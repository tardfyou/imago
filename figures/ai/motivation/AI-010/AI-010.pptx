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06cc18dc047d7" /><Relationship Type="http://schemas.openxmlformats.org/officeDocument/2006/relationships/extended-properties" Target="/docProps/app.xml" Id="R4e21b03fae3147a0" /><Relationship Type="http://schemas.openxmlformats.org/officeDocument/2006/relationships/officeDocument" Target="/ppt/presentation.xml" Id="R58be701fab8f43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24a0cfa0b44aea"/>
  </p:sldMasterIdLst>
  <p:notesMasterIdLst>
    <p:notesMasterId xmlns:r="http://schemas.openxmlformats.org/officeDocument/2006/relationships" r:id="R17a9b42ff74a404d"/>
  </p:notesMasterIdLst>
  <p:sldIdLst>
    <p:sldId xmlns:r="http://schemas.openxmlformats.org/officeDocument/2006/relationships" id="256" r:id="R5c466cc9a5df4a52"/>
  </p:sldIdLst>
  <p:sldSz cx="13458825" cy="70294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55f4841b44b79" /><Relationship Type="http://schemas.openxmlformats.org/officeDocument/2006/relationships/slideMaster" Target="/ppt/slideMasters/slideMaster1.xml" Id="R2824a0cfa0b44aea" /><Relationship Type="http://schemas.openxmlformats.org/officeDocument/2006/relationships/notesMaster" Target="/ppt/notesMasters/notesMaster1.xml" Id="R17a9b42ff74a404d" /><Relationship Type="http://schemas.openxmlformats.org/officeDocument/2006/relationships/presProps" Target="/ppt/presProps.xml" Id="R57ff0f456eef4e91" /><Relationship Type="http://schemas.openxmlformats.org/officeDocument/2006/relationships/tableStyles" Target="/ppt/tableStyles.xml" Id="Rb198f5a99b314279" /><Relationship Type="http://schemas.openxmlformats.org/officeDocument/2006/relationships/slide" Target="/ppt/slides/slide1.xml" Id="R5c466cc9a5df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64b057ec9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a96e3e01d40ce" /><Relationship Type="http://schemas.openxmlformats.org/officeDocument/2006/relationships/notesMaster" Target="/ppt/notesMasters/notesMaster1.xml" Id="Rbbde2fd7d0434ba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素材ID：AI-010</ns1:t>
            </ns1:r>
          </ns1:p>
          <ns1:p>
            <ns1:r>
              <ns1:t>论文：LLMs Get Lost In Multi-Turn Conversation</ns1:t>
            </ns1:r>
          </ns1:p>
          <ns1:p>
            <ns1:r>
              <ns1:t>会议：ICLR 2026</ns1:t>
            </ns1:r>
          </ns1:p>
          <ns1:p>
            <ns1:r>
              <ns1:t>奖项：Outstanding Paper</ns1:t>
            </ns1:r>
          </ns1:p>
          <ns1:p>
            <ns1:r>
              <ns1:t>图号：Figure 1，PDF第1页</ns1:t>
            </ns1:r>
          </ns1:p>
          <ns1:p>
            <ns1:r>
              <ns1:t>类型：问题动机</ns1:t>
            </ns1:r>
          </ns1:p>
          <ns1:p>
            <ns1:r>
              <ns1:t>借鉴点：单轮和多轮对话夹住性能迁移坐标图；案例和测量结果互相呼应，适合讲清真实失败模式。</ns1:t>
            </ns1:r>
          </ns1:p>
          <ns1:p>
            <ns1:r>
              <ns1:t>论文URL：https://openreview.net/forum?id=VKGTGGcwl6</ns1:t>
            </ns1:r>
          </ns1:p>
          <ns1:p>
            <ns1:r>
              <ns1:t>官方获奖URL：https://blog.iclr.cc/2026/04/23/announcing-the-iclr-2026-outstanding-papers/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ba2f4f60a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f9951d75a41e8" /><Relationship Type="http://schemas.openxmlformats.org/officeDocument/2006/relationships/slideLayout" Target="/ppt/slideLayouts/slideLayout1.xml" Id="Rdb0c1be93d00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c1be93d00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9cb78497c4017" /><Relationship Type="http://schemas.openxmlformats.org/officeDocument/2006/relationships/image" Target="/ppt/media/image.png" Id="R98547b66190044f5" /><Relationship Type="http://schemas.openxmlformats.org/officeDocument/2006/relationships/image" Target="/ppt/media/image2.png" Id="R2eff3949b52d464a" /><Relationship Type="http://schemas.openxmlformats.org/officeDocument/2006/relationships/image" Target="/ppt/media/image3.png" Id="Rf2eb38203a084547" /><Relationship Type="http://schemas.openxmlformats.org/officeDocument/2006/relationships/image" Target="/ppt/media/image4.png" Id="Rc60af48484ac49b9" /><Relationship Type="http://schemas.openxmlformats.org/officeDocument/2006/relationships/image" Target="/ppt/media/image5.png" Id="R3b4ed287a0734fb6" /><Relationship Type="http://schemas.openxmlformats.org/officeDocument/2006/relationships/image" Target="/ppt/media/image6.png" Id="R70c4bab501644e03" /><Relationship Type="http://schemas.openxmlformats.org/officeDocument/2006/relationships/image" Target="/ppt/media/image7.png" Id="R252ae6547aa1444f" /><Relationship Type="http://schemas.openxmlformats.org/officeDocument/2006/relationships/image" Target="/ppt/media/image8.png" Id="R9d42ea6b229b42a1" /><Relationship Type="http://schemas.openxmlformats.org/officeDocument/2006/relationships/image" Target="/ppt/media/image9.png" Id="R9aacdf9b611f474f" /><Relationship Type="http://schemas.openxmlformats.org/officeDocument/2006/relationships/image" Target="/ppt/media/image10.png" Id="R9536183295244aef" /><Relationship Type="http://schemas.openxmlformats.org/officeDocument/2006/relationships/image" Target="/ppt/media/image11.png" Id="R9142ad5bcade4d4d" /><Relationship Type="http://schemas.openxmlformats.org/officeDocument/2006/relationships/image" Target="/ppt/media/image12.png" Id="Rf8339a8c576f4a09" /><Relationship Type="http://schemas.openxmlformats.org/officeDocument/2006/relationships/image" Target="/ppt/media/image13.png" Id="Rb2568f6b6f8544d0" /><Relationship Type="http://schemas.openxmlformats.org/officeDocument/2006/relationships/image" Target="/ppt/media/image14.png" Id="R26ccd29672a74148" /><Relationship Type="http://schemas.openxmlformats.org/officeDocument/2006/relationships/notesSlide" Target="/ppt/notesSlides/notesSlide1.xml" Id="R393bfedc4a8b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F5732-8EC2-4500-9EDD-A2609E0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8722"/>
            <a:ext cx="13373337" cy="6934323"/>
          </a:xfrm>
          <a:custGeom xmlns:a="http://schemas.openxmlformats.org/drawingml/2006/main">
            <a:pathLst>
              <a:path w="13373337" h="6934323">
                <a:moveTo>
                  <a:pt x="0" y="0"/>
                </a:moveTo>
                <a:lnTo>
                  <a:pt x="13373337" y="0"/>
                </a:lnTo>
                <a:lnTo>
                  <a:pt x="13373337" y="6934323"/>
                </a:lnTo>
                <a:lnTo>
                  <a:pt x="0" y="69343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452E3-D1E6-4EE2-8C6E-61632C39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8722"/>
            <a:ext cx="13373336" cy="6934322"/>
          </a:xfrm>
          <a:custGeom xmlns:a="http://schemas.openxmlformats.org/drawingml/2006/main">
            <a:pathLst>
              <a:path w="13373336" h="6934322">
                <a:moveTo>
                  <a:pt x="0" y="0"/>
                </a:moveTo>
                <a:lnTo>
                  <a:pt x="13373336" y="0"/>
                </a:lnTo>
                <a:lnTo>
                  <a:pt x="13373336" y="6934322"/>
                </a:lnTo>
                <a:lnTo>
                  <a:pt x="0" y="69343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69B7D-327E-4D25-AB54-D372464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8722"/>
            <a:ext cx="13373336" cy="6934322"/>
          </a:xfrm>
          <a:custGeom xmlns:a="http://schemas.openxmlformats.org/drawingml/2006/main">
            <a:pathLst>
              <a:path w="13373336" h="6934322">
                <a:moveTo>
                  <a:pt x="0" y="0"/>
                </a:moveTo>
                <a:lnTo>
                  <a:pt x="13373336" y="0"/>
                </a:lnTo>
                <a:lnTo>
                  <a:pt x="13373336" y="6934322"/>
                </a:lnTo>
                <a:lnTo>
                  <a:pt x="0" y="69343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9FB96-CC72-4C2F-8754-32D43DD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8722"/>
            <a:ext cx="13373336" cy="6934322"/>
          </a:xfrm>
          <a:custGeom xmlns:a="http://schemas.openxmlformats.org/drawingml/2006/main">
            <a:pathLst>
              <a:path w="13373336" h="6934322">
                <a:moveTo>
                  <a:pt x="0" y="0"/>
                </a:moveTo>
                <a:lnTo>
                  <a:pt x="13373336" y="0"/>
                </a:lnTo>
                <a:lnTo>
                  <a:pt x="13373336" y="6934322"/>
                </a:lnTo>
                <a:lnTo>
                  <a:pt x="0" y="69343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82B0E-FE65-4966-99DB-2896FC65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082" y="3786394"/>
            <a:ext cx="1272943" cy="1124945"/>
          </a:xfrm>
          <a:custGeom xmlns:a="http://schemas.openxmlformats.org/drawingml/2006/main">
            <a:pathLst>
              <a:path w="1272943" h="1124945">
                <a:moveTo>
                  <a:pt x="61214" y="692296"/>
                </a:moveTo>
                <a:cubicBezTo>
                  <a:pt x="0" y="421270"/>
                  <a:pt x="207924" y="143408"/>
                  <a:pt x="525648" y="71714"/>
                </a:cubicBezTo>
                <a:cubicBezTo>
                  <a:pt x="843339" y="0"/>
                  <a:pt x="1150510" y="161596"/>
                  <a:pt x="1211723" y="432622"/>
                </a:cubicBezTo>
                <a:cubicBezTo>
                  <a:pt x="1272943" y="703675"/>
                  <a:pt x="1064993" y="981510"/>
                  <a:pt x="747295" y="1053225"/>
                </a:cubicBezTo>
                <a:cubicBezTo>
                  <a:pt x="429578" y="1124945"/>
                  <a:pt x="122407" y="963349"/>
                  <a:pt x="61214" y="692296"/>
                </a:cubicBezTo>
                <a:close/>
                <a:moveTo>
                  <a:pt x="61214" y="692296"/>
                </a:moveTo>
              </a:path>
            </a:pathLst>
          </a:custGeom>
          <a:solidFill xmlns:a="http://schemas.openxmlformats.org/drawingml/2006/main">
            <a:srgbClr val="FFF2CC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B22FF-563D-40ED-8C02-BCF18F5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48722"/>
            <a:ext cx="10429819" cy="6934322"/>
          </a:xfrm>
          <a:custGeom xmlns:a="http://schemas.openxmlformats.org/drawingml/2006/main">
            <a:pathLst>
              <a:path w="10429819" h="6934322">
                <a:moveTo>
                  <a:pt x="10429819" y="0"/>
                </a:moveTo>
                <a:lnTo>
                  <a:pt x="3636290" y="6934322"/>
                </a:lnTo>
                <a:lnTo>
                  <a:pt x="0" y="6934322"/>
                </a:lnTo>
                <a:lnTo>
                  <a:pt x="0" y="6531"/>
                </a:lnTo>
                <a:lnTo>
                  <a:pt x="6398" y="0"/>
                </a:lnTo>
                <a:lnTo>
                  <a:pt x="10429819" y="0"/>
                </a:lnTo>
                <a:close/>
              </a:path>
            </a:pathLst>
          </a:custGeom>
          <a:solidFill xmlns:a="http://schemas.openxmlformats.org/drawingml/2006/main">
            <a:srgbClr val="C9DAF8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E9BDA-7BAB-4CB3-8D71-C50F79D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219" y="2677160"/>
            <a:ext cx="1403322" cy="1200972"/>
          </a:xfrm>
          <a:custGeom xmlns:a="http://schemas.openxmlformats.org/drawingml/2006/main">
            <a:pathLst>
              <a:path w="1403322" h="1200972">
                <a:moveTo>
                  <a:pt x="64978" y="744125"/>
                </a:moveTo>
                <a:cubicBezTo>
                  <a:pt x="0" y="456305"/>
                  <a:pt x="232379" y="158651"/>
                  <a:pt x="584022" y="79329"/>
                </a:cubicBezTo>
                <a:cubicBezTo>
                  <a:pt x="935638" y="0"/>
                  <a:pt x="1273379" y="168999"/>
                  <a:pt x="1338364" y="456820"/>
                </a:cubicBezTo>
                <a:cubicBezTo>
                  <a:pt x="1403322" y="744641"/>
                  <a:pt x="1170936" y="1042288"/>
                  <a:pt x="819320" y="1121617"/>
                </a:cubicBezTo>
                <a:cubicBezTo>
                  <a:pt x="467677" y="1200972"/>
                  <a:pt x="129962" y="1031946"/>
                  <a:pt x="64978" y="744125"/>
                </a:cubicBezTo>
                <a:close/>
                <a:moveTo>
                  <a:pt x="64978" y="744125"/>
                </a:moveTo>
              </a:path>
            </a:pathLst>
          </a:custGeom>
          <a:solidFill xmlns:a="http://schemas.openxmlformats.org/drawingml/2006/main">
            <a:srgbClr val="C9DAF8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4A8F9-14E1-41D8-8BC5-F39D67D4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958" y="48722"/>
            <a:ext cx="9738953" cy="6934322"/>
          </a:xfrm>
          <a:custGeom xmlns:a="http://schemas.openxmlformats.org/drawingml/2006/main">
            <a:pathLst>
              <a:path w="9738953" h="6934322">
                <a:moveTo>
                  <a:pt x="0" y="6934322"/>
                </a:moveTo>
                <a:lnTo>
                  <a:pt x="6793246" y="0"/>
                </a:lnTo>
                <a:lnTo>
                  <a:pt x="9738953" y="0"/>
                </a:lnTo>
                <a:lnTo>
                  <a:pt x="9738953" y="6934322"/>
                </a:lnTo>
                <a:lnTo>
                  <a:pt x="0" y="6934322"/>
                </a:lnTo>
                <a:close/>
              </a:path>
            </a:pathLst>
          </a:custGeom>
          <a:solidFill xmlns:a="http://schemas.openxmlformats.org/drawingml/2006/main">
            <a:srgbClr val="FFF2CC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Multi-turn">
            <a:extLst xmlns:a="http://schemas.openxmlformats.org/drawingml/2006/main">
              <a:ext uri="{FF2B5EF4-FFF2-40B4-BE49-F238E27FC236}">
                <a16:creationId xmlns:a16="http://schemas.microsoft.com/office/drawing/2014/main" id="{DCC8F002-8B5F-4FA1-BE42-2C8CF16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100" y="5293474"/>
            <a:ext cx="894126" cy="167579"/>
          </a:xfrm>
          <a:custGeom xmlns:a="http://schemas.openxmlformats.org/drawingml/2006/main">
            <a:pathLst>
              <a:path w="894126" h="167579">
                <a:moveTo>
                  <a:pt x="427502" y="16234"/>
                </a:moveTo>
                <a:lnTo>
                  <a:pt x="427538" y="16514"/>
                </a:lnTo>
                <a:lnTo>
                  <a:pt x="427583" y="16791"/>
                </a:lnTo>
                <a:lnTo>
                  <a:pt x="427635" y="17064"/>
                </a:lnTo>
                <a:lnTo>
                  <a:pt x="427695" y="17334"/>
                </a:lnTo>
                <a:lnTo>
                  <a:pt x="427763" y="17599"/>
                </a:lnTo>
                <a:lnTo>
                  <a:pt x="427840" y="17862"/>
                </a:lnTo>
                <a:lnTo>
                  <a:pt x="427924" y="18121"/>
                </a:lnTo>
                <a:lnTo>
                  <a:pt x="428017" y="18376"/>
                </a:lnTo>
                <a:lnTo>
                  <a:pt x="428117" y="18628"/>
                </a:lnTo>
                <a:lnTo>
                  <a:pt x="428226" y="18876"/>
                </a:lnTo>
                <a:lnTo>
                  <a:pt x="428342" y="19121"/>
                </a:lnTo>
                <a:lnTo>
                  <a:pt x="428467" y="19362"/>
                </a:lnTo>
                <a:lnTo>
                  <a:pt x="428600" y="19599"/>
                </a:lnTo>
                <a:lnTo>
                  <a:pt x="428740" y="19833"/>
                </a:lnTo>
                <a:lnTo>
                  <a:pt x="428889" y="20064"/>
                </a:lnTo>
                <a:lnTo>
                  <a:pt x="429046" y="20291"/>
                </a:lnTo>
                <a:lnTo>
                  <a:pt x="429211" y="20514"/>
                </a:lnTo>
                <a:lnTo>
                  <a:pt x="429384" y="20734"/>
                </a:lnTo>
                <a:lnTo>
                  <a:pt x="429564" y="20950"/>
                </a:lnTo>
                <a:lnTo>
                  <a:pt x="429753" y="21163"/>
                </a:lnTo>
                <a:lnTo>
                  <a:pt x="429950" y="21369"/>
                </a:lnTo>
                <a:lnTo>
                  <a:pt x="430152" y="21567"/>
                </a:lnTo>
                <a:lnTo>
                  <a:pt x="430362" y="21756"/>
                </a:lnTo>
                <a:lnTo>
                  <a:pt x="430578" y="21936"/>
                </a:lnTo>
                <a:lnTo>
                  <a:pt x="430800" y="22108"/>
                </a:lnTo>
                <a:lnTo>
                  <a:pt x="431029" y="22270"/>
                </a:lnTo>
                <a:lnTo>
                  <a:pt x="431264" y="22424"/>
                </a:lnTo>
                <a:lnTo>
                  <a:pt x="431506" y="22569"/>
                </a:lnTo>
                <a:lnTo>
                  <a:pt x="431755" y="22705"/>
                </a:lnTo>
                <a:lnTo>
                  <a:pt x="432010" y="22833"/>
                </a:lnTo>
                <a:lnTo>
                  <a:pt x="432272" y="22951"/>
                </a:lnTo>
                <a:lnTo>
                  <a:pt x="432540" y="23061"/>
                </a:lnTo>
                <a:lnTo>
                  <a:pt x="432815" y="23162"/>
                </a:lnTo>
                <a:lnTo>
                  <a:pt x="433096" y="23254"/>
                </a:lnTo>
                <a:lnTo>
                  <a:pt x="433384" y="23338"/>
                </a:lnTo>
                <a:lnTo>
                  <a:pt x="433678" y="23413"/>
                </a:lnTo>
                <a:lnTo>
                  <a:pt x="433979" y="23478"/>
                </a:lnTo>
                <a:lnTo>
                  <a:pt x="434287" y="23536"/>
                </a:lnTo>
                <a:lnTo>
                  <a:pt x="434601" y="23584"/>
                </a:lnTo>
                <a:lnTo>
                  <a:pt x="434921" y="23623"/>
                </a:lnTo>
                <a:lnTo>
                  <a:pt x="435249" y="23654"/>
                </a:lnTo>
                <a:lnTo>
                  <a:pt x="435582" y="23676"/>
                </a:lnTo>
                <a:lnTo>
                  <a:pt x="435922" y="23689"/>
                </a:lnTo>
                <a:lnTo>
                  <a:pt x="436269" y="23694"/>
                </a:lnTo>
                <a:lnTo>
                  <a:pt x="436607" y="23689"/>
                </a:lnTo>
                <a:lnTo>
                  <a:pt x="436940" y="23676"/>
                </a:lnTo>
                <a:lnTo>
                  <a:pt x="437266" y="23654"/>
                </a:lnTo>
                <a:lnTo>
                  <a:pt x="437587" y="23623"/>
                </a:lnTo>
                <a:lnTo>
                  <a:pt x="437902" y="23584"/>
                </a:lnTo>
                <a:lnTo>
                  <a:pt x="438211" y="23536"/>
                </a:lnTo>
                <a:lnTo>
                  <a:pt x="438514" y="23478"/>
                </a:lnTo>
                <a:lnTo>
                  <a:pt x="438812" y="23413"/>
                </a:lnTo>
                <a:lnTo>
                  <a:pt x="439104" y="23338"/>
                </a:lnTo>
                <a:lnTo>
                  <a:pt x="439390" y="23254"/>
                </a:lnTo>
                <a:lnTo>
                  <a:pt x="439670" y="23162"/>
                </a:lnTo>
                <a:lnTo>
                  <a:pt x="439944" y="23061"/>
                </a:lnTo>
                <a:lnTo>
                  <a:pt x="440213" y="22951"/>
                </a:lnTo>
                <a:lnTo>
                  <a:pt x="440476" y="22833"/>
                </a:lnTo>
                <a:lnTo>
                  <a:pt x="440733" y="22705"/>
                </a:lnTo>
                <a:lnTo>
                  <a:pt x="440984" y="22569"/>
                </a:lnTo>
                <a:lnTo>
                  <a:pt x="441229" y="22424"/>
                </a:lnTo>
                <a:lnTo>
                  <a:pt x="441469" y="22270"/>
                </a:lnTo>
                <a:lnTo>
                  <a:pt x="441703" y="22108"/>
                </a:lnTo>
                <a:lnTo>
                  <a:pt x="441931" y="21936"/>
                </a:lnTo>
                <a:lnTo>
                  <a:pt x="442153" y="21756"/>
                </a:lnTo>
                <a:lnTo>
                  <a:pt x="442369" y="21567"/>
                </a:lnTo>
                <a:lnTo>
                  <a:pt x="442580" y="21369"/>
                </a:lnTo>
                <a:lnTo>
                  <a:pt x="442785" y="21163"/>
                </a:lnTo>
                <a:lnTo>
                  <a:pt x="442983" y="20950"/>
                </a:lnTo>
                <a:lnTo>
                  <a:pt x="443172" y="20734"/>
                </a:lnTo>
                <a:lnTo>
                  <a:pt x="443353" y="20514"/>
                </a:lnTo>
                <a:lnTo>
                  <a:pt x="443525" y="20291"/>
                </a:lnTo>
                <a:lnTo>
                  <a:pt x="443689" y="20064"/>
                </a:lnTo>
                <a:lnTo>
                  <a:pt x="443845" y="19833"/>
                </a:lnTo>
                <a:lnTo>
                  <a:pt x="443992" y="19599"/>
                </a:lnTo>
                <a:lnTo>
                  <a:pt x="444131" y="19362"/>
                </a:lnTo>
                <a:lnTo>
                  <a:pt x="444262" y="19121"/>
                </a:lnTo>
                <a:lnTo>
                  <a:pt x="444384" y="18876"/>
                </a:lnTo>
                <a:lnTo>
                  <a:pt x="444497" y="18628"/>
                </a:lnTo>
                <a:lnTo>
                  <a:pt x="444602" y="18376"/>
                </a:lnTo>
                <a:lnTo>
                  <a:pt x="444699" y="18121"/>
                </a:lnTo>
                <a:lnTo>
                  <a:pt x="444787" y="17862"/>
                </a:lnTo>
                <a:lnTo>
                  <a:pt x="444867" y="17599"/>
                </a:lnTo>
                <a:lnTo>
                  <a:pt x="444939" y="17334"/>
                </a:lnTo>
                <a:lnTo>
                  <a:pt x="445002" y="17064"/>
                </a:lnTo>
                <a:lnTo>
                  <a:pt x="445057" y="16791"/>
                </a:lnTo>
                <a:lnTo>
                  <a:pt x="445103" y="16514"/>
                </a:lnTo>
                <a:lnTo>
                  <a:pt x="445141" y="16234"/>
                </a:lnTo>
                <a:lnTo>
                  <a:pt x="445170" y="15950"/>
                </a:lnTo>
                <a:lnTo>
                  <a:pt x="445191" y="15663"/>
                </a:lnTo>
                <a:lnTo>
                  <a:pt x="445204" y="15372"/>
                </a:lnTo>
                <a:lnTo>
                  <a:pt x="445208" y="15078"/>
                </a:lnTo>
                <a:lnTo>
                  <a:pt x="445204" y="14775"/>
                </a:lnTo>
                <a:lnTo>
                  <a:pt x="445191" y="14475"/>
                </a:lnTo>
                <a:lnTo>
                  <a:pt x="445170" y="14180"/>
                </a:lnTo>
                <a:lnTo>
                  <a:pt x="445141" y="13889"/>
                </a:lnTo>
                <a:lnTo>
                  <a:pt x="445103" y="13601"/>
                </a:lnTo>
                <a:lnTo>
                  <a:pt x="445057" y="13318"/>
                </a:lnTo>
                <a:lnTo>
                  <a:pt x="445002" y="13038"/>
                </a:lnTo>
                <a:lnTo>
                  <a:pt x="444939" y="12762"/>
                </a:lnTo>
                <a:lnTo>
                  <a:pt x="444867" y="12491"/>
                </a:lnTo>
                <a:lnTo>
                  <a:pt x="444787" y="12223"/>
                </a:lnTo>
                <a:lnTo>
                  <a:pt x="444699" y="11959"/>
                </a:lnTo>
                <a:lnTo>
                  <a:pt x="444602" y="11699"/>
                </a:lnTo>
                <a:lnTo>
                  <a:pt x="444497" y="11443"/>
                </a:lnTo>
                <a:lnTo>
                  <a:pt x="444384" y="11191"/>
                </a:lnTo>
                <a:lnTo>
                  <a:pt x="444262" y="10942"/>
                </a:lnTo>
                <a:lnTo>
                  <a:pt x="444131" y="10698"/>
                </a:lnTo>
                <a:lnTo>
                  <a:pt x="443992" y="10458"/>
                </a:lnTo>
                <a:lnTo>
                  <a:pt x="443845" y="10221"/>
                </a:lnTo>
                <a:lnTo>
                  <a:pt x="443689" y="9989"/>
                </a:lnTo>
                <a:lnTo>
                  <a:pt x="443525" y="9760"/>
                </a:lnTo>
                <a:lnTo>
                  <a:pt x="443353" y="9536"/>
                </a:lnTo>
                <a:lnTo>
                  <a:pt x="443172" y="9315"/>
                </a:lnTo>
                <a:lnTo>
                  <a:pt x="442983" y="9098"/>
                </a:lnTo>
                <a:lnTo>
                  <a:pt x="442785" y="8885"/>
                </a:lnTo>
                <a:lnTo>
                  <a:pt x="442580" y="8679"/>
                </a:lnTo>
                <a:lnTo>
                  <a:pt x="442369" y="8481"/>
                </a:lnTo>
                <a:lnTo>
                  <a:pt x="442153" y="8292"/>
                </a:lnTo>
                <a:lnTo>
                  <a:pt x="441931" y="8112"/>
                </a:lnTo>
                <a:lnTo>
                  <a:pt x="441703" y="7940"/>
                </a:lnTo>
                <a:lnTo>
                  <a:pt x="441469" y="7778"/>
                </a:lnTo>
                <a:lnTo>
                  <a:pt x="441229" y="7624"/>
                </a:lnTo>
                <a:lnTo>
                  <a:pt x="440984" y="7479"/>
                </a:lnTo>
                <a:lnTo>
                  <a:pt x="440733" y="7343"/>
                </a:lnTo>
                <a:lnTo>
                  <a:pt x="440476" y="7215"/>
                </a:lnTo>
                <a:lnTo>
                  <a:pt x="440213" y="7097"/>
                </a:lnTo>
                <a:lnTo>
                  <a:pt x="439944" y="6987"/>
                </a:lnTo>
                <a:lnTo>
                  <a:pt x="439670" y="6886"/>
                </a:lnTo>
                <a:lnTo>
                  <a:pt x="439390" y="6794"/>
                </a:lnTo>
                <a:lnTo>
                  <a:pt x="439104" y="6710"/>
                </a:lnTo>
                <a:lnTo>
                  <a:pt x="438812" y="6635"/>
                </a:lnTo>
                <a:lnTo>
                  <a:pt x="438514" y="6570"/>
                </a:lnTo>
                <a:lnTo>
                  <a:pt x="438211" y="6512"/>
                </a:lnTo>
                <a:lnTo>
                  <a:pt x="437902" y="6464"/>
                </a:lnTo>
                <a:lnTo>
                  <a:pt x="437587" y="6425"/>
                </a:lnTo>
                <a:lnTo>
                  <a:pt x="437266" y="6394"/>
                </a:lnTo>
                <a:lnTo>
                  <a:pt x="436940" y="6372"/>
                </a:lnTo>
                <a:lnTo>
                  <a:pt x="436607" y="6359"/>
                </a:lnTo>
                <a:lnTo>
                  <a:pt x="436269" y="6354"/>
                </a:lnTo>
                <a:lnTo>
                  <a:pt x="435922" y="6359"/>
                </a:lnTo>
                <a:lnTo>
                  <a:pt x="435582" y="6372"/>
                </a:lnTo>
                <a:lnTo>
                  <a:pt x="435249" y="6394"/>
                </a:lnTo>
                <a:lnTo>
                  <a:pt x="434921" y="6425"/>
                </a:lnTo>
                <a:lnTo>
                  <a:pt x="434601" y="6464"/>
                </a:lnTo>
                <a:lnTo>
                  <a:pt x="434287" y="6512"/>
                </a:lnTo>
                <a:lnTo>
                  <a:pt x="433979" y="6570"/>
                </a:lnTo>
                <a:lnTo>
                  <a:pt x="433678" y="6635"/>
                </a:lnTo>
                <a:lnTo>
                  <a:pt x="433384" y="6710"/>
                </a:lnTo>
                <a:lnTo>
                  <a:pt x="433096" y="6794"/>
                </a:lnTo>
                <a:lnTo>
                  <a:pt x="432815" y="6886"/>
                </a:lnTo>
                <a:lnTo>
                  <a:pt x="432540" y="6987"/>
                </a:lnTo>
                <a:lnTo>
                  <a:pt x="432272" y="7097"/>
                </a:lnTo>
                <a:lnTo>
                  <a:pt x="432010" y="7215"/>
                </a:lnTo>
                <a:lnTo>
                  <a:pt x="431755" y="7343"/>
                </a:lnTo>
                <a:lnTo>
                  <a:pt x="431506" y="7479"/>
                </a:lnTo>
                <a:lnTo>
                  <a:pt x="431264" y="7624"/>
                </a:lnTo>
                <a:lnTo>
                  <a:pt x="431029" y="7778"/>
                </a:lnTo>
                <a:lnTo>
                  <a:pt x="430800" y="7940"/>
                </a:lnTo>
                <a:lnTo>
                  <a:pt x="430578" y="8112"/>
                </a:lnTo>
                <a:lnTo>
                  <a:pt x="430362" y="8292"/>
                </a:lnTo>
                <a:lnTo>
                  <a:pt x="430152" y="8481"/>
                </a:lnTo>
                <a:lnTo>
                  <a:pt x="429950" y="8679"/>
                </a:lnTo>
                <a:lnTo>
                  <a:pt x="429753" y="8885"/>
                </a:lnTo>
                <a:lnTo>
                  <a:pt x="429564" y="9098"/>
                </a:lnTo>
                <a:lnTo>
                  <a:pt x="429384" y="9315"/>
                </a:lnTo>
                <a:lnTo>
                  <a:pt x="429211" y="9536"/>
                </a:lnTo>
                <a:lnTo>
                  <a:pt x="429046" y="9760"/>
                </a:lnTo>
                <a:lnTo>
                  <a:pt x="428889" y="9989"/>
                </a:lnTo>
                <a:lnTo>
                  <a:pt x="428740" y="10221"/>
                </a:lnTo>
                <a:lnTo>
                  <a:pt x="428600" y="10458"/>
                </a:lnTo>
                <a:lnTo>
                  <a:pt x="428467" y="10698"/>
                </a:lnTo>
                <a:lnTo>
                  <a:pt x="428342" y="10942"/>
                </a:lnTo>
                <a:lnTo>
                  <a:pt x="428226" y="11191"/>
                </a:lnTo>
                <a:lnTo>
                  <a:pt x="428117" y="11443"/>
                </a:lnTo>
                <a:lnTo>
                  <a:pt x="428017" y="11699"/>
                </a:lnTo>
                <a:lnTo>
                  <a:pt x="427924" y="11959"/>
                </a:lnTo>
                <a:lnTo>
                  <a:pt x="427840" y="12223"/>
                </a:lnTo>
                <a:lnTo>
                  <a:pt x="427763" y="12491"/>
                </a:lnTo>
                <a:lnTo>
                  <a:pt x="427695" y="12762"/>
                </a:lnTo>
                <a:lnTo>
                  <a:pt x="427635" y="13038"/>
                </a:lnTo>
                <a:lnTo>
                  <a:pt x="427583" y="13318"/>
                </a:lnTo>
                <a:lnTo>
                  <a:pt x="427538" y="13601"/>
                </a:lnTo>
                <a:lnTo>
                  <a:pt x="427502" y="13889"/>
                </a:lnTo>
                <a:lnTo>
                  <a:pt x="427474" y="14180"/>
                </a:lnTo>
                <a:lnTo>
                  <a:pt x="427454" y="14475"/>
                </a:lnTo>
                <a:lnTo>
                  <a:pt x="427442" y="14775"/>
                </a:lnTo>
                <a:lnTo>
                  <a:pt x="427438" y="15078"/>
                </a:lnTo>
                <a:lnTo>
                  <a:pt x="427442" y="15372"/>
                </a:lnTo>
                <a:lnTo>
                  <a:pt x="427454" y="15663"/>
                </a:lnTo>
                <a:lnTo>
                  <a:pt x="427474" y="15950"/>
                </a:lnTo>
                <a:lnTo>
                  <a:pt x="427502" y="16234"/>
                </a:lnTo>
                <a:close/>
                <a:moveTo>
                  <a:pt x="133439" y="8616"/>
                </a:moveTo>
                <a:lnTo>
                  <a:pt x="75389" y="146686"/>
                </a:lnTo>
                <a:lnTo>
                  <a:pt x="17447" y="8616"/>
                </a:lnTo>
                <a:lnTo>
                  <a:pt x="11739" y="8616"/>
                </a:lnTo>
                <a:lnTo>
                  <a:pt x="4093" y="8616"/>
                </a:lnTo>
                <a:lnTo>
                  <a:pt x="0" y="8616"/>
                </a:lnTo>
                <a:lnTo>
                  <a:pt x="0" y="165425"/>
                </a:lnTo>
                <a:lnTo>
                  <a:pt x="13247" y="165425"/>
                </a:lnTo>
                <a:lnTo>
                  <a:pt x="13247" y="96929"/>
                </a:lnTo>
                <a:lnTo>
                  <a:pt x="12061" y="27482"/>
                </a:lnTo>
                <a:lnTo>
                  <a:pt x="70327" y="165425"/>
                </a:lnTo>
                <a:lnTo>
                  <a:pt x="80451" y="165425"/>
                </a:lnTo>
                <a:lnTo>
                  <a:pt x="138938" y="27184"/>
                </a:lnTo>
                <a:lnTo>
                  <a:pt x="137747" y="96929"/>
                </a:lnTo>
                <a:lnTo>
                  <a:pt x="137747" y="165425"/>
                </a:lnTo>
                <a:lnTo>
                  <a:pt x="150994" y="165425"/>
                </a:lnTo>
                <a:lnTo>
                  <a:pt x="150994" y="8616"/>
                </a:lnTo>
                <a:lnTo>
                  <a:pt x="146793" y="8616"/>
                </a:lnTo>
                <a:lnTo>
                  <a:pt x="139255" y="8616"/>
                </a:lnTo>
                <a:lnTo>
                  <a:pt x="133439" y="8616"/>
                </a:lnTo>
                <a:close/>
                <a:moveTo>
                  <a:pt x="343507" y="48895"/>
                </a:moveTo>
                <a:lnTo>
                  <a:pt x="343507" y="59450"/>
                </a:lnTo>
                <a:lnTo>
                  <a:pt x="364939" y="59450"/>
                </a:lnTo>
                <a:lnTo>
                  <a:pt x="364939" y="136993"/>
                </a:lnTo>
                <a:lnTo>
                  <a:pt x="364945" y="137954"/>
                </a:lnTo>
                <a:lnTo>
                  <a:pt x="364962" y="138897"/>
                </a:lnTo>
                <a:lnTo>
                  <a:pt x="364990" y="139823"/>
                </a:lnTo>
                <a:lnTo>
                  <a:pt x="365029" y="140732"/>
                </a:lnTo>
                <a:lnTo>
                  <a:pt x="365079" y="141624"/>
                </a:lnTo>
                <a:lnTo>
                  <a:pt x="365141" y="142499"/>
                </a:lnTo>
                <a:lnTo>
                  <a:pt x="365214" y="143356"/>
                </a:lnTo>
                <a:lnTo>
                  <a:pt x="365298" y="144197"/>
                </a:lnTo>
                <a:lnTo>
                  <a:pt x="365393" y="145020"/>
                </a:lnTo>
                <a:lnTo>
                  <a:pt x="365500" y="145826"/>
                </a:lnTo>
                <a:lnTo>
                  <a:pt x="365618" y="146614"/>
                </a:lnTo>
                <a:lnTo>
                  <a:pt x="365747" y="147386"/>
                </a:lnTo>
                <a:lnTo>
                  <a:pt x="365887" y="148140"/>
                </a:lnTo>
                <a:lnTo>
                  <a:pt x="366039" y="148877"/>
                </a:lnTo>
                <a:lnTo>
                  <a:pt x="366201" y="149597"/>
                </a:lnTo>
                <a:lnTo>
                  <a:pt x="366375" y="150300"/>
                </a:lnTo>
                <a:lnTo>
                  <a:pt x="366560" y="150985"/>
                </a:lnTo>
                <a:lnTo>
                  <a:pt x="366757" y="151653"/>
                </a:lnTo>
                <a:lnTo>
                  <a:pt x="366964" y="152304"/>
                </a:lnTo>
                <a:lnTo>
                  <a:pt x="367183" y="152938"/>
                </a:lnTo>
                <a:lnTo>
                  <a:pt x="367413" y="153555"/>
                </a:lnTo>
                <a:lnTo>
                  <a:pt x="367654" y="154154"/>
                </a:lnTo>
                <a:lnTo>
                  <a:pt x="367906" y="154737"/>
                </a:lnTo>
                <a:lnTo>
                  <a:pt x="368170" y="155302"/>
                </a:lnTo>
                <a:lnTo>
                  <a:pt x="368444" y="155851"/>
                </a:lnTo>
                <a:lnTo>
                  <a:pt x="368726" y="156388"/>
                </a:lnTo>
                <a:lnTo>
                  <a:pt x="369016" y="156910"/>
                </a:lnTo>
                <a:lnTo>
                  <a:pt x="369316" y="157420"/>
                </a:lnTo>
                <a:lnTo>
                  <a:pt x="369624" y="157916"/>
                </a:lnTo>
                <a:lnTo>
                  <a:pt x="369940" y="158398"/>
                </a:lnTo>
                <a:lnTo>
                  <a:pt x="370266" y="158867"/>
                </a:lnTo>
                <a:lnTo>
                  <a:pt x="370599" y="159322"/>
                </a:lnTo>
                <a:lnTo>
                  <a:pt x="370942" y="159764"/>
                </a:lnTo>
                <a:lnTo>
                  <a:pt x="371293" y="160193"/>
                </a:lnTo>
                <a:lnTo>
                  <a:pt x="371652" y="160608"/>
                </a:lnTo>
                <a:lnTo>
                  <a:pt x="372020" y="161010"/>
                </a:lnTo>
                <a:lnTo>
                  <a:pt x="372397" y="161398"/>
                </a:lnTo>
                <a:lnTo>
                  <a:pt x="372782" y="161773"/>
                </a:lnTo>
                <a:lnTo>
                  <a:pt x="373176" y="162134"/>
                </a:lnTo>
                <a:lnTo>
                  <a:pt x="373579" y="162482"/>
                </a:lnTo>
                <a:lnTo>
                  <a:pt x="373990" y="162816"/>
                </a:lnTo>
                <a:lnTo>
                  <a:pt x="374410" y="163137"/>
                </a:lnTo>
                <a:lnTo>
                  <a:pt x="374838" y="163444"/>
                </a:lnTo>
                <a:lnTo>
                  <a:pt x="375275" y="163738"/>
                </a:lnTo>
                <a:lnTo>
                  <a:pt x="375721" y="164019"/>
                </a:lnTo>
                <a:lnTo>
                  <a:pt x="376175" y="164286"/>
                </a:lnTo>
                <a:lnTo>
                  <a:pt x="376638" y="164539"/>
                </a:lnTo>
                <a:lnTo>
                  <a:pt x="377109" y="164779"/>
                </a:lnTo>
                <a:lnTo>
                  <a:pt x="377588" y="165008"/>
                </a:lnTo>
                <a:lnTo>
                  <a:pt x="378072" y="165226"/>
                </a:lnTo>
                <a:lnTo>
                  <a:pt x="378563" y="165435"/>
                </a:lnTo>
                <a:lnTo>
                  <a:pt x="379060" y="165635"/>
                </a:lnTo>
                <a:lnTo>
                  <a:pt x="379562" y="165824"/>
                </a:lnTo>
                <a:lnTo>
                  <a:pt x="380071" y="166004"/>
                </a:lnTo>
                <a:lnTo>
                  <a:pt x="380585" y="166174"/>
                </a:lnTo>
                <a:lnTo>
                  <a:pt x="381106" y="166335"/>
                </a:lnTo>
                <a:lnTo>
                  <a:pt x="381632" y="166486"/>
                </a:lnTo>
                <a:lnTo>
                  <a:pt x="382165" y="166627"/>
                </a:lnTo>
                <a:lnTo>
                  <a:pt x="382703" y="166758"/>
                </a:lnTo>
                <a:lnTo>
                  <a:pt x="383248" y="166879"/>
                </a:lnTo>
                <a:lnTo>
                  <a:pt x="383798" y="166991"/>
                </a:lnTo>
                <a:lnTo>
                  <a:pt x="384355" y="167093"/>
                </a:lnTo>
                <a:lnTo>
                  <a:pt x="384917" y="167186"/>
                </a:lnTo>
                <a:lnTo>
                  <a:pt x="385486" y="167268"/>
                </a:lnTo>
                <a:lnTo>
                  <a:pt x="386060" y="167341"/>
                </a:lnTo>
                <a:lnTo>
                  <a:pt x="386640" y="167404"/>
                </a:lnTo>
                <a:lnTo>
                  <a:pt x="387227" y="167458"/>
                </a:lnTo>
                <a:lnTo>
                  <a:pt x="387819" y="167502"/>
                </a:lnTo>
                <a:lnTo>
                  <a:pt x="388417" y="167536"/>
                </a:lnTo>
                <a:lnTo>
                  <a:pt x="389022" y="167560"/>
                </a:lnTo>
                <a:lnTo>
                  <a:pt x="389632" y="167574"/>
                </a:lnTo>
                <a:lnTo>
                  <a:pt x="390248" y="167579"/>
                </a:lnTo>
                <a:lnTo>
                  <a:pt x="390563" y="167579"/>
                </a:lnTo>
                <a:lnTo>
                  <a:pt x="390877" y="167576"/>
                </a:lnTo>
                <a:lnTo>
                  <a:pt x="391192" y="167572"/>
                </a:lnTo>
                <a:lnTo>
                  <a:pt x="391506" y="167566"/>
                </a:lnTo>
                <a:lnTo>
                  <a:pt x="391821" y="167558"/>
                </a:lnTo>
                <a:lnTo>
                  <a:pt x="392136" y="167549"/>
                </a:lnTo>
                <a:lnTo>
                  <a:pt x="392452" y="167538"/>
                </a:lnTo>
                <a:lnTo>
                  <a:pt x="392767" y="167525"/>
                </a:lnTo>
                <a:lnTo>
                  <a:pt x="393083" y="167511"/>
                </a:lnTo>
                <a:lnTo>
                  <a:pt x="393399" y="167495"/>
                </a:lnTo>
                <a:lnTo>
                  <a:pt x="393715" y="167478"/>
                </a:lnTo>
                <a:lnTo>
                  <a:pt x="394031" y="167458"/>
                </a:lnTo>
                <a:lnTo>
                  <a:pt x="394348" y="167437"/>
                </a:lnTo>
                <a:lnTo>
                  <a:pt x="394664" y="167414"/>
                </a:lnTo>
                <a:lnTo>
                  <a:pt x="394981" y="167390"/>
                </a:lnTo>
                <a:lnTo>
                  <a:pt x="395298" y="167364"/>
                </a:lnTo>
                <a:lnTo>
                  <a:pt x="395615" y="167336"/>
                </a:lnTo>
                <a:lnTo>
                  <a:pt x="395933" y="167307"/>
                </a:lnTo>
                <a:lnTo>
                  <a:pt x="396250" y="167276"/>
                </a:lnTo>
                <a:lnTo>
                  <a:pt x="396568" y="167243"/>
                </a:lnTo>
                <a:lnTo>
                  <a:pt x="396886" y="167208"/>
                </a:lnTo>
                <a:lnTo>
                  <a:pt x="397204" y="167172"/>
                </a:lnTo>
                <a:lnTo>
                  <a:pt x="397523" y="167134"/>
                </a:lnTo>
                <a:lnTo>
                  <a:pt x="397841" y="167095"/>
                </a:lnTo>
                <a:lnTo>
                  <a:pt x="398157" y="167054"/>
                </a:lnTo>
                <a:lnTo>
                  <a:pt x="398468" y="167012"/>
                </a:lnTo>
                <a:lnTo>
                  <a:pt x="398774" y="166969"/>
                </a:lnTo>
                <a:lnTo>
                  <a:pt x="399075" y="166926"/>
                </a:lnTo>
                <a:lnTo>
                  <a:pt x="399371" y="166881"/>
                </a:lnTo>
                <a:lnTo>
                  <a:pt x="399662" y="166836"/>
                </a:lnTo>
                <a:lnTo>
                  <a:pt x="399948" y="166789"/>
                </a:lnTo>
                <a:lnTo>
                  <a:pt x="400228" y="166742"/>
                </a:lnTo>
                <a:lnTo>
                  <a:pt x="400504" y="166693"/>
                </a:lnTo>
                <a:lnTo>
                  <a:pt x="400775" y="166644"/>
                </a:lnTo>
                <a:lnTo>
                  <a:pt x="401040" y="166594"/>
                </a:lnTo>
                <a:lnTo>
                  <a:pt x="401301" y="166543"/>
                </a:lnTo>
                <a:lnTo>
                  <a:pt x="401556" y="166491"/>
                </a:lnTo>
                <a:lnTo>
                  <a:pt x="401807" y="166438"/>
                </a:lnTo>
                <a:lnTo>
                  <a:pt x="402052" y="166384"/>
                </a:lnTo>
                <a:lnTo>
                  <a:pt x="402293" y="166329"/>
                </a:lnTo>
                <a:lnTo>
                  <a:pt x="402528" y="166273"/>
                </a:lnTo>
                <a:lnTo>
                  <a:pt x="402758" y="166216"/>
                </a:lnTo>
                <a:lnTo>
                  <a:pt x="402983" y="166159"/>
                </a:lnTo>
                <a:lnTo>
                  <a:pt x="403204" y="166100"/>
                </a:lnTo>
                <a:lnTo>
                  <a:pt x="403419" y="166040"/>
                </a:lnTo>
                <a:lnTo>
                  <a:pt x="403629" y="165980"/>
                </a:lnTo>
                <a:lnTo>
                  <a:pt x="403834" y="165919"/>
                </a:lnTo>
                <a:lnTo>
                  <a:pt x="404034" y="165856"/>
                </a:lnTo>
                <a:lnTo>
                  <a:pt x="403495" y="154979"/>
                </a:lnTo>
                <a:lnTo>
                  <a:pt x="403306" y="155006"/>
                </a:lnTo>
                <a:lnTo>
                  <a:pt x="403116" y="155033"/>
                </a:lnTo>
                <a:lnTo>
                  <a:pt x="402924" y="155060"/>
                </a:lnTo>
                <a:lnTo>
                  <a:pt x="402731" y="155088"/>
                </a:lnTo>
                <a:lnTo>
                  <a:pt x="402537" y="155116"/>
                </a:lnTo>
                <a:lnTo>
                  <a:pt x="402341" y="155143"/>
                </a:lnTo>
                <a:lnTo>
                  <a:pt x="402144" y="155172"/>
                </a:lnTo>
                <a:lnTo>
                  <a:pt x="401946" y="155200"/>
                </a:lnTo>
                <a:lnTo>
                  <a:pt x="401746" y="155228"/>
                </a:lnTo>
                <a:lnTo>
                  <a:pt x="401545" y="155257"/>
                </a:lnTo>
                <a:lnTo>
                  <a:pt x="401343" y="155286"/>
                </a:lnTo>
                <a:lnTo>
                  <a:pt x="401139" y="155315"/>
                </a:lnTo>
                <a:lnTo>
                  <a:pt x="400935" y="155344"/>
                </a:lnTo>
                <a:lnTo>
                  <a:pt x="400728" y="155374"/>
                </a:lnTo>
                <a:lnTo>
                  <a:pt x="400521" y="155403"/>
                </a:lnTo>
                <a:lnTo>
                  <a:pt x="400312" y="155433"/>
                </a:lnTo>
                <a:lnTo>
                  <a:pt x="400102" y="155463"/>
                </a:lnTo>
                <a:lnTo>
                  <a:pt x="399891" y="155494"/>
                </a:lnTo>
                <a:lnTo>
                  <a:pt x="399678" y="155524"/>
                </a:lnTo>
                <a:lnTo>
                  <a:pt x="399464" y="155554"/>
                </a:lnTo>
                <a:lnTo>
                  <a:pt x="399249" y="155585"/>
                </a:lnTo>
                <a:lnTo>
                  <a:pt x="399032" y="155616"/>
                </a:lnTo>
                <a:lnTo>
                  <a:pt x="398814" y="155647"/>
                </a:lnTo>
                <a:lnTo>
                  <a:pt x="398595" y="155679"/>
                </a:lnTo>
                <a:lnTo>
                  <a:pt x="398375" y="155709"/>
                </a:lnTo>
                <a:lnTo>
                  <a:pt x="398153" y="155739"/>
                </a:lnTo>
                <a:lnTo>
                  <a:pt x="397931" y="155767"/>
                </a:lnTo>
                <a:lnTo>
                  <a:pt x="397708" y="155794"/>
                </a:lnTo>
                <a:lnTo>
                  <a:pt x="397484" y="155819"/>
                </a:lnTo>
                <a:lnTo>
                  <a:pt x="397259" y="155844"/>
                </a:lnTo>
                <a:lnTo>
                  <a:pt x="397033" y="155866"/>
                </a:lnTo>
                <a:lnTo>
                  <a:pt x="396806" y="155888"/>
                </a:lnTo>
                <a:lnTo>
                  <a:pt x="396578" y="155908"/>
                </a:lnTo>
                <a:lnTo>
                  <a:pt x="396349" y="155927"/>
                </a:lnTo>
                <a:lnTo>
                  <a:pt x="396120" y="155945"/>
                </a:lnTo>
                <a:lnTo>
                  <a:pt x="395889" y="155961"/>
                </a:lnTo>
                <a:lnTo>
                  <a:pt x="395657" y="155976"/>
                </a:lnTo>
                <a:lnTo>
                  <a:pt x="395425" y="155990"/>
                </a:lnTo>
                <a:lnTo>
                  <a:pt x="395192" y="156003"/>
                </a:lnTo>
                <a:lnTo>
                  <a:pt x="394957" y="156014"/>
                </a:lnTo>
                <a:lnTo>
                  <a:pt x="394722" y="156024"/>
                </a:lnTo>
                <a:lnTo>
                  <a:pt x="394486" y="156032"/>
                </a:lnTo>
                <a:lnTo>
                  <a:pt x="394248" y="156039"/>
                </a:lnTo>
                <a:lnTo>
                  <a:pt x="394010" y="156045"/>
                </a:lnTo>
                <a:lnTo>
                  <a:pt x="393771" y="156050"/>
                </a:lnTo>
                <a:lnTo>
                  <a:pt x="393531" y="156053"/>
                </a:lnTo>
                <a:lnTo>
                  <a:pt x="393290" y="156055"/>
                </a:lnTo>
                <a:lnTo>
                  <a:pt x="393048" y="156056"/>
                </a:lnTo>
                <a:lnTo>
                  <a:pt x="392717" y="156053"/>
                </a:lnTo>
                <a:lnTo>
                  <a:pt x="392388" y="156046"/>
                </a:lnTo>
                <a:lnTo>
                  <a:pt x="392060" y="156035"/>
                </a:lnTo>
                <a:lnTo>
                  <a:pt x="391734" y="156018"/>
                </a:lnTo>
                <a:lnTo>
                  <a:pt x="391409" y="155997"/>
                </a:lnTo>
                <a:lnTo>
                  <a:pt x="391086" y="155971"/>
                </a:lnTo>
                <a:lnTo>
                  <a:pt x="390765" y="155941"/>
                </a:lnTo>
                <a:lnTo>
                  <a:pt x="390446" y="155906"/>
                </a:lnTo>
                <a:lnTo>
                  <a:pt x="390128" y="155866"/>
                </a:lnTo>
                <a:lnTo>
                  <a:pt x="389812" y="155822"/>
                </a:lnTo>
                <a:lnTo>
                  <a:pt x="389497" y="155773"/>
                </a:lnTo>
                <a:lnTo>
                  <a:pt x="389185" y="155719"/>
                </a:lnTo>
                <a:lnTo>
                  <a:pt x="388874" y="155661"/>
                </a:lnTo>
                <a:lnTo>
                  <a:pt x="388564" y="155597"/>
                </a:lnTo>
                <a:lnTo>
                  <a:pt x="388257" y="155530"/>
                </a:lnTo>
                <a:lnTo>
                  <a:pt x="387951" y="155457"/>
                </a:lnTo>
                <a:lnTo>
                  <a:pt x="387646" y="155380"/>
                </a:lnTo>
                <a:lnTo>
                  <a:pt x="387344" y="155298"/>
                </a:lnTo>
                <a:lnTo>
                  <a:pt x="387043" y="155212"/>
                </a:lnTo>
                <a:lnTo>
                  <a:pt x="386744" y="155121"/>
                </a:lnTo>
                <a:lnTo>
                  <a:pt x="386446" y="155025"/>
                </a:lnTo>
                <a:lnTo>
                  <a:pt x="386150" y="154924"/>
                </a:lnTo>
                <a:lnTo>
                  <a:pt x="385856" y="154819"/>
                </a:lnTo>
                <a:lnTo>
                  <a:pt x="385563" y="154709"/>
                </a:lnTo>
                <a:lnTo>
                  <a:pt x="385274" y="154592"/>
                </a:lnTo>
                <a:lnTo>
                  <a:pt x="384990" y="154466"/>
                </a:lnTo>
                <a:lnTo>
                  <a:pt x="384710" y="154329"/>
                </a:lnTo>
                <a:lnTo>
                  <a:pt x="384436" y="154183"/>
                </a:lnTo>
                <a:lnTo>
                  <a:pt x="384166" y="154027"/>
                </a:lnTo>
                <a:lnTo>
                  <a:pt x="383901" y="153861"/>
                </a:lnTo>
                <a:lnTo>
                  <a:pt x="383641" y="153686"/>
                </a:lnTo>
                <a:lnTo>
                  <a:pt x="383385" y="153501"/>
                </a:lnTo>
                <a:lnTo>
                  <a:pt x="383135" y="153306"/>
                </a:lnTo>
                <a:lnTo>
                  <a:pt x="382890" y="153101"/>
                </a:lnTo>
                <a:lnTo>
                  <a:pt x="382649" y="152887"/>
                </a:lnTo>
                <a:lnTo>
                  <a:pt x="382413" y="152663"/>
                </a:lnTo>
                <a:lnTo>
                  <a:pt x="382182" y="152429"/>
                </a:lnTo>
                <a:lnTo>
                  <a:pt x="381956" y="152186"/>
                </a:lnTo>
                <a:lnTo>
                  <a:pt x="381735" y="151933"/>
                </a:lnTo>
                <a:lnTo>
                  <a:pt x="381519" y="151670"/>
                </a:lnTo>
                <a:lnTo>
                  <a:pt x="381307" y="151397"/>
                </a:lnTo>
                <a:lnTo>
                  <a:pt x="381101" y="151115"/>
                </a:lnTo>
                <a:lnTo>
                  <a:pt x="380899" y="150823"/>
                </a:lnTo>
                <a:lnTo>
                  <a:pt x="380702" y="150521"/>
                </a:lnTo>
                <a:lnTo>
                  <a:pt x="380510" y="150210"/>
                </a:lnTo>
                <a:lnTo>
                  <a:pt x="380323" y="149888"/>
                </a:lnTo>
                <a:lnTo>
                  <a:pt x="380141" y="149557"/>
                </a:lnTo>
                <a:lnTo>
                  <a:pt x="379963" y="149217"/>
                </a:lnTo>
                <a:lnTo>
                  <a:pt x="379792" y="148864"/>
                </a:lnTo>
                <a:lnTo>
                  <a:pt x="379628" y="148498"/>
                </a:lnTo>
                <a:lnTo>
                  <a:pt x="379471" y="148119"/>
                </a:lnTo>
                <a:lnTo>
                  <a:pt x="379321" y="147725"/>
                </a:lnTo>
                <a:lnTo>
                  <a:pt x="379179" y="147318"/>
                </a:lnTo>
                <a:lnTo>
                  <a:pt x="379044" y="146898"/>
                </a:lnTo>
                <a:lnTo>
                  <a:pt x="378917" y="146464"/>
                </a:lnTo>
                <a:lnTo>
                  <a:pt x="378796" y="146016"/>
                </a:lnTo>
                <a:lnTo>
                  <a:pt x="378683" y="145554"/>
                </a:lnTo>
                <a:lnTo>
                  <a:pt x="378578" y="145079"/>
                </a:lnTo>
                <a:lnTo>
                  <a:pt x="378479" y="144590"/>
                </a:lnTo>
                <a:lnTo>
                  <a:pt x="378388" y="144088"/>
                </a:lnTo>
                <a:lnTo>
                  <a:pt x="378304" y="143571"/>
                </a:lnTo>
                <a:lnTo>
                  <a:pt x="378228" y="143042"/>
                </a:lnTo>
                <a:lnTo>
                  <a:pt x="378158" y="142498"/>
                </a:lnTo>
                <a:lnTo>
                  <a:pt x="378096" y="141941"/>
                </a:lnTo>
                <a:lnTo>
                  <a:pt x="378042" y="141370"/>
                </a:lnTo>
                <a:lnTo>
                  <a:pt x="377994" y="140786"/>
                </a:lnTo>
                <a:lnTo>
                  <a:pt x="377954" y="140188"/>
                </a:lnTo>
                <a:lnTo>
                  <a:pt x="377921" y="139576"/>
                </a:lnTo>
                <a:lnTo>
                  <a:pt x="377896" y="138951"/>
                </a:lnTo>
                <a:lnTo>
                  <a:pt x="377878" y="138312"/>
                </a:lnTo>
                <a:lnTo>
                  <a:pt x="377867" y="137659"/>
                </a:lnTo>
                <a:lnTo>
                  <a:pt x="377863" y="136993"/>
                </a:lnTo>
                <a:lnTo>
                  <a:pt x="377863" y="59450"/>
                </a:lnTo>
                <a:lnTo>
                  <a:pt x="401987" y="59450"/>
                </a:lnTo>
                <a:lnTo>
                  <a:pt x="401987" y="48895"/>
                </a:lnTo>
                <a:lnTo>
                  <a:pt x="377863" y="48895"/>
                </a:lnTo>
                <a:lnTo>
                  <a:pt x="377863" y="18955"/>
                </a:lnTo>
                <a:lnTo>
                  <a:pt x="364939" y="18955"/>
                </a:lnTo>
                <a:lnTo>
                  <a:pt x="364939" y="48895"/>
                </a:lnTo>
                <a:lnTo>
                  <a:pt x="343507" y="48895"/>
                </a:lnTo>
                <a:close/>
                <a:moveTo>
                  <a:pt x="309712" y="0"/>
                </a:moveTo>
                <a:lnTo>
                  <a:pt x="309712" y="165425"/>
                </a:lnTo>
                <a:lnTo>
                  <a:pt x="322636" y="165425"/>
                </a:lnTo>
                <a:lnTo>
                  <a:pt x="322636" y="0"/>
                </a:lnTo>
                <a:lnTo>
                  <a:pt x="309712" y="0"/>
                </a:lnTo>
                <a:close/>
                <a:moveTo>
                  <a:pt x="262410" y="133055"/>
                </a:moveTo>
                <a:lnTo>
                  <a:pt x="262349" y="133255"/>
                </a:lnTo>
                <a:lnTo>
                  <a:pt x="262099" y="134022"/>
                </a:lnTo>
                <a:lnTo>
                  <a:pt x="261838" y="134784"/>
                </a:lnTo>
                <a:lnTo>
                  <a:pt x="261565" y="135541"/>
                </a:lnTo>
                <a:lnTo>
                  <a:pt x="261279" y="136293"/>
                </a:lnTo>
                <a:lnTo>
                  <a:pt x="260979" y="137036"/>
                </a:lnTo>
                <a:lnTo>
                  <a:pt x="260663" y="137767"/>
                </a:lnTo>
                <a:lnTo>
                  <a:pt x="260330" y="138486"/>
                </a:lnTo>
                <a:lnTo>
                  <a:pt x="259981" y="139192"/>
                </a:lnTo>
                <a:lnTo>
                  <a:pt x="259615" y="139886"/>
                </a:lnTo>
                <a:lnTo>
                  <a:pt x="259233" y="140567"/>
                </a:lnTo>
                <a:lnTo>
                  <a:pt x="258834" y="141236"/>
                </a:lnTo>
                <a:lnTo>
                  <a:pt x="258419" y="141893"/>
                </a:lnTo>
                <a:lnTo>
                  <a:pt x="257987" y="142538"/>
                </a:lnTo>
                <a:lnTo>
                  <a:pt x="257539" y="143170"/>
                </a:lnTo>
                <a:lnTo>
                  <a:pt x="257075" y="143790"/>
                </a:lnTo>
                <a:lnTo>
                  <a:pt x="256594" y="144397"/>
                </a:lnTo>
                <a:lnTo>
                  <a:pt x="256097" y="144992"/>
                </a:lnTo>
                <a:lnTo>
                  <a:pt x="255583" y="145575"/>
                </a:lnTo>
                <a:lnTo>
                  <a:pt x="255053" y="146146"/>
                </a:lnTo>
                <a:lnTo>
                  <a:pt x="254506" y="146704"/>
                </a:lnTo>
                <a:lnTo>
                  <a:pt x="253943" y="147250"/>
                </a:lnTo>
                <a:lnTo>
                  <a:pt x="253363" y="147783"/>
                </a:lnTo>
                <a:lnTo>
                  <a:pt x="252767" y="148304"/>
                </a:lnTo>
                <a:lnTo>
                  <a:pt x="252155" y="148813"/>
                </a:lnTo>
                <a:lnTo>
                  <a:pt x="251526" y="149309"/>
                </a:lnTo>
                <a:lnTo>
                  <a:pt x="250880" y="149793"/>
                </a:lnTo>
                <a:lnTo>
                  <a:pt x="250218" y="150265"/>
                </a:lnTo>
                <a:lnTo>
                  <a:pt x="249540" y="150724"/>
                </a:lnTo>
                <a:lnTo>
                  <a:pt x="248843" y="151168"/>
                </a:lnTo>
                <a:lnTo>
                  <a:pt x="248125" y="151593"/>
                </a:lnTo>
                <a:lnTo>
                  <a:pt x="247387" y="151999"/>
                </a:lnTo>
                <a:lnTo>
                  <a:pt x="246627" y="152386"/>
                </a:lnTo>
                <a:lnTo>
                  <a:pt x="245848" y="152755"/>
                </a:lnTo>
                <a:lnTo>
                  <a:pt x="245047" y="153104"/>
                </a:lnTo>
                <a:lnTo>
                  <a:pt x="244225" y="153434"/>
                </a:lnTo>
                <a:lnTo>
                  <a:pt x="243383" y="153746"/>
                </a:lnTo>
                <a:lnTo>
                  <a:pt x="242520" y="154039"/>
                </a:lnTo>
                <a:lnTo>
                  <a:pt x="241636" y="154313"/>
                </a:lnTo>
                <a:lnTo>
                  <a:pt x="240732" y="154568"/>
                </a:lnTo>
                <a:lnTo>
                  <a:pt x="239807" y="154804"/>
                </a:lnTo>
                <a:lnTo>
                  <a:pt x="238861" y="155021"/>
                </a:lnTo>
                <a:lnTo>
                  <a:pt x="237894" y="155219"/>
                </a:lnTo>
                <a:lnTo>
                  <a:pt x="236906" y="155398"/>
                </a:lnTo>
                <a:lnTo>
                  <a:pt x="235898" y="155559"/>
                </a:lnTo>
                <a:lnTo>
                  <a:pt x="234869" y="155701"/>
                </a:lnTo>
                <a:lnTo>
                  <a:pt x="233819" y="155823"/>
                </a:lnTo>
                <a:lnTo>
                  <a:pt x="232749" y="155927"/>
                </a:lnTo>
                <a:lnTo>
                  <a:pt x="231657" y="156012"/>
                </a:lnTo>
                <a:lnTo>
                  <a:pt x="230545" y="156078"/>
                </a:lnTo>
                <a:lnTo>
                  <a:pt x="229412" y="156125"/>
                </a:lnTo>
                <a:lnTo>
                  <a:pt x="228259" y="156154"/>
                </a:lnTo>
                <a:lnTo>
                  <a:pt x="227085" y="156163"/>
                </a:lnTo>
                <a:lnTo>
                  <a:pt x="226619" y="156160"/>
                </a:lnTo>
                <a:lnTo>
                  <a:pt x="226156" y="156152"/>
                </a:lnTo>
                <a:lnTo>
                  <a:pt x="225696" y="156138"/>
                </a:lnTo>
                <a:lnTo>
                  <a:pt x="225239" y="156118"/>
                </a:lnTo>
                <a:lnTo>
                  <a:pt x="224784" y="156093"/>
                </a:lnTo>
                <a:lnTo>
                  <a:pt x="224332" y="156062"/>
                </a:lnTo>
                <a:lnTo>
                  <a:pt x="223882" y="156026"/>
                </a:lnTo>
                <a:lnTo>
                  <a:pt x="223435" y="155984"/>
                </a:lnTo>
                <a:lnTo>
                  <a:pt x="222990" y="155936"/>
                </a:lnTo>
                <a:lnTo>
                  <a:pt x="222549" y="155883"/>
                </a:lnTo>
                <a:lnTo>
                  <a:pt x="222109" y="155824"/>
                </a:lnTo>
                <a:lnTo>
                  <a:pt x="221673" y="155759"/>
                </a:lnTo>
                <a:lnTo>
                  <a:pt x="221239" y="155689"/>
                </a:lnTo>
                <a:lnTo>
                  <a:pt x="220807" y="155614"/>
                </a:lnTo>
                <a:lnTo>
                  <a:pt x="220379" y="155532"/>
                </a:lnTo>
                <a:lnTo>
                  <a:pt x="219953" y="155445"/>
                </a:lnTo>
                <a:lnTo>
                  <a:pt x="219529" y="155353"/>
                </a:lnTo>
                <a:lnTo>
                  <a:pt x="219108" y="155255"/>
                </a:lnTo>
                <a:lnTo>
                  <a:pt x="218690" y="155151"/>
                </a:lnTo>
                <a:lnTo>
                  <a:pt x="218274" y="155041"/>
                </a:lnTo>
                <a:lnTo>
                  <a:pt x="217861" y="154926"/>
                </a:lnTo>
                <a:lnTo>
                  <a:pt x="217451" y="154806"/>
                </a:lnTo>
                <a:lnTo>
                  <a:pt x="217043" y="154680"/>
                </a:lnTo>
                <a:lnTo>
                  <a:pt x="216638" y="154548"/>
                </a:lnTo>
                <a:lnTo>
                  <a:pt x="216236" y="154410"/>
                </a:lnTo>
                <a:lnTo>
                  <a:pt x="215838" y="154264"/>
                </a:lnTo>
                <a:lnTo>
                  <a:pt x="215444" y="154111"/>
                </a:lnTo>
                <a:lnTo>
                  <a:pt x="215054" y="153951"/>
                </a:lnTo>
                <a:lnTo>
                  <a:pt x="214668" y="153784"/>
                </a:lnTo>
                <a:lnTo>
                  <a:pt x="214285" y="153609"/>
                </a:lnTo>
                <a:lnTo>
                  <a:pt x="213907" y="153427"/>
                </a:lnTo>
                <a:lnTo>
                  <a:pt x="213533" y="153237"/>
                </a:lnTo>
                <a:lnTo>
                  <a:pt x="213162" y="153041"/>
                </a:lnTo>
                <a:lnTo>
                  <a:pt x="212795" y="152837"/>
                </a:lnTo>
                <a:lnTo>
                  <a:pt x="212433" y="152626"/>
                </a:lnTo>
                <a:lnTo>
                  <a:pt x="212074" y="152407"/>
                </a:lnTo>
                <a:lnTo>
                  <a:pt x="211719" y="152181"/>
                </a:lnTo>
                <a:lnTo>
                  <a:pt x="211368" y="151948"/>
                </a:lnTo>
                <a:lnTo>
                  <a:pt x="211022" y="151708"/>
                </a:lnTo>
                <a:lnTo>
                  <a:pt x="210679" y="151460"/>
                </a:lnTo>
                <a:lnTo>
                  <a:pt x="210339" y="151205"/>
                </a:lnTo>
                <a:lnTo>
                  <a:pt x="210004" y="150943"/>
                </a:lnTo>
                <a:lnTo>
                  <a:pt x="209673" y="150674"/>
                </a:lnTo>
                <a:lnTo>
                  <a:pt x="209346" y="150397"/>
                </a:lnTo>
                <a:lnTo>
                  <a:pt x="209022" y="150113"/>
                </a:lnTo>
                <a:lnTo>
                  <a:pt x="208703" y="149821"/>
                </a:lnTo>
                <a:lnTo>
                  <a:pt x="208387" y="149523"/>
                </a:lnTo>
                <a:lnTo>
                  <a:pt x="208076" y="149217"/>
                </a:lnTo>
                <a:lnTo>
                  <a:pt x="207769" y="148903"/>
                </a:lnTo>
                <a:lnTo>
                  <a:pt x="207468" y="148579"/>
                </a:lnTo>
                <a:lnTo>
                  <a:pt x="207172" y="148247"/>
                </a:lnTo>
                <a:lnTo>
                  <a:pt x="206882" y="147906"/>
                </a:lnTo>
                <a:lnTo>
                  <a:pt x="206598" y="147556"/>
                </a:lnTo>
                <a:lnTo>
                  <a:pt x="206319" y="147197"/>
                </a:lnTo>
                <a:lnTo>
                  <a:pt x="206046" y="146829"/>
                </a:lnTo>
                <a:lnTo>
                  <a:pt x="205778" y="146452"/>
                </a:lnTo>
                <a:lnTo>
                  <a:pt x="205516" y="146067"/>
                </a:lnTo>
                <a:lnTo>
                  <a:pt x="205260" y="145672"/>
                </a:lnTo>
                <a:lnTo>
                  <a:pt x="205009" y="145268"/>
                </a:lnTo>
                <a:lnTo>
                  <a:pt x="204764" y="144855"/>
                </a:lnTo>
                <a:lnTo>
                  <a:pt x="204525" y="144433"/>
                </a:lnTo>
                <a:lnTo>
                  <a:pt x="204291" y="144002"/>
                </a:lnTo>
                <a:lnTo>
                  <a:pt x="204062" y="143563"/>
                </a:lnTo>
                <a:lnTo>
                  <a:pt x="203840" y="143114"/>
                </a:lnTo>
                <a:lnTo>
                  <a:pt x="203623" y="142656"/>
                </a:lnTo>
                <a:lnTo>
                  <a:pt x="203411" y="142189"/>
                </a:lnTo>
                <a:lnTo>
                  <a:pt x="203205" y="141714"/>
                </a:lnTo>
                <a:lnTo>
                  <a:pt x="203005" y="141229"/>
                </a:lnTo>
                <a:lnTo>
                  <a:pt x="202810" y="140735"/>
                </a:lnTo>
                <a:lnTo>
                  <a:pt x="202621" y="140233"/>
                </a:lnTo>
                <a:lnTo>
                  <a:pt x="202438" y="139721"/>
                </a:lnTo>
                <a:lnTo>
                  <a:pt x="202260" y="139201"/>
                </a:lnTo>
                <a:lnTo>
                  <a:pt x="202089" y="138671"/>
                </a:lnTo>
                <a:lnTo>
                  <a:pt x="201925" y="138130"/>
                </a:lnTo>
                <a:lnTo>
                  <a:pt x="201768" y="137579"/>
                </a:lnTo>
                <a:lnTo>
                  <a:pt x="201618" y="137018"/>
                </a:lnTo>
                <a:lnTo>
                  <a:pt x="201476" y="136447"/>
                </a:lnTo>
                <a:lnTo>
                  <a:pt x="201341" y="135865"/>
                </a:lnTo>
                <a:lnTo>
                  <a:pt x="201214" y="135274"/>
                </a:lnTo>
                <a:lnTo>
                  <a:pt x="201093" y="134671"/>
                </a:lnTo>
                <a:lnTo>
                  <a:pt x="200980" y="134059"/>
                </a:lnTo>
                <a:lnTo>
                  <a:pt x="200875" y="133436"/>
                </a:lnTo>
                <a:lnTo>
                  <a:pt x="200776" y="132803"/>
                </a:lnTo>
                <a:lnTo>
                  <a:pt x="200685" y="132160"/>
                </a:lnTo>
                <a:lnTo>
                  <a:pt x="200601" y="131506"/>
                </a:lnTo>
                <a:lnTo>
                  <a:pt x="200525" y="130842"/>
                </a:lnTo>
                <a:lnTo>
                  <a:pt x="200455" y="130168"/>
                </a:lnTo>
                <a:lnTo>
                  <a:pt x="200393" y="129484"/>
                </a:lnTo>
                <a:lnTo>
                  <a:pt x="200339" y="128789"/>
                </a:lnTo>
                <a:lnTo>
                  <a:pt x="200291" y="128084"/>
                </a:lnTo>
                <a:lnTo>
                  <a:pt x="200251" y="127369"/>
                </a:lnTo>
                <a:lnTo>
                  <a:pt x="200218" y="126643"/>
                </a:lnTo>
                <a:lnTo>
                  <a:pt x="200193" y="125907"/>
                </a:lnTo>
                <a:lnTo>
                  <a:pt x="200175" y="125161"/>
                </a:lnTo>
                <a:lnTo>
                  <a:pt x="200164" y="124405"/>
                </a:lnTo>
                <a:lnTo>
                  <a:pt x="200160" y="123638"/>
                </a:lnTo>
                <a:lnTo>
                  <a:pt x="200160" y="48895"/>
                </a:lnTo>
                <a:lnTo>
                  <a:pt x="187344" y="48895"/>
                </a:lnTo>
                <a:lnTo>
                  <a:pt x="187344" y="123423"/>
                </a:lnTo>
                <a:lnTo>
                  <a:pt x="187349" y="124413"/>
                </a:lnTo>
                <a:lnTo>
                  <a:pt x="187363" y="125391"/>
                </a:lnTo>
                <a:lnTo>
                  <a:pt x="187387" y="126356"/>
                </a:lnTo>
                <a:lnTo>
                  <a:pt x="187420" y="127309"/>
                </a:lnTo>
                <a:lnTo>
                  <a:pt x="187463" y="128250"/>
                </a:lnTo>
                <a:lnTo>
                  <a:pt x="187515" y="129178"/>
                </a:lnTo>
                <a:lnTo>
                  <a:pt x="187577" y="130094"/>
                </a:lnTo>
                <a:lnTo>
                  <a:pt x="187649" y="130998"/>
                </a:lnTo>
                <a:lnTo>
                  <a:pt x="187730" y="131889"/>
                </a:lnTo>
                <a:lnTo>
                  <a:pt x="187821" y="132768"/>
                </a:lnTo>
                <a:lnTo>
                  <a:pt x="187921" y="133635"/>
                </a:lnTo>
                <a:lnTo>
                  <a:pt x="188030" y="134489"/>
                </a:lnTo>
                <a:lnTo>
                  <a:pt x="188150" y="135331"/>
                </a:lnTo>
                <a:lnTo>
                  <a:pt x="188278" y="136160"/>
                </a:lnTo>
                <a:lnTo>
                  <a:pt x="188417" y="136978"/>
                </a:lnTo>
                <a:lnTo>
                  <a:pt x="188564" y="137783"/>
                </a:lnTo>
                <a:lnTo>
                  <a:pt x="188722" y="138575"/>
                </a:lnTo>
                <a:lnTo>
                  <a:pt x="188889" y="139356"/>
                </a:lnTo>
                <a:lnTo>
                  <a:pt x="189065" y="140123"/>
                </a:lnTo>
                <a:lnTo>
                  <a:pt x="189251" y="140879"/>
                </a:lnTo>
                <a:lnTo>
                  <a:pt x="189446" y="141622"/>
                </a:lnTo>
                <a:lnTo>
                  <a:pt x="189651" y="142353"/>
                </a:lnTo>
                <a:lnTo>
                  <a:pt x="189866" y="143072"/>
                </a:lnTo>
                <a:lnTo>
                  <a:pt x="190090" y="143778"/>
                </a:lnTo>
                <a:lnTo>
                  <a:pt x="190323" y="144472"/>
                </a:lnTo>
                <a:lnTo>
                  <a:pt x="190564" y="145156"/>
                </a:lnTo>
                <a:lnTo>
                  <a:pt x="190813" y="145828"/>
                </a:lnTo>
                <a:lnTo>
                  <a:pt x="191070" y="146490"/>
                </a:lnTo>
                <a:lnTo>
                  <a:pt x="191335" y="147140"/>
                </a:lnTo>
                <a:lnTo>
                  <a:pt x="191608" y="147780"/>
                </a:lnTo>
                <a:lnTo>
                  <a:pt x="191889" y="148408"/>
                </a:lnTo>
                <a:lnTo>
                  <a:pt x="192178" y="149025"/>
                </a:lnTo>
                <a:lnTo>
                  <a:pt x="192475" y="149632"/>
                </a:lnTo>
                <a:lnTo>
                  <a:pt x="192781" y="150227"/>
                </a:lnTo>
                <a:lnTo>
                  <a:pt x="193094" y="150811"/>
                </a:lnTo>
                <a:lnTo>
                  <a:pt x="193415" y="151384"/>
                </a:lnTo>
                <a:lnTo>
                  <a:pt x="193745" y="151946"/>
                </a:lnTo>
                <a:lnTo>
                  <a:pt x="194082" y="152497"/>
                </a:lnTo>
                <a:lnTo>
                  <a:pt x="194427" y="153037"/>
                </a:lnTo>
                <a:lnTo>
                  <a:pt x="194781" y="153567"/>
                </a:lnTo>
                <a:lnTo>
                  <a:pt x="195142" y="154085"/>
                </a:lnTo>
                <a:lnTo>
                  <a:pt x="195512" y="154592"/>
                </a:lnTo>
                <a:lnTo>
                  <a:pt x="195890" y="155087"/>
                </a:lnTo>
                <a:lnTo>
                  <a:pt x="196275" y="155572"/>
                </a:lnTo>
                <a:lnTo>
                  <a:pt x="196669" y="156046"/>
                </a:lnTo>
                <a:lnTo>
                  <a:pt x="197071" y="156509"/>
                </a:lnTo>
                <a:lnTo>
                  <a:pt x="197480" y="156961"/>
                </a:lnTo>
                <a:lnTo>
                  <a:pt x="197898" y="157402"/>
                </a:lnTo>
                <a:lnTo>
                  <a:pt x="198324" y="157832"/>
                </a:lnTo>
                <a:lnTo>
                  <a:pt x="198756" y="158253"/>
                </a:lnTo>
                <a:lnTo>
                  <a:pt x="199195" y="158665"/>
                </a:lnTo>
                <a:lnTo>
                  <a:pt x="199641" y="159067"/>
                </a:lnTo>
                <a:lnTo>
                  <a:pt x="200094" y="159459"/>
                </a:lnTo>
                <a:lnTo>
                  <a:pt x="200554" y="159842"/>
                </a:lnTo>
                <a:lnTo>
                  <a:pt x="201020" y="160215"/>
                </a:lnTo>
                <a:lnTo>
                  <a:pt x="201494" y="160579"/>
                </a:lnTo>
                <a:lnTo>
                  <a:pt x="201975" y="160933"/>
                </a:lnTo>
                <a:lnTo>
                  <a:pt x="202462" y="161278"/>
                </a:lnTo>
                <a:lnTo>
                  <a:pt x="202957" y="161613"/>
                </a:lnTo>
                <a:lnTo>
                  <a:pt x="203458" y="161939"/>
                </a:lnTo>
                <a:lnTo>
                  <a:pt x="203967" y="162255"/>
                </a:lnTo>
                <a:lnTo>
                  <a:pt x="204482" y="162561"/>
                </a:lnTo>
                <a:lnTo>
                  <a:pt x="205004" y="162858"/>
                </a:lnTo>
                <a:lnTo>
                  <a:pt x="205533" y="163146"/>
                </a:lnTo>
                <a:lnTo>
                  <a:pt x="206069" y="163424"/>
                </a:lnTo>
                <a:lnTo>
                  <a:pt x="206612" y="163692"/>
                </a:lnTo>
                <a:lnTo>
                  <a:pt x="207162" y="163951"/>
                </a:lnTo>
                <a:lnTo>
                  <a:pt x="207718" y="164200"/>
                </a:lnTo>
                <a:lnTo>
                  <a:pt x="208282" y="164440"/>
                </a:lnTo>
                <a:lnTo>
                  <a:pt x="208852" y="164670"/>
                </a:lnTo>
                <a:lnTo>
                  <a:pt x="209430" y="164891"/>
                </a:lnTo>
                <a:lnTo>
                  <a:pt x="210014" y="165102"/>
                </a:lnTo>
                <a:lnTo>
                  <a:pt x="210605" y="165304"/>
                </a:lnTo>
                <a:lnTo>
                  <a:pt x="211200" y="165498"/>
                </a:lnTo>
                <a:lnTo>
                  <a:pt x="211801" y="165683"/>
                </a:lnTo>
                <a:lnTo>
                  <a:pt x="212406" y="165859"/>
                </a:lnTo>
                <a:lnTo>
                  <a:pt x="213017" y="166027"/>
                </a:lnTo>
                <a:lnTo>
                  <a:pt x="213632" y="166186"/>
                </a:lnTo>
                <a:lnTo>
                  <a:pt x="214253" y="166337"/>
                </a:lnTo>
                <a:lnTo>
                  <a:pt x="214879" y="166478"/>
                </a:lnTo>
                <a:lnTo>
                  <a:pt x="215510" y="166612"/>
                </a:lnTo>
                <a:lnTo>
                  <a:pt x="216145" y="166736"/>
                </a:lnTo>
                <a:lnTo>
                  <a:pt x="216786" y="166853"/>
                </a:lnTo>
                <a:lnTo>
                  <a:pt x="217432" y="166960"/>
                </a:lnTo>
                <a:lnTo>
                  <a:pt x="218083" y="167059"/>
                </a:lnTo>
                <a:lnTo>
                  <a:pt x="218739" y="167149"/>
                </a:lnTo>
                <a:lnTo>
                  <a:pt x="219400" y="167231"/>
                </a:lnTo>
                <a:lnTo>
                  <a:pt x="220066" y="167304"/>
                </a:lnTo>
                <a:lnTo>
                  <a:pt x="220737" y="167369"/>
                </a:lnTo>
                <a:lnTo>
                  <a:pt x="221414" y="167425"/>
                </a:lnTo>
                <a:lnTo>
                  <a:pt x="222095" y="167472"/>
                </a:lnTo>
                <a:lnTo>
                  <a:pt x="222781" y="167511"/>
                </a:lnTo>
                <a:lnTo>
                  <a:pt x="223473" y="167541"/>
                </a:lnTo>
                <a:lnTo>
                  <a:pt x="224169" y="167562"/>
                </a:lnTo>
                <a:lnTo>
                  <a:pt x="224870" y="167575"/>
                </a:lnTo>
                <a:lnTo>
                  <a:pt x="225577" y="167579"/>
                </a:lnTo>
                <a:lnTo>
                  <a:pt x="226594" y="167573"/>
                </a:lnTo>
                <a:lnTo>
                  <a:pt x="227598" y="167553"/>
                </a:lnTo>
                <a:lnTo>
                  <a:pt x="228591" y="167520"/>
                </a:lnTo>
                <a:lnTo>
                  <a:pt x="229571" y="167473"/>
                </a:lnTo>
                <a:lnTo>
                  <a:pt x="230538" y="167413"/>
                </a:lnTo>
                <a:lnTo>
                  <a:pt x="231494" y="167340"/>
                </a:lnTo>
                <a:lnTo>
                  <a:pt x="232436" y="167254"/>
                </a:lnTo>
                <a:lnTo>
                  <a:pt x="233367" y="167155"/>
                </a:lnTo>
                <a:lnTo>
                  <a:pt x="234285" y="167042"/>
                </a:lnTo>
                <a:lnTo>
                  <a:pt x="235191" y="166916"/>
                </a:lnTo>
                <a:lnTo>
                  <a:pt x="236085" y="166776"/>
                </a:lnTo>
                <a:lnTo>
                  <a:pt x="236966" y="166624"/>
                </a:lnTo>
                <a:lnTo>
                  <a:pt x="237835" y="166458"/>
                </a:lnTo>
                <a:lnTo>
                  <a:pt x="238691" y="166278"/>
                </a:lnTo>
                <a:lnTo>
                  <a:pt x="239536" y="166086"/>
                </a:lnTo>
                <a:lnTo>
                  <a:pt x="240367" y="165880"/>
                </a:lnTo>
                <a:lnTo>
                  <a:pt x="241187" y="165661"/>
                </a:lnTo>
                <a:lnTo>
                  <a:pt x="241994" y="165429"/>
                </a:lnTo>
                <a:lnTo>
                  <a:pt x="242789" y="165183"/>
                </a:lnTo>
                <a:lnTo>
                  <a:pt x="243572" y="164924"/>
                </a:lnTo>
                <a:lnTo>
                  <a:pt x="244342" y="164652"/>
                </a:lnTo>
                <a:lnTo>
                  <a:pt x="245100" y="164367"/>
                </a:lnTo>
                <a:lnTo>
                  <a:pt x="245845" y="164068"/>
                </a:lnTo>
                <a:lnTo>
                  <a:pt x="246578" y="163756"/>
                </a:lnTo>
                <a:lnTo>
                  <a:pt x="247299" y="163432"/>
                </a:lnTo>
                <a:lnTo>
                  <a:pt x="248010" y="163098"/>
                </a:lnTo>
                <a:lnTo>
                  <a:pt x="248709" y="162753"/>
                </a:lnTo>
                <a:lnTo>
                  <a:pt x="249396" y="162398"/>
                </a:lnTo>
                <a:lnTo>
                  <a:pt x="250073" y="162032"/>
                </a:lnTo>
                <a:lnTo>
                  <a:pt x="250738" y="161656"/>
                </a:lnTo>
                <a:lnTo>
                  <a:pt x="251392" y="161269"/>
                </a:lnTo>
                <a:lnTo>
                  <a:pt x="252035" y="160872"/>
                </a:lnTo>
                <a:lnTo>
                  <a:pt x="252666" y="160464"/>
                </a:lnTo>
                <a:lnTo>
                  <a:pt x="253287" y="160046"/>
                </a:lnTo>
                <a:lnTo>
                  <a:pt x="253896" y="159618"/>
                </a:lnTo>
                <a:lnTo>
                  <a:pt x="254494" y="159179"/>
                </a:lnTo>
                <a:lnTo>
                  <a:pt x="255081" y="158729"/>
                </a:lnTo>
                <a:lnTo>
                  <a:pt x="255656" y="158269"/>
                </a:lnTo>
                <a:lnTo>
                  <a:pt x="256221" y="157799"/>
                </a:lnTo>
                <a:lnTo>
                  <a:pt x="256774" y="157318"/>
                </a:lnTo>
                <a:lnTo>
                  <a:pt x="257315" y="156827"/>
                </a:lnTo>
                <a:lnTo>
                  <a:pt x="257846" y="156325"/>
                </a:lnTo>
                <a:lnTo>
                  <a:pt x="258366" y="155813"/>
                </a:lnTo>
                <a:lnTo>
                  <a:pt x="258874" y="155290"/>
                </a:lnTo>
                <a:lnTo>
                  <a:pt x="259371" y="154756"/>
                </a:lnTo>
                <a:lnTo>
                  <a:pt x="259856" y="154213"/>
                </a:lnTo>
                <a:lnTo>
                  <a:pt x="260331" y="153659"/>
                </a:lnTo>
                <a:lnTo>
                  <a:pt x="260794" y="153094"/>
                </a:lnTo>
                <a:lnTo>
                  <a:pt x="261247" y="152520"/>
                </a:lnTo>
                <a:lnTo>
                  <a:pt x="261690" y="151937"/>
                </a:lnTo>
                <a:lnTo>
                  <a:pt x="262122" y="151345"/>
                </a:lnTo>
                <a:lnTo>
                  <a:pt x="262544" y="150745"/>
                </a:lnTo>
                <a:lnTo>
                  <a:pt x="262652" y="150587"/>
                </a:lnTo>
                <a:lnTo>
                  <a:pt x="262948" y="165425"/>
                </a:lnTo>
                <a:lnTo>
                  <a:pt x="275441" y="165425"/>
                </a:lnTo>
                <a:lnTo>
                  <a:pt x="275441" y="48895"/>
                </a:lnTo>
                <a:lnTo>
                  <a:pt x="262410" y="48895"/>
                </a:lnTo>
                <a:lnTo>
                  <a:pt x="262410" y="133055"/>
                </a:lnTo>
                <a:close/>
                <a:moveTo>
                  <a:pt x="429700" y="48895"/>
                </a:moveTo>
                <a:lnTo>
                  <a:pt x="429700" y="165425"/>
                </a:lnTo>
                <a:lnTo>
                  <a:pt x="442623" y="165425"/>
                </a:lnTo>
                <a:lnTo>
                  <a:pt x="442623" y="48895"/>
                </a:lnTo>
                <a:lnTo>
                  <a:pt x="429700" y="48895"/>
                </a:lnTo>
                <a:close/>
                <a:moveTo>
                  <a:pt x="526799" y="48895"/>
                </a:moveTo>
                <a:lnTo>
                  <a:pt x="526799" y="59450"/>
                </a:lnTo>
                <a:lnTo>
                  <a:pt x="548231" y="59450"/>
                </a:lnTo>
                <a:lnTo>
                  <a:pt x="548231" y="136993"/>
                </a:lnTo>
                <a:lnTo>
                  <a:pt x="548236" y="137954"/>
                </a:lnTo>
                <a:lnTo>
                  <a:pt x="548253" y="138897"/>
                </a:lnTo>
                <a:lnTo>
                  <a:pt x="548281" y="139823"/>
                </a:lnTo>
                <a:lnTo>
                  <a:pt x="548320" y="140732"/>
                </a:lnTo>
                <a:lnTo>
                  <a:pt x="548371" y="141624"/>
                </a:lnTo>
                <a:lnTo>
                  <a:pt x="548432" y="142499"/>
                </a:lnTo>
                <a:lnTo>
                  <a:pt x="548505" y="143356"/>
                </a:lnTo>
                <a:lnTo>
                  <a:pt x="548590" y="144197"/>
                </a:lnTo>
                <a:lnTo>
                  <a:pt x="548685" y="145020"/>
                </a:lnTo>
                <a:lnTo>
                  <a:pt x="548791" y="145826"/>
                </a:lnTo>
                <a:lnTo>
                  <a:pt x="548909" y="146614"/>
                </a:lnTo>
                <a:lnTo>
                  <a:pt x="549038" y="147386"/>
                </a:lnTo>
                <a:lnTo>
                  <a:pt x="549179" y="148140"/>
                </a:lnTo>
                <a:lnTo>
                  <a:pt x="549330" y="148877"/>
                </a:lnTo>
                <a:lnTo>
                  <a:pt x="549493" y="149597"/>
                </a:lnTo>
                <a:lnTo>
                  <a:pt x="549667" y="150300"/>
                </a:lnTo>
                <a:lnTo>
                  <a:pt x="549852" y="150985"/>
                </a:lnTo>
                <a:lnTo>
                  <a:pt x="550048" y="151653"/>
                </a:lnTo>
                <a:lnTo>
                  <a:pt x="550256" y="152304"/>
                </a:lnTo>
                <a:lnTo>
                  <a:pt x="550474" y="152938"/>
                </a:lnTo>
                <a:lnTo>
                  <a:pt x="550704" y="153555"/>
                </a:lnTo>
                <a:lnTo>
                  <a:pt x="550945" y="154154"/>
                </a:lnTo>
                <a:lnTo>
                  <a:pt x="551198" y="154737"/>
                </a:lnTo>
                <a:lnTo>
                  <a:pt x="551462" y="155302"/>
                </a:lnTo>
                <a:lnTo>
                  <a:pt x="551735" y="155851"/>
                </a:lnTo>
                <a:lnTo>
                  <a:pt x="552017" y="156388"/>
                </a:lnTo>
                <a:lnTo>
                  <a:pt x="552308" y="156910"/>
                </a:lnTo>
                <a:lnTo>
                  <a:pt x="552607" y="157420"/>
                </a:lnTo>
                <a:lnTo>
                  <a:pt x="552915" y="157916"/>
                </a:lnTo>
                <a:lnTo>
                  <a:pt x="553232" y="158398"/>
                </a:lnTo>
                <a:lnTo>
                  <a:pt x="553557" y="158867"/>
                </a:lnTo>
                <a:lnTo>
                  <a:pt x="553891" y="159322"/>
                </a:lnTo>
                <a:lnTo>
                  <a:pt x="554233" y="159764"/>
                </a:lnTo>
                <a:lnTo>
                  <a:pt x="554584" y="160193"/>
                </a:lnTo>
                <a:lnTo>
                  <a:pt x="554944" y="160608"/>
                </a:lnTo>
                <a:lnTo>
                  <a:pt x="555312" y="161010"/>
                </a:lnTo>
                <a:lnTo>
                  <a:pt x="555689" y="161398"/>
                </a:lnTo>
                <a:lnTo>
                  <a:pt x="556074" y="161773"/>
                </a:lnTo>
                <a:lnTo>
                  <a:pt x="556468" y="162134"/>
                </a:lnTo>
                <a:lnTo>
                  <a:pt x="556870" y="162482"/>
                </a:lnTo>
                <a:lnTo>
                  <a:pt x="557282" y="162816"/>
                </a:lnTo>
                <a:lnTo>
                  <a:pt x="557701" y="163137"/>
                </a:lnTo>
                <a:lnTo>
                  <a:pt x="558130" y="163444"/>
                </a:lnTo>
                <a:lnTo>
                  <a:pt x="558567" y="163738"/>
                </a:lnTo>
                <a:lnTo>
                  <a:pt x="559012" y="164019"/>
                </a:lnTo>
                <a:lnTo>
                  <a:pt x="559466" y="164286"/>
                </a:lnTo>
                <a:lnTo>
                  <a:pt x="559929" y="164539"/>
                </a:lnTo>
                <a:lnTo>
                  <a:pt x="560401" y="164779"/>
                </a:lnTo>
                <a:lnTo>
                  <a:pt x="560879" y="165008"/>
                </a:lnTo>
                <a:lnTo>
                  <a:pt x="561364" y="165226"/>
                </a:lnTo>
                <a:lnTo>
                  <a:pt x="561854" y="165435"/>
                </a:lnTo>
                <a:lnTo>
                  <a:pt x="562351" y="165635"/>
                </a:lnTo>
                <a:lnTo>
                  <a:pt x="562854" y="165824"/>
                </a:lnTo>
                <a:lnTo>
                  <a:pt x="563362" y="166004"/>
                </a:lnTo>
                <a:lnTo>
                  <a:pt x="563877" y="166174"/>
                </a:lnTo>
                <a:lnTo>
                  <a:pt x="564397" y="166335"/>
                </a:lnTo>
                <a:lnTo>
                  <a:pt x="564924" y="166486"/>
                </a:lnTo>
                <a:lnTo>
                  <a:pt x="565456" y="166627"/>
                </a:lnTo>
                <a:lnTo>
                  <a:pt x="565995" y="166758"/>
                </a:lnTo>
                <a:lnTo>
                  <a:pt x="566539" y="166879"/>
                </a:lnTo>
                <a:lnTo>
                  <a:pt x="567090" y="166991"/>
                </a:lnTo>
                <a:lnTo>
                  <a:pt x="567646" y="167093"/>
                </a:lnTo>
                <a:lnTo>
                  <a:pt x="568209" y="167186"/>
                </a:lnTo>
                <a:lnTo>
                  <a:pt x="568777" y="167268"/>
                </a:lnTo>
                <a:lnTo>
                  <a:pt x="569351" y="167341"/>
                </a:lnTo>
                <a:lnTo>
                  <a:pt x="569932" y="167404"/>
                </a:lnTo>
                <a:lnTo>
                  <a:pt x="570518" y="167458"/>
                </a:lnTo>
                <a:lnTo>
                  <a:pt x="571111" y="167502"/>
                </a:lnTo>
                <a:lnTo>
                  <a:pt x="571709" y="167536"/>
                </a:lnTo>
                <a:lnTo>
                  <a:pt x="572313" y="167560"/>
                </a:lnTo>
                <a:lnTo>
                  <a:pt x="572924" y="167574"/>
                </a:lnTo>
                <a:lnTo>
                  <a:pt x="573540" y="167579"/>
                </a:lnTo>
                <a:lnTo>
                  <a:pt x="573854" y="167579"/>
                </a:lnTo>
                <a:lnTo>
                  <a:pt x="574168" y="167576"/>
                </a:lnTo>
                <a:lnTo>
                  <a:pt x="574483" y="167572"/>
                </a:lnTo>
                <a:lnTo>
                  <a:pt x="574798" y="167566"/>
                </a:lnTo>
                <a:lnTo>
                  <a:pt x="575113" y="167558"/>
                </a:lnTo>
                <a:lnTo>
                  <a:pt x="575428" y="167549"/>
                </a:lnTo>
                <a:lnTo>
                  <a:pt x="575743" y="167538"/>
                </a:lnTo>
                <a:lnTo>
                  <a:pt x="576059" y="167525"/>
                </a:lnTo>
                <a:lnTo>
                  <a:pt x="576374" y="167511"/>
                </a:lnTo>
                <a:lnTo>
                  <a:pt x="576690" y="167495"/>
                </a:lnTo>
                <a:lnTo>
                  <a:pt x="577006" y="167478"/>
                </a:lnTo>
                <a:lnTo>
                  <a:pt x="577323" y="167458"/>
                </a:lnTo>
                <a:lnTo>
                  <a:pt x="577639" y="167437"/>
                </a:lnTo>
                <a:lnTo>
                  <a:pt x="577956" y="167414"/>
                </a:lnTo>
                <a:lnTo>
                  <a:pt x="578273" y="167390"/>
                </a:lnTo>
                <a:lnTo>
                  <a:pt x="578590" y="167364"/>
                </a:lnTo>
                <a:lnTo>
                  <a:pt x="578907" y="167336"/>
                </a:lnTo>
                <a:lnTo>
                  <a:pt x="579224" y="167307"/>
                </a:lnTo>
                <a:lnTo>
                  <a:pt x="579542" y="167276"/>
                </a:lnTo>
                <a:lnTo>
                  <a:pt x="579860" y="167243"/>
                </a:lnTo>
                <a:lnTo>
                  <a:pt x="580178" y="167208"/>
                </a:lnTo>
                <a:lnTo>
                  <a:pt x="580496" y="167172"/>
                </a:lnTo>
                <a:lnTo>
                  <a:pt x="580814" y="167134"/>
                </a:lnTo>
                <a:lnTo>
                  <a:pt x="581133" y="167095"/>
                </a:lnTo>
                <a:lnTo>
                  <a:pt x="581449" y="167054"/>
                </a:lnTo>
                <a:lnTo>
                  <a:pt x="581760" y="167012"/>
                </a:lnTo>
                <a:lnTo>
                  <a:pt x="582066" y="166969"/>
                </a:lnTo>
                <a:lnTo>
                  <a:pt x="582367" y="166926"/>
                </a:lnTo>
                <a:lnTo>
                  <a:pt x="582662" y="166881"/>
                </a:lnTo>
                <a:lnTo>
                  <a:pt x="582953" y="166836"/>
                </a:lnTo>
                <a:lnTo>
                  <a:pt x="583239" y="166789"/>
                </a:lnTo>
                <a:lnTo>
                  <a:pt x="583520" y="166742"/>
                </a:lnTo>
                <a:lnTo>
                  <a:pt x="583796" y="166693"/>
                </a:lnTo>
                <a:lnTo>
                  <a:pt x="584066" y="166644"/>
                </a:lnTo>
                <a:lnTo>
                  <a:pt x="584332" y="166594"/>
                </a:lnTo>
                <a:lnTo>
                  <a:pt x="584592" y="166543"/>
                </a:lnTo>
                <a:lnTo>
                  <a:pt x="584848" y="166491"/>
                </a:lnTo>
                <a:lnTo>
                  <a:pt x="585098" y="166438"/>
                </a:lnTo>
                <a:lnTo>
                  <a:pt x="585344" y="166384"/>
                </a:lnTo>
                <a:lnTo>
                  <a:pt x="585584" y="166329"/>
                </a:lnTo>
                <a:lnTo>
                  <a:pt x="585819" y="166273"/>
                </a:lnTo>
                <a:lnTo>
                  <a:pt x="586050" y="166216"/>
                </a:lnTo>
                <a:lnTo>
                  <a:pt x="586275" y="166159"/>
                </a:lnTo>
                <a:lnTo>
                  <a:pt x="586495" y="166100"/>
                </a:lnTo>
                <a:lnTo>
                  <a:pt x="586710" y="166040"/>
                </a:lnTo>
                <a:lnTo>
                  <a:pt x="586920" y="165980"/>
                </a:lnTo>
                <a:lnTo>
                  <a:pt x="587125" y="165919"/>
                </a:lnTo>
                <a:lnTo>
                  <a:pt x="587325" y="165856"/>
                </a:lnTo>
                <a:lnTo>
                  <a:pt x="586787" y="154979"/>
                </a:lnTo>
                <a:lnTo>
                  <a:pt x="586598" y="155006"/>
                </a:lnTo>
                <a:lnTo>
                  <a:pt x="586407" y="155033"/>
                </a:lnTo>
                <a:lnTo>
                  <a:pt x="586215" y="155060"/>
                </a:lnTo>
                <a:lnTo>
                  <a:pt x="586022" y="155088"/>
                </a:lnTo>
                <a:lnTo>
                  <a:pt x="585828" y="155116"/>
                </a:lnTo>
                <a:lnTo>
                  <a:pt x="585632" y="155143"/>
                </a:lnTo>
                <a:lnTo>
                  <a:pt x="585435" y="155172"/>
                </a:lnTo>
                <a:lnTo>
                  <a:pt x="585237" y="155200"/>
                </a:lnTo>
                <a:lnTo>
                  <a:pt x="585037" y="155228"/>
                </a:lnTo>
                <a:lnTo>
                  <a:pt x="584837" y="155257"/>
                </a:lnTo>
                <a:lnTo>
                  <a:pt x="584634" y="155286"/>
                </a:lnTo>
                <a:lnTo>
                  <a:pt x="584431" y="155315"/>
                </a:lnTo>
                <a:lnTo>
                  <a:pt x="584226" y="155344"/>
                </a:lnTo>
                <a:lnTo>
                  <a:pt x="584020" y="155374"/>
                </a:lnTo>
                <a:lnTo>
                  <a:pt x="583812" y="155403"/>
                </a:lnTo>
                <a:lnTo>
                  <a:pt x="583604" y="155433"/>
                </a:lnTo>
                <a:lnTo>
                  <a:pt x="583394" y="155463"/>
                </a:lnTo>
                <a:lnTo>
                  <a:pt x="583182" y="155494"/>
                </a:lnTo>
                <a:lnTo>
                  <a:pt x="582970" y="155524"/>
                </a:lnTo>
                <a:lnTo>
                  <a:pt x="582756" y="155554"/>
                </a:lnTo>
                <a:lnTo>
                  <a:pt x="582540" y="155585"/>
                </a:lnTo>
                <a:lnTo>
                  <a:pt x="582324" y="155616"/>
                </a:lnTo>
                <a:lnTo>
                  <a:pt x="582106" y="155647"/>
                </a:lnTo>
                <a:lnTo>
                  <a:pt x="581886" y="155679"/>
                </a:lnTo>
                <a:lnTo>
                  <a:pt x="581666" y="155709"/>
                </a:lnTo>
                <a:lnTo>
                  <a:pt x="581445" y="155739"/>
                </a:lnTo>
                <a:lnTo>
                  <a:pt x="581223" y="155767"/>
                </a:lnTo>
                <a:lnTo>
                  <a:pt x="580999" y="155794"/>
                </a:lnTo>
                <a:lnTo>
                  <a:pt x="580775" y="155819"/>
                </a:lnTo>
                <a:lnTo>
                  <a:pt x="580550" y="155844"/>
                </a:lnTo>
                <a:lnTo>
                  <a:pt x="580324" y="155866"/>
                </a:lnTo>
                <a:lnTo>
                  <a:pt x="580097" y="155888"/>
                </a:lnTo>
                <a:lnTo>
                  <a:pt x="579870" y="155908"/>
                </a:lnTo>
                <a:lnTo>
                  <a:pt x="579641" y="155927"/>
                </a:lnTo>
                <a:lnTo>
                  <a:pt x="579411" y="155945"/>
                </a:lnTo>
                <a:lnTo>
                  <a:pt x="579181" y="155961"/>
                </a:lnTo>
                <a:lnTo>
                  <a:pt x="578949" y="155976"/>
                </a:lnTo>
                <a:lnTo>
                  <a:pt x="578716" y="155990"/>
                </a:lnTo>
                <a:lnTo>
                  <a:pt x="578483" y="156003"/>
                </a:lnTo>
                <a:lnTo>
                  <a:pt x="578249" y="156014"/>
                </a:lnTo>
                <a:lnTo>
                  <a:pt x="578013" y="156024"/>
                </a:lnTo>
                <a:lnTo>
                  <a:pt x="577777" y="156032"/>
                </a:lnTo>
                <a:lnTo>
                  <a:pt x="577540" y="156039"/>
                </a:lnTo>
                <a:lnTo>
                  <a:pt x="577302" y="156045"/>
                </a:lnTo>
                <a:lnTo>
                  <a:pt x="577063" y="156050"/>
                </a:lnTo>
                <a:lnTo>
                  <a:pt x="576823" y="156053"/>
                </a:lnTo>
                <a:lnTo>
                  <a:pt x="576582" y="156055"/>
                </a:lnTo>
                <a:lnTo>
                  <a:pt x="576340" y="156056"/>
                </a:lnTo>
                <a:lnTo>
                  <a:pt x="576009" y="156053"/>
                </a:lnTo>
                <a:lnTo>
                  <a:pt x="575679" y="156046"/>
                </a:lnTo>
                <a:lnTo>
                  <a:pt x="575351" y="156035"/>
                </a:lnTo>
                <a:lnTo>
                  <a:pt x="575025" y="156018"/>
                </a:lnTo>
                <a:lnTo>
                  <a:pt x="574701" y="155997"/>
                </a:lnTo>
                <a:lnTo>
                  <a:pt x="574378" y="155971"/>
                </a:lnTo>
                <a:lnTo>
                  <a:pt x="574057" y="155941"/>
                </a:lnTo>
                <a:lnTo>
                  <a:pt x="573737" y="155906"/>
                </a:lnTo>
                <a:lnTo>
                  <a:pt x="573419" y="155866"/>
                </a:lnTo>
                <a:lnTo>
                  <a:pt x="573103" y="155822"/>
                </a:lnTo>
                <a:lnTo>
                  <a:pt x="572789" y="155773"/>
                </a:lnTo>
                <a:lnTo>
                  <a:pt x="572476" y="155719"/>
                </a:lnTo>
                <a:lnTo>
                  <a:pt x="572165" y="155661"/>
                </a:lnTo>
                <a:lnTo>
                  <a:pt x="571856" y="155597"/>
                </a:lnTo>
                <a:lnTo>
                  <a:pt x="571548" y="155530"/>
                </a:lnTo>
                <a:lnTo>
                  <a:pt x="571242" y="155457"/>
                </a:lnTo>
                <a:lnTo>
                  <a:pt x="570938" y="155380"/>
                </a:lnTo>
                <a:lnTo>
                  <a:pt x="570635" y="155298"/>
                </a:lnTo>
                <a:lnTo>
                  <a:pt x="570334" y="155212"/>
                </a:lnTo>
                <a:lnTo>
                  <a:pt x="570035" y="155121"/>
                </a:lnTo>
                <a:lnTo>
                  <a:pt x="569738" y="155025"/>
                </a:lnTo>
                <a:lnTo>
                  <a:pt x="569442" y="154924"/>
                </a:lnTo>
                <a:lnTo>
                  <a:pt x="569147" y="154819"/>
                </a:lnTo>
                <a:lnTo>
                  <a:pt x="568855" y="154709"/>
                </a:lnTo>
                <a:lnTo>
                  <a:pt x="568566" y="154592"/>
                </a:lnTo>
                <a:lnTo>
                  <a:pt x="568281" y="154466"/>
                </a:lnTo>
                <a:lnTo>
                  <a:pt x="568002" y="154329"/>
                </a:lnTo>
                <a:lnTo>
                  <a:pt x="567727" y="154183"/>
                </a:lnTo>
                <a:lnTo>
                  <a:pt x="567457" y="154027"/>
                </a:lnTo>
                <a:lnTo>
                  <a:pt x="567192" y="153861"/>
                </a:lnTo>
                <a:lnTo>
                  <a:pt x="566932" y="153686"/>
                </a:lnTo>
                <a:lnTo>
                  <a:pt x="566677" y="153501"/>
                </a:lnTo>
                <a:lnTo>
                  <a:pt x="566427" y="153306"/>
                </a:lnTo>
                <a:lnTo>
                  <a:pt x="566181" y="153101"/>
                </a:lnTo>
                <a:lnTo>
                  <a:pt x="565940" y="152887"/>
                </a:lnTo>
                <a:lnTo>
                  <a:pt x="565705" y="152663"/>
                </a:lnTo>
                <a:lnTo>
                  <a:pt x="565474" y="152429"/>
                </a:lnTo>
                <a:lnTo>
                  <a:pt x="565248" y="152186"/>
                </a:lnTo>
                <a:lnTo>
                  <a:pt x="565027" y="151933"/>
                </a:lnTo>
                <a:lnTo>
                  <a:pt x="564810" y="151670"/>
                </a:lnTo>
                <a:lnTo>
                  <a:pt x="564599" y="151397"/>
                </a:lnTo>
                <a:lnTo>
                  <a:pt x="564392" y="151115"/>
                </a:lnTo>
                <a:lnTo>
                  <a:pt x="564190" y="150823"/>
                </a:lnTo>
                <a:lnTo>
                  <a:pt x="563993" y="150521"/>
                </a:lnTo>
                <a:lnTo>
                  <a:pt x="563801" y="150210"/>
                </a:lnTo>
                <a:lnTo>
                  <a:pt x="563614" y="149888"/>
                </a:lnTo>
                <a:lnTo>
                  <a:pt x="563432" y="149557"/>
                </a:lnTo>
                <a:lnTo>
                  <a:pt x="563255" y="149217"/>
                </a:lnTo>
                <a:lnTo>
                  <a:pt x="563083" y="148864"/>
                </a:lnTo>
                <a:lnTo>
                  <a:pt x="562919" y="148498"/>
                </a:lnTo>
                <a:lnTo>
                  <a:pt x="562762" y="148119"/>
                </a:lnTo>
                <a:lnTo>
                  <a:pt x="562613" y="147725"/>
                </a:lnTo>
                <a:lnTo>
                  <a:pt x="562471" y="147318"/>
                </a:lnTo>
                <a:lnTo>
                  <a:pt x="562336" y="146898"/>
                </a:lnTo>
                <a:lnTo>
                  <a:pt x="562208" y="146464"/>
                </a:lnTo>
                <a:lnTo>
                  <a:pt x="562088" y="146016"/>
                </a:lnTo>
                <a:lnTo>
                  <a:pt x="561975" y="145554"/>
                </a:lnTo>
                <a:lnTo>
                  <a:pt x="561869" y="145079"/>
                </a:lnTo>
                <a:lnTo>
                  <a:pt x="561771" y="144590"/>
                </a:lnTo>
                <a:lnTo>
                  <a:pt x="561679" y="144088"/>
                </a:lnTo>
                <a:lnTo>
                  <a:pt x="561596" y="143571"/>
                </a:lnTo>
                <a:lnTo>
                  <a:pt x="561519" y="143042"/>
                </a:lnTo>
                <a:lnTo>
                  <a:pt x="561450" y="142498"/>
                </a:lnTo>
                <a:lnTo>
                  <a:pt x="561388" y="141941"/>
                </a:lnTo>
                <a:lnTo>
                  <a:pt x="561333" y="141370"/>
                </a:lnTo>
                <a:lnTo>
                  <a:pt x="561286" y="140786"/>
                </a:lnTo>
                <a:lnTo>
                  <a:pt x="561246" y="140188"/>
                </a:lnTo>
                <a:lnTo>
                  <a:pt x="561213" y="139576"/>
                </a:lnTo>
                <a:lnTo>
                  <a:pt x="561187" y="138951"/>
                </a:lnTo>
                <a:lnTo>
                  <a:pt x="561169" y="138312"/>
                </a:lnTo>
                <a:lnTo>
                  <a:pt x="561158" y="137659"/>
                </a:lnTo>
                <a:lnTo>
                  <a:pt x="561154" y="136993"/>
                </a:lnTo>
                <a:lnTo>
                  <a:pt x="561154" y="59450"/>
                </a:lnTo>
                <a:lnTo>
                  <a:pt x="585279" y="59450"/>
                </a:lnTo>
                <a:lnTo>
                  <a:pt x="585279" y="48895"/>
                </a:lnTo>
                <a:lnTo>
                  <a:pt x="561154" y="48895"/>
                </a:lnTo>
                <a:lnTo>
                  <a:pt x="561154" y="18955"/>
                </a:lnTo>
                <a:lnTo>
                  <a:pt x="548231" y="18955"/>
                </a:lnTo>
                <a:lnTo>
                  <a:pt x="548231" y="48895"/>
                </a:lnTo>
                <a:lnTo>
                  <a:pt x="526799" y="48895"/>
                </a:lnTo>
                <a:close/>
                <a:moveTo>
                  <a:pt x="745928" y="83359"/>
                </a:moveTo>
                <a:lnTo>
                  <a:pt x="746120" y="82761"/>
                </a:lnTo>
                <a:lnTo>
                  <a:pt x="746319" y="82169"/>
                </a:lnTo>
                <a:lnTo>
                  <a:pt x="746525" y="81583"/>
                </a:lnTo>
                <a:lnTo>
                  <a:pt x="746737" y="81003"/>
                </a:lnTo>
                <a:lnTo>
                  <a:pt x="746957" y="80429"/>
                </a:lnTo>
                <a:lnTo>
                  <a:pt x="747184" y="79862"/>
                </a:lnTo>
                <a:lnTo>
                  <a:pt x="747417" y="79301"/>
                </a:lnTo>
                <a:lnTo>
                  <a:pt x="747657" y="78746"/>
                </a:lnTo>
                <a:lnTo>
                  <a:pt x="747905" y="78197"/>
                </a:lnTo>
                <a:lnTo>
                  <a:pt x="748159" y="77654"/>
                </a:lnTo>
                <a:lnTo>
                  <a:pt x="748420" y="77118"/>
                </a:lnTo>
                <a:lnTo>
                  <a:pt x="748688" y="76587"/>
                </a:lnTo>
                <a:lnTo>
                  <a:pt x="748963" y="76063"/>
                </a:lnTo>
                <a:lnTo>
                  <a:pt x="749245" y="75545"/>
                </a:lnTo>
                <a:lnTo>
                  <a:pt x="749534" y="75033"/>
                </a:lnTo>
                <a:lnTo>
                  <a:pt x="749829" y="74528"/>
                </a:lnTo>
                <a:lnTo>
                  <a:pt x="750132" y="74028"/>
                </a:lnTo>
                <a:lnTo>
                  <a:pt x="750441" y="73535"/>
                </a:lnTo>
                <a:lnTo>
                  <a:pt x="750758" y="73048"/>
                </a:lnTo>
                <a:lnTo>
                  <a:pt x="751081" y="72567"/>
                </a:lnTo>
                <a:lnTo>
                  <a:pt x="751412" y="72092"/>
                </a:lnTo>
                <a:lnTo>
                  <a:pt x="751749" y="71623"/>
                </a:lnTo>
                <a:lnTo>
                  <a:pt x="752093" y="71161"/>
                </a:lnTo>
                <a:lnTo>
                  <a:pt x="752444" y="70704"/>
                </a:lnTo>
                <a:lnTo>
                  <a:pt x="752802" y="70255"/>
                </a:lnTo>
                <a:lnTo>
                  <a:pt x="753168" y="69814"/>
                </a:lnTo>
                <a:lnTo>
                  <a:pt x="753540" y="69382"/>
                </a:lnTo>
                <a:lnTo>
                  <a:pt x="753920" y="68957"/>
                </a:lnTo>
                <a:lnTo>
                  <a:pt x="754308" y="68541"/>
                </a:lnTo>
                <a:lnTo>
                  <a:pt x="754702" y="68133"/>
                </a:lnTo>
                <a:lnTo>
                  <a:pt x="755104" y="67733"/>
                </a:lnTo>
                <a:lnTo>
                  <a:pt x="755513" y="67342"/>
                </a:lnTo>
                <a:lnTo>
                  <a:pt x="755930" y="66958"/>
                </a:lnTo>
                <a:lnTo>
                  <a:pt x="756354" y="66583"/>
                </a:lnTo>
                <a:lnTo>
                  <a:pt x="756785" y="66216"/>
                </a:lnTo>
                <a:lnTo>
                  <a:pt x="757223" y="65858"/>
                </a:lnTo>
                <a:lnTo>
                  <a:pt x="757669" y="65507"/>
                </a:lnTo>
                <a:lnTo>
                  <a:pt x="758122" y="65165"/>
                </a:lnTo>
                <a:lnTo>
                  <a:pt x="758582" y="64831"/>
                </a:lnTo>
                <a:lnTo>
                  <a:pt x="759049" y="64506"/>
                </a:lnTo>
                <a:lnTo>
                  <a:pt x="759524" y="64188"/>
                </a:lnTo>
                <a:lnTo>
                  <a:pt x="760006" y="63879"/>
                </a:lnTo>
                <a:lnTo>
                  <a:pt x="760496" y="63578"/>
                </a:lnTo>
                <a:lnTo>
                  <a:pt x="760993" y="63285"/>
                </a:lnTo>
                <a:lnTo>
                  <a:pt x="761497" y="63000"/>
                </a:lnTo>
                <a:lnTo>
                  <a:pt x="762008" y="62724"/>
                </a:lnTo>
                <a:lnTo>
                  <a:pt x="762526" y="62456"/>
                </a:lnTo>
                <a:lnTo>
                  <a:pt x="763052" y="62196"/>
                </a:lnTo>
                <a:lnTo>
                  <a:pt x="763585" y="61946"/>
                </a:lnTo>
                <a:lnTo>
                  <a:pt x="764125" y="61706"/>
                </a:lnTo>
                <a:lnTo>
                  <a:pt x="764671" y="61477"/>
                </a:lnTo>
                <a:lnTo>
                  <a:pt x="765224" y="61258"/>
                </a:lnTo>
                <a:lnTo>
                  <a:pt x="765784" y="61050"/>
                </a:lnTo>
                <a:lnTo>
                  <a:pt x="766351" y="60853"/>
                </a:lnTo>
                <a:lnTo>
                  <a:pt x="766924" y="60667"/>
                </a:lnTo>
                <a:lnTo>
                  <a:pt x="767504" y="60491"/>
                </a:lnTo>
                <a:lnTo>
                  <a:pt x="768091" y="60326"/>
                </a:lnTo>
                <a:lnTo>
                  <a:pt x="768684" y="60171"/>
                </a:lnTo>
                <a:lnTo>
                  <a:pt x="769284" y="60027"/>
                </a:lnTo>
                <a:lnTo>
                  <a:pt x="769891" y="59894"/>
                </a:lnTo>
                <a:lnTo>
                  <a:pt x="770505" y="59771"/>
                </a:lnTo>
                <a:lnTo>
                  <a:pt x="771125" y="59660"/>
                </a:lnTo>
                <a:lnTo>
                  <a:pt x="771752" y="59558"/>
                </a:lnTo>
                <a:lnTo>
                  <a:pt x="772386" y="59468"/>
                </a:lnTo>
                <a:lnTo>
                  <a:pt x="773027" y="59388"/>
                </a:lnTo>
                <a:lnTo>
                  <a:pt x="773674" y="59318"/>
                </a:lnTo>
                <a:lnTo>
                  <a:pt x="774328" y="59260"/>
                </a:lnTo>
                <a:lnTo>
                  <a:pt x="774989" y="59212"/>
                </a:lnTo>
                <a:lnTo>
                  <a:pt x="775656" y="59175"/>
                </a:lnTo>
                <a:lnTo>
                  <a:pt x="776331" y="59148"/>
                </a:lnTo>
                <a:lnTo>
                  <a:pt x="777012" y="59132"/>
                </a:lnTo>
                <a:lnTo>
                  <a:pt x="777699" y="59127"/>
                </a:lnTo>
                <a:lnTo>
                  <a:pt x="777905" y="59127"/>
                </a:lnTo>
                <a:lnTo>
                  <a:pt x="778109" y="59128"/>
                </a:lnTo>
                <a:lnTo>
                  <a:pt x="778312" y="59130"/>
                </a:lnTo>
                <a:lnTo>
                  <a:pt x="778513" y="59133"/>
                </a:lnTo>
                <a:lnTo>
                  <a:pt x="778713" y="59136"/>
                </a:lnTo>
                <a:lnTo>
                  <a:pt x="778911" y="59140"/>
                </a:lnTo>
                <a:lnTo>
                  <a:pt x="779108" y="59145"/>
                </a:lnTo>
                <a:lnTo>
                  <a:pt x="779303" y="59151"/>
                </a:lnTo>
                <a:lnTo>
                  <a:pt x="779497" y="59157"/>
                </a:lnTo>
                <a:lnTo>
                  <a:pt x="779689" y="59164"/>
                </a:lnTo>
                <a:lnTo>
                  <a:pt x="779879" y="59172"/>
                </a:lnTo>
                <a:lnTo>
                  <a:pt x="780069" y="59180"/>
                </a:lnTo>
                <a:lnTo>
                  <a:pt x="780256" y="59190"/>
                </a:lnTo>
                <a:lnTo>
                  <a:pt x="780443" y="59200"/>
                </a:lnTo>
                <a:lnTo>
                  <a:pt x="780627" y="59211"/>
                </a:lnTo>
                <a:lnTo>
                  <a:pt x="780811" y="59222"/>
                </a:lnTo>
                <a:lnTo>
                  <a:pt x="780992" y="59235"/>
                </a:lnTo>
                <a:lnTo>
                  <a:pt x="781173" y="59248"/>
                </a:lnTo>
                <a:lnTo>
                  <a:pt x="781351" y="59262"/>
                </a:lnTo>
                <a:lnTo>
                  <a:pt x="781529" y="59276"/>
                </a:lnTo>
                <a:lnTo>
                  <a:pt x="781704" y="59292"/>
                </a:lnTo>
                <a:lnTo>
                  <a:pt x="781879" y="59308"/>
                </a:lnTo>
                <a:lnTo>
                  <a:pt x="782051" y="59324"/>
                </a:lnTo>
                <a:lnTo>
                  <a:pt x="782223" y="59342"/>
                </a:lnTo>
                <a:lnTo>
                  <a:pt x="782393" y="59360"/>
                </a:lnTo>
                <a:lnTo>
                  <a:pt x="782564" y="59379"/>
                </a:lnTo>
                <a:lnTo>
                  <a:pt x="782734" y="59398"/>
                </a:lnTo>
                <a:lnTo>
                  <a:pt x="782905" y="59417"/>
                </a:lnTo>
                <a:lnTo>
                  <a:pt x="783075" y="59436"/>
                </a:lnTo>
                <a:lnTo>
                  <a:pt x="783246" y="59456"/>
                </a:lnTo>
                <a:lnTo>
                  <a:pt x="783416" y="59477"/>
                </a:lnTo>
                <a:lnTo>
                  <a:pt x="783587" y="59498"/>
                </a:lnTo>
                <a:lnTo>
                  <a:pt x="783757" y="59519"/>
                </a:lnTo>
                <a:lnTo>
                  <a:pt x="783928" y="59540"/>
                </a:lnTo>
                <a:lnTo>
                  <a:pt x="784098" y="59562"/>
                </a:lnTo>
                <a:lnTo>
                  <a:pt x="784269" y="59584"/>
                </a:lnTo>
                <a:lnTo>
                  <a:pt x="784439" y="59607"/>
                </a:lnTo>
                <a:lnTo>
                  <a:pt x="784610" y="59630"/>
                </a:lnTo>
                <a:lnTo>
                  <a:pt x="784781" y="59653"/>
                </a:lnTo>
                <a:lnTo>
                  <a:pt x="784951" y="59677"/>
                </a:lnTo>
                <a:lnTo>
                  <a:pt x="785122" y="59701"/>
                </a:lnTo>
                <a:lnTo>
                  <a:pt x="785292" y="59726"/>
                </a:lnTo>
                <a:lnTo>
                  <a:pt x="785463" y="59751"/>
                </a:lnTo>
                <a:lnTo>
                  <a:pt x="785633" y="59776"/>
                </a:lnTo>
                <a:lnTo>
                  <a:pt x="785804" y="59801"/>
                </a:lnTo>
                <a:lnTo>
                  <a:pt x="785974" y="59827"/>
                </a:lnTo>
                <a:lnTo>
                  <a:pt x="786145" y="59854"/>
                </a:lnTo>
                <a:lnTo>
                  <a:pt x="786315" y="59881"/>
                </a:lnTo>
                <a:lnTo>
                  <a:pt x="786746" y="48034"/>
                </a:lnTo>
                <a:lnTo>
                  <a:pt x="786636" y="47989"/>
                </a:lnTo>
                <a:lnTo>
                  <a:pt x="786523" y="47945"/>
                </a:lnTo>
                <a:lnTo>
                  <a:pt x="786405" y="47902"/>
                </a:lnTo>
                <a:lnTo>
                  <a:pt x="786284" y="47859"/>
                </a:lnTo>
                <a:lnTo>
                  <a:pt x="786158" y="47816"/>
                </a:lnTo>
                <a:lnTo>
                  <a:pt x="786029" y="47775"/>
                </a:lnTo>
                <a:lnTo>
                  <a:pt x="785896" y="47733"/>
                </a:lnTo>
                <a:lnTo>
                  <a:pt x="785759" y="47693"/>
                </a:lnTo>
                <a:lnTo>
                  <a:pt x="785618" y="47653"/>
                </a:lnTo>
                <a:lnTo>
                  <a:pt x="785473" y="47613"/>
                </a:lnTo>
                <a:lnTo>
                  <a:pt x="785324" y="47574"/>
                </a:lnTo>
                <a:lnTo>
                  <a:pt x="785171" y="47536"/>
                </a:lnTo>
                <a:lnTo>
                  <a:pt x="785014" y="47498"/>
                </a:lnTo>
                <a:lnTo>
                  <a:pt x="784853" y="47460"/>
                </a:lnTo>
                <a:lnTo>
                  <a:pt x="784689" y="47424"/>
                </a:lnTo>
                <a:lnTo>
                  <a:pt x="784520" y="47387"/>
                </a:lnTo>
                <a:lnTo>
                  <a:pt x="784348" y="47352"/>
                </a:lnTo>
                <a:lnTo>
                  <a:pt x="784171" y="47317"/>
                </a:lnTo>
                <a:lnTo>
                  <a:pt x="783991" y="47282"/>
                </a:lnTo>
                <a:lnTo>
                  <a:pt x="783807" y="47248"/>
                </a:lnTo>
                <a:lnTo>
                  <a:pt x="783619" y="47215"/>
                </a:lnTo>
                <a:lnTo>
                  <a:pt x="783426" y="47182"/>
                </a:lnTo>
                <a:lnTo>
                  <a:pt x="783230" y="47150"/>
                </a:lnTo>
                <a:lnTo>
                  <a:pt x="783030" y="47118"/>
                </a:lnTo>
                <a:lnTo>
                  <a:pt x="782829" y="47087"/>
                </a:lnTo>
                <a:lnTo>
                  <a:pt x="782627" y="47058"/>
                </a:lnTo>
                <a:lnTo>
                  <a:pt x="782425" y="47030"/>
                </a:lnTo>
                <a:lnTo>
                  <a:pt x="782224" y="47003"/>
                </a:lnTo>
                <a:lnTo>
                  <a:pt x="782023" y="46978"/>
                </a:lnTo>
                <a:lnTo>
                  <a:pt x="781822" y="46953"/>
                </a:lnTo>
                <a:lnTo>
                  <a:pt x="781621" y="46930"/>
                </a:lnTo>
                <a:lnTo>
                  <a:pt x="781421" y="46909"/>
                </a:lnTo>
                <a:lnTo>
                  <a:pt x="781221" y="46889"/>
                </a:lnTo>
                <a:lnTo>
                  <a:pt x="781020" y="46870"/>
                </a:lnTo>
                <a:lnTo>
                  <a:pt x="780820" y="46852"/>
                </a:lnTo>
                <a:lnTo>
                  <a:pt x="780621" y="46836"/>
                </a:lnTo>
                <a:lnTo>
                  <a:pt x="780421" y="46820"/>
                </a:lnTo>
                <a:lnTo>
                  <a:pt x="780222" y="46807"/>
                </a:lnTo>
                <a:lnTo>
                  <a:pt x="780022" y="46794"/>
                </a:lnTo>
                <a:lnTo>
                  <a:pt x="779823" y="46783"/>
                </a:lnTo>
                <a:lnTo>
                  <a:pt x="779625" y="46773"/>
                </a:lnTo>
                <a:lnTo>
                  <a:pt x="779426" y="46765"/>
                </a:lnTo>
                <a:lnTo>
                  <a:pt x="779227" y="46758"/>
                </a:lnTo>
                <a:lnTo>
                  <a:pt x="779029" y="46752"/>
                </a:lnTo>
                <a:lnTo>
                  <a:pt x="778831" y="46747"/>
                </a:lnTo>
                <a:lnTo>
                  <a:pt x="778633" y="46744"/>
                </a:lnTo>
                <a:lnTo>
                  <a:pt x="778435" y="46742"/>
                </a:lnTo>
                <a:lnTo>
                  <a:pt x="778238" y="46741"/>
                </a:lnTo>
                <a:lnTo>
                  <a:pt x="777390" y="46748"/>
                </a:lnTo>
                <a:lnTo>
                  <a:pt x="776552" y="46770"/>
                </a:lnTo>
                <a:lnTo>
                  <a:pt x="775723" y="46805"/>
                </a:lnTo>
                <a:lnTo>
                  <a:pt x="774904" y="46855"/>
                </a:lnTo>
                <a:lnTo>
                  <a:pt x="774094" y="46919"/>
                </a:lnTo>
                <a:lnTo>
                  <a:pt x="773294" y="46997"/>
                </a:lnTo>
                <a:lnTo>
                  <a:pt x="772503" y="47089"/>
                </a:lnTo>
                <a:lnTo>
                  <a:pt x="771722" y="47196"/>
                </a:lnTo>
                <a:lnTo>
                  <a:pt x="770950" y="47317"/>
                </a:lnTo>
                <a:lnTo>
                  <a:pt x="770188" y="47452"/>
                </a:lnTo>
                <a:lnTo>
                  <a:pt x="769436" y="47601"/>
                </a:lnTo>
                <a:lnTo>
                  <a:pt x="768693" y="47764"/>
                </a:lnTo>
                <a:lnTo>
                  <a:pt x="767960" y="47942"/>
                </a:lnTo>
                <a:lnTo>
                  <a:pt x="767236" y="48134"/>
                </a:lnTo>
                <a:lnTo>
                  <a:pt x="766521" y="48340"/>
                </a:lnTo>
                <a:lnTo>
                  <a:pt x="765817" y="48560"/>
                </a:lnTo>
                <a:lnTo>
                  <a:pt x="765121" y="48795"/>
                </a:lnTo>
                <a:lnTo>
                  <a:pt x="764436" y="49043"/>
                </a:lnTo>
                <a:lnTo>
                  <a:pt x="763759" y="49306"/>
                </a:lnTo>
                <a:lnTo>
                  <a:pt x="763093" y="49583"/>
                </a:lnTo>
                <a:lnTo>
                  <a:pt x="762436" y="49875"/>
                </a:lnTo>
                <a:lnTo>
                  <a:pt x="761788" y="50180"/>
                </a:lnTo>
                <a:lnTo>
                  <a:pt x="761150" y="50500"/>
                </a:lnTo>
                <a:lnTo>
                  <a:pt x="760521" y="50834"/>
                </a:lnTo>
                <a:lnTo>
                  <a:pt x="759902" y="51181"/>
                </a:lnTo>
                <a:lnTo>
                  <a:pt x="759292" y="51539"/>
                </a:lnTo>
                <a:lnTo>
                  <a:pt x="758691" y="51908"/>
                </a:lnTo>
                <a:lnTo>
                  <a:pt x="758100" y="52289"/>
                </a:lnTo>
                <a:lnTo>
                  <a:pt x="757517" y="52682"/>
                </a:lnTo>
                <a:lnTo>
                  <a:pt x="756944" y="53085"/>
                </a:lnTo>
                <a:lnTo>
                  <a:pt x="756380" y="53501"/>
                </a:lnTo>
                <a:lnTo>
                  <a:pt x="755824" y="53927"/>
                </a:lnTo>
                <a:lnTo>
                  <a:pt x="755279" y="54365"/>
                </a:lnTo>
                <a:lnTo>
                  <a:pt x="754742" y="54815"/>
                </a:lnTo>
                <a:lnTo>
                  <a:pt x="754214" y="55275"/>
                </a:lnTo>
                <a:lnTo>
                  <a:pt x="753696" y="55748"/>
                </a:lnTo>
                <a:lnTo>
                  <a:pt x="753187" y="56231"/>
                </a:lnTo>
                <a:lnTo>
                  <a:pt x="752687" y="56726"/>
                </a:lnTo>
                <a:lnTo>
                  <a:pt x="752196" y="57233"/>
                </a:lnTo>
                <a:lnTo>
                  <a:pt x="751714" y="57750"/>
                </a:lnTo>
                <a:lnTo>
                  <a:pt x="751241" y="58280"/>
                </a:lnTo>
                <a:lnTo>
                  <a:pt x="750778" y="58820"/>
                </a:lnTo>
                <a:lnTo>
                  <a:pt x="750324" y="59372"/>
                </a:lnTo>
                <a:lnTo>
                  <a:pt x="749879" y="59936"/>
                </a:lnTo>
                <a:lnTo>
                  <a:pt x="749443" y="60511"/>
                </a:lnTo>
                <a:lnTo>
                  <a:pt x="749016" y="61097"/>
                </a:lnTo>
                <a:lnTo>
                  <a:pt x="748598" y="61695"/>
                </a:lnTo>
                <a:lnTo>
                  <a:pt x="748190" y="62304"/>
                </a:lnTo>
                <a:lnTo>
                  <a:pt x="747790" y="62923"/>
                </a:lnTo>
                <a:lnTo>
                  <a:pt x="747399" y="63550"/>
                </a:lnTo>
                <a:lnTo>
                  <a:pt x="747017" y="64186"/>
                </a:lnTo>
                <a:lnTo>
                  <a:pt x="746643" y="64830"/>
                </a:lnTo>
                <a:lnTo>
                  <a:pt x="746278" y="65483"/>
                </a:lnTo>
                <a:lnTo>
                  <a:pt x="745921" y="66144"/>
                </a:lnTo>
                <a:lnTo>
                  <a:pt x="745573" y="66813"/>
                </a:lnTo>
                <a:lnTo>
                  <a:pt x="745379" y="67202"/>
                </a:lnTo>
                <a:lnTo>
                  <a:pt x="745174" y="48895"/>
                </a:lnTo>
                <a:lnTo>
                  <a:pt x="732574" y="48895"/>
                </a:lnTo>
                <a:lnTo>
                  <a:pt x="732574" y="165425"/>
                </a:lnTo>
                <a:lnTo>
                  <a:pt x="745390" y="165425"/>
                </a:lnTo>
                <a:lnTo>
                  <a:pt x="745390" y="85194"/>
                </a:lnTo>
                <a:lnTo>
                  <a:pt x="745393" y="85181"/>
                </a:lnTo>
                <a:lnTo>
                  <a:pt x="745565" y="84570"/>
                </a:lnTo>
                <a:lnTo>
                  <a:pt x="745743" y="83962"/>
                </a:lnTo>
                <a:lnTo>
                  <a:pt x="745928" y="83359"/>
                </a:lnTo>
                <a:close/>
                <a:moveTo>
                  <a:pt x="466296" y="90575"/>
                </a:moveTo>
                <a:lnTo>
                  <a:pt x="466296" y="101668"/>
                </a:lnTo>
                <a:lnTo>
                  <a:pt x="517883" y="101668"/>
                </a:lnTo>
                <a:lnTo>
                  <a:pt x="517883" y="90575"/>
                </a:lnTo>
                <a:lnTo>
                  <a:pt x="466296" y="90575"/>
                </a:lnTo>
                <a:close/>
                <a:moveTo>
                  <a:pt x="819972" y="83114"/>
                </a:moveTo>
                <a:lnTo>
                  <a:pt x="820221" y="82524"/>
                </a:lnTo>
                <a:lnTo>
                  <a:pt x="820477" y="81938"/>
                </a:lnTo>
                <a:lnTo>
                  <a:pt x="820741" y="81354"/>
                </a:lnTo>
                <a:lnTo>
                  <a:pt x="821012" y="80774"/>
                </a:lnTo>
                <a:lnTo>
                  <a:pt x="821292" y="80197"/>
                </a:lnTo>
                <a:lnTo>
                  <a:pt x="821579" y="79622"/>
                </a:lnTo>
                <a:lnTo>
                  <a:pt x="821873" y="79051"/>
                </a:lnTo>
                <a:lnTo>
                  <a:pt x="822175" y="78483"/>
                </a:lnTo>
                <a:lnTo>
                  <a:pt x="822485" y="77917"/>
                </a:lnTo>
                <a:lnTo>
                  <a:pt x="822803" y="77355"/>
                </a:lnTo>
                <a:lnTo>
                  <a:pt x="823128" y="76795"/>
                </a:lnTo>
                <a:lnTo>
                  <a:pt x="823461" y="76239"/>
                </a:lnTo>
                <a:lnTo>
                  <a:pt x="823802" y="75685"/>
                </a:lnTo>
                <a:lnTo>
                  <a:pt x="824150" y="75135"/>
                </a:lnTo>
                <a:lnTo>
                  <a:pt x="824506" y="74587"/>
                </a:lnTo>
                <a:lnTo>
                  <a:pt x="824869" y="74043"/>
                </a:lnTo>
                <a:lnTo>
                  <a:pt x="825241" y="73501"/>
                </a:lnTo>
                <a:lnTo>
                  <a:pt x="825619" y="72963"/>
                </a:lnTo>
                <a:lnTo>
                  <a:pt x="826006" y="72427"/>
                </a:lnTo>
                <a:lnTo>
                  <a:pt x="826400" y="71898"/>
                </a:lnTo>
                <a:lnTo>
                  <a:pt x="826803" y="71376"/>
                </a:lnTo>
                <a:lnTo>
                  <a:pt x="827213" y="70862"/>
                </a:lnTo>
                <a:lnTo>
                  <a:pt x="827630" y="70357"/>
                </a:lnTo>
                <a:lnTo>
                  <a:pt x="828056" y="69860"/>
                </a:lnTo>
                <a:lnTo>
                  <a:pt x="828490" y="69371"/>
                </a:lnTo>
                <a:lnTo>
                  <a:pt x="828931" y="68891"/>
                </a:lnTo>
                <a:lnTo>
                  <a:pt x="829381" y="68419"/>
                </a:lnTo>
                <a:lnTo>
                  <a:pt x="829838" y="67955"/>
                </a:lnTo>
                <a:lnTo>
                  <a:pt x="830303" y="67499"/>
                </a:lnTo>
                <a:lnTo>
                  <a:pt x="830776" y="67051"/>
                </a:lnTo>
                <a:lnTo>
                  <a:pt x="831256" y="66612"/>
                </a:lnTo>
                <a:lnTo>
                  <a:pt x="831745" y="66181"/>
                </a:lnTo>
                <a:lnTo>
                  <a:pt x="832241" y="65758"/>
                </a:lnTo>
                <a:lnTo>
                  <a:pt x="832746" y="65343"/>
                </a:lnTo>
                <a:lnTo>
                  <a:pt x="833258" y="64936"/>
                </a:lnTo>
                <a:lnTo>
                  <a:pt x="833778" y="64538"/>
                </a:lnTo>
                <a:lnTo>
                  <a:pt x="834306" y="64148"/>
                </a:lnTo>
                <a:lnTo>
                  <a:pt x="834841" y="63766"/>
                </a:lnTo>
                <a:lnTo>
                  <a:pt x="835385" y="63393"/>
                </a:lnTo>
                <a:lnTo>
                  <a:pt x="835936" y="63027"/>
                </a:lnTo>
                <a:lnTo>
                  <a:pt x="836495" y="62670"/>
                </a:lnTo>
                <a:lnTo>
                  <a:pt x="837063" y="62321"/>
                </a:lnTo>
                <a:lnTo>
                  <a:pt x="837637" y="61981"/>
                </a:lnTo>
                <a:lnTo>
                  <a:pt x="838220" y="61651"/>
                </a:lnTo>
                <a:lnTo>
                  <a:pt x="838811" y="61336"/>
                </a:lnTo>
                <a:lnTo>
                  <a:pt x="839410" y="61034"/>
                </a:lnTo>
                <a:lnTo>
                  <a:pt x="840017" y="60747"/>
                </a:lnTo>
                <a:lnTo>
                  <a:pt x="840632" y="60473"/>
                </a:lnTo>
                <a:lnTo>
                  <a:pt x="841256" y="60214"/>
                </a:lnTo>
                <a:lnTo>
                  <a:pt x="841887" y="59968"/>
                </a:lnTo>
                <a:lnTo>
                  <a:pt x="842526" y="59737"/>
                </a:lnTo>
                <a:lnTo>
                  <a:pt x="843173" y="59520"/>
                </a:lnTo>
                <a:lnTo>
                  <a:pt x="843828" y="59316"/>
                </a:lnTo>
                <a:lnTo>
                  <a:pt x="844492" y="59127"/>
                </a:lnTo>
                <a:lnTo>
                  <a:pt x="845163" y="58952"/>
                </a:lnTo>
                <a:lnTo>
                  <a:pt x="845842" y="58790"/>
                </a:lnTo>
                <a:lnTo>
                  <a:pt x="846530" y="58643"/>
                </a:lnTo>
                <a:lnTo>
                  <a:pt x="847225" y="58510"/>
                </a:lnTo>
                <a:lnTo>
                  <a:pt x="847929" y="58391"/>
                </a:lnTo>
                <a:lnTo>
                  <a:pt x="848640" y="58286"/>
                </a:lnTo>
                <a:lnTo>
                  <a:pt x="849360" y="58194"/>
                </a:lnTo>
                <a:lnTo>
                  <a:pt x="850087" y="58117"/>
                </a:lnTo>
                <a:lnTo>
                  <a:pt x="850823" y="58054"/>
                </a:lnTo>
                <a:lnTo>
                  <a:pt x="851567" y="58005"/>
                </a:lnTo>
                <a:lnTo>
                  <a:pt x="852319" y="57970"/>
                </a:lnTo>
                <a:lnTo>
                  <a:pt x="853078" y="57949"/>
                </a:lnTo>
                <a:lnTo>
                  <a:pt x="853846" y="57942"/>
                </a:lnTo>
                <a:lnTo>
                  <a:pt x="854542" y="57947"/>
                </a:lnTo>
                <a:lnTo>
                  <a:pt x="855231" y="57962"/>
                </a:lnTo>
                <a:lnTo>
                  <a:pt x="855911" y="57987"/>
                </a:lnTo>
                <a:lnTo>
                  <a:pt x="856584" y="58023"/>
                </a:lnTo>
                <a:lnTo>
                  <a:pt x="857248" y="58068"/>
                </a:lnTo>
                <a:lnTo>
                  <a:pt x="857905" y="58124"/>
                </a:lnTo>
                <a:lnTo>
                  <a:pt x="858554" y="58189"/>
                </a:lnTo>
                <a:lnTo>
                  <a:pt x="859195" y="58265"/>
                </a:lnTo>
                <a:lnTo>
                  <a:pt x="859828" y="58351"/>
                </a:lnTo>
                <a:lnTo>
                  <a:pt x="860454" y="58447"/>
                </a:lnTo>
                <a:lnTo>
                  <a:pt x="861072" y="58553"/>
                </a:lnTo>
                <a:lnTo>
                  <a:pt x="861681" y="58669"/>
                </a:lnTo>
                <a:lnTo>
                  <a:pt x="862283" y="58795"/>
                </a:lnTo>
                <a:lnTo>
                  <a:pt x="862877" y="58931"/>
                </a:lnTo>
                <a:lnTo>
                  <a:pt x="863463" y="59078"/>
                </a:lnTo>
                <a:lnTo>
                  <a:pt x="864042" y="59234"/>
                </a:lnTo>
                <a:lnTo>
                  <a:pt x="864612" y="59401"/>
                </a:lnTo>
                <a:lnTo>
                  <a:pt x="865175" y="59578"/>
                </a:lnTo>
                <a:lnTo>
                  <a:pt x="865729" y="59764"/>
                </a:lnTo>
                <a:lnTo>
                  <a:pt x="866276" y="59961"/>
                </a:lnTo>
                <a:lnTo>
                  <a:pt x="866815" y="60168"/>
                </a:lnTo>
                <a:lnTo>
                  <a:pt x="867347" y="60385"/>
                </a:lnTo>
                <a:lnTo>
                  <a:pt x="867870" y="60613"/>
                </a:lnTo>
                <a:lnTo>
                  <a:pt x="868386" y="60850"/>
                </a:lnTo>
                <a:lnTo>
                  <a:pt x="868892" y="61099"/>
                </a:lnTo>
                <a:lnTo>
                  <a:pt x="869389" y="61362"/>
                </a:lnTo>
                <a:lnTo>
                  <a:pt x="869876" y="61638"/>
                </a:lnTo>
                <a:lnTo>
                  <a:pt x="870354" y="61928"/>
                </a:lnTo>
                <a:lnTo>
                  <a:pt x="870822" y="62232"/>
                </a:lnTo>
                <a:lnTo>
                  <a:pt x="871280" y="62549"/>
                </a:lnTo>
                <a:lnTo>
                  <a:pt x="871728" y="62880"/>
                </a:lnTo>
                <a:lnTo>
                  <a:pt x="872167" y="63225"/>
                </a:lnTo>
                <a:lnTo>
                  <a:pt x="872596" y="63584"/>
                </a:lnTo>
                <a:lnTo>
                  <a:pt x="873015" y="63956"/>
                </a:lnTo>
                <a:lnTo>
                  <a:pt x="873425" y="64341"/>
                </a:lnTo>
                <a:lnTo>
                  <a:pt x="873824" y="64740"/>
                </a:lnTo>
                <a:lnTo>
                  <a:pt x="874214" y="65153"/>
                </a:lnTo>
                <a:lnTo>
                  <a:pt x="874595" y="65580"/>
                </a:lnTo>
                <a:lnTo>
                  <a:pt x="874965" y="66020"/>
                </a:lnTo>
                <a:lnTo>
                  <a:pt x="875326" y="66474"/>
                </a:lnTo>
                <a:lnTo>
                  <a:pt x="875677" y="66942"/>
                </a:lnTo>
                <a:lnTo>
                  <a:pt x="876019" y="67423"/>
                </a:lnTo>
                <a:lnTo>
                  <a:pt x="876350" y="67918"/>
                </a:lnTo>
                <a:lnTo>
                  <a:pt x="876672" y="68426"/>
                </a:lnTo>
                <a:lnTo>
                  <a:pt x="876985" y="68948"/>
                </a:lnTo>
                <a:lnTo>
                  <a:pt x="877287" y="69484"/>
                </a:lnTo>
                <a:lnTo>
                  <a:pt x="877580" y="70033"/>
                </a:lnTo>
                <a:lnTo>
                  <a:pt x="877863" y="70597"/>
                </a:lnTo>
                <a:lnTo>
                  <a:pt x="878135" y="71175"/>
                </a:lnTo>
                <a:lnTo>
                  <a:pt x="878396" y="71772"/>
                </a:lnTo>
                <a:lnTo>
                  <a:pt x="878646" y="72386"/>
                </a:lnTo>
                <a:lnTo>
                  <a:pt x="878883" y="73018"/>
                </a:lnTo>
                <a:lnTo>
                  <a:pt x="879109" y="73668"/>
                </a:lnTo>
                <a:lnTo>
                  <a:pt x="879324" y="74336"/>
                </a:lnTo>
                <a:lnTo>
                  <a:pt x="879527" y="75021"/>
                </a:lnTo>
                <a:lnTo>
                  <a:pt x="879718" y="75724"/>
                </a:lnTo>
                <a:lnTo>
                  <a:pt x="879897" y="76445"/>
                </a:lnTo>
                <a:lnTo>
                  <a:pt x="880066" y="77184"/>
                </a:lnTo>
                <a:lnTo>
                  <a:pt x="880222" y="77940"/>
                </a:lnTo>
                <a:lnTo>
                  <a:pt x="880367" y="78714"/>
                </a:lnTo>
                <a:lnTo>
                  <a:pt x="880500" y="79506"/>
                </a:lnTo>
                <a:lnTo>
                  <a:pt x="880622" y="80316"/>
                </a:lnTo>
                <a:lnTo>
                  <a:pt x="880732" y="81143"/>
                </a:lnTo>
                <a:lnTo>
                  <a:pt x="880831" y="81989"/>
                </a:lnTo>
                <a:lnTo>
                  <a:pt x="880918" y="82852"/>
                </a:lnTo>
                <a:lnTo>
                  <a:pt x="880993" y="83732"/>
                </a:lnTo>
                <a:lnTo>
                  <a:pt x="881057" y="84631"/>
                </a:lnTo>
                <a:lnTo>
                  <a:pt x="881109" y="85547"/>
                </a:lnTo>
                <a:lnTo>
                  <a:pt x="881149" y="86481"/>
                </a:lnTo>
                <a:lnTo>
                  <a:pt x="881178" y="87433"/>
                </a:lnTo>
                <a:lnTo>
                  <a:pt x="881196" y="88403"/>
                </a:lnTo>
                <a:lnTo>
                  <a:pt x="881202" y="89390"/>
                </a:lnTo>
                <a:lnTo>
                  <a:pt x="881202" y="165425"/>
                </a:lnTo>
                <a:lnTo>
                  <a:pt x="894126" y="165425"/>
                </a:lnTo>
                <a:lnTo>
                  <a:pt x="894126" y="89498"/>
                </a:lnTo>
                <a:lnTo>
                  <a:pt x="894121" y="88543"/>
                </a:lnTo>
                <a:lnTo>
                  <a:pt x="894108" y="87601"/>
                </a:lnTo>
                <a:lnTo>
                  <a:pt x="894086" y="86670"/>
                </a:lnTo>
                <a:lnTo>
                  <a:pt x="894055" y="85751"/>
                </a:lnTo>
                <a:lnTo>
                  <a:pt x="894016" y="84843"/>
                </a:lnTo>
                <a:lnTo>
                  <a:pt x="893967" y="83948"/>
                </a:lnTo>
                <a:lnTo>
                  <a:pt x="893910" y="83064"/>
                </a:lnTo>
                <a:lnTo>
                  <a:pt x="893844" y="82192"/>
                </a:lnTo>
                <a:lnTo>
                  <a:pt x="893770" y="81332"/>
                </a:lnTo>
                <a:lnTo>
                  <a:pt x="893686" y="80484"/>
                </a:lnTo>
                <a:lnTo>
                  <a:pt x="893594" y="79647"/>
                </a:lnTo>
                <a:lnTo>
                  <a:pt x="893493" y="78822"/>
                </a:lnTo>
                <a:lnTo>
                  <a:pt x="893383" y="78009"/>
                </a:lnTo>
                <a:lnTo>
                  <a:pt x="893264" y="77208"/>
                </a:lnTo>
                <a:lnTo>
                  <a:pt x="893137" y="76418"/>
                </a:lnTo>
                <a:lnTo>
                  <a:pt x="893001" y="75640"/>
                </a:lnTo>
                <a:lnTo>
                  <a:pt x="892856" y="74875"/>
                </a:lnTo>
                <a:lnTo>
                  <a:pt x="892702" y="74120"/>
                </a:lnTo>
                <a:lnTo>
                  <a:pt x="892539" y="73378"/>
                </a:lnTo>
                <a:lnTo>
                  <a:pt x="892368" y="72647"/>
                </a:lnTo>
                <a:lnTo>
                  <a:pt x="892188" y="71928"/>
                </a:lnTo>
                <a:lnTo>
                  <a:pt x="891999" y="71221"/>
                </a:lnTo>
                <a:lnTo>
                  <a:pt x="891801" y="70526"/>
                </a:lnTo>
                <a:lnTo>
                  <a:pt x="891595" y="69843"/>
                </a:lnTo>
                <a:lnTo>
                  <a:pt x="891380" y="69170"/>
                </a:lnTo>
                <a:lnTo>
                  <a:pt x="891157" y="68508"/>
                </a:lnTo>
                <a:lnTo>
                  <a:pt x="890927" y="67857"/>
                </a:lnTo>
                <a:lnTo>
                  <a:pt x="890688" y="67216"/>
                </a:lnTo>
                <a:lnTo>
                  <a:pt x="890442" y="66586"/>
                </a:lnTo>
                <a:lnTo>
                  <a:pt x="890188" y="65966"/>
                </a:lnTo>
                <a:lnTo>
                  <a:pt x="889926" y="65356"/>
                </a:lnTo>
                <a:lnTo>
                  <a:pt x="889656" y="64757"/>
                </a:lnTo>
                <a:lnTo>
                  <a:pt x="889378" y="64168"/>
                </a:lnTo>
                <a:lnTo>
                  <a:pt x="889093" y="63590"/>
                </a:lnTo>
                <a:lnTo>
                  <a:pt x="888799" y="63023"/>
                </a:lnTo>
                <a:lnTo>
                  <a:pt x="888498" y="62465"/>
                </a:lnTo>
                <a:lnTo>
                  <a:pt x="888189" y="61919"/>
                </a:lnTo>
                <a:lnTo>
                  <a:pt x="887872" y="61382"/>
                </a:lnTo>
                <a:lnTo>
                  <a:pt x="887547" y="60857"/>
                </a:lnTo>
                <a:lnTo>
                  <a:pt x="887215" y="60341"/>
                </a:lnTo>
                <a:lnTo>
                  <a:pt x="886874" y="59836"/>
                </a:lnTo>
                <a:lnTo>
                  <a:pt x="886526" y="59342"/>
                </a:lnTo>
                <a:lnTo>
                  <a:pt x="886170" y="58858"/>
                </a:lnTo>
                <a:lnTo>
                  <a:pt x="885806" y="58385"/>
                </a:lnTo>
                <a:lnTo>
                  <a:pt x="885434" y="57922"/>
                </a:lnTo>
                <a:lnTo>
                  <a:pt x="885054" y="57469"/>
                </a:lnTo>
                <a:lnTo>
                  <a:pt x="884667" y="57027"/>
                </a:lnTo>
                <a:lnTo>
                  <a:pt x="884271" y="56596"/>
                </a:lnTo>
                <a:lnTo>
                  <a:pt x="883868" y="56174"/>
                </a:lnTo>
                <a:lnTo>
                  <a:pt x="883458" y="55762"/>
                </a:lnTo>
                <a:lnTo>
                  <a:pt x="883040" y="55360"/>
                </a:lnTo>
                <a:lnTo>
                  <a:pt x="882615" y="54967"/>
                </a:lnTo>
                <a:lnTo>
                  <a:pt x="882183" y="54583"/>
                </a:lnTo>
                <a:lnTo>
                  <a:pt x="881744" y="54210"/>
                </a:lnTo>
                <a:lnTo>
                  <a:pt x="881297" y="53845"/>
                </a:lnTo>
                <a:lnTo>
                  <a:pt x="880843" y="53490"/>
                </a:lnTo>
                <a:lnTo>
                  <a:pt x="880381" y="53145"/>
                </a:lnTo>
                <a:lnTo>
                  <a:pt x="879913" y="52809"/>
                </a:lnTo>
                <a:lnTo>
                  <a:pt x="879437" y="52483"/>
                </a:lnTo>
                <a:lnTo>
                  <a:pt x="878953" y="52167"/>
                </a:lnTo>
                <a:lnTo>
                  <a:pt x="878463" y="51860"/>
                </a:lnTo>
                <a:lnTo>
                  <a:pt x="877965" y="51562"/>
                </a:lnTo>
                <a:lnTo>
                  <a:pt x="877460" y="51274"/>
                </a:lnTo>
                <a:lnTo>
                  <a:pt x="876948" y="50995"/>
                </a:lnTo>
                <a:lnTo>
                  <a:pt x="876428" y="50726"/>
                </a:lnTo>
                <a:lnTo>
                  <a:pt x="875901" y="50467"/>
                </a:lnTo>
                <a:lnTo>
                  <a:pt x="875367" y="50217"/>
                </a:lnTo>
                <a:lnTo>
                  <a:pt x="874825" y="49977"/>
                </a:lnTo>
                <a:lnTo>
                  <a:pt x="874276" y="49746"/>
                </a:lnTo>
                <a:lnTo>
                  <a:pt x="873720" y="49525"/>
                </a:lnTo>
                <a:lnTo>
                  <a:pt x="873157" y="49313"/>
                </a:lnTo>
                <a:lnTo>
                  <a:pt x="872586" y="49111"/>
                </a:lnTo>
                <a:lnTo>
                  <a:pt x="872008" y="48917"/>
                </a:lnTo>
                <a:lnTo>
                  <a:pt x="871424" y="48732"/>
                </a:lnTo>
                <a:lnTo>
                  <a:pt x="870834" y="48555"/>
                </a:lnTo>
                <a:lnTo>
                  <a:pt x="870237" y="48387"/>
                </a:lnTo>
                <a:lnTo>
                  <a:pt x="869634" y="48226"/>
                </a:lnTo>
                <a:lnTo>
                  <a:pt x="869025" y="48074"/>
                </a:lnTo>
                <a:lnTo>
                  <a:pt x="868409" y="47930"/>
                </a:lnTo>
                <a:lnTo>
                  <a:pt x="867787" y="47794"/>
                </a:lnTo>
                <a:lnTo>
                  <a:pt x="867159" y="47667"/>
                </a:lnTo>
                <a:lnTo>
                  <a:pt x="866524" y="47548"/>
                </a:lnTo>
                <a:lnTo>
                  <a:pt x="865883" y="47436"/>
                </a:lnTo>
                <a:lnTo>
                  <a:pt x="865235" y="47334"/>
                </a:lnTo>
                <a:lnTo>
                  <a:pt x="864581" y="47239"/>
                </a:lnTo>
                <a:lnTo>
                  <a:pt x="863921" y="47153"/>
                </a:lnTo>
                <a:lnTo>
                  <a:pt x="863255" y="47074"/>
                </a:lnTo>
                <a:lnTo>
                  <a:pt x="862582" y="47005"/>
                </a:lnTo>
                <a:lnTo>
                  <a:pt x="861902" y="46943"/>
                </a:lnTo>
                <a:lnTo>
                  <a:pt x="861217" y="46889"/>
                </a:lnTo>
                <a:lnTo>
                  <a:pt x="860525" y="46844"/>
                </a:lnTo>
                <a:lnTo>
                  <a:pt x="859826" y="46807"/>
                </a:lnTo>
                <a:lnTo>
                  <a:pt x="859122" y="46778"/>
                </a:lnTo>
                <a:lnTo>
                  <a:pt x="858411" y="46758"/>
                </a:lnTo>
                <a:lnTo>
                  <a:pt x="857693" y="46745"/>
                </a:lnTo>
                <a:lnTo>
                  <a:pt x="856969" y="46741"/>
                </a:lnTo>
                <a:lnTo>
                  <a:pt x="856138" y="46748"/>
                </a:lnTo>
                <a:lnTo>
                  <a:pt x="855312" y="46768"/>
                </a:lnTo>
                <a:lnTo>
                  <a:pt x="854492" y="46802"/>
                </a:lnTo>
                <a:lnTo>
                  <a:pt x="853679" y="46849"/>
                </a:lnTo>
                <a:lnTo>
                  <a:pt x="852871" y="46910"/>
                </a:lnTo>
                <a:lnTo>
                  <a:pt x="852069" y="46984"/>
                </a:lnTo>
                <a:lnTo>
                  <a:pt x="851273" y="47071"/>
                </a:lnTo>
                <a:lnTo>
                  <a:pt x="850484" y="47172"/>
                </a:lnTo>
                <a:lnTo>
                  <a:pt x="849700" y="47287"/>
                </a:lnTo>
                <a:lnTo>
                  <a:pt x="848922" y="47414"/>
                </a:lnTo>
                <a:lnTo>
                  <a:pt x="848150" y="47556"/>
                </a:lnTo>
                <a:lnTo>
                  <a:pt x="847384" y="47711"/>
                </a:lnTo>
                <a:lnTo>
                  <a:pt x="846624" y="47879"/>
                </a:lnTo>
                <a:lnTo>
                  <a:pt x="845870" y="48061"/>
                </a:lnTo>
                <a:lnTo>
                  <a:pt x="845123" y="48256"/>
                </a:lnTo>
                <a:lnTo>
                  <a:pt x="844381" y="48464"/>
                </a:lnTo>
                <a:lnTo>
                  <a:pt x="843645" y="48687"/>
                </a:lnTo>
                <a:lnTo>
                  <a:pt x="842915" y="48922"/>
                </a:lnTo>
                <a:lnTo>
                  <a:pt x="842191" y="49171"/>
                </a:lnTo>
                <a:lnTo>
                  <a:pt x="841473" y="49434"/>
                </a:lnTo>
                <a:lnTo>
                  <a:pt x="840761" y="49710"/>
                </a:lnTo>
                <a:lnTo>
                  <a:pt x="840055" y="49999"/>
                </a:lnTo>
                <a:lnTo>
                  <a:pt x="839355" y="50302"/>
                </a:lnTo>
                <a:lnTo>
                  <a:pt x="838661" y="50618"/>
                </a:lnTo>
                <a:lnTo>
                  <a:pt x="837973" y="50947"/>
                </a:lnTo>
                <a:lnTo>
                  <a:pt x="837294" y="51286"/>
                </a:lnTo>
                <a:lnTo>
                  <a:pt x="836622" y="51635"/>
                </a:lnTo>
                <a:lnTo>
                  <a:pt x="835958" y="51995"/>
                </a:lnTo>
                <a:lnTo>
                  <a:pt x="835301" y="52365"/>
                </a:lnTo>
                <a:lnTo>
                  <a:pt x="834652" y="52745"/>
                </a:lnTo>
                <a:lnTo>
                  <a:pt x="834011" y="53137"/>
                </a:lnTo>
                <a:lnTo>
                  <a:pt x="833377" y="53538"/>
                </a:lnTo>
                <a:lnTo>
                  <a:pt x="832752" y="53950"/>
                </a:lnTo>
                <a:lnTo>
                  <a:pt x="832133" y="54373"/>
                </a:lnTo>
                <a:lnTo>
                  <a:pt x="831523" y="54806"/>
                </a:lnTo>
                <a:lnTo>
                  <a:pt x="830920" y="55249"/>
                </a:lnTo>
                <a:lnTo>
                  <a:pt x="830325" y="55703"/>
                </a:lnTo>
                <a:lnTo>
                  <a:pt x="829737" y="56168"/>
                </a:lnTo>
                <a:lnTo>
                  <a:pt x="829157" y="56643"/>
                </a:lnTo>
                <a:lnTo>
                  <a:pt x="828585" y="57128"/>
                </a:lnTo>
                <a:lnTo>
                  <a:pt x="828020" y="57624"/>
                </a:lnTo>
                <a:lnTo>
                  <a:pt x="827463" y="58130"/>
                </a:lnTo>
                <a:lnTo>
                  <a:pt x="826914" y="58647"/>
                </a:lnTo>
                <a:lnTo>
                  <a:pt x="826372" y="59175"/>
                </a:lnTo>
                <a:lnTo>
                  <a:pt x="825839" y="59712"/>
                </a:lnTo>
                <a:lnTo>
                  <a:pt x="825312" y="60260"/>
                </a:lnTo>
                <a:lnTo>
                  <a:pt x="824794" y="60819"/>
                </a:lnTo>
                <a:lnTo>
                  <a:pt x="824283" y="61388"/>
                </a:lnTo>
                <a:lnTo>
                  <a:pt x="823780" y="61966"/>
                </a:lnTo>
                <a:lnTo>
                  <a:pt x="823286" y="62552"/>
                </a:lnTo>
                <a:lnTo>
                  <a:pt x="822801" y="63145"/>
                </a:lnTo>
                <a:lnTo>
                  <a:pt x="822325" y="63746"/>
                </a:lnTo>
                <a:lnTo>
                  <a:pt x="821857" y="64354"/>
                </a:lnTo>
                <a:lnTo>
                  <a:pt x="821399" y="64969"/>
                </a:lnTo>
                <a:lnTo>
                  <a:pt x="820949" y="65592"/>
                </a:lnTo>
                <a:lnTo>
                  <a:pt x="820507" y="66223"/>
                </a:lnTo>
                <a:lnTo>
                  <a:pt x="820075" y="66861"/>
                </a:lnTo>
                <a:lnTo>
                  <a:pt x="819651" y="67506"/>
                </a:lnTo>
                <a:lnTo>
                  <a:pt x="819237" y="68159"/>
                </a:lnTo>
                <a:lnTo>
                  <a:pt x="818948" y="68628"/>
                </a:lnTo>
                <a:lnTo>
                  <a:pt x="818521" y="48895"/>
                </a:lnTo>
                <a:lnTo>
                  <a:pt x="806243" y="48895"/>
                </a:lnTo>
                <a:lnTo>
                  <a:pt x="806243" y="165425"/>
                </a:lnTo>
                <a:lnTo>
                  <a:pt x="819059" y="165425"/>
                </a:lnTo>
                <a:lnTo>
                  <a:pt x="819059" y="85487"/>
                </a:lnTo>
                <a:lnTo>
                  <a:pt x="819272" y="84900"/>
                </a:lnTo>
                <a:lnTo>
                  <a:pt x="819498" y="84301"/>
                </a:lnTo>
                <a:lnTo>
                  <a:pt x="819731" y="83706"/>
                </a:lnTo>
                <a:lnTo>
                  <a:pt x="819972" y="83114"/>
                </a:lnTo>
                <a:close/>
                <a:moveTo>
                  <a:pt x="686118" y="133055"/>
                </a:moveTo>
                <a:lnTo>
                  <a:pt x="686057" y="133255"/>
                </a:lnTo>
                <a:lnTo>
                  <a:pt x="685808" y="134022"/>
                </a:lnTo>
                <a:lnTo>
                  <a:pt x="685546" y="134784"/>
                </a:lnTo>
                <a:lnTo>
                  <a:pt x="685273" y="135541"/>
                </a:lnTo>
                <a:lnTo>
                  <a:pt x="684987" y="136293"/>
                </a:lnTo>
                <a:lnTo>
                  <a:pt x="684687" y="137036"/>
                </a:lnTo>
                <a:lnTo>
                  <a:pt x="684371" y="137767"/>
                </a:lnTo>
                <a:lnTo>
                  <a:pt x="684038" y="138486"/>
                </a:lnTo>
                <a:lnTo>
                  <a:pt x="683689" y="139192"/>
                </a:lnTo>
                <a:lnTo>
                  <a:pt x="683323" y="139886"/>
                </a:lnTo>
                <a:lnTo>
                  <a:pt x="682941" y="140567"/>
                </a:lnTo>
                <a:lnTo>
                  <a:pt x="682542" y="141236"/>
                </a:lnTo>
                <a:lnTo>
                  <a:pt x="682127" y="141893"/>
                </a:lnTo>
                <a:lnTo>
                  <a:pt x="681696" y="142538"/>
                </a:lnTo>
                <a:lnTo>
                  <a:pt x="681248" y="143170"/>
                </a:lnTo>
                <a:lnTo>
                  <a:pt x="680783" y="143790"/>
                </a:lnTo>
                <a:lnTo>
                  <a:pt x="680302" y="144397"/>
                </a:lnTo>
                <a:lnTo>
                  <a:pt x="679805" y="144992"/>
                </a:lnTo>
                <a:lnTo>
                  <a:pt x="679291" y="145575"/>
                </a:lnTo>
                <a:lnTo>
                  <a:pt x="678761" y="146146"/>
                </a:lnTo>
                <a:lnTo>
                  <a:pt x="678214" y="146704"/>
                </a:lnTo>
                <a:lnTo>
                  <a:pt x="677651" y="147250"/>
                </a:lnTo>
                <a:lnTo>
                  <a:pt x="677072" y="147783"/>
                </a:lnTo>
                <a:lnTo>
                  <a:pt x="676475" y="148304"/>
                </a:lnTo>
                <a:lnTo>
                  <a:pt x="675863" y="148813"/>
                </a:lnTo>
                <a:lnTo>
                  <a:pt x="675234" y="149309"/>
                </a:lnTo>
                <a:lnTo>
                  <a:pt x="674588" y="149793"/>
                </a:lnTo>
                <a:lnTo>
                  <a:pt x="673927" y="150265"/>
                </a:lnTo>
                <a:lnTo>
                  <a:pt x="673248" y="150724"/>
                </a:lnTo>
                <a:lnTo>
                  <a:pt x="672551" y="151168"/>
                </a:lnTo>
                <a:lnTo>
                  <a:pt x="671834" y="151593"/>
                </a:lnTo>
                <a:lnTo>
                  <a:pt x="671095" y="151999"/>
                </a:lnTo>
                <a:lnTo>
                  <a:pt x="670336" y="152386"/>
                </a:lnTo>
                <a:lnTo>
                  <a:pt x="669556" y="152755"/>
                </a:lnTo>
                <a:lnTo>
                  <a:pt x="668755" y="153104"/>
                </a:lnTo>
                <a:lnTo>
                  <a:pt x="667934" y="153434"/>
                </a:lnTo>
                <a:lnTo>
                  <a:pt x="667091" y="153746"/>
                </a:lnTo>
                <a:lnTo>
                  <a:pt x="666228" y="154039"/>
                </a:lnTo>
                <a:lnTo>
                  <a:pt x="665345" y="154313"/>
                </a:lnTo>
                <a:lnTo>
                  <a:pt x="664440" y="154568"/>
                </a:lnTo>
                <a:lnTo>
                  <a:pt x="663515" y="154804"/>
                </a:lnTo>
                <a:lnTo>
                  <a:pt x="662569" y="155021"/>
                </a:lnTo>
                <a:lnTo>
                  <a:pt x="661602" y="155219"/>
                </a:lnTo>
                <a:lnTo>
                  <a:pt x="660615" y="155398"/>
                </a:lnTo>
                <a:lnTo>
                  <a:pt x="659606" y="155559"/>
                </a:lnTo>
                <a:lnTo>
                  <a:pt x="658577" y="155701"/>
                </a:lnTo>
                <a:lnTo>
                  <a:pt x="657528" y="155823"/>
                </a:lnTo>
                <a:lnTo>
                  <a:pt x="656457" y="155927"/>
                </a:lnTo>
                <a:lnTo>
                  <a:pt x="655366" y="156012"/>
                </a:lnTo>
                <a:lnTo>
                  <a:pt x="654254" y="156078"/>
                </a:lnTo>
                <a:lnTo>
                  <a:pt x="653121" y="156125"/>
                </a:lnTo>
                <a:lnTo>
                  <a:pt x="651967" y="156154"/>
                </a:lnTo>
                <a:lnTo>
                  <a:pt x="650793" y="156163"/>
                </a:lnTo>
                <a:lnTo>
                  <a:pt x="650328" y="156160"/>
                </a:lnTo>
                <a:lnTo>
                  <a:pt x="649865" y="156152"/>
                </a:lnTo>
                <a:lnTo>
                  <a:pt x="649405" y="156138"/>
                </a:lnTo>
                <a:lnTo>
                  <a:pt x="648947" y="156118"/>
                </a:lnTo>
                <a:lnTo>
                  <a:pt x="648492" y="156093"/>
                </a:lnTo>
                <a:lnTo>
                  <a:pt x="648040" y="156062"/>
                </a:lnTo>
                <a:lnTo>
                  <a:pt x="647590" y="156026"/>
                </a:lnTo>
                <a:lnTo>
                  <a:pt x="647143" y="155984"/>
                </a:lnTo>
                <a:lnTo>
                  <a:pt x="646699" y="155936"/>
                </a:lnTo>
                <a:lnTo>
                  <a:pt x="646257" y="155883"/>
                </a:lnTo>
                <a:lnTo>
                  <a:pt x="645818" y="155824"/>
                </a:lnTo>
                <a:lnTo>
                  <a:pt x="645381" y="155759"/>
                </a:lnTo>
                <a:lnTo>
                  <a:pt x="644947" y="155689"/>
                </a:lnTo>
                <a:lnTo>
                  <a:pt x="644516" y="155614"/>
                </a:lnTo>
                <a:lnTo>
                  <a:pt x="644087" y="155532"/>
                </a:lnTo>
                <a:lnTo>
                  <a:pt x="643661" y="155445"/>
                </a:lnTo>
                <a:lnTo>
                  <a:pt x="643237" y="155353"/>
                </a:lnTo>
                <a:lnTo>
                  <a:pt x="642817" y="155255"/>
                </a:lnTo>
                <a:lnTo>
                  <a:pt x="642398" y="155151"/>
                </a:lnTo>
                <a:lnTo>
                  <a:pt x="641983" y="155041"/>
                </a:lnTo>
                <a:lnTo>
                  <a:pt x="641570" y="154926"/>
                </a:lnTo>
                <a:lnTo>
                  <a:pt x="641159" y="154806"/>
                </a:lnTo>
                <a:lnTo>
                  <a:pt x="640751" y="154680"/>
                </a:lnTo>
                <a:lnTo>
                  <a:pt x="640346" y="154548"/>
                </a:lnTo>
                <a:lnTo>
                  <a:pt x="639944" y="154410"/>
                </a:lnTo>
                <a:lnTo>
                  <a:pt x="639546" y="154264"/>
                </a:lnTo>
                <a:lnTo>
                  <a:pt x="639152" y="154111"/>
                </a:lnTo>
                <a:lnTo>
                  <a:pt x="638762" y="153951"/>
                </a:lnTo>
                <a:lnTo>
                  <a:pt x="638376" y="153784"/>
                </a:lnTo>
                <a:lnTo>
                  <a:pt x="637994" y="153609"/>
                </a:lnTo>
                <a:lnTo>
                  <a:pt x="637615" y="153427"/>
                </a:lnTo>
                <a:lnTo>
                  <a:pt x="637241" y="153237"/>
                </a:lnTo>
                <a:lnTo>
                  <a:pt x="636870" y="153041"/>
                </a:lnTo>
                <a:lnTo>
                  <a:pt x="636504" y="152837"/>
                </a:lnTo>
                <a:lnTo>
                  <a:pt x="636141" y="152626"/>
                </a:lnTo>
                <a:lnTo>
                  <a:pt x="635782" y="152407"/>
                </a:lnTo>
                <a:lnTo>
                  <a:pt x="635428" y="152181"/>
                </a:lnTo>
                <a:lnTo>
                  <a:pt x="635077" y="151948"/>
                </a:lnTo>
                <a:lnTo>
                  <a:pt x="634730" y="151708"/>
                </a:lnTo>
                <a:lnTo>
                  <a:pt x="634387" y="151460"/>
                </a:lnTo>
                <a:lnTo>
                  <a:pt x="634048" y="151205"/>
                </a:lnTo>
                <a:lnTo>
                  <a:pt x="633713" y="150943"/>
                </a:lnTo>
                <a:lnTo>
                  <a:pt x="633381" y="150674"/>
                </a:lnTo>
                <a:lnTo>
                  <a:pt x="633054" y="150397"/>
                </a:lnTo>
                <a:lnTo>
                  <a:pt x="632731" y="150113"/>
                </a:lnTo>
                <a:lnTo>
                  <a:pt x="632411" y="149821"/>
                </a:lnTo>
                <a:lnTo>
                  <a:pt x="632096" y="149523"/>
                </a:lnTo>
                <a:lnTo>
                  <a:pt x="631784" y="149217"/>
                </a:lnTo>
                <a:lnTo>
                  <a:pt x="631477" y="148903"/>
                </a:lnTo>
                <a:lnTo>
                  <a:pt x="631176" y="148579"/>
                </a:lnTo>
                <a:lnTo>
                  <a:pt x="630881" y="148247"/>
                </a:lnTo>
                <a:lnTo>
                  <a:pt x="630591" y="147906"/>
                </a:lnTo>
                <a:lnTo>
                  <a:pt x="630306" y="147556"/>
                </a:lnTo>
                <a:lnTo>
                  <a:pt x="630027" y="147197"/>
                </a:lnTo>
                <a:lnTo>
                  <a:pt x="629754" y="146829"/>
                </a:lnTo>
                <a:lnTo>
                  <a:pt x="629487" y="146452"/>
                </a:lnTo>
                <a:lnTo>
                  <a:pt x="629225" y="146067"/>
                </a:lnTo>
                <a:lnTo>
                  <a:pt x="628968" y="145672"/>
                </a:lnTo>
                <a:lnTo>
                  <a:pt x="628718" y="145268"/>
                </a:lnTo>
                <a:lnTo>
                  <a:pt x="628472" y="144855"/>
                </a:lnTo>
                <a:lnTo>
                  <a:pt x="628233" y="144433"/>
                </a:lnTo>
                <a:lnTo>
                  <a:pt x="627999" y="144002"/>
                </a:lnTo>
                <a:lnTo>
                  <a:pt x="627771" y="143563"/>
                </a:lnTo>
                <a:lnTo>
                  <a:pt x="627548" y="143114"/>
                </a:lnTo>
                <a:lnTo>
                  <a:pt x="627331" y="142656"/>
                </a:lnTo>
                <a:lnTo>
                  <a:pt x="627119" y="142189"/>
                </a:lnTo>
                <a:lnTo>
                  <a:pt x="626914" y="141714"/>
                </a:lnTo>
                <a:lnTo>
                  <a:pt x="626713" y="141229"/>
                </a:lnTo>
                <a:lnTo>
                  <a:pt x="626519" y="140735"/>
                </a:lnTo>
                <a:lnTo>
                  <a:pt x="626330" y="140233"/>
                </a:lnTo>
                <a:lnTo>
                  <a:pt x="626146" y="139721"/>
                </a:lnTo>
                <a:lnTo>
                  <a:pt x="625968" y="139201"/>
                </a:lnTo>
                <a:lnTo>
                  <a:pt x="625797" y="138671"/>
                </a:lnTo>
                <a:lnTo>
                  <a:pt x="625633" y="138130"/>
                </a:lnTo>
                <a:lnTo>
                  <a:pt x="625476" y="137579"/>
                </a:lnTo>
                <a:lnTo>
                  <a:pt x="625327" y="137018"/>
                </a:lnTo>
                <a:lnTo>
                  <a:pt x="625185" y="136447"/>
                </a:lnTo>
                <a:lnTo>
                  <a:pt x="625050" y="135865"/>
                </a:lnTo>
                <a:lnTo>
                  <a:pt x="624922" y="135274"/>
                </a:lnTo>
                <a:lnTo>
                  <a:pt x="624802" y="134671"/>
                </a:lnTo>
                <a:lnTo>
                  <a:pt x="624689" y="134059"/>
                </a:lnTo>
                <a:lnTo>
                  <a:pt x="624583" y="133436"/>
                </a:lnTo>
                <a:lnTo>
                  <a:pt x="624484" y="132803"/>
                </a:lnTo>
                <a:lnTo>
                  <a:pt x="624393" y="132160"/>
                </a:lnTo>
                <a:lnTo>
                  <a:pt x="624309" y="131506"/>
                </a:lnTo>
                <a:lnTo>
                  <a:pt x="624233" y="130842"/>
                </a:lnTo>
                <a:lnTo>
                  <a:pt x="624164" y="130168"/>
                </a:lnTo>
                <a:lnTo>
                  <a:pt x="624102" y="129484"/>
                </a:lnTo>
                <a:lnTo>
                  <a:pt x="624047" y="128789"/>
                </a:lnTo>
                <a:lnTo>
                  <a:pt x="624000" y="128084"/>
                </a:lnTo>
                <a:lnTo>
                  <a:pt x="623959" y="127369"/>
                </a:lnTo>
                <a:lnTo>
                  <a:pt x="623927" y="126643"/>
                </a:lnTo>
                <a:lnTo>
                  <a:pt x="623901" y="125907"/>
                </a:lnTo>
                <a:lnTo>
                  <a:pt x="623883" y="125161"/>
                </a:lnTo>
                <a:lnTo>
                  <a:pt x="623872" y="124405"/>
                </a:lnTo>
                <a:lnTo>
                  <a:pt x="623868" y="123638"/>
                </a:lnTo>
                <a:lnTo>
                  <a:pt x="623868" y="48895"/>
                </a:lnTo>
                <a:lnTo>
                  <a:pt x="611052" y="48895"/>
                </a:lnTo>
                <a:lnTo>
                  <a:pt x="611052" y="123423"/>
                </a:lnTo>
                <a:lnTo>
                  <a:pt x="611057" y="124413"/>
                </a:lnTo>
                <a:lnTo>
                  <a:pt x="611071" y="125391"/>
                </a:lnTo>
                <a:lnTo>
                  <a:pt x="611095" y="126356"/>
                </a:lnTo>
                <a:lnTo>
                  <a:pt x="611128" y="127309"/>
                </a:lnTo>
                <a:lnTo>
                  <a:pt x="611171" y="128250"/>
                </a:lnTo>
                <a:lnTo>
                  <a:pt x="611224" y="129178"/>
                </a:lnTo>
                <a:lnTo>
                  <a:pt x="611286" y="130094"/>
                </a:lnTo>
                <a:lnTo>
                  <a:pt x="611357" y="130998"/>
                </a:lnTo>
                <a:lnTo>
                  <a:pt x="611438" y="131889"/>
                </a:lnTo>
                <a:lnTo>
                  <a:pt x="611529" y="132768"/>
                </a:lnTo>
                <a:lnTo>
                  <a:pt x="611629" y="133635"/>
                </a:lnTo>
                <a:lnTo>
                  <a:pt x="611739" y="134489"/>
                </a:lnTo>
                <a:lnTo>
                  <a:pt x="611858" y="135331"/>
                </a:lnTo>
                <a:lnTo>
                  <a:pt x="611987" y="136160"/>
                </a:lnTo>
                <a:lnTo>
                  <a:pt x="612125" y="136978"/>
                </a:lnTo>
                <a:lnTo>
                  <a:pt x="612273" y="137783"/>
                </a:lnTo>
                <a:lnTo>
                  <a:pt x="612430" y="138575"/>
                </a:lnTo>
                <a:lnTo>
                  <a:pt x="612597" y="139356"/>
                </a:lnTo>
                <a:lnTo>
                  <a:pt x="612773" y="140123"/>
                </a:lnTo>
                <a:lnTo>
                  <a:pt x="612959" y="140879"/>
                </a:lnTo>
                <a:lnTo>
                  <a:pt x="613155" y="141622"/>
                </a:lnTo>
                <a:lnTo>
                  <a:pt x="613360" y="142353"/>
                </a:lnTo>
                <a:lnTo>
                  <a:pt x="613574" y="143072"/>
                </a:lnTo>
                <a:lnTo>
                  <a:pt x="613798" y="143778"/>
                </a:lnTo>
                <a:lnTo>
                  <a:pt x="614031" y="144472"/>
                </a:lnTo>
                <a:lnTo>
                  <a:pt x="614272" y="145156"/>
                </a:lnTo>
                <a:lnTo>
                  <a:pt x="614521" y="145828"/>
                </a:lnTo>
                <a:lnTo>
                  <a:pt x="614778" y="146490"/>
                </a:lnTo>
                <a:lnTo>
                  <a:pt x="615043" y="147140"/>
                </a:lnTo>
                <a:lnTo>
                  <a:pt x="615316" y="147780"/>
                </a:lnTo>
                <a:lnTo>
                  <a:pt x="615597" y="148408"/>
                </a:lnTo>
                <a:lnTo>
                  <a:pt x="615887" y="149025"/>
                </a:lnTo>
                <a:lnTo>
                  <a:pt x="616184" y="149632"/>
                </a:lnTo>
                <a:lnTo>
                  <a:pt x="616489" y="150227"/>
                </a:lnTo>
                <a:lnTo>
                  <a:pt x="616802" y="150811"/>
                </a:lnTo>
                <a:lnTo>
                  <a:pt x="617124" y="151384"/>
                </a:lnTo>
                <a:lnTo>
                  <a:pt x="617453" y="151946"/>
                </a:lnTo>
                <a:lnTo>
                  <a:pt x="617790" y="152497"/>
                </a:lnTo>
                <a:lnTo>
                  <a:pt x="618136" y="153037"/>
                </a:lnTo>
                <a:lnTo>
                  <a:pt x="618489" y="153567"/>
                </a:lnTo>
                <a:lnTo>
                  <a:pt x="618851" y="154085"/>
                </a:lnTo>
                <a:lnTo>
                  <a:pt x="619220" y="154592"/>
                </a:lnTo>
                <a:lnTo>
                  <a:pt x="619598" y="155087"/>
                </a:lnTo>
                <a:lnTo>
                  <a:pt x="619984" y="155572"/>
                </a:lnTo>
                <a:lnTo>
                  <a:pt x="620377" y="156046"/>
                </a:lnTo>
                <a:lnTo>
                  <a:pt x="620779" y="156509"/>
                </a:lnTo>
                <a:lnTo>
                  <a:pt x="621189" y="156961"/>
                </a:lnTo>
                <a:lnTo>
                  <a:pt x="621607" y="157402"/>
                </a:lnTo>
                <a:lnTo>
                  <a:pt x="622032" y="157832"/>
                </a:lnTo>
                <a:lnTo>
                  <a:pt x="622464" y="158253"/>
                </a:lnTo>
                <a:lnTo>
                  <a:pt x="622903" y="158665"/>
                </a:lnTo>
                <a:lnTo>
                  <a:pt x="623349" y="159067"/>
                </a:lnTo>
                <a:lnTo>
                  <a:pt x="623802" y="159459"/>
                </a:lnTo>
                <a:lnTo>
                  <a:pt x="624262" y="159842"/>
                </a:lnTo>
                <a:lnTo>
                  <a:pt x="624729" y="160215"/>
                </a:lnTo>
                <a:lnTo>
                  <a:pt x="625203" y="160579"/>
                </a:lnTo>
                <a:lnTo>
                  <a:pt x="625683" y="160933"/>
                </a:lnTo>
                <a:lnTo>
                  <a:pt x="626171" y="161278"/>
                </a:lnTo>
                <a:lnTo>
                  <a:pt x="626665" y="161613"/>
                </a:lnTo>
                <a:lnTo>
                  <a:pt x="627167" y="161939"/>
                </a:lnTo>
                <a:lnTo>
                  <a:pt x="627675" y="162255"/>
                </a:lnTo>
                <a:lnTo>
                  <a:pt x="628190" y="162561"/>
                </a:lnTo>
                <a:lnTo>
                  <a:pt x="628712" y="162858"/>
                </a:lnTo>
                <a:lnTo>
                  <a:pt x="629241" y="163146"/>
                </a:lnTo>
                <a:lnTo>
                  <a:pt x="629777" y="163424"/>
                </a:lnTo>
                <a:lnTo>
                  <a:pt x="630320" y="163692"/>
                </a:lnTo>
                <a:lnTo>
                  <a:pt x="630870" y="163951"/>
                </a:lnTo>
                <a:lnTo>
                  <a:pt x="631427" y="164200"/>
                </a:lnTo>
                <a:lnTo>
                  <a:pt x="631990" y="164440"/>
                </a:lnTo>
                <a:lnTo>
                  <a:pt x="632561" y="164670"/>
                </a:lnTo>
                <a:lnTo>
                  <a:pt x="633138" y="164891"/>
                </a:lnTo>
                <a:lnTo>
                  <a:pt x="633723" y="165102"/>
                </a:lnTo>
                <a:lnTo>
                  <a:pt x="634313" y="165304"/>
                </a:lnTo>
                <a:lnTo>
                  <a:pt x="634909" y="165498"/>
                </a:lnTo>
                <a:lnTo>
                  <a:pt x="635509" y="165683"/>
                </a:lnTo>
                <a:lnTo>
                  <a:pt x="636115" y="165859"/>
                </a:lnTo>
                <a:lnTo>
                  <a:pt x="636725" y="166027"/>
                </a:lnTo>
                <a:lnTo>
                  <a:pt x="637341" y="166186"/>
                </a:lnTo>
                <a:lnTo>
                  <a:pt x="637961" y="166337"/>
                </a:lnTo>
                <a:lnTo>
                  <a:pt x="638587" y="166478"/>
                </a:lnTo>
                <a:lnTo>
                  <a:pt x="639218" y="166612"/>
                </a:lnTo>
                <a:lnTo>
                  <a:pt x="639854" y="166736"/>
                </a:lnTo>
                <a:lnTo>
                  <a:pt x="640495" y="166853"/>
                </a:lnTo>
                <a:lnTo>
                  <a:pt x="641141" y="166960"/>
                </a:lnTo>
                <a:lnTo>
                  <a:pt x="641791" y="167059"/>
                </a:lnTo>
                <a:lnTo>
                  <a:pt x="642447" y="167149"/>
                </a:lnTo>
                <a:lnTo>
                  <a:pt x="643109" y="167231"/>
                </a:lnTo>
                <a:lnTo>
                  <a:pt x="643775" y="167304"/>
                </a:lnTo>
                <a:lnTo>
                  <a:pt x="644446" y="167369"/>
                </a:lnTo>
                <a:lnTo>
                  <a:pt x="645122" y="167425"/>
                </a:lnTo>
                <a:lnTo>
                  <a:pt x="645803" y="167472"/>
                </a:lnTo>
                <a:lnTo>
                  <a:pt x="646490" y="167511"/>
                </a:lnTo>
                <a:lnTo>
                  <a:pt x="647181" y="167541"/>
                </a:lnTo>
                <a:lnTo>
                  <a:pt x="647877" y="167562"/>
                </a:lnTo>
                <a:lnTo>
                  <a:pt x="648579" y="167575"/>
                </a:lnTo>
                <a:lnTo>
                  <a:pt x="649285" y="167579"/>
                </a:lnTo>
                <a:lnTo>
                  <a:pt x="650302" y="167573"/>
                </a:lnTo>
                <a:lnTo>
                  <a:pt x="651307" y="167553"/>
                </a:lnTo>
                <a:lnTo>
                  <a:pt x="652299" y="167520"/>
                </a:lnTo>
                <a:lnTo>
                  <a:pt x="653279" y="167473"/>
                </a:lnTo>
                <a:lnTo>
                  <a:pt x="654247" y="167413"/>
                </a:lnTo>
                <a:lnTo>
                  <a:pt x="655202" y="167340"/>
                </a:lnTo>
                <a:lnTo>
                  <a:pt x="656145" y="167254"/>
                </a:lnTo>
                <a:lnTo>
                  <a:pt x="657075" y="167155"/>
                </a:lnTo>
                <a:lnTo>
                  <a:pt x="657994" y="167042"/>
                </a:lnTo>
                <a:lnTo>
                  <a:pt x="658900" y="166916"/>
                </a:lnTo>
                <a:lnTo>
                  <a:pt x="659793" y="166776"/>
                </a:lnTo>
                <a:lnTo>
                  <a:pt x="660674" y="166624"/>
                </a:lnTo>
                <a:lnTo>
                  <a:pt x="661543" y="166458"/>
                </a:lnTo>
                <a:lnTo>
                  <a:pt x="662400" y="166278"/>
                </a:lnTo>
                <a:lnTo>
                  <a:pt x="663244" y="166086"/>
                </a:lnTo>
                <a:lnTo>
                  <a:pt x="664076" y="165880"/>
                </a:lnTo>
                <a:lnTo>
                  <a:pt x="664895" y="165661"/>
                </a:lnTo>
                <a:lnTo>
                  <a:pt x="665703" y="165429"/>
                </a:lnTo>
                <a:lnTo>
                  <a:pt x="666497" y="165183"/>
                </a:lnTo>
                <a:lnTo>
                  <a:pt x="667280" y="164924"/>
                </a:lnTo>
                <a:lnTo>
                  <a:pt x="668050" y="164652"/>
                </a:lnTo>
                <a:lnTo>
                  <a:pt x="668808" y="164367"/>
                </a:lnTo>
                <a:lnTo>
                  <a:pt x="669553" y="164068"/>
                </a:lnTo>
                <a:lnTo>
                  <a:pt x="670287" y="163756"/>
                </a:lnTo>
                <a:lnTo>
                  <a:pt x="671008" y="163432"/>
                </a:lnTo>
                <a:lnTo>
                  <a:pt x="671718" y="163098"/>
                </a:lnTo>
                <a:lnTo>
                  <a:pt x="672417" y="162753"/>
                </a:lnTo>
                <a:lnTo>
                  <a:pt x="673105" y="162398"/>
                </a:lnTo>
                <a:lnTo>
                  <a:pt x="673781" y="162032"/>
                </a:lnTo>
                <a:lnTo>
                  <a:pt x="674446" y="161656"/>
                </a:lnTo>
                <a:lnTo>
                  <a:pt x="675100" y="161269"/>
                </a:lnTo>
                <a:lnTo>
                  <a:pt x="675743" y="160872"/>
                </a:lnTo>
                <a:lnTo>
                  <a:pt x="676375" y="160464"/>
                </a:lnTo>
                <a:lnTo>
                  <a:pt x="676995" y="160046"/>
                </a:lnTo>
                <a:lnTo>
                  <a:pt x="677604" y="159618"/>
                </a:lnTo>
                <a:lnTo>
                  <a:pt x="678202" y="159179"/>
                </a:lnTo>
                <a:lnTo>
                  <a:pt x="678789" y="158729"/>
                </a:lnTo>
                <a:lnTo>
                  <a:pt x="679365" y="158269"/>
                </a:lnTo>
                <a:lnTo>
                  <a:pt x="679929" y="157799"/>
                </a:lnTo>
                <a:lnTo>
                  <a:pt x="680482" y="157318"/>
                </a:lnTo>
                <a:lnTo>
                  <a:pt x="681024" y="156827"/>
                </a:lnTo>
                <a:lnTo>
                  <a:pt x="681554" y="156325"/>
                </a:lnTo>
                <a:lnTo>
                  <a:pt x="682074" y="155813"/>
                </a:lnTo>
                <a:lnTo>
                  <a:pt x="682582" y="155290"/>
                </a:lnTo>
                <a:lnTo>
                  <a:pt x="683079" y="154756"/>
                </a:lnTo>
                <a:lnTo>
                  <a:pt x="683565" y="154213"/>
                </a:lnTo>
                <a:lnTo>
                  <a:pt x="684039" y="153659"/>
                </a:lnTo>
                <a:lnTo>
                  <a:pt x="684503" y="153094"/>
                </a:lnTo>
                <a:lnTo>
                  <a:pt x="684955" y="152520"/>
                </a:lnTo>
                <a:lnTo>
                  <a:pt x="685398" y="151937"/>
                </a:lnTo>
                <a:lnTo>
                  <a:pt x="685830" y="151345"/>
                </a:lnTo>
                <a:lnTo>
                  <a:pt x="686253" y="150745"/>
                </a:lnTo>
                <a:lnTo>
                  <a:pt x="686360" y="150587"/>
                </a:lnTo>
                <a:lnTo>
                  <a:pt x="686657" y="165425"/>
                </a:lnTo>
                <a:lnTo>
                  <a:pt x="699150" y="165425"/>
                </a:lnTo>
                <a:lnTo>
                  <a:pt x="699150" y="48895"/>
                </a:lnTo>
                <a:lnTo>
                  <a:pt x="686118" y="48895"/>
                </a:lnTo>
                <a:lnTo>
                  <a:pt x="686118" y="133055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6F4FD-6C38-4542-8C82-542217C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178" y="5473204"/>
            <a:ext cx="930949" cy="19812"/>
          </a:xfrm>
          <a:custGeom xmlns:a="http://schemas.openxmlformats.org/drawingml/2006/main">
            <a:pathLst>
              <a:path w="930949" h="19812">
                <a:moveTo>
                  <a:pt x="0" y="0"/>
                </a:moveTo>
                <a:lnTo>
                  <a:pt x="930949" y="0"/>
                </a:lnTo>
                <a:lnTo>
                  <a:pt x="930949" y="19812"/>
                </a:lnTo>
                <a:lnTo>
                  <a:pt x="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LowerAptitude">
            <a:extLst xmlns:a="http://schemas.openxmlformats.org/drawingml/2006/main">
              <a:ext uri="{FF2B5EF4-FFF2-40B4-BE49-F238E27FC236}">
                <a16:creationId xmlns:a16="http://schemas.microsoft.com/office/drawing/2014/main" id="{7AE5020D-0076-4A84-9A80-71205F6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818" y="5557638"/>
            <a:ext cx="1443173" cy="210228"/>
          </a:xfrm>
          <a:custGeom xmlns:a="http://schemas.openxmlformats.org/drawingml/2006/main">
            <a:pathLst>
              <a:path w="1443173" h="210228">
                <a:moveTo>
                  <a:pt x="553005" y="87457"/>
                </a:moveTo>
                <a:lnTo>
                  <a:pt x="553182" y="87112"/>
                </a:lnTo>
                <a:lnTo>
                  <a:pt x="553366" y="86771"/>
                </a:lnTo>
                <a:lnTo>
                  <a:pt x="553555" y="86435"/>
                </a:lnTo>
                <a:lnTo>
                  <a:pt x="553750" y="86105"/>
                </a:lnTo>
                <a:lnTo>
                  <a:pt x="553950" y="85780"/>
                </a:lnTo>
                <a:lnTo>
                  <a:pt x="554156" y="85460"/>
                </a:lnTo>
                <a:lnTo>
                  <a:pt x="554367" y="85146"/>
                </a:lnTo>
                <a:lnTo>
                  <a:pt x="554584" y="84837"/>
                </a:lnTo>
                <a:lnTo>
                  <a:pt x="554807" y="84533"/>
                </a:lnTo>
                <a:lnTo>
                  <a:pt x="555035" y="84234"/>
                </a:lnTo>
                <a:lnTo>
                  <a:pt x="555269" y="83940"/>
                </a:lnTo>
                <a:lnTo>
                  <a:pt x="555509" y="83652"/>
                </a:lnTo>
                <a:lnTo>
                  <a:pt x="555754" y="83369"/>
                </a:lnTo>
                <a:lnTo>
                  <a:pt x="556005" y="83091"/>
                </a:lnTo>
                <a:lnTo>
                  <a:pt x="556261" y="82819"/>
                </a:lnTo>
                <a:lnTo>
                  <a:pt x="556523" y="82551"/>
                </a:lnTo>
                <a:lnTo>
                  <a:pt x="556790" y="82289"/>
                </a:lnTo>
                <a:lnTo>
                  <a:pt x="557064" y="82032"/>
                </a:lnTo>
                <a:lnTo>
                  <a:pt x="557342" y="81780"/>
                </a:lnTo>
                <a:lnTo>
                  <a:pt x="557627" y="81534"/>
                </a:lnTo>
                <a:lnTo>
                  <a:pt x="557917" y="81293"/>
                </a:lnTo>
                <a:lnTo>
                  <a:pt x="558212" y="81057"/>
                </a:lnTo>
                <a:lnTo>
                  <a:pt x="558514" y="80826"/>
                </a:lnTo>
                <a:lnTo>
                  <a:pt x="558820" y="80601"/>
                </a:lnTo>
                <a:lnTo>
                  <a:pt x="559133" y="80380"/>
                </a:lnTo>
                <a:lnTo>
                  <a:pt x="559451" y="80165"/>
                </a:lnTo>
                <a:lnTo>
                  <a:pt x="559775" y="79956"/>
                </a:lnTo>
                <a:lnTo>
                  <a:pt x="560104" y="79751"/>
                </a:lnTo>
                <a:lnTo>
                  <a:pt x="560439" y="79552"/>
                </a:lnTo>
                <a:lnTo>
                  <a:pt x="560779" y="79358"/>
                </a:lnTo>
                <a:lnTo>
                  <a:pt x="561125" y="79169"/>
                </a:lnTo>
                <a:lnTo>
                  <a:pt x="561477" y="78985"/>
                </a:lnTo>
                <a:lnTo>
                  <a:pt x="561834" y="78807"/>
                </a:lnTo>
                <a:lnTo>
                  <a:pt x="562197" y="78634"/>
                </a:lnTo>
                <a:lnTo>
                  <a:pt x="562566" y="78466"/>
                </a:lnTo>
                <a:lnTo>
                  <a:pt x="562940" y="78303"/>
                </a:lnTo>
                <a:lnTo>
                  <a:pt x="563320" y="78146"/>
                </a:lnTo>
                <a:lnTo>
                  <a:pt x="563705" y="77993"/>
                </a:lnTo>
                <a:lnTo>
                  <a:pt x="564096" y="77846"/>
                </a:lnTo>
                <a:lnTo>
                  <a:pt x="564493" y="77705"/>
                </a:lnTo>
                <a:lnTo>
                  <a:pt x="564895" y="77568"/>
                </a:lnTo>
                <a:lnTo>
                  <a:pt x="565304" y="77438"/>
                </a:lnTo>
                <a:lnTo>
                  <a:pt x="565718" y="77313"/>
                </a:lnTo>
                <a:lnTo>
                  <a:pt x="566139" y="77195"/>
                </a:lnTo>
                <a:lnTo>
                  <a:pt x="566567" y="77082"/>
                </a:lnTo>
                <a:lnTo>
                  <a:pt x="567000" y="76974"/>
                </a:lnTo>
                <a:lnTo>
                  <a:pt x="567439" y="76873"/>
                </a:lnTo>
                <a:lnTo>
                  <a:pt x="567885" y="76777"/>
                </a:lnTo>
                <a:lnTo>
                  <a:pt x="568337" y="76687"/>
                </a:lnTo>
                <a:lnTo>
                  <a:pt x="568795" y="76603"/>
                </a:lnTo>
                <a:lnTo>
                  <a:pt x="569259" y="76525"/>
                </a:lnTo>
                <a:lnTo>
                  <a:pt x="569729" y="76453"/>
                </a:lnTo>
                <a:lnTo>
                  <a:pt x="570206" y="76386"/>
                </a:lnTo>
                <a:lnTo>
                  <a:pt x="570689" y="76325"/>
                </a:lnTo>
                <a:lnTo>
                  <a:pt x="571177" y="76270"/>
                </a:lnTo>
                <a:lnTo>
                  <a:pt x="571672" y="76221"/>
                </a:lnTo>
                <a:lnTo>
                  <a:pt x="572174" y="76177"/>
                </a:lnTo>
                <a:lnTo>
                  <a:pt x="572681" y="76140"/>
                </a:lnTo>
                <a:lnTo>
                  <a:pt x="573195" y="76108"/>
                </a:lnTo>
                <a:lnTo>
                  <a:pt x="573714" y="76082"/>
                </a:lnTo>
                <a:lnTo>
                  <a:pt x="574240" y="76061"/>
                </a:lnTo>
                <a:lnTo>
                  <a:pt x="574772" y="76047"/>
                </a:lnTo>
                <a:lnTo>
                  <a:pt x="575310" y="76038"/>
                </a:lnTo>
                <a:lnTo>
                  <a:pt x="575855" y="76035"/>
                </a:lnTo>
                <a:lnTo>
                  <a:pt x="576071" y="76036"/>
                </a:lnTo>
                <a:lnTo>
                  <a:pt x="576290" y="76037"/>
                </a:lnTo>
                <a:lnTo>
                  <a:pt x="576510" y="76040"/>
                </a:lnTo>
                <a:lnTo>
                  <a:pt x="576733" y="76043"/>
                </a:lnTo>
                <a:lnTo>
                  <a:pt x="576957" y="76047"/>
                </a:lnTo>
                <a:lnTo>
                  <a:pt x="577184" y="76052"/>
                </a:lnTo>
                <a:lnTo>
                  <a:pt x="577413" y="76058"/>
                </a:lnTo>
                <a:lnTo>
                  <a:pt x="577644" y="76065"/>
                </a:lnTo>
                <a:lnTo>
                  <a:pt x="577877" y="76073"/>
                </a:lnTo>
                <a:lnTo>
                  <a:pt x="578112" y="76082"/>
                </a:lnTo>
                <a:lnTo>
                  <a:pt x="578349" y="76092"/>
                </a:lnTo>
                <a:lnTo>
                  <a:pt x="578588" y="76103"/>
                </a:lnTo>
                <a:lnTo>
                  <a:pt x="578829" y="76114"/>
                </a:lnTo>
                <a:lnTo>
                  <a:pt x="579072" y="76127"/>
                </a:lnTo>
                <a:lnTo>
                  <a:pt x="579317" y="76141"/>
                </a:lnTo>
                <a:lnTo>
                  <a:pt x="579564" y="76155"/>
                </a:lnTo>
                <a:lnTo>
                  <a:pt x="579814" y="76170"/>
                </a:lnTo>
                <a:lnTo>
                  <a:pt x="580065" y="76187"/>
                </a:lnTo>
                <a:lnTo>
                  <a:pt x="580319" y="76204"/>
                </a:lnTo>
                <a:lnTo>
                  <a:pt x="580574" y="76222"/>
                </a:lnTo>
                <a:lnTo>
                  <a:pt x="580832" y="76241"/>
                </a:lnTo>
                <a:lnTo>
                  <a:pt x="581091" y="76262"/>
                </a:lnTo>
                <a:lnTo>
                  <a:pt x="581353" y="76283"/>
                </a:lnTo>
                <a:lnTo>
                  <a:pt x="581617" y="76305"/>
                </a:lnTo>
                <a:lnTo>
                  <a:pt x="581880" y="76327"/>
                </a:lnTo>
                <a:lnTo>
                  <a:pt x="582140" y="76350"/>
                </a:lnTo>
                <a:lnTo>
                  <a:pt x="582397" y="76373"/>
                </a:lnTo>
                <a:lnTo>
                  <a:pt x="582650" y="76396"/>
                </a:lnTo>
                <a:lnTo>
                  <a:pt x="582901" y="76419"/>
                </a:lnTo>
                <a:lnTo>
                  <a:pt x="583148" y="76443"/>
                </a:lnTo>
                <a:lnTo>
                  <a:pt x="583392" y="76466"/>
                </a:lnTo>
                <a:lnTo>
                  <a:pt x="583633" y="76490"/>
                </a:lnTo>
                <a:lnTo>
                  <a:pt x="583871" y="76514"/>
                </a:lnTo>
                <a:lnTo>
                  <a:pt x="584105" y="76538"/>
                </a:lnTo>
                <a:lnTo>
                  <a:pt x="584337" y="76563"/>
                </a:lnTo>
                <a:lnTo>
                  <a:pt x="584565" y="76587"/>
                </a:lnTo>
                <a:lnTo>
                  <a:pt x="584790" y="76612"/>
                </a:lnTo>
                <a:lnTo>
                  <a:pt x="585012" y="76637"/>
                </a:lnTo>
                <a:lnTo>
                  <a:pt x="585230" y="76662"/>
                </a:lnTo>
                <a:lnTo>
                  <a:pt x="585446" y="76688"/>
                </a:lnTo>
                <a:lnTo>
                  <a:pt x="585658" y="76713"/>
                </a:lnTo>
                <a:lnTo>
                  <a:pt x="585867" y="76739"/>
                </a:lnTo>
                <a:lnTo>
                  <a:pt x="586073" y="76765"/>
                </a:lnTo>
                <a:lnTo>
                  <a:pt x="586276" y="76791"/>
                </a:lnTo>
                <a:lnTo>
                  <a:pt x="586476" y="76817"/>
                </a:lnTo>
                <a:lnTo>
                  <a:pt x="586672" y="76843"/>
                </a:lnTo>
                <a:lnTo>
                  <a:pt x="586865" y="76870"/>
                </a:lnTo>
                <a:lnTo>
                  <a:pt x="587055" y="76897"/>
                </a:lnTo>
                <a:lnTo>
                  <a:pt x="587594" y="48141"/>
                </a:lnTo>
                <a:lnTo>
                  <a:pt x="587449" y="48088"/>
                </a:lnTo>
                <a:lnTo>
                  <a:pt x="587300" y="48036"/>
                </a:lnTo>
                <a:lnTo>
                  <a:pt x="587148" y="47984"/>
                </a:lnTo>
                <a:lnTo>
                  <a:pt x="586993" y="47933"/>
                </a:lnTo>
                <a:lnTo>
                  <a:pt x="586834" y="47884"/>
                </a:lnTo>
                <a:lnTo>
                  <a:pt x="586672" y="47835"/>
                </a:lnTo>
                <a:lnTo>
                  <a:pt x="586506" y="47787"/>
                </a:lnTo>
                <a:lnTo>
                  <a:pt x="586337" y="47740"/>
                </a:lnTo>
                <a:lnTo>
                  <a:pt x="586165" y="47695"/>
                </a:lnTo>
                <a:lnTo>
                  <a:pt x="585990" y="47650"/>
                </a:lnTo>
                <a:lnTo>
                  <a:pt x="585811" y="47606"/>
                </a:lnTo>
                <a:lnTo>
                  <a:pt x="585628" y="47562"/>
                </a:lnTo>
                <a:lnTo>
                  <a:pt x="585443" y="47520"/>
                </a:lnTo>
                <a:lnTo>
                  <a:pt x="585254" y="47479"/>
                </a:lnTo>
                <a:lnTo>
                  <a:pt x="585061" y="47439"/>
                </a:lnTo>
                <a:lnTo>
                  <a:pt x="584866" y="47399"/>
                </a:lnTo>
                <a:lnTo>
                  <a:pt x="584666" y="47361"/>
                </a:lnTo>
                <a:lnTo>
                  <a:pt x="584464" y="47324"/>
                </a:lnTo>
                <a:lnTo>
                  <a:pt x="584258" y="47287"/>
                </a:lnTo>
                <a:lnTo>
                  <a:pt x="584049" y="47251"/>
                </a:lnTo>
                <a:lnTo>
                  <a:pt x="583836" y="47217"/>
                </a:lnTo>
                <a:lnTo>
                  <a:pt x="583620" y="47183"/>
                </a:lnTo>
                <a:lnTo>
                  <a:pt x="583401" y="47150"/>
                </a:lnTo>
                <a:lnTo>
                  <a:pt x="583178" y="47118"/>
                </a:lnTo>
                <a:lnTo>
                  <a:pt x="582954" y="47087"/>
                </a:lnTo>
                <a:lnTo>
                  <a:pt x="582730" y="47058"/>
                </a:lnTo>
                <a:lnTo>
                  <a:pt x="582507" y="47030"/>
                </a:lnTo>
                <a:lnTo>
                  <a:pt x="582284" y="47003"/>
                </a:lnTo>
                <a:lnTo>
                  <a:pt x="582061" y="46978"/>
                </a:lnTo>
                <a:lnTo>
                  <a:pt x="581839" y="46953"/>
                </a:lnTo>
                <a:lnTo>
                  <a:pt x="581617" y="46930"/>
                </a:lnTo>
                <a:lnTo>
                  <a:pt x="581395" y="46909"/>
                </a:lnTo>
                <a:lnTo>
                  <a:pt x="581174" y="46889"/>
                </a:lnTo>
                <a:lnTo>
                  <a:pt x="580953" y="46870"/>
                </a:lnTo>
                <a:lnTo>
                  <a:pt x="580733" y="46852"/>
                </a:lnTo>
                <a:lnTo>
                  <a:pt x="580513" y="46836"/>
                </a:lnTo>
                <a:lnTo>
                  <a:pt x="580293" y="46820"/>
                </a:lnTo>
                <a:lnTo>
                  <a:pt x="580074" y="46807"/>
                </a:lnTo>
                <a:lnTo>
                  <a:pt x="579855" y="46794"/>
                </a:lnTo>
                <a:lnTo>
                  <a:pt x="579636" y="46783"/>
                </a:lnTo>
                <a:lnTo>
                  <a:pt x="579418" y="46773"/>
                </a:lnTo>
                <a:lnTo>
                  <a:pt x="579200" y="46765"/>
                </a:lnTo>
                <a:lnTo>
                  <a:pt x="578983" y="46758"/>
                </a:lnTo>
                <a:lnTo>
                  <a:pt x="578766" y="46752"/>
                </a:lnTo>
                <a:lnTo>
                  <a:pt x="578549" y="46747"/>
                </a:lnTo>
                <a:lnTo>
                  <a:pt x="578333" y="46744"/>
                </a:lnTo>
                <a:lnTo>
                  <a:pt x="578117" y="46742"/>
                </a:lnTo>
                <a:lnTo>
                  <a:pt x="577901" y="46741"/>
                </a:lnTo>
                <a:lnTo>
                  <a:pt x="577222" y="46748"/>
                </a:lnTo>
                <a:lnTo>
                  <a:pt x="576550" y="46768"/>
                </a:lnTo>
                <a:lnTo>
                  <a:pt x="575883" y="46802"/>
                </a:lnTo>
                <a:lnTo>
                  <a:pt x="575224" y="46849"/>
                </a:lnTo>
                <a:lnTo>
                  <a:pt x="574570" y="46910"/>
                </a:lnTo>
                <a:lnTo>
                  <a:pt x="573923" y="46984"/>
                </a:lnTo>
                <a:lnTo>
                  <a:pt x="573282" y="47071"/>
                </a:lnTo>
                <a:lnTo>
                  <a:pt x="572648" y="47172"/>
                </a:lnTo>
                <a:lnTo>
                  <a:pt x="572020" y="47287"/>
                </a:lnTo>
                <a:lnTo>
                  <a:pt x="571398" y="47414"/>
                </a:lnTo>
                <a:lnTo>
                  <a:pt x="570783" y="47556"/>
                </a:lnTo>
                <a:lnTo>
                  <a:pt x="570174" y="47711"/>
                </a:lnTo>
                <a:lnTo>
                  <a:pt x="569571" y="47879"/>
                </a:lnTo>
                <a:lnTo>
                  <a:pt x="568975" y="48061"/>
                </a:lnTo>
                <a:lnTo>
                  <a:pt x="568385" y="48256"/>
                </a:lnTo>
                <a:lnTo>
                  <a:pt x="567801" y="48464"/>
                </a:lnTo>
                <a:lnTo>
                  <a:pt x="567224" y="48687"/>
                </a:lnTo>
                <a:lnTo>
                  <a:pt x="566653" y="48922"/>
                </a:lnTo>
                <a:lnTo>
                  <a:pt x="566089" y="49171"/>
                </a:lnTo>
                <a:lnTo>
                  <a:pt x="565531" y="49434"/>
                </a:lnTo>
                <a:lnTo>
                  <a:pt x="564979" y="49710"/>
                </a:lnTo>
                <a:lnTo>
                  <a:pt x="564433" y="49999"/>
                </a:lnTo>
                <a:lnTo>
                  <a:pt x="563894" y="50302"/>
                </a:lnTo>
                <a:lnTo>
                  <a:pt x="563362" y="50618"/>
                </a:lnTo>
                <a:lnTo>
                  <a:pt x="562836" y="50947"/>
                </a:lnTo>
                <a:lnTo>
                  <a:pt x="562316" y="51287"/>
                </a:lnTo>
                <a:lnTo>
                  <a:pt x="561804" y="51638"/>
                </a:lnTo>
                <a:lnTo>
                  <a:pt x="561299" y="52001"/>
                </a:lnTo>
                <a:lnTo>
                  <a:pt x="560801" y="52374"/>
                </a:lnTo>
                <a:lnTo>
                  <a:pt x="560309" y="52759"/>
                </a:lnTo>
                <a:lnTo>
                  <a:pt x="559825" y="53155"/>
                </a:lnTo>
                <a:lnTo>
                  <a:pt x="559347" y="53562"/>
                </a:lnTo>
                <a:lnTo>
                  <a:pt x="558876" y="53981"/>
                </a:lnTo>
                <a:lnTo>
                  <a:pt x="558412" y="54410"/>
                </a:lnTo>
                <a:lnTo>
                  <a:pt x="557956" y="54851"/>
                </a:lnTo>
                <a:lnTo>
                  <a:pt x="557506" y="55303"/>
                </a:lnTo>
                <a:lnTo>
                  <a:pt x="557063" y="55767"/>
                </a:lnTo>
                <a:lnTo>
                  <a:pt x="556626" y="56241"/>
                </a:lnTo>
                <a:lnTo>
                  <a:pt x="556197" y="56727"/>
                </a:lnTo>
                <a:lnTo>
                  <a:pt x="555775" y="57224"/>
                </a:lnTo>
                <a:lnTo>
                  <a:pt x="555360" y="57732"/>
                </a:lnTo>
                <a:lnTo>
                  <a:pt x="554951" y="58252"/>
                </a:lnTo>
                <a:lnTo>
                  <a:pt x="554550" y="58782"/>
                </a:lnTo>
                <a:lnTo>
                  <a:pt x="554155" y="59324"/>
                </a:lnTo>
                <a:lnTo>
                  <a:pt x="553767" y="59877"/>
                </a:lnTo>
                <a:lnTo>
                  <a:pt x="553386" y="60441"/>
                </a:lnTo>
                <a:lnTo>
                  <a:pt x="553013" y="61017"/>
                </a:lnTo>
                <a:lnTo>
                  <a:pt x="552646" y="61604"/>
                </a:lnTo>
                <a:lnTo>
                  <a:pt x="552286" y="62200"/>
                </a:lnTo>
                <a:lnTo>
                  <a:pt x="551933" y="62805"/>
                </a:lnTo>
                <a:lnTo>
                  <a:pt x="551687" y="63243"/>
                </a:lnTo>
                <a:lnTo>
                  <a:pt x="550653" y="48895"/>
                </a:lnTo>
                <a:lnTo>
                  <a:pt x="521467" y="48895"/>
                </a:lnTo>
                <a:lnTo>
                  <a:pt x="521467" y="165425"/>
                </a:lnTo>
                <a:lnTo>
                  <a:pt x="552484" y="165425"/>
                </a:lnTo>
                <a:lnTo>
                  <a:pt x="552484" y="88576"/>
                </a:lnTo>
                <a:lnTo>
                  <a:pt x="552505" y="88527"/>
                </a:lnTo>
                <a:lnTo>
                  <a:pt x="552666" y="88165"/>
                </a:lnTo>
                <a:lnTo>
                  <a:pt x="552832" y="87809"/>
                </a:lnTo>
                <a:lnTo>
                  <a:pt x="553005" y="87457"/>
                </a:lnTo>
                <a:close/>
                <a:moveTo>
                  <a:pt x="277368" y="124713"/>
                </a:moveTo>
                <a:lnTo>
                  <a:pt x="262128" y="48895"/>
                </a:lnTo>
                <a:lnTo>
                  <a:pt x="232188" y="48895"/>
                </a:lnTo>
                <a:lnTo>
                  <a:pt x="261697" y="165425"/>
                </a:lnTo>
                <a:lnTo>
                  <a:pt x="271283" y="165425"/>
                </a:lnTo>
                <a:lnTo>
                  <a:pt x="281083" y="165425"/>
                </a:lnTo>
                <a:lnTo>
                  <a:pt x="287761" y="165425"/>
                </a:lnTo>
                <a:lnTo>
                  <a:pt x="309824" y="90212"/>
                </a:lnTo>
                <a:lnTo>
                  <a:pt x="331917" y="165425"/>
                </a:lnTo>
                <a:lnTo>
                  <a:pt x="338702" y="165425"/>
                </a:lnTo>
                <a:lnTo>
                  <a:pt x="348503" y="165425"/>
                </a:lnTo>
                <a:lnTo>
                  <a:pt x="357980" y="165425"/>
                </a:lnTo>
                <a:lnTo>
                  <a:pt x="387490" y="48895"/>
                </a:lnTo>
                <a:lnTo>
                  <a:pt x="357442" y="48895"/>
                </a:lnTo>
                <a:lnTo>
                  <a:pt x="342352" y="124631"/>
                </a:lnTo>
                <a:lnTo>
                  <a:pt x="321039" y="48895"/>
                </a:lnTo>
                <a:lnTo>
                  <a:pt x="318347" y="48895"/>
                </a:lnTo>
                <a:lnTo>
                  <a:pt x="301546" y="48895"/>
                </a:lnTo>
                <a:lnTo>
                  <a:pt x="298638" y="48895"/>
                </a:lnTo>
                <a:lnTo>
                  <a:pt x="277368" y="124713"/>
                </a:lnTo>
                <a:close/>
                <a:moveTo>
                  <a:pt x="21863" y="165425"/>
                </a:moveTo>
                <a:lnTo>
                  <a:pt x="32310" y="165425"/>
                </a:lnTo>
                <a:lnTo>
                  <a:pt x="100806" y="165425"/>
                </a:lnTo>
                <a:lnTo>
                  <a:pt x="100806" y="140224"/>
                </a:lnTo>
                <a:lnTo>
                  <a:pt x="32310" y="140224"/>
                </a:lnTo>
                <a:lnTo>
                  <a:pt x="32310" y="8616"/>
                </a:lnTo>
                <a:lnTo>
                  <a:pt x="0" y="8616"/>
                </a:lnTo>
                <a:lnTo>
                  <a:pt x="0" y="165425"/>
                </a:lnTo>
                <a:lnTo>
                  <a:pt x="21863" y="165425"/>
                </a:lnTo>
                <a:close/>
                <a:moveTo>
                  <a:pt x="112593" y="113558"/>
                </a:moveTo>
                <a:lnTo>
                  <a:pt x="112663" y="114581"/>
                </a:lnTo>
                <a:lnTo>
                  <a:pt x="112746" y="115598"/>
                </a:lnTo>
                <a:lnTo>
                  <a:pt x="112841" y="116608"/>
                </a:lnTo>
                <a:lnTo>
                  <a:pt x="112949" y="117611"/>
                </a:lnTo>
                <a:lnTo>
                  <a:pt x="113070" y="118608"/>
                </a:lnTo>
                <a:lnTo>
                  <a:pt x="113204" y="119598"/>
                </a:lnTo>
                <a:lnTo>
                  <a:pt x="113350" y="120582"/>
                </a:lnTo>
                <a:lnTo>
                  <a:pt x="113509" y="121560"/>
                </a:lnTo>
                <a:lnTo>
                  <a:pt x="113680" y="122530"/>
                </a:lnTo>
                <a:lnTo>
                  <a:pt x="113865" y="123494"/>
                </a:lnTo>
                <a:lnTo>
                  <a:pt x="114062" y="124452"/>
                </a:lnTo>
                <a:lnTo>
                  <a:pt x="114272" y="125403"/>
                </a:lnTo>
                <a:lnTo>
                  <a:pt x="114494" y="126348"/>
                </a:lnTo>
                <a:lnTo>
                  <a:pt x="114729" y="127285"/>
                </a:lnTo>
                <a:lnTo>
                  <a:pt x="114977" y="128217"/>
                </a:lnTo>
                <a:lnTo>
                  <a:pt x="115238" y="129142"/>
                </a:lnTo>
                <a:lnTo>
                  <a:pt x="115511" y="130060"/>
                </a:lnTo>
                <a:lnTo>
                  <a:pt x="115797" y="130972"/>
                </a:lnTo>
                <a:lnTo>
                  <a:pt x="116096" y="131877"/>
                </a:lnTo>
                <a:lnTo>
                  <a:pt x="116407" y="132774"/>
                </a:lnTo>
                <a:lnTo>
                  <a:pt x="116730" y="133662"/>
                </a:lnTo>
                <a:lnTo>
                  <a:pt x="117065" y="134539"/>
                </a:lnTo>
                <a:lnTo>
                  <a:pt x="117411" y="135407"/>
                </a:lnTo>
                <a:lnTo>
                  <a:pt x="117769" y="136266"/>
                </a:lnTo>
                <a:lnTo>
                  <a:pt x="118139" y="137114"/>
                </a:lnTo>
                <a:lnTo>
                  <a:pt x="118521" y="137953"/>
                </a:lnTo>
                <a:lnTo>
                  <a:pt x="118914" y="138782"/>
                </a:lnTo>
                <a:lnTo>
                  <a:pt x="119320" y="139601"/>
                </a:lnTo>
                <a:lnTo>
                  <a:pt x="119737" y="140411"/>
                </a:lnTo>
                <a:lnTo>
                  <a:pt x="120166" y="141211"/>
                </a:lnTo>
                <a:lnTo>
                  <a:pt x="120606" y="142001"/>
                </a:lnTo>
                <a:lnTo>
                  <a:pt x="121059" y="142781"/>
                </a:lnTo>
                <a:lnTo>
                  <a:pt x="121523" y="143552"/>
                </a:lnTo>
                <a:lnTo>
                  <a:pt x="121999" y="144313"/>
                </a:lnTo>
                <a:lnTo>
                  <a:pt x="122486" y="145064"/>
                </a:lnTo>
                <a:lnTo>
                  <a:pt x="122986" y="145806"/>
                </a:lnTo>
                <a:lnTo>
                  <a:pt x="123497" y="146538"/>
                </a:lnTo>
                <a:lnTo>
                  <a:pt x="124020" y="147260"/>
                </a:lnTo>
                <a:lnTo>
                  <a:pt x="124555" y="147972"/>
                </a:lnTo>
                <a:lnTo>
                  <a:pt x="125102" y="148675"/>
                </a:lnTo>
                <a:lnTo>
                  <a:pt x="125660" y="149368"/>
                </a:lnTo>
                <a:lnTo>
                  <a:pt x="126230" y="150051"/>
                </a:lnTo>
                <a:lnTo>
                  <a:pt x="126812" y="150724"/>
                </a:lnTo>
                <a:lnTo>
                  <a:pt x="127406" y="151387"/>
                </a:lnTo>
                <a:lnTo>
                  <a:pt x="128010" y="152037"/>
                </a:lnTo>
                <a:lnTo>
                  <a:pt x="128626" y="152674"/>
                </a:lnTo>
                <a:lnTo>
                  <a:pt x="129253" y="153299"/>
                </a:lnTo>
                <a:lnTo>
                  <a:pt x="129892" y="153911"/>
                </a:lnTo>
                <a:lnTo>
                  <a:pt x="130541" y="154511"/>
                </a:lnTo>
                <a:lnTo>
                  <a:pt x="131202" y="155098"/>
                </a:lnTo>
                <a:lnTo>
                  <a:pt x="131874" y="155673"/>
                </a:lnTo>
                <a:lnTo>
                  <a:pt x="132557" y="156235"/>
                </a:lnTo>
                <a:lnTo>
                  <a:pt x="133252" y="156784"/>
                </a:lnTo>
                <a:lnTo>
                  <a:pt x="133957" y="157321"/>
                </a:lnTo>
                <a:lnTo>
                  <a:pt x="134674" y="157846"/>
                </a:lnTo>
                <a:lnTo>
                  <a:pt x="135402" y="158358"/>
                </a:lnTo>
                <a:lnTo>
                  <a:pt x="136142" y="158858"/>
                </a:lnTo>
                <a:lnTo>
                  <a:pt x="136892" y="159345"/>
                </a:lnTo>
                <a:lnTo>
                  <a:pt x="137654" y="159819"/>
                </a:lnTo>
                <a:lnTo>
                  <a:pt x="138427" y="160281"/>
                </a:lnTo>
                <a:lnTo>
                  <a:pt x="139211" y="160730"/>
                </a:lnTo>
                <a:lnTo>
                  <a:pt x="140006" y="161167"/>
                </a:lnTo>
                <a:lnTo>
                  <a:pt x="140813" y="161592"/>
                </a:lnTo>
                <a:lnTo>
                  <a:pt x="141631" y="162003"/>
                </a:lnTo>
                <a:lnTo>
                  <a:pt x="142460" y="162403"/>
                </a:lnTo>
                <a:lnTo>
                  <a:pt x="143300" y="162789"/>
                </a:lnTo>
                <a:lnTo>
                  <a:pt x="144152" y="163164"/>
                </a:lnTo>
                <a:lnTo>
                  <a:pt x="145014" y="163524"/>
                </a:lnTo>
                <a:lnTo>
                  <a:pt x="145887" y="163869"/>
                </a:lnTo>
                <a:lnTo>
                  <a:pt x="146769" y="164199"/>
                </a:lnTo>
                <a:lnTo>
                  <a:pt x="147662" y="164513"/>
                </a:lnTo>
                <a:lnTo>
                  <a:pt x="148566" y="164812"/>
                </a:lnTo>
                <a:lnTo>
                  <a:pt x="149480" y="165096"/>
                </a:lnTo>
                <a:lnTo>
                  <a:pt x="150403" y="165364"/>
                </a:lnTo>
                <a:lnTo>
                  <a:pt x="151338" y="165617"/>
                </a:lnTo>
                <a:lnTo>
                  <a:pt x="152282" y="165854"/>
                </a:lnTo>
                <a:lnTo>
                  <a:pt x="153237" y="166077"/>
                </a:lnTo>
                <a:lnTo>
                  <a:pt x="154202" y="166284"/>
                </a:lnTo>
                <a:lnTo>
                  <a:pt x="155177" y="166475"/>
                </a:lnTo>
                <a:lnTo>
                  <a:pt x="156163" y="166652"/>
                </a:lnTo>
                <a:lnTo>
                  <a:pt x="157159" y="166813"/>
                </a:lnTo>
                <a:lnTo>
                  <a:pt x="158165" y="166958"/>
                </a:lnTo>
                <a:lnTo>
                  <a:pt x="159182" y="167089"/>
                </a:lnTo>
                <a:lnTo>
                  <a:pt x="160209" y="167204"/>
                </a:lnTo>
                <a:lnTo>
                  <a:pt x="161246" y="167303"/>
                </a:lnTo>
                <a:lnTo>
                  <a:pt x="162293" y="167388"/>
                </a:lnTo>
                <a:lnTo>
                  <a:pt x="163351" y="167457"/>
                </a:lnTo>
                <a:lnTo>
                  <a:pt x="164419" y="167510"/>
                </a:lnTo>
                <a:lnTo>
                  <a:pt x="165497" y="167549"/>
                </a:lnTo>
                <a:lnTo>
                  <a:pt x="166585" y="167572"/>
                </a:lnTo>
                <a:lnTo>
                  <a:pt x="167684" y="167579"/>
                </a:lnTo>
                <a:lnTo>
                  <a:pt x="168783" y="167572"/>
                </a:lnTo>
                <a:lnTo>
                  <a:pt x="169871" y="167549"/>
                </a:lnTo>
                <a:lnTo>
                  <a:pt x="170949" y="167510"/>
                </a:lnTo>
                <a:lnTo>
                  <a:pt x="172016" y="167457"/>
                </a:lnTo>
                <a:lnTo>
                  <a:pt x="173073" y="167388"/>
                </a:lnTo>
                <a:lnTo>
                  <a:pt x="174119" y="167303"/>
                </a:lnTo>
                <a:lnTo>
                  <a:pt x="175155" y="167204"/>
                </a:lnTo>
                <a:lnTo>
                  <a:pt x="176180" y="167089"/>
                </a:lnTo>
                <a:lnTo>
                  <a:pt x="177195" y="166958"/>
                </a:lnTo>
                <a:lnTo>
                  <a:pt x="178200" y="166813"/>
                </a:lnTo>
                <a:lnTo>
                  <a:pt x="179194" y="166652"/>
                </a:lnTo>
                <a:lnTo>
                  <a:pt x="180177" y="166475"/>
                </a:lnTo>
                <a:lnTo>
                  <a:pt x="181150" y="166284"/>
                </a:lnTo>
                <a:lnTo>
                  <a:pt x="182113" y="166077"/>
                </a:lnTo>
                <a:lnTo>
                  <a:pt x="183065" y="165854"/>
                </a:lnTo>
                <a:lnTo>
                  <a:pt x="184006" y="165617"/>
                </a:lnTo>
                <a:lnTo>
                  <a:pt x="184937" y="165364"/>
                </a:lnTo>
                <a:lnTo>
                  <a:pt x="185858" y="165096"/>
                </a:lnTo>
                <a:lnTo>
                  <a:pt x="186768" y="164812"/>
                </a:lnTo>
                <a:lnTo>
                  <a:pt x="187668" y="164513"/>
                </a:lnTo>
                <a:lnTo>
                  <a:pt x="188557" y="164199"/>
                </a:lnTo>
                <a:lnTo>
                  <a:pt x="189436" y="163869"/>
                </a:lnTo>
                <a:lnTo>
                  <a:pt x="190304" y="163524"/>
                </a:lnTo>
                <a:lnTo>
                  <a:pt x="191162" y="163164"/>
                </a:lnTo>
                <a:lnTo>
                  <a:pt x="192009" y="162789"/>
                </a:lnTo>
                <a:lnTo>
                  <a:pt x="192845" y="162403"/>
                </a:lnTo>
                <a:lnTo>
                  <a:pt x="193671" y="162003"/>
                </a:lnTo>
                <a:lnTo>
                  <a:pt x="194485" y="161592"/>
                </a:lnTo>
                <a:lnTo>
                  <a:pt x="195287" y="161167"/>
                </a:lnTo>
                <a:lnTo>
                  <a:pt x="196079" y="160730"/>
                </a:lnTo>
                <a:lnTo>
                  <a:pt x="196860" y="160281"/>
                </a:lnTo>
                <a:lnTo>
                  <a:pt x="197630" y="159819"/>
                </a:lnTo>
                <a:lnTo>
                  <a:pt x="198389" y="159345"/>
                </a:lnTo>
                <a:lnTo>
                  <a:pt x="199137" y="158858"/>
                </a:lnTo>
                <a:lnTo>
                  <a:pt x="199874" y="158358"/>
                </a:lnTo>
                <a:lnTo>
                  <a:pt x="200599" y="157846"/>
                </a:lnTo>
                <a:lnTo>
                  <a:pt x="201314" y="157321"/>
                </a:lnTo>
                <a:lnTo>
                  <a:pt x="202018" y="156784"/>
                </a:lnTo>
                <a:lnTo>
                  <a:pt x="202710" y="156235"/>
                </a:lnTo>
                <a:lnTo>
                  <a:pt x="203392" y="155673"/>
                </a:lnTo>
                <a:lnTo>
                  <a:pt x="204063" y="155098"/>
                </a:lnTo>
                <a:lnTo>
                  <a:pt x="204722" y="154511"/>
                </a:lnTo>
                <a:lnTo>
                  <a:pt x="205371" y="153911"/>
                </a:lnTo>
                <a:lnTo>
                  <a:pt x="206008" y="153299"/>
                </a:lnTo>
                <a:lnTo>
                  <a:pt x="206635" y="152674"/>
                </a:lnTo>
                <a:lnTo>
                  <a:pt x="207250" y="152037"/>
                </a:lnTo>
                <a:lnTo>
                  <a:pt x="207855" y="151387"/>
                </a:lnTo>
                <a:lnTo>
                  <a:pt x="208448" y="150724"/>
                </a:lnTo>
                <a:lnTo>
                  <a:pt x="209030" y="150051"/>
                </a:lnTo>
                <a:lnTo>
                  <a:pt x="209600" y="149368"/>
                </a:lnTo>
                <a:lnTo>
                  <a:pt x="210159" y="148675"/>
                </a:lnTo>
                <a:lnTo>
                  <a:pt x="210705" y="147972"/>
                </a:lnTo>
                <a:lnTo>
                  <a:pt x="211240" y="147260"/>
                </a:lnTo>
                <a:lnTo>
                  <a:pt x="211763" y="146538"/>
                </a:lnTo>
                <a:lnTo>
                  <a:pt x="212274" y="145806"/>
                </a:lnTo>
                <a:lnTo>
                  <a:pt x="212774" y="145064"/>
                </a:lnTo>
                <a:lnTo>
                  <a:pt x="213262" y="144313"/>
                </a:lnTo>
                <a:lnTo>
                  <a:pt x="213738" y="143552"/>
                </a:lnTo>
                <a:lnTo>
                  <a:pt x="214202" y="142781"/>
                </a:lnTo>
                <a:lnTo>
                  <a:pt x="214654" y="142001"/>
                </a:lnTo>
                <a:lnTo>
                  <a:pt x="215095" y="141211"/>
                </a:lnTo>
                <a:lnTo>
                  <a:pt x="215524" y="140411"/>
                </a:lnTo>
                <a:lnTo>
                  <a:pt x="215941" y="139601"/>
                </a:lnTo>
                <a:lnTo>
                  <a:pt x="216346" y="138782"/>
                </a:lnTo>
                <a:lnTo>
                  <a:pt x="216739" y="137953"/>
                </a:lnTo>
                <a:lnTo>
                  <a:pt x="217121" y="137114"/>
                </a:lnTo>
                <a:lnTo>
                  <a:pt x="217491" y="136266"/>
                </a:lnTo>
                <a:lnTo>
                  <a:pt x="217849" y="135407"/>
                </a:lnTo>
                <a:lnTo>
                  <a:pt x="218196" y="134539"/>
                </a:lnTo>
                <a:lnTo>
                  <a:pt x="218530" y="133662"/>
                </a:lnTo>
                <a:lnTo>
                  <a:pt x="218853" y="132774"/>
                </a:lnTo>
                <a:lnTo>
                  <a:pt x="219164" y="131877"/>
                </a:lnTo>
                <a:lnTo>
                  <a:pt x="219463" y="130972"/>
                </a:lnTo>
                <a:lnTo>
                  <a:pt x="219749" y="130060"/>
                </a:lnTo>
                <a:lnTo>
                  <a:pt x="220022" y="129142"/>
                </a:lnTo>
                <a:lnTo>
                  <a:pt x="220283" y="128217"/>
                </a:lnTo>
                <a:lnTo>
                  <a:pt x="220531" y="127285"/>
                </a:lnTo>
                <a:lnTo>
                  <a:pt x="220766" y="126348"/>
                </a:lnTo>
                <a:lnTo>
                  <a:pt x="220989" y="125403"/>
                </a:lnTo>
                <a:lnTo>
                  <a:pt x="221198" y="124452"/>
                </a:lnTo>
                <a:lnTo>
                  <a:pt x="221395" y="123494"/>
                </a:lnTo>
                <a:lnTo>
                  <a:pt x="221580" y="122530"/>
                </a:lnTo>
                <a:lnTo>
                  <a:pt x="221751" y="121560"/>
                </a:lnTo>
                <a:lnTo>
                  <a:pt x="221910" y="120582"/>
                </a:lnTo>
                <a:lnTo>
                  <a:pt x="222057" y="119598"/>
                </a:lnTo>
                <a:lnTo>
                  <a:pt x="222190" y="118608"/>
                </a:lnTo>
                <a:lnTo>
                  <a:pt x="222311" y="117611"/>
                </a:lnTo>
                <a:lnTo>
                  <a:pt x="222419" y="116608"/>
                </a:lnTo>
                <a:lnTo>
                  <a:pt x="222514" y="115598"/>
                </a:lnTo>
                <a:lnTo>
                  <a:pt x="222597" y="114581"/>
                </a:lnTo>
                <a:lnTo>
                  <a:pt x="222667" y="113558"/>
                </a:lnTo>
                <a:lnTo>
                  <a:pt x="222724" y="112529"/>
                </a:lnTo>
                <a:lnTo>
                  <a:pt x="222769" y="111493"/>
                </a:lnTo>
                <a:lnTo>
                  <a:pt x="222800" y="110450"/>
                </a:lnTo>
                <a:lnTo>
                  <a:pt x="222819" y="109401"/>
                </a:lnTo>
                <a:lnTo>
                  <a:pt x="222826" y="108345"/>
                </a:lnTo>
                <a:lnTo>
                  <a:pt x="222826" y="106083"/>
                </a:lnTo>
                <a:lnTo>
                  <a:pt x="222819" y="105019"/>
                </a:lnTo>
                <a:lnTo>
                  <a:pt x="222800" y="103961"/>
                </a:lnTo>
                <a:lnTo>
                  <a:pt x="222769" y="102910"/>
                </a:lnTo>
                <a:lnTo>
                  <a:pt x="222724" y="101867"/>
                </a:lnTo>
                <a:lnTo>
                  <a:pt x="222667" y="100830"/>
                </a:lnTo>
                <a:lnTo>
                  <a:pt x="222597" y="99800"/>
                </a:lnTo>
                <a:lnTo>
                  <a:pt x="222514" y="98777"/>
                </a:lnTo>
                <a:lnTo>
                  <a:pt x="222419" y="97761"/>
                </a:lnTo>
                <a:lnTo>
                  <a:pt x="222311" y="96751"/>
                </a:lnTo>
                <a:lnTo>
                  <a:pt x="222190" y="95749"/>
                </a:lnTo>
                <a:lnTo>
                  <a:pt x="222057" y="94754"/>
                </a:lnTo>
                <a:lnTo>
                  <a:pt x="221910" y="93765"/>
                </a:lnTo>
                <a:lnTo>
                  <a:pt x="221751" y="92784"/>
                </a:lnTo>
                <a:lnTo>
                  <a:pt x="221580" y="91809"/>
                </a:lnTo>
                <a:lnTo>
                  <a:pt x="221395" y="90841"/>
                </a:lnTo>
                <a:lnTo>
                  <a:pt x="221198" y="89881"/>
                </a:lnTo>
                <a:lnTo>
                  <a:pt x="220989" y="88927"/>
                </a:lnTo>
                <a:lnTo>
                  <a:pt x="220766" y="87980"/>
                </a:lnTo>
                <a:lnTo>
                  <a:pt x="220531" y="87040"/>
                </a:lnTo>
                <a:lnTo>
                  <a:pt x="220283" y="86107"/>
                </a:lnTo>
                <a:lnTo>
                  <a:pt x="220022" y="85181"/>
                </a:lnTo>
                <a:lnTo>
                  <a:pt x="219749" y="84261"/>
                </a:lnTo>
                <a:lnTo>
                  <a:pt x="219463" y="83349"/>
                </a:lnTo>
                <a:lnTo>
                  <a:pt x="219164" y="82443"/>
                </a:lnTo>
                <a:lnTo>
                  <a:pt x="218853" y="81546"/>
                </a:lnTo>
                <a:lnTo>
                  <a:pt x="218530" y="80659"/>
                </a:lnTo>
                <a:lnTo>
                  <a:pt x="218196" y="79782"/>
                </a:lnTo>
                <a:lnTo>
                  <a:pt x="217849" y="78915"/>
                </a:lnTo>
                <a:lnTo>
                  <a:pt x="217491" y="78057"/>
                </a:lnTo>
                <a:lnTo>
                  <a:pt x="217121" y="77210"/>
                </a:lnTo>
                <a:lnTo>
                  <a:pt x="216739" y="76372"/>
                </a:lnTo>
                <a:lnTo>
                  <a:pt x="216346" y="75545"/>
                </a:lnTo>
                <a:lnTo>
                  <a:pt x="215941" y="74727"/>
                </a:lnTo>
                <a:lnTo>
                  <a:pt x="215524" y="73919"/>
                </a:lnTo>
                <a:lnTo>
                  <a:pt x="215095" y="73121"/>
                </a:lnTo>
                <a:lnTo>
                  <a:pt x="214654" y="72333"/>
                </a:lnTo>
                <a:lnTo>
                  <a:pt x="214202" y="71555"/>
                </a:lnTo>
                <a:lnTo>
                  <a:pt x="213738" y="70787"/>
                </a:lnTo>
                <a:lnTo>
                  <a:pt x="213262" y="70029"/>
                </a:lnTo>
                <a:lnTo>
                  <a:pt x="212774" y="69280"/>
                </a:lnTo>
                <a:lnTo>
                  <a:pt x="212274" y="68542"/>
                </a:lnTo>
                <a:lnTo>
                  <a:pt x="211763" y="67813"/>
                </a:lnTo>
                <a:lnTo>
                  <a:pt x="211240" y="67095"/>
                </a:lnTo>
                <a:lnTo>
                  <a:pt x="210705" y="66386"/>
                </a:lnTo>
                <a:lnTo>
                  <a:pt x="210159" y="65687"/>
                </a:lnTo>
                <a:lnTo>
                  <a:pt x="209600" y="64998"/>
                </a:lnTo>
                <a:lnTo>
                  <a:pt x="209030" y="64319"/>
                </a:lnTo>
                <a:lnTo>
                  <a:pt x="208448" y="63650"/>
                </a:lnTo>
                <a:lnTo>
                  <a:pt x="207854" y="62992"/>
                </a:lnTo>
                <a:lnTo>
                  <a:pt x="207249" y="62346"/>
                </a:lnTo>
                <a:lnTo>
                  <a:pt x="206633" y="61712"/>
                </a:lnTo>
                <a:lnTo>
                  <a:pt x="206005" y="61091"/>
                </a:lnTo>
                <a:lnTo>
                  <a:pt x="205366" y="60481"/>
                </a:lnTo>
                <a:lnTo>
                  <a:pt x="204716" y="59884"/>
                </a:lnTo>
                <a:lnTo>
                  <a:pt x="204054" y="59299"/>
                </a:lnTo>
                <a:lnTo>
                  <a:pt x="203380" y="58726"/>
                </a:lnTo>
                <a:lnTo>
                  <a:pt x="202695" y="58165"/>
                </a:lnTo>
                <a:lnTo>
                  <a:pt x="201999" y="57616"/>
                </a:lnTo>
                <a:lnTo>
                  <a:pt x="201292" y="57080"/>
                </a:lnTo>
                <a:lnTo>
                  <a:pt x="200572" y="56555"/>
                </a:lnTo>
                <a:lnTo>
                  <a:pt x="199842" y="56043"/>
                </a:lnTo>
                <a:lnTo>
                  <a:pt x="199100" y="55543"/>
                </a:lnTo>
                <a:lnTo>
                  <a:pt x="198347" y="55055"/>
                </a:lnTo>
                <a:lnTo>
                  <a:pt x="197582" y="54579"/>
                </a:lnTo>
                <a:lnTo>
                  <a:pt x="196806" y="54116"/>
                </a:lnTo>
                <a:lnTo>
                  <a:pt x="196019" y="53664"/>
                </a:lnTo>
                <a:lnTo>
                  <a:pt x="195220" y="53225"/>
                </a:lnTo>
                <a:lnTo>
                  <a:pt x="194410" y="52798"/>
                </a:lnTo>
                <a:lnTo>
                  <a:pt x="193588" y="52383"/>
                </a:lnTo>
                <a:lnTo>
                  <a:pt x="192755" y="51980"/>
                </a:lnTo>
                <a:lnTo>
                  <a:pt x="191910" y="51589"/>
                </a:lnTo>
                <a:lnTo>
                  <a:pt x="191055" y="51211"/>
                </a:lnTo>
                <a:lnTo>
                  <a:pt x="190188" y="50846"/>
                </a:lnTo>
                <a:lnTo>
                  <a:pt x="189311" y="50497"/>
                </a:lnTo>
                <a:lnTo>
                  <a:pt x="188424" y="50163"/>
                </a:lnTo>
                <a:lnTo>
                  <a:pt x="187527" y="49845"/>
                </a:lnTo>
                <a:lnTo>
                  <a:pt x="186620" y="49542"/>
                </a:lnTo>
                <a:lnTo>
                  <a:pt x="185703" y="49255"/>
                </a:lnTo>
                <a:lnTo>
                  <a:pt x="184776" y="48984"/>
                </a:lnTo>
                <a:lnTo>
                  <a:pt x="183839" y="48728"/>
                </a:lnTo>
                <a:lnTo>
                  <a:pt x="182891" y="48487"/>
                </a:lnTo>
                <a:lnTo>
                  <a:pt x="181934" y="48262"/>
                </a:lnTo>
                <a:lnTo>
                  <a:pt x="180966" y="48053"/>
                </a:lnTo>
                <a:lnTo>
                  <a:pt x="179989" y="47859"/>
                </a:lnTo>
                <a:lnTo>
                  <a:pt x="179001" y="47680"/>
                </a:lnTo>
                <a:lnTo>
                  <a:pt x="178003" y="47517"/>
                </a:lnTo>
                <a:lnTo>
                  <a:pt x="176995" y="47370"/>
                </a:lnTo>
                <a:lnTo>
                  <a:pt x="175977" y="47238"/>
                </a:lnTo>
                <a:lnTo>
                  <a:pt x="174949" y="47121"/>
                </a:lnTo>
                <a:lnTo>
                  <a:pt x="173910" y="47021"/>
                </a:lnTo>
                <a:lnTo>
                  <a:pt x="172862" y="46935"/>
                </a:lnTo>
                <a:lnTo>
                  <a:pt x="171803" y="46865"/>
                </a:lnTo>
                <a:lnTo>
                  <a:pt x="170735" y="46811"/>
                </a:lnTo>
                <a:lnTo>
                  <a:pt x="169656" y="46772"/>
                </a:lnTo>
                <a:lnTo>
                  <a:pt x="168567" y="46749"/>
                </a:lnTo>
                <a:lnTo>
                  <a:pt x="167469" y="46741"/>
                </a:lnTo>
                <a:lnTo>
                  <a:pt x="166370" y="46749"/>
                </a:lnTo>
                <a:lnTo>
                  <a:pt x="165282" y="46772"/>
                </a:lnTo>
                <a:lnTo>
                  <a:pt x="164204" y="46811"/>
                </a:lnTo>
                <a:lnTo>
                  <a:pt x="163137" y="46865"/>
                </a:lnTo>
                <a:lnTo>
                  <a:pt x="162080" y="46935"/>
                </a:lnTo>
                <a:lnTo>
                  <a:pt x="161034" y="47021"/>
                </a:lnTo>
                <a:lnTo>
                  <a:pt x="159998" y="47121"/>
                </a:lnTo>
                <a:lnTo>
                  <a:pt x="158972" y="47238"/>
                </a:lnTo>
                <a:lnTo>
                  <a:pt x="157957" y="47370"/>
                </a:lnTo>
                <a:lnTo>
                  <a:pt x="156953" y="47517"/>
                </a:lnTo>
                <a:lnTo>
                  <a:pt x="155959" y="47680"/>
                </a:lnTo>
                <a:lnTo>
                  <a:pt x="154976" y="47859"/>
                </a:lnTo>
                <a:lnTo>
                  <a:pt x="154002" y="48053"/>
                </a:lnTo>
                <a:lnTo>
                  <a:pt x="153040" y="48262"/>
                </a:lnTo>
                <a:lnTo>
                  <a:pt x="152088" y="48487"/>
                </a:lnTo>
                <a:lnTo>
                  <a:pt x="151146" y="48728"/>
                </a:lnTo>
                <a:lnTo>
                  <a:pt x="150215" y="48984"/>
                </a:lnTo>
                <a:lnTo>
                  <a:pt x="149294" y="49255"/>
                </a:lnTo>
                <a:lnTo>
                  <a:pt x="148384" y="49542"/>
                </a:lnTo>
                <a:lnTo>
                  <a:pt x="147484" y="49845"/>
                </a:lnTo>
                <a:lnTo>
                  <a:pt x="146595" y="50163"/>
                </a:lnTo>
                <a:lnTo>
                  <a:pt x="145716" y="50497"/>
                </a:lnTo>
                <a:lnTo>
                  <a:pt x="144848" y="50846"/>
                </a:lnTo>
                <a:lnTo>
                  <a:pt x="143990" y="51211"/>
                </a:lnTo>
                <a:lnTo>
                  <a:pt x="143143" y="51589"/>
                </a:lnTo>
                <a:lnTo>
                  <a:pt x="142307" y="51980"/>
                </a:lnTo>
                <a:lnTo>
                  <a:pt x="141483" y="52383"/>
                </a:lnTo>
                <a:lnTo>
                  <a:pt x="140670" y="52798"/>
                </a:lnTo>
                <a:lnTo>
                  <a:pt x="139867" y="53225"/>
                </a:lnTo>
                <a:lnTo>
                  <a:pt x="139076" y="53664"/>
                </a:lnTo>
                <a:lnTo>
                  <a:pt x="138297" y="54116"/>
                </a:lnTo>
                <a:lnTo>
                  <a:pt x="137528" y="54579"/>
                </a:lnTo>
                <a:lnTo>
                  <a:pt x="136771" y="55055"/>
                </a:lnTo>
                <a:lnTo>
                  <a:pt x="136025" y="55543"/>
                </a:lnTo>
                <a:lnTo>
                  <a:pt x="135290" y="56043"/>
                </a:lnTo>
                <a:lnTo>
                  <a:pt x="134567" y="56555"/>
                </a:lnTo>
                <a:lnTo>
                  <a:pt x="133854" y="57080"/>
                </a:lnTo>
                <a:lnTo>
                  <a:pt x="133153" y="57616"/>
                </a:lnTo>
                <a:lnTo>
                  <a:pt x="132463" y="58165"/>
                </a:lnTo>
                <a:lnTo>
                  <a:pt x="131784" y="58726"/>
                </a:lnTo>
                <a:lnTo>
                  <a:pt x="131117" y="59299"/>
                </a:lnTo>
                <a:lnTo>
                  <a:pt x="130461" y="59884"/>
                </a:lnTo>
                <a:lnTo>
                  <a:pt x="129815" y="60481"/>
                </a:lnTo>
                <a:lnTo>
                  <a:pt x="129182" y="61091"/>
                </a:lnTo>
                <a:lnTo>
                  <a:pt x="128559" y="61712"/>
                </a:lnTo>
                <a:lnTo>
                  <a:pt x="127948" y="62346"/>
                </a:lnTo>
                <a:lnTo>
                  <a:pt x="127347" y="62992"/>
                </a:lnTo>
                <a:lnTo>
                  <a:pt x="126758" y="63650"/>
                </a:lnTo>
                <a:lnTo>
                  <a:pt x="126181" y="64319"/>
                </a:lnTo>
                <a:lnTo>
                  <a:pt x="125615" y="64998"/>
                </a:lnTo>
                <a:lnTo>
                  <a:pt x="125060" y="65687"/>
                </a:lnTo>
                <a:lnTo>
                  <a:pt x="124518" y="66386"/>
                </a:lnTo>
                <a:lnTo>
                  <a:pt x="123986" y="67095"/>
                </a:lnTo>
                <a:lnTo>
                  <a:pt x="123467" y="67813"/>
                </a:lnTo>
                <a:lnTo>
                  <a:pt x="122959" y="68542"/>
                </a:lnTo>
                <a:lnTo>
                  <a:pt x="122462" y="69280"/>
                </a:lnTo>
                <a:lnTo>
                  <a:pt x="121978" y="70029"/>
                </a:lnTo>
                <a:lnTo>
                  <a:pt x="121504" y="70787"/>
                </a:lnTo>
                <a:lnTo>
                  <a:pt x="121043" y="71555"/>
                </a:lnTo>
                <a:lnTo>
                  <a:pt x="120593" y="72333"/>
                </a:lnTo>
                <a:lnTo>
                  <a:pt x="120154" y="73121"/>
                </a:lnTo>
                <a:lnTo>
                  <a:pt x="119727" y="73919"/>
                </a:lnTo>
                <a:lnTo>
                  <a:pt x="119312" y="74727"/>
                </a:lnTo>
                <a:lnTo>
                  <a:pt x="118908" y="75545"/>
                </a:lnTo>
                <a:lnTo>
                  <a:pt x="118516" y="76372"/>
                </a:lnTo>
                <a:lnTo>
                  <a:pt x="118136" y="77210"/>
                </a:lnTo>
                <a:lnTo>
                  <a:pt x="117767" y="78057"/>
                </a:lnTo>
                <a:lnTo>
                  <a:pt x="117410" y="78915"/>
                </a:lnTo>
                <a:lnTo>
                  <a:pt x="117064" y="79782"/>
                </a:lnTo>
                <a:lnTo>
                  <a:pt x="116730" y="80659"/>
                </a:lnTo>
                <a:lnTo>
                  <a:pt x="116407" y="81546"/>
                </a:lnTo>
                <a:lnTo>
                  <a:pt x="116096" y="82443"/>
                </a:lnTo>
                <a:lnTo>
                  <a:pt x="115797" y="83349"/>
                </a:lnTo>
                <a:lnTo>
                  <a:pt x="115511" y="84261"/>
                </a:lnTo>
                <a:lnTo>
                  <a:pt x="115238" y="85181"/>
                </a:lnTo>
                <a:lnTo>
                  <a:pt x="114977" y="86107"/>
                </a:lnTo>
                <a:lnTo>
                  <a:pt x="114729" y="87040"/>
                </a:lnTo>
                <a:lnTo>
                  <a:pt x="114494" y="87980"/>
                </a:lnTo>
                <a:lnTo>
                  <a:pt x="114272" y="88927"/>
                </a:lnTo>
                <a:lnTo>
                  <a:pt x="114062" y="89881"/>
                </a:lnTo>
                <a:lnTo>
                  <a:pt x="113865" y="90841"/>
                </a:lnTo>
                <a:lnTo>
                  <a:pt x="113680" y="91809"/>
                </a:lnTo>
                <a:lnTo>
                  <a:pt x="113509" y="92784"/>
                </a:lnTo>
                <a:lnTo>
                  <a:pt x="113350" y="93765"/>
                </a:lnTo>
                <a:lnTo>
                  <a:pt x="113204" y="94754"/>
                </a:lnTo>
                <a:lnTo>
                  <a:pt x="113070" y="95749"/>
                </a:lnTo>
                <a:lnTo>
                  <a:pt x="112949" y="96751"/>
                </a:lnTo>
                <a:lnTo>
                  <a:pt x="112841" y="97761"/>
                </a:lnTo>
                <a:lnTo>
                  <a:pt x="112746" y="98777"/>
                </a:lnTo>
                <a:lnTo>
                  <a:pt x="112663" y="99800"/>
                </a:lnTo>
                <a:lnTo>
                  <a:pt x="112593" y="100830"/>
                </a:lnTo>
                <a:lnTo>
                  <a:pt x="112536" y="101867"/>
                </a:lnTo>
                <a:lnTo>
                  <a:pt x="112492" y="102910"/>
                </a:lnTo>
                <a:lnTo>
                  <a:pt x="112460" y="103961"/>
                </a:lnTo>
                <a:lnTo>
                  <a:pt x="112441" y="105019"/>
                </a:lnTo>
                <a:lnTo>
                  <a:pt x="112434" y="106083"/>
                </a:lnTo>
                <a:lnTo>
                  <a:pt x="112434" y="108345"/>
                </a:lnTo>
                <a:lnTo>
                  <a:pt x="112441" y="109401"/>
                </a:lnTo>
                <a:lnTo>
                  <a:pt x="112460" y="110450"/>
                </a:lnTo>
                <a:lnTo>
                  <a:pt x="112492" y="111493"/>
                </a:lnTo>
                <a:lnTo>
                  <a:pt x="112536" y="112529"/>
                </a:lnTo>
                <a:lnTo>
                  <a:pt x="112593" y="113558"/>
                </a:lnTo>
                <a:close/>
                <a:moveTo>
                  <a:pt x="143508" y="103157"/>
                </a:moveTo>
                <a:lnTo>
                  <a:pt x="143533" y="102580"/>
                </a:lnTo>
                <a:lnTo>
                  <a:pt x="143562" y="102006"/>
                </a:lnTo>
                <a:lnTo>
                  <a:pt x="143595" y="101434"/>
                </a:lnTo>
                <a:lnTo>
                  <a:pt x="143633" y="100866"/>
                </a:lnTo>
                <a:lnTo>
                  <a:pt x="143676" y="100300"/>
                </a:lnTo>
                <a:lnTo>
                  <a:pt x="143723" y="99737"/>
                </a:lnTo>
                <a:lnTo>
                  <a:pt x="143775" y="99177"/>
                </a:lnTo>
                <a:lnTo>
                  <a:pt x="143831" y="98620"/>
                </a:lnTo>
                <a:lnTo>
                  <a:pt x="143892" y="98065"/>
                </a:lnTo>
                <a:lnTo>
                  <a:pt x="143957" y="97514"/>
                </a:lnTo>
                <a:lnTo>
                  <a:pt x="144026" y="96965"/>
                </a:lnTo>
                <a:lnTo>
                  <a:pt x="144100" y="96419"/>
                </a:lnTo>
                <a:lnTo>
                  <a:pt x="144179" y="95875"/>
                </a:lnTo>
                <a:lnTo>
                  <a:pt x="144262" y="95335"/>
                </a:lnTo>
                <a:lnTo>
                  <a:pt x="144349" y="94797"/>
                </a:lnTo>
                <a:lnTo>
                  <a:pt x="144441" y="94263"/>
                </a:lnTo>
                <a:lnTo>
                  <a:pt x="144538" y="93730"/>
                </a:lnTo>
                <a:lnTo>
                  <a:pt x="144639" y="93201"/>
                </a:lnTo>
                <a:lnTo>
                  <a:pt x="144744" y="92675"/>
                </a:lnTo>
                <a:lnTo>
                  <a:pt x="144855" y="92152"/>
                </a:lnTo>
                <a:lnTo>
                  <a:pt x="144970" y="91634"/>
                </a:lnTo>
                <a:lnTo>
                  <a:pt x="145092" y="91122"/>
                </a:lnTo>
                <a:lnTo>
                  <a:pt x="145218" y="90614"/>
                </a:lnTo>
                <a:lnTo>
                  <a:pt x="145350" y="90110"/>
                </a:lnTo>
                <a:lnTo>
                  <a:pt x="145488" y="89612"/>
                </a:lnTo>
                <a:lnTo>
                  <a:pt x="145631" y="89119"/>
                </a:lnTo>
                <a:lnTo>
                  <a:pt x="145779" y="88630"/>
                </a:lnTo>
                <a:lnTo>
                  <a:pt x="145933" y="88146"/>
                </a:lnTo>
                <a:lnTo>
                  <a:pt x="146092" y="87668"/>
                </a:lnTo>
                <a:lnTo>
                  <a:pt x="146257" y="87194"/>
                </a:lnTo>
                <a:lnTo>
                  <a:pt x="146427" y="86724"/>
                </a:lnTo>
                <a:lnTo>
                  <a:pt x="146602" y="86260"/>
                </a:lnTo>
                <a:lnTo>
                  <a:pt x="146783" y="85801"/>
                </a:lnTo>
                <a:lnTo>
                  <a:pt x="146970" y="85346"/>
                </a:lnTo>
                <a:lnTo>
                  <a:pt x="147161" y="84897"/>
                </a:lnTo>
                <a:lnTo>
                  <a:pt x="147359" y="84452"/>
                </a:lnTo>
                <a:lnTo>
                  <a:pt x="147561" y="84012"/>
                </a:lnTo>
                <a:lnTo>
                  <a:pt x="147769" y="83577"/>
                </a:lnTo>
                <a:lnTo>
                  <a:pt x="147983" y="83146"/>
                </a:lnTo>
                <a:lnTo>
                  <a:pt x="148201" y="82721"/>
                </a:lnTo>
                <a:lnTo>
                  <a:pt x="148426" y="82301"/>
                </a:lnTo>
                <a:lnTo>
                  <a:pt x="148655" y="81885"/>
                </a:lnTo>
                <a:lnTo>
                  <a:pt x="148891" y="81474"/>
                </a:lnTo>
                <a:lnTo>
                  <a:pt x="149131" y="81069"/>
                </a:lnTo>
                <a:lnTo>
                  <a:pt x="149378" y="80672"/>
                </a:lnTo>
                <a:lnTo>
                  <a:pt x="149631" y="80282"/>
                </a:lnTo>
                <a:lnTo>
                  <a:pt x="149890" y="79899"/>
                </a:lnTo>
                <a:lnTo>
                  <a:pt x="150154" y="79524"/>
                </a:lnTo>
                <a:lnTo>
                  <a:pt x="150425" y="79155"/>
                </a:lnTo>
                <a:lnTo>
                  <a:pt x="150702" y="78794"/>
                </a:lnTo>
                <a:lnTo>
                  <a:pt x="150985" y="78441"/>
                </a:lnTo>
                <a:lnTo>
                  <a:pt x="151273" y="78094"/>
                </a:lnTo>
                <a:lnTo>
                  <a:pt x="151568" y="77755"/>
                </a:lnTo>
                <a:lnTo>
                  <a:pt x="151869" y="77423"/>
                </a:lnTo>
                <a:lnTo>
                  <a:pt x="152175" y="77099"/>
                </a:lnTo>
                <a:lnTo>
                  <a:pt x="152488" y="76782"/>
                </a:lnTo>
                <a:lnTo>
                  <a:pt x="152807" y="76472"/>
                </a:lnTo>
                <a:lnTo>
                  <a:pt x="153131" y="76169"/>
                </a:lnTo>
                <a:lnTo>
                  <a:pt x="153462" y="75874"/>
                </a:lnTo>
                <a:lnTo>
                  <a:pt x="153798" y="75586"/>
                </a:lnTo>
                <a:lnTo>
                  <a:pt x="154141" y="75305"/>
                </a:lnTo>
                <a:lnTo>
                  <a:pt x="154489" y="75032"/>
                </a:lnTo>
                <a:lnTo>
                  <a:pt x="154844" y="74765"/>
                </a:lnTo>
                <a:lnTo>
                  <a:pt x="155204" y="74507"/>
                </a:lnTo>
                <a:lnTo>
                  <a:pt x="155571" y="74255"/>
                </a:lnTo>
                <a:lnTo>
                  <a:pt x="155943" y="74011"/>
                </a:lnTo>
                <a:lnTo>
                  <a:pt x="156322" y="73774"/>
                </a:lnTo>
                <a:lnTo>
                  <a:pt x="156707" y="73545"/>
                </a:lnTo>
                <a:lnTo>
                  <a:pt x="157098" y="73326"/>
                </a:lnTo>
                <a:lnTo>
                  <a:pt x="157497" y="73117"/>
                </a:lnTo>
                <a:lnTo>
                  <a:pt x="157903" y="72918"/>
                </a:lnTo>
                <a:lnTo>
                  <a:pt x="158315" y="72728"/>
                </a:lnTo>
                <a:lnTo>
                  <a:pt x="158735" y="72549"/>
                </a:lnTo>
                <a:lnTo>
                  <a:pt x="159161" y="72378"/>
                </a:lnTo>
                <a:lnTo>
                  <a:pt x="159595" y="72218"/>
                </a:lnTo>
                <a:lnTo>
                  <a:pt x="160035" y="72067"/>
                </a:lnTo>
                <a:lnTo>
                  <a:pt x="160482" y="71926"/>
                </a:lnTo>
                <a:lnTo>
                  <a:pt x="160936" y="71795"/>
                </a:lnTo>
                <a:lnTo>
                  <a:pt x="161397" y="71674"/>
                </a:lnTo>
                <a:lnTo>
                  <a:pt x="161865" y="71562"/>
                </a:lnTo>
                <a:lnTo>
                  <a:pt x="162340" y="71460"/>
                </a:lnTo>
                <a:lnTo>
                  <a:pt x="162822" y="71367"/>
                </a:lnTo>
                <a:lnTo>
                  <a:pt x="163310" y="71285"/>
                </a:lnTo>
                <a:lnTo>
                  <a:pt x="163806" y="71212"/>
                </a:lnTo>
                <a:lnTo>
                  <a:pt x="164308" y="71149"/>
                </a:lnTo>
                <a:lnTo>
                  <a:pt x="164818" y="71095"/>
                </a:lnTo>
                <a:lnTo>
                  <a:pt x="165334" y="71051"/>
                </a:lnTo>
                <a:lnTo>
                  <a:pt x="165857" y="71017"/>
                </a:lnTo>
                <a:lnTo>
                  <a:pt x="166387" y="70993"/>
                </a:lnTo>
                <a:lnTo>
                  <a:pt x="166925" y="70978"/>
                </a:lnTo>
                <a:lnTo>
                  <a:pt x="167469" y="70974"/>
                </a:lnTo>
                <a:lnTo>
                  <a:pt x="168013" y="70978"/>
                </a:lnTo>
                <a:lnTo>
                  <a:pt x="168550" y="70993"/>
                </a:lnTo>
                <a:lnTo>
                  <a:pt x="169081" y="71017"/>
                </a:lnTo>
                <a:lnTo>
                  <a:pt x="169605" y="71051"/>
                </a:lnTo>
                <a:lnTo>
                  <a:pt x="170122" y="71095"/>
                </a:lnTo>
                <a:lnTo>
                  <a:pt x="170632" y="71149"/>
                </a:lnTo>
                <a:lnTo>
                  <a:pt x="171136" y="71212"/>
                </a:lnTo>
                <a:lnTo>
                  <a:pt x="171633" y="71285"/>
                </a:lnTo>
                <a:lnTo>
                  <a:pt x="172123" y="71367"/>
                </a:lnTo>
                <a:lnTo>
                  <a:pt x="172607" y="71460"/>
                </a:lnTo>
                <a:lnTo>
                  <a:pt x="173083" y="71562"/>
                </a:lnTo>
                <a:lnTo>
                  <a:pt x="173554" y="71674"/>
                </a:lnTo>
                <a:lnTo>
                  <a:pt x="174017" y="71795"/>
                </a:lnTo>
                <a:lnTo>
                  <a:pt x="174473" y="71926"/>
                </a:lnTo>
                <a:lnTo>
                  <a:pt x="174923" y="72067"/>
                </a:lnTo>
                <a:lnTo>
                  <a:pt x="175366" y="72218"/>
                </a:lnTo>
                <a:lnTo>
                  <a:pt x="175803" y="72378"/>
                </a:lnTo>
                <a:lnTo>
                  <a:pt x="176233" y="72549"/>
                </a:lnTo>
                <a:lnTo>
                  <a:pt x="176656" y="72728"/>
                </a:lnTo>
                <a:lnTo>
                  <a:pt x="177072" y="72918"/>
                </a:lnTo>
                <a:lnTo>
                  <a:pt x="177481" y="73117"/>
                </a:lnTo>
                <a:lnTo>
                  <a:pt x="177884" y="73326"/>
                </a:lnTo>
                <a:lnTo>
                  <a:pt x="178280" y="73545"/>
                </a:lnTo>
                <a:lnTo>
                  <a:pt x="178669" y="73774"/>
                </a:lnTo>
                <a:lnTo>
                  <a:pt x="179052" y="74011"/>
                </a:lnTo>
                <a:lnTo>
                  <a:pt x="179429" y="74255"/>
                </a:lnTo>
                <a:lnTo>
                  <a:pt x="179799" y="74507"/>
                </a:lnTo>
                <a:lnTo>
                  <a:pt x="180164" y="74765"/>
                </a:lnTo>
                <a:lnTo>
                  <a:pt x="180522" y="75032"/>
                </a:lnTo>
                <a:lnTo>
                  <a:pt x="180874" y="75305"/>
                </a:lnTo>
                <a:lnTo>
                  <a:pt x="181220" y="75586"/>
                </a:lnTo>
                <a:lnTo>
                  <a:pt x="181559" y="75874"/>
                </a:lnTo>
                <a:lnTo>
                  <a:pt x="181893" y="76169"/>
                </a:lnTo>
                <a:lnTo>
                  <a:pt x="182220" y="76472"/>
                </a:lnTo>
                <a:lnTo>
                  <a:pt x="182541" y="76782"/>
                </a:lnTo>
                <a:lnTo>
                  <a:pt x="182856" y="77099"/>
                </a:lnTo>
                <a:lnTo>
                  <a:pt x="183165" y="77423"/>
                </a:lnTo>
                <a:lnTo>
                  <a:pt x="183467" y="77755"/>
                </a:lnTo>
                <a:lnTo>
                  <a:pt x="183764" y="78094"/>
                </a:lnTo>
                <a:lnTo>
                  <a:pt x="184054" y="78441"/>
                </a:lnTo>
                <a:lnTo>
                  <a:pt x="184338" y="78794"/>
                </a:lnTo>
                <a:lnTo>
                  <a:pt x="184616" y="79155"/>
                </a:lnTo>
                <a:lnTo>
                  <a:pt x="184888" y="79524"/>
                </a:lnTo>
                <a:lnTo>
                  <a:pt x="185154" y="79899"/>
                </a:lnTo>
                <a:lnTo>
                  <a:pt x="185413" y="80282"/>
                </a:lnTo>
                <a:lnTo>
                  <a:pt x="185666" y="80672"/>
                </a:lnTo>
                <a:lnTo>
                  <a:pt x="185913" y="81069"/>
                </a:lnTo>
                <a:lnTo>
                  <a:pt x="186154" y="81474"/>
                </a:lnTo>
                <a:lnTo>
                  <a:pt x="186390" y="81885"/>
                </a:lnTo>
                <a:lnTo>
                  <a:pt x="186620" y="82301"/>
                </a:lnTo>
                <a:lnTo>
                  <a:pt x="186844" y="82721"/>
                </a:lnTo>
                <a:lnTo>
                  <a:pt x="187064" y="83146"/>
                </a:lnTo>
                <a:lnTo>
                  <a:pt x="187278" y="83577"/>
                </a:lnTo>
                <a:lnTo>
                  <a:pt x="187487" y="84012"/>
                </a:lnTo>
                <a:lnTo>
                  <a:pt x="187691" y="84452"/>
                </a:lnTo>
                <a:lnTo>
                  <a:pt x="187889" y="84897"/>
                </a:lnTo>
                <a:lnTo>
                  <a:pt x="188083" y="85346"/>
                </a:lnTo>
                <a:lnTo>
                  <a:pt x="188271" y="85801"/>
                </a:lnTo>
                <a:lnTo>
                  <a:pt x="188454" y="86260"/>
                </a:lnTo>
                <a:lnTo>
                  <a:pt x="188631" y="86724"/>
                </a:lnTo>
                <a:lnTo>
                  <a:pt x="188804" y="87194"/>
                </a:lnTo>
                <a:lnTo>
                  <a:pt x="188971" y="87668"/>
                </a:lnTo>
                <a:lnTo>
                  <a:pt x="189133" y="88146"/>
                </a:lnTo>
                <a:lnTo>
                  <a:pt x="189290" y="88630"/>
                </a:lnTo>
                <a:lnTo>
                  <a:pt x="189441" y="89119"/>
                </a:lnTo>
                <a:lnTo>
                  <a:pt x="189587" y="89612"/>
                </a:lnTo>
                <a:lnTo>
                  <a:pt x="189728" y="90110"/>
                </a:lnTo>
                <a:lnTo>
                  <a:pt x="189864" y="90614"/>
                </a:lnTo>
                <a:lnTo>
                  <a:pt x="189994" y="91122"/>
                </a:lnTo>
                <a:lnTo>
                  <a:pt x="190120" y="91634"/>
                </a:lnTo>
                <a:lnTo>
                  <a:pt x="190240" y="92152"/>
                </a:lnTo>
                <a:lnTo>
                  <a:pt x="190355" y="92675"/>
                </a:lnTo>
                <a:lnTo>
                  <a:pt x="190464" y="93201"/>
                </a:lnTo>
                <a:lnTo>
                  <a:pt x="190570" y="93730"/>
                </a:lnTo>
                <a:lnTo>
                  <a:pt x="190670" y="94263"/>
                </a:lnTo>
                <a:lnTo>
                  <a:pt x="190766" y="94797"/>
                </a:lnTo>
                <a:lnTo>
                  <a:pt x="190857" y="95335"/>
                </a:lnTo>
                <a:lnTo>
                  <a:pt x="190944" y="95875"/>
                </a:lnTo>
                <a:lnTo>
                  <a:pt x="191025" y="96419"/>
                </a:lnTo>
                <a:lnTo>
                  <a:pt x="191102" y="96965"/>
                </a:lnTo>
                <a:lnTo>
                  <a:pt x="191175" y="97514"/>
                </a:lnTo>
                <a:lnTo>
                  <a:pt x="191243" y="98065"/>
                </a:lnTo>
                <a:lnTo>
                  <a:pt x="191306" y="98620"/>
                </a:lnTo>
                <a:lnTo>
                  <a:pt x="191364" y="99177"/>
                </a:lnTo>
                <a:lnTo>
                  <a:pt x="191418" y="99737"/>
                </a:lnTo>
                <a:lnTo>
                  <a:pt x="191467" y="100300"/>
                </a:lnTo>
                <a:lnTo>
                  <a:pt x="191511" y="100866"/>
                </a:lnTo>
                <a:lnTo>
                  <a:pt x="191551" y="101434"/>
                </a:lnTo>
                <a:lnTo>
                  <a:pt x="191586" y="102006"/>
                </a:lnTo>
                <a:lnTo>
                  <a:pt x="191617" y="102580"/>
                </a:lnTo>
                <a:lnTo>
                  <a:pt x="191642" y="103157"/>
                </a:lnTo>
                <a:lnTo>
                  <a:pt x="191663" y="103736"/>
                </a:lnTo>
                <a:lnTo>
                  <a:pt x="191680" y="104319"/>
                </a:lnTo>
                <a:lnTo>
                  <a:pt x="191691" y="104904"/>
                </a:lnTo>
                <a:lnTo>
                  <a:pt x="191698" y="105492"/>
                </a:lnTo>
                <a:lnTo>
                  <a:pt x="191701" y="106083"/>
                </a:lnTo>
                <a:lnTo>
                  <a:pt x="191701" y="108345"/>
                </a:lnTo>
                <a:lnTo>
                  <a:pt x="191698" y="108954"/>
                </a:lnTo>
                <a:lnTo>
                  <a:pt x="191691" y="109559"/>
                </a:lnTo>
                <a:lnTo>
                  <a:pt x="191680" y="110161"/>
                </a:lnTo>
                <a:lnTo>
                  <a:pt x="191663" y="110759"/>
                </a:lnTo>
                <a:lnTo>
                  <a:pt x="191642" y="111354"/>
                </a:lnTo>
                <a:lnTo>
                  <a:pt x="191617" y="111946"/>
                </a:lnTo>
                <a:lnTo>
                  <a:pt x="191586" y="112535"/>
                </a:lnTo>
                <a:lnTo>
                  <a:pt x="191551" y="113120"/>
                </a:lnTo>
                <a:lnTo>
                  <a:pt x="191511" y="113701"/>
                </a:lnTo>
                <a:lnTo>
                  <a:pt x="191467" y="114280"/>
                </a:lnTo>
                <a:lnTo>
                  <a:pt x="191418" y="114855"/>
                </a:lnTo>
                <a:lnTo>
                  <a:pt x="191364" y="115426"/>
                </a:lnTo>
                <a:lnTo>
                  <a:pt x="191306" y="115994"/>
                </a:lnTo>
                <a:lnTo>
                  <a:pt x="191243" y="116559"/>
                </a:lnTo>
                <a:lnTo>
                  <a:pt x="191175" y="117121"/>
                </a:lnTo>
                <a:lnTo>
                  <a:pt x="191102" y="117679"/>
                </a:lnTo>
                <a:lnTo>
                  <a:pt x="191025" y="118234"/>
                </a:lnTo>
                <a:lnTo>
                  <a:pt x="190944" y="118785"/>
                </a:lnTo>
                <a:lnTo>
                  <a:pt x="190857" y="119333"/>
                </a:lnTo>
                <a:lnTo>
                  <a:pt x="190766" y="119878"/>
                </a:lnTo>
                <a:lnTo>
                  <a:pt x="190670" y="120419"/>
                </a:lnTo>
                <a:lnTo>
                  <a:pt x="190570" y="120957"/>
                </a:lnTo>
                <a:lnTo>
                  <a:pt x="190464" y="121492"/>
                </a:lnTo>
                <a:lnTo>
                  <a:pt x="190355" y="122023"/>
                </a:lnTo>
                <a:lnTo>
                  <a:pt x="190240" y="122550"/>
                </a:lnTo>
                <a:lnTo>
                  <a:pt x="190120" y="123071"/>
                </a:lnTo>
                <a:lnTo>
                  <a:pt x="189995" y="123587"/>
                </a:lnTo>
                <a:lnTo>
                  <a:pt x="189865" y="124097"/>
                </a:lnTo>
                <a:lnTo>
                  <a:pt x="189731" y="124603"/>
                </a:lnTo>
                <a:lnTo>
                  <a:pt x="189591" y="125102"/>
                </a:lnTo>
                <a:lnTo>
                  <a:pt x="189446" y="125597"/>
                </a:lnTo>
                <a:lnTo>
                  <a:pt x="189296" y="126085"/>
                </a:lnTo>
                <a:lnTo>
                  <a:pt x="189140" y="126569"/>
                </a:lnTo>
                <a:lnTo>
                  <a:pt x="188980" y="127047"/>
                </a:lnTo>
                <a:lnTo>
                  <a:pt x="188815" y="127519"/>
                </a:lnTo>
                <a:lnTo>
                  <a:pt x="188645" y="127987"/>
                </a:lnTo>
                <a:lnTo>
                  <a:pt x="188470" y="128448"/>
                </a:lnTo>
                <a:lnTo>
                  <a:pt x="188289" y="128905"/>
                </a:lnTo>
                <a:lnTo>
                  <a:pt x="188104" y="129356"/>
                </a:lnTo>
                <a:lnTo>
                  <a:pt x="187913" y="129801"/>
                </a:lnTo>
                <a:lnTo>
                  <a:pt x="187718" y="130241"/>
                </a:lnTo>
                <a:lnTo>
                  <a:pt x="187517" y="130676"/>
                </a:lnTo>
                <a:lnTo>
                  <a:pt x="187312" y="131105"/>
                </a:lnTo>
                <a:lnTo>
                  <a:pt x="187101" y="131529"/>
                </a:lnTo>
                <a:lnTo>
                  <a:pt x="186885" y="131947"/>
                </a:lnTo>
                <a:lnTo>
                  <a:pt x="186665" y="132360"/>
                </a:lnTo>
                <a:lnTo>
                  <a:pt x="186439" y="132767"/>
                </a:lnTo>
                <a:lnTo>
                  <a:pt x="186208" y="133170"/>
                </a:lnTo>
                <a:lnTo>
                  <a:pt x="185972" y="133565"/>
                </a:lnTo>
                <a:lnTo>
                  <a:pt x="185729" y="133954"/>
                </a:lnTo>
                <a:lnTo>
                  <a:pt x="185480" y="134335"/>
                </a:lnTo>
                <a:lnTo>
                  <a:pt x="185224" y="134709"/>
                </a:lnTo>
                <a:lnTo>
                  <a:pt x="184962" y="135075"/>
                </a:lnTo>
                <a:lnTo>
                  <a:pt x="184694" y="135435"/>
                </a:lnTo>
                <a:lnTo>
                  <a:pt x="184419" y="135787"/>
                </a:lnTo>
                <a:lnTo>
                  <a:pt x="184138" y="136131"/>
                </a:lnTo>
                <a:lnTo>
                  <a:pt x="183851" y="136469"/>
                </a:lnTo>
                <a:lnTo>
                  <a:pt x="183557" y="136799"/>
                </a:lnTo>
                <a:lnTo>
                  <a:pt x="183257" y="137122"/>
                </a:lnTo>
                <a:lnTo>
                  <a:pt x="182950" y="137437"/>
                </a:lnTo>
                <a:lnTo>
                  <a:pt x="182637" y="137745"/>
                </a:lnTo>
                <a:lnTo>
                  <a:pt x="182318" y="138046"/>
                </a:lnTo>
                <a:lnTo>
                  <a:pt x="181993" y="138340"/>
                </a:lnTo>
                <a:lnTo>
                  <a:pt x="181661" y="138626"/>
                </a:lnTo>
                <a:lnTo>
                  <a:pt x="181323" y="138905"/>
                </a:lnTo>
                <a:lnTo>
                  <a:pt x="180978" y="139177"/>
                </a:lnTo>
                <a:lnTo>
                  <a:pt x="180627" y="139442"/>
                </a:lnTo>
                <a:lnTo>
                  <a:pt x="180270" y="139699"/>
                </a:lnTo>
                <a:lnTo>
                  <a:pt x="179906" y="139949"/>
                </a:lnTo>
                <a:lnTo>
                  <a:pt x="179536" y="140191"/>
                </a:lnTo>
                <a:lnTo>
                  <a:pt x="179160" y="140427"/>
                </a:lnTo>
                <a:lnTo>
                  <a:pt x="178777" y="140655"/>
                </a:lnTo>
                <a:lnTo>
                  <a:pt x="178388" y="140874"/>
                </a:lnTo>
                <a:lnTo>
                  <a:pt x="177992" y="141085"/>
                </a:lnTo>
                <a:lnTo>
                  <a:pt x="177591" y="141286"/>
                </a:lnTo>
                <a:lnTo>
                  <a:pt x="177182" y="141477"/>
                </a:lnTo>
                <a:lnTo>
                  <a:pt x="176768" y="141660"/>
                </a:lnTo>
                <a:lnTo>
                  <a:pt x="176347" y="141833"/>
                </a:lnTo>
                <a:lnTo>
                  <a:pt x="175920" y="141996"/>
                </a:lnTo>
                <a:lnTo>
                  <a:pt x="175486" y="142150"/>
                </a:lnTo>
                <a:lnTo>
                  <a:pt x="175046" y="142295"/>
                </a:lnTo>
                <a:lnTo>
                  <a:pt x="174600" y="142431"/>
                </a:lnTo>
                <a:lnTo>
                  <a:pt x="174147" y="142557"/>
                </a:lnTo>
                <a:lnTo>
                  <a:pt x="173688" y="142674"/>
                </a:lnTo>
                <a:lnTo>
                  <a:pt x="173223" y="142782"/>
                </a:lnTo>
                <a:lnTo>
                  <a:pt x="172751" y="142880"/>
                </a:lnTo>
                <a:lnTo>
                  <a:pt x="172273" y="142968"/>
                </a:lnTo>
                <a:lnTo>
                  <a:pt x="171788" y="143048"/>
                </a:lnTo>
                <a:lnTo>
                  <a:pt x="171298" y="143118"/>
                </a:lnTo>
                <a:lnTo>
                  <a:pt x="170800" y="143179"/>
                </a:lnTo>
                <a:lnTo>
                  <a:pt x="170297" y="143230"/>
                </a:lnTo>
                <a:lnTo>
                  <a:pt x="169787" y="143272"/>
                </a:lnTo>
                <a:lnTo>
                  <a:pt x="169271" y="143305"/>
                </a:lnTo>
                <a:lnTo>
                  <a:pt x="168748" y="143328"/>
                </a:lnTo>
                <a:lnTo>
                  <a:pt x="168219" y="143342"/>
                </a:lnTo>
                <a:lnTo>
                  <a:pt x="167684" y="143347"/>
                </a:lnTo>
                <a:lnTo>
                  <a:pt x="167131" y="143342"/>
                </a:lnTo>
                <a:lnTo>
                  <a:pt x="166585" y="143328"/>
                </a:lnTo>
                <a:lnTo>
                  <a:pt x="166047" y="143305"/>
                </a:lnTo>
                <a:lnTo>
                  <a:pt x="165515" y="143272"/>
                </a:lnTo>
                <a:lnTo>
                  <a:pt x="164991" y="143230"/>
                </a:lnTo>
                <a:lnTo>
                  <a:pt x="164473" y="143179"/>
                </a:lnTo>
                <a:lnTo>
                  <a:pt x="163963" y="143118"/>
                </a:lnTo>
                <a:lnTo>
                  <a:pt x="163460" y="143048"/>
                </a:lnTo>
                <a:lnTo>
                  <a:pt x="162964" y="142968"/>
                </a:lnTo>
                <a:lnTo>
                  <a:pt x="162475" y="142880"/>
                </a:lnTo>
                <a:lnTo>
                  <a:pt x="161993" y="142782"/>
                </a:lnTo>
                <a:lnTo>
                  <a:pt x="161518" y="142674"/>
                </a:lnTo>
                <a:lnTo>
                  <a:pt x="161051" y="142557"/>
                </a:lnTo>
                <a:lnTo>
                  <a:pt x="160590" y="142431"/>
                </a:lnTo>
                <a:lnTo>
                  <a:pt x="160137" y="142295"/>
                </a:lnTo>
                <a:lnTo>
                  <a:pt x="159690" y="142150"/>
                </a:lnTo>
                <a:lnTo>
                  <a:pt x="159251" y="141996"/>
                </a:lnTo>
                <a:lnTo>
                  <a:pt x="158819" y="141833"/>
                </a:lnTo>
                <a:lnTo>
                  <a:pt x="158394" y="141660"/>
                </a:lnTo>
                <a:lnTo>
                  <a:pt x="157976" y="141477"/>
                </a:lnTo>
                <a:lnTo>
                  <a:pt x="157565" y="141286"/>
                </a:lnTo>
                <a:lnTo>
                  <a:pt x="157162" y="141085"/>
                </a:lnTo>
                <a:lnTo>
                  <a:pt x="156765" y="140874"/>
                </a:lnTo>
                <a:lnTo>
                  <a:pt x="156376" y="140655"/>
                </a:lnTo>
                <a:lnTo>
                  <a:pt x="155993" y="140427"/>
                </a:lnTo>
                <a:lnTo>
                  <a:pt x="155616" y="140191"/>
                </a:lnTo>
                <a:lnTo>
                  <a:pt x="155246" y="139949"/>
                </a:lnTo>
                <a:lnTo>
                  <a:pt x="154881" y="139699"/>
                </a:lnTo>
                <a:lnTo>
                  <a:pt x="154523" y="139442"/>
                </a:lnTo>
                <a:lnTo>
                  <a:pt x="154171" y="139177"/>
                </a:lnTo>
                <a:lnTo>
                  <a:pt x="153825" y="138905"/>
                </a:lnTo>
                <a:lnTo>
                  <a:pt x="153486" y="138626"/>
                </a:lnTo>
                <a:lnTo>
                  <a:pt x="153152" y="138340"/>
                </a:lnTo>
                <a:lnTo>
                  <a:pt x="152825" y="138046"/>
                </a:lnTo>
                <a:lnTo>
                  <a:pt x="152504" y="137745"/>
                </a:lnTo>
                <a:lnTo>
                  <a:pt x="152189" y="137437"/>
                </a:lnTo>
                <a:lnTo>
                  <a:pt x="151880" y="137122"/>
                </a:lnTo>
                <a:lnTo>
                  <a:pt x="151577" y="136799"/>
                </a:lnTo>
                <a:lnTo>
                  <a:pt x="151281" y="136469"/>
                </a:lnTo>
                <a:lnTo>
                  <a:pt x="150991" y="136131"/>
                </a:lnTo>
                <a:lnTo>
                  <a:pt x="150707" y="135787"/>
                </a:lnTo>
                <a:lnTo>
                  <a:pt x="150429" y="135435"/>
                </a:lnTo>
                <a:lnTo>
                  <a:pt x="150157" y="135075"/>
                </a:lnTo>
                <a:lnTo>
                  <a:pt x="149891" y="134709"/>
                </a:lnTo>
                <a:lnTo>
                  <a:pt x="149632" y="134335"/>
                </a:lnTo>
                <a:lnTo>
                  <a:pt x="149379" y="133954"/>
                </a:lnTo>
                <a:lnTo>
                  <a:pt x="149131" y="133565"/>
                </a:lnTo>
                <a:lnTo>
                  <a:pt x="148891" y="133170"/>
                </a:lnTo>
                <a:lnTo>
                  <a:pt x="148655" y="132767"/>
                </a:lnTo>
                <a:lnTo>
                  <a:pt x="148426" y="132360"/>
                </a:lnTo>
                <a:lnTo>
                  <a:pt x="148201" y="131947"/>
                </a:lnTo>
                <a:lnTo>
                  <a:pt x="147983" y="131529"/>
                </a:lnTo>
                <a:lnTo>
                  <a:pt x="147769" y="131105"/>
                </a:lnTo>
                <a:lnTo>
                  <a:pt x="147561" y="130676"/>
                </a:lnTo>
                <a:lnTo>
                  <a:pt x="147359" y="130241"/>
                </a:lnTo>
                <a:lnTo>
                  <a:pt x="147161" y="129801"/>
                </a:lnTo>
                <a:lnTo>
                  <a:pt x="146970" y="129356"/>
                </a:lnTo>
                <a:lnTo>
                  <a:pt x="146783" y="128905"/>
                </a:lnTo>
                <a:lnTo>
                  <a:pt x="146602" y="128448"/>
                </a:lnTo>
                <a:lnTo>
                  <a:pt x="146427" y="127987"/>
                </a:lnTo>
                <a:lnTo>
                  <a:pt x="146257" y="127519"/>
                </a:lnTo>
                <a:lnTo>
                  <a:pt x="146092" y="127047"/>
                </a:lnTo>
                <a:lnTo>
                  <a:pt x="145933" y="126569"/>
                </a:lnTo>
                <a:lnTo>
                  <a:pt x="145779" y="126085"/>
                </a:lnTo>
                <a:lnTo>
                  <a:pt x="145631" y="125597"/>
                </a:lnTo>
                <a:lnTo>
                  <a:pt x="145488" y="125102"/>
                </a:lnTo>
                <a:lnTo>
                  <a:pt x="145350" y="124603"/>
                </a:lnTo>
                <a:lnTo>
                  <a:pt x="145218" y="124097"/>
                </a:lnTo>
                <a:lnTo>
                  <a:pt x="145092" y="123587"/>
                </a:lnTo>
                <a:lnTo>
                  <a:pt x="144970" y="123071"/>
                </a:lnTo>
                <a:lnTo>
                  <a:pt x="144855" y="122550"/>
                </a:lnTo>
                <a:lnTo>
                  <a:pt x="144744" y="122023"/>
                </a:lnTo>
                <a:lnTo>
                  <a:pt x="144639" y="121492"/>
                </a:lnTo>
                <a:lnTo>
                  <a:pt x="144538" y="120957"/>
                </a:lnTo>
                <a:lnTo>
                  <a:pt x="144441" y="120419"/>
                </a:lnTo>
                <a:lnTo>
                  <a:pt x="144349" y="119878"/>
                </a:lnTo>
                <a:lnTo>
                  <a:pt x="144262" y="119333"/>
                </a:lnTo>
                <a:lnTo>
                  <a:pt x="144179" y="118785"/>
                </a:lnTo>
                <a:lnTo>
                  <a:pt x="144100" y="118234"/>
                </a:lnTo>
                <a:lnTo>
                  <a:pt x="144026" y="117679"/>
                </a:lnTo>
                <a:lnTo>
                  <a:pt x="143957" y="117121"/>
                </a:lnTo>
                <a:lnTo>
                  <a:pt x="143892" y="116559"/>
                </a:lnTo>
                <a:lnTo>
                  <a:pt x="143831" y="115994"/>
                </a:lnTo>
                <a:lnTo>
                  <a:pt x="143775" y="115426"/>
                </a:lnTo>
                <a:lnTo>
                  <a:pt x="143723" y="114855"/>
                </a:lnTo>
                <a:lnTo>
                  <a:pt x="143676" y="114280"/>
                </a:lnTo>
                <a:lnTo>
                  <a:pt x="143633" y="113701"/>
                </a:lnTo>
                <a:lnTo>
                  <a:pt x="143595" y="113120"/>
                </a:lnTo>
                <a:lnTo>
                  <a:pt x="143562" y="112535"/>
                </a:lnTo>
                <a:lnTo>
                  <a:pt x="143533" y="111946"/>
                </a:lnTo>
                <a:lnTo>
                  <a:pt x="143508" y="111354"/>
                </a:lnTo>
                <a:lnTo>
                  <a:pt x="143488" y="110759"/>
                </a:lnTo>
                <a:lnTo>
                  <a:pt x="143472" y="110161"/>
                </a:lnTo>
                <a:lnTo>
                  <a:pt x="143461" y="109559"/>
                </a:lnTo>
                <a:lnTo>
                  <a:pt x="143454" y="108954"/>
                </a:lnTo>
                <a:lnTo>
                  <a:pt x="143452" y="108345"/>
                </a:lnTo>
                <a:lnTo>
                  <a:pt x="143452" y="106083"/>
                </a:lnTo>
                <a:lnTo>
                  <a:pt x="143454" y="105492"/>
                </a:lnTo>
                <a:lnTo>
                  <a:pt x="143461" y="104904"/>
                </a:lnTo>
                <a:lnTo>
                  <a:pt x="143472" y="104319"/>
                </a:lnTo>
                <a:lnTo>
                  <a:pt x="143488" y="103736"/>
                </a:lnTo>
                <a:lnTo>
                  <a:pt x="143508" y="103157"/>
                </a:lnTo>
                <a:close/>
                <a:moveTo>
                  <a:pt x="504382" y="99614"/>
                </a:moveTo>
                <a:lnTo>
                  <a:pt x="504330" y="98582"/>
                </a:lnTo>
                <a:lnTo>
                  <a:pt x="504266" y="97558"/>
                </a:lnTo>
                <a:lnTo>
                  <a:pt x="504191" y="96543"/>
                </a:lnTo>
                <a:lnTo>
                  <a:pt x="504104" y="95535"/>
                </a:lnTo>
                <a:lnTo>
                  <a:pt x="504005" y="94535"/>
                </a:lnTo>
                <a:lnTo>
                  <a:pt x="503895" y="93544"/>
                </a:lnTo>
                <a:lnTo>
                  <a:pt x="503774" y="92560"/>
                </a:lnTo>
                <a:lnTo>
                  <a:pt x="503640" y="91584"/>
                </a:lnTo>
                <a:lnTo>
                  <a:pt x="503495" y="90617"/>
                </a:lnTo>
                <a:lnTo>
                  <a:pt x="503339" y="89657"/>
                </a:lnTo>
                <a:lnTo>
                  <a:pt x="503171" y="88706"/>
                </a:lnTo>
                <a:lnTo>
                  <a:pt x="502991" y="87763"/>
                </a:lnTo>
                <a:lnTo>
                  <a:pt x="502800" y="86827"/>
                </a:lnTo>
                <a:lnTo>
                  <a:pt x="502597" y="85900"/>
                </a:lnTo>
                <a:lnTo>
                  <a:pt x="502382" y="84981"/>
                </a:lnTo>
                <a:lnTo>
                  <a:pt x="502156" y="84069"/>
                </a:lnTo>
                <a:lnTo>
                  <a:pt x="501919" y="83166"/>
                </a:lnTo>
                <a:lnTo>
                  <a:pt x="501669" y="82271"/>
                </a:lnTo>
                <a:lnTo>
                  <a:pt x="501409" y="81384"/>
                </a:lnTo>
                <a:lnTo>
                  <a:pt x="501136" y="80505"/>
                </a:lnTo>
                <a:lnTo>
                  <a:pt x="500852" y="79635"/>
                </a:lnTo>
                <a:lnTo>
                  <a:pt x="500558" y="78775"/>
                </a:lnTo>
                <a:lnTo>
                  <a:pt x="500252" y="77926"/>
                </a:lnTo>
                <a:lnTo>
                  <a:pt x="499935" y="77087"/>
                </a:lnTo>
                <a:lnTo>
                  <a:pt x="499607" y="76258"/>
                </a:lnTo>
                <a:lnTo>
                  <a:pt x="499268" y="75440"/>
                </a:lnTo>
                <a:lnTo>
                  <a:pt x="498918" y="74631"/>
                </a:lnTo>
                <a:lnTo>
                  <a:pt x="498557" y="73834"/>
                </a:lnTo>
                <a:lnTo>
                  <a:pt x="498185" y="73046"/>
                </a:lnTo>
                <a:lnTo>
                  <a:pt x="497802" y="72269"/>
                </a:lnTo>
                <a:lnTo>
                  <a:pt x="497408" y="71501"/>
                </a:lnTo>
                <a:lnTo>
                  <a:pt x="497003" y="70745"/>
                </a:lnTo>
                <a:lnTo>
                  <a:pt x="496587" y="69998"/>
                </a:lnTo>
                <a:lnTo>
                  <a:pt x="496160" y="69262"/>
                </a:lnTo>
                <a:lnTo>
                  <a:pt x="495722" y="68536"/>
                </a:lnTo>
                <a:lnTo>
                  <a:pt x="495273" y="67820"/>
                </a:lnTo>
                <a:lnTo>
                  <a:pt x="494812" y="67115"/>
                </a:lnTo>
                <a:lnTo>
                  <a:pt x="494341" y="66420"/>
                </a:lnTo>
                <a:lnTo>
                  <a:pt x="493859" y="65735"/>
                </a:lnTo>
                <a:lnTo>
                  <a:pt x="493365" y="65061"/>
                </a:lnTo>
                <a:lnTo>
                  <a:pt x="492861" y="64396"/>
                </a:lnTo>
                <a:lnTo>
                  <a:pt x="492346" y="63742"/>
                </a:lnTo>
                <a:lnTo>
                  <a:pt x="491819" y="63099"/>
                </a:lnTo>
                <a:lnTo>
                  <a:pt x="491282" y="62465"/>
                </a:lnTo>
                <a:lnTo>
                  <a:pt x="490733" y="61843"/>
                </a:lnTo>
                <a:lnTo>
                  <a:pt x="490175" y="61233"/>
                </a:lnTo>
                <a:lnTo>
                  <a:pt x="489605" y="60634"/>
                </a:lnTo>
                <a:lnTo>
                  <a:pt x="489025" y="60048"/>
                </a:lnTo>
                <a:lnTo>
                  <a:pt x="488434" y="59474"/>
                </a:lnTo>
                <a:lnTo>
                  <a:pt x="487832" y="58911"/>
                </a:lnTo>
                <a:lnTo>
                  <a:pt x="487220" y="58361"/>
                </a:lnTo>
                <a:lnTo>
                  <a:pt x="486597" y="57822"/>
                </a:lnTo>
                <a:lnTo>
                  <a:pt x="485963" y="57296"/>
                </a:lnTo>
                <a:lnTo>
                  <a:pt x="485319" y="56781"/>
                </a:lnTo>
                <a:lnTo>
                  <a:pt x="484664" y="56279"/>
                </a:lnTo>
                <a:lnTo>
                  <a:pt x="483999" y="55788"/>
                </a:lnTo>
                <a:lnTo>
                  <a:pt x="483322" y="55309"/>
                </a:lnTo>
                <a:lnTo>
                  <a:pt x="482636" y="54843"/>
                </a:lnTo>
                <a:lnTo>
                  <a:pt x="481938" y="54388"/>
                </a:lnTo>
                <a:lnTo>
                  <a:pt x="481230" y="53945"/>
                </a:lnTo>
                <a:lnTo>
                  <a:pt x="480511" y="53514"/>
                </a:lnTo>
                <a:lnTo>
                  <a:pt x="479782" y="53096"/>
                </a:lnTo>
                <a:lnTo>
                  <a:pt x="479041" y="52689"/>
                </a:lnTo>
                <a:lnTo>
                  <a:pt x="478291" y="52294"/>
                </a:lnTo>
                <a:lnTo>
                  <a:pt x="477529" y="51911"/>
                </a:lnTo>
                <a:lnTo>
                  <a:pt x="476757" y="51540"/>
                </a:lnTo>
                <a:lnTo>
                  <a:pt x="475974" y="51181"/>
                </a:lnTo>
                <a:lnTo>
                  <a:pt x="475181" y="50834"/>
                </a:lnTo>
                <a:lnTo>
                  <a:pt x="474377" y="50500"/>
                </a:lnTo>
                <a:lnTo>
                  <a:pt x="473564" y="50180"/>
                </a:lnTo>
                <a:lnTo>
                  <a:pt x="472741" y="49875"/>
                </a:lnTo>
                <a:lnTo>
                  <a:pt x="471908" y="49583"/>
                </a:lnTo>
                <a:lnTo>
                  <a:pt x="471065" y="49306"/>
                </a:lnTo>
                <a:lnTo>
                  <a:pt x="470213" y="49043"/>
                </a:lnTo>
                <a:lnTo>
                  <a:pt x="469351" y="48795"/>
                </a:lnTo>
                <a:lnTo>
                  <a:pt x="468480" y="48560"/>
                </a:lnTo>
                <a:lnTo>
                  <a:pt x="467598" y="48340"/>
                </a:lnTo>
                <a:lnTo>
                  <a:pt x="466707" y="48134"/>
                </a:lnTo>
                <a:lnTo>
                  <a:pt x="465806" y="47942"/>
                </a:lnTo>
                <a:lnTo>
                  <a:pt x="464896" y="47764"/>
                </a:lnTo>
                <a:lnTo>
                  <a:pt x="463975" y="47601"/>
                </a:lnTo>
                <a:lnTo>
                  <a:pt x="463045" y="47452"/>
                </a:lnTo>
                <a:lnTo>
                  <a:pt x="462106" y="47317"/>
                </a:lnTo>
                <a:lnTo>
                  <a:pt x="461156" y="47196"/>
                </a:lnTo>
                <a:lnTo>
                  <a:pt x="460197" y="47089"/>
                </a:lnTo>
                <a:lnTo>
                  <a:pt x="459228" y="46997"/>
                </a:lnTo>
                <a:lnTo>
                  <a:pt x="458249" y="46919"/>
                </a:lnTo>
                <a:lnTo>
                  <a:pt x="457261" y="46855"/>
                </a:lnTo>
                <a:lnTo>
                  <a:pt x="456263" y="46805"/>
                </a:lnTo>
                <a:lnTo>
                  <a:pt x="455255" y="46770"/>
                </a:lnTo>
                <a:lnTo>
                  <a:pt x="454238" y="46748"/>
                </a:lnTo>
                <a:lnTo>
                  <a:pt x="453210" y="46741"/>
                </a:lnTo>
                <a:lnTo>
                  <a:pt x="452156" y="46749"/>
                </a:lnTo>
                <a:lnTo>
                  <a:pt x="451110" y="46772"/>
                </a:lnTo>
                <a:lnTo>
                  <a:pt x="450074" y="46809"/>
                </a:lnTo>
                <a:lnTo>
                  <a:pt x="449046" y="46862"/>
                </a:lnTo>
                <a:lnTo>
                  <a:pt x="448027" y="46931"/>
                </a:lnTo>
                <a:lnTo>
                  <a:pt x="447018" y="47014"/>
                </a:lnTo>
                <a:lnTo>
                  <a:pt x="446017" y="47112"/>
                </a:lnTo>
                <a:lnTo>
                  <a:pt x="445025" y="47226"/>
                </a:lnTo>
                <a:lnTo>
                  <a:pt x="444042" y="47355"/>
                </a:lnTo>
                <a:lnTo>
                  <a:pt x="443069" y="47499"/>
                </a:lnTo>
                <a:lnTo>
                  <a:pt x="442104" y="47658"/>
                </a:lnTo>
                <a:lnTo>
                  <a:pt x="441148" y="47832"/>
                </a:lnTo>
                <a:lnTo>
                  <a:pt x="440201" y="48021"/>
                </a:lnTo>
                <a:lnTo>
                  <a:pt x="439263" y="48226"/>
                </a:lnTo>
                <a:lnTo>
                  <a:pt x="438334" y="48445"/>
                </a:lnTo>
                <a:lnTo>
                  <a:pt x="437414" y="48680"/>
                </a:lnTo>
                <a:lnTo>
                  <a:pt x="436503" y="48930"/>
                </a:lnTo>
                <a:lnTo>
                  <a:pt x="435601" y="49195"/>
                </a:lnTo>
                <a:lnTo>
                  <a:pt x="434708" y="49475"/>
                </a:lnTo>
                <a:lnTo>
                  <a:pt x="433824" y="49770"/>
                </a:lnTo>
                <a:lnTo>
                  <a:pt x="432949" y="50081"/>
                </a:lnTo>
                <a:lnTo>
                  <a:pt x="432083" y="50406"/>
                </a:lnTo>
                <a:lnTo>
                  <a:pt x="431226" y="50747"/>
                </a:lnTo>
                <a:lnTo>
                  <a:pt x="430378" y="51103"/>
                </a:lnTo>
                <a:lnTo>
                  <a:pt x="429540" y="51473"/>
                </a:lnTo>
                <a:lnTo>
                  <a:pt x="428712" y="51856"/>
                </a:lnTo>
                <a:lnTo>
                  <a:pt x="427895" y="52252"/>
                </a:lnTo>
                <a:lnTo>
                  <a:pt x="427089" y="52660"/>
                </a:lnTo>
                <a:lnTo>
                  <a:pt x="426293" y="53082"/>
                </a:lnTo>
                <a:lnTo>
                  <a:pt x="425508" y="53516"/>
                </a:lnTo>
                <a:lnTo>
                  <a:pt x="424734" y="53964"/>
                </a:lnTo>
                <a:lnTo>
                  <a:pt x="423970" y="54424"/>
                </a:lnTo>
                <a:lnTo>
                  <a:pt x="423217" y="54897"/>
                </a:lnTo>
                <a:lnTo>
                  <a:pt x="422475" y="55383"/>
                </a:lnTo>
                <a:lnTo>
                  <a:pt x="421743" y="55882"/>
                </a:lnTo>
                <a:lnTo>
                  <a:pt x="421022" y="56394"/>
                </a:lnTo>
                <a:lnTo>
                  <a:pt x="420311" y="56919"/>
                </a:lnTo>
                <a:lnTo>
                  <a:pt x="419612" y="57456"/>
                </a:lnTo>
                <a:lnTo>
                  <a:pt x="418922" y="58007"/>
                </a:lnTo>
                <a:lnTo>
                  <a:pt x="418244" y="58570"/>
                </a:lnTo>
                <a:lnTo>
                  <a:pt x="417576" y="59147"/>
                </a:lnTo>
                <a:lnTo>
                  <a:pt x="416919" y="59736"/>
                </a:lnTo>
                <a:lnTo>
                  <a:pt x="416273" y="60338"/>
                </a:lnTo>
                <a:lnTo>
                  <a:pt x="415637" y="60953"/>
                </a:lnTo>
                <a:lnTo>
                  <a:pt x="415012" y="61581"/>
                </a:lnTo>
                <a:lnTo>
                  <a:pt x="414397" y="62222"/>
                </a:lnTo>
                <a:lnTo>
                  <a:pt x="413793" y="62876"/>
                </a:lnTo>
                <a:lnTo>
                  <a:pt x="413200" y="63542"/>
                </a:lnTo>
                <a:lnTo>
                  <a:pt x="412618" y="64220"/>
                </a:lnTo>
                <a:lnTo>
                  <a:pt x="412047" y="64909"/>
                </a:lnTo>
                <a:lnTo>
                  <a:pt x="411488" y="65607"/>
                </a:lnTo>
                <a:lnTo>
                  <a:pt x="410940" y="66316"/>
                </a:lnTo>
                <a:lnTo>
                  <a:pt x="410403" y="67034"/>
                </a:lnTo>
                <a:lnTo>
                  <a:pt x="409878" y="67763"/>
                </a:lnTo>
                <a:lnTo>
                  <a:pt x="409365" y="68501"/>
                </a:lnTo>
                <a:lnTo>
                  <a:pt x="408862" y="69250"/>
                </a:lnTo>
                <a:lnTo>
                  <a:pt x="408371" y="70009"/>
                </a:lnTo>
                <a:lnTo>
                  <a:pt x="407892" y="70778"/>
                </a:lnTo>
                <a:lnTo>
                  <a:pt x="407424" y="71557"/>
                </a:lnTo>
                <a:lnTo>
                  <a:pt x="406967" y="72347"/>
                </a:lnTo>
                <a:lnTo>
                  <a:pt x="406522" y="73146"/>
                </a:lnTo>
                <a:lnTo>
                  <a:pt x="406088" y="73955"/>
                </a:lnTo>
                <a:lnTo>
                  <a:pt x="405665" y="74775"/>
                </a:lnTo>
                <a:lnTo>
                  <a:pt x="405254" y="75605"/>
                </a:lnTo>
                <a:lnTo>
                  <a:pt x="404855" y="76444"/>
                </a:lnTo>
                <a:lnTo>
                  <a:pt x="404466" y="77294"/>
                </a:lnTo>
                <a:lnTo>
                  <a:pt x="404090" y="78154"/>
                </a:lnTo>
                <a:lnTo>
                  <a:pt x="403724" y="79024"/>
                </a:lnTo>
                <a:lnTo>
                  <a:pt x="403370" y="79904"/>
                </a:lnTo>
                <a:lnTo>
                  <a:pt x="403027" y="80794"/>
                </a:lnTo>
                <a:lnTo>
                  <a:pt x="402696" y="81695"/>
                </a:lnTo>
                <a:lnTo>
                  <a:pt x="402376" y="82605"/>
                </a:lnTo>
                <a:lnTo>
                  <a:pt x="402069" y="83524"/>
                </a:lnTo>
                <a:lnTo>
                  <a:pt x="401774" y="84452"/>
                </a:lnTo>
                <a:lnTo>
                  <a:pt x="401493" y="85387"/>
                </a:lnTo>
                <a:lnTo>
                  <a:pt x="401225" y="86330"/>
                </a:lnTo>
                <a:lnTo>
                  <a:pt x="400969" y="87280"/>
                </a:lnTo>
                <a:lnTo>
                  <a:pt x="400727" y="88239"/>
                </a:lnTo>
                <a:lnTo>
                  <a:pt x="400498" y="89205"/>
                </a:lnTo>
                <a:lnTo>
                  <a:pt x="400282" y="90180"/>
                </a:lnTo>
                <a:lnTo>
                  <a:pt x="400079" y="91162"/>
                </a:lnTo>
                <a:lnTo>
                  <a:pt x="399890" y="92152"/>
                </a:lnTo>
                <a:lnTo>
                  <a:pt x="399713" y="93150"/>
                </a:lnTo>
                <a:lnTo>
                  <a:pt x="399549" y="94156"/>
                </a:lnTo>
                <a:lnTo>
                  <a:pt x="399399" y="95169"/>
                </a:lnTo>
                <a:lnTo>
                  <a:pt x="399261" y="96191"/>
                </a:lnTo>
                <a:lnTo>
                  <a:pt x="399137" y="97220"/>
                </a:lnTo>
                <a:lnTo>
                  <a:pt x="399026" y="98257"/>
                </a:lnTo>
                <a:lnTo>
                  <a:pt x="398928" y="99302"/>
                </a:lnTo>
                <a:lnTo>
                  <a:pt x="398843" y="100355"/>
                </a:lnTo>
                <a:lnTo>
                  <a:pt x="398771" y="101416"/>
                </a:lnTo>
                <a:lnTo>
                  <a:pt x="398712" y="102484"/>
                </a:lnTo>
                <a:lnTo>
                  <a:pt x="398666" y="103561"/>
                </a:lnTo>
                <a:lnTo>
                  <a:pt x="398633" y="104645"/>
                </a:lnTo>
                <a:lnTo>
                  <a:pt x="398614" y="105737"/>
                </a:lnTo>
                <a:lnTo>
                  <a:pt x="398607" y="106837"/>
                </a:lnTo>
                <a:lnTo>
                  <a:pt x="398607" y="111145"/>
                </a:lnTo>
                <a:lnTo>
                  <a:pt x="398614" y="112112"/>
                </a:lnTo>
                <a:lnTo>
                  <a:pt x="398635" y="113074"/>
                </a:lnTo>
                <a:lnTo>
                  <a:pt x="398669" y="114032"/>
                </a:lnTo>
                <a:lnTo>
                  <a:pt x="398718" y="114985"/>
                </a:lnTo>
                <a:lnTo>
                  <a:pt x="398780" y="115933"/>
                </a:lnTo>
                <a:lnTo>
                  <a:pt x="398856" y="116877"/>
                </a:lnTo>
                <a:lnTo>
                  <a:pt x="398946" y="117816"/>
                </a:lnTo>
                <a:lnTo>
                  <a:pt x="399050" y="118750"/>
                </a:lnTo>
                <a:lnTo>
                  <a:pt x="399167" y="119679"/>
                </a:lnTo>
                <a:lnTo>
                  <a:pt x="399299" y="120604"/>
                </a:lnTo>
                <a:lnTo>
                  <a:pt x="399444" y="121525"/>
                </a:lnTo>
                <a:lnTo>
                  <a:pt x="399603" y="122440"/>
                </a:lnTo>
                <a:lnTo>
                  <a:pt x="399776" y="123351"/>
                </a:lnTo>
                <a:lnTo>
                  <a:pt x="399963" y="124257"/>
                </a:lnTo>
                <a:lnTo>
                  <a:pt x="400164" y="125159"/>
                </a:lnTo>
                <a:lnTo>
                  <a:pt x="400378" y="126055"/>
                </a:lnTo>
                <a:lnTo>
                  <a:pt x="400606" y="126948"/>
                </a:lnTo>
                <a:lnTo>
                  <a:pt x="400848" y="127835"/>
                </a:lnTo>
                <a:lnTo>
                  <a:pt x="401104" y="128718"/>
                </a:lnTo>
                <a:lnTo>
                  <a:pt x="401374" y="129596"/>
                </a:lnTo>
                <a:lnTo>
                  <a:pt x="401658" y="130470"/>
                </a:lnTo>
                <a:lnTo>
                  <a:pt x="401955" y="131338"/>
                </a:lnTo>
                <a:lnTo>
                  <a:pt x="402267" y="132202"/>
                </a:lnTo>
                <a:lnTo>
                  <a:pt x="402592" y="133062"/>
                </a:lnTo>
                <a:lnTo>
                  <a:pt x="402930" y="133915"/>
                </a:lnTo>
                <a:lnTo>
                  <a:pt x="403280" y="134759"/>
                </a:lnTo>
                <a:lnTo>
                  <a:pt x="403643" y="135594"/>
                </a:lnTo>
                <a:lnTo>
                  <a:pt x="404017" y="136420"/>
                </a:lnTo>
                <a:lnTo>
                  <a:pt x="404404" y="137238"/>
                </a:lnTo>
                <a:lnTo>
                  <a:pt x="404803" y="138046"/>
                </a:lnTo>
                <a:lnTo>
                  <a:pt x="405214" y="138846"/>
                </a:lnTo>
                <a:lnTo>
                  <a:pt x="405637" y="139637"/>
                </a:lnTo>
                <a:lnTo>
                  <a:pt x="406073" y="140420"/>
                </a:lnTo>
                <a:lnTo>
                  <a:pt x="406520" y="141194"/>
                </a:lnTo>
                <a:lnTo>
                  <a:pt x="406980" y="141958"/>
                </a:lnTo>
                <a:lnTo>
                  <a:pt x="407452" y="142714"/>
                </a:lnTo>
                <a:lnTo>
                  <a:pt x="407936" y="143462"/>
                </a:lnTo>
                <a:lnTo>
                  <a:pt x="408432" y="144200"/>
                </a:lnTo>
                <a:lnTo>
                  <a:pt x="408940" y="144930"/>
                </a:lnTo>
                <a:lnTo>
                  <a:pt x="409461" y="145651"/>
                </a:lnTo>
                <a:lnTo>
                  <a:pt x="409993" y="146363"/>
                </a:lnTo>
                <a:lnTo>
                  <a:pt x="410538" y="147066"/>
                </a:lnTo>
                <a:lnTo>
                  <a:pt x="411095" y="147761"/>
                </a:lnTo>
                <a:lnTo>
                  <a:pt x="411664" y="148446"/>
                </a:lnTo>
                <a:lnTo>
                  <a:pt x="412245" y="149123"/>
                </a:lnTo>
                <a:lnTo>
                  <a:pt x="412839" y="149791"/>
                </a:lnTo>
                <a:lnTo>
                  <a:pt x="413444" y="150451"/>
                </a:lnTo>
                <a:lnTo>
                  <a:pt x="414062" y="151101"/>
                </a:lnTo>
                <a:lnTo>
                  <a:pt x="414691" y="151742"/>
                </a:lnTo>
                <a:lnTo>
                  <a:pt x="415332" y="152370"/>
                </a:lnTo>
                <a:lnTo>
                  <a:pt x="415984" y="152987"/>
                </a:lnTo>
                <a:lnTo>
                  <a:pt x="416648" y="153592"/>
                </a:lnTo>
                <a:lnTo>
                  <a:pt x="417323" y="154185"/>
                </a:lnTo>
                <a:lnTo>
                  <a:pt x="418010" y="154767"/>
                </a:lnTo>
                <a:lnTo>
                  <a:pt x="418707" y="155336"/>
                </a:lnTo>
                <a:lnTo>
                  <a:pt x="419417" y="155894"/>
                </a:lnTo>
                <a:lnTo>
                  <a:pt x="420137" y="156440"/>
                </a:lnTo>
                <a:lnTo>
                  <a:pt x="420870" y="156974"/>
                </a:lnTo>
                <a:lnTo>
                  <a:pt x="421613" y="157497"/>
                </a:lnTo>
                <a:lnTo>
                  <a:pt x="422368" y="158008"/>
                </a:lnTo>
                <a:lnTo>
                  <a:pt x="423134" y="158507"/>
                </a:lnTo>
                <a:lnTo>
                  <a:pt x="423912" y="158994"/>
                </a:lnTo>
                <a:lnTo>
                  <a:pt x="424701" y="159469"/>
                </a:lnTo>
                <a:lnTo>
                  <a:pt x="425502" y="159933"/>
                </a:lnTo>
                <a:lnTo>
                  <a:pt x="426314" y="160385"/>
                </a:lnTo>
                <a:lnTo>
                  <a:pt x="427137" y="160825"/>
                </a:lnTo>
                <a:lnTo>
                  <a:pt x="427972" y="161253"/>
                </a:lnTo>
                <a:lnTo>
                  <a:pt x="428818" y="161669"/>
                </a:lnTo>
                <a:lnTo>
                  <a:pt x="429676" y="162074"/>
                </a:lnTo>
                <a:lnTo>
                  <a:pt x="430545" y="162467"/>
                </a:lnTo>
                <a:lnTo>
                  <a:pt x="431425" y="162848"/>
                </a:lnTo>
                <a:lnTo>
                  <a:pt x="432317" y="163218"/>
                </a:lnTo>
                <a:lnTo>
                  <a:pt x="433219" y="163573"/>
                </a:lnTo>
                <a:lnTo>
                  <a:pt x="434131" y="163914"/>
                </a:lnTo>
                <a:lnTo>
                  <a:pt x="435053" y="164240"/>
                </a:lnTo>
                <a:lnTo>
                  <a:pt x="435984" y="164550"/>
                </a:lnTo>
                <a:lnTo>
                  <a:pt x="436926" y="164846"/>
                </a:lnTo>
                <a:lnTo>
                  <a:pt x="437877" y="165126"/>
                </a:lnTo>
                <a:lnTo>
                  <a:pt x="438837" y="165391"/>
                </a:lnTo>
                <a:lnTo>
                  <a:pt x="439808" y="165641"/>
                </a:lnTo>
                <a:lnTo>
                  <a:pt x="440788" y="165876"/>
                </a:lnTo>
                <a:lnTo>
                  <a:pt x="441778" y="166095"/>
                </a:lnTo>
                <a:lnTo>
                  <a:pt x="442777" y="166300"/>
                </a:lnTo>
                <a:lnTo>
                  <a:pt x="443787" y="166489"/>
                </a:lnTo>
                <a:lnTo>
                  <a:pt x="444806" y="166663"/>
                </a:lnTo>
                <a:lnTo>
                  <a:pt x="445834" y="166822"/>
                </a:lnTo>
                <a:lnTo>
                  <a:pt x="446873" y="166966"/>
                </a:lnTo>
                <a:lnTo>
                  <a:pt x="447921" y="167095"/>
                </a:lnTo>
                <a:lnTo>
                  <a:pt x="448979" y="167208"/>
                </a:lnTo>
                <a:lnTo>
                  <a:pt x="450047" y="167307"/>
                </a:lnTo>
                <a:lnTo>
                  <a:pt x="451124" y="167390"/>
                </a:lnTo>
                <a:lnTo>
                  <a:pt x="452211" y="167458"/>
                </a:lnTo>
                <a:lnTo>
                  <a:pt x="453308" y="167511"/>
                </a:lnTo>
                <a:lnTo>
                  <a:pt x="454414" y="167549"/>
                </a:lnTo>
                <a:lnTo>
                  <a:pt x="455531" y="167572"/>
                </a:lnTo>
                <a:lnTo>
                  <a:pt x="456657" y="167579"/>
                </a:lnTo>
                <a:lnTo>
                  <a:pt x="457595" y="167574"/>
                </a:lnTo>
                <a:lnTo>
                  <a:pt x="458524" y="167558"/>
                </a:lnTo>
                <a:lnTo>
                  <a:pt x="459445" y="167531"/>
                </a:lnTo>
                <a:lnTo>
                  <a:pt x="460357" y="167494"/>
                </a:lnTo>
                <a:lnTo>
                  <a:pt x="461261" y="167446"/>
                </a:lnTo>
                <a:lnTo>
                  <a:pt x="462156" y="167388"/>
                </a:lnTo>
                <a:lnTo>
                  <a:pt x="463042" y="167318"/>
                </a:lnTo>
                <a:lnTo>
                  <a:pt x="463920" y="167238"/>
                </a:lnTo>
                <a:lnTo>
                  <a:pt x="464790" y="167148"/>
                </a:lnTo>
                <a:lnTo>
                  <a:pt x="465650" y="167046"/>
                </a:lnTo>
                <a:lnTo>
                  <a:pt x="466502" y="166935"/>
                </a:lnTo>
                <a:lnTo>
                  <a:pt x="467346" y="166812"/>
                </a:lnTo>
                <a:lnTo>
                  <a:pt x="468181" y="166679"/>
                </a:lnTo>
                <a:lnTo>
                  <a:pt x="469007" y="166535"/>
                </a:lnTo>
                <a:lnTo>
                  <a:pt x="469824" y="166380"/>
                </a:lnTo>
                <a:lnTo>
                  <a:pt x="470634" y="166215"/>
                </a:lnTo>
                <a:lnTo>
                  <a:pt x="471434" y="166039"/>
                </a:lnTo>
                <a:lnTo>
                  <a:pt x="472226" y="165853"/>
                </a:lnTo>
                <a:lnTo>
                  <a:pt x="473009" y="165656"/>
                </a:lnTo>
                <a:lnTo>
                  <a:pt x="473784" y="165448"/>
                </a:lnTo>
                <a:lnTo>
                  <a:pt x="474550" y="165229"/>
                </a:lnTo>
                <a:lnTo>
                  <a:pt x="475307" y="165000"/>
                </a:lnTo>
                <a:lnTo>
                  <a:pt x="476056" y="164760"/>
                </a:lnTo>
                <a:lnTo>
                  <a:pt x="476796" y="164510"/>
                </a:lnTo>
                <a:lnTo>
                  <a:pt x="477528" y="164251"/>
                </a:lnTo>
                <a:lnTo>
                  <a:pt x="478251" y="163986"/>
                </a:lnTo>
                <a:lnTo>
                  <a:pt x="478965" y="163715"/>
                </a:lnTo>
                <a:lnTo>
                  <a:pt x="479670" y="163437"/>
                </a:lnTo>
                <a:lnTo>
                  <a:pt x="480366" y="163154"/>
                </a:lnTo>
                <a:lnTo>
                  <a:pt x="481054" y="162864"/>
                </a:lnTo>
                <a:lnTo>
                  <a:pt x="481733" y="162568"/>
                </a:lnTo>
                <a:lnTo>
                  <a:pt x="482403" y="162266"/>
                </a:lnTo>
                <a:lnTo>
                  <a:pt x="483064" y="161958"/>
                </a:lnTo>
                <a:lnTo>
                  <a:pt x="483716" y="161644"/>
                </a:lnTo>
                <a:lnTo>
                  <a:pt x="484360" y="161323"/>
                </a:lnTo>
                <a:lnTo>
                  <a:pt x="484995" y="160996"/>
                </a:lnTo>
                <a:lnTo>
                  <a:pt x="485621" y="160663"/>
                </a:lnTo>
                <a:lnTo>
                  <a:pt x="486238" y="160324"/>
                </a:lnTo>
                <a:lnTo>
                  <a:pt x="486847" y="159979"/>
                </a:lnTo>
                <a:lnTo>
                  <a:pt x="487447" y="159628"/>
                </a:lnTo>
                <a:lnTo>
                  <a:pt x="488037" y="159270"/>
                </a:lnTo>
                <a:lnTo>
                  <a:pt x="488620" y="158906"/>
                </a:lnTo>
                <a:lnTo>
                  <a:pt x="489193" y="158536"/>
                </a:lnTo>
                <a:lnTo>
                  <a:pt x="489758" y="158160"/>
                </a:lnTo>
                <a:lnTo>
                  <a:pt x="490313" y="157778"/>
                </a:lnTo>
                <a:lnTo>
                  <a:pt x="490860" y="157389"/>
                </a:lnTo>
                <a:lnTo>
                  <a:pt x="491399" y="156995"/>
                </a:lnTo>
                <a:lnTo>
                  <a:pt x="491928" y="156594"/>
                </a:lnTo>
                <a:lnTo>
                  <a:pt x="492448" y="156189"/>
                </a:lnTo>
                <a:lnTo>
                  <a:pt x="492960" y="155783"/>
                </a:lnTo>
                <a:lnTo>
                  <a:pt x="493462" y="155376"/>
                </a:lnTo>
                <a:lnTo>
                  <a:pt x="493955" y="154967"/>
                </a:lnTo>
                <a:lnTo>
                  <a:pt x="494439" y="154556"/>
                </a:lnTo>
                <a:lnTo>
                  <a:pt x="494913" y="154144"/>
                </a:lnTo>
                <a:lnTo>
                  <a:pt x="495379" y="153730"/>
                </a:lnTo>
                <a:lnTo>
                  <a:pt x="495835" y="153315"/>
                </a:lnTo>
                <a:lnTo>
                  <a:pt x="496282" y="152899"/>
                </a:lnTo>
                <a:lnTo>
                  <a:pt x="496720" y="152481"/>
                </a:lnTo>
                <a:lnTo>
                  <a:pt x="497149" y="152061"/>
                </a:lnTo>
                <a:lnTo>
                  <a:pt x="497569" y="151640"/>
                </a:lnTo>
                <a:lnTo>
                  <a:pt x="497979" y="151217"/>
                </a:lnTo>
                <a:lnTo>
                  <a:pt x="498381" y="150793"/>
                </a:lnTo>
                <a:lnTo>
                  <a:pt x="498773" y="150368"/>
                </a:lnTo>
                <a:lnTo>
                  <a:pt x="499156" y="149941"/>
                </a:lnTo>
                <a:lnTo>
                  <a:pt x="499530" y="149512"/>
                </a:lnTo>
                <a:lnTo>
                  <a:pt x="499894" y="149082"/>
                </a:lnTo>
                <a:lnTo>
                  <a:pt x="500250" y="148651"/>
                </a:lnTo>
                <a:lnTo>
                  <a:pt x="500596" y="148217"/>
                </a:lnTo>
                <a:lnTo>
                  <a:pt x="500933" y="147783"/>
                </a:lnTo>
                <a:lnTo>
                  <a:pt x="501261" y="147347"/>
                </a:lnTo>
                <a:lnTo>
                  <a:pt x="501580" y="146909"/>
                </a:lnTo>
                <a:lnTo>
                  <a:pt x="501890" y="146470"/>
                </a:lnTo>
                <a:lnTo>
                  <a:pt x="486812" y="130100"/>
                </a:lnTo>
                <a:lnTo>
                  <a:pt x="486369" y="130651"/>
                </a:lnTo>
                <a:lnTo>
                  <a:pt x="485919" y="131189"/>
                </a:lnTo>
                <a:lnTo>
                  <a:pt x="485462" y="131716"/>
                </a:lnTo>
                <a:lnTo>
                  <a:pt x="484998" y="132232"/>
                </a:lnTo>
                <a:lnTo>
                  <a:pt x="484527" y="132735"/>
                </a:lnTo>
                <a:lnTo>
                  <a:pt x="484049" y="133227"/>
                </a:lnTo>
                <a:lnTo>
                  <a:pt x="483564" y="133707"/>
                </a:lnTo>
                <a:lnTo>
                  <a:pt x="483073" y="134175"/>
                </a:lnTo>
                <a:lnTo>
                  <a:pt x="482574" y="134631"/>
                </a:lnTo>
                <a:lnTo>
                  <a:pt x="482069" y="135076"/>
                </a:lnTo>
                <a:lnTo>
                  <a:pt x="481556" y="135508"/>
                </a:lnTo>
                <a:lnTo>
                  <a:pt x="481037" y="135929"/>
                </a:lnTo>
                <a:lnTo>
                  <a:pt x="480511" y="136339"/>
                </a:lnTo>
                <a:lnTo>
                  <a:pt x="479978" y="136736"/>
                </a:lnTo>
                <a:lnTo>
                  <a:pt x="479437" y="137122"/>
                </a:lnTo>
                <a:lnTo>
                  <a:pt x="478890" y="137495"/>
                </a:lnTo>
                <a:lnTo>
                  <a:pt x="478337" y="137858"/>
                </a:lnTo>
                <a:lnTo>
                  <a:pt x="477776" y="138208"/>
                </a:lnTo>
                <a:lnTo>
                  <a:pt x="477208" y="138546"/>
                </a:lnTo>
                <a:lnTo>
                  <a:pt x="476633" y="138873"/>
                </a:lnTo>
                <a:lnTo>
                  <a:pt x="476052" y="139188"/>
                </a:lnTo>
                <a:lnTo>
                  <a:pt x="475463" y="139491"/>
                </a:lnTo>
                <a:lnTo>
                  <a:pt x="474868" y="139783"/>
                </a:lnTo>
                <a:lnTo>
                  <a:pt x="474265" y="140062"/>
                </a:lnTo>
                <a:lnTo>
                  <a:pt x="473658" y="140330"/>
                </a:lnTo>
                <a:lnTo>
                  <a:pt x="473046" y="140587"/>
                </a:lnTo>
                <a:lnTo>
                  <a:pt x="472430" y="140832"/>
                </a:lnTo>
                <a:lnTo>
                  <a:pt x="471811" y="141066"/>
                </a:lnTo>
                <a:lnTo>
                  <a:pt x="471187" y="141288"/>
                </a:lnTo>
                <a:lnTo>
                  <a:pt x="470560" y="141499"/>
                </a:lnTo>
                <a:lnTo>
                  <a:pt x="469929" y="141699"/>
                </a:lnTo>
                <a:lnTo>
                  <a:pt x="469293" y="141887"/>
                </a:lnTo>
                <a:lnTo>
                  <a:pt x="468654" y="142064"/>
                </a:lnTo>
                <a:lnTo>
                  <a:pt x="468011" y="142229"/>
                </a:lnTo>
                <a:lnTo>
                  <a:pt x="467364" y="142383"/>
                </a:lnTo>
                <a:lnTo>
                  <a:pt x="466713" y="142526"/>
                </a:lnTo>
                <a:lnTo>
                  <a:pt x="466058" y="142657"/>
                </a:lnTo>
                <a:lnTo>
                  <a:pt x="465399" y="142777"/>
                </a:lnTo>
                <a:lnTo>
                  <a:pt x="464737" y="142885"/>
                </a:lnTo>
                <a:lnTo>
                  <a:pt x="464070" y="142982"/>
                </a:lnTo>
                <a:lnTo>
                  <a:pt x="463399" y="143068"/>
                </a:lnTo>
                <a:lnTo>
                  <a:pt x="462725" y="143142"/>
                </a:lnTo>
                <a:lnTo>
                  <a:pt x="462046" y="143205"/>
                </a:lnTo>
                <a:lnTo>
                  <a:pt x="461364" y="143256"/>
                </a:lnTo>
                <a:lnTo>
                  <a:pt x="460678" y="143296"/>
                </a:lnTo>
                <a:lnTo>
                  <a:pt x="459987" y="143324"/>
                </a:lnTo>
                <a:lnTo>
                  <a:pt x="459293" y="143341"/>
                </a:lnTo>
                <a:lnTo>
                  <a:pt x="458595" y="143347"/>
                </a:lnTo>
                <a:lnTo>
                  <a:pt x="458032" y="143343"/>
                </a:lnTo>
                <a:lnTo>
                  <a:pt x="457474" y="143331"/>
                </a:lnTo>
                <a:lnTo>
                  <a:pt x="456922" y="143310"/>
                </a:lnTo>
                <a:lnTo>
                  <a:pt x="456374" y="143281"/>
                </a:lnTo>
                <a:lnTo>
                  <a:pt x="455831" y="143244"/>
                </a:lnTo>
                <a:lnTo>
                  <a:pt x="455294" y="143199"/>
                </a:lnTo>
                <a:lnTo>
                  <a:pt x="454761" y="143146"/>
                </a:lnTo>
                <a:lnTo>
                  <a:pt x="454233" y="143084"/>
                </a:lnTo>
                <a:lnTo>
                  <a:pt x="453711" y="143014"/>
                </a:lnTo>
                <a:lnTo>
                  <a:pt x="453193" y="142936"/>
                </a:lnTo>
                <a:lnTo>
                  <a:pt x="452681" y="142849"/>
                </a:lnTo>
                <a:lnTo>
                  <a:pt x="452174" y="142755"/>
                </a:lnTo>
                <a:lnTo>
                  <a:pt x="451671" y="142652"/>
                </a:lnTo>
                <a:lnTo>
                  <a:pt x="451174" y="142541"/>
                </a:lnTo>
                <a:lnTo>
                  <a:pt x="450682" y="142422"/>
                </a:lnTo>
                <a:lnTo>
                  <a:pt x="450195" y="142294"/>
                </a:lnTo>
                <a:lnTo>
                  <a:pt x="449713" y="142158"/>
                </a:lnTo>
                <a:lnTo>
                  <a:pt x="449235" y="142014"/>
                </a:lnTo>
                <a:lnTo>
                  <a:pt x="448763" y="141862"/>
                </a:lnTo>
                <a:lnTo>
                  <a:pt x="448296" y="141702"/>
                </a:lnTo>
                <a:lnTo>
                  <a:pt x="447835" y="141533"/>
                </a:lnTo>
                <a:lnTo>
                  <a:pt x="447378" y="141356"/>
                </a:lnTo>
                <a:lnTo>
                  <a:pt x="446926" y="141171"/>
                </a:lnTo>
                <a:lnTo>
                  <a:pt x="446479" y="140978"/>
                </a:lnTo>
                <a:lnTo>
                  <a:pt x="446038" y="140777"/>
                </a:lnTo>
                <a:lnTo>
                  <a:pt x="445602" y="140569"/>
                </a:lnTo>
                <a:lnTo>
                  <a:pt x="445172" y="140355"/>
                </a:lnTo>
                <a:lnTo>
                  <a:pt x="444747" y="140134"/>
                </a:lnTo>
                <a:lnTo>
                  <a:pt x="444328" y="139906"/>
                </a:lnTo>
                <a:lnTo>
                  <a:pt x="443914" y="139672"/>
                </a:lnTo>
                <a:lnTo>
                  <a:pt x="443507" y="139431"/>
                </a:lnTo>
                <a:lnTo>
                  <a:pt x="443105" y="139183"/>
                </a:lnTo>
                <a:lnTo>
                  <a:pt x="442708" y="138928"/>
                </a:lnTo>
                <a:lnTo>
                  <a:pt x="442317" y="138667"/>
                </a:lnTo>
                <a:lnTo>
                  <a:pt x="441932" y="138399"/>
                </a:lnTo>
                <a:lnTo>
                  <a:pt x="441552" y="138124"/>
                </a:lnTo>
                <a:lnTo>
                  <a:pt x="441178" y="137842"/>
                </a:lnTo>
                <a:lnTo>
                  <a:pt x="440809" y="137554"/>
                </a:lnTo>
                <a:lnTo>
                  <a:pt x="440446" y="137259"/>
                </a:lnTo>
                <a:lnTo>
                  <a:pt x="440089" y="136957"/>
                </a:lnTo>
                <a:lnTo>
                  <a:pt x="439737" y="136648"/>
                </a:lnTo>
                <a:lnTo>
                  <a:pt x="439391" y="136333"/>
                </a:lnTo>
                <a:lnTo>
                  <a:pt x="439051" y="136011"/>
                </a:lnTo>
                <a:lnTo>
                  <a:pt x="438716" y="135683"/>
                </a:lnTo>
                <a:lnTo>
                  <a:pt x="438387" y="135347"/>
                </a:lnTo>
                <a:lnTo>
                  <a:pt x="438063" y="135005"/>
                </a:lnTo>
                <a:lnTo>
                  <a:pt x="437745" y="134656"/>
                </a:lnTo>
                <a:lnTo>
                  <a:pt x="437432" y="134300"/>
                </a:lnTo>
                <a:lnTo>
                  <a:pt x="437126" y="133939"/>
                </a:lnTo>
                <a:lnTo>
                  <a:pt x="436825" y="133571"/>
                </a:lnTo>
                <a:lnTo>
                  <a:pt x="436530" y="133198"/>
                </a:lnTo>
                <a:lnTo>
                  <a:pt x="436242" y="132820"/>
                </a:lnTo>
                <a:lnTo>
                  <a:pt x="435959" y="132435"/>
                </a:lnTo>
                <a:lnTo>
                  <a:pt x="435682" y="132045"/>
                </a:lnTo>
                <a:lnTo>
                  <a:pt x="435412" y="131650"/>
                </a:lnTo>
                <a:lnTo>
                  <a:pt x="435147" y="131249"/>
                </a:lnTo>
                <a:lnTo>
                  <a:pt x="434888" y="130842"/>
                </a:lnTo>
                <a:lnTo>
                  <a:pt x="434635" y="130430"/>
                </a:lnTo>
                <a:lnTo>
                  <a:pt x="434388" y="130012"/>
                </a:lnTo>
                <a:lnTo>
                  <a:pt x="434148" y="129589"/>
                </a:lnTo>
                <a:lnTo>
                  <a:pt x="433913" y="129159"/>
                </a:lnTo>
                <a:lnTo>
                  <a:pt x="433684" y="128725"/>
                </a:lnTo>
                <a:lnTo>
                  <a:pt x="433461" y="128284"/>
                </a:lnTo>
                <a:lnTo>
                  <a:pt x="433244" y="127838"/>
                </a:lnTo>
                <a:lnTo>
                  <a:pt x="433033" y="127387"/>
                </a:lnTo>
                <a:lnTo>
                  <a:pt x="432828" y="126930"/>
                </a:lnTo>
                <a:lnTo>
                  <a:pt x="432629" y="126467"/>
                </a:lnTo>
                <a:lnTo>
                  <a:pt x="432436" y="125999"/>
                </a:lnTo>
                <a:lnTo>
                  <a:pt x="432249" y="125525"/>
                </a:lnTo>
                <a:lnTo>
                  <a:pt x="432068" y="125045"/>
                </a:lnTo>
                <a:lnTo>
                  <a:pt x="431893" y="124560"/>
                </a:lnTo>
                <a:lnTo>
                  <a:pt x="431724" y="124069"/>
                </a:lnTo>
                <a:lnTo>
                  <a:pt x="431562" y="123574"/>
                </a:lnTo>
                <a:lnTo>
                  <a:pt x="431406" y="123074"/>
                </a:lnTo>
                <a:lnTo>
                  <a:pt x="431257" y="122571"/>
                </a:lnTo>
                <a:lnTo>
                  <a:pt x="431116" y="122065"/>
                </a:lnTo>
                <a:lnTo>
                  <a:pt x="430981" y="121554"/>
                </a:lnTo>
                <a:lnTo>
                  <a:pt x="430853" y="121040"/>
                </a:lnTo>
                <a:lnTo>
                  <a:pt x="430732" y="120522"/>
                </a:lnTo>
                <a:lnTo>
                  <a:pt x="430617" y="120000"/>
                </a:lnTo>
                <a:lnTo>
                  <a:pt x="430510" y="119475"/>
                </a:lnTo>
                <a:lnTo>
                  <a:pt x="430410" y="118946"/>
                </a:lnTo>
                <a:lnTo>
                  <a:pt x="430316" y="118413"/>
                </a:lnTo>
                <a:lnTo>
                  <a:pt x="430230" y="117876"/>
                </a:lnTo>
                <a:lnTo>
                  <a:pt x="430150" y="117336"/>
                </a:lnTo>
                <a:lnTo>
                  <a:pt x="430078" y="116792"/>
                </a:lnTo>
                <a:lnTo>
                  <a:pt x="430072" y="116746"/>
                </a:lnTo>
                <a:lnTo>
                  <a:pt x="504475" y="116746"/>
                </a:lnTo>
                <a:lnTo>
                  <a:pt x="504475" y="103822"/>
                </a:lnTo>
                <a:lnTo>
                  <a:pt x="504469" y="102758"/>
                </a:lnTo>
                <a:lnTo>
                  <a:pt x="504452" y="101702"/>
                </a:lnTo>
                <a:lnTo>
                  <a:pt x="504423" y="100654"/>
                </a:lnTo>
                <a:lnTo>
                  <a:pt x="504382" y="99614"/>
                </a:lnTo>
                <a:close/>
                <a:moveTo>
                  <a:pt x="430763" y="94215"/>
                </a:moveTo>
                <a:lnTo>
                  <a:pt x="430863" y="93662"/>
                </a:lnTo>
                <a:lnTo>
                  <a:pt x="430968" y="93112"/>
                </a:lnTo>
                <a:lnTo>
                  <a:pt x="431078" y="92567"/>
                </a:lnTo>
                <a:lnTo>
                  <a:pt x="431193" y="92027"/>
                </a:lnTo>
                <a:lnTo>
                  <a:pt x="431312" y="91493"/>
                </a:lnTo>
                <a:lnTo>
                  <a:pt x="431437" y="90964"/>
                </a:lnTo>
                <a:lnTo>
                  <a:pt x="431566" y="90442"/>
                </a:lnTo>
                <a:lnTo>
                  <a:pt x="431700" y="89925"/>
                </a:lnTo>
                <a:lnTo>
                  <a:pt x="431839" y="89414"/>
                </a:lnTo>
                <a:lnTo>
                  <a:pt x="431983" y="88908"/>
                </a:lnTo>
                <a:lnTo>
                  <a:pt x="432131" y="88409"/>
                </a:lnTo>
                <a:lnTo>
                  <a:pt x="432285" y="87915"/>
                </a:lnTo>
                <a:lnTo>
                  <a:pt x="432443" y="87427"/>
                </a:lnTo>
                <a:lnTo>
                  <a:pt x="432606" y="86945"/>
                </a:lnTo>
                <a:lnTo>
                  <a:pt x="432774" y="86469"/>
                </a:lnTo>
                <a:lnTo>
                  <a:pt x="432947" y="85998"/>
                </a:lnTo>
                <a:lnTo>
                  <a:pt x="433125" y="85533"/>
                </a:lnTo>
                <a:lnTo>
                  <a:pt x="433308" y="85074"/>
                </a:lnTo>
                <a:lnTo>
                  <a:pt x="433495" y="84621"/>
                </a:lnTo>
                <a:lnTo>
                  <a:pt x="433688" y="84174"/>
                </a:lnTo>
                <a:lnTo>
                  <a:pt x="433885" y="83732"/>
                </a:lnTo>
                <a:lnTo>
                  <a:pt x="434087" y="83297"/>
                </a:lnTo>
                <a:lnTo>
                  <a:pt x="434294" y="82867"/>
                </a:lnTo>
                <a:lnTo>
                  <a:pt x="434506" y="82443"/>
                </a:lnTo>
                <a:lnTo>
                  <a:pt x="434723" y="82024"/>
                </a:lnTo>
                <a:lnTo>
                  <a:pt x="434944" y="81612"/>
                </a:lnTo>
                <a:lnTo>
                  <a:pt x="435171" y="81205"/>
                </a:lnTo>
                <a:lnTo>
                  <a:pt x="435402" y="80805"/>
                </a:lnTo>
                <a:lnTo>
                  <a:pt x="435640" y="80412"/>
                </a:lnTo>
                <a:lnTo>
                  <a:pt x="435883" y="80027"/>
                </a:lnTo>
                <a:lnTo>
                  <a:pt x="436133" y="79649"/>
                </a:lnTo>
                <a:lnTo>
                  <a:pt x="436387" y="79279"/>
                </a:lnTo>
                <a:lnTo>
                  <a:pt x="436648" y="78916"/>
                </a:lnTo>
                <a:lnTo>
                  <a:pt x="436915" y="78561"/>
                </a:lnTo>
                <a:lnTo>
                  <a:pt x="437187" y="78213"/>
                </a:lnTo>
                <a:lnTo>
                  <a:pt x="437465" y="77873"/>
                </a:lnTo>
                <a:lnTo>
                  <a:pt x="437749" y="77540"/>
                </a:lnTo>
                <a:lnTo>
                  <a:pt x="438039" y="77215"/>
                </a:lnTo>
                <a:lnTo>
                  <a:pt x="438334" y="76897"/>
                </a:lnTo>
                <a:lnTo>
                  <a:pt x="438636" y="76587"/>
                </a:lnTo>
                <a:lnTo>
                  <a:pt x="438943" y="76284"/>
                </a:lnTo>
                <a:lnTo>
                  <a:pt x="439256" y="75988"/>
                </a:lnTo>
                <a:lnTo>
                  <a:pt x="439574" y="75700"/>
                </a:lnTo>
                <a:lnTo>
                  <a:pt x="439899" y="75420"/>
                </a:lnTo>
                <a:lnTo>
                  <a:pt x="440229" y="75147"/>
                </a:lnTo>
                <a:lnTo>
                  <a:pt x="440565" y="74881"/>
                </a:lnTo>
                <a:lnTo>
                  <a:pt x="440907" y="74623"/>
                </a:lnTo>
                <a:lnTo>
                  <a:pt x="441255" y="74373"/>
                </a:lnTo>
                <a:lnTo>
                  <a:pt x="441608" y="74130"/>
                </a:lnTo>
                <a:lnTo>
                  <a:pt x="441968" y="73894"/>
                </a:lnTo>
                <a:lnTo>
                  <a:pt x="442333" y="73666"/>
                </a:lnTo>
                <a:lnTo>
                  <a:pt x="442704" y="73446"/>
                </a:lnTo>
                <a:lnTo>
                  <a:pt x="443081" y="73236"/>
                </a:lnTo>
                <a:lnTo>
                  <a:pt x="443464" y="73035"/>
                </a:lnTo>
                <a:lnTo>
                  <a:pt x="443852" y="72843"/>
                </a:lnTo>
                <a:lnTo>
                  <a:pt x="444247" y="72661"/>
                </a:lnTo>
                <a:lnTo>
                  <a:pt x="444648" y="72488"/>
                </a:lnTo>
                <a:lnTo>
                  <a:pt x="445055" y="72324"/>
                </a:lnTo>
                <a:lnTo>
                  <a:pt x="445468" y="72170"/>
                </a:lnTo>
                <a:lnTo>
                  <a:pt x="445887" y="72025"/>
                </a:lnTo>
                <a:lnTo>
                  <a:pt x="446312" y="71890"/>
                </a:lnTo>
                <a:lnTo>
                  <a:pt x="446742" y="71763"/>
                </a:lnTo>
                <a:lnTo>
                  <a:pt x="447179" y="71647"/>
                </a:lnTo>
                <a:lnTo>
                  <a:pt x="447622" y="71539"/>
                </a:lnTo>
                <a:lnTo>
                  <a:pt x="448071" y="71441"/>
                </a:lnTo>
                <a:lnTo>
                  <a:pt x="448525" y="71352"/>
                </a:lnTo>
                <a:lnTo>
                  <a:pt x="448986" y="71273"/>
                </a:lnTo>
                <a:lnTo>
                  <a:pt x="449453" y="71203"/>
                </a:lnTo>
                <a:lnTo>
                  <a:pt x="449925" y="71142"/>
                </a:lnTo>
                <a:lnTo>
                  <a:pt x="450404" y="71090"/>
                </a:lnTo>
                <a:lnTo>
                  <a:pt x="450889" y="71048"/>
                </a:lnTo>
                <a:lnTo>
                  <a:pt x="451379" y="71016"/>
                </a:lnTo>
                <a:lnTo>
                  <a:pt x="451876" y="70992"/>
                </a:lnTo>
                <a:lnTo>
                  <a:pt x="452379" y="70978"/>
                </a:lnTo>
                <a:lnTo>
                  <a:pt x="452887" y="70974"/>
                </a:lnTo>
                <a:lnTo>
                  <a:pt x="453484" y="70979"/>
                </a:lnTo>
                <a:lnTo>
                  <a:pt x="454072" y="70994"/>
                </a:lnTo>
                <a:lnTo>
                  <a:pt x="454651" y="71021"/>
                </a:lnTo>
                <a:lnTo>
                  <a:pt x="455221" y="71057"/>
                </a:lnTo>
                <a:lnTo>
                  <a:pt x="455782" y="71104"/>
                </a:lnTo>
                <a:lnTo>
                  <a:pt x="456334" y="71162"/>
                </a:lnTo>
                <a:lnTo>
                  <a:pt x="456877" y="71230"/>
                </a:lnTo>
                <a:lnTo>
                  <a:pt x="457411" y="71309"/>
                </a:lnTo>
                <a:lnTo>
                  <a:pt x="457936" y="71398"/>
                </a:lnTo>
                <a:lnTo>
                  <a:pt x="458452" y="71497"/>
                </a:lnTo>
                <a:lnTo>
                  <a:pt x="458959" y="71607"/>
                </a:lnTo>
                <a:lnTo>
                  <a:pt x="459457" y="71727"/>
                </a:lnTo>
                <a:lnTo>
                  <a:pt x="459946" y="71858"/>
                </a:lnTo>
                <a:lnTo>
                  <a:pt x="460426" y="72000"/>
                </a:lnTo>
                <a:lnTo>
                  <a:pt x="460897" y="72151"/>
                </a:lnTo>
                <a:lnTo>
                  <a:pt x="461359" y="72314"/>
                </a:lnTo>
                <a:lnTo>
                  <a:pt x="461813" y="72487"/>
                </a:lnTo>
                <a:lnTo>
                  <a:pt x="462257" y="72670"/>
                </a:lnTo>
                <a:lnTo>
                  <a:pt x="462692" y="72863"/>
                </a:lnTo>
                <a:lnTo>
                  <a:pt x="463119" y="73068"/>
                </a:lnTo>
                <a:lnTo>
                  <a:pt x="463536" y="73282"/>
                </a:lnTo>
                <a:lnTo>
                  <a:pt x="463944" y="73507"/>
                </a:lnTo>
                <a:lnTo>
                  <a:pt x="464344" y="73743"/>
                </a:lnTo>
                <a:lnTo>
                  <a:pt x="464734" y="73989"/>
                </a:lnTo>
                <a:lnTo>
                  <a:pt x="465116" y="74244"/>
                </a:lnTo>
                <a:lnTo>
                  <a:pt x="465490" y="74506"/>
                </a:lnTo>
                <a:lnTo>
                  <a:pt x="465856" y="74776"/>
                </a:lnTo>
                <a:lnTo>
                  <a:pt x="466213" y="75053"/>
                </a:lnTo>
                <a:lnTo>
                  <a:pt x="466563" y="75337"/>
                </a:lnTo>
                <a:lnTo>
                  <a:pt x="466905" y="75628"/>
                </a:lnTo>
                <a:lnTo>
                  <a:pt x="467238" y="75927"/>
                </a:lnTo>
                <a:lnTo>
                  <a:pt x="467564" y="76233"/>
                </a:lnTo>
                <a:lnTo>
                  <a:pt x="467882" y="76546"/>
                </a:lnTo>
                <a:lnTo>
                  <a:pt x="468191" y="76867"/>
                </a:lnTo>
                <a:lnTo>
                  <a:pt x="468493" y="77195"/>
                </a:lnTo>
                <a:lnTo>
                  <a:pt x="468786" y="77530"/>
                </a:lnTo>
                <a:lnTo>
                  <a:pt x="469072" y="77872"/>
                </a:lnTo>
                <a:lnTo>
                  <a:pt x="469349" y="78222"/>
                </a:lnTo>
                <a:lnTo>
                  <a:pt x="469618" y="78579"/>
                </a:lnTo>
                <a:lnTo>
                  <a:pt x="469880" y="78943"/>
                </a:lnTo>
                <a:lnTo>
                  <a:pt x="470133" y="79315"/>
                </a:lnTo>
                <a:lnTo>
                  <a:pt x="470378" y="79694"/>
                </a:lnTo>
                <a:lnTo>
                  <a:pt x="470615" y="80080"/>
                </a:lnTo>
                <a:lnTo>
                  <a:pt x="470844" y="80473"/>
                </a:lnTo>
                <a:lnTo>
                  <a:pt x="471066" y="80874"/>
                </a:lnTo>
                <a:lnTo>
                  <a:pt x="471279" y="81282"/>
                </a:lnTo>
                <a:lnTo>
                  <a:pt x="471484" y="81698"/>
                </a:lnTo>
                <a:lnTo>
                  <a:pt x="471681" y="82120"/>
                </a:lnTo>
                <a:lnTo>
                  <a:pt x="471870" y="82549"/>
                </a:lnTo>
                <a:lnTo>
                  <a:pt x="472050" y="82982"/>
                </a:lnTo>
                <a:lnTo>
                  <a:pt x="472223" y="83420"/>
                </a:lnTo>
                <a:lnTo>
                  <a:pt x="472388" y="83863"/>
                </a:lnTo>
                <a:lnTo>
                  <a:pt x="472545" y="84310"/>
                </a:lnTo>
                <a:lnTo>
                  <a:pt x="472694" y="84762"/>
                </a:lnTo>
                <a:lnTo>
                  <a:pt x="472834" y="85219"/>
                </a:lnTo>
                <a:lnTo>
                  <a:pt x="472967" y="85680"/>
                </a:lnTo>
                <a:lnTo>
                  <a:pt x="473092" y="86146"/>
                </a:lnTo>
                <a:lnTo>
                  <a:pt x="473208" y="86617"/>
                </a:lnTo>
                <a:lnTo>
                  <a:pt x="473317" y="87093"/>
                </a:lnTo>
                <a:lnTo>
                  <a:pt x="473417" y="87573"/>
                </a:lnTo>
                <a:lnTo>
                  <a:pt x="473510" y="88057"/>
                </a:lnTo>
                <a:lnTo>
                  <a:pt x="473594" y="88547"/>
                </a:lnTo>
                <a:lnTo>
                  <a:pt x="473671" y="89041"/>
                </a:lnTo>
                <a:lnTo>
                  <a:pt x="473739" y="89540"/>
                </a:lnTo>
                <a:lnTo>
                  <a:pt x="473799" y="90043"/>
                </a:lnTo>
                <a:lnTo>
                  <a:pt x="473851" y="90551"/>
                </a:lnTo>
                <a:lnTo>
                  <a:pt x="473896" y="91064"/>
                </a:lnTo>
                <a:lnTo>
                  <a:pt x="473932" y="91581"/>
                </a:lnTo>
                <a:lnTo>
                  <a:pt x="473960" y="92104"/>
                </a:lnTo>
                <a:lnTo>
                  <a:pt x="473980" y="92630"/>
                </a:lnTo>
                <a:lnTo>
                  <a:pt x="473992" y="93162"/>
                </a:lnTo>
                <a:lnTo>
                  <a:pt x="473996" y="93698"/>
                </a:lnTo>
                <a:lnTo>
                  <a:pt x="473996" y="96067"/>
                </a:lnTo>
                <a:lnTo>
                  <a:pt x="430466" y="96067"/>
                </a:lnTo>
                <a:lnTo>
                  <a:pt x="430489" y="95902"/>
                </a:lnTo>
                <a:lnTo>
                  <a:pt x="430576" y="95336"/>
                </a:lnTo>
                <a:lnTo>
                  <a:pt x="430667" y="94773"/>
                </a:lnTo>
                <a:lnTo>
                  <a:pt x="430763" y="94215"/>
                </a:lnTo>
                <a:close/>
                <a:moveTo>
                  <a:pt x="647070" y="165425"/>
                </a:moveTo>
                <a:lnTo>
                  <a:pt x="660855" y="165425"/>
                </a:lnTo>
                <a:lnTo>
                  <a:pt x="677032" y="121484"/>
                </a:lnTo>
                <a:lnTo>
                  <a:pt x="748284" y="121484"/>
                </a:lnTo>
                <a:lnTo>
                  <a:pt x="764461" y="165425"/>
                </a:lnTo>
                <a:lnTo>
                  <a:pt x="778355" y="165425"/>
                </a:lnTo>
                <a:lnTo>
                  <a:pt x="719013" y="8616"/>
                </a:lnTo>
                <a:lnTo>
                  <a:pt x="715997" y="8616"/>
                </a:lnTo>
                <a:lnTo>
                  <a:pt x="709427" y="8616"/>
                </a:lnTo>
                <a:lnTo>
                  <a:pt x="706304" y="8616"/>
                </a:lnTo>
                <a:lnTo>
                  <a:pt x="647070" y="165425"/>
                </a:lnTo>
                <a:close/>
                <a:moveTo>
                  <a:pt x="712658" y="24714"/>
                </a:moveTo>
                <a:lnTo>
                  <a:pt x="744082" y="110068"/>
                </a:lnTo>
                <a:lnTo>
                  <a:pt x="681235" y="110068"/>
                </a:lnTo>
                <a:lnTo>
                  <a:pt x="712658" y="24714"/>
                </a:lnTo>
                <a:close/>
                <a:moveTo>
                  <a:pt x="905923" y="59450"/>
                </a:moveTo>
                <a:lnTo>
                  <a:pt x="927355" y="59450"/>
                </a:lnTo>
                <a:lnTo>
                  <a:pt x="927355" y="136993"/>
                </a:lnTo>
                <a:lnTo>
                  <a:pt x="927361" y="137954"/>
                </a:lnTo>
                <a:lnTo>
                  <a:pt x="927377" y="138897"/>
                </a:lnTo>
                <a:lnTo>
                  <a:pt x="927405" y="139823"/>
                </a:lnTo>
                <a:lnTo>
                  <a:pt x="927445" y="140732"/>
                </a:lnTo>
                <a:lnTo>
                  <a:pt x="927495" y="141624"/>
                </a:lnTo>
                <a:lnTo>
                  <a:pt x="927557" y="142499"/>
                </a:lnTo>
                <a:lnTo>
                  <a:pt x="927630" y="143356"/>
                </a:lnTo>
                <a:lnTo>
                  <a:pt x="927714" y="144197"/>
                </a:lnTo>
                <a:lnTo>
                  <a:pt x="927809" y="145020"/>
                </a:lnTo>
                <a:lnTo>
                  <a:pt x="927916" y="145826"/>
                </a:lnTo>
                <a:lnTo>
                  <a:pt x="928034" y="146614"/>
                </a:lnTo>
                <a:lnTo>
                  <a:pt x="928163" y="147386"/>
                </a:lnTo>
                <a:lnTo>
                  <a:pt x="928303" y="148140"/>
                </a:lnTo>
                <a:lnTo>
                  <a:pt x="928454" y="148877"/>
                </a:lnTo>
                <a:lnTo>
                  <a:pt x="928617" y="149597"/>
                </a:lnTo>
                <a:lnTo>
                  <a:pt x="928791" y="150300"/>
                </a:lnTo>
                <a:lnTo>
                  <a:pt x="928976" y="150985"/>
                </a:lnTo>
                <a:lnTo>
                  <a:pt x="929172" y="151653"/>
                </a:lnTo>
                <a:lnTo>
                  <a:pt x="929380" y="152304"/>
                </a:lnTo>
                <a:lnTo>
                  <a:pt x="929599" y="152938"/>
                </a:lnTo>
                <a:lnTo>
                  <a:pt x="929829" y="153555"/>
                </a:lnTo>
                <a:lnTo>
                  <a:pt x="930070" y="154154"/>
                </a:lnTo>
                <a:lnTo>
                  <a:pt x="930322" y="154737"/>
                </a:lnTo>
                <a:lnTo>
                  <a:pt x="930586" y="155302"/>
                </a:lnTo>
                <a:lnTo>
                  <a:pt x="930859" y="155851"/>
                </a:lnTo>
                <a:lnTo>
                  <a:pt x="931142" y="156388"/>
                </a:lnTo>
                <a:lnTo>
                  <a:pt x="931432" y="156910"/>
                </a:lnTo>
                <a:lnTo>
                  <a:pt x="931732" y="157420"/>
                </a:lnTo>
                <a:lnTo>
                  <a:pt x="932040" y="157916"/>
                </a:lnTo>
                <a:lnTo>
                  <a:pt x="932356" y="158398"/>
                </a:lnTo>
                <a:lnTo>
                  <a:pt x="932681" y="158867"/>
                </a:lnTo>
                <a:lnTo>
                  <a:pt x="933015" y="159322"/>
                </a:lnTo>
                <a:lnTo>
                  <a:pt x="933357" y="159764"/>
                </a:lnTo>
                <a:lnTo>
                  <a:pt x="933708" y="160193"/>
                </a:lnTo>
                <a:lnTo>
                  <a:pt x="934068" y="160608"/>
                </a:lnTo>
                <a:lnTo>
                  <a:pt x="934436" y="161010"/>
                </a:lnTo>
                <a:lnTo>
                  <a:pt x="934813" y="161398"/>
                </a:lnTo>
                <a:lnTo>
                  <a:pt x="935198" y="161773"/>
                </a:lnTo>
                <a:lnTo>
                  <a:pt x="935592" y="162134"/>
                </a:lnTo>
                <a:lnTo>
                  <a:pt x="935995" y="162482"/>
                </a:lnTo>
                <a:lnTo>
                  <a:pt x="936406" y="162816"/>
                </a:lnTo>
                <a:lnTo>
                  <a:pt x="936826" y="163137"/>
                </a:lnTo>
                <a:lnTo>
                  <a:pt x="937254" y="163444"/>
                </a:lnTo>
                <a:lnTo>
                  <a:pt x="937691" y="163738"/>
                </a:lnTo>
                <a:lnTo>
                  <a:pt x="938137" y="164019"/>
                </a:lnTo>
                <a:lnTo>
                  <a:pt x="938591" y="164286"/>
                </a:lnTo>
                <a:lnTo>
                  <a:pt x="939054" y="164539"/>
                </a:lnTo>
                <a:lnTo>
                  <a:pt x="939525" y="164779"/>
                </a:lnTo>
                <a:lnTo>
                  <a:pt x="940004" y="165008"/>
                </a:lnTo>
                <a:lnTo>
                  <a:pt x="940488" y="165226"/>
                </a:lnTo>
                <a:lnTo>
                  <a:pt x="940979" y="165435"/>
                </a:lnTo>
                <a:lnTo>
                  <a:pt x="941475" y="165635"/>
                </a:lnTo>
                <a:lnTo>
                  <a:pt x="941978" y="165824"/>
                </a:lnTo>
                <a:lnTo>
                  <a:pt x="942487" y="166004"/>
                </a:lnTo>
                <a:lnTo>
                  <a:pt x="943001" y="166174"/>
                </a:lnTo>
                <a:lnTo>
                  <a:pt x="943522" y="166335"/>
                </a:lnTo>
                <a:lnTo>
                  <a:pt x="944048" y="166486"/>
                </a:lnTo>
                <a:lnTo>
                  <a:pt x="944581" y="166627"/>
                </a:lnTo>
                <a:lnTo>
                  <a:pt x="945119" y="166758"/>
                </a:lnTo>
                <a:lnTo>
                  <a:pt x="945664" y="166879"/>
                </a:lnTo>
                <a:lnTo>
                  <a:pt x="946214" y="166991"/>
                </a:lnTo>
                <a:lnTo>
                  <a:pt x="946771" y="167093"/>
                </a:lnTo>
                <a:lnTo>
                  <a:pt x="947333" y="167186"/>
                </a:lnTo>
                <a:lnTo>
                  <a:pt x="947901" y="167268"/>
                </a:lnTo>
                <a:lnTo>
                  <a:pt x="948476" y="167341"/>
                </a:lnTo>
                <a:lnTo>
                  <a:pt x="949056" y="167404"/>
                </a:lnTo>
                <a:lnTo>
                  <a:pt x="949643" y="167458"/>
                </a:lnTo>
                <a:lnTo>
                  <a:pt x="950235" y="167502"/>
                </a:lnTo>
                <a:lnTo>
                  <a:pt x="950833" y="167536"/>
                </a:lnTo>
                <a:lnTo>
                  <a:pt x="951438" y="167560"/>
                </a:lnTo>
                <a:lnTo>
                  <a:pt x="952048" y="167574"/>
                </a:lnTo>
                <a:lnTo>
                  <a:pt x="952664" y="167579"/>
                </a:lnTo>
                <a:lnTo>
                  <a:pt x="952978" y="167579"/>
                </a:lnTo>
                <a:lnTo>
                  <a:pt x="953293" y="167576"/>
                </a:lnTo>
                <a:lnTo>
                  <a:pt x="953607" y="167572"/>
                </a:lnTo>
                <a:lnTo>
                  <a:pt x="953922" y="167566"/>
                </a:lnTo>
                <a:lnTo>
                  <a:pt x="954237" y="167558"/>
                </a:lnTo>
                <a:lnTo>
                  <a:pt x="954552" y="167549"/>
                </a:lnTo>
                <a:lnTo>
                  <a:pt x="954868" y="167538"/>
                </a:lnTo>
                <a:lnTo>
                  <a:pt x="955183" y="167525"/>
                </a:lnTo>
                <a:lnTo>
                  <a:pt x="955499" y="167511"/>
                </a:lnTo>
                <a:lnTo>
                  <a:pt x="955815" y="167495"/>
                </a:lnTo>
                <a:lnTo>
                  <a:pt x="956131" y="167478"/>
                </a:lnTo>
                <a:lnTo>
                  <a:pt x="956447" y="167458"/>
                </a:lnTo>
                <a:lnTo>
                  <a:pt x="956764" y="167437"/>
                </a:lnTo>
                <a:lnTo>
                  <a:pt x="957080" y="167414"/>
                </a:lnTo>
                <a:lnTo>
                  <a:pt x="957397" y="167390"/>
                </a:lnTo>
                <a:lnTo>
                  <a:pt x="957714" y="167364"/>
                </a:lnTo>
                <a:lnTo>
                  <a:pt x="958031" y="167336"/>
                </a:lnTo>
                <a:lnTo>
                  <a:pt x="958349" y="167307"/>
                </a:lnTo>
                <a:lnTo>
                  <a:pt x="958666" y="167276"/>
                </a:lnTo>
                <a:lnTo>
                  <a:pt x="958984" y="167243"/>
                </a:lnTo>
                <a:lnTo>
                  <a:pt x="959302" y="167208"/>
                </a:lnTo>
                <a:lnTo>
                  <a:pt x="959620" y="167172"/>
                </a:lnTo>
                <a:lnTo>
                  <a:pt x="959938" y="167134"/>
                </a:lnTo>
                <a:lnTo>
                  <a:pt x="960257" y="167095"/>
                </a:lnTo>
                <a:lnTo>
                  <a:pt x="960573" y="167054"/>
                </a:lnTo>
                <a:lnTo>
                  <a:pt x="960884" y="167012"/>
                </a:lnTo>
                <a:lnTo>
                  <a:pt x="961190" y="166969"/>
                </a:lnTo>
                <a:lnTo>
                  <a:pt x="961491" y="166926"/>
                </a:lnTo>
                <a:lnTo>
                  <a:pt x="961787" y="166881"/>
                </a:lnTo>
                <a:lnTo>
                  <a:pt x="962078" y="166836"/>
                </a:lnTo>
                <a:lnTo>
                  <a:pt x="962363" y="166789"/>
                </a:lnTo>
                <a:lnTo>
                  <a:pt x="962644" y="166742"/>
                </a:lnTo>
                <a:lnTo>
                  <a:pt x="962920" y="166693"/>
                </a:lnTo>
                <a:lnTo>
                  <a:pt x="963191" y="166644"/>
                </a:lnTo>
                <a:lnTo>
                  <a:pt x="963456" y="166594"/>
                </a:lnTo>
                <a:lnTo>
                  <a:pt x="963717" y="166543"/>
                </a:lnTo>
                <a:lnTo>
                  <a:pt x="963972" y="166491"/>
                </a:lnTo>
                <a:lnTo>
                  <a:pt x="964223" y="166438"/>
                </a:lnTo>
                <a:lnTo>
                  <a:pt x="964468" y="166384"/>
                </a:lnTo>
                <a:lnTo>
                  <a:pt x="964708" y="166329"/>
                </a:lnTo>
                <a:lnTo>
                  <a:pt x="964944" y="166273"/>
                </a:lnTo>
                <a:lnTo>
                  <a:pt x="965174" y="166216"/>
                </a:lnTo>
                <a:lnTo>
                  <a:pt x="965399" y="166159"/>
                </a:lnTo>
                <a:lnTo>
                  <a:pt x="965619" y="166100"/>
                </a:lnTo>
                <a:lnTo>
                  <a:pt x="965835" y="166040"/>
                </a:lnTo>
                <a:lnTo>
                  <a:pt x="966045" y="165980"/>
                </a:lnTo>
                <a:lnTo>
                  <a:pt x="966250" y="165919"/>
                </a:lnTo>
                <a:lnTo>
                  <a:pt x="966450" y="165856"/>
                </a:lnTo>
                <a:lnTo>
                  <a:pt x="965911" y="154979"/>
                </a:lnTo>
                <a:lnTo>
                  <a:pt x="965722" y="155006"/>
                </a:lnTo>
                <a:lnTo>
                  <a:pt x="965532" y="155033"/>
                </a:lnTo>
                <a:lnTo>
                  <a:pt x="965340" y="155060"/>
                </a:lnTo>
                <a:lnTo>
                  <a:pt x="965147" y="155088"/>
                </a:lnTo>
                <a:lnTo>
                  <a:pt x="964952" y="155116"/>
                </a:lnTo>
                <a:lnTo>
                  <a:pt x="964757" y="155143"/>
                </a:lnTo>
                <a:lnTo>
                  <a:pt x="964560" y="155172"/>
                </a:lnTo>
                <a:lnTo>
                  <a:pt x="964361" y="155200"/>
                </a:lnTo>
                <a:lnTo>
                  <a:pt x="964162" y="155228"/>
                </a:lnTo>
                <a:lnTo>
                  <a:pt x="963961" y="155257"/>
                </a:lnTo>
                <a:lnTo>
                  <a:pt x="963759" y="155286"/>
                </a:lnTo>
                <a:lnTo>
                  <a:pt x="963555" y="155315"/>
                </a:lnTo>
                <a:lnTo>
                  <a:pt x="963350" y="155344"/>
                </a:lnTo>
                <a:lnTo>
                  <a:pt x="963144" y="155374"/>
                </a:lnTo>
                <a:lnTo>
                  <a:pt x="962937" y="155403"/>
                </a:lnTo>
                <a:lnTo>
                  <a:pt x="962728" y="155433"/>
                </a:lnTo>
                <a:lnTo>
                  <a:pt x="962518" y="155463"/>
                </a:lnTo>
                <a:lnTo>
                  <a:pt x="962307" y="155494"/>
                </a:lnTo>
                <a:lnTo>
                  <a:pt x="962094" y="155524"/>
                </a:lnTo>
                <a:lnTo>
                  <a:pt x="961880" y="155554"/>
                </a:lnTo>
                <a:lnTo>
                  <a:pt x="961665" y="155585"/>
                </a:lnTo>
                <a:lnTo>
                  <a:pt x="961448" y="155616"/>
                </a:lnTo>
                <a:lnTo>
                  <a:pt x="961230" y="155647"/>
                </a:lnTo>
                <a:lnTo>
                  <a:pt x="961011" y="155679"/>
                </a:lnTo>
                <a:lnTo>
                  <a:pt x="960790" y="155709"/>
                </a:lnTo>
                <a:lnTo>
                  <a:pt x="960569" y="155739"/>
                </a:lnTo>
                <a:lnTo>
                  <a:pt x="960347" y="155767"/>
                </a:lnTo>
                <a:lnTo>
                  <a:pt x="960124" y="155794"/>
                </a:lnTo>
                <a:lnTo>
                  <a:pt x="959900" y="155819"/>
                </a:lnTo>
                <a:lnTo>
                  <a:pt x="959675" y="155844"/>
                </a:lnTo>
                <a:lnTo>
                  <a:pt x="959449" y="155866"/>
                </a:lnTo>
                <a:lnTo>
                  <a:pt x="959222" y="155888"/>
                </a:lnTo>
                <a:lnTo>
                  <a:pt x="958994" y="155908"/>
                </a:lnTo>
                <a:lnTo>
                  <a:pt x="958765" y="155927"/>
                </a:lnTo>
                <a:lnTo>
                  <a:pt x="958536" y="155945"/>
                </a:lnTo>
                <a:lnTo>
                  <a:pt x="958305" y="155961"/>
                </a:lnTo>
                <a:lnTo>
                  <a:pt x="958073" y="155976"/>
                </a:lnTo>
                <a:lnTo>
                  <a:pt x="957841" y="155990"/>
                </a:lnTo>
                <a:lnTo>
                  <a:pt x="957607" y="156003"/>
                </a:lnTo>
                <a:lnTo>
                  <a:pt x="957373" y="156014"/>
                </a:lnTo>
                <a:lnTo>
                  <a:pt x="957138" y="156024"/>
                </a:lnTo>
                <a:lnTo>
                  <a:pt x="956901" y="156032"/>
                </a:lnTo>
                <a:lnTo>
                  <a:pt x="956664" y="156039"/>
                </a:lnTo>
                <a:lnTo>
                  <a:pt x="956426" y="156045"/>
                </a:lnTo>
                <a:lnTo>
                  <a:pt x="956187" y="156050"/>
                </a:lnTo>
                <a:lnTo>
                  <a:pt x="955947" y="156053"/>
                </a:lnTo>
                <a:lnTo>
                  <a:pt x="955706" y="156055"/>
                </a:lnTo>
                <a:lnTo>
                  <a:pt x="955464" y="156056"/>
                </a:lnTo>
                <a:lnTo>
                  <a:pt x="955133" y="156053"/>
                </a:lnTo>
                <a:lnTo>
                  <a:pt x="954804" y="156046"/>
                </a:lnTo>
                <a:lnTo>
                  <a:pt x="954476" y="156035"/>
                </a:lnTo>
                <a:lnTo>
                  <a:pt x="954149" y="156018"/>
                </a:lnTo>
                <a:lnTo>
                  <a:pt x="953825" y="155997"/>
                </a:lnTo>
                <a:lnTo>
                  <a:pt x="953502" y="155971"/>
                </a:lnTo>
                <a:lnTo>
                  <a:pt x="953181" y="155941"/>
                </a:lnTo>
                <a:lnTo>
                  <a:pt x="952862" y="155906"/>
                </a:lnTo>
                <a:lnTo>
                  <a:pt x="952544" y="155866"/>
                </a:lnTo>
                <a:lnTo>
                  <a:pt x="952228" y="155822"/>
                </a:lnTo>
                <a:lnTo>
                  <a:pt x="951913" y="155773"/>
                </a:lnTo>
                <a:lnTo>
                  <a:pt x="951601" y="155719"/>
                </a:lnTo>
                <a:lnTo>
                  <a:pt x="951290" y="155661"/>
                </a:lnTo>
                <a:lnTo>
                  <a:pt x="950980" y="155597"/>
                </a:lnTo>
                <a:lnTo>
                  <a:pt x="950673" y="155530"/>
                </a:lnTo>
                <a:lnTo>
                  <a:pt x="950367" y="155457"/>
                </a:lnTo>
                <a:lnTo>
                  <a:pt x="950062" y="155380"/>
                </a:lnTo>
                <a:lnTo>
                  <a:pt x="949760" y="155298"/>
                </a:lnTo>
                <a:lnTo>
                  <a:pt x="949459" y="155212"/>
                </a:lnTo>
                <a:lnTo>
                  <a:pt x="949159" y="155121"/>
                </a:lnTo>
                <a:lnTo>
                  <a:pt x="948862" y="155025"/>
                </a:lnTo>
                <a:lnTo>
                  <a:pt x="948566" y="154924"/>
                </a:lnTo>
                <a:lnTo>
                  <a:pt x="948272" y="154819"/>
                </a:lnTo>
                <a:lnTo>
                  <a:pt x="947979" y="154709"/>
                </a:lnTo>
                <a:lnTo>
                  <a:pt x="947690" y="154592"/>
                </a:lnTo>
                <a:lnTo>
                  <a:pt x="947406" y="154466"/>
                </a:lnTo>
                <a:lnTo>
                  <a:pt x="947126" y="154329"/>
                </a:lnTo>
                <a:lnTo>
                  <a:pt x="946851" y="154183"/>
                </a:lnTo>
                <a:lnTo>
                  <a:pt x="946582" y="154027"/>
                </a:lnTo>
                <a:lnTo>
                  <a:pt x="946317" y="153861"/>
                </a:lnTo>
                <a:lnTo>
                  <a:pt x="946057" y="153686"/>
                </a:lnTo>
                <a:lnTo>
                  <a:pt x="945801" y="153501"/>
                </a:lnTo>
                <a:lnTo>
                  <a:pt x="945551" y="153306"/>
                </a:lnTo>
                <a:lnTo>
                  <a:pt x="945305" y="153101"/>
                </a:lnTo>
                <a:lnTo>
                  <a:pt x="945065" y="152887"/>
                </a:lnTo>
                <a:lnTo>
                  <a:pt x="944829" y="152663"/>
                </a:lnTo>
                <a:lnTo>
                  <a:pt x="944598" y="152429"/>
                </a:lnTo>
                <a:lnTo>
                  <a:pt x="944372" y="152186"/>
                </a:lnTo>
                <a:lnTo>
                  <a:pt x="944151" y="151933"/>
                </a:lnTo>
                <a:lnTo>
                  <a:pt x="943935" y="151670"/>
                </a:lnTo>
                <a:lnTo>
                  <a:pt x="943723" y="151397"/>
                </a:lnTo>
                <a:lnTo>
                  <a:pt x="943516" y="151115"/>
                </a:lnTo>
                <a:lnTo>
                  <a:pt x="943315" y="150823"/>
                </a:lnTo>
                <a:lnTo>
                  <a:pt x="943118" y="150521"/>
                </a:lnTo>
                <a:lnTo>
                  <a:pt x="942926" y="150210"/>
                </a:lnTo>
                <a:lnTo>
                  <a:pt x="942739" y="149888"/>
                </a:lnTo>
                <a:lnTo>
                  <a:pt x="942556" y="149557"/>
                </a:lnTo>
                <a:lnTo>
                  <a:pt x="942379" y="149217"/>
                </a:lnTo>
                <a:lnTo>
                  <a:pt x="942208" y="148864"/>
                </a:lnTo>
                <a:lnTo>
                  <a:pt x="942043" y="148498"/>
                </a:lnTo>
                <a:lnTo>
                  <a:pt x="941887" y="148119"/>
                </a:lnTo>
                <a:lnTo>
                  <a:pt x="941737" y="147725"/>
                </a:lnTo>
                <a:lnTo>
                  <a:pt x="941595" y="147318"/>
                </a:lnTo>
                <a:lnTo>
                  <a:pt x="941460" y="146898"/>
                </a:lnTo>
                <a:lnTo>
                  <a:pt x="941332" y="146464"/>
                </a:lnTo>
                <a:lnTo>
                  <a:pt x="941212" y="146016"/>
                </a:lnTo>
                <a:lnTo>
                  <a:pt x="941099" y="145554"/>
                </a:lnTo>
                <a:lnTo>
                  <a:pt x="940993" y="145079"/>
                </a:lnTo>
                <a:lnTo>
                  <a:pt x="940895" y="144590"/>
                </a:lnTo>
                <a:lnTo>
                  <a:pt x="940804" y="144088"/>
                </a:lnTo>
                <a:lnTo>
                  <a:pt x="940720" y="143571"/>
                </a:lnTo>
                <a:lnTo>
                  <a:pt x="940643" y="143042"/>
                </a:lnTo>
                <a:lnTo>
                  <a:pt x="940574" y="142498"/>
                </a:lnTo>
                <a:lnTo>
                  <a:pt x="940512" y="141941"/>
                </a:lnTo>
                <a:lnTo>
                  <a:pt x="940457" y="141370"/>
                </a:lnTo>
                <a:lnTo>
                  <a:pt x="940410" y="140786"/>
                </a:lnTo>
                <a:lnTo>
                  <a:pt x="940370" y="140188"/>
                </a:lnTo>
                <a:lnTo>
                  <a:pt x="940337" y="139576"/>
                </a:lnTo>
                <a:lnTo>
                  <a:pt x="940312" y="138951"/>
                </a:lnTo>
                <a:lnTo>
                  <a:pt x="940293" y="138312"/>
                </a:lnTo>
                <a:lnTo>
                  <a:pt x="940282" y="137659"/>
                </a:lnTo>
                <a:lnTo>
                  <a:pt x="940279" y="136993"/>
                </a:lnTo>
                <a:lnTo>
                  <a:pt x="940279" y="59450"/>
                </a:lnTo>
                <a:lnTo>
                  <a:pt x="964403" y="59450"/>
                </a:lnTo>
                <a:lnTo>
                  <a:pt x="964403" y="48895"/>
                </a:lnTo>
                <a:lnTo>
                  <a:pt x="940279" y="48895"/>
                </a:lnTo>
                <a:lnTo>
                  <a:pt x="940279" y="18955"/>
                </a:lnTo>
                <a:lnTo>
                  <a:pt x="927355" y="18955"/>
                </a:lnTo>
                <a:lnTo>
                  <a:pt x="927355" y="48895"/>
                </a:lnTo>
                <a:lnTo>
                  <a:pt x="905923" y="48895"/>
                </a:lnTo>
                <a:lnTo>
                  <a:pt x="905923" y="59450"/>
                </a:lnTo>
                <a:close/>
                <a:moveTo>
                  <a:pt x="813203" y="153089"/>
                </a:moveTo>
                <a:lnTo>
                  <a:pt x="813661" y="153613"/>
                </a:lnTo>
                <a:lnTo>
                  <a:pt x="814126" y="154129"/>
                </a:lnTo>
                <a:lnTo>
                  <a:pt x="814598" y="154638"/>
                </a:lnTo>
                <a:lnTo>
                  <a:pt x="815079" y="155140"/>
                </a:lnTo>
                <a:lnTo>
                  <a:pt x="815568" y="155633"/>
                </a:lnTo>
                <a:lnTo>
                  <a:pt x="816065" y="156117"/>
                </a:lnTo>
                <a:lnTo>
                  <a:pt x="816570" y="156592"/>
                </a:lnTo>
                <a:lnTo>
                  <a:pt x="817084" y="157056"/>
                </a:lnTo>
                <a:lnTo>
                  <a:pt x="817605" y="157511"/>
                </a:lnTo>
                <a:lnTo>
                  <a:pt x="818135" y="157957"/>
                </a:lnTo>
                <a:lnTo>
                  <a:pt x="818673" y="158393"/>
                </a:lnTo>
                <a:lnTo>
                  <a:pt x="819220" y="158820"/>
                </a:lnTo>
                <a:lnTo>
                  <a:pt x="819774" y="159237"/>
                </a:lnTo>
                <a:lnTo>
                  <a:pt x="820337" y="159644"/>
                </a:lnTo>
                <a:lnTo>
                  <a:pt x="820908" y="160042"/>
                </a:lnTo>
                <a:lnTo>
                  <a:pt x="821487" y="160431"/>
                </a:lnTo>
                <a:lnTo>
                  <a:pt x="822075" y="160810"/>
                </a:lnTo>
                <a:lnTo>
                  <a:pt x="822670" y="161179"/>
                </a:lnTo>
                <a:lnTo>
                  <a:pt x="823274" y="161539"/>
                </a:lnTo>
                <a:lnTo>
                  <a:pt x="823887" y="161889"/>
                </a:lnTo>
                <a:lnTo>
                  <a:pt x="824507" y="162230"/>
                </a:lnTo>
                <a:lnTo>
                  <a:pt x="825136" y="162561"/>
                </a:lnTo>
                <a:lnTo>
                  <a:pt x="825772" y="162883"/>
                </a:lnTo>
                <a:lnTo>
                  <a:pt x="826417" y="163195"/>
                </a:lnTo>
                <a:lnTo>
                  <a:pt x="827071" y="163498"/>
                </a:lnTo>
                <a:lnTo>
                  <a:pt x="827732" y="163791"/>
                </a:lnTo>
                <a:lnTo>
                  <a:pt x="828402" y="164074"/>
                </a:lnTo>
                <a:lnTo>
                  <a:pt x="829080" y="164348"/>
                </a:lnTo>
                <a:lnTo>
                  <a:pt x="829766" y="164612"/>
                </a:lnTo>
                <a:lnTo>
                  <a:pt x="830460" y="164864"/>
                </a:lnTo>
                <a:lnTo>
                  <a:pt x="831162" y="165106"/>
                </a:lnTo>
                <a:lnTo>
                  <a:pt x="831871" y="165336"/>
                </a:lnTo>
                <a:lnTo>
                  <a:pt x="832589" y="165554"/>
                </a:lnTo>
                <a:lnTo>
                  <a:pt x="833314" y="165762"/>
                </a:lnTo>
                <a:lnTo>
                  <a:pt x="834047" y="165958"/>
                </a:lnTo>
                <a:lnTo>
                  <a:pt x="834788" y="166143"/>
                </a:lnTo>
                <a:lnTo>
                  <a:pt x="835537" y="166317"/>
                </a:lnTo>
                <a:lnTo>
                  <a:pt x="836294" y="166480"/>
                </a:lnTo>
                <a:lnTo>
                  <a:pt x="837058" y="166631"/>
                </a:lnTo>
                <a:lnTo>
                  <a:pt x="837831" y="166772"/>
                </a:lnTo>
                <a:lnTo>
                  <a:pt x="838611" y="166901"/>
                </a:lnTo>
                <a:lnTo>
                  <a:pt x="839399" y="167018"/>
                </a:lnTo>
                <a:lnTo>
                  <a:pt x="840195" y="167125"/>
                </a:lnTo>
                <a:lnTo>
                  <a:pt x="840999" y="167220"/>
                </a:lnTo>
                <a:lnTo>
                  <a:pt x="841810" y="167304"/>
                </a:lnTo>
                <a:lnTo>
                  <a:pt x="842630" y="167377"/>
                </a:lnTo>
                <a:lnTo>
                  <a:pt x="843457" y="167439"/>
                </a:lnTo>
                <a:lnTo>
                  <a:pt x="844293" y="167490"/>
                </a:lnTo>
                <a:lnTo>
                  <a:pt x="845136" y="167529"/>
                </a:lnTo>
                <a:lnTo>
                  <a:pt x="845987" y="167557"/>
                </a:lnTo>
                <a:lnTo>
                  <a:pt x="846845" y="167574"/>
                </a:lnTo>
                <a:lnTo>
                  <a:pt x="847712" y="167579"/>
                </a:lnTo>
                <a:lnTo>
                  <a:pt x="848596" y="167572"/>
                </a:lnTo>
                <a:lnTo>
                  <a:pt x="849472" y="167549"/>
                </a:lnTo>
                <a:lnTo>
                  <a:pt x="850340" y="167511"/>
                </a:lnTo>
                <a:lnTo>
                  <a:pt x="851199" y="167458"/>
                </a:lnTo>
                <a:lnTo>
                  <a:pt x="852049" y="167390"/>
                </a:lnTo>
                <a:lnTo>
                  <a:pt x="852892" y="167307"/>
                </a:lnTo>
                <a:lnTo>
                  <a:pt x="853725" y="167208"/>
                </a:lnTo>
                <a:lnTo>
                  <a:pt x="854551" y="167095"/>
                </a:lnTo>
                <a:lnTo>
                  <a:pt x="855368" y="166966"/>
                </a:lnTo>
                <a:lnTo>
                  <a:pt x="856176" y="166822"/>
                </a:lnTo>
                <a:lnTo>
                  <a:pt x="856977" y="166663"/>
                </a:lnTo>
                <a:lnTo>
                  <a:pt x="857768" y="166489"/>
                </a:lnTo>
                <a:lnTo>
                  <a:pt x="858552" y="166300"/>
                </a:lnTo>
                <a:lnTo>
                  <a:pt x="859327" y="166095"/>
                </a:lnTo>
                <a:lnTo>
                  <a:pt x="860093" y="165876"/>
                </a:lnTo>
                <a:lnTo>
                  <a:pt x="860851" y="165641"/>
                </a:lnTo>
                <a:lnTo>
                  <a:pt x="861601" y="165391"/>
                </a:lnTo>
                <a:lnTo>
                  <a:pt x="862342" y="165126"/>
                </a:lnTo>
                <a:lnTo>
                  <a:pt x="863075" y="164846"/>
                </a:lnTo>
                <a:lnTo>
                  <a:pt x="863799" y="164550"/>
                </a:lnTo>
                <a:lnTo>
                  <a:pt x="864515" y="164240"/>
                </a:lnTo>
                <a:lnTo>
                  <a:pt x="865223" y="163914"/>
                </a:lnTo>
                <a:lnTo>
                  <a:pt x="865922" y="163573"/>
                </a:lnTo>
                <a:lnTo>
                  <a:pt x="866613" y="163218"/>
                </a:lnTo>
                <a:lnTo>
                  <a:pt x="867295" y="162848"/>
                </a:lnTo>
                <a:lnTo>
                  <a:pt x="867969" y="162466"/>
                </a:lnTo>
                <a:lnTo>
                  <a:pt x="868633" y="162072"/>
                </a:lnTo>
                <a:lnTo>
                  <a:pt x="869289" y="161665"/>
                </a:lnTo>
                <a:lnTo>
                  <a:pt x="869936" y="161246"/>
                </a:lnTo>
                <a:lnTo>
                  <a:pt x="870574" y="160815"/>
                </a:lnTo>
                <a:lnTo>
                  <a:pt x="871204" y="160371"/>
                </a:lnTo>
                <a:lnTo>
                  <a:pt x="871825" y="159915"/>
                </a:lnTo>
                <a:lnTo>
                  <a:pt x="872436" y="159446"/>
                </a:lnTo>
                <a:lnTo>
                  <a:pt x="873039" y="158966"/>
                </a:lnTo>
                <a:lnTo>
                  <a:pt x="873634" y="158473"/>
                </a:lnTo>
                <a:lnTo>
                  <a:pt x="874219" y="157967"/>
                </a:lnTo>
                <a:lnTo>
                  <a:pt x="874796" y="157449"/>
                </a:lnTo>
                <a:lnTo>
                  <a:pt x="875364" y="156919"/>
                </a:lnTo>
                <a:lnTo>
                  <a:pt x="875923" y="156377"/>
                </a:lnTo>
                <a:lnTo>
                  <a:pt x="876474" y="155822"/>
                </a:lnTo>
                <a:lnTo>
                  <a:pt x="877015" y="155255"/>
                </a:lnTo>
                <a:lnTo>
                  <a:pt x="877548" y="154676"/>
                </a:lnTo>
                <a:lnTo>
                  <a:pt x="878072" y="154084"/>
                </a:lnTo>
                <a:lnTo>
                  <a:pt x="878587" y="153480"/>
                </a:lnTo>
                <a:lnTo>
                  <a:pt x="879094" y="152863"/>
                </a:lnTo>
                <a:lnTo>
                  <a:pt x="879591" y="152235"/>
                </a:lnTo>
                <a:lnTo>
                  <a:pt x="880080" y="151593"/>
                </a:lnTo>
                <a:lnTo>
                  <a:pt x="880560" y="150940"/>
                </a:lnTo>
                <a:lnTo>
                  <a:pt x="881031" y="150275"/>
                </a:lnTo>
                <a:lnTo>
                  <a:pt x="881492" y="149600"/>
                </a:lnTo>
                <a:lnTo>
                  <a:pt x="881944" y="148915"/>
                </a:lnTo>
                <a:lnTo>
                  <a:pt x="882386" y="148220"/>
                </a:lnTo>
                <a:lnTo>
                  <a:pt x="882819" y="147515"/>
                </a:lnTo>
                <a:lnTo>
                  <a:pt x="883242" y="146800"/>
                </a:lnTo>
                <a:lnTo>
                  <a:pt x="883656" y="146075"/>
                </a:lnTo>
                <a:lnTo>
                  <a:pt x="884060" y="145340"/>
                </a:lnTo>
                <a:lnTo>
                  <a:pt x="884455" y="144594"/>
                </a:lnTo>
                <a:lnTo>
                  <a:pt x="884840" y="143838"/>
                </a:lnTo>
                <a:lnTo>
                  <a:pt x="885216" y="143073"/>
                </a:lnTo>
                <a:lnTo>
                  <a:pt x="885582" y="142297"/>
                </a:lnTo>
                <a:lnTo>
                  <a:pt x="885938" y="141511"/>
                </a:lnTo>
                <a:lnTo>
                  <a:pt x="886285" y="140715"/>
                </a:lnTo>
                <a:lnTo>
                  <a:pt x="886622" y="139909"/>
                </a:lnTo>
                <a:lnTo>
                  <a:pt x="886950" y="139093"/>
                </a:lnTo>
                <a:lnTo>
                  <a:pt x="887269" y="138267"/>
                </a:lnTo>
                <a:lnTo>
                  <a:pt x="887577" y="137430"/>
                </a:lnTo>
                <a:lnTo>
                  <a:pt x="887877" y="136584"/>
                </a:lnTo>
                <a:lnTo>
                  <a:pt x="888166" y="135727"/>
                </a:lnTo>
                <a:lnTo>
                  <a:pt x="888446" y="134861"/>
                </a:lnTo>
                <a:lnTo>
                  <a:pt x="888717" y="133984"/>
                </a:lnTo>
                <a:lnTo>
                  <a:pt x="888978" y="133097"/>
                </a:lnTo>
                <a:lnTo>
                  <a:pt x="889230" y="132200"/>
                </a:lnTo>
                <a:lnTo>
                  <a:pt x="889472" y="131294"/>
                </a:lnTo>
                <a:lnTo>
                  <a:pt x="889703" y="130381"/>
                </a:lnTo>
                <a:lnTo>
                  <a:pt x="889924" y="129460"/>
                </a:lnTo>
                <a:lnTo>
                  <a:pt x="890135" y="128531"/>
                </a:lnTo>
                <a:lnTo>
                  <a:pt x="890335" y="127595"/>
                </a:lnTo>
                <a:lnTo>
                  <a:pt x="890526" y="126650"/>
                </a:lnTo>
                <a:lnTo>
                  <a:pt x="890706" y="125699"/>
                </a:lnTo>
                <a:lnTo>
                  <a:pt x="890875" y="124739"/>
                </a:lnTo>
                <a:lnTo>
                  <a:pt x="891035" y="123772"/>
                </a:lnTo>
                <a:lnTo>
                  <a:pt x="891184" y="122797"/>
                </a:lnTo>
                <a:lnTo>
                  <a:pt x="891323" y="121815"/>
                </a:lnTo>
                <a:lnTo>
                  <a:pt x="891451" y="120825"/>
                </a:lnTo>
                <a:lnTo>
                  <a:pt x="891569" y="119827"/>
                </a:lnTo>
                <a:lnTo>
                  <a:pt x="891677" y="118821"/>
                </a:lnTo>
                <a:lnTo>
                  <a:pt x="891775" y="117808"/>
                </a:lnTo>
                <a:lnTo>
                  <a:pt x="891862" y="116787"/>
                </a:lnTo>
                <a:lnTo>
                  <a:pt x="891940" y="115759"/>
                </a:lnTo>
                <a:lnTo>
                  <a:pt x="892006" y="114723"/>
                </a:lnTo>
                <a:lnTo>
                  <a:pt x="892063" y="113679"/>
                </a:lnTo>
                <a:lnTo>
                  <a:pt x="892109" y="112628"/>
                </a:lnTo>
                <a:lnTo>
                  <a:pt x="892145" y="111568"/>
                </a:lnTo>
                <a:lnTo>
                  <a:pt x="892171" y="110502"/>
                </a:lnTo>
                <a:lnTo>
                  <a:pt x="892186" y="109427"/>
                </a:lnTo>
                <a:lnTo>
                  <a:pt x="892192" y="108345"/>
                </a:lnTo>
                <a:lnTo>
                  <a:pt x="892192" y="106083"/>
                </a:lnTo>
                <a:lnTo>
                  <a:pt x="892186" y="104957"/>
                </a:lnTo>
                <a:lnTo>
                  <a:pt x="892171" y="103840"/>
                </a:lnTo>
                <a:lnTo>
                  <a:pt x="892145" y="102732"/>
                </a:lnTo>
                <a:lnTo>
                  <a:pt x="892109" y="101633"/>
                </a:lnTo>
                <a:lnTo>
                  <a:pt x="892063" y="100544"/>
                </a:lnTo>
                <a:lnTo>
                  <a:pt x="892006" y="99463"/>
                </a:lnTo>
                <a:lnTo>
                  <a:pt x="891940" y="98392"/>
                </a:lnTo>
                <a:lnTo>
                  <a:pt x="891862" y="97330"/>
                </a:lnTo>
                <a:lnTo>
                  <a:pt x="891775" y="96277"/>
                </a:lnTo>
                <a:lnTo>
                  <a:pt x="891677" y="95233"/>
                </a:lnTo>
                <a:lnTo>
                  <a:pt x="891569" y="94198"/>
                </a:lnTo>
                <a:lnTo>
                  <a:pt x="891451" y="93173"/>
                </a:lnTo>
                <a:lnTo>
                  <a:pt x="891323" y="92157"/>
                </a:lnTo>
                <a:lnTo>
                  <a:pt x="891184" y="91149"/>
                </a:lnTo>
                <a:lnTo>
                  <a:pt x="891035" y="90151"/>
                </a:lnTo>
                <a:lnTo>
                  <a:pt x="890875" y="89163"/>
                </a:lnTo>
                <a:lnTo>
                  <a:pt x="890706" y="88183"/>
                </a:lnTo>
                <a:lnTo>
                  <a:pt x="890526" y="87212"/>
                </a:lnTo>
                <a:lnTo>
                  <a:pt x="890335" y="86251"/>
                </a:lnTo>
                <a:lnTo>
                  <a:pt x="890135" y="85299"/>
                </a:lnTo>
                <a:lnTo>
                  <a:pt x="889924" y="84356"/>
                </a:lnTo>
                <a:lnTo>
                  <a:pt x="889703" y="83422"/>
                </a:lnTo>
                <a:lnTo>
                  <a:pt x="889472" y="82497"/>
                </a:lnTo>
                <a:lnTo>
                  <a:pt x="889230" y="81582"/>
                </a:lnTo>
                <a:lnTo>
                  <a:pt x="888978" y="80676"/>
                </a:lnTo>
                <a:lnTo>
                  <a:pt x="888717" y="79782"/>
                </a:lnTo>
                <a:lnTo>
                  <a:pt x="888446" y="78898"/>
                </a:lnTo>
                <a:lnTo>
                  <a:pt x="888166" y="78025"/>
                </a:lnTo>
                <a:lnTo>
                  <a:pt x="887877" y="77163"/>
                </a:lnTo>
                <a:lnTo>
                  <a:pt x="887577" y="76311"/>
                </a:lnTo>
                <a:lnTo>
                  <a:pt x="887269" y="75471"/>
                </a:lnTo>
                <a:lnTo>
                  <a:pt x="886950" y="74641"/>
                </a:lnTo>
                <a:lnTo>
                  <a:pt x="886622" y="73822"/>
                </a:lnTo>
                <a:lnTo>
                  <a:pt x="886285" y="73015"/>
                </a:lnTo>
                <a:lnTo>
                  <a:pt x="885938" y="72217"/>
                </a:lnTo>
                <a:lnTo>
                  <a:pt x="885582" y="71431"/>
                </a:lnTo>
                <a:lnTo>
                  <a:pt x="885216" y="70656"/>
                </a:lnTo>
                <a:lnTo>
                  <a:pt x="884840" y="69891"/>
                </a:lnTo>
                <a:lnTo>
                  <a:pt x="884455" y="69138"/>
                </a:lnTo>
                <a:lnTo>
                  <a:pt x="884060" y="68395"/>
                </a:lnTo>
                <a:lnTo>
                  <a:pt x="883656" y="67663"/>
                </a:lnTo>
                <a:lnTo>
                  <a:pt x="883242" y="66942"/>
                </a:lnTo>
                <a:lnTo>
                  <a:pt x="882819" y="66231"/>
                </a:lnTo>
                <a:lnTo>
                  <a:pt x="882386" y="65532"/>
                </a:lnTo>
                <a:lnTo>
                  <a:pt x="881944" y="64843"/>
                </a:lnTo>
                <a:lnTo>
                  <a:pt x="881492" y="64165"/>
                </a:lnTo>
                <a:lnTo>
                  <a:pt x="881031" y="63498"/>
                </a:lnTo>
                <a:lnTo>
                  <a:pt x="880560" y="62842"/>
                </a:lnTo>
                <a:lnTo>
                  <a:pt x="880080" y="62198"/>
                </a:lnTo>
                <a:lnTo>
                  <a:pt x="879590" y="61566"/>
                </a:lnTo>
                <a:lnTo>
                  <a:pt x="879092" y="60947"/>
                </a:lnTo>
                <a:lnTo>
                  <a:pt x="878584" y="60341"/>
                </a:lnTo>
                <a:lnTo>
                  <a:pt x="878067" y="59748"/>
                </a:lnTo>
                <a:lnTo>
                  <a:pt x="877541" y="59167"/>
                </a:lnTo>
                <a:lnTo>
                  <a:pt x="877006" y="58599"/>
                </a:lnTo>
                <a:lnTo>
                  <a:pt x="876462" y="58044"/>
                </a:lnTo>
                <a:lnTo>
                  <a:pt x="875908" y="57501"/>
                </a:lnTo>
                <a:lnTo>
                  <a:pt x="875345" y="56971"/>
                </a:lnTo>
                <a:lnTo>
                  <a:pt x="874773" y="56454"/>
                </a:lnTo>
                <a:lnTo>
                  <a:pt x="874192" y="55950"/>
                </a:lnTo>
                <a:lnTo>
                  <a:pt x="873602" y="55458"/>
                </a:lnTo>
                <a:lnTo>
                  <a:pt x="873003" y="54979"/>
                </a:lnTo>
                <a:lnTo>
                  <a:pt x="872394" y="54512"/>
                </a:lnTo>
                <a:lnTo>
                  <a:pt x="871777" y="54059"/>
                </a:lnTo>
                <a:lnTo>
                  <a:pt x="871150" y="53618"/>
                </a:lnTo>
                <a:lnTo>
                  <a:pt x="870514" y="53190"/>
                </a:lnTo>
                <a:lnTo>
                  <a:pt x="869869" y="52774"/>
                </a:lnTo>
                <a:lnTo>
                  <a:pt x="869214" y="52372"/>
                </a:lnTo>
                <a:lnTo>
                  <a:pt x="868551" y="51982"/>
                </a:lnTo>
                <a:lnTo>
                  <a:pt x="867878" y="51604"/>
                </a:lnTo>
                <a:lnTo>
                  <a:pt x="867196" y="51240"/>
                </a:lnTo>
                <a:lnTo>
                  <a:pt x="866505" y="50888"/>
                </a:lnTo>
                <a:lnTo>
                  <a:pt x="865806" y="50549"/>
                </a:lnTo>
                <a:lnTo>
                  <a:pt x="865098" y="50225"/>
                </a:lnTo>
                <a:lnTo>
                  <a:pt x="864383" y="49916"/>
                </a:lnTo>
                <a:lnTo>
                  <a:pt x="863659" y="49621"/>
                </a:lnTo>
                <a:lnTo>
                  <a:pt x="862927" y="49340"/>
                </a:lnTo>
                <a:lnTo>
                  <a:pt x="862187" y="49074"/>
                </a:lnTo>
                <a:lnTo>
                  <a:pt x="861440" y="48822"/>
                </a:lnTo>
                <a:lnTo>
                  <a:pt x="860684" y="48584"/>
                </a:lnTo>
                <a:lnTo>
                  <a:pt x="859920" y="48361"/>
                </a:lnTo>
                <a:lnTo>
                  <a:pt x="859148" y="48152"/>
                </a:lnTo>
                <a:lnTo>
                  <a:pt x="858368" y="47958"/>
                </a:lnTo>
                <a:lnTo>
                  <a:pt x="857580" y="47778"/>
                </a:lnTo>
                <a:lnTo>
                  <a:pt x="856784" y="47612"/>
                </a:lnTo>
                <a:lnTo>
                  <a:pt x="855980" y="47461"/>
                </a:lnTo>
                <a:lnTo>
                  <a:pt x="855168" y="47324"/>
                </a:lnTo>
                <a:lnTo>
                  <a:pt x="854347" y="47202"/>
                </a:lnTo>
                <a:lnTo>
                  <a:pt x="853519" y="47094"/>
                </a:lnTo>
                <a:lnTo>
                  <a:pt x="852683" y="47000"/>
                </a:lnTo>
                <a:lnTo>
                  <a:pt x="851839" y="46921"/>
                </a:lnTo>
                <a:lnTo>
                  <a:pt x="850986" y="46856"/>
                </a:lnTo>
                <a:lnTo>
                  <a:pt x="850126" y="46806"/>
                </a:lnTo>
                <a:lnTo>
                  <a:pt x="849257" y="46770"/>
                </a:lnTo>
                <a:lnTo>
                  <a:pt x="848381" y="46748"/>
                </a:lnTo>
                <a:lnTo>
                  <a:pt x="847497" y="46741"/>
                </a:lnTo>
                <a:lnTo>
                  <a:pt x="846648" y="46747"/>
                </a:lnTo>
                <a:lnTo>
                  <a:pt x="845807" y="46764"/>
                </a:lnTo>
                <a:lnTo>
                  <a:pt x="844973" y="46793"/>
                </a:lnTo>
                <a:lnTo>
                  <a:pt x="844147" y="46834"/>
                </a:lnTo>
                <a:lnTo>
                  <a:pt x="843329" y="46886"/>
                </a:lnTo>
                <a:lnTo>
                  <a:pt x="842519" y="46950"/>
                </a:lnTo>
                <a:lnTo>
                  <a:pt x="841716" y="47025"/>
                </a:lnTo>
                <a:lnTo>
                  <a:pt x="840921" y="47112"/>
                </a:lnTo>
                <a:lnTo>
                  <a:pt x="840133" y="47211"/>
                </a:lnTo>
                <a:lnTo>
                  <a:pt x="839354" y="47321"/>
                </a:lnTo>
                <a:lnTo>
                  <a:pt x="838582" y="47443"/>
                </a:lnTo>
                <a:lnTo>
                  <a:pt x="837817" y="47576"/>
                </a:lnTo>
                <a:lnTo>
                  <a:pt x="837060" y="47721"/>
                </a:lnTo>
                <a:lnTo>
                  <a:pt x="836311" y="47877"/>
                </a:lnTo>
                <a:lnTo>
                  <a:pt x="835570" y="48045"/>
                </a:lnTo>
                <a:lnTo>
                  <a:pt x="834836" y="48225"/>
                </a:lnTo>
                <a:lnTo>
                  <a:pt x="834110" y="48416"/>
                </a:lnTo>
                <a:lnTo>
                  <a:pt x="833391" y="48619"/>
                </a:lnTo>
                <a:lnTo>
                  <a:pt x="832681" y="48834"/>
                </a:lnTo>
                <a:lnTo>
                  <a:pt x="831977" y="49060"/>
                </a:lnTo>
                <a:lnTo>
                  <a:pt x="831282" y="49297"/>
                </a:lnTo>
                <a:lnTo>
                  <a:pt x="830594" y="49547"/>
                </a:lnTo>
                <a:lnTo>
                  <a:pt x="829914" y="49808"/>
                </a:lnTo>
                <a:lnTo>
                  <a:pt x="829242" y="50080"/>
                </a:lnTo>
                <a:lnTo>
                  <a:pt x="828577" y="50363"/>
                </a:lnTo>
                <a:lnTo>
                  <a:pt x="827920" y="50657"/>
                </a:lnTo>
                <a:lnTo>
                  <a:pt x="827272" y="50960"/>
                </a:lnTo>
                <a:lnTo>
                  <a:pt x="826631" y="51274"/>
                </a:lnTo>
                <a:lnTo>
                  <a:pt x="825999" y="51597"/>
                </a:lnTo>
                <a:lnTo>
                  <a:pt x="825375" y="51931"/>
                </a:lnTo>
                <a:lnTo>
                  <a:pt x="824758" y="52275"/>
                </a:lnTo>
                <a:lnTo>
                  <a:pt x="824150" y="52629"/>
                </a:lnTo>
                <a:lnTo>
                  <a:pt x="823550" y="52993"/>
                </a:lnTo>
                <a:lnTo>
                  <a:pt x="822957" y="53367"/>
                </a:lnTo>
                <a:lnTo>
                  <a:pt x="822373" y="53751"/>
                </a:lnTo>
                <a:lnTo>
                  <a:pt x="821797" y="54146"/>
                </a:lnTo>
                <a:lnTo>
                  <a:pt x="821229" y="54550"/>
                </a:lnTo>
                <a:lnTo>
                  <a:pt x="820669" y="54965"/>
                </a:lnTo>
                <a:lnTo>
                  <a:pt x="820117" y="55389"/>
                </a:lnTo>
                <a:lnTo>
                  <a:pt x="819573" y="55824"/>
                </a:lnTo>
                <a:lnTo>
                  <a:pt x="819037" y="56269"/>
                </a:lnTo>
                <a:lnTo>
                  <a:pt x="818509" y="56724"/>
                </a:lnTo>
                <a:lnTo>
                  <a:pt x="817989" y="57189"/>
                </a:lnTo>
                <a:lnTo>
                  <a:pt x="817477" y="57664"/>
                </a:lnTo>
                <a:lnTo>
                  <a:pt x="816973" y="58149"/>
                </a:lnTo>
                <a:lnTo>
                  <a:pt x="816477" y="58644"/>
                </a:lnTo>
                <a:lnTo>
                  <a:pt x="815990" y="59150"/>
                </a:lnTo>
                <a:lnTo>
                  <a:pt x="815510" y="59665"/>
                </a:lnTo>
                <a:lnTo>
                  <a:pt x="815038" y="60190"/>
                </a:lnTo>
                <a:lnTo>
                  <a:pt x="814573" y="60723"/>
                </a:lnTo>
                <a:lnTo>
                  <a:pt x="814115" y="61264"/>
                </a:lnTo>
                <a:lnTo>
                  <a:pt x="813664" y="61813"/>
                </a:lnTo>
                <a:lnTo>
                  <a:pt x="813220" y="62371"/>
                </a:lnTo>
                <a:lnTo>
                  <a:pt x="812784" y="62936"/>
                </a:lnTo>
                <a:lnTo>
                  <a:pt x="812354" y="63511"/>
                </a:lnTo>
                <a:lnTo>
                  <a:pt x="811932" y="64093"/>
                </a:lnTo>
                <a:lnTo>
                  <a:pt x="811517" y="64683"/>
                </a:lnTo>
                <a:lnTo>
                  <a:pt x="811109" y="65282"/>
                </a:lnTo>
                <a:lnTo>
                  <a:pt x="810978" y="65479"/>
                </a:lnTo>
                <a:lnTo>
                  <a:pt x="810340" y="48895"/>
                </a:lnTo>
                <a:lnTo>
                  <a:pt x="798278" y="48895"/>
                </a:lnTo>
                <a:lnTo>
                  <a:pt x="798278" y="210228"/>
                </a:lnTo>
                <a:lnTo>
                  <a:pt x="811202" y="210228"/>
                </a:lnTo>
                <a:lnTo>
                  <a:pt x="811202" y="150585"/>
                </a:lnTo>
                <a:lnTo>
                  <a:pt x="811453" y="150922"/>
                </a:lnTo>
                <a:lnTo>
                  <a:pt x="811879" y="151475"/>
                </a:lnTo>
                <a:lnTo>
                  <a:pt x="812313" y="152020"/>
                </a:lnTo>
                <a:lnTo>
                  <a:pt x="812754" y="152558"/>
                </a:lnTo>
                <a:lnTo>
                  <a:pt x="813203" y="153089"/>
                </a:lnTo>
                <a:close/>
                <a:moveTo>
                  <a:pt x="812185" y="78179"/>
                </a:moveTo>
                <a:lnTo>
                  <a:pt x="812419" y="77700"/>
                </a:lnTo>
                <a:lnTo>
                  <a:pt x="812659" y="77223"/>
                </a:lnTo>
                <a:lnTo>
                  <a:pt x="812906" y="76750"/>
                </a:lnTo>
                <a:lnTo>
                  <a:pt x="813159" y="76281"/>
                </a:lnTo>
                <a:lnTo>
                  <a:pt x="813417" y="75814"/>
                </a:lnTo>
                <a:lnTo>
                  <a:pt x="813682" y="75351"/>
                </a:lnTo>
                <a:lnTo>
                  <a:pt x="813954" y="74890"/>
                </a:lnTo>
                <a:lnTo>
                  <a:pt x="814231" y="74433"/>
                </a:lnTo>
                <a:lnTo>
                  <a:pt x="814515" y="73979"/>
                </a:lnTo>
                <a:lnTo>
                  <a:pt x="814804" y="73529"/>
                </a:lnTo>
                <a:lnTo>
                  <a:pt x="815100" y="73081"/>
                </a:lnTo>
                <a:lnTo>
                  <a:pt x="815402" y="72637"/>
                </a:lnTo>
                <a:lnTo>
                  <a:pt x="815711" y="72196"/>
                </a:lnTo>
                <a:lnTo>
                  <a:pt x="816025" y="71758"/>
                </a:lnTo>
                <a:lnTo>
                  <a:pt x="816346" y="71323"/>
                </a:lnTo>
                <a:lnTo>
                  <a:pt x="816672" y="70891"/>
                </a:lnTo>
                <a:lnTo>
                  <a:pt x="817005" y="70463"/>
                </a:lnTo>
                <a:lnTo>
                  <a:pt x="817344" y="70038"/>
                </a:lnTo>
                <a:lnTo>
                  <a:pt x="817689" y="69615"/>
                </a:lnTo>
                <a:lnTo>
                  <a:pt x="818041" y="69196"/>
                </a:lnTo>
                <a:lnTo>
                  <a:pt x="818399" y="68783"/>
                </a:lnTo>
                <a:lnTo>
                  <a:pt x="818766" y="68375"/>
                </a:lnTo>
                <a:lnTo>
                  <a:pt x="819140" y="67975"/>
                </a:lnTo>
                <a:lnTo>
                  <a:pt x="819522" y="67581"/>
                </a:lnTo>
                <a:lnTo>
                  <a:pt x="819912" y="67194"/>
                </a:lnTo>
                <a:lnTo>
                  <a:pt x="820309" y="66814"/>
                </a:lnTo>
                <a:lnTo>
                  <a:pt x="820715" y="66440"/>
                </a:lnTo>
                <a:lnTo>
                  <a:pt x="821128" y="66073"/>
                </a:lnTo>
                <a:lnTo>
                  <a:pt x="821550" y="65713"/>
                </a:lnTo>
                <a:lnTo>
                  <a:pt x="821979" y="65360"/>
                </a:lnTo>
                <a:lnTo>
                  <a:pt x="822416" y="65013"/>
                </a:lnTo>
                <a:lnTo>
                  <a:pt x="822860" y="64673"/>
                </a:lnTo>
                <a:lnTo>
                  <a:pt x="823313" y="64340"/>
                </a:lnTo>
                <a:lnTo>
                  <a:pt x="823774" y="64013"/>
                </a:lnTo>
                <a:lnTo>
                  <a:pt x="824242" y="63694"/>
                </a:lnTo>
                <a:lnTo>
                  <a:pt x="824718" y="63381"/>
                </a:lnTo>
                <a:lnTo>
                  <a:pt x="825202" y="63074"/>
                </a:lnTo>
                <a:lnTo>
                  <a:pt x="825694" y="62775"/>
                </a:lnTo>
                <a:lnTo>
                  <a:pt x="826194" y="62482"/>
                </a:lnTo>
                <a:lnTo>
                  <a:pt x="826702" y="62196"/>
                </a:lnTo>
                <a:lnTo>
                  <a:pt x="827217" y="61917"/>
                </a:lnTo>
                <a:lnTo>
                  <a:pt x="827741" y="61644"/>
                </a:lnTo>
                <a:lnTo>
                  <a:pt x="828272" y="61378"/>
                </a:lnTo>
                <a:lnTo>
                  <a:pt x="828811" y="61119"/>
                </a:lnTo>
                <a:lnTo>
                  <a:pt x="829359" y="60869"/>
                </a:lnTo>
                <a:lnTo>
                  <a:pt x="829916" y="60629"/>
                </a:lnTo>
                <a:lnTo>
                  <a:pt x="830483" y="60400"/>
                </a:lnTo>
                <a:lnTo>
                  <a:pt x="831059" y="60181"/>
                </a:lnTo>
                <a:lnTo>
                  <a:pt x="831645" y="59973"/>
                </a:lnTo>
                <a:lnTo>
                  <a:pt x="832240" y="59776"/>
                </a:lnTo>
                <a:lnTo>
                  <a:pt x="832845" y="59590"/>
                </a:lnTo>
                <a:lnTo>
                  <a:pt x="833460" y="59414"/>
                </a:lnTo>
                <a:lnTo>
                  <a:pt x="834084" y="59249"/>
                </a:lnTo>
                <a:lnTo>
                  <a:pt x="834717" y="59094"/>
                </a:lnTo>
                <a:lnTo>
                  <a:pt x="835361" y="58950"/>
                </a:lnTo>
                <a:lnTo>
                  <a:pt x="836013" y="58817"/>
                </a:lnTo>
                <a:lnTo>
                  <a:pt x="836675" y="58694"/>
                </a:lnTo>
                <a:lnTo>
                  <a:pt x="837347" y="58583"/>
                </a:lnTo>
                <a:lnTo>
                  <a:pt x="838028" y="58481"/>
                </a:lnTo>
                <a:lnTo>
                  <a:pt x="838719" y="58391"/>
                </a:lnTo>
                <a:lnTo>
                  <a:pt x="839419" y="58311"/>
                </a:lnTo>
                <a:lnTo>
                  <a:pt x="840129" y="58241"/>
                </a:lnTo>
                <a:lnTo>
                  <a:pt x="840849" y="58183"/>
                </a:lnTo>
                <a:lnTo>
                  <a:pt x="841578" y="58135"/>
                </a:lnTo>
                <a:lnTo>
                  <a:pt x="842316" y="58098"/>
                </a:lnTo>
                <a:lnTo>
                  <a:pt x="843064" y="58071"/>
                </a:lnTo>
                <a:lnTo>
                  <a:pt x="843822" y="58055"/>
                </a:lnTo>
                <a:lnTo>
                  <a:pt x="844589" y="58050"/>
                </a:lnTo>
                <a:lnTo>
                  <a:pt x="845329" y="58056"/>
                </a:lnTo>
                <a:lnTo>
                  <a:pt x="846062" y="58075"/>
                </a:lnTo>
                <a:lnTo>
                  <a:pt x="846786" y="58107"/>
                </a:lnTo>
                <a:lnTo>
                  <a:pt x="847501" y="58151"/>
                </a:lnTo>
                <a:lnTo>
                  <a:pt x="848208" y="58209"/>
                </a:lnTo>
                <a:lnTo>
                  <a:pt x="848907" y="58279"/>
                </a:lnTo>
                <a:lnTo>
                  <a:pt x="849597" y="58361"/>
                </a:lnTo>
                <a:lnTo>
                  <a:pt x="850279" y="58457"/>
                </a:lnTo>
                <a:lnTo>
                  <a:pt x="850952" y="58565"/>
                </a:lnTo>
                <a:lnTo>
                  <a:pt x="851617" y="58685"/>
                </a:lnTo>
                <a:lnTo>
                  <a:pt x="852274" y="58819"/>
                </a:lnTo>
                <a:lnTo>
                  <a:pt x="852922" y="58965"/>
                </a:lnTo>
                <a:lnTo>
                  <a:pt x="853562" y="59124"/>
                </a:lnTo>
                <a:lnTo>
                  <a:pt x="854193" y="59296"/>
                </a:lnTo>
                <a:lnTo>
                  <a:pt x="854816" y="59480"/>
                </a:lnTo>
                <a:lnTo>
                  <a:pt x="855430" y="59677"/>
                </a:lnTo>
                <a:lnTo>
                  <a:pt x="856036" y="59887"/>
                </a:lnTo>
                <a:lnTo>
                  <a:pt x="856634" y="60109"/>
                </a:lnTo>
                <a:lnTo>
                  <a:pt x="857223" y="60345"/>
                </a:lnTo>
                <a:lnTo>
                  <a:pt x="857804" y="60593"/>
                </a:lnTo>
                <a:lnTo>
                  <a:pt x="858377" y="60853"/>
                </a:lnTo>
                <a:lnTo>
                  <a:pt x="858941" y="61127"/>
                </a:lnTo>
                <a:lnTo>
                  <a:pt x="859496" y="61413"/>
                </a:lnTo>
                <a:lnTo>
                  <a:pt x="860043" y="61711"/>
                </a:lnTo>
                <a:lnTo>
                  <a:pt x="860583" y="62022"/>
                </a:lnTo>
                <a:lnTo>
                  <a:pt x="861114" y="62342"/>
                </a:lnTo>
                <a:lnTo>
                  <a:pt x="861637" y="62671"/>
                </a:lnTo>
                <a:lnTo>
                  <a:pt x="862153" y="63011"/>
                </a:lnTo>
                <a:lnTo>
                  <a:pt x="862660" y="63361"/>
                </a:lnTo>
                <a:lnTo>
                  <a:pt x="863160" y="63721"/>
                </a:lnTo>
                <a:lnTo>
                  <a:pt x="863652" y="64090"/>
                </a:lnTo>
                <a:lnTo>
                  <a:pt x="864136" y="64470"/>
                </a:lnTo>
                <a:lnTo>
                  <a:pt x="864612" y="64859"/>
                </a:lnTo>
                <a:lnTo>
                  <a:pt x="865081" y="65258"/>
                </a:lnTo>
                <a:lnTo>
                  <a:pt x="865541" y="65668"/>
                </a:lnTo>
                <a:lnTo>
                  <a:pt x="865994" y="66087"/>
                </a:lnTo>
                <a:lnTo>
                  <a:pt x="866439" y="66516"/>
                </a:lnTo>
                <a:lnTo>
                  <a:pt x="866876" y="66955"/>
                </a:lnTo>
                <a:lnTo>
                  <a:pt x="867305" y="67403"/>
                </a:lnTo>
                <a:lnTo>
                  <a:pt x="867726" y="67862"/>
                </a:lnTo>
                <a:lnTo>
                  <a:pt x="868139" y="68331"/>
                </a:lnTo>
                <a:lnTo>
                  <a:pt x="868545" y="68809"/>
                </a:lnTo>
                <a:lnTo>
                  <a:pt x="868943" y="69298"/>
                </a:lnTo>
                <a:lnTo>
                  <a:pt x="869332" y="69796"/>
                </a:lnTo>
                <a:lnTo>
                  <a:pt x="869714" y="70305"/>
                </a:lnTo>
                <a:lnTo>
                  <a:pt x="870089" y="70823"/>
                </a:lnTo>
                <a:lnTo>
                  <a:pt x="870455" y="71351"/>
                </a:lnTo>
                <a:lnTo>
                  <a:pt x="870813" y="71889"/>
                </a:lnTo>
                <a:lnTo>
                  <a:pt x="871164" y="72436"/>
                </a:lnTo>
                <a:lnTo>
                  <a:pt x="871507" y="72990"/>
                </a:lnTo>
                <a:lnTo>
                  <a:pt x="871843" y="73552"/>
                </a:lnTo>
                <a:lnTo>
                  <a:pt x="872172" y="74122"/>
                </a:lnTo>
                <a:lnTo>
                  <a:pt x="872492" y="74700"/>
                </a:lnTo>
                <a:lnTo>
                  <a:pt x="872806" y="75285"/>
                </a:lnTo>
                <a:lnTo>
                  <a:pt x="873112" y="75878"/>
                </a:lnTo>
                <a:lnTo>
                  <a:pt x="873410" y="76478"/>
                </a:lnTo>
                <a:lnTo>
                  <a:pt x="873701" y="77086"/>
                </a:lnTo>
                <a:lnTo>
                  <a:pt x="873984" y="77702"/>
                </a:lnTo>
                <a:lnTo>
                  <a:pt x="874260" y="78326"/>
                </a:lnTo>
                <a:lnTo>
                  <a:pt x="874529" y="78957"/>
                </a:lnTo>
                <a:lnTo>
                  <a:pt x="874790" y="79595"/>
                </a:lnTo>
                <a:lnTo>
                  <a:pt x="875044" y="80242"/>
                </a:lnTo>
                <a:lnTo>
                  <a:pt x="875290" y="80896"/>
                </a:lnTo>
                <a:lnTo>
                  <a:pt x="875528" y="81558"/>
                </a:lnTo>
                <a:lnTo>
                  <a:pt x="875759" y="82227"/>
                </a:lnTo>
                <a:lnTo>
                  <a:pt x="875983" y="82905"/>
                </a:lnTo>
                <a:lnTo>
                  <a:pt x="876199" y="83589"/>
                </a:lnTo>
                <a:lnTo>
                  <a:pt x="876408" y="84282"/>
                </a:lnTo>
                <a:lnTo>
                  <a:pt x="876609" y="84982"/>
                </a:lnTo>
                <a:lnTo>
                  <a:pt x="876803" y="85690"/>
                </a:lnTo>
                <a:lnTo>
                  <a:pt x="876989" y="86405"/>
                </a:lnTo>
                <a:lnTo>
                  <a:pt x="877168" y="87128"/>
                </a:lnTo>
                <a:lnTo>
                  <a:pt x="877339" y="87858"/>
                </a:lnTo>
                <a:lnTo>
                  <a:pt x="877503" y="88593"/>
                </a:lnTo>
                <a:lnTo>
                  <a:pt x="877660" y="89333"/>
                </a:lnTo>
                <a:lnTo>
                  <a:pt x="877809" y="90078"/>
                </a:lnTo>
                <a:lnTo>
                  <a:pt x="877951" y="90829"/>
                </a:lnTo>
                <a:lnTo>
                  <a:pt x="878086" y="91584"/>
                </a:lnTo>
                <a:lnTo>
                  <a:pt x="878214" y="92345"/>
                </a:lnTo>
                <a:lnTo>
                  <a:pt x="878334" y="93112"/>
                </a:lnTo>
                <a:lnTo>
                  <a:pt x="878447" y="93883"/>
                </a:lnTo>
                <a:lnTo>
                  <a:pt x="878553" y="94660"/>
                </a:lnTo>
                <a:lnTo>
                  <a:pt x="878652" y="95442"/>
                </a:lnTo>
                <a:lnTo>
                  <a:pt x="878743" y="96229"/>
                </a:lnTo>
                <a:lnTo>
                  <a:pt x="878827" y="97021"/>
                </a:lnTo>
                <a:lnTo>
                  <a:pt x="878903" y="97819"/>
                </a:lnTo>
                <a:lnTo>
                  <a:pt x="878972" y="98622"/>
                </a:lnTo>
                <a:lnTo>
                  <a:pt x="879034" y="99430"/>
                </a:lnTo>
                <a:lnTo>
                  <a:pt x="879089" y="100243"/>
                </a:lnTo>
                <a:lnTo>
                  <a:pt x="879136" y="101062"/>
                </a:lnTo>
                <a:lnTo>
                  <a:pt x="879177" y="101886"/>
                </a:lnTo>
                <a:lnTo>
                  <a:pt x="879209" y="102715"/>
                </a:lnTo>
                <a:lnTo>
                  <a:pt x="879235" y="103549"/>
                </a:lnTo>
                <a:lnTo>
                  <a:pt x="879253" y="104389"/>
                </a:lnTo>
                <a:lnTo>
                  <a:pt x="879264" y="105233"/>
                </a:lnTo>
                <a:lnTo>
                  <a:pt x="879268" y="106083"/>
                </a:lnTo>
                <a:lnTo>
                  <a:pt x="879268" y="108345"/>
                </a:lnTo>
                <a:lnTo>
                  <a:pt x="879264" y="109186"/>
                </a:lnTo>
                <a:lnTo>
                  <a:pt x="879253" y="110023"/>
                </a:lnTo>
                <a:lnTo>
                  <a:pt x="879235" y="110855"/>
                </a:lnTo>
                <a:lnTo>
                  <a:pt x="879209" y="111682"/>
                </a:lnTo>
                <a:lnTo>
                  <a:pt x="879177" y="112505"/>
                </a:lnTo>
                <a:lnTo>
                  <a:pt x="879136" y="113323"/>
                </a:lnTo>
                <a:lnTo>
                  <a:pt x="879089" y="114136"/>
                </a:lnTo>
                <a:lnTo>
                  <a:pt x="879034" y="114945"/>
                </a:lnTo>
                <a:lnTo>
                  <a:pt x="878972" y="115748"/>
                </a:lnTo>
                <a:lnTo>
                  <a:pt x="878903" y="116548"/>
                </a:lnTo>
                <a:lnTo>
                  <a:pt x="878827" y="117342"/>
                </a:lnTo>
                <a:lnTo>
                  <a:pt x="878743" y="118132"/>
                </a:lnTo>
                <a:lnTo>
                  <a:pt x="878652" y="118917"/>
                </a:lnTo>
                <a:lnTo>
                  <a:pt x="878553" y="119698"/>
                </a:lnTo>
                <a:lnTo>
                  <a:pt x="878447" y="120474"/>
                </a:lnTo>
                <a:lnTo>
                  <a:pt x="878334" y="121245"/>
                </a:lnTo>
                <a:lnTo>
                  <a:pt x="878214" y="122011"/>
                </a:lnTo>
                <a:lnTo>
                  <a:pt x="878086" y="122773"/>
                </a:lnTo>
                <a:lnTo>
                  <a:pt x="877951" y="123530"/>
                </a:lnTo>
                <a:lnTo>
                  <a:pt x="877809" y="124283"/>
                </a:lnTo>
                <a:lnTo>
                  <a:pt x="877660" y="125031"/>
                </a:lnTo>
                <a:lnTo>
                  <a:pt x="877503" y="125774"/>
                </a:lnTo>
                <a:lnTo>
                  <a:pt x="877339" y="126512"/>
                </a:lnTo>
                <a:lnTo>
                  <a:pt x="877168" y="127246"/>
                </a:lnTo>
                <a:lnTo>
                  <a:pt x="876989" y="127974"/>
                </a:lnTo>
                <a:lnTo>
                  <a:pt x="876803" y="128693"/>
                </a:lnTo>
                <a:lnTo>
                  <a:pt x="876609" y="129405"/>
                </a:lnTo>
                <a:lnTo>
                  <a:pt x="876408" y="130109"/>
                </a:lnTo>
                <a:lnTo>
                  <a:pt x="876199" y="130805"/>
                </a:lnTo>
                <a:lnTo>
                  <a:pt x="875983" y="131494"/>
                </a:lnTo>
                <a:lnTo>
                  <a:pt x="875759" y="132174"/>
                </a:lnTo>
                <a:lnTo>
                  <a:pt x="875528" y="132846"/>
                </a:lnTo>
                <a:lnTo>
                  <a:pt x="875290" y="133511"/>
                </a:lnTo>
                <a:lnTo>
                  <a:pt x="875044" y="134168"/>
                </a:lnTo>
                <a:lnTo>
                  <a:pt x="874790" y="134817"/>
                </a:lnTo>
                <a:lnTo>
                  <a:pt x="874529" y="135458"/>
                </a:lnTo>
                <a:lnTo>
                  <a:pt x="874260" y="136091"/>
                </a:lnTo>
                <a:lnTo>
                  <a:pt x="873984" y="136717"/>
                </a:lnTo>
                <a:lnTo>
                  <a:pt x="873701" y="137334"/>
                </a:lnTo>
                <a:lnTo>
                  <a:pt x="873410" y="137944"/>
                </a:lnTo>
                <a:lnTo>
                  <a:pt x="873112" y="138546"/>
                </a:lnTo>
                <a:lnTo>
                  <a:pt x="872806" y="139140"/>
                </a:lnTo>
                <a:lnTo>
                  <a:pt x="872492" y="139726"/>
                </a:lnTo>
                <a:lnTo>
                  <a:pt x="872172" y="140305"/>
                </a:lnTo>
                <a:lnTo>
                  <a:pt x="871843" y="140875"/>
                </a:lnTo>
                <a:lnTo>
                  <a:pt x="871507" y="141438"/>
                </a:lnTo>
                <a:lnTo>
                  <a:pt x="871164" y="141992"/>
                </a:lnTo>
                <a:lnTo>
                  <a:pt x="870813" y="142539"/>
                </a:lnTo>
                <a:lnTo>
                  <a:pt x="870455" y="143077"/>
                </a:lnTo>
                <a:lnTo>
                  <a:pt x="870089" y="143606"/>
                </a:lnTo>
                <a:lnTo>
                  <a:pt x="869715" y="144125"/>
                </a:lnTo>
                <a:lnTo>
                  <a:pt x="869334" y="144634"/>
                </a:lnTo>
                <a:lnTo>
                  <a:pt x="868945" y="145133"/>
                </a:lnTo>
                <a:lnTo>
                  <a:pt x="868548" y="145622"/>
                </a:lnTo>
                <a:lnTo>
                  <a:pt x="868144" y="146102"/>
                </a:lnTo>
                <a:lnTo>
                  <a:pt x="867732" y="146572"/>
                </a:lnTo>
                <a:lnTo>
                  <a:pt x="867312" y="147032"/>
                </a:lnTo>
                <a:lnTo>
                  <a:pt x="866885" y="147483"/>
                </a:lnTo>
                <a:lnTo>
                  <a:pt x="866450" y="147924"/>
                </a:lnTo>
                <a:lnTo>
                  <a:pt x="866007" y="148355"/>
                </a:lnTo>
                <a:lnTo>
                  <a:pt x="865557" y="148777"/>
                </a:lnTo>
                <a:lnTo>
                  <a:pt x="865099" y="149188"/>
                </a:lnTo>
                <a:lnTo>
                  <a:pt x="864633" y="149590"/>
                </a:lnTo>
                <a:lnTo>
                  <a:pt x="864160" y="149983"/>
                </a:lnTo>
                <a:lnTo>
                  <a:pt x="863679" y="150365"/>
                </a:lnTo>
                <a:lnTo>
                  <a:pt x="863190" y="150738"/>
                </a:lnTo>
                <a:lnTo>
                  <a:pt x="862694" y="151101"/>
                </a:lnTo>
                <a:lnTo>
                  <a:pt x="862190" y="151454"/>
                </a:lnTo>
                <a:lnTo>
                  <a:pt x="861678" y="151798"/>
                </a:lnTo>
                <a:lnTo>
                  <a:pt x="861159" y="152132"/>
                </a:lnTo>
                <a:lnTo>
                  <a:pt x="860632" y="152456"/>
                </a:lnTo>
                <a:lnTo>
                  <a:pt x="860097" y="152771"/>
                </a:lnTo>
                <a:lnTo>
                  <a:pt x="859555" y="153074"/>
                </a:lnTo>
                <a:lnTo>
                  <a:pt x="859004" y="153364"/>
                </a:lnTo>
                <a:lnTo>
                  <a:pt x="858445" y="153642"/>
                </a:lnTo>
                <a:lnTo>
                  <a:pt x="857878" y="153906"/>
                </a:lnTo>
                <a:lnTo>
                  <a:pt x="857302" y="154158"/>
                </a:lnTo>
                <a:lnTo>
                  <a:pt x="856718" y="154396"/>
                </a:lnTo>
                <a:lnTo>
                  <a:pt x="856126" y="154622"/>
                </a:lnTo>
                <a:lnTo>
                  <a:pt x="855526" y="154835"/>
                </a:lnTo>
                <a:lnTo>
                  <a:pt x="854918" y="155035"/>
                </a:lnTo>
                <a:lnTo>
                  <a:pt x="854301" y="155222"/>
                </a:lnTo>
                <a:lnTo>
                  <a:pt x="853676" y="155396"/>
                </a:lnTo>
                <a:lnTo>
                  <a:pt x="853043" y="155557"/>
                </a:lnTo>
                <a:lnTo>
                  <a:pt x="852402" y="155706"/>
                </a:lnTo>
                <a:lnTo>
                  <a:pt x="851752" y="155841"/>
                </a:lnTo>
                <a:lnTo>
                  <a:pt x="851094" y="155964"/>
                </a:lnTo>
                <a:lnTo>
                  <a:pt x="850428" y="156074"/>
                </a:lnTo>
                <a:lnTo>
                  <a:pt x="849754" y="156170"/>
                </a:lnTo>
                <a:lnTo>
                  <a:pt x="849072" y="156254"/>
                </a:lnTo>
                <a:lnTo>
                  <a:pt x="848381" y="156325"/>
                </a:lnTo>
                <a:lnTo>
                  <a:pt x="847682" y="156383"/>
                </a:lnTo>
                <a:lnTo>
                  <a:pt x="846975" y="156428"/>
                </a:lnTo>
                <a:lnTo>
                  <a:pt x="846260" y="156461"/>
                </a:lnTo>
                <a:lnTo>
                  <a:pt x="845536" y="156480"/>
                </a:lnTo>
                <a:lnTo>
                  <a:pt x="844804" y="156486"/>
                </a:lnTo>
                <a:lnTo>
                  <a:pt x="843895" y="156479"/>
                </a:lnTo>
                <a:lnTo>
                  <a:pt x="842997" y="156457"/>
                </a:lnTo>
                <a:lnTo>
                  <a:pt x="842112" y="156421"/>
                </a:lnTo>
                <a:lnTo>
                  <a:pt x="841238" y="156370"/>
                </a:lnTo>
                <a:lnTo>
                  <a:pt x="840376" y="156304"/>
                </a:lnTo>
                <a:lnTo>
                  <a:pt x="839527" y="156224"/>
                </a:lnTo>
                <a:lnTo>
                  <a:pt x="838689" y="156129"/>
                </a:lnTo>
                <a:lnTo>
                  <a:pt x="837863" y="156020"/>
                </a:lnTo>
                <a:lnTo>
                  <a:pt x="837050" y="155896"/>
                </a:lnTo>
                <a:lnTo>
                  <a:pt x="836248" y="155757"/>
                </a:lnTo>
                <a:lnTo>
                  <a:pt x="835458" y="155604"/>
                </a:lnTo>
                <a:lnTo>
                  <a:pt x="834680" y="155436"/>
                </a:lnTo>
                <a:lnTo>
                  <a:pt x="833915" y="155254"/>
                </a:lnTo>
                <a:lnTo>
                  <a:pt x="833161" y="155057"/>
                </a:lnTo>
                <a:lnTo>
                  <a:pt x="832419" y="154846"/>
                </a:lnTo>
                <a:lnTo>
                  <a:pt x="831689" y="154620"/>
                </a:lnTo>
                <a:lnTo>
                  <a:pt x="830971" y="154379"/>
                </a:lnTo>
                <a:lnTo>
                  <a:pt x="830265" y="154124"/>
                </a:lnTo>
                <a:lnTo>
                  <a:pt x="829571" y="153854"/>
                </a:lnTo>
                <a:lnTo>
                  <a:pt x="828889" y="153570"/>
                </a:lnTo>
                <a:lnTo>
                  <a:pt x="828218" y="153271"/>
                </a:lnTo>
                <a:lnTo>
                  <a:pt x="827560" y="152957"/>
                </a:lnTo>
                <a:lnTo>
                  <a:pt x="826914" y="152629"/>
                </a:lnTo>
                <a:lnTo>
                  <a:pt x="826280" y="152286"/>
                </a:lnTo>
                <a:lnTo>
                  <a:pt x="825657" y="151931"/>
                </a:lnTo>
                <a:lnTo>
                  <a:pt x="825044" y="151567"/>
                </a:lnTo>
                <a:lnTo>
                  <a:pt x="824442" y="151194"/>
                </a:lnTo>
                <a:lnTo>
                  <a:pt x="823851" y="150811"/>
                </a:lnTo>
                <a:lnTo>
                  <a:pt x="823270" y="150419"/>
                </a:lnTo>
                <a:lnTo>
                  <a:pt x="822699" y="150018"/>
                </a:lnTo>
                <a:lnTo>
                  <a:pt x="822139" y="149607"/>
                </a:lnTo>
                <a:lnTo>
                  <a:pt x="821589" y="149187"/>
                </a:lnTo>
                <a:lnTo>
                  <a:pt x="821050" y="148757"/>
                </a:lnTo>
                <a:lnTo>
                  <a:pt x="820521" y="148318"/>
                </a:lnTo>
                <a:lnTo>
                  <a:pt x="820003" y="147870"/>
                </a:lnTo>
                <a:lnTo>
                  <a:pt x="819495" y="147413"/>
                </a:lnTo>
                <a:lnTo>
                  <a:pt x="818997" y="146946"/>
                </a:lnTo>
                <a:lnTo>
                  <a:pt x="818511" y="146470"/>
                </a:lnTo>
                <a:lnTo>
                  <a:pt x="818034" y="145984"/>
                </a:lnTo>
                <a:lnTo>
                  <a:pt x="817568" y="145489"/>
                </a:lnTo>
                <a:lnTo>
                  <a:pt x="817113" y="144985"/>
                </a:lnTo>
                <a:lnTo>
                  <a:pt x="816668" y="144471"/>
                </a:lnTo>
                <a:lnTo>
                  <a:pt x="816233" y="143948"/>
                </a:lnTo>
                <a:lnTo>
                  <a:pt x="815809" y="143416"/>
                </a:lnTo>
                <a:lnTo>
                  <a:pt x="815396" y="142874"/>
                </a:lnTo>
                <a:lnTo>
                  <a:pt x="814992" y="142323"/>
                </a:lnTo>
                <a:lnTo>
                  <a:pt x="814600" y="141763"/>
                </a:lnTo>
                <a:lnTo>
                  <a:pt x="814218" y="141193"/>
                </a:lnTo>
                <a:lnTo>
                  <a:pt x="813845" y="140616"/>
                </a:lnTo>
                <a:lnTo>
                  <a:pt x="813481" y="140035"/>
                </a:lnTo>
                <a:lnTo>
                  <a:pt x="813125" y="139450"/>
                </a:lnTo>
                <a:lnTo>
                  <a:pt x="812779" y="138860"/>
                </a:lnTo>
                <a:lnTo>
                  <a:pt x="812440" y="138265"/>
                </a:lnTo>
                <a:lnTo>
                  <a:pt x="812111" y="137666"/>
                </a:lnTo>
                <a:lnTo>
                  <a:pt x="811790" y="137062"/>
                </a:lnTo>
                <a:lnTo>
                  <a:pt x="811477" y="136454"/>
                </a:lnTo>
                <a:lnTo>
                  <a:pt x="811202" y="135900"/>
                </a:lnTo>
                <a:lnTo>
                  <a:pt x="811202" y="80388"/>
                </a:lnTo>
                <a:lnTo>
                  <a:pt x="811310" y="80128"/>
                </a:lnTo>
                <a:lnTo>
                  <a:pt x="811519" y="79636"/>
                </a:lnTo>
                <a:lnTo>
                  <a:pt x="811735" y="79147"/>
                </a:lnTo>
                <a:lnTo>
                  <a:pt x="811957" y="78661"/>
                </a:lnTo>
                <a:lnTo>
                  <a:pt x="812185" y="78179"/>
                </a:lnTo>
                <a:close/>
                <a:moveTo>
                  <a:pt x="992777" y="165425"/>
                </a:moveTo>
                <a:lnTo>
                  <a:pt x="1005701" y="165425"/>
                </a:lnTo>
                <a:lnTo>
                  <a:pt x="1005701" y="48895"/>
                </a:lnTo>
                <a:lnTo>
                  <a:pt x="992777" y="48895"/>
                </a:lnTo>
                <a:lnTo>
                  <a:pt x="992777" y="165425"/>
                </a:lnTo>
                <a:close/>
                <a:moveTo>
                  <a:pt x="990616" y="16514"/>
                </a:moveTo>
                <a:lnTo>
                  <a:pt x="990660" y="16791"/>
                </a:lnTo>
                <a:lnTo>
                  <a:pt x="990712" y="17064"/>
                </a:lnTo>
                <a:lnTo>
                  <a:pt x="990773" y="17334"/>
                </a:lnTo>
                <a:lnTo>
                  <a:pt x="990841" y="17599"/>
                </a:lnTo>
                <a:lnTo>
                  <a:pt x="990917" y="17862"/>
                </a:lnTo>
                <a:lnTo>
                  <a:pt x="991002" y="18121"/>
                </a:lnTo>
                <a:lnTo>
                  <a:pt x="991094" y="18376"/>
                </a:lnTo>
                <a:lnTo>
                  <a:pt x="991195" y="18628"/>
                </a:lnTo>
                <a:lnTo>
                  <a:pt x="991303" y="18876"/>
                </a:lnTo>
                <a:lnTo>
                  <a:pt x="991420" y="19121"/>
                </a:lnTo>
                <a:lnTo>
                  <a:pt x="991544" y="19362"/>
                </a:lnTo>
                <a:lnTo>
                  <a:pt x="991677" y="19599"/>
                </a:lnTo>
                <a:lnTo>
                  <a:pt x="991818" y="19833"/>
                </a:lnTo>
                <a:lnTo>
                  <a:pt x="991966" y="20064"/>
                </a:lnTo>
                <a:lnTo>
                  <a:pt x="992123" y="20291"/>
                </a:lnTo>
                <a:lnTo>
                  <a:pt x="992288" y="20514"/>
                </a:lnTo>
                <a:lnTo>
                  <a:pt x="992461" y="20734"/>
                </a:lnTo>
                <a:lnTo>
                  <a:pt x="992642" y="20950"/>
                </a:lnTo>
                <a:lnTo>
                  <a:pt x="992831" y="21163"/>
                </a:lnTo>
                <a:lnTo>
                  <a:pt x="993027" y="21369"/>
                </a:lnTo>
                <a:lnTo>
                  <a:pt x="993230" y="21567"/>
                </a:lnTo>
                <a:lnTo>
                  <a:pt x="993439" y="21756"/>
                </a:lnTo>
                <a:lnTo>
                  <a:pt x="993655" y="21936"/>
                </a:lnTo>
                <a:lnTo>
                  <a:pt x="993877" y="22108"/>
                </a:lnTo>
                <a:lnTo>
                  <a:pt x="994106" y="22270"/>
                </a:lnTo>
                <a:lnTo>
                  <a:pt x="994342" y="22424"/>
                </a:lnTo>
                <a:lnTo>
                  <a:pt x="994584" y="22569"/>
                </a:lnTo>
                <a:lnTo>
                  <a:pt x="994832" y="22705"/>
                </a:lnTo>
                <a:lnTo>
                  <a:pt x="995088" y="22833"/>
                </a:lnTo>
                <a:lnTo>
                  <a:pt x="995349" y="22951"/>
                </a:lnTo>
                <a:lnTo>
                  <a:pt x="995617" y="23061"/>
                </a:lnTo>
                <a:lnTo>
                  <a:pt x="995892" y="23162"/>
                </a:lnTo>
                <a:lnTo>
                  <a:pt x="996174" y="23254"/>
                </a:lnTo>
                <a:lnTo>
                  <a:pt x="996461" y="23338"/>
                </a:lnTo>
                <a:lnTo>
                  <a:pt x="996756" y="23413"/>
                </a:lnTo>
                <a:lnTo>
                  <a:pt x="997057" y="23478"/>
                </a:lnTo>
                <a:lnTo>
                  <a:pt x="997364" y="23536"/>
                </a:lnTo>
                <a:lnTo>
                  <a:pt x="997678" y="23584"/>
                </a:lnTo>
                <a:lnTo>
                  <a:pt x="997999" y="23623"/>
                </a:lnTo>
                <a:lnTo>
                  <a:pt x="998326" y="23654"/>
                </a:lnTo>
                <a:lnTo>
                  <a:pt x="998660" y="23676"/>
                </a:lnTo>
                <a:lnTo>
                  <a:pt x="999000" y="23689"/>
                </a:lnTo>
                <a:lnTo>
                  <a:pt x="999347" y="23694"/>
                </a:lnTo>
                <a:lnTo>
                  <a:pt x="999685" y="23689"/>
                </a:lnTo>
                <a:lnTo>
                  <a:pt x="1000017" y="23676"/>
                </a:lnTo>
                <a:lnTo>
                  <a:pt x="1000344" y="23654"/>
                </a:lnTo>
                <a:lnTo>
                  <a:pt x="1000664" y="23623"/>
                </a:lnTo>
                <a:lnTo>
                  <a:pt x="1000979" y="23584"/>
                </a:lnTo>
                <a:lnTo>
                  <a:pt x="1001288" y="23536"/>
                </a:lnTo>
                <a:lnTo>
                  <a:pt x="1001592" y="23478"/>
                </a:lnTo>
                <a:lnTo>
                  <a:pt x="1001889" y="23413"/>
                </a:lnTo>
                <a:lnTo>
                  <a:pt x="1002181" y="23338"/>
                </a:lnTo>
                <a:lnTo>
                  <a:pt x="1002467" y="23254"/>
                </a:lnTo>
                <a:lnTo>
                  <a:pt x="1002747" y="23162"/>
                </a:lnTo>
                <a:lnTo>
                  <a:pt x="1003022" y="23061"/>
                </a:lnTo>
                <a:lnTo>
                  <a:pt x="1003290" y="22951"/>
                </a:lnTo>
                <a:lnTo>
                  <a:pt x="1003553" y="22833"/>
                </a:lnTo>
                <a:lnTo>
                  <a:pt x="1003810" y="22705"/>
                </a:lnTo>
                <a:lnTo>
                  <a:pt x="1004061" y="22569"/>
                </a:lnTo>
                <a:lnTo>
                  <a:pt x="1004307" y="22424"/>
                </a:lnTo>
                <a:lnTo>
                  <a:pt x="1004546" y="22270"/>
                </a:lnTo>
                <a:lnTo>
                  <a:pt x="1004780" y="22108"/>
                </a:lnTo>
                <a:lnTo>
                  <a:pt x="1005008" y="21936"/>
                </a:lnTo>
                <a:lnTo>
                  <a:pt x="1005230" y="21756"/>
                </a:lnTo>
                <a:lnTo>
                  <a:pt x="1005447" y="21567"/>
                </a:lnTo>
                <a:lnTo>
                  <a:pt x="1005657" y="21369"/>
                </a:lnTo>
                <a:lnTo>
                  <a:pt x="1005862" y="21163"/>
                </a:lnTo>
                <a:lnTo>
                  <a:pt x="1006060" y="20950"/>
                </a:lnTo>
                <a:lnTo>
                  <a:pt x="1006249" y="20734"/>
                </a:lnTo>
                <a:lnTo>
                  <a:pt x="1006430" y="20514"/>
                </a:lnTo>
                <a:lnTo>
                  <a:pt x="1006603" y="20291"/>
                </a:lnTo>
                <a:lnTo>
                  <a:pt x="1006767" y="20064"/>
                </a:lnTo>
                <a:lnTo>
                  <a:pt x="1006922" y="19833"/>
                </a:lnTo>
                <a:lnTo>
                  <a:pt x="1007070" y="19599"/>
                </a:lnTo>
                <a:lnTo>
                  <a:pt x="1007209" y="19362"/>
                </a:lnTo>
                <a:lnTo>
                  <a:pt x="1007339" y="19121"/>
                </a:lnTo>
                <a:lnTo>
                  <a:pt x="1007461" y="18876"/>
                </a:lnTo>
                <a:lnTo>
                  <a:pt x="1007575" y="18628"/>
                </a:lnTo>
                <a:lnTo>
                  <a:pt x="1007680" y="18376"/>
                </a:lnTo>
                <a:lnTo>
                  <a:pt x="1007776" y="18121"/>
                </a:lnTo>
                <a:lnTo>
                  <a:pt x="1007865" y="17862"/>
                </a:lnTo>
                <a:lnTo>
                  <a:pt x="1007945" y="17599"/>
                </a:lnTo>
                <a:lnTo>
                  <a:pt x="1008016" y="17334"/>
                </a:lnTo>
                <a:lnTo>
                  <a:pt x="1008079" y="17064"/>
                </a:lnTo>
                <a:lnTo>
                  <a:pt x="1008134" y="16791"/>
                </a:lnTo>
                <a:lnTo>
                  <a:pt x="1008180" y="16514"/>
                </a:lnTo>
                <a:lnTo>
                  <a:pt x="1008218" y="16234"/>
                </a:lnTo>
                <a:lnTo>
                  <a:pt x="1008248" y="15950"/>
                </a:lnTo>
                <a:lnTo>
                  <a:pt x="1008269" y="15663"/>
                </a:lnTo>
                <a:lnTo>
                  <a:pt x="1008281" y="15372"/>
                </a:lnTo>
                <a:lnTo>
                  <a:pt x="1008286" y="15078"/>
                </a:lnTo>
                <a:lnTo>
                  <a:pt x="1008281" y="14775"/>
                </a:lnTo>
                <a:lnTo>
                  <a:pt x="1008269" y="14475"/>
                </a:lnTo>
                <a:lnTo>
                  <a:pt x="1008248" y="14180"/>
                </a:lnTo>
                <a:lnTo>
                  <a:pt x="1008218" y="13889"/>
                </a:lnTo>
                <a:lnTo>
                  <a:pt x="1008180" y="13601"/>
                </a:lnTo>
                <a:lnTo>
                  <a:pt x="1008134" y="13318"/>
                </a:lnTo>
                <a:lnTo>
                  <a:pt x="1008079" y="13038"/>
                </a:lnTo>
                <a:lnTo>
                  <a:pt x="1008016" y="12762"/>
                </a:lnTo>
                <a:lnTo>
                  <a:pt x="1007945" y="12491"/>
                </a:lnTo>
                <a:lnTo>
                  <a:pt x="1007865" y="12223"/>
                </a:lnTo>
                <a:lnTo>
                  <a:pt x="1007776" y="11959"/>
                </a:lnTo>
                <a:lnTo>
                  <a:pt x="1007680" y="11699"/>
                </a:lnTo>
                <a:lnTo>
                  <a:pt x="1007575" y="11443"/>
                </a:lnTo>
                <a:lnTo>
                  <a:pt x="1007461" y="11191"/>
                </a:lnTo>
                <a:lnTo>
                  <a:pt x="1007339" y="10942"/>
                </a:lnTo>
                <a:lnTo>
                  <a:pt x="1007209" y="10698"/>
                </a:lnTo>
                <a:lnTo>
                  <a:pt x="1007070" y="10458"/>
                </a:lnTo>
                <a:lnTo>
                  <a:pt x="1006922" y="10221"/>
                </a:lnTo>
                <a:lnTo>
                  <a:pt x="1006767" y="9989"/>
                </a:lnTo>
                <a:lnTo>
                  <a:pt x="1006603" y="9760"/>
                </a:lnTo>
                <a:lnTo>
                  <a:pt x="1006430" y="9536"/>
                </a:lnTo>
                <a:lnTo>
                  <a:pt x="1006249" y="9315"/>
                </a:lnTo>
                <a:lnTo>
                  <a:pt x="1006060" y="9098"/>
                </a:lnTo>
                <a:lnTo>
                  <a:pt x="1005862" y="8885"/>
                </a:lnTo>
                <a:lnTo>
                  <a:pt x="1005657" y="8679"/>
                </a:lnTo>
                <a:lnTo>
                  <a:pt x="1005447" y="8481"/>
                </a:lnTo>
                <a:lnTo>
                  <a:pt x="1005230" y="8292"/>
                </a:lnTo>
                <a:lnTo>
                  <a:pt x="1005008" y="8112"/>
                </a:lnTo>
                <a:lnTo>
                  <a:pt x="1004780" y="7940"/>
                </a:lnTo>
                <a:lnTo>
                  <a:pt x="1004546" y="7778"/>
                </a:lnTo>
                <a:lnTo>
                  <a:pt x="1004307" y="7624"/>
                </a:lnTo>
                <a:lnTo>
                  <a:pt x="1004061" y="7479"/>
                </a:lnTo>
                <a:lnTo>
                  <a:pt x="1003810" y="7343"/>
                </a:lnTo>
                <a:lnTo>
                  <a:pt x="1003553" y="7215"/>
                </a:lnTo>
                <a:lnTo>
                  <a:pt x="1003290" y="7097"/>
                </a:lnTo>
                <a:lnTo>
                  <a:pt x="1003022" y="6987"/>
                </a:lnTo>
                <a:lnTo>
                  <a:pt x="1002747" y="6886"/>
                </a:lnTo>
                <a:lnTo>
                  <a:pt x="1002467" y="6794"/>
                </a:lnTo>
                <a:lnTo>
                  <a:pt x="1002181" y="6710"/>
                </a:lnTo>
                <a:lnTo>
                  <a:pt x="1001889" y="6635"/>
                </a:lnTo>
                <a:lnTo>
                  <a:pt x="1001592" y="6570"/>
                </a:lnTo>
                <a:lnTo>
                  <a:pt x="1001288" y="6512"/>
                </a:lnTo>
                <a:lnTo>
                  <a:pt x="1000979" y="6464"/>
                </a:lnTo>
                <a:lnTo>
                  <a:pt x="1000664" y="6425"/>
                </a:lnTo>
                <a:lnTo>
                  <a:pt x="1000344" y="6394"/>
                </a:lnTo>
                <a:lnTo>
                  <a:pt x="1000017" y="6372"/>
                </a:lnTo>
                <a:lnTo>
                  <a:pt x="999685" y="6359"/>
                </a:lnTo>
                <a:lnTo>
                  <a:pt x="999347" y="6354"/>
                </a:lnTo>
                <a:lnTo>
                  <a:pt x="999000" y="6359"/>
                </a:lnTo>
                <a:lnTo>
                  <a:pt x="998660" y="6372"/>
                </a:lnTo>
                <a:lnTo>
                  <a:pt x="998326" y="6394"/>
                </a:lnTo>
                <a:lnTo>
                  <a:pt x="997999" y="6425"/>
                </a:lnTo>
                <a:lnTo>
                  <a:pt x="997678" y="6464"/>
                </a:lnTo>
                <a:lnTo>
                  <a:pt x="997364" y="6512"/>
                </a:lnTo>
                <a:lnTo>
                  <a:pt x="997057" y="6570"/>
                </a:lnTo>
                <a:lnTo>
                  <a:pt x="996756" y="6635"/>
                </a:lnTo>
                <a:lnTo>
                  <a:pt x="996461" y="6710"/>
                </a:lnTo>
                <a:lnTo>
                  <a:pt x="996174" y="6794"/>
                </a:lnTo>
                <a:lnTo>
                  <a:pt x="995892" y="6886"/>
                </a:lnTo>
                <a:lnTo>
                  <a:pt x="995617" y="6987"/>
                </a:lnTo>
                <a:lnTo>
                  <a:pt x="995349" y="7097"/>
                </a:lnTo>
                <a:lnTo>
                  <a:pt x="995088" y="7215"/>
                </a:lnTo>
                <a:lnTo>
                  <a:pt x="994832" y="7343"/>
                </a:lnTo>
                <a:lnTo>
                  <a:pt x="994584" y="7479"/>
                </a:lnTo>
                <a:lnTo>
                  <a:pt x="994342" y="7624"/>
                </a:lnTo>
                <a:lnTo>
                  <a:pt x="994106" y="7778"/>
                </a:lnTo>
                <a:lnTo>
                  <a:pt x="993877" y="7940"/>
                </a:lnTo>
                <a:lnTo>
                  <a:pt x="993655" y="8112"/>
                </a:lnTo>
                <a:lnTo>
                  <a:pt x="993439" y="8292"/>
                </a:lnTo>
                <a:lnTo>
                  <a:pt x="993230" y="8481"/>
                </a:lnTo>
                <a:lnTo>
                  <a:pt x="993027" y="8679"/>
                </a:lnTo>
                <a:lnTo>
                  <a:pt x="992831" y="8885"/>
                </a:lnTo>
                <a:lnTo>
                  <a:pt x="992642" y="9098"/>
                </a:lnTo>
                <a:lnTo>
                  <a:pt x="992461" y="9315"/>
                </a:lnTo>
                <a:lnTo>
                  <a:pt x="992288" y="9536"/>
                </a:lnTo>
                <a:lnTo>
                  <a:pt x="992123" y="9760"/>
                </a:lnTo>
                <a:lnTo>
                  <a:pt x="991966" y="9989"/>
                </a:lnTo>
                <a:lnTo>
                  <a:pt x="991818" y="10221"/>
                </a:lnTo>
                <a:lnTo>
                  <a:pt x="991677" y="10458"/>
                </a:lnTo>
                <a:lnTo>
                  <a:pt x="991544" y="10698"/>
                </a:lnTo>
                <a:lnTo>
                  <a:pt x="991420" y="10942"/>
                </a:lnTo>
                <a:lnTo>
                  <a:pt x="991303" y="11191"/>
                </a:lnTo>
                <a:lnTo>
                  <a:pt x="991195" y="11443"/>
                </a:lnTo>
                <a:lnTo>
                  <a:pt x="991094" y="11699"/>
                </a:lnTo>
                <a:lnTo>
                  <a:pt x="991002" y="11959"/>
                </a:lnTo>
                <a:lnTo>
                  <a:pt x="990917" y="12223"/>
                </a:lnTo>
                <a:lnTo>
                  <a:pt x="990841" y="12491"/>
                </a:lnTo>
                <a:lnTo>
                  <a:pt x="990773" y="12762"/>
                </a:lnTo>
                <a:lnTo>
                  <a:pt x="990712" y="13038"/>
                </a:lnTo>
                <a:lnTo>
                  <a:pt x="990660" y="13318"/>
                </a:lnTo>
                <a:lnTo>
                  <a:pt x="990616" y="13601"/>
                </a:lnTo>
                <a:lnTo>
                  <a:pt x="990580" y="13889"/>
                </a:lnTo>
                <a:lnTo>
                  <a:pt x="990551" y="14180"/>
                </a:lnTo>
                <a:lnTo>
                  <a:pt x="990531" y="14475"/>
                </a:lnTo>
                <a:lnTo>
                  <a:pt x="990519" y="14775"/>
                </a:lnTo>
                <a:lnTo>
                  <a:pt x="990515" y="15078"/>
                </a:lnTo>
                <a:lnTo>
                  <a:pt x="990519" y="15372"/>
                </a:lnTo>
                <a:lnTo>
                  <a:pt x="990531" y="15663"/>
                </a:lnTo>
                <a:lnTo>
                  <a:pt x="990551" y="15950"/>
                </a:lnTo>
                <a:lnTo>
                  <a:pt x="990580" y="16234"/>
                </a:lnTo>
                <a:lnTo>
                  <a:pt x="990616" y="16514"/>
                </a:lnTo>
                <a:close/>
                <a:moveTo>
                  <a:pt x="1047343" y="18955"/>
                </a:moveTo>
                <a:lnTo>
                  <a:pt x="1047343" y="48895"/>
                </a:lnTo>
                <a:lnTo>
                  <a:pt x="1025911" y="48895"/>
                </a:lnTo>
                <a:lnTo>
                  <a:pt x="1025911" y="59450"/>
                </a:lnTo>
                <a:lnTo>
                  <a:pt x="1047343" y="59450"/>
                </a:lnTo>
                <a:lnTo>
                  <a:pt x="1047343" y="136993"/>
                </a:lnTo>
                <a:lnTo>
                  <a:pt x="1047349" y="137954"/>
                </a:lnTo>
                <a:lnTo>
                  <a:pt x="1047366" y="138897"/>
                </a:lnTo>
                <a:lnTo>
                  <a:pt x="1047394" y="139823"/>
                </a:lnTo>
                <a:lnTo>
                  <a:pt x="1047433" y="140732"/>
                </a:lnTo>
                <a:lnTo>
                  <a:pt x="1047484" y="141624"/>
                </a:lnTo>
                <a:lnTo>
                  <a:pt x="1047545" y="142499"/>
                </a:lnTo>
                <a:lnTo>
                  <a:pt x="1047618" y="143356"/>
                </a:lnTo>
                <a:lnTo>
                  <a:pt x="1047702" y="144197"/>
                </a:lnTo>
                <a:lnTo>
                  <a:pt x="1047798" y="145020"/>
                </a:lnTo>
                <a:lnTo>
                  <a:pt x="1047904" y="145826"/>
                </a:lnTo>
                <a:lnTo>
                  <a:pt x="1048022" y="146614"/>
                </a:lnTo>
                <a:lnTo>
                  <a:pt x="1048151" y="147386"/>
                </a:lnTo>
                <a:lnTo>
                  <a:pt x="1048291" y="148140"/>
                </a:lnTo>
                <a:lnTo>
                  <a:pt x="1048443" y="148877"/>
                </a:lnTo>
                <a:lnTo>
                  <a:pt x="1048605" y="149597"/>
                </a:lnTo>
                <a:lnTo>
                  <a:pt x="1048779" y="150300"/>
                </a:lnTo>
                <a:lnTo>
                  <a:pt x="1048964" y="150985"/>
                </a:lnTo>
                <a:lnTo>
                  <a:pt x="1049161" y="151653"/>
                </a:lnTo>
                <a:lnTo>
                  <a:pt x="1049368" y="152304"/>
                </a:lnTo>
                <a:lnTo>
                  <a:pt x="1049587" y="152938"/>
                </a:lnTo>
                <a:lnTo>
                  <a:pt x="1049817" y="153555"/>
                </a:lnTo>
                <a:lnTo>
                  <a:pt x="1050058" y="154154"/>
                </a:lnTo>
                <a:lnTo>
                  <a:pt x="1050311" y="154737"/>
                </a:lnTo>
                <a:lnTo>
                  <a:pt x="1050574" y="155302"/>
                </a:lnTo>
                <a:lnTo>
                  <a:pt x="1050848" y="155851"/>
                </a:lnTo>
                <a:lnTo>
                  <a:pt x="1051130" y="156388"/>
                </a:lnTo>
                <a:lnTo>
                  <a:pt x="1051421" y="156910"/>
                </a:lnTo>
                <a:lnTo>
                  <a:pt x="1051720" y="157420"/>
                </a:lnTo>
                <a:lnTo>
                  <a:pt x="1052028" y="157916"/>
                </a:lnTo>
                <a:lnTo>
                  <a:pt x="1052345" y="158398"/>
                </a:lnTo>
                <a:lnTo>
                  <a:pt x="1052670" y="158867"/>
                </a:lnTo>
                <a:lnTo>
                  <a:pt x="1053004" y="159322"/>
                </a:lnTo>
                <a:lnTo>
                  <a:pt x="1053346" y="159764"/>
                </a:lnTo>
                <a:lnTo>
                  <a:pt x="1053697" y="160193"/>
                </a:lnTo>
                <a:lnTo>
                  <a:pt x="1054056" y="160608"/>
                </a:lnTo>
                <a:lnTo>
                  <a:pt x="1054425" y="161010"/>
                </a:lnTo>
                <a:lnTo>
                  <a:pt x="1054801" y="161398"/>
                </a:lnTo>
                <a:lnTo>
                  <a:pt x="1055187" y="161773"/>
                </a:lnTo>
                <a:lnTo>
                  <a:pt x="1055581" y="162134"/>
                </a:lnTo>
                <a:lnTo>
                  <a:pt x="1055983" y="162482"/>
                </a:lnTo>
                <a:lnTo>
                  <a:pt x="1056394" y="162816"/>
                </a:lnTo>
                <a:lnTo>
                  <a:pt x="1056814" y="163137"/>
                </a:lnTo>
                <a:lnTo>
                  <a:pt x="1057242" y="163444"/>
                </a:lnTo>
                <a:lnTo>
                  <a:pt x="1057679" y="163738"/>
                </a:lnTo>
                <a:lnTo>
                  <a:pt x="1058125" y="164019"/>
                </a:lnTo>
                <a:lnTo>
                  <a:pt x="1058579" y="164286"/>
                </a:lnTo>
                <a:lnTo>
                  <a:pt x="1059042" y="164539"/>
                </a:lnTo>
                <a:lnTo>
                  <a:pt x="1059513" y="164779"/>
                </a:lnTo>
                <a:lnTo>
                  <a:pt x="1059992" y="165008"/>
                </a:lnTo>
                <a:lnTo>
                  <a:pt x="1060477" y="165226"/>
                </a:lnTo>
                <a:lnTo>
                  <a:pt x="1060967" y="165435"/>
                </a:lnTo>
                <a:lnTo>
                  <a:pt x="1061464" y="165635"/>
                </a:lnTo>
                <a:lnTo>
                  <a:pt x="1061966" y="165824"/>
                </a:lnTo>
                <a:lnTo>
                  <a:pt x="1062475" y="166004"/>
                </a:lnTo>
                <a:lnTo>
                  <a:pt x="1062990" y="166174"/>
                </a:lnTo>
                <a:lnTo>
                  <a:pt x="1063510" y="166335"/>
                </a:lnTo>
                <a:lnTo>
                  <a:pt x="1064037" y="166486"/>
                </a:lnTo>
                <a:lnTo>
                  <a:pt x="1064569" y="166627"/>
                </a:lnTo>
                <a:lnTo>
                  <a:pt x="1065108" y="166758"/>
                </a:lnTo>
                <a:lnTo>
                  <a:pt x="1065652" y="166879"/>
                </a:lnTo>
                <a:lnTo>
                  <a:pt x="1066203" y="166991"/>
                </a:lnTo>
                <a:lnTo>
                  <a:pt x="1066759" y="167093"/>
                </a:lnTo>
                <a:lnTo>
                  <a:pt x="1067321" y="167186"/>
                </a:lnTo>
                <a:lnTo>
                  <a:pt x="1067890" y="167268"/>
                </a:lnTo>
                <a:lnTo>
                  <a:pt x="1068464" y="167341"/>
                </a:lnTo>
                <a:lnTo>
                  <a:pt x="1069045" y="167404"/>
                </a:lnTo>
                <a:lnTo>
                  <a:pt x="1069631" y="167458"/>
                </a:lnTo>
                <a:lnTo>
                  <a:pt x="1070223" y="167502"/>
                </a:lnTo>
                <a:lnTo>
                  <a:pt x="1070822" y="167536"/>
                </a:lnTo>
                <a:lnTo>
                  <a:pt x="1071426" y="167560"/>
                </a:lnTo>
                <a:lnTo>
                  <a:pt x="1072036" y="167574"/>
                </a:lnTo>
                <a:lnTo>
                  <a:pt x="1072653" y="167579"/>
                </a:lnTo>
                <a:lnTo>
                  <a:pt x="1072967" y="167579"/>
                </a:lnTo>
                <a:lnTo>
                  <a:pt x="1073281" y="167576"/>
                </a:lnTo>
                <a:lnTo>
                  <a:pt x="1073596" y="167572"/>
                </a:lnTo>
                <a:lnTo>
                  <a:pt x="1073911" y="167566"/>
                </a:lnTo>
                <a:lnTo>
                  <a:pt x="1074226" y="167558"/>
                </a:lnTo>
                <a:lnTo>
                  <a:pt x="1074541" y="167549"/>
                </a:lnTo>
                <a:lnTo>
                  <a:pt x="1074856" y="167538"/>
                </a:lnTo>
                <a:lnTo>
                  <a:pt x="1075172" y="167525"/>
                </a:lnTo>
                <a:lnTo>
                  <a:pt x="1075487" y="167511"/>
                </a:lnTo>
                <a:lnTo>
                  <a:pt x="1075803" y="167495"/>
                </a:lnTo>
                <a:lnTo>
                  <a:pt x="1076119" y="167478"/>
                </a:lnTo>
                <a:lnTo>
                  <a:pt x="1076435" y="167458"/>
                </a:lnTo>
                <a:lnTo>
                  <a:pt x="1076752" y="167437"/>
                </a:lnTo>
                <a:lnTo>
                  <a:pt x="1077069" y="167414"/>
                </a:lnTo>
                <a:lnTo>
                  <a:pt x="1077385" y="167390"/>
                </a:lnTo>
                <a:lnTo>
                  <a:pt x="1077702" y="167364"/>
                </a:lnTo>
                <a:lnTo>
                  <a:pt x="1078020" y="167336"/>
                </a:lnTo>
                <a:lnTo>
                  <a:pt x="1078337" y="167307"/>
                </a:lnTo>
                <a:lnTo>
                  <a:pt x="1078655" y="167276"/>
                </a:lnTo>
                <a:lnTo>
                  <a:pt x="1078972" y="167243"/>
                </a:lnTo>
                <a:lnTo>
                  <a:pt x="1079290" y="167208"/>
                </a:lnTo>
                <a:lnTo>
                  <a:pt x="1079608" y="167172"/>
                </a:lnTo>
                <a:lnTo>
                  <a:pt x="1079927" y="167134"/>
                </a:lnTo>
                <a:lnTo>
                  <a:pt x="1080245" y="167095"/>
                </a:lnTo>
                <a:lnTo>
                  <a:pt x="1080561" y="167054"/>
                </a:lnTo>
                <a:lnTo>
                  <a:pt x="1080872" y="167012"/>
                </a:lnTo>
                <a:lnTo>
                  <a:pt x="1081178" y="166969"/>
                </a:lnTo>
                <a:lnTo>
                  <a:pt x="1081479" y="166926"/>
                </a:lnTo>
                <a:lnTo>
                  <a:pt x="1081775" y="166881"/>
                </a:lnTo>
                <a:lnTo>
                  <a:pt x="1082066" y="166836"/>
                </a:lnTo>
                <a:lnTo>
                  <a:pt x="1082352" y="166789"/>
                </a:lnTo>
                <a:lnTo>
                  <a:pt x="1082633" y="166742"/>
                </a:lnTo>
                <a:lnTo>
                  <a:pt x="1082908" y="166693"/>
                </a:lnTo>
                <a:lnTo>
                  <a:pt x="1083179" y="166644"/>
                </a:lnTo>
                <a:lnTo>
                  <a:pt x="1083445" y="166594"/>
                </a:lnTo>
                <a:lnTo>
                  <a:pt x="1083705" y="166543"/>
                </a:lnTo>
                <a:lnTo>
                  <a:pt x="1083961" y="166491"/>
                </a:lnTo>
                <a:lnTo>
                  <a:pt x="1084211" y="166438"/>
                </a:lnTo>
                <a:lnTo>
                  <a:pt x="1084457" y="166384"/>
                </a:lnTo>
                <a:lnTo>
                  <a:pt x="1084697" y="166329"/>
                </a:lnTo>
                <a:lnTo>
                  <a:pt x="1084932" y="166273"/>
                </a:lnTo>
                <a:lnTo>
                  <a:pt x="1085162" y="166216"/>
                </a:lnTo>
                <a:lnTo>
                  <a:pt x="1085388" y="166159"/>
                </a:lnTo>
                <a:lnTo>
                  <a:pt x="1085608" y="166100"/>
                </a:lnTo>
                <a:lnTo>
                  <a:pt x="1085823" y="166040"/>
                </a:lnTo>
                <a:lnTo>
                  <a:pt x="1086033" y="165980"/>
                </a:lnTo>
                <a:lnTo>
                  <a:pt x="1086238" y="165919"/>
                </a:lnTo>
                <a:lnTo>
                  <a:pt x="1086438" y="165856"/>
                </a:lnTo>
                <a:lnTo>
                  <a:pt x="1085900" y="154979"/>
                </a:lnTo>
                <a:lnTo>
                  <a:pt x="1085710" y="155006"/>
                </a:lnTo>
                <a:lnTo>
                  <a:pt x="1085520" y="155033"/>
                </a:lnTo>
                <a:lnTo>
                  <a:pt x="1085328" y="155060"/>
                </a:lnTo>
                <a:lnTo>
                  <a:pt x="1085135" y="155088"/>
                </a:lnTo>
                <a:lnTo>
                  <a:pt x="1084941" y="155116"/>
                </a:lnTo>
                <a:lnTo>
                  <a:pt x="1084745" y="155143"/>
                </a:lnTo>
                <a:lnTo>
                  <a:pt x="1084548" y="155172"/>
                </a:lnTo>
                <a:lnTo>
                  <a:pt x="1084350" y="155200"/>
                </a:lnTo>
                <a:lnTo>
                  <a:pt x="1084150" y="155228"/>
                </a:lnTo>
                <a:lnTo>
                  <a:pt x="1083949" y="155257"/>
                </a:lnTo>
                <a:lnTo>
                  <a:pt x="1083747" y="155286"/>
                </a:lnTo>
                <a:lnTo>
                  <a:pt x="1083544" y="155315"/>
                </a:lnTo>
                <a:lnTo>
                  <a:pt x="1083339" y="155344"/>
                </a:lnTo>
                <a:lnTo>
                  <a:pt x="1083133" y="155374"/>
                </a:lnTo>
                <a:lnTo>
                  <a:pt x="1082925" y="155403"/>
                </a:lnTo>
                <a:lnTo>
                  <a:pt x="1082716" y="155433"/>
                </a:lnTo>
                <a:lnTo>
                  <a:pt x="1082506" y="155463"/>
                </a:lnTo>
                <a:lnTo>
                  <a:pt x="1082295" y="155494"/>
                </a:lnTo>
                <a:lnTo>
                  <a:pt x="1082082" y="155524"/>
                </a:lnTo>
                <a:lnTo>
                  <a:pt x="1081868" y="155554"/>
                </a:lnTo>
                <a:lnTo>
                  <a:pt x="1081653" y="155585"/>
                </a:lnTo>
                <a:lnTo>
                  <a:pt x="1081436" y="155616"/>
                </a:lnTo>
                <a:lnTo>
                  <a:pt x="1081218" y="155647"/>
                </a:lnTo>
                <a:lnTo>
                  <a:pt x="1080999" y="155679"/>
                </a:lnTo>
                <a:lnTo>
                  <a:pt x="1080779" y="155709"/>
                </a:lnTo>
                <a:lnTo>
                  <a:pt x="1080558" y="155739"/>
                </a:lnTo>
                <a:lnTo>
                  <a:pt x="1080335" y="155767"/>
                </a:lnTo>
                <a:lnTo>
                  <a:pt x="1080112" y="155794"/>
                </a:lnTo>
                <a:lnTo>
                  <a:pt x="1079888" y="155819"/>
                </a:lnTo>
                <a:lnTo>
                  <a:pt x="1079663" y="155844"/>
                </a:lnTo>
                <a:lnTo>
                  <a:pt x="1079437" y="155866"/>
                </a:lnTo>
                <a:lnTo>
                  <a:pt x="1079210" y="155888"/>
                </a:lnTo>
                <a:lnTo>
                  <a:pt x="1078982" y="155908"/>
                </a:lnTo>
                <a:lnTo>
                  <a:pt x="1078754" y="155927"/>
                </a:lnTo>
                <a:lnTo>
                  <a:pt x="1078524" y="155945"/>
                </a:lnTo>
                <a:lnTo>
                  <a:pt x="1078293" y="155961"/>
                </a:lnTo>
                <a:lnTo>
                  <a:pt x="1078062" y="155976"/>
                </a:lnTo>
                <a:lnTo>
                  <a:pt x="1077829" y="155990"/>
                </a:lnTo>
                <a:lnTo>
                  <a:pt x="1077596" y="156003"/>
                </a:lnTo>
                <a:lnTo>
                  <a:pt x="1077361" y="156014"/>
                </a:lnTo>
                <a:lnTo>
                  <a:pt x="1077126" y="156024"/>
                </a:lnTo>
                <a:lnTo>
                  <a:pt x="1076890" y="156032"/>
                </a:lnTo>
                <a:lnTo>
                  <a:pt x="1076653" y="156039"/>
                </a:lnTo>
                <a:lnTo>
                  <a:pt x="1076415" y="156045"/>
                </a:lnTo>
                <a:lnTo>
                  <a:pt x="1076176" y="156050"/>
                </a:lnTo>
                <a:lnTo>
                  <a:pt x="1075936" y="156053"/>
                </a:lnTo>
                <a:lnTo>
                  <a:pt x="1075695" y="156055"/>
                </a:lnTo>
                <a:lnTo>
                  <a:pt x="1075453" y="156056"/>
                </a:lnTo>
                <a:lnTo>
                  <a:pt x="1075122" y="156053"/>
                </a:lnTo>
                <a:lnTo>
                  <a:pt x="1074792" y="156046"/>
                </a:lnTo>
                <a:lnTo>
                  <a:pt x="1074464" y="156035"/>
                </a:lnTo>
                <a:lnTo>
                  <a:pt x="1074138" y="156018"/>
                </a:lnTo>
                <a:lnTo>
                  <a:pt x="1073813" y="155997"/>
                </a:lnTo>
                <a:lnTo>
                  <a:pt x="1073491" y="155971"/>
                </a:lnTo>
                <a:lnTo>
                  <a:pt x="1073169" y="155941"/>
                </a:lnTo>
                <a:lnTo>
                  <a:pt x="1072850" y="155906"/>
                </a:lnTo>
                <a:lnTo>
                  <a:pt x="1072532" y="155866"/>
                </a:lnTo>
                <a:lnTo>
                  <a:pt x="1072216" y="155822"/>
                </a:lnTo>
                <a:lnTo>
                  <a:pt x="1071902" y="155773"/>
                </a:lnTo>
                <a:lnTo>
                  <a:pt x="1071589" y="155719"/>
                </a:lnTo>
                <a:lnTo>
                  <a:pt x="1071278" y="155661"/>
                </a:lnTo>
                <a:lnTo>
                  <a:pt x="1070969" y="155597"/>
                </a:lnTo>
                <a:lnTo>
                  <a:pt x="1070661" y="155530"/>
                </a:lnTo>
                <a:lnTo>
                  <a:pt x="1070355" y="155457"/>
                </a:lnTo>
                <a:lnTo>
                  <a:pt x="1070051" y="155380"/>
                </a:lnTo>
                <a:lnTo>
                  <a:pt x="1069748" y="155298"/>
                </a:lnTo>
                <a:lnTo>
                  <a:pt x="1069447" y="155212"/>
                </a:lnTo>
                <a:lnTo>
                  <a:pt x="1069148" y="155121"/>
                </a:lnTo>
                <a:lnTo>
                  <a:pt x="1068850" y="155025"/>
                </a:lnTo>
                <a:lnTo>
                  <a:pt x="1068554" y="154924"/>
                </a:lnTo>
                <a:lnTo>
                  <a:pt x="1068260" y="154819"/>
                </a:lnTo>
                <a:lnTo>
                  <a:pt x="1067968" y="154709"/>
                </a:lnTo>
                <a:lnTo>
                  <a:pt x="1067678" y="154592"/>
                </a:lnTo>
                <a:lnTo>
                  <a:pt x="1067394" y="154466"/>
                </a:lnTo>
                <a:lnTo>
                  <a:pt x="1067114" y="154329"/>
                </a:lnTo>
                <a:lnTo>
                  <a:pt x="1066840" y="154183"/>
                </a:lnTo>
                <a:lnTo>
                  <a:pt x="1066570" y="154027"/>
                </a:lnTo>
                <a:lnTo>
                  <a:pt x="1066305" y="153861"/>
                </a:lnTo>
                <a:lnTo>
                  <a:pt x="1066045" y="153686"/>
                </a:lnTo>
                <a:lnTo>
                  <a:pt x="1065790" y="153501"/>
                </a:lnTo>
                <a:lnTo>
                  <a:pt x="1065539" y="153306"/>
                </a:lnTo>
                <a:lnTo>
                  <a:pt x="1065294" y="153101"/>
                </a:lnTo>
                <a:lnTo>
                  <a:pt x="1065053" y="152887"/>
                </a:lnTo>
                <a:lnTo>
                  <a:pt x="1064817" y="152663"/>
                </a:lnTo>
                <a:lnTo>
                  <a:pt x="1064587" y="152429"/>
                </a:lnTo>
                <a:lnTo>
                  <a:pt x="1064361" y="152186"/>
                </a:lnTo>
                <a:lnTo>
                  <a:pt x="1064139" y="151933"/>
                </a:lnTo>
                <a:lnTo>
                  <a:pt x="1063923" y="151670"/>
                </a:lnTo>
                <a:lnTo>
                  <a:pt x="1063712" y="151397"/>
                </a:lnTo>
                <a:lnTo>
                  <a:pt x="1063505" y="151115"/>
                </a:lnTo>
                <a:lnTo>
                  <a:pt x="1063303" y="150823"/>
                </a:lnTo>
                <a:lnTo>
                  <a:pt x="1063106" y="150521"/>
                </a:lnTo>
                <a:lnTo>
                  <a:pt x="1062914" y="150210"/>
                </a:lnTo>
                <a:lnTo>
                  <a:pt x="1062727" y="149888"/>
                </a:lnTo>
                <a:lnTo>
                  <a:pt x="1062545" y="149557"/>
                </a:lnTo>
                <a:lnTo>
                  <a:pt x="1062367" y="149217"/>
                </a:lnTo>
                <a:lnTo>
                  <a:pt x="1062196" y="148864"/>
                </a:lnTo>
                <a:lnTo>
                  <a:pt x="1062032" y="148498"/>
                </a:lnTo>
                <a:lnTo>
                  <a:pt x="1061875" y="148119"/>
                </a:lnTo>
                <a:lnTo>
                  <a:pt x="1061726" y="147725"/>
                </a:lnTo>
                <a:lnTo>
                  <a:pt x="1061583" y="147318"/>
                </a:lnTo>
                <a:lnTo>
                  <a:pt x="1061449" y="146898"/>
                </a:lnTo>
                <a:lnTo>
                  <a:pt x="1061321" y="146464"/>
                </a:lnTo>
                <a:lnTo>
                  <a:pt x="1061201" y="146016"/>
                </a:lnTo>
                <a:lnTo>
                  <a:pt x="1061088" y="145554"/>
                </a:lnTo>
                <a:lnTo>
                  <a:pt x="1060982" y="145079"/>
                </a:lnTo>
                <a:lnTo>
                  <a:pt x="1060883" y="144590"/>
                </a:lnTo>
                <a:lnTo>
                  <a:pt x="1060792" y="144088"/>
                </a:lnTo>
                <a:lnTo>
                  <a:pt x="1060708" y="143571"/>
                </a:lnTo>
                <a:lnTo>
                  <a:pt x="1060632" y="143042"/>
                </a:lnTo>
                <a:lnTo>
                  <a:pt x="1060563" y="142498"/>
                </a:lnTo>
                <a:lnTo>
                  <a:pt x="1060501" y="141941"/>
                </a:lnTo>
                <a:lnTo>
                  <a:pt x="1060446" y="141370"/>
                </a:lnTo>
                <a:lnTo>
                  <a:pt x="1060398" y="140786"/>
                </a:lnTo>
                <a:lnTo>
                  <a:pt x="1060358" y="140188"/>
                </a:lnTo>
                <a:lnTo>
                  <a:pt x="1060326" y="139576"/>
                </a:lnTo>
                <a:lnTo>
                  <a:pt x="1060300" y="138951"/>
                </a:lnTo>
                <a:lnTo>
                  <a:pt x="1060282" y="138312"/>
                </a:lnTo>
                <a:lnTo>
                  <a:pt x="1060271" y="137659"/>
                </a:lnTo>
                <a:lnTo>
                  <a:pt x="1060267" y="136993"/>
                </a:lnTo>
                <a:lnTo>
                  <a:pt x="1060267" y="59450"/>
                </a:lnTo>
                <a:lnTo>
                  <a:pt x="1084392" y="59450"/>
                </a:lnTo>
                <a:lnTo>
                  <a:pt x="1084392" y="48895"/>
                </a:lnTo>
                <a:lnTo>
                  <a:pt x="1060267" y="48895"/>
                </a:lnTo>
                <a:lnTo>
                  <a:pt x="1060267" y="18955"/>
                </a:lnTo>
                <a:lnTo>
                  <a:pt x="1047343" y="18955"/>
                </a:lnTo>
                <a:close/>
                <a:moveTo>
                  <a:pt x="1307082" y="64683"/>
                </a:moveTo>
                <a:lnTo>
                  <a:pt x="1306675" y="64093"/>
                </a:lnTo>
                <a:lnTo>
                  <a:pt x="1306260" y="63511"/>
                </a:lnTo>
                <a:lnTo>
                  <a:pt x="1305837" y="62936"/>
                </a:lnTo>
                <a:lnTo>
                  <a:pt x="1305407" y="62371"/>
                </a:lnTo>
                <a:lnTo>
                  <a:pt x="1304969" y="61813"/>
                </a:lnTo>
                <a:lnTo>
                  <a:pt x="1304524" y="61264"/>
                </a:lnTo>
                <a:lnTo>
                  <a:pt x="1304072" y="60723"/>
                </a:lnTo>
                <a:lnTo>
                  <a:pt x="1303612" y="60190"/>
                </a:lnTo>
                <a:lnTo>
                  <a:pt x="1303144" y="59665"/>
                </a:lnTo>
                <a:lnTo>
                  <a:pt x="1302669" y="59150"/>
                </a:lnTo>
                <a:lnTo>
                  <a:pt x="1302187" y="58644"/>
                </a:lnTo>
                <a:lnTo>
                  <a:pt x="1301696" y="58149"/>
                </a:lnTo>
                <a:lnTo>
                  <a:pt x="1301198" y="57664"/>
                </a:lnTo>
                <a:lnTo>
                  <a:pt x="1300693" y="57189"/>
                </a:lnTo>
                <a:lnTo>
                  <a:pt x="1300179" y="56724"/>
                </a:lnTo>
                <a:lnTo>
                  <a:pt x="1299658" y="56269"/>
                </a:lnTo>
                <a:lnTo>
                  <a:pt x="1299130" y="55824"/>
                </a:lnTo>
                <a:lnTo>
                  <a:pt x="1298593" y="55389"/>
                </a:lnTo>
                <a:lnTo>
                  <a:pt x="1298049" y="54965"/>
                </a:lnTo>
                <a:lnTo>
                  <a:pt x="1297498" y="54550"/>
                </a:lnTo>
                <a:lnTo>
                  <a:pt x="1296938" y="54146"/>
                </a:lnTo>
                <a:lnTo>
                  <a:pt x="1296371" y="53751"/>
                </a:lnTo>
                <a:lnTo>
                  <a:pt x="1295797" y="53367"/>
                </a:lnTo>
                <a:lnTo>
                  <a:pt x="1295214" y="52993"/>
                </a:lnTo>
                <a:lnTo>
                  <a:pt x="1294624" y="52629"/>
                </a:lnTo>
                <a:lnTo>
                  <a:pt x="1294027" y="52275"/>
                </a:lnTo>
                <a:lnTo>
                  <a:pt x="1293421" y="51931"/>
                </a:lnTo>
                <a:lnTo>
                  <a:pt x="1292808" y="51597"/>
                </a:lnTo>
                <a:lnTo>
                  <a:pt x="1292188" y="51274"/>
                </a:lnTo>
                <a:lnTo>
                  <a:pt x="1291559" y="50960"/>
                </a:lnTo>
                <a:lnTo>
                  <a:pt x="1290923" y="50657"/>
                </a:lnTo>
                <a:lnTo>
                  <a:pt x="1290280" y="50363"/>
                </a:lnTo>
                <a:lnTo>
                  <a:pt x="1289628" y="50080"/>
                </a:lnTo>
                <a:lnTo>
                  <a:pt x="1288969" y="49808"/>
                </a:lnTo>
                <a:lnTo>
                  <a:pt x="1288301" y="49547"/>
                </a:lnTo>
                <a:lnTo>
                  <a:pt x="1287626" y="49297"/>
                </a:lnTo>
                <a:lnTo>
                  <a:pt x="1286942" y="49060"/>
                </a:lnTo>
                <a:lnTo>
                  <a:pt x="1286250" y="48834"/>
                </a:lnTo>
                <a:lnTo>
                  <a:pt x="1285549" y="48619"/>
                </a:lnTo>
                <a:lnTo>
                  <a:pt x="1284841" y="48416"/>
                </a:lnTo>
                <a:lnTo>
                  <a:pt x="1284124" y="48225"/>
                </a:lnTo>
                <a:lnTo>
                  <a:pt x="1283399" y="48045"/>
                </a:lnTo>
                <a:lnTo>
                  <a:pt x="1282665" y="47877"/>
                </a:lnTo>
                <a:lnTo>
                  <a:pt x="1281924" y="47721"/>
                </a:lnTo>
                <a:lnTo>
                  <a:pt x="1281174" y="47576"/>
                </a:lnTo>
                <a:lnTo>
                  <a:pt x="1280416" y="47443"/>
                </a:lnTo>
                <a:lnTo>
                  <a:pt x="1279650" y="47321"/>
                </a:lnTo>
                <a:lnTo>
                  <a:pt x="1278875" y="47211"/>
                </a:lnTo>
                <a:lnTo>
                  <a:pt x="1278093" y="47112"/>
                </a:lnTo>
                <a:lnTo>
                  <a:pt x="1277302" y="47025"/>
                </a:lnTo>
                <a:lnTo>
                  <a:pt x="1276502" y="46950"/>
                </a:lnTo>
                <a:lnTo>
                  <a:pt x="1275695" y="46886"/>
                </a:lnTo>
                <a:lnTo>
                  <a:pt x="1274880" y="46834"/>
                </a:lnTo>
                <a:lnTo>
                  <a:pt x="1274056" y="46793"/>
                </a:lnTo>
                <a:lnTo>
                  <a:pt x="1273224" y="46764"/>
                </a:lnTo>
                <a:lnTo>
                  <a:pt x="1272383" y="46747"/>
                </a:lnTo>
                <a:lnTo>
                  <a:pt x="1271535" y="46741"/>
                </a:lnTo>
                <a:lnTo>
                  <a:pt x="1270668" y="46748"/>
                </a:lnTo>
                <a:lnTo>
                  <a:pt x="1269809" y="46770"/>
                </a:lnTo>
                <a:lnTo>
                  <a:pt x="1268957" y="46806"/>
                </a:lnTo>
                <a:lnTo>
                  <a:pt x="1268112" y="46856"/>
                </a:lnTo>
                <a:lnTo>
                  <a:pt x="1267276" y="46921"/>
                </a:lnTo>
                <a:lnTo>
                  <a:pt x="1266446" y="47000"/>
                </a:lnTo>
                <a:lnTo>
                  <a:pt x="1265624" y="47094"/>
                </a:lnTo>
                <a:lnTo>
                  <a:pt x="1264810" y="47202"/>
                </a:lnTo>
                <a:lnTo>
                  <a:pt x="1264003" y="47324"/>
                </a:lnTo>
                <a:lnTo>
                  <a:pt x="1263203" y="47461"/>
                </a:lnTo>
                <a:lnTo>
                  <a:pt x="1262411" y="47612"/>
                </a:lnTo>
                <a:lnTo>
                  <a:pt x="1261627" y="47778"/>
                </a:lnTo>
                <a:lnTo>
                  <a:pt x="1260849" y="47958"/>
                </a:lnTo>
                <a:lnTo>
                  <a:pt x="1260080" y="48152"/>
                </a:lnTo>
                <a:lnTo>
                  <a:pt x="1259318" y="48361"/>
                </a:lnTo>
                <a:lnTo>
                  <a:pt x="1258563" y="48584"/>
                </a:lnTo>
                <a:lnTo>
                  <a:pt x="1257816" y="48822"/>
                </a:lnTo>
                <a:lnTo>
                  <a:pt x="1257076" y="49074"/>
                </a:lnTo>
                <a:lnTo>
                  <a:pt x="1256344" y="49340"/>
                </a:lnTo>
                <a:lnTo>
                  <a:pt x="1255619" y="49621"/>
                </a:lnTo>
                <a:lnTo>
                  <a:pt x="1254902" y="49916"/>
                </a:lnTo>
                <a:lnTo>
                  <a:pt x="1254192" y="50225"/>
                </a:lnTo>
                <a:lnTo>
                  <a:pt x="1253490" y="50549"/>
                </a:lnTo>
                <a:lnTo>
                  <a:pt x="1252795" y="50888"/>
                </a:lnTo>
                <a:lnTo>
                  <a:pt x="1252108" y="51240"/>
                </a:lnTo>
                <a:lnTo>
                  <a:pt x="1251430" y="51604"/>
                </a:lnTo>
                <a:lnTo>
                  <a:pt x="1250760" y="51982"/>
                </a:lnTo>
                <a:lnTo>
                  <a:pt x="1250098" y="52372"/>
                </a:lnTo>
                <a:lnTo>
                  <a:pt x="1249445" y="52774"/>
                </a:lnTo>
                <a:lnTo>
                  <a:pt x="1248800" y="53190"/>
                </a:lnTo>
                <a:lnTo>
                  <a:pt x="1248164" y="53618"/>
                </a:lnTo>
                <a:lnTo>
                  <a:pt x="1247536" y="54059"/>
                </a:lnTo>
                <a:lnTo>
                  <a:pt x="1246916" y="54512"/>
                </a:lnTo>
                <a:lnTo>
                  <a:pt x="1246305" y="54979"/>
                </a:lnTo>
                <a:lnTo>
                  <a:pt x="1245703" y="55458"/>
                </a:lnTo>
                <a:lnTo>
                  <a:pt x="1245108" y="55950"/>
                </a:lnTo>
                <a:lnTo>
                  <a:pt x="1244522" y="56454"/>
                </a:lnTo>
                <a:lnTo>
                  <a:pt x="1243945" y="56971"/>
                </a:lnTo>
                <a:lnTo>
                  <a:pt x="1243376" y="57501"/>
                </a:lnTo>
                <a:lnTo>
                  <a:pt x="1242815" y="58044"/>
                </a:lnTo>
                <a:lnTo>
                  <a:pt x="1242263" y="58599"/>
                </a:lnTo>
                <a:lnTo>
                  <a:pt x="1241719" y="59167"/>
                </a:lnTo>
                <a:lnTo>
                  <a:pt x="1241184" y="59748"/>
                </a:lnTo>
                <a:lnTo>
                  <a:pt x="1240657" y="60341"/>
                </a:lnTo>
                <a:lnTo>
                  <a:pt x="1240138" y="60947"/>
                </a:lnTo>
                <a:lnTo>
                  <a:pt x="1239628" y="61566"/>
                </a:lnTo>
                <a:lnTo>
                  <a:pt x="1239126" y="62198"/>
                </a:lnTo>
                <a:lnTo>
                  <a:pt x="1238633" y="62842"/>
                </a:lnTo>
                <a:lnTo>
                  <a:pt x="1238149" y="63498"/>
                </a:lnTo>
                <a:lnTo>
                  <a:pt x="1237674" y="64165"/>
                </a:lnTo>
                <a:lnTo>
                  <a:pt x="1237208" y="64843"/>
                </a:lnTo>
                <a:lnTo>
                  <a:pt x="1236753" y="65532"/>
                </a:lnTo>
                <a:lnTo>
                  <a:pt x="1236306" y="66231"/>
                </a:lnTo>
                <a:lnTo>
                  <a:pt x="1235870" y="66942"/>
                </a:lnTo>
                <a:lnTo>
                  <a:pt x="1235443" y="67663"/>
                </a:lnTo>
                <a:lnTo>
                  <a:pt x="1235025" y="68395"/>
                </a:lnTo>
                <a:lnTo>
                  <a:pt x="1234617" y="69138"/>
                </a:lnTo>
                <a:lnTo>
                  <a:pt x="1234218" y="69891"/>
                </a:lnTo>
                <a:lnTo>
                  <a:pt x="1233829" y="70656"/>
                </a:lnTo>
                <a:lnTo>
                  <a:pt x="1233450" y="71431"/>
                </a:lnTo>
                <a:lnTo>
                  <a:pt x="1233080" y="72217"/>
                </a:lnTo>
                <a:lnTo>
                  <a:pt x="1232720" y="73015"/>
                </a:lnTo>
                <a:lnTo>
                  <a:pt x="1232369" y="73822"/>
                </a:lnTo>
                <a:lnTo>
                  <a:pt x="1232027" y="74641"/>
                </a:lnTo>
                <a:lnTo>
                  <a:pt x="1231696" y="75471"/>
                </a:lnTo>
                <a:lnTo>
                  <a:pt x="1231373" y="76311"/>
                </a:lnTo>
                <a:lnTo>
                  <a:pt x="1231061" y="77163"/>
                </a:lnTo>
                <a:lnTo>
                  <a:pt x="1230757" y="78025"/>
                </a:lnTo>
                <a:lnTo>
                  <a:pt x="1230464" y="78898"/>
                </a:lnTo>
                <a:lnTo>
                  <a:pt x="1230180" y="79782"/>
                </a:lnTo>
                <a:lnTo>
                  <a:pt x="1229905" y="80676"/>
                </a:lnTo>
                <a:lnTo>
                  <a:pt x="1229640" y="81582"/>
                </a:lnTo>
                <a:lnTo>
                  <a:pt x="1229385" y="82497"/>
                </a:lnTo>
                <a:lnTo>
                  <a:pt x="1229141" y="83422"/>
                </a:lnTo>
                <a:lnTo>
                  <a:pt x="1228908" y="84356"/>
                </a:lnTo>
                <a:lnTo>
                  <a:pt x="1228686" y="85299"/>
                </a:lnTo>
                <a:lnTo>
                  <a:pt x="1228474" y="86251"/>
                </a:lnTo>
                <a:lnTo>
                  <a:pt x="1228274" y="87212"/>
                </a:lnTo>
                <a:lnTo>
                  <a:pt x="1228084" y="88183"/>
                </a:lnTo>
                <a:lnTo>
                  <a:pt x="1227905" y="89163"/>
                </a:lnTo>
                <a:lnTo>
                  <a:pt x="1227737" y="90151"/>
                </a:lnTo>
                <a:lnTo>
                  <a:pt x="1227580" y="91149"/>
                </a:lnTo>
                <a:lnTo>
                  <a:pt x="1227433" y="92157"/>
                </a:lnTo>
                <a:lnTo>
                  <a:pt x="1227298" y="93173"/>
                </a:lnTo>
                <a:lnTo>
                  <a:pt x="1227173" y="94198"/>
                </a:lnTo>
                <a:lnTo>
                  <a:pt x="1227059" y="95233"/>
                </a:lnTo>
                <a:lnTo>
                  <a:pt x="1226956" y="96277"/>
                </a:lnTo>
                <a:lnTo>
                  <a:pt x="1226864" y="97330"/>
                </a:lnTo>
                <a:lnTo>
                  <a:pt x="1226782" y="98392"/>
                </a:lnTo>
                <a:lnTo>
                  <a:pt x="1226712" y="99463"/>
                </a:lnTo>
                <a:lnTo>
                  <a:pt x="1226652" y="100544"/>
                </a:lnTo>
                <a:lnTo>
                  <a:pt x="1226604" y="101633"/>
                </a:lnTo>
                <a:lnTo>
                  <a:pt x="1226566" y="102732"/>
                </a:lnTo>
                <a:lnTo>
                  <a:pt x="1226538" y="103840"/>
                </a:lnTo>
                <a:lnTo>
                  <a:pt x="1226522" y="104957"/>
                </a:lnTo>
                <a:lnTo>
                  <a:pt x="1226517" y="106083"/>
                </a:lnTo>
                <a:lnTo>
                  <a:pt x="1226517" y="108345"/>
                </a:lnTo>
                <a:lnTo>
                  <a:pt x="1226522" y="109427"/>
                </a:lnTo>
                <a:lnTo>
                  <a:pt x="1226538" y="110502"/>
                </a:lnTo>
                <a:lnTo>
                  <a:pt x="1226566" y="111568"/>
                </a:lnTo>
                <a:lnTo>
                  <a:pt x="1226604" y="112628"/>
                </a:lnTo>
                <a:lnTo>
                  <a:pt x="1226652" y="113679"/>
                </a:lnTo>
                <a:lnTo>
                  <a:pt x="1226712" y="114723"/>
                </a:lnTo>
                <a:lnTo>
                  <a:pt x="1226782" y="115759"/>
                </a:lnTo>
                <a:lnTo>
                  <a:pt x="1226864" y="116787"/>
                </a:lnTo>
                <a:lnTo>
                  <a:pt x="1226956" y="117808"/>
                </a:lnTo>
                <a:lnTo>
                  <a:pt x="1227059" y="118821"/>
                </a:lnTo>
                <a:lnTo>
                  <a:pt x="1227173" y="119827"/>
                </a:lnTo>
                <a:lnTo>
                  <a:pt x="1227298" y="120825"/>
                </a:lnTo>
                <a:lnTo>
                  <a:pt x="1227433" y="121815"/>
                </a:lnTo>
                <a:lnTo>
                  <a:pt x="1227580" y="122797"/>
                </a:lnTo>
                <a:lnTo>
                  <a:pt x="1227737" y="123772"/>
                </a:lnTo>
                <a:lnTo>
                  <a:pt x="1227905" y="124739"/>
                </a:lnTo>
                <a:lnTo>
                  <a:pt x="1228084" y="125699"/>
                </a:lnTo>
                <a:lnTo>
                  <a:pt x="1228274" y="126650"/>
                </a:lnTo>
                <a:lnTo>
                  <a:pt x="1228474" y="127595"/>
                </a:lnTo>
                <a:lnTo>
                  <a:pt x="1228686" y="128531"/>
                </a:lnTo>
                <a:lnTo>
                  <a:pt x="1228908" y="129460"/>
                </a:lnTo>
                <a:lnTo>
                  <a:pt x="1229141" y="130381"/>
                </a:lnTo>
                <a:lnTo>
                  <a:pt x="1229385" y="131294"/>
                </a:lnTo>
                <a:lnTo>
                  <a:pt x="1229640" y="132200"/>
                </a:lnTo>
                <a:lnTo>
                  <a:pt x="1229905" y="133097"/>
                </a:lnTo>
                <a:lnTo>
                  <a:pt x="1230179" y="133984"/>
                </a:lnTo>
                <a:lnTo>
                  <a:pt x="1230463" y="134861"/>
                </a:lnTo>
                <a:lnTo>
                  <a:pt x="1230756" y="135727"/>
                </a:lnTo>
                <a:lnTo>
                  <a:pt x="1231058" y="136584"/>
                </a:lnTo>
                <a:lnTo>
                  <a:pt x="1231370" y="137430"/>
                </a:lnTo>
                <a:lnTo>
                  <a:pt x="1231691" y="138267"/>
                </a:lnTo>
                <a:lnTo>
                  <a:pt x="1232021" y="139093"/>
                </a:lnTo>
                <a:lnTo>
                  <a:pt x="1232361" y="139909"/>
                </a:lnTo>
                <a:lnTo>
                  <a:pt x="1232710" y="140715"/>
                </a:lnTo>
                <a:lnTo>
                  <a:pt x="1233069" y="141511"/>
                </a:lnTo>
                <a:lnTo>
                  <a:pt x="1233436" y="142297"/>
                </a:lnTo>
                <a:lnTo>
                  <a:pt x="1233814" y="143073"/>
                </a:lnTo>
                <a:lnTo>
                  <a:pt x="1234200" y="143838"/>
                </a:lnTo>
                <a:lnTo>
                  <a:pt x="1234596" y="144594"/>
                </a:lnTo>
                <a:lnTo>
                  <a:pt x="1235001" y="145340"/>
                </a:lnTo>
                <a:lnTo>
                  <a:pt x="1235416" y="146075"/>
                </a:lnTo>
                <a:lnTo>
                  <a:pt x="1235839" y="146800"/>
                </a:lnTo>
                <a:lnTo>
                  <a:pt x="1236273" y="147515"/>
                </a:lnTo>
                <a:lnTo>
                  <a:pt x="1236715" y="148220"/>
                </a:lnTo>
                <a:lnTo>
                  <a:pt x="1237167" y="148915"/>
                </a:lnTo>
                <a:lnTo>
                  <a:pt x="1237628" y="149600"/>
                </a:lnTo>
                <a:lnTo>
                  <a:pt x="1238099" y="150275"/>
                </a:lnTo>
                <a:lnTo>
                  <a:pt x="1238579" y="150940"/>
                </a:lnTo>
                <a:lnTo>
                  <a:pt x="1239068" y="151593"/>
                </a:lnTo>
                <a:lnTo>
                  <a:pt x="1239566" y="152235"/>
                </a:lnTo>
                <a:lnTo>
                  <a:pt x="1240072" y="152863"/>
                </a:lnTo>
                <a:lnTo>
                  <a:pt x="1240586" y="153480"/>
                </a:lnTo>
                <a:lnTo>
                  <a:pt x="1241110" y="154084"/>
                </a:lnTo>
                <a:lnTo>
                  <a:pt x="1241642" y="154676"/>
                </a:lnTo>
                <a:lnTo>
                  <a:pt x="1242182" y="155255"/>
                </a:lnTo>
                <a:lnTo>
                  <a:pt x="1242731" y="155822"/>
                </a:lnTo>
                <a:lnTo>
                  <a:pt x="1243289" y="156377"/>
                </a:lnTo>
                <a:lnTo>
                  <a:pt x="1243856" y="156919"/>
                </a:lnTo>
                <a:lnTo>
                  <a:pt x="1244430" y="157449"/>
                </a:lnTo>
                <a:lnTo>
                  <a:pt x="1245014" y="157967"/>
                </a:lnTo>
                <a:lnTo>
                  <a:pt x="1245606" y="158473"/>
                </a:lnTo>
                <a:lnTo>
                  <a:pt x="1246207" y="158966"/>
                </a:lnTo>
                <a:lnTo>
                  <a:pt x="1246816" y="159446"/>
                </a:lnTo>
                <a:lnTo>
                  <a:pt x="1247434" y="159915"/>
                </a:lnTo>
                <a:lnTo>
                  <a:pt x="1248061" y="160371"/>
                </a:lnTo>
                <a:lnTo>
                  <a:pt x="1248696" y="160815"/>
                </a:lnTo>
                <a:lnTo>
                  <a:pt x="1249340" y="161246"/>
                </a:lnTo>
                <a:lnTo>
                  <a:pt x="1249992" y="161665"/>
                </a:lnTo>
                <a:lnTo>
                  <a:pt x="1250653" y="162072"/>
                </a:lnTo>
                <a:lnTo>
                  <a:pt x="1251323" y="162466"/>
                </a:lnTo>
                <a:lnTo>
                  <a:pt x="1252001" y="162848"/>
                </a:lnTo>
                <a:lnTo>
                  <a:pt x="1252688" y="163218"/>
                </a:lnTo>
                <a:lnTo>
                  <a:pt x="1253382" y="163573"/>
                </a:lnTo>
                <a:lnTo>
                  <a:pt x="1254084" y="163914"/>
                </a:lnTo>
                <a:lnTo>
                  <a:pt x="1254793" y="164240"/>
                </a:lnTo>
                <a:lnTo>
                  <a:pt x="1255509" y="164550"/>
                </a:lnTo>
                <a:lnTo>
                  <a:pt x="1256232" y="164846"/>
                </a:lnTo>
                <a:lnTo>
                  <a:pt x="1256962" y="165126"/>
                </a:lnTo>
                <a:lnTo>
                  <a:pt x="1257699" y="165391"/>
                </a:lnTo>
                <a:lnTo>
                  <a:pt x="1258443" y="165641"/>
                </a:lnTo>
                <a:lnTo>
                  <a:pt x="1259195" y="165876"/>
                </a:lnTo>
                <a:lnTo>
                  <a:pt x="1259954" y="166095"/>
                </a:lnTo>
                <a:lnTo>
                  <a:pt x="1260719" y="166300"/>
                </a:lnTo>
                <a:lnTo>
                  <a:pt x="1261492" y="166489"/>
                </a:lnTo>
                <a:lnTo>
                  <a:pt x="1262272" y="166663"/>
                </a:lnTo>
                <a:lnTo>
                  <a:pt x="1263059" y="166822"/>
                </a:lnTo>
                <a:lnTo>
                  <a:pt x="1263853" y="166966"/>
                </a:lnTo>
                <a:lnTo>
                  <a:pt x="1264654" y="167095"/>
                </a:lnTo>
                <a:lnTo>
                  <a:pt x="1265462" y="167208"/>
                </a:lnTo>
                <a:lnTo>
                  <a:pt x="1266278" y="167307"/>
                </a:lnTo>
                <a:lnTo>
                  <a:pt x="1267100" y="167390"/>
                </a:lnTo>
                <a:lnTo>
                  <a:pt x="1267930" y="167458"/>
                </a:lnTo>
                <a:lnTo>
                  <a:pt x="1268767" y="167511"/>
                </a:lnTo>
                <a:lnTo>
                  <a:pt x="1269610" y="167549"/>
                </a:lnTo>
                <a:lnTo>
                  <a:pt x="1270461" y="167572"/>
                </a:lnTo>
                <a:lnTo>
                  <a:pt x="1271319" y="167579"/>
                </a:lnTo>
                <a:lnTo>
                  <a:pt x="1272186" y="167574"/>
                </a:lnTo>
                <a:lnTo>
                  <a:pt x="1273044" y="167556"/>
                </a:lnTo>
                <a:lnTo>
                  <a:pt x="1273893" y="167527"/>
                </a:lnTo>
                <a:lnTo>
                  <a:pt x="1274734" y="167487"/>
                </a:lnTo>
                <a:lnTo>
                  <a:pt x="1275567" y="167434"/>
                </a:lnTo>
                <a:lnTo>
                  <a:pt x="1276391" y="167371"/>
                </a:lnTo>
                <a:lnTo>
                  <a:pt x="1277207" y="167295"/>
                </a:lnTo>
                <a:lnTo>
                  <a:pt x="1278015" y="167208"/>
                </a:lnTo>
                <a:lnTo>
                  <a:pt x="1278814" y="167110"/>
                </a:lnTo>
                <a:lnTo>
                  <a:pt x="1279604" y="167000"/>
                </a:lnTo>
                <a:lnTo>
                  <a:pt x="1280387" y="166878"/>
                </a:lnTo>
                <a:lnTo>
                  <a:pt x="1281160" y="166745"/>
                </a:lnTo>
                <a:lnTo>
                  <a:pt x="1281926" y="166600"/>
                </a:lnTo>
                <a:lnTo>
                  <a:pt x="1282683" y="166443"/>
                </a:lnTo>
                <a:lnTo>
                  <a:pt x="1283431" y="166275"/>
                </a:lnTo>
                <a:lnTo>
                  <a:pt x="1284172" y="166095"/>
                </a:lnTo>
                <a:lnTo>
                  <a:pt x="1284903" y="165904"/>
                </a:lnTo>
                <a:lnTo>
                  <a:pt x="1285627" y="165701"/>
                </a:lnTo>
                <a:lnTo>
                  <a:pt x="1286341" y="165487"/>
                </a:lnTo>
                <a:lnTo>
                  <a:pt x="1287048" y="165261"/>
                </a:lnTo>
                <a:lnTo>
                  <a:pt x="1287746" y="165023"/>
                </a:lnTo>
                <a:lnTo>
                  <a:pt x="1288436" y="164774"/>
                </a:lnTo>
                <a:lnTo>
                  <a:pt x="1289117" y="164513"/>
                </a:lnTo>
                <a:lnTo>
                  <a:pt x="1289790" y="164241"/>
                </a:lnTo>
                <a:lnTo>
                  <a:pt x="1290454" y="163958"/>
                </a:lnTo>
                <a:lnTo>
                  <a:pt x="1291111" y="163666"/>
                </a:lnTo>
                <a:lnTo>
                  <a:pt x="1291760" y="163364"/>
                </a:lnTo>
                <a:lnTo>
                  <a:pt x="1292400" y="163053"/>
                </a:lnTo>
                <a:lnTo>
                  <a:pt x="1293032" y="162733"/>
                </a:lnTo>
                <a:lnTo>
                  <a:pt x="1293657" y="162403"/>
                </a:lnTo>
                <a:lnTo>
                  <a:pt x="1294273" y="162064"/>
                </a:lnTo>
                <a:lnTo>
                  <a:pt x="1294882" y="161716"/>
                </a:lnTo>
                <a:lnTo>
                  <a:pt x="1295482" y="161358"/>
                </a:lnTo>
                <a:lnTo>
                  <a:pt x="1296074" y="160991"/>
                </a:lnTo>
                <a:lnTo>
                  <a:pt x="1296658" y="160615"/>
                </a:lnTo>
                <a:lnTo>
                  <a:pt x="1297234" y="160229"/>
                </a:lnTo>
                <a:lnTo>
                  <a:pt x="1297803" y="159834"/>
                </a:lnTo>
                <a:lnTo>
                  <a:pt x="1298363" y="159429"/>
                </a:lnTo>
                <a:lnTo>
                  <a:pt x="1298915" y="159016"/>
                </a:lnTo>
                <a:lnTo>
                  <a:pt x="1299459" y="158592"/>
                </a:lnTo>
                <a:lnTo>
                  <a:pt x="1299995" y="158160"/>
                </a:lnTo>
                <a:lnTo>
                  <a:pt x="1300523" y="157718"/>
                </a:lnTo>
                <a:lnTo>
                  <a:pt x="1301043" y="157267"/>
                </a:lnTo>
                <a:lnTo>
                  <a:pt x="1301554" y="156806"/>
                </a:lnTo>
                <a:lnTo>
                  <a:pt x="1302058" y="156337"/>
                </a:lnTo>
                <a:lnTo>
                  <a:pt x="1302554" y="155857"/>
                </a:lnTo>
                <a:lnTo>
                  <a:pt x="1303042" y="155369"/>
                </a:lnTo>
                <a:lnTo>
                  <a:pt x="1303521" y="154871"/>
                </a:lnTo>
                <a:lnTo>
                  <a:pt x="1303993" y="154364"/>
                </a:lnTo>
                <a:lnTo>
                  <a:pt x="1304457" y="153850"/>
                </a:lnTo>
                <a:lnTo>
                  <a:pt x="1304913" y="153328"/>
                </a:lnTo>
                <a:lnTo>
                  <a:pt x="1305361" y="152798"/>
                </a:lnTo>
                <a:lnTo>
                  <a:pt x="1305802" y="152260"/>
                </a:lnTo>
                <a:lnTo>
                  <a:pt x="1306234" y="151714"/>
                </a:lnTo>
                <a:lnTo>
                  <a:pt x="1306659" y="151160"/>
                </a:lnTo>
                <a:lnTo>
                  <a:pt x="1307075" y="150599"/>
                </a:lnTo>
                <a:lnTo>
                  <a:pt x="1307484" y="150029"/>
                </a:lnTo>
                <a:lnTo>
                  <a:pt x="1307664" y="149771"/>
                </a:lnTo>
                <a:lnTo>
                  <a:pt x="1308260" y="165425"/>
                </a:lnTo>
                <a:lnTo>
                  <a:pt x="1320322" y="165425"/>
                </a:lnTo>
                <a:lnTo>
                  <a:pt x="1320322" y="0"/>
                </a:lnTo>
                <a:lnTo>
                  <a:pt x="1307399" y="0"/>
                </a:lnTo>
                <a:lnTo>
                  <a:pt x="1307399" y="65157"/>
                </a:lnTo>
                <a:lnTo>
                  <a:pt x="1307082" y="64683"/>
                </a:lnTo>
                <a:close/>
                <a:moveTo>
                  <a:pt x="1305822" y="138212"/>
                </a:moveTo>
                <a:lnTo>
                  <a:pt x="1305475" y="138816"/>
                </a:lnTo>
                <a:lnTo>
                  <a:pt x="1305120" y="139416"/>
                </a:lnTo>
                <a:lnTo>
                  <a:pt x="1304756" y="140011"/>
                </a:lnTo>
                <a:lnTo>
                  <a:pt x="1304383" y="140601"/>
                </a:lnTo>
                <a:lnTo>
                  <a:pt x="1304001" y="141184"/>
                </a:lnTo>
                <a:lnTo>
                  <a:pt x="1303608" y="141757"/>
                </a:lnTo>
                <a:lnTo>
                  <a:pt x="1303205" y="142321"/>
                </a:lnTo>
                <a:lnTo>
                  <a:pt x="1302791" y="142874"/>
                </a:lnTo>
                <a:lnTo>
                  <a:pt x="1302367" y="143419"/>
                </a:lnTo>
                <a:lnTo>
                  <a:pt x="1301933" y="143953"/>
                </a:lnTo>
                <a:lnTo>
                  <a:pt x="1301488" y="144478"/>
                </a:lnTo>
                <a:lnTo>
                  <a:pt x="1301032" y="144993"/>
                </a:lnTo>
                <a:lnTo>
                  <a:pt x="1300566" y="145498"/>
                </a:lnTo>
                <a:lnTo>
                  <a:pt x="1300090" y="145993"/>
                </a:lnTo>
                <a:lnTo>
                  <a:pt x="1299603" y="146479"/>
                </a:lnTo>
                <a:lnTo>
                  <a:pt x="1299106" y="146955"/>
                </a:lnTo>
                <a:lnTo>
                  <a:pt x="1298598" y="147421"/>
                </a:lnTo>
                <a:lnTo>
                  <a:pt x="1298080" y="147878"/>
                </a:lnTo>
                <a:lnTo>
                  <a:pt x="1297551" y="148325"/>
                </a:lnTo>
                <a:lnTo>
                  <a:pt x="1297012" y="148762"/>
                </a:lnTo>
                <a:lnTo>
                  <a:pt x="1296462" y="149189"/>
                </a:lnTo>
                <a:lnTo>
                  <a:pt x="1295902" y="149607"/>
                </a:lnTo>
                <a:lnTo>
                  <a:pt x="1295331" y="150015"/>
                </a:lnTo>
                <a:lnTo>
                  <a:pt x="1294750" y="150413"/>
                </a:lnTo>
                <a:lnTo>
                  <a:pt x="1294158" y="150802"/>
                </a:lnTo>
                <a:lnTo>
                  <a:pt x="1293556" y="151181"/>
                </a:lnTo>
                <a:lnTo>
                  <a:pt x="1292944" y="151550"/>
                </a:lnTo>
                <a:lnTo>
                  <a:pt x="1292321" y="151909"/>
                </a:lnTo>
                <a:lnTo>
                  <a:pt x="1291686" y="152256"/>
                </a:lnTo>
                <a:lnTo>
                  <a:pt x="1291040" y="152589"/>
                </a:lnTo>
                <a:lnTo>
                  <a:pt x="1290380" y="152906"/>
                </a:lnTo>
                <a:lnTo>
                  <a:pt x="1289709" y="153209"/>
                </a:lnTo>
                <a:lnTo>
                  <a:pt x="1289025" y="153497"/>
                </a:lnTo>
                <a:lnTo>
                  <a:pt x="1288329" y="153770"/>
                </a:lnTo>
                <a:lnTo>
                  <a:pt x="1287621" y="154029"/>
                </a:lnTo>
                <a:lnTo>
                  <a:pt x="1286900" y="154273"/>
                </a:lnTo>
                <a:lnTo>
                  <a:pt x="1286167" y="154502"/>
                </a:lnTo>
                <a:lnTo>
                  <a:pt x="1285421" y="154716"/>
                </a:lnTo>
                <a:lnTo>
                  <a:pt x="1284663" y="154915"/>
                </a:lnTo>
                <a:lnTo>
                  <a:pt x="1283893" y="155100"/>
                </a:lnTo>
                <a:lnTo>
                  <a:pt x="1283111" y="155270"/>
                </a:lnTo>
                <a:lnTo>
                  <a:pt x="1282316" y="155425"/>
                </a:lnTo>
                <a:lnTo>
                  <a:pt x="1281509" y="155565"/>
                </a:lnTo>
                <a:lnTo>
                  <a:pt x="1280689" y="155691"/>
                </a:lnTo>
                <a:lnTo>
                  <a:pt x="1279857" y="155801"/>
                </a:lnTo>
                <a:lnTo>
                  <a:pt x="1279013" y="155897"/>
                </a:lnTo>
                <a:lnTo>
                  <a:pt x="1278157" y="155979"/>
                </a:lnTo>
                <a:lnTo>
                  <a:pt x="1277288" y="156045"/>
                </a:lnTo>
                <a:lnTo>
                  <a:pt x="1276407" y="156097"/>
                </a:lnTo>
                <a:lnTo>
                  <a:pt x="1275513" y="156134"/>
                </a:lnTo>
                <a:lnTo>
                  <a:pt x="1274607" y="156156"/>
                </a:lnTo>
                <a:lnTo>
                  <a:pt x="1273689" y="156163"/>
                </a:lnTo>
                <a:lnTo>
                  <a:pt x="1272966" y="156157"/>
                </a:lnTo>
                <a:lnTo>
                  <a:pt x="1272251" y="156138"/>
                </a:lnTo>
                <a:lnTo>
                  <a:pt x="1271543" y="156107"/>
                </a:lnTo>
                <a:lnTo>
                  <a:pt x="1270844" y="156063"/>
                </a:lnTo>
                <a:lnTo>
                  <a:pt x="1270152" y="156007"/>
                </a:lnTo>
                <a:lnTo>
                  <a:pt x="1269468" y="155938"/>
                </a:lnTo>
                <a:lnTo>
                  <a:pt x="1268792" y="155856"/>
                </a:lnTo>
                <a:lnTo>
                  <a:pt x="1268124" y="155762"/>
                </a:lnTo>
                <a:lnTo>
                  <a:pt x="1267464" y="155656"/>
                </a:lnTo>
                <a:lnTo>
                  <a:pt x="1266812" y="155537"/>
                </a:lnTo>
                <a:lnTo>
                  <a:pt x="1266167" y="155405"/>
                </a:lnTo>
                <a:lnTo>
                  <a:pt x="1265531" y="155261"/>
                </a:lnTo>
                <a:lnTo>
                  <a:pt x="1264902" y="155105"/>
                </a:lnTo>
                <a:lnTo>
                  <a:pt x="1264281" y="154936"/>
                </a:lnTo>
                <a:lnTo>
                  <a:pt x="1263668" y="154754"/>
                </a:lnTo>
                <a:lnTo>
                  <a:pt x="1263063" y="154560"/>
                </a:lnTo>
                <a:lnTo>
                  <a:pt x="1262465" y="154353"/>
                </a:lnTo>
                <a:lnTo>
                  <a:pt x="1261876" y="154134"/>
                </a:lnTo>
                <a:lnTo>
                  <a:pt x="1261294" y="153902"/>
                </a:lnTo>
                <a:lnTo>
                  <a:pt x="1260720" y="153658"/>
                </a:lnTo>
                <a:lnTo>
                  <a:pt x="1260154" y="153401"/>
                </a:lnTo>
                <a:lnTo>
                  <a:pt x="1259596" y="153132"/>
                </a:lnTo>
                <a:lnTo>
                  <a:pt x="1259046" y="152850"/>
                </a:lnTo>
                <a:lnTo>
                  <a:pt x="1258503" y="152555"/>
                </a:lnTo>
                <a:lnTo>
                  <a:pt x="1257969" y="152250"/>
                </a:lnTo>
                <a:lnTo>
                  <a:pt x="1257442" y="151934"/>
                </a:lnTo>
                <a:lnTo>
                  <a:pt x="1256923" y="151608"/>
                </a:lnTo>
                <a:lnTo>
                  <a:pt x="1256412" y="151272"/>
                </a:lnTo>
                <a:lnTo>
                  <a:pt x="1255909" y="150926"/>
                </a:lnTo>
                <a:lnTo>
                  <a:pt x="1255414" y="150570"/>
                </a:lnTo>
                <a:lnTo>
                  <a:pt x="1254926" y="150203"/>
                </a:lnTo>
                <a:lnTo>
                  <a:pt x="1254447" y="149827"/>
                </a:lnTo>
                <a:lnTo>
                  <a:pt x="1253975" y="149441"/>
                </a:lnTo>
                <a:lnTo>
                  <a:pt x="1253511" y="149044"/>
                </a:lnTo>
                <a:lnTo>
                  <a:pt x="1253055" y="148637"/>
                </a:lnTo>
                <a:lnTo>
                  <a:pt x="1252607" y="148220"/>
                </a:lnTo>
                <a:lnTo>
                  <a:pt x="1252166" y="147794"/>
                </a:lnTo>
                <a:lnTo>
                  <a:pt x="1251734" y="147357"/>
                </a:lnTo>
                <a:lnTo>
                  <a:pt x="1251309" y="146910"/>
                </a:lnTo>
                <a:lnTo>
                  <a:pt x="1250893" y="146452"/>
                </a:lnTo>
                <a:lnTo>
                  <a:pt x="1250484" y="145985"/>
                </a:lnTo>
                <a:lnTo>
                  <a:pt x="1250083" y="145508"/>
                </a:lnTo>
                <a:lnTo>
                  <a:pt x="1249689" y="145020"/>
                </a:lnTo>
                <a:lnTo>
                  <a:pt x="1249304" y="144523"/>
                </a:lnTo>
                <a:lnTo>
                  <a:pt x="1248927" y="144015"/>
                </a:lnTo>
                <a:lnTo>
                  <a:pt x="1248557" y="143497"/>
                </a:lnTo>
                <a:lnTo>
                  <a:pt x="1248195" y="142970"/>
                </a:lnTo>
                <a:lnTo>
                  <a:pt x="1247841" y="142432"/>
                </a:lnTo>
                <a:lnTo>
                  <a:pt x="1247495" y="141885"/>
                </a:lnTo>
                <a:lnTo>
                  <a:pt x="1247156" y="141330"/>
                </a:lnTo>
                <a:lnTo>
                  <a:pt x="1246825" y="140768"/>
                </a:lnTo>
                <a:lnTo>
                  <a:pt x="1246501" y="140198"/>
                </a:lnTo>
                <a:lnTo>
                  <a:pt x="1246185" y="139621"/>
                </a:lnTo>
                <a:lnTo>
                  <a:pt x="1245876" y="139036"/>
                </a:lnTo>
                <a:lnTo>
                  <a:pt x="1245574" y="138443"/>
                </a:lnTo>
                <a:lnTo>
                  <a:pt x="1245280" y="137843"/>
                </a:lnTo>
                <a:lnTo>
                  <a:pt x="1244994" y="137234"/>
                </a:lnTo>
                <a:lnTo>
                  <a:pt x="1244715" y="136619"/>
                </a:lnTo>
                <a:lnTo>
                  <a:pt x="1244443" y="135995"/>
                </a:lnTo>
                <a:lnTo>
                  <a:pt x="1244179" y="135364"/>
                </a:lnTo>
                <a:lnTo>
                  <a:pt x="1243923" y="134725"/>
                </a:lnTo>
                <a:lnTo>
                  <a:pt x="1243674" y="134079"/>
                </a:lnTo>
                <a:lnTo>
                  <a:pt x="1243432" y="133425"/>
                </a:lnTo>
                <a:lnTo>
                  <a:pt x="1243198" y="132763"/>
                </a:lnTo>
                <a:lnTo>
                  <a:pt x="1242971" y="132093"/>
                </a:lnTo>
                <a:lnTo>
                  <a:pt x="1242752" y="131416"/>
                </a:lnTo>
                <a:lnTo>
                  <a:pt x="1242541" y="130731"/>
                </a:lnTo>
                <a:lnTo>
                  <a:pt x="1242337" y="130039"/>
                </a:lnTo>
                <a:lnTo>
                  <a:pt x="1242140" y="129339"/>
                </a:lnTo>
                <a:lnTo>
                  <a:pt x="1241951" y="128631"/>
                </a:lnTo>
                <a:lnTo>
                  <a:pt x="1241769" y="127915"/>
                </a:lnTo>
                <a:lnTo>
                  <a:pt x="1241595" y="127192"/>
                </a:lnTo>
                <a:lnTo>
                  <a:pt x="1241428" y="126463"/>
                </a:lnTo>
                <a:lnTo>
                  <a:pt x="1241268" y="125729"/>
                </a:lnTo>
                <a:lnTo>
                  <a:pt x="1241115" y="124990"/>
                </a:lnTo>
                <a:lnTo>
                  <a:pt x="1240969" y="124246"/>
                </a:lnTo>
                <a:lnTo>
                  <a:pt x="1240831" y="123497"/>
                </a:lnTo>
                <a:lnTo>
                  <a:pt x="1240699" y="122743"/>
                </a:lnTo>
                <a:lnTo>
                  <a:pt x="1240575" y="121984"/>
                </a:lnTo>
                <a:lnTo>
                  <a:pt x="1240458" y="121221"/>
                </a:lnTo>
                <a:lnTo>
                  <a:pt x="1240348" y="120453"/>
                </a:lnTo>
                <a:lnTo>
                  <a:pt x="1240245" y="119680"/>
                </a:lnTo>
                <a:lnTo>
                  <a:pt x="1240149" y="118902"/>
                </a:lnTo>
                <a:lnTo>
                  <a:pt x="1240060" y="118119"/>
                </a:lnTo>
                <a:lnTo>
                  <a:pt x="1239978" y="117331"/>
                </a:lnTo>
                <a:lnTo>
                  <a:pt x="1239904" y="116538"/>
                </a:lnTo>
                <a:lnTo>
                  <a:pt x="1239836" y="115741"/>
                </a:lnTo>
                <a:lnTo>
                  <a:pt x="1239776" y="114939"/>
                </a:lnTo>
                <a:lnTo>
                  <a:pt x="1239722" y="114131"/>
                </a:lnTo>
                <a:lnTo>
                  <a:pt x="1239676" y="113319"/>
                </a:lnTo>
                <a:lnTo>
                  <a:pt x="1239637" y="112502"/>
                </a:lnTo>
                <a:lnTo>
                  <a:pt x="1239605" y="111681"/>
                </a:lnTo>
                <a:lnTo>
                  <a:pt x="1239580" y="110854"/>
                </a:lnTo>
                <a:lnTo>
                  <a:pt x="1239563" y="110023"/>
                </a:lnTo>
                <a:lnTo>
                  <a:pt x="1239552" y="109186"/>
                </a:lnTo>
                <a:lnTo>
                  <a:pt x="1239548" y="108345"/>
                </a:lnTo>
                <a:lnTo>
                  <a:pt x="1239548" y="106083"/>
                </a:lnTo>
                <a:lnTo>
                  <a:pt x="1239552" y="105233"/>
                </a:lnTo>
                <a:lnTo>
                  <a:pt x="1239563" y="104389"/>
                </a:lnTo>
                <a:lnTo>
                  <a:pt x="1239580" y="103549"/>
                </a:lnTo>
                <a:lnTo>
                  <a:pt x="1239605" y="102715"/>
                </a:lnTo>
                <a:lnTo>
                  <a:pt x="1239637" y="101886"/>
                </a:lnTo>
                <a:lnTo>
                  <a:pt x="1239676" y="101062"/>
                </a:lnTo>
                <a:lnTo>
                  <a:pt x="1239722" y="100243"/>
                </a:lnTo>
                <a:lnTo>
                  <a:pt x="1239776" y="99430"/>
                </a:lnTo>
                <a:lnTo>
                  <a:pt x="1239836" y="98622"/>
                </a:lnTo>
                <a:lnTo>
                  <a:pt x="1239904" y="97819"/>
                </a:lnTo>
                <a:lnTo>
                  <a:pt x="1239978" y="97021"/>
                </a:lnTo>
                <a:lnTo>
                  <a:pt x="1240060" y="96229"/>
                </a:lnTo>
                <a:lnTo>
                  <a:pt x="1240149" y="95442"/>
                </a:lnTo>
                <a:lnTo>
                  <a:pt x="1240245" y="94660"/>
                </a:lnTo>
                <a:lnTo>
                  <a:pt x="1240348" y="93883"/>
                </a:lnTo>
                <a:lnTo>
                  <a:pt x="1240458" y="93112"/>
                </a:lnTo>
                <a:lnTo>
                  <a:pt x="1240575" y="92345"/>
                </a:lnTo>
                <a:lnTo>
                  <a:pt x="1240699" y="91584"/>
                </a:lnTo>
                <a:lnTo>
                  <a:pt x="1240831" y="90829"/>
                </a:lnTo>
                <a:lnTo>
                  <a:pt x="1240969" y="90078"/>
                </a:lnTo>
                <a:lnTo>
                  <a:pt x="1241115" y="89333"/>
                </a:lnTo>
                <a:lnTo>
                  <a:pt x="1241268" y="88593"/>
                </a:lnTo>
                <a:lnTo>
                  <a:pt x="1241428" y="87858"/>
                </a:lnTo>
                <a:lnTo>
                  <a:pt x="1241595" y="87128"/>
                </a:lnTo>
                <a:lnTo>
                  <a:pt x="1241769" y="86405"/>
                </a:lnTo>
                <a:lnTo>
                  <a:pt x="1241951" y="85690"/>
                </a:lnTo>
                <a:lnTo>
                  <a:pt x="1242140" y="84982"/>
                </a:lnTo>
                <a:lnTo>
                  <a:pt x="1242337" y="84282"/>
                </a:lnTo>
                <a:lnTo>
                  <a:pt x="1242541" y="83589"/>
                </a:lnTo>
                <a:lnTo>
                  <a:pt x="1242752" y="82905"/>
                </a:lnTo>
                <a:lnTo>
                  <a:pt x="1242971" y="82227"/>
                </a:lnTo>
                <a:lnTo>
                  <a:pt x="1243198" y="81558"/>
                </a:lnTo>
                <a:lnTo>
                  <a:pt x="1243432" y="80896"/>
                </a:lnTo>
                <a:lnTo>
                  <a:pt x="1243674" y="80242"/>
                </a:lnTo>
                <a:lnTo>
                  <a:pt x="1243923" y="79595"/>
                </a:lnTo>
                <a:lnTo>
                  <a:pt x="1244179" y="78957"/>
                </a:lnTo>
                <a:lnTo>
                  <a:pt x="1244443" y="78326"/>
                </a:lnTo>
                <a:lnTo>
                  <a:pt x="1244715" y="77702"/>
                </a:lnTo>
                <a:lnTo>
                  <a:pt x="1244994" y="77086"/>
                </a:lnTo>
                <a:lnTo>
                  <a:pt x="1245280" y="76478"/>
                </a:lnTo>
                <a:lnTo>
                  <a:pt x="1245574" y="75878"/>
                </a:lnTo>
                <a:lnTo>
                  <a:pt x="1245876" y="75285"/>
                </a:lnTo>
                <a:lnTo>
                  <a:pt x="1246185" y="74700"/>
                </a:lnTo>
                <a:lnTo>
                  <a:pt x="1246501" y="74122"/>
                </a:lnTo>
                <a:lnTo>
                  <a:pt x="1246825" y="73552"/>
                </a:lnTo>
                <a:lnTo>
                  <a:pt x="1247156" y="72990"/>
                </a:lnTo>
                <a:lnTo>
                  <a:pt x="1247495" y="72436"/>
                </a:lnTo>
                <a:lnTo>
                  <a:pt x="1247841" y="71889"/>
                </a:lnTo>
                <a:lnTo>
                  <a:pt x="1248195" y="71351"/>
                </a:lnTo>
                <a:lnTo>
                  <a:pt x="1248557" y="70823"/>
                </a:lnTo>
                <a:lnTo>
                  <a:pt x="1248927" y="70305"/>
                </a:lnTo>
                <a:lnTo>
                  <a:pt x="1249306" y="69796"/>
                </a:lnTo>
                <a:lnTo>
                  <a:pt x="1249692" y="69298"/>
                </a:lnTo>
                <a:lnTo>
                  <a:pt x="1250086" y="68809"/>
                </a:lnTo>
                <a:lnTo>
                  <a:pt x="1250488" y="68331"/>
                </a:lnTo>
                <a:lnTo>
                  <a:pt x="1250899" y="67862"/>
                </a:lnTo>
                <a:lnTo>
                  <a:pt x="1251317" y="67403"/>
                </a:lnTo>
                <a:lnTo>
                  <a:pt x="1251743" y="66955"/>
                </a:lnTo>
                <a:lnTo>
                  <a:pt x="1252178" y="66516"/>
                </a:lnTo>
                <a:lnTo>
                  <a:pt x="1252620" y="66087"/>
                </a:lnTo>
                <a:lnTo>
                  <a:pt x="1253071" y="65668"/>
                </a:lnTo>
                <a:lnTo>
                  <a:pt x="1253529" y="65258"/>
                </a:lnTo>
                <a:lnTo>
                  <a:pt x="1253996" y="64859"/>
                </a:lnTo>
                <a:lnTo>
                  <a:pt x="1254471" y="64470"/>
                </a:lnTo>
                <a:lnTo>
                  <a:pt x="1254953" y="64090"/>
                </a:lnTo>
                <a:lnTo>
                  <a:pt x="1255444" y="63721"/>
                </a:lnTo>
                <a:lnTo>
                  <a:pt x="1255943" y="63361"/>
                </a:lnTo>
                <a:lnTo>
                  <a:pt x="1256450" y="63011"/>
                </a:lnTo>
                <a:lnTo>
                  <a:pt x="1256964" y="62671"/>
                </a:lnTo>
                <a:lnTo>
                  <a:pt x="1257487" y="62342"/>
                </a:lnTo>
                <a:lnTo>
                  <a:pt x="1258018" y="62022"/>
                </a:lnTo>
                <a:lnTo>
                  <a:pt x="1258557" y="61711"/>
                </a:lnTo>
                <a:lnTo>
                  <a:pt x="1259104" y="61413"/>
                </a:lnTo>
                <a:lnTo>
                  <a:pt x="1259659" y="61127"/>
                </a:lnTo>
                <a:lnTo>
                  <a:pt x="1260222" y="60853"/>
                </a:lnTo>
                <a:lnTo>
                  <a:pt x="1260793" y="60593"/>
                </a:lnTo>
                <a:lnTo>
                  <a:pt x="1261373" y="60345"/>
                </a:lnTo>
                <a:lnTo>
                  <a:pt x="1261960" y="60109"/>
                </a:lnTo>
                <a:lnTo>
                  <a:pt x="1262555" y="59887"/>
                </a:lnTo>
                <a:lnTo>
                  <a:pt x="1263158" y="59677"/>
                </a:lnTo>
                <a:lnTo>
                  <a:pt x="1263770" y="59480"/>
                </a:lnTo>
                <a:lnTo>
                  <a:pt x="1264389" y="59296"/>
                </a:lnTo>
                <a:lnTo>
                  <a:pt x="1265016" y="59124"/>
                </a:lnTo>
                <a:lnTo>
                  <a:pt x="1265652" y="58965"/>
                </a:lnTo>
                <a:lnTo>
                  <a:pt x="1266295" y="58819"/>
                </a:lnTo>
                <a:lnTo>
                  <a:pt x="1266947" y="58685"/>
                </a:lnTo>
                <a:lnTo>
                  <a:pt x="1267606" y="58565"/>
                </a:lnTo>
                <a:lnTo>
                  <a:pt x="1268274" y="58457"/>
                </a:lnTo>
                <a:lnTo>
                  <a:pt x="1268950" y="58361"/>
                </a:lnTo>
                <a:lnTo>
                  <a:pt x="1269633" y="58279"/>
                </a:lnTo>
                <a:lnTo>
                  <a:pt x="1270325" y="58209"/>
                </a:lnTo>
                <a:lnTo>
                  <a:pt x="1271025" y="58151"/>
                </a:lnTo>
                <a:lnTo>
                  <a:pt x="1271733" y="58107"/>
                </a:lnTo>
                <a:lnTo>
                  <a:pt x="1272448" y="58075"/>
                </a:lnTo>
                <a:lnTo>
                  <a:pt x="1273172" y="58056"/>
                </a:lnTo>
                <a:lnTo>
                  <a:pt x="1273904" y="58050"/>
                </a:lnTo>
                <a:lnTo>
                  <a:pt x="1274671" y="58055"/>
                </a:lnTo>
                <a:lnTo>
                  <a:pt x="1275429" y="58071"/>
                </a:lnTo>
                <a:lnTo>
                  <a:pt x="1276177" y="58098"/>
                </a:lnTo>
                <a:lnTo>
                  <a:pt x="1276915" y="58135"/>
                </a:lnTo>
                <a:lnTo>
                  <a:pt x="1277644" y="58183"/>
                </a:lnTo>
                <a:lnTo>
                  <a:pt x="1278364" y="58241"/>
                </a:lnTo>
                <a:lnTo>
                  <a:pt x="1279073" y="58311"/>
                </a:lnTo>
                <a:lnTo>
                  <a:pt x="1279774" y="58391"/>
                </a:lnTo>
                <a:lnTo>
                  <a:pt x="1280465" y="58481"/>
                </a:lnTo>
                <a:lnTo>
                  <a:pt x="1281146" y="58583"/>
                </a:lnTo>
                <a:lnTo>
                  <a:pt x="1281818" y="58694"/>
                </a:lnTo>
                <a:lnTo>
                  <a:pt x="1282480" y="58817"/>
                </a:lnTo>
                <a:lnTo>
                  <a:pt x="1283132" y="58950"/>
                </a:lnTo>
                <a:lnTo>
                  <a:pt x="1283776" y="59094"/>
                </a:lnTo>
                <a:lnTo>
                  <a:pt x="1284409" y="59249"/>
                </a:lnTo>
                <a:lnTo>
                  <a:pt x="1285033" y="59414"/>
                </a:lnTo>
                <a:lnTo>
                  <a:pt x="1285648" y="59590"/>
                </a:lnTo>
                <a:lnTo>
                  <a:pt x="1286253" y="59776"/>
                </a:lnTo>
                <a:lnTo>
                  <a:pt x="1286848" y="59973"/>
                </a:lnTo>
                <a:lnTo>
                  <a:pt x="1287434" y="60181"/>
                </a:lnTo>
                <a:lnTo>
                  <a:pt x="1288010" y="60400"/>
                </a:lnTo>
                <a:lnTo>
                  <a:pt x="1288577" y="60629"/>
                </a:lnTo>
                <a:lnTo>
                  <a:pt x="1289134" y="60869"/>
                </a:lnTo>
                <a:lnTo>
                  <a:pt x="1289682" y="61119"/>
                </a:lnTo>
                <a:lnTo>
                  <a:pt x="1290221" y="61378"/>
                </a:lnTo>
                <a:lnTo>
                  <a:pt x="1290752" y="61644"/>
                </a:lnTo>
                <a:lnTo>
                  <a:pt x="1291276" y="61917"/>
                </a:lnTo>
                <a:lnTo>
                  <a:pt x="1291791" y="62196"/>
                </a:lnTo>
                <a:lnTo>
                  <a:pt x="1292299" y="62482"/>
                </a:lnTo>
                <a:lnTo>
                  <a:pt x="1292799" y="62775"/>
                </a:lnTo>
                <a:lnTo>
                  <a:pt x="1293291" y="63074"/>
                </a:lnTo>
                <a:lnTo>
                  <a:pt x="1293775" y="63381"/>
                </a:lnTo>
                <a:lnTo>
                  <a:pt x="1294251" y="63694"/>
                </a:lnTo>
                <a:lnTo>
                  <a:pt x="1294719" y="64013"/>
                </a:lnTo>
                <a:lnTo>
                  <a:pt x="1295180" y="64340"/>
                </a:lnTo>
                <a:lnTo>
                  <a:pt x="1295632" y="64673"/>
                </a:lnTo>
                <a:lnTo>
                  <a:pt x="1296077" y="65013"/>
                </a:lnTo>
                <a:lnTo>
                  <a:pt x="1296514" y="65360"/>
                </a:lnTo>
                <a:lnTo>
                  <a:pt x="1296943" y="65713"/>
                </a:lnTo>
                <a:lnTo>
                  <a:pt x="1297365" y="66073"/>
                </a:lnTo>
                <a:lnTo>
                  <a:pt x="1297778" y="66440"/>
                </a:lnTo>
                <a:lnTo>
                  <a:pt x="1298184" y="66814"/>
                </a:lnTo>
                <a:lnTo>
                  <a:pt x="1298581" y="67194"/>
                </a:lnTo>
                <a:lnTo>
                  <a:pt x="1298971" y="67581"/>
                </a:lnTo>
                <a:lnTo>
                  <a:pt x="1299353" y="67975"/>
                </a:lnTo>
                <a:lnTo>
                  <a:pt x="1299727" y="68375"/>
                </a:lnTo>
                <a:lnTo>
                  <a:pt x="1300094" y="68783"/>
                </a:lnTo>
                <a:lnTo>
                  <a:pt x="1300452" y="69196"/>
                </a:lnTo>
                <a:lnTo>
                  <a:pt x="1300803" y="69615"/>
                </a:lnTo>
                <a:lnTo>
                  <a:pt x="1301149" y="70038"/>
                </a:lnTo>
                <a:lnTo>
                  <a:pt x="1301488" y="70463"/>
                </a:lnTo>
                <a:lnTo>
                  <a:pt x="1301821" y="70891"/>
                </a:lnTo>
                <a:lnTo>
                  <a:pt x="1302147" y="71323"/>
                </a:lnTo>
                <a:lnTo>
                  <a:pt x="1302468" y="71758"/>
                </a:lnTo>
                <a:lnTo>
                  <a:pt x="1302782" y="72196"/>
                </a:lnTo>
                <a:lnTo>
                  <a:pt x="1303091" y="72637"/>
                </a:lnTo>
                <a:lnTo>
                  <a:pt x="1303393" y="73081"/>
                </a:lnTo>
                <a:lnTo>
                  <a:pt x="1303689" y="73529"/>
                </a:lnTo>
                <a:lnTo>
                  <a:pt x="1303978" y="73979"/>
                </a:lnTo>
                <a:lnTo>
                  <a:pt x="1304262" y="74433"/>
                </a:lnTo>
                <a:lnTo>
                  <a:pt x="1304539" y="74890"/>
                </a:lnTo>
                <a:lnTo>
                  <a:pt x="1304810" y="75351"/>
                </a:lnTo>
                <a:lnTo>
                  <a:pt x="1305075" y="75814"/>
                </a:lnTo>
                <a:lnTo>
                  <a:pt x="1305334" y="76281"/>
                </a:lnTo>
                <a:lnTo>
                  <a:pt x="1305587" y="76750"/>
                </a:lnTo>
                <a:lnTo>
                  <a:pt x="1305834" y="77223"/>
                </a:lnTo>
                <a:lnTo>
                  <a:pt x="1306074" y="77700"/>
                </a:lnTo>
                <a:lnTo>
                  <a:pt x="1306308" y="78179"/>
                </a:lnTo>
                <a:lnTo>
                  <a:pt x="1306536" y="78661"/>
                </a:lnTo>
                <a:lnTo>
                  <a:pt x="1306758" y="79147"/>
                </a:lnTo>
                <a:lnTo>
                  <a:pt x="1306974" y="79636"/>
                </a:lnTo>
                <a:lnTo>
                  <a:pt x="1307183" y="80128"/>
                </a:lnTo>
                <a:lnTo>
                  <a:pt x="1307388" y="80621"/>
                </a:lnTo>
                <a:lnTo>
                  <a:pt x="1307399" y="80648"/>
                </a:lnTo>
                <a:lnTo>
                  <a:pt x="1307399" y="135180"/>
                </a:lnTo>
                <a:lnTo>
                  <a:pt x="1307123" y="135748"/>
                </a:lnTo>
                <a:lnTo>
                  <a:pt x="1306811" y="136371"/>
                </a:lnTo>
                <a:lnTo>
                  <a:pt x="1306490" y="136990"/>
                </a:lnTo>
                <a:lnTo>
                  <a:pt x="1306160" y="137603"/>
                </a:lnTo>
                <a:lnTo>
                  <a:pt x="1305822" y="138212"/>
                </a:lnTo>
                <a:close/>
                <a:moveTo>
                  <a:pt x="1443089" y="96215"/>
                </a:moveTo>
                <a:lnTo>
                  <a:pt x="1443042" y="95269"/>
                </a:lnTo>
                <a:lnTo>
                  <a:pt x="1442985" y="94330"/>
                </a:lnTo>
                <a:lnTo>
                  <a:pt x="1442917" y="93399"/>
                </a:lnTo>
                <a:lnTo>
                  <a:pt x="1442838" y="92474"/>
                </a:lnTo>
                <a:lnTo>
                  <a:pt x="1442749" y="91556"/>
                </a:lnTo>
                <a:lnTo>
                  <a:pt x="1442650" y="90645"/>
                </a:lnTo>
                <a:lnTo>
                  <a:pt x="1442540" y="89741"/>
                </a:lnTo>
                <a:lnTo>
                  <a:pt x="1442419" y="88844"/>
                </a:lnTo>
                <a:lnTo>
                  <a:pt x="1442288" y="87954"/>
                </a:lnTo>
                <a:lnTo>
                  <a:pt x="1442147" y="87070"/>
                </a:lnTo>
                <a:lnTo>
                  <a:pt x="1441995" y="86194"/>
                </a:lnTo>
                <a:lnTo>
                  <a:pt x="1441833" y="85324"/>
                </a:lnTo>
                <a:lnTo>
                  <a:pt x="1441660" y="84462"/>
                </a:lnTo>
                <a:lnTo>
                  <a:pt x="1441477" y="83606"/>
                </a:lnTo>
                <a:lnTo>
                  <a:pt x="1441283" y="82757"/>
                </a:lnTo>
                <a:lnTo>
                  <a:pt x="1441079" y="81915"/>
                </a:lnTo>
                <a:lnTo>
                  <a:pt x="1440864" y="81080"/>
                </a:lnTo>
                <a:lnTo>
                  <a:pt x="1440639" y="80252"/>
                </a:lnTo>
                <a:lnTo>
                  <a:pt x="1440404" y="79431"/>
                </a:lnTo>
                <a:lnTo>
                  <a:pt x="1440158" y="78617"/>
                </a:lnTo>
                <a:lnTo>
                  <a:pt x="1439901" y="77810"/>
                </a:lnTo>
                <a:lnTo>
                  <a:pt x="1439635" y="77013"/>
                </a:lnTo>
                <a:lnTo>
                  <a:pt x="1439358" y="76225"/>
                </a:lnTo>
                <a:lnTo>
                  <a:pt x="1439072" y="75445"/>
                </a:lnTo>
                <a:lnTo>
                  <a:pt x="1438775" y="74675"/>
                </a:lnTo>
                <a:lnTo>
                  <a:pt x="1438468" y="73913"/>
                </a:lnTo>
                <a:lnTo>
                  <a:pt x="1438151" y="73161"/>
                </a:lnTo>
                <a:lnTo>
                  <a:pt x="1437824" y="72417"/>
                </a:lnTo>
                <a:lnTo>
                  <a:pt x="1437487" y="71682"/>
                </a:lnTo>
                <a:lnTo>
                  <a:pt x="1437140" y="70957"/>
                </a:lnTo>
                <a:lnTo>
                  <a:pt x="1436782" y="70240"/>
                </a:lnTo>
                <a:lnTo>
                  <a:pt x="1436415" y="69532"/>
                </a:lnTo>
                <a:lnTo>
                  <a:pt x="1436038" y="68833"/>
                </a:lnTo>
                <a:lnTo>
                  <a:pt x="1435650" y="68144"/>
                </a:lnTo>
                <a:lnTo>
                  <a:pt x="1435252" y="67463"/>
                </a:lnTo>
                <a:lnTo>
                  <a:pt x="1434844" y="66791"/>
                </a:lnTo>
                <a:lnTo>
                  <a:pt x="1434427" y="66128"/>
                </a:lnTo>
                <a:lnTo>
                  <a:pt x="1433999" y="65474"/>
                </a:lnTo>
                <a:lnTo>
                  <a:pt x="1433560" y="64829"/>
                </a:lnTo>
                <a:lnTo>
                  <a:pt x="1433112" y="64193"/>
                </a:lnTo>
                <a:lnTo>
                  <a:pt x="1432654" y="63566"/>
                </a:lnTo>
                <a:lnTo>
                  <a:pt x="1432186" y="62948"/>
                </a:lnTo>
                <a:lnTo>
                  <a:pt x="1431707" y="62339"/>
                </a:lnTo>
                <a:lnTo>
                  <a:pt x="1431219" y="61738"/>
                </a:lnTo>
                <a:lnTo>
                  <a:pt x="1430720" y="61148"/>
                </a:lnTo>
                <a:lnTo>
                  <a:pt x="1430213" y="60569"/>
                </a:lnTo>
                <a:lnTo>
                  <a:pt x="1429696" y="60002"/>
                </a:lnTo>
                <a:lnTo>
                  <a:pt x="1429171" y="59445"/>
                </a:lnTo>
                <a:lnTo>
                  <a:pt x="1428636" y="58900"/>
                </a:lnTo>
                <a:lnTo>
                  <a:pt x="1428092" y="58366"/>
                </a:lnTo>
                <a:lnTo>
                  <a:pt x="1427539" y="57843"/>
                </a:lnTo>
                <a:lnTo>
                  <a:pt x="1426976" y="57331"/>
                </a:lnTo>
                <a:lnTo>
                  <a:pt x="1426405" y="56830"/>
                </a:lnTo>
                <a:lnTo>
                  <a:pt x="1425824" y="56341"/>
                </a:lnTo>
                <a:lnTo>
                  <a:pt x="1425234" y="55863"/>
                </a:lnTo>
                <a:lnTo>
                  <a:pt x="1424635" y="55396"/>
                </a:lnTo>
                <a:lnTo>
                  <a:pt x="1424027" y="54940"/>
                </a:lnTo>
                <a:lnTo>
                  <a:pt x="1423410" y="54496"/>
                </a:lnTo>
                <a:lnTo>
                  <a:pt x="1422784" y="54062"/>
                </a:lnTo>
                <a:lnTo>
                  <a:pt x="1422148" y="53640"/>
                </a:lnTo>
                <a:lnTo>
                  <a:pt x="1421503" y="53229"/>
                </a:lnTo>
                <a:lnTo>
                  <a:pt x="1420849" y="52829"/>
                </a:lnTo>
                <a:lnTo>
                  <a:pt x="1420186" y="52441"/>
                </a:lnTo>
                <a:lnTo>
                  <a:pt x="1419514" y="52063"/>
                </a:lnTo>
                <a:lnTo>
                  <a:pt x="1418832" y="51697"/>
                </a:lnTo>
                <a:lnTo>
                  <a:pt x="1418142" y="51342"/>
                </a:lnTo>
                <a:lnTo>
                  <a:pt x="1417442" y="50998"/>
                </a:lnTo>
                <a:lnTo>
                  <a:pt x="1416733" y="50666"/>
                </a:lnTo>
                <a:lnTo>
                  <a:pt x="1416015" y="50345"/>
                </a:lnTo>
                <a:lnTo>
                  <a:pt x="1415289" y="50039"/>
                </a:lnTo>
                <a:lnTo>
                  <a:pt x="1414553" y="49746"/>
                </a:lnTo>
                <a:lnTo>
                  <a:pt x="1413809" y="49466"/>
                </a:lnTo>
                <a:lnTo>
                  <a:pt x="1413056" y="49201"/>
                </a:lnTo>
                <a:lnTo>
                  <a:pt x="1412294" y="48949"/>
                </a:lnTo>
                <a:lnTo>
                  <a:pt x="1411523" y="48710"/>
                </a:lnTo>
                <a:lnTo>
                  <a:pt x="1410744" y="48485"/>
                </a:lnTo>
                <a:lnTo>
                  <a:pt x="1409956" y="48274"/>
                </a:lnTo>
                <a:lnTo>
                  <a:pt x="1409159" y="48077"/>
                </a:lnTo>
                <a:lnTo>
                  <a:pt x="1408353" y="47893"/>
                </a:lnTo>
                <a:lnTo>
                  <a:pt x="1407538" y="47722"/>
                </a:lnTo>
                <a:lnTo>
                  <a:pt x="1406715" y="47566"/>
                </a:lnTo>
                <a:lnTo>
                  <a:pt x="1405883" y="47423"/>
                </a:lnTo>
                <a:lnTo>
                  <a:pt x="1405042" y="47293"/>
                </a:lnTo>
                <a:lnTo>
                  <a:pt x="1404192" y="47177"/>
                </a:lnTo>
                <a:lnTo>
                  <a:pt x="1403334" y="47075"/>
                </a:lnTo>
                <a:lnTo>
                  <a:pt x="1402466" y="46987"/>
                </a:lnTo>
                <a:lnTo>
                  <a:pt x="1401590" y="46912"/>
                </a:lnTo>
                <a:lnTo>
                  <a:pt x="1400705" y="46850"/>
                </a:lnTo>
                <a:lnTo>
                  <a:pt x="1399812" y="46803"/>
                </a:lnTo>
                <a:lnTo>
                  <a:pt x="1398909" y="46769"/>
                </a:lnTo>
                <a:lnTo>
                  <a:pt x="1397998" y="46748"/>
                </a:lnTo>
                <a:lnTo>
                  <a:pt x="1397078" y="46741"/>
                </a:lnTo>
                <a:lnTo>
                  <a:pt x="1396245" y="46748"/>
                </a:lnTo>
                <a:lnTo>
                  <a:pt x="1395416" y="46770"/>
                </a:lnTo>
                <a:lnTo>
                  <a:pt x="1394590" y="46805"/>
                </a:lnTo>
                <a:lnTo>
                  <a:pt x="1393768" y="46855"/>
                </a:lnTo>
                <a:lnTo>
                  <a:pt x="1392949" y="46919"/>
                </a:lnTo>
                <a:lnTo>
                  <a:pt x="1392134" y="46997"/>
                </a:lnTo>
                <a:lnTo>
                  <a:pt x="1391322" y="47089"/>
                </a:lnTo>
                <a:lnTo>
                  <a:pt x="1390514" y="47196"/>
                </a:lnTo>
                <a:lnTo>
                  <a:pt x="1389710" y="47317"/>
                </a:lnTo>
                <a:lnTo>
                  <a:pt x="1388909" y="47452"/>
                </a:lnTo>
                <a:lnTo>
                  <a:pt x="1388112" y="47601"/>
                </a:lnTo>
                <a:lnTo>
                  <a:pt x="1387318" y="47764"/>
                </a:lnTo>
                <a:lnTo>
                  <a:pt x="1386528" y="47942"/>
                </a:lnTo>
                <a:lnTo>
                  <a:pt x="1385741" y="48134"/>
                </a:lnTo>
                <a:lnTo>
                  <a:pt x="1384958" y="48340"/>
                </a:lnTo>
                <a:lnTo>
                  <a:pt x="1384178" y="48560"/>
                </a:lnTo>
                <a:lnTo>
                  <a:pt x="1383402" y="48795"/>
                </a:lnTo>
                <a:lnTo>
                  <a:pt x="1382630" y="49043"/>
                </a:lnTo>
                <a:lnTo>
                  <a:pt x="1381861" y="49306"/>
                </a:lnTo>
                <a:lnTo>
                  <a:pt x="1381095" y="49583"/>
                </a:lnTo>
                <a:lnTo>
                  <a:pt x="1380333" y="49875"/>
                </a:lnTo>
                <a:lnTo>
                  <a:pt x="1379575" y="50180"/>
                </a:lnTo>
                <a:lnTo>
                  <a:pt x="1378820" y="50500"/>
                </a:lnTo>
                <a:lnTo>
                  <a:pt x="1378069" y="50834"/>
                </a:lnTo>
                <a:lnTo>
                  <a:pt x="1377323" y="51181"/>
                </a:lnTo>
                <a:lnTo>
                  <a:pt x="1376585" y="51542"/>
                </a:lnTo>
                <a:lnTo>
                  <a:pt x="1375853" y="51915"/>
                </a:lnTo>
                <a:lnTo>
                  <a:pt x="1375128" y="52301"/>
                </a:lnTo>
                <a:lnTo>
                  <a:pt x="1374411" y="52700"/>
                </a:lnTo>
                <a:lnTo>
                  <a:pt x="1373701" y="53112"/>
                </a:lnTo>
                <a:lnTo>
                  <a:pt x="1372997" y="53537"/>
                </a:lnTo>
                <a:lnTo>
                  <a:pt x="1372301" y="53975"/>
                </a:lnTo>
                <a:lnTo>
                  <a:pt x="1371612" y="54426"/>
                </a:lnTo>
                <a:lnTo>
                  <a:pt x="1370930" y="54889"/>
                </a:lnTo>
                <a:lnTo>
                  <a:pt x="1370256" y="55366"/>
                </a:lnTo>
                <a:lnTo>
                  <a:pt x="1369588" y="55855"/>
                </a:lnTo>
                <a:lnTo>
                  <a:pt x="1368927" y="56358"/>
                </a:lnTo>
                <a:lnTo>
                  <a:pt x="1368274" y="56873"/>
                </a:lnTo>
                <a:lnTo>
                  <a:pt x="1367627" y="57401"/>
                </a:lnTo>
                <a:lnTo>
                  <a:pt x="1366988" y="57942"/>
                </a:lnTo>
                <a:lnTo>
                  <a:pt x="1366356" y="58496"/>
                </a:lnTo>
                <a:lnTo>
                  <a:pt x="1365731" y="59063"/>
                </a:lnTo>
                <a:lnTo>
                  <a:pt x="1365113" y="59642"/>
                </a:lnTo>
                <a:lnTo>
                  <a:pt x="1364502" y="60235"/>
                </a:lnTo>
                <a:lnTo>
                  <a:pt x="1363898" y="60841"/>
                </a:lnTo>
                <a:lnTo>
                  <a:pt x="1363302" y="61459"/>
                </a:lnTo>
                <a:lnTo>
                  <a:pt x="1362712" y="62090"/>
                </a:lnTo>
                <a:lnTo>
                  <a:pt x="1362130" y="62735"/>
                </a:lnTo>
                <a:lnTo>
                  <a:pt x="1361556" y="63391"/>
                </a:lnTo>
                <a:lnTo>
                  <a:pt x="1360992" y="64057"/>
                </a:lnTo>
                <a:lnTo>
                  <a:pt x="1360439" y="64735"/>
                </a:lnTo>
                <a:lnTo>
                  <a:pt x="1359895" y="65423"/>
                </a:lnTo>
                <a:lnTo>
                  <a:pt x="1359362" y="66121"/>
                </a:lnTo>
                <a:lnTo>
                  <a:pt x="1358838" y="66830"/>
                </a:lnTo>
                <a:lnTo>
                  <a:pt x="1358325" y="67550"/>
                </a:lnTo>
                <a:lnTo>
                  <a:pt x="1357822" y="68281"/>
                </a:lnTo>
                <a:lnTo>
                  <a:pt x="1357329" y="69022"/>
                </a:lnTo>
                <a:lnTo>
                  <a:pt x="1356846" y="69774"/>
                </a:lnTo>
                <a:lnTo>
                  <a:pt x="1356373" y="70537"/>
                </a:lnTo>
                <a:lnTo>
                  <a:pt x="1355910" y="71310"/>
                </a:lnTo>
                <a:lnTo>
                  <a:pt x="1355458" y="72094"/>
                </a:lnTo>
                <a:lnTo>
                  <a:pt x="1355015" y="72889"/>
                </a:lnTo>
                <a:lnTo>
                  <a:pt x="1354582" y="73694"/>
                </a:lnTo>
                <a:lnTo>
                  <a:pt x="1354160" y="74510"/>
                </a:lnTo>
                <a:lnTo>
                  <a:pt x="1353748" y="75336"/>
                </a:lnTo>
                <a:lnTo>
                  <a:pt x="1353346" y="76173"/>
                </a:lnTo>
                <a:lnTo>
                  <a:pt x="1352954" y="77021"/>
                </a:lnTo>
                <a:lnTo>
                  <a:pt x="1352572" y="77880"/>
                </a:lnTo>
                <a:lnTo>
                  <a:pt x="1352200" y="78749"/>
                </a:lnTo>
                <a:lnTo>
                  <a:pt x="1351838" y="79629"/>
                </a:lnTo>
                <a:lnTo>
                  <a:pt x="1351486" y="80519"/>
                </a:lnTo>
                <a:lnTo>
                  <a:pt x="1351145" y="81420"/>
                </a:lnTo>
                <a:lnTo>
                  <a:pt x="1350815" y="82331"/>
                </a:lnTo>
                <a:lnTo>
                  <a:pt x="1350499" y="83251"/>
                </a:lnTo>
                <a:lnTo>
                  <a:pt x="1350198" y="84180"/>
                </a:lnTo>
                <a:lnTo>
                  <a:pt x="1349910" y="85118"/>
                </a:lnTo>
                <a:lnTo>
                  <a:pt x="1349637" y="86065"/>
                </a:lnTo>
                <a:lnTo>
                  <a:pt x="1349378" y="87021"/>
                </a:lnTo>
                <a:lnTo>
                  <a:pt x="1349132" y="87985"/>
                </a:lnTo>
                <a:lnTo>
                  <a:pt x="1348901" y="88959"/>
                </a:lnTo>
                <a:lnTo>
                  <a:pt x="1348683" y="89942"/>
                </a:lnTo>
                <a:lnTo>
                  <a:pt x="1348480" y="90934"/>
                </a:lnTo>
                <a:lnTo>
                  <a:pt x="1348291" y="91934"/>
                </a:lnTo>
                <a:lnTo>
                  <a:pt x="1348115" y="92944"/>
                </a:lnTo>
                <a:lnTo>
                  <a:pt x="1347954" y="93963"/>
                </a:lnTo>
                <a:lnTo>
                  <a:pt x="1347807" y="94990"/>
                </a:lnTo>
                <a:lnTo>
                  <a:pt x="1347674" y="96027"/>
                </a:lnTo>
                <a:lnTo>
                  <a:pt x="1347555" y="97073"/>
                </a:lnTo>
                <a:lnTo>
                  <a:pt x="1347449" y="98127"/>
                </a:lnTo>
                <a:lnTo>
                  <a:pt x="1347358" y="99191"/>
                </a:lnTo>
                <a:lnTo>
                  <a:pt x="1347281" y="100263"/>
                </a:lnTo>
                <a:lnTo>
                  <a:pt x="1347218" y="101345"/>
                </a:lnTo>
                <a:lnTo>
                  <a:pt x="1347169" y="102435"/>
                </a:lnTo>
                <a:lnTo>
                  <a:pt x="1347134" y="103534"/>
                </a:lnTo>
                <a:lnTo>
                  <a:pt x="1347113" y="104643"/>
                </a:lnTo>
                <a:lnTo>
                  <a:pt x="1347106" y="105760"/>
                </a:lnTo>
                <a:lnTo>
                  <a:pt x="1347106" y="110391"/>
                </a:lnTo>
                <a:lnTo>
                  <a:pt x="1347113" y="111429"/>
                </a:lnTo>
                <a:lnTo>
                  <a:pt x="1347133" y="112460"/>
                </a:lnTo>
                <a:lnTo>
                  <a:pt x="1347166" y="113483"/>
                </a:lnTo>
                <a:lnTo>
                  <a:pt x="1347214" y="114500"/>
                </a:lnTo>
                <a:lnTo>
                  <a:pt x="1347274" y="115510"/>
                </a:lnTo>
                <a:lnTo>
                  <a:pt x="1347348" y="116513"/>
                </a:lnTo>
                <a:lnTo>
                  <a:pt x="1347436" y="117509"/>
                </a:lnTo>
                <a:lnTo>
                  <a:pt x="1347537" y="118499"/>
                </a:lnTo>
                <a:lnTo>
                  <a:pt x="1347651" y="119481"/>
                </a:lnTo>
                <a:lnTo>
                  <a:pt x="1347779" y="120456"/>
                </a:lnTo>
                <a:lnTo>
                  <a:pt x="1347920" y="121425"/>
                </a:lnTo>
                <a:lnTo>
                  <a:pt x="1348075" y="122386"/>
                </a:lnTo>
                <a:lnTo>
                  <a:pt x="1348243" y="123341"/>
                </a:lnTo>
                <a:lnTo>
                  <a:pt x="1348425" y="124289"/>
                </a:lnTo>
                <a:lnTo>
                  <a:pt x="1348620" y="125229"/>
                </a:lnTo>
                <a:lnTo>
                  <a:pt x="1348829" y="126163"/>
                </a:lnTo>
                <a:lnTo>
                  <a:pt x="1349051" y="127090"/>
                </a:lnTo>
                <a:lnTo>
                  <a:pt x="1349287" y="128010"/>
                </a:lnTo>
                <a:lnTo>
                  <a:pt x="1349536" y="128923"/>
                </a:lnTo>
                <a:lnTo>
                  <a:pt x="1349798" y="129829"/>
                </a:lnTo>
                <a:lnTo>
                  <a:pt x="1350074" y="130729"/>
                </a:lnTo>
                <a:lnTo>
                  <a:pt x="1350364" y="131621"/>
                </a:lnTo>
                <a:lnTo>
                  <a:pt x="1350667" y="132506"/>
                </a:lnTo>
                <a:lnTo>
                  <a:pt x="1350983" y="133385"/>
                </a:lnTo>
                <a:lnTo>
                  <a:pt x="1351311" y="134255"/>
                </a:lnTo>
                <a:lnTo>
                  <a:pt x="1351651" y="135115"/>
                </a:lnTo>
                <a:lnTo>
                  <a:pt x="1352001" y="135966"/>
                </a:lnTo>
                <a:lnTo>
                  <a:pt x="1352362" y="136806"/>
                </a:lnTo>
                <a:lnTo>
                  <a:pt x="1352734" y="137636"/>
                </a:lnTo>
                <a:lnTo>
                  <a:pt x="1353117" y="138457"/>
                </a:lnTo>
                <a:lnTo>
                  <a:pt x="1353510" y="139268"/>
                </a:lnTo>
                <a:lnTo>
                  <a:pt x="1353915" y="140068"/>
                </a:lnTo>
                <a:lnTo>
                  <a:pt x="1354330" y="140859"/>
                </a:lnTo>
                <a:lnTo>
                  <a:pt x="1354756" y="141640"/>
                </a:lnTo>
                <a:lnTo>
                  <a:pt x="1355193" y="142411"/>
                </a:lnTo>
                <a:lnTo>
                  <a:pt x="1355641" y="143172"/>
                </a:lnTo>
                <a:lnTo>
                  <a:pt x="1356100" y="143923"/>
                </a:lnTo>
                <a:lnTo>
                  <a:pt x="1356569" y="144665"/>
                </a:lnTo>
                <a:lnTo>
                  <a:pt x="1357049" y="145396"/>
                </a:lnTo>
                <a:lnTo>
                  <a:pt x="1357541" y="146117"/>
                </a:lnTo>
                <a:lnTo>
                  <a:pt x="1358043" y="146829"/>
                </a:lnTo>
                <a:lnTo>
                  <a:pt x="1358556" y="147531"/>
                </a:lnTo>
                <a:lnTo>
                  <a:pt x="1359079" y="148222"/>
                </a:lnTo>
                <a:lnTo>
                  <a:pt x="1359614" y="148904"/>
                </a:lnTo>
                <a:lnTo>
                  <a:pt x="1360159" y="149576"/>
                </a:lnTo>
                <a:lnTo>
                  <a:pt x="1360716" y="150238"/>
                </a:lnTo>
                <a:lnTo>
                  <a:pt x="1361283" y="150890"/>
                </a:lnTo>
                <a:lnTo>
                  <a:pt x="1361861" y="151532"/>
                </a:lnTo>
                <a:lnTo>
                  <a:pt x="1362448" y="152163"/>
                </a:lnTo>
                <a:lnTo>
                  <a:pt x="1363045" y="152783"/>
                </a:lnTo>
                <a:lnTo>
                  <a:pt x="1363651" y="153390"/>
                </a:lnTo>
                <a:lnTo>
                  <a:pt x="1364266" y="153985"/>
                </a:lnTo>
                <a:lnTo>
                  <a:pt x="1364890" y="154569"/>
                </a:lnTo>
                <a:lnTo>
                  <a:pt x="1365522" y="155140"/>
                </a:lnTo>
                <a:lnTo>
                  <a:pt x="1366164" y="155700"/>
                </a:lnTo>
                <a:lnTo>
                  <a:pt x="1366815" y="156247"/>
                </a:lnTo>
                <a:lnTo>
                  <a:pt x="1367474" y="156783"/>
                </a:lnTo>
                <a:lnTo>
                  <a:pt x="1368143" y="157306"/>
                </a:lnTo>
                <a:lnTo>
                  <a:pt x="1368821" y="157818"/>
                </a:lnTo>
                <a:lnTo>
                  <a:pt x="1369507" y="158317"/>
                </a:lnTo>
                <a:lnTo>
                  <a:pt x="1370203" y="158805"/>
                </a:lnTo>
                <a:lnTo>
                  <a:pt x="1370907" y="159281"/>
                </a:lnTo>
                <a:lnTo>
                  <a:pt x="1371621" y="159744"/>
                </a:lnTo>
                <a:lnTo>
                  <a:pt x="1372343" y="160196"/>
                </a:lnTo>
                <a:lnTo>
                  <a:pt x="1373075" y="160636"/>
                </a:lnTo>
                <a:lnTo>
                  <a:pt x="1373815" y="161064"/>
                </a:lnTo>
                <a:lnTo>
                  <a:pt x="1374565" y="161479"/>
                </a:lnTo>
                <a:lnTo>
                  <a:pt x="1375323" y="161883"/>
                </a:lnTo>
                <a:lnTo>
                  <a:pt x="1376090" y="162275"/>
                </a:lnTo>
                <a:lnTo>
                  <a:pt x="1376867" y="162655"/>
                </a:lnTo>
                <a:lnTo>
                  <a:pt x="1377652" y="163023"/>
                </a:lnTo>
                <a:lnTo>
                  <a:pt x="1378446" y="163379"/>
                </a:lnTo>
                <a:lnTo>
                  <a:pt x="1379248" y="163722"/>
                </a:lnTo>
                <a:lnTo>
                  <a:pt x="1380056" y="164050"/>
                </a:lnTo>
                <a:lnTo>
                  <a:pt x="1380871" y="164364"/>
                </a:lnTo>
                <a:lnTo>
                  <a:pt x="1381692" y="164663"/>
                </a:lnTo>
                <a:lnTo>
                  <a:pt x="1382519" y="164947"/>
                </a:lnTo>
                <a:lnTo>
                  <a:pt x="1383353" y="165217"/>
                </a:lnTo>
                <a:lnTo>
                  <a:pt x="1384193" y="165472"/>
                </a:lnTo>
                <a:lnTo>
                  <a:pt x="1385040" y="165713"/>
                </a:lnTo>
                <a:lnTo>
                  <a:pt x="1385893" y="165939"/>
                </a:lnTo>
                <a:lnTo>
                  <a:pt x="1386752" y="166150"/>
                </a:lnTo>
                <a:lnTo>
                  <a:pt x="1387617" y="166347"/>
                </a:lnTo>
                <a:lnTo>
                  <a:pt x="1388489" y="166529"/>
                </a:lnTo>
                <a:lnTo>
                  <a:pt x="1389367" y="166697"/>
                </a:lnTo>
                <a:lnTo>
                  <a:pt x="1390252" y="166850"/>
                </a:lnTo>
                <a:lnTo>
                  <a:pt x="1391143" y="166989"/>
                </a:lnTo>
                <a:lnTo>
                  <a:pt x="1392040" y="167113"/>
                </a:lnTo>
                <a:lnTo>
                  <a:pt x="1392944" y="167222"/>
                </a:lnTo>
                <a:lnTo>
                  <a:pt x="1393854" y="167317"/>
                </a:lnTo>
                <a:lnTo>
                  <a:pt x="1394770" y="167397"/>
                </a:lnTo>
                <a:lnTo>
                  <a:pt x="1395693" y="167463"/>
                </a:lnTo>
                <a:lnTo>
                  <a:pt x="1396622" y="167514"/>
                </a:lnTo>
                <a:lnTo>
                  <a:pt x="1397557" y="167550"/>
                </a:lnTo>
                <a:lnTo>
                  <a:pt x="1398499" y="167572"/>
                </a:lnTo>
                <a:lnTo>
                  <a:pt x="1399447" y="167579"/>
                </a:lnTo>
                <a:lnTo>
                  <a:pt x="1400314" y="167574"/>
                </a:lnTo>
                <a:lnTo>
                  <a:pt x="1401171" y="167560"/>
                </a:lnTo>
                <a:lnTo>
                  <a:pt x="1402019" y="167535"/>
                </a:lnTo>
                <a:lnTo>
                  <a:pt x="1402858" y="167500"/>
                </a:lnTo>
                <a:lnTo>
                  <a:pt x="1403688" y="167455"/>
                </a:lnTo>
                <a:lnTo>
                  <a:pt x="1404509" y="167401"/>
                </a:lnTo>
                <a:lnTo>
                  <a:pt x="1405322" y="167337"/>
                </a:lnTo>
                <a:lnTo>
                  <a:pt x="1406125" y="167262"/>
                </a:lnTo>
                <a:lnTo>
                  <a:pt x="1406919" y="167178"/>
                </a:lnTo>
                <a:lnTo>
                  <a:pt x="1407704" y="167084"/>
                </a:lnTo>
                <a:lnTo>
                  <a:pt x="1408481" y="166980"/>
                </a:lnTo>
                <a:lnTo>
                  <a:pt x="1409248" y="166866"/>
                </a:lnTo>
                <a:lnTo>
                  <a:pt x="1410006" y="166742"/>
                </a:lnTo>
                <a:lnTo>
                  <a:pt x="1410756" y="166608"/>
                </a:lnTo>
                <a:lnTo>
                  <a:pt x="1411496" y="166464"/>
                </a:lnTo>
                <a:lnTo>
                  <a:pt x="1412228" y="166311"/>
                </a:lnTo>
                <a:lnTo>
                  <a:pt x="1412950" y="166147"/>
                </a:lnTo>
                <a:lnTo>
                  <a:pt x="1413664" y="165974"/>
                </a:lnTo>
                <a:lnTo>
                  <a:pt x="1414368" y="165791"/>
                </a:lnTo>
                <a:lnTo>
                  <a:pt x="1415064" y="165597"/>
                </a:lnTo>
                <a:lnTo>
                  <a:pt x="1415750" y="165394"/>
                </a:lnTo>
                <a:lnTo>
                  <a:pt x="1416428" y="165181"/>
                </a:lnTo>
                <a:lnTo>
                  <a:pt x="1417097" y="164958"/>
                </a:lnTo>
                <a:lnTo>
                  <a:pt x="1417756" y="164725"/>
                </a:lnTo>
                <a:lnTo>
                  <a:pt x="1418407" y="164484"/>
                </a:lnTo>
                <a:lnTo>
                  <a:pt x="1419051" y="164237"/>
                </a:lnTo>
                <a:lnTo>
                  <a:pt x="1419686" y="163983"/>
                </a:lnTo>
                <a:lnTo>
                  <a:pt x="1420314" y="163723"/>
                </a:lnTo>
                <a:lnTo>
                  <a:pt x="1420934" y="163457"/>
                </a:lnTo>
                <a:lnTo>
                  <a:pt x="1421546" y="163184"/>
                </a:lnTo>
                <a:lnTo>
                  <a:pt x="1422150" y="162905"/>
                </a:lnTo>
                <a:lnTo>
                  <a:pt x="1422746" y="162619"/>
                </a:lnTo>
                <a:lnTo>
                  <a:pt x="1423335" y="162327"/>
                </a:lnTo>
                <a:lnTo>
                  <a:pt x="1423915" y="162029"/>
                </a:lnTo>
                <a:lnTo>
                  <a:pt x="1424488" y="161725"/>
                </a:lnTo>
                <a:lnTo>
                  <a:pt x="1425053" y="161414"/>
                </a:lnTo>
                <a:lnTo>
                  <a:pt x="1425610" y="161096"/>
                </a:lnTo>
                <a:lnTo>
                  <a:pt x="1426159" y="160773"/>
                </a:lnTo>
                <a:lnTo>
                  <a:pt x="1426700" y="160443"/>
                </a:lnTo>
                <a:lnTo>
                  <a:pt x="1427234" y="160106"/>
                </a:lnTo>
                <a:lnTo>
                  <a:pt x="1427759" y="159764"/>
                </a:lnTo>
                <a:lnTo>
                  <a:pt x="1428277" y="159414"/>
                </a:lnTo>
                <a:lnTo>
                  <a:pt x="1428787" y="159059"/>
                </a:lnTo>
                <a:lnTo>
                  <a:pt x="1429289" y="158697"/>
                </a:lnTo>
                <a:lnTo>
                  <a:pt x="1429783" y="158329"/>
                </a:lnTo>
                <a:lnTo>
                  <a:pt x="1430269" y="157955"/>
                </a:lnTo>
                <a:lnTo>
                  <a:pt x="1430748" y="157574"/>
                </a:lnTo>
                <a:lnTo>
                  <a:pt x="1431219" y="157186"/>
                </a:lnTo>
                <a:lnTo>
                  <a:pt x="1431682" y="156794"/>
                </a:lnTo>
                <a:lnTo>
                  <a:pt x="1432140" y="156399"/>
                </a:lnTo>
                <a:lnTo>
                  <a:pt x="1432592" y="156001"/>
                </a:lnTo>
                <a:lnTo>
                  <a:pt x="1433037" y="155599"/>
                </a:lnTo>
                <a:lnTo>
                  <a:pt x="1433477" y="155195"/>
                </a:lnTo>
                <a:lnTo>
                  <a:pt x="1433911" y="154787"/>
                </a:lnTo>
                <a:lnTo>
                  <a:pt x="1434339" y="154376"/>
                </a:lnTo>
                <a:lnTo>
                  <a:pt x="1434761" y="153961"/>
                </a:lnTo>
                <a:lnTo>
                  <a:pt x="1435177" y="153544"/>
                </a:lnTo>
                <a:lnTo>
                  <a:pt x="1435586" y="153123"/>
                </a:lnTo>
                <a:lnTo>
                  <a:pt x="1435990" y="152700"/>
                </a:lnTo>
                <a:lnTo>
                  <a:pt x="1436388" y="152273"/>
                </a:lnTo>
                <a:lnTo>
                  <a:pt x="1436780" y="151843"/>
                </a:lnTo>
                <a:lnTo>
                  <a:pt x="1437166" y="151409"/>
                </a:lnTo>
                <a:lnTo>
                  <a:pt x="1437546" y="150973"/>
                </a:lnTo>
                <a:lnTo>
                  <a:pt x="1437920" y="150533"/>
                </a:lnTo>
                <a:lnTo>
                  <a:pt x="1438288" y="150090"/>
                </a:lnTo>
                <a:lnTo>
                  <a:pt x="1438650" y="149644"/>
                </a:lnTo>
                <a:lnTo>
                  <a:pt x="1439006" y="149195"/>
                </a:lnTo>
                <a:lnTo>
                  <a:pt x="1439356" y="148743"/>
                </a:lnTo>
                <a:lnTo>
                  <a:pt x="1439700" y="148287"/>
                </a:lnTo>
                <a:lnTo>
                  <a:pt x="1440038" y="147828"/>
                </a:lnTo>
                <a:lnTo>
                  <a:pt x="1440370" y="147366"/>
                </a:lnTo>
                <a:lnTo>
                  <a:pt x="1440696" y="146901"/>
                </a:lnTo>
                <a:lnTo>
                  <a:pt x="1432619" y="140655"/>
                </a:lnTo>
                <a:lnTo>
                  <a:pt x="1432086" y="141338"/>
                </a:lnTo>
                <a:lnTo>
                  <a:pt x="1431548" y="142006"/>
                </a:lnTo>
                <a:lnTo>
                  <a:pt x="1431004" y="142658"/>
                </a:lnTo>
                <a:lnTo>
                  <a:pt x="1430454" y="143295"/>
                </a:lnTo>
                <a:lnTo>
                  <a:pt x="1429899" y="143916"/>
                </a:lnTo>
                <a:lnTo>
                  <a:pt x="1429337" y="144522"/>
                </a:lnTo>
                <a:lnTo>
                  <a:pt x="1428770" y="145112"/>
                </a:lnTo>
                <a:lnTo>
                  <a:pt x="1428197" y="145687"/>
                </a:lnTo>
                <a:lnTo>
                  <a:pt x="1427618" y="146246"/>
                </a:lnTo>
                <a:lnTo>
                  <a:pt x="1427034" y="146789"/>
                </a:lnTo>
                <a:lnTo>
                  <a:pt x="1426443" y="147317"/>
                </a:lnTo>
                <a:lnTo>
                  <a:pt x="1425847" y="147830"/>
                </a:lnTo>
                <a:lnTo>
                  <a:pt x="1425245" y="148327"/>
                </a:lnTo>
                <a:lnTo>
                  <a:pt x="1424637" y="148809"/>
                </a:lnTo>
                <a:lnTo>
                  <a:pt x="1424024" y="149275"/>
                </a:lnTo>
                <a:lnTo>
                  <a:pt x="1423404" y="149725"/>
                </a:lnTo>
                <a:lnTo>
                  <a:pt x="1422779" y="150160"/>
                </a:lnTo>
                <a:lnTo>
                  <a:pt x="1422148" y="150580"/>
                </a:lnTo>
                <a:lnTo>
                  <a:pt x="1421512" y="150984"/>
                </a:lnTo>
                <a:lnTo>
                  <a:pt x="1420869" y="151372"/>
                </a:lnTo>
                <a:lnTo>
                  <a:pt x="1420221" y="151745"/>
                </a:lnTo>
                <a:lnTo>
                  <a:pt x="1419567" y="152103"/>
                </a:lnTo>
                <a:lnTo>
                  <a:pt x="1418907" y="152444"/>
                </a:lnTo>
                <a:lnTo>
                  <a:pt x="1418241" y="152771"/>
                </a:lnTo>
                <a:lnTo>
                  <a:pt x="1417568" y="153083"/>
                </a:lnTo>
                <a:lnTo>
                  <a:pt x="1416888" y="153381"/>
                </a:lnTo>
                <a:lnTo>
                  <a:pt x="1416200" y="153667"/>
                </a:lnTo>
                <a:lnTo>
                  <a:pt x="1415505" y="153939"/>
                </a:lnTo>
                <a:lnTo>
                  <a:pt x="1414802" y="154198"/>
                </a:lnTo>
                <a:lnTo>
                  <a:pt x="1414091" y="154443"/>
                </a:lnTo>
                <a:lnTo>
                  <a:pt x="1413373" y="154676"/>
                </a:lnTo>
                <a:lnTo>
                  <a:pt x="1412647" y="154895"/>
                </a:lnTo>
                <a:lnTo>
                  <a:pt x="1411913" y="155101"/>
                </a:lnTo>
                <a:lnTo>
                  <a:pt x="1411171" y="155293"/>
                </a:lnTo>
                <a:lnTo>
                  <a:pt x="1410422" y="155472"/>
                </a:lnTo>
                <a:lnTo>
                  <a:pt x="1409665" y="155638"/>
                </a:lnTo>
                <a:lnTo>
                  <a:pt x="1408901" y="155791"/>
                </a:lnTo>
                <a:lnTo>
                  <a:pt x="1408129" y="155930"/>
                </a:lnTo>
                <a:lnTo>
                  <a:pt x="1407349" y="156056"/>
                </a:lnTo>
                <a:lnTo>
                  <a:pt x="1406562" y="156169"/>
                </a:lnTo>
                <a:lnTo>
                  <a:pt x="1405766" y="156269"/>
                </a:lnTo>
                <a:lnTo>
                  <a:pt x="1404964" y="156355"/>
                </a:lnTo>
                <a:lnTo>
                  <a:pt x="1404153" y="156428"/>
                </a:lnTo>
                <a:lnTo>
                  <a:pt x="1403335" y="156488"/>
                </a:lnTo>
                <a:lnTo>
                  <a:pt x="1402509" y="156534"/>
                </a:lnTo>
                <a:lnTo>
                  <a:pt x="1401676" y="156568"/>
                </a:lnTo>
                <a:lnTo>
                  <a:pt x="1400835" y="156587"/>
                </a:lnTo>
                <a:lnTo>
                  <a:pt x="1399986" y="156594"/>
                </a:lnTo>
                <a:lnTo>
                  <a:pt x="1399244" y="156588"/>
                </a:lnTo>
                <a:lnTo>
                  <a:pt x="1398507" y="156569"/>
                </a:lnTo>
                <a:lnTo>
                  <a:pt x="1397776" y="156538"/>
                </a:lnTo>
                <a:lnTo>
                  <a:pt x="1397051" y="156494"/>
                </a:lnTo>
                <a:lnTo>
                  <a:pt x="1396331" y="156437"/>
                </a:lnTo>
                <a:lnTo>
                  <a:pt x="1395617" y="156369"/>
                </a:lnTo>
                <a:lnTo>
                  <a:pt x="1394909" y="156287"/>
                </a:lnTo>
                <a:lnTo>
                  <a:pt x="1394206" y="156193"/>
                </a:lnTo>
                <a:lnTo>
                  <a:pt x="1393509" y="156087"/>
                </a:lnTo>
                <a:lnTo>
                  <a:pt x="1392817" y="155968"/>
                </a:lnTo>
                <a:lnTo>
                  <a:pt x="1392131" y="155836"/>
                </a:lnTo>
                <a:lnTo>
                  <a:pt x="1391451" y="155692"/>
                </a:lnTo>
                <a:lnTo>
                  <a:pt x="1390776" y="155535"/>
                </a:lnTo>
                <a:lnTo>
                  <a:pt x="1390107" y="155366"/>
                </a:lnTo>
                <a:lnTo>
                  <a:pt x="1389443" y="155185"/>
                </a:lnTo>
                <a:lnTo>
                  <a:pt x="1388785" y="154991"/>
                </a:lnTo>
                <a:lnTo>
                  <a:pt x="1388133" y="154784"/>
                </a:lnTo>
                <a:lnTo>
                  <a:pt x="1387486" y="154565"/>
                </a:lnTo>
                <a:lnTo>
                  <a:pt x="1386845" y="154333"/>
                </a:lnTo>
                <a:lnTo>
                  <a:pt x="1386209" y="154089"/>
                </a:lnTo>
                <a:lnTo>
                  <a:pt x="1385580" y="153832"/>
                </a:lnTo>
                <a:lnTo>
                  <a:pt x="1384955" y="153562"/>
                </a:lnTo>
                <a:lnTo>
                  <a:pt x="1384337" y="153281"/>
                </a:lnTo>
                <a:lnTo>
                  <a:pt x="1383723" y="152986"/>
                </a:lnTo>
                <a:lnTo>
                  <a:pt x="1383117" y="152681"/>
                </a:lnTo>
                <a:lnTo>
                  <a:pt x="1382517" y="152366"/>
                </a:lnTo>
                <a:lnTo>
                  <a:pt x="1381924" y="152042"/>
                </a:lnTo>
                <a:lnTo>
                  <a:pt x="1381339" y="151709"/>
                </a:lnTo>
                <a:lnTo>
                  <a:pt x="1380761" y="151366"/>
                </a:lnTo>
                <a:lnTo>
                  <a:pt x="1380190" y="151014"/>
                </a:lnTo>
                <a:lnTo>
                  <a:pt x="1379625" y="150652"/>
                </a:lnTo>
                <a:lnTo>
                  <a:pt x="1379068" y="150282"/>
                </a:lnTo>
                <a:lnTo>
                  <a:pt x="1378519" y="149902"/>
                </a:lnTo>
                <a:lnTo>
                  <a:pt x="1377976" y="149512"/>
                </a:lnTo>
                <a:lnTo>
                  <a:pt x="1377440" y="149113"/>
                </a:lnTo>
                <a:lnTo>
                  <a:pt x="1376911" y="148705"/>
                </a:lnTo>
                <a:lnTo>
                  <a:pt x="1376390" y="148288"/>
                </a:lnTo>
                <a:lnTo>
                  <a:pt x="1375876" y="147861"/>
                </a:lnTo>
                <a:lnTo>
                  <a:pt x="1375368" y="147425"/>
                </a:lnTo>
                <a:lnTo>
                  <a:pt x="1374868" y="146979"/>
                </a:lnTo>
                <a:lnTo>
                  <a:pt x="1374375" y="146524"/>
                </a:lnTo>
                <a:lnTo>
                  <a:pt x="1373889" y="146060"/>
                </a:lnTo>
                <a:lnTo>
                  <a:pt x="1373410" y="145586"/>
                </a:lnTo>
                <a:lnTo>
                  <a:pt x="1372939" y="145103"/>
                </a:lnTo>
                <a:lnTo>
                  <a:pt x="1372474" y="144611"/>
                </a:lnTo>
                <a:lnTo>
                  <a:pt x="1372016" y="144109"/>
                </a:lnTo>
                <a:lnTo>
                  <a:pt x="1371566" y="143598"/>
                </a:lnTo>
                <a:lnTo>
                  <a:pt x="1371123" y="143078"/>
                </a:lnTo>
                <a:lnTo>
                  <a:pt x="1370687" y="142549"/>
                </a:lnTo>
                <a:lnTo>
                  <a:pt x="1370260" y="142013"/>
                </a:lnTo>
                <a:lnTo>
                  <a:pt x="1369840" y="141470"/>
                </a:lnTo>
                <a:lnTo>
                  <a:pt x="1369429" y="140919"/>
                </a:lnTo>
                <a:lnTo>
                  <a:pt x="1369027" y="140362"/>
                </a:lnTo>
                <a:lnTo>
                  <a:pt x="1368632" y="139796"/>
                </a:lnTo>
                <a:lnTo>
                  <a:pt x="1368246" y="139224"/>
                </a:lnTo>
                <a:lnTo>
                  <a:pt x="1367868" y="138644"/>
                </a:lnTo>
                <a:lnTo>
                  <a:pt x="1367498" y="138057"/>
                </a:lnTo>
                <a:lnTo>
                  <a:pt x="1367136" y="137463"/>
                </a:lnTo>
                <a:lnTo>
                  <a:pt x="1366783" y="136861"/>
                </a:lnTo>
                <a:lnTo>
                  <a:pt x="1366438" y="136252"/>
                </a:lnTo>
                <a:lnTo>
                  <a:pt x="1366101" y="135636"/>
                </a:lnTo>
                <a:lnTo>
                  <a:pt x="1365772" y="135013"/>
                </a:lnTo>
                <a:lnTo>
                  <a:pt x="1365452" y="134382"/>
                </a:lnTo>
                <a:lnTo>
                  <a:pt x="1365139" y="133744"/>
                </a:lnTo>
                <a:lnTo>
                  <a:pt x="1364835" y="133099"/>
                </a:lnTo>
                <a:lnTo>
                  <a:pt x="1364540" y="132446"/>
                </a:lnTo>
                <a:lnTo>
                  <a:pt x="1364252" y="131786"/>
                </a:lnTo>
                <a:lnTo>
                  <a:pt x="1363973" y="131119"/>
                </a:lnTo>
                <a:lnTo>
                  <a:pt x="1363702" y="130444"/>
                </a:lnTo>
                <a:lnTo>
                  <a:pt x="1363439" y="129762"/>
                </a:lnTo>
                <a:lnTo>
                  <a:pt x="1363184" y="129073"/>
                </a:lnTo>
                <a:lnTo>
                  <a:pt x="1362938" y="128377"/>
                </a:lnTo>
                <a:lnTo>
                  <a:pt x="1362700" y="127675"/>
                </a:lnTo>
                <a:lnTo>
                  <a:pt x="1362473" y="126969"/>
                </a:lnTo>
                <a:lnTo>
                  <a:pt x="1362256" y="126258"/>
                </a:lnTo>
                <a:lnTo>
                  <a:pt x="1362049" y="125544"/>
                </a:lnTo>
                <a:lnTo>
                  <a:pt x="1361852" y="124825"/>
                </a:lnTo>
                <a:lnTo>
                  <a:pt x="1361665" y="124103"/>
                </a:lnTo>
                <a:lnTo>
                  <a:pt x="1361489" y="123376"/>
                </a:lnTo>
                <a:lnTo>
                  <a:pt x="1361322" y="122645"/>
                </a:lnTo>
                <a:lnTo>
                  <a:pt x="1361166" y="121910"/>
                </a:lnTo>
                <a:lnTo>
                  <a:pt x="1361019" y="121171"/>
                </a:lnTo>
                <a:lnTo>
                  <a:pt x="1360883" y="120428"/>
                </a:lnTo>
                <a:lnTo>
                  <a:pt x="1360757" y="119680"/>
                </a:lnTo>
                <a:lnTo>
                  <a:pt x="1360641" y="118929"/>
                </a:lnTo>
                <a:lnTo>
                  <a:pt x="1360535" y="118173"/>
                </a:lnTo>
                <a:lnTo>
                  <a:pt x="1360439" y="117414"/>
                </a:lnTo>
                <a:lnTo>
                  <a:pt x="1360353" y="116650"/>
                </a:lnTo>
                <a:lnTo>
                  <a:pt x="1360277" y="115882"/>
                </a:lnTo>
                <a:lnTo>
                  <a:pt x="1360211" y="115110"/>
                </a:lnTo>
                <a:lnTo>
                  <a:pt x="1360156" y="114334"/>
                </a:lnTo>
                <a:lnTo>
                  <a:pt x="1360110" y="113553"/>
                </a:lnTo>
                <a:lnTo>
                  <a:pt x="1360075" y="112769"/>
                </a:lnTo>
                <a:lnTo>
                  <a:pt x="1360050" y="111981"/>
                </a:lnTo>
                <a:lnTo>
                  <a:pt x="1360035" y="111188"/>
                </a:lnTo>
                <a:lnTo>
                  <a:pt x="1360030" y="110391"/>
                </a:lnTo>
                <a:lnTo>
                  <a:pt x="1360030" y="107914"/>
                </a:lnTo>
                <a:lnTo>
                  <a:pt x="1443173" y="107914"/>
                </a:lnTo>
                <a:lnTo>
                  <a:pt x="1443173" y="100066"/>
                </a:lnTo>
                <a:lnTo>
                  <a:pt x="1443168" y="99093"/>
                </a:lnTo>
                <a:lnTo>
                  <a:pt x="1443152" y="98126"/>
                </a:lnTo>
                <a:lnTo>
                  <a:pt x="1443126" y="97167"/>
                </a:lnTo>
                <a:lnTo>
                  <a:pt x="1443089" y="96215"/>
                </a:lnTo>
                <a:close/>
                <a:moveTo>
                  <a:pt x="1361226" y="92382"/>
                </a:moveTo>
                <a:lnTo>
                  <a:pt x="1361381" y="91601"/>
                </a:lnTo>
                <a:lnTo>
                  <a:pt x="1361544" y="90827"/>
                </a:lnTo>
                <a:lnTo>
                  <a:pt x="1361717" y="90060"/>
                </a:lnTo>
                <a:lnTo>
                  <a:pt x="1361899" y="89299"/>
                </a:lnTo>
                <a:lnTo>
                  <a:pt x="1362091" y="88544"/>
                </a:lnTo>
                <a:lnTo>
                  <a:pt x="1362292" y="87797"/>
                </a:lnTo>
                <a:lnTo>
                  <a:pt x="1362502" y="87055"/>
                </a:lnTo>
                <a:lnTo>
                  <a:pt x="1362722" y="86321"/>
                </a:lnTo>
                <a:lnTo>
                  <a:pt x="1362950" y="85593"/>
                </a:lnTo>
                <a:lnTo>
                  <a:pt x="1363186" y="84874"/>
                </a:lnTo>
                <a:lnTo>
                  <a:pt x="1363430" y="84163"/>
                </a:lnTo>
                <a:lnTo>
                  <a:pt x="1363681" y="83461"/>
                </a:lnTo>
                <a:lnTo>
                  <a:pt x="1363940" y="82766"/>
                </a:lnTo>
                <a:lnTo>
                  <a:pt x="1364206" y="82080"/>
                </a:lnTo>
                <a:lnTo>
                  <a:pt x="1364481" y="81402"/>
                </a:lnTo>
                <a:lnTo>
                  <a:pt x="1364762" y="80732"/>
                </a:lnTo>
                <a:lnTo>
                  <a:pt x="1365052" y="80071"/>
                </a:lnTo>
                <a:lnTo>
                  <a:pt x="1365349" y="79417"/>
                </a:lnTo>
                <a:lnTo>
                  <a:pt x="1365654" y="78772"/>
                </a:lnTo>
                <a:lnTo>
                  <a:pt x="1365967" y="78135"/>
                </a:lnTo>
                <a:lnTo>
                  <a:pt x="1366287" y="77507"/>
                </a:lnTo>
                <a:lnTo>
                  <a:pt x="1366615" y="76886"/>
                </a:lnTo>
                <a:lnTo>
                  <a:pt x="1366950" y="76274"/>
                </a:lnTo>
                <a:lnTo>
                  <a:pt x="1367293" y="75670"/>
                </a:lnTo>
                <a:lnTo>
                  <a:pt x="1367644" y="75075"/>
                </a:lnTo>
                <a:lnTo>
                  <a:pt x="1368003" y="74487"/>
                </a:lnTo>
                <a:lnTo>
                  <a:pt x="1368369" y="73908"/>
                </a:lnTo>
                <a:lnTo>
                  <a:pt x="1368743" y="73337"/>
                </a:lnTo>
                <a:lnTo>
                  <a:pt x="1369124" y="72774"/>
                </a:lnTo>
                <a:lnTo>
                  <a:pt x="1369514" y="72220"/>
                </a:lnTo>
                <a:lnTo>
                  <a:pt x="1369910" y="71673"/>
                </a:lnTo>
                <a:lnTo>
                  <a:pt x="1370315" y="71135"/>
                </a:lnTo>
                <a:lnTo>
                  <a:pt x="1370727" y="70606"/>
                </a:lnTo>
                <a:lnTo>
                  <a:pt x="1371145" y="70088"/>
                </a:lnTo>
                <a:lnTo>
                  <a:pt x="1371569" y="69579"/>
                </a:lnTo>
                <a:lnTo>
                  <a:pt x="1372001" y="69081"/>
                </a:lnTo>
                <a:lnTo>
                  <a:pt x="1372438" y="68594"/>
                </a:lnTo>
                <a:lnTo>
                  <a:pt x="1372883" y="68116"/>
                </a:lnTo>
                <a:lnTo>
                  <a:pt x="1373334" y="67649"/>
                </a:lnTo>
                <a:lnTo>
                  <a:pt x="1373791" y="67192"/>
                </a:lnTo>
                <a:lnTo>
                  <a:pt x="1374255" y="66745"/>
                </a:lnTo>
                <a:lnTo>
                  <a:pt x="1374726" y="66309"/>
                </a:lnTo>
                <a:lnTo>
                  <a:pt x="1375203" y="65883"/>
                </a:lnTo>
                <a:lnTo>
                  <a:pt x="1375686" y="65467"/>
                </a:lnTo>
                <a:lnTo>
                  <a:pt x="1376177" y="65062"/>
                </a:lnTo>
                <a:lnTo>
                  <a:pt x="1376673" y="64667"/>
                </a:lnTo>
                <a:lnTo>
                  <a:pt x="1377176" y="64282"/>
                </a:lnTo>
                <a:lnTo>
                  <a:pt x="1377686" y="63907"/>
                </a:lnTo>
                <a:lnTo>
                  <a:pt x="1378203" y="63543"/>
                </a:lnTo>
                <a:lnTo>
                  <a:pt x="1378726" y="63189"/>
                </a:lnTo>
                <a:lnTo>
                  <a:pt x="1379255" y="62845"/>
                </a:lnTo>
                <a:lnTo>
                  <a:pt x="1379791" y="62512"/>
                </a:lnTo>
                <a:lnTo>
                  <a:pt x="1380333" y="62188"/>
                </a:lnTo>
                <a:lnTo>
                  <a:pt x="1380882" y="61876"/>
                </a:lnTo>
                <a:lnTo>
                  <a:pt x="1381438" y="61573"/>
                </a:lnTo>
                <a:lnTo>
                  <a:pt x="1382000" y="61281"/>
                </a:lnTo>
                <a:lnTo>
                  <a:pt x="1382568" y="60999"/>
                </a:lnTo>
                <a:lnTo>
                  <a:pt x="1383142" y="60730"/>
                </a:lnTo>
                <a:lnTo>
                  <a:pt x="1383720" y="60473"/>
                </a:lnTo>
                <a:lnTo>
                  <a:pt x="1384304" y="60228"/>
                </a:lnTo>
                <a:lnTo>
                  <a:pt x="1384893" y="59994"/>
                </a:lnTo>
                <a:lnTo>
                  <a:pt x="1385487" y="59773"/>
                </a:lnTo>
                <a:lnTo>
                  <a:pt x="1386086" y="59563"/>
                </a:lnTo>
                <a:lnTo>
                  <a:pt x="1386691" y="59366"/>
                </a:lnTo>
                <a:lnTo>
                  <a:pt x="1387301" y="59180"/>
                </a:lnTo>
                <a:lnTo>
                  <a:pt x="1387916" y="59007"/>
                </a:lnTo>
                <a:lnTo>
                  <a:pt x="1388537" y="58845"/>
                </a:lnTo>
                <a:lnTo>
                  <a:pt x="1389162" y="58696"/>
                </a:lnTo>
                <a:lnTo>
                  <a:pt x="1389793" y="58558"/>
                </a:lnTo>
                <a:lnTo>
                  <a:pt x="1390429" y="58433"/>
                </a:lnTo>
                <a:lnTo>
                  <a:pt x="1391070" y="58319"/>
                </a:lnTo>
                <a:lnTo>
                  <a:pt x="1391717" y="58217"/>
                </a:lnTo>
                <a:lnTo>
                  <a:pt x="1392369" y="58127"/>
                </a:lnTo>
                <a:lnTo>
                  <a:pt x="1393026" y="58050"/>
                </a:lnTo>
                <a:lnTo>
                  <a:pt x="1393688" y="57984"/>
                </a:lnTo>
                <a:lnTo>
                  <a:pt x="1394356" y="57930"/>
                </a:lnTo>
                <a:lnTo>
                  <a:pt x="1395028" y="57888"/>
                </a:lnTo>
                <a:lnTo>
                  <a:pt x="1395706" y="57858"/>
                </a:lnTo>
                <a:lnTo>
                  <a:pt x="1396390" y="57840"/>
                </a:lnTo>
                <a:lnTo>
                  <a:pt x="1397078" y="57834"/>
                </a:lnTo>
                <a:lnTo>
                  <a:pt x="1397987" y="57844"/>
                </a:lnTo>
                <a:lnTo>
                  <a:pt x="1398883" y="57872"/>
                </a:lnTo>
                <a:lnTo>
                  <a:pt x="1399766" y="57918"/>
                </a:lnTo>
                <a:lnTo>
                  <a:pt x="1400637" y="57983"/>
                </a:lnTo>
                <a:lnTo>
                  <a:pt x="1401494" y="58067"/>
                </a:lnTo>
                <a:lnTo>
                  <a:pt x="1402338" y="58170"/>
                </a:lnTo>
                <a:lnTo>
                  <a:pt x="1403170" y="58291"/>
                </a:lnTo>
                <a:lnTo>
                  <a:pt x="1403989" y="58431"/>
                </a:lnTo>
                <a:lnTo>
                  <a:pt x="1404795" y="58590"/>
                </a:lnTo>
                <a:lnTo>
                  <a:pt x="1405587" y="58767"/>
                </a:lnTo>
                <a:lnTo>
                  <a:pt x="1406367" y="58963"/>
                </a:lnTo>
                <a:lnTo>
                  <a:pt x="1407134" y="59177"/>
                </a:lnTo>
                <a:lnTo>
                  <a:pt x="1407889" y="59410"/>
                </a:lnTo>
                <a:lnTo>
                  <a:pt x="1408630" y="59662"/>
                </a:lnTo>
                <a:lnTo>
                  <a:pt x="1409358" y="59932"/>
                </a:lnTo>
                <a:lnTo>
                  <a:pt x="1410074" y="60222"/>
                </a:lnTo>
                <a:lnTo>
                  <a:pt x="1410776" y="60529"/>
                </a:lnTo>
                <a:lnTo>
                  <a:pt x="1411466" y="60856"/>
                </a:lnTo>
                <a:lnTo>
                  <a:pt x="1412143" y="61201"/>
                </a:lnTo>
                <a:lnTo>
                  <a:pt x="1412807" y="61564"/>
                </a:lnTo>
                <a:lnTo>
                  <a:pt x="1413458" y="61947"/>
                </a:lnTo>
                <a:lnTo>
                  <a:pt x="1414096" y="62348"/>
                </a:lnTo>
                <a:lnTo>
                  <a:pt x="1414721" y="62767"/>
                </a:lnTo>
                <a:lnTo>
                  <a:pt x="1415333" y="63206"/>
                </a:lnTo>
                <a:lnTo>
                  <a:pt x="1415933" y="63659"/>
                </a:lnTo>
                <a:lnTo>
                  <a:pt x="1416520" y="64122"/>
                </a:lnTo>
                <a:lnTo>
                  <a:pt x="1417095" y="64597"/>
                </a:lnTo>
                <a:lnTo>
                  <a:pt x="1417658" y="65083"/>
                </a:lnTo>
                <a:lnTo>
                  <a:pt x="1418208" y="65580"/>
                </a:lnTo>
                <a:lnTo>
                  <a:pt x="1418746" y="66088"/>
                </a:lnTo>
                <a:lnTo>
                  <a:pt x="1419271" y="66607"/>
                </a:lnTo>
                <a:lnTo>
                  <a:pt x="1419785" y="67137"/>
                </a:lnTo>
                <a:lnTo>
                  <a:pt x="1420285" y="67678"/>
                </a:lnTo>
                <a:lnTo>
                  <a:pt x="1420774" y="68230"/>
                </a:lnTo>
                <a:lnTo>
                  <a:pt x="1421250" y="68793"/>
                </a:lnTo>
                <a:lnTo>
                  <a:pt x="1421714" y="69366"/>
                </a:lnTo>
                <a:lnTo>
                  <a:pt x="1422166" y="69951"/>
                </a:lnTo>
                <a:lnTo>
                  <a:pt x="1422605" y="70547"/>
                </a:lnTo>
                <a:lnTo>
                  <a:pt x="1423032" y="71154"/>
                </a:lnTo>
                <a:lnTo>
                  <a:pt x="1423446" y="71772"/>
                </a:lnTo>
                <a:lnTo>
                  <a:pt x="1423849" y="72401"/>
                </a:lnTo>
                <a:lnTo>
                  <a:pt x="1424238" y="73041"/>
                </a:lnTo>
                <a:lnTo>
                  <a:pt x="1424616" y="73692"/>
                </a:lnTo>
                <a:lnTo>
                  <a:pt x="1424981" y="74354"/>
                </a:lnTo>
                <a:lnTo>
                  <a:pt x="1425334" y="75027"/>
                </a:lnTo>
                <a:lnTo>
                  <a:pt x="1425674" y="75711"/>
                </a:lnTo>
                <a:lnTo>
                  <a:pt x="1426002" y="76406"/>
                </a:lnTo>
                <a:lnTo>
                  <a:pt x="1426318" y="77112"/>
                </a:lnTo>
                <a:lnTo>
                  <a:pt x="1426622" y="77826"/>
                </a:lnTo>
                <a:lnTo>
                  <a:pt x="1426913" y="78544"/>
                </a:lnTo>
                <a:lnTo>
                  <a:pt x="1427192" y="79266"/>
                </a:lnTo>
                <a:lnTo>
                  <a:pt x="1427460" y="79993"/>
                </a:lnTo>
                <a:lnTo>
                  <a:pt x="1427715" y="80724"/>
                </a:lnTo>
                <a:lnTo>
                  <a:pt x="1427957" y="81459"/>
                </a:lnTo>
                <a:lnTo>
                  <a:pt x="1428188" y="82198"/>
                </a:lnTo>
                <a:lnTo>
                  <a:pt x="1428406" y="82942"/>
                </a:lnTo>
                <a:lnTo>
                  <a:pt x="1428613" y="83690"/>
                </a:lnTo>
                <a:lnTo>
                  <a:pt x="1428807" y="84442"/>
                </a:lnTo>
                <a:lnTo>
                  <a:pt x="1428989" y="85199"/>
                </a:lnTo>
                <a:lnTo>
                  <a:pt x="1429159" y="85960"/>
                </a:lnTo>
                <a:lnTo>
                  <a:pt x="1429317" y="86725"/>
                </a:lnTo>
                <a:lnTo>
                  <a:pt x="1429462" y="87494"/>
                </a:lnTo>
                <a:lnTo>
                  <a:pt x="1429596" y="88268"/>
                </a:lnTo>
                <a:lnTo>
                  <a:pt x="1429717" y="89046"/>
                </a:lnTo>
                <a:lnTo>
                  <a:pt x="1429826" y="89828"/>
                </a:lnTo>
                <a:lnTo>
                  <a:pt x="1429923" y="90615"/>
                </a:lnTo>
                <a:lnTo>
                  <a:pt x="1430008" y="91406"/>
                </a:lnTo>
                <a:lnTo>
                  <a:pt x="1430080" y="92201"/>
                </a:lnTo>
                <a:lnTo>
                  <a:pt x="1430141" y="93000"/>
                </a:lnTo>
                <a:lnTo>
                  <a:pt x="1430189" y="93804"/>
                </a:lnTo>
                <a:lnTo>
                  <a:pt x="1430225" y="94612"/>
                </a:lnTo>
                <a:lnTo>
                  <a:pt x="1430249" y="95425"/>
                </a:lnTo>
                <a:lnTo>
                  <a:pt x="1430249" y="96821"/>
                </a:lnTo>
                <a:lnTo>
                  <a:pt x="1360543" y="96821"/>
                </a:lnTo>
                <a:lnTo>
                  <a:pt x="1360595" y="96382"/>
                </a:lnTo>
                <a:lnTo>
                  <a:pt x="1360703" y="95569"/>
                </a:lnTo>
                <a:lnTo>
                  <a:pt x="1360820" y="94763"/>
                </a:lnTo>
                <a:lnTo>
                  <a:pt x="1360946" y="93962"/>
                </a:lnTo>
                <a:lnTo>
                  <a:pt x="1361081" y="93169"/>
                </a:lnTo>
                <a:lnTo>
                  <a:pt x="1361226" y="92382"/>
                </a:lnTo>
                <a:close/>
                <a:moveTo>
                  <a:pt x="1185892" y="133055"/>
                </a:moveTo>
                <a:lnTo>
                  <a:pt x="1185831" y="133255"/>
                </a:lnTo>
                <a:lnTo>
                  <a:pt x="1185582" y="134022"/>
                </a:lnTo>
                <a:lnTo>
                  <a:pt x="1185320" y="134784"/>
                </a:lnTo>
                <a:lnTo>
                  <a:pt x="1185047" y="135541"/>
                </a:lnTo>
                <a:lnTo>
                  <a:pt x="1184761" y="136293"/>
                </a:lnTo>
                <a:lnTo>
                  <a:pt x="1184461" y="137036"/>
                </a:lnTo>
                <a:lnTo>
                  <a:pt x="1184145" y="137767"/>
                </a:lnTo>
                <a:lnTo>
                  <a:pt x="1183812" y="138486"/>
                </a:lnTo>
                <a:lnTo>
                  <a:pt x="1183463" y="139192"/>
                </a:lnTo>
                <a:lnTo>
                  <a:pt x="1183097" y="139886"/>
                </a:lnTo>
                <a:lnTo>
                  <a:pt x="1182715" y="140567"/>
                </a:lnTo>
                <a:lnTo>
                  <a:pt x="1182316" y="141236"/>
                </a:lnTo>
                <a:lnTo>
                  <a:pt x="1181901" y="141893"/>
                </a:lnTo>
                <a:lnTo>
                  <a:pt x="1181470" y="142538"/>
                </a:lnTo>
                <a:lnTo>
                  <a:pt x="1181022" y="143170"/>
                </a:lnTo>
                <a:lnTo>
                  <a:pt x="1180557" y="143790"/>
                </a:lnTo>
                <a:lnTo>
                  <a:pt x="1180077" y="144397"/>
                </a:lnTo>
                <a:lnTo>
                  <a:pt x="1179579" y="144992"/>
                </a:lnTo>
                <a:lnTo>
                  <a:pt x="1179065" y="145575"/>
                </a:lnTo>
                <a:lnTo>
                  <a:pt x="1178535" y="146146"/>
                </a:lnTo>
                <a:lnTo>
                  <a:pt x="1177988" y="146704"/>
                </a:lnTo>
                <a:lnTo>
                  <a:pt x="1177425" y="147250"/>
                </a:lnTo>
                <a:lnTo>
                  <a:pt x="1176846" y="147783"/>
                </a:lnTo>
                <a:lnTo>
                  <a:pt x="1176249" y="148304"/>
                </a:lnTo>
                <a:lnTo>
                  <a:pt x="1175637" y="148813"/>
                </a:lnTo>
                <a:lnTo>
                  <a:pt x="1175008" y="149309"/>
                </a:lnTo>
                <a:lnTo>
                  <a:pt x="1174362" y="149793"/>
                </a:lnTo>
                <a:lnTo>
                  <a:pt x="1173701" y="150265"/>
                </a:lnTo>
                <a:lnTo>
                  <a:pt x="1173022" y="150724"/>
                </a:lnTo>
                <a:lnTo>
                  <a:pt x="1172325" y="151168"/>
                </a:lnTo>
                <a:lnTo>
                  <a:pt x="1171608" y="151593"/>
                </a:lnTo>
                <a:lnTo>
                  <a:pt x="1170869" y="151999"/>
                </a:lnTo>
                <a:lnTo>
                  <a:pt x="1170110" y="152386"/>
                </a:lnTo>
                <a:lnTo>
                  <a:pt x="1169330" y="152755"/>
                </a:lnTo>
                <a:lnTo>
                  <a:pt x="1168529" y="153104"/>
                </a:lnTo>
                <a:lnTo>
                  <a:pt x="1167708" y="153434"/>
                </a:lnTo>
                <a:lnTo>
                  <a:pt x="1166865" y="153746"/>
                </a:lnTo>
                <a:lnTo>
                  <a:pt x="1166002" y="154039"/>
                </a:lnTo>
                <a:lnTo>
                  <a:pt x="1165119" y="154313"/>
                </a:lnTo>
                <a:lnTo>
                  <a:pt x="1164214" y="154568"/>
                </a:lnTo>
                <a:lnTo>
                  <a:pt x="1163289" y="154804"/>
                </a:lnTo>
                <a:lnTo>
                  <a:pt x="1162343" y="155021"/>
                </a:lnTo>
                <a:lnTo>
                  <a:pt x="1161376" y="155219"/>
                </a:lnTo>
                <a:lnTo>
                  <a:pt x="1160389" y="155398"/>
                </a:lnTo>
                <a:lnTo>
                  <a:pt x="1159380" y="155559"/>
                </a:lnTo>
                <a:lnTo>
                  <a:pt x="1158351" y="155701"/>
                </a:lnTo>
                <a:lnTo>
                  <a:pt x="1157302" y="155823"/>
                </a:lnTo>
                <a:lnTo>
                  <a:pt x="1156231" y="155927"/>
                </a:lnTo>
                <a:lnTo>
                  <a:pt x="1155140" y="156012"/>
                </a:lnTo>
                <a:lnTo>
                  <a:pt x="1154028" y="156078"/>
                </a:lnTo>
                <a:lnTo>
                  <a:pt x="1152895" y="156125"/>
                </a:lnTo>
                <a:lnTo>
                  <a:pt x="1151741" y="156154"/>
                </a:lnTo>
                <a:lnTo>
                  <a:pt x="1150567" y="156163"/>
                </a:lnTo>
                <a:lnTo>
                  <a:pt x="1150102" y="156160"/>
                </a:lnTo>
                <a:lnTo>
                  <a:pt x="1149639" y="156152"/>
                </a:lnTo>
                <a:lnTo>
                  <a:pt x="1149179" y="156138"/>
                </a:lnTo>
                <a:lnTo>
                  <a:pt x="1148721" y="156118"/>
                </a:lnTo>
                <a:lnTo>
                  <a:pt x="1148266" y="156093"/>
                </a:lnTo>
                <a:lnTo>
                  <a:pt x="1147814" y="156062"/>
                </a:lnTo>
                <a:lnTo>
                  <a:pt x="1147364" y="156026"/>
                </a:lnTo>
                <a:lnTo>
                  <a:pt x="1146917" y="155984"/>
                </a:lnTo>
                <a:lnTo>
                  <a:pt x="1146473" y="155936"/>
                </a:lnTo>
                <a:lnTo>
                  <a:pt x="1146031" y="155883"/>
                </a:lnTo>
                <a:lnTo>
                  <a:pt x="1145592" y="155824"/>
                </a:lnTo>
                <a:lnTo>
                  <a:pt x="1145155" y="155759"/>
                </a:lnTo>
                <a:lnTo>
                  <a:pt x="1144721" y="155689"/>
                </a:lnTo>
                <a:lnTo>
                  <a:pt x="1144290" y="155614"/>
                </a:lnTo>
                <a:lnTo>
                  <a:pt x="1143861" y="155532"/>
                </a:lnTo>
                <a:lnTo>
                  <a:pt x="1143435" y="155445"/>
                </a:lnTo>
                <a:lnTo>
                  <a:pt x="1143011" y="155353"/>
                </a:lnTo>
                <a:lnTo>
                  <a:pt x="1142591" y="155255"/>
                </a:lnTo>
                <a:lnTo>
                  <a:pt x="1142172" y="155151"/>
                </a:lnTo>
                <a:lnTo>
                  <a:pt x="1141757" y="155041"/>
                </a:lnTo>
                <a:lnTo>
                  <a:pt x="1141344" y="154926"/>
                </a:lnTo>
                <a:lnTo>
                  <a:pt x="1140933" y="154806"/>
                </a:lnTo>
                <a:lnTo>
                  <a:pt x="1140525" y="154680"/>
                </a:lnTo>
                <a:lnTo>
                  <a:pt x="1140120" y="154548"/>
                </a:lnTo>
                <a:lnTo>
                  <a:pt x="1139718" y="154410"/>
                </a:lnTo>
                <a:lnTo>
                  <a:pt x="1139320" y="154264"/>
                </a:lnTo>
                <a:lnTo>
                  <a:pt x="1138926" y="154111"/>
                </a:lnTo>
                <a:lnTo>
                  <a:pt x="1138536" y="153951"/>
                </a:lnTo>
                <a:lnTo>
                  <a:pt x="1138150" y="153784"/>
                </a:lnTo>
                <a:lnTo>
                  <a:pt x="1137768" y="153609"/>
                </a:lnTo>
                <a:lnTo>
                  <a:pt x="1137389" y="153427"/>
                </a:lnTo>
                <a:lnTo>
                  <a:pt x="1137015" y="153237"/>
                </a:lnTo>
                <a:lnTo>
                  <a:pt x="1136644" y="153041"/>
                </a:lnTo>
                <a:lnTo>
                  <a:pt x="1136278" y="152837"/>
                </a:lnTo>
                <a:lnTo>
                  <a:pt x="1135915" y="152626"/>
                </a:lnTo>
                <a:lnTo>
                  <a:pt x="1135557" y="152407"/>
                </a:lnTo>
                <a:lnTo>
                  <a:pt x="1135202" y="152181"/>
                </a:lnTo>
                <a:lnTo>
                  <a:pt x="1134851" y="151948"/>
                </a:lnTo>
                <a:lnTo>
                  <a:pt x="1134504" y="151708"/>
                </a:lnTo>
                <a:lnTo>
                  <a:pt x="1134161" y="151460"/>
                </a:lnTo>
                <a:lnTo>
                  <a:pt x="1133822" y="151205"/>
                </a:lnTo>
                <a:lnTo>
                  <a:pt x="1133487" y="150943"/>
                </a:lnTo>
                <a:lnTo>
                  <a:pt x="1133155" y="150674"/>
                </a:lnTo>
                <a:lnTo>
                  <a:pt x="1132828" y="150397"/>
                </a:lnTo>
                <a:lnTo>
                  <a:pt x="1132505" y="150113"/>
                </a:lnTo>
                <a:lnTo>
                  <a:pt x="1132185" y="149821"/>
                </a:lnTo>
                <a:lnTo>
                  <a:pt x="1131870" y="149523"/>
                </a:lnTo>
                <a:lnTo>
                  <a:pt x="1131558" y="149217"/>
                </a:lnTo>
                <a:lnTo>
                  <a:pt x="1131251" y="148903"/>
                </a:lnTo>
                <a:lnTo>
                  <a:pt x="1130950" y="148579"/>
                </a:lnTo>
                <a:lnTo>
                  <a:pt x="1130655" y="148247"/>
                </a:lnTo>
                <a:lnTo>
                  <a:pt x="1130365" y="147906"/>
                </a:lnTo>
                <a:lnTo>
                  <a:pt x="1130080" y="147556"/>
                </a:lnTo>
                <a:lnTo>
                  <a:pt x="1129801" y="147197"/>
                </a:lnTo>
                <a:lnTo>
                  <a:pt x="1129528" y="146829"/>
                </a:lnTo>
                <a:lnTo>
                  <a:pt x="1129261" y="146452"/>
                </a:lnTo>
                <a:lnTo>
                  <a:pt x="1128999" y="146067"/>
                </a:lnTo>
                <a:lnTo>
                  <a:pt x="1128742" y="145672"/>
                </a:lnTo>
                <a:lnTo>
                  <a:pt x="1128492" y="145268"/>
                </a:lnTo>
                <a:lnTo>
                  <a:pt x="1128246" y="144855"/>
                </a:lnTo>
                <a:lnTo>
                  <a:pt x="1128007" y="144433"/>
                </a:lnTo>
                <a:lnTo>
                  <a:pt x="1127773" y="144002"/>
                </a:lnTo>
                <a:lnTo>
                  <a:pt x="1127545" y="143563"/>
                </a:lnTo>
                <a:lnTo>
                  <a:pt x="1127322" y="143114"/>
                </a:lnTo>
                <a:lnTo>
                  <a:pt x="1127105" y="142656"/>
                </a:lnTo>
                <a:lnTo>
                  <a:pt x="1126893" y="142189"/>
                </a:lnTo>
                <a:lnTo>
                  <a:pt x="1126688" y="141714"/>
                </a:lnTo>
                <a:lnTo>
                  <a:pt x="1126487" y="141229"/>
                </a:lnTo>
                <a:lnTo>
                  <a:pt x="1126293" y="140735"/>
                </a:lnTo>
                <a:lnTo>
                  <a:pt x="1126104" y="140233"/>
                </a:lnTo>
                <a:lnTo>
                  <a:pt x="1125920" y="139721"/>
                </a:lnTo>
                <a:lnTo>
                  <a:pt x="1125742" y="139201"/>
                </a:lnTo>
                <a:lnTo>
                  <a:pt x="1125571" y="138671"/>
                </a:lnTo>
                <a:lnTo>
                  <a:pt x="1125407" y="138130"/>
                </a:lnTo>
                <a:lnTo>
                  <a:pt x="1125250" y="137579"/>
                </a:lnTo>
                <a:lnTo>
                  <a:pt x="1125101" y="137018"/>
                </a:lnTo>
                <a:lnTo>
                  <a:pt x="1124959" y="136447"/>
                </a:lnTo>
                <a:lnTo>
                  <a:pt x="1124824" y="135865"/>
                </a:lnTo>
                <a:lnTo>
                  <a:pt x="1124696" y="135274"/>
                </a:lnTo>
                <a:lnTo>
                  <a:pt x="1124576" y="134671"/>
                </a:lnTo>
                <a:lnTo>
                  <a:pt x="1124463" y="134059"/>
                </a:lnTo>
                <a:lnTo>
                  <a:pt x="1124357" y="133436"/>
                </a:lnTo>
                <a:lnTo>
                  <a:pt x="1124259" y="132803"/>
                </a:lnTo>
                <a:lnTo>
                  <a:pt x="1124167" y="132160"/>
                </a:lnTo>
                <a:lnTo>
                  <a:pt x="1124084" y="131506"/>
                </a:lnTo>
                <a:lnTo>
                  <a:pt x="1124007" y="130842"/>
                </a:lnTo>
                <a:lnTo>
                  <a:pt x="1123938" y="130168"/>
                </a:lnTo>
                <a:lnTo>
                  <a:pt x="1123876" y="129484"/>
                </a:lnTo>
                <a:lnTo>
                  <a:pt x="1123821" y="128789"/>
                </a:lnTo>
                <a:lnTo>
                  <a:pt x="1123774" y="128084"/>
                </a:lnTo>
                <a:lnTo>
                  <a:pt x="1123733" y="127369"/>
                </a:lnTo>
                <a:lnTo>
                  <a:pt x="1123701" y="126643"/>
                </a:lnTo>
                <a:lnTo>
                  <a:pt x="1123675" y="125907"/>
                </a:lnTo>
                <a:lnTo>
                  <a:pt x="1123657" y="125161"/>
                </a:lnTo>
                <a:lnTo>
                  <a:pt x="1123646" y="124405"/>
                </a:lnTo>
                <a:lnTo>
                  <a:pt x="1123642" y="123638"/>
                </a:lnTo>
                <a:lnTo>
                  <a:pt x="1123642" y="48895"/>
                </a:lnTo>
                <a:lnTo>
                  <a:pt x="1110826" y="48895"/>
                </a:lnTo>
                <a:lnTo>
                  <a:pt x="1110826" y="123423"/>
                </a:lnTo>
                <a:lnTo>
                  <a:pt x="1110831" y="124413"/>
                </a:lnTo>
                <a:lnTo>
                  <a:pt x="1110845" y="125391"/>
                </a:lnTo>
                <a:lnTo>
                  <a:pt x="1110869" y="126356"/>
                </a:lnTo>
                <a:lnTo>
                  <a:pt x="1110902" y="127309"/>
                </a:lnTo>
                <a:lnTo>
                  <a:pt x="1110945" y="128250"/>
                </a:lnTo>
                <a:lnTo>
                  <a:pt x="1110998" y="129178"/>
                </a:lnTo>
                <a:lnTo>
                  <a:pt x="1111060" y="130094"/>
                </a:lnTo>
                <a:lnTo>
                  <a:pt x="1111131" y="130998"/>
                </a:lnTo>
                <a:lnTo>
                  <a:pt x="1111212" y="131889"/>
                </a:lnTo>
                <a:lnTo>
                  <a:pt x="1111303" y="132768"/>
                </a:lnTo>
                <a:lnTo>
                  <a:pt x="1111403" y="133635"/>
                </a:lnTo>
                <a:lnTo>
                  <a:pt x="1111513" y="134489"/>
                </a:lnTo>
                <a:lnTo>
                  <a:pt x="1111632" y="135331"/>
                </a:lnTo>
                <a:lnTo>
                  <a:pt x="1111761" y="136160"/>
                </a:lnTo>
                <a:lnTo>
                  <a:pt x="1111899" y="136978"/>
                </a:lnTo>
                <a:lnTo>
                  <a:pt x="1112047" y="137783"/>
                </a:lnTo>
                <a:lnTo>
                  <a:pt x="1112204" y="138575"/>
                </a:lnTo>
                <a:lnTo>
                  <a:pt x="1112371" y="139356"/>
                </a:lnTo>
                <a:lnTo>
                  <a:pt x="1112547" y="140123"/>
                </a:lnTo>
                <a:lnTo>
                  <a:pt x="1112733" y="140879"/>
                </a:lnTo>
                <a:lnTo>
                  <a:pt x="1112929" y="141622"/>
                </a:lnTo>
                <a:lnTo>
                  <a:pt x="1113134" y="142353"/>
                </a:lnTo>
                <a:lnTo>
                  <a:pt x="1113348" y="143072"/>
                </a:lnTo>
                <a:lnTo>
                  <a:pt x="1113572" y="143778"/>
                </a:lnTo>
                <a:lnTo>
                  <a:pt x="1113805" y="144472"/>
                </a:lnTo>
                <a:lnTo>
                  <a:pt x="1114046" y="145156"/>
                </a:lnTo>
                <a:lnTo>
                  <a:pt x="1114295" y="145828"/>
                </a:lnTo>
                <a:lnTo>
                  <a:pt x="1114552" y="146490"/>
                </a:lnTo>
                <a:lnTo>
                  <a:pt x="1114817" y="147140"/>
                </a:lnTo>
                <a:lnTo>
                  <a:pt x="1115090" y="147780"/>
                </a:lnTo>
                <a:lnTo>
                  <a:pt x="1115371" y="148408"/>
                </a:lnTo>
                <a:lnTo>
                  <a:pt x="1115661" y="149025"/>
                </a:lnTo>
                <a:lnTo>
                  <a:pt x="1115958" y="149632"/>
                </a:lnTo>
                <a:lnTo>
                  <a:pt x="1116263" y="150227"/>
                </a:lnTo>
                <a:lnTo>
                  <a:pt x="1116576" y="150811"/>
                </a:lnTo>
                <a:lnTo>
                  <a:pt x="1116898" y="151384"/>
                </a:lnTo>
                <a:lnTo>
                  <a:pt x="1117227" y="151946"/>
                </a:lnTo>
                <a:lnTo>
                  <a:pt x="1117564" y="152497"/>
                </a:lnTo>
                <a:lnTo>
                  <a:pt x="1117910" y="153037"/>
                </a:lnTo>
                <a:lnTo>
                  <a:pt x="1118263" y="153567"/>
                </a:lnTo>
                <a:lnTo>
                  <a:pt x="1118625" y="154085"/>
                </a:lnTo>
                <a:lnTo>
                  <a:pt x="1118994" y="154592"/>
                </a:lnTo>
                <a:lnTo>
                  <a:pt x="1119372" y="155087"/>
                </a:lnTo>
                <a:lnTo>
                  <a:pt x="1119758" y="155572"/>
                </a:lnTo>
                <a:lnTo>
                  <a:pt x="1120151" y="156046"/>
                </a:lnTo>
                <a:lnTo>
                  <a:pt x="1120553" y="156509"/>
                </a:lnTo>
                <a:lnTo>
                  <a:pt x="1120963" y="156961"/>
                </a:lnTo>
                <a:lnTo>
                  <a:pt x="1121381" y="157402"/>
                </a:lnTo>
                <a:lnTo>
                  <a:pt x="1121806" y="157832"/>
                </a:lnTo>
                <a:lnTo>
                  <a:pt x="1122238" y="158253"/>
                </a:lnTo>
                <a:lnTo>
                  <a:pt x="1122677" y="158665"/>
                </a:lnTo>
                <a:lnTo>
                  <a:pt x="1123123" y="159067"/>
                </a:lnTo>
                <a:lnTo>
                  <a:pt x="1123576" y="159459"/>
                </a:lnTo>
                <a:lnTo>
                  <a:pt x="1124036" y="159842"/>
                </a:lnTo>
                <a:lnTo>
                  <a:pt x="1124503" y="160215"/>
                </a:lnTo>
                <a:lnTo>
                  <a:pt x="1124977" y="160579"/>
                </a:lnTo>
                <a:lnTo>
                  <a:pt x="1125457" y="160933"/>
                </a:lnTo>
                <a:lnTo>
                  <a:pt x="1125945" y="161278"/>
                </a:lnTo>
                <a:lnTo>
                  <a:pt x="1126439" y="161613"/>
                </a:lnTo>
                <a:lnTo>
                  <a:pt x="1126941" y="161939"/>
                </a:lnTo>
                <a:lnTo>
                  <a:pt x="1127449" y="162255"/>
                </a:lnTo>
                <a:lnTo>
                  <a:pt x="1127964" y="162561"/>
                </a:lnTo>
                <a:lnTo>
                  <a:pt x="1128486" y="162858"/>
                </a:lnTo>
                <a:lnTo>
                  <a:pt x="1129015" y="163146"/>
                </a:lnTo>
                <a:lnTo>
                  <a:pt x="1129551" y="163424"/>
                </a:lnTo>
                <a:lnTo>
                  <a:pt x="1130094" y="163692"/>
                </a:lnTo>
                <a:lnTo>
                  <a:pt x="1130644" y="163951"/>
                </a:lnTo>
                <a:lnTo>
                  <a:pt x="1131201" y="164200"/>
                </a:lnTo>
                <a:lnTo>
                  <a:pt x="1131764" y="164440"/>
                </a:lnTo>
                <a:lnTo>
                  <a:pt x="1132335" y="164670"/>
                </a:lnTo>
                <a:lnTo>
                  <a:pt x="1132912" y="164891"/>
                </a:lnTo>
                <a:lnTo>
                  <a:pt x="1133497" y="165102"/>
                </a:lnTo>
                <a:lnTo>
                  <a:pt x="1134087" y="165304"/>
                </a:lnTo>
                <a:lnTo>
                  <a:pt x="1134683" y="165498"/>
                </a:lnTo>
                <a:lnTo>
                  <a:pt x="1135283" y="165683"/>
                </a:lnTo>
                <a:lnTo>
                  <a:pt x="1135889" y="165859"/>
                </a:lnTo>
                <a:lnTo>
                  <a:pt x="1136499" y="166027"/>
                </a:lnTo>
                <a:lnTo>
                  <a:pt x="1137115" y="166186"/>
                </a:lnTo>
                <a:lnTo>
                  <a:pt x="1137735" y="166337"/>
                </a:lnTo>
                <a:lnTo>
                  <a:pt x="1138361" y="166478"/>
                </a:lnTo>
                <a:lnTo>
                  <a:pt x="1138992" y="166612"/>
                </a:lnTo>
                <a:lnTo>
                  <a:pt x="1139628" y="166736"/>
                </a:lnTo>
                <a:lnTo>
                  <a:pt x="1140269" y="166853"/>
                </a:lnTo>
                <a:lnTo>
                  <a:pt x="1140915" y="166960"/>
                </a:lnTo>
                <a:lnTo>
                  <a:pt x="1141565" y="167059"/>
                </a:lnTo>
                <a:lnTo>
                  <a:pt x="1142221" y="167149"/>
                </a:lnTo>
                <a:lnTo>
                  <a:pt x="1142883" y="167231"/>
                </a:lnTo>
                <a:lnTo>
                  <a:pt x="1143549" y="167304"/>
                </a:lnTo>
                <a:lnTo>
                  <a:pt x="1144220" y="167369"/>
                </a:lnTo>
                <a:lnTo>
                  <a:pt x="1144896" y="167425"/>
                </a:lnTo>
                <a:lnTo>
                  <a:pt x="1145577" y="167472"/>
                </a:lnTo>
                <a:lnTo>
                  <a:pt x="1146264" y="167511"/>
                </a:lnTo>
                <a:lnTo>
                  <a:pt x="1146955" y="167541"/>
                </a:lnTo>
                <a:lnTo>
                  <a:pt x="1147651" y="167562"/>
                </a:lnTo>
                <a:lnTo>
                  <a:pt x="1148353" y="167575"/>
                </a:lnTo>
                <a:lnTo>
                  <a:pt x="1149059" y="167579"/>
                </a:lnTo>
                <a:lnTo>
                  <a:pt x="1150076" y="167573"/>
                </a:lnTo>
                <a:lnTo>
                  <a:pt x="1151081" y="167553"/>
                </a:lnTo>
                <a:lnTo>
                  <a:pt x="1152073" y="167520"/>
                </a:lnTo>
                <a:lnTo>
                  <a:pt x="1153053" y="167473"/>
                </a:lnTo>
                <a:lnTo>
                  <a:pt x="1154021" y="167413"/>
                </a:lnTo>
                <a:lnTo>
                  <a:pt x="1154976" y="167340"/>
                </a:lnTo>
                <a:lnTo>
                  <a:pt x="1155919" y="167254"/>
                </a:lnTo>
                <a:lnTo>
                  <a:pt x="1156849" y="167155"/>
                </a:lnTo>
                <a:lnTo>
                  <a:pt x="1157768" y="167042"/>
                </a:lnTo>
                <a:lnTo>
                  <a:pt x="1158674" y="166916"/>
                </a:lnTo>
                <a:lnTo>
                  <a:pt x="1159567" y="166776"/>
                </a:lnTo>
                <a:lnTo>
                  <a:pt x="1160448" y="166624"/>
                </a:lnTo>
                <a:lnTo>
                  <a:pt x="1161317" y="166458"/>
                </a:lnTo>
                <a:lnTo>
                  <a:pt x="1162174" y="166278"/>
                </a:lnTo>
                <a:lnTo>
                  <a:pt x="1163018" y="166086"/>
                </a:lnTo>
                <a:lnTo>
                  <a:pt x="1163850" y="165880"/>
                </a:lnTo>
                <a:lnTo>
                  <a:pt x="1164669" y="165661"/>
                </a:lnTo>
                <a:lnTo>
                  <a:pt x="1165477" y="165429"/>
                </a:lnTo>
                <a:lnTo>
                  <a:pt x="1166271" y="165183"/>
                </a:lnTo>
                <a:lnTo>
                  <a:pt x="1167054" y="164924"/>
                </a:lnTo>
                <a:lnTo>
                  <a:pt x="1167824" y="164652"/>
                </a:lnTo>
                <a:lnTo>
                  <a:pt x="1168582" y="164367"/>
                </a:lnTo>
                <a:lnTo>
                  <a:pt x="1169327" y="164068"/>
                </a:lnTo>
                <a:lnTo>
                  <a:pt x="1170061" y="163756"/>
                </a:lnTo>
                <a:lnTo>
                  <a:pt x="1170782" y="163432"/>
                </a:lnTo>
                <a:lnTo>
                  <a:pt x="1171492" y="163098"/>
                </a:lnTo>
                <a:lnTo>
                  <a:pt x="1172191" y="162753"/>
                </a:lnTo>
                <a:lnTo>
                  <a:pt x="1172879" y="162398"/>
                </a:lnTo>
                <a:lnTo>
                  <a:pt x="1173555" y="162032"/>
                </a:lnTo>
                <a:lnTo>
                  <a:pt x="1174220" y="161656"/>
                </a:lnTo>
                <a:lnTo>
                  <a:pt x="1174874" y="161269"/>
                </a:lnTo>
                <a:lnTo>
                  <a:pt x="1175517" y="160872"/>
                </a:lnTo>
                <a:lnTo>
                  <a:pt x="1176149" y="160464"/>
                </a:lnTo>
                <a:lnTo>
                  <a:pt x="1176769" y="160046"/>
                </a:lnTo>
                <a:lnTo>
                  <a:pt x="1177378" y="159618"/>
                </a:lnTo>
                <a:lnTo>
                  <a:pt x="1177976" y="159179"/>
                </a:lnTo>
                <a:lnTo>
                  <a:pt x="1178563" y="158729"/>
                </a:lnTo>
                <a:lnTo>
                  <a:pt x="1179139" y="158269"/>
                </a:lnTo>
                <a:lnTo>
                  <a:pt x="1179703" y="157799"/>
                </a:lnTo>
                <a:lnTo>
                  <a:pt x="1180256" y="157318"/>
                </a:lnTo>
                <a:lnTo>
                  <a:pt x="1180798" y="156827"/>
                </a:lnTo>
                <a:lnTo>
                  <a:pt x="1181329" y="156325"/>
                </a:lnTo>
                <a:lnTo>
                  <a:pt x="1181848" y="155813"/>
                </a:lnTo>
                <a:lnTo>
                  <a:pt x="1182356" y="155290"/>
                </a:lnTo>
                <a:lnTo>
                  <a:pt x="1182853" y="154756"/>
                </a:lnTo>
                <a:lnTo>
                  <a:pt x="1183339" y="154213"/>
                </a:lnTo>
                <a:lnTo>
                  <a:pt x="1183813" y="153659"/>
                </a:lnTo>
                <a:lnTo>
                  <a:pt x="1184277" y="153094"/>
                </a:lnTo>
                <a:lnTo>
                  <a:pt x="1184729" y="152520"/>
                </a:lnTo>
                <a:lnTo>
                  <a:pt x="1185172" y="151937"/>
                </a:lnTo>
                <a:lnTo>
                  <a:pt x="1185604" y="151345"/>
                </a:lnTo>
                <a:lnTo>
                  <a:pt x="1186027" y="150745"/>
                </a:lnTo>
                <a:lnTo>
                  <a:pt x="1186134" y="150587"/>
                </a:lnTo>
                <a:lnTo>
                  <a:pt x="1186431" y="165425"/>
                </a:lnTo>
                <a:lnTo>
                  <a:pt x="1198924" y="165425"/>
                </a:lnTo>
                <a:lnTo>
                  <a:pt x="1198924" y="48895"/>
                </a:lnTo>
                <a:lnTo>
                  <a:pt x="1185892" y="48895"/>
                </a:lnTo>
                <a:lnTo>
                  <a:pt x="1185892" y="133055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(-15%)">
            <a:extLst xmlns:a="http://schemas.openxmlformats.org/drawingml/2006/main">
              <a:ext uri="{FF2B5EF4-FFF2-40B4-BE49-F238E27FC236}">
                <a16:creationId xmlns:a16="http://schemas.microsoft.com/office/drawing/2014/main" id="{02F177DE-C5C8-4A0E-8FDC-74A9227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09" y="5547084"/>
            <a:ext cx="580119" cy="226598"/>
          </a:xfrm>
          <a:custGeom xmlns:a="http://schemas.openxmlformats.org/drawingml/2006/main">
            <a:pathLst>
              <a:path w="580119" h="226598">
                <a:moveTo>
                  <a:pt x="0" y="114107"/>
                </a:moveTo>
                <a:lnTo>
                  <a:pt x="0" y="112491"/>
                </a:lnTo>
                <a:cubicBezTo>
                  <a:pt x="0" y="98412"/>
                  <a:pt x="1472" y="85285"/>
                  <a:pt x="4416" y="73111"/>
                </a:cubicBezTo>
                <a:cubicBezTo>
                  <a:pt x="7359" y="60934"/>
                  <a:pt x="11237" y="49943"/>
                  <a:pt x="16047" y="40138"/>
                </a:cubicBezTo>
                <a:cubicBezTo>
                  <a:pt x="20858" y="30333"/>
                  <a:pt x="26099" y="22019"/>
                  <a:pt x="31771" y="15196"/>
                </a:cubicBezTo>
                <a:cubicBezTo>
                  <a:pt x="37443" y="8370"/>
                  <a:pt x="43080" y="3305"/>
                  <a:pt x="48680" y="0"/>
                </a:cubicBezTo>
                <a:lnTo>
                  <a:pt x="51803" y="8835"/>
                </a:lnTo>
                <a:cubicBezTo>
                  <a:pt x="46993" y="12211"/>
                  <a:pt x="42290" y="17097"/>
                  <a:pt x="37695" y="23492"/>
                </a:cubicBezTo>
                <a:cubicBezTo>
                  <a:pt x="33099" y="29884"/>
                  <a:pt x="28935" y="37570"/>
                  <a:pt x="25202" y="46549"/>
                </a:cubicBezTo>
                <a:cubicBezTo>
                  <a:pt x="21468" y="55527"/>
                  <a:pt x="18488" y="65547"/>
                  <a:pt x="16263" y="76611"/>
                </a:cubicBezTo>
                <a:cubicBezTo>
                  <a:pt x="14037" y="87672"/>
                  <a:pt x="12924" y="99525"/>
                  <a:pt x="12924" y="112168"/>
                </a:cubicBezTo>
                <a:lnTo>
                  <a:pt x="12924" y="114322"/>
                </a:lnTo>
                <a:cubicBezTo>
                  <a:pt x="12924" y="126966"/>
                  <a:pt x="14037" y="138819"/>
                  <a:pt x="16263" y="149883"/>
                </a:cubicBezTo>
                <a:cubicBezTo>
                  <a:pt x="18488" y="160945"/>
                  <a:pt x="21468" y="170982"/>
                  <a:pt x="25202" y="179995"/>
                </a:cubicBezTo>
                <a:cubicBezTo>
                  <a:pt x="28935" y="189010"/>
                  <a:pt x="33099" y="196768"/>
                  <a:pt x="37695" y="203268"/>
                </a:cubicBezTo>
                <a:cubicBezTo>
                  <a:pt x="42290" y="209770"/>
                  <a:pt x="46993" y="214746"/>
                  <a:pt x="51803" y="218194"/>
                </a:cubicBezTo>
                <a:lnTo>
                  <a:pt x="48680" y="226598"/>
                </a:lnTo>
                <a:cubicBezTo>
                  <a:pt x="43080" y="223293"/>
                  <a:pt x="37443" y="218282"/>
                  <a:pt x="31771" y="211564"/>
                </a:cubicBezTo>
                <a:cubicBezTo>
                  <a:pt x="26099" y="204849"/>
                  <a:pt x="20858" y="196660"/>
                  <a:pt x="16047" y="186999"/>
                </a:cubicBezTo>
                <a:cubicBezTo>
                  <a:pt x="11237" y="177337"/>
                  <a:pt x="7359" y="166365"/>
                  <a:pt x="4416" y="154083"/>
                </a:cubicBezTo>
                <a:cubicBezTo>
                  <a:pt x="1472" y="141799"/>
                  <a:pt x="0" y="128473"/>
                  <a:pt x="0" y="114107"/>
                </a:cubicBezTo>
                <a:close/>
                <a:moveTo>
                  <a:pt x="112149" y="101129"/>
                </a:moveTo>
                <a:lnTo>
                  <a:pt x="112149" y="112222"/>
                </a:lnTo>
                <a:lnTo>
                  <a:pt x="60561" y="112222"/>
                </a:lnTo>
                <a:lnTo>
                  <a:pt x="60561" y="101129"/>
                </a:lnTo>
                <a:lnTo>
                  <a:pt x="112149" y="101129"/>
                </a:lnTo>
                <a:close/>
                <a:moveTo>
                  <a:pt x="193221" y="19170"/>
                </a:moveTo>
                <a:lnTo>
                  <a:pt x="193221" y="175980"/>
                </a:lnTo>
                <a:lnTo>
                  <a:pt x="180405" y="175980"/>
                </a:lnTo>
                <a:lnTo>
                  <a:pt x="180405" y="35366"/>
                </a:lnTo>
                <a:lnTo>
                  <a:pt x="137756" y="51133"/>
                </a:lnTo>
                <a:lnTo>
                  <a:pt x="137756" y="39014"/>
                </a:lnTo>
                <a:lnTo>
                  <a:pt x="191067" y="19170"/>
                </a:lnTo>
                <a:lnTo>
                  <a:pt x="193221" y="19170"/>
                </a:lnTo>
                <a:close/>
                <a:moveTo>
                  <a:pt x="273828" y="98437"/>
                </a:moveTo>
                <a:lnTo>
                  <a:pt x="263597" y="95529"/>
                </a:lnTo>
                <a:lnTo>
                  <a:pt x="271244" y="19170"/>
                </a:lnTo>
                <a:lnTo>
                  <a:pt x="349648" y="19170"/>
                </a:lnTo>
                <a:lnTo>
                  <a:pt x="349648" y="31233"/>
                </a:lnTo>
                <a:lnTo>
                  <a:pt x="282337" y="31233"/>
                </a:lnTo>
                <a:lnTo>
                  <a:pt x="276736" y="84005"/>
                </a:lnTo>
                <a:cubicBezTo>
                  <a:pt x="279465" y="82066"/>
                  <a:pt x="283432" y="80146"/>
                  <a:pt x="288637" y="78243"/>
                </a:cubicBezTo>
                <a:cubicBezTo>
                  <a:pt x="293842" y="76341"/>
                  <a:pt x="299712" y="75389"/>
                  <a:pt x="306246" y="75389"/>
                </a:cubicBezTo>
                <a:cubicBezTo>
                  <a:pt x="313282" y="75389"/>
                  <a:pt x="319636" y="76556"/>
                  <a:pt x="325308" y="78889"/>
                </a:cubicBezTo>
                <a:cubicBezTo>
                  <a:pt x="330981" y="81223"/>
                  <a:pt x="335881" y="84579"/>
                  <a:pt x="340009" y="88959"/>
                </a:cubicBezTo>
                <a:cubicBezTo>
                  <a:pt x="344138" y="93339"/>
                  <a:pt x="347297" y="98652"/>
                  <a:pt x="349487" y="104899"/>
                </a:cubicBezTo>
                <a:cubicBezTo>
                  <a:pt x="351677" y="111145"/>
                  <a:pt x="352772" y="118181"/>
                  <a:pt x="352772" y="126008"/>
                </a:cubicBezTo>
                <a:cubicBezTo>
                  <a:pt x="352772" y="133547"/>
                  <a:pt x="351856" y="140475"/>
                  <a:pt x="350025" y="146793"/>
                </a:cubicBezTo>
                <a:cubicBezTo>
                  <a:pt x="348194" y="153112"/>
                  <a:pt x="345376" y="158622"/>
                  <a:pt x="341571" y="163325"/>
                </a:cubicBezTo>
                <a:cubicBezTo>
                  <a:pt x="337766" y="168028"/>
                  <a:pt x="332901" y="171672"/>
                  <a:pt x="326978" y="174257"/>
                </a:cubicBezTo>
                <a:cubicBezTo>
                  <a:pt x="321054" y="176841"/>
                  <a:pt x="314036" y="178134"/>
                  <a:pt x="305923" y="178134"/>
                </a:cubicBezTo>
                <a:cubicBezTo>
                  <a:pt x="299676" y="178134"/>
                  <a:pt x="293806" y="177252"/>
                  <a:pt x="288314" y="175488"/>
                </a:cubicBezTo>
                <a:cubicBezTo>
                  <a:pt x="282821" y="173725"/>
                  <a:pt x="277921" y="171026"/>
                  <a:pt x="273613" y="167391"/>
                </a:cubicBezTo>
                <a:cubicBezTo>
                  <a:pt x="269305" y="163756"/>
                  <a:pt x="265805" y="159221"/>
                  <a:pt x="263112" y="153787"/>
                </a:cubicBezTo>
                <a:cubicBezTo>
                  <a:pt x="260420" y="148353"/>
                  <a:pt x="258751" y="141965"/>
                  <a:pt x="258104" y="134624"/>
                </a:cubicBezTo>
                <a:lnTo>
                  <a:pt x="270597" y="134624"/>
                </a:lnTo>
                <a:cubicBezTo>
                  <a:pt x="271387" y="141610"/>
                  <a:pt x="273272" y="147518"/>
                  <a:pt x="276252" y="152347"/>
                </a:cubicBezTo>
                <a:cubicBezTo>
                  <a:pt x="279231" y="157173"/>
                  <a:pt x="283216" y="160829"/>
                  <a:pt x="288206" y="163315"/>
                </a:cubicBezTo>
                <a:cubicBezTo>
                  <a:pt x="293196" y="165799"/>
                  <a:pt x="299102" y="167041"/>
                  <a:pt x="305923" y="167041"/>
                </a:cubicBezTo>
                <a:cubicBezTo>
                  <a:pt x="311523" y="167041"/>
                  <a:pt x="316423" y="166125"/>
                  <a:pt x="320623" y="164295"/>
                </a:cubicBezTo>
                <a:cubicBezTo>
                  <a:pt x="324824" y="162464"/>
                  <a:pt x="328342" y="159807"/>
                  <a:pt x="331178" y="156325"/>
                </a:cubicBezTo>
                <a:cubicBezTo>
                  <a:pt x="334014" y="152843"/>
                  <a:pt x="336168" y="148571"/>
                  <a:pt x="337640" y="143509"/>
                </a:cubicBezTo>
                <a:cubicBezTo>
                  <a:pt x="339112" y="138447"/>
                  <a:pt x="339848" y="132685"/>
                  <a:pt x="339848" y="126223"/>
                </a:cubicBezTo>
                <a:cubicBezTo>
                  <a:pt x="339848" y="120623"/>
                  <a:pt x="339058" y="115471"/>
                  <a:pt x="337478" y="110768"/>
                </a:cubicBezTo>
                <a:cubicBezTo>
                  <a:pt x="335899" y="106065"/>
                  <a:pt x="333583" y="101937"/>
                  <a:pt x="330532" y="98383"/>
                </a:cubicBezTo>
                <a:cubicBezTo>
                  <a:pt x="327480" y="94829"/>
                  <a:pt x="323729" y="92082"/>
                  <a:pt x="319277" y="90144"/>
                </a:cubicBezTo>
                <a:cubicBezTo>
                  <a:pt x="314826" y="88205"/>
                  <a:pt x="309728" y="87236"/>
                  <a:pt x="303984" y="87236"/>
                </a:cubicBezTo>
                <a:cubicBezTo>
                  <a:pt x="296517" y="87236"/>
                  <a:pt x="290576" y="88241"/>
                  <a:pt x="286160" y="90252"/>
                </a:cubicBezTo>
                <a:cubicBezTo>
                  <a:pt x="281744" y="92262"/>
                  <a:pt x="277634" y="94990"/>
                  <a:pt x="273828" y="98437"/>
                </a:cubicBezTo>
                <a:close/>
                <a:moveTo>
                  <a:pt x="374273" y="57787"/>
                </a:moveTo>
                <a:lnTo>
                  <a:pt x="374273" y="49481"/>
                </a:lnTo>
                <a:cubicBezTo>
                  <a:pt x="374273" y="43513"/>
                  <a:pt x="375529" y="38084"/>
                  <a:pt x="378042" y="33195"/>
                </a:cubicBezTo>
                <a:cubicBezTo>
                  <a:pt x="380555" y="28306"/>
                  <a:pt x="384109" y="24387"/>
                  <a:pt x="388704" y="21439"/>
                </a:cubicBezTo>
                <a:cubicBezTo>
                  <a:pt x="393300" y="18491"/>
                  <a:pt x="398720" y="17016"/>
                  <a:pt x="404967" y="17016"/>
                </a:cubicBezTo>
                <a:cubicBezTo>
                  <a:pt x="411214" y="17016"/>
                  <a:pt x="416634" y="18491"/>
                  <a:pt x="421229" y="21439"/>
                </a:cubicBezTo>
                <a:cubicBezTo>
                  <a:pt x="425825" y="24387"/>
                  <a:pt x="429379" y="28306"/>
                  <a:pt x="431892" y="33195"/>
                </a:cubicBezTo>
                <a:cubicBezTo>
                  <a:pt x="434405" y="38084"/>
                  <a:pt x="435661" y="43513"/>
                  <a:pt x="435661" y="49481"/>
                </a:cubicBezTo>
                <a:lnTo>
                  <a:pt x="435661" y="57787"/>
                </a:lnTo>
                <a:cubicBezTo>
                  <a:pt x="435661" y="63612"/>
                  <a:pt x="434423" y="68969"/>
                  <a:pt x="431946" y="73858"/>
                </a:cubicBezTo>
                <a:cubicBezTo>
                  <a:pt x="429468" y="78747"/>
                  <a:pt x="425950" y="82666"/>
                  <a:pt x="421391" y="85614"/>
                </a:cubicBezTo>
                <a:cubicBezTo>
                  <a:pt x="416832" y="88562"/>
                  <a:pt x="411429" y="90036"/>
                  <a:pt x="405182" y="90036"/>
                </a:cubicBezTo>
                <a:cubicBezTo>
                  <a:pt x="398864" y="90036"/>
                  <a:pt x="393389" y="88562"/>
                  <a:pt x="388758" y="85614"/>
                </a:cubicBezTo>
                <a:cubicBezTo>
                  <a:pt x="384127" y="82666"/>
                  <a:pt x="380555" y="78747"/>
                  <a:pt x="378042" y="73858"/>
                </a:cubicBezTo>
                <a:cubicBezTo>
                  <a:pt x="375529" y="68969"/>
                  <a:pt x="374273" y="63612"/>
                  <a:pt x="374273" y="57787"/>
                </a:cubicBezTo>
                <a:moveTo>
                  <a:pt x="384720" y="49481"/>
                </a:moveTo>
                <a:lnTo>
                  <a:pt x="384720" y="57791"/>
                </a:lnTo>
                <a:cubicBezTo>
                  <a:pt x="384720" y="61603"/>
                  <a:pt x="385456" y="65253"/>
                  <a:pt x="386927" y="68742"/>
                </a:cubicBezTo>
                <a:cubicBezTo>
                  <a:pt x="388399" y="72231"/>
                  <a:pt x="390661" y="75073"/>
                  <a:pt x="393712" y="77267"/>
                </a:cubicBezTo>
                <a:cubicBezTo>
                  <a:pt x="396764" y="79462"/>
                  <a:pt x="400587" y="80559"/>
                  <a:pt x="405182" y="80559"/>
                </a:cubicBezTo>
                <a:cubicBezTo>
                  <a:pt x="409706" y="80559"/>
                  <a:pt x="413439" y="79462"/>
                  <a:pt x="416383" y="77267"/>
                </a:cubicBezTo>
                <a:cubicBezTo>
                  <a:pt x="419327" y="75073"/>
                  <a:pt x="421535" y="72231"/>
                  <a:pt x="423007" y="68742"/>
                </a:cubicBezTo>
                <a:cubicBezTo>
                  <a:pt x="424478" y="65253"/>
                  <a:pt x="425214" y="61603"/>
                  <a:pt x="425214" y="57791"/>
                </a:cubicBezTo>
                <a:lnTo>
                  <a:pt x="425214" y="49481"/>
                </a:lnTo>
                <a:cubicBezTo>
                  <a:pt x="425214" y="45523"/>
                  <a:pt x="424478" y="41799"/>
                  <a:pt x="423007" y="38310"/>
                </a:cubicBezTo>
                <a:cubicBezTo>
                  <a:pt x="421535" y="34821"/>
                  <a:pt x="419291" y="31962"/>
                  <a:pt x="416275" y="29732"/>
                </a:cubicBezTo>
                <a:cubicBezTo>
                  <a:pt x="413260" y="27501"/>
                  <a:pt x="409490" y="26386"/>
                  <a:pt x="404967" y="26386"/>
                </a:cubicBezTo>
                <a:cubicBezTo>
                  <a:pt x="400444" y="26386"/>
                  <a:pt x="396674" y="27501"/>
                  <a:pt x="393659" y="29732"/>
                </a:cubicBezTo>
                <a:cubicBezTo>
                  <a:pt x="390643" y="31962"/>
                  <a:pt x="388399" y="34821"/>
                  <a:pt x="386927" y="38310"/>
                </a:cubicBezTo>
                <a:cubicBezTo>
                  <a:pt x="385456" y="41799"/>
                  <a:pt x="384720" y="45523"/>
                  <a:pt x="384720" y="49481"/>
                </a:cubicBezTo>
                <a:moveTo>
                  <a:pt x="453108" y="145824"/>
                </a:moveTo>
                <a:lnTo>
                  <a:pt x="453108" y="137424"/>
                </a:lnTo>
                <a:cubicBezTo>
                  <a:pt x="453108" y="131536"/>
                  <a:pt x="454365" y="126151"/>
                  <a:pt x="456878" y="121269"/>
                </a:cubicBezTo>
                <a:cubicBezTo>
                  <a:pt x="459391" y="116387"/>
                  <a:pt x="462945" y="112473"/>
                  <a:pt x="467540" y="109530"/>
                </a:cubicBezTo>
                <a:cubicBezTo>
                  <a:pt x="472135" y="106586"/>
                  <a:pt x="477556" y="105114"/>
                  <a:pt x="483803" y="105114"/>
                </a:cubicBezTo>
                <a:cubicBezTo>
                  <a:pt x="490121" y="105114"/>
                  <a:pt x="495560" y="106586"/>
                  <a:pt x="500119" y="109530"/>
                </a:cubicBezTo>
                <a:cubicBezTo>
                  <a:pt x="504678" y="112473"/>
                  <a:pt x="508214" y="116387"/>
                  <a:pt x="510727" y="121269"/>
                </a:cubicBezTo>
                <a:cubicBezTo>
                  <a:pt x="513240" y="126151"/>
                  <a:pt x="514497" y="131536"/>
                  <a:pt x="514497" y="137424"/>
                </a:cubicBezTo>
                <a:lnTo>
                  <a:pt x="514497" y="145824"/>
                </a:lnTo>
                <a:cubicBezTo>
                  <a:pt x="514497" y="151712"/>
                  <a:pt x="513258" y="157097"/>
                  <a:pt x="510781" y="161979"/>
                </a:cubicBezTo>
                <a:cubicBezTo>
                  <a:pt x="508304" y="166861"/>
                  <a:pt x="504786" y="170774"/>
                  <a:pt x="500227" y="173718"/>
                </a:cubicBezTo>
                <a:cubicBezTo>
                  <a:pt x="495667" y="176662"/>
                  <a:pt x="490264" y="178134"/>
                  <a:pt x="484018" y="178134"/>
                </a:cubicBezTo>
                <a:cubicBezTo>
                  <a:pt x="477700" y="178134"/>
                  <a:pt x="472243" y="176662"/>
                  <a:pt x="467648" y="173718"/>
                </a:cubicBezTo>
                <a:cubicBezTo>
                  <a:pt x="463053" y="170774"/>
                  <a:pt x="459481" y="166861"/>
                  <a:pt x="456932" y="161979"/>
                </a:cubicBezTo>
                <a:cubicBezTo>
                  <a:pt x="454383" y="157097"/>
                  <a:pt x="453108" y="151712"/>
                  <a:pt x="453108" y="145824"/>
                </a:cubicBezTo>
                <a:moveTo>
                  <a:pt x="463555" y="137424"/>
                </a:moveTo>
                <a:lnTo>
                  <a:pt x="463555" y="145824"/>
                </a:lnTo>
                <a:cubicBezTo>
                  <a:pt x="463555" y="149630"/>
                  <a:pt x="464291" y="153291"/>
                  <a:pt x="465763" y="156809"/>
                </a:cubicBezTo>
                <a:cubicBezTo>
                  <a:pt x="467235" y="160328"/>
                  <a:pt x="469497" y="163182"/>
                  <a:pt x="472548" y="165372"/>
                </a:cubicBezTo>
                <a:cubicBezTo>
                  <a:pt x="475599" y="167561"/>
                  <a:pt x="479423" y="168656"/>
                  <a:pt x="484018" y="168656"/>
                </a:cubicBezTo>
                <a:cubicBezTo>
                  <a:pt x="488541" y="168656"/>
                  <a:pt x="492293" y="167561"/>
                  <a:pt x="495272" y="165372"/>
                </a:cubicBezTo>
                <a:cubicBezTo>
                  <a:pt x="498252" y="163182"/>
                  <a:pt x="500478" y="160346"/>
                  <a:pt x="501950" y="156863"/>
                </a:cubicBezTo>
                <a:cubicBezTo>
                  <a:pt x="503422" y="153381"/>
                  <a:pt x="504158" y="149701"/>
                  <a:pt x="504158" y="145824"/>
                </a:cubicBezTo>
                <a:lnTo>
                  <a:pt x="504158" y="137424"/>
                </a:lnTo>
                <a:cubicBezTo>
                  <a:pt x="504158" y="133331"/>
                  <a:pt x="503422" y="129544"/>
                  <a:pt x="501950" y="126061"/>
                </a:cubicBezTo>
                <a:cubicBezTo>
                  <a:pt x="500478" y="122579"/>
                  <a:pt x="498234" y="119779"/>
                  <a:pt x="495219" y="117661"/>
                </a:cubicBezTo>
                <a:cubicBezTo>
                  <a:pt x="492203" y="115543"/>
                  <a:pt x="488398" y="114484"/>
                  <a:pt x="483803" y="114484"/>
                </a:cubicBezTo>
                <a:cubicBezTo>
                  <a:pt x="479351" y="114484"/>
                  <a:pt x="475617" y="115543"/>
                  <a:pt x="472602" y="117661"/>
                </a:cubicBezTo>
                <a:cubicBezTo>
                  <a:pt x="469586" y="119779"/>
                  <a:pt x="467325" y="122579"/>
                  <a:pt x="465817" y="126061"/>
                </a:cubicBezTo>
                <a:cubicBezTo>
                  <a:pt x="464309" y="129544"/>
                  <a:pt x="463555" y="133331"/>
                  <a:pt x="463555" y="137424"/>
                </a:cubicBezTo>
                <a:moveTo>
                  <a:pt x="485849" y="40485"/>
                </a:moveTo>
                <a:lnTo>
                  <a:pt x="409275" y="162841"/>
                </a:lnTo>
                <a:lnTo>
                  <a:pt x="401198" y="157573"/>
                </a:lnTo>
                <a:lnTo>
                  <a:pt x="477771" y="35218"/>
                </a:lnTo>
                <a:lnTo>
                  <a:pt x="485849" y="40485"/>
                </a:lnTo>
                <a:close/>
                <a:moveTo>
                  <a:pt x="580119" y="112491"/>
                </a:moveTo>
                <a:lnTo>
                  <a:pt x="580119" y="114107"/>
                </a:lnTo>
                <a:cubicBezTo>
                  <a:pt x="580119" y="128473"/>
                  <a:pt x="578647" y="141799"/>
                  <a:pt x="575703" y="154083"/>
                </a:cubicBezTo>
                <a:cubicBezTo>
                  <a:pt x="572760" y="166365"/>
                  <a:pt x="568901" y="177337"/>
                  <a:pt x="564126" y="186999"/>
                </a:cubicBezTo>
                <a:cubicBezTo>
                  <a:pt x="559351" y="196660"/>
                  <a:pt x="554110" y="204849"/>
                  <a:pt x="548402" y="211564"/>
                </a:cubicBezTo>
                <a:cubicBezTo>
                  <a:pt x="542694" y="218282"/>
                  <a:pt x="537076" y="223293"/>
                  <a:pt x="531547" y="226598"/>
                </a:cubicBezTo>
                <a:lnTo>
                  <a:pt x="528424" y="218194"/>
                </a:lnTo>
                <a:cubicBezTo>
                  <a:pt x="533162" y="214818"/>
                  <a:pt x="537829" y="209896"/>
                  <a:pt x="542425" y="203430"/>
                </a:cubicBezTo>
                <a:cubicBezTo>
                  <a:pt x="547020" y="196965"/>
                  <a:pt x="551202" y="189208"/>
                  <a:pt x="554971" y="180157"/>
                </a:cubicBezTo>
                <a:cubicBezTo>
                  <a:pt x="558741" y="171108"/>
                  <a:pt x="561739" y="161034"/>
                  <a:pt x="563964" y="149937"/>
                </a:cubicBezTo>
                <a:cubicBezTo>
                  <a:pt x="566190" y="138837"/>
                  <a:pt x="567303" y="126966"/>
                  <a:pt x="567303" y="114322"/>
                </a:cubicBezTo>
                <a:lnTo>
                  <a:pt x="567303" y="112168"/>
                </a:lnTo>
                <a:cubicBezTo>
                  <a:pt x="567303" y="99525"/>
                  <a:pt x="566154" y="87637"/>
                  <a:pt x="563857" y="76503"/>
                </a:cubicBezTo>
                <a:cubicBezTo>
                  <a:pt x="561559" y="65368"/>
                  <a:pt x="558508" y="55293"/>
                  <a:pt x="554702" y="46280"/>
                </a:cubicBezTo>
                <a:cubicBezTo>
                  <a:pt x="550897" y="37265"/>
                  <a:pt x="546697" y="29525"/>
                  <a:pt x="542101" y="23061"/>
                </a:cubicBezTo>
                <a:cubicBezTo>
                  <a:pt x="537506" y="16595"/>
                  <a:pt x="532947" y="11709"/>
                  <a:pt x="528424" y="8404"/>
                </a:cubicBezTo>
                <a:lnTo>
                  <a:pt x="531547" y="0"/>
                </a:lnTo>
                <a:cubicBezTo>
                  <a:pt x="537076" y="3305"/>
                  <a:pt x="542694" y="8370"/>
                  <a:pt x="548402" y="15196"/>
                </a:cubicBezTo>
                <a:cubicBezTo>
                  <a:pt x="554110" y="22019"/>
                  <a:pt x="559351" y="30333"/>
                  <a:pt x="564126" y="40138"/>
                </a:cubicBezTo>
                <a:cubicBezTo>
                  <a:pt x="568901" y="49943"/>
                  <a:pt x="572760" y="60934"/>
                  <a:pt x="575703" y="73111"/>
                </a:cubicBezTo>
                <a:cubicBezTo>
                  <a:pt x="578647" y="85285"/>
                  <a:pt x="580119" y="98412"/>
                  <a:pt x="580119" y="112491"/>
                </a:cubicBez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VeryHighUnreliability">
            <a:extLst xmlns:a="http://schemas.openxmlformats.org/drawingml/2006/main">
              <a:ext uri="{FF2B5EF4-FFF2-40B4-BE49-F238E27FC236}">
                <a16:creationId xmlns:a16="http://schemas.microsoft.com/office/drawing/2014/main" id="{1DC0D81A-B80D-4C56-86F3-B4EE021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277" y="5821803"/>
            <a:ext cx="2132116" cy="211413"/>
          </a:xfrm>
          <a:custGeom xmlns:a="http://schemas.openxmlformats.org/drawingml/2006/main">
            <a:pathLst>
              <a:path w="2132116" h="211413">
                <a:moveTo>
                  <a:pt x="672451" y="21141"/>
                </a:moveTo>
                <a:lnTo>
                  <a:pt x="672542" y="21661"/>
                </a:lnTo>
                <a:lnTo>
                  <a:pt x="672649" y="22173"/>
                </a:lnTo>
                <a:lnTo>
                  <a:pt x="672772" y="22677"/>
                </a:lnTo>
                <a:lnTo>
                  <a:pt x="672912" y="23172"/>
                </a:lnTo>
                <a:lnTo>
                  <a:pt x="673068" y="23659"/>
                </a:lnTo>
                <a:lnTo>
                  <a:pt x="673241" y="24138"/>
                </a:lnTo>
                <a:lnTo>
                  <a:pt x="673430" y="24609"/>
                </a:lnTo>
                <a:lnTo>
                  <a:pt x="673636" y="25072"/>
                </a:lnTo>
                <a:lnTo>
                  <a:pt x="673858" y="25526"/>
                </a:lnTo>
                <a:lnTo>
                  <a:pt x="674097" y="25972"/>
                </a:lnTo>
                <a:lnTo>
                  <a:pt x="674352" y="26410"/>
                </a:lnTo>
                <a:lnTo>
                  <a:pt x="674623" y="26840"/>
                </a:lnTo>
                <a:lnTo>
                  <a:pt x="674911" y="27261"/>
                </a:lnTo>
                <a:lnTo>
                  <a:pt x="675216" y="27674"/>
                </a:lnTo>
                <a:lnTo>
                  <a:pt x="675536" y="28079"/>
                </a:lnTo>
                <a:lnTo>
                  <a:pt x="675874" y="28476"/>
                </a:lnTo>
                <a:lnTo>
                  <a:pt x="676228" y="28865"/>
                </a:lnTo>
                <a:lnTo>
                  <a:pt x="676598" y="29245"/>
                </a:lnTo>
                <a:lnTo>
                  <a:pt x="676984" y="29617"/>
                </a:lnTo>
                <a:lnTo>
                  <a:pt x="677385" y="29977"/>
                </a:lnTo>
                <a:lnTo>
                  <a:pt x="677797" y="30322"/>
                </a:lnTo>
                <a:lnTo>
                  <a:pt x="678220" y="30652"/>
                </a:lnTo>
                <a:lnTo>
                  <a:pt x="678654" y="30966"/>
                </a:lnTo>
                <a:lnTo>
                  <a:pt x="679099" y="31265"/>
                </a:lnTo>
                <a:lnTo>
                  <a:pt x="679556" y="31549"/>
                </a:lnTo>
                <a:lnTo>
                  <a:pt x="680024" y="31817"/>
                </a:lnTo>
                <a:lnTo>
                  <a:pt x="680503" y="32070"/>
                </a:lnTo>
                <a:lnTo>
                  <a:pt x="680993" y="32308"/>
                </a:lnTo>
                <a:lnTo>
                  <a:pt x="681494" y="32530"/>
                </a:lnTo>
                <a:lnTo>
                  <a:pt x="682007" y="32737"/>
                </a:lnTo>
                <a:lnTo>
                  <a:pt x="682531" y="32929"/>
                </a:lnTo>
                <a:lnTo>
                  <a:pt x="683066" y="33105"/>
                </a:lnTo>
                <a:lnTo>
                  <a:pt x="683612" y="33266"/>
                </a:lnTo>
                <a:lnTo>
                  <a:pt x="684170" y="33412"/>
                </a:lnTo>
                <a:lnTo>
                  <a:pt x="684739" y="33542"/>
                </a:lnTo>
                <a:lnTo>
                  <a:pt x="685319" y="33657"/>
                </a:lnTo>
                <a:lnTo>
                  <a:pt x="685910" y="33757"/>
                </a:lnTo>
                <a:lnTo>
                  <a:pt x="686512" y="33841"/>
                </a:lnTo>
                <a:lnTo>
                  <a:pt x="687126" y="33910"/>
                </a:lnTo>
                <a:lnTo>
                  <a:pt x="687751" y="33964"/>
                </a:lnTo>
                <a:lnTo>
                  <a:pt x="688387" y="34002"/>
                </a:lnTo>
                <a:lnTo>
                  <a:pt x="689034" y="34025"/>
                </a:lnTo>
                <a:lnTo>
                  <a:pt x="689693" y="34033"/>
                </a:lnTo>
                <a:lnTo>
                  <a:pt x="690343" y="34025"/>
                </a:lnTo>
                <a:lnTo>
                  <a:pt x="690982" y="34002"/>
                </a:lnTo>
                <a:lnTo>
                  <a:pt x="691610" y="33964"/>
                </a:lnTo>
                <a:lnTo>
                  <a:pt x="692228" y="33910"/>
                </a:lnTo>
                <a:lnTo>
                  <a:pt x="692835" y="33841"/>
                </a:lnTo>
                <a:lnTo>
                  <a:pt x="693432" y="33757"/>
                </a:lnTo>
                <a:lnTo>
                  <a:pt x="694018" y="33657"/>
                </a:lnTo>
                <a:lnTo>
                  <a:pt x="694593" y="33542"/>
                </a:lnTo>
                <a:lnTo>
                  <a:pt x="695158" y="33412"/>
                </a:lnTo>
                <a:lnTo>
                  <a:pt x="695712" y="33266"/>
                </a:lnTo>
                <a:lnTo>
                  <a:pt x="696255" y="33105"/>
                </a:lnTo>
                <a:lnTo>
                  <a:pt x="696788" y="32929"/>
                </a:lnTo>
                <a:lnTo>
                  <a:pt x="697309" y="32737"/>
                </a:lnTo>
                <a:lnTo>
                  <a:pt x="697821" y="32530"/>
                </a:lnTo>
                <a:lnTo>
                  <a:pt x="698321" y="32308"/>
                </a:lnTo>
                <a:lnTo>
                  <a:pt x="698811" y="32070"/>
                </a:lnTo>
                <a:lnTo>
                  <a:pt x="699291" y="31817"/>
                </a:lnTo>
                <a:lnTo>
                  <a:pt x="699759" y="31549"/>
                </a:lnTo>
                <a:lnTo>
                  <a:pt x="700217" y="31265"/>
                </a:lnTo>
                <a:lnTo>
                  <a:pt x="700665" y="30966"/>
                </a:lnTo>
                <a:lnTo>
                  <a:pt x="701101" y="30652"/>
                </a:lnTo>
                <a:lnTo>
                  <a:pt x="701527" y="30322"/>
                </a:lnTo>
                <a:lnTo>
                  <a:pt x="701943" y="29977"/>
                </a:lnTo>
                <a:lnTo>
                  <a:pt x="702347" y="29617"/>
                </a:lnTo>
                <a:lnTo>
                  <a:pt x="702739" y="29245"/>
                </a:lnTo>
                <a:lnTo>
                  <a:pt x="703113" y="28865"/>
                </a:lnTo>
                <a:lnTo>
                  <a:pt x="703471" y="28476"/>
                </a:lnTo>
                <a:lnTo>
                  <a:pt x="703812" y="28079"/>
                </a:lnTo>
                <a:lnTo>
                  <a:pt x="704136" y="27674"/>
                </a:lnTo>
                <a:lnTo>
                  <a:pt x="704444" y="27261"/>
                </a:lnTo>
                <a:lnTo>
                  <a:pt x="704735" y="26840"/>
                </a:lnTo>
                <a:lnTo>
                  <a:pt x="705010" y="26410"/>
                </a:lnTo>
                <a:lnTo>
                  <a:pt x="705268" y="25972"/>
                </a:lnTo>
                <a:lnTo>
                  <a:pt x="705509" y="25526"/>
                </a:lnTo>
                <a:lnTo>
                  <a:pt x="705734" y="25072"/>
                </a:lnTo>
                <a:lnTo>
                  <a:pt x="705942" y="24609"/>
                </a:lnTo>
                <a:lnTo>
                  <a:pt x="706133" y="24138"/>
                </a:lnTo>
                <a:lnTo>
                  <a:pt x="706308" y="23659"/>
                </a:lnTo>
                <a:lnTo>
                  <a:pt x="706466" y="23172"/>
                </a:lnTo>
                <a:lnTo>
                  <a:pt x="706608" y="22677"/>
                </a:lnTo>
                <a:lnTo>
                  <a:pt x="706732" y="22173"/>
                </a:lnTo>
                <a:lnTo>
                  <a:pt x="706841" y="21661"/>
                </a:lnTo>
                <a:lnTo>
                  <a:pt x="706932" y="21141"/>
                </a:lnTo>
                <a:lnTo>
                  <a:pt x="707007" y="20612"/>
                </a:lnTo>
                <a:lnTo>
                  <a:pt x="707065" y="20076"/>
                </a:lnTo>
                <a:lnTo>
                  <a:pt x="707107" y="19531"/>
                </a:lnTo>
                <a:lnTo>
                  <a:pt x="707132" y="18978"/>
                </a:lnTo>
                <a:lnTo>
                  <a:pt x="707140" y="18416"/>
                </a:lnTo>
                <a:lnTo>
                  <a:pt x="707132" y="17855"/>
                </a:lnTo>
                <a:lnTo>
                  <a:pt x="707107" y="17302"/>
                </a:lnTo>
                <a:lnTo>
                  <a:pt x="707065" y="16757"/>
                </a:lnTo>
                <a:lnTo>
                  <a:pt x="707007" y="16221"/>
                </a:lnTo>
                <a:lnTo>
                  <a:pt x="706932" y="15692"/>
                </a:lnTo>
                <a:lnTo>
                  <a:pt x="706841" y="15172"/>
                </a:lnTo>
                <a:lnTo>
                  <a:pt x="706732" y="14660"/>
                </a:lnTo>
                <a:lnTo>
                  <a:pt x="706608" y="14156"/>
                </a:lnTo>
                <a:lnTo>
                  <a:pt x="706466" y="13661"/>
                </a:lnTo>
                <a:lnTo>
                  <a:pt x="706308" y="13174"/>
                </a:lnTo>
                <a:lnTo>
                  <a:pt x="706133" y="12695"/>
                </a:lnTo>
                <a:lnTo>
                  <a:pt x="705942" y="12224"/>
                </a:lnTo>
                <a:lnTo>
                  <a:pt x="705734" y="11761"/>
                </a:lnTo>
                <a:lnTo>
                  <a:pt x="705509" y="11307"/>
                </a:lnTo>
                <a:lnTo>
                  <a:pt x="705268" y="10861"/>
                </a:lnTo>
                <a:lnTo>
                  <a:pt x="705010" y="10423"/>
                </a:lnTo>
                <a:lnTo>
                  <a:pt x="704735" y="9993"/>
                </a:lnTo>
                <a:lnTo>
                  <a:pt x="704444" y="9572"/>
                </a:lnTo>
                <a:lnTo>
                  <a:pt x="704136" y="9159"/>
                </a:lnTo>
                <a:lnTo>
                  <a:pt x="703812" y="8754"/>
                </a:lnTo>
                <a:lnTo>
                  <a:pt x="703471" y="8357"/>
                </a:lnTo>
                <a:lnTo>
                  <a:pt x="703113" y="7968"/>
                </a:lnTo>
                <a:lnTo>
                  <a:pt x="702739" y="7588"/>
                </a:lnTo>
                <a:lnTo>
                  <a:pt x="702347" y="7216"/>
                </a:lnTo>
                <a:lnTo>
                  <a:pt x="701943" y="6856"/>
                </a:lnTo>
                <a:lnTo>
                  <a:pt x="701527" y="6511"/>
                </a:lnTo>
                <a:lnTo>
                  <a:pt x="701101" y="6181"/>
                </a:lnTo>
                <a:lnTo>
                  <a:pt x="700665" y="5867"/>
                </a:lnTo>
                <a:lnTo>
                  <a:pt x="700217" y="5568"/>
                </a:lnTo>
                <a:lnTo>
                  <a:pt x="699759" y="5284"/>
                </a:lnTo>
                <a:lnTo>
                  <a:pt x="699291" y="5016"/>
                </a:lnTo>
                <a:lnTo>
                  <a:pt x="698811" y="4763"/>
                </a:lnTo>
                <a:lnTo>
                  <a:pt x="698321" y="4525"/>
                </a:lnTo>
                <a:lnTo>
                  <a:pt x="697821" y="4303"/>
                </a:lnTo>
                <a:lnTo>
                  <a:pt x="697309" y="4096"/>
                </a:lnTo>
                <a:lnTo>
                  <a:pt x="696788" y="3904"/>
                </a:lnTo>
                <a:lnTo>
                  <a:pt x="696255" y="3728"/>
                </a:lnTo>
                <a:lnTo>
                  <a:pt x="695712" y="3567"/>
                </a:lnTo>
                <a:lnTo>
                  <a:pt x="695158" y="3421"/>
                </a:lnTo>
                <a:lnTo>
                  <a:pt x="694593" y="3291"/>
                </a:lnTo>
                <a:lnTo>
                  <a:pt x="694018" y="3176"/>
                </a:lnTo>
                <a:lnTo>
                  <a:pt x="693432" y="3076"/>
                </a:lnTo>
                <a:lnTo>
                  <a:pt x="692835" y="2992"/>
                </a:lnTo>
                <a:lnTo>
                  <a:pt x="692228" y="2923"/>
                </a:lnTo>
                <a:lnTo>
                  <a:pt x="691610" y="2869"/>
                </a:lnTo>
                <a:lnTo>
                  <a:pt x="690982" y="2831"/>
                </a:lnTo>
                <a:lnTo>
                  <a:pt x="690343" y="2808"/>
                </a:lnTo>
                <a:lnTo>
                  <a:pt x="689693" y="2800"/>
                </a:lnTo>
                <a:lnTo>
                  <a:pt x="689034" y="2808"/>
                </a:lnTo>
                <a:lnTo>
                  <a:pt x="688387" y="2831"/>
                </a:lnTo>
                <a:lnTo>
                  <a:pt x="687751" y="2869"/>
                </a:lnTo>
                <a:lnTo>
                  <a:pt x="687126" y="2923"/>
                </a:lnTo>
                <a:lnTo>
                  <a:pt x="686512" y="2992"/>
                </a:lnTo>
                <a:lnTo>
                  <a:pt x="685910" y="3076"/>
                </a:lnTo>
                <a:lnTo>
                  <a:pt x="685319" y="3176"/>
                </a:lnTo>
                <a:lnTo>
                  <a:pt x="684739" y="3291"/>
                </a:lnTo>
                <a:lnTo>
                  <a:pt x="684170" y="3421"/>
                </a:lnTo>
                <a:lnTo>
                  <a:pt x="683612" y="3567"/>
                </a:lnTo>
                <a:lnTo>
                  <a:pt x="683066" y="3728"/>
                </a:lnTo>
                <a:lnTo>
                  <a:pt x="682531" y="3904"/>
                </a:lnTo>
                <a:lnTo>
                  <a:pt x="682007" y="4096"/>
                </a:lnTo>
                <a:lnTo>
                  <a:pt x="681494" y="4303"/>
                </a:lnTo>
                <a:lnTo>
                  <a:pt x="680993" y="4525"/>
                </a:lnTo>
                <a:lnTo>
                  <a:pt x="680503" y="4763"/>
                </a:lnTo>
                <a:lnTo>
                  <a:pt x="680024" y="5016"/>
                </a:lnTo>
                <a:lnTo>
                  <a:pt x="679556" y="5284"/>
                </a:lnTo>
                <a:lnTo>
                  <a:pt x="679099" y="5568"/>
                </a:lnTo>
                <a:lnTo>
                  <a:pt x="678654" y="5867"/>
                </a:lnTo>
                <a:lnTo>
                  <a:pt x="678220" y="6181"/>
                </a:lnTo>
                <a:lnTo>
                  <a:pt x="677797" y="6511"/>
                </a:lnTo>
                <a:lnTo>
                  <a:pt x="677385" y="6856"/>
                </a:lnTo>
                <a:lnTo>
                  <a:pt x="676984" y="7216"/>
                </a:lnTo>
                <a:lnTo>
                  <a:pt x="676598" y="7588"/>
                </a:lnTo>
                <a:lnTo>
                  <a:pt x="676228" y="7968"/>
                </a:lnTo>
                <a:lnTo>
                  <a:pt x="675874" y="8357"/>
                </a:lnTo>
                <a:lnTo>
                  <a:pt x="675536" y="8754"/>
                </a:lnTo>
                <a:lnTo>
                  <a:pt x="675216" y="9159"/>
                </a:lnTo>
                <a:lnTo>
                  <a:pt x="674911" y="9572"/>
                </a:lnTo>
                <a:lnTo>
                  <a:pt x="674623" y="9993"/>
                </a:lnTo>
                <a:lnTo>
                  <a:pt x="674352" y="10423"/>
                </a:lnTo>
                <a:lnTo>
                  <a:pt x="674097" y="10861"/>
                </a:lnTo>
                <a:lnTo>
                  <a:pt x="673858" y="11307"/>
                </a:lnTo>
                <a:lnTo>
                  <a:pt x="673636" y="11761"/>
                </a:lnTo>
                <a:lnTo>
                  <a:pt x="673430" y="12224"/>
                </a:lnTo>
                <a:lnTo>
                  <a:pt x="673241" y="12695"/>
                </a:lnTo>
                <a:lnTo>
                  <a:pt x="673068" y="13174"/>
                </a:lnTo>
                <a:lnTo>
                  <a:pt x="672912" y="13661"/>
                </a:lnTo>
                <a:lnTo>
                  <a:pt x="672772" y="14156"/>
                </a:lnTo>
                <a:lnTo>
                  <a:pt x="672649" y="14660"/>
                </a:lnTo>
                <a:lnTo>
                  <a:pt x="672542" y="15172"/>
                </a:lnTo>
                <a:lnTo>
                  <a:pt x="672451" y="15692"/>
                </a:lnTo>
                <a:lnTo>
                  <a:pt x="672377" y="16221"/>
                </a:lnTo>
                <a:lnTo>
                  <a:pt x="672320" y="16757"/>
                </a:lnTo>
                <a:lnTo>
                  <a:pt x="672279" y="17302"/>
                </a:lnTo>
                <a:lnTo>
                  <a:pt x="672254" y="17855"/>
                </a:lnTo>
                <a:lnTo>
                  <a:pt x="672246" y="18416"/>
                </a:lnTo>
                <a:lnTo>
                  <a:pt x="672254" y="18978"/>
                </a:lnTo>
                <a:lnTo>
                  <a:pt x="672279" y="19531"/>
                </a:lnTo>
                <a:lnTo>
                  <a:pt x="672320" y="20076"/>
                </a:lnTo>
                <a:lnTo>
                  <a:pt x="672377" y="20612"/>
                </a:lnTo>
                <a:lnTo>
                  <a:pt x="672451" y="21141"/>
                </a:lnTo>
                <a:close/>
                <a:moveTo>
                  <a:pt x="301271" y="86771"/>
                </a:moveTo>
                <a:lnTo>
                  <a:pt x="301460" y="86435"/>
                </a:lnTo>
                <a:lnTo>
                  <a:pt x="301655" y="86105"/>
                </a:lnTo>
                <a:lnTo>
                  <a:pt x="301855" y="85780"/>
                </a:lnTo>
                <a:lnTo>
                  <a:pt x="302061" y="85460"/>
                </a:lnTo>
                <a:lnTo>
                  <a:pt x="302272" y="85146"/>
                </a:lnTo>
                <a:lnTo>
                  <a:pt x="302489" y="84837"/>
                </a:lnTo>
                <a:lnTo>
                  <a:pt x="302712" y="84533"/>
                </a:lnTo>
                <a:lnTo>
                  <a:pt x="302940" y="84234"/>
                </a:lnTo>
                <a:lnTo>
                  <a:pt x="303174" y="83940"/>
                </a:lnTo>
                <a:lnTo>
                  <a:pt x="303414" y="83652"/>
                </a:lnTo>
                <a:lnTo>
                  <a:pt x="303659" y="83369"/>
                </a:lnTo>
                <a:lnTo>
                  <a:pt x="303910" y="83091"/>
                </a:lnTo>
                <a:lnTo>
                  <a:pt x="304166" y="82819"/>
                </a:lnTo>
                <a:lnTo>
                  <a:pt x="304428" y="82551"/>
                </a:lnTo>
                <a:lnTo>
                  <a:pt x="304696" y="82289"/>
                </a:lnTo>
                <a:lnTo>
                  <a:pt x="304969" y="82032"/>
                </a:lnTo>
                <a:lnTo>
                  <a:pt x="305248" y="81780"/>
                </a:lnTo>
                <a:lnTo>
                  <a:pt x="305532" y="81534"/>
                </a:lnTo>
                <a:lnTo>
                  <a:pt x="305822" y="81293"/>
                </a:lnTo>
                <a:lnTo>
                  <a:pt x="306118" y="81057"/>
                </a:lnTo>
                <a:lnTo>
                  <a:pt x="306419" y="80826"/>
                </a:lnTo>
                <a:lnTo>
                  <a:pt x="306726" y="80601"/>
                </a:lnTo>
                <a:lnTo>
                  <a:pt x="307038" y="80380"/>
                </a:lnTo>
                <a:lnTo>
                  <a:pt x="307356" y="80165"/>
                </a:lnTo>
                <a:lnTo>
                  <a:pt x="307680" y="79956"/>
                </a:lnTo>
                <a:lnTo>
                  <a:pt x="308009" y="79751"/>
                </a:lnTo>
                <a:lnTo>
                  <a:pt x="308344" y="79552"/>
                </a:lnTo>
                <a:lnTo>
                  <a:pt x="308684" y="79358"/>
                </a:lnTo>
                <a:lnTo>
                  <a:pt x="309030" y="79169"/>
                </a:lnTo>
                <a:lnTo>
                  <a:pt x="309382" y="78985"/>
                </a:lnTo>
                <a:lnTo>
                  <a:pt x="309739" y="78807"/>
                </a:lnTo>
                <a:lnTo>
                  <a:pt x="310102" y="78634"/>
                </a:lnTo>
                <a:lnTo>
                  <a:pt x="310471" y="78466"/>
                </a:lnTo>
                <a:lnTo>
                  <a:pt x="310845" y="78303"/>
                </a:lnTo>
                <a:lnTo>
                  <a:pt x="311225" y="78146"/>
                </a:lnTo>
                <a:lnTo>
                  <a:pt x="311610" y="77993"/>
                </a:lnTo>
                <a:lnTo>
                  <a:pt x="312001" y="77846"/>
                </a:lnTo>
                <a:lnTo>
                  <a:pt x="312398" y="77705"/>
                </a:lnTo>
                <a:lnTo>
                  <a:pt x="312800" y="77568"/>
                </a:lnTo>
                <a:lnTo>
                  <a:pt x="313209" y="77438"/>
                </a:lnTo>
                <a:lnTo>
                  <a:pt x="313624" y="77313"/>
                </a:lnTo>
                <a:lnTo>
                  <a:pt x="314045" y="77195"/>
                </a:lnTo>
                <a:lnTo>
                  <a:pt x="314472" y="77082"/>
                </a:lnTo>
                <a:lnTo>
                  <a:pt x="314905" y="76974"/>
                </a:lnTo>
                <a:lnTo>
                  <a:pt x="315345" y="76873"/>
                </a:lnTo>
                <a:lnTo>
                  <a:pt x="315790" y="76777"/>
                </a:lnTo>
                <a:lnTo>
                  <a:pt x="316242" y="76687"/>
                </a:lnTo>
                <a:lnTo>
                  <a:pt x="316700" y="76603"/>
                </a:lnTo>
                <a:lnTo>
                  <a:pt x="317164" y="76525"/>
                </a:lnTo>
                <a:lnTo>
                  <a:pt x="317635" y="76453"/>
                </a:lnTo>
                <a:lnTo>
                  <a:pt x="318111" y="76386"/>
                </a:lnTo>
                <a:lnTo>
                  <a:pt x="318594" y="76325"/>
                </a:lnTo>
                <a:lnTo>
                  <a:pt x="319083" y="76270"/>
                </a:lnTo>
                <a:lnTo>
                  <a:pt x="319578" y="76221"/>
                </a:lnTo>
                <a:lnTo>
                  <a:pt x="320079" y="76177"/>
                </a:lnTo>
                <a:lnTo>
                  <a:pt x="320586" y="76140"/>
                </a:lnTo>
                <a:lnTo>
                  <a:pt x="321100" y="76108"/>
                </a:lnTo>
                <a:lnTo>
                  <a:pt x="321619" y="76082"/>
                </a:lnTo>
                <a:lnTo>
                  <a:pt x="322145" y="76061"/>
                </a:lnTo>
                <a:lnTo>
                  <a:pt x="322677" y="76047"/>
                </a:lnTo>
                <a:lnTo>
                  <a:pt x="323216" y="76038"/>
                </a:lnTo>
                <a:lnTo>
                  <a:pt x="323760" y="76035"/>
                </a:lnTo>
                <a:lnTo>
                  <a:pt x="323976" y="76036"/>
                </a:lnTo>
                <a:lnTo>
                  <a:pt x="324195" y="76037"/>
                </a:lnTo>
                <a:lnTo>
                  <a:pt x="324415" y="76040"/>
                </a:lnTo>
                <a:lnTo>
                  <a:pt x="324638" y="76043"/>
                </a:lnTo>
                <a:lnTo>
                  <a:pt x="324863" y="76047"/>
                </a:lnTo>
                <a:lnTo>
                  <a:pt x="325089" y="76052"/>
                </a:lnTo>
                <a:lnTo>
                  <a:pt x="325318" y="76058"/>
                </a:lnTo>
                <a:lnTo>
                  <a:pt x="325549" y="76065"/>
                </a:lnTo>
                <a:lnTo>
                  <a:pt x="325782" y="76073"/>
                </a:lnTo>
                <a:lnTo>
                  <a:pt x="326017" y="76082"/>
                </a:lnTo>
                <a:lnTo>
                  <a:pt x="326254" y="76092"/>
                </a:lnTo>
                <a:lnTo>
                  <a:pt x="326493" y="76103"/>
                </a:lnTo>
                <a:lnTo>
                  <a:pt x="326734" y="76114"/>
                </a:lnTo>
                <a:lnTo>
                  <a:pt x="326977" y="76127"/>
                </a:lnTo>
                <a:lnTo>
                  <a:pt x="327222" y="76141"/>
                </a:lnTo>
                <a:lnTo>
                  <a:pt x="327470" y="76155"/>
                </a:lnTo>
                <a:lnTo>
                  <a:pt x="327719" y="76170"/>
                </a:lnTo>
                <a:lnTo>
                  <a:pt x="327970" y="76187"/>
                </a:lnTo>
                <a:lnTo>
                  <a:pt x="328224" y="76204"/>
                </a:lnTo>
                <a:lnTo>
                  <a:pt x="328479" y="76222"/>
                </a:lnTo>
                <a:lnTo>
                  <a:pt x="328737" y="76241"/>
                </a:lnTo>
                <a:lnTo>
                  <a:pt x="328996" y="76262"/>
                </a:lnTo>
                <a:lnTo>
                  <a:pt x="329258" y="76283"/>
                </a:lnTo>
                <a:lnTo>
                  <a:pt x="329522" y="76305"/>
                </a:lnTo>
                <a:lnTo>
                  <a:pt x="329785" y="76327"/>
                </a:lnTo>
                <a:lnTo>
                  <a:pt x="330045" y="76350"/>
                </a:lnTo>
                <a:lnTo>
                  <a:pt x="330302" y="76373"/>
                </a:lnTo>
                <a:lnTo>
                  <a:pt x="330555" y="76396"/>
                </a:lnTo>
                <a:lnTo>
                  <a:pt x="330806" y="76419"/>
                </a:lnTo>
                <a:lnTo>
                  <a:pt x="331053" y="76443"/>
                </a:lnTo>
                <a:lnTo>
                  <a:pt x="331297" y="76466"/>
                </a:lnTo>
                <a:lnTo>
                  <a:pt x="331538" y="76490"/>
                </a:lnTo>
                <a:lnTo>
                  <a:pt x="331776" y="76514"/>
                </a:lnTo>
                <a:lnTo>
                  <a:pt x="332011" y="76538"/>
                </a:lnTo>
                <a:lnTo>
                  <a:pt x="332242" y="76563"/>
                </a:lnTo>
                <a:lnTo>
                  <a:pt x="332470" y="76587"/>
                </a:lnTo>
                <a:lnTo>
                  <a:pt x="332695" y="76612"/>
                </a:lnTo>
                <a:lnTo>
                  <a:pt x="332917" y="76637"/>
                </a:lnTo>
                <a:lnTo>
                  <a:pt x="333136" y="76662"/>
                </a:lnTo>
                <a:lnTo>
                  <a:pt x="333351" y="76688"/>
                </a:lnTo>
                <a:lnTo>
                  <a:pt x="333563" y="76713"/>
                </a:lnTo>
                <a:lnTo>
                  <a:pt x="333773" y="76739"/>
                </a:lnTo>
                <a:lnTo>
                  <a:pt x="333979" y="76765"/>
                </a:lnTo>
                <a:lnTo>
                  <a:pt x="334181" y="76791"/>
                </a:lnTo>
                <a:lnTo>
                  <a:pt x="334381" y="76817"/>
                </a:lnTo>
                <a:lnTo>
                  <a:pt x="334577" y="76843"/>
                </a:lnTo>
                <a:lnTo>
                  <a:pt x="334771" y="76870"/>
                </a:lnTo>
                <a:lnTo>
                  <a:pt x="334961" y="76897"/>
                </a:lnTo>
                <a:lnTo>
                  <a:pt x="335499" y="48141"/>
                </a:lnTo>
                <a:lnTo>
                  <a:pt x="335354" y="48088"/>
                </a:lnTo>
                <a:lnTo>
                  <a:pt x="335205" y="48036"/>
                </a:lnTo>
                <a:lnTo>
                  <a:pt x="335053" y="47984"/>
                </a:lnTo>
                <a:lnTo>
                  <a:pt x="334898" y="47933"/>
                </a:lnTo>
                <a:lnTo>
                  <a:pt x="334739" y="47884"/>
                </a:lnTo>
                <a:lnTo>
                  <a:pt x="334577" y="47835"/>
                </a:lnTo>
                <a:lnTo>
                  <a:pt x="334411" y="47787"/>
                </a:lnTo>
                <a:lnTo>
                  <a:pt x="334243" y="47740"/>
                </a:lnTo>
                <a:lnTo>
                  <a:pt x="334070" y="47695"/>
                </a:lnTo>
                <a:lnTo>
                  <a:pt x="333895" y="47650"/>
                </a:lnTo>
                <a:lnTo>
                  <a:pt x="333716" y="47606"/>
                </a:lnTo>
                <a:lnTo>
                  <a:pt x="333534" y="47562"/>
                </a:lnTo>
                <a:lnTo>
                  <a:pt x="333348" y="47520"/>
                </a:lnTo>
                <a:lnTo>
                  <a:pt x="333159" y="47479"/>
                </a:lnTo>
                <a:lnTo>
                  <a:pt x="332967" y="47439"/>
                </a:lnTo>
                <a:lnTo>
                  <a:pt x="332771" y="47399"/>
                </a:lnTo>
                <a:lnTo>
                  <a:pt x="332572" y="47361"/>
                </a:lnTo>
                <a:lnTo>
                  <a:pt x="332369" y="47324"/>
                </a:lnTo>
                <a:lnTo>
                  <a:pt x="332163" y="47287"/>
                </a:lnTo>
                <a:lnTo>
                  <a:pt x="331954" y="47251"/>
                </a:lnTo>
                <a:lnTo>
                  <a:pt x="331741" y="47217"/>
                </a:lnTo>
                <a:lnTo>
                  <a:pt x="331525" y="47183"/>
                </a:lnTo>
                <a:lnTo>
                  <a:pt x="331306" y="47150"/>
                </a:lnTo>
                <a:lnTo>
                  <a:pt x="331083" y="47118"/>
                </a:lnTo>
                <a:lnTo>
                  <a:pt x="330859" y="47087"/>
                </a:lnTo>
                <a:lnTo>
                  <a:pt x="330635" y="47058"/>
                </a:lnTo>
                <a:lnTo>
                  <a:pt x="330412" y="47030"/>
                </a:lnTo>
                <a:lnTo>
                  <a:pt x="330189" y="47003"/>
                </a:lnTo>
                <a:lnTo>
                  <a:pt x="329966" y="46978"/>
                </a:lnTo>
                <a:lnTo>
                  <a:pt x="329744" y="46953"/>
                </a:lnTo>
                <a:lnTo>
                  <a:pt x="329522" y="46930"/>
                </a:lnTo>
                <a:lnTo>
                  <a:pt x="329300" y="46909"/>
                </a:lnTo>
                <a:lnTo>
                  <a:pt x="329079" y="46889"/>
                </a:lnTo>
                <a:lnTo>
                  <a:pt x="328858" y="46870"/>
                </a:lnTo>
                <a:lnTo>
                  <a:pt x="328638" y="46852"/>
                </a:lnTo>
                <a:lnTo>
                  <a:pt x="328418" y="46836"/>
                </a:lnTo>
                <a:lnTo>
                  <a:pt x="328198" y="46820"/>
                </a:lnTo>
                <a:lnTo>
                  <a:pt x="327979" y="46807"/>
                </a:lnTo>
                <a:lnTo>
                  <a:pt x="327760" y="46794"/>
                </a:lnTo>
                <a:lnTo>
                  <a:pt x="327541" y="46783"/>
                </a:lnTo>
                <a:lnTo>
                  <a:pt x="327323" y="46773"/>
                </a:lnTo>
                <a:lnTo>
                  <a:pt x="327105" y="46765"/>
                </a:lnTo>
                <a:lnTo>
                  <a:pt x="326888" y="46758"/>
                </a:lnTo>
                <a:lnTo>
                  <a:pt x="326671" y="46752"/>
                </a:lnTo>
                <a:lnTo>
                  <a:pt x="326454" y="46747"/>
                </a:lnTo>
                <a:lnTo>
                  <a:pt x="326238" y="46744"/>
                </a:lnTo>
                <a:lnTo>
                  <a:pt x="326022" y="46742"/>
                </a:lnTo>
                <a:lnTo>
                  <a:pt x="325806" y="46741"/>
                </a:lnTo>
                <a:lnTo>
                  <a:pt x="325127" y="46748"/>
                </a:lnTo>
                <a:lnTo>
                  <a:pt x="324455" y="46768"/>
                </a:lnTo>
                <a:lnTo>
                  <a:pt x="323789" y="46802"/>
                </a:lnTo>
                <a:lnTo>
                  <a:pt x="323129" y="46849"/>
                </a:lnTo>
                <a:lnTo>
                  <a:pt x="322475" y="46910"/>
                </a:lnTo>
                <a:lnTo>
                  <a:pt x="321828" y="46984"/>
                </a:lnTo>
                <a:lnTo>
                  <a:pt x="321187" y="47071"/>
                </a:lnTo>
                <a:lnTo>
                  <a:pt x="320553" y="47172"/>
                </a:lnTo>
                <a:lnTo>
                  <a:pt x="319925" y="47287"/>
                </a:lnTo>
                <a:lnTo>
                  <a:pt x="319303" y="47414"/>
                </a:lnTo>
                <a:lnTo>
                  <a:pt x="318688" y="47556"/>
                </a:lnTo>
                <a:lnTo>
                  <a:pt x="318079" y="47711"/>
                </a:lnTo>
                <a:lnTo>
                  <a:pt x="317476" y="47879"/>
                </a:lnTo>
                <a:lnTo>
                  <a:pt x="316880" y="48061"/>
                </a:lnTo>
                <a:lnTo>
                  <a:pt x="316290" y="48256"/>
                </a:lnTo>
                <a:lnTo>
                  <a:pt x="315706" y="48464"/>
                </a:lnTo>
                <a:lnTo>
                  <a:pt x="315129" y="48687"/>
                </a:lnTo>
                <a:lnTo>
                  <a:pt x="314558" y="48922"/>
                </a:lnTo>
                <a:lnTo>
                  <a:pt x="313994" y="49171"/>
                </a:lnTo>
                <a:lnTo>
                  <a:pt x="313436" y="49434"/>
                </a:lnTo>
                <a:lnTo>
                  <a:pt x="312884" y="49710"/>
                </a:lnTo>
                <a:lnTo>
                  <a:pt x="312339" y="49999"/>
                </a:lnTo>
                <a:lnTo>
                  <a:pt x="311800" y="50302"/>
                </a:lnTo>
                <a:lnTo>
                  <a:pt x="311267" y="50618"/>
                </a:lnTo>
                <a:lnTo>
                  <a:pt x="310741" y="50947"/>
                </a:lnTo>
                <a:lnTo>
                  <a:pt x="310222" y="51287"/>
                </a:lnTo>
                <a:lnTo>
                  <a:pt x="309709" y="51638"/>
                </a:lnTo>
                <a:lnTo>
                  <a:pt x="309204" y="52001"/>
                </a:lnTo>
                <a:lnTo>
                  <a:pt x="308706" y="52374"/>
                </a:lnTo>
                <a:lnTo>
                  <a:pt x="308214" y="52759"/>
                </a:lnTo>
                <a:lnTo>
                  <a:pt x="307730" y="53155"/>
                </a:lnTo>
                <a:lnTo>
                  <a:pt x="307252" y="53562"/>
                </a:lnTo>
                <a:lnTo>
                  <a:pt x="306781" y="53981"/>
                </a:lnTo>
                <a:lnTo>
                  <a:pt x="306318" y="54410"/>
                </a:lnTo>
                <a:lnTo>
                  <a:pt x="305861" y="54851"/>
                </a:lnTo>
                <a:lnTo>
                  <a:pt x="305411" y="55303"/>
                </a:lnTo>
                <a:lnTo>
                  <a:pt x="304968" y="55767"/>
                </a:lnTo>
                <a:lnTo>
                  <a:pt x="304532" y="56241"/>
                </a:lnTo>
                <a:lnTo>
                  <a:pt x="304102" y="56727"/>
                </a:lnTo>
                <a:lnTo>
                  <a:pt x="303680" y="57224"/>
                </a:lnTo>
                <a:lnTo>
                  <a:pt x="303265" y="57732"/>
                </a:lnTo>
                <a:lnTo>
                  <a:pt x="302856" y="58252"/>
                </a:lnTo>
                <a:lnTo>
                  <a:pt x="302455" y="58782"/>
                </a:lnTo>
                <a:lnTo>
                  <a:pt x="302060" y="59324"/>
                </a:lnTo>
                <a:lnTo>
                  <a:pt x="301672" y="59877"/>
                </a:lnTo>
                <a:lnTo>
                  <a:pt x="301292" y="60441"/>
                </a:lnTo>
                <a:lnTo>
                  <a:pt x="300918" y="61017"/>
                </a:lnTo>
                <a:lnTo>
                  <a:pt x="300551" y="61604"/>
                </a:lnTo>
                <a:lnTo>
                  <a:pt x="300191" y="62200"/>
                </a:lnTo>
                <a:lnTo>
                  <a:pt x="299838" y="62805"/>
                </a:lnTo>
                <a:lnTo>
                  <a:pt x="299592" y="63243"/>
                </a:lnTo>
                <a:lnTo>
                  <a:pt x="298558" y="48895"/>
                </a:lnTo>
                <a:lnTo>
                  <a:pt x="269372" y="48895"/>
                </a:lnTo>
                <a:lnTo>
                  <a:pt x="269372" y="165425"/>
                </a:lnTo>
                <a:lnTo>
                  <a:pt x="300389" y="165425"/>
                </a:lnTo>
                <a:lnTo>
                  <a:pt x="300389" y="88576"/>
                </a:lnTo>
                <a:lnTo>
                  <a:pt x="300410" y="88527"/>
                </a:lnTo>
                <a:lnTo>
                  <a:pt x="300571" y="88165"/>
                </a:lnTo>
                <a:lnTo>
                  <a:pt x="300738" y="87809"/>
                </a:lnTo>
                <a:lnTo>
                  <a:pt x="300910" y="87457"/>
                </a:lnTo>
                <a:lnTo>
                  <a:pt x="301088" y="87112"/>
                </a:lnTo>
                <a:lnTo>
                  <a:pt x="301271" y="86771"/>
                </a:lnTo>
                <a:close/>
                <a:moveTo>
                  <a:pt x="646410" y="165425"/>
                </a:moveTo>
                <a:lnTo>
                  <a:pt x="646410" y="8616"/>
                </a:lnTo>
                <a:lnTo>
                  <a:pt x="614208" y="8616"/>
                </a:lnTo>
                <a:lnTo>
                  <a:pt x="614208" y="72374"/>
                </a:lnTo>
                <a:lnTo>
                  <a:pt x="551096" y="72374"/>
                </a:lnTo>
                <a:lnTo>
                  <a:pt x="551096" y="8616"/>
                </a:lnTo>
                <a:lnTo>
                  <a:pt x="518787" y="8616"/>
                </a:lnTo>
                <a:lnTo>
                  <a:pt x="518787" y="165425"/>
                </a:lnTo>
                <a:lnTo>
                  <a:pt x="551096" y="165425"/>
                </a:lnTo>
                <a:lnTo>
                  <a:pt x="551096" y="97575"/>
                </a:lnTo>
                <a:lnTo>
                  <a:pt x="614208" y="97575"/>
                </a:lnTo>
                <a:lnTo>
                  <a:pt x="614208" y="165425"/>
                </a:lnTo>
                <a:lnTo>
                  <a:pt x="646410" y="165425"/>
                </a:lnTo>
                <a:close/>
                <a:moveTo>
                  <a:pt x="78189" y="165425"/>
                </a:moveTo>
                <a:lnTo>
                  <a:pt x="88098" y="165425"/>
                </a:lnTo>
                <a:lnTo>
                  <a:pt x="142701" y="8616"/>
                </a:lnTo>
                <a:lnTo>
                  <a:pt x="106730" y="8616"/>
                </a:lnTo>
                <a:lnTo>
                  <a:pt x="71191" y="127976"/>
                </a:lnTo>
                <a:lnTo>
                  <a:pt x="35756" y="8616"/>
                </a:lnTo>
                <a:lnTo>
                  <a:pt x="0" y="8616"/>
                </a:lnTo>
                <a:lnTo>
                  <a:pt x="54280" y="165425"/>
                </a:lnTo>
                <a:lnTo>
                  <a:pt x="64404" y="165425"/>
                </a:lnTo>
                <a:lnTo>
                  <a:pt x="78189" y="165425"/>
                </a:lnTo>
                <a:close/>
                <a:moveTo>
                  <a:pt x="339791" y="48895"/>
                </a:moveTo>
                <a:lnTo>
                  <a:pt x="380734" y="164953"/>
                </a:lnTo>
                <a:lnTo>
                  <a:pt x="377271" y="173819"/>
                </a:lnTo>
                <a:lnTo>
                  <a:pt x="377152" y="174190"/>
                </a:lnTo>
                <a:lnTo>
                  <a:pt x="377031" y="174556"/>
                </a:lnTo>
                <a:lnTo>
                  <a:pt x="376905" y="174916"/>
                </a:lnTo>
                <a:lnTo>
                  <a:pt x="376777" y="175270"/>
                </a:lnTo>
                <a:lnTo>
                  <a:pt x="376645" y="175618"/>
                </a:lnTo>
                <a:lnTo>
                  <a:pt x="376510" y="175960"/>
                </a:lnTo>
                <a:lnTo>
                  <a:pt x="376371" y="176297"/>
                </a:lnTo>
                <a:lnTo>
                  <a:pt x="376230" y="176628"/>
                </a:lnTo>
                <a:lnTo>
                  <a:pt x="376084" y="176953"/>
                </a:lnTo>
                <a:lnTo>
                  <a:pt x="375936" y="177272"/>
                </a:lnTo>
                <a:lnTo>
                  <a:pt x="375784" y="177586"/>
                </a:lnTo>
                <a:lnTo>
                  <a:pt x="375628" y="177894"/>
                </a:lnTo>
                <a:lnTo>
                  <a:pt x="375469" y="178196"/>
                </a:lnTo>
                <a:lnTo>
                  <a:pt x="375307" y="178493"/>
                </a:lnTo>
                <a:lnTo>
                  <a:pt x="375142" y="178783"/>
                </a:lnTo>
                <a:lnTo>
                  <a:pt x="374973" y="179068"/>
                </a:lnTo>
                <a:lnTo>
                  <a:pt x="374801" y="179347"/>
                </a:lnTo>
                <a:lnTo>
                  <a:pt x="374625" y="179620"/>
                </a:lnTo>
                <a:lnTo>
                  <a:pt x="374446" y="179888"/>
                </a:lnTo>
                <a:lnTo>
                  <a:pt x="374264" y="180150"/>
                </a:lnTo>
                <a:lnTo>
                  <a:pt x="374078" y="180406"/>
                </a:lnTo>
                <a:lnTo>
                  <a:pt x="373889" y="180656"/>
                </a:lnTo>
                <a:lnTo>
                  <a:pt x="373697" y="180901"/>
                </a:lnTo>
                <a:lnTo>
                  <a:pt x="373501" y="181139"/>
                </a:lnTo>
                <a:lnTo>
                  <a:pt x="373301" y="181373"/>
                </a:lnTo>
                <a:lnTo>
                  <a:pt x="373096" y="181601"/>
                </a:lnTo>
                <a:lnTo>
                  <a:pt x="372885" y="181824"/>
                </a:lnTo>
                <a:lnTo>
                  <a:pt x="372669" y="182043"/>
                </a:lnTo>
                <a:lnTo>
                  <a:pt x="372448" y="182256"/>
                </a:lnTo>
                <a:lnTo>
                  <a:pt x="372222" y="182464"/>
                </a:lnTo>
                <a:lnTo>
                  <a:pt x="371991" y="182668"/>
                </a:lnTo>
                <a:lnTo>
                  <a:pt x="371754" y="182866"/>
                </a:lnTo>
                <a:lnTo>
                  <a:pt x="371512" y="183060"/>
                </a:lnTo>
                <a:lnTo>
                  <a:pt x="371265" y="183248"/>
                </a:lnTo>
                <a:lnTo>
                  <a:pt x="371012" y="183431"/>
                </a:lnTo>
                <a:lnTo>
                  <a:pt x="370755" y="183610"/>
                </a:lnTo>
                <a:lnTo>
                  <a:pt x="370492" y="183783"/>
                </a:lnTo>
                <a:lnTo>
                  <a:pt x="370224" y="183951"/>
                </a:lnTo>
                <a:lnTo>
                  <a:pt x="369950" y="184115"/>
                </a:lnTo>
                <a:lnTo>
                  <a:pt x="369672" y="184273"/>
                </a:lnTo>
                <a:lnTo>
                  <a:pt x="369388" y="184426"/>
                </a:lnTo>
                <a:lnTo>
                  <a:pt x="369099" y="184575"/>
                </a:lnTo>
                <a:lnTo>
                  <a:pt x="368805" y="184718"/>
                </a:lnTo>
                <a:lnTo>
                  <a:pt x="368505" y="184856"/>
                </a:lnTo>
                <a:lnTo>
                  <a:pt x="368200" y="184990"/>
                </a:lnTo>
                <a:lnTo>
                  <a:pt x="367890" y="185118"/>
                </a:lnTo>
                <a:lnTo>
                  <a:pt x="367575" y="185241"/>
                </a:lnTo>
                <a:lnTo>
                  <a:pt x="367255" y="185360"/>
                </a:lnTo>
                <a:lnTo>
                  <a:pt x="366928" y="185473"/>
                </a:lnTo>
                <a:lnTo>
                  <a:pt x="366593" y="185582"/>
                </a:lnTo>
                <a:lnTo>
                  <a:pt x="366250" y="185686"/>
                </a:lnTo>
                <a:lnTo>
                  <a:pt x="365899" y="185784"/>
                </a:lnTo>
                <a:lnTo>
                  <a:pt x="365541" y="185879"/>
                </a:lnTo>
                <a:lnTo>
                  <a:pt x="365175" y="185968"/>
                </a:lnTo>
                <a:lnTo>
                  <a:pt x="364801" y="186052"/>
                </a:lnTo>
                <a:lnTo>
                  <a:pt x="364419" y="186132"/>
                </a:lnTo>
                <a:lnTo>
                  <a:pt x="364029" y="186207"/>
                </a:lnTo>
                <a:lnTo>
                  <a:pt x="363631" y="186277"/>
                </a:lnTo>
                <a:lnTo>
                  <a:pt x="363225" y="186342"/>
                </a:lnTo>
                <a:lnTo>
                  <a:pt x="362812" y="186402"/>
                </a:lnTo>
                <a:lnTo>
                  <a:pt x="362391" y="186458"/>
                </a:lnTo>
                <a:lnTo>
                  <a:pt x="361962" y="186508"/>
                </a:lnTo>
                <a:lnTo>
                  <a:pt x="361525" y="186554"/>
                </a:lnTo>
                <a:lnTo>
                  <a:pt x="361080" y="186595"/>
                </a:lnTo>
                <a:lnTo>
                  <a:pt x="360627" y="186631"/>
                </a:lnTo>
                <a:lnTo>
                  <a:pt x="360167" y="186663"/>
                </a:lnTo>
                <a:lnTo>
                  <a:pt x="359698" y="186689"/>
                </a:lnTo>
                <a:lnTo>
                  <a:pt x="359222" y="186711"/>
                </a:lnTo>
                <a:lnTo>
                  <a:pt x="358738" y="186728"/>
                </a:lnTo>
                <a:lnTo>
                  <a:pt x="358246" y="186740"/>
                </a:lnTo>
                <a:lnTo>
                  <a:pt x="357746" y="186747"/>
                </a:lnTo>
                <a:lnTo>
                  <a:pt x="357239" y="186750"/>
                </a:lnTo>
                <a:lnTo>
                  <a:pt x="357140" y="186750"/>
                </a:lnTo>
                <a:lnTo>
                  <a:pt x="357040" y="186749"/>
                </a:lnTo>
                <a:lnTo>
                  <a:pt x="356941" y="186749"/>
                </a:lnTo>
                <a:lnTo>
                  <a:pt x="356841" y="186748"/>
                </a:lnTo>
                <a:lnTo>
                  <a:pt x="356740" y="186747"/>
                </a:lnTo>
                <a:lnTo>
                  <a:pt x="356640" y="186746"/>
                </a:lnTo>
                <a:lnTo>
                  <a:pt x="356538" y="186745"/>
                </a:lnTo>
                <a:lnTo>
                  <a:pt x="356437" y="186744"/>
                </a:lnTo>
                <a:lnTo>
                  <a:pt x="356335" y="186742"/>
                </a:lnTo>
                <a:lnTo>
                  <a:pt x="356233" y="186740"/>
                </a:lnTo>
                <a:lnTo>
                  <a:pt x="356130" y="186738"/>
                </a:lnTo>
                <a:lnTo>
                  <a:pt x="356027" y="186736"/>
                </a:lnTo>
                <a:lnTo>
                  <a:pt x="355924" y="186734"/>
                </a:lnTo>
                <a:lnTo>
                  <a:pt x="355820" y="186731"/>
                </a:lnTo>
                <a:lnTo>
                  <a:pt x="355716" y="186729"/>
                </a:lnTo>
                <a:lnTo>
                  <a:pt x="355611" y="186726"/>
                </a:lnTo>
                <a:lnTo>
                  <a:pt x="355506" y="186723"/>
                </a:lnTo>
                <a:lnTo>
                  <a:pt x="355401" y="186719"/>
                </a:lnTo>
                <a:lnTo>
                  <a:pt x="355295" y="186716"/>
                </a:lnTo>
                <a:lnTo>
                  <a:pt x="355189" y="186712"/>
                </a:lnTo>
                <a:lnTo>
                  <a:pt x="355083" y="186709"/>
                </a:lnTo>
                <a:lnTo>
                  <a:pt x="354976" y="186704"/>
                </a:lnTo>
                <a:lnTo>
                  <a:pt x="354869" y="186700"/>
                </a:lnTo>
                <a:lnTo>
                  <a:pt x="354762" y="186696"/>
                </a:lnTo>
                <a:lnTo>
                  <a:pt x="354654" y="186691"/>
                </a:lnTo>
                <a:lnTo>
                  <a:pt x="354547" y="186687"/>
                </a:lnTo>
                <a:lnTo>
                  <a:pt x="354440" y="186683"/>
                </a:lnTo>
                <a:lnTo>
                  <a:pt x="354334" y="186679"/>
                </a:lnTo>
                <a:lnTo>
                  <a:pt x="354228" y="186676"/>
                </a:lnTo>
                <a:lnTo>
                  <a:pt x="354122" y="186672"/>
                </a:lnTo>
                <a:lnTo>
                  <a:pt x="354017" y="186669"/>
                </a:lnTo>
                <a:lnTo>
                  <a:pt x="353912" y="186666"/>
                </a:lnTo>
                <a:lnTo>
                  <a:pt x="353807" y="186663"/>
                </a:lnTo>
                <a:lnTo>
                  <a:pt x="353703" y="186660"/>
                </a:lnTo>
                <a:lnTo>
                  <a:pt x="353599" y="186658"/>
                </a:lnTo>
                <a:lnTo>
                  <a:pt x="353496" y="186655"/>
                </a:lnTo>
                <a:lnTo>
                  <a:pt x="353393" y="186653"/>
                </a:lnTo>
                <a:lnTo>
                  <a:pt x="353290" y="186651"/>
                </a:lnTo>
                <a:lnTo>
                  <a:pt x="353188" y="186650"/>
                </a:lnTo>
                <a:lnTo>
                  <a:pt x="353086" y="186648"/>
                </a:lnTo>
                <a:lnTo>
                  <a:pt x="352985" y="186647"/>
                </a:lnTo>
                <a:lnTo>
                  <a:pt x="352884" y="186645"/>
                </a:lnTo>
                <a:lnTo>
                  <a:pt x="352783" y="186644"/>
                </a:lnTo>
                <a:lnTo>
                  <a:pt x="352682" y="186644"/>
                </a:lnTo>
                <a:lnTo>
                  <a:pt x="352582" y="186643"/>
                </a:lnTo>
                <a:lnTo>
                  <a:pt x="352483" y="186642"/>
                </a:lnTo>
                <a:lnTo>
                  <a:pt x="352383" y="186642"/>
                </a:lnTo>
                <a:lnTo>
                  <a:pt x="352284" y="186642"/>
                </a:lnTo>
                <a:lnTo>
                  <a:pt x="352284" y="209366"/>
                </a:lnTo>
                <a:lnTo>
                  <a:pt x="352606" y="209447"/>
                </a:lnTo>
                <a:lnTo>
                  <a:pt x="352923" y="209525"/>
                </a:lnTo>
                <a:lnTo>
                  <a:pt x="353237" y="209602"/>
                </a:lnTo>
                <a:lnTo>
                  <a:pt x="353547" y="209678"/>
                </a:lnTo>
                <a:lnTo>
                  <a:pt x="353853" y="209752"/>
                </a:lnTo>
                <a:lnTo>
                  <a:pt x="354156" y="209824"/>
                </a:lnTo>
                <a:lnTo>
                  <a:pt x="354455" y="209895"/>
                </a:lnTo>
                <a:lnTo>
                  <a:pt x="354750" y="209965"/>
                </a:lnTo>
                <a:lnTo>
                  <a:pt x="355041" y="210033"/>
                </a:lnTo>
                <a:lnTo>
                  <a:pt x="355328" y="210099"/>
                </a:lnTo>
                <a:lnTo>
                  <a:pt x="355612" y="210164"/>
                </a:lnTo>
                <a:lnTo>
                  <a:pt x="355892" y="210228"/>
                </a:lnTo>
                <a:lnTo>
                  <a:pt x="356169" y="210290"/>
                </a:lnTo>
                <a:lnTo>
                  <a:pt x="356441" y="210351"/>
                </a:lnTo>
                <a:lnTo>
                  <a:pt x="356710" y="210410"/>
                </a:lnTo>
                <a:lnTo>
                  <a:pt x="356975" y="210467"/>
                </a:lnTo>
                <a:lnTo>
                  <a:pt x="357237" y="210523"/>
                </a:lnTo>
                <a:lnTo>
                  <a:pt x="357494" y="210578"/>
                </a:lnTo>
                <a:lnTo>
                  <a:pt x="357748" y="210631"/>
                </a:lnTo>
                <a:lnTo>
                  <a:pt x="357998" y="210683"/>
                </a:lnTo>
                <a:lnTo>
                  <a:pt x="358245" y="210733"/>
                </a:lnTo>
                <a:lnTo>
                  <a:pt x="358488" y="210782"/>
                </a:lnTo>
                <a:lnTo>
                  <a:pt x="358727" y="210829"/>
                </a:lnTo>
                <a:lnTo>
                  <a:pt x="358962" y="210874"/>
                </a:lnTo>
                <a:lnTo>
                  <a:pt x="359198" y="210918"/>
                </a:lnTo>
                <a:lnTo>
                  <a:pt x="359440" y="210960"/>
                </a:lnTo>
                <a:lnTo>
                  <a:pt x="359687" y="211000"/>
                </a:lnTo>
                <a:lnTo>
                  <a:pt x="359940" y="211039"/>
                </a:lnTo>
                <a:lnTo>
                  <a:pt x="360199" y="211075"/>
                </a:lnTo>
                <a:lnTo>
                  <a:pt x="360463" y="211110"/>
                </a:lnTo>
                <a:lnTo>
                  <a:pt x="360733" y="211143"/>
                </a:lnTo>
                <a:lnTo>
                  <a:pt x="361008" y="211173"/>
                </a:lnTo>
                <a:lnTo>
                  <a:pt x="361289" y="211202"/>
                </a:lnTo>
                <a:lnTo>
                  <a:pt x="361576" y="211230"/>
                </a:lnTo>
                <a:lnTo>
                  <a:pt x="361868" y="211255"/>
                </a:lnTo>
                <a:lnTo>
                  <a:pt x="362166" y="211278"/>
                </a:lnTo>
                <a:lnTo>
                  <a:pt x="362469" y="211300"/>
                </a:lnTo>
                <a:lnTo>
                  <a:pt x="362778" y="211319"/>
                </a:lnTo>
                <a:lnTo>
                  <a:pt x="363093" y="211337"/>
                </a:lnTo>
                <a:lnTo>
                  <a:pt x="363413" y="211353"/>
                </a:lnTo>
                <a:lnTo>
                  <a:pt x="363739" y="211367"/>
                </a:lnTo>
                <a:lnTo>
                  <a:pt x="364071" y="211379"/>
                </a:lnTo>
                <a:lnTo>
                  <a:pt x="364408" y="211389"/>
                </a:lnTo>
                <a:lnTo>
                  <a:pt x="364751" y="211398"/>
                </a:lnTo>
                <a:lnTo>
                  <a:pt x="365099" y="211404"/>
                </a:lnTo>
                <a:lnTo>
                  <a:pt x="365453" y="211409"/>
                </a:lnTo>
                <a:lnTo>
                  <a:pt x="365812" y="211412"/>
                </a:lnTo>
                <a:lnTo>
                  <a:pt x="366178" y="211413"/>
                </a:lnTo>
                <a:lnTo>
                  <a:pt x="366945" y="211408"/>
                </a:lnTo>
                <a:lnTo>
                  <a:pt x="367701" y="211393"/>
                </a:lnTo>
                <a:lnTo>
                  <a:pt x="368449" y="211368"/>
                </a:lnTo>
                <a:lnTo>
                  <a:pt x="369186" y="211332"/>
                </a:lnTo>
                <a:lnTo>
                  <a:pt x="369913" y="211287"/>
                </a:lnTo>
                <a:lnTo>
                  <a:pt x="370630" y="211232"/>
                </a:lnTo>
                <a:lnTo>
                  <a:pt x="371338" y="211167"/>
                </a:lnTo>
                <a:lnTo>
                  <a:pt x="372035" y="211092"/>
                </a:lnTo>
                <a:lnTo>
                  <a:pt x="372723" y="211006"/>
                </a:lnTo>
                <a:lnTo>
                  <a:pt x="373401" y="210911"/>
                </a:lnTo>
                <a:lnTo>
                  <a:pt x="374068" y="210805"/>
                </a:lnTo>
                <a:lnTo>
                  <a:pt x="374726" y="210690"/>
                </a:lnTo>
                <a:lnTo>
                  <a:pt x="375374" y="210565"/>
                </a:lnTo>
                <a:lnTo>
                  <a:pt x="376012" y="210429"/>
                </a:lnTo>
                <a:lnTo>
                  <a:pt x="376640" y="210283"/>
                </a:lnTo>
                <a:lnTo>
                  <a:pt x="377259" y="210128"/>
                </a:lnTo>
                <a:lnTo>
                  <a:pt x="377867" y="209962"/>
                </a:lnTo>
                <a:lnTo>
                  <a:pt x="378465" y="209787"/>
                </a:lnTo>
                <a:lnTo>
                  <a:pt x="379054" y="209601"/>
                </a:lnTo>
                <a:lnTo>
                  <a:pt x="379632" y="209405"/>
                </a:lnTo>
                <a:lnTo>
                  <a:pt x="380201" y="209199"/>
                </a:lnTo>
                <a:lnTo>
                  <a:pt x="380760" y="208983"/>
                </a:lnTo>
                <a:lnTo>
                  <a:pt x="381309" y="208758"/>
                </a:lnTo>
                <a:lnTo>
                  <a:pt x="381848" y="208522"/>
                </a:lnTo>
                <a:lnTo>
                  <a:pt x="382378" y="208278"/>
                </a:lnTo>
                <a:lnTo>
                  <a:pt x="382901" y="208029"/>
                </a:lnTo>
                <a:lnTo>
                  <a:pt x="383416" y="207774"/>
                </a:lnTo>
                <a:lnTo>
                  <a:pt x="383924" y="207513"/>
                </a:lnTo>
                <a:lnTo>
                  <a:pt x="384424" y="207247"/>
                </a:lnTo>
                <a:lnTo>
                  <a:pt x="384917" y="206974"/>
                </a:lnTo>
                <a:lnTo>
                  <a:pt x="385403" y="206696"/>
                </a:lnTo>
                <a:lnTo>
                  <a:pt x="385881" y="206412"/>
                </a:lnTo>
                <a:lnTo>
                  <a:pt x="386351" y="206123"/>
                </a:lnTo>
                <a:lnTo>
                  <a:pt x="386814" y="205827"/>
                </a:lnTo>
                <a:lnTo>
                  <a:pt x="387269" y="205526"/>
                </a:lnTo>
                <a:lnTo>
                  <a:pt x="387717" y="205219"/>
                </a:lnTo>
                <a:lnTo>
                  <a:pt x="388158" y="204907"/>
                </a:lnTo>
                <a:lnTo>
                  <a:pt x="388591" y="204588"/>
                </a:lnTo>
                <a:lnTo>
                  <a:pt x="389016" y="204264"/>
                </a:lnTo>
                <a:lnTo>
                  <a:pt x="389435" y="203934"/>
                </a:lnTo>
                <a:lnTo>
                  <a:pt x="389845" y="203598"/>
                </a:lnTo>
                <a:lnTo>
                  <a:pt x="390248" y="203257"/>
                </a:lnTo>
                <a:lnTo>
                  <a:pt x="390644" y="202910"/>
                </a:lnTo>
                <a:lnTo>
                  <a:pt x="391032" y="202557"/>
                </a:lnTo>
                <a:lnTo>
                  <a:pt x="391413" y="202198"/>
                </a:lnTo>
                <a:lnTo>
                  <a:pt x="391786" y="201833"/>
                </a:lnTo>
                <a:lnTo>
                  <a:pt x="392152" y="201463"/>
                </a:lnTo>
                <a:lnTo>
                  <a:pt x="392510" y="201087"/>
                </a:lnTo>
                <a:lnTo>
                  <a:pt x="392861" y="200707"/>
                </a:lnTo>
                <a:lnTo>
                  <a:pt x="393207" y="200326"/>
                </a:lnTo>
                <a:lnTo>
                  <a:pt x="393547" y="199943"/>
                </a:lnTo>
                <a:lnTo>
                  <a:pt x="393880" y="199558"/>
                </a:lnTo>
                <a:lnTo>
                  <a:pt x="394208" y="199172"/>
                </a:lnTo>
                <a:lnTo>
                  <a:pt x="394529" y="198784"/>
                </a:lnTo>
                <a:lnTo>
                  <a:pt x="394845" y="198394"/>
                </a:lnTo>
                <a:lnTo>
                  <a:pt x="395155" y="198002"/>
                </a:lnTo>
                <a:lnTo>
                  <a:pt x="395458" y="197609"/>
                </a:lnTo>
                <a:lnTo>
                  <a:pt x="395756" y="197214"/>
                </a:lnTo>
                <a:lnTo>
                  <a:pt x="396048" y="196818"/>
                </a:lnTo>
                <a:lnTo>
                  <a:pt x="396333" y="196420"/>
                </a:lnTo>
                <a:lnTo>
                  <a:pt x="396613" y="196020"/>
                </a:lnTo>
                <a:lnTo>
                  <a:pt x="396887" y="195619"/>
                </a:lnTo>
                <a:lnTo>
                  <a:pt x="397154" y="195215"/>
                </a:lnTo>
                <a:lnTo>
                  <a:pt x="397416" y="194811"/>
                </a:lnTo>
                <a:lnTo>
                  <a:pt x="397672" y="194404"/>
                </a:lnTo>
                <a:lnTo>
                  <a:pt x="397922" y="193996"/>
                </a:lnTo>
                <a:lnTo>
                  <a:pt x="398166" y="193586"/>
                </a:lnTo>
                <a:lnTo>
                  <a:pt x="398403" y="193175"/>
                </a:lnTo>
                <a:lnTo>
                  <a:pt x="398635" y="192762"/>
                </a:lnTo>
                <a:lnTo>
                  <a:pt x="398861" y="192347"/>
                </a:lnTo>
                <a:lnTo>
                  <a:pt x="399081" y="191930"/>
                </a:lnTo>
                <a:lnTo>
                  <a:pt x="399295" y="191512"/>
                </a:lnTo>
                <a:lnTo>
                  <a:pt x="399504" y="191094"/>
                </a:lnTo>
                <a:lnTo>
                  <a:pt x="399710" y="190678"/>
                </a:lnTo>
                <a:lnTo>
                  <a:pt x="399912" y="190265"/>
                </a:lnTo>
                <a:lnTo>
                  <a:pt x="400110" y="189854"/>
                </a:lnTo>
                <a:lnTo>
                  <a:pt x="400305" y="189445"/>
                </a:lnTo>
                <a:lnTo>
                  <a:pt x="400497" y="189038"/>
                </a:lnTo>
                <a:lnTo>
                  <a:pt x="400684" y="188634"/>
                </a:lnTo>
                <a:lnTo>
                  <a:pt x="400869" y="188231"/>
                </a:lnTo>
                <a:lnTo>
                  <a:pt x="401049" y="187831"/>
                </a:lnTo>
                <a:lnTo>
                  <a:pt x="401226" y="187433"/>
                </a:lnTo>
                <a:lnTo>
                  <a:pt x="401400" y="187038"/>
                </a:lnTo>
                <a:lnTo>
                  <a:pt x="401570" y="186645"/>
                </a:lnTo>
                <a:lnTo>
                  <a:pt x="401737" y="186253"/>
                </a:lnTo>
                <a:lnTo>
                  <a:pt x="401900" y="185865"/>
                </a:lnTo>
                <a:lnTo>
                  <a:pt x="402059" y="185478"/>
                </a:lnTo>
                <a:lnTo>
                  <a:pt x="402215" y="185093"/>
                </a:lnTo>
                <a:lnTo>
                  <a:pt x="402367" y="184711"/>
                </a:lnTo>
                <a:lnTo>
                  <a:pt x="402516" y="184331"/>
                </a:lnTo>
                <a:lnTo>
                  <a:pt x="402661" y="183954"/>
                </a:lnTo>
                <a:lnTo>
                  <a:pt x="402803" y="183578"/>
                </a:lnTo>
                <a:lnTo>
                  <a:pt x="402941" y="183205"/>
                </a:lnTo>
                <a:lnTo>
                  <a:pt x="403075" y="182834"/>
                </a:lnTo>
                <a:lnTo>
                  <a:pt x="403206" y="182465"/>
                </a:lnTo>
                <a:lnTo>
                  <a:pt x="403334" y="182098"/>
                </a:lnTo>
                <a:lnTo>
                  <a:pt x="450183" y="48895"/>
                </a:lnTo>
                <a:lnTo>
                  <a:pt x="416904" y="48895"/>
                </a:lnTo>
                <a:lnTo>
                  <a:pt x="395003" y="121585"/>
                </a:lnTo>
                <a:lnTo>
                  <a:pt x="373070" y="48895"/>
                </a:lnTo>
                <a:lnTo>
                  <a:pt x="339791" y="48895"/>
                </a:lnTo>
                <a:close/>
                <a:moveTo>
                  <a:pt x="251625" y="99614"/>
                </a:moveTo>
                <a:lnTo>
                  <a:pt x="251573" y="98582"/>
                </a:lnTo>
                <a:lnTo>
                  <a:pt x="251509" y="97558"/>
                </a:lnTo>
                <a:lnTo>
                  <a:pt x="251434" y="96543"/>
                </a:lnTo>
                <a:lnTo>
                  <a:pt x="251347" y="95535"/>
                </a:lnTo>
                <a:lnTo>
                  <a:pt x="251249" y="94535"/>
                </a:lnTo>
                <a:lnTo>
                  <a:pt x="251138" y="93544"/>
                </a:lnTo>
                <a:lnTo>
                  <a:pt x="251017" y="92560"/>
                </a:lnTo>
                <a:lnTo>
                  <a:pt x="250883" y="91584"/>
                </a:lnTo>
                <a:lnTo>
                  <a:pt x="250738" y="90617"/>
                </a:lnTo>
                <a:lnTo>
                  <a:pt x="250582" y="89657"/>
                </a:lnTo>
                <a:lnTo>
                  <a:pt x="250414" y="88706"/>
                </a:lnTo>
                <a:lnTo>
                  <a:pt x="250234" y="87763"/>
                </a:lnTo>
                <a:lnTo>
                  <a:pt x="250043" y="86827"/>
                </a:lnTo>
                <a:lnTo>
                  <a:pt x="249840" y="85900"/>
                </a:lnTo>
                <a:lnTo>
                  <a:pt x="249626" y="84981"/>
                </a:lnTo>
                <a:lnTo>
                  <a:pt x="249400" y="84069"/>
                </a:lnTo>
                <a:lnTo>
                  <a:pt x="249162" y="83166"/>
                </a:lnTo>
                <a:lnTo>
                  <a:pt x="248913" y="82271"/>
                </a:lnTo>
                <a:lnTo>
                  <a:pt x="248652" y="81384"/>
                </a:lnTo>
                <a:lnTo>
                  <a:pt x="248379" y="80505"/>
                </a:lnTo>
                <a:lnTo>
                  <a:pt x="248096" y="79635"/>
                </a:lnTo>
                <a:lnTo>
                  <a:pt x="247801" y="78775"/>
                </a:lnTo>
                <a:lnTo>
                  <a:pt x="247495" y="77926"/>
                </a:lnTo>
                <a:lnTo>
                  <a:pt x="247178" y="77087"/>
                </a:lnTo>
                <a:lnTo>
                  <a:pt x="246850" y="76258"/>
                </a:lnTo>
                <a:lnTo>
                  <a:pt x="246511" y="75440"/>
                </a:lnTo>
                <a:lnTo>
                  <a:pt x="246162" y="74631"/>
                </a:lnTo>
                <a:lnTo>
                  <a:pt x="245801" y="73834"/>
                </a:lnTo>
                <a:lnTo>
                  <a:pt x="245429" y="73046"/>
                </a:lnTo>
                <a:lnTo>
                  <a:pt x="245046" y="72269"/>
                </a:lnTo>
                <a:lnTo>
                  <a:pt x="244651" y="71501"/>
                </a:lnTo>
                <a:lnTo>
                  <a:pt x="244246" y="70745"/>
                </a:lnTo>
                <a:lnTo>
                  <a:pt x="243830" y="69998"/>
                </a:lnTo>
                <a:lnTo>
                  <a:pt x="243403" y="69262"/>
                </a:lnTo>
                <a:lnTo>
                  <a:pt x="242965" y="68536"/>
                </a:lnTo>
                <a:lnTo>
                  <a:pt x="242516" y="67820"/>
                </a:lnTo>
                <a:lnTo>
                  <a:pt x="242056" y="67115"/>
                </a:lnTo>
                <a:lnTo>
                  <a:pt x="241584" y="66420"/>
                </a:lnTo>
                <a:lnTo>
                  <a:pt x="241102" y="65735"/>
                </a:lnTo>
                <a:lnTo>
                  <a:pt x="240609" y="65061"/>
                </a:lnTo>
                <a:lnTo>
                  <a:pt x="240104" y="64396"/>
                </a:lnTo>
                <a:lnTo>
                  <a:pt x="239589" y="63742"/>
                </a:lnTo>
                <a:lnTo>
                  <a:pt x="239062" y="63099"/>
                </a:lnTo>
                <a:lnTo>
                  <a:pt x="238525" y="62465"/>
                </a:lnTo>
                <a:lnTo>
                  <a:pt x="237977" y="61843"/>
                </a:lnTo>
                <a:lnTo>
                  <a:pt x="237418" y="61233"/>
                </a:lnTo>
                <a:lnTo>
                  <a:pt x="236848" y="60634"/>
                </a:lnTo>
                <a:lnTo>
                  <a:pt x="236268" y="60048"/>
                </a:lnTo>
                <a:lnTo>
                  <a:pt x="235677" y="59474"/>
                </a:lnTo>
                <a:lnTo>
                  <a:pt x="235075" y="58911"/>
                </a:lnTo>
                <a:lnTo>
                  <a:pt x="234463" y="58361"/>
                </a:lnTo>
                <a:lnTo>
                  <a:pt x="233840" y="57822"/>
                </a:lnTo>
                <a:lnTo>
                  <a:pt x="233206" y="57296"/>
                </a:lnTo>
                <a:lnTo>
                  <a:pt x="232562" y="56781"/>
                </a:lnTo>
                <a:lnTo>
                  <a:pt x="231907" y="56279"/>
                </a:lnTo>
                <a:lnTo>
                  <a:pt x="231242" y="55788"/>
                </a:lnTo>
                <a:lnTo>
                  <a:pt x="230566" y="55309"/>
                </a:lnTo>
                <a:lnTo>
                  <a:pt x="229879" y="54843"/>
                </a:lnTo>
                <a:lnTo>
                  <a:pt x="229181" y="54388"/>
                </a:lnTo>
                <a:lnTo>
                  <a:pt x="228473" y="53945"/>
                </a:lnTo>
                <a:lnTo>
                  <a:pt x="227754" y="53514"/>
                </a:lnTo>
                <a:lnTo>
                  <a:pt x="227025" y="53096"/>
                </a:lnTo>
                <a:lnTo>
                  <a:pt x="226285" y="52689"/>
                </a:lnTo>
                <a:lnTo>
                  <a:pt x="225534" y="52294"/>
                </a:lnTo>
                <a:lnTo>
                  <a:pt x="224772" y="51911"/>
                </a:lnTo>
                <a:lnTo>
                  <a:pt x="224000" y="51540"/>
                </a:lnTo>
                <a:lnTo>
                  <a:pt x="223217" y="51181"/>
                </a:lnTo>
                <a:lnTo>
                  <a:pt x="222424" y="50834"/>
                </a:lnTo>
                <a:lnTo>
                  <a:pt x="221620" y="50500"/>
                </a:lnTo>
                <a:lnTo>
                  <a:pt x="220807" y="50180"/>
                </a:lnTo>
                <a:lnTo>
                  <a:pt x="219984" y="49875"/>
                </a:lnTo>
                <a:lnTo>
                  <a:pt x="219151" y="49583"/>
                </a:lnTo>
                <a:lnTo>
                  <a:pt x="218309" y="49306"/>
                </a:lnTo>
                <a:lnTo>
                  <a:pt x="217456" y="49043"/>
                </a:lnTo>
                <a:lnTo>
                  <a:pt x="216594" y="48795"/>
                </a:lnTo>
                <a:lnTo>
                  <a:pt x="215723" y="48560"/>
                </a:lnTo>
                <a:lnTo>
                  <a:pt x="214841" y="48340"/>
                </a:lnTo>
                <a:lnTo>
                  <a:pt x="213950" y="48134"/>
                </a:lnTo>
                <a:lnTo>
                  <a:pt x="213049" y="47942"/>
                </a:lnTo>
                <a:lnTo>
                  <a:pt x="212139" y="47764"/>
                </a:lnTo>
                <a:lnTo>
                  <a:pt x="211218" y="47601"/>
                </a:lnTo>
                <a:lnTo>
                  <a:pt x="210288" y="47452"/>
                </a:lnTo>
                <a:lnTo>
                  <a:pt x="209349" y="47317"/>
                </a:lnTo>
                <a:lnTo>
                  <a:pt x="208399" y="47196"/>
                </a:lnTo>
                <a:lnTo>
                  <a:pt x="207440" y="47089"/>
                </a:lnTo>
                <a:lnTo>
                  <a:pt x="206471" y="46997"/>
                </a:lnTo>
                <a:lnTo>
                  <a:pt x="205492" y="46919"/>
                </a:lnTo>
                <a:lnTo>
                  <a:pt x="204504" y="46855"/>
                </a:lnTo>
                <a:lnTo>
                  <a:pt x="203506" y="46805"/>
                </a:lnTo>
                <a:lnTo>
                  <a:pt x="202498" y="46770"/>
                </a:lnTo>
                <a:lnTo>
                  <a:pt x="201481" y="46748"/>
                </a:lnTo>
                <a:lnTo>
                  <a:pt x="200453" y="46741"/>
                </a:lnTo>
                <a:lnTo>
                  <a:pt x="199399" y="46749"/>
                </a:lnTo>
                <a:lnTo>
                  <a:pt x="198353" y="46772"/>
                </a:lnTo>
                <a:lnTo>
                  <a:pt x="197317" y="46809"/>
                </a:lnTo>
                <a:lnTo>
                  <a:pt x="196289" y="46862"/>
                </a:lnTo>
                <a:lnTo>
                  <a:pt x="195270" y="46931"/>
                </a:lnTo>
                <a:lnTo>
                  <a:pt x="194261" y="47014"/>
                </a:lnTo>
                <a:lnTo>
                  <a:pt x="193260" y="47112"/>
                </a:lnTo>
                <a:lnTo>
                  <a:pt x="192268" y="47226"/>
                </a:lnTo>
                <a:lnTo>
                  <a:pt x="191286" y="47355"/>
                </a:lnTo>
                <a:lnTo>
                  <a:pt x="190312" y="47499"/>
                </a:lnTo>
                <a:lnTo>
                  <a:pt x="189347" y="47658"/>
                </a:lnTo>
                <a:lnTo>
                  <a:pt x="188391" y="47832"/>
                </a:lnTo>
                <a:lnTo>
                  <a:pt x="187444" y="48021"/>
                </a:lnTo>
                <a:lnTo>
                  <a:pt x="186506" y="48226"/>
                </a:lnTo>
                <a:lnTo>
                  <a:pt x="185577" y="48445"/>
                </a:lnTo>
                <a:lnTo>
                  <a:pt x="184658" y="48680"/>
                </a:lnTo>
                <a:lnTo>
                  <a:pt x="183747" y="48930"/>
                </a:lnTo>
                <a:lnTo>
                  <a:pt x="182845" y="49195"/>
                </a:lnTo>
                <a:lnTo>
                  <a:pt x="181952" y="49475"/>
                </a:lnTo>
                <a:lnTo>
                  <a:pt x="181068" y="49770"/>
                </a:lnTo>
                <a:lnTo>
                  <a:pt x="180193" y="50081"/>
                </a:lnTo>
                <a:lnTo>
                  <a:pt x="179326" y="50406"/>
                </a:lnTo>
                <a:lnTo>
                  <a:pt x="178469" y="50747"/>
                </a:lnTo>
                <a:lnTo>
                  <a:pt x="177621" y="51103"/>
                </a:lnTo>
                <a:lnTo>
                  <a:pt x="176783" y="51473"/>
                </a:lnTo>
                <a:lnTo>
                  <a:pt x="175955" y="51856"/>
                </a:lnTo>
                <a:lnTo>
                  <a:pt x="175138" y="52252"/>
                </a:lnTo>
                <a:lnTo>
                  <a:pt x="174332" y="52660"/>
                </a:lnTo>
                <a:lnTo>
                  <a:pt x="173536" y="53082"/>
                </a:lnTo>
                <a:lnTo>
                  <a:pt x="172751" y="53516"/>
                </a:lnTo>
                <a:lnTo>
                  <a:pt x="171977" y="53964"/>
                </a:lnTo>
                <a:lnTo>
                  <a:pt x="171213" y="54424"/>
                </a:lnTo>
                <a:lnTo>
                  <a:pt x="170460" y="54897"/>
                </a:lnTo>
                <a:lnTo>
                  <a:pt x="169718" y="55383"/>
                </a:lnTo>
                <a:lnTo>
                  <a:pt x="168986" y="55882"/>
                </a:lnTo>
                <a:lnTo>
                  <a:pt x="168265" y="56394"/>
                </a:lnTo>
                <a:lnTo>
                  <a:pt x="167554" y="56919"/>
                </a:lnTo>
                <a:lnTo>
                  <a:pt x="166855" y="57456"/>
                </a:lnTo>
                <a:lnTo>
                  <a:pt x="166166" y="58007"/>
                </a:lnTo>
                <a:lnTo>
                  <a:pt x="165487" y="58570"/>
                </a:lnTo>
                <a:lnTo>
                  <a:pt x="164819" y="59147"/>
                </a:lnTo>
                <a:lnTo>
                  <a:pt x="164162" y="59736"/>
                </a:lnTo>
                <a:lnTo>
                  <a:pt x="163516" y="60338"/>
                </a:lnTo>
                <a:lnTo>
                  <a:pt x="162880" y="60953"/>
                </a:lnTo>
                <a:lnTo>
                  <a:pt x="162255" y="61581"/>
                </a:lnTo>
                <a:lnTo>
                  <a:pt x="161640" y="62222"/>
                </a:lnTo>
                <a:lnTo>
                  <a:pt x="161036" y="62876"/>
                </a:lnTo>
                <a:lnTo>
                  <a:pt x="160443" y="63542"/>
                </a:lnTo>
                <a:lnTo>
                  <a:pt x="159861" y="64220"/>
                </a:lnTo>
                <a:lnTo>
                  <a:pt x="159290" y="64909"/>
                </a:lnTo>
                <a:lnTo>
                  <a:pt x="158731" y="65607"/>
                </a:lnTo>
                <a:lnTo>
                  <a:pt x="158183" y="66316"/>
                </a:lnTo>
                <a:lnTo>
                  <a:pt x="157647" y="67034"/>
                </a:lnTo>
                <a:lnTo>
                  <a:pt x="157121" y="67763"/>
                </a:lnTo>
                <a:lnTo>
                  <a:pt x="156608" y="68501"/>
                </a:lnTo>
                <a:lnTo>
                  <a:pt x="156105" y="69250"/>
                </a:lnTo>
                <a:lnTo>
                  <a:pt x="155615" y="70009"/>
                </a:lnTo>
                <a:lnTo>
                  <a:pt x="155135" y="70778"/>
                </a:lnTo>
                <a:lnTo>
                  <a:pt x="154667" y="71557"/>
                </a:lnTo>
                <a:lnTo>
                  <a:pt x="154210" y="72347"/>
                </a:lnTo>
                <a:lnTo>
                  <a:pt x="153765" y="73146"/>
                </a:lnTo>
                <a:lnTo>
                  <a:pt x="153331" y="73955"/>
                </a:lnTo>
                <a:lnTo>
                  <a:pt x="152909" y="74775"/>
                </a:lnTo>
                <a:lnTo>
                  <a:pt x="152498" y="75605"/>
                </a:lnTo>
                <a:lnTo>
                  <a:pt x="152098" y="76444"/>
                </a:lnTo>
                <a:lnTo>
                  <a:pt x="151710" y="77294"/>
                </a:lnTo>
                <a:lnTo>
                  <a:pt x="151333" y="78154"/>
                </a:lnTo>
                <a:lnTo>
                  <a:pt x="150967" y="79024"/>
                </a:lnTo>
                <a:lnTo>
                  <a:pt x="150613" y="79904"/>
                </a:lnTo>
                <a:lnTo>
                  <a:pt x="150271" y="80794"/>
                </a:lnTo>
                <a:lnTo>
                  <a:pt x="149939" y="81695"/>
                </a:lnTo>
                <a:lnTo>
                  <a:pt x="149620" y="82605"/>
                </a:lnTo>
                <a:lnTo>
                  <a:pt x="149312" y="83524"/>
                </a:lnTo>
                <a:lnTo>
                  <a:pt x="149017" y="84452"/>
                </a:lnTo>
                <a:lnTo>
                  <a:pt x="148736" y="85387"/>
                </a:lnTo>
                <a:lnTo>
                  <a:pt x="148468" y="86330"/>
                </a:lnTo>
                <a:lnTo>
                  <a:pt x="148213" y="87280"/>
                </a:lnTo>
                <a:lnTo>
                  <a:pt x="147970" y="88239"/>
                </a:lnTo>
                <a:lnTo>
                  <a:pt x="147741" y="89205"/>
                </a:lnTo>
                <a:lnTo>
                  <a:pt x="147525" y="90180"/>
                </a:lnTo>
                <a:lnTo>
                  <a:pt x="147323" y="91162"/>
                </a:lnTo>
                <a:lnTo>
                  <a:pt x="147133" y="92152"/>
                </a:lnTo>
                <a:lnTo>
                  <a:pt x="146956" y="93150"/>
                </a:lnTo>
                <a:lnTo>
                  <a:pt x="146792" y="94156"/>
                </a:lnTo>
                <a:lnTo>
                  <a:pt x="146642" y="95169"/>
                </a:lnTo>
                <a:lnTo>
                  <a:pt x="146505" y="96191"/>
                </a:lnTo>
                <a:lnTo>
                  <a:pt x="146380" y="97220"/>
                </a:lnTo>
                <a:lnTo>
                  <a:pt x="146269" y="98257"/>
                </a:lnTo>
                <a:lnTo>
                  <a:pt x="146171" y="99302"/>
                </a:lnTo>
                <a:lnTo>
                  <a:pt x="146086" y="100355"/>
                </a:lnTo>
                <a:lnTo>
                  <a:pt x="146014" y="101416"/>
                </a:lnTo>
                <a:lnTo>
                  <a:pt x="145955" y="102484"/>
                </a:lnTo>
                <a:lnTo>
                  <a:pt x="145909" y="103561"/>
                </a:lnTo>
                <a:lnTo>
                  <a:pt x="145876" y="104645"/>
                </a:lnTo>
                <a:lnTo>
                  <a:pt x="145857" y="105737"/>
                </a:lnTo>
                <a:lnTo>
                  <a:pt x="145850" y="106837"/>
                </a:lnTo>
                <a:lnTo>
                  <a:pt x="145850" y="111145"/>
                </a:lnTo>
                <a:lnTo>
                  <a:pt x="145857" y="112112"/>
                </a:lnTo>
                <a:lnTo>
                  <a:pt x="145878" y="113074"/>
                </a:lnTo>
                <a:lnTo>
                  <a:pt x="145912" y="114032"/>
                </a:lnTo>
                <a:lnTo>
                  <a:pt x="145961" y="114985"/>
                </a:lnTo>
                <a:lnTo>
                  <a:pt x="146023" y="115933"/>
                </a:lnTo>
                <a:lnTo>
                  <a:pt x="146099" y="116877"/>
                </a:lnTo>
                <a:lnTo>
                  <a:pt x="146189" y="117816"/>
                </a:lnTo>
                <a:lnTo>
                  <a:pt x="146293" y="118750"/>
                </a:lnTo>
                <a:lnTo>
                  <a:pt x="146410" y="119679"/>
                </a:lnTo>
                <a:lnTo>
                  <a:pt x="146542" y="120604"/>
                </a:lnTo>
                <a:lnTo>
                  <a:pt x="146687" y="121525"/>
                </a:lnTo>
                <a:lnTo>
                  <a:pt x="146846" y="122440"/>
                </a:lnTo>
                <a:lnTo>
                  <a:pt x="147019" y="123351"/>
                </a:lnTo>
                <a:lnTo>
                  <a:pt x="147206" y="124257"/>
                </a:lnTo>
                <a:lnTo>
                  <a:pt x="147407" y="125159"/>
                </a:lnTo>
                <a:lnTo>
                  <a:pt x="147621" y="126055"/>
                </a:lnTo>
                <a:lnTo>
                  <a:pt x="147849" y="126948"/>
                </a:lnTo>
                <a:lnTo>
                  <a:pt x="148092" y="127835"/>
                </a:lnTo>
                <a:lnTo>
                  <a:pt x="148348" y="128718"/>
                </a:lnTo>
                <a:lnTo>
                  <a:pt x="148617" y="129596"/>
                </a:lnTo>
                <a:lnTo>
                  <a:pt x="148901" y="130470"/>
                </a:lnTo>
                <a:lnTo>
                  <a:pt x="149198" y="131338"/>
                </a:lnTo>
                <a:lnTo>
                  <a:pt x="149510" y="132202"/>
                </a:lnTo>
                <a:lnTo>
                  <a:pt x="149835" y="133062"/>
                </a:lnTo>
                <a:lnTo>
                  <a:pt x="150173" y="133915"/>
                </a:lnTo>
                <a:lnTo>
                  <a:pt x="150523" y="134759"/>
                </a:lnTo>
                <a:lnTo>
                  <a:pt x="150886" y="135594"/>
                </a:lnTo>
                <a:lnTo>
                  <a:pt x="151260" y="136420"/>
                </a:lnTo>
                <a:lnTo>
                  <a:pt x="151647" y="137238"/>
                </a:lnTo>
                <a:lnTo>
                  <a:pt x="152046" y="138046"/>
                </a:lnTo>
                <a:lnTo>
                  <a:pt x="152457" y="138846"/>
                </a:lnTo>
                <a:lnTo>
                  <a:pt x="152880" y="139637"/>
                </a:lnTo>
                <a:lnTo>
                  <a:pt x="153316" y="140420"/>
                </a:lnTo>
                <a:lnTo>
                  <a:pt x="153763" y="141194"/>
                </a:lnTo>
                <a:lnTo>
                  <a:pt x="154223" y="141958"/>
                </a:lnTo>
                <a:lnTo>
                  <a:pt x="154695" y="142714"/>
                </a:lnTo>
                <a:lnTo>
                  <a:pt x="155179" y="143462"/>
                </a:lnTo>
                <a:lnTo>
                  <a:pt x="155675" y="144200"/>
                </a:lnTo>
                <a:lnTo>
                  <a:pt x="156183" y="144930"/>
                </a:lnTo>
                <a:lnTo>
                  <a:pt x="156704" y="145651"/>
                </a:lnTo>
                <a:lnTo>
                  <a:pt x="157236" y="146363"/>
                </a:lnTo>
                <a:lnTo>
                  <a:pt x="157781" y="147066"/>
                </a:lnTo>
                <a:lnTo>
                  <a:pt x="158338" y="147761"/>
                </a:lnTo>
                <a:lnTo>
                  <a:pt x="158907" y="148446"/>
                </a:lnTo>
                <a:lnTo>
                  <a:pt x="159488" y="149123"/>
                </a:lnTo>
                <a:lnTo>
                  <a:pt x="160082" y="149791"/>
                </a:lnTo>
                <a:lnTo>
                  <a:pt x="160687" y="150451"/>
                </a:lnTo>
                <a:lnTo>
                  <a:pt x="161305" y="151101"/>
                </a:lnTo>
                <a:lnTo>
                  <a:pt x="161934" y="151742"/>
                </a:lnTo>
                <a:lnTo>
                  <a:pt x="162575" y="152370"/>
                </a:lnTo>
                <a:lnTo>
                  <a:pt x="163227" y="152987"/>
                </a:lnTo>
                <a:lnTo>
                  <a:pt x="163891" y="153592"/>
                </a:lnTo>
                <a:lnTo>
                  <a:pt x="164566" y="154185"/>
                </a:lnTo>
                <a:lnTo>
                  <a:pt x="165253" y="154767"/>
                </a:lnTo>
                <a:lnTo>
                  <a:pt x="165951" y="155336"/>
                </a:lnTo>
                <a:lnTo>
                  <a:pt x="166660" y="155894"/>
                </a:lnTo>
                <a:lnTo>
                  <a:pt x="167381" y="156440"/>
                </a:lnTo>
                <a:lnTo>
                  <a:pt x="168113" y="156974"/>
                </a:lnTo>
                <a:lnTo>
                  <a:pt x="168856" y="157497"/>
                </a:lnTo>
                <a:lnTo>
                  <a:pt x="169611" y="158008"/>
                </a:lnTo>
                <a:lnTo>
                  <a:pt x="170377" y="158507"/>
                </a:lnTo>
                <a:lnTo>
                  <a:pt x="171155" y="158994"/>
                </a:lnTo>
                <a:lnTo>
                  <a:pt x="171944" y="159469"/>
                </a:lnTo>
                <a:lnTo>
                  <a:pt x="172745" y="159933"/>
                </a:lnTo>
                <a:lnTo>
                  <a:pt x="173557" y="160385"/>
                </a:lnTo>
                <a:lnTo>
                  <a:pt x="174380" y="160825"/>
                </a:lnTo>
                <a:lnTo>
                  <a:pt x="175215" y="161253"/>
                </a:lnTo>
                <a:lnTo>
                  <a:pt x="176061" y="161669"/>
                </a:lnTo>
                <a:lnTo>
                  <a:pt x="176919" y="162074"/>
                </a:lnTo>
                <a:lnTo>
                  <a:pt x="177788" y="162467"/>
                </a:lnTo>
                <a:lnTo>
                  <a:pt x="178668" y="162848"/>
                </a:lnTo>
                <a:lnTo>
                  <a:pt x="179560" y="163218"/>
                </a:lnTo>
                <a:lnTo>
                  <a:pt x="180462" y="163573"/>
                </a:lnTo>
                <a:lnTo>
                  <a:pt x="181374" y="163914"/>
                </a:lnTo>
                <a:lnTo>
                  <a:pt x="182296" y="164240"/>
                </a:lnTo>
                <a:lnTo>
                  <a:pt x="183228" y="164550"/>
                </a:lnTo>
                <a:lnTo>
                  <a:pt x="184169" y="164846"/>
                </a:lnTo>
                <a:lnTo>
                  <a:pt x="185120" y="165126"/>
                </a:lnTo>
                <a:lnTo>
                  <a:pt x="186080" y="165391"/>
                </a:lnTo>
                <a:lnTo>
                  <a:pt x="187051" y="165641"/>
                </a:lnTo>
                <a:lnTo>
                  <a:pt x="188031" y="165876"/>
                </a:lnTo>
                <a:lnTo>
                  <a:pt x="189021" y="166095"/>
                </a:lnTo>
                <a:lnTo>
                  <a:pt x="190020" y="166300"/>
                </a:lnTo>
                <a:lnTo>
                  <a:pt x="191030" y="166489"/>
                </a:lnTo>
                <a:lnTo>
                  <a:pt x="192049" y="166663"/>
                </a:lnTo>
                <a:lnTo>
                  <a:pt x="193078" y="166822"/>
                </a:lnTo>
                <a:lnTo>
                  <a:pt x="194116" y="166966"/>
                </a:lnTo>
                <a:lnTo>
                  <a:pt x="195164" y="167095"/>
                </a:lnTo>
                <a:lnTo>
                  <a:pt x="196222" y="167208"/>
                </a:lnTo>
                <a:lnTo>
                  <a:pt x="197290" y="167307"/>
                </a:lnTo>
                <a:lnTo>
                  <a:pt x="198367" y="167390"/>
                </a:lnTo>
                <a:lnTo>
                  <a:pt x="199454" y="167458"/>
                </a:lnTo>
                <a:lnTo>
                  <a:pt x="200551" y="167511"/>
                </a:lnTo>
                <a:lnTo>
                  <a:pt x="201658" y="167549"/>
                </a:lnTo>
                <a:lnTo>
                  <a:pt x="202774" y="167572"/>
                </a:lnTo>
                <a:lnTo>
                  <a:pt x="203900" y="167579"/>
                </a:lnTo>
                <a:lnTo>
                  <a:pt x="204838" y="167574"/>
                </a:lnTo>
                <a:lnTo>
                  <a:pt x="205767" y="167558"/>
                </a:lnTo>
                <a:lnTo>
                  <a:pt x="206688" y="167531"/>
                </a:lnTo>
                <a:lnTo>
                  <a:pt x="207600" y="167494"/>
                </a:lnTo>
                <a:lnTo>
                  <a:pt x="208504" y="167446"/>
                </a:lnTo>
                <a:lnTo>
                  <a:pt x="209399" y="167388"/>
                </a:lnTo>
                <a:lnTo>
                  <a:pt x="210286" y="167318"/>
                </a:lnTo>
                <a:lnTo>
                  <a:pt x="211163" y="167238"/>
                </a:lnTo>
                <a:lnTo>
                  <a:pt x="212033" y="167148"/>
                </a:lnTo>
                <a:lnTo>
                  <a:pt x="212893" y="167046"/>
                </a:lnTo>
                <a:lnTo>
                  <a:pt x="213745" y="166935"/>
                </a:lnTo>
                <a:lnTo>
                  <a:pt x="214589" y="166812"/>
                </a:lnTo>
                <a:lnTo>
                  <a:pt x="215424" y="166679"/>
                </a:lnTo>
                <a:lnTo>
                  <a:pt x="216250" y="166535"/>
                </a:lnTo>
                <a:lnTo>
                  <a:pt x="217068" y="166380"/>
                </a:lnTo>
                <a:lnTo>
                  <a:pt x="217877" y="166215"/>
                </a:lnTo>
                <a:lnTo>
                  <a:pt x="218677" y="166039"/>
                </a:lnTo>
                <a:lnTo>
                  <a:pt x="219469" y="165853"/>
                </a:lnTo>
                <a:lnTo>
                  <a:pt x="220252" y="165656"/>
                </a:lnTo>
                <a:lnTo>
                  <a:pt x="221027" y="165448"/>
                </a:lnTo>
                <a:lnTo>
                  <a:pt x="221793" y="165229"/>
                </a:lnTo>
                <a:lnTo>
                  <a:pt x="222550" y="165000"/>
                </a:lnTo>
                <a:lnTo>
                  <a:pt x="223299" y="164760"/>
                </a:lnTo>
                <a:lnTo>
                  <a:pt x="224039" y="164510"/>
                </a:lnTo>
                <a:lnTo>
                  <a:pt x="224771" y="164251"/>
                </a:lnTo>
                <a:lnTo>
                  <a:pt x="225494" y="163986"/>
                </a:lnTo>
                <a:lnTo>
                  <a:pt x="226208" y="163715"/>
                </a:lnTo>
                <a:lnTo>
                  <a:pt x="226913" y="163437"/>
                </a:lnTo>
                <a:lnTo>
                  <a:pt x="227609" y="163154"/>
                </a:lnTo>
                <a:lnTo>
                  <a:pt x="228297" y="162864"/>
                </a:lnTo>
                <a:lnTo>
                  <a:pt x="228976" y="162568"/>
                </a:lnTo>
                <a:lnTo>
                  <a:pt x="229646" y="162266"/>
                </a:lnTo>
                <a:lnTo>
                  <a:pt x="230307" y="161958"/>
                </a:lnTo>
                <a:lnTo>
                  <a:pt x="230959" y="161644"/>
                </a:lnTo>
                <a:lnTo>
                  <a:pt x="231603" y="161323"/>
                </a:lnTo>
                <a:lnTo>
                  <a:pt x="232238" y="160996"/>
                </a:lnTo>
                <a:lnTo>
                  <a:pt x="232864" y="160663"/>
                </a:lnTo>
                <a:lnTo>
                  <a:pt x="233481" y="160324"/>
                </a:lnTo>
                <a:lnTo>
                  <a:pt x="234090" y="159979"/>
                </a:lnTo>
                <a:lnTo>
                  <a:pt x="234690" y="159628"/>
                </a:lnTo>
                <a:lnTo>
                  <a:pt x="235281" y="159270"/>
                </a:lnTo>
                <a:lnTo>
                  <a:pt x="235863" y="158906"/>
                </a:lnTo>
                <a:lnTo>
                  <a:pt x="236436" y="158536"/>
                </a:lnTo>
                <a:lnTo>
                  <a:pt x="237001" y="158160"/>
                </a:lnTo>
                <a:lnTo>
                  <a:pt x="237556" y="157778"/>
                </a:lnTo>
                <a:lnTo>
                  <a:pt x="238103" y="157389"/>
                </a:lnTo>
                <a:lnTo>
                  <a:pt x="238642" y="156995"/>
                </a:lnTo>
                <a:lnTo>
                  <a:pt x="239171" y="156594"/>
                </a:lnTo>
                <a:lnTo>
                  <a:pt x="239692" y="156189"/>
                </a:lnTo>
                <a:lnTo>
                  <a:pt x="240203" y="155783"/>
                </a:lnTo>
                <a:lnTo>
                  <a:pt x="240705" y="155376"/>
                </a:lnTo>
                <a:lnTo>
                  <a:pt x="241198" y="154967"/>
                </a:lnTo>
                <a:lnTo>
                  <a:pt x="241682" y="154556"/>
                </a:lnTo>
                <a:lnTo>
                  <a:pt x="242156" y="154144"/>
                </a:lnTo>
                <a:lnTo>
                  <a:pt x="242622" y="153730"/>
                </a:lnTo>
                <a:lnTo>
                  <a:pt x="243078" y="153315"/>
                </a:lnTo>
                <a:lnTo>
                  <a:pt x="243525" y="152899"/>
                </a:lnTo>
                <a:lnTo>
                  <a:pt x="243963" y="152481"/>
                </a:lnTo>
                <a:lnTo>
                  <a:pt x="244392" y="152061"/>
                </a:lnTo>
                <a:lnTo>
                  <a:pt x="244812" y="151640"/>
                </a:lnTo>
                <a:lnTo>
                  <a:pt x="245222" y="151217"/>
                </a:lnTo>
                <a:lnTo>
                  <a:pt x="245624" y="150793"/>
                </a:lnTo>
                <a:lnTo>
                  <a:pt x="246016" y="150368"/>
                </a:lnTo>
                <a:lnTo>
                  <a:pt x="246399" y="149941"/>
                </a:lnTo>
                <a:lnTo>
                  <a:pt x="246773" y="149512"/>
                </a:lnTo>
                <a:lnTo>
                  <a:pt x="247137" y="149082"/>
                </a:lnTo>
                <a:lnTo>
                  <a:pt x="247493" y="148651"/>
                </a:lnTo>
                <a:lnTo>
                  <a:pt x="247839" y="148217"/>
                </a:lnTo>
                <a:lnTo>
                  <a:pt x="248177" y="147783"/>
                </a:lnTo>
                <a:lnTo>
                  <a:pt x="248505" y="147347"/>
                </a:lnTo>
                <a:lnTo>
                  <a:pt x="248824" y="146909"/>
                </a:lnTo>
                <a:lnTo>
                  <a:pt x="249133" y="146470"/>
                </a:lnTo>
                <a:lnTo>
                  <a:pt x="234055" y="130100"/>
                </a:lnTo>
                <a:lnTo>
                  <a:pt x="233612" y="130651"/>
                </a:lnTo>
                <a:lnTo>
                  <a:pt x="233162" y="131189"/>
                </a:lnTo>
                <a:lnTo>
                  <a:pt x="232705" y="131716"/>
                </a:lnTo>
                <a:lnTo>
                  <a:pt x="232241" y="132232"/>
                </a:lnTo>
                <a:lnTo>
                  <a:pt x="231770" y="132735"/>
                </a:lnTo>
                <a:lnTo>
                  <a:pt x="231292" y="133227"/>
                </a:lnTo>
                <a:lnTo>
                  <a:pt x="230808" y="133707"/>
                </a:lnTo>
                <a:lnTo>
                  <a:pt x="230316" y="134175"/>
                </a:lnTo>
                <a:lnTo>
                  <a:pt x="229817" y="134631"/>
                </a:lnTo>
                <a:lnTo>
                  <a:pt x="229312" y="135076"/>
                </a:lnTo>
                <a:lnTo>
                  <a:pt x="228799" y="135508"/>
                </a:lnTo>
                <a:lnTo>
                  <a:pt x="228280" y="135929"/>
                </a:lnTo>
                <a:lnTo>
                  <a:pt x="227754" y="136339"/>
                </a:lnTo>
                <a:lnTo>
                  <a:pt x="227221" y="136736"/>
                </a:lnTo>
                <a:lnTo>
                  <a:pt x="226681" y="137122"/>
                </a:lnTo>
                <a:lnTo>
                  <a:pt x="226134" y="137495"/>
                </a:lnTo>
                <a:lnTo>
                  <a:pt x="225580" y="137858"/>
                </a:lnTo>
                <a:lnTo>
                  <a:pt x="225019" y="138208"/>
                </a:lnTo>
                <a:lnTo>
                  <a:pt x="224451" y="138546"/>
                </a:lnTo>
                <a:lnTo>
                  <a:pt x="223876" y="138873"/>
                </a:lnTo>
                <a:lnTo>
                  <a:pt x="223295" y="139188"/>
                </a:lnTo>
                <a:lnTo>
                  <a:pt x="222706" y="139491"/>
                </a:lnTo>
                <a:lnTo>
                  <a:pt x="222111" y="139783"/>
                </a:lnTo>
                <a:lnTo>
                  <a:pt x="221509" y="140062"/>
                </a:lnTo>
                <a:lnTo>
                  <a:pt x="220901" y="140330"/>
                </a:lnTo>
                <a:lnTo>
                  <a:pt x="220289" y="140587"/>
                </a:lnTo>
                <a:lnTo>
                  <a:pt x="219673" y="140832"/>
                </a:lnTo>
                <a:lnTo>
                  <a:pt x="219054" y="141066"/>
                </a:lnTo>
                <a:lnTo>
                  <a:pt x="218430" y="141288"/>
                </a:lnTo>
                <a:lnTo>
                  <a:pt x="217803" y="141499"/>
                </a:lnTo>
                <a:lnTo>
                  <a:pt x="217172" y="141699"/>
                </a:lnTo>
                <a:lnTo>
                  <a:pt x="216536" y="141887"/>
                </a:lnTo>
                <a:lnTo>
                  <a:pt x="215897" y="142064"/>
                </a:lnTo>
                <a:lnTo>
                  <a:pt x="215254" y="142229"/>
                </a:lnTo>
                <a:lnTo>
                  <a:pt x="214607" y="142383"/>
                </a:lnTo>
                <a:lnTo>
                  <a:pt x="213956" y="142526"/>
                </a:lnTo>
                <a:lnTo>
                  <a:pt x="213301" y="142657"/>
                </a:lnTo>
                <a:lnTo>
                  <a:pt x="212642" y="142777"/>
                </a:lnTo>
                <a:lnTo>
                  <a:pt x="211980" y="142885"/>
                </a:lnTo>
                <a:lnTo>
                  <a:pt x="211313" y="142982"/>
                </a:lnTo>
                <a:lnTo>
                  <a:pt x="210642" y="143068"/>
                </a:lnTo>
                <a:lnTo>
                  <a:pt x="209968" y="143142"/>
                </a:lnTo>
                <a:lnTo>
                  <a:pt x="209289" y="143205"/>
                </a:lnTo>
                <a:lnTo>
                  <a:pt x="208607" y="143256"/>
                </a:lnTo>
                <a:lnTo>
                  <a:pt x="207921" y="143296"/>
                </a:lnTo>
                <a:lnTo>
                  <a:pt x="207231" y="143324"/>
                </a:lnTo>
                <a:lnTo>
                  <a:pt x="206536" y="143341"/>
                </a:lnTo>
                <a:lnTo>
                  <a:pt x="205838" y="143347"/>
                </a:lnTo>
                <a:lnTo>
                  <a:pt x="205275" y="143343"/>
                </a:lnTo>
                <a:lnTo>
                  <a:pt x="204718" y="143331"/>
                </a:lnTo>
                <a:lnTo>
                  <a:pt x="204165" y="143310"/>
                </a:lnTo>
                <a:lnTo>
                  <a:pt x="203617" y="143281"/>
                </a:lnTo>
                <a:lnTo>
                  <a:pt x="203074" y="143244"/>
                </a:lnTo>
                <a:lnTo>
                  <a:pt x="202537" y="143199"/>
                </a:lnTo>
                <a:lnTo>
                  <a:pt x="202004" y="143146"/>
                </a:lnTo>
                <a:lnTo>
                  <a:pt x="201477" y="143084"/>
                </a:lnTo>
                <a:lnTo>
                  <a:pt x="200954" y="143014"/>
                </a:lnTo>
                <a:lnTo>
                  <a:pt x="200437" y="142936"/>
                </a:lnTo>
                <a:lnTo>
                  <a:pt x="199924" y="142849"/>
                </a:lnTo>
                <a:lnTo>
                  <a:pt x="199417" y="142755"/>
                </a:lnTo>
                <a:lnTo>
                  <a:pt x="198914" y="142652"/>
                </a:lnTo>
                <a:lnTo>
                  <a:pt x="198417" y="142541"/>
                </a:lnTo>
                <a:lnTo>
                  <a:pt x="197925" y="142422"/>
                </a:lnTo>
                <a:lnTo>
                  <a:pt x="197438" y="142294"/>
                </a:lnTo>
                <a:lnTo>
                  <a:pt x="196956" y="142158"/>
                </a:lnTo>
                <a:lnTo>
                  <a:pt x="196479" y="142014"/>
                </a:lnTo>
                <a:lnTo>
                  <a:pt x="196007" y="141862"/>
                </a:lnTo>
                <a:lnTo>
                  <a:pt x="195540" y="141702"/>
                </a:lnTo>
                <a:lnTo>
                  <a:pt x="195078" y="141533"/>
                </a:lnTo>
                <a:lnTo>
                  <a:pt x="194621" y="141356"/>
                </a:lnTo>
                <a:lnTo>
                  <a:pt x="194169" y="141171"/>
                </a:lnTo>
                <a:lnTo>
                  <a:pt x="193722" y="140978"/>
                </a:lnTo>
                <a:lnTo>
                  <a:pt x="193281" y="140777"/>
                </a:lnTo>
                <a:lnTo>
                  <a:pt x="192845" y="140569"/>
                </a:lnTo>
                <a:lnTo>
                  <a:pt x="192415" y="140355"/>
                </a:lnTo>
                <a:lnTo>
                  <a:pt x="191990" y="140134"/>
                </a:lnTo>
                <a:lnTo>
                  <a:pt x="191571" y="139906"/>
                </a:lnTo>
                <a:lnTo>
                  <a:pt x="191158" y="139672"/>
                </a:lnTo>
                <a:lnTo>
                  <a:pt x="190750" y="139431"/>
                </a:lnTo>
                <a:lnTo>
                  <a:pt x="190348" y="139183"/>
                </a:lnTo>
                <a:lnTo>
                  <a:pt x="189951" y="138928"/>
                </a:lnTo>
                <a:lnTo>
                  <a:pt x="189560" y="138667"/>
                </a:lnTo>
                <a:lnTo>
                  <a:pt x="189175" y="138399"/>
                </a:lnTo>
                <a:lnTo>
                  <a:pt x="188795" y="138124"/>
                </a:lnTo>
                <a:lnTo>
                  <a:pt x="188421" y="137842"/>
                </a:lnTo>
                <a:lnTo>
                  <a:pt x="188052" y="137554"/>
                </a:lnTo>
                <a:lnTo>
                  <a:pt x="187689" y="137259"/>
                </a:lnTo>
                <a:lnTo>
                  <a:pt x="187332" y="136957"/>
                </a:lnTo>
                <a:lnTo>
                  <a:pt x="186980" y="136648"/>
                </a:lnTo>
                <a:lnTo>
                  <a:pt x="186634" y="136333"/>
                </a:lnTo>
                <a:lnTo>
                  <a:pt x="186294" y="136011"/>
                </a:lnTo>
                <a:lnTo>
                  <a:pt x="185959" y="135683"/>
                </a:lnTo>
                <a:lnTo>
                  <a:pt x="185630" y="135347"/>
                </a:lnTo>
                <a:lnTo>
                  <a:pt x="185306" y="135005"/>
                </a:lnTo>
                <a:lnTo>
                  <a:pt x="184988" y="134656"/>
                </a:lnTo>
                <a:lnTo>
                  <a:pt x="184676" y="134300"/>
                </a:lnTo>
                <a:lnTo>
                  <a:pt x="184369" y="133939"/>
                </a:lnTo>
                <a:lnTo>
                  <a:pt x="184068" y="133571"/>
                </a:lnTo>
                <a:lnTo>
                  <a:pt x="183774" y="133198"/>
                </a:lnTo>
                <a:lnTo>
                  <a:pt x="183485" y="132820"/>
                </a:lnTo>
                <a:lnTo>
                  <a:pt x="183202" y="132435"/>
                </a:lnTo>
                <a:lnTo>
                  <a:pt x="182925" y="132045"/>
                </a:lnTo>
                <a:lnTo>
                  <a:pt x="182655" y="131650"/>
                </a:lnTo>
                <a:lnTo>
                  <a:pt x="182390" y="131249"/>
                </a:lnTo>
                <a:lnTo>
                  <a:pt x="182131" y="130842"/>
                </a:lnTo>
                <a:lnTo>
                  <a:pt x="181878" y="130430"/>
                </a:lnTo>
                <a:lnTo>
                  <a:pt x="181632" y="130012"/>
                </a:lnTo>
                <a:lnTo>
                  <a:pt x="181391" y="129589"/>
                </a:lnTo>
                <a:lnTo>
                  <a:pt x="181156" y="129159"/>
                </a:lnTo>
                <a:lnTo>
                  <a:pt x="180927" y="128725"/>
                </a:lnTo>
                <a:lnTo>
                  <a:pt x="180704" y="128284"/>
                </a:lnTo>
                <a:lnTo>
                  <a:pt x="180487" y="127838"/>
                </a:lnTo>
                <a:lnTo>
                  <a:pt x="180276" y="127387"/>
                </a:lnTo>
                <a:lnTo>
                  <a:pt x="180071" y="126930"/>
                </a:lnTo>
                <a:lnTo>
                  <a:pt x="179872" y="126467"/>
                </a:lnTo>
                <a:lnTo>
                  <a:pt x="179679" y="125999"/>
                </a:lnTo>
                <a:lnTo>
                  <a:pt x="179493" y="125525"/>
                </a:lnTo>
                <a:lnTo>
                  <a:pt x="179312" y="125045"/>
                </a:lnTo>
                <a:lnTo>
                  <a:pt x="179137" y="124560"/>
                </a:lnTo>
                <a:lnTo>
                  <a:pt x="178967" y="124069"/>
                </a:lnTo>
                <a:lnTo>
                  <a:pt x="178805" y="123574"/>
                </a:lnTo>
                <a:lnTo>
                  <a:pt x="178649" y="123074"/>
                </a:lnTo>
                <a:lnTo>
                  <a:pt x="178501" y="122571"/>
                </a:lnTo>
                <a:lnTo>
                  <a:pt x="178359" y="122065"/>
                </a:lnTo>
                <a:lnTo>
                  <a:pt x="178224" y="121554"/>
                </a:lnTo>
                <a:lnTo>
                  <a:pt x="178096" y="121040"/>
                </a:lnTo>
                <a:lnTo>
                  <a:pt x="177975" y="120522"/>
                </a:lnTo>
                <a:lnTo>
                  <a:pt x="177861" y="120000"/>
                </a:lnTo>
                <a:lnTo>
                  <a:pt x="177753" y="119475"/>
                </a:lnTo>
                <a:lnTo>
                  <a:pt x="177653" y="118946"/>
                </a:lnTo>
                <a:lnTo>
                  <a:pt x="177560" y="118413"/>
                </a:lnTo>
                <a:lnTo>
                  <a:pt x="177473" y="117876"/>
                </a:lnTo>
                <a:lnTo>
                  <a:pt x="177394" y="117336"/>
                </a:lnTo>
                <a:lnTo>
                  <a:pt x="177321" y="116792"/>
                </a:lnTo>
                <a:lnTo>
                  <a:pt x="177315" y="116746"/>
                </a:lnTo>
                <a:lnTo>
                  <a:pt x="251718" y="116746"/>
                </a:lnTo>
                <a:lnTo>
                  <a:pt x="251718" y="103822"/>
                </a:lnTo>
                <a:lnTo>
                  <a:pt x="251712" y="102758"/>
                </a:lnTo>
                <a:lnTo>
                  <a:pt x="251695" y="101702"/>
                </a:lnTo>
                <a:lnTo>
                  <a:pt x="251666" y="100654"/>
                </a:lnTo>
                <a:lnTo>
                  <a:pt x="251625" y="99614"/>
                </a:lnTo>
                <a:close/>
                <a:moveTo>
                  <a:pt x="178211" y="93112"/>
                </a:moveTo>
                <a:lnTo>
                  <a:pt x="178321" y="92567"/>
                </a:lnTo>
                <a:lnTo>
                  <a:pt x="178436" y="92027"/>
                </a:lnTo>
                <a:lnTo>
                  <a:pt x="178555" y="91493"/>
                </a:lnTo>
                <a:lnTo>
                  <a:pt x="178680" y="90964"/>
                </a:lnTo>
                <a:lnTo>
                  <a:pt x="178809" y="90442"/>
                </a:lnTo>
                <a:lnTo>
                  <a:pt x="178943" y="89925"/>
                </a:lnTo>
                <a:lnTo>
                  <a:pt x="179082" y="89414"/>
                </a:lnTo>
                <a:lnTo>
                  <a:pt x="179226" y="88908"/>
                </a:lnTo>
                <a:lnTo>
                  <a:pt x="179374" y="88409"/>
                </a:lnTo>
                <a:lnTo>
                  <a:pt x="179528" y="87915"/>
                </a:lnTo>
                <a:lnTo>
                  <a:pt x="179686" y="87427"/>
                </a:lnTo>
                <a:lnTo>
                  <a:pt x="179849" y="86945"/>
                </a:lnTo>
                <a:lnTo>
                  <a:pt x="180018" y="86469"/>
                </a:lnTo>
                <a:lnTo>
                  <a:pt x="180190" y="85998"/>
                </a:lnTo>
                <a:lnTo>
                  <a:pt x="180368" y="85533"/>
                </a:lnTo>
                <a:lnTo>
                  <a:pt x="180551" y="85074"/>
                </a:lnTo>
                <a:lnTo>
                  <a:pt x="180739" y="84621"/>
                </a:lnTo>
                <a:lnTo>
                  <a:pt x="180931" y="84174"/>
                </a:lnTo>
                <a:lnTo>
                  <a:pt x="181128" y="83732"/>
                </a:lnTo>
                <a:lnTo>
                  <a:pt x="181330" y="83297"/>
                </a:lnTo>
                <a:lnTo>
                  <a:pt x="181537" y="82867"/>
                </a:lnTo>
                <a:lnTo>
                  <a:pt x="181749" y="82443"/>
                </a:lnTo>
                <a:lnTo>
                  <a:pt x="181966" y="82024"/>
                </a:lnTo>
                <a:lnTo>
                  <a:pt x="182187" y="81612"/>
                </a:lnTo>
                <a:lnTo>
                  <a:pt x="182414" y="81205"/>
                </a:lnTo>
                <a:lnTo>
                  <a:pt x="182646" y="80805"/>
                </a:lnTo>
                <a:lnTo>
                  <a:pt x="182883" y="80412"/>
                </a:lnTo>
                <a:lnTo>
                  <a:pt x="183127" y="80027"/>
                </a:lnTo>
                <a:lnTo>
                  <a:pt x="183376" y="79649"/>
                </a:lnTo>
                <a:lnTo>
                  <a:pt x="183631" y="79279"/>
                </a:lnTo>
                <a:lnTo>
                  <a:pt x="183891" y="78916"/>
                </a:lnTo>
                <a:lnTo>
                  <a:pt x="184158" y="78561"/>
                </a:lnTo>
                <a:lnTo>
                  <a:pt x="184430" y="78213"/>
                </a:lnTo>
                <a:lnTo>
                  <a:pt x="184708" y="77873"/>
                </a:lnTo>
                <a:lnTo>
                  <a:pt x="184992" y="77540"/>
                </a:lnTo>
                <a:lnTo>
                  <a:pt x="185282" y="77215"/>
                </a:lnTo>
                <a:lnTo>
                  <a:pt x="185577" y="76897"/>
                </a:lnTo>
                <a:lnTo>
                  <a:pt x="185879" y="76587"/>
                </a:lnTo>
                <a:lnTo>
                  <a:pt x="186186" y="76284"/>
                </a:lnTo>
                <a:lnTo>
                  <a:pt x="186499" y="75988"/>
                </a:lnTo>
                <a:lnTo>
                  <a:pt x="186818" y="75700"/>
                </a:lnTo>
                <a:lnTo>
                  <a:pt x="187142" y="75420"/>
                </a:lnTo>
                <a:lnTo>
                  <a:pt x="187472" y="75147"/>
                </a:lnTo>
                <a:lnTo>
                  <a:pt x="187808" y="74881"/>
                </a:lnTo>
                <a:lnTo>
                  <a:pt x="188150" y="74623"/>
                </a:lnTo>
                <a:lnTo>
                  <a:pt x="188498" y="74373"/>
                </a:lnTo>
                <a:lnTo>
                  <a:pt x="188851" y="74130"/>
                </a:lnTo>
                <a:lnTo>
                  <a:pt x="189211" y="73894"/>
                </a:lnTo>
                <a:lnTo>
                  <a:pt x="189576" y="73666"/>
                </a:lnTo>
                <a:lnTo>
                  <a:pt x="189947" y="73446"/>
                </a:lnTo>
                <a:lnTo>
                  <a:pt x="190324" y="73236"/>
                </a:lnTo>
                <a:lnTo>
                  <a:pt x="190707" y="73035"/>
                </a:lnTo>
                <a:lnTo>
                  <a:pt x="191096" y="72843"/>
                </a:lnTo>
                <a:lnTo>
                  <a:pt x="191490" y="72661"/>
                </a:lnTo>
                <a:lnTo>
                  <a:pt x="191891" y="72488"/>
                </a:lnTo>
                <a:lnTo>
                  <a:pt x="192298" y="72324"/>
                </a:lnTo>
                <a:lnTo>
                  <a:pt x="192711" y="72170"/>
                </a:lnTo>
                <a:lnTo>
                  <a:pt x="193130" y="72025"/>
                </a:lnTo>
                <a:lnTo>
                  <a:pt x="193555" y="71890"/>
                </a:lnTo>
                <a:lnTo>
                  <a:pt x="193985" y="71763"/>
                </a:lnTo>
                <a:lnTo>
                  <a:pt x="194422" y="71647"/>
                </a:lnTo>
                <a:lnTo>
                  <a:pt x="194865" y="71539"/>
                </a:lnTo>
                <a:lnTo>
                  <a:pt x="195314" y="71441"/>
                </a:lnTo>
                <a:lnTo>
                  <a:pt x="195768" y="71352"/>
                </a:lnTo>
                <a:lnTo>
                  <a:pt x="196229" y="71273"/>
                </a:lnTo>
                <a:lnTo>
                  <a:pt x="196696" y="71203"/>
                </a:lnTo>
                <a:lnTo>
                  <a:pt x="197169" y="71142"/>
                </a:lnTo>
                <a:lnTo>
                  <a:pt x="197647" y="71090"/>
                </a:lnTo>
                <a:lnTo>
                  <a:pt x="198132" y="71048"/>
                </a:lnTo>
                <a:lnTo>
                  <a:pt x="198623" y="71016"/>
                </a:lnTo>
                <a:lnTo>
                  <a:pt x="199119" y="70992"/>
                </a:lnTo>
                <a:lnTo>
                  <a:pt x="199622" y="70978"/>
                </a:lnTo>
                <a:lnTo>
                  <a:pt x="200130" y="70974"/>
                </a:lnTo>
                <a:lnTo>
                  <a:pt x="200727" y="70979"/>
                </a:lnTo>
                <a:lnTo>
                  <a:pt x="201315" y="70994"/>
                </a:lnTo>
                <a:lnTo>
                  <a:pt x="201894" y="71021"/>
                </a:lnTo>
                <a:lnTo>
                  <a:pt x="202464" y="71057"/>
                </a:lnTo>
                <a:lnTo>
                  <a:pt x="203025" y="71104"/>
                </a:lnTo>
                <a:lnTo>
                  <a:pt x="203577" y="71162"/>
                </a:lnTo>
                <a:lnTo>
                  <a:pt x="204120" y="71230"/>
                </a:lnTo>
                <a:lnTo>
                  <a:pt x="204654" y="71309"/>
                </a:lnTo>
                <a:lnTo>
                  <a:pt x="205179" y="71398"/>
                </a:lnTo>
                <a:lnTo>
                  <a:pt x="205695" y="71497"/>
                </a:lnTo>
                <a:lnTo>
                  <a:pt x="206202" y="71607"/>
                </a:lnTo>
                <a:lnTo>
                  <a:pt x="206700" y="71727"/>
                </a:lnTo>
                <a:lnTo>
                  <a:pt x="207189" y="71858"/>
                </a:lnTo>
                <a:lnTo>
                  <a:pt x="207669" y="72000"/>
                </a:lnTo>
                <a:lnTo>
                  <a:pt x="208140" y="72151"/>
                </a:lnTo>
                <a:lnTo>
                  <a:pt x="208603" y="72314"/>
                </a:lnTo>
                <a:lnTo>
                  <a:pt x="209056" y="72487"/>
                </a:lnTo>
                <a:lnTo>
                  <a:pt x="209500" y="72670"/>
                </a:lnTo>
                <a:lnTo>
                  <a:pt x="209935" y="72863"/>
                </a:lnTo>
                <a:lnTo>
                  <a:pt x="210362" y="73068"/>
                </a:lnTo>
                <a:lnTo>
                  <a:pt x="210779" y="73282"/>
                </a:lnTo>
                <a:lnTo>
                  <a:pt x="211187" y="73507"/>
                </a:lnTo>
                <a:lnTo>
                  <a:pt x="211587" y="73743"/>
                </a:lnTo>
                <a:lnTo>
                  <a:pt x="211977" y="73989"/>
                </a:lnTo>
                <a:lnTo>
                  <a:pt x="212359" y="74244"/>
                </a:lnTo>
                <a:lnTo>
                  <a:pt x="212733" y="74506"/>
                </a:lnTo>
                <a:lnTo>
                  <a:pt x="213099" y="74776"/>
                </a:lnTo>
                <a:lnTo>
                  <a:pt x="213457" y="75053"/>
                </a:lnTo>
                <a:lnTo>
                  <a:pt x="213806" y="75337"/>
                </a:lnTo>
                <a:lnTo>
                  <a:pt x="214148" y="75628"/>
                </a:lnTo>
                <a:lnTo>
                  <a:pt x="214482" y="75927"/>
                </a:lnTo>
                <a:lnTo>
                  <a:pt x="214807" y="76233"/>
                </a:lnTo>
                <a:lnTo>
                  <a:pt x="215125" y="76546"/>
                </a:lnTo>
                <a:lnTo>
                  <a:pt x="215434" y="76867"/>
                </a:lnTo>
                <a:lnTo>
                  <a:pt x="215736" y="77195"/>
                </a:lnTo>
                <a:lnTo>
                  <a:pt x="216029" y="77530"/>
                </a:lnTo>
                <a:lnTo>
                  <a:pt x="216315" y="77872"/>
                </a:lnTo>
                <a:lnTo>
                  <a:pt x="216592" y="78222"/>
                </a:lnTo>
                <a:lnTo>
                  <a:pt x="216861" y="78579"/>
                </a:lnTo>
                <a:lnTo>
                  <a:pt x="217123" y="78943"/>
                </a:lnTo>
                <a:lnTo>
                  <a:pt x="217376" y="79315"/>
                </a:lnTo>
                <a:lnTo>
                  <a:pt x="217621" y="79694"/>
                </a:lnTo>
                <a:lnTo>
                  <a:pt x="217858" y="80080"/>
                </a:lnTo>
                <a:lnTo>
                  <a:pt x="218088" y="80473"/>
                </a:lnTo>
                <a:lnTo>
                  <a:pt x="218309" y="80874"/>
                </a:lnTo>
                <a:lnTo>
                  <a:pt x="218522" y="81282"/>
                </a:lnTo>
                <a:lnTo>
                  <a:pt x="218727" y="81698"/>
                </a:lnTo>
                <a:lnTo>
                  <a:pt x="218924" y="82120"/>
                </a:lnTo>
                <a:lnTo>
                  <a:pt x="219113" y="82549"/>
                </a:lnTo>
                <a:lnTo>
                  <a:pt x="219294" y="82982"/>
                </a:lnTo>
                <a:lnTo>
                  <a:pt x="219466" y="83420"/>
                </a:lnTo>
                <a:lnTo>
                  <a:pt x="219631" y="83863"/>
                </a:lnTo>
                <a:lnTo>
                  <a:pt x="219788" y="84310"/>
                </a:lnTo>
                <a:lnTo>
                  <a:pt x="219937" y="84762"/>
                </a:lnTo>
                <a:lnTo>
                  <a:pt x="220077" y="85219"/>
                </a:lnTo>
                <a:lnTo>
                  <a:pt x="220210" y="85680"/>
                </a:lnTo>
                <a:lnTo>
                  <a:pt x="220335" y="86146"/>
                </a:lnTo>
                <a:lnTo>
                  <a:pt x="220451" y="86617"/>
                </a:lnTo>
                <a:lnTo>
                  <a:pt x="220560" y="87093"/>
                </a:lnTo>
                <a:lnTo>
                  <a:pt x="220660" y="87573"/>
                </a:lnTo>
                <a:lnTo>
                  <a:pt x="220753" y="88057"/>
                </a:lnTo>
                <a:lnTo>
                  <a:pt x="220837" y="88547"/>
                </a:lnTo>
                <a:lnTo>
                  <a:pt x="220914" y="89041"/>
                </a:lnTo>
                <a:lnTo>
                  <a:pt x="220982" y="89540"/>
                </a:lnTo>
                <a:lnTo>
                  <a:pt x="221042" y="90043"/>
                </a:lnTo>
                <a:lnTo>
                  <a:pt x="221095" y="90551"/>
                </a:lnTo>
                <a:lnTo>
                  <a:pt x="221139" y="91064"/>
                </a:lnTo>
                <a:lnTo>
                  <a:pt x="221175" y="91581"/>
                </a:lnTo>
                <a:lnTo>
                  <a:pt x="221203" y="92104"/>
                </a:lnTo>
                <a:lnTo>
                  <a:pt x="221223" y="92630"/>
                </a:lnTo>
                <a:lnTo>
                  <a:pt x="221235" y="93162"/>
                </a:lnTo>
                <a:lnTo>
                  <a:pt x="221239" y="93698"/>
                </a:lnTo>
                <a:lnTo>
                  <a:pt x="221239" y="96067"/>
                </a:lnTo>
                <a:lnTo>
                  <a:pt x="177709" y="96067"/>
                </a:lnTo>
                <a:lnTo>
                  <a:pt x="177732" y="95902"/>
                </a:lnTo>
                <a:lnTo>
                  <a:pt x="177819" y="95336"/>
                </a:lnTo>
                <a:lnTo>
                  <a:pt x="177910" y="94773"/>
                </a:lnTo>
                <a:lnTo>
                  <a:pt x="178006" y="94215"/>
                </a:lnTo>
                <a:lnTo>
                  <a:pt x="178106" y="93662"/>
                </a:lnTo>
                <a:lnTo>
                  <a:pt x="178211" y="93112"/>
                </a:lnTo>
                <a:close/>
                <a:moveTo>
                  <a:pt x="802610" y="59541"/>
                </a:moveTo>
                <a:lnTo>
                  <a:pt x="802125" y="58962"/>
                </a:lnTo>
                <a:lnTo>
                  <a:pt x="801630" y="58397"/>
                </a:lnTo>
                <a:lnTo>
                  <a:pt x="801125" y="57844"/>
                </a:lnTo>
                <a:lnTo>
                  <a:pt x="800611" y="57303"/>
                </a:lnTo>
                <a:lnTo>
                  <a:pt x="800087" y="56775"/>
                </a:lnTo>
                <a:lnTo>
                  <a:pt x="799554" y="56259"/>
                </a:lnTo>
                <a:lnTo>
                  <a:pt x="799010" y="55756"/>
                </a:lnTo>
                <a:lnTo>
                  <a:pt x="798457" y="55266"/>
                </a:lnTo>
                <a:lnTo>
                  <a:pt x="797894" y="54788"/>
                </a:lnTo>
                <a:lnTo>
                  <a:pt x="797322" y="54322"/>
                </a:lnTo>
                <a:lnTo>
                  <a:pt x="796740" y="53869"/>
                </a:lnTo>
                <a:lnTo>
                  <a:pt x="796148" y="53429"/>
                </a:lnTo>
                <a:lnTo>
                  <a:pt x="795546" y="53001"/>
                </a:lnTo>
                <a:lnTo>
                  <a:pt x="794935" y="52585"/>
                </a:lnTo>
                <a:lnTo>
                  <a:pt x="794313" y="52183"/>
                </a:lnTo>
                <a:lnTo>
                  <a:pt x="793683" y="51792"/>
                </a:lnTo>
                <a:lnTo>
                  <a:pt x="793042" y="51414"/>
                </a:lnTo>
                <a:lnTo>
                  <a:pt x="792392" y="51049"/>
                </a:lnTo>
                <a:lnTo>
                  <a:pt x="791730" y="50698"/>
                </a:lnTo>
                <a:lnTo>
                  <a:pt x="791055" y="50361"/>
                </a:lnTo>
                <a:lnTo>
                  <a:pt x="790367" y="50040"/>
                </a:lnTo>
                <a:lnTo>
                  <a:pt x="789666" y="49733"/>
                </a:lnTo>
                <a:lnTo>
                  <a:pt x="788952" y="49441"/>
                </a:lnTo>
                <a:lnTo>
                  <a:pt x="788225" y="49165"/>
                </a:lnTo>
                <a:lnTo>
                  <a:pt x="787485" y="48903"/>
                </a:lnTo>
                <a:lnTo>
                  <a:pt x="786731" y="48656"/>
                </a:lnTo>
                <a:lnTo>
                  <a:pt x="785965" y="48424"/>
                </a:lnTo>
                <a:lnTo>
                  <a:pt x="785186" y="48207"/>
                </a:lnTo>
                <a:lnTo>
                  <a:pt x="784393" y="48005"/>
                </a:lnTo>
                <a:lnTo>
                  <a:pt x="783587" y="47818"/>
                </a:lnTo>
                <a:lnTo>
                  <a:pt x="782768" y="47646"/>
                </a:lnTo>
                <a:lnTo>
                  <a:pt x="781937" y="47489"/>
                </a:lnTo>
                <a:lnTo>
                  <a:pt x="781092" y="47347"/>
                </a:lnTo>
                <a:lnTo>
                  <a:pt x="780234" y="47220"/>
                </a:lnTo>
                <a:lnTo>
                  <a:pt x="779362" y="47108"/>
                </a:lnTo>
                <a:lnTo>
                  <a:pt x="778478" y="47011"/>
                </a:lnTo>
                <a:lnTo>
                  <a:pt x="777581" y="46928"/>
                </a:lnTo>
                <a:lnTo>
                  <a:pt x="776671" y="46861"/>
                </a:lnTo>
                <a:lnTo>
                  <a:pt x="775747" y="46809"/>
                </a:lnTo>
                <a:lnTo>
                  <a:pt x="774811" y="46771"/>
                </a:lnTo>
                <a:lnTo>
                  <a:pt x="773861" y="46749"/>
                </a:lnTo>
                <a:lnTo>
                  <a:pt x="772898" y="46741"/>
                </a:lnTo>
                <a:lnTo>
                  <a:pt x="771987" y="46749"/>
                </a:lnTo>
                <a:lnTo>
                  <a:pt x="771083" y="46771"/>
                </a:lnTo>
                <a:lnTo>
                  <a:pt x="770187" y="46809"/>
                </a:lnTo>
                <a:lnTo>
                  <a:pt x="769299" y="46861"/>
                </a:lnTo>
                <a:lnTo>
                  <a:pt x="768419" y="46928"/>
                </a:lnTo>
                <a:lnTo>
                  <a:pt x="767547" y="47011"/>
                </a:lnTo>
                <a:lnTo>
                  <a:pt x="766682" y="47108"/>
                </a:lnTo>
                <a:lnTo>
                  <a:pt x="765826" y="47220"/>
                </a:lnTo>
                <a:lnTo>
                  <a:pt x="764977" y="47347"/>
                </a:lnTo>
                <a:lnTo>
                  <a:pt x="764136" y="47489"/>
                </a:lnTo>
                <a:lnTo>
                  <a:pt x="763303" y="47646"/>
                </a:lnTo>
                <a:lnTo>
                  <a:pt x="762478" y="47818"/>
                </a:lnTo>
                <a:lnTo>
                  <a:pt x="761661" y="48005"/>
                </a:lnTo>
                <a:lnTo>
                  <a:pt x="760852" y="48207"/>
                </a:lnTo>
                <a:lnTo>
                  <a:pt x="760050" y="48424"/>
                </a:lnTo>
                <a:lnTo>
                  <a:pt x="759256" y="48656"/>
                </a:lnTo>
                <a:lnTo>
                  <a:pt x="758470" y="48903"/>
                </a:lnTo>
                <a:lnTo>
                  <a:pt x="757692" y="49165"/>
                </a:lnTo>
                <a:lnTo>
                  <a:pt x="756922" y="49441"/>
                </a:lnTo>
                <a:lnTo>
                  <a:pt x="756160" y="49733"/>
                </a:lnTo>
                <a:lnTo>
                  <a:pt x="755405" y="50040"/>
                </a:lnTo>
                <a:lnTo>
                  <a:pt x="754659" y="50361"/>
                </a:lnTo>
                <a:lnTo>
                  <a:pt x="753920" y="50698"/>
                </a:lnTo>
                <a:lnTo>
                  <a:pt x="753189" y="51049"/>
                </a:lnTo>
                <a:lnTo>
                  <a:pt x="752467" y="51414"/>
                </a:lnTo>
                <a:lnTo>
                  <a:pt x="751754" y="51792"/>
                </a:lnTo>
                <a:lnTo>
                  <a:pt x="751050" y="52182"/>
                </a:lnTo>
                <a:lnTo>
                  <a:pt x="750355" y="52584"/>
                </a:lnTo>
                <a:lnTo>
                  <a:pt x="749669" y="52998"/>
                </a:lnTo>
                <a:lnTo>
                  <a:pt x="748992" y="53425"/>
                </a:lnTo>
                <a:lnTo>
                  <a:pt x="748325" y="53865"/>
                </a:lnTo>
                <a:lnTo>
                  <a:pt x="747667" y="54316"/>
                </a:lnTo>
                <a:lnTo>
                  <a:pt x="747018" y="54780"/>
                </a:lnTo>
                <a:lnTo>
                  <a:pt x="746378" y="55256"/>
                </a:lnTo>
                <a:lnTo>
                  <a:pt x="745747" y="55745"/>
                </a:lnTo>
                <a:lnTo>
                  <a:pt x="745125" y="56246"/>
                </a:lnTo>
                <a:lnTo>
                  <a:pt x="744513" y="56759"/>
                </a:lnTo>
                <a:lnTo>
                  <a:pt x="743910" y="57285"/>
                </a:lnTo>
                <a:lnTo>
                  <a:pt x="743315" y="57822"/>
                </a:lnTo>
                <a:lnTo>
                  <a:pt x="742730" y="58373"/>
                </a:lnTo>
                <a:lnTo>
                  <a:pt x="742155" y="58935"/>
                </a:lnTo>
                <a:lnTo>
                  <a:pt x="741588" y="59510"/>
                </a:lnTo>
                <a:lnTo>
                  <a:pt x="741031" y="60098"/>
                </a:lnTo>
                <a:lnTo>
                  <a:pt x="740482" y="60697"/>
                </a:lnTo>
                <a:lnTo>
                  <a:pt x="739943" y="61309"/>
                </a:lnTo>
                <a:lnTo>
                  <a:pt x="739413" y="61934"/>
                </a:lnTo>
                <a:lnTo>
                  <a:pt x="738892" y="62570"/>
                </a:lnTo>
                <a:lnTo>
                  <a:pt x="738381" y="63219"/>
                </a:lnTo>
                <a:lnTo>
                  <a:pt x="737878" y="63880"/>
                </a:lnTo>
                <a:lnTo>
                  <a:pt x="737386" y="64551"/>
                </a:lnTo>
                <a:lnTo>
                  <a:pt x="736903" y="65233"/>
                </a:lnTo>
                <a:lnTo>
                  <a:pt x="736430" y="65925"/>
                </a:lnTo>
                <a:lnTo>
                  <a:pt x="735967" y="66628"/>
                </a:lnTo>
                <a:lnTo>
                  <a:pt x="735513" y="67342"/>
                </a:lnTo>
                <a:lnTo>
                  <a:pt x="735069" y="68066"/>
                </a:lnTo>
                <a:lnTo>
                  <a:pt x="734635" y="68802"/>
                </a:lnTo>
                <a:lnTo>
                  <a:pt x="734211" y="69547"/>
                </a:lnTo>
                <a:lnTo>
                  <a:pt x="733796" y="70304"/>
                </a:lnTo>
                <a:lnTo>
                  <a:pt x="733391" y="71071"/>
                </a:lnTo>
                <a:lnTo>
                  <a:pt x="732996" y="71849"/>
                </a:lnTo>
                <a:lnTo>
                  <a:pt x="732610" y="72637"/>
                </a:lnTo>
                <a:lnTo>
                  <a:pt x="732234" y="73436"/>
                </a:lnTo>
                <a:lnTo>
                  <a:pt x="731868" y="74246"/>
                </a:lnTo>
                <a:lnTo>
                  <a:pt x="731512" y="75066"/>
                </a:lnTo>
                <a:lnTo>
                  <a:pt x="731165" y="75897"/>
                </a:lnTo>
                <a:lnTo>
                  <a:pt x="730828" y="76739"/>
                </a:lnTo>
                <a:lnTo>
                  <a:pt x="730501" y="77591"/>
                </a:lnTo>
                <a:lnTo>
                  <a:pt x="730184" y="78454"/>
                </a:lnTo>
                <a:lnTo>
                  <a:pt x="729876" y="79328"/>
                </a:lnTo>
                <a:lnTo>
                  <a:pt x="729578" y="80212"/>
                </a:lnTo>
                <a:lnTo>
                  <a:pt x="729289" y="81107"/>
                </a:lnTo>
                <a:lnTo>
                  <a:pt x="729011" y="82013"/>
                </a:lnTo>
                <a:lnTo>
                  <a:pt x="728743" y="82928"/>
                </a:lnTo>
                <a:lnTo>
                  <a:pt x="728486" y="83851"/>
                </a:lnTo>
                <a:lnTo>
                  <a:pt x="728241" y="84783"/>
                </a:lnTo>
                <a:lnTo>
                  <a:pt x="728007" y="85724"/>
                </a:lnTo>
                <a:lnTo>
                  <a:pt x="727785" y="86673"/>
                </a:lnTo>
                <a:lnTo>
                  <a:pt x="727574" y="87630"/>
                </a:lnTo>
                <a:lnTo>
                  <a:pt x="727374" y="88595"/>
                </a:lnTo>
                <a:lnTo>
                  <a:pt x="727186" y="89570"/>
                </a:lnTo>
                <a:lnTo>
                  <a:pt x="727009" y="90552"/>
                </a:lnTo>
                <a:lnTo>
                  <a:pt x="726844" y="91543"/>
                </a:lnTo>
                <a:lnTo>
                  <a:pt x="726690" y="92542"/>
                </a:lnTo>
                <a:lnTo>
                  <a:pt x="726547" y="93550"/>
                </a:lnTo>
                <a:lnTo>
                  <a:pt x="726416" y="94566"/>
                </a:lnTo>
                <a:lnTo>
                  <a:pt x="726296" y="95591"/>
                </a:lnTo>
                <a:lnTo>
                  <a:pt x="726188" y="96623"/>
                </a:lnTo>
                <a:lnTo>
                  <a:pt x="726091" y="97665"/>
                </a:lnTo>
                <a:lnTo>
                  <a:pt x="726005" y="98715"/>
                </a:lnTo>
                <a:lnTo>
                  <a:pt x="725931" y="99773"/>
                </a:lnTo>
                <a:lnTo>
                  <a:pt x="725869" y="100839"/>
                </a:lnTo>
                <a:lnTo>
                  <a:pt x="725817" y="101914"/>
                </a:lnTo>
                <a:lnTo>
                  <a:pt x="725777" y="102998"/>
                </a:lnTo>
                <a:lnTo>
                  <a:pt x="725749" y="104090"/>
                </a:lnTo>
                <a:lnTo>
                  <a:pt x="725732" y="105190"/>
                </a:lnTo>
                <a:lnTo>
                  <a:pt x="725726" y="106299"/>
                </a:lnTo>
                <a:lnTo>
                  <a:pt x="725726" y="108560"/>
                </a:lnTo>
                <a:lnTo>
                  <a:pt x="725732" y="109616"/>
                </a:lnTo>
                <a:lnTo>
                  <a:pt x="725749" y="110665"/>
                </a:lnTo>
                <a:lnTo>
                  <a:pt x="725777" y="111707"/>
                </a:lnTo>
                <a:lnTo>
                  <a:pt x="725817" y="112743"/>
                </a:lnTo>
                <a:lnTo>
                  <a:pt x="725869" y="113771"/>
                </a:lnTo>
                <a:lnTo>
                  <a:pt x="725931" y="114793"/>
                </a:lnTo>
                <a:lnTo>
                  <a:pt x="726005" y="115809"/>
                </a:lnTo>
                <a:lnTo>
                  <a:pt x="726091" y="116817"/>
                </a:lnTo>
                <a:lnTo>
                  <a:pt x="726188" y="117819"/>
                </a:lnTo>
                <a:lnTo>
                  <a:pt x="726296" y="118814"/>
                </a:lnTo>
                <a:lnTo>
                  <a:pt x="726416" y="119803"/>
                </a:lnTo>
                <a:lnTo>
                  <a:pt x="726547" y="120784"/>
                </a:lnTo>
                <a:lnTo>
                  <a:pt x="726690" y="121759"/>
                </a:lnTo>
                <a:lnTo>
                  <a:pt x="726844" y="122727"/>
                </a:lnTo>
                <a:lnTo>
                  <a:pt x="727009" y="123689"/>
                </a:lnTo>
                <a:lnTo>
                  <a:pt x="727186" y="124643"/>
                </a:lnTo>
                <a:lnTo>
                  <a:pt x="727374" y="125591"/>
                </a:lnTo>
                <a:lnTo>
                  <a:pt x="727574" y="126533"/>
                </a:lnTo>
                <a:lnTo>
                  <a:pt x="727785" y="127467"/>
                </a:lnTo>
                <a:lnTo>
                  <a:pt x="728007" y="128395"/>
                </a:lnTo>
                <a:lnTo>
                  <a:pt x="728241" y="129316"/>
                </a:lnTo>
                <a:lnTo>
                  <a:pt x="728486" y="130230"/>
                </a:lnTo>
                <a:lnTo>
                  <a:pt x="728743" y="131138"/>
                </a:lnTo>
                <a:lnTo>
                  <a:pt x="729011" y="132039"/>
                </a:lnTo>
                <a:lnTo>
                  <a:pt x="729290" y="132931"/>
                </a:lnTo>
                <a:lnTo>
                  <a:pt x="729578" y="133814"/>
                </a:lnTo>
                <a:lnTo>
                  <a:pt x="729877" y="134687"/>
                </a:lnTo>
                <a:lnTo>
                  <a:pt x="730185" y="135551"/>
                </a:lnTo>
                <a:lnTo>
                  <a:pt x="730503" y="136405"/>
                </a:lnTo>
                <a:lnTo>
                  <a:pt x="730832" y="137249"/>
                </a:lnTo>
                <a:lnTo>
                  <a:pt x="731170" y="138083"/>
                </a:lnTo>
                <a:lnTo>
                  <a:pt x="731518" y="138908"/>
                </a:lnTo>
                <a:lnTo>
                  <a:pt x="731876" y="139722"/>
                </a:lnTo>
                <a:lnTo>
                  <a:pt x="732244" y="140527"/>
                </a:lnTo>
                <a:lnTo>
                  <a:pt x="732621" y="141323"/>
                </a:lnTo>
                <a:lnTo>
                  <a:pt x="733009" y="142109"/>
                </a:lnTo>
                <a:lnTo>
                  <a:pt x="733407" y="142885"/>
                </a:lnTo>
                <a:lnTo>
                  <a:pt x="733814" y="143651"/>
                </a:lnTo>
                <a:lnTo>
                  <a:pt x="734232" y="144407"/>
                </a:lnTo>
                <a:lnTo>
                  <a:pt x="734659" y="145154"/>
                </a:lnTo>
                <a:lnTo>
                  <a:pt x="735096" y="145891"/>
                </a:lnTo>
                <a:lnTo>
                  <a:pt x="735543" y="146618"/>
                </a:lnTo>
                <a:lnTo>
                  <a:pt x="736001" y="147336"/>
                </a:lnTo>
                <a:lnTo>
                  <a:pt x="736468" y="148044"/>
                </a:lnTo>
                <a:lnTo>
                  <a:pt x="736944" y="148742"/>
                </a:lnTo>
                <a:lnTo>
                  <a:pt x="737431" y="149431"/>
                </a:lnTo>
                <a:lnTo>
                  <a:pt x="737928" y="150109"/>
                </a:lnTo>
                <a:lnTo>
                  <a:pt x="738435" y="150778"/>
                </a:lnTo>
                <a:lnTo>
                  <a:pt x="738950" y="151436"/>
                </a:lnTo>
                <a:lnTo>
                  <a:pt x="739475" y="152082"/>
                </a:lnTo>
                <a:lnTo>
                  <a:pt x="740009" y="152715"/>
                </a:lnTo>
                <a:lnTo>
                  <a:pt x="740551" y="153336"/>
                </a:lnTo>
                <a:lnTo>
                  <a:pt x="741102" y="153945"/>
                </a:lnTo>
                <a:lnTo>
                  <a:pt x="741662" y="154541"/>
                </a:lnTo>
                <a:lnTo>
                  <a:pt x="742231" y="155125"/>
                </a:lnTo>
                <a:lnTo>
                  <a:pt x="742808" y="155697"/>
                </a:lnTo>
                <a:lnTo>
                  <a:pt x="743395" y="156256"/>
                </a:lnTo>
                <a:lnTo>
                  <a:pt x="743990" y="156803"/>
                </a:lnTo>
                <a:lnTo>
                  <a:pt x="744593" y="157337"/>
                </a:lnTo>
                <a:lnTo>
                  <a:pt x="745206" y="157860"/>
                </a:lnTo>
                <a:lnTo>
                  <a:pt x="745827" y="158369"/>
                </a:lnTo>
                <a:lnTo>
                  <a:pt x="746458" y="158867"/>
                </a:lnTo>
                <a:lnTo>
                  <a:pt x="747097" y="159352"/>
                </a:lnTo>
                <a:lnTo>
                  <a:pt x="747744" y="159825"/>
                </a:lnTo>
                <a:lnTo>
                  <a:pt x="748401" y="160286"/>
                </a:lnTo>
                <a:lnTo>
                  <a:pt x="749066" y="160734"/>
                </a:lnTo>
                <a:lnTo>
                  <a:pt x="749741" y="161170"/>
                </a:lnTo>
                <a:lnTo>
                  <a:pt x="750423" y="161593"/>
                </a:lnTo>
                <a:lnTo>
                  <a:pt x="751115" y="162004"/>
                </a:lnTo>
                <a:lnTo>
                  <a:pt x="751816" y="162403"/>
                </a:lnTo>
                <a:lnTo>
                  <a:pt x="752525" y="162790"/>
                </a:lnTo>
                <a:lnTo>
                  <a:pt x="753243" y="163164"/>
                </a:lnTo>
                <a:lnTo>
                  <a:pt x="753969" y="163524"/>
                </a:lnTo>
                <a:lnTo>
                  <a:pt x="754703" y="163869"/>
                </a:lnTo>
                <a:lnTo>
                  <a:pt x="755443" y="164199"/>
                </a:lnTo>
                <a:lnTo>
                  <a:pt x="756191" y="164513"/>
                </a:lnTo>
                <a:lnTo>
                  <a:pt x="756947" y="164812"/>
                </a:lnTo>
                <a:lnTo>
                  <a:pt x="757709" y="165096"/>
                </a:lnTo>
                <a:lnTo>
                  <a:pt x="758479" y="165364"/>
                </a:lnTo>
                <a:lnTo>
                  <a:pt x="759256" y="165617"/>
                </a:lnTo>
                <a:lnTo>
                  <a:pt x="760041" y="165854"/>
                </a:lnTo>
                <a:lnTo>
                  <a:pt x="760832" y="166077"/>
                </a:lnTo>
                <a:lnTo>
                  <a:pt x="761632" y="166284"/>
                </a:lnTo>
                <a:lnTo>
                  <a:pt x="762438" y="166475"/>
                </a:lnTo>
                <a:lnTo>
                  <a:pt x="763252" y="166652"/>
                </a:lnTo>
                <a:lnTo>
                  <a:pt x="764072" y="166813"/>
                </a:lnTo>
                <a:lnTo>
                  <a:pt x="764901" y="166958"/>
                </a:lnTo>
                <a:lnTo>
                  <a:pt x="765736" y="167089"/>
                </a:lnTo>
                <a:lnTo>
                  <a:pt x="766579" y="167204"/>
                </a:lnTo>
                <a:lnTo>
                  <a:pt x="767429" y="167303"/>
                </a:lnTo>
                <a:lnTo>
                  <a:pt x="768286" y="167388"/>
                </a:lnTo>
                <a:lnTo>
                  <a:pt x="769151" y="167457"/>
                </a:lnTo>
                <a:lnTo>
                  <a:pt x="770023" y="167510"/>
                </a:lnTo>
                <a:lnTo>
                  <a:pt x="770902" y="167549"/>
                </a:lnTo>
                <a:lnTo>
                  <a:pt x="771789" y="167572"/>
                </a:lnTo>
                <a:lnTo>
                  <a:pt x="772683" y="167579"/>
                </a:lnTo>
                <a:lnTo>
                  <a:pt x="773575" y="167572"/>
                </a:lnTo>
                <a:lnTo>
                  <a:pt x="774457" y="167549"/>
                </a:lnTo>
                <a:lnTo>
                  <a:pt x="775329" y="167512"/>
                </a:lnTo>
                <a:lnTo>
                  <a:pt x="776190" y="167460"/>
                </a:lnTo>
                <a:lnTo>
                  <a:pt x="777042" y="167392"/>
                </a:lnTo>
                <a:lnTo>
                  <a:pt x="777883" y="167310"/>
                </a:lnTo>
                <a:lnTo>
                  <a:pt x="778713" y="167213"/>
                </a:lnTo>
                <a:lnTo>
                  <a:pt x="779534" y="167101"/>
                </a:lnTo>
                <a:lnTo>
                  <a:pt x="780344" y="166974"/>
                </a:lnTo>
                <a:lnTo>
                  <a:pt x="781143" y="166831"/>
                </a:lnTo>
                <a:lnTo>
                  <a:pt x="781933" y="166674"/>
                </a:lnTo>
                <a:lnTo>
                  <a:pt x="782712" y="166502"/>
                </a:lnTo>
                <a:lnTo>
                  <a:pt x="783481" y="166315"/>
                </a:lnTo>
                <a:lnTo>
                  <a:pt x="784240" y="166113"/>
                </a:lnTo>
                <a:lnTo>
                  <a:pt x="784988" y="165897"/>
                </a:lnTo>
                <a:lnTo>
                  <a:pt x="785726" y="165665"/>
                </a:lnTo>
                <a:lnTo>
                  <a:pt x="786454" y="165418"/>
                </a:lnTo>
                <a:lnTo>
                  <a:pt x="787172" y="165156"/>
                </a:lnTo>
                <a:lnTo>
                  <a:pt x="787879" y="164879"/>
                </a:lnTo>
                <a:lnTo>
                  <a:pt x="788576" y="164588"/>
                </a:lnTo>
                <a:lnTo>
                  <a:pt x="789262" y="164281"/>
                </a:lnTo>
                <a:lnTo>
                  <a:pt x="789939" y="163959"/>
                </a:lnTo>
                <a:lnTo>
                  <a:pt x="790605" y="163623"/>
                </a:lnTo>
                <a:lnTo>
                  <a:pt x="791261" y="163271"/>
                </a:lnTo>
                <a:lnTo>
                  <a:pt x="791907" y="162906"/>
                </a:lnTo>
                <a:lnTo>
                  <a:pt x="792545" y="162529"/>
                </a:lnTo>
                <a:lnTo>
                  <a:pt x="793173" y="162140"/>
                </a:lnTo>
                <a:lnTo>
                  <a:pt x="793793" y="161738"/>
                </a:lnTo>
                <a:lnTo>
                  <a:pt x="794404" y="161324"/>
                </a:lnTo>
                <a:lnTo>
                  <a:pt x="795007" y="160899"/>
                </a:lnTo>
                <a:lnTo>
                  <a:pt x="795600" y="160461"/>
                </a:lnTo>
                <a:lnTo>
                  <a:pt x="796185" y="160011"/>
                </a:lnTo>
                <a:lnTo>
                  <a:pt x="796761" y="159548"/>
                </a:lnTo>
                <a:lnTo>
                  <a:pt x="797328" y="159074"/>
                </a:lnTo>
                <a:lnTo>
                  <a:pt x="797887" y="158587"/>
                </a:lnTo>
                <a:lnTo>
                  <a:pt x="798436" y="158088"/>
                </a:lnTo>
                <a:lnTo>
                  <a:pt x="798977" y="157577"/>
                </a:lnTo>
                <a:lnTo>
                  <a:pt x="799509" y="157054"/>
                </a:lnTo>
                <a:lnTo>
                  <a:pt x="800032" y="156519"/>
                </a:lnTo>
                <a:lnTo>
                  <a:pt x="800547" y="155972"/>
                </a:lnTo>
                <a:lnTo>
                  <a:pt x="801052" y="155412"/>
                </a:lnTo>
                <a:lnTo>
                  <a:pt x="801115" y="155340"/>
                </a:lnTo>
                <a:lnTo>
                  <a:pt x="801115" y="161851"/>
                </a:lnTo>
                <a:lnTo>
                  <a:pt x="801110" y="162539"/>
                </a:lnTo>
                <a:lnTo>
                  <a:pt x="801094" y="163218"/>
                </a:lnTo>
                <a:lnTo>
                  <a:pt x="801066" y="163888"/>
                </a:lnTo>
                <a:lnTo>
                  <a:pt x="801028" y="164550"/>
                </a:lnTo>
                <a:lnTo>
                  <a:pt x="800980" y="165204"/>
                </a:lnTo>
                <a:lnTo>
                  <a:pt x="800920" y="165849"/>
                </a:lnTo>
                <a:lnTo>
                  <a:pt x="800850" y="166486"/>
                </a:lnTo>
                <a:lnTo>
                  <a:pt x="800768" y="167115"/>
                </a:lnTo>
                <a:lnTo>
                  <a:pt x="800676" y="167735"/>
                </a:lnTo>
                <a:lnTo>
                  <a:pt x="800573" y="168346"/>
                </a:lnTo>
                <a:lnTo>
                  <a:pt x="800459" y="168949"/>
                </a:lnTo>
                <a:lnTo>
                  <a:pt x="800334" y="169544"/>
                </a:lnTo>
                <a:lnTo>
                  <a:pt x="800199" y="170130"/>
                </a:lnTo>
                <a:lnTo>
                  <a:pt x="800052" y="170708"/>
                </a:lnTo>
                <a:lnTo>
                  <a:pt x="799895" y="171278"/>
                </a:lnTo>
                <a:lnTo>
                  <a:pt x="799727" y="171839"/>
                </a:lnTo>
                <a:lnTo>
                  <a:pt x="799548" y="172391"/>
                </a:lnTo>
                <a:lnTo>
                  <a:pt x="799358" y="172935"/>
                </a:lnTo>
                <a:lnTo>
                  <a:pt x="799158" y="173471"/>
                </a:lnTo>
                <a:lnTo>
                  <a:pt x="798946" y="173999"/>
                </a:lnTo>
                <a:lnTo>
                  <a:pt x="798724" y="174517"/>
                </a:lnTo>
                <a:lnTo>
                  <a:pt x="798491" y="175028"/>
                </a:lnTo>
                <a:lnTo>
                  <a:pt x="798247" y="175530"/>
                </a:lnTo>
                <a:lnTo>
                  <a:pt x="797992" y="176024"/>
                </a:lnTo>
                <a:lnTo>
                  <a:pt x="797727" y="176508"/>
                </a:lnTo>
                <a:lnTo>
                  <a:pt x="797453" y="176983"/>
                </a:lnTo>
                <a:lnTo>
                  <a:pt x="797169" y="177449"/>
                </a:lnTo>
                <a:lnTo>
                  <a:pt x="796876" y="177904"/>
                </a:lnTo>
                <a:lnTo>
                  <a:pt x="796574" y="178350"/>
                </a:lnTo>
                <a:lnTo>
                  <a:pt x="796262" y="178786"/>
                </a:lnTo>
                <a:lnTo>
                  <a:pt x="795941" y="179213"/>
                </a:lnTo>
                <a:lnTo>
                  <a:pt x="795611" y="179629"/>
                </a:lnTo>
                <a:lnTo>
                  <a:pt x="795271" y="180036"/>
                </a:lnTo>
                <a:lnTo>
                  <a:pt x="794922" y="180433"/>
                </a:lnTo>
                <a:lnTo>
                  <a:pt x="794563" y="180821"/>
                </a:lnTo>
                <a:lnTo>
                  <a:pt x="794196" y="181198"/>
                </a:lnTo>
                <a:lnTo>
                  <a:pt x="793818" y="181566"/>
                </a:lnTo>
                <a:lnTo>
                  <a:pt x="793432" y="181924"/>
                </a:lnTo>
                <a:lnTo>
                  <a:pt x="793036" y="182273"/>
                </a:lnTo>
                <a:lnTo>
                  <a:pt x="792631" y="182611"/>
                </a:lnTo>
                <a:lnTo>
                  <a:pt x="792216" y="182940"/>
                </a:lnTo>
                <a:lnTo>
                  <a:pt x="791793" y="183259"/>
                </a:lnTo>
                <a:lnTo>
                  <a:pt x="791359" y="183569"/>
                </a:lnTo>
                <a:lnTo>
                  <a:pt x="790917" y="183868"/>
                </a:lnTo>
                <a:lnTo>
                  <a:pt x="790465" y="184158"/>
                </a:lnTo>
                <a:lnTo>
                  <a:pt x="790004" y="184438"/>
                </a:lnTo>
                <a:lnTo>
                  <a:pt x="789533" y="184709"/>
                </a:lnTo>
                <a:lnTo>
                  <a:pt x="789053" y="184969"/>
                </a:lnTo>
                <a:lnTo>
                  <a:pt x="788564" y="185220"/>
                </a:lnTo>
                <a:lnTo>
                  <a:pt x="788066" y="185460"/>
                </a:lnTo>
                <a:lnTo>
                  <a:pt x="787559" y="185690"/>
                </a:lnTo>
                <a:lnTo>
                  <a:pt x="787043" y="185908"/>
                </a:lnTo>
                <a:lnTo>
                  <a:pt x="786518" y="186116"/>
                </a:lnTo>
                <a:lnTo>
                  <a:pt x="785984" y="186314"/>
                </a:lnTo>
                <a:lnTo>
                  <a:pt x="785441" y="186500"/>
                </a:lnTo>
                <a:lnTo>
                  <a:pt x="784889" y="186676"/>
                </a:lnTo>
                <a:lnTo>
                  <a:pt x="784328" y="186842"/>
                </a:lnTo>
                <a:lnTo>
                  <a:pt x="783758" y="186997"/>
                </a:lnTo>
                <a:lnTo>
                  <a:pt x="783179" y="187141"/>
                </a:lnTo>
                <a:lnTo>
                  <a:pt x="782591" y="187274"/>
                </a:lnTo>
                <a:lnTo>
                  <a:pt x="781994" y="187397"/>
                </a:lnTo>
                <a:lnTo>
                  <a:pt x="781388" y="187509"/>
                </a:lnTo>
                <a:lnTo>
                  <a:pt x="780774" y="187610"/>
                </a:lnTo>
                <a:lnTo>
                  <a:pt x="780150" y="187701"/>
                </a:lnTo>
                <a:lnTo>
                  <a:pt x="779517" y="187781"/>
                </a:lnTo>
                <a:lnTo>
                  <a:pt x="778875" y="187850"/>
                </a:lnTo>
                <a:lnTo>
                  <a:pt x="778225" y="187909"/>
                </a:lnTo>
                <a:lnTo>
                  <a:pt x="777565" y="187957"/>
                </a:lnTo>
                <a:lnTo>
                  <a:pt x="776896" y="187994"/>
                </a:lnTo>
                <a:lnTo>
                  <a:pt x="776219" y="188021"/>
                </a:lnTo>
                <a:lnTo>
                  <a:pt x="775532" y="188037"/>
                </a:lnTo>
                <a:lnTo>
                  <a:pt x="774837" y="188042"/>
                </a:lnTo>
                <a:lnTo>
                  <a:pt x="774121" y="188036"/>
                </a:lnTo>
                <a:lnTo>
                  <a:pt x="773411" y="188018"/>
                </a:lnTo>
                <a:lnTo>
                  <a:pt x="772706" y="187987"/>
                </a:lnTo>
                <a:lnTo>
                  <a:pt x="772007" y="187945"/>
                </a:lnTo>
                <a:lnTo>
                  <a:pt x="771312" y="187890"/>
                </a:lnTo>
                <a:lnTo>
                  <a:pt x="770623" y="187823"/>
                </a:lnTo>
                <a:lnTo>
                  <a:pt x="769939" y="187744"/>
                </a:lnTo>
                <a:lnTo>
                  <a:pt x="769260" y="187653"/>
                </a:lnTo>
                <a:lnTo>
                  <a:pt x="768587" y="187550"/>
                </a:lnTo>
                <a:lnTo>
                  <a:pt x="767919" y="187434"/>
                </a:lnTo>
                <a:lnTo>
                  <a:pt x="767256" y="187307"/>
                </a:lnTo>
                <a:lnTo>
                  <a:pt x="766598" y="187167"/>
                </a:lnTo>
                <a:lnTo>
                  <a:pt x="765945" y="187015"/>
                </a:lnTo>
                <a:lnTo>
                  <a:pt x="765298" y="186851"/>
                </a:lnTo>
                <a:lnTo>
                  <a:pt x="764656" y="186675"/>
                </a:lnTo>
                <a:lnTo>
                  <a:pt x="764019" y="186486"/>
                </a:lnTo>
                <a:lnTo>
                  <a:pt x="763387" y="186286"/>
                </a:lnTo>
                <a:lnTo>
                  <a:pt x="762761" y="186073"/>
                </a:lnTo>
                <a:lnTo>
                  <a:pt x="762140" y="185848"/>
                </a:lnTo>
                <a:lnTo>
                  <a:pt x="761524" y="185611"/>
                </a:lnTo>
                <a:lnTo>
                  <a:pt x="760913" y="185362"/>
                </a:lnTo>
                <a:lnTo>
                  <a:pt x="760308" y="185101"/>
                </a:lnTo>
                <a:lnTo>
                  <a:pt x="759708" y="184828"/>
                </a:lnTo>
                <a:lnTo>
                  <a:pt x="759113" y="184542"/>
                </a:lnTo>
                <a:lnTo>
                  <a:pt x="758523" y="184245"/>
                </a:lnTo>
                <a:lnTo>
                  <a:pt x="757940" y="183939"/>
                </a:lnTo>
                <a:lnTo>
                  <a:pt x="757363" y="183624"/>
                </a:lnTo>
                <a:lnTo>
                  <a:pt x="756791" y="183299"/>
                </a:lnTo>
                <a:lnTo>
                  <a:pt x="756226" y="182964"/>
                </a:lnTo>
                <a:lnTo>
                  <a:pt x="755666" y="182620"/>
                </a:lnTo>
                <a:lnTo>
                  <a:pt x="755113" y="182266"/>
                </a:lnTo>
                <a:lnTo>
                  <a:pt x="754565" y="181903"/>
                </a:lnTo>
                <a:lnTo>
                  <a:pt x="754024" y="181531"/>
                </a:lnTo>
                <a:lnTo>
                  <a:pt x="753488" y="181148"/>
                </a:lnTo>
                <a:lnTo>
                  <a:pt x="752959" y="180756"/>
                </a:lnTo>
                <a:lnTo>
                  <a:pt x="752435" y="180355"/>
                </a:lnTo>
                <a:lnTo>
                  <a:pt x="751918" y="179944"/>
                </a:lnTo>
                <a:lnTo>
                  <a:pt x="751406" y="179524"/>
                </a:lnTo>
                <a:lnTo>
                  <a:pt x="750901" y="179094"/>
                </a:lnTo>
                <a:lnTo>
                  <a:pt x="750401" y="178654"/>
                </a:lnTo>
                <a:lnTo>
                  <a:pt x="749907" y="178205"/>
                </a:lnTo>
                <a:lnTo>
                  <a:pt x="749420" y="177747"/>
                </a:lnTo>
                <a:lnTo>
                  <a:pt x="748938" y="177279"/>
                </a:lnTo>
                <a:lnTo>
                  <a:pt x="748462" y="176801"/>
                </a:lnTo>
                <a:lnTo>
                  <a:pt x="747993" y="176314"/>
                </a:lnTo>
                <a:lnTo>
                  <a:pt x="747529" y="175817"/>
                </a:lnTo>
                <a:lnTo>
                  <a:pt x="747071" y="175311"/>
                </a:lnTo>
                <a:lnTo>
                  <a:pt x="746620" y="174795"/>
                </a:lnTo>
                <a:lnTo>
                  <a:pt x="732942" y="193104"/>
                </a:lnTo>
                <a:lnTo>
                  <a:pt x="733359" y="193621"/>
                </a:lnTo>
                <a:lnTo>
                  <a:pt x="733784" y="194130"/>
                </a:lnTo>
                <a:lnTo>
                  <a:pt x="734218" y="194632"/>
                </a:lnTo>
                <a:lnTo>
                  <a:pt x="734661" y="195126"/>
                </a:lnTo>
                <a:lnTo>
                  <a:pt x="735111" y="195613"/>
                </a:lnTo>
                <a:lnTo>
                  <a:pt x="735570" y="196093"/>
                </a:lnTo>
                <a:lnTo>
                  <a:pt x="736038" y="196565"/>
                </a:lnTo>
                <a:lnTo>
                  <a:pt x="736514" y="197029"/>
                </a:lnTo>
                <a:lnTo>
                  <a:pt x="736998" y="197486"/>
                </a:lnTo>
                <a:lnTo>
                  <a:pt x="737491" y="197935"/>
                </a:lnTo>
                <a:lnTo>
                  <a:pt x="737992" y="198377"/>
                </a:lnTo>
                <a:lnTo>
                  <a:pt x="738502" y="198812"/>
                </a:lnTo>
                <a:lnTo>
                  <a:pt x="739020" y="199239"/>
                </a:lnTo>
                <a:lnTo>
                  <a:pt x="739546" y="199659"/>
                </a:lnTo>
                <a:lnTo>
                  <a:pt x="740081" y="200071"/>
                </a:lnTo>
                <a:lnTo>
                  <a:pt x="740624" y="200475"/>
                </a:lnTo>
                <a:lnTo>
                  <a:pt x="741176" y="200872"/>
                </a:lnTo>
                <a:lnTo>
                  <a:pt x="741736" y="201262"/>
                </a:lnTo>
                <a:lnTo>
                  <a:pt x="742305" y="201644"/>
                </a:lnTo>
                <a:lnTo>
                  <a:pt x="742882" y="202019"/>
                </a:lnTo>
                <a:lnTo>
                  <a:pt x="743467" y="202386"/>
                </a:lnTo>
                <a:lnTo>
                  <a:pt x="744061" y="202746"/>
                </a:lnTo>
                <a:lnTo>
                  <a:pt x="744663" y="203098"/>
                </a:lnTo>
                <a:lnTo>
                  <a:pt x="745273" y="203443"/>
                </a:lnTo>
                <a:lnTo>
                  <a:pt x="745889" y="203780"/>
                </a:lnTo>
                <a:lnTo>
                  <a:pt x="746508" y="204110"/>
                </a:lnTo>
                <a:lnTo>
                  <a:pt x="747130" y="204433"/>
                </a:lnTo>
                <a:lnTo>
                  <a:pt x="747753" y="204747"/>
                </a:lnTo>
                <a:lnTo>
                  <a:pt x="748380" y="205055"/>
                </a:lnTo>
                <a:lnTo>
                  <a:pt x="749009" y="205355"/>
                </a:lnTo>
                <a:lnTo>
                  <a:pt x="749641" y="205647"/>
                </a:lnTo>
                <a:lnTo>
                  <a:pt x="750275" y="205932"/>
                </a:lnTo>
                <a:lnTo>
                  <a:pt x="750912" y="206210"/>
                </a:lnTo>
                <a:lnTo>
                  <a:pt x="751552" y="206480"/>
                </a:lnTo>
                <a:lnTo>
                  <a:pt x="752194" y="206742"/>
                </a:lnTo>
                <a:lnTo>
                  <a:pt x="752839" y="206997"/>
                </a:lnTo>
                <a:lnTo>
                  <a:pt x="753487" y="207245"/>
                </a:lnTo>
                <a:lnTo>
                  <a:pt x="754137" y="207485"/>
                </a:lnTo>
                <a:lnTo>
                  <a:pt x="754790" y="207717"/>
                </a:lnTo>
                <a:lnTo>
                  <a:pt x="755445" y="207942"/>
                </a:lnTo>
                <a:lnTo>
                  <a:pt x="756103" y="208160"/>
                </a:lnTo>
                <a:lnTo>
                  <a:pt x="756764" y="208370"/>
                </a:lnTo>
                <a:lnTo>
                  <a:pt x="757427" y="208573"/>
                </a:lnTo>
                <a:lnTo>
                  <a:pt x="758093" y="208768"/>
                </a:lnTo>
                <a:lnTo>
                  <a:pt x="758761" y="208956"/>
                </a:lnTo>
                <a:lnTo>
                  <a:pt x="759432" y="209136"/>
                </a:lnTo>
                <a:lnTo>
                  <a:pt x="760106" y="209309"/>
                </a:lnTo>
                <a:lnTo>
                  <a:pt x="760782" y="209474"/>
                </a:lnTo>
                <a:lnTo>
                  <a:pt x="761458" y="209632"/>
                </a:lnTo>
                <a:lnTo>
                  <a:pt x="762132" y="209784"/>
                </a:lnTo>
                <a:lnTo>
                  <a:pt x="762802" y="209929"/>
                </a:lnTo>
                <a:lnTo>
                  <a:pt x="763470" y="210067"/>
                </a:lnTo>
                <a:lnTo>
                  <a:pt x="764135" y="210198"/>
                </a:lnTo>
                <a:lnTo>
                  <a:pt x="764797" y="210322"/>
                </a:lnTo>
                <a:lnTo>
                  <a:pt x="765457" y="210440"/>
                </a:lnTo>
                <a:lnTo>
                  <a:pt x="766113" y="210551"/>
                </a:lnTo>
                <a:lnTo>
                  <a:pt x="766767" y="210655"/>
                </a:lnTo>
                <a:lnTo>
                  <a:pt x="767418" y="210753"/>
                </a:lnTo>
                <a:lnTo>
                  <a:pt x="768066" y="210844"/>
                </a:lnTo>
                <a:lnTo>
                  <a:pt x="768711" y="210928"/>
                </a:lnTo>
                <a:lnTo>
                  <a:pt x="769354" y="211006"/>
                </a:lnTo>
                <a:lnTo>
                  <a:pt x="769994" y="211076"/>
                </a:lnTo>
                <a:lnTo>
                  <a:pt x="770631" y="211140"/>
                </a:lnTo>
                <a:lnTo>
                  <a:pt x="771265" y="211197"/>
                </a:lnTo>
                <a:lnTo>
                  <a:pt x="771896" y="211248"/>
                </a:lnTo>
                <a:lnTo>
                  <a:pt x="772525" y="211292"/>
                </a:lnTo>
                <a:lnTo>
                  <a:pt x="773150" y="211329"/>
                </a:lnTo>
                <a:lnTo>
                  <a:pt x="773773" y="211359"/>
                </a:lnTo>
                <a:lnTo>
                  <a:pt x="774393" y="211382"/>
                </a:lnTo>
                <a:lnTo>
                  <a:pt x="775011" y="211399"/>
                </a:lnTo>
                <a:lnTo>
                  <a:pt x="775625" y="211409"/>
                </a:lnTo>
                <a:lnTo>
                  <a:pt x="776237" y="211413"/>
                </a:lnTo>
                <a:lnTo>
                  <a:pt x="777621" y="211403"/>
                </a:lnTo>
                <a:lnTo>
                  <a:pt x="778991" y="211373"/>
                </a:lnTo>
                <a:lnTo>
                  <a:pt x="780346" y="211323"/>
                </a:lnTo>
                <a:lnTo>
                  <a:pt x="781688" y="211253"/>
                </a:lnTo>
                <a:lnTo>
                  <a:pt x="783015" y="211163"/>
                </a:lnTo>
                <a:lnTo>
                  <a:pt x="784328" y="211052"/>
                </a:lnTo>
                <a:lnTo>
                  <a:pt x="785626" y="210922"/>
                </a:lnTo>
                <a:lnTo>
                  <a:pt x="786911" y="210772"/>
                </a:lnTo>
                <a:lnTo>
                  <a:pt x="788181" y="210602"/>
                </a:lnTo>
                <a:lnTo>
                  <a:pt x="789437" y="210412"/>
                </a:lnTo>
                <a:lnTo>
                  <a:pt x="790679" y="210202"/>
                </a:lnTo>
                <a:lnTo>
                  <a:pt x="791907" y="209971"/>
                </a:lnTo>
                <a:lnTo>
                  <a:pt x="793120" y="209721"/>
                </a:lnTo>
                <a:lnTo>
                  <a:pt x="794320" y="209451"/>
                </a:lnTo>
                <a:lnTo>
                  <a:pt x="795505" y="209161"/>
                </a:lnTo>
                <a:lnTo>
                  <a:pt x="796676" y="208850"/>
                </a:lnTo>
                <a:lnTo>
                  <a:pt x="797832" y="208520"/>
                </a:lnTo>
                <a:lnTo>
                  <a:pt x="798975" y="208170"/>
                </a:lnTo>
                <a:lnTo>
                  <a:pt x="800103" y="207799"/>
                </a:lnTo>
                <a:lnTo>
                  <a:pt x="801217" y="207409"/>
                </a:lnTo>
                <a:lnTo>
                  <a:pt x="802317" y="206999"/>
                </a:lnTo>
                <a:lnTo>
                  <a:pt x="803402" y="206568"/>
                </a:lnTo>
                <a:lnTo>
                  <a:pt x="804474" y="206118"/>
                </a:lnTo>
                <a:lnTo>
                  <a:pt x="805531" y="205648"/>
                </a:lnTo>
                <a:lnTo>
                  <a:pt x="806571" y="205158"/>
                </a:lnTo>
                <a:lnTo>
                  <a:pt x="807592" y="204649"/>
                </a:lnTo>
                <a:lnTo>
                  <a:pt x="808594" y="204122"/>
                </a:lnTo>
                <a:lnTo>
                  <a:pt x="809577" y="203576"/>
                </a:lnTo>
                <a:lnTo>
                  <a:pt x="810540" y="203011"/>
                </a:lnTo>
                <a:lnTo>
                  <a:pt x="811485" y="202428"/>
                </a:lnTo>
                <a:lnTo>
                  <a:pt x="812409" y="201826"/>
                </a:lnTo>
                <a:lnTo>
                  <a:pt x="813315" y="201205"/>
                </a:lnTo>
                <a:lnTo>
                  <a:pt x="814201" y="200565"/>
                </a:lnTo>
                <a:lnTo>
                  <a:pt x="815069" y="199907"/>
                </a:lnTo>
                <a:lnTo>
                  <a:pt x="815916" y="199230"/>
                </a:lnTo>
                <a:lnTo>
                  <a:pt x="816745" y="198534"/>
                </a:lnTo>
                <a:lnTo>
                  <a:pt x="817554" y="197820"/>
                </a:lnTo>
                <a:lnTo>
                  <a:pt x="818344" y="197087"/>
                </a:lnTo>
                <a:lnTo>
                  <a:pt x="819115" y="196335"/>
                </a:lnTo>
                <a:lnTo>
                  <a:pt x="819867" y="195564"/>
                </a:lnTo>
                <a:lnTo>
                  <a:pt x="820599" y="194775"/>
                </a:lnTo>
                <a:lnTo>
                  <a:pt x="821312" y="193967"/>
                </a:lnTo>
                <a:lnTo>
                  <a:pt x="822006" y="193140"/>
                </a:lnTo>
                <a:lnTo>
                  <a:pt x="822680" y="192295"/>
                </a:lnTo>
                <a:lnTo>
                  <a:pt x="823336" y="191430"/>
                </a:lnTo>
                <a:lnTo>
                  <a:pt x="823972" y="190547"/>
                </a:lnTo>
                <a:lnTo>
                  <a:pt x="824588" y="189646"/>
                </a:lnTo>
                <a:lnTo>
                  <a:pt x="825186" y="188725"/>
                </a:lnTo>
                <a:lnTo>
                  <a:pt x="825762" y="187788"/>
                </a:lnTo>
                <a:lnTo>
                  <a:pt x="826313" y="186833"/>
                </a:lnTo>
                <a:lnTo>
                  <a:pt x="826839" y="185862"/>
                </a:lnTo>
                <a:lnTo>
                  <a:pt x="827341" y="184874"/>
                </a:lnTo>
                <a:lnTo>
                  <a:pt x="827819" y="183870"/>
                </a:lnTo>
                <a:lnTo>
                  <a:pt x="828272" y="182849"/>
                </a:lnTo>
                <a:lnTo>
                  <a:pt x="828701" y="181811"/>
                </a:lnTo>
                <a:lnTo>
                  <a:pt x="829105" y="180757"/>
                </a:lnTo>
                <a:lnTo>
                  <a:pt x="829485" y="179686"/>
                </a:lnTo>
                <a:lnTo>
                  <a:pt x="829840" y="178598"/>
                </a:lnTo>
                <a:lnTo>
                  <a:pt x="830170" y="177494"/>
                </a:lnTo>
                <a:lnTo>
                  <a:pt x="830477" y="176373"/>
                </a:lnTo>
                <a:lnTo>
                  <a:pt x="830758" y="175235"/>
                </a:lnTo>
                <a:lnTo>
                  <a:pt x="831015" y="174081"/>
                </a:lnTo>
                <a:lnTo>
                  <a:pt x="831248" y="172910"/>
                </a:lnTo>
                <a:lnTo>
                  <a:pt x="831456" y="171722"/>
                </a:lnTo>
                <a:lnTo>
                  <a:pt x="831640" y="170518"/>
                </a:lnTo>
                <a:lnTo>
                  <a:pt x="831799" y="169297"/>
                </a:lnTo>
                <a:lnTo>
                  <a:pt x="831934" y="168060"/>
                </a:lnTo>
                <a:lnTo>
                  <a:pt x="832044" y="166806"/>
                </a:lnTo>
                <a:lnTo>
                  <a:pt x="832130" y="165535"/>
                </a:lnTo>
                <a:lnTo>
                  <a:pt x="832191" y="164247"/>
                </a:lnTo>
                <a:lnTo>
                  <a:pt x="832228" y="162943"/>
                </a:lnTo>
                <a:lnTo>
                  <a:pt x="832240" y="161622"/>
                </a:lnTo>
                <a:lnTo>
                  <a:pt x="832240" y="48895"/>
                </a:lnTo>
                <a:lnTo>
                  <a:pt x="804131" y="48895"/>
                </a:lnTo>
                <a:lnTo>
                  <a:pt x="802899" y="59901"/>
                </a:lnTo>
                <a:lnTo>
                  <a:pt x="802610" y="59541"/>
                </a:lnTo>
                <a:close/>
                <a:moveTo>
                  <a:pt x="799804" y="134380"/>
                </a:moveTo>
                <a:lnTo>
                  <a:pt x="799482" y="134809"/>
                </a:lnTo>
                <a:lnTo>
                  <a:pt x="799150" y="135229"/>
                </a:lnTo>
                <a:lnTo>
                  <a:pt x="798808" y="135640"/>
                </a:lnTo>
                <a:lnTo>
                  <a:pt x="798458" y="136040"/>
                </a:lnTo>
                <a:lnTo>
                  <a:pt x="798098" y="136432"/>
                </a:lnTo>
                <a:lnTo>
                  <a:pt x="797729" y="136813"/>
                </a:lnTo>
                <a:lnTo>
                  <a:pt x="797350" y="137186"/>
                </a:lnTo>
                <a:lnTo>
                  <a:pt x="796962" y="137548"/>
                </a:lnTo>
                <a:lnTo>
                  <a:pt x="796565" y="137901"/>
                </a:lnTo>
                <a:lnTo>
                  <a:pt x="796158" y="138245"/>
                </a:lnTo>
                <a:lnTo>
                  <a:pt x="795742" y="138579"/>
                </a:lnTo>
                <a:lnTo>
                  <a:pt x="795317" y="138903"/>
                </a:lnTo>
                <a:lnTo>
                  <a:pt x="794882" y="139218"/>
                </a:lnTo>
                <a:lnTo>
                  <a:pt x="794438" y="139524"/>
                </a:lnTo>
                <a:lnTo>
                  <a:pt x="793984" y="139818"/>
                </a:lnTo>
                <a:lnTo>
                  <a:pt x="793519" y="140100"/>
                </a:lnTo>
                <a:lnTo>
                  <a:pt x="793043" y="140369"/>
                </a:lnTo>
                <a:lnTo>
                  <a:pt x="792556" y="140626"/>
                </a:lnTo>
                <a:lnTo>
                  <a:pt x="792059" y="140871"/>
                </a:lnTo>
                <a:lnTo>
                  <a:pt x="791550" y="141102"/>
                </a:lnTo>
                <a:lnTo>
                  <a:pt x="791031" y="141321"/>
                </a:lnTo>
                <a:lnTo>
                  <a:pt x="790501" y="141528"/>
                </a:lnTo>
                <a:lnTo>
                  <a:pt x="789960" y="141722"/>
                </a:lnTo>
                <a:lnTo>
                  <a:pt x="789408" y="141904"/>
                </a:lnTo>
                <a:lnTo>
                  <a:pt x="788846" y="142073"/>
                </a:lnTo>
                <a:lnTo>
                  <a:pt x="788272" y="142230"/>
                </a:lnTo>
                <a:lnTo>
                  <a:pt x="787688" y="142374"/>
                </a:lnTo>
                <a:lnTo>
                  <a:pt x="787093" y="142505"/>
                </a:lnTo>
                <a:lnTo>
                  <a:pt x="786487" y="142624"/>
                </a:lnTo>
                <a:lnTo>
                  <a:pt x="785870" y="142731"/>
                </a:lnTo>
                <a:lnTo>
                  <a:pt x="785242" y="142825"/>
                </a:lnTo>
                <a:lnTo>
                  <a:pt x="784604" y="142906"/>
                </a:lnTo>
                <a:lnTo>
                  <a:pt x="783954" y="142975"/>
                </a:lnTo>
                <a:lnTo>
                  <a:pt x="783294" y="143031"/>
                </a:lnTo>
                <a:lnTo>
                  <a:pt x="782623" y="143075"/>
                </a:lnTo>
                <a:lnTo>
                  <a:pt x="781941" y="143107"/>
                </a:lnTo>
                <a:lnTo>
                  <a:pt x="781248" y="143125"/>
                </a:lnTo>
                <a:lnTo>
                  <a:pt x="780545" y="143132"/>
                </a:lnTo>
                <a:lnTo>
                  <a:pt x="780036" y="143127"/>
                </a:lnTo>
                <a:lnTo>
                  <a:pt x="779533" y="143113"/>
                </a:lnTo>
                <a:lnTo>
                  <a:pt x="779036" y="143090"/>
                </a:lnTo>
                <a:lnTo>
                  <a:pt x="778545" y="143058"/>
                </a:lnTo>
                <a:lnTo>
                  <a:pt x="778059" y="143017"/>
                </a:lnTo>
                <a:lnTo>
                  <a:pt x="777580" y="142967"/>
                </a:lnTo>
                <a:lnTo>
                  <a:pt x="777106" y="142907"/>
                </a:lnTo>
                <a:lnTo>
                  <a:pt x="776638" y="142839"/>
                </a:lnTo>
                <a:lnTo>
                  <a:pt x="776175" y="142761"/>
                </a:lnTo>
                <a:lnTo>
                  <a:pt x="775719" y="142674"/>
                </a:lnTo>
                <a:lnTo>
                  <a:pt x="775268" y="142577"/>
                </a:lnTo>
                <a:lnTo>
                  <a:pt x="774823" y="142472"/>
                </a:lnTo>
                <a:lnTo>
                  <a:pt x="774384" y="142358"/>
                </a:lnTo>
                <a:lnTo>
                  <a:pt x="773951" y="142234"/>
                </a:lnTo>
                <a:lnTo>
                  <a:pt x="773523" y="142101"/>
                </a:lnTo>
                <a:lnTo>
                  <a:pt x="773102" y="141959"/>
                </a:lnTo>
                <a:lnTo>
                  <a:pt x="772686" y="141808"/>
                </a:lnTo>
                <a:lnTo>
                  <a:pt x="772275" y="141647"/>
                </a:lnTo>
                <a:lnTo>
                  <a:pt x="771871" y="141478"/>
                </a:lnTo>
                <a:lnTo>
                  <a:pt x="771473" y="141299"/>
                </a:lnTo>
                <a:lnTo>
                  <a:pt x="771080" y="141112"/>
                </a:lnTo>
                <a:lnTo>
                  <a:pt x="770693" y="140915"/>
                </a:lnTo>
                <a:lnTo>
                  <a:pt x="770312" y="140708"/>
                </a:lnTo>
                <a:lnTo>
                  <a:pt x="769936" y="140493"/>
                </a:lnTo>
                <a:lnTo>
                  <a:pt x="769567" y="140269"/>
                </a:lnTo>
                <a:lnTo>
                  <a:pt x="769202" y="140038"/>
                </a:lnTo>
                <a:lnTo>
                  <a:pt x="768843" y="139800"/>
                </a:lnTo>
                <a:lnTo>
                  <a:pt x="768488" y="139554"/>
                </a:lnTo>
                <a:lnTo>
                  <a:pt x="768140" y="139300"/>
                </a:lnTo>
                <a:lnTo>
                  <a:pt x="767796" y="139039"/>
                </a:lnTo>
                <a:lnTo>
                  <a:pt x="767457" y="138771"/>
                </a:lnTo>
                <a:lnTo>
                  <a:pt x="767124" y="138495"/>
                </a:lnTo>
                <a:lnTo>
                  <a:pt x="766796" y="138211"/>
                </a:lnTo>
                <a:lnTo>
                  <a:pt x="766474" y="137920"/>
                </a:lnTo>
                <a:lnTo>
                  <a:pt x="766156" y="137622"/>
                </a:lnTo>
                <a:lnTo>
                  <a:pt x="765844" y="137316"/>
                </a:lnTo>
                <a:lnTo>
                  <a:pt x="765537" y="137003"/>
                </a:lnTo>
                <a:lnTo>
                  <a:pt x="765235" y="136682"/>
                </a:lnTo>
                <a:lnTo>
                  <a:pt x="764939" y="136353"/>
                </a:lnTo>
                <a:lnTo>
                  <a:pt x="764647" y="136018"/>
                </a:lnTo>
                <a:lnTo>
                  <a:pt x="764361" y="135674"/>
                </a:lnTo>
                <a:lnTo>
                  <a:pt x="764080" y="135324"/>
                </a:lnTo>
                <a:lnTo>
                  <a:pt x="763805" y="134965"/>
                </a:lnTo>
                <a:lnTo>
                  <a:pt x="763534" y="134600"/>
                </a:lnTo>
                <a:lnTo>
                  <a:pt x="763269" y="134226"/>
                </a:lnTo>
                <a:lnTo>
                  <a:pt x="763009" y="133846"/>
                </a:lnTo>
                <a:lnTo>
                  <a:pt x="762755" y="133458"/>
                </a:lnTo>
                <a:lnTo>
                  <a:pt x="762505" y="133062"/>
                </a:lnTo>
                <a:lnTo>
                  <a:pt x="762261" y="132660"/>
                </a:lnTo>
                <a:lnTo>
                  <a:pt x="762022" y="132253"/>
                </a:lnTo>
                <a:lnTo>
                  <a:pt x="761789" y="131841"/>
                </a:lnTo>
                <a:lnTo>
                  <a:pt x="761561" y="131424"/>
                </a:lnTo>
                <a:lnTo>
                  <a:pt x="761339" y="131002"/>
                </a:lnTo>
                <a:lnTo>
                  <a:pt x="761122" y="130575"/>
                </a:lnTo>
                <a:lnTo>
                  <a:pt x="760910" y="130143"/>
                </a:lnTo>
                <a:lnTo>
                  <a:pt x="760704" y="129705"/>
                </a:lnTo>
                <a:lnTo>
                  <a:pt x="760504" y="129263"/>
                </a:lnTo>
                <a:lnTo>
                  <a:pt x="760308" y="128816"/>
                </a:lnTo>
                <a:lnTo>
                  <a:pt x="760118" y="128363"/>
                </a:lnTo>
                <a:lnTo>
                  <a:pt x="759934" y="127906"/>
                </a:lnTo>
                <a:lnTo>
                  <a:pt x="759755" y="127443"/>
                </a:lnTo>
                <a:lnTo>
                  <a:pt x="759581" y="126976"/>
                </a:lnTo>
                <a:lnTo>
                  <a:pt x="759413" y="126503"/>
                </a:lnTo>
                <a:lnTo>
                  <a:pt x="759250" y="126026"/>
                </a:lnTo>
                <a:lnTo>
                  <a:pt x="759093" y="125543"/>
                </a:lnTo>
                <a:lnTo>
                  <a:pt x="758941" y="125055"/>
                </a:lnTo>
                <a:lnTo>
                  <a:pt x="758795" y="124562"/>
                </a:lnTo>
                <a:lnTo>
                  <a:pt x="758653" y="124065"/>
                </a:lnTo>
                <a:lnTo>
                  <a:pt x="758518" y="123562"/>
                </a:lnTo>
                <a:lnTo>
                  <a:pt x="758388" y="123054"/>
                </a:lnTo>
                <a:lnTo>
                  <a:pt x="758263" y="122541"/>
                </a:lnTo>
                <a:lnTo>
                  <a:pt x="758143" y="122023"/>
                </a:lnTo>
                <a:lnTo>
                  <a:pt x="758029" y="121501"/>
                </a:lnTo>
                <a:lnTo>
                  <a:pt x="757920" y="120975"/>
                </a:lnTo>
                <a:lnTo>
                  <a:pt x="757815" y="120446"/>
                </a:lnTo>
                <a:lnTo>
                  <a:pt x="757716" y="119914"/>
                </a:lnTo>
                <a:lnTo>
                  <a:pt x="757621" y="119378"/>
                </a:lnTo>
                <a:lnTo>
                  <a:pt x="757531" y="118839"/>
                </a:lnTo>
                <a:lnTo>
                  <a:pt x="757446" y="118296"/>
                </a:lnTo>
                <a:lnTo>
                  <a:pt x="757366" y="117751"/>
                </a:lnTo>
                <a:lnTo>
                  <a:pt x="757290" y="117202"/>
                </a:lnTo>
                <a:lnTo>
                  <a:pt x="757220" y="116649"/>
                </a:lnTo>
                <a:lnTo>
                  <a:pt x="757154" y="116093"/>
                </a:lnTo>
                <a:lnTo>
                  <a:pt x="757093" y="115534"/>
                </a:lnTo>
                <a:lnTo>
                  <a:pt x="757037" y="114971"/>
                </a:lnTo>
                <a:lnTo>
                  <a:pt x="756986" y="114405"/>
                </a:lnTo>
                <a:lnTo>
                  <a:pt x="756940" y="113836"/>
                </a:lnTo>
                <a:lnTo>
                  <a:pt x="756899" y="113263"/>
                </a:lnTo>
                <a:lnTo>
                  <a:pt x="756862" y="112687"/>
                </a:lnTo>
                <a:lnTo>
                  <a:pt x="756831" y="112108"/>
                </a:lnTo>
                <a:lnTo>
                  <a:pt x="756804" y="111525"/>
                </a:lnTo>
                <a:lnTo>
                  <a:pt x="756782" y="110939"/>
                </a:lnTo>
                <a:lnTo>
                  <a:pt x="756765" y="110349"/>
                </a:lnTo>
                <a:lnTo>
                  <a:pt x="756753" y="109756"/>
                </a:lnTo>
                <a:lnTo>
                  <a:pt x="756746" y="109160"/>
                </a:lnTo>
                <a:lnTo>
                  <a:pt x="756743" y="108560"/>
                </a:lnTo>
                <a:lnTo>
                  <a:pt x="756743" y="106299"/>
                </a:lnTo>
                <a:lnTo>
                  <a:pt x="756746" y="105681"/>
                </a:lnTo>
                <a:lnTo>
                  <a:pt x="756754" y="105067"/>
                </a:lnTo>
                <a:lnTo>
                  <a:pt x="756767" y="104457"/>
                </a:lnTo>
                <a:lnTo>
                  <a:pt x="756785" y="103850"/>
                </a:lnTo>
                <a:lnTo>
                  <a:pt x="756809" y="103247"/>
                </a:lnTo>
                <a:lnTo>
                  <a:pt x="756838" y="102647"/>
                </a:lnTo>
                <a:lnTo>
                  <a:pt x="756872" y="102051"/>
                </a:lnTo>
                <a:lnTo>
                  <a:pt x="756911" y="101458"/>
                </a:lnTo>
                <a:lnTo>
                  <a:pt x="756955" y="100869"/>
                </a:lnTo>
                <a:lnTo>
                  <a:pt x="757005" y="100284"/>
                </a:lnTo>
                <a:lnTo>
                  <a:pt x="757060" y="99702"/>
                </a:lnTo>
                <a:lnTo>
                  <a:pt x="757120" y="99123"/>
                </a:lnTo>
                <a:lnTo>
                  <a:pt x="757186" y="98548"/>
                </a:lnTo>
                <a:lnTo>
                  <a:pt x="757256" y="97977"/>
                </a:lnTo>
                <a:lnTo>
                  <a:pt x="757332" y="97409"/>
                </a:lnTo>
                <a:lnTo>
                  <a:pt x="757413" y="96845"/>
                </a:lnTo>
                <a:lnTo>
                  <a:pt x="757500" y="96285"/>
                </a:lnTo>
                <a:lnTo>
                  <a:pt x="757591" y="95727"/>
                </a:lnTo>
                <a:lnTo>
                  <a:pt x="757688" y="95174"/>
                </a:lnTo>
                <a:lnTo>
                  <a:pt x="757790" y="94624"/>
                </a:lnTo>
                <a:lnTo>
                  <a:pt x="757898" y="94077"/>
                </a:lnTo>
                <a:lnTo>
                  <a:pt x="758010" y="93535"/>
                </a:lnTo>
                <a:lnTo>
                  <a:pt x="758128" y="92995"/>
                </a:lnTo>
                <a:lnTo>
                  <a:pt x="758251" y="92459"/>
                </a:lnTo>
                <a:lnTo>
                  <a:pt x="758379" y="91928"/>
                </a:lnTo>
                <a:lnTo>
                  <a:pt x="758512" y="91403"/>
                </a:lnTo>
                <a:lnTo>
                  <a:pt x="758651" y="90883"/>
                </a:lnTo>
                <a:lnTo>
                  <a:pt x="758794" y="90370"/>
                </a:lnTo>
                <a:lnTo>
                  <a:pt x="758942" y="89862"/>
                </a:lnTo>
                <a:lnTo>
                  <a:pt x="759096" y="89360"/>
                </a:lnTo>
                <a:lnTo>
                  <a:pt x="759254" y="88863"/>
                </a:lnTo>
                <a:lnTo>
                  <a:pt x="759418" y="88373"/>
                </a:lnTo>
                <a:lnTo>
                  <a:pt x="759586" y="87888"/>
                </a:lnTo>
                <a:lnTo>
                  <a:pt x="759760" y="87409"/>
                </a:lnTo>
                <a:lnTo>
                  <a:pt x="759939" y="86936"/>
                </a:lnTo>
                <a:lnTo>
                  <a:pt x="760122" y="86469"/>
                </a:lnTo>
                <a:lnTo>
                  <a:pt x="760311" y="86007"/>
                </a:lnTo>
                <a:lnTo>
                  <a:pt x="760505" y="85551"/>
                </a:lnTo>
                <a:lnTo>
                  <a:pt x="760704" y="85101"/>
                </a:lnTo>
                <a:lnTo>
                  <a:pt x="760908" y="84657"/>
                </a:lnTo>
                <a:lnTo>
                  <a:pt x="761117" y="84219"/>
                </a:lnTo>
                <a:lnTo>
                  <a:pt x="761331" y="83786"/>
                </a:lnTo>
                <a:lnTo>
                  <a:pt x="761550" y="83360"/>
                </a:lnTo>
                <a:lnTo>
                  <a:pt x="761774" y="82939"/>
                </a:lnTo>
                <a:lnTo>
                  <a:pt x="762003" y="82523"/>
                </a:lnTo>
                <a:lnTo>
                  <a:pt x="762237" y="82114"/>
                </a:lnTo>
                <a:lnTo>
                  <a:pt x="762476" y="81710"/>
                </a:lnTo>
                <a:lnTo>
                  <a:pt x="762721" y="81313"/>
                </a:lnTo>
                <a:lnTo>
                  <a:pt x="762970" y="80921"/>
                </a:lnTo>
                <a:lnTo>
                  <a:pt x="763225" y="80537"/>
                </a:lnTo>
                <a:lnTo>
                  <a:pt x="763485" y="80159"/>
                </a:lnTo>
                <a:lnTo>
                  <a:pt x="763750" y="79788"/>
                </a:lnTo>
                <a:lnTo>
                  <a:pt x="764020" y="79425"/>
                </a:lnTo>
                <a:lnTo>
                  <a:pt x="764296" y="79068"/>
                </a:lnTo>
                <a:lnTo>
                  <a:pt x="764577" y="78718"/>
                </a:lnTo>
                <a:lnTo>
                  <a:pt x="764863" y="78375"/>
                </a:lnTo>
                <a:lnTo>
                  <a:pt x="765154" y="78039"/>
                </a:lnTo>
                <a:lnTo>
                  <a:pt x="765450" y="77710"/>
                </a:lnTo>
                <a:lnTo>
                  <a:pt x="765752" y="77387"/>
                </a:lnTo>
                <a:lnTo>
                  <a:pt x="766059" y="77072"/>
                </a:lnTo>
                <a:lnTo>
                  <a:pt x="766372" y="76764"/>
                </a:lnTo>
                <a:lnTo>
                  <a:pt x="766689" y="76462"/>
                </a:lnTo>
                <a:lnTo>
                  <a:pt x="767012" y="76167"/>
                </a:lnTo>
                <a:lnTo>
                  <a:pt x="767340" y="75880"/>
                </a:lnTo>
                <a:lnTo>
                  <a:pt x="767673" y="75599"/>
                </a:lnTo>
                <a:lnTo>
                  <a:pt x="768011" y="75325"/>
                </a:lnTo>
                <a:lnTo>
                  <a:pt x="768355" y="75058"/>
                </a:lnTo>
                <a:lnTo>
                  <a:pt x="768704" y="74798"/>
                </a:lnTo>
                <a:lnTo>
                  <a:pt x="769058" y="74545"/>
                </a:lnTo>
                <a:lnTo>
                  <a:pt x="769417" y="74299"/>
                </a:lnTo>
                <a:lnTo>
                  <a:pt x="769782" y="74060"/>
                </a:lnTo>
                <a:lnTo>
                  <a:pt x="770152" y="73828"/>
                </a:lnTo>
                <a:lnTo>
                  <a:pt x="770527" y="73603"/>
                </a:lnTo>
                <a:lnTo>
                  <a:pt x="770908" y="73389"/>
                </a:lnTo>
                <a:lnTo>
                  <a:pt x="771295" y="73184"/>
                </a:lnTo>
                <a:lnTo>
                  <a:pt x="771688" y="72988"/>
                </a:lnTo>
                <a:lnTo>
                  <a:pt x="772087" y="72802"/>
                </a:lnTo>
                <a:lnTo>
                  <a:pt x="772491" y="72626"/>
                </a:lnTo>
                <a:lnTo>
                  <a:pt x="772901" y="72459"/>
                </a:lnTo>
                <a:lnTo>
                  <a:pt x="773317" y="72302"/>
                </a:lnTo>
                <a:lnTo>
                  <a:pt x="773739" y="72154"/>
                </a:lnTo>
                <a:lnTo>
                  <a:pt x="774166" y="72016"/>
                </a:lnTo>
                <a:lnTo>
                  <a:pt x="774600" y="71887"/>
                </a:lnTo>
                <a:lnTo>
                  <a:pt x="775039" y="71768"/>
                </a:lnTo>
                <a:lnTo>
                  <a:pt x="775484" y="71658"/>
                </a:lnTo>
                <a:lnTo>
                  <a:pt x="775934" y="71558"/>
                </a:lnTo>
                <a:lnTo>
                  <a:pt x="776391" y="71467"/>
                </a:lnTo>
                <a:lnTo>
                  <a:pt x="776853" y="71386"/>
                </a:lnTo>
                <a:lnTo>
                  <a:pt x="777321" y="71315"/>
                </a:lnTo>
                <a:lnTo>
                  <a:pt x="777795" y="71253"/>
                </a:lnTo>
                <a:lnTo>
                  <a:pt x="778275" y="71200"/>
                </a:lnTo>
                <a:lnTo>
                  <a:pt x="778760" y="71157"/>
                </a:lnTo>
                <a:lnTo>
                  <a:pt x="779252" y="71124"/>
                </a:lnTo>
                <a:lnTo>
                  <a:pt x="779749" y="71100"/>
                </a:lnTo>
                <a:lnTo>
                  <a:pt x="780251" y="71086"/>
                </a:lnTo>
                <a:lnTo>
                  <a:pt x="780760" y="71081"/>
                </a:lnTo>
                <a:lnTo>
                  <a:pt x="781287" y="71085"/>
                </a:lnTo>
                <a:lnTo>
                  <a:pt x="781807" y="71096"/>
                </a:lnTo>
                <a:lnTo>
                  <a:pt x="782322" y="71115"/>
                </a:lnTo>
                <a:lnTo>
                  <a:pt x="782830" y="71141"/>
                </a:lnTo>
                <a:lnTo>
                  <a:pt x="783333" y="71175"/>
                </a:lnTo>
                <a:lnTo>
                  <a:pt x="783830" y="71216"/>
                </a:lnTo>
                <a:lnTo>
                  <a:pt x="784320" y="71264"/>
                </a:lnTo>
                <a:lnTo>
                  <a:pt x="784805" y="71321"/>
                </a:lnTo>
                <a:lnTo>
                  <a:pt x="785283" y="71384"/>
                </a:lnTo>
                <a:lnTo>
                  <a:pt x="785756" y="71455"/>
                </a:lnTo>
                <a:lnTo>
                  <a:pt x="786223" y="71534"/>
                </a:lnTo>
                <a:lnTo>
                  <a:pt x="786684" y="71620"/>
                </a:lnTo>
                <a:lnTo>
                  <a:pt x="787138" y="71713"/>
                </a:lnTo>
                <a:lnTo>
                  <a:pt x="787587" y="71814"/>
                </a:lnTo>
                <a:lnTo>
                  <a:pt x="788030" y="71923"/>
                </a:lnTo>
                <a:lnTo>
                  <a:pt x="788467" y="72039"/>
                </a:lnTo>
                <a:lnTo>
                  <a:pt x="788897" y="72162"/>
                </a:lnTo>
                <a:lnTo>
                  <a:pt x="789322" y="72293"/>
                </a:lnTo>
                <a:lnTo>
                  <a:pt x="789741" y="72431"/>
                </a:lnTo>
                <a:lnTo>
                  <a:pt x="790154" y="72577"/>
                </a:lnTo>
                <a:lnTo>
                  <a:pt x="790561" y="72730"/>
                </a:lnTo>
                <a:lnTo>
                  <a:pt x="790962" y="72891"/>
                </a:lnTo>
                <a:lnTo>
                  <a:pt x="791357" y="73059"/>
                </a:lnTo>
                <a:lnTo>
                  <a:pt x="791745" y="73235"/>
                </a:lnTo>
                <a:lnTo>
                  <a:pt x="792128" y="73418"/>
                </a:lnTo>
                <a:lnTo>
                  <a:pt x="792505" y="73606"/>
                </a:lnTo>
                <a:lnTo>
                  <a:pt x="792876" y="73801"/>
                </a:lnTo>
                <a:lnTo>
                  <a:pt x="793241" y="74001"/>
                </a:lnTo>
                <a:lnTo>
                  <a:pt x="793600" y="74207"/>
                </a:lnTo>
                <a:lnTo>
                  <a:pt x="793953" y="74420"/>
                </a:lnTo>
                <a:lnTo>
                  <a:pt x="794300" y="74638"/>
                </a:lnTo>
                <a:lnTo>
                  <a:pt x="794641" y="74863"/>
                </a:lnTo>
                <a:lnTo>
                  <a:pt x="794976" y="75093"/>
                </a:lnTo>
                <a:lnTo>
                  <a:pt x="795305" y="75329"/>
                </a:lnTo>
                <a:lnTo>
                  <a:pt x="795629" y="75572"/>
                </a:lnTo>
                <a:lnTo>
                  <a:pt x="795946" y="75820"/>
                </a:lnTo>
                <a:lnTo>
                  <a:pt x="796257" y="76074"/>
                </a:lnTo>
                <a:lnTo>
                  <a:pt x="796562" y="76335"/>
                </a:lnTo>
                <a:lnTo>
                  <a:pt x="796861" y="76601"/>
                </a:lnTo>
                <a:lnTo>
                  <a:pt x="797154" y="76873"/>
                </a:lnTo>
                <a:lnTo>
                  <a:pt x="797441" y="77151"/>
                </a:lnTo>
                <a:lnTo>
                  <a:pt x="797723" y="77435"/>
                </a:lnTo>
                <a:lnTo>
                  <a:pt x="797998" y="77726"/>
                </a:lnTo>
                <a:lnTo>
                  <a:pt x="798267" y="78022"/>
                </a:lnTo>
                <a:lnTo>
                  <a:pt x="798530" y="78324"/>
                </a:lnTo>
                <a:lnTo>
                  <a:pt x="798788" y="78632"/>
                </a:lnTo>
                <a:lnTo>
                  <a:pt x="799039" y="78946"/>
                </a:lnTo>
                <a:lnTo>
                  <a:pt x="799284" y="79266"/>
                </a:lnTo>
                <a:lnTo>
                  <a:pt x="799524" y="79592"/>
                </a:lnTo>
                <a:lnTo>
                  <a:pt x="799760" y="79923"/>
                </a:lnTo>
                <a:lnTo>
                  <a:pt x="799991" y="80260"/>
                </a:lnTo>
                <a:lnTo>
                  <a:pt x="800218" y="80602"/>
                </a:lnTo>
                <a:lnTo>
                  <a:pt x="800440" y="80950"/>
                </a:lnTo>
                <a:lnTo>
                  <a:pt x="800657" y="81303"/>
                </a:lnTo>
                <a:lnTo>
                  <a:pt x="800871" y="81661"/>
                </a:lnTo>
                <a:lnTo>
                  <a:pt x="801079" y="82025"/>
                </a:lnTo>
                <a:lnTo>
                  <a:pt x="801115" y="82090"/>
                </a:lnTo>
                <a:lnTo>
                  <a:pt x="801115" y="132369"/>
                </a:lnTo>
                <a:lnTo>
                  <a:pt x="801001" y="132567"/>
                </a:lnTo>
                <a:lnTo>
                  <a:pt x="800716" y="133035"/>
                </a:lnTo>
                <a:lnTo>
                  <a:pt x="800421" y="133493"/>
                </a:lnTo>
                <a:lnTo>
                  <a:pt x="800117" y="133941"/>
                </a:lnTo>
                <a:lnTo>
                  <a:pt x="799804" y="134380"/>
                </a:lnTo>
                <a:close/>
                <a:moveTo>
                  <a:pt x="674184" y="165425"/>
                </a:moveTo>
                <a:lnTo>
                  <a:pt x="705309" y="165425"/>
                </a:lnTo>
                <a:lnTo>
                  <a:pt x="705309" y="48895"/>
                </a:lnTo>
                <a:lnTo>
                  <a:pt x="674184" y="48895"/>
                </a:lnTo>
                <a:lnTo>
                  <a:pt x="674184" y="165425"/>
                </a:lnTo>
                <a:close/>
                <a:moveTo>
                  <a:pt x="1538561" y="16791"/>
                </a:moveTo>
                <a:lnTo>
                  <a:pt x="1538614" y="17064"/>
                </a:lnTo>
                <a:lnTo>
                  <a:pt x="1538674" y="17334"/>
                </a:lnTo>
                <a:lnTo>
                  <a:pt x="1538742" y="17599"/>
                </a:lnTo>
                <a:lnTo>
                  <a:pt x="1538819" y="17862"/>
                </a:lnTo>
                <a:lnTo>
                  <a:pt x="1538903" y="18121"/>
                </a:lnTo>
                <a:lnTo>
                  <a:pt x="1538996" y="18376"/>
                </a:lnTo>
                <a:lnTo>
                  <a:pt x="1539096" y="18628"/>
                </a:lnTo>
                <a:lnTo>
                  <a:pt x="1539205" y="18876"/>
                </a:lnTo>
                <a:lnTo>
                  <a:pt x="1539321" y="19121"/>
                </a:lnTo>
                <a:lnTo>
                  <a:pt x="1539446" y="19362"/>
                </a:lnTo>
                <a:lnTo>
                  <a:pt x="1539578" y="19599"/>
                </a:lnTo>
                <a:lnTo>
                  <a:pt x="1539719" y="19833"/>
                </a:lnTo>
                <a:lnTo>
                  <a:pt x="1539868" y="20064"/>
                </a:lnTo>
                <a:lnTo>
                  <a:pt x="1540025" y="20291"/>
                </a:lnTo>
                <a:lnTo>
                  <a:pt x="1540190" y="20514"/>
                </a:lnTo>
                <a:lnTo>
                  <a:pt x="1540362" y="20734"/>
                </a:lnTo>
                <a:lnTo>
                  <a:pt x="1540543" y="20950"/>
                </a:lnTo>
                <a:lnTo>
                  <a:pt x="1540732" y="21163"/>
                </a:lnTo>
                <a:lnTo>
                  <a:pt x="1540928" y="21369"/>
                </a:lnTo>
                <a:lnTo>
                  <a:pt x="1541131" y="21567"/>
                </a:lnTo>
                <a:lnTo>
                  <a:pt x="1541341" y="21756"/>
                </a:lnTo>
                <a:lnTo>
                  <a:pt x="1541556" y="21936"/>
                </a:lnTo>
                <a:lnTo>
                  <a:pt x="1541779" y="22108"/>
                </a:lnTo>
                <a:lnTo>
                  <a:pt x="1542008" y="22270"/>
                </a:lnTo>
                <a:lnTo>
                  <a:pt x="1542243" y="22424"/>
                </a:lnTo>
                <a:lnTo>
                  <a:pt x="1542485" y="22569"/>
                </a:lnTo>
                <a:lnTo>
                  <a:pt x="1542734" y="22705"/>
                </a:lnTo>
                <a:lnTo>
                  <a:pt x="1542989" y="22833"/>
                </a:lnTo>
                <a:lnTo>
                  <a:pt x="1543251" y="22951"/>
                </a:lnTo>
                <a:lnTo>
                  <a:pt x="1543519" y="23061"/>
                </a:lnTo>
                <a:lnTo>
                  <a:pt x="1543794" y="23162"/>
                </a:lnTo>
                <a:lnTo>
                  <a:pt x="1544075" y="23254"/>
                </a:lnTo>
                <a:lnTo>
                  <a:pt x="1544363" y="23338"/>
                </a:lnTo>
                <a:lnTo>
                  <a:pt x="1544657" y="23413"/>
                </a:lnTo>
                <a:lnTo>
                  <a:pt x="1544958" y="23478"/>
                </a:lnTo>
                <a:lnTo>
                  <a:pt x="1545266" y="23536"/>
                </a:lnTo>
                <a:lnTo>
                  <a:pt x="1545580" y="23584"/>
                </a:lnTo>
                <a:lnTo>
                  <a:pt x="1545900" y="23623"/>
                </a:lnTo>
                <a:lnTo>
                  <a:pt x="1546227" y="23654"/>
                </a:lnTo>
                <a:lnTo>
                  <a:pt x="1546561" y="23676"/>
                </a:lnTo>
                <a:lnTo>
                  <a:pt x="1546901" y="23689"/>
                </a:lnTo>
                <a:lnTo>
                  <a:pt x="1547248" y="23694"/>
                </a:lnTo>
                <a:lnTo>
                  <a:pt x="1547586" y="23689"/>
                </a:lnTo>
                <a:lnTo>
                  <a:pt x="1547919" y="23676"/>
                </a:lnTo>
                <a:lnTo>
                  <a:pt x="1548245" y="23654"/>
                </a:lnTo>
                <a:lnTo>
                  <a:pt x="1548566" y="23623"/>
                </a:lnTo>
                <a:lnTo>
                  <a:pt x="1548881" y="23584"/>
                </a:lnTo>
                <a:lnTo>
                  <a:pt x="1549190" y="23536"/>
                </a:lnTo>
                <a:lnTo>
                  <a:pt x="1549493" y="23478"/>
                </a:lnTo>
                <a:lnTo>
                  <a:pt x="1549791" y="23413"/>
                </a:lnTo>
                <a:lnTo>
                  <a:pt x="1550083" y="23338"/>
                </a:lnTo>
                <a:lnTo>
                  <a:pt x="1550369" y="23254"/>
                </a:lnTo>
                <a:lnTo>
                  <a:pt x="1550649" y="23162"/>
                </a:lnTo>
                <a:lnTo>
                  <a:pt x="1550923" y="23061"/>
                </a:lnTo>
                <a:lnTo>
                  <a:pt x="1551192" y="22951"/>
                </a:lnTo>
                <a:lnTo>
                  <a:pt x="1551455" y="22833"/>
                </a:lnTo>
                <a:lnTo>
                  <a:pt x="1551712" y="22705"/>
                </a:lnTo>
                <a:lnTo>
                  <a:pt x="1551963" y="22569"/>
                </a:lnTo>
                <a:lnTo>
                  <a:pt x="1552208" y="22424"/>
                </a:lnTo>
                <a:lnTo>
                  <a:pt x="1552448" y="22270"/>
                </a:lnTo>
                <a:lnTo>
                  <a:pt x="1552682" y="22108"/>
                </a:lnTo>
                <a:lnTo>
                  <a:pt x="1552910" y="21936"/>
                </a:lnTo>
                <a:lnTo>
                  <a:pt x="1553132" y="21756"/>
                </a:lnTo>
                <a:lnTo>
                  <a:pt x="1553348" y="21567"/>
                </a:lnTo>
                <a:lnTo>
                  <a:pt x="1553559" y="21369"/>
                </a:lnTo>
                <a:lnTo>
                  <a:pt x="1553764" y="21163"/>
                </a:lnTo>
                <a:lnTo>
                  <a:pt x="1553962" y="20950"/>
                </a:lnTo>
                <a:lnTo>
                  <a:pt x="1554151" y="20734"/>
                </a:lnTo>
                <a:lnTo>
                  <a:pt x="1554332" y="20514"/>
                </a:lnTo>
                <a:lnTo>
                  <a:pt x="1554504" y="20291"/>
                </a:lnTo>
                <a:lnTo>
                  <a:pt x="1554668" y="20064"/>
                </a:lnTo>
                <a:lnTo>
                  <a:pt x="1554824" y="19833"/>
                </a:lnTo>
                <a:lnTo>
                  <a:pt x="1554971" y="19599"/>
                </a:lnTo>
                <a:lnTo>
                  <a:pt x="1555110" y="19362"/>
                </a:lnTo>
                <a:lnTo>
                  <a:pt x="1555240" y="19121"/>
                </a:lnTo>
                <a:lnTo>
                  <a:pt x="1555362" y="18876"/>
                </a:lnTo>
                <a:lnTo>
                  <a:pt x="1555476" y="18628"/>
                </a:lnTo>
                <a:lnTo>
                  <a:pt x="1555581" y="18376"/>
                </a:lnTo>
                <a:lnTo>
                  <a:pt x="1555678" y="18121"/>
                </a:lnTo>
                <a:lnTo>
                  <a:pt x="1555766" y="17862"/>
                </a:lnTo>
                <a:lnTo>
                  <a:pt x="1555846" y="17599"/>
                </a:lnTo>
                <a:lnTo>
                  <a:pt x="1555918" y="17334"/>
                </a:lnTo>
                <a:lnTo>
                  <a:pt x="1555981" y="17064"/>
                </a:lnTo>
                <a:lnTo>
                  <a:pt x="1556036" y="16791"/>
                </a:lnTo>
                <a:lnTo>
                  <a:pt x="1556082" y="16514"/>
                </a:lnTo>
                <a:lnTo>
                  <a:pt x="1556120" y="16234"/>
                </a:lnTo>
                <a:lnTo>
                  <a:pt x="1556149" y="15950"/>
                </a:lnTo>
                <a:lnTo>
                  <a:pt x="1556170" y="15663"/>
                </a:lnTo>
                <a:lnTo>
                  <a:pt x="1556183" y="15372"/>
                </a:lnTo>
                <a:lnTo>
                  <a:pt x="1556187" y="15078"/>
                </a:lnTo>
                <a:lnTo>
                  <a:pt x="1556183" y="14775"/>
                </a:lnTo>
                <a:lnTo>
                  <a:pt x="1556170" y="14475"/>
                </a:lnTo>
                <a:lnTo>
                  <a:pt x="1556149" y="14180"/>
                </a:lnTo>
                <a:lnTo>
                  <a:pt x="1556120" y="13889"/>
                </a:lnTo>
                <a:lnTo>
                  <a:pt x="1556082" y="13601"/>
                </a:lnTo>
                <a:lnTo>
                  <a:pt x="1556036" y="13318"/>
                </a:lnTo>
                <a:lnTo>
                  <a:pt x="1555981" y="13038"/>
                </a:lnTo>
                <a:lnTo>
                  <a:pt x="1555918" y="12762"/>
                </a:lnTo>
                <a:lnTo>
                  <a:pt x="1555846" y="12491"/>
                </a:lnTo>
                <a:lnTo>
                  <a:pt x="1555766" y="12223"/>
                </a:lnTo>
                <a:lnTo>
                  <a:pt x="1555678" y="11959"/>
                </a:lnTo>
                <a:lnTo>
                  <a:pt x="1555581" y="11699"/>
                </a:lnTo>
                <a:lnTo>
                  <a:pt x="1555476" y="11443"/>
                </a:lnTo>
                <a:lnTo>
                  <a:pt x="1555362" y="11191"/>
                </a:lnTo>
                <a:lnTo>
                  <a:pt x="1555240" y="10942"/>
                </a:lnTo>
                <a:lnTo>
                  <a:pt x="1555110" y="10698"/>
                </a:lnTo>
                <a:lnTo>
                  <a:pt x="1554971" y="10458"/>
                </a:lnTo>
                <a:lnTo>
                  <a:pt x="1554824" y="10221"/>
                </a:lnTo>
                <a:lnTo>
                  <a:pt x="1554668" y="9989"/>
                </a:lnTo>
                <a:lnTo>
                  <a:pt x="1554504" y="9760"/>
                </a:lnTo>
                <a:lnTo>
                  <a:pt x="1554332" y="9536"/>
                </a:lnTo>
                <a:lnTo>
                  <a:pt x="1554151" y="9315"/>
                </a:lnTo>
                <a:lnTo>
                  <a:pt x="1553962" y="9098"/>
                </a:lnTo>
                <a:lnTo>
                  <a:pt x="1553764" y="8885"/>
                </a:lnTo>
                <a:lnTo>
                  <a:pt x="1553559" y="8679"/>
                </a:lnTo>
                <a:lnTo>
                  <a:pt x="1553348" y="8481"/>
                </a:lnTo>
                <a:lnTo>
                  <a:pt x="1553132" y="8292"/>
                </a:lnTo>
                <a:lnTo>
                  <a:pt x="1552910" y="8112"/>
                </a:lnTo>
                <a:lnTo>
                  <a:pt x="1552682" y="7940"/>
                </a:lnTo>
                <a:lnTo>
                  <a:pt x="1552448" y="7778"/>
                </a:lnTo>
                <a:lnTo>
                  <a:pt x="1552208" y="7624"/>
                </a:lnTo>
                <a:lnTo>
                  <a:pt x="1551963" y="7479"/>
                </a:lnTo>
                <a:lnTo>
                  <a:pt x="1551712" y="7343"/>
                </a:lnTo>
                <a:lnTo>
                  <a:pt x="1551455" y="7215"/>
                </a:lnTo>
                <a:lnTo>
                  <a:pt x="1551192" y="7097"/>
                </a:lnTo>
                <a:lnTo>
                  <a:pt x="1550923" y="6987"/>
                </a:lnTo>
                <a:lnTo>
                  <a:pt x="1550649" y="6886"/>
                </a:lnTo>
                <a:lnTo>
                  <a:pt x="1550369" y="6794"/>
                </a:lnTo>
                <a:lnTo>
                  <a:pt x="1550083" y="6710"/>
                </a:lnTo>
                <a:lnTo>
                  <a:pt x="1549791" y="6635"/>
                </a:lnTo>
                <a:lnTo>
                  <a:pt x="1549493" y="6570"/>
                </a:lnTo>
                <a:lnTo>
                  <a:pt x="1549190" y="6512"/>
                </a:lnTo>
                <a:lnTo>
                  <a:pt x="1548881" y="6464"/>
                </a:lnTo>
                <a:lnTo>
                  <a:pt x="1548566" y="6425"/>
                </a:lnTo>
                <a:lnTo>
                  <a:pt x="1548245" y="6394"/>
                </a:lnTo>
                <a:lnTo>
                  <a:pt x="1547919" y="6372"/>
                </a:lnTo>
                <a:lnTo>
                  <a:pt x="1547586" y="6359"/>
                </a:lnTo>
                <a:lnTo>
                  <a:pt x="1547248" y="6354"/>
                </a:lnTo>
                <a:lnTo>
                  <a:pt x="1546901" y="6359"/>
                </a:lnTo>
                <a:lnTo>
                  <a:pt x="1546561" y="6372"/>
                </a:lnTo>
                <a:lnTo>
                  <a:pt x="1546227" y="6394"/>
                </a:lnTo>
                <a:lnTo>
                  <a:pt x="1545900" y="6425"/>
                </a:lnTo>
                <a:lnTo>
                  <a:pt x="1545580" y="6464"/>
                </a:lnTo>
                <a:lnTo>
                  <a:pt x="1545266" y="6512"/>
                </a:lnTo>
                <a:lnTo>
                  <a:pt x="1544958" y="6570"/>
                </a:lnTo>
                <a:lnTo>
                  <a:pt x="1544657" y="6635"/>
                </a:lnTo>
                <a:lnTo>
                  <a:pt x="1544363" y="6710"/>
                </a:lnTo>
                <a:lnTo>
                  <a:pt x="1544075" y="6794"/>
                </a:lnTo>
                <a:lnTo>
                  <a:pt x="1543794" y="6886"/>
                </a:lnTo>
                <a:lnTo>
                  <a:pt x="1543519" y="6987"/>
                </a:lnTo>
                <a:lnTo>
                  <a:pt x="1543251" y="7097"/>
                </a:lnTo>
                <a:lnTo>
                  <a:pt x="1542989" y="7215"/>
                </a:lnTo>
                <a:lnTo>
                  <a:pt x="1542734" y="7343"/>
                </a:lnTo>
                <a:lnTo>
                  <a:pt x="1542485" y="7479"/>
                </a:lnTo>
                <a:lnTo>
                  <a:pt x="1542243" y="7624"/>
                </a:lnTo>
                <a:lnTo>
                  <a:pt x="1542008" y="7778"/>
                </a:lnTo>
                <a:lnTo>
                  <a:pt x="1541779" y="7940"/>
                </a:lnTo>
                <a:lnTo>
                  <a:pt x="1541556" y="8112"/>
                </a:lnTo>
                <a:lnTo>
                  <a:pt x="1541341" y="8292"/>
                </a:lnTo>
                <a:lnTo>
                  <a:pt x="1541131" y="8481"/>
                </a:lnTo>
                <a:lnTo>
                  <a:pt x="1540928" y="8679"/>
                </a:lnTo>
                <a:lnTo>
                  <a:pt x="1540732" y="8885"/>
                </a:lnTo>
                <a:lnTo>
                  <a:pt x="1540543" y="9098"/>
                </a:lnTo>
                <a:lnTo>
                  <a:pt x="1540362" y="9315"/>
                </a:lnTo>
                <a:lnTo>
                  <a:pt x="1540190" y="9536"/>
                </a:lnTo>
                <a:lnTo>
                  <a:pt x="1540025" y="9760"/>
                </a:lnTo>
                <a:lnTo>
                  <a:pt x="1539868" y="9989"/>
                </a:lnTo>
                <a:lnTo>
                  <a:pt x="1539719" y="10221"/>
                </a:lnTo>
                <a:lnTo>
                  <a:pt x="1539578" y="10458"/>
                </a:lnTo>
                <a:lnTo>
                  <a:pt x="1539446" y="10698"/>
                </a:lnTo>
                <a:lnTo>
                  <a:pt x="1539321" y="10942"/>
                </a:lnTo>
                <a:lnTo>
                  <a:pt x="1539205" y="11191"/>
                </a:lnTo>
                <a:lnTo>
                  <a:pt x="1539096" y="11443"/>
                </a:lnTo>
                <a:lnTo>
                  <a:pt x="1538996" y="11699"/>
                </a:lnTo>
                <a:lnTo>
                  <a:pt x="1538903" y="11959"/>
                </a:lnTo>
                <a:lnTo>
                  <a:pt x="1538819" y="12223"/>
                </a:lnTo>
                <a:lnTo>
                  <a:pt x="1538742" y="12491"/>
                </a:lnTo>
                <a:lnTo>
                  <a:pt x="1538674" y="12762"/>
                </a:lnTo>
                <a:lnTo>
                  <a:pt x="1538614" y="13038"/>
                </a:lnTo>
                <a:lnTo>
                  <a:pt x="1538561" y="13318"/>
                </a:lnTo>
                <a:lnTo>
                  <a:pt x="1538517" y="13601"/>
                </a:lnTo>
                <a:lnTo>
                  <a:pt x="1538481" y="13889"/>
                </a:lnTo>
                <a:lnTo>
                  <a:pt x="1538453" y="14180"/>
                </a:lnTo>
                <a:lnTo>
                  <a:pt x="1538433" y="14475"/>
                </a:lnTo>
                <a:lnTo>
                  <a:pt x="1538421" y="14775"/>
                </a:lnTo>
                <a:lnTo>
                  <a:pt x="1538417" y="15078"/>
                </a:lnTo>
                <a:lnTo>
                  <a:pt x="1538421" y="15372"/>
                </a:lnTo>
                <a:lnTo>
                  <a:pt x="1538433" y="15663"/>
                </a:lnTo>
                <a:lnTo>
                  <a:pt x="1538453" y="15950"/>
                </a:lnTo>
                <a:lnTo>
                  <a:pt x="1538481" y="16234"/>
                </a:lnTo>
                <a:lnTo>
                  <a:pt x="1538517" y="16514"/>
                </a:lnTo>
                <a:lnTo>
                  <a:pt x="1538561" y="16791"/>
                </a:lnTo>
                <a:close/>
                <a:moveTo>
                  <a:pt x="1317152" y="82761"/>
                </a:moveTo>
                <a:lnTo>
                  <a:pt x="1317351" y="82169"/>
                </a:lnTo>
                <a:lnTo>
                  <a:pt x="1317557" y="81583"/>
                </a:lnTo>
                <a:lnTo>
                  <a:pt x="1317770" y="81003"/>
                </a:lnTo>
                <a:lnTo>
                  <a:pt x="1317989" y="80429"/>
                </a:lnTo>
                <a:lnTo>
                  <a:pt x="1318216" y="79862"/>
                </a:lnTo>
                <a:lnTo>
                  <a:pt x="1318449" y="79301"/>
                </a:lnTo>
                <a:lnTo>
                  <a:pt x="1318690" y="78746"/>
                </a:lnTo>
                <a:lnTo>
                  <a:pt x="1318937" y="78197"/>
                </a:lnTo>
                <a:lnTo>
                  <a:pt x="1319191" y="77654"/>
                </a:lnTo>
                <a:lnTo>
                  <a:pt x="1319452" y="77118"/>
                </a:lnTo>
                <a:lnTo>
                  <a:pt x="1319720" y="76587"/>
                </a:lnTo>
                <a:lnTo>
                  <a:pt x="1319995" y="76063"/>
                </a:lnTo>
                <a:lnTo>
                  <a:pt x="1320277" y="75545"/>
                </a:lnTo>
                <a:lnTo>
                  <a:pt x="1320566" y="75033"/>
                </a:lnTo>
                <a:lnTo>
                  <a:pt x="1320861" y="74528"/>
                </a:lnTo>
                <a:lnTo>
                  <a:pt x="1321164" y="74028"/>
                </a:lnTo>
                <a:lnTo>
                  <a:pt x="1321474" y="73535"/>
                </a:lnTo>
                <a:lnTo>
                  <a:pt x="1321790" y="73048"/>
                </a:lnTo>
                <a:lnTo>
                  <a:pt x="1322113" y="72567"/>
                </a:lnTo>
                <a:lnTo>
                  <a:pt x="1322444" y="72092"/>
                </a:lnTo>
                <a:lnTo>
                  <a:pt x="1322781" y="71623"/>
                </a:lnTo>
                <a:lnTo>
                  <a:pt x="1323125" y="71161"/>
                </a:lnTo>
                <a:lnTo>
                  <a:pt x="1323476" y="70704"/>
                </a:lnTo>
                <a:lnTo>
                  <a:pt x="1323834" y="70255"/>
                </a:lnTo>
                <a:lnTo>
                  <a:pt x="1324200" y="69814"/>
                </a:lnTo>
                <a:lnTo>
                  <a:pt x="1324573" y="69382"/>
                </a:lnTo>
                <a:lnTo>
                  <a:pt x="1324953" y="68957"/>
                </a:lnTo>
                <a:lnTo>
                  <a:pt x="1325340" y="68541"/>
                </a:lnTo>
                <a:lnTo>
                  <a:pt x="1325734" y="68133"/>
                </a:lnTo>
                <a:lnTo>
                  <a:pt x="1326136" y="67733"/>
                </a:lnTo>
                <a:lnTo>
                  <a:pt x="1326546" y="67342"/>
                </a:lnTo>
                <a:lnTo>
                  <a:pt x="1326962" y="66958"/>
                </a:lnTo>
                <a:lnTo>
                  <a:pt x="1327386" y="66583"/>
                </a:lnTo>
                <a:lnTo>
                  <a:pt x="1327817" y="66216"/>
                </a:lnTo>
                <a:lnTo>
                  <a:pt x="1328255" y="65858"/>
                </a:lnTo>
                <a:lnTo>
                  <a:pt x="1328701" y="65507"/>
                </a:lnTo>
                <a:lnTo>
                  <a:pt x="1329154" y="65165"/>
                </a:lnTo>
                <a:lnTo>
                  <a:pt x="1329614" y="64831"/>
                </a:lnTo>
                <a:lnTo>
                  <a:pt x="1330082" y="64506"/>
                </a:lnTo>
                <a:lnTo>
                  <a:pt x="1330557" y="64188"/>
                </a:lnTo>
                <a:lnTo>
                  <a:pt x="1331039" y="63879"/>
                </a:lnTo>
                <a:lnTo>
                  <a:pt x="1331528" y="63578"/>
                </a:lnTo>
                <a:lnTo>
                  <a:pt x="1332025" y="63285"/>
                </a:lnTo>
                <a:lnTo>
                  <a:pt x="1332529" y="63000"/>
                </a:lnTo>
                <a:lnTo>
                  <a:pt x="1333040" y="62724"/>
                </a:lnTo>
                <a:lnTo>
                  <a:pt x="1333559" y="62456"/>
                </a:lnTo>
                <a:lnTo>
                  <a:pt x="1334084" y="62196"/>
                </a:lnTo>
                <a:lnTo>
                  <a:pt x="1334617" y="61946"/>
                </a:lnTo>
                <a:lnTo>
                  <a:pt x="1335157" y="61706"/>
                </a:lnTo>
                <a:lnTo>
                  <a:pt x="1335703" y="61477"/>
                </a:lnTo>
                <a:lnTo>
                  <a:pt x="1336256" y="61258"/>
                </a:lnTo>
                <a:lnTo>
                  <a:pt x="1336816" y="61050"/>
                </a:lnTo>
                <a:lnTo>
                  <a:pt x="1337383" y="60853"/>
                </a:lnTo>
                <a:lnTo>
                  <a:pt x="1337956" y="60667"/>
                </a:lnTo>
                <a:lnTo>
                  <a:pt x="1338536" y="60491"/>
                </a:lnTo>
                <a:lnTo>
                  <a:pt x="1339123" y="60326"/>
                </a:lnTo>
                <a:lnTo>
                  <a:pt x="1339716" y="60171"/>
                </a:lnTo>
                <a:lnTo>
                  <a:pt x="1340316" y="60027"/>
                </a:lnTo>
                <a:lnTo>
                  <a:pt x="1340923" y="59894"/>
                </a:lnTo>
                <a:lnTo>
                  <a:pt x="1341537" y="59771"/>
                </a:lnTo>
                <a:lnTo>
                  <a:pt x="1342157" y="59660"/>
                </a:lnTo>
                <a:lnTo>
                  <a:pt x="1342785" y="59558"/>
                </a:lnTo>
                <a:lnTo>
                  <a:pt x="1343418" y="59468"/>
                </a:lnTo>
                <a:lnTo>
                  <a:pt x="1344059" y="59388"/>
                </a:lnTo>
                <a:lnTo>
                  <a:pt x="1344706" y="59318"/>
                </a:lnTo>
                <a:lnTo>
                  <a:pt x="1345360" y="59260"/>
                </a:lnTo>
                <a:lnTo>
                  <a:pt x="1346021" y="59212"/>
                </a:lnTo>
                <a:lnTo>
                  <a:pt x="1346689" y="59175"/>
                </a:lnTo>
                <a:lnTo>
                  <a:pt x="1347363" y="59148"/>
                </a:lnTo>
                <a:lnTo>
                  <a:pt x="1348044" y="59132"/>
                </a:lnTo>
                <a:lnTo>
                  <a:pt x="1348732" y="59127"/>
                </a:lnTo>
                <a:lnTo>
                  <a:pt x="1348937" y="59127"/>
                </a:lnTo>
                <a:lnTo>
                  <a:pt x="1349141" y="59128"/>
                </a:lnTo>
                <a:lnTo>
                  <a:pt x="1349344" y="59130"/>
                </a:lnTo>
                <a:lnTo>
                  <a:pt x="1349545" y="59133"/>
                </a:lnTo>
                <a:lnTo>
                  <a:pt x="1349745" y="59136"/>
                </a:lnTo>
                <a:lnTo>
                  <a:pt x="1349943" y="59140"/>
                </a:lnTo>
                <a:lnTo>
                  <a:pt x="1350140" y="59145"/>
                </a:lnTo>
                <a:lnTo>
                  <a:pt x="1350335" y="59151"/>
                </a:lnTo>
                <a:lnTo>
                  <a:pt x="1350529" y="59157"/>
                </a:lnTo>
                <a:lnTo>
                  <a:pt x="1350721" y="59164"/>
                </a:lnTo>
                <a:lnTo>
                  <a:pt x="1350912" y="59172"/>
                </a:lnTo>
                <a:lnTo>
                  <a:pt x="1351101" y="59180"/>
                </a:lnTo>
                <a:lnTo>
                  <a:pt x="1351289" y="59190"/>
                </a:lnTo>
                <a:lnTo>
                  <a:pt x="1351475" y="59200"/>
                </a:lnTo>
                <a:lnTo>
                  <a:pt x="1351660" y="59211"/>
                </a:lnTo>
                <a:lnTo>
                  <a:pt x="1351843" y="59222"/>
                </a:lnTo>
                <a:lnTo>
                  <a:pt x="1352025" y="59235"/>
                </a:lnTo>
                <a:lnTo>
                  <a:pt x="1352205" y="59248"/>
                </a:lnTo>
                <a:lnTo>
                  <a:pt x="1352384" y="59262"/>
                </a:lnTo>
                <a:lnTo>
                  <a:pt x="1352561" y="59276"/>
                </a:lnTo>
                <a:lnTo>
                  <a:pt x="1352737" y="59292"/>
                </a:lnTo>
                <a:lnTo>
                  <a:pt x="1352911" y="59308"/>
                </a:lnTo>
                <a:lnTo>
                  <a:pt x="1353084" y="59324"/>
                </a:lnTo>
                <a:lnTo>
                  <a:pt x="1353255" y="59342"/>
                </a:lnTo>
                <a:lnTo>
                  <a:pt x="1353425" y="59360"/>
                </a:lnTo>
                <a:lnTo>
                  <a:pt x="1353596" y="59379"/>
                </a:lnTo>
                <a:lnTo>
                  <a:pt x="1353766" y="59398"/>
                </a:lnTo>
                <a:lnTo>
                  <a:pt x="1353937" y="59417"/>
                </a:lnTo>
                <a:lnTo>
                  <a:pt x="1354107" y="59436"/>
                </a:lnTo>
                <a:lnTo>
                  <a:pt x="1354278" y="59456"/>
                </a:lnTo>
                <a:lnTo>
                  <a:pt x="1354449" y="59477"/>
                </a:lnTo>
                <a:lnTo>
                  <a:pt x="1354619" y="59498"/>
                </a:lnTo>
                <a:lnTo>
                  <a:pt x="1354790" y="59519"/>
                </a:lnTo>
                <a:lnTo>
                  <a:pt x="1354960" y="59540"/>
                </a:lnTo>
                <a:lnTo>
                  <a:pt x="1355131" y="59562"/>
                </a:lnTo>
                <a:lnTo>
                  <a:pt x="1355301" y="59584"/>
                </a:lnTo>
                <a:lnTo>
                  <a:pt x="1355472" y="59607"/>
                </a:lnTo>
                <a:lnTo>
                  <a:pt x="1355642" y="59630"/>
                </a:lnTo>
                <a:lnTo>
                  <a:pt x="1355813" y="59653"/>
                </a:lnTo>
                <a:lnTo>
                  <a:pt x="1355983" y="59677"/>
                </a:lnTo>
                <a:lnTo>
                  <a:pt x="1356154" y="59701"/>
                </a:lnTo>
                <a:lnTo>
                  <a:pt x="1356324" y="59726"/>
                </a:lnTo>
                <a:lnTo>
                  <a:pt x="1356495" y="59751"/>
                </a:lnTo>
                <a:lnTo>
                  <a:pt x="1356665" y="59776"/>
                </a:lnTo>
                <a:lnTo>
                  <a:pt x="1356836" y="59801"/>
                </a:lnTo>
                <a:lnTo>
                  <a:pt x="1357006" y="59827"/>
                </a:lnTo>
                <a:lnTo>
                  <a:pt x="1357177" y="59854"/>
                </a:lnTo>
                <a:lnTo>
                  <a:pt x="1357347" y="59881"/>
                </a:lnTo>
                <a:lnTo>
                  <a:pt x="1357778" y="48034"/>
                </a:lnTo>
                <a:lnTo>
                  <a:pt x="1357669" y="47989"/>
                </a:lnTo>
                <a:lnTo>
                  <a:pt x="1357555" y="47945"/>
                </a:lnTo>
                <a:lnTo>
                  <a:pt x="1357437" y="47902"/>
                </a:lnTo>
                <a:lnTo>
                  <a:pt x="1357316" y="47859"/>
                </a:lnTo>
                <a:lnTo>
                  <a:pt x="1357191" y="47816"/>
                </a:lnTo>
                <a:lnTo>
                  <a:pt x="1357061" y="47775"/>
                </a:lnTo>
                <a:lnTo>
                  <a:pt x="1356928" y="47733"/>
                </a:lnTo>
                <a:lnTo>
                  <a:pt x="1356791" y="47693"/>
                </a:lnTo>
                <a:lnTo>
                  <a:pt x="1356650" y="47653"/>
                </a:lnTo>
                <a:lnTo>
                  <a:pt x="1356505" y="47613"/>
                </a:lnTo>
                <a:lnTo>
                  <a:pt x="1356356" y="47574"/>
                </a:lnTo>
                <a:lnTo>
                  <a:pt x="1356203" y="47536"/>
                </a:lnTo>
                <a:lnTo>
                  <a:pt x="1356046" y="47498"/>
                </a:lnTo>
                <a:lnTo>
                  <a:pt x="1355886" y="47460"/>
                </a:lnTo>
                <a:lnTo>
                  <a:pt x="1355721" y="47424"/>
                </a:lnTo>
                <a:lnTo>
                  <a:pt x="1355552" y="47387"/>
                </a:lnTo>
                <a:lnTo>
                  <a:pt x="1355380" y="47352"/>
                </a:lnTo>
                <a:lnTo>
                  <a:pt x="1355204" y="47317"/>
                </a:lnTo>
                <a:lnTo>
                  <a:pt x="1355023" y="47282"/>
                </a:lnTo>
                <a:lnTo>
                  <a:pt x="1354839" y="47248"/>
                </a:lnTo>
                <a:lnTo>
                  <a:pt x="1354651" y="47215"/>
                </a:lnTo>
                <a:lnTo>
                  <a:pt x="1354459" y="47182"/>
                </a:lnTo>
                <a:lnTo>
                  <a:pt x="1354263" y="47150"/>
                </a:lnTo>
                <a:lnTo>
                  <a:pt x="1354063" y="47118"/>
                </a:lnTo>
                <a:lnTo>
                  <a:pt x="1353861" y="47087"/>
                </a:lnTo>
                <a:lnTo>
                  <a:pt x="1353659" y="47058"/>
                </a:lnTo>
                <a:lnTo>
                  <a:pt x="1353458" y="47030"/>
                </a:lnTo>
                <a:lnTo>
                  <a:pt x="1353256" y="47003"/>
                </a:lnTo>
                <a:lnTo>
                  <a:pt x="1353055" y="46978"/>
                </a:lnTo>
                <a:lnTo>
                  <a:pt x="1352854" y="46953"/>
                </a:lnTo>
                <a:lnTo>
                  <a:pt x="1352654" y="46930"/>
                </a:lnTo>
                <a:lnTo>
                  <a:pt x="1352453" y="46909"/>
                </a:lnTo>
                <a:lnTo>
                  <a:pt x="1352253" y="46889"/>
                </a:lnTo>
                <a:lnTo>
                  <a:pt x="1352053" y="46870"/>
                </a:lnTo>
                <a:lnTo>
                  <a:pt x="1351853" y="46852"/>
                </a:lnTo>
                <a:lnTo>
                  <a:pt x="1351653" y="46836"/>
                </a:lnTo>
                <a:lnTo>
                  <a:pt x="1351453" y="46820"/>
                </a:lnTo>
                <a:lnTo>
                  <a:pt x="1351254" y="46807"/>
                </a:lnTo>
                <a:lnTo>
                  <a:pt x="1351055" y="46794"/>
                </a:lnTo>
                <a:lnTo>
                  <a:pt x="1350856" y="46783"/>
                </a:lnTo>
                <a:lnTo>
                  <a:pt x="1350657" y="46773"/>
                </a:lnTo>
                <a:lnTo>
                  <a:pt x="1350458" y="46765"/>
                </a:lnTo>
                <a:lnTo>
                  <a:pt x="1350260" y="46758"/>
                </a:lnTo>
                <a:lnTo>
                  <a:pt x="1350061" y="46752"/>
                </a:lnTo>
                <a:lnTo>
                  <a:pt x="1349863" y="46747"/>
                </a:lnTo>
                <a:lnTo>
                  <a:pt x="1349665" y="46744"/>
                </a:lnTo>
                <a:lnTo>
                  <a:pt x="1349468" y="46742"/>
                </a:lnTo>
                <a:lnTo>
                  <a:pt x="1349270" y="46741"/>
                </a:lnTo>
                <a:lnTo>
                  <a:pt x="1348422" y="46748"/>
                </a:lnTo>
                <a:lnTo>
                  <a:pt x="1347584" y="46770"/>
                </a:lnTo>
                <a:lnTo>
                  <a:pt x="1346755" y="46805"/>
                </a:lnTo>
                <a:lnTo>
                  <a:pt x="1345936" y="46855"/>
                </a:lnTo>
                <a:lnTo>
                  <a:pt x="1345126" y="46919"/>
                </a:lnTo>
                <a:lnTo>
                  <a:pt x="1344326" y="46997"/>
                </a:lnTo>
                <a:lnTo>
                  <a:pt x="1343535" y="47089"/>
                </a:lnTo>
                <a:lnTo>
                  <a:pt x="1342754" y="47196"/>
                </a:lnTo>
                <a:lnTo>
                  <a:pt x="1341983" y="47317"/>
                </a:lnTo>
                <a:lnTo>
                  <a:pt x="1341221" y="47452"/>
                </a:lnTo>
                <a:lnTo>
                  <a:pt x="1340468" y="47601"/>
                </a:lnTo>
                <a:lnTo>
                  <a:pt x="1339725" y="47764"/>
                </a:lnTo>
                <a:lnTo>
                  <a:pt x="1338992" y="47942"/>
                </a:lnTo>
                <a:lnTo>
                  <a:pt x="1338268" y="48134"/>
                </a:lnTo>
                <a:lnTo>
                  <a:pt x="1337554" y="48340"/>
                </a:lnTo>
                <a:lnTo>
                  <a:pt x="1336849" y="48560"/>
                </a:lnTo>
                <a:lnTo>
                  <a:pt x="1336153" y="48795"/>
                </a:lnTo>
                <a:lnTo>
                  <a:pt x="1335468" y="49043"/>
                </a:lnTo>
                <a:lnTo>
                  <a:pt x="1334792" y="49306"/>
                </a:lnTo>
                <a:lnTo>
                  <a:pt x="1334125" y="49583"/>
                </a:lnTo>
                <a:lnTo>
                  <a:pt x="1333468" y="49875"/>
                </a:lnTo>
                <a:lnTo>
                  <a:pt x="1332820" y="50180"/>
                </a:lnTo>
                <a:lnTo>
                  <a:pt x="1332182" y="50500"/>
                </a:lnTo>
                <a:lnTo>
                  <a:pt x="1331554" y="50834"/>
                </a:lnTo>
                <a:lnTo>
                  <a:pt x="1330934" y="51181"/>
                </a:lnTo>
                <a:lnTo>
                  <a:pt x="1330324" y="51539"/>
                </a:lnTo>
                <a:lnTo>
                  <a:pt x="1329724" y="51908"/>
                </a:lnTo>
                <a:lnTo>
                  <a:pt x="1329132" y="52289"/>
                </a:lnTo>
                <a:lnTo>
                  <a:pt x="1328549" y="52682"/>
                </a:lnTo>
                <a:lnTo>
                  <a:pt x="1327976" y="53085"/>
                </a:lnTo>
                <a:lnTo>
                  <a:pt x="1327412" y="53501"/>
                </a:lnTo>
                <a:lnTo>
                  <a:pt x="1326857" y="53927"/>
                </a:lnTo>
                <a:lnTo>
                  <a:pt x="1326311" y="54365"/>
                </a:lnTo>
                <a:lnTo>
                  <a:pt x="1325774" y="54815"/>
                </a:lnTo>
                <a:lnTo>
                  <a:pt x="1325247" y="55275"/>
                </a:lnTo>
                <a:lnTo>
                  <a:pt x="1324728" y="55748"/>
                </a:lnTo>
                <a:lnTo>
                  <a:pt x="1324219" y="56231"/>
                </a:lnTo>
                <a:lnTo>
                  <a:pt x="1323719" y="56726"/>
                </a:lnTo>
                <a:lnTo>
                  <a:pt x="1323228" y="57233"/>
                </a:lnTo>
                <a:lnTo>
                  <a:pt x="1322746" y="57750"/>
                </a:lnTo>
                <a:lnTo>
                  <a:pt x="1322274" y="58280"/>
                </a:lnTo>
                <a:lnTo>
                  <a:pt x="1321810" y="58820"/>
                </a:lnTo>
                <a:lnTo>
                  <a:pt x="1321356" y="59372"/>
                </a:lnTo>
                <a:lnTo>
                  <a:pt x="1320911" y="59936"/>
                </a:lnTo>
                <a:lnTo>
                  <a:pt x="1320475" y="60511"/>
                </a:lnTo>
                <a:lnTo>
                  <a:pt x="1320048" y="61097"/>
                </a:lnTo>
                <a:lnTo>
                  <a:pt x="1319631" y="61695"/>
                </a:lnTo>
                <a:lnTo>
                  <a:pt x="1319222" y="62304"/>
                </a:lnTo>
                <a:lnTo>
                  <a:pt x="1318822" y="62923"/>
                </a:lnTo>
                <a:lnTo>
                  <a:pt x="1318432" y="63550"/>
                </a:lnTo>
                <a:lnTo>
                  <a:pt x="1318049" y="64186"/>
                </a:lnTo>
                <a:lnTo>
                  <a:pt x="1317675" y="64830"/>
                </a:lnTo>
                <a:lnTo>
                  <a:pt x="1317310" y="65483"/>
                </a:lnTo>
                <a:lnTo>
                  <a:pt x="1316954" y="66144"/>
                </a:lnTo>
                <a:lnTo>
                  <a:pt x="1316606" y="66813"/>
                </a:lnTo>
                <a:lnTo>
                  <a:pt x="1316411" y="67202"/>
                </a:lnTo>
                <a:lnTo>
                  <a:pt x="1316206" y="48895"/>
                </a:lnTo>
                <a:lnTo>
                  <a:pt x="1303606" y="48895"/>
                </a:lnTo>
                <a:lnTo>
                  <a:pt x="1303606" y="165425"/>
                </a:lnTo>
                <a:lnTo>
                  <a:pt x="1316422" y="165425"/>
                </a:lnTo>
                <a:lnTo>
                  <a:pt x="1316422" y="85194"/>
                </a:lnTo>
                <a:lnTo>
                  <a:pt x="1316425" y="85181"/>
                </a:lnTo>
                <a:lnTo>
                  <a:pt x="1316597" y="84570"/>
                </a:lnTo>
                <a:lnTo>
                  <a:pt x="1316775" y="83962"/>
                </a:lnTo>
                <a:lnTo>
                  <a:pt x="1316960" y="83359"/>
                </a:lnTo>
                <a:lnTo>
                  <a:pt x="1317152" y="82761"/>
                </a:lnTo>
                <a:close/>
                <a:moveTo>
                  <a:pt x="886565" y="165425"/>
                </a:moveTo>
                <a:lnTo>
                  <a:pt x="886565" y="82035"/>
                </a:lnTo>
                <a:lnTo>
                  <a:pt x="886643" y="81891"/>
                </a:lnTo>
                <a:lnTo>
                  <a:pt x="886858" y="81510"/>
                </a:lnTo>
                <a:lnTo>
                  <a:pt x="887078" y="81134"/>
                </a:lnTo>
                <a:lnTo>
                  <a:pt x="887303" y="80763"/>
                </a:lnTo>
                <a:lnTo>
                  <a:pt x="887534" y="80397"/>
                </a:lnTo>
                <a:lnTo>
                  <a:pt x="887771" y="80037"/>
                </a:lnTo>
                <a:lnTo>
                  <a:pt x="888014" y="79683"/>
                </a:lnTo>
                <a:lnTo>
                  <a:pt x="888264" y="79336"/>
                </a:lnTo>
                <a:lnTo>
                  <a:pt x="888520" y="78996"/>
                </a:lnTo>
                <a:lnTo>
                  <a:pt x="888783" y="78662"/>
                </a:lnTo>
                <a:lnTo>
                  <a:pt x="889052" y="78334"/>
                </a:lnTo>
                <a:lnTo>
                  <a:pt x="889328" y="78013"/>
                </a:lnTo>
                <a:lnTo>
                  <a:pt x="889610" y="77699"/>
                </a:lnTo>
                <a:lnTo>
                  <a:pt x="889899" y="77391"/>
                </a:lnTo>
                <a:lnTo>
                  <a:pt x="890195" y="77090"/>
                </a:lnTo>
                <a:lnTo>
                  <a:pt x="890497" y="76795"/>
                </a:lnTo>
                <a:lnTo>
                  <a:pt x="890805" y="76507"/>
                </a:lnTo>
                <a:lnTo>
                  <a:pt x="891121" y="76225"/>
                </a:lnTo>
                <a:lnTo>
                  <a:pt x="891442" y="75950"/>
                </a:lnTo>
                <a:lnTo>
                  <a:pt x="891771" y="75681"/>
                </a:lnTo>
                <a:lnTo>
                  <a:pt x="892105" y="75419"/>
                </a:lnTo>
                <a:lnTo>
                  <a:pt x="892447" y="75164"/>
                </a:lnTo>
                <a:lnTo>
                  <a:pt x="892794" y="74915"/>
                </a:lnTo>
                <a:lnTo>
                  <a:pt x="893149" y="74672"/>
                </a:lnTo>
                <a:lnTo>
                  <a:pt x="893510" y="74436"/>
                </a:lnTo>
                <a:lnTo>
                  <a:pt x="893877" y="74207"/>
                </a:lnTo>
                <a:lnTo>
                  <a:pt x="894251" y="73984"/>
                </a:lnTo>
                <a:lnTo>
                  <a:pt x="894632" y="73768"/>
                </a:lnTo>
                <a:lnTo>
                  <a:pt x="895019" y="73558"/>
                </a:lnTo>
                <a:lnTo>
                  <a:pt x="895413" y="73356"/>
                </a:lnTo>
                <a:lnTo>
                  <a:pt x="895814" y="73163"/>
                </a:lnTo>
                <a:lnTo>
                  <a:pt x="896221" y="72978"/>
                </a:lnTo>
                <a:lnTo>
                  <a:pt x="896636" y="72801"/>
                </a:lnTo>
                <a:lnTo>
                  <a:pt x="897058" y="72634"/>
                </a:lnTo>
                <a:lnTo>
                  <a:pt x="897486" y="72475"/>
                </a:lnTo>
                <a:lnTo>
                  <a:pt x="897921" y="72324"/>
                </a:lnTo>
                <a:lnTo>
                  <a:pt x="898364" y="72182"/>
                </a:lnTo>
                <a:lnTo>
                  <a:pt x="898813" y="72049"/>
                </a:lnTo>
                <a:lnTo>
                  <a:pt x="899269" y="71924"/>
                </a:lnTo>
                <a:lnTo>
                  <a:pt x="899732" y="71808"/>
                </a:lnTo>
                <a:lnTo>
                  <a:pt x="900202" y="71700"/>
                </a:lnTo>
                <a:lnTo>
                  <a:pt x="900679" y="71602"/>
                </a:lnTo>
                <a:lnTo>
                  <a:pt x="901163" y="71511"/>
                </a:lnTo>
                <a:lnTo>
                  <a:pt x="901654" y="71430"/>
                </a:lnTo>
                <a:lnTo>
                  <a:pt x="902151" y="71356"/>
                </a:lnTo>
                <a:lnTo>
                  <a:pt x="902656" y="71292"/>
                </a:lnTo>
                <a:lnTo>
                  <a:pt x="903167" y="71236"/>
                </a:lnTo>
                <a:lnTo>
                  <a:pt x="903686" y="71189"/>
                </a:lnTo>
                <a:lnTo>
                  <a:pt x="904211" y="71150"/>
                </a:lnTo>
                <a:lnTo>
                  <a:pt x="904743" y="71120"/>
                </a:lnTo>
                <a:lnTo>
                  <a:pt x="905282" y="71098"/>
                </a:lnTo>
                <a:lnTo>
                  <a:pt x="905828" y="71086"/>
                </a:lnTo>
                <a:lnTo>
                  <a:pt x="906381" y="71081"/>
                </a:lnTo>
                <a:lnTo>
                  <a:pt x="906881" y="71084"/>
                </a:lnTo>
                <a:lnTo>
                  <a:pt x="907373" y="71094"/>
                </a:lnTo>
                <a:lnTo>
                  <a:pt x="907860" y="71111"/>
                </a:lnTo>
                <a:lnTo>
                  <a:pt x="908339" y="71134"/>
                </a:lnTo>
                <a:lnTo>
                  <a:pt x="908813" y="71163"/>
                </a:lnTo>
                <a:lnTo>
                  <a:pt x="909279" y="71199"/>
                </a:lnTo>
                <a:lnTo>
                  <a:pt x="909739" y="71242"/>
                </a:lnTo>
                <a:lnTo>
                  <a:pt x="910193" y="71291"/>
                </a:lnTo>
                <a:lnTo>
                  <a:pt x="910640" y="71346"/>
                </a:lnTo>
                <a:lnTo>
                  <a:pt x="911080" y="71408"/>
                </a:lnTo>
                <a:lnTo>
                  <a:pt x="911514" y="71477"/>
                </a:lnTo>
                <a:lnTo>
                  <a:pt x="911941" y="71552"/>
                </a:lnTo>
                <a:lnTo>
                  <a:pt x="912362" y="71634"/>
                </a:lnTo>
                <a:lnTo>
                  <a:pt x="912776" y="71723"/>
                </a:lnTo>
                <a:lnTo>
                  <a:pt x="913184" y="71817"/>
                </a:lnTo>
                <a:lnTo>
                  <a:pt x="913585" y="71919"/>
                </a:lnTo>
                <a:lnTo>
                  <a:pt x="913980" y="72027"/>
                </a:lnTo>
                <a:lnTo>
                  <a:pt x="914368" y="72141"/>
                </a:lnTo>
                <a:lnTo>
                  <a:pt x="914749" y="72262"/>
                </a:lnTo>
                <a:lnTo>
                  <a:pt x="915124" y="72390"/>
                </a:lnTo>
                <a:lnTo>
                  <a:pt x="915493" y="72524"/>
                </a:lnTo>
                <a:lnTo>
                  <a:pt x="915855" y="72665"/>
                </a:lnTo>
                <a:lnTo>
                  <a:pt x="916210" y="72812"/>
                </a:lnTo>
                <a:lnTo>
                  <a:pt x="916559" y="72966"/>
                </a:lnTo>
                <a:lnTo>
                  <a:pt x="916901" y="73127"/>
                </a:lnTo>
                <a:lnTo>
                  <a:pt x="917237" y="73298"/>
                </a:lnTo>
                <a:lnTo>
                  <a:pt x="917565" y="73478"/>
                </a:lnTo>
                <a:lnTo>
                  <a:pt x="917887" y="73666"/>
                </a:lnTo>
                <a:lnTo>
                  <a:pt x="918202" y="73863"/>
                </a:lnTo>
                <a:lnTo>
                  <a:pt x="918511" y="74070"/>
                </a:lnTo>
                <a:lnTo>
                  <a:pt x="918813" y="74285"/>
                </a:lnTo>
                <a:lnTo>
                  <a:pt x="919108" y="74510"/>
                </a:lnTo>
                <a:lnTo>
                  <a:pt x="919396" y="74743"/>
                </a:lnTo>
                <a:lnTo>
                  <a:pt x="919678" y="74985"/>
                </a:lnTo>
                <a:lnTo>
                  <a:pt x="919953" y="75237"/>
                </a:lnTo>
                <a:lnTo>
                  <a:pt x="920221" y="75497"/>
                </a:lnTo>
                <a:lnTo>
                  <a:pt x="920482" y="75766"/>
                </a:lnTo>
                <a:lnTo>
                  <a:pt x="920737" y="76044"/>
                </a:lnTo>
                <a:lnTo>
                  <a:pt x="920985" y="76332"/>
                </a:lnTo>
                <a:lnTo>
                  <a:pt x="921226" y="76628"/>
                </a:lnTo>
                <a:lnTo>
                  <a:pt x="921460" y="76933"/>
                </a:lnTo>
                <a:lnTo>
                  <a:pt x="921688" y="77247"/>
                </a:lnTo>
                <a:lnTo>
                  <a:pt x="921909" y="77570"/>
                </a:lnTo>
                <a:lnTo>
                  <a:pt x="922123" y="77902"/>
                </a:lnTo>
                <a:lnTo>
                  <a:pt x="922331" y="78243"/>
                </a:lnTo>
                <a:lnTo>
                  <a:pt x="922532" y="78593"/>
                </a:lnTo>
                <a:lnTo>
                  <a:pt x="922726" y="78952"/>
                </a:lnTo>
                <a:lnTo>
                  <a:pt x="922913" y="79320"/>
                </a:lnTo>
                <a:lnTo>
                  <a:pt x="923093" y="79698"/>
                </a:lnTo>
                <a:lnTo>
                  <a:pt x="923266" y="80088"/>
                </a:lnTo>
                <a:lnTo>
                  <a:pt x="923431" y="80489"/>
                </a:lnTo>
                <a:lnTo>
                  <a:pt x="923588" y="80901"/>
                </a:lnTo>
                <a:lnTo>
                  <a:pt x="923737" y="81325"/>
                </a:lnTo>
                <a:lnTo>
                  <a:pt x="923879" y="81760"/>
                </a:lnTo>
                <a:lnTo>
                  <a:pt x="924013" y="82207"/>
                </a:lnTo>
                <a:lnTo>
                  <a:pt x="924140" y="82665"/>
                </a:lnTo>
                <a:lnTo>
                  <a:pt x="924259" y="83134"/>
                </a:lnTo>
                <a:lnTo>
                  <a:pt x="924370" y="83615"/>
                </a:lnTo>
                <a:lnTo>
                  <a:pt x="924473" y="84107"/>
                </a:lnTo>
                <a:lnTo>
                  <a:pt x="924569" y="84611"/>
                </a:lnTo>
                <a:lnTo>
                  <a:pt x="924657" y="85126"/>
                </a:lnTo>
                <a:lnTo>
                  <a:pt x="924738" y="85652"/>
                </a:lnTo>
                <a:lnTo>
                  <a:pt x="924810" y="86190"/>
                </a:lnTo>
                <a:lnTo>
                  <a:pt x="924876" y="86739"/>
                </a:lnTo>
                <a:lnTo>
                  <a:pt x="924933" y="87300"/>
                </a:lnTo>
                <a:lnTo>
                  <a:pt x="924983" y="87872"/>
                </a:lnTo>
                <a:lnTo>
                  <a:pt x="925025" y="88456"/>
                </a:lnTo>
                <a:lnTo>
                  <a:pt x="925060" y="89050"/>
                </a:lnTo>
                <a:lnTo>
                  <a:pt x="925086" y="89657"/>
                </a:lnTo>
                <a:lnTo>
                  <a:pt x="925106" y="90274"/>
                </a:lnTo>
                <a:lnTo>
                  <a:pt x="925117" y="90903"/>
                </a:lnTo>
                <a:lnTo>
                  <a:pt x="925121" y="91544"/>
                </a:lnTo>
                <a:lnTo>
                  <a:pt x="925121" y="165425"/>
                </a:lnTo>
                <a:lnTo>
                  <a:pt x="956354" y="165425"/>
                </a:lnTo>
                <a:lnTo>
                  <a:pt x="956354" y="91759"/>
                </a:lnTo>
                <a:lnTo>
                  <a:pt x="956349" y="90743"/>
                </a:lnTo>
                <a:lnTo>
                  <a:pt x="956334" y="89739"/>
                </a:lnTo>
                <a:lnTo>
                  <a:pt x="956310" y="88747"/>
                </a:lnTo>
                <a:lnTo>
                  <a:pt x="956276" y="87769"/>
                </a:lnTo>
                <a:lnTo>
                  <a:pt x="956232" y="86803"/>
                </a:lnTo>
                <a:lnTo>
                  <a:pt x="956179" y="85849"/>
                </a:lnTo>
                <a:lnTo>
                  <a:pt x="956115" y="84909"/>
                </a:lnTo>
                <a:lnTo>
                  <a:pt x="956042" y="83981"/>
                </a:lnTo>
                <a:lnTo>
                  <a:pt x="955960" y="83066"/>
                </a:lnTo>
                <a:lnTo>
                  <a:pt x="955867" y="82164"/>
                </a:lnTo>
                <a:lnTo>
                  <a:pt x="955765" y="81274"/>
                </a:lnTo>
                <a:lnTo>
                  <a:pt x="955654" y="80397"/>
                </a:lnTo>
                <a:lnTo>
                  <a:pt x="955532" y="79533"/>
                </a:lnTo>
                <a:lnTo>
                  <a:pt x="955401" y="78681"/>
                </a:lnTo>
                <a:lnTo>
                  <a:pt x="955260" y="77843"/>
                </a:lnTo>
                <a:lnTo>
                  <a:pt x="955109" y="77017"/>
                </a:lnTo>
                <a:lnTo>
                  <a:pt x="954949" y="76203"/>
                </a:lnTo>
                <a:lnTo>
                  <a:pt x="954779" y="75403"/>
                </a:lnTo>
                <a:lnTo>
                  <a:pt x="954599" y="74615"/>
                </a:lnTo>
                <a:lnTo>
                  <a:pt x="954409" y="73839"/>
                </a:lnTo>
                <a:lnTo>
                  <a:pt x="954210" y="73077"/>
                </a:lnTo>
                <a:lnTo>
                  <a:pt x="954001" y="72327"/>
                </a:lnTo>
                <a:lnTo>
                  <a:pt x="953782" y="71590"/>
                </a:lnTo>
                <a:lnTo>
                  <a:pt x="953553" y="70866"/>
                </a:lnTo>
                <a:lnTo>
                  <a:pt x="953316" y="70154"/>
                </a:lnTo>
                <a:lnTo>
                  <a:pt x="953071" y="69453"/>
                </a:lnTo>
                <a:lnTo>
                  <a:pt x="952817" y="68763"/>
                </a:lnTo>
                <a:lnTo>
                  <a:pt x="952556" y="68085"/>
                </a:lnTo>
                <a:lnTo>
                  <a:pt x="952286" y="67418"/>
                </a:lnTo>
                <a:lnTo>
                  <a:pt x="952009" y="66763"/>
                </a:lnTo>
                <a:lnTo>
                  <a:pt x="951723" y="66119"/>
                </a:lnTo>
                <a:lnTo>
                  <a:pt x="951429" y="65487"/>
                </a:lnTo>
                <a:lnTo>
                  <a:pt x="951128" y="64866"/>
                </a:lnTo>
                <a:lnTo>
                  <a:pt x="950818" y="64256"/>
                </a:lnTo>
                <a:lnTo>
                  <a:pt x="950500" y="63658"/>
                </a:lnTo>
                <a:lnTo>
                  <a:pt x="950174" y="63071"/>
                </a:lnTo>
                <a:lnTo>
                  <a:pt x="949841" y="62496"/>
                </a:lnTo>
                <a:lnTo>
                  <a:pt x="949499" y="61932"/>
                </a:lnTo>
                <a:lnTo>
                  <a:pt x="949149" y="61379"/>
                </a:lnTo>
                <a:lnTo>
                  <a:pt x="948791" y="60838"/>
                </a:lnTo>
                <a:lnTo>
                  <a:pt x="948425" y="60308"/>
                </a:lnTo>
                <a:lnTo>
                  <a:pt x="948051" y="59790"/>
                </a:lnTo>
                <a:lnTo>
                  <a:pt x="947669" y="59283"/>
                </a:lnTo>
                <a:lnTo>
                  <a:pt x="947278" y="58787"/>
                </a:lnTo>
                <a:lnTo>
                  <a:pt x="946880" y="58303"/>
                </a:lnTo>
                <a:lnTo>
                  <a:pt x="946474" y="57830"/>
                </a:lnTo>
                <a:lnTo>
                  <a:pt x="946060" y="57369"/>
                </a:lnTo>
                <a:lnTo>
                  <a:pt x="945638" y="56919"/>
                </a:lnTo>
                <a:lnTo>
                  <a:pt x="945208" y="56480"/>
                </a:lnTo>
                <a:lnTo>
                  <a:pt x="944771" y="56050"/>
                </a:lnTo>
                <a:lnTo>
                  <a:pt x="944328" y="55631"/>
                </a:lnTo>
                <a:lnTo>
                  <a:pt x="943878" y="55223"/>
                </a:lnTo>
                <a:lnTo>
                  <a:pt x="943422" y="54824"/>
                </a:lnTo>
                <a:lnTo>
                  <a:pt x="942959" y="54435"/>
                </a:lnTo>
                <a:lnTo>
                  <a:pt x="942489" y="54056"/>
                </a:lnTo>
                <a:lnTo>
                  <a:pt x="942012" y="53688"/>
                </a:lnTo>
                <a:lnTo>
                  <a:pt x="941528" y="53329"/>
                </a:lnTo>
                <a:lnTo>
                  <a:pt x="941038" y="52981"/>
                </a:lnTo>
                <a:lnTo>
                  <a:pt x="940541" y="52643"/>
                </a:lnTo>
                <a:lnTo>
                  <a:pt x="940037" y="52315"/>
                </a:lnTo>
                <a:lnTo>
                  <a:pt x="939527" y="51997"/>
                </a:lnTo>
                <a:lnTo>
                  <a:pt x="939010" y="51689"/>
                </a:lnTo>
                <a:lnTo>
                  <a:pt x="938486" y="51391"/>
                </a:lnTo>
                <a:lnTo>
                  <a:pt x="937955" y="51103"/>
                </a:lnTo>
                <a:lnTo>
                  <a:pt x="937418" y="50825"/>
                </a:lnTo>
                <a:lnTo>
                  <a:pt x="936874" y="50558"/>
                </a:lnTo>
                <a:lnTo>
                  <a:pt x="936323" y="50300"/>
                </a:lnTo>
                <a:lnTo>
                  <a:pt x="935765" y="50053"/>
                </a:lnTo>
                <a:lnTo>
                  <a:pt x="935201" y="49816"/>
                </a:lnTo>
                <a:lnTo>
                  <a:pt x="934630" y="49589"/>
                </a:lnTo>
                <a:lnTo>
                  <a:pt x="934052" y="49371"/>
                </a:lnTo>
                <a:lnTo>
                  <a:pt x="933468" y="49165"/>
                </a:lnTo>
                <a:lnTo>
                  <a:pt x="932877" y="48967"/>
                </a:lnTo>
                <a:lnTo>
                  <a:pt x="932281" y="48777"/>
                </a:lnTo>
                <a:lnTo>
                  <a:pt x="931680" y="48597"/>
                </a:lnTo>
                <a:lnTo>
                  <a:pt x="931073" y="48424"/>
                </a:lnTo>
                <a:lnTo>
                  <a:pt x="930461" y="48260"/>
                </a:lnTo>
                <a:lnTo>
                  <a:pt x="929843" y="48104"/>
                </a:lnTo>
                <a:lnTo>
                  <a:pt x="929220" y="47957"/>
                </a:lnTo>
                <a:lnTo>
                  <a:pt x="928591" y="47818"/>
                </a:lnTo>
                <a:lnTo>
                  <a:pt x="927957" y="47688"/>
                </a:lnTo>
                <a:lnTo>
                  <a:pt x="927318" y="47566"/>
                </a:lnTo>
                <a:lnTo>
                  <a:pt x="926673" y="47452"/>
                </a:lnTo>
                <a:lnTo>
                  <a:pt x="926023" y="47347"/>
                </a:lnTo>
                <a:lnTo>
                  <a:pt x="925367" y="47250"/>
                </a:lnTo>
                <a:lnTo>
                  <a:pt x="924706" y="47162"/>
                </a:lnTo>
                <a:lnTo>
                  <a:pt x="924040" y="47082"/>
                </a:lnTo>
                <a:lnTo>
                  <a:pt x="923368" y="47011"/>
                </a:lnTo>
                <a:lnTo>
                  <a:pt x="922691" y="46947"/>
                </a:lnTo>
                <a:lnTo>
                  <a:pt x="922008" y="46893"/>
                </a:lnTo>
                <a:lnTo>
                  <a:pt x="921320" y="46846"/>
                </a:lnTo>
                <a:lnTo>
                  <a:pt x="920626" y="46809"/>
                </a:lnTo>
                <a:lnTo>
                  <a:pt x="919927" y="46779"/>
                </a:lnTo>
                <a:lnTo>
                  <a:pt x="919223" y="46758"/>
                </a:lnTo>
                <a:lnTo>
                  <a:pt x="918513" y="46745"/>
                </a:lnTo>
                <a:lnTo>
                  <a:pt x="917797" y="46741"/>
                </a:lnTo>
                <a:lnTo>
                  <a:pt x="916975" y="46749"/>
                </a:lnTo>
                <a:lnTo>
                  <a:pt x="916158" y="46770"/>
                </a:lnTo>
                <a:lnTo>
                  <a:pt x="915348" y="46807"/>
                </a:lnTo>
                <a:lnTo>
                  <a:pt x="914544" y="46858"/>
                </a:lnTo>
                <a:lnTo>
                  <a:pt x="913746" y="46924"/>
                </a:lnTo>
                <a:lnTo>
                  <a:pt x="912954" y="47004"/>
                </a:lnTo>
                <a:lnTo>
                  <a:pt x="912169" y="47099"/>
                </a:lnTo>
                <a:lnTo>
                  <a:pt x="911389" y="47208"/>
                </a:lnTo>
                <a:lnTo>
                  <a:pt x="910616" y="47332"/>
                </a:lnTo>
                <a:lnTo>
                  <a:pt x="909849" y="47470"/>
                </a:lnTo>
                <a:lnTo>
                  <a:pt x="909088" y="47624"/>
                </a:lnTo>
                <a:lnTo>
                  <a:pt x="908333" y="47791"/>
                </a:lnTo>
                <a:lnTo>
                  <a:pt x="907585" y="47974"/>
                </a:lnTo>
                <a:lnTo>
                  <a:pt x="906842" y="48171"/>
                </a:lnTo>
                <a:lnTo>
                  <a:pt x="906106" y="48382"/>
                </a:lnTo>
                <a:lnTo>
                  <a:pt x="905376" y="48608"/>
                </a:lnTo>
                <a:lnTo>
                  <a:pt x="904652" y="48849"/>
                </a:lnTo>
                <a:lnTo>
                  <a:pt x="903935" y="49104"/>
                </a:lnTo>
                <a:lnTo>
                  <a:pt x="903223" y="49374"/>
                </a:lnTo>
                <a:lnTo>
                  <a:pt x="902518" y="49658"/>
                </a:lnTo>
                <a:lnTo>
                  <a:pt x="901818" y="49957"/>
                </a:lnTo>
                <a:lnTo>
                  <a:pt x="901125" y="50271"/>
                </a:lnTo>
                <a:lnTo>
                  <a:pt x="900439" y="50599"/>
                </a:lnTo>
                <a:lnTo>
                  <a:pt x="899758" y="50942"/>
                </a:lnTo>
                <a:lnTo>
                  <a:pt x="899084" y="51297"/>
                </a:lnTo>
                <a:lnTo>
                  <a:pt x="898419" y="51665"/>
                </a:lnTo>
                <a:lnTo>
                  <a:pt x="897761" y="52045"/>
                </a:lnTo>
                <a:lnTo>
                  <a:pt x="897112" y="52436"/>
                </a:lnTo>
                <a:lnTo>
                  <a:pt x="896470" y="52839"/>
                </a:lnTo>
                <a:lnTo>
                  <a:pt x="895837" y="53254"/>
                </a:lnTo>
                <a:lnTo>
                  <a:pt x="895212" y="53680"/>
                </a:lnTo>
                <a:lnTo>
                  <a:pt x="894594" y="54119"/>
                </a:lnTo>
                <a:lnTo>
                  <a:pt x="893985" y="54569"/>
                </a:lnTo>
                <a:lnTo>
                  <a:pt x="893384" y="55031"/>
                </a:lnTo>
                <a:lnTo>
                  <a:pt x="892791" y="55504"/>
                </a:lnTo>
                <a:lnTo>
                  <a:pt x="892206" y="55990"/>
                </a:lnTo>
                <a:lnTo>
                  <a:pt x="891628" y="56487"/>
                </a:lnTo>
                <a:lnTo>
                  <a:pt x="891059" y="56996"/>
                </a:lnTo>
                <a:lnTo>
                  <a:pt x="890498" y="57517"/>
                </a:lnTo>
                <a:lnTo>
                  <a:pt x="889945" y="58050"/>
                </a:lnTo>
                <a:lnTo>
                  <a:pt x="889400" y="58594"/>
                </a:lnTo>
                <a:lnTo>
                  <a:pt x="888863" y="59150"/>
                </a:lnTo>
                <a:lnTo>
                  <a:pt x="888335" y="59718"/>
                </a:lnTo>
                <a:lnTo>
                  <a:pt x="887814" y="60298"/>
                </a:lnTo>
                <a:lnTo>
                  <a:pt x="887301" y="60889"/>
                </a:lnTo>
                <a:lnTo>
                  <a:pt x="886796" y="61493"/>
                </a:lnTo>
                <a:lnTo>
                  <a:pt x="886565" y="61779"/>
                </a:lnTo>
                <a:lnTo>
                  <a:pt x="886565" y="0"/>
                </a:lnTo>
                <a:lnTo>
                  <a:pt x="855548" y="0"/>
                </a:lnTo>
                <a:lnTo>
                  <a:pt x="855548" y="165425"/>
                </a:lnTo>
                <a:lnTo>
                  <a:pt x="886565" y="165425"/>
                </a:lnTo>
                <a:close/>
                <a:moveTo>
                  <a:pt x="1491052" y="165425"/>
                </a:moveTo>
                <a:lnTo>
                  <a:pt x="1503975" y="165425"/>
                </a:lnTo>
                <a:lnTo>
                  <a:pt x="1503975" y="0"/>
                </a:lnTo>
                <a:lnTo>
                  <a:pt x="1491052" y="0"/>
                </a:lnTo>
                <a:lnTo>
                  <a:pt x="1491052" y="165425"/>
                </a:lnTo>
                <a:close/>
                <a:moveTo>
                  <a:pt x="1135491" y="120312"/>
                </a:moveTo>
                <a:lnTo>
                  <a:pt x="1135389" y="121366"/>
                </a:lnTo>
                <a:lnTo>
                  <a:pt x="1135267" y="122405"/>
                </a:lnTo>
                <a:lnTo>
                  <a:pt x="1135127" y="123429"/>
                </a:lnTo>
                <a:lnTo>
                  <a:pt x="1134968" y="124437"/>
                </a:lnTo>
                <a:lnTo>
                  <a:pt x="1134790" y="125429"/>
                </a:lnTo>
                <a:lnTo>
                  <a:pt x="1134594" y="126406"/>
                </a:lnTo>
                <a:lnTo>
                  <a:pt x="1134379" y="127367"/>
                </a:lnTo>
                <a:lnTo>
                  <a:pt x="1134145" y="128313"/>
                </a:lnTo>
                <a:lnTo>
                  <a:pt x="1133893" y="129243"/>
                </a:lnTo>
                <a:lnTo>
                  <a:pt x="1133622" y="130158"/>
                </a:lnTo>
                <a:lnTo>
                  <a:pt x="1133332" y="131057"/>
                </a:lnTo>
                <a:lnTo>
                  <a:pt x="1133023" y="131941"/>
                </a:lnTo>
                <a:lnTo>
                  <a:pt x="1132696" y="132809"/>
                </a:lnTo>
                <a:lnTo>
                  <a:pt x="1132350" y="133662"/>
                </a:lnTo>
                <a:lnTo>
                  <a:pt x="1131986" y="134499"/>
                </a:lnTo>
                <a:lnTo>
                  <a:pt x="1131602" y="135321"/>
                </a:lnTo>
                <a:lnTo>
                  <a:pt x="1131200" y="136127"/>
                </a:lnTo>
                <a:lnTo>
                  <a:pt x="1130780" y="136918"/>
                </a:lnTo>
                <a:lnTo>
                  <a:pt x="1130340" y="137693"/>
                </a:lnTo>
                <a:lnTo>
                  <a:pt x="1129884" y="138452"/>
                </a:lnTo>
                <a:lnTo>
                  <a:pt x="1129414" y="139196"/>
                </a:lnTo>
                <a:lnTo>
                  <a:pt x="1128930" y="139923"/>
                </a:lnTo>
                <a:lnTo>
                  <a:pt x="1128431" y="140635"/>
                </a:lnTo>
                <a:lnTo>
                  <a:pt x="1127919" y="141331"/>
                </a:lnTo>
                <a:lnTo>
                  <a:pt x="1127392" y="142011"/>
                </a:lnTo>
                <a:lnTo>
                  <a:pt x="1126851" y="142675"/>
                </a:lnTo>
                <a:lnTo>
                  <a:pt x="1126295" y="143323"/>
                </a:lnTo>
                <a:lnTo>
                  <a:pt x="1125726" y="143955"/>
                </a:lnTo>
                <a:lnTo>
                  <a:pt x="1125142" y="144572"/>
                </a:lnTo>
                <a:lnTo>
                  <a:pt x="1124544" y="145172"/>
                </a:lnTo>
                <a:lnTo>
                  <a:pt x="1123932" y="145757"/>
                </a:lnTo>
                <a:lnTo>
                  <a:pt x="1123306" y="146326"/>
                </a:lnTo>
                <a:lnTo>
                  <a:pt x="1122665" y="146878"/>
                </a:lnTo>
                <a:lnTo>
                  <a:pt x="1122010" y="147415"/>
                </a:lnTo>
                <a:lnTo>
                  <a:pt x="1121341" y="147936"/>
                </a:lnTo>
                <a:lnTo>
                  <a:pt x="1120658" y="148441"/>
                </a:lnTo>
                <a:lnTo>
                  <a:pt x="1119961" y="148931"/>
                </a:lnTo>
                <a:lnTo>
                  <a:pt x="1119249" y="149404"/>
                </a:lnTo>
                <a:lnTo>
                  <a:pt x="1118523" y="149861"/>
                </a:lnTo>
                <a:lnTo>
                  <a:pt x="1117783" y="150303"/>
                </a:lnTo>
                <a:lnTo>
                  <a:pt x="1117029" y="150729"/>
                </a:lnTo>
                <a:lnTo>
                  <a:pt x="1116260" y="151138"/>
                </a:lnTo>
                <a:lnTo>
                  <a:pt x="1115478" y="151532"/>
                </a:lnTo>
                <a:lnTo>
                  <a:pt x="1114683" y="151910"/>
                </a:lnTo>
                <a:lnTo>
                  <a:pt x="1113879" y="152272"/>
                </a:lnTo>
                <a:lnTo>
                  <a:pt x="1113066" y="152618"/>
                </a:lnTo>
                <a:lnTo>
                  <a:pt x="1112244" y="152947"/>
                </a:lnTo>
                <a:lnTo>
                  <a:pt x="1111412" y="153261"/>
                </a:lnTo>
                <a:lnTo>
                  <a:pt x="1110571" y="153558"/>
                </a:lnTo>
                <a:lnTo>
                  <a:pt x="1109720" y="153840"/>
                </a:lnTo>
                <a:lnTo>
                  <a:pt x="1108860" y="154105"/>
                </a:lnTo>
                <a:lnTo>
                  <a:pt x="1107991" y="154354"/>
                </a:lnTo>
                <a:lnTo>
                  <a:pt x="1107112" y="154587"/>
                </a:lnTo>
                <a:lnTo>
                  <a:pt x="1106224" y="154805"/>
                </a:lnTo>
                <a:lnTo>
                  <a:pt x="1105327" y="155006"/>
                </a:lnTo>
                <a:lnTo>
                  <a:pt x="1104420" y="155190"/>
                </a:lnTo>
                <a:lnTo>
                  <a:pt x="1103504" y="155359"/>
                </a:lnTo>
                <a:lnTo>
                  <a:pt x="1102579" y="155512"/>
                </a:lnTo>
                <a:lnTo>
                  <a:pt x="1101644" y="155649"/>
                </a:lnTo>
                <a:lnTo>
                  <a:pt x="1100700" y="155769"/>
                </a:lnTo>
                <a:lnTo>
                  <a:pt x="1099747" y="155874"/>
                </a:lnTo>
                <a:lnTo>
                  <a:pt x="1098784" y="155962"/>
                </a:lnTo>
                <a:lnTo>
                  <a:pt x="1097812" y="156035"/>
                </a:lnTo>
                <a:lnTo>
                  <a:pt x="1096831" y="156091"/>
                </a:lnTo>
                <a:lnTo>
                  <a:pt x="1095840" y="156131"/>
                </a:lnTo>
                <a:lnTo>
                  <a:pt x="1094840" y="156155"/>
                </a:lnTo>
                <a:lnTo>
                  <a:pt x="1093830" y="156163"/>
                </a:lnTo>
                <a:lnTo>
                  <a:pt x="1092821" y="156155"/>
                </a:lnTo>
                <a:lnTo>
                  <a:pt x="1091821" y="156131"/>
                </a:lnTo>
                <a:lnTo>
                  <a:pt x="1090830" y="156091"/>
                </a:lnTo>
                <a:lnTo>
                  <a:pt x="1089848" y="156035"/>
                </a:lnTo>
                <a:lnTo>
                  <a:pt x="1088876" y="155962"/>
                </a:lnTo>
                <a:lnTo>
                  <a:pt x="1087914" y="155874"/>
                </a:lnTo>
                <a:lnTo>
                  <a:pt x="1086960" y="155769"/>
                </a:lnTo>
                <a:lnTo>
                  <a:pt x="1086016" y="155649"/>
                </a:lnTo>
                <a:lnTo>
                  <a:pt x="1085081" y="155512"/>
                </a:lnTo>
                <a:lnTo>
                  <a:pt x="1084156" y="155359"/>
                </a:lnTo>
                <a:lnTo>
                  <a:pt x="1083240" y="155190"/>
                </a:lnTo>
                <a:lnTo>
                  <a:pt x="1082333" y="155006"/>
                </a:lnTo>
                <a:lnTo>
                  <a:pt x="1081436" y="154805"/>
                </a:lnTo>
                <a:lnTo>
                  <a:pt x="1080548" y="154587"/>
                </a:lnTo>
                <a:lnTo>
                  <a:pt x="1079670" y="154354"/>
                </a:lnTo>
                <a:lnTo>
                  <a:pt x="1078800" y="154105"/>
                </a:lnTo>
                <a:lnTo>
                  <a:pt x="1077940" y="153840"/>
                </a:lnTo>
                <a:lnTo>
                  <a:pt x="1077090" y="153558"/>
                </a:lnTo>
                <a:lnTo>
                  <a:pt x="1076249" y="153261"/>
                </a:lnTo>
                <a:lnTo>
                  <a:pt x="1075417" y="152947"/>
                </a:lnTo>
                <a:lnTo>
                  <a:pt x="1074594" y="152618"/>
                </a:lnTo>
                <a:lnTo>
                  <a:pt x="1073781" y="152272"/>
                </a:lnTo>
                <a:lnTo>
                  <a:pt x="1072977" y="151910"/>
                </a:lnTo>
                <a:lnTo>
                  <a:pt x="1072183" y="151532"/>
                </a:lnTo>
                <a:lnTo>
                  <a:pt x="1071400" y="151138"/>
                </a:lnTo>
                <a:lnTo>
                  <a:pt x="1070631" y="150729"/>
                </a:lnTo>
                <a:lnTo>
                  <a:pt x="1069877" y="150303"/>
                </a:lnTo>
                <a:lnTo>
                  <a:pt x="1069136" y="149861"/>
                </a:lnTo>
                <a:lnTo>
                  <a:pt x="1068409" y="149404"/>
                </a:lnTo>
                <a:lnTo>
                  <a:pt x="1067696" y="148931"/>
                </a:lnTo>
                <a:lnTo>
                  <a:pt x="1066998" y="148441"/>
                </a:lnTo>
                <a:lnTo>
                  <a:pt x="1066313" y="147936"/>
                </a:lnTo>
                <a:lnTo>
                  <a:pt x="1065643" y="147415"/>
                </a:lnTo>
                <a:lnTo>
                  <a:pt x="1064986" y="146878"/>
                </a:lnTo>
                <a:lnTo>
                  <a:pt x="1064343" y="146326"/>
                </a:lnTo>
                <a:lnTo>
                  <a:pt x="1063715" y="145757"/>
                </a:lnTo>
                <a:lnTo>
                  <a:pt x="1063100" y="145172"/>
                </a:lnTo>
                <a:lnTo>
                  <a:pt x="1062500" y="144572"/>
                </a:lnTo>
                <a:lnTo>
                  <a:pt x="1061914" y="143955"/>
                </a:lnTo>
                <a:lnTo>
                  <a:pt x="1061341" y="143323"/>
                </a:lnTo>
                <a:lnTo>
                  <a:pt x="1060783" y="142675"/>
                </a:lnTo>
                <a:lnTo>
                  <a:pt x="1060238" y="142011"/>
                </a:lnTo>
                <a:lnTo>
                  <a:pt x="1059708" y="141331"/>
                </a:lnTo>
                <a:lnTo>
                  <a:pt x="1059192" y="140635"/>
                </a:lnTo>
                <a:lnTo>
                  <a:pt x="1058689" y="139923"/>
                </a:lnTo>
                <a:lnTo>
                  <a:pt x="1058201" y="139196"/>
                </a:lnTo>
                <a:lnTo>
                  <a:pt x="1057727" y="138452"/>
                </a:lnTo>
                <a:lnTo>
                  <a:pt x="1057266" y="137693"/>
                </a:lnTo>
                <a:lnTo>
                  <a:pt x="1056823" y="136918"/>
                </a:lnTo>
                <a:lnTo>
                  <a:pt x="1056398" y="136127"/>
                </a:lnTo>
                <a:lnTo>
                  <a:pt x="1055992" y="135321"/>
                </a:lnTo>
                <a:lnTo>
                  <a:pt x="1055605" y="134499"/>
                </a:lnTo>
                <a:lnTo>
                  <a:pt x="1055236" y="133662"/>
                </a:lnTo>
                <a:lnTo>
                  <a:pt x="1054887" y="132809"/>
                </a:lnTo>
                <a:lnTo>
                  <a:pt x="1054557" y="131941"/>
                </a:lnTo>
                <a:lnTo>
                  <a:pt x="1054245" y="131057"/>
                </a:lnTo>
                <a:lnTo>
                  <a:pt x="1053952" y="130158"/>
                </a:lnTo>
                <a:lnTo>
                  <a:pt x="1053678" y="129243"/>
                </a:lnTo>
                <a:lnTo>
                  <a:pt x="1053423" y="128313"/>
                </a:lnTo>
                <a:lnTo>
                  <a:pt x="1053187" y="127367"/>
                </a:lnTo>
                <a:lnTo>
                  <a:pt x="1052970" y="126406"/>
                </a:lnTo>
                <a:lnTo>
                  <a:pt x="1052772" y="125429"/>
                </a:lnTo>
                <a:lnTo>
                  <a:pt x="1052593" y="124437"/>
                </a:lnTo>
                <a:lnTo>
                  <a:pt x="1052432" y="123429"/>
                </a:lnTo>
                <a:lnTo>
                  <a:pt x="1052290" y="122405"/>
                </a:lnTo>
                <a:lnTo>
                  <a:pt x="1052168" y="121366"/>
                </a:lnTo>
                <a:lnTo>
                  <a:pt x="1052064" y="120312"/>
                </a:lnTo>
                <a:lnTo>
                  <a:pt x="1051979" y="119242"/>
                </a:lnTo>
                <a:lnTo>
                  <a:pt x="1051913" y="118157"/>
                </a:lnTo>
                <a:lnTo>
                  <a:pt x="1051865" y="117056"/>
                </a:lnTo>
                <a:lnTo>
                  <a:pt x="1051837" y="115939"/>
                </a:lnTo>
                <a:lnTo>
                  <a:pt x="1051828" y="114807"/>
                </a:lnTo>
                <a:lnTo>
                  <a:pt x="1051828" y="8616"/>
                </a:lnTo>
                <a:lnTo>
                  <a:pt x="1038688" y="8616"/>
                </a:lnTo>
                <a:lnTo>
                  <a:pt x="1038688" y="114807"/>
                </a:lnTo>
                <a:lnTo>
                  <a:pt x="1038701" y="116260"/>
                </a:lnTo>
                <a:lnTo>
                  <a:pt x="1038739" y="117692"/>
                </a:lnTo>
                <a:lnTo>
                  <a:pt x="1038802" y="119105"/>
                </a:lnTo>
                <a:lnTo>
                  <a:pt x="1038890" y="120497"/>
                </a:lnTo>
                <a:lnTo>
                  <a:pt x="1039004" y="121869"/>
                </a:lnTo>
                <a:lnTo>
                  <a:pt x="1039143" y="123221"/>
                </a:lnTo>
                <a:lnTo>
                  <a:pt x="1039307" y="124553"/>
                </a:lnTo>
                <a:lnTo>
                  <a:pt x="1039496" y="125864"/>
                </a:lnTo>
                <a:lnTo>
                  <a:pt x="1039711" y="127155"/>
                </a:lnTo>
                <a:lnTo>
                  <a:pt x="1039951" y="128426"/>
                </a:lnTo>
                <a:lnTo>
                  <a:pt x="1040216" y="129677"/>
                </a:lnTo>
                <a:lnTo>
                  <a:pt x="1040506" y="130908"/>
                </a:lnTo>
                <a:lnTo>
                  <a:pt x="1040821" y="132118"/>
                </a:lnTo>
                <a:lnTo>
                  <a:pt x="1041162" y="133309"/>
                </a:lnTo>
                <a:lnTo>
                  <a:pt x="1041528" y="134479"/>
                </a:lnTo>
                <a:lnTo>
                  <a:pt x="1041919" y="135629"/>
                </a:lnTo>
                <a:lnTo>
                  <a:pt x="1042336" y="136758"/>
                </a:lnTo>
                <a:lnTo>
                  <a:pt x="1042778" y="137868"/>
                </a:lnTo>
                <a:lnTo>
                  <a:pt x="1043245" y="138957"/>
                </a:lnTo>
                <a:lnTo>
                  <a:pt x="1043737" y="140026"/>
                </a:lnTo>
                <a:lnTo>
                  <a:pt x="1044254" y="141075"/>
                </a:lnTo>
                <a:lnTo>
                  <a:pt x="1044797" y="142104"/>
                </a:lnTo>
                <a:lnTo>
                  <a:pt x="1045365" y="143113"/>
                </a:lnTo>
                <a:lnTo>
                  <a:pt x="1045958" y="144101"/>
                </a:lnTo>
                <a:lnTo>
                  <a:pt x="1046573" y="145069"/>
                </a:lnTo>
                <a:lnTo>
                  <a:pt x="1047206" y="146017"/>
                </a:lnTo>
                <a:lnTo>
                  <a:pt x="1047857" y="146944"/>
                </a:lnTo>
                <a:lnTo>
                  <a:pt x="1048526" y="147851"/>
                </a:lnTo>
                <a:lnTo>
                  <a:pt x="1049214" y="148738"/>
                </a:lnTo>
                <a:lnTo>
                  <a:pt x="1049919" y="149604"/>
                </a:lnTo>
                <a:lnTo>
                  <a:pt x="1050643" y="150450"/>
                </a:lnTo>
                <a:lnTo>
                  <a:pt x="1051385" y="151275"/>
                </a:lnTo>
                <a:lnTo>
                  <a:pt x="1052145" y="152080"/>
                </a:lnTo>
                <a:lnTo>
                  <a:pt x="1052923" y="152865"/>
                </a:lnTo>
                <a:lnTo>
                  <a:pt x="1053719" y="153629"/>
                </a:lnTo>
                <a:lnTo>
                  <a:pt x="1054534" y="154373"/>
                </a:lnTo>
                <a:lnTo>
                  <a:pt x="1055366" y="155096"/>
                </a:lnTo>
                <a:lnTo>
                  <a:pt x="1056217" y="155799"/>
                </a:lnTo>
                <a:lnTo>
                  <a:pt x="1057086" y="156482"/>
                </a:lnTo>
                <a:lnTo>
                  <a:pt x="1057973" y="157145"/>
                </a:lnTo>
                <a:lnTo>
                  <a:pt x="1058878" y="157787"/>
                </a:lnTo>
                <a:lnTo>
                  <a:pt x="1059801" y="158408"/>
                </a:lnTo>
                <a:lnTo>
                  <a:pt x="1060742" y="159009"/>
                </a:lnTo>
                <a:lnTo>
                  <a:pt x="1061702" y="159590"/>
                </a:lnTo>
                <a:lnTo>
                  <a:pt x="1062679" y="160151"/>
                </a:lnTo>
                <a:lnTo>
                  <a:pt x="1063675" y="160691"/>
                </a:lnTo>
                <a:lnTo>
                  <a:pt x="1064689" y="161210"/>
                </a:lnTo>
                <a:lnTo>
                  <a:pt x="1065721" y="161710"/>
                </a:lnTo>
                <a:lnTo>
                  <a:pt x="1066767" y="162189"/>
                </a:lnTo>
                <a:lnTo>
                  <a:pt x="1067825" y="162647"/>
                </a:lnTo>
                <a:lnTo>
                  <a:pt x="1068893" y="163085"/>
                </a:lnTo>
                <a:lnTo>
                  <a:pt x="1069972" y="163503"/>
                </a:lnTo>
                <a:lnTo>
                  <a:pt x="1071062" y="163901"/>
                </a:lnTo>
                <a:lnTo>
                  <a:pt x="1072163" y="164278"/>
                </a:lnTo>
                <a:lnTo>
                  <a:pt x="1073274" y="164634"/>
                </a:lnTo>
                <a:lnTo>
                  <a:pt x="1074397" y="164971"/>
                </a:lnTo>
                <a:lnTo>
                  <a:pt x="1075530" y="165287"/>
                </a:lnTo>
                <a:lnTo>
                  <a:pt x="1076674" y="165582"/>
                </a:lnTo>
                <a:lnTo>
                  <a:pt x="1077829" y="165857"/>
                </a:lnTo>
                <a:lnTo>
                  <a:pt x="1078995" y="166112"/>
                </a:lnTo>
                <a:lnTo>
                  <a:pt x="1080171" y="166346"/>
                </a:lnTo>
                <a:lnTo>
                  <a:pt x="1081359" y="166560"/>
                </a:lnTo>
                <a:lnTo>
                  <a:pt x="1082557" y="166754"/>
                </a:lnTo>
                <a:lnTo>
                  <a:pt x="1083766" y="166927"/>
                </a:lnTo>
                <a:lnTo>
                  <a:pt x="1084986" y="167080"/>
                </a:lnTo>
                <a:lnTo>
                  <a:pt x="1086217" y="167212"/>
                </a:lnTo>
                <a:lnTo>
                  <a:pt x="1087459" y="167325"/>
                </a:lnTo>
                <a:lnTo>
                  <a:pt x="1088712" y="167416"/>
                </a:lnTo>
                <a:lnTo>
                  <a:pt x="1089975" y="167488"/>
                </a:lnTo>
                <a:lnTo>
                  <a:pt x="1091249" y="167539"/>
                </a:lnTo>
                <a:lnTo>
                  <a:pt x="1092534" y="167569"/>
                </a:lnTo>
                <a:lnTo>
                  <a:pt x="1093830" y="167579"/>
                </a:lnTo>
                <a:lnTo>
                  <a:pt x="1095091" y="167569"/>
                </a:lnTo>
                <a:lnTo>
                  <a:pt x="1096343" y="167539"/>
                </a:lnTo>
                <a:lnTo>
                  <a:pt x="1097585" y="167488"/>
                </a:lnTo>
                <a:lnTo>
                  <a:pt x="1098819" y="167416"/>
                </a:lnTo>
                <a:lnTo>
                  <a:pt x="1100043" y="167325"/>
                </a:lnTo>
                <a:lnTo>
                  <a:pt x="1101258" y="167212"/>
                </a:lnTo>
                <a:lnTo>
                  <a:pt x="1102464" y="167080"/>
                </a:lnTo>
                <a:lnTo>
                  <a:pt x="1103661" y="166927"/>
                </a:lnTo>
                <a:lnTo>
                  <a:pt x="1104848" y="166754"/>
                </a:lnTo>
                <a:lnTo>
                  <a:pt x="1106027" y="166560"/>
                </a:lnTo>
                <a:lnTo>
                  <a:pt x="1107196" y="166346"/>
                </a:lnTo>
                <a:lnTo>
                  <a:pt x="1108356" y="166112"/>
                </a:lnTo>
                <a:lnTo>
                  <a:pt x="1109507" y="165857"/>
                </a:lnTo>
                <a:lnTo>
                  <a:pt x="1110649" y="165582"/>
                </a:lnTo>
                <a:lnTo>
                  <a:pt x="1111781" y="165287"/>
                </a:lnTo>
                <a:lnTo>
                  <a:pt x="1112905" y="164971"/>
                </a:lnTo>
                <a:lnTo>
                  <a:pt x="1114019" y="164634"/>
                </a:lnTo>
                <a:lnTo>
                  <a:pt x="1115124" y="164278"/>
                </a:lnTo>
                <a:lnTo>
                  <a:pt x="1116220" y="163901"/>
                </a:lnTo>
                <a:lnTo>
                  <a:pt x="1117307" y="163503"/>
                </a:lnTo>
                <a:lnTo>
                  <a:pt x="1118385" y="163085"/>
                </a:lnTo>
                <a:lnTo>
                  <a:pt x="1119453" y="162647"/>
                </a:lnTo>
                <a:lnTo>
                  <a:pt x="1120513" y="162189"/>
                </a:lnTo>
                <a:lnTo>
                  <a:pt x="1121563" y="161710"/>
                </a:lnTo>
                <a:lnTo>
                  <a:pt x="1122599" y="161210"/>
                </a:lnTo>
                <a:lnTo>
                  <a:pt x="1123618" y="160691"/>
                </a:lnTo>
                <a:lnTo>
                  <a:pt x="1124619" y="160151"/>
                </a:lnTo>
                <a:lnTo>
                  <a:pt x="1125603" y="159590"/>
                </a:lnTo>
                <a:lnTo>
                  <a:pt x="1126569" y="159009"/>
                </a:lnTo>
                <a:lnTo>
                  <a:pt x="1127516" y="158408"/>
                </a:lnTo>
                <a:lnTo>
                  <a:pt x="1128447" y="157787"/>
                </a:lnTo>
                <a:lnTo>
                  <a:pt x="1129359" y="157145"/>
                </a:lnTo>
                <a:lnTo>
                  <a:pt x="1130253" y="156482"/>
                </a:lnTo>
                <a:lnTo>
                  <a:pt x="1131130" y="155799"/>
                </a:lnTo>
                <a:lnTo>
                  <a:pt x="1131989" y="155096"/>
                </a:lnTo>
                <a:lnTo>
                  <a:pt x="1132831" y="154373"/>
                </a:lnTo>
                <a:lnTo>
                  <a:pt x="1133654" y="153629"/>
                </a:lnTo>
                <a:lnTo>
                  <a:pt x="1134460" y="152865"/>
                </a:lnTo>
                <a:lnTo>
                  <a:pt x="1135248" y="152080"/>
                </a:lnTo>
                <a:lnTo>
                  <a:pt x="1136018" y="151275"/>
                </a:lnTo>
                <a:lnTo>
                  <a:pt x="1136771" y="150450"/>
                </a:lnTo>
                <a:lnTo>
                  <a:pt x="1137505" y="149604"/>
                </a:lnTo>
                <a:lnTo>
                  <a:pt x="1138222" y="148738"/>
                </a:lnTo>
                <a:lnTo>
                  <a:pt x="1138922" y="147851"/>
                </a:lnTo>
                <a:lnTo>
                  <a:pt x="1139603" y="146944"/>
                </a:lnTo>
                <a:lnTo>
                  <a:pt x="1140267" y="146017"/>
                </a:lnTo>
                <a:lnTo>
                  <a:pt x="1140913" y="145069"/>
                </a:lnTo>
                <a:lnTo>
                  <a:pt x="1141541" y="144101"/>
                </a:lnTo>
                <a:lnTo>
                  <a:pt x="1142147" y="143113"/>
                </a:lnTo>
                <a:lnTo>
                  <a:pt x="1142728" y="142104"/>
                </a:lnTo>
                <a:lnTo>
                  <a:pt x="1143283" y="141075"/>
                </a:lnTo>
                <a:lnTo>
                  <a:pt x="1143811" y="140026"/>
                </a:lnTo>
                <a:lnTo>
                  <a:pt x="1144315" y="138957"/>
                </a:lnTo>
                <a:lnTo>
                  <a:pt x="1144792" y="137868"/>
                </a:lnTo>
                <a:lnTo>
                  <a:pt x="1145244" y="136758"/>
                </a:lnTo>
                <a:lnTo>
                  <a:pt x="1145669" y="135629"/>
                </a:lnTo>
                <a:lnTo>
                  <a:pt x="1146069" y="134479"/>
                </a:lnTo>
                <a:lnTo>
                  <a:pt x="1146443" y="133309"/>
                </a:lnTo>
                <a:lnTo>
                  <a:pt x="1146792" y="132118"/>
                </a:lnTo>
                <a:lnTo>
                  <a:pt x="1147114" y="130908"/>
                </a:lnTo>
                <a:lnTo>
                  <a:pt x="1147411" y="129677"/>
                </a:lnTo>
                <a:lnTo>
                  <a:pt x="1147682" y="128426"/>
                </a:lnTo>
                <a:lnTo>
                  <a:pt x="1147927" y="127155"/>
                </a:lnTo>
                <a:lnTo>
                  <a:pt x="1148146" y="125864"/>
                </a:lnTo>
                <a:lnTo>
                  <a:pt x="1148340" y="124553"/>
                </a:lnTo>
                <a:lnTo>
                  <a:pt x="1148508" y="123221"/>
                </a:lnTo>
                <a:lnTo>
                  <a:pt x="1148649" y="121869"/>
                </a:lnTo>
                <a:lnTo>
                  <a:pt x="1148766" y="120497"/>
                </a:lnTo>
                <a:lnTo>
                  <a:pt x="1148856" y="119105"/>
                </a:lnTo>
                <a:lnTo>
                  <a:pt x="1148920" y="117692"/>
                </a:lnTo>
                <a:lnTo>
                  <a:pt x="1148959" y="116260"/>
                </a:lnTo>
                <a:lnTo>
                  <a:pt x="1148972" y="114807"/>
                </a:lnTo>
                <a:lnTo>
                  <a:pt x="1148972" y="8616"/>
                </a:lnTo>
                <a:lnTo>
                  <a:pt x="1135725" y="8616"/>
                </a:lnTo>
                <a:lnTo>
                  <a:pt x="1135725" y="114807"/>
                </a:lnTo>
                <a:lnTo>
                  <a:pt x="1135716" y="115939"/>
                </a:lnTo>
                <a:lnTo>
                  <a:pt x="1135688" y="117056"/>
                </a:lnTo>
                <a:lnTo>
                  <a:pt x="1135641" y="118157"/>
                </a:lnTo>
                <a:lnTo>
                  <a:pt x="1135575" y="119242"/>
                </a:lnTo>
                <a:lnTo>
                  <a:pt x="1135491" y="120312"/>
                </a:lnTo>
                <a:close/>
                <a:moveTo>
                  <a:pt x="1659208" y="150423"/>
                </a:moveTo>
                <a:lnTo>
                  <a:pt x="1659241" y="150890"/>
                </a:lnTo>
                <a:lnTo>
                  <a:pt x="1659276" y="151360"/>
                </a:lnTo>
                <a:lnTo>
                  <a:pt x="1659314" y="151831"/>
                </a:lnTo>
                <a:lnTo>
                  <a:pt x="1659354" y="152305"/>
                </a:lnTo>
                <a:lnTo>
                  <a:pt x="1659396" y="152781"/>
                </a:lnTo>
                <a:lnTo>
                  <a:pt x="1659441" y="153259"/>
                </a:lnTo>
                <a:lnTo>
                  <a:pt x="1659489" y="153739"/>
                </a:lnTo>
                <a:lnTo>
                  <a:pt x="1659539" y="154220"/>
                </a:lnTo>
                <a:lnTo>
                  <a:pt x="1659591" y="154704"/>
                </a:lnTo>
                <a:lnTo>
                  <a:pt x="1659645" y="155191"/>
                </a:lnTo>
                <a:lnTo>
                  <a:pt x="1659703" y="155679"/>
                </a:lnTo>
                <a:lnTo>
                  <a:pt x="1659762" y="156164"/>
                </a:lnTo>
                <a:lnTo>
                  <a:pt x="1659823" y="156643"/>
                </a:lnTo>
                <a:lnTo>
                  <a:pt x="1659887" y="157115"/>
                </a:lnTo>
                <a:lnTo>
                  <a:pt x="1659952" y="157580"/>
                </a:lnTo>
                <a:lnTo>
                  <a:pt x="1660020" y="158038"/>
                </a:lnTo>
                <a:lnTo>
                  <a:pt x="1660090" y="158489"/>
                </a:lnTo>
                <a:lnTo>
                  <a:pt x="1660161" y="158933"/>
                </a:lnTo>
                <a:lnTo>
                  <a:pt x="1660235" y="159370"/>
                </a:lnTo>
                <a:lnTo>
                  <a:pt x="1660311" y="159801"/>
                </a:lnTo>
                <a:lnTo>
                  <a:pt x="1660389" y="160224"/>
                </a:lnTo>
                <a:lnTo>
                  <a:pt x="1660469" y="160641"/>
                </a:lnTo>
                <a:lnTo>
                  <a:pt x="1660551" y="161050"/>
                </a:lnTo>
                <a:lnTo>
                  <a:pt x="1660635" y="161453"/>
                </a:lnTo>
                <a:lnTo>
                  <a:pt x="1660721" y="161848"/>
                </a:lnTo>
                <a:lnTo>
                  <a:pt x="1660809" y="162237"/>
                </a:lnTo>
                <a:lnTo>
                  <a:pt x="1660899" y="162619"/>
                </a:lnTo>
                <a:lnTo>
                  <a:pt x="1660992" y="162994"/>
                </a:lnTo>
                <a:lnTo>
                  <a:pt x="1661086" y="163362"/>
                </a:lnTo>
                <a:lnTo>
                  <a:pt x="1661182" y="163723"/>
                </a:lnTo>
                <a:lnTo>
                  <a:pt x="1661281" y="164078"/>
                </a:lnTo>
                <a:lnTo>
                  <a:pt x="1661381" y="164425"/>
                </a:lnTo>
                <a:lnTo>
                  <a:pt x="1661484" y="164765"/>
                </a:lnTo>
                <a:lnTo>
                  <a:pt x="1661588" y="165099"/>
                </a:lnTo>
                <a:lnTo>
                  <a:pt x="1661695" y="165425"/>
                </a:lnTo>
                <a:lnTo>
                  <a:pt x="1675480" y="165425"/>
                </a:lnTo>
                <a:lnTo>
                  <a:pt x="1675480" y="164025"/>
                </a:lnTo>
                <a:lnTo>
                  <a:pt x="1675338" y="163680"/>
                </a:lnTo>
                <a:lnTo>
                  <a:pt x="1675199" y="163327"/>
                </a:lnTo>
                <a:lnTo>
                  <a:pt x="1675062" y="162965"/>
                </a:lnTo>
                <a:lnTo>
                  <a:pt x="1674928" y="162595"/>
                </a:lnTo>
                <a:lnTo>
                  <a:pt x="1674798" y="162217"/>
                </a:lnTo>
                <a:lnTo>
                  <a:pt x="1674669" y="161831"/>
                </a:lnTo>
                <a:lnTo>
                  <a:pt x="1674544" y="161436"/>
                </a:lnTo>
                <a:lnTo>
                  <a:pt x="1674421" y="161034"/>
                </a:lnTo>
                <a:lnTo>
                  <a:pt x="1674302" y="160623"/>
                </a:lnTo>
                <a:lnTo>
                  <a:pt x="1674185" y="160203"/>
                </a:lnTo>
                <a:lnTo>
                  <a:pt x="1674071" y="159776"/>
                </a:lnTo>
                <a:lnTo>
                  <a:pt x="1673959" y="159340"/>
                </a:lnTo>
                <a:lnTo>
                  <a:pt x="1673851" y="158897"/>
                </a:lnTo>
                <a:lnTo>
                  <a:pt x="1673745" y="158444"/>
                </a:lnTo>
                <a:lnTo>
                  <a:pt x="1673642" y="157984"/>
                </a:lnTo>
                <a:lnTo>
                  <a:pt x="1673542" y="157515"/>
                </a:lnTo>
                <a:lnTo>
                  <a:pt x="1673445" y="157039"/>
                </a:lnTo>
                <a:lnTo>
                  <a:pt x="1673350" y="156554"/>
                </a:lnTo>
                <a:lnTo>
                  <a:pt x="1673258" y="156060"/>
                </a:lnTo>
                <a:lnTo>
                  <a:pt x="1673169" y="155559"/>
                </a:lnTo>
                <a:lnTo>
                  <a:pt x="1673083" y="155049"/>
                </a:lnTo>
                <a:lnTo>
                  <a:pt x="1673000" y="154531"/>
                </a:lnTo>
                <a:lnTo>
                  <a:pt x="1672920" y="154005"/>
                </a:lnTo>
                <a:lnTo>
                  <a:pt x="1672842" y="153471"/>
                </a:lnTo>
                <a:lnTo>
                  <a:pt x="1672767" y="152933"/>
                </a:lnTo>
                <a:lnTo>
                  <a:pt x="1672696" y="152397"/>
                </a:lnTo>
                <a:lnTo>
                  <a:pt x="1672627" y="151862"/>
                </a:lnTo>
                <a:lnTo>
                  <a:pt x="1672562" y="151329"/>
                </a:lnTo>
                <a:lnTo>
                  <a:pt x="1672500" y="150797"/>
                </a:lnTo>
                <a:lnTo>
                  <a:pt x="1672441" y="150267"/>
                </a:lnTo>
                <a:lnTo>
                  <a:pt x="1672386" y="149738"/>
                </a:lnTo>
                <a:lnTo>
                  <a:pt x="1672333" y="149211"/>
                </a:lnTo>
                <a:lnTo>
                  <a:pt x="1672284" y="148685"/>
                </a:lnTo>
                <a:lnTo>
                  <a:pt x="1672238" y="148161"/>
                </a:lnTo>
                <a:lnTo>
                  <a:pt x="1672195" y="147638"/>
                </a:lnTo>
                <a:lnTo>
                  <a:pt x="1672155" y="147117"/>
                </a:lnTo>
                <a:lnTo>
                  <a:pt x="1672119" y="146597"/>
                </a:lnTo>
                <a:lnTo>
                  <a:pt x="1672085" y="146078"/>
                </a:lnTo>
                <a:lnTo>
                  <a:pt x="1672055" y="145562"/>
                </a:lnTo>
                <a:lnTo>
                  <a:pt x="1672028" y="145046"/>
                </a:lnTo>
                <a:lnTo>
                  <a:pt x="1672004" y="144533"/>
                </a:lnTo>
                <a:lnTo>
                  <a:pt x="1671984" y="144020"/>
                </a:lnTo>
                <a:lnTo>
                  <a:pt x="1671966" y="143509"/>
                </a:lnTo>
                <a:lnTo>
                  <a:pt x="1671952" y="143000"/>
                </a:lnTo>
                <a:lnTo>
                  <a:pt x="1671941" y="142492"/>
                </a:lnTo>
                <a:lnTo>
                  <a:pt x="1671933" y="141986"/>
                </a:lnTo>
                <a:lnTo>
                  <a:pt x="1671928" y="141481"/>
                </a:lnTo>
                <a:lnTo>
                  <a:pt x="1671926" y="140978"/>
                </a:lnTo>
                <a:lnTo>
                  <a:pt x="1671926" y="84651"/>
                </a:lnTo>
                <a:lnTo>
                  <a:pt x="1671917" y="83600"/>
                </a:lnTo>
                <a:lnTo>
                  <a:pt x="1671889" y="82563"/>
                </a:lnTo>
                <a:lnTo>
                  <a:pt x="1671841" y="81541"/>
                </a:lnTo>
                <a:lnTo>
                  <a:pt x="1671775" y="80535"/>
                </a:lnTo>
                <a:lnTo>
                  <a:pt x="1671690" y="79543"/>
                </a:lnTo>
                <a:lnTo>
                  <a:pt x="1671586" y="78566"/>
                </a:lnTo>
                <a:lnTo>
                  <a:pt x="1671464" y="77604"/>
                </a:lnTo>
                <a:lnTo>
                  <a:pt x="1671322" y="76658"/>
                </a:lnTo>
                <a:lnTo>
                  <a:pt x="1671162" y="75726"/>
                </a:lnTo>
                <a:lnTo>
                  <a:pt x="1670982" y="74809"/>
                </a:lnTo>
                <a:lnTo>
                  <a:pt x="1670784" y="73907"/>
                </a:lnTo>
                <a:lnTo>
                  <a:pt x="1670567" y="73020"/>
                </a:lnTo>
                <a:lnTo>
                  <a:pt x="1670331" y="72148"/>
                </a:lnTo>
                <a:lnTo>
                  <a:pt x="1670076" y="71291"/>
                </a:lnTo>
                <a:lnTo>
                  <a:pt x="1669802" y="70448"/>
                </a:lnTo>
                <a:lnTo>
                  <a:pt x="1669509" y="69621"/>
                </a:lnTo>
                <a:lnTo>
                  <a:pt x="1669198" y="68809"/>
                </a:lnTo>
                <a:lnTo>
                  <a:pt x="1668867" y="68012"/>
                </a:lnTo>
                <a:lnTo>
                  <a:pt x="1668518" y="67229"/>
                </a:lnTo>
                <a:lnTo>
                  <a:pt x="1668149" y="66462"/>
                </a:lnTo>
                <a:lnTo>
                  <a:pt x="1667762" y="65710"/>
                </a:lnTo>
                <a:lnTo>
                  <a:pt x="1667356" y="64972"/>
                </a:lnTo>
                <a:lnTo>
                  <a:pt x="1666931" y="64250"/>
                </a:lnTo>
                <a:lnTo>
                  <a:pt x="1666488" y="63542"/>
                </a:lnTo>
                <a:lnTo>
                  <a:pt x="1666027" y="62850"/>
                </a:lnTo>
                <a:lnTo>
                  <a:pt x="1665553" y="62171"/>
                </a:lnTo>
                <a:lnTo>
                  <a:pt x="1665064" y="61508"/>
                </a:lnTo>
                <a:lnTo>
                  <a:pt x="1664561" y="60859"/>
                </a:lnTo>
                <a:lnTo>
                  <a:pt x="1664044" y="60224"/>
                </a:lnTo>
                <a:lnTo>
                  <a:pt x="1663512" y="59605"/>
                </a:lnTo>
                <a:lnTo>
                  <a:pt x="1662967" y="58999"/>
                </a:lnTo>
                <a:lnTo>
                  <a:pt x="1662407" y="58409"/>
                </a:lnTo>
                <a:lnTo>
                  <a:pt x="1661833" y="57833"/>
                </a:lnTo>
                <a:lnTo>
                  <a:pt x="1661245" y="57271"/>
                </a:lnTo>
                <a:lnTo>
                  <a:pt x="1660642" y="56724"/>
                </a:lnTo>
                <a:lnTo>
                  <a:pt x="1660026" y="56192"/>
                </a:lnTo>
                <a:lnTo>
                  <a:pt x="1659395" y="55674"/>
                </a:lnTo>
                <a:lnTo>
                  <a:pt x="1658750" y="55171"/>
                </a:lnTo>
                <a:lnTo>
                  <a:pt x="1658090" y="54682"/>
                </a:lnTo>
                <a:lnTo>
                  <a:pt x="1657417" y="54208"/>
                </a:lnTo>
                <a:lnTo>
                  <a:pt x="1656729" y="53749"/>
                </a:lnTo>
                <a:lnTo>
                  <a:pt x="1656027" y="53304"/>
                </a:lnTo>
                <a:lnTo>
                  <a:pt x="1655311" y="52874"/>
                </a:lnTo>
                <a:lnTo>
                  <a:pt x="1654581" y="52458"/>
                </a:lnTo>
                <a:lnTo>
                  <a:pt x="1653836" y="52057"/>
                </a:lnTo>
                <a:lnTo>
                  <a:pt x="1653078" y="51671"/>
                </a:lnTo>
                <a:lnTo>
                  <a:pt x="1652305" y="51299"/>
                </a:lnTo>
                <a:lnTo>
                  <a:pt x="1651517" y="50942"/>
                </a:lnTo>
                <a:lnTo>
                  <a:pt x="1650718" y="50599"/>
                </a:lnTo>
                <a:lnTo>
                  <a:pt x="1649909" y="50271"/>
                </a:lnTo>
                <a:lnTo>
                  <a:pt x="1649090" y="49957"/>
                </a:lnTo>
                <a:lnTo>
                  <a:pt x="1648261" y="49658"/>
                </a:lnTo>
                <a:lnTo>
                  <a:pt x="1647422" y="49374"/>
                </a:lnTo>
                <a:lnTo>
                  <a:pt x="1646573" y="49104"/>
                </a:lnTo>
                <a:lnTo>
                  <a:pt x="1645715" y="48849"/>
                </a:lnTo>
                <a:lnTo>
                  <a:pt x="1644846" y="48608"/>
                </a:lnTo>
                <a:lnTo>
                  <a:pt x="1643968" y="48382"/>
                </a:lnTo>
                <a:lnTo>
                  <a:pt x="1643079" y="48171"/>
                </a:lnTo>
                <a:lnTo>
                  <a:pt x="1642181" y="47974"/>
                </a:lnTo>
                <a:lnTo>
                  <a:pt x="1641273" y="47791"/>
                </a:lnTo>
                <a:lnTo>
                  <a:pt x="1640354" y="47624"/>
                </a:lnTo>
                <a:lnTo>
                  <a:pt x="1639426" y="47470"/>
                </a:lnTo>
                <a:lnTo>
                  <a:pt x="1638488" y="47332"/>
                </a:lnTo>
                <a:lnTo>
                  <a:pt x="1637541" y="47208"/>
                </a:lnTo>
                <a:lnTo>
                  <a:pt x="1636583" y="47099"/>
                </a:lnTo>
                <a:lnTo>
                  <a:pt x="1635615" y="47004"/>
                </a:lnTo>
                <a:lnTo>
                  <a:pt x="1634637" y="46924"/>
                </a:lnTo>
                <a:lnTo>
                  <a:pt x="1633650" y="46858"/>
                </a:lnTo>
                <a:lnTo>
                  <a:pt x="1632653" y="46807"/>
                </a:lnTo>
                <a:lnTo>
                  <a:pt x="1631645" y="46770"/>
                </a:lnTo>
                <a:lnTo>
                  <a:pt x="1630628" y="46749"/>
                </a:lnTo>
                <a:lnTo>
                  <a:pt x="1629601" y="46741"/>
                </a:lnTo>
                <a:lnTo>
                  <a:pt x="1628769" y="46746"/>
                </a:lnTo>
                <a:lnTo>
                  <a:pt x="1627944" y="46761"/>
                </a:lnTo>
                <a:lnTo>
                  <a:pt x="1627125" y="46786"/>
                </a:lnTo>
                <a:lnTo>
                  <a:pt x="1626311" y="46821"/>
                </a:lnTo>
                <a:lnTo>
                  <a:pt x="1625505" y="46865"/>
                </a:lnTo>
                <a:lnTo>
                  <a:pt x="1624704" y="46920"/>
                </a:lnTo>
                <a:lnTo>
                  <a:pt x="1623909" y="46984"/>
                </a:lnTo>
                <a:lnTo>
                  <a:pt x="1623121" y="47058"/>
                </a:lnTo>
                <a:lnTo>
                  <a:pt x="1622339" y="47143"/>
                </a:lnTo>
                <a:lnTo>
                  <a:pt x="1621563" y="47237"/>
                </a:lnTo>
                <a:lnTo>
                  <a:pt x="1620793" y="47341"/>
                </a:lnTo>
                <a:lnTo>
                  <a:pt x="1620029" y="47455"/>
                </a:lnTo>
                <a:lnTo>
                  <a:pt x="1619271" y="47579"/>
                </a:lnTo>
                <a:lnTo>
                  <a:pt x="1618520" y="47712"/>
                </a:lnTo>
                <a:lnTo>
                  <a:pt x="1617775" y="47856"/>
                </a:lnTo>
                <a:lnTo>
                  <a:pt x="1617036" y="48010"/>
                </a:lnTo>
                <a:lnTo>
                  <a:pt x="1616303" y="48173"/>
                </a:lnTo>
                <a:lnTo>
                  <a:pt x="1615576" y="48347"/>
                </a:lnTo>
                <a:lnTo>
                  <a:pt x="1614856" y="48530"/>
                </a:lnTo>
                <a:lnTo>
                  <a:pt x="1614141" y="48723"/>
                </a:lnTo>
                <a:lnTo>
                  <a:pt x="1613433" y="48926"/>
                </a:lnTo>
                <a:lnTo>
                  <a:pt x="1612731" y="49139"/>
                </a:lnTo>
                <a:lnTo>
                  <a:pt x="1612035" y="49362"/>
                </a:lnTo>
                <a:lnTo>
                  <a:pt x="1611346" y="49595"/>
                </a:lnTo>
                <a:lnTo>
                  <a:pt x="1610663" y="49837"/>
                </a:lnTo>
                <a:lnTo>
                  <a:pt x="1609989" y="50085"/>
                </a:lnTo>
                <a:lnTo>
                  <a:pt x="1609322" y="50340"/>
                </a:lnTo>
                <a:lnTo>
                  <a:pt x="1608664" y="50602"/>
                </a:lnTo>
                <a:lnTo>
                  <a:pt x="1608013" y="50871"/>
                </a:lnTo>
                <a:lnTo>
                  <a:pt x="1607371" y="51147"/>
                </a:lnTo>
                <a:lnTo>
                  <a:pt x="1606737" y="51430"/>
                </a:lnTo>
                <a:lnTo>
                  <a:pt x="1606110" y="51719"/>
                </a:lnTo>
                <a:lnTo>
                  <a:pt x="1605492" y="52016"/>
                </a:lnTo>
                <a:lnTo>
                  <a:pt x="1604882" y="52320"/>
                </a:lnTo>
                <a:lnTo>
                  <a:pt x="1604280" y="52630"/>
                </a:lnTo>
                <a:lnTo>
                  <a:pt x="1603686" y="52947"/>
                </a:lnTo>
                <a:lnTo>
                  <a:pt x="1603100" y="53272"/>
                </a:lnTo>
                <a:lnTo>
                  <a:pt x="1602522" y="53603"/>
                </a:lnTo>
                <a:lnTo>
                  <a:pt x="1601952" y="53941"/>
                </a:lnTo>
                <a:lnTo>
                  <a:pt x="1601390" y="54286"/>
                </a:lnTo>
                <a:lnTo>
                  <a:pt x="1600836" y="54638"/>
                </a:lnTo>
                <a:lnTo>
                  <a:pt x="1600290" y="54997"/>
                </a:lnTo>
                <a:lnTo>
                  <a:pt x="1599752" y="55363"/>
                </a:lnTo>
                <a:lnTo>
                  <a:pt x="1599222" y="55736"/>
                </a:lnTo>
                <a:lnTo>
                  <a:pt x="1598700" y="56115"/>
                </a:lnTo>
                <a:lnTo>
                  <a:pt x="1598187" y="56502"/>
                </a:lnTo>
                <a:lnTo>
                  <a:pt x="1597681" y="56895"/>
                </a:lnTo>
                <a:lnTo>
                  <a:pt x="1597183" y="57296"/>
                </a:lnTo>
                <a:lnTo>
                  <a:pt x="1596695" y="57702"/>
                </a:lnTo>
                <a:lnTo>
                  <a:pt x="1596215" y="58112"/>
                </a:lnTo>
                <a:lnTo>
                  <a:pt x="1595745" y="58528"/>
                </a:lnTo>
                <a:lnTo>
                  <a:pt x="1595285" y="58947"/>
                </a:lnTo>
                <a:lnTo>
                  <a:pt x="1594835" y="59371"/>
                </a:lnTo>
                <a:lnTo>
                  <a:pt x="1594393" y="59800"/>
                </a:lnTo>
                <a:lnTo>
                  <a:pt x="1593962" y="60233"/>
                </a:lnTo>
                <a:lnTo>
                  <a:pt x="1593540" y="60670"/>
                </a:lnTo>
                <a:lnTo>
                  <a:pt x="1593127" y="61112"/>
                </a:lnTo>
                <a:lnTo>
                  <a:pt x="1592724" y="61559"/>
                </a:lnTo>
                <a:lnTo>
                  <a:pt x="1592331" y="62010"/>
                </a:lnTo>
                <a:lnTo>
                  <a:pt x="1591947" y="62465"/>
                </a:lnTo>
                <a:lnTo>
                  <a:pt x="1591572" y="62925"/>
                </a:lnTo>
                <a:lnTo>
                  <a:pt x="1591207" y="63390"/>
                </a:lnTo>
                <a:lnTo>
                  <a:pt x="1590852" y="63859"/>
                </a:lnTo>
                <a:lnTo>
                  <a:pt x="1590506" y="64332"/>
                </a:lnTo>
                <a:lnTo>
                  <a:pt x="1590170" y="64810"/>
                </a:lnTo>
                <a:lnTo>
                  <a:pt x="1589843" y="65292"/>
                </a:lnTo>
                <a:lnTo>
                  <a:pt x="1589526" y="65779"/>
                </a:lnTo>
                <a:lnTo>
                  <a:pt x="1589218" y="66271"/>
                </a:lnTo>
                <a:lnTo>
                  <a:pt x="1588920" y="66767"/>
                </a:lnTo>
                <a:lnTo>
                  <a:pt x="1588631" y="67267"/>
                </a:lnTo>
                <a:lnTo>
                  <a:pt x="1588352" y="67772"/>
                </a:lnTo>
                <a:lnTo>
                  <a:pt x="1588083" y="68281"/>
                </a:lnTo>
                <a:lnTo>
                  <a:pt x="1587824" y="68793"/>
                </a:lnTo>
                <a:lnTo>
                  <a:pt x="1587575" y="69307"/>
                </a:lnTo>
                <a:lnTo>
                  <a:pt x="1587338" y="69822"/>
                </a:lnTo>
                <a:lnTo>
                  <a:pt x="1587112" y="70339"/>
                </a:lnTo>
                <a:lnTo>
                  <a:pt x="1586897" y="70858"/>
                </a:lnTo>
                <a:lnTo>
                  <a:pt x="1586693" y="71377"/>
                </a:lnTo>
                <a:lnTo>
                  <a:pt x="1586500" y="71899"/>
                </a:lnTo>
                <a:lnTo>
                  <a:pt x="1586318" y="72421"/>
                </a:lnTo>
                <a:lnTo>
                  <a:pt x="1586147" y="72946"/>
                </a:lnTo>
                <a:lnTo>
                  <a:pt x="1585987" y="73472"/>
                </a:lnTo>
                <a:lnTo>
                  <a:pt x="1585838" y="73999"/>
                </a:lnTo>
                <a:lnTo>
                  <a:pt x="1585700" y="74528"/>
                </a:lnTo>
                <a:lnTo>
                  <a:pt x="1585573" y="75058"/>
                </a:lnTo>
                <a:lnTo>
                  <a:pt x="1585457" y="75590"/>
                </a:lnTo>
                <a:lnTo>
                  <a:pt x="1585353" y="76123"/>
                </a:lnTo>
                <a:lnTo>
                  <a:pt x="1585259" y="76658"/>
                </a:lnTo>
                <a:lnTo>
                  <a:pt x="1585176" y="77194"/>
                </a:lnTo>
                <a:lnTo>
                  <a:pt x="1585104" y="77732"/>
                </a:lnTo>
                <a:lnTo>
                  <a:pt x="1585044" y="78271"/>
                </a:lnTo>
                <a:lnTo>
                  <a:pt x="1584994" y="78812"/>
                </a:lnTo>
                <a:lnTo>
                  <a:pt x="1584955" y="79354"/>
                </a:lnTo>
                <a:lnTo>
                  <a:pt x="1584928" y="79898"/>
                </a:lnTo>
                <a:lnTo>
                  <a:pt x="1584911" y="80443"/>
                </a:lnTo>
                <a:lnTo>
                  <a:pt x="1584906" y="80990"/>
                </a:lnTo>
                <a:lnTo>
                  <a:pt x="1597722" y="81097"/>
                </a:lnTo>
                <a:lnTo>
                  <a:pt x="1597729" y="80561"/>
                </a:lnTo>
                <a:lnTo>
                  <a:pt x="1597750" y="80028"/>
                </a:lnTo>
                <a:lnTo>
                  <a:pt x="1597785" y="79499"/>
                </a:lnTo>
                <a:lnTo>
                  <a:pt x="1597834" y="78975"/>
                </a:lnTo>
                <a:lnTo>
                  <a:pt x="1597897" y="78454"/>
                </a:lnTo>
                <a:lnTo>
                  <a:pt x="1597974" y="77937"/>
                </a:lnTo>
                <a:lnTo>
                  <a:pt x="1598065" y="77424"/>
                </a:lnTo>
                <a:lnTo>
                  <a:pt x="1598171" y="76915"/>
                </a:lnTo>
                <a:lnTo>
                  <a:pt x="1598290" y="76410"/>
                </a:lnTo>
                <a:lnTo>
                  <a:pt x="1598423" y="75909"/>
                </a:lnTo>
                <a:lnTo>
                  <a:pt x="1598570" y="75411"/>
                </a:lnTo>
                <a:lnTo>
                  <a:pt x="1598732" y="74918"/>
                </a:lnTo>
                <a:lnTo>
                  <a:pt x="1598907" y="74429"/>
                </a:lnTo>
                <a:lnTo>
                  <a:pt x="1599096" y="73943"/>
                </a:lnTo>
                <a:lnTo>
                  <a:pt x="1599300" y="73462"/>
                </a:lnTo>
                <a:lnTo>
                  <a:pt x="1599517" y="72984"/>
                </a:lnTo>
                <a:lnTo>
                  <a:pt x="1599748" y="72510"/>
                </a:lnTo>
                <a:lnTo>
                  <a:pt x="1599994" y="72040"/>
                </a:lnTo>
                <a:lnTo>
                  <a:pt x="1600253" y="71575"/>
                </a:lnTo>
                <a:lnTo>
                  <a:pt x="1600527" y="71113"/>
                </a:lnTo>
                <a:lnTo>
                  <a:pt x="1600814" y="70655"/>
                </a:lnTo>
                <a:lnTo>
                  <a:pt x="1601116" y="70201"/>
                </a:lnTo>
                <a:lnTo>
                  <a:pt x="1601431" y="69750"/>
                </a:lnTo>
                <a:lnTo>
                  <a:pt x="1601761" y="69304"/>
                </a:lnTo>
                <a:lnTo>
                  <a:pt x="1602102" y="68864"/>
                </a:lnTo>
                <a:lnTo>
                  <a:pt x="1602455" y="68431"/>
                </a:lnTo>
                <a:lnTo>
                  <a:pt x="1602817" y="68005"/>
                </a:lnTo>
                <a:lnTo>
                  <a:pt x="1603191" y="67587"/>
                </a:lnTo>
                <a:lnTo>
                  <a:pt x="1603574" y="67176"/>
                </a:lnTo>
                <a:lnTo>
                  <a:pt x="1603968" y="66773"/>
                </a:lnTo>
                <a:lnTo>
                  <a:pt x="1604373" y="66378"/>
                </a:lnTo>
                <a:lnTo>
                  <a:pt x="1604788" y="65989"/>
                </a:lnTo>
                <a:lnTo>
                  <a:pt x="1605214" y="65609"/>
                </a:lnTo>
                <a:lnTo>
                  <a:pt x="1605650" y="65236"/>
                </a:lnTo>
                <a:lnTo>
                  <a:pt x="1606096" y="64870"/>
                </a:lnTo>
                <a:lnTo>
                  <a:pt x="1606553" y="64512"/>
                </a:lnTo>
                <a:lnTo>
                  <a:pt x="1607021" y="64161"/>
                </a:lnTo>
                <a:lnTo>
                  <a:pt x="1607499" y="63818"/>
                </a:lnTo>
                <a:lnTo>
                  <a:pt x="1607987" y="63482"/>
                </a:lnTo>
                <a:lnTo>
                  <a:pt x="1608486" y="63153"/>
                </a:lnTo>
                <a:lnTo>
                  <a:pt x="1608995" y="62833"/>
                </a:lnTo>
                <a:lnTo>
                  <a:pt x="1609515" y="62519"/>
                </a:lnTo>
                <a:lnTo>
                  <a:pt x="1610045" y="62213"/>
                </a:lnTo>
                <a:lnTo>
                  <a:pt x="1610586" y="61915"/>
                </a:lnTo>
                <a:lnTo>
                  <a:pt x="1611137" y="61624"/>
                </a:lnTo>
                <a:lnTo>
                  <a:pt x="1611699" y="61340"/>
                </a:lnTo>
                <a:lnTo>
                  <a:pt x="1612271" y="61064"/>
                </a:lnTo>
                <a:lnTo>
                  <a:pt x="1612854" y="60796"/>
                </a:lnTo>
                <a:lnTo>
                  <a:pt x="1613445" y="60537"/>
                </a:lnTo>
                <a:lnTo>
                  <a:pt x="1614043" y="60289"/>
                </a:lnTo>
                <a:lnTo>
                  <a:pt x="1614648" y="60051"/>
                </a:lnTo>
                <a:lnTo>
                  <a:pt x="1615260" y="59825"/>
                </a:lnTo>
                <a:lnTo>
                  <a:pt x="1615879" y="59610"/>
                </a:lnTo>
                <a:lnTo>
                  <a:pt x="1616505" y="59406"/>
                </a:lnTo>
                <a:lnTo>
                  <a:pt x="1617138" y="59213"/>
                </a:lnTo>
                <a:lnTo>
                  <a:pt x="1617778" y="59031"/>
                </a:lnTo>
                <a:lnTo>
                  <a:pt x="1618424" y="58860"/>
                </a:lnTo>
                <a:lnTo>
                  <a:pt x="1619078" y="58700"/>
                </a:lnTo>
                <a:lnTo>
                  <a:pt x="1619739" y="58551"/>
                </a:lnTo>
                <a:lnTo>
                  <a:pt x="1620406" y="58413"/>
                </a:lnTo>
                <a:lnTo>
                  <a:pt x="1621080" y="58286"/>
                </a:lnTo>
                <a:lnTo>
                  <a:pt x="1621762" y="58170"/>
                </a:lnTo>
                <a:lnTo>
                  <a:pt x="1622450" y="58066"/>
                </a:lnTo>
                <a:lnTo>
                  <a:pt x="1623145" y="57972"/>
                </a:lnTo>
                <a:lnTo>
                  <a:pt x="1623847" y="57889"/>
                </a:lnTo>
                <a:lnTo>
                  <a:pt x="1624556" y="57817"/>
                </a:lnTo>
                <a:lnTo>
                  <a:pt x="1625272" y="57757"/>
                </a:lnTo>
                <a:lnTo>
                  <a:pt x="1625994" y="57707"/>
                </a:lnTo>
                <a:lnTo>
                  <a:pt x="1626724" y="57669"/>
                </a:lnTo>
                <a:lnTo>
                  <a:pt x="1627461" y="57641"/>
                </a:lnTo>
                <a:lnTo>
                  <a:pt x="1628204" y="57624"/>
                </a:lnTo>
                <a:lnTo>
                  <a:pt x="1628955" y="57619"/>
                </a:lnTo>
                <a:lnTo>
                  <a:pt x="1629766" y="57624"/>
                </a:lnTo>
                <a:lnTo>
                  <a:pt x="1630566" y="57641"/>
                </a:lnTo>
                <a:lnTo>
                  <a:pt x="1631356" y="57669"/>
                </a:lnTo>
                <a:lnTo>
                  <a:pt x="1632135" y="57709"/>
                </a:lnTo>
                <a:lnTo>
                  <a:pt x="1632903" y="57759"/>
                </a:lnTo>
                <a:lnTo>
                  <a:pt x="1633660" y="57821"/>
                </a:lnTo>
                <a:lnTo>
                  <a:pt x="1634406" y="57894"/>
                </a:lnTo>
                <a:lnTo>
                  <a:pt x="1635141" y="57978"/>
                </a:lnTo>
                <a:lnTo>
                  <a:pt x="1635866" y="58073"/>
                </a:lnTo>
                <a:lnTo>
                  <a:pt x="1636579" y="58180"/>
                </a:lnTo>
                <a:lnTo>
                  <a:pt x="1637282" y="58298"/>
                </a:lnTo>
                <a:lnTo>
                  <a:pt x="1637974" y="58427"/>
                </a:lnTo>
                <a:lnTo>
                  <a:pt x="1638656" y="58567"/>
                </a:lnTo>
                <a:lnTo>
                  <a:pt x="1639326" y="58718"/>
                </a:lnTo>
                <a:lnTo>
                  <a:pt x="1639985" y="58881"/>
                </a:lnTo>
                <a:lnTo>
                  <a:pt x="1640634" y="59055"/>
                </a:lnTo>
                <a:lnTo>
                  <a:pt x="1641272" y="59240"/>
                </a:lnTo>
                <a:lnTo>
                  <a:pt x="1641899" y="59436"/>
                </a:lnTo>
                <a:lnTo>
                  <a:pt x="1642515" y="59644"/>
                </a:lnTo>
                <a:lnTo>
                  <a:pt x="1643120" y="59863"/>
                </a:lnTo>
                <a:lnTo>
                  <a:pt x="1643714" y="60093"/>
                </a:lnTo>
                <a:lnTo>
                  <a:pt x="1644298" y="60334"/>
                </a:lnTo>
                <a:lnTo>
                  <a:pt x="1644871" y="60586"/>
                </a:lnTo>
                <a:lnTo>
                  <a:pt x="1645432" y="60850"/>
                </a:lnTo>
                <a:lnTo>
                  <a:pt x="1645983" y="61124"/>
                </a:lnTo>
                <a:lnTo>
                  <a:pt x="1646523" y="61408"/>
                </a:lnTo>
                <a:lnTo>
                  <a:pt x="1647051" y="61701"/>
                </a:lnTo>
                <a:lnTo>
                  <a:pt x="1647569" y="62005"/>
                </a:lnTo>
                <a:lnTo>
                  <a:pt x="1648074" y="62318"/>
                </a:lnTo>
                <a:lnTo>
                  <a:pt x="1648569" y="62640"/>
                </a:lnTo>
                <a:lnTo>
                  <a:pt x="1649053" y="62973"/>
                </a:lnTo>
                <a:lnTo>
                  <a:pt x="1649525" y="63315"/>
                </a:lnTo>
                <a:lnTo>
                  <a:pt x="1649986" y="63667"/>
                </a:lnTo>
                <a:lnTo>
                  <a:pt x="1650436" y="64028"/>
                </a:lnTo>
                <a:lnTo>
                  <a:pt x="1650875" y="64400"/>
                </a:lnTo>
                <a:lnTo>
                  <a:pt x="1651302" y="64781"/>
                </a:lnTo>
                <a:lnTo>
                  <a:pt x="1651718" y="65172"/>
                </a:lnTo>
                <a:lnTo>
                  <a:pt x="1652123" y="65572"/>
                </a:lnTo>
                <a:lnTo>
                  <a:pt x="1652517" y="65982"/>
                </a:lnTo>
                <a:lnTo>
                  <a:pt x="1652900" y="66402"/>
                </a:lnTo>
                <a:lnTo>
                  <a:pt x="1653271" y="66832"/>
                </a:lnTo>
                <a:lnTo>
                  <a:pt x="1653631" y="67271"/>
                </a:lnTo>
                <a:lnTo>
                  <a:pt x="1653980" y="67720"/>
                </a:lnTo>
                <a:lnTo>
                  <a:pt x="1654318" y="68179"/>
                </a:lnTo>
                <a:lnTo>
                  <a:pt x="1654644" y="68648"/>
                </a:lnTo>
                <a:lnTo>
                  <a:pt x="1654959" y="69126"/>
                </a:lnTo>
                <a:lnTo>
                  <a:pt x="1655263" y="69614"/>
                </a:lnTo>
                <a:lnTo>
                  <a:pt x="1655556" y="70112"/>
                </a:lnTo>
                <a:lnTo>
                  <a:pt x="1655837" y="70618"/>
                </a:lnTo>
                <a:lnTo>
                  <a:pt x="1656107" y="71133"/>
                </a:lnTo>
                <a:lnTo>
                  <a:pt x="1656364" y="71655"/>
                </a:lnTo>
                <a:lnTo>
                  <a:pt x="1656609" y="72185"/>
                </a:lnTo>
                <a:lnTo>
                  <a:pt x="1656843" y="72723"/>
                </a:lnTo>
                <a:lnTo>
                  <a:pt x="1657064" y="73269"/>
                </a:lnTo>
                <a:lnTo>
                  <a:pt x="1657273" y="73822"/>
                </a:lnTo>
                <a:lnTo>
                  <a:pt x="1657471" y="74384"/>
                </a:lnTo>
                <a:lnTo>
                  <a:pt x="1657656" y="74953"/>
                </a:lnTo>
                <a:lnTo>
                  <a:pt x="1657830" y="75531"/>
                </a:lnTo>
                <a:lnTo>
                  <a:pt x="1657991" y="76116"/>
                </a:lnTo>
                <a:lnTo>
                  <a:pt x="1658141" y="76708"/>
                </a:lnTo>
                <a:lnTo>
                  <a:pt x="1658279" y="77309"/>
                </a:lnTo>
                <a:lnTo>
                  <a:pt x="1658404" y="77918"/>
                </a:lnTo>
                <a:lnTo>
                  <a:pt x="1658518" y="78534"/>
                </a:lnTo>
                <a:lnTo>
                  <a:pt x="1658620" y="79159"/>
                </a:lnTo>
                <a:lnTo>
                  <a:pt x="1658709" y="79791"/>
                </a:lnTo>
                <a:lnTo>
                  <a:pt x="1658787" y="80431"/>
                </a:lnTo>
                <a:lnTo>
                  <a:pt x="1658853" y="81079"/>
                </a:lnTo>
                <a:lnTo>
                  <a:pt x="1658907" y="81734"/>
                </a:lnTo>
                <a:lnTo>
                  <a:pt x="1658949" y="82398"/>
                </a:lnTo>
                <a:lnTo>
                  <a:pt x="1658979" y="83069"/>
                </a:lnTo>
                <a:lnTo>
                  <a:pt x="1658997" y="83749"/>
                </a:lnTo>
                <a:lnTo>
                  <a:pt x="1659003" y="84436"/>
                </a:lnTo>
                <a:lnTo>
                  <a:pt x="1659003" y="97575"/>
                </a:lnTo>
                <a:lnTo>
                  <a:pt x="1635201" y="97575"/>
                </a:lnTo>
                <a:lnTo>
                  <a:pt x="1634182" y="97580"/>
                </a:lnTo>
                <a:lnTo>
                  <a:pt x="1633172" y="97593"/>
                </a:lnTo>
                <a:lnTo>
                  <a:pt x="1632170" y="97615"/>
                </a:lnTo>
                <a:lnTo>
                  <a:pt x="1631176" y="97645"/>
                </a:lnTo>
                <a:lnTo>
                  <a:pt x="1630191" y="97685"/>
                </a:lnTo>
                <a:lnTo>
                  <a:pt x="1629214" y="97733"/>
                </a:lnTo>
                <a:lnTo>
                  <a:pt x="1628245" y="97790"/>
                </a:lnTo>
                <a:lnTo>
                  <a:pt x="1627285" y="97856"/>
                </a:lnTo>
                <a:lnTo>
                  <a:pt x="1626334" y="97931"/>
                </a:lnTo>
                <a:lnTo>
                  <a:pt x="1625390" y="98015"/>
                </a:lnTo>
                <a:lnTo>
                  <a:pt x="1624456" y="98107"/>
                </a:lnTo>
                <a:lnTo>
                  <a:pt x="1623529" y="98208"/>
                </a:lnTo>
                <a:lnTo>
                  <a:pt x="1622611" y="98318"/>
                </a:lnTo>
                <a:lnTo>
                  <a:pt x="1621702" y="98436"/>
                </a:lnTo>
                <a:lnTo>
                  <a:pt x="1620801" y="98564"/>
                </a:lnTo>
                <a:lnTo>
                  <a:pt x="1619908" y="98700"/>
                </a:lnTo>
                <a:lnTo>
                  <a:pt x="1619024" y="98845"/>
                </a:lnTo>
                <a:lnTo>
                  <a:pt x="1618148" y="98999"/>
                </a:lnTo>
                <a:lnTo>
                  <a:pt x="1617280" y="99161"/>
                </a:lnTo>
                <a:lnTo>
                  <a:pt x="1616421" y="99333"/>
                </a:lnTo>
                <a:lnTo>
                  <a:pt x="1615570" y="99513"/>
                </a:lnTo>
                <a:lnTo>
                  <a:pt x="1614728" y="99702"/>
                </a:lnTo>
                <a:lnTo>
                  <a:pt x="1613894" y="99900"/>
                </a:lnTo>
                <a:lnTo>
                  <a:pt x="1613069" y="100106"/>
                </a:lnTo>
                <a:lnTo>
                  <a:pt x="1612253" y="100321"/>
                </a:lnTo>
                <a:lnTo>
                  <a:pt x="1611447" y="100544"/>
                </a:lnTo>
                <a:lnTo>
                  <a:pt x="1610652" y="100774"/>
                </a:lnTo>
                <a:lnTo>
                  <a:pt x="1609866" y="101013"/>
                </a:lnTo>
                <a:lnTo>
                  <a:pt x="1609092" y="101259"/>
                </a:lnTo>
                <a:lnTo>
                  <a:pt x="1608327" y="101513"/>
                </a:lnTo>
                <a:lnTo>
                  <a:pt x="1607573" y="101775"/>
                </a:lnTo>
                <a:lnTo>
                  <a:pt x="1606828" y="102045"/>
                </a:lnTo>
                <a:lnTo>
                  <a:pt x="1606095" y="102322"/>
                </a:lnTo>
                <a:lnTo>
                  <a:pt x="1605371" y="102608"/>
                </a:lnTo>
                <a:lnTo>
                  <a:pt x="1604658" y="102901"/>
                </a:lnTo>
                <a:lnTo>
                  <a:pt x="1603955" y="103202"/>
                </a:lnTo>
                <a:lnTo>
                  <a:pt x="1603262" y="103511"/>
                </a:lnTo>
                <a:lnTo>
                  <a:pt x="1602580" y="103828"/>
                </a:lnTo>
                <a:lnTo>
                  <a:pt x="1601908" y="104153"/>
                </a:lnTo>
                <a:lnTo>
                  <a:pt x="1601246" y="104486"/>
                </a:lnTo>
                <a:lnTo>
                  <a:pt x="1600595" y="104826"/>
                </a:lnTo>
                <a:lnTo>
                  <a:pt x="1599953" y="105175"/>
                </a:lnTo>
                <a:lnTo>
                  <a:pt x="1599322" y="105531"/>
                </a:lnTo>
                <a:lnTo>
                  <a:pt x="1598702" y="105895"/>
                </a:lnTo>
                <a:lnTo>
                  <a:pt x="1598091" y="106267"/>
                </a:lnTo>
                <a:lnTo>
                  <a:pt x="1597491" y="106646"/>
                </a:lnTo>
                <a:lnTo>
                  <a:pt x="1596901" y="107034"/>
                </a:lnTo>
                <a:lnTo>
                  <a:pt x="1596322" y="107430"/>
                </a:lnTo>
                <a:lnTo>
                  <a:pt x="1595753" y="107832"/>
                </a:lnTo>
                <a:lnTo>
                  <a:pt x="1595195" y="108243"/>
                </a:lnTo>
                <a:lnTo>
                  <a:pt x="1594649" y="108660"/>
                </a:lnTo>
                <a:lnTo>
                  <a:pt x="1594114" y="109084"/>
                </a:lnTo>
                <a:lnTo>
                  <a:pt x="1593590" y="109515"/>
                </a:lnTo>
                <a:lnTo>
                  <a:pt x="1593077" y="109954"/>
                </a:lnTo>
                <a:lnTo>
                  <a:pt x="1592576" y="110399"/>
                </a:lnTo>
                <a:lnTo>
                  <a:pt x="1592086" y="110852"/>
                </a:lnTo>
                <a:lnTo>
                  <a:pt x="1591607" y="111312"/>
                </a:lnTo>
                <a:lnTo>
                  <a:pt x="1591139" y="111779"/>
                </a:lnTo>
                <a:lnTo>
                  <a:pt x="1590682" y="112253"/>
                </a:lnTo>
                <a:lnTo>
                  <a:pt x="1590237" y="112734"/>
                </a:lnTo>
                <a:lnTo>
                  <a:pt x="1589803" y="113222"/>
                </a:lnTo>
                <a:lnTo>
                  <a:pt x="1589380" y="113717"/>
                </a:lnTo>
                <a:lnTo>
                  <a:pt x="1588968" y="114220"/>
                </a:lnTo>
                <a:lnTo>
                  <a:pt x="1588568" y="114729"/>
                </a:lnTo>
                <a:lnTo>
                  <a:pt x="1588178" y="115246"/>
                </a:lnTo>
                <a:lnTo>
                  <a:pt x="1587800" y="115769"/>
                </a:lnTo>
                <a:lnTo>
                  <a:pt x="1587433" y="116300"/>
                </a:lnTo>
                <a:lnTo>
                  <a:pt x="1587078" y="116838"/>
                </a:lnTo>
                <a:lnTo>
                  <a:pt x="1586733" y="117383"/>
                </a:lnTo>
                <a:lnTo>
                  <a:pt x="1586400" y="117935"/>
                </a:lnTo>
                <a:lnTo>
                  <a:pt x="1586078" y="118495"/>
                </a:lnTo>
                <a:lnTo>
                  <a:pt x="1585767" y="119061"/>
                </a:lnTo>
                <a:lnTo>
                  <a:pt x="1585469" y="119634"/>
                </a:lnTo>
                <a:lnTo>
                  <a:pt x="1585182" y="120212"/>
                </a:lnTo>
                <a:lnTo>
                  <a:pt x="1584909" y="120797"/>
                </a:lnTo>
                <a:lnTo>
                  <a:pt x="1584648" y="121387"/>
                </a:lnTo>
                <a:lnTo>
                  <a:pt x="1584401" y="121983"/>
                </a:lnTo>
                <a:lnTo>
                  <a:pt x="1584165" y="122585"/>
                </a:lnTo>
                <a:lnTo>
                  <a:pt x="1583943" y="123192"/>
                </a:lnTo>
                <a:lnTo>
                  <a:pt x="1583733" y="123806"/>
                </a:lnTo>
                <a:lnTo>
                  <a:pt x="1583536" y="124425"/>
                </a:lnTo>
                <a:lnTo>
                  <a:pt x="1583352" y="125050"/>
                </a:lnTo>
                <a:lnTo>
                  <a:pt x="1583180" y="125681"/>
                </a:lnTo>
                <a:lnTo>
                  <a:pt x="1583021" y="126317"/>
                </a:lnTo>
                <a:lnTo>
                  <a:pt x="1582875" y="126960"/>
                </a:lnTo>
                <a:lnTo>
                  <a:pt x="1582741" y="127608"/>
                </a:lnTo>
                <a:lnTo>
                  <a:pt x="1582621" y="128262"/>
                </a:lnTo>
                <a:lnTo>
                  <a:pt x="1582512" y="128921"/>
                </a:lnTo>
                <a:lnTo>
                  <a:pt x="1582417" y="129587"/>
                </a:lnTo>
                <a:lnTo>
                  <a:pt x="1582334" y="130258"/>
                </a:lnTo>
                <a:lnTo>
                  <a:pt x="1582265" y="130935"/>
                </a:lnTo>
                <a:lnTo>
                  <a:pt x="1582207" y="131618"/>
                </a:lnTo>
                <a:lnTo>
                  <a:pt x="1582163" y="132307"/>
                </a:lnTo>
                <a:lnTo>
                  <a:pt x="1582131" y="133002"/>
                </a:lnTo>
                <a:lnTo>
                  <a:pt x="1582112" y="133702"/>
                </a:lnTo>
                <a:lnTo>
                  <a:pt x="1582106" y="134408"/>
                </a:lnTo>
                <a:lnTo>
                  <a:pt x="1582114" y="135194"/>
                </a:lnTo>
                <a:lnTo>
                  <a:pt x="1582138" y="135974"/>
                </a:lnTo>
                <a:lnTo>
                  <a:pt x="1582178" y="136746"/>
                </a:lnTo>
                <a:lnTo>
                  <a:pt x="1582234" y="137512"/>
                </a:lnTo>
                <a:lnTo>
                  <a:pt x="1582307" y="138271"/>
                </a:lnTo>
                <a:lnTo>
                  <a:pt x="1582395" y="139022"/>
                </a:lnTo>
                <a:lnTo>
                  <a:pt x="1582500" y="139767"/>
                </a:lnTo>
                <a:lnTo>
                  <a:pt x="1582620" y="140505"/>
                </a:lnTo>
                <a:lnTo>
                  <a:pt x="1582757" y="141236"/>
                </a:lnTo>
                <a:lnTo>
                  <a:pt x="1582910" y="141960"/>
                </a:lnTo>
                <a:lnTo>
                  <a:pt x="1583078" y="142677"/>
                </a:lnTo>
                <a:lnTo>
                  <a:pt x="1583263" y="143387"/>
                </a:lnTo>
                <a:lnTo>
                  <a:pt x="1583464" y="144091"/>
                </a:lnTo>
                <a:lnTo>
                  <a:pt x="1583681" y="144787"/>
                </a:lnTo>
                <a:lnTo>
                  <a:pt x="1583915" y="145477"/>
                </a:lnTo>
                <a:lnTo>
                  <a:pt x="1584164" y="146159"/>
                </a:lnTo>
                <a:lnTo>
                  <a:pt x="1584429" y="146835"/>
                </a:lnTo>
                <a:lnTo>
                  <a:pt x="1584711" y="147504"/>
                </a:lnTo>
                <a:lnTo>
                  <a:pt x="1585008" y="148165"/>
                </a:lnTo>
                <a:lnTo>
                  <a:pt x="1585322" y="148820"/>
                </a:lnTo>
                <a:lnTo>
                  <a:pt x="1585651" y="149468"/>
                </a:lnTo>
                <a:lnTo>
                  <a:pt x="1585997" y="150109"/>
                </a:lnTo>
                <a:lnTo>
                  <a:pt x="1586359" y="150743"/>
                </a:lnTo>
                <a:lnTo>
                  <a:pt x="1586737" y="151371"/>
                </a:lnTo>
                <a:lnTo>
                  <a:pt x="1587129" y="151989"/>
                </a:lnTo>
                <a:lnTo>
                  <a:pt x="1587535" y="152596"/>
                </a:lnTo>
                <a:lnTo>
                  <a:pt x="1587955" y="153193"/>
                </a:lnTo>
                <a:lnTo>
                  <a:pt x="1588388" y="153779"/>
                </a:lnTo>
                <a:lnTo>
                  <a:pt x="1588835" y="154354"/>
                </a:lnTo>
                <a:lnTo>
                  <a:pt x="1589294" y="154918"/>
                </a:lnTo>
                <a:lnTo>
                  <a:pt x="1589768" y="155471"/>
                </a:lnTo>
                <a:lnTo>
                  <a:pt x="1590255" y="156014"/>
                </a:lnTo>
                <a:lnTo>
                  <a:pt x="1590755" y="156545"/>
                </a:lnTo>
                <a:lnTo>
                  <a:pt x="1591269" y="157066"/>
                </a:lnTo>
                <a:lnTo>
                  <a:pt x="1591796" y="157576"/>
                </a:lnTo>
                <a:lnTo>
                  <a:pt x="1592337" y="158075"/>
                </a:lnTo>
                <a:lnTo>
                  <a:pt x="1592891" y="158563"/>
                </a:lnTo>
                <a:lnTo>
                  <a:pt x="1593459" y="159040"/>
                </a:lnTo>
                <a:lnTo>
                  <a:pt x="1594040" y="159507"/>
                </a:lnTo>
                <a:lnTo>
                  <a:pt x="1594635" y="159963"/>
                </a:lnTo>
                <a:lnTo>
                  <a:pt x="1595243" y="160407"/>
                </a:lnTo>
                <a:lnTo>
                  <a:pt x="1595864" y="160841"/>
                </a:lnTo>
                <a:lnTo>
                  <a:pt x="1596499" y="161265"/>
                </a:lnTo>
                <a:lnTo>
                  <a:pt x="1597148" y="161677"/>
                </a:lnTo>
                <a:lnTo>
                  <a:pt x="1597809" y="162078"/>
                </a:lnTo>
                <a:lnTo>
                  <a:pt x="1598485" y="162469"/>
                </a:lnTo>
                <a:lnTo>
                  <a:pt x="1599174" y="162849"/>
                </a:lnTo>
                <a:lnTo>
                  <a:pt x="1599876" y="163218"/>
                </a:lnTo>
                <a:lnTo>
                  <a:pt x="1600590" y="163573"/>
                </a:lnTo>
                <a:lnTo>
                  <a:pt x="1601313" y="163914"/>
                </a:lnTo>
                <a:lnTo>
                  <a:pt x="1602047" y="164240"/>
                </a:lnTo>
                <a:lnTo>
                  <a:pt x="1602790" y="164550"/>
                </a:lnTo>
                <a:lnTo>
                  <a:pt x="1603543" y="164846"/>
                </a:lnTo>
                <a:lnTo>
                  <a:pt x="1604305" y="165126"/>
                </a:lnTo>
                <a:lnTo>
                  <a:pt x="1605077" y="165391"/>
                </a:lnTo>
                <a:lnTo>
                  <a:pt x="1605859" y="165641"/>
                </a:lnTo>
                <a:lnTo>
                  <a:pt x="1606651" y="165876"/>
                </a:lnTo>
                <a:lnTo>
                  <a:pt x="1607452" y="166095"/>
                </a:lnTo>
                <a:lnTo>
                  <a:pt x="1608263" y="166300"/>
                </a:lnTo>
                <a:lnTo>
                  <a:pt x="1609084" y="166489"/>
                </a:lnTo>
                <a:lnTo>
                  <a:pt x="1609915" y="166663"/>
                </a:lnTo>
                <a:lnTo>
                  <a:pt x="1610755" y="166822"/>
                </a:lnTo>
                <a:lnTo>
                  <a:pt x="1611605" y="166966"/>
                </a:lnTo>
                <a:lnTo>
                  <a:pt x="1612465" y="167095"/>
                </a:lnTo>
                <a:lnTo>
                  <a:pt x="1613334" y="167208"/>
                </a:lnTo>
                <a:lnTo>
                  <a:pt x="1614213" y="167307"/>
                </a:lnTo>
                <a:lnTo>
                  <a:pt x="1615102" y="167390"/>
                </a:lnTo>
                <a:lnTo>
                  <a:pt x="1616001" y="167458"/>
                </a:lnTo>
                <a:lnTo>
                  <a:pt x="1616909" y="167511"/>
                </a:lnTo>
                <a:lnTo>
                  <a:pt x="1617827" y="167549"/>
                </a:lnTo>
                <a:lnTo>
                  <a:pt x="1618755" y="167572"/>
                </a:lnTo>
                <a:lnTo>
                  <a:pt x="1619692" y="167579"/>
                </a:lnTo>
                <a:lnTo>
                  <a:pt x="1620541" y="167574"/>
                </a:lnTo>
                <a:lnTo>
                  <a:pt x="1621382" y="167558"/>
                </a:lnTo>
                <a:lnTo>
                  <a:pt x="1622216" y="167531"/>
                </a:lnTo>
                <a:lnTo>
                  <a:pt x="1623042" y="167494"/>
                </a:lnTo>
                <a:lnTo>
                  <a:pt x="1623860" y="167446"/>
                </a:lnTo>
                <a:lnTo>
                  <a:pt x="1624670" y="167388"/>
                </a:lnTo>
                <a:lnTo>
                  <a:pt x="1625473" y="167318"/>
                </a:lnTo>
                <a:lnTo>
                  <a:pt x="1626268" y="167238"/>
                </a:lnTo>
                <a:lnTo>
                  <a:pt x="1627056" y="167148"/>
                </a:lnTo>
                <a:lnTo>
                  <a:pt x="1627835" y="167046"/>
                </a:lnTo>
                <a:lnTo>
                  <a:pt x="1628607" y="166935"/>
                </a:lnTo>
                <a:lnTo>
                  <a:pt x="1629372" y="166812"/>
                </a:lnTo>
                <a:lnTo>
                  <a:pt x="1630129" y="166679"/>
                </a:lnTo>
                <a:lnTo>
                  <a:pt x="1630878" y="166535"/>
                </a:lnTo>
                <a:lnTo>
                  <a:pt x="1631619" y="166380"/>
                </a:lnTo>
                <a:lnTo>
                  <a:pt x="1632353" y="166215"/>
                </a:lnTo>
                <a:lnTo>
                  <a:pt x="1633079" y="166039"/>
                </a:lnTo>
                <a:lnTo>
                  <a:pt x="1633798" y="165853"/>
                </a:lnTo>
                <a:lnTo>
                  <a:pt x="1634508" y="165656"/>
                </a:lnTo>
                <a:lnTo>
                  <a:pt x="1635212" y="165448"/>
                </a:lnTo>
                <a:lnTo>
                  <a:pt x="1635907" y="165229"/>
                </a:lnTo>
                <a:lnTo>
                  <a:pt x="1636595" y="165000"/>
                </a:lnTo>
                <a:lnTo>
                  <a:pt x="1637275" y="164760"/>
                </a:lnTo>
                <a:lnTo>
                  <a:pt x="1637947" y="164510"/>
                </a:lnTo>
                <a:lnTo>
                  <a:pt x="1638612" y="164251"/>
                </a:lnTo>
                <a:lnTo>
                  <a:pt x="1639270" y="163986"/>
                </a:lnTo>
                <a:lnTo>
                  <a:pt x="1639920" y="163714"/>
                </a:lnTo>
                <a:lnTo>
                  <a:pt x="1640562" y="163436"/>
                </a:lnTo>
                <a:lnTo>
                  <a:pt x="1641197" y="163152"/>
                </a:lnTo>
                <a:lnTo>
                  <a:pt x="1641825" y="162861"/>
                </a:lnTo>
                <a:lnTo>
                  <a:pt x="1642445" y="162564"/>
                </a:lnTo>
                <a:lnTo>
                  <a:pt x="1643057" y="162260"/>
                </a:lnTo>
                <a:lnTo>
                  <a:pt x="1643662" y="161950"/>
                </a:lnTo>
                <a:lnTo>
                  <a:pt x="1644260" y="161634"/>
                </a:lnTo>
                <a:lnTo>
                  <a:pt x="1644850" y="161312"/>
                </a:lnTo>
                <a:lnTo>
                  <a:pt x="1645432" y="160983"/>
                </a:lnTo>
                <a:lnTo>
                  <a:pt x="1646008" y="160648"/>
                </a:lnTo>
                <a:lnTo>
                  <a:pt x="1646575" y="160306"/>
                </a:lnTo>
                <a:lnTo>
                  <a:pt x="1647135" y="159958"/>
                </a:lnTo>
                <a:lnTo>
                  <a:pt x="1647688" y="159604"/>
                </a:lnTo>
                <a:lnTo>
                  <a:pt x="1648233" y="159243"/>
                </a:lnTo>
                <a:lnTo>
                  <a:pt x="1648771" y="158876"/>
                </a:lnTo>
                <a:lnTo>
                  <a:pt x="1649301" y="158503"/>
                </a:lnTo>
                <a:lnTo>
                  <a:pt x="1649824" y="158123"/>
                </a:lnTo>
                <a:lnTo>
                  <a:pt x="1650340" y="157737"/>
                </a:lnTo>
                <a:lnTo>
                  <a:pt x="1650847" y="157344"/>
                </a:lnTo>
                <a:lnTo>
                  <a:pt x="1651348" y="156945"/>
                </a:lnTo>
                <a:lnTo>
                  <a:pt x="1651841" y="156540"/>
                </a:lnTo>
                <a:lnTo>
                  <a:pt x="1652326" y="156130"/>
                </a:lnTo>
                <a:lnTo>
                  <a:pt x="1652804" y="155718"/>
                </a:lnTo>
                <a:lnTo>
                  <a:pt x="1653274" y="155303"/>
                </a:lnTo>
                <a:lnTo>
                  <a:pt x="1653737" y="154884"/>
                </a:lnTo>
                <a:lnTo>
                  <a:pt x="1654193" y="154463"/>
                </a:lnTo>
                <a:lnTo>
                  <a:pt x="1654641" y="154040"/>
                </a:lnTo>
                <a:lnTo>
                  <a:pt x="1655081" y="153613"/>
                </a:lnTo>
                <a:lnTo>
                  <a:pt x="1655514" y="153184"/>
                </a:lnTo>
                <a:lnTo>
                  <a:pt x="1655940" y="152751"/>
                </a:lnTo>
                <a:lnTo>
                  <a:pt x="1656358" y="152316"/>
                </a:lnTo>
                <a:lnTo>
                  <a:pt x="1656769" y="151879"/>
                </a:lnTo>
                <a:lnTo>
                  <a:pt x="1657172" y="151438"/>
                </a:lnTo>
                <a:lnTo>
                  <a:pt x="1657567" y="150995"/>
                </a:lnTo>
                <a:lnTo>
                  <a:pt x="1657955" y="150548"/>
                </a:lnTo>
                <a:lnTo>
                  <a:pt x="1658336" y="150099"/>
                </a:lnTo>
                <a:lnTo>
                  <a:pt x="1658709" y="149647"/>
                </a:lnTo>
                <a:lnTo>
                  <a:pt x="1659075" y="149193"/>
                </a:lnTo>
                <a:lnTo>
                  <a:pt x="1659129" y="149124"/>
                </a:lnTo>
                <a:lnTo>
                  <a:pt x="1659150" y="149494"/>
                </a:lnTo>
                <a:lnTo>
                  <a:pt x="1659178" y="149957"/>
                </a:lnTo>
                <a:lnTo>
                  <a:pt x="1659208" y="150423"/>
                </a:lnTo>
                <a:close/>
                <a:moveTo>
                  <a:pt x="1658516" y="134276"/>
                </a:moveTo>
                <a:lnTo>
                  <a:pt x="1658222" y="134866"/>
                </a:lnTo>
                <a:lnTo>
                  <a:pt x="1657915" y="135452"/>
                </a:lnTo>
                <a:lnTo>
                  <a:pt x="1657596" y="136033"/>
                </a:lnTo>
                <a:lnTo>
                  <a:pt x="1657264" y="136611"/>
                </a:lnTo>
                <a:lnTo>
                  <a:pt x="1656920" y="137184"/>
                </a:lnTo>
                <a:lnTo>
                  <a:pt x="1656564" y="137754"/>
                </a:lnTo>
                <a:lnTo>
                  <a:pt x="1656196" y="138319"/>
                </a:lnTo>
                <a:lnTo>
                  <a:pt x="1655815" y="138880"/>
                </a:lnTo>
                <a:lnTo>
                  <a:pt x="1655422" y="139437"/>
                </a:lnTo>
                <a:lnTo>
                  <a:pt x="1655016" y="139990"/>
                </a:lnTo>
                <a:lnTo>
                  <a:pt x="1654598" y="140539"/>
                </a:lnTo>
                <a:lnTo>
                  <a:pt x="1654168" y="141083"/>
                </a:lnTo>
                <a:lnTo>
                  <a:pt x="1653725" y="141624"/>
                </a:lnTo>
                <a:lnTo>
                  <a:pt x="1653272" y="142158"/>
                </a:lnTo>
                <a:lnTo>
                  <a:pt x="1652808" y="142683"/>
                </a:lnTo>
                <a:lnTo>
                  <a:pt x="1652334" y="143200"/>
                </a:lnTo>
                <a:lnTo>
                  <a:pt x="1651851" y="143708"/>
                </a:lnTo>
                <a:lnTo>
                  <a:pt x="1651358" y="144207"/>
                </a:lnTo>
                <a:lnTo>
                  <a:pt x="1650854" y="144697"/>
                </a:lnTo>
                <a:lnTo>
                  <a:pt x="1650341" y="145178"/>
                </a:lnTo>
                <a:lnTo>
                  <a:pt x="1649818" y="145651"/>
                </a:lnTo>
                <a:lnTo>
                  <a:pt x="1649285" y="146114"/>
                </a:lnTo>
                <a:lnTo>
                  <a:pt x="1648742" y="146569"/>
                </a:lnTo>
                <a:lnTo>
                  <a:pt x="1648190" y="147016"/>
                </a:lnTo>
                <a:lnTo>
                  <a:pt x="1647627" y="147453"/>
                </a:lnTo>
                <a:lnTo>
                  <a:pt x="1647054" y="147882"/>
                </a:lnTo>
                <a:lnTo>
                  <a:pt x="1646472" y="148302"/>
                </a:lnTo>
                <a:lnTo>
                  <a:pt x="1645879" y="148713"/>
                </a:lnTo>
                <a:lnTo>
                  <a:pt x="1645277" y="149115"/>
                </a:lnTo>
                <a:lnTo>
                  <a:pt x="1644665" y="149508"/>
                </a:lnTo>
                <a:lnTo>
                  <a:pt x="1644043" y="149893"/>
                </a:lnTo>
                <a:lnTo>
                  <a:pt x="1643410" y="150269"/>
                </a:lnTo>
                <a:lnTo>
                  <a:pt x="1642768" y="150636"/>
                </a:lnTo>
                <a:lnTo>
                  <a:pt x="1642117" y="150995"/>
                </a:lnTo>
                <a:lnTo>
                  <a:pt x="1641455" y="151344"/>
                </a:lnTo>
                <a:lnTo>
                  <a:pt x="1640783" y="151685"/>
                </a:lnTo>
                <a:lnTo>
                  <a:pt x="1640101" y="152017"/>
                </a:lnTo>
                <a:lnTo>
                  <a:pt x="1639411" y="152338"/>
                </a:lnTo>
                <a:lnTo>
                  <a:pt x="1638711" y="152645"/>
                </a:lnTo>
                <a:lnTo>
                  <a:pt x="1638004" y="152938"/>
                </a:lnTo>
                <a:lnTo>
                  <a:pt x="1637288" y="153218"/>
                </a:lnTo>
                <a:lnTo>
                  <a:pt x="1636563" y="153484"/>
                </a:lnTo>
                <a:lnTo>
                  <a:pt x="1635830" y="153737"/>
                </a:lnTo>
                <a:lnTo>
                  <a:pt x="1635089" y="153976"/>
                </a:lnTo>
                <a:lnTo>
                  <a:pt x="1634340" y="154201"/>
                </a:lnTo>
                <a:lnTo>
                  <a:pt x="1633581" y="154412"/>
                </a:lnTo>
                <a:lnTo>
                  <a:pt x="1632815" y="154610"/>
                </a:lnTo>
                <a:lnTo>
                  <a:pt x="1632040" y="154795"/>
                </a:lnTo>
                <a:lnTo>
                  <a:pt x="1631257" y="154965"/>
                </a:lnTo>
                <a:lnTo>
                  <a:pt x="1630465" y="155122"/>
                </a:lnTo>
                <a:lnTo>
                  <a:pt x="1629665" y="155265"/>
                </a:lnTo>
                <a:lnTo>
                  <a:pt x="1628856" y="155395"/>
                </a:lnTo>
                <a:lnTo>
                  <a:pt x="1628039" y="155511"/>
                </a:lnTo>
                <a:lnTo>
                  <a:pt x="1627214" y="155613"/>
                </a:lnTo>
                <a:lnTo>
                  <a:pt x="1626380" y="155702"/>
                </a:lnTo>
                <a:lnTo>
                  <a:pt x="1625538" y="155777"/>
                </a:lnTo>
                <a:lnTo>
                  <a:pt x="1624687" y="155839"/>
                </a:lnTo>
                <a:lnTo>
                  <a:pt x="1623828" y="155886"/>
                </a:lnTo>
                <a:lnTo>
                  <a:pt x="1622960" y="155921"/>
                </a:lnTo>
                <a:lnTo>
                  <a:pt x="1622085" y="155941"/>
                </a:lnTo>
                <a:lnTo>
                  <a:pt x="1621200" y="155948"/>
                </a:lnTo>
                <a:lnTo>
                  <a:pt x="1620531" y="155943"/>
                </a:lnTo>
                <a:lnTo>
                  <a:pt x="1619869" y="155927"/>
                </a:lnTo>
                <a:lnTo>
                  <a:pt x="1619215" y="155901"/>
                </a:lnTo>
                <a:lnTo>
                  <a:pt x="1618568" y="155864"/>
                </a:lnTo>
                <a:lnTo>
                  <a:pt x="1617928" y="155817"/>
                </a:lnTo>
                <a:lnTo>
                  <a:pt x="1617296" y="155759"/>
                </a:lnTo>
                <a:lnTo>
                  <a:pt x="1616672" y="155691"/>
                </a:lnTo>
                <a:lnTo>
                  <a:pt x="1616055" y="155613"/>
                </a:lnTo>
                <a:lnTo>
                  <a:pt x="1615445" y="155524"/>
                </a:lnTo>
                <a:lnTo>
                  <a:pt x="1614843" y="155424"/>
                </a:lnTo>
                <a:lnTo>
                  <a:pt x="1614248" y="155314"/>
                </a:lnTo>
                <a:lnTo>
                  <a:pt x="1613661" y="155194"/>
                </a:lnTo>
                <a:lnTo>
                  <a:pt x="1613082" y="155063"/>
                </a:lnTo>
                <a:lnTo>
                  <a:pt x="1612510" y="154922"/>
                </a:lnTo>
                <a:lnTo>
                  <a:pt x="1611945" y="154770"/>
                </a:lnTo>
                <a:lnTo>
                  <a:pt x="1611388" y="154608"/>
                </a:lnTo>
                <a:lnTo>
                  <a:pt x="1610838" y="154435"/>
                </a:lnTo>
                <a:lnTo>
                  <a:pt x="1610296" y="154252"/>
                </a:lnTo>
                <a:lnTo>
                  <a:pt x="1609761" y="154058"/>
                </a:lnTo>
                <a:lnTo>
                  <a:pt x="1609234" y="153854"/>
                </a:lnTo>
                <a:lnTo>
                  <a:pt x="1608714" y="153639"/>
                </a:lnTo>
                <a:lnTo>
                  <a:pt x="1608202" y="153414"/>
                </a:lnTo>
                <a:lnTo>
                  <a:pt x="1607697" y="153178"/>
                </a:lnTo>
                <a:lnTo>
                  <a:pt x="1607199" y="152932"/>
                </a:lnTo>
                <a:lnTo>
                  <a:pt x="1606711" y="152677"/>
                </a:lnTo>
                <a:lnTo>
                  <a:pt x="1606232" y="152415"/>
                </a:lnTo>
                <a:lnTo>
                  <a:pt x="1605762" y="152145"/>
                </a:lnTo>
                <a:lnTo>
                  <a:pt x="1605303" y="151867"/>
                </a:lnTo>
                <a:lnTo>
                  <a:pt x="1604853" y="151582"/>
                </a:lnTo>
                <a:lnTo>
                  <a:pt x="1604413" y="151290"/>
                </a:lnTo>
                <a:lnTo>
                  <a:pt x="1603982" y="150990"/>
                </a:lnTo>
                <a:lnTo>
                  <a:pt x="1603562" y="150683"/>
                </a:lnTo>
                <a:lnTo>
                  <a:pt x="1603151" y="150368"/>
                </a:lnTo>
                <a:lnTo>
                  <a:pt x="1602749" y="150045"/>
                </a:lnTo>
                <a:lnTo>
                  <a:pt x="1602358" y="149716"/>
                </a:lnTo>
                <a:lnTo>
                  <a:pt x="1601976" y="149378"/>
                </a:lnTo>
                <a:lnTo>
                  <a:pt x="1601604" y="149033"/>
                </a:lnTo>
                <a:lnTo>
                  <a:pt x="1601242" y="148681"/>
                </a:lnTo>
                <a:lnTo>
                  <a:pt x="1600889" y="148321"/>
                </a:lnTo>
                <a:lnTo>
                  <a:pt x="1600546" y="147954"/>
                </a:lnTo>
                <a:lnTo>
                  <a:pt x="1600213" y="147580"/>
                </a:lnTo>
                <a:lnTo>
                  <a:pt x="1599889" y="147197"/>
                </a:lnTo>
                <a:lnTo>
                  <a:pt x="1599576" y="146808"/>
                </a:lnTo>
                <a:lnTo>
                  <a:pt x="1599272" y="146411"/>
                </a:lnTo>
                <a:lnTo>
                  <a:pt x="1598977" y="146006"/>
                </a:lnTo>
                <a:lnTo>
                  <a:pt x="1598693" y="145594"/>
                </a:lnTo>
                <a:lnTo>
                  <a:pt x="1598418" y="145174"/>
                </a:lnTo>
                <a:lnTo>
                  <a:pt x="1598153" y="144747"/>
                </a:lnTo>
                <a:lnTo>
                  <a:pt x="1597898" y="144315"/>
                </a:lnTo>
                <a:lnTo>
                  <a:pt x="1597654" y="143878"/>
                </a:lnTo>
                <a:lnTo>
                  <a:pt x="1597421" y="143438"/>
                </a:lnTo>
                <a:lnTo>
                  <a:pt x="1597198" y="142994"/>
                </a:lnTo>
                <a:lnTo>
                  <a:pt x="1596987" y="142546"/>
                </a:lnTo>
                <a:lnTo>
                  <a:pt x="1596786" y="142095"/>
                </a:lnTo>
                <a:lnTo>
                  <a:pt x="1596597" y="141640"/>
                </a:lnTo>
                <a:lnTo>
                  <a:pt x="1596418" y="141181"/>
                </a:lnTo>
                <a:lnTo>
                  <a:pt x="1596249" y="140719"/>
                </a:lnTo>
                <a:lnTo>
                  <a:pt x="1596092" y="140252"/>
                </a:lnTo>
                <a:lnTo>
                  <a:pt x="1595946" y="139782"/>
                </a:lnTo>
                <a:lnTo>
                  <a:pt x="1595810" y="139308"/>
                </a:lnTo>
                <a:lnTo>
                  <a:pt x="1595686" y="138831"/>
                </a:lnTo>
                <a:lnTo>
                  <a:pt x="1595572" y="138350"/>
                </a:lnTo>
                <a:lnTo>
                  <a:pt x="1595469" y="137865"/>
                </a:lnTo>
                <a:lnTo>
                  <a:pt x="1595376" y="137376"/>
                </a:lnTo>
                <a:lnTo>
                  <a:pt x="1595295" y="136883"/>
                </a:lnTo>
                <a:lnTo>
                  <a:pt x="1595225" y="136387"/>
                </a:lnTo>
                <a:lnTo>
                  <a:pt x="1595165" y="135887"/>
                </a:lnTo>
                <a:lnTo>
                  <a:pt x="1595116" y="135383"/>
                </a:lnTo>
                <a:lnTo>
                  <a:pt x="1595078" y="134876"/>
                </a:lnTo>
                <a:lnTo>
                  <a:pt x="1595051" y="134365"/>
                </a:lnTo>
                <a:lnTo>
                  <a:pt x="1595035" y="133850"/>
                </a:lnTo>
                <a:lnTo>
                  <a:pt x="1595029" y="133331"/>
                </a:lnTo>
                <a:lnTo>
                  <a:pt x="1595034" y="132831"/>
                </a:lnTo>
                <a:lnTo>
                  <a:pt x="1595049" y="132335"/>
                </a:lnTo>
                <a:lnTo>
                  <a:pt x="1595074" y="131843"/>
                </a:lnTo>
                <a:lnTo>
                  <a:pt x="1595109" y="131355"/>
                </a:lnTo>
                <a:lnTo>
                  <a:pt x="1595153" y="130872"/>
                </a:lnTo>
                <a:lnTo>
                  <a:pt x="1595208" y="130393"/>
                </a:lnTo>
                <a:lnTo>
                  <a:pt x="1595272" y="129918"/>
                </a:lnTo>
                <a:lnTo>
                  <a:pt x="1595347" y="129448"/>
                </a:lnTo>
                <a:lnTo>
                  <a:pt x="1595431" y="128982"/>
                </a:lnTo>
                <a:lnTo>
                  <a:pt x="1595525" y="128520"/>
                </a:lnTo>
                <a:lnTo>
                  <a:pt x="1595629" y="128063"/>
                </a:lnTo>
                <a:lnTo>
                  <a:pt x="1595743" y="127610"/>
                </a:lnTo>
                <a:lnTo>
                  <a:pt x="1595867" y="127161"/>
                </a:lnTo>
                <a:lnTo>
                  <a:pt x="1596001" y="126716"/>
                </a:lnTo>
                <a:lnTo>
                  <a:pt x="1596144" y="126276"/>
                </a:lnTo>
                <a:lnTo>
                  <a:pt x="1596298" y="125840"/>
                </a:lnTo>
                <a:lnTo>
                  <a:pt x="1596461" y="125408"/>
                </a:lnTo>
                <a:lnTo>
                  <a:pt x="1596635" y="124981"/>
                </a:lnTo>
                <a:lnTo>
                  <a:pt x="1596818" y="124558"/>
                </a:lnTo>
                <a:lnTo>
                  <a:pt x="1597011" y="124139"/>
                </a:lnTo>
                <a:lnTo>
                  <a:pt x="1597215" y="123725"/>
                </a:lnTo>
                <a:lnTo>
                  <a:pt x="1597428" y="123315"/>
                </a:lnTo>
                <a:lnTo>
                  <a:pt x="1597651" y="122909"/>
                </a:lnTo>
                <a:lnTo>
                  <a:pt x="1597883" y="122507"/>
                </a:lnTo>
                <a:lnTo>
                  <a:pt x="1598126" y="122111"/>
                </a:lnTo>
                <a:lnTo>
                  <a:pt x="1598377" y="121719"/>
                </a:lnTo>
                <a:lnTo>
                  <a:pt x="1598637" y="121332"/>
                </a:lnTo>
                <a:lnTo>
                  <a:pt x="1598905" y="120950"/>
                </a:lnTo>
                <a:lnTo>
                  <a:pt x="1599182" y="120574"/>
                </a:lnTo>
                <a:lnTo>
                  <a:pt x="1599469" y="120202"/>
                </a:lnTo>
                <a:lnTo>
                  <a:pt x="1599764" y="119835"/>
                </a:lnTo>
                <a:lnTo>
                  <a:pt x="1600067" y="119474"/>
                </a:lnTo>
                <a:lnTo>
                  <a:pt x="1600380" y="119117"/>
                </a:lnTo>
                <a:lnTo>
                  <a:pt x="1600701" y="118766"/>
                </a:lnTo>
                <a:lnTo>
                  <a:pt x="1601031" y="118420"/>
                </a:lnTo>
                <a:lnTo>
                  <a:pt x="1601370" y="118078"/>
                </a:lnTo>
                <a:lnTo>
                  <a:pt x="1601718" y="117742"/>
                </a:lnTo>
                <a:lnTo>
                  <a:pt x="1602074" y="117411"/>
                </a:lnTo>
                <a:lnTo>
                  <a:pt x="1602440" y="117085"/>
                </a:lnTo>
                <a:lnTo>
                  <a:pt x="1602814" y="116763"/>
                </a:lnTo>
                <a:lnTo>
                  <a:pt x="1603197" y="116447"/>
                </a:lnTo>
                <a:lnTo>
                  <a:pt x="1603588" y="116136"/>
                </a:lnTo>
                <a:lnTo>
                  <a:pt x="1603989" y="115830"/>
                </a:lnTo>
                <a:lnTo>
                  <a:pt x="1604398" y="115529"/>
                </a:lnTo>
                <a:lnTo>
                  <a:pt x="1604816" y="115234"/>
                </a:lnTo>
                <a:lnTo>
                  <a:pt x="1605243" y="114943"/>
                </a:lnTo>
                <a:lnTo>
                  <a:pt x="1605678" y="114657"/>
                </a:lnTo>
                <a:lnTo>
                  <a:pt x="1606122" y="114376"/>
                </a:lnTo>
                <a:lnTo>
                  <a:pt x="1606575" y="114101"/>
                </a:lnTo>
                <a:lnTo>
                  <a:pt x="1607037" y="113831"/>
                </a:lnTo>
                <a:lnTo>
                  <a:pt x="1607507" y="113566"/>
                </a:lnTo>
                <a:lnTo>
                  <a:pt x="1607985" y="113307"/>
                </a:lnTo>
                <a:lnTo>
                  <a:pt x="1608471" y="113053"/>
                </a:lnTo>
                <a:lnTo>
                  <a:pt x="1608966" y="112804"/>
                </a:lnTo>
                <a:lnTo>
                  <a:pt x="1609470" y="112561"/>
                </a:lnTo>
                <a:lnTo>
                  <a:pt x="1609982" y="112324"/>
                </a:lnTo>
                <a:lnTo>
                  <a:pt x="1610502" y="112092"/>
                </a:lnTo>
                <a:lnTo>
                  <a:pt x="1611031" y="111865"/>
                </a:lnTo>
                <a:lnTo>
                  <a:pt x="1611568" y="111644"/>
                </a:lnTo>
                <a:lnTo>
                  <a:pt x="1612113" y="111428"/>
                </a:lnTo>
                <a:lnTo>
                  <a:pt x="1612667" y="111217"/>
                </a:lnTo>
                <a:lnTo>
                  <a:pt x="1613229" y="111012"/>
                </a:lnTo>
                <a:lnTo>
                  <a:pt x="1613800" y="110813"/>
                </a:lnTo>
                <a:lnTo>
                  <a:pt x="1614379" y="110619"/>
                </a:lnTo>
                <a:lnTo>
                  <a:pt x="1614967" y="110430"/>
                </a:lnTo>
                <a:lnTo>
                  <a:pt x="1615563" y="110247"/>
                </a:lnTo>
                <a:lnTo>
                  <a:pt x="1616167" y="110069"/>
                </a:lnTo>
                <a:lnTo>
                  <a:pt x="1616780" y="109896"/>
                </a:lnTo>
                <a:lnTo>
                  <a:pt x="1617401" y="109729"/>
                </a:lnTo>
                <a:lnTo>
                  <a:pt x="1618031" y="109567"/>
                </a:lnTo>
                <a:lnTo>
                  <a:pt x="1618669" y="109411"/>
                </a:lnTo>
                <a:lnTo>
                  <a:pt x="1619316" y="109260"/>
                </a:lnTo>
                <a:lnTo>
                  <a:pt x="1619970" y="109115"/>
                </a:lnTo>
                <a:lnTo>
                  <a:pt x="1620631" y="108977"/>
                </a:lnTo>
                <a:lnTo>
                  <a:pt x="1621300" y="108844"/>
                </a:lnTo>
                <a:lnTo>
                  <a:pt x="1621977" y="108717"/>
                </a:lnTo>
                <a:lnTo>
                  <a:pt x="1622660" y="108597"/>
                </a:lnTo>
                <a:lnTo>
                  <a:pt x="1623351" y="108483"/>
                </a:lnTo>
                <a:lnTo>
                  <a:pt x="1624049" y="108375"/>
                </a:lnTo>
                <a:lnTo>
                  <a:pt x="1624754" y="108273"/>
                </a:lnTo>
                <a:lnTo>
                  <a:pt x="1625467" y="108178"/>
                </a:lnTo>
                <a:lnTo>
                  <a:pt x="1626187" y="108088"/>
                </a:lnTo>
                <a:lnTo>
                  <a:pt x="1626914" y="108005"/>
                </a:lnTo>
                <a:lnTo>
                  <a:pt x="1627649" y="107928"/>
                </a:lnTo>
                <a:lnTo>
                  <a:pt x="1628391" y="107857"/>
                </a:lnTo>
                <a:lnTo>
                  <a:pt x="1629140" y="107792"/>
                </a:lnTo>
                <a:lnTo>
                  <a:pt x="1629896" y="107733"/>
                </a:lnTo>
                <a:lnTo>
                  <a:pt x="1630660" y="107681"/>
                </a:lnTo>
                <a:lnTo>
                  <a:pt x="1631431" y="107635"/>
                </a:lnTo>
                <a:lnTo>
                  <a:pt x="1632209" y="107594"/>
                </a:lnTo>
                <a:lnTo>
                  <a:pt x="1632995" y="107561"/>
                </a:lnTo>
                <a:lnTo>
                  <a:pt x="1633788" y="107533"/>
                </a:lnTo>
                <a:lnTo>
                  <a:pt x="1634588" y="107511"/>
                </a:lnTo>
                <a:lnTo>
                  <a:pt x="1635395" y="107496"/>
                </a:lnTo>
                <a:lnTo>
                  <a:pt x="1636210" y="107486"/>
                </a:lnTo>
                <a:lnTo>
                  <a:pt x="1637032" y="107483"/>
                </a:lnTo>
                <a:lnTo>
                  <a:pt x="1659003" y="107483"/>
                </a:lnTo>
                <a:lnTo>
                  <a:pt x="1659003" y="133229"/>
                </a:lnTo>
                <a:lnTo>
                  <a:pt x="1658798" y="133682"/>
                </a:lnTo>
                <a:lnTo>
                  <a:pt x="1658516" y="134276"/>
                </a:lnTo>
                <a:close/>
                <a:moveTo>
                  <a:pt x="1197153" y="82524"/>
                </a:moveTo>
                <a:lnTo>
                  <a:pt x="1197409" y="81938"/>
                </a:lnTo>
                <a:lnTo>
                  <a:pt x="1197673" y="81354"/>
                </a:lnTo>
                <a:lnTo>
                  <a:pt x="1197945" y="80774"/>
                </a:lnTo>
                <a:lnTo>
                  <a:pt x="1198224" y="80197"/>
                </a:lnTo>
                <a:lnTo>
                  <a:pt x="1198511" y="79622"/>
                </a:lnTo>
                <a:lnTo>
                  <a:pt x="1198805" y="79051"/>
                </a:lnTo>
                <a:lnTo>
                  <a:pt x="1199108" y="78483"/>
                </a:lnTo>
                <a:lnTo>
                  <a:pt x="1199417" y="77917"/>
                </a:lnTo>
                <a:lnTo>
                  <a:pt x="1199735" y="77355"/>
                </a:lnTo>
                <a:lnTo>
                  <a:pt x="1200060" y="76795"/>
                </a:lnTo>
                <a:lnTo>
                  <a:pt x="1200393" y="76239"/>
                </a:lnTo>
                <a:lnTo>
                  <a:pt x="1200734" y="75685"/>
                </a:lnTo>
                <a:lnTo>
                  <a:pt x="1201082" y="75135"/>
                </a:lnTo>
                <a:lnTo>
                  <a:pt x="1201438" y="74587"/>
                </a:lnTo>
                <a:lnTo>
                  <a:pt x="1201802" y="74043"/>
                </a:lnTo>
                <a:lnTo>
                  <a:pt x="1202173" y="73501"/>
                </a:lnTo>
                <a:lnTo>
                  <a:pt x="1202552" y="72963"/>
                </a:lnTo>
                <a:lnTo>
                  <a:pt x="1202938" y="72427"/>
                </a:lnTo>
                <a:lnTo>
                  <a:pt x="1203333" y="71898"/>
                </a:lnTo>
                <a:lnTo>
                  <a:pt x="1203735" y="71376"/>
                </a:lnTo>
                <a:lnTo>
                  <a:pt x="1204145" y="70862"/>
                </a:lnTo>
                <a:lnTo>
                  <a:pt x="1204563" y="70357"/>
                </a:lnTo>
                <a:lnTo>
                  <a:pt x="1204988" y="69860"/>
                </a:lnTo>
                <a:lnTo>
                  <a:pt x="1205422" y="69371"/>
                </a:lnTo>
                <a:lnTo>
                  <a:pt x="1205864" y="68891"/>
                </a:lnTo>
                <a:lnTo>
                  <a:pt x="1206313" y="68419"/>
                </a:lnTo>
                <a:lnTo>
                  <a:pt x="1206770" y="67955"/>
                </a:lnTo>
                <a:lnTo>
                  <a:pt x="1207235" y="67499"/>
                </a:lnTo>
                <a:lnTo>
                  <a:pt x="1207708" y="67051"/>
                </a:lnTo>
                <a:lnTo>
                  <a:pt x="1208189" y="66612"/>
                </a:lnTo>
                <a:lnTo>
                  <a:pt x="1208677" y="66181"/>
                </a:lnTo>
                <a:lnTo>
                  <a:pt x="1209174" y="65758"/>
                </a:lnTo>
                <a:lnTo>
                  <a:pt x="1209678" y="65343"/>
                </a:lnTo>
                <a:lnTo>
                  <a:pt x="1210190" y="64936"/>
                </a:lnTo>
                <a:lnTo>
                  <a:pt x="1210710" y="64538"/>
                </a:lnTo>
                <a:lnTo>
                  <a:pt x="1211238" y="64148"/>
                </a:lnTo>
                <a:lnTo>
                  <a:pt x="1211773" y="63766"/>
                </a:lnTo>
                <a:lnTo>
                  <a:pt x="1212317" y="63393"/>
                </a:lnTo>
                <a:lnTo>
                  <a:pt x="1212868" y="63027"/>
                </a:lnTo>
                <a:lnTo>
                  <a:pt x="1213428" y="62670"/>
                </a:lnTo>
                <a:lnTo>
                  <a:pt x="1213995" y="62321"/>
                </a:lnTo>
                <a:lnTo>
                  <a:pt x="1214570" y="61981"/>
                </a:lnTo>
                <a:lnTo>
                  <a:pt x="1215153" y="61651"/>
                </a:lnTo>
                <a:lnTo>
                  <a:pt x="1215744" y="61336"/>
                </a:lnTo>
                <a:lnTo>
                  <a:pt x="1216343" y="61034"/>
                </a:lnTo>
                <a:lnTo>
                  <a:pt x="1216950" y="60747"/>
                </a:lnTo>
                <a:lnTo>
                  <a:pt x="1217565" y="60473"/>
                </a:lnTo>
                <a:lnTo>
                  <a:pt x="1218188" y="60214"/>
                </a:lnTo>
                <a:lnTo>
                  <a:pt x="1218819" y="59968"/>
                </a:lnTo>
                <a:lnTo>
                  <a:pt x="1219458" y="59737"/>
                </a:lnTo>
                <a:lnTo>
                  <a:pt x="1220105" y="59520"/>
                </a:lnTo>
                <a:lnTo>
                  <a:pt x="1220761" y="59316"/>
                </a:lnTo>
                <a:lnTo>
                  <a:pt x="1221424" y="59127"/>
                </a:lnTo>
                <a:lnTo>
                  <a:pt x="1222095" y="58952"/>
                </a:lnTo>
                <a:lnTo>
                  <a:pt x="1222775" y="58790"/>
                </a:lnTo>
                <a:lnTo>
                  <a:pt x="1223462" y="58643"/>
                </a:lnTo>
                <a:lnTo>
                  <a:pt x="1224157" y="58510"/>
                </a:lnTo>
                <a:lnTo>
                  <a:pt x="1224861" y="58391"/>
                </a:lnTo>
                <a:lnTo>
                  <a:pt x="1225573" y="58286"/>
                </a:lnTo>
                <a:lnTo>
                  <a:pt x="1226292" y="58194"/>
                </a:lnTo>
                <a:lnTo>
                  <a:pt x="1227020" y="58117"/>
                </a:lnTo>
                <a:lnTo>
                  <a:pt x="1227755" y="58054"/>
                </a:lnTo>
                <a:lnTo>
                  <a:pt x="1228499" y="58005"/>
                </a:lnTo>
                <a:lnTo>
                  <a:pt x="1229251" y="57970"/>
                </a:lnTo>
                <a:lnTo>
                  <a:pt x="1230011" y="57949"/>
                </a:lnTo>
                <a:lnTo>
                  <a:pt x="1230778" y="57942"/>
                </a:lnTo>
                <a:lnTo>
                  <a:pt x="1231475" y="57947"/>
                </a:lnTo>
                <a:lnTo>
                  <a:pt x="1232163" y="57962"/>
                </a:lnTo>
                <a:lnTo>
                  <a:pt x="1232843" y="57987"/>
                </a:lnTo>
                <a:lnTo>
                  <a:pt x="1233516" y="58023"/>
                </a:lnTo>
                <a:lnTo>
                  <a:pt x="1234180" y="58068"/>
                </a:lnTo>
                <a:lnTo>
                  <a:pt x="1234837" y="58124"/>
                </a:lnTo>
                <a:lnTo>
                  <a:pt x="1235486" y="58189"/>
                </a:lnTo>
                <a:lnTo>
                  <a:pt x="1236127" y="58265"/>
                </a:lnTo>
                <a:lnTo>
                  <a:pt x="1236761" y="58351"/>
                </a:lnTo>
                <a:lnTo>
                  <a:pt x="1237386" y="58447"/>
                </a:lnTo>
                <a:lnTo>
                  <a:pt x="1238004" y="58553"/>
                </a:lnTo>
                <a:lnTo>
                  <a:pt x="1238614" y="58669"/>
                </a:lnTo>
                <a:lnTo>
                  <a:pt x="1239215" y="58795"/>
                </a:lnTo>
                <a:lnTo>
                  <a:pt x="1239809" y="58931"/>
                </a:lnTo>
                <a:lnTo>
                  <a:pt x="1240396" y="59078"/>
                </a:lnTo>
                <a:lnTo>
                  <a:pt x="1240974" y="59234"/>
                </a:lnTo>
                <a:lnTo>
                  <a:pt x="1241544" y="59401"/>
                </a:lnTo>
                <a:lnTo>
                  <a:pt x="1242107" y="59578"/>
                </a:lnTo>
                <a:lnTo>
                  <a:pt x="1242662" y="59764"/>
                </a:lnTo>
                <a:lnTo>
                  <a:pt x="1243209" y="59961"/>
                </a:lnTo>
                <a:lnTo>
                  <a:pt x="1243748" y="60168"/>
                </a:lnTo>
                <a:lnTo>
                  <a:pt x="1244279" y="60385"/>
                </a:lnTo>
                <a:lnTo>
                  <a:pt x="1244802" y="60613"/>
                </a:lnTo>
                <a:lnTo>
                  <a:pt x="1245318" y="60850"/>
                </a:lnTo>
                <a:lnTo>
                  <a:pt x="1245824" y="61099"/>
                </a:lnTo>
                <a:lnTo>
                  <a:pt x="1246321" y="61362"/>
                </a:lnTo>
                <a:lnTo>
                  <a:pt x="1246809" y="61638"/>
                </a:lnTo>
                <a:lnTo>
                  <a:pt x="1247286" y="61928"/>
                </a:lnTo>
                <a:lnTo>
                  <a:pt x="1247754" y="62232"/>
                </a:lnTo>
                <a:lnTo>
                  <a:pt x="1248212" y="62549"/>
                </a:lnTo>
                <a:lnTo>
                  <a:pt x="1248661" y="62880"/>
                </a:lnTo>
                <a:lnTo>
                  <a:pt x="1249099" y="63225"/>
                </a:lnTo>
                <a:lnTo>
                  <a:pt x="1249528" y="63584"/>
                </a:lnTo>
                <a:lnTo>
                  <a:pt x="1249947" y="63956"/>
                </a:lnTo>
                <a:lnTo>
                  <a:pt x="1250357" y="64341"/>
                </a:lnTo>
                <a:lnTo>
                  <a:pt x="1250757" y="64740"/>
                </a:lnTo>
                <a:lnTo>
                  <a:pt x="1251147" y="65153"/>
                </a:lnTo>
                <a:lnTo>
                  <a:pt x="1251527" y="65580"/>
                </a:lnTo>
                <a:lnTo>
                  <a:pt x="1251897" y="66020"/>
                </a:lnTo>
                <a:lnTo>
                  <a:pt x="1252258" y="66474"/>
                </a:lnTo>
                <a:lnTo>
                  <a:pt x="1252609" y="66942"/>
                </a:lnTo>
                <a:lnTo>
                  <a:pt x="1252951" y="67423"/>
                </a:lnTo>
                <a:lnTo>
                  <a:pt x="1253283" y="67918"/>
                </a:lnTo>
                <a:lnTo>
                  <a:pt x="1253605" y="68426"/>
                </a:lnTo>
                <a:lnTo>
                  <a:pt x="1253917" y="68948"/>
                </a:lnTo>
                <a:lnTo>
                  <a:pt x="1254219" y="69484"/>
                </a:lnTo>
                <a:lnTo>
                  <a:pt x="1254512" y="70033"/>
                </a:lnTo>
                <a:lnTo>
                  <a:pt x="1254795" y="70597"/>
                </a:lnTo>
                <a:lnTo>
                  <a:pt x="1255068" y="71175"/>
                </a:lnTo>
                <a:lnTo>
                  <a:pt x="1255329" y="71772"/>
                </a:lnTo>
                <a:lnTo>
                  <a:pt x="1255578" y="72386"/>
                </a:lnTo>
                <a:lnTo>
                  <a:pt x="1255815" y="73018"/>
                </a:lnTo>
                <a:lnTo>
                  <a:pt x="1256041" y="73668"/>
                </a:lnTo>
                <a:lnTo>
                  <a:pt x="1256256" y="74336"/>
                </a:lnTo>
                <a:lnTo>
                  <a:pt x="1256459" y="75021"/>
                </a:lnTo>
                <a:lnTo>
                  <a:pt x="1256650" y="75724"/>
                </a:lnTo>
                <a:lnTo>
                  <a:pt x="1256830" y="76445"/>
                </a:lnTo>
                <a:lnTo>
                  <a:pt x="1256998" y="77184"/>
                </a:lnTo>
                <a:lnTo>
                  <a:pt x="1257154" y="77940"/>
                </a:lnTo>
                <a:lnTo>
                  <a:pt x="1257299" y="78714"/>
                </a:lnTo>
                <a:lnTo>
                  <a:pt x="1257433" y="79506"/>
                </a:lnTo>
                <a:lnTo>
                  <a:pt x="1257554" y="80316"/>
                </a:lnTo>
                <a:lnTo>
                  <a:pt x="1257664" y="81143"/>
                </a:lnTo>
                <a:lnTo>
                  <a:pt x="1257763" y="81989"/>
                </a:lnTo>
                <a:lnTo>
                  <a:pt x="1257850" y="82852"/>
                </a:lnTo>
                <a:lnTo>
                  <a:pt x="1257925" y="83732"/>
                </a:lnTo>
                <a:lnTo>
                  <a:pt x="1257989" y="84631"/>
                </a:lnTo>
                <a:lnTo>
                  <a:pt x="1258041" y="85547"/>
                </a:lnTo>
                <a:lnTo>
                  <a:pt x="1258082" y="86481"/>
                </a:lnTo>
                <a:lnTo>
                  <a:pt x="1258111" y="87433"/>
                </a:lnTo>
                <a:lnTo>
                  <a:pt x="1258128" y="88403"/>
                </a:lnTo>
                <a:lnTo>
                  <a:pt x="1258134" y="89390"/>
                </a:lnTo>
                <a:lnTo>
                  <a:pt x="1258134" y="165425"/>
                </a:lnTo>
                <a:lnTo>
                  <a:pt x="1271058" y="165425"/>
                </a:lnTo>
                <a:lnTo>
                  <a:pt x="1271058" y="89498"/>
                </a:lnTo>
                <a:lnTo>
                  <a:pt x="1271053" y="88543"/>
                </a:lnTo>
                <a:lnTo>
                  <a:pt x="1271040" y="87601"/>
                </a:lnTo>
                <a:lnTo>
                  <a:pt x="1271018" y="86670"/>
                </a:lnTo>
                <a:lnTo>
                  <a:pt x="1270987" y="85751"/>
                </a:lnTo>
                <a:lnTo>
                  <a:pt x="1270948" y="84843"/>
                </a:lnTo>
                <a:lnTo>
                  <a:pt x="1270900" y="83948"/>
                </a:lnTo>
                <a:lnTo>
                  <a:pt x="1270842" y="83064"/>
                </a:lnTo>
                <a:lnTo>
                  <a:pt x="1270777" y="82192"/>
                </a:lnTo>
                <a:lnTo>
                  <a:pt x="1270702" y="81332"/>
                </a:lnTo>
                <a:lnTo>
                  <a:pt x="1270618" y="80484"/>
                </a:lnTo>
                <a:lnTo>
                  <a:pt x="1270526" y="79647"/>
                </a:lnTo>
                <a:lnTo>
                  <a:pt x="1270425" y="78822"/>
                </a:lnTo>
                <a:lnTo>
                  <a:pt x="1270315" y="78009"/>
                </a:lnTo>
                <a:lnTo>
                  <a:pt x="1270197" y="77208"/>
                </a:lnTo>
                <a:lnTo>
                  <a:pt x="1270069" y="76418"/>
                </a:lnTo>
                <a:lnTo>
                  <a:pt x="1269933" y="75640"/>
                </a:lnTo>
                <a:lnTo>
                  <a:pt x="1269788" y="74875"/>
                </a:lnTo>
                <a:lnTo>
                  <a:pt x="1269634" y="74120"/>
                </a:lnTo>
                <a:lnTo>
                  <a:pt x="1269472" y="73378"/>
                </a:lnTo>
                <a:lnTo>
                  <a:pt x="1269300" y="72647"/>
                </a:lnTo>
                <a:lnTo>
                  <a:pt x="1269120" y="71928"/>
                </a:lnTo>
                <a:lnTo>
                  <a:pt x="1268931" y="71221"/>
                </a:lnTo>
                <a:lnTo>
                  <a:pt x="1268733" y="70526"/>
                </a:lnTo>
                <a:lnTo>
                  <a:pt x="1268527" y="69843"/>
                </a:lnTo>
                <a:lnTo>
                  <a:pt x="1268312" y="69170"/>
                </a:lnTo>
                <a:lnTo>
                  <a:pt x="1268089" y="68508"/>
                </a:lnTo>
                <a:lnTo>
                  <a:pt x="1267859" y="67857"/>
                </a:lnTo>
                <a:lnTo>
                  <a:pt x="1267620" y="67216"/>
                </a:lnTo>
                <a:lnTo>
                  <a:pt x="1267374" y="66586"/>
                </a:lnTo>
                <a:lnTo>
                  <a:pt x="1267120" y="65966"/>
                </a:lnTo>
                <a:lnTo>
                  <a:pt x="1266858" y="65356"/>
                </a:lnTo>
                <a:lnTo>
                  <a:pt x="1266588" y="64757"/>
                </a:lnTo>
                <a:lnTo>
                  <a:pt x="1266311" y="64168"/>
                </a:lnTo>
                <a:lnTo>
                  <a:pt x="1266025" y="63590"/>
                </a:lnTo>
                <a:lnTo>
                  <a:pt x="1265732" y="63023"/>
                </a:lnTo>
                <a:lnTo>
                  <a:pt x="1265431" y="62465"/>
                </a:lnTo>
                <a:lnTo>
                  <a:pt x="1265121" y="61919"/>
                </a:lnTo>
                <a:lnTo>
                  <a:pt x="1264805" y="61382"/>
                </a:lnTo>
                <a:lnTo>
                  <a:pt x="1264480" y="60857"/>
                </a:lnTo>
                <a:lnTo>
                  <a:pt x="1264147" y="60341"/>
                </a:lnTo>
                <a:lnTo>
                  <a:pt x="1263807" y="59836"/>
                </a:lnTo>
                <a:lnTo>
                  <a:pt x="1263458" y="59342"/>
                </a:lnTo>
                <a:lnTo>
                  <a:pt x="1263102" y="58858"/>
                </a:lnTo>
                <a:lnTo>
                  <a:pt x="1262738" y="58385"/>
                </a:lnTo>
                <a:lnTo>
                  <a:pt x="1262366" y="57922"/>
                </a:lnTo>
                <a:lnTo>
                  <a:pt x="1261986" y="57469"/>
                </a:lnTo>
                <a:lnTo>
                  <a:pt x="1261599" y="57027"/>
                </a:lnTo>
                <a:lnTo>
                  <a:pt x="1261203" y="56596"/>
                </a:lnTo>
                <a:lnTo>
                  <a:pt x="1260800" y="56174"/>
                </a:lnTo>
                <a:lnTo>
                  <a:pt x="1260390" y="55762"/>
                </a:lnTo>
                <a:lnTo>
                  <a:pt x="1259972" y="55360"/>
                </a:lnTo>
                <a:lnTo>
                  <a:pt x="1259547" y="54967"/>
                </a:lnTo>
                <a:lnTo>
                  <a:pt x="1259115" y="54583"/>
                </a:lnTo>
                <a:lnTo>
                  <a:pt x="1258676" y="54210"/>
                </a:lnTo>
                <a:lnTo>
                  <a:pt x="1258229" y="53845"/>
                </a:lnTo>
                <a:lnTo>
                  <a:pt x="1257775" y="53490"/>
                </a:lnTo>
                <a:lnTo>
                  <a:pt x="1257314" y="53145"/>
                </a:lnTo>
                <a:lnTo>
                  <a:pt x="1256845" y="52809"/>
                </a:lnTo>
                <a:lnTo>
                  <a:pt x="1256369" y="52483"/>
                </a:lnTo>
                <a:lnTo>
                  <a:pt x="1255886" y="52167"/>
                </a:lnTo>
                <a:lnTo>
                  <a:pt x="1255395" y="51860"/>
                </a:lnTo>
                <a:lnTo>
                  <a:pt x="1254897" y="51562"/>
                </a:lnTo>
                <a:lnTo>
                  <a:pt x="1254392" y="51274"/>
                </a:lnTo>
                <a:lnTo>
                  <a:pt x="1253880" y="50995"/>
                </a:lnTo>
                <a:lnTo>
                  <a:pt x="1253360" y="50726"/>
                </a:lnTo>
                <a:lnTo>
                  <a:pt x="1252833" y="50467"/>
                </a:lnTo>
                <a:lnTo>
                  <a:pt x="1252299" y="50217"/>
                </a:lnTo>
                <a:lnTo>
                  <a:pt x="1251757" y="49977"/>
                </a:lnTo>
                <a:lnTo>
                  <a:pt x="1251208" y="49746"/>
                </a:lnTo>
                <a:lnTo>
                  <a:pt x="1250652" y="49525"/>
                </a:lnTo>
                <a:lnTo>
                  <a:pt x="1250089" y="49313"/>
                </a:lnTo>
                <a:lnTo>
                  <a:pt x="1249518" y="49111"/>
                </a:lnTo>
                <a:lnTo>
                  <a:pt x="1248940" y="48917"/>
                </a:lnTo>
                <a:lnTo>
                  <a:pt x="1248356" y="48732"/>
                </a:lnTo>
                <a:lnTo>
                  <a:pt x="1247766" y="48555"/>
                </a:lnTo>
                <a:lnTo>
                  <a:pt x="1247170" y="48387"/>
                </a:lnTo>
                <a:lnTo>
                  <a:pt x="1246567" y="48226"/>
                </a:lnTo>
                <a:lnTo>
                  <a:pt x="1245957" y="48074"/>
                </a:lnTo>
                <a:lnTo>
                  <a:pt x="1245341" y="47930"/>
                </a:lnTo>
                <a:lnTo>
                  <a:pt x="1244719" y="47794"/>
                </a:lnTo>
                <a:lnTo>
                  <a:pt x="1244091" y="47667"/>
                </a:lnTo>
                <a:lnTo>
                  <a:pt x="1243456" y="47548"/>
                </a:lnTo>
                <a:lnTo>
                  <a:pt x="1242815" y="47436"/>
                </a:lnTo>
                <a:lnTo>
                  <a:pt x="1242168" y="47334"/>
                </a:lnTo>
                <a:lnTo>
                  <a:pt x="1241514" y="47239"/>
                </a:lnTo>
                <a:lnTo>
                  <a:pt x="1240853" y="47153"/>
                </a:lnTo>
                <a:lnTo>
                  <a:pt x="1240187" y="47074"/>
                </a:lnTo>
                <a:lnTo>
                  <a:pt x="1239514" y="47005"/>
                </a:lnTo>
                <a:lnTo>
                  <a:pt x="1238835" y="46943"/>
                </a:lnTo>
                <a:lnTo>
                  <a:pt x="1238149" y="46889"/>
                </a:lnTo>
                <a:lnTo>
                  <a:pt x="1237457" y="46844"/>
                </a:lnTo>
                <a:lnTo>
                  <a:pt x="1236759" y="46807"/>
                </a:lnTo>
                <a:lnTo>
                  <a:pt x="1236054" y="46778"/>
                </a:lnTo>
                <a:lnTo>
                  <a:pt x="1235343" y="46758"/>
                </a:lnTo>
                <a:lnTo>
                  <a:pt x="1234625" y="46745"/>
                </a:lnTo>
                <a:lnTo>
                  <a:pt x="1233902" y="46741"/>
                </a:lnTo>
                <a:lnTo>
                  <a:pt x="1233070" y="46748"/>
                </a:lnTo>
                <a:lnTo>
                  <a:pt x="1232244" y="46768"/>
                </a:lnTo>
                <a:lnTo>
                  <a:pt x="1231425" y="46802"/>
                </a:lnTo>
                <a:lnTo>
                  <a:pt x="1230611" y="46849"/>
                </a:lnTo>
                <a:lnTo>
                  <a:pt x="1229803" y="46910"/>
                </a:lnTo>
                <a:lnTo>
                  <a:pt x="1229001" y="46984"/>
                </a:lnTo>
                <a:lnTo>
                  <a:pt x="1228206" y="47071"/>
                </a:lnTo>
                <a:lnTo>
                  <a:pt x="1227416" y="47172"/>
                </a:lnTo>
                <a:lnTo>
                  <a:pt x="1226632" y="47287"/>
                </a:lnTo>
                <a:lnTo>
                  <a:pt x="1225854" y="47414"/>
                </a:lnTo>
                <a:lnTo>
                  <a:pt x="1225082" y="47556"/>
                </a:lnTo>
                <a:lnTo>
                  <a:pt x="1224316" y="47711"/>
                </a:lnTo>
                <a:lnTo>
                  <a:pt x="1223557" y="47879"/>
                </a:lnTo>
                <a:lnTo>
                  <a:pt x="1222803" y="48061"/>
                </a:lnTo>
                <a:lnTo>
                  <a:pt x="1222055" y="48256"/>
                </a:lnTo>
                <a:lnTo>
                  <a:pt x="1221313" y="48464"/>
                </a:lnTo>
                <a:lnTo>
                  <a:pt x="1220577" y="48687"/>
                </a:lnTo>
                <a:lnTo>
                  <a:pt x="1219847" y="48922"/>
                </a:lnTo>
                <a:lnTo>
                  <a:pt x="1219123" y="49171"/>
                </a:lnTo>
                <a:lnTo>
                  <a:pt x="1218405" y="49434"/>
                </a:lnTo>
                <a:lnTo>
                  <a:pt x="1217693" y="49710"/>
                </a:lnTo>
                <a:lnTo>
                  <a:pt x="1216987" y="49999"/>
                </a:lnTo>
                <a:lnTo>
                  <a:pt x="1216287" y="50302"/>
                </a:lnTo>
                <a:lnTo>
                  <a:pt x="1215593" y="50618"/>
                </a:lnTo>
                <a:lnTo>
                  <a:pt x="1214906" y="50947"/>
                </a:lnTo>
                <a:lnTo>
                  <a:pt x="1214226" y="51286"/>
                </a:lnTo>
                <a:lnTo>
                  <a:pt x="1213554" y="51635"/>
                </a:lnTo>
                <a:lnTo>
                  <a:pt x="1212890" y="51995"/>
                </a:lnTo>
                <a:lnTo>
                  <a:pt x="1212233" y="52365"/>
                </a:lnTo>
                <a:lnTo>
                  <a:pt x="1211584" y="52745"/>
                </a:lnTo>
                <a:lnTo>
                  <a:pt x="1210943" y="53137"/>
                </a:lnTo>
                <a:lnTo>
                  <a:pt x="1210310" y="53538"/>
                </a:lnTo>
                <a:lnTo>
                  <a:pt x="1209684" y="53950"/>
                </a:lnTo>
                <a:lnTo>
                  <a:pt x="1209066" y="54373"/>
                </a:lnTo>
                <a:lnTo>
                  <a:pt x="1208455" y="54806"/>
                </a:lnTo>
                <a:lnTo>
                  <a:pt x="1207852" y="55249"/>
                </a:lnTo>
                <a:lnTo>
                  <a:pt x="1207257" y="55703"/>
                </a:lnTo>
                <a:lnTo>
                  <a:pt x="1206669" y="56168"/>
                </a:lnTo>
                <a:lnTo>
                  <a:pt x="1206089" y="56643"/>
                </a:lnTo>
                <a:lnTo>
                  <a:pt x="1205517" y="57128"/>
                </a:lnTo>
                <a:lnTo>
                  <a:pt x="1204952" y="57624"/>
                </a:lnTo>
                <a:lnTo>
                  <a:pt x="1204396" y="58130"/>
                </a:lnTo>
                <a:lnTo>
                  <a:pt x="1203846" y="58647"/>
                </a:lnTo>
                <a:lnTo>
                  <a:pt x="1203305" y="59175"/>
                </a:lnTo>
                <a:lnTo>
                  <a:pt x="1202771" y="59712"/>
                </a:lnTo>
                <a:lnTo>
                  <a:pt x="1202245" y="60260"/>
                </a:lnTo>
                <a:lnTo>
                  <a:pt x="1201726" y="60819"/>
                </a:lnTo>
                <a:lnTo>
                  <a:pt x="1201215" y="61388"/>
                </a:lnTo>
                <a:lnTo>
                  <a:pt x="1200712" y="61966"/>
                </a:lnTo>
                <a:lnTo>
                  <a:pt x="1200219" y="62552"/>
                </a:lnTo>
                <a:lnTo>
                  <a:pt x="1199733" y="63145"/>
                </a:lnTo>
                <a:lnTo>
                  <a:pt x="1199257" y="63746"/>
                </a:lnTo>
                <a:lnTo>
                  <a:pt x="1198790" y="64354"/>
                </a:lnTo>
                <a:lnTo>
                  <a:pt x="1198331" y="64969"/>
                </a:lnTo>
                <a:lnTo>
                  <a:pt x="1197881" y="65592"/>
                </a:lnTo>
                <a:lnTo>
                  <a:pt x="1197440" y="66223"/>
                </a:lnTo>
                <a:lnTo>
                  <a:pt x="1197007" y="66861"/>
                </a:lnTo>
                <a:lnTo>
                  <a:pt x="1196584" y="67506"/>
                </a:lnTo>
                <a:lnTo>
                  <a:pt x="1196169" y="68159"/>
                </a:lnTo>
                <a:lnTo>
                  <a:pt x="1195880" y="68628"/>
                </a:lnTo>
                <a:lnTo>
                  <a:pt x="1195453" y="48895"/>
                </a:lnTo>
                <a:lnTo>
                  <a:pt x="1183176" y="48895"/>
                </a:lnTo>
                <a:lnTo>
                  <a:pt x="1183176" y="165425"/>
                </a:lnTo>
                <a:lnTo>
                  <a:pt x="1195992" y="165425"/>
                </a:lnTo>
                <a:lnTo>
                  <a:pt x="1195992" y="85487"/>
                </a:lnTo>
                <a:lnTo>
                  <a:pt x="1196204" y="84900"/>
                </a:lnTo>
                <a:lnTo>
                  <a:pt x="1196430" y="84301"/>
                </a:lnTo>
                <a:lnTo>
                  <a:pt x="1196663" y="83706"/>
                </a:lnTo>
                <a:lnTo>
                  <a:pt x="1196904" y="83114"/>
                </a:lnTo>
                <a:lnTo>
                  <a:pt x="1197153" y="82524"/>
                </a:lnTo>
                <a:close/>
                <a:moveTo>
                  <a:pt x="1464278" y="96215"/>
                </a:moveTo>
                <a:lnTo>
                  <a:pt x="1464231" y="95269"/>
                </a:lnTo>
                <a:lnTo>
                  <a:pt x="1464174" y="94330"/>
                </a:lnTo>
                <a:lnTo>
                  <a:pt x="1464106" y="93399"/>
                </a:lnTo>
                <a:lnTo>
                  <a:pt x="1464027" y="92474"/>
                </a:lnTo>
                <a:lnTo>
                  <a:pt x="1463938" y="91556"/>
                </a:lnTo>
                <a:lnTo>
                  <a:pt x="1463839" y="90645"/>
                </a:lnTo>
                <a:lnTo>
                  <a:pt x="1463729" y="89741"/>
                </a:lnTo>
                <a:lnTo>
                  <a:pt x="1463608" y="88844"/>
                </a:lnTo>
                <a:lnTo>
                  <a:pt x="1463477" y="87954"/>
                </a:lnTo>
                <a:lnTo>
                  <a:pt x="1463336" y="87070"/>
                </a:lnTo>
                <a:lnTo>
                  <a:pt x="1463184" y="86194"/>
                </a:lnTo>
                <a:lnTo>
                  <a:pt x="1463022" y="85324"/>
                </a:lnTo>
                <a:lnTo>
                  <a:pt x="1462849" y="84462"/>
                </a:lnTo>
                <a:lnTo>
                  <a:pt x="1462666" y="83606"/>
                </a:lnTo>
                <a:lnTo>
                  <a:pt x="1462472" y="82757"/>
                </a:lnTo>
                <a:lnTo>
                  <a:pt x="1462268" y="81915"/>
                </a:lnTo>
                <a:lnTo>
                  <a:pt x="1462053" y="81080"/>
                </a:lnTo>
                <a:lnTo>
                  <a:pt x="1461828" y="80252"/>
                </a:lnTo>
                <a:lnTo>
                  <a:pt x="1461593" y="79431"/>
                </a:lnTo>
                <a:lnTo>
                  <a:pt x="1461347" y="78617"/>
                </a:lnTo>
                <a:lnTo>
                  <a:pt x="1461090" y="77810"/>
                </a:lnTo>
                <a:lnTo>
                  <a:pt x="1460824" y="77013"/>
                </a:lnTo>
                <a:lnTo>
                  <a:pt x="1460547" y="76225"/>
                </a:lnTo>
                <a:lnTo>
                  <a:pt x="1460261" y="75445"/>
                </a:lnTo>
                <a:lnTo>
                  <a:pt x="1459964" y="74675"/>
                </a:lnTo>
                <a:lnTo>
                  <a:pt x="1459657" y="73913"/>
                </a:lnTo>
                <a:lnTo>
                  <a:pt x="1459340" y="73161"/>
                </a:lnTo>
                <a:lnTo>
                  <a:pt x="1459013" y="72417"/>
                </a:lnTo>
                <a:lnTo>
                  <a:pt x="1458676" y="71682"/>
                </a:lnTo>
                <a:lnTo>
                  <a:pt x="1458329" y="70957"/>
                </a:lnTo>
                <a:lnTo>
                  <a:pt x="1457972" y="70240"/>
                </a:lnTo>
                <a:lnTo>
                  <a:pt x="1457604" y="69532"/>
                </a:lnTo>
                <a:lnTo>
                  <a:pt x="1457227" y="68833"/>
                </a:lnTo>
                <a:lnTo>
                  <a:pt x="1456839" y="68144"/>
                </a:lnTo>
                <a:lnTo>
                  <a:pt x="1456441" y="67463"/>
                </a:lnTo>
                <a:lnTo>
                  <a:pt x="1456034" y="66791"/>
                </a:lnTo>
                <a:lnTo>
                  <a:pt x="1455616" y="66128"/>
                </a:lnTo>
                <a:lnTo>
                  <a:pt x="1455188" y="65474"/>
                </a:lnTo>
                <a:lnTo>
                  <a:pt x="1454750" y="64829"/>
                </a:lnTo>
                <a:lnTo>
                  <a:pt x="1454301" y="64193"/>
                </a:lnTo>
                <a:lnTo>
                  <a:pt x="1453843" y="63566"/>
                </a:lnTo>
                <a:lnTo>
                  <a:pt x="1453375" y="62948"/>
                </a:lnTo>
                <a:lnTo>
                  <a:pt x="1452896" y="62339"/>
                </a:lnTo>
                <a:lnTo>
                  <a:pt x="1452408" y="61738"/>
                </a:lnTo>
                <a:lnTo>
                  <a:pt x="1451909" y="61148"/>
                </a:lnTo>
                <a:lnTo>
                  <a:pt x="1451402" y="60569"/>
                </a:lnTo>
                <a:lnTo>
                  <a:pt x="1450886" y="60002"/>
                </a:lnTo>
                <a:lnTo>
                  <a:pt x="1450360" y="59445"/>
                </a:lnTo>
                <a:lnTo>
                  <a:pt x="1449825" y="58900"/>
                </a:lnTo>
                <a:lnTo>
                  <a:pt x="1449281" y="58366"/>
                </a:lnTo>
                <a:lnTo>
                  <a:pt x="1448728" y="57843"/>
                </a:lnTo>
                <a:lnTo>
                  <a:pt x="1448166" y="57331"/>
                </a:lnTo>
                <a:lnTo>
                  <a:pt x="1447594" y="56830"/>
                </a:lnTo>
                <a:lnTo>
                  <a:pt x="1447013" y="56341"/>
                </a:lnTo>
                <a:lnTo>
                  <a:pt x="1446424" y="55863"/>
                </a:lnTo>
                <a:lnTo>
                  <a:pt x="1445825" y="55396"/>
                </a:lnTo>
                <a:lnTo>
                  <a:pt x="1445216" y="54940"/>
                </a:lnTo>
                <a:lnTo>
                  <a:pt x="1444599" y="54496"/>
                </a:lnTo>
                <a:lnTo>
                  <a:pt x="1443973" y="54062"/>
                </a:lnTo>
                <a:lnTo>
                  <a:pt x="1443337" y="53640"/>
                </a:lnTo>
                <a:lnTo>
                  <a:pt x="1442692" y="53229"/>
                </a:lnTo>
                <a:lnTo>
                  <a:pt x="1442038" y="52829"/>
                </a:lnTo>
                <a:lnTo>
                  <a:pt x="1441375" y="52441"/>
                </a:lnTo>
                <a:lnTo>
                  <a:pt x="1440703" y="52063"/>
                </a:lnTo>
                <a:lnTo>
                  <a:pt x="1440021" y="51697"/>
                </a:lnTo>
                <a:lnTo>
                  <a:pt x="1439331" y="51342"/>
                </a:lnTo>
                <a:lnTo>
                  <a:pt x="1438631" y="50998"/>
                </a:lnTo>
                <a:lnTo>
                  <a:pt x="1437922" y="50666"/>
                </a:lnTo>
                <a:lnTo>
                  <a:pt x="1437204" y="50345"/>
                </a:lnTo>
                <a:lnTo>
                  <a:pt x="1436478" y="50039"/>
                </a:lnTo>
                <a:lnTo>
                  <a:pt x="1435742" y="49746"/>
                </a:lnTo>
                <a:lnTo>
                  <a:pt x="1434998" y="49466"/>
                </a:lnTo>
                <a:lnTo>
                  <a:pt x="1434245" y="49201"/>
                </a:lnTo>
                <a:lnTo>
                  <a:pt x="1433483" y="48949"/>
                </a:lnTo>
                <a:lnTo>
                  <a:pt x="1432712" y="48710"/>
                </a:lnTo>
                <a:lnTo>
                  <a:pt x="1431933" y="48485"/>
                </a:lnTo>
                <a:lnTo>
                  <a:pt x="1431145" y="48274"/>
                </a:lnTo>
                <a:lnTo>
                  <a:pt x="1430348" y="48077"/>
                </a:lnTo>
                <a:lnTo>
                  <a:pt x="1429542" y="47893"/>
                </a:lnTo>
                <a:lnTo>
                  <a:pt x="1428727" y="47722"/>
                </a:lnTo>
                <a:lnTo>
                  <a:pt x="1427904" y="47566"/>
                </a:lnTo>
                <a:lnTo>
                  <a:pt x="1427072" y="47423"/>
                </a:lnTo>
                <a:lnTo>
                  <a:pt x="1426231" y="47293"/>
                </a:lnTo>
                <a:lnTo>
                  <a:pt x="1425381" y="47177"/>
                </a:lnTo>
                <a:lnTo>
                  <a:pt x="1424523" y="47075"/>
                </a:lnTo>
                <a:lnTo>
                  <a:pt x="1423655" y="46987"/>
                </a:lnTo>
                <a:lnTo>
                  <a:pt x="1422779" y="46912"/>
                </a:lnTo>
                <a:lnTo>
                  <a:pt x="1421895" y="46850"/>
                </a:lnTo>
                <a:lnTo>
                  <a:pt x="1421001" y="46803"/>
                </a:lnTo>
                <a:lnTo>
                  <a:pt x="1420098" y="46769"/>
                </a:lnTo>
                <a:lnTo>
                  <a:pt x="1419187" y="46748"/>
                </a:lnTo>
                <a:lnTo>
                  <a:pt x="1418267" y="46741"/>
                </a:lnTo>
                <a:lnTo>
                  <a:pt x="1417434" y="46748"/>
                </a:lnTo>
                <a:lnTo>
                  <a:pt x="1416605" y="46770"/>
                </a:lnTo>
                <a:lnTo>
                  <a:pt x="1415779" y="46805"/>
                </a:lnTo>
                <a:lnTo>
                  <a:pt x="1414957" y="46855"/>
                </a:lnTo>
                <a:lnTo>
                  <a:pt x="1414138" y="46919"/>
                </a:lnTo>
                <a:lnTo>
                  <a:pt x="1413323" y="46997"/>
                </a:lnTo>
                <a:lnTo>
                  <a:pt x="1412512" y="47089"/>
                </a:lnTo>
                <a:lnTo>
                  <a:pt x="1411704" y="47196"/>
                </a:lnTo>
                <a:lnTo>
                  <a:pt x="1410899" y="47317"/>
                </a:lnTo>
                <a:lnTo>
                  <a:pt x="1410098" y="47452"/>
                </a:lnTo>
                <a:lnTo>
                  <a:pt x="1409301" y="47601"/>
                </a:lnTo>
                <a:lnTo>
                  <a:pt x="1408507" y="47764"/>
                </a:lnTo>
                <a:lnTo>
                  <a:pt x="1407717" y="47942"/>
                </a:lnTo>
                <a:lnTo>
                  <a:pt x="1406930" y="48134"/>
                </a:lnTo>
                <a:lnTo>
                  <a:pt x="1406147" y="48340"/>
                </a:lnTo>
                <a:lnTo>
                  <a:pt x="1405367" y="48560"/>
                </a:lnTo>
                <a:lnTo>
                  <a:pt x="1404591" y="48795"/>
                </a:lnTo>
                <a:lnTo>
                  <a:pt x="1403819" y="49043"/>
                </a:lnTo>
                <a:lnTo>
                  <a:pt x="1403050" y="49306"/>
                </a:lnTo>
                <a:lnTo>
                  <a:pt x="1402284" y="49583"/>
                </a:lnTo>
                <a:lnTo>
                  <a:pt x="1401523" y="49875"/>
                </a:lnTo>
                <a:lnTo>
                  <a:pt x="1400764" y="50180"/>
                </a:lnTo>
                <a:lnTo>
                  <a:pt x="1400009" y="50500"/>
                </a:lnTo>
                <a:lnTo>
                  <a:pt x="1399258" y="50834"/>
                </a:lnTo>
                <a:lnTo>
                  <a:pt x="1398512" y="51181"/>
                </a:lnTo>
                <a:lnTo>
                  <a:pt x="1397774" y="51542"/>
                </a:lnTo>
                <a:lnTo>
                  <a:pt x="1397042" y="51915"/>
                </a:lnTo>
                <a:lnTo>
                  <a:pt x="1396318" y="52301"/>
                </a:lnTo>
                <a:lnTo>
                  <a:pt x="1395600" y="52700"/>
                </a:lnTo>
                <a:lnTo>
                  <a:pt x="1394890" y="53112"/>
                </a:lnTo>
                <a:lnTo>
                  <a:pt x="1394187" y="53537"/>
                </a:lnTo>
                <a:lnTo>
                  <a:pt x="1393490" y="53975"/>
                </a:lnTo>
                <a:lnTo>
                  <a:pt x="1392801" y="54426"/>
                </a:lnTo>
                <a:lnTo>
                  <a:pt x="1392120" y="54889"/>
                </a:lnTo>
                <a:lnTo>
                  <a:pt x="1391445" y="55366"/>
                </a:lnTo>
                <a:lnTo>
                  <a:pt x="1390777" y="55855"/>
                </a:lnTo>
                <a:lnTo>
                  <a:pt x="1390116" y="56358"/>
                </a:lnTo>
                <a:lnTo>
                  <a:pt x="1389463" y="56873"/>
                </a:lnTo>
                <a:lnTo>
                  <a:pt x="1388817" y="57401"/>
                </a:lnTo>
                <a:lnTo>
                  <a:pt x="1388177" y="57942"/>
                </a:lnTo>
                <a:lnTo>
                  <a:pt x="1387545" y="58496"/>
                </a:lnTo>
                <a:lnTo>
                  <a:pt x="1386920" y="59063"/>
                </a:lnTo>
                <a:lnTo>
                  <a:pt x="1386302" y="59642"/>
                </a:lnTo>
                <a:lnTo>
                  <a:pt x="1385691" y="60235"/>
                </a:lnTo>
                <a:lnTo>
                  <a:pt x="1385087" y="60841"/>
                </a:lnTo>
                <a:lnTo>
                  <a:pt x="1384491" y="61459"/>
                </a:lnTo>
                <a:lnTo>
                  <a:pt x="1383901" y="62090"/>
                </a:lnTo>
                <a:lnTo>
                  <a:pt x="1383319" y="62735"/>
                </a:lnTo>
                <a:lnTo>
                  <a:pt x="1382745" y="63391"/>
                </a:lnTo>
                <a:lnTo>
                  <a:pt x="1382181" y="64057"/>
                </a:lnTo>
                <a:lnTo>
                  <a:pt x="1381628" y="64735"/>
                </a:lnTo>
                <a:lnTo>
                  <a:pt x="1381084" y="65423"/>
                </a:lnTo>
                <a:lnTo>
                  <a:pt x="1380551" y="66121"/>
                </a:lnTo>
                <a:lnTo>
                  <a:pt x="1380027" y="66830"/>
                </a:lnTo>
                <a:lnTo>
                  <a:pt x="1379514" y="67550"/>
                </a:lnTo>
                <a:lnTo>
                  <a:pt x="1379011" y="68281"/>
                </a:lnTo>
                <a:lnTo>
                  <a:pt x="1378518" y="69022"/>
                </a:lnTo>
                <a:lnTo>
                  <a:pt x="1378035" y="69774"/>
                </a:lnTo>
                <a:lnTo>
                  <a:pt x="1377562" y="70537"/>
                </a:lnTo>
                <a:lnTo>
                  <a:pt x="1377099" y="71310"/>
                </a:lnTo>
                <a:lnTo>
                  <a:pt x="1376647" y="72094"/>
                </a:lnTo>
                <a:lnTo>
                  <a:pt x="1376204" y="72889"/>
                </a:lnTo>
                <a:lnTo>
                  <a:pt x="1375772" y="73694"/>
                </a:lnTo>
                <a:lnTo>
                  <a:pt x="1375349" y="74510"/>
                </a:lnTo>
                <a:lnTo>
                  <a:pt x="1374937" y="75336"/>
                </a:lnTo>
                <a:lnTo>
                  <a:pt x="1374535" y="76173"/>
                </a:lnTo>
                <a:lnTo>
                  <a:pt x="1374143" y="77021"/>
                </a:lnTo>
                <a:lnTo>
                  <a:pt x="1373761" y="77880"/>
                </a:lnTo>
                <a:lnTo>
                  <a:pt x="1373389" y="78749"/>
                </a:lnTo>
                <a:lnTo>
                  <a:pt x="1373027" y="79629"/>
                </a:lnTo>
                <a:lnTo>
                  <a:pt x="1372675" y="80519"/>
                </a:lnTo>
                <a:lnTo>
                  <a:pt x="1372334" y="81420"/>
                </a:lnTo>
                <a:lnTo>
                  <a:pt x="1372004" y="82331"/>
                </a:lnTo>
                <a:lnTo>
                  <a:pt x="1371689" y="83251"/>
                </a:lnTo>
                <a:lnTo>
                  <a:pt x="1371387" y="84180"/>
                </a:lnTo>
                <a:lnTo>
                  <a:pt x="1371100" y="85118"/>
                </a:lnTo>
                <a:lnTo>
                  <a:pt x="1370826" y="86065"/>
                </a:lnTo>
                <a:lnTo>
                  <a:pt x="1370567" y="87021"/>
                </a:lnTo>
                <a:lnTo>
                  <a:pt x="1370321" y="87985"/>
                </a:lnTo>
                <a:lnTo>
                  <a:pt x="1370090" y="88959"/>
                </a:lnTo>
                <a:lnTo>
                  <a:pt x="1369873" y="89942"/>
                </a:lnTo>
                <a:lnTo>
                  <a:pt x="1369669" y="90934"/>
                </a:lnTo>
                <a:lnTo>
                  <a:pt x="1369480" y="91934"/>
                </a:lnTo>
                <a:lnTo>
                  <a:pt x="1369305" y="92944"/>
                </a:lnTo>
                <a:lnTo>
                  <a:pt x="1369143" y="93963"/>
                </a:lnTo>
                <a:lnTo>
                  <a:pt x="1368996" y="94990"/>
                </a:lnTo>
                <a:lnTo>
                  <a:pt x="1368863" y="96027"/>
                </a:lnTo>
                <a:lnTo>
                  <a:pt x="1368744" y="97073"/>
                </a:lnTo>
                <a:lnTo>
                  <a:pt x="1368638" y="98127"/>
                </a:lnTo>
                <a:lnTo>
                  <a:pt x="1368547" y="99191"/>
                </a:lnTo>
                <a:lnTo>
                  <a:pt x="1368470" y="100263"/>
                </a:lnTo>
                <a:lnTo>
                  <a:pt x="1368407" y="101345"/>
                </a:lnTo>
                <a:lnTo>
                  <a:pt x="1368358" y="102435"/>
                </a:lnTo>
                <a:lnTo>
                  <a:pt x="1368323" y="103534"/>
                </a:lnTo>
                <a:lnTo>
                  <a:pt x="1368302" y="104643"/>
                </a:lnTo>
                <a:lnTo>
                  <a:pt x="1368295" y="105760"/>
                </a:lnTo>
                <a:lnTo>
                  <a:pt x="1368295" y="110391"/>
                </a:lnTo>
                <a:lnTo>
                  <a:pt x="1368302" y="111429"/>
                </a:lnTo>
                <a:lnTo>
                  <a:pt x="1368322" y="112460"/>
                </a:lnTo>
                <a:lnTo>
                  <a:pt x="1368355" y="113483"/>
                </a:lnTo>
                <a:lnTo>
                  <a:pt x="1368403" y="114500"/>
                </a:lnTo>
                <a:lnTo>
                  <a:pt x="1368463" y="115510"/>
                </a:lnTo>
                <a:lnTo>
                  <a:pt x="1368537" y="116513"/>
                </a:lnTo>
                <a:lnTo>
                  <a:pt x="1368625" y="117509"/>
                </a:lnTo>
                <a:lnTo>
                  <a:pt x="1368726" y="118499"/>
                </a:lnTo>
                <a:lnTo>
                  <a:pt x="1368840" y="119481"/>
                </a:lnTo>
                <a:lnTo>
                  <a:pt x="1368968" y="120456"/>
                </a:lnTo>
                <a:lnTo>
                  <a:pt x="1369109" y="121425"/>
                </a:lnTo>
                <a:lnTo>
                  <a:pt x="1369264" y="122386"/>
                </a:lnTo>
                <a:lnTo>
                  <a:pt x="1369432" y="123341"/>
                </a:lnTo>
                <a:lnTo>
                  <a:pt x="1369614" y="124289"/>
                </a:lnTo>
                <a:lnTo>
                  <a:pt x="1369809" y="125229"/>
                </a:lnTo>
                <a:lnTo>
                  <a:pt x="1370018" y="126163"/>
                </a:lnTo>
                <a:lnTo>
                  <a:pt x="1370240" y="127090"/>
                </a:lnTo>
                <a:lnTo>
                  <a:pt x="1370476" y="128010"/>
                </a:lnTo>
                <a:lnTo>
                  <a:pt x="1370725" y="128923"/>
                </a:lnTo>
                <a:lnTo>
                  <a:pt x="1370987" y="129829"/>
                </a:lnTo>
                <a:lnTo>
                  <a:pt x="1371263" y="130729"/>
                </a:lnTo>
                <a:lnTo>
                  <a:pt x="1371553" y="131621"/>
                </a:lnTo>
                <a:lnTo>
                  <a:pt x="1371856" y="132506"/>
                </a:lnTo>
                <a:lnTo>
                  <a:pt x="1372172" y="133385"/>
                </a:lnTo>
                <a:lnTo>
                  <a:pt x="1372501" y="134255"/>
                </a:lnTo>
                <a:lnTo>
                  <a:pt x="1372840" y="135115"/>
                </a:lnTo>
                <a:lnTo>
                  <a:pt x="1373190" y="135966"/>
                </a:lnTo>
                <a:lnTo>
                  <a:pt x="1373551" y="136806"/>
                </a:lnTo>
                <a:lnTo>
                  <a:pt x="1373923" y="137636"/>
                </a:lnTo>
                <a:lnTo>
                  <a:pt x="1374306" y="138457"/>
                </a:lnTo>
                <a:lnTo>
                  <a:pt x="1374699" y="139268"/>
                </a:lnTo>
                <a:lnTo>
                  <a:pt x="1375104" y="140068"/>
                </a:lnTo>
                <a:lnTo>
                  <a:pt x="1375519" y="140859"/>
                </a:lnTo>
                <a:lnTo>
                  <a:pt x="1375945" y="141640"/>
                </a:lnTo>
                <a:lnTo>
                  <a:pt x="1376382" y="142411"/>
                </a:lnTo>
                <a:lnTo>
                  <a:pt x="1376830" y="143172"/>
                </a:lnTo>
                <a:lnTo>
                  <a:pt x="1377289" y="143923"/>
                </a:lnTo>
                <a:lnTo>
                  <a:pt x="1377758" y="144665"/>
                </a:lnTo>
                <a:lnTo>
                  <a:pt x="1378239" y="145396"/>
                </a:lnTo>
                <a:lnTo>
                  <a:pt x="1378730" y="146117"/>
                </a:lnTo>
                <a:lnTo>
                  <a:pt x="1379232" y="146829"/>
                </a:lnTo>
                <a:lnTo>
                  <a:pt x="1379745" y="147531"/>
                </a:lnTo>
                <a:lnTo>
                  <a:pt x="1380268" y="148222"/>
                </a:lnTo>
                <a:lnTo>
                  <a:pt x="1380803" y="148904"/>
                </a:lnTo>
                <a:lnTo>
                  <a:pt x="1381348" y="149576"/>
                </a:lnTo>
                <a:lnTo>
                  <a:pt x="1381905" y="150238"/>
                </a:lnTo>
                <a:lnTo>
                  <a:pt x="1382472" y="150890"/>
                </a:lnTo>
                <a:lnTo>
                  <a:pt x="1383050" y="151532"/>
                </a:lnTo>
                <a:lnTo>
                  <a:pt x="1383637" y="152163"/>
                </a:lnTo>
                <a:lnTo>
                  <a:pt x="1384234" y="152783"/>
                </a:lnTo>
                <a:lnTo>
                  <a:pt x="1384840" y="153390"/>
                </a:lnTo>
                <a:lnTo>
                  <a:pt x="1385455" y="153985"/>
                </a:lnTo>
                <a:lnTo>
                  <a:pt x="1386079" y="154569"/>
                </a:lnTo>
                <a:lnTo>
                  <a:pt x="1386711" y="155140"/>
                </a:lnTo>
                <a:lnTo>
                  <a:pt x="1387353" y="155700"/>
                </a:lnTo>
                <a:lnTo>
                  <a:pt x="1388004" y="156247"/>
                </a:lnTo>
                <a:lnTo>
                  <a:pt x="1388663" y="156783"/>
                </a:lnTo>
                <a:lnTo>
                  <a:pt x="1389332" y="157306"/>
                </a:lnTo>
                <a:lnTo>
                  <a:pt x="1390010" y="157818"/>
                </a:lnTo>
                <a:lnTo>
                  <a:pt x="1390696" y="158317"/>
                </a:lnTo>
                <a:lnTo>
                  <a:pt x="1391392" y="158805"/>
                </a:lnTo>
                <a:lnTo>
                  <a:pt x="1392096" y="159281"/>
                </a:lnTo>
                <a:lnTo>
                  <a:pt x="1392810" y="159744"/>
                </a:lnTo>
                <a:lnTo>
                  <a:pt x="1393532" y="160196"/>
                </a:lnTo>
                <a:lnTo>
                  <a:pt x="1394264" y="160636"/>
                </a:lnTo>
                <a:lnTo>
                  <a:pt x="1395004" y="161064"/>
                </a:lnTo>
                <a:lnTo>
                  <a:pt x="1395754" y="161479"/>
                </a:lnTo>
                <a:lnTo>
                  <a:pt x="1396512" y="161883"/>
                </a:lnTo>
                <a:lnTo>
                  <a:pt x="1397279" y="162275"/>
                </a:lnTo>
                <a:lnTo>
                  <a:pt x="1398056" y="162655"/>
                </a:lnTo>
                <a:lnTo>
                  <a:pt x="1398841" y="163023"/>
                </a:lnTo>
                <a:lnTo>
                  <a:pt x="1399635" y="163379"/>
                </a:lnTo>
                <a:lnTo>
                  <a:pt x="1400437" y="163722"/>
                </a:lnTo>
                <a:lnTo>
                  <a:pt x="1401245" y="164050"/>
                </a:lnTo>
                <a:lnTo>
                  <a:pt x="1402060" y="164364"/>
                </a:lnTo>
                <a:lnTo>
                  <a:pt x="1402881" y="164663"/>
                </a:lnTo>
                <a:lnTo>
                  <a:pt x="1403709" y="164947"/>
                </a:lnTo>
                <a:lnTo>
                  <a:pt x="1404542" y="165217"/>
                </a:lnTo>
                <a:lnTo>
                  <a:pt x="1405382" y="165472"/>
                </a:lnTo>
                <a:lnTo>
                  <a:pt x="1406229" y="165713"/>
                </a:lnTo>
                <a:lnTo>
                  <a:pt x="1407082" y="165939"/>
                </a:lnTo>
                <a:lnTo>
                  <a:pt x="1407941" y="166150"/>
                </a:lnTo>
                <a:lnTo>
                  <a:pt x="1408806" y="166347"/>
                </a:lnTo>
                <a:lnTo>
                  <a:pt x="1409678" y="166529"/>
                </a:lnTo>
                <a:lnTo>
                  <a:pt x="1410556" y="166697"/>
                </a:lnTo>
                <a:lnTo>
                  <a:pt x="1411441" y="166850"/>
                </a:lnTo>
                <a:lnTo>
                  <a:pt x="1412332" y="166989"/>
                </a:lnTo>
                <a:lnTo>
                  <a:pt x="1413229" y="167113"/>
                </a:lnTo>
                <a:lnTo>
                  <a:pt x="1414133" y="167222"/>
                </a:lnTo>
                <a:lnTo>
                  <a:pt x="1415043" y="167317"/>
                </a:lnTo>
                <a:lnTo>
                  <a:pt x="1415959" y="167397"/>
                </a:lnTo>
                <a:lnTo>
                  <a:pt x="1416882" y="167463"/>
                </a:lnTo>
                <a:lnTo>
                  <a:pt x="1417811" y="167514"/>
                </a:lnTo>
                <a:lnTo>
                  <a:pt x="1418747" y="167550"/>
                </a:lnTo>
                <a:lnTo>
                  <a:pt x="1419688" y="167572"/>
                </a:lnTo>
                <a:lnTo>
                  <a:pt x="1420637" y="167579"/>
                </a:lnTo>
                <a:lnTo>
                  <a:pt x="1421503" y="167574"/>
                </a:lnTo>
                <a:lnTo>
                  <a:pt x="1422360" y="167560"/>
                </a:lnTo>
                <a:lnTo>
                  <a:pt x="1423208" y="167535"/>
                </a:lnTo>
                <a:lnTo>
                  <a:pt x="1424047" y="167500"/>
                </a:lnTo>
                <a:lnTo>
                  <a:pt x="1424877" y="167455"/>
                </a:lnTo>
                <a:lnTo>
                  <a:pt x="1425698" y="167401"/>
                </a:lnTo>
                <a:lnTo>
                  <a:pt x="1426511" y="167337"/>
                </a:lnTo>
                <a:lnTo>
                  <a:pt x="1427314" y="167262"/>
                </a:lnTo>
                <a:lnTo>
                  <a:pt x="1428108" y="167178"/>
                </a:lnTo>
                <a:lnTo>
                  <a:pt x="1428893" y="167084"/>
                </a:lnTo>
                <a:lnTo>
                  <a:pt x="1429670" y="166980"/>
                </a:lnTo>
                <a:lnTo>
                  <a:pt x="1430437" y="166866"/>
                </a:lnTo>
                <a:lnTo>
                  <a:pt x="1431195" y="166742"/>
                </a:lnTo>
                <a:lnTo>
                  <a:pt x="1431945" y="166608"/>
                </a:lnTo>
                <a:lnTo>
                  <a:pt x="1432685" y="166464"/>
                </a:lnTo>
                <a:lnTo>
                  <a:pt x="1433417" y="166311"/>
                </a:lnTo>
                <a:lnTo>
                  <a:pt x="1434139" y="166147"/>
                </a:lnTo>
                <a:lnTo>
                  <a:pt x="1434853" y="165974"/>
                </a:lnTo>
                <a:lnTo>
                  <a:pt x="1435557" y="165791"/>
                </a:lnTo>
                <a:lnTo>
                  <a:pt x="1436253" y="165597"/>
                </a:lnTo>
                <a:lnTo>
                  <a:pt x="1436939" y="165394"/>
                </a:lnTo>
                <a:lnTo>
                  <a:pt x="1437617" y="165181"/>
                </a:lnTo>
                <a:lnTo>
                  <a:pt x="1438286" y="164958"/>
                </a:lnTo>
                <a:lnTo>
                  <a:pt x="1438945" y="164725"/>
                </a:lnTo>
                <a:lnTo>
                  <a:pt x="1439597" y="164484"/>
                </a:lnTo>
                <a:lnTo>
                  <a:pt x="1440240" y="164237"/>
                </a:lnTo>
                <a:lnTo>
                  <a:pt x="1440875" y="163983"/>
                </a:lnTo>
                <a:lnTo>
                  <a:pt x="1441503" y="163723"/>
                </a:lnTo>
                <a:lnTo>
                  <a:pt x="1442123" y="163457"/>
                </a:lnTo>
                <a:lnTo>
                  <a:pt x="1442735" y="163184"/>
                </a:lnTo>
                <a:lnTo>
                  <a:pt x="1443339" y="162905"/>
                </a:lnTo>
                <a:lnTo>
                  <a:pt x="1443935" y="162619"/>
                </a:lnTo>
                <a:lnTo>
                  <a:pt x="1444524" y="162327"/>
                </a:lnTo>
                <a:lnTo>
                  <a:pt x="1445104" y="162029"/>
                </a:lnTo>
                <a:lnTo>
                  <a:pt x="1445677" y="161725"/>
                </a:lnTo>
                <a:lnTo>
                  <a:pt x="1446242" y="161414"/>
                </a:lnTo>
                <a:lnTo>
                  <a:pt x="1446799" y="161096"/>
                </a:lnTo>
                <a:lnTo>
                  <a:pt x="1447348" y="160773"/>
                </a:lnTo>
                <a:lnTo>
                  <a:pt x="1447889" y="160443"/>
                </a:lnTo>
                <a:lnTo>
                  <a:pt x="1448423" y="160106"/>
                </a:lnTo>
                <a:lnTo>
                  <a:pt x="1448948" y="159764"/>
                </a:lnTo>
                <a:lnTo>
                  <a:pt x="1449466" y="159414"/>
                </a:lnTo>
                <a:lnTo>
                  <a:pt x="1449976" y="159059"/>
                </a:lnTo>
                <a:lnTo>
                  <a:pt x="1450478" y="158697"/>
                </a:lnTo>
                <a:lnTo>
                  <a:pt x="1450972" y="158329"/>
                </a:lnTo>
                <a:lnTo>
                  <a:pt x="1451459" y="157955"/>
                </a:lnTo>
                <a:lnTo>
                  <a:pt x="1451937" y="157574"/>
                </a:lnTo>
                <a:lnTo>
                  <a:pt x="1452408" y="157186"/>
                </a:lnTo>
                <a:lnTo>
                  <a:pt x="1452871" y="156794"/>
                </a:lnTo>
                <a:lnTo>
                  <a:pt x="1453329" y="156399"/>
                </a:lnTo>
                <a:lnTo>
                  <a:pt x="1453781" y="156001"/>
                </a:lnTo>
                <a:lnTo>
                  <a:pt x="1454227" y="155599"/>
                </a:lnTo>
                <a:lnTo>
                  <a:pt x="1454666" y="155195"/>
                </a:lnTo>
                <a:lnTo>
                  <a:pt x="1455100" y="154787"/>
                </a:lnTo>
                <a:lnTo>
                  <a:pt x="1455528" y="154376"/>
                </a:lnTo>
                <a:lnTo>
                  <a:pt x="1455950" y="153961"/>
                </a:lnTo>
                <a:lnTo>
                  <a:pt x="1456366" y="153544"/>
                </a:lnTo>
                <a:lnTo>
                  <a:pt x="1456775" y="153123"/>
                </a:lnTo>
                <a:lnTo>
                  <a:pt x="1457179" y="152700"/>
                </a:lnTo>
                <a:lnTo>
                  <a:pt x="1457577" y="152273"/>
                </a:lnTo>
                <a:lnTo>
                  <a:pt x="1457969" y="151843"/>
                </a:lnTo>
                <a:lnTo>
                  <a:pt x="1458355" y="151409"/>
                </a:lnTo>
                <a:lnTo>
                  <a:pt x="1458735" y="150973"/>
                </a:lnTo>
                <a:lnTo>
                  <a:pt x="1459109" y="150533"/>
                </a:lnTo>
                <a:lnTo>
                  <a:pt x="1459477" y="150090"/>
                </a:lnTo>
                <a:lnTo>
                  <a:pt x="1459839" y="149644"/>
                </a:lnTo>
                <a:lnTo>
                  <a:pt x="1460195" y="149195"/>
                </a:lnTo>
                <a:lnTo>
                  <a:pt x="1460545" y="148743"/>
                </a:lnTo>
                <a:lnTo>
                  <a:pt x="1460889" y="148287"/>
                </a:lnTo>
                <a:lnTo>
                  <a:pt x="1461227" y="147828"/>
                </a:lnTo>
                <a:lnTo>
                  <a:pt x="1461559" y="147366"/>
                </a:lnTo>
                <a:lnTo>
                  <a:pt x="1461885" y="146901"/>
                </a:lnTo>
                <a:lnTo>
                  <a:pt x="1453808" y="140655"/>
                </a:lnTo>
                <a:lnTo>
                  <a:pt x="1453275" y="141338"/>
                </a:lnTo>
                <a:lnTo>
                  <a:pt x="1452737" y="142006"/>
                </a:lnTo>
                <a:lnTo>
                  <a:pt x="1452193" y="142658"/>
                </a:lnTo>
                <a:lnTo>
                  <a:pt x="1451643" y="143295"/>
                </a:lnTo>
                <a:lnTo>
                  <a:pt x="1451088" y="143916"/>
                </a:lnTo>
                <a:lnTo>
                  <a:pt x="1450526" y="144522"/>
                </a:lnTo>
                <a:lnTo>
                  <a:pt x="1449959" y="145112"/>
                </a:lnTo>
                <a:lnTo>
                  <a:pt x="1449386" y="145687"/>
                </a:lnTo>
                <a:lnTo>
                  <a:pt x="1448807" y="146246"/>
                </a:lnTo>
                <a:lnTo>
                  <a:pt x="1448223" y="146789"/>
                </a:lnTo>
                <a:lnTo>
                  <a:pt x="1447632" y="147317"/>
                </a:lnTo>
                <a:lnTo>
                  <a:pt x="1447036" y="147830"/>
                </a:lnTo>
                <a:lnTo>
                  <a:pt x="1446434" y="148327"/>
                </a:lnTo>
                <a:lnTo>
                  <a:pt x="1445826" y="148809"/>
                </a:lnTo>
                <a:lnTo>
                  <a:pt x="1445213" y="149275"/>
                </a:lnTo>
                <a:lnTo>
                  <a:pt x="1444594" y="149725"/>
                </a:lnTo>
                <a:lnTo>
                  <a:pt x="1443968" y="150160"/>
                </a:lnTo>
                <a:lnTo>
                  <a:pt x="1443337" y="150580"/>
                </a:lnTo>
                <a:lnTo>
                  <a:pt x="1442701" y="150984"/>
                </a:lnTo>
                <a:lnTo>
                  <a:pt x="1442058" y="151372"/>
                </a:lnTo>
                <a:lnTo>
                  <a:pt x="1441410" y="151745"/>
                </a:lnTo>
                <a:lnTo>
                  <a:pt x="1440756" y="152103"/>
                </a:lnTo>
                <a:lnTo>
                  <a:pt x="1440096" y="152444"/>
                </a:lnTo>
                <a:lnTo>
                  <a:pt x="1439430" y="152771"/>
                </a:lnTo>
                <a:lnTo>
                  <a:pt x="1438758" y="153083"/>
                </a:lnTo>
                <a:lnTo>
                  <a:pt x="1438077" y="153381"/>
                </a:lnTo>
                <a:lnTo>
                  <a:pt x="1437390" y="153667"/>
                </a:lnTo>
                <a:lnTo>
                  <a:pt x="1436694" y="153939"/>
                </a:lnTo>
                <a:lnTo>
                  <a:pt x="1435991" y="154198"/>
                </a:lnTo>
                <a:lnTo>
                  <a:pt x="1435280" y="154443"/>
                </a:lnTo>
                <a:lnTo>
                  <a:pt x="1434562" y="154676"/>
                </a:lnTo>
                <a:lnTo>
                  <a:pt x="1433836" y="154895"/>
                </a:lnTo>
                <a:lnTo>
                  <a:pt x="1433102" y="155101"/>
                </a:lnTo>
                <a:lnTo>
                  <a:pt x="1432360" y="155293"/>
                </a:lnTo>
                <a:lnTo>
                  <a:pt x="1431611" y="155472"/>
                </a:lnTo>
                <a:lnTo>
                  <a:pt x="1430854" y="155638"/>
                </a:lnTo>
                <a:lnTo>
                  <a:pt x="1430090" y="155791"/>
                </a:lnTo>
                <a:lnTo>
                  <a:pt x="1429318" y="155930"/>
                </a:lnTo>
                <a:lnTo>
                  <a:pt x="1428538" y="156056"/>
                </a:lnTo>
                <a:lnTo>
                  <a:pt x="1427751" y="156169"/>
                </a:lnTo>
                <a:lnTo>
                  <a:pt x="1426956" y="156269"/>
                </a:lnTo>
                <a:lnTo>
                  <a:pt x="1426153" y="156355"/>
                </a:lnTo>
                <a:lnTo>
                  <a:pt x="1425342" y="156428"/>
                </a:lnTo>
                <a:lnTo>
                  <a:pt x="1424524" y="156488"/>
                </a:lnTo>
                <a:lnTo>
                  <a:pt x="1423698" y="156534"/>
                </a:lnTo>
                <a:lnTo>
                  <a:pt x="1422865" y="156568"/>
                </a:lnTo>
                <a:lnTo>
                  <a:pt x="1422024" y="156587"/>
                </a:lnTo>
                <a:lnTo>
                  <a:pt x="1421175" y="156594"/>
                </a:lnTo>
                <a:lnTo>
                  <a:pt x="1420433" y="156588"/>
                </a:lnTo>
                <a:lnTo>
                  <a:pt x="1419696" y="156569"/>
                </a:lnTo>
                <a:lnTo>
                  <a:pt x="1418966" y="156538"/>
                </a:lnTo>
                <a:lnTo>
                  <a:pt x="1418240" y="156494"/>
                </a:lnTo>
                <a:lnTo>
                  <a:pt x="1417521" y="156437"/>
                </a:lnTo>
                <a:lnTo>
                  <a:pt x="1416806" y="156369"/>
                </a:lnTo>
                <a:lnTo>
                  <a:pt x="1416098" y="156287"/>
                </a:lnTo>
                <a:lnTo>
                  <a:pt x="1415395" y="156193"/>
                </a:lnTo>
                <a:lnTo>
                  <a:pt x="1414698" y="156087"/>
                </a:lnTo>
                <a:lnTo>
                  <a:pt x="1414006" y="155968"/>
                </a:lnTo>
                <a:lnTo>
                  <a:pt x="1413320" y="155836"/>
                </a:lnTo>
                <a:lnTo>
                  <a:pt x="1412640" y="155692"/>
                </a:lnTo>
                <a:lnTo>
                  <a:pt x="1411965" y="155535"/>
                </a:lnTo>
                <a:lnTo>
                  <a:pt x="1411296" y="155366"/>
                </a:lnTo>
                <a:lnTo>
                  <a:pt x="1410632" y="155185"/>
                </a:lnTo>
                <a:lnTo>
                  <a:pt x="1409974" y="154991"/>
                </a:lnTo>
                <a:lnTo>
                  <a:pt x="1409322" y="154784"/>
                </a:lnTo>
                <a:lnTo>
                  <a:pt x="1408675" y="154565"/>
                </a:lnTo>
                <a:lnTo>
                  <a:pt x="1408034" y="154333"/>
                </a:lnTo>
                <a:lnTo>
                  <a:pt x="1407399" y="154089"/>
                </a:lnTo>
                <a:lnTo>
                  <a:pt x="1406769" y="153832"/>
                </a:lnTo>
                <a:lnTo>
                  <a:pt x="1406144" y="153562"/>
                </a:lnTo>
                <a:lnTo>
                  <a:pt x="1405526" y="153281"/>
                </a:lnTo>
                <a:lnTo>
                  <a:pt x="1404912" y="152986"/>
                </a:lnTo>
                <a:lnTo>
                  <a:pt x="1404306" y="152681"/>
                </a:lnTo>
                <a:lnTo>
                  <a:pt x="1403706" y="152366"/>
                </a:lnTo>
                <a:lnTo>
                  <a:pt x="1403114" y="152042"/>
                </a:lnTo>
                <a:lnTo>
                  <a:pt x="1402528" y="151709"/>
                </a:lnTo>
                <a:lnTo>
                  <a:pt x="1401950" y="151366"/>
                </a:lnTo>
                <a:lnTo>
                  <a:pt x="1401379" y="151014"/>
                </a:lnTo>
                <a:lnTo>
                  <a:pt x="1400815" y="150652"/>
                </a:lnTo>
                <a:lnTo>
                  <a:pt x="1400258" y="150282"/>
                </a:lnTo>
                <a:lnTo>
                  <a:pt x="1399708" y="149902"/>
                </a:lnTo>
                <a:lnTo>
                  <a:pt x="1399165" y="149512"/>
                </a:lnTo>
                <a:lnTo>
                  <a:pt x="1398629" y="149113"/>
                </a:lnTo>
                <a:lnTo>
                  <a:pt x="1398101" y="148705"/>
                </a:lnTo>
                <a:lnTo>
                  <a:pt x="1397579" y="148288"/>
                </a:lnTo>
                <a:lnTo>
                  <a:pt x="1397065" y="147861"/>
                </a:lnTo>
                <a:lnTo>
                  <a:pt x="1396557" y="147425"/>
                </a:lnTo>
                <a:lnTo>
                  <a:pt x="1396057" y="146979"/>
                </a:lnTo>
                <a:lnTo>
                  <a:pt x="1395564" y="146524"/>
                </a:lnTo>
                <a:lnTo>
                  <a:pt x="1395078" y="146060"/>
                </a:lnTo>
                <a:lnTo>
                  <a:pt x="1394599" y="145586"/>
                </a:lnTo>
                <a:lnTo>
                  <a:pt x="1394128" y="145103"/>
                </a:lnTo>
                <a:lnTo>
                  <a:pt x="1393663" y="144611"/>
                </a:lnTo>
                <a:lnTo>
                  <a:pt x="1393205" y="144109"/>
                </a:lnTo>
                <a:lnTo>
                  <a:pt x="1392755" y="143598"/>
                </a:lnTo>
                <a:lnTo>
                  <a:pt x="1392312" y="143078"/>
                </a:lnTo>
                <a:lnTo>
                  <a:pt x="1391876" y="142549"/>
                </a:lnTo>
                <a:lnTo>
                  <a:pt x="1391449" y="142013"/>
                </a:lnTo>
                <a:lnTo>
                  <a:pt x="1391029" y="141470"/>
                </a:lnTo>
                <a:lnTo>
                  <a:pt x="1390618" y="140919"/>
                </a:lnTo>
                <a:lnTo>
                  <a:pt x="1390216" y="140362"/>
                </a:lnTo>
                <a:lnTo>
                  <a:pt x="1389821" y="139796"/>
                </a:lnTo>
                <a:lnTo>
                  <a:pt x="1389435" y="139224"/>
                </a:lnTo>
                <a:lnTo>
                  <a:pt x="1389057" y="138644"/>
                </a:lnTo>
                <a:lnTo>
                  <a:pt x="1388687" y="138057"/>
                </a:lnTo>
                <a:lnTo>
                  <a:pt x="1388325" y="137463"/>
                </a:lnTo>
                <a:lnTo>
                  <a:pt x="1387972" y="136861"/>
                </a:lnTo>
                <a:lnTo>
                  <a:pt x="1387627" y="136252"/>
                </a:lnTo>
                <a:lnTo>
                  <a:pt x="1387290" y="135636"/>
                </a:lnTo>
                <a:lnTo>
                  <a:pt x="1386961" y="135013"/>
                </a:lnTo>
                <a:lnTo>
                  <a:pt x="1386641" y="134382"/>
                </a:lnTo>
                <a:lnTo>
                  <a:pt x="1386328" y="133744"/>
                </a:lnTo>
                <a:lnTo>
                  <a:pt x="1386024" y="133099"/>
                </a:lnTo>
                <a:lnTo>
                  <a:pt x="1385729" y="132446"/>
                </a:lnTo>
                <a:lnTo>
                  <a:pt x="1385441" y="131786"/>
                </a:lnTo>
                <a:lnTo>
                  <a:pt x="1385162" y="131119"/>
                </a:lnTo>
                <a:lnTo>
                  <a:pt x="1384891" y="130444"/>
                </a:lnTo>
                <a:lnTo>
                  <a:pt x="1384628" y="129762"/>
                </a:lnTo>
                <a:lnTo>
                  <a:pt x="1384373" y="129073"/>
                </a:lnTo>
                <a:lnTo>
                  <a:pt x="1384127" y="128377"/>
                </a:lnTo>
                <a:lnTo>
                  <a:pt x="1383889" y="127675"/>
                </a:lnTo>
                <a:lnTo>
                  <a:pt x="1383662" y="126969"/>
                </a:lnTo>
                <a:lnTo>
                  <a:pt x="1383445" y="126258"/>
                </a:lnTo>
                <a:lnTo>
                  <a:pt x="1383238" y="125544"/>
                </a:lnTo>
                <a:lnTo>
                  <a:pt x="1383041" y="124825"/>
                </a:lnTo>
                <a:lnTo>
                  <a:pt x="1382854" y="124103"/>
                </a:lnTo>
                <a:lnTo>
                  <a:pt x="1382678" y="123376"/>
                </a:lnTo>
                <a:lnTo>
                  <a:pt x="1382511" y="122645"/>
                </a:lnTo>
                <a:lnTo>
                  <a:pt x="1382355" y="121910"/>
                </a:lnTo>
                <a:lnTo>
                  <a:pt x="1382208" y="121171"/>
                </a:lnTo>
                <a:lnTo>
                  <a:pt x="1382072" y="120428"/>
                </a:lnTo>
                <a:lnTo>
                  <a:pt x="1381946" y="119680"/>
                </a:lnTo>
                <a:lnTo>
                  <a:pt x="1381830" y="118929"/>
                </a:lnTo>
                <a:lnTo>
                  <a:pt x="1381724" y="118173"/>
                </a:lnTo>
                <a:lnTo>
                  <a:pt x="1381628" y="117414"/>
                </a:lnTo>
                <a:lnTo>
                  <a:pt x="1381542" y="116650"/>
                </a:lnTo>
                <a:lnTo>
                  <a:pt x="1381466" y="115882"/>
                </a:lnTo>
                <a:lnTo>
                  <a:pt x="1381400" y="115110"/>
                </a:lnTo>
                <a:lnTo>
                  <a:pt x="1381345" y="114334"/>
                </a:lnTo>
                <a:lnTo>
                  <a:pt x="1381300" y="113553"/>
                </a:lnTo>
                <a:lnTo>
                  <a:pt x="1381264" y="112769"/>
                </a:lnTo>
                <a:lnTo>
                  <a:pt x="1381239" y="111981"/>
                </a:lnTo>
                <a:lnTo>
                  <a:pt x="1381224" y="111188"/>
                </a:lnTo>
                <a:lnTo>
                  <a:pt x="1381219" y="110391"/>
                </a:lnTo>
                <a:lnTo>
                  <a:pt x="1381219" y="107914"/>
                </a:lnTo>
                <a:lnTo>
                  <a:pt x="1464362" y="107914"/>
                </a:lnTo>
                <a:lnTo>
                  <a:pt x="1464362" y="100066"/>
                </a:lnTo>
                <a:lnTo>
                  <a:pt x="1464357" y="99093"/>
                </a:lnTo>
                <a:lnTo>
                  <a:pt x="1464341" y="98126"/>
                </a:lnTo>
                <a:lnTo>
                  <a:pt x="1464315" y="97167"/>
                </a:lnTo>
                <a:lnTo>
                  <a:pt x="1464278" y="96215"/>
                </a:lnTo>
                <a:close/>
                <a:moveTo>
                  <a:pt x="1381892" y="95569"/>
                </a:moveTo>
                <a:lnTo>
                  <a:pt x="1382009" y="94763"/>
                </a:lnTo>
                <a:lnTo>
                  <a:pt x="1382135" y="93962"/>
                </a:lnTo>
                <a:lnTo>
                  <a:pt x="1382271" y="93169"/>
                </a:lnTo>
                <a:lnTo>
                  <a:pt x="1382415" y="92382"/>
                </a:lnTo>
                <a:lnTo>
                  <a:pt x="1382570" y="91601"/>
                </a:lnTo>
                <a:lnTo>
                  <a:pt x="1382733" y="90827"/>
                </a:lnTo>
                <a:lnTo>
                  <a:pt x="1382906" y="90060"/>
                </a:lnTo>
                <a:lnTo>
                  <a:pt x="1383089" y="89299"/>
                </a:lnTo>
                <a:lnTo>
                  <a:pt x="1383280" y="88544"/>
                </a:lnTo>
                <a:lnTo>
                  <a:pt x="1383481" y="87797"/>
                </a:lnTo>
                <a:lnTo>
                  <a:pt x="1383692" y="87055"/>
                </a:lnTo>
                <a:lnTo>
                  <a:pt x="1383911" y="86321"/>
                </a:lnTo>
                <a:lnTo>
                  <a:pt x="1384139" y="85593"/>
                </a:lnTo>
                <a:lnTo>
                  <a:pt x="1384375" y="84874"/>
                </a:lnTo>
                <a:lnTo>
                  <a:pt x="1384619" y="84163"/>
                </a:lnTo>
                <a:lnTo>
                  <a:pt x="1384870" y="83461"/>
                </a:lnTo>
                <a:lnTo>
                  <a:pt x="1385129" y="82766"/>
                </a:lnTo>
                <a:lnTo>
                  <a:pt x="1385395" y="82080"/>
                </a:lnTo>
                <a:lnTo>
                  <a:pt x="1385670" y="81402"/>
                </a:lnTo>
                <a:lnTo>
                  <a:pt x="1385952" y="80732"/>
                </a:lnTo>
                <a:lnTo>
                  <a:pt x="1386241" y="80071"/>
                </a:lnTo>
                <a:lnTo>
                  <a:pt x="1386538" y="79417"/>
                </a:lnTo>
                <a:lnTo>
                  <a:pt x="1386843" y="78772"/>
                </a:lnTo>
                <a:lnTo>
                  <a:pt x="1387156" y="78135"/>
                </a:lnTo>
                <a:lnTo>
                  <a:pt x="1387476" y="77507"/>
                </a:lnTo>
                <a:lnTo>
                  <a:pt x="1387804" y="76886"/>
                </a:lnTo>
                <a:lnTo>
                  <a:pt x="1388139" y="76274"/>
                </a:lnTo>
                <a:lnTo>
                  <a:pt x="1388482" y="75670"/>
                </a:lnTo>
                <a:lnTo>
                  <a:pt x="1388833" y="75075"/>
                </a:lnTo>
                <a:lnTo>
                  <a:pt x="1389192" y="74487"/>
                </a:lnTo>
                <a:lnTo>
                  <a:pt x="1389558" y="73908"/>
                </a:lnTo>
                <a:lnTo>
                  <a:pt x="1389932" y="73337"/>
                </a:lnTo>
                <a:lnTo>
                  <a:pt x="1390313" y="72774"/>
                </a:lnTo>
                <a:lnTo>
                  <a:pt x="1390703" y="72220"/>
                </a:lnTo>
                <a:lnTo>
                  <a:pt x="1391099" y="71673"/>
                </a:lnTo>
                <a:lnTo>
                  <a:pt x="1391504" y="71135"/>
                </a:lnTo>
                <a:lnTo>
                  <a:pt x="1391916" y="70606"/>
                </a:lnTo>
                <a:lnTo>
                  <a:pt x="1392334" y="70088"/>
                </a:lnTo>
                <a:lnTo>
                  <a:pt x="1392759" y="69579"/>
                </a:lnTo>
                <a:lnTo>
                  <a:pt x="1393190" y="69081"/>
                </a:lnTo>
                <a:lnTo>
                  <a:pt x="1393628" y="68594"/>
                </a:lnTo>
                <a:lnTo>
                  <a:pt x="1394072" y="68116"/>
                </a:lnTo>
                <a:lnTo>
                  <a:pt x="1394523" y="67649"/>
                </a:lnTo>
                <a:lnTo>
                  <a:pt x="1394980" y="67192"/>
                </a:lnTo>
                <a:lnTo>
                  <a:pt x="1395444" y="66745"/>
                </a:lnTo>
                <a:lnTo>
                  <a:pt x="1395915" y="66309"/>
                </a:lnTo>
                <a:lnTo>
                  <a:pt x="1396392" y="65883"/>
                </a:lnTo>
                <a:lnTo>
                  <a:pt x="1396875" y="65467"/>
                </a:lnTo>
                <a:lnTo>
                  <a:pt x="1397366" y="65062"/>
                </a:lnTo>
                <a:lnTo>
                  <a:pt x="1397862" y="64667"/>
                </a:lnTo>
                <a:lnTo>
                  <a:pt x="1398366" y="64282"/>
                </a:lnTo>
                <a:lnTo>
                  <a:pt x="1398875" y="63907"/>
                </a:lnTo>
                <a:lnTo>
                  <a:pt x="1399392" y="63543"/>
                </a:lnTo>
                <a:lnTo>
                  <a:pt x="1399915" y="63189"/>
                </a:lnTo>
                <a:lnTo>
                  <a:pt x="1400444" y="62845"/>
                </a:lnTo>
                <a:lnTo>
                  <a:pt x="1400980" y="62512"/>
                </a:lnTo>
                <a:lnTo>
                  <a:pt x="1401523" y="62188"/>
                </a:lnTo>
                <a:lnTo>
                  <a:pt x="1402072" y="61876"/>
                </a:lnTo>
                <a:lnTo>
                  <a:pt x="1402627" y="61573"/>
                </a:lnTo>
                <a:lnTo>
                  <a:pt x="1403189" y="61281"/>
                </a:lnTo>
                <a:lnTo>
                  <a:pt x="1403757" y="60999"/>
                </a:lnTo>
                <a:lnTo>
                  <a:pt x="1404331" y="60730"/>
                </a:lnTo>
                <a:lnTo>
                  <a:pt x="1404909" y="60473"/>
                </a:lnTo>
                <a:lnTo>
                  <a:pt x="1405493" y="60228"/>
                </a:lnTo>
                <a:lnTo>
                  <a:pt x="1406082" y="59994"/>
                </a:lnTo>
                <a:lnTo>
                  <a:pt x="1406676" y="59773"/>
                </a:lnTo>
                <a:lnTo>
                  <a:pt x="1407276" y="59563"/>
                </a:lnTo>
                <a:lnTo>
                  <a:pt x="1407880" y="59366"/>
                </a:lnTo>
                <a:lnTo>
                  <a:pt x="1408490" y="59180"/>
                </a:lnTo>
                <a:lnTo>
                  <a:pt x="1409105" y="59007"/>
                </a:lnTo>
                <a:lnTo>
                  <a:pt x="1409726" y="58845"/>
                </a:lnTo>
                <a:lnTo>
                  <a:pt x="1410351" y="58696"/>
                </a:lnTo>
                <a:lnTo>
                  <a:pt x="1410982" y="58558"/>
                </a:lnTo>
                <a:lnTo>
                  <a:pt x="1411618" y="58433"/>
                </a:lnTo>
                <a:lnTo>
                  <a:pt x="1412260" y="58319"/>
                </a:lnTo>
                <a:lnTo>
                  <a:pt x="1412906" y="58217"/>
                </a:lnTo>
                <a:lnTo>
                  <a:pt x="1413558" y="58127"/>
                </a:lnTo>
                <a:lnTo>
                  <a:pt x="1414215" y="58050"/>
                </a:lnTo>
                <a:lnTo>
                  <a:pt x="1414877" y="57984"/>
                </a:lnTo>
                <a:lnTo>
                  <a:pt x="1415545" y="57930"/>
                </a:lnTo>
                <a:lnTo>
                  <a:pt x="1416218" y="57888"/>
                </a:lnTo>
                <a:lnTo>
                  <a:pt x="1416895" y="57858"/>
                </a:lnTo>
                <a:lnTo>
                  <a:pt x="1417579" y="57840"/>
                </a:lnTo>
                <a:lnTo>
                  <a:pt x="1418267" y="57834"/>
                </a:lnTo>
                <a:lnTo>
                  <a:pt x="1419176" y="57844"/>
                </a:lnTo>
                <a:lnTo>
                  <a:pt x="1420072" y="57872"/>
                </a:lnTo>
                <a:lnTo>
                  <a:pt x="1420955" y="57918"/>
                </a:lnTo>
                <a:lnTo>
                  <a:pt x="1421826" y="57983"/>
                </a:lnTo>
                <a:lnTo>
                  <a:pt x="1422683" y="58067"/>
                </a:lnTo>
                <a:lnTo>
                  <a:pt x="1423528" y="58170"/>
                </a:lnTo>
                <a:lnTo>
                  <a:pt x="1424359" y="58291"/>
                </a:lnTo>
                <a:lnTo>
                  <a:pt x="1425178" y="58431"/>
                </a:lnTo>
                <a:lnTo>
                  <a:pt x="1425984" y="58590"/>
                </a:lnTo>
                <a:lnTo>
                  <a:pt x="1426776" y="58767"/>
                </a:lnTo>
                <a:lnTo>
                  <a:pt x="1427556" y="58963"/>
                </a:lnTo>
                <a:lnTo>
                  <a:pt x="1428324" y="59177"/>
                </a:lnTo>
                <a:lnTo>
                  <a:pt x="1429078" y="59410"/>
                </a:lnTo>
                <a:lnTo>
                  <a:pt x="1429819" y="59662"/>
                </a:lnTo>
                <a:lnTo>
                  <a:pt x="1430547" y="59932"/>
                </a:lnTo>
                <a:lnTo>
                  <a:pt x="1431263" y="60222"/>
                </a:lnTo>
                <a:lnTo>
                  <a:pt x="1431965" y="60529"/>
                </a:lnTo>
                <a:lnTo>
                  <a:pt x="1432655" y="60856"/>
                </a:lnTo>
                <a:lnTo>
                  <a:pt x="1433332" y="61201"/>
                </a:lnTo>
                <a:lnTo>
                  <a:pt x="1433996" y="61564"/>
                </a:lnTo>
                <a:lnTo>
                  <a:pt x="1434647" y="61947"/>
                </a:lnTo>
                <a:lnTo>
                  <a:pt x="1435285" y="62348"/>
                </a:lnTo>
                <a:lnTo>
                  <a:pt x="1435910" y="62767"/>
                </a:lnTo>
                <a:lnTo>
                  <a:pt x="1436522" y="63206"/>
                </a:lnTo>
                <a:lnTo>
                  <a:pt x="1437122" y="63659"/>
                </a:lnTo>
                <a:lnTo>
                  <a:pt x="1437709" y="64122"/>
                </a:lnTo>
                <a:lnTo>
                  <a:pt x="1438284" y="64597"/>
                </a:lnTo>
                <a:lnTo>
                  <a:pt x="1438847" y="65083"/>
                </a:lnTo>
                <a:lnTo>
                  <a:pt x="1439397" y="65580"/>
                </a:lnTo>
                <a:lnTo>
                  <a:pt x="1439935" y="66088"/>
                </a:lnTo>
                <a:lnTo>
                  <a:pt x="1440460" y="66607"/>
                </a:lnTo>
                <a:lnTo>
                  <a:pt x="1440974" y="67137"/>
                </a:lnTo>
                <a:lnTo>
                  <a:pt x="1441475" y="67678"/>
                </a:lnTo>
                <a:lnTo>
                  <a:pt x="1441963" y="68230"/>
                </a:lnTo>
                <a:lnTo>
                  <a:pt x="1442439" y="68793"/>
                </a:lnTo>
                <a:lnTo>
                  <a:pt x="1442903" y="69366"/>
                </a:lnTo>
                <a:lnTo>
                  <a:pt x="1443355" y="69951"/>
                </a:lnTo>
                <a:lnTo>
                  <a:pt x="1443794" y="70547"/>
                </a:lnTo>
                <a:lnTo>
                  <a:pt x="1444221" y="71154"/>
                </a:lnTo>
                <a:lnTo>
                  <a:pt x="1444635" y="71772"/>
                </a:lnTo>
                <a:lnTo>
                  <a:pt x="1445038" y="72401"/>
                </a:lnTo>
                <a:lnTo>
                  <a:pt x="1445427" y="73041"/>
                </a:lnTo>
                <a:lnTo>
                  <a:pt x="1445805" y="73692"/>
                </a:lnTo>
                <a:lnTo>
                  <a:pt x="1446170" y="74354"/>
                </a:lnTo>
                <a:lnTo>
                  <a:pt x="1446523" y="75027"/>
                </a:lnTo>
                <a:lnTo>
                  <a:pt x="1446863" y="75711"/>
                </a:lnTo>
                <a:lnTo>
                  <a:pt x="1447192" y="76406"/>
                </a:lnTo>
                <a:lnTo>
                  <a:pt x="1447507" y="77112"/>
                </a:lnTo>
                <a:lnTo>
                  <a:pt x="1447811" y="77826"/>
                </a:lnTo>
                <a:lnTo>
                  <a:pt x="1448102" y="78544"/>
                </a:lnTo>
                <a:lnTo>
                  <a:pt x="1448382" y="79266"/>
                </a:lnTo>
                <a:lnTo>
                  <a:pt x="1448649" y="79993"/>
                </a:lnTo>
                <a:lnTo>
                  <a:pt x="1448904" y="80724"/>
                </a:lnTo>
                <a:lnTo>
                  <a:pt x="1449146" y="81459"/>
                </a:lnTo>
                <a:lnTo>
                  <a:pt x="1449377" y="82198"/>
                </a:lnTo>
                <a:lnTo>
                  <a:pt x="1449596" y="82942"/>
                </a:lnTo>
                <a:lnTo>
                  <a:pt x="1449802" y="83690"/>
                </a:lnTo>
                <a:lnTo>
                  <a:pt x="1449996" y="84442"/>
                </a:lnTo>
                <a:lnTo>
                  <a:pt x="1450178" y="85199"/>
                </a:lnTo>
                <a:lnTo>
                  <a:pt x="1450348" y="85960"/>
                </a:lnTo>
                <a:lnTo>
                  <a:pt x="1450506" y="86725"/>
                </a:lnTo>
                <a:lnTo>
                  <a:pt x="1450651" y="87494"/>
                </a:lnTo>
                <a:lnTo>
                  <a:pt x="1450785" y="88268"/>
                </a:lnTo>
                <a:lnTo>
                  <a:pt x="1450906" y="89046"/>
                </a:lnTo>
                <a:lnTo>
                  <a:pt x="1451015" y="89828"/>
                </a:lnTo>
                <a:lnTo>
                  <a:pt x="1451112" y="90615"/>
                </a:lnTo>
                <a:lnTo>
                  <a:pt x="1451197" y="91406"/>
                </a:lnTo>
                <a:lnTo>
                  <a:pt x="1451269" y="92201"/>
                </a:lnTo>
                <a:lnTo>
                  <a:pt x="1451330" y="93000"/>
                </a:lnTo>
                <a:lnTo>
                  <a:pt x="1451378" y="93804"/>
                </a:lnTo>
                <a:lnTo>
                  <a:pt x="1451414" y="94612"/>
                </a:lnTo>
                <a:lnTo>
                  <a:pt x="1451438" y="95425"/>
                </a:lnTo>
                <a:lnTo>
                  <a:pt x="1451438" y="96821"/>
                </a:lnTo>
                <a:lnTo>
                  <a:pt x="1381732" y="96821"/>
                </a:lnTo>
                <a:lnTo>
                  <a:pt x="1381784" y="96382"/>
                </a:lnTo>
                <a:lnTo>
                  <a:pt x="1381892" y="95569"/>
                </a:lnTo>
                <a:close/>
                <a:moveTo>
                  <a:pt x="1540678" y="48895"/>
                </a:moveTo>
                <a:lnTo>
                  <a:pt x="1540678" y="165425"/>
                </a:lnTo>
                <a:lnTo>
                  <a:pt x="1553602" y="165425"/>
                </a:lnTo>
                <a:lnTo>
                  <a:pt x="1553602" y="48895"/>
                </a:lnTo>
                <a:lnTo>
                  <a:pt x="1540678" y="48895"/>
                </a:lnTo>
                <a:close/>
                <a:moveTo>
                  <a:pt x="1827505" y="16791"/>
                </a:moveTo>
                <a:lnTo>
                  <a:pt x="1827557" y="17064"/>
                </a:lnTo>
                <a:lnTo>
                  <a:pt x="1827618" y="17334"/>
                </a:lnTo>
                <a:lnTo>
                  <a:pt x="1827686" y="17599"/>
                </a:lnTo>
                <a:lnTo>
                  <a:pt x="1827762" y="17862"/>
                </a:lnTo>
                <a:lnTo>
                  <a:pt x="1827847" y="18121"/>
                </a:lnTo>
                <a:lnTo>
                  <a:pt x="1827939" y="18376"/>
                </a:lnTo>
                <a:lnTo>
                  <a:pt x="1828040" y="18628"/>
                </a:lnTo>
                <a:lnTo>
                  <a:pt x="1828148" y="18876"/>
                </a:lnTo>
                <a:lnTo>
                  <a:pt x="1828265" y="19121"/>
                </a:lnTo>
                <a:lnTo>
                  <a:pt x="1828389" y="19362"/>
                </a:lnTo>
                <a:lnTo>
                  <a:pt x="1828522" y="19599"/>
                </a:lnTo>
                <a:lnTo>
                  <a:pt x="1828663" y="19833"/>
                </a:lnTo>
                <a:lnTo>
                  <a:pt x="1828811" y="20064"/>
                </a:lnTo>
                <a:lnTo>
                  <a:pt x="1828968" y="20291"/>
                </a:lnTo>
                <a:lnTo>
                  <a:pt x="1829133" y="20514"/>
                </a:lnTo>
                <a:lnTo>
                  <a:pt x="1829306" y="20734"/>
                </a:lnTo>
                <a:lnTo>
                  <a:pt x="1829487" y="20950"/>
                </a:lnTo>
                <a:lnTo>
                  <a:pt x="1829676" y="21163"/>
                </a:lnTo>
                <a:lnTo>
                  <a:pt x="1829872" y="21369"/>
                </a:lnTo>
                <a:lnTo>
                  <a:pt x="1830075" y="21567"/>
                </a:lnTo>
                <a:lnTo>
                  <a:pt x="1830284" y="21756"/>
                </a:lnTo>
                <a:lnTo>
                  <a:pt x="1830500" y="21936"/>
                </a:lnTo>
                <a:lnTo>
                  <a:pt x="1830722" y="22108"/>
                </a:lnTo>
                <a:lnTo>
                  <a:pt x="1830951" y="22270"/>
                </a:lnTo>
                <a:lnTo>
                  <a:pt x="1831187" y="22424"/>
                </a:lnTo>
                <a:lnTo>
                  <a:pt x="1831429" y="22569"/>
                </a:lnTo>
                <a:lnTo>
                  <a:pt x="1831677" y="22705"/>
                </a:lnTo>
                <a:lnTo>
                  <a:pt x="1831933" y="22833"/>
                </a:lnTo>
                <a:lnTo>
                  <a:pt x="1832194" y="22951"/>
                </a:lnTo>
                <a:lnTo>
                  <a:pt x="1832462" y="23061"/>
                </a:lnTo>
                <a:lnTo>
                  <a:pt x="1832737" y="23162"/>
                </a:lnTo>
                <a:lnTo>
                  <a:pt x="1833019" y="23254"/>
                </a:lnTo>
                <a:lnTo>
                  <a:pt x="1833306" y="23338"/>
                </a:lnTo>
                <a:lnTo>
                  <a:pt x="1833601" y="23413"/>
                </a:lnTo>
                <a:lnTo>
                  <a:pt x="1833902" y="23478"/>
                </a:lnTo>
                <a:lnTo>
                  <a:pt x="1834209" y="23536"/>
                </a:lnTo>
                <a:lnTo>
                  <a:pt x="1834523" y="23584"/>
                </a:lnTo>
                <a:lnTo>
                  <a:pt x="1834844" y="23623"/>
                </a:lnTo>
                <a:lnTo>
                  <a:pt x="1835171" y="23654"/>
                </a:lnTo>
                <a:lnTo>
                  <a:pt x="1835505" y="23676"/>
                </a:lnTo>
                <a:lnTo>
                  <a:pt x="1835845" y="23689"/>
                </a:lnTo>
                <a:lnTo>
                  <a:pt x="1836192" y="23694"/>
                </a:lnTo>
                <a:lnTo>
                  <a:pt x="1836530" y="23689"/>
                </a:lnTo>
                <a:lnTo>
                  <a:pt x="1836862" y="23676"/>
                </a:lnTo>
                <a:lnTo>
                  <a:pt x="1837189" y="23654"/>
                </a:lnTo>
                <a:lnTo>
                  <a:pt x="1837509" y="23623"/>
                </a:lnTo>
                <a:lnTo>
                  <a:pt x="1837824" y="23584"/>
                </a:lnTo>
                <a:lnTo>
                  <a:pt x="1838134" y="23536"/>
                </a:lnTo>
                <a:lnTo>
                  <a:pt x="1838437" y="23478"/>
                </a:lnTo>
                <a:lnTo>
                  <a:pt x="1838734" y="23413"/>
                </a:lnTo>
                <a:lnTo>
                  <a:pt x="1839026" y="23338"/>
                </a:lnTo>
                <a:lnTo>
                  <a:pt x="1839312" y="23254"/>
                </a:lnTo>
                <a:lnTo>
                  <a:pt x="1839592" y="23162"/>
                </a:lnTo>
                <a:lnTo>
                  <a:pt x="1839867" y="23061"/>
                </a:lnTo>
                <a:lnTo>
                  <a:pt x="1840135" y="22951"/>
                </a:lnTo>
                <a:lnTo>
                  <a:pt x="1840398" y="22833"/>
                </a:lnTo>
                <a:lnTo>
                  <a:pt x="1840655" y="22705"/>
                </a:lnTo>
                <a:lnTo>
                  <a:pt x="1840906" y="22569"/>
                </a:lnTo>
                <a:lnTo>
                  <a:pt x="1841152" y="22424"/>
                </a:lnTo>
                <a:lnTo>
                  <a:pt x="1841391" y="22270"/>
                </a:lnTo>
                <a:lnTo>
                  <a:pt x="1841625" y="22108"/>
                </a:lnTo>
                <a:lnTo>
                  <a:pt x="1841853" y="21936"/>
                </a:lnTo>
                <a:lnTo>
                  <a:pt x="1842075" y="21756"/>
                </a:lnTo>
                <a:lnTo>
                  <a:pt x="1842292" y="21567"/>
                </a:lnTo>
                <a:lnTo>
                  <a:pt x="1842503" y="21369"/>
                </a:lnTo>
                <a:lnTo>
                  <a:pt x="1842707" y="21163"/>
                </a:lnTo>
                <a:lnTo>
                  <a:pt x="1842905" y="20950"/>
                </a:lnTo>
                <a:lnTo>
                  <a:pt x="1843094" y="20734"/>
                </a:lnTo>
                <a:lnTo>
                  <a:pt x="1843275" y="20514"/>
                </a:lnTo>
                <a:lnTo>
                  <a:pt x="1843448" y="20291"/>
                </a:lnTo>
                <a:lnTo>
                  <a:pt x="1843612" y="20064"/>
                </a:lnTo>
                <a:lnTo>
                  <a:pt x="1843767" y="19833"/>
                </a:lnTo>
                <a:lnTo>
                  <a:pt x="1843915" y="19599"/>
                </a:lnTo>
                <a:lnTo>
                  <a:pt x="1844054" y="19362"/>
                </a:lnTo>
                <a:lnTo>
                  <a:pt x="1844184" y="19121"/>
                </a:lnTo>
                <a:lnTo>
                  <a:pt x="1844306" y="18876"/>
                </a:lnTo>
                <a:lnTo>
                  <a:pt x="1844420" y="18628"/>
                </a:lnTo>
                <a:lnTo>
                  <a:pt x="1844525" y="18376"/>
                </a:lnTo>
                <a:lnTo>
                  <a:pt x="1844622" y="18121"/>
                </a:lnTo>
                <a:lnTo>
                  <a:pt x="1844710" y="17862"/>
                </a:lnTo>
                <a:lnTo>
                  <a:pt x="1844790" y="17599"/>
                </a:lnTo>
                <a:lnTo>
                  <a:pt x="1844861" y="17334"/>
                </a:lnTo>
                <a:lnTo>
                  <a:pt x="1844924" y="17064"/>
                </a:lnTo>
                <a:lnTo>
                  <a:pt x="1844979" y="16791"/>
                </a:lnTo>
                <a:lnTo>
                  <a:pt x="1845025" y="16514"/>
                </a:lnTo>
                <a:lnTo>
                  <a:pt x="1845063" y="16234"/>
                </a:lnTo>
                <a:lnTo>
                  <a:pt x="1845093" y="15950"/>
                </a:lnTo>
                <a:lnTo>
                  <a:pt x="1845114" y="15663"/>
                </a:lnTo>
                <a:lnTo>
                  <a:pt x="1845126" y="15372"/>
                </a:lnTo>
                <a:lnTo>
                  <a:pt x="1845131" y="15078"/>
                </a:lnTo>
                <a:lnTo>
                  <a:pt x="1845126" y="14775"/>
                </a:lnTo>
                <a:lnTo>
                  <a:pt x="1845114" y="14475"/>
                </a:lnTo>
                <a:lnTo>
                  <a:pt x="1845093" y="14180"/>
                </a:lnTo>
                <a:lnTo>
                  <a:pt x="1845063" y="13889"/>
                </a:lnTo>
                <a:lnTo>
                  <a:pt x="1845025" y="13601"/>
                </a:lnTo>
                <a:lnTo>
                  <a:pt x="1844979" y="13318"/>
                </a:lnTo>
                <a:lnTo>
                  <a:pt x="1844924" y="13038"/>
                </a:lnTo>
                <a:lnTo>
                  <a:pt x="1844861" y="12762"/>
                </a:lnTo>
                <a:lnTo>
                  <a:pt x="1844790" y="12491"/>
                </a:lnTo>
                <a:lnTo>
                  <a:pt x="1844710" y="12223"/>
                </a:lnTo>
                <a:lnTo>
                  <a:pt x="1844622" y="11959"/>
                </a:lnTo>
                <a:lnTo>
                  <a:pt x="1844525" y="11699"/>
                </a:lnTo>
                <a:lnTo>
                  <a:pt x="1844420" y="11443"/>
                </a:lnTo>
                <a:lnTo>
                  <a:pt x="1844306" y="11191"/>
                </a:lnTo>
                <a:lnTo>
                  <a:pt x="1844184" y="10942"/>
                </a:lnTo>
                <a:lnTo>
                  <a:pt x="1844054" y="10698"/>
                </a:lnTo>
                <a:lnTo>
                  <a:pt x="1843915" y="10458"/>
                </a:lnTo>
                <a:lnTo>
                  <a:pt x="1843767" y="10221"/>
                </a:lnTo>
                <a:lnTo>
                  <a:pt x="1843612" y="9989"/>
                </a:lnTo>
                <a:lnTo>
                  <a:pt x="1843448" y="9760"/>
                </a:lnTo>
                <a:lnTo>
                  <a:pt x="1843275" y="9536"/>
                </a:lnTo>
                <a:lnTo>
                  <a:pt x="1843094" y="9315"/>
                </a:lnTo>
                <a:lnTo>
                  <a:pt x="1842905" y="9098"/>
                </a:lnTo>
                <a:lnTo>
                  <a:pt x="1842707" y="8885"/>
                </a:lnTo>
                <a:lnTo>
                  <a:pt x="1842503" y="8679"/>
                </a:lnTo>
                <a:lnTo>
                  <a:pt x="1842292" y="8481"/>
                </a:lnTo>
                <a:lnTo>
                  <a:pt x="1842075" y="8292"/>
                </a:lnTo>
                <a:lnTo>
                  <a:pt x="1841853" y="8112"/>
                </a:lnTo>
                <a:lnTo>
                  <a:pt x="1841625" y="7940"/>
                </a:lnTo>
                <a:lnTo>
                  <a:pt x="1841391" y="7778"/>
                </a:lnTo>
                <a:lnTo>
                  <a:pt x="1841152" y="7624"/>
                </a:lnTo>
                <a:lnTo>
                  <a:pt x="1840906" y="7479"/>
                </a:lnTo>
                <a:lnTo>
                  <a:pt x="1840655" y="7343"/>
                </a:lnTo>
                <a:lnTo>
                  <a:pt x="1840398" y="7215"/>
                </a:lnTo>
                <a:lnTo>
                  <a:pt x="1840135" y="7097"/>
                </a:lnTo>
                <a:lnTo>
                  <a:pt x="1839867" y="6987"/>
                </a:lnTo>
                <a:lnTo>
                  <a:pt x="1839592" y="6886"/>
                </a:lnTo>
                <a:lnTo>
                  <a:pt x="1839312" y="6794"/>
                </a:lnTo>
                <a:lnTo>
                  <a:pt x="1839026" y="6710"/>
                </a:lnTo>
                <a:lnTo>
                  <a:pt x="1838734" y="6635"/>
                </a:lnTo>
                <a:lnTo>
                  <a:pt x="1838437" y="6570"/>
                </a:lnTo>
                <a:lnTo>
                  <a:pt x="1838134" y="6512"/>
                </a:lnTo>
                <a:lnTo>
                  <a:pt x="1837824" y="6464"/>
                </a:lnTo>
                <a:lnTo>
                  <a:pt x="1837509" y="6425"/>
                </a:lnTo>
                <a:lnTo>
                  <a:pt x="1837189" y="6394"/>
                </a:lnTo>
                <a:lnTo>
                  <a:pt x="1836862" y="6372"/>
                </a:lnTo>
                <a:lnTo>
                  <a:pt x="1836530" y="6359"/>
                </a:lnTo>
                <a:lnTo>
                  <a:pt x="1836192" y="6354"/>
                </a:lnTo>
                <a:lnTo>
                  <a:pt x="1835845" y="6359"/>
                </a:lnTo>
                <a:lnTo>
                  <a:pt x="1835505" y="6372"/>
                </a:lnTo>
                <a:lnTo>
                  <a:pt x="1835171" y="6394"/>
                </a:lnTo>
                <a:lnTo>
                  <a:pt x="1834844" y="6425"/>
                </a:lnTo>
                <a:lnTo>
                  <a:pt x="1834523" y="6464"/>
                </a:lnTo>
                <a:lnTo>
                  <a:pt x="1834209" y="6512"/>
                </a:lnTo>
                <a:lnTo>
                  <a:pt x="1833902" y="6570"/>
                </a:lnTo>
                <a:lnTo>
                  <a:pt x="1833601" y="6635"/>
                </a:lnTo>
                <a:lnTo>
                  <a:pt x="1833306" y="6710"/>
                </a:lnTo>
                <a:lnTo>
                  <a:pt x="1833019" y="6794"/>
                </a:lnTo>
                <a:lnTo>
                  <a:pt x="1832737" y="6886"/>
                </a:lnTo>
                <a:lnTo>
                  <a:pt x="1832462" y="6987"/>
                </a:lnTo>
                <a:lnTo>
                  <a:pt x="1832194" y="7097"/>
                </a:lnTo>
                <a:lnTo>
                  <a:pt x="1831933" y="7215"/>
                </a:lnTo>
                <a:lnTo>
                  <a:pt x="1831677" y="7343"/>
                </a:lnTo>
                <a:lnTo>
                  <a:pt x="1831429" y="7479"/>
                </a:lnTo>
                <a:lnTo>
                  <a:pt x="1831187" y="7624"/>
                </a:lnTo>
                <a:lnTo>
                  <a:pt x="1830951" y="7778"/>
                </a:lnTo>
                <a:lnTo>
                  <a:pt x="1830722" y="7940"/>
                </a:lnTo>
                <a:lnTo>
                  <a:pt x="1830500" y="8112"/>
                </a:lnTo>
                <a:lnTo>
                  <a:pt x="1830284" y="8292"/>
                </a:lnTo>
                <a:lnTo>
                  <a:pt x="1830075" y="8481"/>
                </a:lnTo>
                <a:lnTo>
                  <a:pt x="1829872" y="8679"/>
                </a:lnTo>
                <a:lnTo>
                  <a:pt x="1829676" y="8885"/>
                </a:lnTo>
                <a:lnTo>
                  <a:pt x="1829487" y="9098"/>
                </a:lnTo>
                <a:lnTo>
                  <a:pt x="1829306" y="9315"/>
                </a:lnTo>
                <a:lnTo>
                  <a:pt x="1829133" y="9536"/>
                </a:lnTo>
                <a:lnTo>
                  <a:pt x="1828968" y="9760"/>
                </a:lnTo>
                <a:lnTo>
                  <a:pt x="1828811" y="9989"/>
                </a:lnTo>
                <a:lnTo>
                  <a:pt x="1828663" y="10221"/>
                </a:lnTo>
                <a:lnTo>
                  <a:pt x="1828522" y="10458"/>
                </a:lnTo>
                <a:lnTo>
                  <a:pt x="1828389" y="10698"/>
                </a:lnTo>
                <a:lnTo>
                  <a:pt x="1828265" y="10942"/>
                </a:lnTo>
                <a:lnTo>
                  <a:pt x="1828148" y="11191"/>
                </a:lnTo>
                <a:lnTo>
                  <a:pt x="1828040" y="11443"/>
                </a:lnTo>
                <a:lnTo>
                  <a:pt x="1827939" y="11699"/>
                </a:lnTo>
                <a:lnTo>
                  <a:pt x="1827847" y="11959"/>
                </a:lnTo>
                <a:lnTo>
                  <a:pt x="1827762" y="12223"/>
                </a:lnTo>
                <a:lnTo>
                  <a:pt x="1827686" y="12491"/>
                </a:lnTo>
                <a:lnTo>
                  <a:pt x="1827618" y="12762"/>
                </a:lnTo>
                <a:lnTo>
                  <a:pt x="1827557" y="13038"/>
                </a:lnTo>
                <a:lnTo>
                  <a:pt x="1827505" y="13318"/>
                </a:lnTo>
                <a:lnTo>
                  <a:pt x="1827461" y="13601"/>
                </a:lnTo>
                <a:lnTo>
                  <a:pt x="1827425" y="13889"/>
                </a:lnTo>
                <a:lnTo>
                  <a:pt x="1827396" y="14180"/>
                </a:lnTo>
                <a:lnTo>
                  <a:pt x="1827376" y="14475"/>
                </a:lnTo>
                <a:lnTo>
                  <a:pt x="1827364" y="14775"/>
                </a:lnTo>
                <a:lnTo>
                  <a:pt x="1827360" y="15078"/>
                </a:lnTo>
                <a:lnTo>
                  <a:pt x="1827364" y="15372"/>
                </a:lnTo>
                <a:lnTo>
                  <a:pt x="1827376" y="15663"/>
                </a:lnTo>
                <a:lnTo>
                  <a:pt x="1827396" y="15950"/>
                </a:lnTo>
                <a:lnTo>
                  <a:pt x="1827425" y="16234"/>
                </a:lnTo>
                <a:lnTo>
                  <a:pt x="1827461" y="16514"/>
                </a:lnTo>
                <a:lnTo>
                  <a:pt x="1827505" y="16791"/>
                </a:lnTo>
                <a:close/>
                <a:moveTo>
                  <a:pt x="1926761" y="16791"/>
                </a:moveTo>
                <a:lnTo>
                  <a:pt x="1926813" y="17064"/>
                </a:lnTo>
                <a:lnTo>
                  <a:pt x="1926873" y="17334"/>
                </a:lnTo>
                <a:lnTo>
                  <a:pt x="1926941" y="17599"/>
                </a:lnTo>
                <a:lnTo>
                  <a:pt x="1927018" y="17862"/>
                </a:lnTo>
                <a:lnTo>
                  <a:pt x="1927102" y="18121"/>
                </a:lnTo>
                <a:lnTo>
                  <a:pt x="1927195" y="18376"/>
                </a:lnTo>
                <a:lnTo>
                  <a:pt x="1927295" y="18628"/>
                </a:lnTo>
                <a:lnTo>
                  <a:pt x="1927404" y="18876"/>
                </a:lnTo>
                <a:lnTo>
                  <a:pt x="1927520" y="19121"/>
                </a:lnTo>
                <a:lnTo>
                  <a:pt x="1927645" y="19362"/>
                </a:lnTo>
                <a:lnTo>
                  <a:pt x="1927778" y="19599"/>
                </a:lnTo>
                <a:lnTo>
                  <a:pt x="1927918" y="19833"/>
                </a:lnTo>
                <a:lnTo>
                  <a:pt x="1928067" y="20064"/>
                </a:lnTo>
                <a:lnTo>
                  <a:pt x="1928224" y="20291"/>
                </a:lnTo>
                <a:lnTo>
                  <a:pt x="1928389" y="20514"/>
                </a:lnTo>
                <a:lnTo>
                  <a:pt x="1928561" y="20734"/>
                </a:lnTo>
                <a:lnTo>
                  <a:pt x="1928742" y="20950"/>
                </a:lnTo>
                <a:lnTo>
                  <a:pt x="1928931" y="21163"/>
                </a:lnTo>
                <a:lnTo>
                  <a:pt x="1929128" y="21369"/>
                </a:lnTo>
                <a:lnTo>
                  <a:pt x="1929330" y="21567"/>
                </a:lnTo>
                <a:lnTo>
                  <a:pt x="1929540" y="21756"/>
                </a:lnTo>
                <a:lnTo>
                  <a:pt x="1929756" y="21936"/>
                </a:lnTo>
                <a:lnTo>
                  <a:pt x="1929978" y="22108"/>
                </a:lnTo>
                <a:lnTo>
                  <a:pt x="1930207" y="22270"/>
                </a:lnTo>
                <a:lnTo>
                  <a:pt x="1930442" y="22424"/>
                </a:lnTo>
                <a:lnTo>
                  <a:pt x="1930684" y="22569"/>
                </a:lnTo>
                <a:lnTo>
                  <a:pt x="1930933" y="22705"/>
                </a:lnTo>
                <a:lnTo>
                  <a:pt x="1931188" y="22833"/>
                </a:lnTo>
                <a:lnTo>
                  <a:pt x="1931450" y="22951"/>
                </a:lnTo>
                <a:lnTo>
                  <a:pt x="1931718" y="23061"/>
                </a:lnTo>
                <a:lnTo>
                  <a:pt x="1931993" y="23162"/>
                </a:lnTo>
                <a:lnTo>
                  <a:pt x="1932274" y="23254"/>
                </a:lnTo>
                <a:lnTo>
                  <a:pt x="1932562" y="23338"/>
                </a:lnTo>
                <a:lnTo>
                  <a:pt x="1932856" y="23413"/>
                </a:lnTo>
                <a:lnTo>
                  <a:pt x="1933157" y="23478"/>
                </a:lnTo>
                <a:lnTo>
                  <a:pt x="1933465" y="23536"/>
                </a:lnTo>
                <a:lnTo>
                  <a:pt x="1933779" y="23584"/>
                </a:lnTo>
                <a:lnTo>
                  <a:pt x="1934099" y="23623"/>
                </a:lnTo>
                <a:lnTo>
                  <a:pt x="1934426" y="23654"/>
                </a:lnTo>
                <a:lnTo>
                  <a:pt x="1934760" y="23676"/>
                </a:lnTo>
                <a:lnTo>
                  <a:pt x="1935100" y="23689"/>
                </a:lnTo>
                <a:lnTo>
                  <a:pt x="1935447" y="23694"/>
                </a:lnTo>
                <a:lnTo>
                  <a:pt x="1935785" y="23689"/>
                </a:lnTo>
                <a:lnTo>
                  <a:pt x="1936118" y="23676"/>
                </a:lnTo>
                <a:lnTo>
                  <a:pt x="1936444" y="23654"/>
                </a:lnTo>
                <a:lnTo>
                  <a:pt x="1936765" y="23623"/>
                </a:lnTo>
                <a:lnTo>
                  <a:pt x="1937080" y="23584"/>
                </a:lnTo>
                <a:lnTo>
                  <a:pt x="1937389" y="23536"/>
                </a:lnTo>
                <a:lnTo>
                  <a:pt x="1937692" y="23478"/>
                </a:lnTo>
                <a:lnTo>
                  <a:pt x="1937990" y="23413"/>
                </a:lnTo>
                <a:lnTo>
                  <a:pt x="1938282" y="23338"/>
                </a:lnTo>
                <a:lnTo>
                  <a:pt x="1938568" y="23254"/>
                </a:lnTo>
                <a:lnTo>
                  <a:pt x="1938848" y="23162"/>
                </a:lnTo>
                <a:lnTo>
                  <a:pt x="1939122" y="23061"/>
                </a:lnTo>
                <a:lnTo>
                  <a:pt x="1939391" y="22951"/>
                </a:lnTo>
                <a:lnTo>
                  <a:pt x="1939654" y="22833"/>
                </a:lnTo>
                <a:lnTo>
                  <a:pt x="1939911" y="22705"/>
                </a:lnTo>
                <a:lnTo>
                  <a:pt x="1940162" y="22569"/>
                </a:lnTo>
                <a:lnTo>
                  <a:pt x="1940407" y="22424"/>
                </a:lnTo>
                <a:lnTo>
                  <a:pt x="1940647" y="22270"/>
                </a:lnTo>
                <a:lnTo>
                  <a:pt x="1940881" y="22108"/>
                </a:lnTo>
                <a:lnTo>
                  <a:pt x="1941109" y="21936"/>
                </a:lnTo>
                <a:lnTo>
                  <a:pt x="1941331" y="21756"/>
                </a:lnTo>
                <a:lnTo>
                  <a:pt x="1941547" y="21567"/>
                </a:lnTo>
                <a:lnTo>
                  <a:pt x="1941758" y="21369"/>
                </a:lnTo>
                <a:lnTo>
                  <a:pt x="1941963" y="21163"/>
                </a:lnTo>
                <a:lnTo>
                  <a:pt x="1942161" y="20950"/>
                </a:lnTo>
                <a:lnTo>
                  <a:pt x="1942350" y="20734"/>
                </a:lnTo>
                <a:lnTo>
                  <a:pt x="1942531" y="20514"/>
                </a:lnTo>
                <a:lnTo>
                  <a:pt x="1942703" y="20291"/>
                </a:lnTo>
                <a:lnTo>
                  <a:pt x="1942867" y="20064"/>
                </a:lnTo>
                <a:lnTo>
                  <a:pt x="1943023" y="19833"/>
                </a:lnTo>
                <a:lnTo>
                  <a:pt x="1943170" y="19599"/>
                </a:lnTo>
                <a:lnTo>
                  <a:pt x="1943309" y="19362"/>
                </a:lnTo>
                <a:lnTo>
                  <a:pt x="1943440" y="19121"/>
                </a:lnTo>
                <a:lnTo>
                  <a:pt x="1943562" y="18876"/>
                </a:lnTo>
                <a:lnTo>
                  <a:pt x="1943675" y="18628"/>
                </a:lnTo>
                <a:lnTo>
                  <a:pt x="1943780" y="18376"/>
                </a:lnTo>
                <a:lnTo>
                  <a:pt x="1943877" y="18121"/>
                </a:lnTo>
                <a:lnTo>
                  <a:pt x="1943965" y="17862"/>
                </a:lnTo>
                <a:lnTo>
                  <a:pt x="1944045" y="17599"/>
                </a:lnTo>
                <a:lnTo>
                  <a:pt x="1944117" y="17334"/>
                </a:lnTo>
                <a:lnTo>
                  <a:pt x="1944180" y="17064"/>
                </a:lnTo>
                <a:lnTo>
                  <a:pt x="1944235" y="16791"/>
                </a:lnTo>
                <a:lnTo>
                  <a:pt x="1944281" y="16514"/>
                </a:lnTo>
                <a:lnTo>
                  <a:pt x="1944319" y="16234"/>
                </a:lnTo>
                <a:lnTo>
                  <a:pt x="1944348" y="15950"/>
                </a:lnTo>
                <a:lnTo>
                  <a:pt x="1944369" y="15663"/>
                </a:lnTo>
                <a:lnTo>
                  <a:pt x="1944382" y="15372"/>
                </a:lnTo>
                <a:lnTo>
                  <a:pt x="1944386" y="15078"/>
                </a:lnTo>
                <a:lnTo>
                  <a:pt x="1944382" y="14775"/>
                </a:lnTo>
                <a:lnTo>
                  <a:pt x="1944369" y="14475"/>
                </a:lnTo>
                <a:lnTo>
                  <a:pt x="1944348" y="14180"/>
                </a:lnTo>
                <a:lnTo>
                  <a:pt x="1944319" y="13889"/>
                </a:lnTo>
                <a:lnTo>
                  <a:pt x="1944281" y="13601"/>
                </a:lnTo>
                <a:lnTo>
                  <a:pt x="1944235" y="13318"/>
                </a:lnTo>
                <a:lnTo>
                  <a:pt x="1944180" y="13038"/>
                </a:lnTo>
                <a:lnTo>
                  <a:pt x="1944117" y="12762"/>
                </a:lnTo>
                <a:lnTo>
                  <a:pt x="1944045" y="12491"/>
                </a:lnTo>
                <a:lnTo>
                  <a:pt x="1943965" y="12223"/>
                </a:lnTo>
                <a:lnTo>
                  <a:pt x="1943877" y="11959"/>
                </a:lnTo>
                <a:lnTo>
                  <a:pt x="1943780" y="11699"/>
                </a:lnTo>
                <a:lnTo>
                  <a:pt x="1943675" y="11443"/>
                </a:lnTo>
                <a:lnTo>
                  <a:pt x="1943562" y="11191"/>
                </a:lnTo>
                <a:lnTo>
                  <a:pt x="1943440" y="10942"/>
                </a:lnTo>
                <a:lnTo>
                  <a:pt x="1943309" y="10698"/>
                </a:lnTo>
                <a:lnTo>
                  <a:pt x="1943170" y="10458"/>
                </a:lnTo>
                <a:lnTo>
                  <a:pt x="1943023" y="10221"/>
                </a:lnTo>
                <a:lnTo>
                  <a:pt x="1942867" y="9989"/>
                </a:lnTo>
                <a:lnTo>
                  <a:pt x="1942703" y="9760"/>
                </a:lnTo>
                <a:lnTo>
                  <a:pt x="1942531" y="9536"/>
                </a:lnTo>
                <a:lnTo>
                  <a:pt x="1942350" y="9315"/>
                </a:lnTo>
                <a:lnTo>
                  <a:pt x="1942161" y="9098"/>
                </a:lnTo>
                <a:lnTo>
                  <a:pt x="1941963" y="8885"/>
                </a:lnTo>
                <a:lnTo>
                  <a:pt x="1941758" y="8679"/>
                </a:lnTo>
                <a:lnTo>
                  <a:pt x="1941547" y="8481"/>
                </a:lnTo>
                <a:lnTo>
                  <a:pt x="1941331" y="8292"/>
                </a:lnTo>
                <a:lnTo>
                  <a:pt x="1941109" y="8112"/>
                </a:lnTo>
                <a:lnTo>
                  <a:pt x="1940881" y="7940"/>
                </a:lnTo>
                <a:lnTo>
                  <a:pt x="1940647" y="7778"/>
                </a:lnTo>
                <a:lnTo>
                  <a:pt x="1940407" y="7624"/>
                </a:lnTo>
                <a:lnTo>
                  <a:pt x="1940162" y="7479"/>
                </a:lnTo>
                <a:lnTo>
                  <a:pt x="1939911" y="7343"/>
                </a:lnTo>
                <a:lnTo>
                  <a:pt x="1939654" y="7215"/>
                </a:lnTo>
                <a:lnTo>
                  <a:pt x="1939391" y="7097"/>
                </a:lnTo>
                <a:lnTo>
                  <a:pt x="1939122" y="6987"/>
                </a:lnTo>
                <a:lnTo>
                  <a:pt x="1938848" y="6886"/>
                </a:lnTo>
                <a:lnTo>
                  <a:pt x="1938568" y="6794"/>
                </a:lnTo>
                <a:lnTo>
                  <a:pt x="1938282" y="6710"/>
                </a:lnTo>
                <a:lnTo>
                  <a:pt x="1937990" y="6635"/>
                </a:lnTo>
                <a:lnTo>
                  <a:pt x="1937692" y="6570"/>
                </a:lnTo>
                <a:lnTo>
                  <a:pt x="1937389" y="6512"/>
                </a:lnTo>
                <a:lnTo>
                  <a:pt x="1937080" y="6464"/>
                </a:lnTo>
                <a:lnTo>
                  <a:pt x="1936765" y="6425"/>
                </a:lnTo>
                <a:lnTo>
                  <a:pt x="1936444" y="6394"/>
                </a:lnTo>
                <a:lnTo>
                  <a:pt x="1936118" y="6372"/>
                </a:lnTo>
                <a:lnTo>
                  <a:pt x="1935785" y="6359"/>
                </a:lnTo>
                <a:lnTo>
                  <a:pt x="1935447" y="6354"/>
                </a:lnTo>
                <a:lnTo>
                  <a:pt x="1935100" y="6359"/>
                </a:lnTo>
                <a:lnTo>
                  <a:pt x="1934760" y="6372"/>
                </a:lnTo>
                <a:lnTo>
                  <a:pt x="1934426" y="6394"/>
                </a:lnTo>
                <a:lnTo>
                  <a:pt x="1934099" y="6425"/>
                </a:lnTo>
                <a:lnTo>
                  <a:pt x="1933779" y="6464"/>
                </a:lnTo>
                <a:lnTo>
                  <a:pt x="1933465" y="6512"/>
                </a:lnTo>
                <a:lnTo>
                  <a:pt x="1933157" y="6570"/>
                </a:lnTo>
                <a:lnTo>
                  <a:pt x="1932856" y="6635"/>
                </a:lnTo>
                <a:lnTo>
                  <a:pt x="1932562" y="6710"/>
                </a:lnTo>
                <a:lnTo>
                  <a:pt x="1932274" y="6794"/>
                </a:lnTo>
                <a:lnTo>
                  <a:pt x="1931993" y="6886"/>
                </a:lnTo>
                <a:lnTo>
                  <a:pt x="1931718" y="6987"/>
                </a:lnTo>
                <a:lnTo>
                  <a:pt x="1931450" y="7097"/>
                </a:lnTo>
                <a:lnTo>
                  <a:pt x="1931188" y="7215"/>
                </a:lnTo>
                <a:lnTo>
                  <a:pt x="1930933" y="7343"/>
                </a:lnTo>
                <a:lnTo>
                  <a:pt x="1930684" y="7479"/>
                </a:lnTo>
                <a:lnTo>
                  <a:pt x="1930442" y="7624"/>
                </a:lnTo>
                <a:lnTo>
                  <a:pt x="1930207" y="7778"/>
                </a:lnTo>
                <a:lnTo>
                  <a:pt x="1929978" y="7940"/>
                </a:lnTo>
                <a:lnTo>
                  <a:pt x="1929756" y="8112"/>
                </a:lnTo>
                <a:lnTo>
                  <a:pt x="1929540" y="8292"/>
                </a:lnTo>
                <a:lnTo>
                  <a:pt x="1929330" y="8481"/>
                </a:lnTo>
                <a:lnTo>
                  <a:pt x="1929128" y="8679"/>
                </a:lnTo>
                <a:lnTo>
                  <a:pt x="1928931" y="8885"/>
                </a:lnTo>
                <a:lnTo>
                  <a:pt x="1928742" y="9098"/>
                </a:lnTo>
                <a:lnTo>
                  <a:pt x="1928561" y="9315"/>
                </a:lnTo>
                <a:lnTo>
                  <a:pt x="1928389" y="9536"/>
                </a:lnTo>
                <a:lnTo>
                  <a:pt x="1928224" y="9760"/>
                </a:lnTo>
                <a:lnTo>
                  <a:pt x="1928067" y="9989"/>
                </a:lnTo>
                <a:lnTo>
                  <a:pt x="1927918" y="10221"/>
                </a:lnTo>
                <a:lnTo>
                  <a:pt x="1927778" y="10458"/>
                </a:lnTo>
                <a:lnTo>
                  <a:pt x="1927645" y="10698"/>
                </a:lnTo>
                <a:lnTo>
                  <a:pt x="1927520" y="10942"/>
                </a:lnTo>
                <a:lnTo>
                  <a:pt x="1927404" y="11191"/>
                </a:lnTo>
                <a:lnTo>
                  <a:pt x="1927295" y="11443"/>
                </a:lnTo>
                <a:lnTo>
                  <a:pt x="1927195" y="11699"/>
                </a:lnTo>
                <a:lnTo>
                  <a:pt x="1927102" y="11959"/>
                </a:lnTo>
                <a:lnTo>
                  <a:pt x="1927018" y="12223"/>
                </a:lnTo>
                <a:lnTo>
                  <a:pt x="1926941" y="12491"/>
                </a:lnTo>
                <a:lnTo>
                  <a:pt x="1926873" y="12762"/>
                </a:lnTo>
                <a:lnTo>
                  <a:pt x="1926813" y="13038"/>
                </a:lnTo>
                <a:lnTo>
                  <a:pt x="1926761" y="13318"/>
                </a:lnTo>
                <a:lnTo>
                  <a:pt x="1926716" y="13601"/>
                </a:lnTo>
                <a:lnTo>
                  <a:pt x="1926680" y="13889"/>
                </a:lnTo>
                <a:lnTo>
                  <a:pt x="1926652" y="14180"/>
                </a:lnTo>
                <a:lnTo>
                  <a:pt x="1926632" y="14475"/>
                </a:lnTo>
                <a:lnTo>
                  <a:pt x="1926620" y="14775"/>
                </a:lnTo>
                <a:lnTo>
                  <a:pt x="1926616" y="15078"/>
                </a:lnTo>
                <a:lnTo>
                  <a:pt x="1926620" y="15372"/>
                </a:lnTo>
                <a:lnTo>
                  <a:pt x="1926632" y="15663"/>
                </a:lnTo>
                <a:lnTo>
                  <a:pt x="1926652" y="15950"/>
                </a:lnTo>
                <a:lnTo>
                  <a:pt x="1926680" y="16234"/>
                </a:lnTo>
                <a:lnTo>
                  <a:pt x="1926716" y="16514"/>
                </a:lnTo>
                <a:lnTo>
                  <a:pt x="1926761" y="16791"/>
                </a:lnTo>
                <a:close/>
                <a:moveTo>
                  <a:pt x="1983443" y="18955"/>
                </a:moveTo>
                <a:lnTo>
                  <a:pt x="1983443" y="48895"/>
                </a:lnTo>
                <a:lnTo>
                  <a:pt x="1962011" y="48895"/>
                </a:lnTo>
                <a:lnTo>
                  <a:pt x="1962011" y="59450"/>
                </a:lnTo>
                <a:lnTo>
                  <a:pt x="1983443" y="59450"/>
                </a:lnTo>
                <a:lnTo>
                  <a:pt x="1983443" y="136993"/>
                </a:lnTo>
                <a:lnTo>
                  <a:pt x="1983448" y="137954"/>
                </a:lnTo>
                <a:lnTo>
                  <a:pt x="1983465" y="138897"/>
                </a:lnTo>
                <a:lnTo>
                  <a:pt x="1983493" y="139823"/>
                </a:lnTo>
                <a:lnTo>
                  <a:pt x="1983533" y="140732"/>
                </a:lnTo>
                <a:lnTo>
                  <a:pt x="1983583" y="141624"/>
                </a:lnTo>
                <a:lnTo>
                  <a:pt x="1983645" y="142499"/>
                </a:lnTo>
                <a:lnTo>
                  <a:pt x="1983718" y="143356"/>
                </a:lnTo>
                <a:lnTo>
                  <a:pt x="1983802" y="144197"/>
                </a:lnTo>
                <a:lnTo>
                  <a:pt x="1983897" y="145020"/>
                </a:lnTo>
                <a:lnTo>
                  <a:pt x="1984004" y="145826"/>
                </a:lnTo>
                <a:lnTo>
                  <a:pt x="1984122" y="146614"/>
                </a:lnTo>
                <a:lnTo>
                  <a:pt x="1984251" y="147386"/>
                </a:lnTo>
                <a:lnTo>
                  <a:pt x="1984391" y="148140"/>
                </a:lnTo>
                <a:lnTo>
                  <a:pt x="1984542" y="148877"/>
                </a:lnTo>
                <a:lnTo>
                  <a:pt x="1984705" y="149597"/>
                </a:lnTo>
                <a:lnTo>
                  <a:pt x="1984879" y="150300"/>
                </a:lnTo>
                <a:lnTo>
                  <a:pt x="1985064" y="150985"/>
                </a:lnTo>
                <a:lnTo>
                  <a:pt x="1985260" y="151653"/>
                </a:lnTo>
                <a:lnTo>
                  <a:pt x="1985468" y="152304"/>
                </a:lnTo>
                <a:lnTo>
                  <a:pt x="1985687" y="152938"/>
                </a:lnTo>
                <a:lnTo>
                  <a:pt x="1985916" y="153555"/>
                </a:lnTo>
                <a:lnTo>
                  <a:pt x="1986158" y="154154"/>
                </a:lnTo>
                <a:lnTo>
                  <a:pt x="1986410" y="154737"/>
                </a:lnTo>
                <a:lnTo>
                  <a:pt x="1986674" y="155302"/>
                </a:lnTo>
                <a:lnTo>
                  <a:pt x="1986947" y="155851"/>
                </a:lnTo>
                <a:lnTo>
                  <a:pt x="1987229" y="156388"/>
                </a:lnTo>
                <a:lnTo>
                  <a:pt x="1987520" y="156910"/>
                </a:lnTo>
                <a:lnTo>
                  <a:pt x="1987820" y="157420"/>
                </a:lnTo>
                <a:lnTo>
                  <a:pt x="1988128" y="157916"/>
                </a:lnTo>
                <a:lnTo>
                  <a:pt x="1988444" y="158398"/>
                </a:lnTo>
                <a:lnTo>
                  <a:pt x="1988769" y="158867"/>
                </a:lnTo>
                <a:lnTo>
                  <a:pt x="1989103" y="159322"/>
                </a:lnTo>
                <a:lnTo>
                  <a:pt x="1989445" y="159764"/>
                </a:lnTo>
                <a:lnTo>
                  <a:pt x="1989796" y="160193"/>
                </a:lnTo>
                <a:lnTo>
                  <a:pt x="1990156" y="160608"/>
                </a:lnTo>
                <a:lnTo>
                  <a:pt x="1990524" y="161010"/>
                </a:lnTo>
                <a:lnTo>
                  <a:pt x="1990901" y="161398"/>
                </a:lnTo>
                <a:lnTo>
                  <a:pt x="1991286" y="161773"/>
                </a:lnTo>
                <a:lnTo>
                  <a:pt x="1991680" y="162134"/>
                </a:lnTo>
                <a:lnTo>
                  <a:pt x="1992083" y="162482"/>
                </a:lnTo>
                <a:lnTo>
                  <a:pt x="1992494" y="162816"/>
                </a:lnTo>
                <a:lnTo>
                  <a:pt x="1992914" y="163137"/>
                </a:lnTo>
                <a:lnTo>
                  <a:pt x="1993342" y="163444"/>
                </a:lnTo>
                <a:lnTo>
                  <a:pt x="1993779" y="163738"/>
                </a:lnTo>
                <a:lnTo>
                  <a:pt x="1994224" y="164019"/>
                </a:lnTo>
                <a:lnTo>
                  <a:pt x="1994679" y="164286"/>
                </a:lnTo>
                <a:lnTo>
                  <a:pt x="1995141" y="164539"/>
                </a:lnTo>
                <a:lnTo>
                  <a:pt x="1995613" y="164779"/>
                </a:lnTo>
                <a:lnTo>
                  <a:pt x="1996091" y="165008"/>
                </a:lnTo>
                <a:lnTo>
                  <a:pt x="1996576" y="165226"/>
                </a:lnTo>
                <a:lnTo>
                  <a:pt x="1997067" y="165435"/>
                </a:lnTo>
                <a:lnTo>
                  <a:pt x="1997563" y="165635"/>
                </a:lnTo>
                <a:lnTo>
                  <a:pt x="1998066" y="165824"/>
                </a:lnTo>
                <a:lnTo>
                  <a:pt x="1998574" y="166004"/>
                </a:lnTo>
                <a:lnTo>
                  <a:pt x="1999089" y="166174"/>
                </a:lnTo>
                <a:lnTo>
                  <a:pt x="1999610" y="166335"/>
                </a:lnTo>
                <a:lnTo>
                  <a:pt x="2000136" y="166486"/>
                </a:lnTo>
                <a:lnTo>
                  <a:pt x="2000669" y="166627"/>
                </a:lnTo>
                <a:lnTo>
                  <a:pt x="2001207" y="166758"/>
                </a:lnTo>
                <a:lnTo>
                  <a:pt x="2001752" y="166879"/>
                </a:lnTo>
                <a:lnTo>
                  <a:pt x="2002302" y="166991"/>
                </a:lnTo>
                <a:lnTo>
                  <a:pt x="2002858" y="167093"/>
                </a:lnTo>
                <a:lnTo>
                  <a:pt x="2003421" y="167186"/>
                </a:lnTo>
                <a:lnTo>
                  <a:pt x="2003989" y="167268"/>
                </a:lnTo>
                <a:lnTo>
                  <a:pt x="2004564" y="167341"/>
                </a:lnTo>
                <a:lnTo>
                  <a:pt x="2005144" y="167404"/>
                </a:lnTo>
                <a:lnTo>
                  <a:pt x="2005730" y="167458"/>
                </a:lnTo>
                <a:lnTo>
                  <a:pt x="2006323" y="167502"/>
                </a:lnTo>
                <a:lnTo>
                  <a:pt x="2006921" y="167536"/>
                </a:lnTo>
                <a:lnTo>
                  <a:pt x="2007525" y="167560"/>
                </a:lnTo>
                <a:lnTo>
                  <a:pt x="2008136" y="167574"/>
                </a:lnTo>
                <a:lnTo>
                  <a:pt x="2008752" y="167579"/>
                </a:lnTo>
                <a:lnTo>
                  <a:pt x="2009066" y="167579"/>
                </a:lnTo>
                <a:lnTo>
                  <a:pt x="2009381" y="167576"/>
                </a:lnTo>
                <a:lnTo>
                  <a:pt x="2009695" y="167572"/>
                </a:lnTo>
                <a:lnTo>
                  <a:pt x="2010010" y="167566"/>
                </a:lnTo>
                <a:lnTo>
                  <a:pt x="2010325" y="167558"/>
                </a:lnTo>
                <a:lnTo>
                  <a:pt x="2010640" y="167549"/>
                </a:lnTo>
                <a:lnTo>
                  <a:pt x="2010955" y="167538"/>
                </a:lnTo>
                <a:lnTo>
                  <a:pt x="2011271" y="167525"/>
                </a:lnTo>
                <a:lnTo>
                  <a:pt x="2011587" y="167511"/>
                </a:lnTo>
                <a:lnTo>
                  <a:pt x="2011903" y="167495"/>
                </a:lnTo>
                <a:lnTo>
                  <a:pt x="2012219" y="167478"/>
                </a:lnTo>
                <a:lnTo>
                  <a:pt x="2012535" y="167458"/>
                </a:lnTo>
                <a:lnTo>
                  <a:pt x="2012851" y="167437"/>
                </a:lnTo>
                <a:lnTo>
                  <a:pt x="2013168" y="167414"/>
                </a:lnTo>
                <a:lnTo>
                  <a:pt x="2013485" y="167390"/>
                </a:lnTo>
                <a:lnTo>
                  <a:pt x="2013802" y="167364"/>
                </a:lnTo>
                <a:lnTo>
                  <a:pt x="2014119" y="167336"/>
                </a:lnTo>
                <a:lnTo>
                  <a:pt x="2014436" y="167307"/>
                </a:lnTo>
                <a:lnTo>
                  <a:pt x="2014754" y="167276"/>
                </a:lnTo>
                <a:lnTo>
                  <a:pt x="2015072" y="167243"/>
                </a:lnTo>
                <a:lnTo>
                  <a:pt x="2015390" y="167208"/>
                </a:lnTo>
                <a:lnTo>
                  <a:pt x="2015708" y="167172"/>
                </a:lnTo>
                <a:lnTo>
                  <a:pt x="2016026" y="167134"/>
                </a:lnTo>
                <a:lnTo>
                  <a:pt x="2016345" y="167095"/>
                </a:lnTo>
                <a:lnTo>
                  <a:pt x="2016661" y="167054"/>
                </a:lnTo>
                <a:lnTo>
                  <a:pt x="2016972" y="167012"/>
                </a:lnTo>
                <a:lnTo>
                  <a:pt x="2017278" y="166969"/>
                </a:lnTo>
                <a:lnTo>
                  <a:pt x="2017579" y="166926"/>
                </a:lnTo>
                <a:lnTo>
                  <a:pt x="2017875" y="166881"/>
                </a:lnTo>
                <a:lnTo>
                  <a:pt x="2018166" y="166836"/>
                </a:lnTo>
                <a:lnTo>
                  <a:pt x="2018451" y="166789"/>
                </a:lnTo>
                <a:lnTo>
                  <a:pt x="2018732" y="166742"/>
                </a:lnTo>
                <a:lnTo>
                  <a:pt x="2019008" y="166693"/>
                </a:lnTo>
                <a:lnTo>
                  <a:pt x="2019278" y="166644"/>
                </a:lnTo>
                <a:lnTo>
                  <a:pt x="2019544" y="166594"/>
                </a:lnTo>
                <a:lnTo>
                  <a:pt x="2019805" y="166543"/>
                </a:lnTo>
                <a:lnTo>
                  <a:pt x="2020060" y="166491"/>
                </a:lnTo>
                <a:lnTo>
                  <a:pt x="2020311" y="166438"/>
                </a:lnTo>
                <a:lnTo>
                  <a:pt x="2020556" y="166384"/>
                </a:lnTo>
                <a:lnTo>
                  <a:pt x="2020796" y="166329"/>
                </a:lnTo>
                <a:lnTo>
                  <a:pt x="2021032" y="166273"/>
                </a:lnTo>
                <a:lnTo>
                  <a:pt x="2021262" y="166216"/>
                </a:lnTo>
                <a:lnTo>
                  <a:pt x="2021487" y="166159"/>
                </a:lnTo>
                <a:lnTo>
                  <a:pt x="2021707" y="166100"/>
                </a:lnTo>
                <a:lnTo>
                  <a:pt x="2021922" y="166040"/>
                </a:lnTo>
                <a:lnTo>
                  <a:pt x="2022132" y="165980"/>
                </a:lnTo>
                <a:lnTo>
                  <a:pt x="2022337" y="165919"/>
                </a:lnTo>
                <a:lnTo>
                  <a:pt x="2022537" y="165856"/>
                </a:lnTo>
                <a:lnTo>
                  <a:pt x="2021999" y="154979"/>
                </a:lnTo>
                <a:lnTo>
                  <a:pt x="2021810" y="155006"/>
                </a:lnTo>
                <a:lnTo>
                  <a:pt x="2021619" y="155033"/>
                </a:lnTo>
                <a:lnTo>
                  <a:pt x="2021428" y="155060"/>
                </a:lnTo>
                <a:lnTo>
                  <a:pt x="2021235" y="155088"/>
                </a:lnTo>
                <a:lnTo>
                  <a:pt x="2021040" y="155116"/>
                </a:lnTo>
                <a:lnTo>
                  <a:pt x="2020845" y="155143"/>
                </a:lnTo>
                <a:lnTo>
                  <a:pt x="2020648" y="155172"/>
                </a:lnTo>
                <a:lnTo>
                  <a:pt x="2020449" y="155200"/>
                </a:lnTo>
                <a:lnTo>
                  <a:pt x="2020250" y="155228"/>
                </a:lnTo>
                <a:lnTo>
                  <a:pt x="2020049" y="155257"/>
                </a:lnTo>
                <a:lnTo>
                  <a:pt x="2019847" y="155286"/>
                </a:lnTo>
                <a:lnTo>
                  <a:pt x="2019643" y="155315"/>
                </a:lnTo>
                <a:lnTo>
                  <a:pt x="2019438" y="155344"/>
                </a:lnTo>
                <a:lnTo>
                  <a:pt x="2019232" y="155374"/>
                </a:lnTo>
                <a:lnTo>
                  <a:pt x="2019025" y="155403"/>
                </a:lnTo>
                <a:lnTo>
                  <a:pt x="2018816" y="155433"/>
                </a:lnTo>
                <a:lnTo>
                  <a:pt x="2018606" y="155463"/>
                </a:lnTo>
                <a:lnTo>
                  <a:pt x="2018394" y="155494"/>
                </a:lnTo>
                <a:lnTo>
                  <a:pt x="2018182" y="155524"/>
                </a:lnTo>
                <a:lnTo>
                  <a:pt x="2017968" y="155554"/>
                </a:lnTo>
                <a:lnTo>
                  <a:pt x="2017752" y="155585"/>
                </a:lnTo>
                <a:lnTo>
                  <a:pt x="2017536" y="155616"/>
                </a:lnTo>
                <a:lnTo>
                  <a:pt x="2017318" y="155647"/>
                </a:lnTo>
                <a:lnTo>
                  <a:pt x="2017099" y="155679"/>
                </a:lnTo>
                <a:lnTo>
                  <a:pt x="2016878" y="155709"/>
                </a:lnTo>
                <a:lnTo>
                  <a:pt x="2016657" y="155739"/>
                </a:lnTo>
                <a:lnTo>
                  <a:pt x="2016435" y="155767"/>
                </a:lnTo>
                <a:lnTo>
                  <a:pt x="2016212" y="155794"/>
                </a:lnTo>
                <a:lnTo>
                  <a:pt x="2015988" y="155819"/>
                </a:lnTo>
                <a:lnTo>
                  <a:pt x="2015763" y="155844"/>
                </a:lnTo>
                <a:lnTo>
                  <a:pt x="2015537" y="155866"/>
                </a:lnTo>
                <a:lnTo>
                  <a:pt x="2015310" y="155888"/>
                </a:lnTo>
                <a:lnTo>
                  <a:pt x="2015082" y="155908"/>
                </a:lnTo>
                <a:lnTo>
                  <a:pt x="2014853" y="155927"/>
                </a:lnTo>
                <a:lnTo>
                  <a:pt x="2014623" y="155945"/>
                </a:lnTo>
                <a:lnTo>
                  <a:pt x="2014393" y="155961"/>
                </a:lnTo>
                <a:lnTo>
                  <a:pt x="2014161" y="155976"/>
                </a:lnTo>
                <a:lnTo>
                  <a:pt x="2013929" y="155990"/>
                </a:lnTo>
                <a:lnTo>
                  <a:pt x="2013695" y="156003"/>
                </a:lnTo>
                <a:lnTo>
                  <a:pt x="2013461" y="156014"/>
                </a:lnTo>
                <a:lnTo>
                  <a:pt x="2013226" y="156024"/>
                </a:lnTo>
                <a:lnTo>
                  <a:pt x="2012989" y="156032"/>
                </a:lnTo>
                <a:lnTo>
                  <a:pt x="2012752" y="156039"/>
                </a:lnTo>
                <a:lnTo>
                  <a:pt x="2012514" y="156045"/>
                </a:lnTo>
                <a:lnTo>
                  <a:pt x="2012275" y="156050"/>
                </a:lnTo>
                <a:lnTo>
                  <a:pt x="2012035" y="156053"/>
                </a:lnTo>
                <a:lnTo>
                  <a:pt x="2011794" y="156055"/>
                </a:lnTo>
                <a:lnTo>
                  <a:pt x="2011552" y="156056"/>
                </a:lnTo>
                <a:lnTo>
                  <a:pt x="2011221" y="156053"/>
                </a:lnTo>
                <a:lnTo>
                  <a:pt x="2010891" y="156046"/>
                </a:lnTo>
                <a:lnTo>
                  <a:pt x="2010564" y="156035"/>
                </a:lnTo>
                <a:lnTo>
                  <a:pt x="2010237" y="156018"/>
                </a:lnTo>
                <a:lnTo>
                  <a:pt x="2009913" y="155997"/>
                </a:lnTo>
                <a:lnTo>
                  <a:pt x="2009590" y="155971"/>
                </a:lnTo>
                <a:lnTo>
                  <a:pt x="2009269" y="155941"/>
                </a:lnTo>
                <a:lnTo>
                  <a:pt x="2008949" y="155906"/>
                </a:lnTo>
                <a:lnTo>
                  <a:pt x="2008632" y="155866"/>
                </a:lnTo>
                <a:lnTo>
                  <a:pt x="2008316" y="155822"/>
                </a:lnTo>
                <a:lnTo>
                  <a:pt x="2008001" y="155773"/>
                </a:lnTo>
                <a:lnTo>
                  <a:pt x="2007688" y="155719"/>
                </a:lnTo>
                <a:lnTo>
                  <a:pt x="2007377" y="155661"/>
                </a:lnTo>
                <a:lnTo>
                  <a:pt x="2007068" y="155597"/>
                </a:lnTo>
                <a:lnTo>
                  <a:pt x="2006760" y="155530"/>
                </a:lnTo>
                <a:lnTo>
                  <a:pt x="2006454" y="155457"/>
                </a:lnTo>
                <a:lnTo>
                  <a:pt x="2006150" y="155380"/>
                </a:lnTo>
                <a:lnTo>
                  <a:pt x="2005848" y="155298"/>
                </a:lnTo>
                <a:lnTo>
                  <a:pt x="2005547" y="155212"/>
                </a:lnTo>
                <a:lnTo>
                  <a:pt x="2005247" y="155121"/>
                </a:lnTo>
                <a:lnTo>
                  <a:pt x="2004950" y="155025"/>
                </a:lnTo>
                <a:lnTo>
                  <a:pt x="2004654" y="154924"/>
                </a:lnTo>
                <a:lnTo>
                  <a:pt x="2004360" y="154819"/>
                </a:lnTo>
                <a:lnTo>
                  <a:pt x="2004067" y="154709"/>
                </a:lnTo>
                <a:lnTo>
                  <a:pt x="2003778" y="154592"/>
                </a:lnTo>
                <a:lnTo>
                  <a:pt x="2003493" y="154466"/>
                </a:lnTo>
                <a:lnTo>
                  <a:pt x="2003214" y="154329"/>
                </a:lnTo>
                <a:lnTo>
                  <a:pt x="2002939" y="154183"/>
                </a:lnTo>
                <a:lnTo>
                  <a:pt x="2002669" y="154027"/>
                </a:lnTo>
                <a:lnTo>
                  <a:pt x="2002405" y="153861"/>
                </a:lnTo>
                <a:lnTo>
                  <a:pt x="2002144" y="153686"/>
                </a:lnTo>
                <a:lnTo>
                  <a:pt x="2001889" y="153501"/>
                </a:lnTo>
                <a:lnTo>
                  <a:pt x="2001639" y="153306"/>
                </a:lnTo>
                <a:lnTo>
                  <a:pt x="2001393" y="153101"/>
                </a:lnTo>
                <a:lnTo>
                  <a:pt x="2001153" y="152887"/>
                </a:lnTo>
                <a:lnTo>
                  <a:pt x="2000917" y="152663"/>
                </a:lnTo>
                <a:lnTo>
                  <a:pt x="2000686" y="152429"/>
                </a:lnTo>
                <a:lnTo>
                  <a:pt x="2000460" y="152186"/>
                </a:lnTo>
                <a:lnTo>
                  <a:pt x="2000239" y="151933"/>
                </a:lnTo>
                <a:lnTo>
                  <a:pt x="2000022" y="151670"/>
                </a:lnTo>
                <a:lnTo>
                  <a:pt x="1999811" y="151397"/>
                </a:lnTo>
                <a:lnTo>
                  <a:pt x="1999604" y="151115"/>
                </a:lnTo>
                <a:lnTo>
                  <a:pt x="1999403" y="150823"/>
                </a:lnTo>
                <a:lnTo>
                  <a:pt x="1999206" y="150521"/>
                </a:lnTo>
                <a:lnTo>
                  <a:pt x="1999014" y="150210"/>
                </a:lnTo>
                <a:lnTo>
                  <a:pt x="1998827" y="149888"/>
                </a:lnTo>
                <a:lnTo>
                  <a:pt x="1998644" y="149557"/>
                </a:lnTo>
                <a:lnTo>
                  <a:pt x="1998467" y="149217"/>
                </a:lnTo>
                <a:lnTo>
                  <a:pt x="1998295" y="148864"/>
                </a:lnTo>
                <a:lnTo>
                  <a:pt x="1998131" y="148498"/>
                </a:lnTo>
                <a:lnTo>
                  <a:pt x="1997975" y="148119"/>
                </a:lnTo>
                <a:lnTo>
                  <a:pt x="1997825" y="147725"/>
                </a:lnTo>
                <a:lnTo>
                  <a:pt x="1997683" y="147318"/>
                </a:lnTo>
                <a:lnTo>
                  <a:pt x="1997548" y="146898"/>
                </a:lnTo>
                <a:lnTo>
                  <a:pt x="1997420" y="146464"/>
                </a:lnTo>
                <a:lnTo>
                  <a:pt x="1997300" y="146016"/>
                </a:lnTo>
                <a:lnTo>
                  <a:pt x="1997187" y="145554"/>
                </a:lnTo>
                <a:lnTo>
                  <a:pt x="1997081" y="145079"/>
                </a:lnTo>
                <a:lnTo>
                  <a:pt x="1996983" y="144590"/>
                </a:lnTo>
                <a:lnTo>
                  <a:pt x="1996892" y="144088"/>
                </a:lnTo>
                <a:lnTo>
                  <a:pt x="1996808" y="143571"/>
                </a:lnTo>
                <a:lnTo>
                  <a:pt x="1996731" y="143042"/>
                </a:lnTo>
                <a:lnTo>
                  <a:pt x="1996662" y="142498"/>
                </a:lnTo>
                <a:lnTo>
                  <a:pt x="1996600" y="141941"/>
                </a:lnTo>
                <a:lnTo>
                  <a:pt x="1996545" y="141370"/>
                </a:lnTo>
                <a:lnTo>
                  <a:pt x="1996498" y="140786"/>
                </a:lnTo>
                <a:lnTo>
                  <a:pt x="1996458" y="140188"/>
                </a:lnTo>
                <a:lnTo>
                  <a:pt x="1996425" y="139576"/>
                </a:lnTo>
                <a:lnTo>
                  <a:pt x="1996399" y="138951"/>
                </a:lnTo>
                <a:lnTo>
                  <a:pt x="1996381" y="138312"/>
                </a:lnTo>
                <a:lnTo>
                  <a:pt x="1996370" y="137659"/>
                </a:lnTo>
                <a:lnTo>
                  <a:pt x="1996367" y="136993"/>
                </a:lnTo>
                <a:lnTo>
                  <a:pt x="1996367" y="59450"/>
                </a:lnTo>
                <a:lnTo>
                  <a:pt x="2020491" y="59450"/>
                </a:lnTo>
                <a:lnTo>
                  <a:pt x="2020491" y="48895"/>
                </a:lnTo>
                <a:lnTo>
                  <a:pt x="1996367" y="48895"/>
                </a:lnTo>
                <a:lnTo>
                  <a:pt x="1996367" y="18955"/>
                </a:lnTo>
                <a:lnTo>
                  <a:pt x="1983443" y="18955"/>
                </a:lnTo>
                <a:close/>
                <a:moveTo>
                  <a:pt x="1719004" y="149452"/>
                </a:moveTo>
                <a:lnTo>
                  <a:pt x="1719407" y="150029"/>
                </a:lnTo>
                <a:lnTo>
                  <a:pt x="1719817" y="150599"/>
                </a:lnTo>
                <a:lnTo>
                  <a:pt x="1720235" y="151160"/>
                </a:lnTo>
                <a:lnTo>
                  <a:pt x="1720661" y="151714"/>
                </a:lnTo>
                <a:lnTo>
                  <a:pt x="1721095" y="152260"/>
                </a:lnTo>
                <a:lnTo>
                  <a:pt x="1721536" y="152798"/>
                </a:lnTo>
                <a:lnTo>
                  <a:pt x="1721985" y="153328"/>
                </a:lnTo>
                <a:lnTo>
                  <a:pt x="1722441" y="153850"/>
                </a:lnTo>
                <a:lnTo>
                  <a:pt x="1722906" y="154364"/>
                </a:lnTo>
                <a:lnTo>
                  <a:pt x="1723377" y="154871"/>
                </a:lnTo>
                <a:lnTo>
                  <a:pt x="1723857" y="155369"/>
                </a:lnTo>
                <a:lnTo>
                  <a:pt x="1724345" y="155857"/>
                </a:lnTo>
                <a:lnTo>
                  <a:pt x="1724841" y="156337"/>
                </a:lnTo>
                <a:lnTo>
                  <a:pt x="1725346" y="156806"/>
                </a:lnTo>
                <a:lnTo>
                  <a:pt x="1725859" y="157267"/>
                </a:lnTo>
                <a:lnTo>
                  <a:pt x="1726379" y="157718"/>
                </a:lnTo>
                <a:lnTo>
                  <a:pt x="1726909" y="158160"/>
                </a:lnTo>
                <a:lnTo>
                  <a:pt x="1727446" y="158592"/>
                </a:lnTo>
                <a:lnTo>
                  <a:pt x="1727992" y="159016"/>
                </a:lnTo>
                <a:lnTo>
                  <a:pt x="1728545" y="159429"/>
                </a:lnTo>
                <a:lnTo>
                  <a:pt x="1729107" y="159834"/>
                </a:lnTo>
                <a:lnTo>
                  <a:pt x="1729678" y="160229"/>
                </a:lnTo>
                <a:lnTo>
                  <a:pt x="1730256" y="160615"/>
                </a:lnTo>
                <a:lnTo>
                  <a:pt x="1730843" y="160991"/>
                </a:lnTo>
                <a:lnTo>
                  <a:pt x="1731438" y="161358"/>
                </a:lnTo>
                <a:lnTo>
                  <a:pt x="1732041" y="161716"/>
                </a:lnTo>
                <a:lnTo>
                  <a:pt x="1732653" y="162064"/>
                </a:lnTo>
                <a:lnTo>
                  <a:pt x="1733272" y="162403"/>
                </a:lnTo>
                <a:lnTo>
                  <a:pt x="1733900" y="162733"/>
                </a:lnTo>
                <a:lnTo>
                  <a:pt x="1734536" y="163053"/>
                </a:lnTo>
                <a:lnTo>
                  <a:pt x="1735180" y="163364"/>
                </a:lnTo>
                <a:lnTo>
                  <a:pt x="1735833" y="163666"/>
                </a:lnTo>
                <a:lnTo>
                  <a:pt x="1736494" y="163958"/>
                </a:lnTo>
                <a:lnTo>
                  <a:pt x="1737163" y="164241"/>
                </a:lnTo>
                <a:lnTo>
                  <a:pt x="1737840" y="164513"/>
                </a:lnTo>
                <a:lnTo>
                  <a:pt x="1738525" y="164774"/>
                </a:lnTo>
                <a:lnTo>
                  <a:pt x="1739219" y="165023"/>
                </a:lnTo>
                <a:lnTo>
                  <a:pt x="1739921" y="165261"/>
                </a:lnTo>
                <a:lnTo>
                  <a:pt x="1740631" y="165487"/>
                </a:lnTo>
                <a:lnTo>
                  <a:pt x="1741350" y="165701"/>
                </a:lnTo>
                <a:lnTo>
                  <a:pt x="1742076" y="165904"/>
                </a:lnTo>
                <a:lnTo>
                  <a:pt x="1742811" y="166095"/>
                </a:lnTo>
                <a:lnTo>
                  <a:pt x="1743554" y="166275"/>
                </a:lnTo>
                <a:lnTo>
                  <a:pt x="1744305" y="166443"/>
                </a:lnTo>
                <a:lnTo>
                  <a:pt x="1745065" y="166600"/>
                </a:lnTo>
                <a:lnTo>
                  <a:pt x="1745833" y="166745"/>
                </a:lnTo>
                <a:lnTo>
                  <a:pt x="1746608" y="166878"/>
                </a:lnTo>
                <a:lnTo>
                  <a:pt x="1747393" y="167000"/>
                </a:lnTo>
                <a:lnTo>
                  <a:pt x="1748185" y="167110"/>
                </a:lnTo>
                <a:lnTo>
                  <a:pt x="1748986" y="167208"/>
                </a:lnTo>
                <a:lnTo>
                  <a:pt x="1749795" y="167295"/>
                </a:lnTo>
                <a:lnTo>
                  <a:pt x="1750612" y="167371"/>
                </a:lnTo>
                <a:lnTo>
                  <a:pt x="1751437" y="167434"/>
                </a:lnTo>
                <a:lnTo>
                  <a:pt x="1752271" y="167487"/>
                </a:lnTo>
                <a:lnTo>
                  <a:pt x="1753112" y="167527"/>
                </a:lnTo>
                <a:lnTo>
                  <a:pt x="1753962" y="167556"/>
                </a:lnTo>
                <a:lnTo>
                  <a:pt x="1754821" y="167574"/>
                </a:lnTo>
                <a:lnTo>
                  <a:pt x="1755687" y="167579"/>
                </a:lnTo>
                <a:lnTo>
                  <a:pt x="1756563" y="167572"/>
                </a:lnTo>
                <a:lnTo>
                  <a:pt x="1757430" y="167549"/>
                </a:lnTo>
                <a:lnTo>
                  <a:pt x="1758290" y="167511"/>
                </a:lnTo>
                <a:lnTo>
                  <a:pt x="1759142" y="167458"/>
                </a:lnTo>
                <a:lnTo>
                  <a:pt x="1759987" y="167390"/>
                </a:lnTo>
                <a:lnTo>
                  <a:pt x="1760823" y="167307"/>
                </a:lnTo>
                <a:lnTo>
                  <a:pt x="1761651" y="167208"/>
                </a:lnTo>
                <a:lnTo>
                  <a:pt x="1762472" y="167095"/>
                </a:lnTo>
                <a:lnTo>
                  <a:pt x="1763285" y="166966"/>
                </a:lnTo>
                <a:lnTo>
                  <a:pt x="1764090" y="166822"/>
                </a:lnTo>
                <a:lnTo>
                  <a:pt x="1764887" y="166663"/>
                </a:lnTo>
                <a:lnTo>
                  <a:pt x="1765676" y="166489"/>
                </a:lnTo>
                <a:lnTo>
                  <a:pt x="1766457" y="166300"/>
                </a:lnTo>
                <a:lnTo>
                  <a:pt x="1767231" y="166095"/>
                </a:lnTo>
                <a:lnTo>
                  <a:pt x="1767997" y="165876"/>
                </a:lnTo>
                <a:lnTo>
                  <a:pt x="1768754" y="165641"/>
                </a:lnTo>
                <a:lnTo>
                  <a:pt x="1769504" y="165391"/>
                </a:lnTo>
                <a:lnTo>
                  <a:pt x="1770247" y="165126"/>
                </a:lnTo>
                <a:lnTo>
                  <a:pt x="1770981" y="164846"/>
                </a:lnTo>
                <a:lnTo>
                  <a:pt x="1771707" y="164550"/>
                </a:lnTo>
                <a:lnTo>
                  <a:pt x="1772426" y="164240"/>
                </a:lnTo>
                <a:lnTo>
                  <a:pt x="1773136" y="163914"/>
                </a:lnTo>
                <a:lnTo>
                  <a:pt x="1773839" y="163573"/>
                </a:lnTo>
                <a:lnTo>
                  <a:pt x="1774534" y="163218"/>
                </a:lnTo>
                <a:lnTo>
                  <a:pt x="1775221" y="162848"/>
                </a:lnTo>
                <a:lnTo>
                  <a:pt x="1775898" y="162466"/>
                </a:lnTo>
                <a:lnTo>
                  <a:pt x="1776567" y="162072"/>
                </a:lnTo>
                <a:lnTo>
                  <a:pt x="1777227" y="161665"/>
                </a:lnTo>
                <a:lnTo>
                  <a:pt x="1777877" y="161246"/>
                </a:lnTo>
                <a:lnTo>
                  <a:pt x="1778519" y="160815"/>
                </a:lnTo>
                <a:lnTo>
                  <a:pt x="1779152" y="160371"/>
                </a:lnTo>
                <a:lnTo>
                  <a:pt x="1779776" y="159915"/>
                </a:lnTo>
                <a:lnTo>
                  <a:pt x="1780390" y="159446"/>
                </a:lnTo>
                <a:lnTo>
                  <a:pt x="1780996" y="158966"/>
                </a:lnTo>
                <a:lnTo>
                  <a:pt x="1781593" y="158473"/>
                </a:lnTo>
                <a:lnTo>
                  <a:pt x="1782181" y="157967"/>
                </a:lnTo>
                <a:lnTo>
                  <a:pt x="1782760" y="157449"/>
                </a:lnTo>
                <a:lnTo>
                  <a:pt x="1783330" y="156919"/>
                </a:lnTo>
                <a:lnTo>
                  <a:pt x="1783891" y="156377"/>
                </a:lnTo>
                <a:lnTo>
                  <a:pt x="1784443" y="155822"/>
                </a:lnTo>
                <a:lnTo>
                  <a:pt x="1784986" y="155255"/>
                </a:lnTo>
                <a:lnTo>
                  <a:pt x="1785520" y="154676"/>
                </a:lnTo>
                <a:lnTo>
                  <a:pt x="1786045" y="154084"/>
                </a:lnTo>
                <a:lnTo>
                  <a:pt x="1786561" y="153480"/>
                </a:lnTo>
                <a:lnTo>
                  <a:pt x="1787068" y="152863"/>
                </a:lnTo>
                <a:lnTo>
                  <a:pt x="1787566" y="152235"/>
                </a:lnTo>
                <a:lnTo>
                  <a:pt x="1788055" y="151593"/>
                </a:lnTo>
                <a:lnTo>
                  <a:pt x="1788535" y="150940"/>
                </a:lnTo>
                <a:lnTo>
                  <a:pt x="1789006" y="150275"/>
                </a:lnTo>
                <a:lnTo>
                  <a:pt x="1789467" y="149600"/>
                </a:lnTo>
                <a:lnTo>
                  <a:pt x="1789919" y="148915"/>
                </a:lnTo>
                <a:lnTo>
                  <a:pt x="1790362" y="148220"/>
                </a:lnTo>
                <a:lnTo>
                  <a:pt x="1790794" y="147515"/>
                </a:lnTo>
                <a:lnTo>
                  <a:pt x="1791217" y="146800"/>
                </a:lnTo>
                <a:lnTo>
                  <a:pt x="1791631" y="146075"/>
                </a:lnTo>
                <a:lnTo>
                  <a:pt x="1792035" y="145340"/>
                </a:lnTo>
                <a:lnTo>
                  <a:pt x="1792430" y="144594"/>
                </a:lnTo>
                <a:lnTo>
                  <a:pt x="1792815" y="143838"/>
                </a:lnTo>
                <a:lnTo>
                  <a:pt x="1793191" y="143073"/>
                </a:lnTo>
                <a:lnTo>
                  <a:pt x="1793557" y="142297"/>
                </a:lnTo>
                <a:lnTo>
                  <a:pt x="1793913" y="141511"/>
                </a:lnTo>
                <a:lnTo>
                  <a:pt x="1794260" y="140715"/>
                </a:lnTo>
                <a:lnTo>
                  <a:pt x="1794597" y="139909"/>
                </a:lnTo>
                <a:lnTo>
                  <a:pt x="1794925" y="139093"/>
                </a:lnTo>
                <a:lnTo>
                  <a:pt x="1795244" y="138267"/>
                </a:lnTo>
                <a:lnTo>
                  <a:pt x="1795552" y="137430"/>
                </a:lnTo>
                <a:lnTo>
                  <a:pt x="1795852" y="136584"/>
                </a:lnTo>
                <a:lnTo>
                  <a:pt x="1796141" y="135727"/>
                </a:lnTo>
                <a:lnTo>
                  <a:pt x="1796422" y="134861"/>
                </a:lnTo>
                <a:lnTo>
                  <a:pt x="1796692" y="133984"/>
                </a:lnTo>
                <a:lnTo>
                  <a:pt x="1796953" y="133097"/>
                </a:lnTo>
                <a:lnTo>
                  <a:pt x="1797205" y="132200"/>
                </a:lnTo>
                <a:lnTo>
                  <a:pt x="1797447" y="131294"/>
                </a:lnTo>
                <a:lnTo>
                  <a:pt x="1797678" y="130381"/>
                </a:lnTo>
                <a:lnTo>
                  <a:pt x="1797899" y="129460"/>
                </a:lnTo>
                <a:lnTo>
                  <a:pt x="1798110" y="128531"/>
                </a:lnTo>
                <a:lnTo>
                  <a:pt x="1798310" y="127595"/>
                </a:lnTo>
                <a:lnTo>
                  <a:pt x="1798501" y="126650"/>
                </a:lnTo>
                <a:lnTo>
                  <a:pt x="1798681" y="125699"/>
                </a:lnTo>
                <a:lnTo>
                  <a:pt x="1798850" y="124739"/>
                </a:lnTo>
                <a:lnTo>
                  <a:pt x="1799010" y="123772"/>
                </a:lnTo>
                <a:lnTo>
                  <a:pt x="1799159" y="122797"/>
                </a:lnTo>
                <a:lnTo>
                  <a:pt x="1799298" y="121815"/>
                </a:lnTo>
                <a:lnTo>
                  <a:pt x="1799426" y="120825"/>
                </a:lnTo>
                <a:lnTo>
                  <a:pt x="1799544" y="119827"/>
                </a:lnTo>
                <a:lnTo>
                  <a:pt x="1799652" y="118821"/>
                </a:lnTo>
                <a:lnTo>
                  <a:pt x="1799750" y="117808"/>
                </a:lnTo>
                <a:lnTo>
                  <a:pt x="1799838" y="116787"/>
                </a:lnTo>
                <a:lnTo>
                  <a:pt x="1799915" y="115759"/>
                </a:lnTo>
                <a:lnTo>
                  <a:pt x="1799981" y="114723"/>
                </a:lnTo>
                <a:lnTo>
                  <a:pt x="1800038" y="113679"/>
                </a:lnTo>
                <a:lnTo>
                  <a:pt x="1800084" y="112628"/>
                </a:lnTo>
                <a:lnTo>
                  <a:pt x="1800120" y="111568"/>
                </a:lnTo>
                <a:lnTo>
                  <a:pt x="1800146" y="110502"/>
                </a:lnTo>
                <a:lnTo>
                  <a:pt x="1800161" y="109427"/>
                </a:lnTo>
                <a:lnTo>
                  <a:pt x="1800167" y="108345"/>
                </a:lnTo>
                <a:lnTo>
                  <a:pt x="1800167" y="106083"/>
                </a:lnTo>
                <a:lnTo>
                  <a:pt x="1800161" y="104957"/>
                </a:lnTo>
                <a:lnTo>
                  <a:pt x="1800146" y="103840"/>
                </a:lnTo>
                <a:lnTo>
                  <a:pt x="1800120" y="102732"/>
                </a:lnTo>
                <a:lnTo>
                  <a:pt x="1800084" y="101633"/>
                </a:lnTo>
                <a:lnTo>
                  <a:pt x="1800038" y="100544"/>
                </a:lnTo>
                <a:lnTo>
                  <a:pt x="1799981" y="99463"/>
                </a:lnTo>
                <a:lnTo>
                  <a:pt x="1799915" y="98392"/>
                </a:lnTo>
                <a:lnTo>
                  <a:pt x="1799838" y="97330"/>
                </a:lnTo>
                <a:lnTo>
                  <a:pt x="1799750" y="96277"/>
                </a:lnTo>
                <a:lnTo>
                  <a:pt x="1799652" y="95233"/>
                </a:lnTo>
                <a:lnTo>
                  <a:pt x="1799544" y="94198"/>
                </a:lnTo>
                <a:lnTo>
                  <a:pt x="1799426" y="93173"/>
                </a:lnTo>
                <a:lnTo>
                  <a:pt x="1799298" y="92157"/>
                </a:lnTo>
                <a:lnTo>
                  <a:pt x="1799159" y="91149"/>
                </a:lnTo>
                <a:lnTo>
                  <a:pt x="1799010" y="90151"/>
                </a:lnTo>
                <a:lnTo>
                  <a:pt x="1798850" y="89163"/>
                </a:lnTo>
                <a:lnTo>
                  <a:pt x="1798681" y="88183"/>
                </a:lnTo>
                <a:lnTo>
                  <a:pt x="1798501" y="87212"/>
                </a:lnTo>
                <a:lnTo>
                  <a:pt x="1798310" y="86251"/>
                </a:lnTo>
                <a:lnTo>
                  <a:pt x="1798110" y="85299"/>
                </a:lnTo>
                <a:lnTo>
                  <a:pt x="1797899" y="84356"/>
                </a:lnTo>
                <a:lnTo>
                  <a:pt x="1797678" y="83422"/>
                </a:lnTo>
                <a:lnTo>
                  <a:pt x="1797447" y="82497"/>
                </a:lnTo>
                <a:lnTo>
                  <a:pt x="1797205" y="81582"/>
                </a:lnTo>
                <a:lnTo>
                  <a:pt x="1796953" y="80676"/>
                </a:lnTo>
                <a:lnTo>
                  <a:pt x="1796692" y="79782"/>
                </a:lnTo>
                <a:lnTo>
                  <a:pt x="1796422" y="78898"/>
                </a:lnTo>
                <a:lnTo>
                  <a:pt x="1796141" y="78025"/>
                </a:lnTo>
                <a:lnTo>
                  <a:pt x="1795852" y="77163"/>
                </a:lnTo>
                <a:lnTo>
                  <a:pt x="1795552" y="76311"/>
                </a:lnTo>
                <a:lnTo>
                  <a:pt x="1795244" y="75471"/>
                </a:lnTo>
                <a:lnTo>
                  <a:pt x="1794925" y="74641"/>
                </a:lnTo>
                <a:lnTo>
                  <a:pt x="1794597" y="73822"/>
                </a:lnTo>
                <a:lnTo>
                  <a:pt x="1794260" y="73015"/>
                </a:lnTo>
                <a:lnTo>
                  <a:pt x="1793913" y="72217"/>
                </a:lnTo>
                <a:lnTo>
                  <a:pt x="1793557" y="71431"/>
                </a:lnTo>
                <a:lnTo>
                  <a:pt x="1793191" y="70656"/>
                </a:lnTo>
                <a:lnTo>
                  <a:pt x="1792815" y="69891"/>
                </a:lnTo>
                <a:lnTo>
                  <a:pt x="1792430" y="69138"/>
                </a:lnTo>
                <a:lnTo>
                  <a:pt x="1792035" y="68395"/>
                </a:lnTo>
                <a:lnTo>
                  <a:pt x="1791631" y="67663"/>
                </a:lnTo>
                <a:lnTo>
                  <a:pt x="1791217" y="66942"/>
                </a:lnTo>
                <a:lnTo>
                  <a:pt x="1790794" y="66231"/>
                </a:lnTo>
                <a:lnTo>
                  <a:pt x="1790362" y="65532"/>
                </a:lnTo>
                <a:lnTo>
                  <a:pt x="1789919" y="64843"/>
                </a:lnTo>
                <a:lnTo>
                  <a:pt x="1789467" y="64165"/>
                </a:lnTo>
                <a:lnTo>
                  <a:pt x="1789006" y="63498"/>
                </a:lnTo>
                <a:lnTo>
                  <a:pt x="1788535" y="62842"/>
                </a:lnTo>
                <a:lnTo>
                  <a:pt x="1788055" y="62198"/>
                </a:lnTo>
                <a:lnTo>
                  <a:pt x="1787565" y="61566"/>
                </a:lnTo>
                <a:lnTo>
                  <a:pt x="1787067" y="60947"/>
                </a:lnTo>
                <a:lnTo>
                  <a:pt x="1786559" y="60341"/>
                </a:lnTo>
                <a:lnTo>
                  <a:pt x="1786042" y="59748"/>
                </a:lnTo>
                <a:lnTo>
                  <a:pt x="1785516" y="59167"/>
                </a:lnTo>
                <a:lnTo>
                  <a:pt x="1784981" y="58599"/>
                </a:lnTo>
                <a:lnTo>
                  <a:pt x="1784437" y="58044"/>
                </a:lnTo>
                <a:lnTo>
                  <a:pt x="1783883" y="57501"/>
                </a:lnTo>
                <a:lnTo>
                  <a:pt x="1783320" y="56971"/>
                </a:lnTo>
                <a:lnTo>
                  <a:pt x="1782748" y="56454"/>
                </a:lnTo>
                <a:lnTo>
                  <a:pt x="1782167" y="55950"/>
                </a:lnTo>
                <a:lnTo>
                  <a:pt x="1781577" y="55458"/>
                </a:lnTo>
                <a:lnTo>
                  <a:pt x="1780978" y="54979"/>
                </a:lnTo>
                <a:lnTo>
                  <a:pt x="1780369" y="54512"/>
                </a:lnTo>
                <a:lnTo>
                  <a:pt x="1779752" y="54059"/>
                </a:lnTo>
                <a:lnTo>
                  <a:pt x="1779125" y="53618"/>
                </a:lnTo>
                <a:lnTo>
                  <a:pt x="1778489" y="53190"/>
                </a:lnTo>
                <a:lnTo>
                  <a:pt x="1777844" y="52774"/>
                </a:lnTo>
                <a:lnTo>
                  <a:pt x="1777189" y="52372"/>
                </a:lnTo>
                <a:lnTo>
                  <a:pt x="1776526" y="51982"/>
                </a:lnTo>
                <a:lnTo>
                  <a:pt x="1775853" y="51604"/>
                </a:lnTo>
                <a:lnTo>
                  <a:pt x="1775171" y="51240"/>
                </a:lnTo>
                <a:lnTo>
                  <a:pt x="1774480" y="50888"/>
                </a:lnTo>
                <a:lnTo>
                  <a:pt x="1773781" y="50549"/>
                </a:lnTo>
                <a:lnTo>
                  <a:pt x="1773073" y="50225"/>
                </a:lnTo>
                <a:lnTo>
                  <a:pt x="1772358" y="49916"/>
                </a:lnTo>
                <a:lnTo>
                  <a:pt x="1771634" y="49621"/>
                </a:lnTo>
                <a:lnTo>
                  <a:pt x="1770902" y="49340"/>
                </a:lnTo>
                <a:lnTo>
                  <a:pt x="1770162" y="49074"/>
                </a:lnTo>
                <a:lnTo>
                  <a:pt x="1769415" y="48822"/>
                </a:lnTo>
                <a:lnTo>
                  <a:pt x="1768659" y="48584"/>
                </a:lnTo>
                <a:lnTo>
                  <a:pt x="1767895" y="48361"/>
                </a:lnTo>
                <a:lnTo>
                  <a:pt x="1767123" y="48152"/>
                </a:lnTo>
                <a:lnTo>
                  <a:pt x="1766343" y="47958"/>
                </a:lnTo>
                <a:lnTo>
                  <a:pt x="1765555" y="47778"/>
                </a:lnTo>
                <a:lnTo>
                  <a:pt x="1764759" y="47612"/>
                </a:lnTo>
                <a:lnTo>
                  <a:pt x="1763955" y="47461"/>
                </a:lnTo>
                <a:lnTo>
                  <a:pt x="1763143" y="47324"/>
                </a:lnTo>
                <a:lnTo>
                  <a:pt x="1762322" y="47202"/>
                </a:lnTo>
                <a:lnTo>
                  <a:pt x="1761494" y="47094"/>
                </a:lnTo>
                <a:lnTo>
                  <a:pt x="1760658" y="47000"/>
                </a:lnTo>
                <a:lnTo>
                  <a:pt x="1759814" y="46921"/>
                </a:lnTo>
                <a:lnTo>
                  <a:pt x="1758961" y="46856"/>
                </a:lnTo>
                <a:lnTo>
                  <a:pt x="1758101" y="46806"/>
                </a:lnTo>
                <a:lnTo>
                  <a:pt x="1757233" y="46770"/>
                </a:lnTo>
                <a:lnTo>
                  <a:pt x="1756356" y="46748"/>
                </a:lnTo>
                <a:lnTo>
                  <a:pt x="1755472" y="46741"/>
                </a:lnTo>
                <a:lnTo>
                  <a:pt x="1754623" y="46747"/>
                </a:lnTo>
                <a:lnTo>
                  <a:pt x="1753782" y="46764"/>
                </a:lnTo>
                <a:lnTo>
                  <a:pt x="1752950" y="46793"/>
                </a:lnTo>
                <a:lnTo>
                  <a:pt x="1752125" y="46834"/>
                </a:lnTo>
                <a:lnTo>
                  <a:pt x="1751309" y="46886"/>
                </a:lnTo>
                <a:lnTo>
                  <a:pt x="1750501" y="46950"/>
                </a:lnTo>
                <a:lnTo>
                  <a:pt x="1749700" y="47025"/>
                </a:lnTo>
                <a:lnTo>
                  <a:pt x="1748908" y="47112"/>
                </a:lnTo>
                <a:lnTo>
                  <a:pt x="1748124" y="47211"/>
                </a:lnTo>
                <a:lnTo>
                  <a:pt x="1747347" y="47321"/>
                </a:lnTo>
                <a:lnTo>
                  <a:pt x="1746579" y="47443"/>
                </a:lnTo>
                <a:lnTo>
                  <a:pt x="1745819" y="47576"/>
                </a:lnTo>
                <a:lnTo>
                  <a:pt x="1745067" y="47721"/>
                </a:lnTo>
                <a:lnTo>
                  <a:pt x="1744323" y="47877"/>
                </a:lnTo>
                <a:lnTo>
                  <a:pt x="1743587" y="48045"/>
                </a:lnTo>
                <a:lnTo>
                  <a:pt x="1742859" y="48225"/>
                </a:lnTo>
                <a:lnTo>
                  <a:pt x="1742139" y="48416"/>
                </a:lnTo>
                <a:lnTo>
                  <a:pt x="1741427" y="48619"/>
                </a:lnTo>
                <a:lnTo>
                  <a:pt x="1740723" y="48834"/>
                </a:lnTo>
                <a:lnTo>
                  <a:pt x="1740027" y="49060"/>
                </a:lnTo>
                <a:lnTo>
                  <a:pt x="1739339" y="49297"/>
                </a:lnTo>
                <a:lnTo>
                  <a:pt x="1738660" y="49547"/>
                </a:lnTo>
                <a:lnTo>
                  <a:pt x="1737988" y="49808"/>
                </a:lnTo>
                <a:lnTo>
                  <a:pt x="1737324" y="50080"/>
                </a:lnTo>
                <a:lnTo>
                  <a:pt x="1736669" y="50363"/>
                </a:lnTo>
                <a:lnTo>
                  <a:pt x="1736021" y="50657"/>
                </a:lnTo>
                <a:lnTo>
                  <a:pt x="1735381" y="50960"/>
                </a:lnTo>
                <a:lnTo>
                  <a:pt x="1734749" y="51274"/>
                </a:lnTo>
                <a:lnTo>
                  <a:pt x="1734124" y="51597"/>
                </a:lnTo>
                <a:lnTo>
                  <a:pt x="1733508" y="51931"/>
                </a:lnTo>
                <a:lnTo>
                  <a:pt x="1732899" y="52275"/>
                </a:lnTo>
                <a:lnTo>
                  <a:pt x="1732298" y="52629"/>
                </a:lnTo>
                <a:lnTo>
                  <a:pt x="1731705" y="52993"/>
                </a:lnTo>
                <a:lnTo>
                  <a:pt x="1731120" y="53367"/>
                </a:lnTo>
                <a:lnTo>
                  <a:pt x="1730543" y="53751"/>
                </a:lnTo>
                <a:lnTo>
                  <a:pt x="1729974" y="54146"/>
                </a:lnTo>
                <a:lnTo>
                  <a:pt x="1729412" y="54550"/>
                </a:lnTo>
                <a:lnTo>
                  <a:pt x="1728859" y="54965"/>
                </a:lnTo>
                <a:lnTo>
                  <a:pt x="1728313" y="55389"/>
                </a:lnTo>
                <a:lnTo>
                  <a:pt x="1727775" y="55824"/>
                </a:lnTo>
                <a:lnTo>
                  <a:pt x="1727245" y="56269"/>
                </a:lnTo>
                <a:lnTo>
                  <a:pt x="1726723" y="56724"/>
                </a:lnTo>
                <a:lnTo>
                  <a:pt x="1726208" y="57189"/>
                </a:lnTo>
                <a:lnTo>
                  <a:pt x="1725702" y="57664"/>
                </a:lnTo>
                <a:lnTo>
                  <a:pt x="1725203" y="58149"/>
                </a:lnTo>
                <a:lnTo>
                  <a:pt x="1724712" y="58644"/>
                </a:lnTo>
                <a:lnTo>
                  <a:pt x="1724229" y="59150"/>
                </a:lnTo>
                <a:lnTo>
                  <a:pt x="1723754" y="59665"/>
                </a:lnTo>
                <a:lnTo>
                  <a:pt x="1723287" y="60190"/>
                </a:lnTo>
                <a:lnTo>
                  <a:pt x="1722827" y="60723"/>
                </a:lnTo>
                <a:lnTo>
                  <a:pt x="1722374" y="61264"/>
                </a:lnTo>
                <a:lnTo>
                  <a:pt x="1721928" y="61813"/>
                </a:lnTo>
                <a:lnTo>
                  <a:pt x="1721490" y="62371"/>
                </a:lnTo>
                <a:lnTo>
                  <a:pt x="1721058" y="62936"/>
                </a:lnTo>
                <a:lnTo>
                  <a:pt x="1720635" y="63511"/>
                </a:lnTo>
                <a:lnTo>
                  <a:pt x="1720218" y="64093"/>
                </a:lnTo>
                <a:lnTo>
                  <a:pt x="1719809" y="64683"/>
                </a:lnTo>
                <a:lnTo>
                  <a:pt x="1719407" y="65282"/>
                </a:lnTo>
                <a:lnTo>
                  <a:pt x="1719069" y="65801"/>
                </a:lnTo>
                <a:lnTo>
                  <a:pt x="1719069" y="0"/>
                </a:lnTo>
                <a:lnTo>
                  <a:pt x="1706146" y="0"/>
                </a:lnTo>
                <a:lnTo>
                  <a:pt x="1706146" y="165425"/>
                </a:lnTo>
                <a:lnTo>
                  <a:pt x="1718208" y="165425"/>
                </a:lnTo>
                <a:lnTo>
                  <a:pt x="1718826" y="149189"/>
                </a:lnTo>
                <a:lnTo>
                  <a:pt x="1719004" y="149452"/>
                </a:lnTo>
                <a:close/>
                <a:moveTo>
                  <a:pt x="1720033" y="79636"/>
                </a:moveTo>
                <a:lnTo>
                  <a:pt x="1720248" y="79147"/>
                </a:lnTo>
                <a:lnTo>
                  <a:pt x="1720470" y="78661"/>
                </a:lnTo>
                <a:lnTo>
                  <a:pt x="1720698" y="78179"/>
                </a:lnTo>
                <a:lnTo>
                  <a:pt x="1720933" y="77700"/>
                </a:lnTo>
                <a:lnTo>
                  <a:pt x="1721173" y="77223"/>
                </a:lnTo>
                <a:lnTo>
                  <a:pt x="1721419" y="76750"/>
                </a:lnTo>
                <a:lnTo>
                  <a:pt x="1721672" y="76281"/>
                </a:lnTo>
                <a:lnTo>
                  <a:pt x="1721931" y="75814"/>
                </a:lnTo>
                <a:lnTo>
                  <a:pt x="1722196" y="75351"/>
                </a:lnTo>
                <a:lnTo>
                  <a:pt x="1722467" y="74890"/>
                </a:lnTo>
                <a:lnTo>
                  <a:pt x="1722745" y="74433"/>
                </a:lnTo>
                <a:lnTo>
                  <a:pt x="1723028" y="73979"/>
                </a:lnTo>
                <a:lnTo>
                  <a:pt x="1723318" y="73529"/>
                </a:lnTo>
                <a:lnTo>
                  <a:pt x="1723614" y="73081"/>
                </a:lnTo>
                <a:lnTo>
                  <a:pt x="1723916" y="72637"/>
                </a:lnTo>
                <a:lnTo>
                  <a:pt x="1724224" y="72196"/>
                </a:lnTo>
                <a:lnTo>
                  <a:pt x="1724538" y="71758"/>
                </a:lnTo>
                <a:lnTo>
                  <a:pt x="1724859" y="71323"/>
                </a:lnTo>
                <a:lnTo>
                  <a:pt x="1725186" y="70891"/>
                </a:lnTo>
                <a:lnTo>
                  <a:pt x="1725519" y="70463"/>
                </a:lnTo>
                <a:lnTo>
                  <a:pt x="1725858" y="70038"/>
                </a:lnTo>
                <a:lnTo>
                  <a:pt x="1726203" y="69615"/>
                </a:lnTo>
                <a:lnTo>
                  <a:pt x="1726554" y="69196"/>
                </a:lnTo>
                <a:lnTo>
                  <a:pt x="1726913" y="68783"/>
                </a:lnTo>
                <a:lnTo>
                  <a:pt x="1727279" y="68375"/>
                </a:lnTo>
                <a:lnTo>
                  <a:pt x="1727652" y="67975"/>
                </a:lnTo>
                <a:lnTo>
                  <a:pt x="1728034" y="67581"/>
                </a:lnTo>
                <a:lnTo>
                  <a:pt x="1728423" y="67194"/>
                </a:lnTo>
                <a:lnTo>
                  <a:pt x="1728819" y="66814"/>
                </a:lnTo>
                <a:lnTo>
                  <a:pt x="1729224" y="66440"/>
                </a:lnTo>
                <a:lnTo>
                  <a:pt x="1729636" y="66073"/>
                </a:lnTo>
                <a:lnTo>
                  <a:pt x="1730056" y="65713"/>
                </a:lnTo>
                <a:lnTo>
                  <a:pt x="1730483" y="65360"/>
                </a:lnTo>
                <a:lnTo>
                  <a:pt x="1730918" y="65013"/>
                </a:lnTo>
                <a:lnTo>
                  <a:pt x="1731361" y="64673"/>
                </a:lnTo>
                <a:lnTo>
                  <a:pt x="1731811" y="64340"/>
                </a:lnTo>
                <a:lnTo>
                  <a:pt x="1732269" y="64013"/>
                </a:lnTo>
                <a:lnTo>
                  <a:pt x="1732735" y="63694"/>
                </a:lnTo>
                <a:lnTo>
                  <a:pt x="1733208" y="63381"/>
                </a:lnTo>
                <a:lnTo>
                  <a:pt x="1733689" y="63074"/>
                </a:lnTo>
                <a:lnTo>
                  <a:pt x="1734178" y="62775"/>
                </a:lnTo>
                <a:lnTo>
                  <a:pt x="1734674" y="62482"/>
                </a:lnTo>
                <a:lnTo>
                  <a:pt x="1735178" y="62196"/>
                </a:lnTo>
                <a:lnTo>
                  <a:pt x="1735690" y="61917"/>
                </a:lnTo>
                <a:lnTo>
                  <a:pt x="1736209" y="61644"/>
                </a:lnTo>
                <a:lnTo>
                  <a:pt x="1736736" y="61378"/>
                </a:lnTo>
                <a:lnTo>
                  <a:pt x="1737270" y="61119"/>
                </a:lnTo>
                <a:lnTo>
                  <a:pt x="1737814" y="60869"/>
                </a:lnTo>
                <a:lnTo>
                  <a:pt x="1738367" y="60629"/>
                </a:lnTo>
                <a:lnTo>
                  <a:pt x="1738930" y="60400"/>
                </a:lnTo>
                <a:lnTo>
                  <a:pt x="1739502" y="60181"/>
                </a:lnTo>
                <a:lnTo>
                  <a:pt x="1740084" y="59973"/>
                </a:lnTo>
                <a:lnTo>
                  <a:pt x="1740676" y="59776"/>
                </a:lnTo>
                <a:lnTo>
                  <a:pt x="1741278" y="59590"/>
                </a:lnTo>
                <a:lnTo>
                  <a:pt x="1741890" y="59414"/>
                </a:lnTo>
                <a:lnTo>
                  <a:pt x="1742511" y="59249"/>
                </a:lnTo>
                <a:lnTo>
                  <a:pt x="1743142" y="59094"/>
                </a:lnTo>
                <a:lnTo>
                  <a:pt x="1743782" y="58950"/>
                </a:lnTo>
                <a:lnTo>
                  <a:pt x="1744432" y="58817"/>
                </a:lnTo>
                <a:lnTo>
                  <a:pt x="1745092" y="58694"/>
                </a:lnTo>
                <a:lnTo>
                  <a:pt x="1745762" y="58583"/>
                </a:lnTo>
                <a:lnTo>
                  <a:pt x="1746442" y="58481"/>
                </a:lnTo>
                <a:lnTo>
                  <a:pt x="1747131" y="58391"/>
                </a:lnTo>
                <a:lnTo>
                  <a:pt x="1747830" y="58311"/>
                </a:lnTo>
                <a:lnTo>
                  <a:pt x="1748538" y="58241"/>
                </a:lnTo>
                <a:lnTo>
                  <a:pt x="1749257" y="58183"/>
                </a:lnTo>
                <a:lnTo>
                  <a:pt x="1749985" y="58135"/>
                </a:lnTo>
                <a:lnTo>
                  <a:pt x="1750723" y="58098"/>
                </a:lnTo>
                <a:lnTo>
                  <a:pt x="1751470" y="58071"/>
                </a:lnTo>
                <a:lnTo>
                  <a:pt x="1752228" y="58055"/>
                </a:lnTo>
                <a:lnTo>
                  <a:pt x="1752995" y="58050"/>
                </a:lnTo>
                <a:lnTo>
                  <a:pt x="1753744" y="58056"/>
                </a:lnTo>
                <a:lnTo>
                  <a:pt x="1754484" y="58075"/>
                </a:lnTo>
                <a:lnTo>
                  <a:pt x="1755216" y="58107"/>
                </a:lnTo>
                <a:lnTo>
                  <a:pt x="1755938" y="58151"/>
                </a:lnTo>
                <a:lnTo>
                  <a:pt x="1756652" y="58209"/>
                </a:lnTo>
                <a:lnTo>
                  <a:pt x="1757356" y="58279"/>
                </a:lnTo>
                <a:lnTo>
                  <a:pt x="1758052" y="58361"/>
                </a:lnTo>
                <a:lnTo>
                  <a:pt x="1758738" y="58457"/>
                </a:lnTo>
                <a:lnTo>
                  <a:pt x="1759416" y="58565"/>
                </a:lnTo>
                <a:lnTo>
                  <a:pt x="1760085" y="58685"/>
                </a:lnTo>
                <a:lnTo>
                  <a:pt x="1760744" y="58819"/>
                </a:lnTo>
                <a:lnTo>
                  <a:pt x="1761395" y="58965"/>
                </a:lnTo>
                <a:lnTo>
                  <a:pt x="1762037" y="59124"/>
                </a:lnTo>
                <a:lnTo>
                  <a:pt x="1762669" y="59296"/>
                </a:lnTo>
                <a:lnTo>
                  <a:pt x="1763293" y="59480"/>
                </a:lnTo>
                <a:lnTo>
                  <a:pt x="1763908" y="59677"/>
                </a:lnTo>
                <a:lnTo>
                  <a:pt x="1764514" y="59887"/>
                </a:lnTo>
                <a:lnTo>
                  <a:pt x="1765111" y="60109"/>
                </a:lnTo>
                <a:lnTo>
                  <a:pt x="1765698" y="60345"/>
                </a:lnTo>
                <a:lnTo>
                  <a:pt x="1766277" y="60593"/>
                </a:lnTo>
                <a:lnTo>
                  <a:pt x="1766847" y="60853"/>
                </a:lnTo>
                <a:lnTo>
                  <a:pt x="1767408" y="61127"/>
                </a:lnTo>
                <a:lnTo>
                  <a:pt x="1767960" y="61413"/>
                </a:lnTo>
                <a:lnTo>
                  <a:pt x="1768503" y="61711"/>
                </a:lnTo>
                <a:lnTo>
                  <a:pt x="1769038" y="62022"/>
                </a:lnTo>
                <a:lnTo>
                  <a:pt x="1769564" y="62342"/>
                </a:lnTo>
                <a:lnTo>
                  <a:pt x="1770082" y="62671"/>
                </a:lnTo>
                <a:lnTo>
                  <a:pt x="1770593" y="63011"/>
                </a:lnTo>
                <a:lnTo>
                  <a:pt x="1771095" y="63361"/>
                </a:lnTo>
                <a:lnTo>
                  <a:pt x="1771589" y="63721"/>
                </a:lnTo>
                <a:lnTo>
                  <a:pt x="1772076" y="64090"/>
                </a:lnTo>
                <a:lnTo>
                  <a:pt x="1772554" y="64470"/>
                </a:lnTo>
                <a:lnTo>
                  <a:pt x="1773024" y="64859"/>
                </a:lnTo>
                <a:lnTo>
                  <a:pt x="1773486" y="65258"/>
                </a:lnTo>
                <a:lnTo>
                  <a:pt x="1773940" y="65668"/>
                </a:lnTo>
                <a:lnTo>
                  <a:pt x="1774386" y="66087"/>
                </a:lnTo>
                <a:lnTo>
                  <a:pt x="1774824" y="66516"/>
                </a:lnTo>
                <a:lnTo>
                  <a:pt x="1775254" y="66955"/>
                </a:lnTo>
                <a:lnTo>
                  <a:pt x="1775676" y="67403"/>
                </a:lnTo>
                <a:lnTo>
                  <a:pt x="1776090" y="67862"/>
                </a:lnTo>
                <a:lnTo>
                  <a:pt x="1776496" y="68331"/>
                </a:lnTo>
                <a:lnTo>
                  <a:pt x="1776894" y="68809"/>
                </a:lnTo>
                <a:lnTo>
                  <a:pt x="1777283" y="69298"/>
                </a:lnTo>
                <a:lnTo>
                  <a:pt x="1777665" y="69796"/>
                </a:lnTo>
                <a:lnTo>
                  <a:pt x="1778039" y="70305"/>
                </a:lnTo>
                <a:lnTo>
                  <a:pt x="1778404" y="70823"/>
                </a:lnTo>
                <a:lnTo>
                  <a:pt x="1778762" y="71351"/>
                </a:lnTo>
                <a:lnTo>
                  <a:pt x="1779111" y="71889"/>
                </a:lnTo>
                <a:lnTo>
                  <a:pt x="1779453" y="72436"/>
                </a:lnTo>
                <a:lnTo>
                  <a:pt x="1779787" y="72990"/>
                </a:lnTo>
                <a:lnTo>
                  <a:pt x="1780114" y="73552"/>
                </a:lnTo>
                <a:lnTo>
                  <a:pt x="1780432" y="74122"/>
                </a:lnTo>
                <a:lnTo>
                  <a:pt x="1780743" y="74700"/>
                </a:lnTo>
                <a:lnTo>
                  <a:pt x="1781047" y="75285"/>
                </a:lnTo>
                <a:lnTo>
                  <a:pt x="1781342" y="75878"/>
                </a:lnTo>
                <a:lnTo>
                  <a:pt x="1781630" y="76478"/>
                </a:lnTo>
                <a:lnTo>
                  <a:pt x="1781911" y="77086"/>
                </a:lnTo>
                <a:lnTo>
                  <a:pt x="1782184" y="77702"/>
                </a:lnTo>
                <a:lnTo>
                  <a:pt x="1782449" y="78326"/>
                </a:lnTo>
                <a:lnTo>
                  <a:pt x="1782706" y="78957"/>
                </a:lnTo>
                <a:lnTo>
                  <a:pt x="1782956" y="79595"/>
                </a:lnTo>
                <a:lnTo>
                  <a:pt x="1783198" y="80242"/>
                </a:lnTo>
                <a:lnTo>
                  <a:pt x="1783432" y="80896"/>
                </a:lnTo>
                <a:lnTo>
                  <a:pt x="1783659" y="81558"/>
                </a:lnTo>
                <a:lnTo>
                  <a:pt x="1783878" y="82227"/>
                </a:lnTo>
                <a:lnTo>
                  <a:pt x="1784089" y="82905"/>
                </a:lnTo>
                <a:lnTo>
                  <a:pt x="1784293" y="83589"/>
                </a:lnTo>
                <a:lnTo>
                  <a:pt x="1784489" y="84282"/>
                </a:lnTo>
                <a:lnTo>
                  <a:pt x="1784677" y="84982"/>
                </a:lnTo>
                <a:lnTo>
                  <a:pt x="1784858" y="85690"/>
                </a:lnTo>
                <a:lnTo>
                  <a:pt x="1785031" y="86405"/>
                </a:lnTo>
                <a:lnTo>
                  <a:pt x="1785196" y="87128"/>
                </a:lnTo>
                <a:lnTo>
                  <a:pt x="1785355" y="87858"/>
                </a:lnTo>
                <a:lnTo>
                  <a:pt x="1785506" y="88593"/>
                </a:lnTo>
                <a:lnTo>
                  <a:pt x="1785651" y="89333"/>
                </a:lnTo>
                <a:lnTo>
                  <a:pt x="1785789" y="90078"/>
                </a:lnTo>
                <a:lnTo>
                  <a:pt x="1785920" y="90829"/>
                </a:lnTo>
                <a:lnTo>
                  <a:pt x="1786045" y="91584"/>
                </a:lnTo>
                <a:lnTo>
                  <a:pt x="1786162" y="92345"/>
                </a:lnTo>
                <a:lnTo>
                  <a:pt x="1786273" y="93112"/>
                </a:lnTo>
                <a:lnTo>
                  <a:pt x="1786378" y="93883"/>
                </a:lnTo>
                <a:lnTo>
                  <a:pt x="1786475" y="94660"/>
                </a:lnTo>
                <a:lnTo>
                  <a:pt x="1786566" y="95442"/>
                </a:lnTo>
                <a:lnTo>
                  <a:pt x="1786650" y="96229"/>
                </a:lnTo>
                <a:lnTo>
                  <a:pt x="1786728" y="97021"/>
                </a:lnTo>
                <a:lnTo>
                  <a:pt x="1786798" y="97819"/>
                </a:lnTo>
                <a:lnTo>
                  <a:pt x="1786862" y="98622"/>
                </a:lnTo>
                <a:lnTo>
                  <a:pt x="1786920" y="99430"/>
                </a:lnTo>
                <a:lnTo>
                  <a:pt x="1786970" y="100243"/>
                </a:lnTo>
                <a:lnTo>
                  <a:pt x="1787014" y="101062"/>
                </a:lnTo>
                <a:lnTo>
                  <a:pt x="1787051" y="101886"/>
                </a:lnTo>
                <a:lnTo>
                  <a:pt x="1787081" y="102715"/>
                </a:lnTo>
                <a:lnTo>
                  <a:pt x="1787105" y="103549"/>
                </a:lnTo>
                <a:lnTo>
                  <a:pt x="1787122" y="104389"/>
                </a:lnTo>
                <a:lnTo>
                  <a:pt x="1787132" y="105233"/>
                </a:lnTo>
                <a:lnTo>
                  <a:pt x="1787135" y="106083"/>
                </a:lnTo>
                <a:lnTo>
                  <a:pt x="1787135" y="108345"/>
                </a:lnTo>
                <a:lnTo>
                  <a:pt x="1787132" y="109186"/>
                </a:lnTo>
                <a:lnTo>
                  <a:pt x="1787121" y="110023"/>
                </a:lnTo>
                <a:lnTo>
                  <a:pt x="1787104" y="110854"/>
                </a:lnTo>
                <a:lnTo>
                  <a:pt x="1787080" y="111681"/>
                </a:lnTo>
                <a:lnTo>
                  <a:pt x="1787049" y="112502"/>
                </a:lnTo>
                <a:lnTo>
                  <a:pt x="1787011" y="113319"/>
                </a:lnTo>
                <a:lnTo>
                  <a:pt x="1786966" y="114131"/>
                </a:lnTo>
                <a:lnTo>
                  <a:pt x="1786914" y="114939"/>
                </a:lnTo>
                <a:lnTo>
                  <a:pt x="1786855" y="115741"/>
                </a:lnTo>
                <a:lnTo>
                  <a:pt x="1786789" y="116538"/>
                </a:lnTo>
                <a:lnTo>
                  <a:pt x="1786716" y="117331"/>
                </a:lnTo>
                <a:lnTo>
                  <a:pt x="1786637" y="118119"/>
                </a:lnTo>
                <a:lnTo>
                  <a:pt x="1786550" y="118902"/>
                </a:lnTo>
                <a:lnTo>
                  <a:pt x="1786457" y="119680"/>
                </a:lnTo>
                <a:lnTo>
                  <a:pt x="1786357" y="120453"/>
                </a:lnTo>
                <a:lnTo>
                  <a:pt x="1786250" y="121221"/>
                </a:lnTo>
                <a:lnTo>
                  <a:pt x="1786135" y="121984"/>
                </a:lnTo>
                <a:lnTo>
                  <a:pt x="1786014" y="122743"/>
                </a:lnTo>
                <a:lnTo>
                  <a:pt x="1785886" y="123497"/>
                </a:lnTo>
                <a:lnTo>
                  <a:pt x="1785751" y="124246"/>
                </a:lnTo>
                <a:lnTo>
                  <a:pt x="1785610" y="124990"/>
                </a:lnTo>
                <a:lnTo>
                  <a:pt x="1785461" y="125729"/>
                </a:lnTo>
                <a:lnTo>
                  <a:pt x="1785305" y="126463"/>
                </a:lnTo>
                <a:lnTo>
                  <a:pt x="1785143" y="127192"/>
                </a:lnTo>
                <a:lnTo>
                  <a:pt x="1784973" y="127915"/>
                </a:lnTo>
                <a:lnTo>
                  <a:pt x="1784796" y="128631"/>
                </a:lnTo>
                <a:lnTo>
                  <a:pt x="1784611" y="129339"/>
                </a:lnTo>
                <a:lnTo>
                  <a:pt x="1784419" y="130039"/>
                </a:lnTo>
                <a:lnTo>
                  <a:pt x="1784219" y="130731"/>
                </a:lnTo>
                <a:lnTo>
                  <a:pt x="1784012" y="131416"/>
                </a:lnTo>
                <a:lnTo>
                  <a:pt x="1783797" y="132093"/>
                </a:lnTo>
                <a:lnTo>
                  <a:pt x="1783575" y="132763"/>
                </a:lnTo>
                <a:lnTo>
                  <a:pt x="1783345" y="133425"/>
                </a:lnTo>
                <a:lnTo>
                  <a:pt x="1783108" y="134079"/>
                </a:lnTo>
                <a:lnTo>
                  <a:pt x="1782864" y="134725"/>
                </a:lnTo>
                <a:lnTo>
                  <a:pt x="1782612" y="135364"/>
                </a:lnTo>
                <a:lnTo>
                  <a:pt x="1782352" y="135995"/>
                </a:lnTo>
                <a:lnTo>
                  <a:pt x="1782085" y="136619"/>
                </a:lnTo>
                <a:lnTo>
                  <a:pt x="1781811" y="137234"/>
                </a:lnTo>
                <a:lnTo>
                  <a:pt x="1781529" y="137843"/>
                </a:lnTo>
                <a:lnTo>
                  <a:pt x="1781239" y="138443"/>
                </a:lnTo>
                <a:lnTo>
                  <a:pt x="1780942" y="139036"/>
                </a:lnTo>
                <a:lnTo>
                  <a:pt x="1780638" y="139621"/>
                </a:lnTo>
                <a:lnTo>
                  <a:pt x="1780326" y="140198"/>
                </a:lnTo>
                <a:lnTo>
                  <a:pt x="1780007" y="140768"/>
                </a:lnTo>
                <a:lnTo>
                  <a:pt x="1779680" y="141330"/>
                </a:lnTo>
                <a:lnTo>
                  <a:pt x="1779346" y="141885"/>
                </a:lnTo>
                <a:lnTo>
                  <a:pt x="1779004" y="142432"/>
                </a:lnTo>
                <a:lnTo>
                  <a:pt x="1778654" y="142970"/>
                </a:lnTo>
                <a:lnTo>
                  <a:pt x="1778297" y="143497"/>
                </a:lnTo>
                <a:lnTo>
                  <a:pt x="1777932" y="144015"/>
                </a:lnTo>
                <a:lnTo>
                  <a:pt x="1777559" y="144523"/>
                </a:lnTo>
                <a:lnTo>
                  <a:pt x="1777178" y="145020"/>
                </a:lnTo>
                <a:lnTo>
                  <a:pt x="1776789" y="145508"/>
                </a:lnTo>
                <a:lnTo>
                  <a:pt x="1776393" y="145985"/>
                </a:lnTo>
                <a:lnTo>
                  <a:pt x="1775988" y="146452"/>
                </a:lnTo>
                <a:lnTo>
                  <a:pt x="1775576" y="146910"/>
                </a:lnTo>
                <a:lnTo>
                  <a:pt x="1775156" y="147357"/>
                </a:lnTo>
                <a:lnTo>
                  <a:pt x="1774728" y="147794"/>
                </a:lnTo>
                <a:lnTo>
                  <a:pt x="1774292" y="148220"/>
                </a:lnTo>
                <a:lnTo>
                  <a:pt x="1773848" y="148637"/>
                </a:lnTo>
                <a:lnTo>
                  <a:pt x="1773397" y="149044"/>
                </a:lnTo>
                <a:lnTo>
                  <a:pt x="1772937" y="149441"/>
                </a:lnTo>
                <a:lnTo>
                  <a:pt x="1772470" y="149827"/>
                </a:lnTo>
                <a:lnTo>
                  <a:pt x="1771995" y="150203"/>
                </a:lnTo>
                <a:lnTo>
                  <a:pt x="1771512" y="150570"/>
                </a:lnTo>
                <a:lnTo>
                  <a:pt x="1771021" y="150926"/>
                </a:lnTo>
                <a:lnTo>
                  <a:pt x="1770522" y="151272"/>
                </a:lnTo>
                <a:lnTo>
                  <a:pt x="1770016" y="151608"/>
                </a:lnTo>
                <a:lnTo>
                  <a:pt x="1769502" y="151934"/>
                </a:lnTo>
                <a:lnTo>
                  <a:pt x="1768979" y="152250"/>
                </a:lnTo>
                <a:lnTo>
                  <a:pt x="1768449" y="152555"/>
                </a:lnTo>
                <a:lnTo>
                  <a:pt x="1767911" y="152850"/>
                </a:lnTo>
                <a:lnTo>
                  <a:pt x="1767364" y="153132"/>
                </a:lnTo>
                <a:lnTo>
                  <a:pt x="1766809" y="153401"/>
                </a:lnTo>
                <a:lnTo>
                  <a:pt x="1766246" y="153658"/>
                </a:lnTo>
                <a:lnTo>
                  <a:pt x="1765674" y="153902"/>
                </a:lnTo>
                <a:lnTo>
                  <a:pt x="1765094" y="154134"/>
                </a:lnTo>
                <a:lnTo>
                  <a:pt x="1764505" y="154353"/>
                </a:lnTo>
                <a:lnTo>
                  <a:pt x="1763908" y="154560"/>
                </a:lnTo>
                <a:lnTo>
                  <a:pt x="1763302" y="154754"/>
                </a:lnTo>
                <a:lnTo>
                  <a:pt x="1762689" y="154936"/>
                </a:lnTo>
                <a:lnTo>
                  <a:pt x="1762066" y="155105"/>
                </a:lnTo>
                <a:lnTo>
                  <a:pt x="1761435" y="155261"/>
                </a:lnTo>
                <a:lnTo>
                  <a:pt x="1760796" y="155405"/>
                </a:lnTo>
                <a:lnTo>
                  <a:pt x="1760149" y="155537"/>
                </a:lnTo>
                <a:lnTo>
                  <a:pt x="1759493" y="155656"/>
                </a:lnTo>
                <a:lnTo>
                  <a:pt x="1758828" y="155762"/>
                </a:lnTo>
                <a:lnTo>
                  <a:pt x="1758155" y="155856"/>
                </a:lnTo>
                <a:lnTo>
                  <a:pt x="1757474" y="155938"/>
                </a:lnTo>
                <a:lnTo>
                  <a:pt x="1756784" y="156007"/>
                </a:lnTo>
                <a:lnTo>
                  <a:pt x="1756086" y="156063"/>
                </a:lnTo>
                <a:lnTo>
                  <a:pt x="1755380" y="156107"/>
                </a:lnTo>
                <a:lnTo>
                  <a:pt x="1754665" y="156138"/>
                </a:lnTo>
                <a:lnTo>
                  <a:pt x="1753942" y="156157"/>
                </a:lnTo>
                <a:lnTo>
                  <a:pt x="1753210" y="156163"/>
                </a:lnTo>
                <a:lnTo>
                  <a:pt x="1752300" y="156156"/>
                </a:lnTo>
                <a:lnTo>
                  <a:pt x="1751403" y="156133"/>
                </a:lnTo>
                <a:lnTo>
                  <a:pt x="1750517" y="156095"/>
                </a:lnTo>
                <a:lnTo>
                  <a:pt x="1749642" y="156042"/>
                </a:lnTo>
                <a:lnTo>
                  <a:pt x="1748780" y="155974"/>
                </a:lnTo>
                <a:lnTo>
                  <a:pt x="1747929" y="155891"/>
                </a:lnTo>
                <a:lnTo>
                  <a:pt x="1747090" y="155792"/>
                </a:lnTo>
                <a:lnTo>
                  <a:pt x="1746263" y="155679"/>
                </a:lnTo>
                <a:lnTo>
                  <a:pt x="1745448" y="155550"/>
                </a:lnTo>
                <a:lnTo>
                  <a:pt x="1744644" y="155406"/>
                </a:lnTo>
                <a:lnTo>
                  <a:pt x="1743853" y="155247"/>
                </a:lnTo>
                <a:lnTo>
                  <a:pt x="1743073" y="155073"/>
                </a:lnTo>
                <a:lnTo>
                  <a:pt x="1742305" y="154884"/>
                </a:lnTo>
                <a:lnTo>
                  <a:pt x="1741548" y="154679"/>
                </a:lnTo>
                <a:lnTo>
                  <a:pt x="1740804" y="154459"/>
                </a:lnTo>
                <a:lnTo>
                  <a:pt x="1740071" y="154225"/>
                </a:lnTo>
                <a:lnTo>
                  <a:pt x="1739350" y="153975"/>
                </a:lnTo>
                <a:lnTo>
                  <a:pt x="1738640" y="153710"/>
                </a:lnTo>
                <a:lnTo>
                  <a:pt x="1737943" y="153430"/>
                </a:lnTo>
                <a:lnTo>
                  <a:pt x="1737257" y="153134"/>
                </a:lnTo>
                <a:lnTo>
                  <a:pt x="1736583" y="152824"/>
                </a:lnTo>
                <a:lnTo>
                  <a:pt x="1735921" y="152498"/>
                </a:lnTo>
                <a:lnTo>
                  <a:pt x="1735270" y="152157"/>
                </a:lnTo>
                <a:lnTo>
                  <a:pt x="1734632" y="151801"/>
                </a:lnTo>
                <a:lnTo>
                  <a:pt x="1734004" y="151433"/>
                </a:lnTo>
                <a:lnTo>
                  <a:pt x="1733388" y="151056"/>
                </a:lnTo>
                <a:lnTo>
                  <a:pt x="1732782" y="150669"/>
                </a:lnTo>
                <a:lnTo>
                  <a:pt x="1732186" y="150273"/>
                </a:lnTo>
                <a:lnTo>
                  <a:pt x="1731601" y="149867"/>
                </a:lnTo>
                <a:lnTo>
                  <a:pt x="1731027" y="149452"/>
                </a:lnTo>
                <a:lnTo>
                  <a:pt x="1730464" y="149028"/>
                </a:lnTo>
                <a:lnTo>
                  <a:pt x="1729911" y="148594"/>
                </a:lnTo>
                <a:lnTo>
                  <a:pt x="1729369" y="148151"/>
                </a:lnTo>
                <a:lnTo>
                  <a:pt x="1728837" y="147699"/>
                </a:lnTo>
                <a:lnTo>
                  <a:pt x="1728317" y="147238"/>
                </a:lnTo>
                <a:lnTo>
                  <a:pt x="1727806" y="146767"/>
                </a:lnTo>
                <a:lnTo>
                  <a:pt x="1727307" y="146286"/>
                </a:lnTo>
                <a:lnTo>
                  <a:pt x="1726818" y="145797"/>
                </a:lnTo>
                <a:lnTo>
                  <a:pt x="1726340" y="145297"/>
                </a:lnTo>
                <a:lnTo>
                  <a:pt x="1725872" y="144789"/>
                </a:lnTo>
                <a:lnTo>
                  <a:pt x="1725415" y="144271"/>
                </a:lnTo>
                <a:lnTo>
                  <a:pt x="1724969" y="143744"/>
                </a:lnTo>
                <a:lnTo>
                  <a:pt x="1724534" y="143208"/>
                </a:lnTo>
                <a:lnTo>
                  <a:pt x="1724109" y="142662"/>
                </a:lnTo>
                <a:lnTo>
                  <a:pt x="1723695" y="142107"/>
                </a:lnTo>
                <a:lnTo>
                  <a:pt x="1723291" y="141542"/>
                </a:lnTo>
                <a:lnTo>
                  <a:pt x="1722898" y="140969"/>
                </a:lnTo>
                <a:lnTo>
                  <a:pt x="1722516" y="140385"/>
                </a:lnTo>
                <a:lnTo>
                  <a:pt x="1722143" y="139796"/>
                </a:lnTo>
                <a:lnTo>
                  <a:pt x="1721781" y="139202"/>
                </a:lnTo>
                <a:lnTo>
                  <a:pt x="1721427" y="138604"/>
                </a:lnTo>
                <a:lnTo>
                  <a:pt x="1721083" y="138003"/>
                </a:lnTo>
                <a:lnTo>
                  <a:pt x="1720748" y="137397"/>
                </a:lnTo>
                <a:lnTo>
                  <a:pt x="1720422" y="136788"/>
                </a:lnTo>
                <a:lnTo>
                  <a:pt x="1720106" y="136174"/>
                </a:lnTo>
                <a:lnTo>
                  <a:pt x="1719799" y="135557"/>
                </a:lnTo>
                <a:lnTo>
                  <a:pt x="1719502" y="134936"/>
                </a:lnTo>
                <a:lnTo>
                  <a:pt x="1719214" y="134311"/>
                </a:lnTo>
                <a:lnTo>
                  <a:pt x="1719069" y="133985"/>
                </a:lnTo>
                <a:lnTo>
                  <a:pt x="1719069" y="82004"/>
                </a:lnTo>
                <a:lnTo>
                  <a:pt x="1719224" y="81605"/>
                </a:lnTo>
                <a:lnTo>
                  <a:pt x="1719419" y="81114"/>
                </a:lnTo>
                <a:lnTo>
                  <a:pt x="1719619" y="80621"/>
                </a:lnTo>
                <a:lnTo>
                  <a:pt x="1719823" y="80128"/>
                </a:lnTo>
                <a:lnTo>
                  <a:pt x="1720033" y="79636"/>
                </a:lnTo>
                <a:close/>
                <a:moveTo>
                  <a:pt x="1879250" y="165425"/>
                </a:moveTo>
                <a:lnTo>
                  <a:pt x="1892174" y="165425"/>
                </a:lnTo>
                <a:lnTo>
                  <a:pt x="1892174" y="0"/>
                </a:lnTo>
                <a:lnTo>
                  <a:pt x="1879250" y="0"/>
                </a:lnTo>
                <a:lnTo>
                  <a:pt x="1879250" y="165425"/>
                </a:lnTo>
                <a:close/>
                <a:moveTo>
                  <a:pt x="2072136" y="179495"/>
                </a:moveTo>
                <a:lnTo>
                  <a:pt x="2071925" y="180054"/>
                </a:lnTo>
                <a:lnTo>
                  <a:pt x="2071712" y="180605"/>
                </a:lnTo>
                <a:lnTo>
                  <a:pt x="2071497" y="181149"/>
                </a:lnTo>
                <a:lnTo>
                  <a:pt x="2071279" y="181685"/>
                </a:lnTo>
                <a:lnTo>
                  <a:pt x="2071058" y="182214"/>
                </a:lnTo>
                <a:lnTo>
                  <a:pt x="2070834" y="182735"/>
                </a:lnTo>
                <a:lnTo>
                  <a:pt x="2070608" y="183248"/>
                </a:lnTo>
                <a:lnTo>
                  <a:pt x="2070380" y="183754"/>
                </a:lnTo>
                <a:lnTo>
                  <a:pt x="2070148" y="184252"/>
                </a:lnTo>
                <a:lnTo>
                  <a:pt x="2069914" y="184742"/>
                </a:lnTo>
                <a:lnTo>
                  <a:pt x="2069678" y="185225"/>
                </a:lnTo>
                <a:lnTo>
                  <a:pt x="2069439" y="185700"/>
                </a:lnTo>
                <a:lnTo>
                  <a:pt x="2069197" y="186168"/>
                </a:lnTo>
                <a:lnTo>
                  <a:pt x="2068953" y="186628"/>
                </a:lnTo>
                <a:lnTo>
                  <a:pt x="2068706" y="187080"/>
                </a:lnTo>
                <a:lnTo>
                  <a:pt x="2068456" y="187525"/>
                </a:lnTo>
                <a:lnTo>
                  <a:pt x="2068204" y="187962"/>
                </a:lnTo>
                <a:lnTo>
                  <a:pt x="2067949" y="188392"/>
                </a:lnTo>
                <a:lnTo>
                  <a:pt x="2067691" y="188814"/>
                </a:lnTo>
                <a:lnTo>
                  <a:pt x="2067431" y="189228"/>
                </a:lnTo>
                <a:lnTo>
                  <a:pt x="2067169" y="189635"/>
                </a:lnTo>
                <a:lnTo>
                  <a:pt x="2066903" y="190034"/>
                </a:lnTo>
                <a:lnTo>
                  <a:pt x="2066635" y="190425"/>
                </a:lnTo>
                <a:lnTo>
                  <a:pt x="2066363" y="190809"/>
                </a:lnTo>
                <a:lnTo>
                  <a:pt x="2066086" y="191184"/>
                </a:lnTo>
                <a:lnTo>
                  <a:pt x="2065803" y="191552"/>
                </a:lnTo>
                <a:lnTo>
                  <a:pt x="2065515" y="191912"/>
                </a:lnTo>
                <a:lnTo>
                  <a:pt x="2065221" y="192263"/>
                </a:lnTo>
                <a:lnTo>
                  <a:pt x="2064922" y="192607"/>
                </a:lnTo>
                <a:lnTo>
                  <a:pt x="2064618" y="192943"/>
                </a:lnTo>
                <a:lnTo>
                  <a:pt x="2064308" y="193270"/>
                </a:lnTo>
                <a:lnTo>
                  <a:pt x="2063993" y="193590"/>
                </a:lnTo>
                <a:lnTo>
                  <a:pt x="2063672" y="193902"/>
                </a:lnTo>
                <a:lnTo>
                  <a:pt x="2063346" y="194206"/>
                </a:lnTo>
                <a:lnTo>
                  <a:pt x="2063014" y="194502"/>
                </a:lnTo>
                <a:lnTo>
                  <a:pt x="2062677" y="194789"/>
                </a:lnTo>
                <a:lnTo>
                  <a:pt x="2062335" y="195069"/>
                </a:lnTo>
                <a:lnTo>
                  <a:pt x="2061987" y="195341"/>
                </a:lnTo>
                <a:lnTo>
                  <a:pt x="2061633" y="195605"/>
                </a:lnTo>
                <a:lnTo>
                  <a:pt x="2061275" y="195861"/>
                </a:lnTo>
                <a:lnTo>
                  <a:pt x="2060910" y="196109"/>
                </a:lnTo>
                <a:lnTo>
                  <a:pt x="2060541" y="196349"/>
                </a:lnTo>
                <a:lnTo>
                  <a:pt x="2060166" y="196581"/>
                </a:lnTo>
                <a:lnTo>
                  <a:pt x="2059786" y="196805"/>
                </a:lnTo>
                <a:lnTo>
                  <a:pt x="2059400" y="197021"/>
                </a:lnTo>
                <a:lnTo>
                  <a:pt x="2059008" y="197229"/>
                </a:lnTo>
                <a:lnTo>
                  <a:pt x="2058612" y="197429"/>
                </a:lnTo>
                <a:lnTo>
                  <a:pt x="2058209" y="197621"/>
                </a:lnTo>
                <a:lnTo>
                  <a:pt x="2057798" y="197804"/>
                </a:lnTo>
                <a:lnTo>
                  <a:pt x="2057379" y="197980"/>
                </a:lnTo>
                <a:lnTo>
                  <a:pt x="2056953" y="198148"/>
                </a:lnTo>
                <a:lnTo>
                  <a:pt x="2056519" y="198307"/>
                </a:lnTo>
                <a:lnTo>
                  <a:pt x="2056077" y="198458"/>
                </a:lnTo>
                <a:lnTo>
                  <a:pt x="2055628" y="198601"/>
                </a:lnTo>
                <a:lnTo>
                  <a:pt x="2055171" y="198736"/>
                </a:lnTo>
                <a:lnTo>
                  <a:pt x="2054707" y="198862"/>
                </a:lnTo>
                <a:lnTo>
                  <a:pt x="2054235" y="198981"/>
                </a:lnTo>
                <a:lnTo>
                  <a:pt x="2053755" y="199091"/>
                </a:lnTo>
                <a:lnTo>
                  <a:pt x="2053267" y="199193"/>
                </a:lnTo>
                <a:lnTo>
                  <a:pt x="2052772" y="199287"/>
                </a:lnTo>
                <a:lnTo>
                  <a:pt x="2052269" y="199373"/>
                </a:lnTo>
                <a:lnTo>
                  <a:pt x="2051759" y="199450"/>
                </a:lnTo>
                <a:lnTo>
                  <a:pt x="2051240" y="199520"/>
                </a:lnTo>
                <a:lnTo>
                  <a:pt x="2050715" y="199581"/>
                </a:lnTo>
                <a:lnTo>
                  <a:pt x="2050181" y="199634"/>
                </a:lnTo>
                <a:lnTo>
                  <a:pt x="2049640" y="199679"/>
                </a:lnTo>
                <a:lnTo>
                  <a:pt x="2049091" y="199716"/>
                </a:lnTo>
                <a:lnTo>
                  <a:pt x="2048534" y="199745"/>
                </a:lnTo>
                <a:lnTo>
                  <a:pt x="2047970" y="199765"/>
                </a:lnTo>
                <a:lnTo>
                  <a:pt x="2047398" y="199777"/>
                </a:lnTo>
                <a:lnTo>
                  <a:pt x="2046819" y="199781"/>
                </a:lnTo>
                <a:lnTo>
                  <a:pt x="2046745" y="199781"/>
                </a:lnTo>
                <a:lnTo>
                  <a:pt x="2046665" y="199780"/>
                </a:lnTo>
                <a:lnTo>
                  <a:pt x="2046581" y="199778"/>
                </a:lnTo>
                <a:lnTo>
                  <a:pt x="2046493" y="199775"/>
                </a:lnTo>
                <a:lnTo>
                  <a:pt x="2046399" y="199772"/>
                </a:lnTo>
                <a:lnTo>
                  <a:pt x="2046300" y="199768"/>
                </a:lnTo>
                <a:lnTo>
                  <a:pt x="2046197" y="199763"/>
                </a:lnTo>
                <a:lnTo>
                  <a:pt x="2046089" y="199757"/>
                </a:lnTo>
                <a:lnTo>
                  <a:pt x="2045976" y="199751"/>
                </a:lnTo>
                <a:lnTo>
                  <a:pt x="2045858" y="199744"/>
                </a:lnTo>
                <a:lnTo>
                  <a:pt x="2045735" y="199736"/>
                </a:lnTo>
                <a:lnTo>
                  <a:pt x="2045607" y="199727"/>
                </a:lnTo>
                <a:lnTo>
                  <a:pt x="2045475" y="199718"/>
                </a:lnTo>
                <a:lnTo>
                  <a:pt x="2045337" y="199708"/>
                </a:lnTo>
                <a:lnTo>
                  <a:pt x="2045195" y="199697"/>
                </a:lnTo>
                <a:lnTo>
                  <a:pt x="2045048" y="199686"/>
                </a:lnTo>
                <a:lnTo>
                  <a:pt x="2044896" y="199673"/>
                </a:lnTo>
                <a:lnTo>
                  <a:pt x="2044739" y="199660"/>
                </a:lnTo>
                <a:lnTo>
                  <a:pt x="2044577" y="199646"/>
                </a:lnTo>
                <a:lnTo>
                  <a:pt x="2044411" y="199632"/>
                </a:lnTo>
                <a:lnTo>
                  <a:pt x="2044239" y="199616"/>
                </a:lnTo>
                <a:lnTo>
                  <a:pt x="2044063" y="199600"/>
                </a:lnTo>
                <a:lnTo>
                  <a:pt x="2043882" y="199583"/>
                </a:lnTo>
                <a:lnTo>
                  <a:pt x="2043696" y="199566"/>
                </a:lnTo>
                <a:lnTo>
                  <a:pt x="2043509" y="199548"/>
                </a:lnTo>
                <a:lnTo>
                  <a:pt x="2043326" y="199530"/>
                </a:lnTo>
                <a:lnTo>
                  <a:pt x="2043147" y="199512"/>
                </a:lnTo>
                <a:lnTo>
                  <a:pt x="2042972" y="199494"/>
                </a:lnTo>
                <a:lnTo>
                  <a:pt x="2042800" y="199476"/>
                </a:lnTo>
                <a:lnTo>
                  <a:pt x="2042632" y="199458"/>
                </a:lnTo>
                <a:lnTo>
                  <a:pt x="2042468" y="199440"/>
                </a:lnTo>
                <a:lnTo>
                  <a:pt x="2042307" y="199422"/>
                </a:lnTo>
                <a:lnTo>
                  <a:pt x="2042151" y="199404"/>
                </a:lnTo>
                <a:lnTo>
                  <a:pt x="2041998" y="199386"/>
                </a:lnTo>
                <a:lnTo>
                  <a:pt x="2041849" y="199368"/>
                </a:lnTo>
                <a:lnTo>
                  <a:pt x="2041703" y="199350"/>
                </a:lnTo>
                <a:lnTo>
                  <a:pt x="2041561" y="199333"/>
                </a:lnTo>
                <a:lnTo>
                  <a:pt x="2041423" y="199315"/>
                </a:lnTo>
                <a:lnTo>
                  <a:pt x="2041289" y="199297"/>
                </a:lnTo>
                <a:lnTo>
                  <a:pt x="2041159" y="199279"/>
                </a:lnTo>
                <a:lnTo>
                  <a:pt x="2041032" y="199261"/>
                </a:lnTo>
                <a:lnTo>
                  <a:pt x="2040909" y="199243"/>
                </a:lnTo>
                <a:lnTo>
                  <a:pt x="2040790" y="199225"/>
                </a:lnTo>
                <a:lnTo>
                  <a:pt x="2040674" y="199207"/>
                </a:lnTo>
                <a:lnTo>
                  <a:pt x="2040562" y="199189"/>
                </a:lnTo>
                <a:lnTo>
                  <a:pt x="2040454" y="199171"/>
                </a:lnTo>
                <a:lnTo>
                  <a:pt x="2040350" y="199153"/>
                </a:lnTo>
                <a:lnTo>
                  <a:pt x="2040249" y="199135"/>
                </a:lnTo>
                <a:lnTo>
                  <a:pt x="2040357" y="209905"/>
                </a:lnTo>
                <a:lnTo>
                  <a:pt x="2040477" y="209950"/>
                </a:lnTo>
                <a:lnTo>
                  <a:pt x="2040603" y="209994"/>
                </a:lnTo>
                <a:lnTo>
                  <a:pt x="2040735" y="210039"/>
                </a:lnTo>
                <a:lnTo>
                  <a:pt x="2040874" y="210083"/>
                </a:lnTo>
                <a:lnTo>
                  <a:pt x="2041020" y="210127"/>
                </a:lnTo>
                <a:lnTo>
                  <a:pt x="2041171" y="210171"/>
                </a:lnTo>
                <a:lnTo>
                  <a:pt x="2041329" y="210215"/>
                </a:lnTo>
                <a:lnTo>
                  <a:pt x="2041494" y="210258"/>
                </a:lnTo>
                <a:lnTo>
                  <a:pt x="2041664" y="210301"/>
                </a:lnTo>
                <a:lnTo>
                  <a:pt x="2041841" y="210344"/>
                </a:lnTo>
                <a:lnTo>
                  <a:pt x="2042025" y="210387"/>
                </a:lnTo>
                <a:lnTo>
                  <a:pt x="2042215" y="210430"/>
                </a:lnTo>
                <a:lnTo>
                  <a:pt x="2042411" y="210473"/>
                </a:lnTo>
                <a:lnTo>
                  <a:pt x="2042613" y="210515"/>
                </a:lnTo>
                <a:lnTo>
                  <a:pt x="2042822" y="210557"/>
                </a:lnTo>
                <a:lnTo>
                  <a:pt x="2043037" y="210599"/>
                </a:lnTo>
                <a:lnTo>
                  <a:pt x="2043259" y="210641"/>
                </a:lnTo>
                <a:lnTo>
                  <a:pt x="2043487" y="210682"/>
                </a:lnTo>
                <a:lnTo>
                  <a:pt x="2043721" y="210724"/>
                </a:lnTo>
                <a:lnTo>
                  <a:pt x="2043962" y="210765"/>
                </a:lnTo>
                <a:lnTo>
                  <a:pt x="2044209" y="210806"/>
                </a:lnTo>
                <a:lnTo>
                  <a:pt x="2044462" y="210847"/>
                </a:lnTo>
                <a:lnTo>
                  <a:pt x="2044722" y="210888"/>
                </a:lnTo>
                <a:lnTo>
                  <a:pt x="2044988" y="210928"/>
                </a:lnTo>
                <a:lnTo>
                  <a:pt x="2045255" y="210968"/>
                </a:lnTo>
                <a:lnTo>
                  <a:pt x="2045518" y="211006"/>
                </a:lnTo>
                <a:lnTo>
                  <a:pt x="2045777" y="211042"/>
                </a:lnTo>
                <a:lnTo>
                  <a:pt x="2046032" y="211076"/>
                </a:lnTo>
                <a:lnTo>
                  <a:pt x="2046283" y="211109"/>
                </a:lnTo>
                <a:lnTo>
                  <a:pt x="2046529" y="211140"/>
                </a:lnTo>
                <a:lnTo>
                  <a:pt x="2046772" y="211170"/>
                </a:lnTo>
                <a:lnTo>
                  <a:pt x="2047010" y="211197"/>
                </a:lnTo>
                <a:lnTo>
                  <a:pt x="2047245" y="211223"/>
                </a:lnTo>
                <a:lnTo>
                  <a:pt x="2047475" y="211248"/>
                </a:lnTo>
                <a:lnTo>
                  <a:pt x="2047701" y="211271"/>
                </a:lnTo>
                <a:lnTo>
                  <a:pt x="2047923" y="211292"/>
                </a:lnTo>
                <a:lnTo>
                  <a:pt x="2048141" y="211311"/>
                </a:lnTo>
                <a:lnTo>
                  <a:pt x="2048354" y="211329"/>
                </a:lnTo>
                <a:lnTo>
                  <a:pt x="2048564" y="211345"/>
                </a:lnTo>
                <a:lnTo>
                  <a:pt x="2048769" y="211359"/>
                </a:lnTo>
                <a:lnTo>
                  <a:pt x="2048971" y="211372"/>
                </a:lnTo>
                <a:lnTo>
                  <a:pt x="2049168" y="211382"/>
                </a:lnTo>
                <a:lnTo>
                  <a:pt x="2049361" y="211392"/>
                </a:lnTo>
                <a:lnTo>
                  <a:pt x="2049550" y="211399"/>
                </a:lnTo>
                <a:lnTo>
                  <a:pt x="2049735" y="211405"/>
                </a:lnTo>
                <a:lnTo>
                  <a:pt x="2049916" y="211409"/>
                </a:lnTo>
                <a:lnTo>
                  <a:pt x="2050093" y="211412"/>
                </a:lnTo>
                <a:lnTo>
                  <a:pt x="2050265" y="211413"/>
                </a:lnTo>
                <a:lnTo>
                  <a:pt x="2050925" y="211408"/>
                </a:lnTo>
                <a:lnTo>
                  <a:pt x="2051577" y="211393"/>
                </a:lnTo>
                <a:lnTo>
                  <a:pt x="2052220" y="211368"/>
                </a:lnTo>
                <a:lnTo>
                  <a:pt x="2052854" y="211334"/>
                </a:lnTo>
                <a:lnTo>
                  <a:pt x="2053481" y="211290"/>
                </a:lnTo>
                <a:lnTo>
                  <a:pt x="2054099" y="211235"/>
                </a:lnTo>
                <a:lnTo>
                  <a:pt x="2054708" y="211171"/>
                </a:lnTo>
                <a:lnTo>
                  <a:pt x="2055309" y="211098"/>
                </a:lnTo>
                <a:lnTo>
                  <a:pt x="2055902" y="211014"/>
                </a:lnTo>
                <a:lnTo>
                  <a:pt x="2056486" y="210920"/>
                </a:lnTo>
                <a:lnTo>
                  <a:pt x="2057062" y="210817"/>
                </a:lnTo>
                <a:lnTo>
                  <a:pt x="2057629" y="210703"/>
                </a:lnTo>
                <a:lnTo>
                  <a:pt x="2058188" y="210580"/>
                </a:lnTo>
                <a:lnTo>
                  <a:pt x="2058739" y="210447"/>
                </a:lnTo>
                <a:lnTo>
                  <a:pt x="2059281" y="210304"/>
                </a:lnTo>
                <a:lnTo>
                  <a:pt x="2059814" y="210152"/>
                </a:lnTo>
                <a:lnTo>
                  <a:pt x="2060340" y="209989"/>
                </a:lnTo>
                <a:lnTo>
                  <a:pt x="2060857" y="209817"/>
                </a:lnTo>
                <a:lnTo>
                  <a:pt x="2061365" y="209635"/>
                </a:lnTo>
                <a:lnTo>
                  <a:pt x="2061865" y="209442"/>
                </a:lnTo>
                <a:lnTo>
                  <a:pt x="2062357" y="209241"/>
                </a:lnTo>
                <a:lnTo>
                  <a:pt x="2062840" y="209029"/>
                </a:lnTo>
                <a:lnTo>
                  <a:pt x="2063315" y="208807"/>
                </a:lnTo>
                <a:lnTo>
                  <a:pt x="2063781" y="208576"/>
                </a:lnTo>
                <a:lnTo>
                  <a:pt x="2064240" y="208337"/>
                </a:lnTo>
                <a:lnTo>
                  <a:pt x="2064693" y="208092"/>
                </a:lnTo>
                <a:lnTo>
                  <a:pt x="2065139" y="207842"/>
                </a:lnTo>
                <a:lnTo>
                  <a:pt x="2065579" y="207586"/>
                </a:lnTo>
                <a:lnTo>
                  <a:pt x="2066013" y="207325"/>
                </a:lnTo>
                <a:lnTo>
                  <a:pt x="2066440" y="207058"/>
                </a:lnTo>
                <a:lnTo>
                  <a:pt x="2066861" y="206786"/>
                </a:lnTo>
                <a:lnTo>
                  <a:pt x="2067276" y="206508"/>
                </a:lnTo>
                <a:lnTo>
                  <a:pt x="2067684" y="206224"/>
                </a:lnTo>
                <a:lnTo>
                  <a:pt x="2068086" y="205935"/>
                </a:lnTo>
                <a:lnTo>
                  <a:pt x="2068481" y="205641"/>
                </a:lnTo>
                <a:lnTo>
                  <a:pt x="2068870" y="205340"/>
                </a:lnTo>
                <a:lnTo>
                  <a:pt x="2069253" y="205035"/>
                </a:lnTo>
                <a:lnTo>
                  <a:pt x="2069629" y="204723"/>
                </a:lnTo>
                <a:lnTo>
                  <a:pt x="2069999" y="204406"/>
                </a:lnTo>
                <a:lnTo>
                  <a:pt x="2070363" y="204084"/>
                </a:lnTo>
                <a:lnTo>
                  <a:pt x="2070720" y="203756"/>
                </a:lnTo>
                <a:lnTo>
                  <a:pt x="2071071" y="203422"/>
                </a:lnTo>
                <a:lnTo>
                  <a:pt x="2071416" y="203083"/>
                </a:lnTo>
                <a:lnTo>
                  <a:pt x="2071754" y="202738"/>
                </a:lnTo>
                <a:lnTo>
                  <a:pt x="2072086" y="202387"/>
                </a:lnTo>
                <a:lnTo>
                  <a:pt x="2072411" y="202031"/>
                </a:lnTo>
                <a:lnTo>
                  <a:pt x="2072731" y="201670"/>
                </a:lnTo>
                <a:lnTo>
                  <a:pt x="2073043" y="201303"/>
                </a:lnTo>
                <a:lnTo>
                  <a:pt x="2073351" y="200932"/>
                </a:lnTo>
                <a:lnTo>
                  <a:pt x="2073653" y="200560"/>
                </a:lnTo>
                <a:lnTo>
                  <a:pt x="2073950" y="200186"/>
                </a:lnTo>
                <a:lnTo>
                  <a:pt x="2074243" y="199811"/>
                </a:lnTo>
                <a:lnTo>
                  <a:pt x="2074531" y="199434"/>
                </a:lnTo>
                <a:lnTo>
                  <a:pt x="2074814" y="199056"/>
                </a:lnTo>
                <a:lnTo>
                  <a:pt x="2075092" y="198676"/>
                </a:lnTo>
                <a:lnTo>
                  <a:pt x="2075365" y="198295"/>
                </a:lnTo>
                <a:lnTo>
                  <a:pt x="2075633" y="197913"/>
                </a:lnTo>
                <a:lnTo>
                  <a:pt x="2075897" y="197528"/>
                </a:lnTo>
                <a:lnTo>
                  <a:pt x="2076155" y="197143"/>
                </a:lnTo>
                <a:lnTo>
                  <a:pt x="2076409" y="196756"/>
                </a:lnTo>
                <a:lnTo>
                  <a:pt x="2076658" y="196367"/>
                </a:lnTo>
                <a:lnTo>
                  <a:pt x="2076902" y="195977"/>
                </a:lnTo>
                <a:lnTo>
                  <a:pt x="2077141" y="195585"/>
                </a:lnTo>
                <a:lnTo>
                  <a:pt x="2077375" y="195192"/>
                </a:lnTo>
                <a:lnTo>
                  <a:pt x="2077605" y="194798"/>
                </a:lnTo>
                <a:lnTo>
                  <a:pt x="2077829" y="194401"/>
                </a:lnTo>
                <a:lnTo>
                  <a:pt x="2078049" y="194004"/>
                </a:lnTo>
                <a:lnTo>
                  <a:pt x="2078264" y="193605"/>
                </a:lnTo>
                <a:lnTo>
                  <a:pt x="2078474" y="193204"/>
                </a:lnTo>
                <a:lnTo>
                  <a:pt x="2078679" y="192802"/>
                </a:lnTo>
                <a:lnTo>
                  <a:pt x="2078879" y="192398"/>
                </a:lnTo>
                <a:lnTo>
                  <a:pt x="2079075" y="191993"/>
                </a:lnTo>
                <a:lnTo>
                  <a:pt x="2079266" y="191589"/>
                </a:lnTo>
                <a:lnTo>
                  <a:pt x="2079455" y="191189"/>
                </a:lnTo>
                <a:lnTo>
                  <a:pt x="2079641" y="190791"/>
                </a:lnTo>
                <a:lnTo>
                  <a:pt x="2079824" y="190396"/>
                </a:lnTo>
                <a:lnTo>
                  <a:pt x="2080004" y="190005"/>
                </a:lnTo>
                <a:lnTo>
                  <a:pt x="2080182" y="189617"/>
                </a:lnTo>
                <a:lnTo>
                  <a:pt x="2080357" y="189232"/>
                </a:lnTo>
                <a:lnTo>
                  <a:pt x="2080528" y="188850"/>
                </a:lnTo>
                <a:lnTo>
                  <a:pt x="2080698" y="188471"/>
                </a:lnTo>
                <a:lnTo>
                  <a:pt x="2080864" y="188096"/>
                </a:lnTo>
                <a:lnTo>
                  <a:pt x="2081027" y="187723"/>
                </a:lnTo>
                <a:lnTo>
                  <a:pt x="2081188" y="187354"/>
                </a:lnTo>
                <a:lnTo>
                  <a:pt x="2081346" y="186988"/>
                </a:lnTo>
                <a:lnTo>
                  <a:pt x="2081501" y="186625"/>
                </a:lnTo>
                <a:lnTo>
                  <a:pt x="2081653" y="186265"/>
                </a:lnTo>
                <a:lnTo>
                  <a:pt x="2081803" y="185908"/>
                </a:lnTo>
                <a:lnTo>
                  <a:pt x="2081950" y="185555"/>
                </a:lnTo>
                <a:lnTo>
                  <a:pt x="2082093" y="185205"/>
                </a:lnTo>
                <a:lnTo>
                  <a:pt x="2082235" y="184857"/>
                </a:lnTo>
                <a:lnTo>
                  <a:pt x="2082373" y="184513"/>
                </a:lnTo>
                <a:lnTo>
                  <a:pt x="2082508" y="184172"/>
                </a:lnTo>
                <a:lnTo>
                  <a:pt x="2082641" y="183835"/>
                </a:lnTo>
                <a:lnTo>
                  <a:pt x="2082771" y="183500"/>
                </a:lnTo>
                <a:lnTo>
                  <a:pt x="2082898" y="183169"/>
                </a:lnTo>
                <a:lnTo>
                  <a:pt x="2132116" y="48895"/>
                </a:lnTo>
                <a:lnTo>
                  <a:pt x="2118223" y="48895"/>
                </a:lnTo>
                <a:lnTo>
                  <a:pt x="2084346" y="146112"/>
                </a:lnTo>
                <a:lnTo>
                  <a:pt x="2048003" y="48895"/>
                </a:lnTo>
                <a:lnTo>
                  <a:pt x="2034003" y="48895"/>
                </a:lnTo>
                <a:lnTo>
                  <a:pt x="2077995" y="163669"/>
                </a:lnTo>
                <a:lnTo>
                  <a:pt x="2072343" y="178928"/>
                </a:lnTo>
                <a:lnTo>
                  <a:pt x="2072136" y="179495"/>
                </a:lnTo>
                <a:close/>
                <a:moveTo>
                  <a:pt x="1829622" y="165425"/>
                </a:moveTo>
                <a:lnTo>
                  <a:pt x="1842546" y="165425"/>
                </a:lnTo>
                <a:lnTo>
                  <a:pt x="1842546" y="48895"/>
                </a:lnTo>
                <a:lnTo>
                  <a:pt x="1829622" y="48895"/>
                </a:lnTo>
                <a:lnTo>
                  <a:pt x="1829622" y="165425"/>
                </a:lnTo>
                <a:close/>
                <a:moveTo>
                  <a:pt x="1928877" y="165425"/>
                </a:moveTo>
                <a:lnTo>
                  <a:pt x="1941801" y="165425"/>
                </a:lnTo>
                <a:lnTo>
                  <a:pt x="1941801" y="48895"/>
                </a:lnTo>
                <a:lnTo>
                  <a:pt x="1928877" y="48895"/>
                </a:lnTo>
                <a:lnTo>
                  <a:pt x="1928877" y="165425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(+112%)">
            <a:extLst xmlns:a="http://schemas.openxmlformats.org/drawingml/2006/main">
              <a:ext uri="{FF2B5EF4-FFF2-40B4-BE49-F238E27FC236}">
                <a16:creationId xmlns:a16="http://schemas.microsoft.com/office/drawing/2014/main" id="{D266F54D-1D64-4726-AC63-B95D340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979" y="5811249"/>
            <a:ext cx="763190" cy="226598"/>
          </a:xfrm>
          <a:custGeom xmlns:a="http://schemas.openxmlformats.org/drawingml/2006/main">
            <a:pathLst>
              <a:path w="763190" h="226598">
                <a:moveTo>
                  <a:pt x="110101" y="46095"/>
                </a:moveTo>
                <a:lnTo>
                  <a:pt x="110101" y="96067"/>
                </a:lnTo>
                <a:lnTo>
                  <a:pt x="63360" y="96067"/>
                </a:lnTo>
                <a:lnTo>
                  <a:pt x="63360" y="108345"/>
                </a:lnTo>
                <a:lnTo>
                  <a:pt x="110101" y="108345"/>
                </a:lnTo>
                <a:lnTo>
                  <a:pt x="110101" y="160256"/>
                </a:lnTo>
                <a:lnTo>
                  <a:pt x="123025" y="160256"/>
                </a:lnTo>
                <a:lnTo>
                  <a:pt x="123025" y="108345"/>
                </a:lnTo>
                <a:lnTo>
                  <a:pt x="170844" y="108345"/>
                </a:lnTo>
                <a:lnTo>
                  <a:pt x="170844" y="96067"/>
                </a:lnTo>
                <a:lnTo>
                  <a:pt x="123025" y="96067"/>
                </a:lnTo>
                <a:lnTo>
                  <a:pt x="123025" y="46095"/>
                </a:lnTo>
                <a:lnTo>
                  <a:pt x="110101" y="46095"/>
                </a:lnTo>
                <a:close/>
                <a:moveTo>
                  <a:pt x="241060" y="35366"/>
                </a:moveTo>
                <a:lnTo>
                  <a:pt x="241060" y="175980"/>
                </a:lnTo>
                <a:lnTo>
                  <a:pt x="253877" y="175980"/>
                </a:lnTo>
                <a:lnTo>
                  <a:pt x="253877" y="19170"/>
                </a:lnTo>
                <a:lnTo>
                  <a:pt x="251723" y="19170"/>
                </a:lnTo>
                <a:lnTo>
                  <a:pt x="198412" y="39014"/>
                </a:lnTo>
                <a:lnTo>
                  <a:pt x="198412" y="51133"/>
                </a:lnTo>
                <a:lnTo>
                  <a:pt x="241060" y="35366"/>
                </a:lnTo>
                <a:close/>
                <a:moveTo>
                  <a:pt x="123" y="121203"/>
                </a:moveTo>
                <a:lnTo>
                  <a:pt x="192" y="122950"/>
                </a:lnTo>
                <a:lnTo>
                  <a:pt x="276" y="124687"/>
                </a:lnTo>
                <a:lnTo>
                  <a:pt x="376" y="126412"/>
                </a:lnTo>
                <a:lnTo>
                  <a:pt x="491" y="128126"/>
                </a:lnTo>
                <a:lnTo>
                  <a:pt x="621" y="129830"/>
                </a:lnTo>
                <a:lnTo>
                  <a:pt x="767" y="131523"/>
                </a:lnTo>
                <a:lnTo>
                  <a:pt x="928" y="133205"/>
                </a:lnTo>
                <a:lnTo>
                  <a:pt x="1104" y="134876"/>
                </a:lnTo>
                <a:lnTo>
                  <a:pt x="1296" y="136536"/>
                </a:lnTo>
                <a:lnTo>
                  <a:pt x="1503" y="138186"/>
                </a:lnTo>
                <a:lnTo>
                  <a:pt x="1725" y="139824"/>
                </a:lnTo>
                <a:lnTo>
                  <a:pt x="1963" y="141452"/>
                </a:lnTo>
                <a:lnTo>
                  <a:pt x="2215" y="143069"/>
                </a:lnTo>
                <a:lnTo>
                  <a:pt x="2484" y="144675"/>
                </a:lnTo>
                <a:lnTo>
                  <a:pt x="2767" y="146270"/>
                </a:lnTo>
                <a:lnTo>
                  <a:pt x="3066" y="147854"/>
                </a:lnTo>
                <a:lnTo>
                  <a:pt x="3381" y="149428"/>
                </a:lnTo>
                <a:lnTo>
                  <a:pt x="3710" y="150991"/>
                </a:lnTo>
                <a:lnTo>
                  <a:pt x="4055" y="152542"/>
                </a:lnTo>
                <a:lnTo>
                  <a:pt x="4416" y="154083"/>
                </a:lnTo>
                <a:lnTo>
                  <a:pt x="4788" y="155612"/>
                </a:lnTo>
                <a:lnTo>
                  <a:pt x="5171" y="157127"/>
                </a:lnTo>
                <a:lnTo>
                  <a:pt x="5563" y="158628"/>
                </a:lnTo>
                <a:lnTo>
                  <a:pt x="5965" y="160115"/>
                </a:lnTo>
                <a:lnTo>
                  <a:pt x="6377" y="161589"/>
                </a:lnTo>
                <a:lnTo>
                  <a:pt x="6798" y="163049"/>
                </a:lnTo>
                <a:lnTo>
                  <a:pt x="7230" y="164496"/>
                </a:lnTo>
                <a:lnTo>
                  <a:pt x="7671" y="165929"/>
                </a:lnTo>
                <a:lnTo>
                  <a:pt x="8121" y="167348"/>
                </a:lnTo>
                <a:lnTo>
                  <a:pt x="8582" y="168754"/>
                </a:lnTo>
                <a:lnTo>
                  <a:pt x="9052" y="170146"/>
                </a:lnTo>
                <a:lnTo>
                  <a:pt x="9531" y="171524"/>
                </a:lnTo>
                <a:lnTo>
                  <a:pt x="10021" y="172888"/>
                </a:lnTo>
                <a:lnTo>
                  <a:pt x="10520" y="174239"/>
                </a:lnTo>
                <a:lnTo>
                  <a:pt x="11029" y="175577"/>
                </a:lnTo>
                <a:lnTo>
                  <a:pt x="11548" y="176901"/>
                </a:lnTo>
                <a:lnTo>
                  <a:pt x="12076" y="178211"/>
                </a:lnTo>
                <a:lnTo>
                  <a:pt x="12614" y="179507"/>
                </a:lnTo>
                <a:lnTo>
                  <a:pt x="13162" y="180790"/>
                </a:lnTo>
                <a:lnTo>
                  <a:pt x="13720" y="182059"/>
                </a:lnTo>
                <a:lnTo>
                  <a:pt x="14287" y="183314"/>
                </a:lnTo>
                <a:lnTo>
                  <a:pt x="14864" y="184556"/>
                </a:lnTo>
                <a:lnTo>
                  <a:pt x="15451" y="185784"/>
                </a:lnTo>
                <a:lnTo>
                  <a:pt x="16047" y="186999"/>
                </a:lnTo>
                <a:lnTo>
                  <a:pt x="16651" y="188199"/>
                </a:lnTo>
                <a:lnTo>
                  <a:pt x="17259" y="189383"/>
                </a:lnTo>
                <a:lnTo>
                  <a:pt x="17871" y="190553"/>
                </a:lnTo>
                <a:lnTo>
                  <a:pt x="18488" y="191707"/>
                </a:lnTo>
                <a:lnTo>
                  <a:pt x="19110" y="192845"/>
                </a:lnTo>
                <a:lnTo>
                  <a:pt x="19736" y="193969"/>
                </a:lnTo>
                <a:lnTo>
                  <a:pt x="20366" y="195077"/>
                </a:lnTo>
                <a:lnTo>
                  <a:pt x="21001" y="196169"/>
                </a:lnTo>
                <a:lnTo>
                  <a:pt x="21641" y="197247"/>
                </a:lnTo>
                <a:lnTo>
                  <a:pt x="22285" y="198308"/>
                </a:lnTo>
                <a:lnTo>
                  <a:pt x="22933" y="199355"/>
                </a:lnTo>
                <a:lnTo>
                  <a:pt x="23586" y="200386"/>
                </a:lnTo>
                <a:lnTo>
                  <a:pt x="24243" y="201402"/>
                </a:lnTo>
                <a:lnTo>
                  <a:pt x="24905" y="202403"/>
                </a:lnTo>
                <a:lnTo>
                  <a:pt x="25572" y="203388"/>
                </a:lnTo>
                <a:lnTo>
                  <a:pt x="26243" y="204358"/>
                </a:lnTo>
                <a:lnTo>
                  <a:pt x="26918" y="205312"/>
                </a:lnTo>
                <a:lnTo>
                  <a:pt x="27598" y="206251"/>
                </a:lnTo>
                <a:lnTo>
                  <a:pt x="28282" y="207175"/>
                </a:lnTo>
                <a:lnTo>
                  <a:pt x="28971" y="208084"/>
                </a:lnTo>
                <a:lnTo>
                  <a:pt x="29664" y="208977"/>
                </a:lnTo>
                <a:lnTo>
                  <a:pt x="30362" y="209855"/>
                </a:lnTo>
                <a:lnTo>
                  <a:pt x="31064" y="210717"/>
                </a:lnTo>
                <a:lnTo>
                  <a:pt x="31771" y="211564"/>
                </a:lnTo>
                <a:lnTo>
                  <a:pt x="32480" y="212395"/>
                </a:lnTo>
                <a:lnTo>
                  <a:pt x="33188" y="213208"/>
                </a:lnTo>
                <a:lnTo>
                  <a:pt x="33897" y="214003"/>
                </a:lnTo>
                <a:lnTo>
                  <a:pt x="34604" y="214781"/>
                </a:lnTo>
                <a:lnTo>
                  <a:pt x="35312" y="215541"/>
                </a:lnTo>
                <a:lnTo>
                  <a:pt x="36019" y="216283"/>
                </a:lnTo>
                <a:lnTo>
                  <a:pt x="36725" y="217007"/>
                </a:lnTo>
                <a:lnTo>
                  <a:pt x="37431" y="217713"/>
                </a:lnTo>
                <a:lnTo>
                  <a:pt x="38137" y="218402"/>
                </a:lnTo>
                <a:lnTo>
                  <a:pt x="38843" y="219073"/>
                </a:lnTo>
                <a:lnTo>
                  <a:pt x="39548" y="219726"/>
                </a:lnTo>
                <a:lnTo>
                  <a:pt x="40252" y="220361"/>
                </a:lnTo>
                <a:lnTo>
                  <a:pt x="40957" y="220979"/>
                </a:lnTo>
                <a:lnTo>
                  <a:pt x="41661" y="221578"/>
                </a:lnTo>
                <a:lnTo>
                  <a:pt x="42364" y="222160"/>
                </a:lnTo>
                <a:lnTo>
                  <a:pt x="43068" y="222725"/>
                </a:lnTo>
                <a:lnTo>
                  <a:pt x="43770" y="223271"/>
                </a:lnTo>
                <a:lnTo>
                  <a:pt x="44473" y="223800"/>
                </a:lnTo>
                <a:lnTo>
                  <a:pt x="45175" y="224310"/>
                </a:lnTo>
                <a:lnTo>
                  <a:pt x="45877" y="224804"/>
                </a:lnTo>
                <a:lnTo>
                  <a:pt x="46578" y="225279"/>
                </a:lnTo>
                <a:lnTo>
                  <a:pt x="47279" y="225736"/>
                </a:lnTo>
                <a:lnTo>
                  <a:pt x="47980" y="226176"/>
                </a:lnTo>
                <a:lnTo>
                  <a:pt x="48680" y="226598"/>
                </a:lnTo>
                <a:lnTo>
                  <a:pt x="51803" y="218194"/>
                </a:lnTo>
                <a:lnTo>
                  <a:pt x="51202" y="217755"/>
                </a:lnTo>
                <a:lnTo>
                  <a:pt x="50603" y="217300"/>
                </a:lnTo>
                <a:lnTo>
                  <a:pt x="50004" y="216830"/>
                </a:lnTo>
                <a:lnTo>
                  <a:pt x="49407" y="216343"/>
                </a:lnTo>
                <a:lnTo>
                  <a:pt x="48811" y="215840"/>
                </a:lnTo>
                <a:lnTo>
                  <a:pt x="48215" y="215322"/>
                </a:lnTo>
                <a:lnTo>
                  <a:pt x="47621" y="214787"/>
                </a:lnTo>
                <a:lnTo>
                  <a:pt x="47028" y="214237"/>
                </a:lnTo>
                <a:lnTo>
                  <a:pt x="46437" y="213671"/>
                </a:lnTo>
                <a:lnTo>
                  <a:pt x="45846" y="213088"/>
                </a:lnTo>
                <a:lnTo>
                  <a:pt x="45256" y="212490"/>
                </a:lnTo>
                <a:lnTo>
                  <a:pt x="44668" y="211876"/>
                </a:lnTo>
                <a:lnTo>
                  <a:pt x="44081" y="211246"/>
                </a:lnTo>
                <a:lnTo>
                  <a:pt x="43495" y="210601"/>
                </a:lnTo>
                <a:lnTo>
                  <a:pt x="42910" y="209939"/>
                </a:lnTo>
                <a:lnTo>
                  <a:pt x="42326" y="209261"/>
                </a:lnTo>
                <a:lnTo>
                  <a:pt x="41743" y="208568"/>
                </a:lnTo>
                <a:lnTo>
                  <a:pt x="41161" y="207858"/>
                </a:lnTo>
                <a:lnTo>
                  <a:pt x="40581" y="207133"/>
                </a:lnTo>
                <a:lnTo>
                  <a:pt x="40001" y="206392"/>
                </a:lnTo>
                <a:lnTo>
                  <a:pt x="39423" y="205635"/>
                </a:lnTo>
                <a:lnTo>
                  <a:pt x="38846" y="204862"/>
                </a:lnTo>
                <a:lnTo>
                  <a:pt x="38270" y="204073"/>
                </a:lnTo>
                <a:lnTo>
                  <a:pt x="37695" y="203268"/>
                </a:lnTo>
                <a:lnTo>
                  <a:pt x="37122" y="202449"/>
                </a:lnTo>
                <a:lnTo>
                  <a:pt x="36555" y="201617"/>
                </a:lnTo>
                <a:lnTo>
                  <a:pt x="35992" y="200772"/>
                </a:lnTo>
                <a:lnTo>
                  <a:pt x="35433" y="199913"/>
                </a:lnTo>
                <a:lnTo>
                  <a:pt x="34879" y="199042"/>
                </a:lnTo>
                <a:lnTo>
                  <a:pt x="34329" y="198157"/>
                </a:lnTo>
                <a:lnTo>
                  <a:pt x="33784" y="197260"/>
                </a:lnTo>
                <a:lnTo>
                  <a:pt x="33243" y="196349"/>
                </a:lnTo>
                <a:lnTo>
                  <a:pt x="32707" y="195425"/>
                </a:lnTo>
                <a:lnTo>
                  <a:pt x="32175" y="194488"/>
                </a:lnTo>
                <a:lnTo>
                  <a:pt x="31648" y="193538"/>
                </a:lnTo>
                <a:lnTo>
                  <a:pt x="31125" y="192575"/>
                </a:lnTo>
                <a:lnTo>
                  <a:pt x="30607" y="191598"/>
                </a:lnTo>
                <a:lnTo>
                  <a:pt x="30093" y="190609"/>
                </a:lnTo>
                <a:lnTo>
                  <a:pt x="29584" y="189607"/>
                </a:lnTo>
                <a:lnTo>
                  <a:pt x="29079" y="188591"/>
                </a:lnTo>
                <a:lnTo>
                  <a:pt x="28578" y="187562"/>
                </a:lnTo>
                <a:lnTo>
                  <a:pt x="28082" y="186521"/>
                </a:lnTo>
                <a:lnTo>
                  <a:pt x="27591" y="185466"/>
                </a:lnTo>
                <a:lnTo>
                  <a:pt x="27104" y="184398"/>
                </a:lnTo>
                <a:lnTo>
                  <a:pt x="26622" y="183317"/>
                </a:lnTo>
                <a:lnTo>
                  <a:pt x="26144" y="182223"/>
                </a:lnTo>
                <a:lnTo>
                  <a:pt x="25670" y="181115"/>
                </a:lnTo>
                <a:lnTo>
                  <a:pt x="25202" y="179995"/>
                </a:lnTo>
                <a:lnTo>
                  <a:pt x="24739" y="178863"/>
                </a:lnTo>
                <a:lnTo>
                  <a:pt x="24284" y="177720"/>
                </a:lnTo>
                <a:lnTo>
                  <a:pt x="23837" y="176567"/>
                </a:lnTo>
                <a:lnTo>
                  <a:pt x="23398" y="175403"/>
                </a:lnTo>
                <a:lnTo>
                  <a:pt x="22966" y="174228"/>
                </a:lnTo>
                <a:lnTo>
                  <a:pt x="22543" y="173043"/>
                </a:lnTo>
                <a:lnTo>
                  <a:pt x="22127" y="171847"/>
                </a:lnTo>
                <a:lnTo>
                  <a:pt x="21719" y="170641"/>
                </a:lnTo>
                <a:lnTo>
                  <a:pt x="21319" y="169423"/>
                </a:lnTo>
                <a:lnTo>
                  <a:pt x="20927" y="168195"/>
                </a:lnTo>
                <a:lnTo>
                  <a:pt x="20543" y="166957"/>
                </a:lnTo>
                <a:lnTo>
                  <a:pt x="20167" y="165707"/>
                </a:lnTo>
                <a:lnTo>
                  <a:pt x="19798" y="164447"/>
                </a:lnTo>
                <a:lnTo>
                  <a:pt x="19437" y="163177"/>
                </a:lnTo>
                <a:lnTo>
                  <a:pt x="19085" y="161895"/>
                </a:lnTo>
                <a:lnTo>
                  <a:pt x="18740" y="160603"/>
                </a:lnTo>
                <a:lnTo>
                  <a:pt x="18402" y="159301"/>
                </a:lnTo>
                <a:lnTo>
                  <a:pt x="18073" y="157987"/>
                </a:lnTo>
                <a:lnTo>
                  <a:pt x="17752" y="156663"/>
                </a:lnTo>
                <a:lnTo>
                  <a:pt x="17438" y="155329"/>
                </a:lnTo>
                <a:lnTo>
                  <a:pt x="17133" y="153983"/>
                </a:lnTo>
                <a:lnTo>
                  <a:pt x="16835" y="152627"/>
                </a:lnTo>
                <a:lnTo>
                  <a:pt x="16545" y="151260"/>
                </a:lnTo>
                <a:lnTo>
                  <a:pt x="16263" y="149883"/>
                </a:lnTo>
                <a:lnTo>
                  <a:pt x="15990" y="148496"/>
                </a:lnTo>
                <a:lnTo>
                  <a:pt x="15729" y="147101"/>
                </a:lnTo>
                <a:lnTo>
                  <a:pt x="15480" y="145697"/>
                </a:lnTo>
                <a:lnTo>
                  <a:pt x="15242" y="144285"/>
                </a:lnTo>
                <a:lnTo>
                  <a:pt x="15016" y="142865"/>
                </a:lnTo>
                <a:lnTo>
                  <a:pt x="14802" y="141437"/>
                </a:lnTo>
                <a:lnTo>
                  <a:pt x="14599" y="140001"/>
                </a:lnTo>
                <a:lnTo>
                  <a:pt x="14408" y="138556"/>
                </a:lnTo>
                <a:lnTo>
                  <a:pt x="14228" y="137103"/>
                </a:lnTo>
                <a:lnTo>
                  <a:pt x="14060" y="135642"/>
                </a:lnTo>
                <a:lnTo>
                  <a:pt x="13903" y="134173"/>
                </a:lnTo>
                <a:lnTo>
                  <a:pt x="13759" y="132695"/>
                </a:lnTo>
                <a:lnTo>
                  <a:pt x="13625" y="131209"/>
                </a:lnTo>
                <a:lnTo>
                  <a:pt x="13503" y="129715"/>
                </a:lnTo>
                <a:lnTo>
                  <a:pt x="13393" y="128213"/>
                </a:lnTo>
                <a:lnTo>
                  <a:pt x="13295" y="126702"/>
                </a:lnTo>
                <a:lnTo>
                  <a:pt x="13208" y="125184"/>
                </a:lnTo>
                <a:lnTo>
                  <a:pt x="13133" y="123657"/>
                </a:lnTo>
                <a:lnTo>
                  <a:pt x="13069" y="122122"/>
                </a:lnTo>
                <a:lnTo>
                  <a:pt x="13017" y="120578"/>
                </a:lnTo>
                <a:lnTo>
                  <a:pt x="12976" y="119027"/>
                </a:lnTo>
                <a:lnTo>
                  <a:pt x="12947" y="117467"/>
                </a:lnTo>
                <a:lnTo>
                  <a:pt x="12930" y="115899"/>
                </a:lnTo>
                <a:lnTo>
                  <a:pt x="12924" y="114322"/>
                </a:lnTo>
                <a:lnTo>
                  <a:pt x="12924" y="112168"/>
                </a:lnTo>
                <a:lnTo>
                  <a:pt x="12930" y="110592"/>
                </a:lnTo>
                <a:lnTo>
                  <a:pt x="12947" y="109024"/>
                </a:lnTo>
                <a:lnTo>
                  <a:pt x="12976" y="107464"/>
                </a:lnTo>
                <a:lnTo>
                  <a:pt x="13017" y="105913"/>
                </a:lnTo>
                <a:lnTo>
                  <a:pt x="13069" y="104369"/>
                </a:lnTo>
                <a:lnTo>
                  <a:pt x="13133" y="102834"/>
                </a:lnTo>
                <a:lnTo>
                  <a:pt x="13208" y="101307"/>
                </a:lnTo>
                <a:lnTo>
                  <a:pt x="13295" y="99789"/>
                </a:lnTo>
                <a:lnTo>
                  <a:pt x="13393" y="98278"/>
                </a:lnTo>
                <a:lnTo>
                  <a:pt x="13503" y="96776"/>
                </a:lnTo>
                <a:lnTo>
                  <a:pt x="13625" y="95282"/>
                </a:lnTo>
                <a:lnTo>
                  <a:pt x="13759" y="93796"/>
                </a:lnTo>
                <a:lnTo>
                  <a:pt x="13903" y="92319"/>
                </a:lnTo>
                <a:lnTo>
                  <a:pt x="14060" y="90850"/>
                </a:lnTo>
                <a:lnTo>
                  <a:pt x="14228" y="89389"/>
                </a:lnTo>
                <a:lnTo>
                  <a:pt x="14408" y="87936"/>
                </a:lnTo>
                <a:lnTo>
                  <a:pt x="14599" y="86492"/>
                </a:lnTo>
                <a:lnTo>
                  <a:pt x="14802" y="85055"/>
                </a:lnTo>
                <a:lnTo>
                  <a:pt x="15016" y="83627"/>
                </a:lnTo>
                <a:lnTo>
                  <a:pt x="15242" y="82208"/>
                </a:lnTo>
                <a:lnTo>
                  <a:pt x="15480" y="80796"/>
                </a:lnTo>
                <a:lnTo>
                  <a:pt x="15729" y="79393"/>
                </a:lnTo>
                <a:lnTo>
                  <a:pt x="15990" y="77998"/>
                </a:lnTo>
                <a:lnTo>
                  <a:pt x="16263" y="76611"/>
                </a:lnTo>
                <a:lnTo>
                  <a:pt x="16545" y="75233"/>
                </a:lnTo>
                <a:lnTo>
                  <a:pt x="16835" y="73867"/>
                </a:lnTo>
                <a:lnTo>
                  <a:pt x="17133" y="72511"/>
                </a:lnTo>
                <a:lnTo>
                  <a:pt x="17438" y="71166"/>
                </a:lnTo>
                <a:lnTo>
                  <a:pt x="17752" y="69832"/>
                </a:lnTo>
                <a:lnTo>
                  <a:pt x="18073" y="68509"/>
                </a:lnTo>
                <a:lnTo>
                  <a:pt x="18402" y="67196"/>
                </a:lnTo>
                <a:lnTo>
                  <a:pt x="18740" y="65895"/>
                </a:lnTo>
                <a:lnTo>
                  <a:pt x="19085" y="64604"/>
                </a:lnTo>
                <a:lnTo>
                  <a:pt x="19437" y="63325"/>
                </a:lnTo>
                <a:lnTo>
                  <a:pt x="19798" y="62056"/>
                </a:lnTo>
                <a:lnTo>
                  <a:pt x="20167" y="60798"/>
                </a:lnTo>
                <a:lnTo>
                  <a:pt x="20543" y="59551"/>
                </a:lnTo>
                <a:lnTo>
                  <a:pt x="20927" y="58314"/>
                </a:lnTo>
                <a:lnTo>
                  <a:pt x="21319" y="57089"/>
                </a:lnTo>
                <a:lnTo>
                  <a:pt x="21719" y="55874"/>
                </a:lnTo>
                <a:lnTo>
                  <a:pt x="22127" y="54671"/>
                </a:lnTo>
                <a:lnTo>
                  <a:pt x="22543" y="53478"/>
                </a:lnTo>
                <a:lnTo>
                  <a:pt x="22966" y="52296"/>
                </a:lnTo>
                <a:lnTo>
                  <a:pt x="23398" y="51125"/>
                </a:lnTo>
                <a:lnTo>
                  <a:pt x="23837" y="49965"/>
                </a:lnTo>
                <a:lnTo>
                  <a:pt x="24284" y="48815"/>
                </a:lnTo>
                <a:lnTo>
                  <a:pt x="24739" y="47677"/>
                </a:lnTo>
                <a:lnTo>
                  <a:pt x="25202" y="46549"/>
                </a:lnTo>
                <a:lnTo>
                  <a:pt x="25670" y="45434"/>
                </a:lnTo>
                <a:lnTo>
                  <a:pt x="26144" y="44332"/>
                </a:lnTo>
                <a:lnTo>
                  <a:pt x="26622" y="43243"/>
                </a:lnTo>
                <a:lnTo>
                  <a:pt x="27104" y="42168"/>
                </a:lnTo>
                <a:lnTo>
                  <a:pt x="27591" y="41106"/>
                </a:lnTo>
                <a:lnTo>
                  <a:pt x="28082" y="40057"/>
                </a:lnTo>
                <a:lnTo>
                  <a:pt x="28578" y="39023"/>
                </a:lnTo>
                <a:lnTo>
                  <a:pt x="29079" y="38001"/>
                </a:lnTo>
                <a:lnTo>
                  <a:pt x="29584" y="36993"/>
                </a:lnTo>
                <a:lnTo>
                  <a:pt x="30093" y="35999"/>
                </a:lnTo>
                <a:lnTo>
                  <a:pt x="30607" y="35018"/>
                </a:lnTo>
                <a:lnTo>
                  <a:pt x="31125" y="34050"/>
                </a:lnTo>
                <a:lnTo>
                  <a:pt x="31648" y="33096"/>
                </a:lnTo>
                <a:lnTo>
                  <a:pt x="32175" y="32156"/>
                </a:lnTo>
                <a:lnTo>
                  <a:pt x="32707" y="31229"/>
                </a:lnTo>
                <a:lnTo>
                  <a:pt x="33243" y="30315"/>
                </a:lnTo>
                <a:lnTo>
                  <a:pt x="33784" y="29415"/>
                </a:lnTo>
                <a:lnTo>
                  <a:pt x="34329" y="28529"/>
                </a:lnTo>
                <a:lnTo>
                  <a:pt x="34879" y="27655"/>
                </a:lnTo>
                <a:lnTo>
                  <a:pt x="35433" y="26796"/>
                </a:lnTo>
                <a:lnTo>
                  <a:pt x="35992" y="25950"/>
                </a:lnTo>
                <a:lnTo>
                  <a:pt x="36555" y="25117"/>
                </a:lnTo>
                <a:lnTo>
                  <a:pt x="37122" y="24298"/>
                </a:lnTo>
                <a:lnTo>
                  <a:pt x="37695" y="23492"/>
                </a:lnTo>
                <a:lnTo>
                  <a:pt x="38270" y="22700"/>
                </a:lnTo>
                <a:lnTo>
                  <a:pt x="38846" y="21925"/>
                </a:lnTo>
                <a:lnTo>
                  <a:pt x="39423" y="21165"/>
                </a:lnTo>
                <a:lnTo>
                  <a:pt x="40001" y="20420"/>
                </a:lnTo>
                <a:lnTo>
                  <a:pt x="40581" y="19692"/>
                </a:lnTo>
                <a:lnTo>
                  <a:pt x="41161" y="18979"/>
                </a:lnTo>
                <a:lnTo>
                  <a:pt x="41743" y="18282"/>
                </a:lnTo>
                <a:lnTo>
                  <a:pt x="42326" y="17600"/>
                </a:lnTo>
                <a:lnTo>
                  <a:pt x="42910" y="16934"/>
                </a:lnTo>
                <a:lnTo>
                  <a:pt x="43495" y="16284"/>
                </a:lnTo>
                <a:lnTo>
                  <a:pt x="44081" y="15650"/>
                </a:lnTo>
                <a:lnTo>
                  <a:pt x="44668" y="15032"/>
                </a:lnTo>
                <a:lnTo>
                  <a:pt x="45256" y="14429"/>
                </a:lnTo>
                <a:lnTo>
                  <a:pt x="45846" y="13842"/>
                </a:lnTo>
                <a:lnTo>
                  <a:pt x="46437" y="13270"/>
                </a:lnTo>
                <a:lnTo>
                  <a:pt x="47028" y="12714"/>
                </a:lnTo>
                <a:lnTo>
                  <a:pt x="47621" y="12174"/>
                </a:lnTo>
                <a:lnTo>
                  <a:pt x="48215" y="11650"/>
                </a:lnTo>
                <a:lnTo>
                  <a:pt x="48811" y="11142"/>
                </a:lnTo>
                <a:lnTo>
                  <a:pt x="49407" y="10649"/>
                </a:lnTo>
                <a:lnTo>
                  <a:pt x="50004" y="10172"/>
                </a:lnTo>
                <a:lnTo>
                  <a:pt x="50603" y="9710"/>
                </a:lnTo>
                <a:lnTo>
                  <a:pt x="51202" y="9265"/>
                </a:lnTo>
                <a:lnTo>
                  <a:pt x="51803" y="8835"/>
                </a:lnTo>
                <a:lnTo>
                  <a:pt x="48680" y="0"/>
                </a:lnTo>
                <a:lnTo>
                  <a:pt x="47980" y="422"/>
                </a:lnTo>
                <a:lnTo>
                  <a:pt x="47279" y="863"/>
                </a:lnTo>
                <a:lnTo>
                  <a:pt x="46578" y="1322"/>
                </a:lnTo>
                <a:lnTo>
                  <a:pt x="45877" y="1799"/>
                </a:lnTo>
                <a:lnTo>
                  <a:pt x="45175" y="2295"/>
                </a:lnTo>
                <a:lnTo>
                  <a:pt x="44473" y="2809"/>
                </a:lnTo>
                <a:lnTo>
                  <a:pt x="43770" y="3341"/>
                </a:lnTo>
                <a:lnTo>
                  <a:pt x="43068" y="3892"/>
                </a:lnTo>
                <a:lnTo>
                  <a:pt x="42364" y="4461"/>
                </a:lnTo>
                <a:lnTo>
                  <a:pt x="41661" y="5048"/>
                </a:lnTo>
                <a:lnTo>
                  <a:pt x="40957" y="5654"/>
                </a:lnTo>
                <a:lnTo>
                  <a:pt x="40252" y="6278"/>
                </a:lnTo>
                <a:lnTo>
                  <a:pt x="39548" y="6920"/>
                </a:lnTo>
                <a:lnTo>
                  <a:pt x="38843" y="7581"/>
                </a:lnTo>
                <a:lnTo>
                  <a:pt x="38137" y="8260"/>
                </a:lnTo>
                <a:lnTo>
                  <a:pt x="37431" y="8957"/>
                </a:lnTo>
                <a:lnTo>
                  <a:pt x="36725" y="9673"/>
                </a:lnTo>
                <a:lnTo>
                  <a:pt x="36019" y="10407"/>
                </a:lnTo>
                <a:lnTo>
                  <a:pt x="35312" y="11159"/>
                </a:lnTo>
                <a:lnTo>
                  <a:pt x="34604" y="11930"/>
                </a:lnTo>
                <a:lnTo>
                  <a:pt x="33897" y="12719"/>
                </a:lnTo>
                <a:lnTo>
                  <a:pt x="33188" y="13526"/>
                </a:lnTo>
                <a:lnTo>
                  <a:pt x="32480" y="14352"/>
                </a:lnTo>
                <a:lnTo>
                  <a:pt x="31771" y="15196"/>
                </a:lnTo>
                <a:lnTo>
                  <a:pt x="31064" y="16056"/>
                </a:lnTo>
                <a:lnTo>
                  <a:pt x="30362" y="16932"/>
                </a:lnTo>
                <a:lnTo>
                  <a:pt x="29664" y="17824"/>
                </a:lnTo>
                <a:lnTo>
                  <a:pt x="28971" y="18731"/>
                </a:lnTo>
                <a:lnTo>
                  <a:pt x="28282" y="19654"/>
                </a:lnTo>
                <a:lnTo>
                  <a:pt x="27598" y="20593"/>
                </a:lnTo>
                <a:lnTo>
                  <a:pt x="26918" y="21546"/>
                </a:lnTo>
                <a:lnTo>
                  <a:pt x="26243" y="22516"/>
                </a:lnTo>
                <a:lnTo>
                  <a:pt x="25572" y="23501"/>
                </a:lnTo>
                <a:lnTo>
                  <a:pt x="24905" y="24501"/>
                </a:lnTo>
                <a:lnTo>
                  <a:pt x="24243" y="25517"/>
                </a:lnTo>
                <a:lnTo>
                  <a:pt x="23586" y="26549"/>
                </a:lnTo>
                <a:lnTo>
                  <a:pt x="22933" y="27596"/>
                </a:lnTo>
                <a:lnTo>
                  <a:pt x="22285" y="28658"/>
                </a:lnTo>
                <a:lnTo>
                  <a:pt x="21641" y="29736"/>
                </a:lnTo>
                <a:lnTo>
                  <a:pt x="21001" y="30830"/>
                </a:lnTo>
                <a:lnTo>
                  <a:pt x="20366" y="31939"/>
                </a:lnTo>
                <a:lnTo>
                  <a:pt x="19736" y="33064"/>
                </a:lnTo>
                <a:lnTo>
                  <a:pt x="19110" y="34204"/>
                </a:lnTo>
                <a:lnTo>
                  <a:pt x="18488" y="35360"/>
                </a:lnTo>
                <a:lnTo>
                  <a:pt x="17871" y="36531"/>
                </a:lnTo>
                <a:lnTo>
                  <a:pt x="17259" y="37718"/>
                </a:lnTo>
                <a:lnTo>
                  <a:pt x="16651" y="38920"/>
                </a:lnTo>
                <a:lnTo>
                  <a:pt x="16047" y="40138"/>
                </a:lnTo>
                <a:lnTo>
                  <a:pt x="15451" y="41370"/>
                </a:lnTo>
                <a:lnTo>
                  <a:pt x="14864" y="42614"/>
                </a:lnTo>
                <a:lnTo>
                  <a:pt x="14287" y="43870"/>
                </a:lnTo>
                <a:lnTo>
                  <a:pt x="13720" y="45139"/>
                </a:lnTo>
                <a:lnTo>
                  <a:pt x="13162" y="46421"/>
                </a:lnTo>
                <a:lnTo>
                  <a:pt x="12614" y="47714"/>
                </a:lnTo>
                <a:lnTo>
                  <a:pt x="12076" y="49020"/>
                </a:lnTo>
                <a:lnTo>
                  <a:pt x="11548" y="50338"/>
                </a:lnTo>
                <a:lnTo>
                  <a:pt x="11029" y="51669"/>
                </a:lnTo>
                <a:lnTo>
                  <a:pt x="10520" y="53012"/>
                </a:lnTo>
                <a:lnTo>
                  <a:pt x="10021" y="54367"/>
                </a:lnTo>
                <a:lnTo>
                  <a:pt x="9531" y="55735"/>
                </a:lnTo>
                <a:lnTo>
                  <a:pt x="9052" y="57115"/>
                </a:lnTo>
                <a:lnTo>
                  <a:pt x="8582" y="58507"/>
                </a:lnTo>
                <a:lnTo>
                  <a:pt x="8121" y="59912"/>
                </a:lnTo>
                <a:lnTo>
                  <a:pt x="7671" y="61329"/>
                </a:lnTo>
                <a:lnTo>
                  <a:pt x="7230" y="62759"/>
                </a:lnTo>
                <a:lnTo>
                  <a:pt x="6798" y="64200"/>
                </a:lnTo>
                <a:lnTo>
                  <a:pt x="6377" y="65655"/>
                </a:lnTo>
                <a:lnTo>
                  <a:pt x="5965" y="67121"/>
                </a:lnTo>
                <a:lnTo>
                  <a:pt x="5563" y="68600"/>
                </a:lnTo>
                <a:lnTo>
                  <a:pt x="5171" y="70091"/>
                </a:lnTo>
                <a:lnTo>
                  <a:pt x="4788" y="71595"/>
                </a:lnTo>
                <a:lnTo>
                  <a:pt x="4416" y="73111"/>
                </a:lnTo>
                <a:lnTo>
                  <a:pt x="4055" y="74637"/>
                </a:lnTo>
                <a:lnTo>
                  <a:pt x="3710" y="76174"/>
                </a:lnTo>
                <a:lnTo>
                  <a:pt x="3381" y="77721"/>
                </a:lnTo>
                <a:lnTo>
                  <a:pt x="3066" y="79277"/>
                </a:lnTo>
                <a:lnTo>
                  <a:pt x="2767" y="80844"/>
                </a:lnTo>
                <a:lnTo>
                  <a:pt x="2484" y="82420"/>
                </a:lnTo>
                <a:lnTo>
                  <a:pt x="2215" y="84006"/>
                </a:lnTo>
                <a:lnTo>
                  <a:pt x="1963" y="85603"/>
                </a:lnTo>
                <a:lnTo>
                  <a:pt x="1725" y="87209"/>
                </a:lnTo>
                <a:lnTo>
                  <a:pt x="1503" y="88825"/>
                </a:lnTo>
                <a:lnTo>
                  <a:pt x="1296" y="90451"/>
                </a:lnTo>
                <a:lnTo>
                  <a:pt x="1104" y="92087"/>
                </a:lnTo>
                <a:lnTo>
                  <a:pt x="928" y="93733"/>
                </a:lnTo>
                <a:lnTo>
                  <a:pt x="767" y="95388"/>
                </a:lnTo>
                <a:lnTo>
                  <a:pt x="621" y="97054"/>
                </a:lnTo>
                <a:lnTo>
                  <a:pt x="491" y="98730"/>
                </a:lnTo>
                <a:lnTo>
                  <a:pt x="376" y="100415"/>
                </a:lnTo>
                <a:lnTo>
                  <a:pt x="276" y="102110"/>
                </a:lnTo>
                <a:lnTo>
                  <a:pt x="192" y="103816"/>
                </a:lnTo>
                <a:lnTo>
                  <a:pt x="123" y="105531"/>
                </a:lnTo>
                <a:lnTo>
                  <a:pt x="69" y="107256"/>
                </a:lnTo>
                <a:lnTo>
                  <a:pt x="31" y="108991"/>
                </a:lnTo>
                <a:lnTo>
                  <a:pt x="8" y="110736"/>
                </a:lnTo>
                <a:lnTo>
                  <a:pt x="0" y="112491"/>
                </a:lnTo>
                <a:lnTo>
                  <a:pt x="0" y="114107"/>
                </a:lnTo>
                <a:lnTo>
                  <a:pt x="8" y="115897"/>
                </a:lnTo>
                <a:lnTo>
                  <a:pt x="31" y="117677"/>
                </a:lnTo>
                <a:lnTo>
                  <a:pt x="69" y="119446"/>
                </a:lnTo>
                <a:lnTo>
                  <a:pt x="123" y="121203"/>
                </a:lnTo>
                <a:close/>
                <a:moveTo>
                  <a:pt x="557448" y="60661"/>
                </a:moveTo>
                <a:lnTo>
                  <a:pt x="557506" y="61367"/>
                </a:lnTo>
                <a:lnTo>
                  <a:pt x="557578" y="62068"/>
                </a:lnTo>
                <a:lnTo>
                  <a:pt x="557664" y="62764"/>
                </a:lnTo>
                <a:lnTo>
                  <a:pt x="557762" y="63456"/>
                </a:lnTo>
                <a:lnTo>
                  <a:pt x="557873" y="64143"/>
                </a:lnTo>
                <a:lnTo>
                  <a:pt x="557997" y="64824"/>
                </a:lnTo>
                <a:lnTo>
                  <a:pt x="558135" y="65501"/>
                </a:lnTo>
                <a:lnTo>
                  <a:pt x="558285" y="66173"/>
                </a:lnTo>
                <a:lnTo>
                  <a:pt x="558449" y="66841"/>
                </a:lnTo>
                <a:lnTo>
                  <a:pt x="558626" y="67503"/>
                </a:lnTo>
                <a:lnTo>
                  <a:pt x="558815" y="68160"/>
                </a:lnTo>
                <a:lnTo>
                  <a:pt x="559018" y="68813"/>
                </a:lnTo>
                <a:lnTo>
                  <a:pt x="559234" y="69460"/>
                </a:lnTo>
                <a:lnTo>
                  <a:pt x="559463" y="70103"/>
                </a:lnTo>
                <a:lnTo>
                  <a:pt x="559705" y="70741"/>
                </a:lnTo>
                <a:lnTo>
                  <a:pt x="559961" y="71374"/>
                </a:lnTo>
                <a:lnTo>
                  <a:pt x="560229" y="72002"/>
                </a:lnTo>
                <a:lnTo>
                  <a:pt x="560510" y="72626"/>
                </a:lnTo>
                <a:lnTo>
                  <a:pt x="560805" y="73244"/>
                </a:lnTo>
                <a:lnTo>
                  <a:pt x="561112" y="73858"/>
                </a:lnTo>
                <a:lnTo>
                  <a:pt x="561432" y="74464"/>
                </a:lnTo>
                <a:lnTo>
                  <a:pt x="561763" y="75060"/>
                </a:lnTo>
                <a:lnTo>
                  <a:pt x="562104" y="75646"/>
                </a:lnTo>
                <a:lnTo>
                  <a:pt x="562457" y="76221"/>
                </a:lnTo>
                <a:lnTo>
                  <a:pt x="562821" y="76787"/>
                </a:lnTo>
                <a:lnTo>
                  <a:pt x="563196" y="77343"/>
                </a:lnTo>
                <a:lnTo>
                  <a:pt x="563581" y="77888"/>
                </a:lnTo>
                <a:lnTo>
                  <a:pt x="563978" y="78423"/>
                </a:lnTo>
                <a:lnTo>
                  <a:pt x="564386" y="78949"/>
                </a:lnTo>
                <a:lnTo>
                  <a:pt x="564805" y="79464"/>
                </a:lnTo>
                <a:lnTo>
                  <a:pt x="565235" y="79969"/>
                </a:lnTo>
                <a:lnTo>
                  <a:pt x="565676" y="80464"/>
                </a:lnTo>
                <a:lnTo>
                  <a:pt x="566128" y="80948"/>
                </a:lnTo>
                <a:lnTo>
                  <a:pt x="566591" y="81423"/>
                </a:lnTo>
                <a:lnTo>
                  <a:pt x="567065" y="81888"/>
                </a:lnTo>
                <a:lnTo>
                  <a:pt x="567550" y="82342"/>
                </a:lnTo>
                <a:lnTo>
                  <a:pt x="568046" y="82786"/>
                </a:lnTo>
                <a:lnTo>
                  <a:pt x="568554" y="83221"/>
                </a:lnTo>
                <a:lnTo>
                  <a:pt x="569072" y="83645"/>
                </a:lnTo>
                <a:lnTo>
                  <a:pt x="569601" y="84059"/>
                </a:lnTo>
                <a:lnTo>
                  <a:pt x="570141" y="84463"/>
                </a:lnTo>
                <a:lnTo>
                  <a:pt x="570693" y="84857"/>
                </a:lnTo>
                <a:lnTo>
                  <a:pt x="571255" y="85240"/>
                </a:lnTo>
                <a:lnTo>
                  <a:pt x="571828" y="85614"/>
                </a:lnTo>
                <a:lnTo>
                  <a:pt x="572412" y="85975"/>
                </a:lnTo>
                <a:lnTo>
                  <a:pt x="573004" y="86320"/>
                </a:lnTo>
                <a:lnTo>
                  <a:pt x="573605" y="86650"/>
                </a:lnTo>
                <a:lnTo>
                  <a:pt x="574214" y="86965"/>
                </a:lnTo>
                <a:lnTo>
                  <a:pt x="574833" y="87265"/>
                </a:lnTo>
                <a:lnTo>
                  <a:pt x="575460" y="87549"/>
                </a:lnTo>
                <a:lnTo>
                  <a:pt x="576096" y="87817"/>
                </a:lnTo>
                <a:lnTo>
                  <a:pt x="576741" y="88071"/>
                </a:lnTo>
                <a:lnTo>
                  <a:pt x="577394" y="88309"/>
                </a:lnTo>
                <a:lnTo>
                  <a:pt x="578057" y="88531"/>
                </a:lnTo>
                <a:lnTo>
                  <a:pt x="578728" y="88739"/>
                </a:lnTo>
                <a:lnTo>
                  <a:pt x="579408" y="88931"/>
                </a:lnTo>
                <a:lnTo>
                  <a:pt x="580096" y="89107"/>
                </a:lnTo>
                <a:lnTo>
                  <a:pt x="580794" y="89268"/>
                </a:lnTo>
                <a:lnTo>
                  <a:pt x="581500" y="89414"/>
                </a:lnTo>
                <a:lnTo>
                  <a:pt x="582215" y="89545"/>
                </a:lnTo>
                <a:lnTo>
                  <a:pt x="582939" y="89660"/>
                </a:lnTo>
                <a:lnTo>
                  <a:pt x="583672" y="89760"/>
                </a:lnTo>
                <a:lnTo>
                  <a:pt x="584413" y="89844"/>
                </a:lnTo>
                <a:lnTo>
                  <a:pt x="585164" y="89913"/>
                </a:lnTo>
                <a:lnTo>
                  <a:pt x="585923" y="89967"/>
                </a:lnTo>
                <a:lnTo>
                  <a:pt x="586690" y="90005"/>
                </a:lnTo>
                <a:lnTo>
                  <a:pt x="587467" y="90029"/>
                </a:lnTo>
                <a:lnTo>
                  <a:pt x="588252" y="90036"/>
                </a:lnTo>
                <a:lnTo>
                  <a:pt x="589029" y="90029"/>
                </a:lnTo>
                <a:lnTo>
                  <a:pt x="589796" y="90005"/>
                </a:lnTo>
                <a:lnTo>
                  <a:pt x="590555" y="89967"/>
                </a:lnTo>
                <a:lnTo>
                  <a:pt x="591305" y="89913"/>
                </a:lnTo>
                <a:lnTo>
                  <a:pt x="592047" y="89844"/>
                </a:lnTo>
                <a:lnTo>
                  <a:pt x="592779" y="89760"/>
                </a:lnTo>
                <a:lnTo>
                  <a:pt x="593503" y="89660"/>
                </a:lnTo>
                <a:lnTo>
                  <a:pt x="594218" y="89545"/>
                </a:lnTo>
                <a:lnTo>
                  <a:pt x="594924" y="89414"/>
                </a:lnTo>
                <a:lnTo>
                  <a:pt x="595621" y="89268"/>
                </a:lnTo>
                <a:lnTo>
                  <a:pt x="596310" y="89107"/>
                </a:lnTo>
                <a:lnTo>
                  <a:pt x="596989" y="88931"/>
                </a:lnTo>
                <a:lnTo>
                  <a:pt x="597660" y="88739"/>
                </a:lnTo>
                <a:lnTo>
                  <a:pt x="598323" y="88531"/>
                </a:lnTo>
                <a:lnTo>
                  <a:pt x="598976" y="88309"/>
                </a:lnTo>
                <a:lnTo>
                  <a:pt x="599621" y="88071"/>
                </a:lnTo>
                <a:lnTo>
                  <a:pt x="600256" y="87817"/>
                </a:lnTo>
                <a:lnTo>
                  <a:pt x="600883" y="87549"/>
                </a:lnTo>
                <a:lnTo>
                  <a:pt x="601502" y="87265"/>
                </a:lnTo>
                <a:lnTo>
                  <a:pt x="602111" y="86965"/>
                </a:lnTo>
                <a:lnTo>
                  <a:pt x="602712" y="86650"/>
                </a:lnTo>
                <a:lnTo>
                  <a:pt x="603304" y="86320"/>
                </a:lnTo>
                <a:lnTo>
                  <a:pt x="603887" y="85975"/>
                </a:lnTo>
                <a:lnTo>
                  <a:pt x="604461" y="85614"/>
                </a:lnTo>
                <a:lnTo>
                  <a:pt x="605026" y="85240"/>
                </a:lnTo>
                <a:lnTo>
                  <a:pt x="605579" y="84857"/>
                </a:lnTo>
                <a:lnTo>
                  <a:pt x="606122" y="84463"/>
                </a:lnTo>
                <a:lnTo>
                  <a:pt x="606654" y="84059"/>
                </a:lnTo>
                <a:lnTo>
                  <a:pt x="607175" y="83645"/>
                </a:lnTo>
                <a:lnTo>
                  <a:pt x="607685" y="83221"/>
                </a:lnTo>
                <a:lnTo>
                  <a:pt x="608185" y="82786"/>
                </a:lnTo>
                <a:lnTo>
                  <a:pt x="608673" y="82342"/>
                </a:lnTo>
                <a:lnTo>
                  <a:pt x="609151" y="81888"/>
                </a:lnTo>
                <a:lnTo>
                  <a:pt x="609618" y="81423"/>
                </a:lnTo>
                <a:lnTo>
                  <a:pt x="610074" y="80948"/>
                </a:lnTo>
                <a:lnTo>
                  <a:pt x="610519" y="80464"/>
                </a:lnTo>
                <a:lnTo>
                  <a:pt x="610953" y="79969"/>
                </a:lnTo>
                <a:lnTo>
                  <a:pt x="611377" y="79464"/>
                </a:lnTo>
                <a:lnTo>
                  <a:pt x="611790" y="78949"/>
                </a:lnTo>
                <a:lnTo>
                  <a:pt x="612191" y="78423"/>
                </a:lnTo>
                <a:lnTo>
                  <a:pt x="612582" y="77888"/>
                </a:lnTo>
                <a:lnTo>
                  <a:pt x="612963" y="77343"/>
                </a:lnTo>
                <a:lnTo>
                  <a:pt x="613332" y="76787"/>
                </a:lnTo>
                <a:lnTo>
                  <a:pt x="613690" y="76221"/>
                </a:lnTo>
                <a:lnTo>
                  <a:pt x="614038" y="75646"/>
                </a:lnTo>
                <a:lnTo>
                  <a:pt x="614375" y="75060"/>
                </a:lnTo>
                <a:lnTo>
                  <a:pt x="614700" y="74464"/>
                </a:lnTo>
                <a:lnTo>
                  <a:pt x="615016" y="73858"/>
                </a:lnTo>
                <a:lnTo>
                  <a:pt x="615319" y="73244"/>
                </a:lnTo>
                <a:lnTo>
                  <a:pt x="615609" y="72626"/>
                </a:lnTo>
                <a:lnTo>
                  <a:pt x="615886" y="72002"/>
                </a:lnTo>
                <a:lnTo>
                  <a:pt x="616151" y="71374"/>
                </a:lnTo>
                <a:lnTo>
                  <a:pt x="616402" y="70741"/>
                </a:lnTo>
                <a:lnTo>
                  <a:pt x="616641" y="70103"/>
                </a:lnTo>
                <a:lnTo>
                  <a:pt x="616867" y="69460"/>
                </a:lnTo>
                <a:lnTo>
                  <a:pt x="617080" y="68813"/>
                </a:lnTo>
                <a:lnTo>
                  <a:pt x="617280" y="68160"/>
                </a:lnTo>
                <a:lnTo>
                  <a:pt x="617467" y="67503"/>
                </a:lnTo>
                <a:lnTo>
                  <a:pt x="617641" y="66841"/>
                </a:lnTo>
                <a:lnTo>
                  <a:pt x="617802" y="66173"/>
                </a:lnTo>
                <a:lnTo>
                  <a:pt x="617951" y="65501"/>
                </a:lnTo>
                <a:lnTo>
                  <a:pt x="618086" y="64824"/>
                </a:lnTo>
                <a:lnTo>
                  <a:pt x="618209" y="64143"/>
                </a:lnTo>
                <a:lnTo>
                  <a:pt x="618318" y="63456"/>
                </a:lnTo>
                <a:lnTo>
                  <a:pt x="618415" y="62764"/>
                </a:lnTo>
                <a:lnTo>
                  <a:pt x="618499" y="62068"/>
                </a:lnTo>
                <a:lnTo>
                  <a:pt x="618570" y="61367"/>
                </a:lnTo>
                <a:lnTo>
                  <a:pt x="618628" y="60661"/>
                </a:lnTo>
                <a:lnTo>
                  <a:pt x="618673" y="59949"/>
                </a:lnTo>
                <a:lnTo>
                  <a:pt x="618705" y="59234"/>
                </a:lnTo>
                <a:lnTo>
                  <a:pt x="618725" y="58513"/>
                </a:lnTo>
                <a:lnTo>
                  <a:pt x="618731" y="57787"/>
                </a:lnTo>
                <a:lnTo>
                  <a:pt x="618731" y="49481"/>
                </a:lnTo>
                <a:lnTo>
                  <a:pt x="618725" y="48738"/>
                </a:lnTo>
                <a:lnTo>
                  <a:pt x="618705" y="48000"/>
                </a:lnTo>
                <a:lnTo>
                  <a:pt x="618672" y="47268"/>
                </a:lnTo>
                <a:lnTo>
                  <a:pt x="618626" y="46542"/>
                </a:lnTo>
                <a:lnTo>
                  <a:pt x="618568" y="45821"/>
                </a:lnTo>
                <a:lnTo>
                  <a:pt x="618496" y="45106"/>
                </a:lnTo>
                <a:lnTo>
                  <a:pt x="618410" y="44396"/>
                </a:lnTo>
                <a:lnTo>
                  <a:pt x="618312" y="43692"/>
                </a:lnTo>
                <a:lnTo>
                  <a:pt x="618201" y="42994"/>
                </a:lnTo>
                <a:lnTo>
                  <a:pt x="618077" y="42302"/>
                </a:lnTo>
                <a:lnTo>
                  <a:pt x="617939" y="41615"/>
                </a:lnTo>
                <a:lnTo>
                  <a:pt x="617789" y="40933"/>
                </a:lnTo>
                <a:lnTo>
                  <a:pt x="617625" y="40257"/>
                </a:lnTo>
                <a:lnTo>
                  <a:pt x="617448" y="39587"/>
                </a:lnTo>
                <a:lnTo>
                  <a:pt x="617259" y="38923"/>
                </a:lnTo>
                <a:lnTo>
                  <a:pt x="617056" y="38264"/>
                </a:lnTo>
                <a:lnTo>
                  <a:pt x="616840" y="37610"/>
                </a:lnTo>
                <a:lnTo>
                  <a:pt x="616611" y="36963"/>
                </a:lnTo>
                <a:lnTo>
                  <a:pt x="616369" y="36321"/>
                </a:lnTo>
                <a:lnTo>
                  <a:pt x="616113" y="35684"/>
                </a:lnTo>
                <a:lnTo>
                  <a:pt x="615845" y="35053"/>
                </a:lnTo>
                <a:lnTo>
                  <a:pt x="615564" y="34428"/>
                </a:lnTo>
                <a:lnTo>
                  <a:pt x="615269" y="33809"/>
                </a:lnTo>
                <a:lnTo>
                  <a:pt x="614962" y="33195"/>
                </a:lnTo>
                <a:lnTo>
                  <a:pt x="614642" y="32589"/>
                </a:lnTo>
                <a:lnTo>
                  <a:pt x="614312" y="31993"/>
                </a:lnTo>
                <a:lnTo>
                  <a:pt x="613971" y="31407"/>
                </a:lnTo>
                <a:lnTo>
                  <a:pt x="613618" y="30831"/>
                </a:lnTo>
                <a:lnTo>
                  <a:pt x="613256" y="30265"/>
                </a:lnTo>
                <a:lnTo>
                  <a:pt x="612882" y="29710"/>
                </a:lnTo>
                <a:lnTo>
                  <a:pt x="612497" y="29165"/>
                </a:lnTo>
                <a:lnTo>
                  <a:pt x="612102" y="28629"/>
                </a:lnTo>
                <a:lnTo>
                  <a:pt x="611695" y="28104"/>
                </a:lnTo>
                <a:lnTo>
                  <a:pt x="611278" y="27589"/>
                </a:lnTo>
                <a:lnTo>
                  <a:pt x="610850" y="27084"/>
                </a:lnTo>
                <a:lnTo>
                  <a:pt x="610411" y="26589"/>
                </a:lnTo>
                <a:lnTo>
                  <a:pt x="609962" y="26104"/>
                </a:lnTo>
                <a:lnTo>
                  <a:pt x="609501" y="25630"/>
                </a:lnTo>
                <a:lnTo>
                  <a:pt x="609030" y="25165"/>
                </a:lnTo>
                <a:lnTo>
                  <a:pt x="608548" y="24711"/>
                </a:lnTo>
                <a:lnTo>
                  <a:pt x="608055" y="24266"/>
                </a:lnTo>
                <a:lnTo>
                  <a:pt x="607551" y="23832"/>
                </a:lnTo>
                <a:lnTo>
                  <a:pt x="607036" y="23408"/>
                </a:lnTo>
                <a:lnTo>
                  <a:pt x="606510" y="22994"/>
                </a:lnTo>
                <a:lnTo>
                  <a:pt x="605974" y="22590"/>
                </a:lnTo>
                <a:lnTo>
                  <a:pt x="605427" y="22196"/>
                </a:lnTo>
                <a:lnTo>
                  <a:pt x="604868" y="21812"/>
                </a:lnTo>
                <a:lnTo>
                  <a:pt x="604300" y="21439"/>
                </a:lnTo>
                <a:lnTo>
                  <a:pt x="603721" y="21078"/>
                </a:lnTo>
                <a:lnTo>
                  <a:pt x="603134" y="20732"/>
                </a:lnTo>
                <a:lnTo>
                  <a:pt x="602538" y="20402"/>
                </a:lnTo>
                <a:lnTo>
                  <a:pt x="601933" y="20088"/>
                </a:lnTo>
                <a:lnTo>
                  <a:pt x="601320" y="19788"/>
                </a:lnTo>
                <a:lnTo>
                  <a:pt x="600698" y="19504"/>
                </a:lnTo>
                <a:lnTo>
                  <a:pt x="600068" y="19235"/>
                </a:lnTo>
                <a:lnTo>
                  <a:pt x="599429" y="18982"/>
                </a:lnTo>
                <a:lnTo>
                  <a:pt x="598782" y="18744"/>
                </a:lnTo>
                <a:lnTo>
                  <a:pt x="598126" y="18521"/>
                </a:lnTo>
                <a:lnTo>
                  <a:pt x="597461" y="18314"/>
                </a:lnTo>
                <a:lnTo>
                  <a:pt x="596788" y="18122"/>
                </a:lnTo>
                <a:lnTo>
                  <a:pt x="596106" y="17945"/>
                </a:lnTo>
                <a:lnTo>
                  <a:pt x="595415" y="17784"/>
                </a:lnTo>
                <a:lnTo>
                  <a:pt x="594716" y="17638"/>
                </a:lnTo>
                <a:lnTo>
                  <a:pt x="594008" y="17508"/>
                </a:lnTo>
                <a:lnTo>
                  <a:pt x="593292" y="17393"/>
                </a:lnTo>
                <a:lnTo>
                  <a:pt x="592567" y="17293"/>
                </a:lnTo>
                <a:lnTo>
                  <a:pt x="591834" y="17208"/>
                </a:lnTo>
                <a:lnTo>
                  <a:pt x="591091" y="17139"/>
                </a:lnTo>
                <a:lnTo>
                  <a:pt x="590341" y="17086"/>
                </a:lnTo>
                <a:lnTo>
                  <a:pt x="589581" y="17047"/>
                </a:lnTo>
                <a:lnTo>
                  <a:pt x="588814" y="17024"/>
                </a:lnTo>
                <a:lnTo>
                  <a:pt x="588037" y="17016"/>
                </a:lnTo>
                <a:lnTo>
                  <a:pt x="587260" y="17024"/>
                </a:lnTo>
                <a:lnTo>
                  <a:pt x="586493" y="17047"/>
                </a:lnTo>
                <a:lnTo>
                  <a:pt x="585733" y="17086"/>
                </a:lnTo>
                <a:lnTo>
                  <a:pt x="584983" y="17139"/>
                </a:lnTo>
                <a:lnTo>
                  <a:pt x="584240" y="17208"/>
                </a:lnTo>
                <a:lnTo>
                  <a:pt x="583507" y="17293"/>
                </a:lnTo>
                <a:lnTo>
                  <a:pt x="582782" y="17393"/>
                </a:lnTo>
                <a:lnTo>
                  <a:pt x="582066" y="17508"/>
                </a:lnTo>
                <a:lnTo>
                  <a:pt x="581358" y="17638"/>
                </a:lnTo>
                <a:lnTo>
                  <a:pt x="580659" y="17784"/>
                </a:lnTo>
                <a:lnTo>
                  <a:pt x="579968" y="17945"/>
                </a:lnTo>
                <a:lnTo>
                  <a:pt x="579286" y="18122"/>
                </a:lnTo>
                <a:lnTo>
                  <a:pt x="578613" y="18314"/>
                </a:lnTo>
                <a:lnTo>
                  <a:pt x="577948" y="18521"/>
                </a:lnTo>
                <a:lnTo>
                  <a:pt x="577292" y="18744"/>
                </a:lnTo>
                <a:lnTo>
                  <a:pt x="576645" y="18982"/>
                </a:lnTo>
                <a:lnTo>
                  <a:pt x="576006" y="19235"/>
                </a:lnTo>
                <a:lnTo>
                  <a:pt x="575376" y="19504"/>
                </a:lnTo>
                <a:lnTo>
                  <a:pt x="574754" y="19788"/>
                </a:lnTo>
                <a:lnTo>
                  <a:pt x="574141" y="20088"/>
                </a:lnTo>
                <a:lnTo>
                  <a:pt x="573536" y="20402"/>
                </a:lnTo>
                <a:lnTo>
                  <a:pt x="572940" y="20732"/>
                </a:lnTo>
                <a:lnTo>
                  <a:pt x="572353" y="21078"/>
                </a:lnTo>
                <a:lnTo>
                  <a:pt x="571774" y="21439"/>
                </a:lnTo>
                <a:lnTo>
                  <a:pt x="571206" y="21812"/>
                </a:lnTo>
                <a:lnTo>
                  <a:pt x="570647" y="22196"/>
                </a:lnTo>
                <a:lnTo>
                  <a:pt x="570100" y="22590"/>
                </a:lnTo>
                <a:lnTo>
                  <a:pt x="569564" y="22994"/>
                </a:lnTo>
                <a:lnTo>
                  <a:pt x="569038" y="23408"/>
                </a:lnTo>
                <a:lnTo>
                  <a:pt x="568523" y="23832"/>
                </a:lnTo>
                <a:lnTo>
                  <a:pt x="568019" y="24266"/>
                </a:lnTo>
                <a:lnTo>
                  <a:pt x="567526" y="24711"/>
                </a:lnTo>
                <a:lnTo>
                  <a:pt x="567044" y="25165"/>
                </a:lnTo>
                <a:lnTo>
                  <a:pt x="566573" y="25630"/>
                </a:lnTo>
                <a:lnTo>
                  <a:pt x="566112" y="26104"/>
                </a:lnTo>
                <a:lnTo>
                  <a:pt x="565663" y="26589"/>
                </a:lnTo>
                <a:lnTo>
                  <a:pt x="565224" y="27084"/>
                </a:lnTo>
                <a:lnTo>
                  <a:pt x="564796" y="27589"/>
                </a:lnTo>
                <a:lnTo>
                  <a:pt x="564379" y="28104"/>
                </a:lnTo>
                <a:lnTo>
                  <a:pt x="563972" y="28629"/>
                </a:lnTo>
                <a:lnTo>
                  <a:pt x="563577" y="29165"/>
                </a:lnTo>
                <a:lnTo>
                  <a:pt x="563192" y="29710"/>
                </a:lnTo>
                <a:lnTo>
                  <a:pt x="562818" y="30265"/>
                </a:lnTo>
                <a:lnTo>
                  <a:pt x="562456" y="30831"/>
                </a:lnTo>
                <a:lnTo>
                  <a:pt x="562103" y="31407"/>
                </a:lnTo>
                <a:lnTo>
                  <a:pt x="561762" y="31993"/>
                </a:lnTo>
                <a:lnTo>
                  <a:pt x="561432" y="32589"/>
                </a:lnTo>
                <a:lnTo>
                  <a:pt x="561112" y="33195"/>
                </a:lnTo>
                <a:lnTo>
                  <a:pt x="560805" y="33809"/>
                </a:lnTo>
                <a:lnTo>
                  <a:pt x="560510" y="34428"/>
                </a:lnTo>
                <a:lnTo>
                  <a:pt x="560229" y="35053"/>
                </a:lnTo>
                <a:lnTo>
                  <a:pt x="559961" y="35684"/>
                </a:lnTo>
                <a:lnTo>
                  <a:pt x="559705" y="36321"/>
                </a:lnTo>
                <a:lnTo>
                  <a:pt x="559463" y="36963"/>
                </a:lnTo>
                <a:lnTo>
                  <a:pt x="559234" y="37610"/>
                </a:lnTo>
                <a:lnTo>
                  <a:pt x="559018" y="38264"/>
                </a:lnTo>
                <a:lnTo>
                  <a:pt x="558815" y="38923"/>
                </a:lnTo>
                <a:lnTo>
                  <a:pt x="558626" y="39587"/>
                </a:lnTo>
                <a:lnTo>
                  <a:pt x="558449" y="40257"/>
                </a:lnTo>
                <a:lnTo>
                  <a:pt x="558285" y="40933"/>
                </a:lnTo>
                <a:lnTo>
                  <a:pt x="558135" y="41615"/>
                </a:lnTo>
                <a:lnTo>
                  <a:pt x="557997" y="42302"/>
                </a:lnTo>
                <a:lnTo>
                  <a:pt x="557873" y="42994"/>
                </a:lnTo>
                <a:lnTo>
                  <a:pt x="557762" y="43692"/>
                </a:lnTo>
                <a:lnTo>
                  <a:pt x="557664" y="44396"/>
                </a:lnTo>
                <a:lnTo>
                  <a:pt x="557578" y="45106"/>
                </a:lnTo>
                <a:lnTo>
                  <a:pt x="557506" y="45821"/>
                </a:lnTo>
                <a:lnTo>
                  <a:pt x="557448" y="46542"/>
                </a:lnTo>
                <a:lnTo>
                  <a:pt x="557402" y="47268"/>
                </a:lnTo>
                <a:lnTo>
                  <a:pt x="557369" y="48000"/>
                </a:lnTo>
                <a:lnTo>
                  <a:pt x="557349" y="48738"/>
                </a:lnTo>
                <a:lnTo>
                  <a:pt x="557343" y="49481"/>
                </a:lnTo>
                <a:lnTo>
                  <a:pt x="557343" y="57787"/>
                </a:lnTo>
                <a:lnTo>
                  <a:pt x="557349" y="58513"/>
                </a:lnTo>
                <a:lnTo>
                  <a:pt x="557369" y="59234"/>
                </a:lnTo>
                <a:lnTo>
                  <a:pt x="557402" y="59949"/>
                </a:lnTo>
                <a:lnTo>
                  <a:pt x="557448" y="60661"/>
                </a:lnTo>
                <a:close/>
                <a:moveTo>
                  <a:pt x="567851" y="47521"/>
                </a:moveTo>
                <a:lnTo>
                  <a:pt x="567885" y="47038"/>
                </a:lnTo>
                <a:lnTo>
                  <a:pt x="567928" y="46556"/>
                </a:lnTo>
                <a:lnTo>
                  <a:pt x="567977" y="46078"/>
                </a:lnTo>
                <a:lnTo>
                  <a:pt x="568035" y="45601"/>
                </a:lnTo>
                <a:lnTo>
                  <a:pt x="568100" y="45127"/>
                </a:lnTo>
                <a:lnTo>
                  <a:pt x="568173" y="44656"/>
                </a:lnTo>
                <a:lnTo>
                  <a:pt x="568253" y="44186"/>
                </a:lnTo>
                <a:lnTo>
                  <a:pt x="568342" y="43720"/>
                </a:lnTo>
                <a:lnTo>
                  <a:pt x="568437" y="43256"/>
                </a:lnTo>
                <a:lnTo>
                  <a:pt x="568541" y="42794"/>
                </a:lnTo>
                <a:lnTo>
                  <a:pt x="568652" y="42335"/>
                </a:lnTo>
                <a:lnTo>
                  <a:pt x="568771" y="41878"/>
                </a:lnTo>
                <a:lnTo>
                  <a:pt x="568897" y="41423"/>
                </a:lnTo>
                <a:lnTo>
                  <a:pt x="569032" y="40971"/>
                </a:lnTo>
                <a:lnTo>
                  <a:pt x="569173" y="40522"/>
                </a:lnTo>
                <a:lnTo>
                  <a:pt x="569323" y="40075"/>
                </a:lnTo>
                <a:lnTo>
                  <a:pt x="569480" y="39630"/>
                </a:lnTo>
                <a:lnTo>
                  <a:pt x="569645" y="39188"/>
                </a:lnTo>
                <a:lnTo>
                  <a:pt x="569817" y="38748"/>
                </a:lnTo>
                <a:lnTo>
                  <a:pt x="569997" y="38310"/>
                </a:lnTo>
                <a:lnTo>
                  <a:pt x="570185" y="37878"/>
                </a:lnTo>
                <a:lnTo>
                  <a:pt x="570382" y="37451"/>
                </a:lnTo>
                <a:lnTo>
                  <a:pt x="570586" y="37032"/>
                </a:lnTo>
                <a:lnTo>
                  <a:pt x="570798" y="36618"/>
                </a:lnTo>
                <a:lnTo>
                  <a:pt x="571018" y="36212"/>
                </a:lnTo>
                <a:lnTo>
                  <a:pt x="571246" y="35812"/>
                </a:lnTo>
                <a:lnTo>
                  <a:pt x="571482" y="35418"/>
                </a:lnTo>
                <a:lnTo>
                  <a:pt x="571727" y="35031"/>
                </a:lnTo>
                <a:lnTo>
                  <a:pt x="571979" y="34651"/>
                </a:lnTo>
                <a:lnTo>
                  <a:pt x="572239" y="34277"/>
                </a:lnTo>
                <a:lnTo>
                  <a:pt x="572508" y="33910"/>
                </a:lnTo>
                <a:lnTo>
                  <a:pt x="572784" y="33549"/>
                </a:lnTo>
                <a:lnTo>
                  <a:pt x="573069" y="33195"/>
                </a:lnTo>
                <a:lnTo>
                  <a:pt x="573361" y="32847"/>
                </a:lnTo>
                <a:lnTo>
                  <a:pt x="573662" y="32506"/>
                </a:lnTo>
                <a:lnTo>
                  <a:pt x="573970" y="32172"/>
                </a:lnTo>
                <a:lnTo>
                  <a:pt x="574287" y="31844"/>
                </a:lnTo>
                <a:lnTo>
                  <a:pt x="574612" y="31522"/>
                </a:lnTo>
                <a:lnTo>
                  <a:pt x="574944" y="31207"/>
                </a:lnTo>
                <a:lnTo>
                  <a:pt x="575285" y="30899"/>
                </a:lnTo>
                <a:lnTo>
                  <a:pt x="575634" y="30597"/>
                </a:lnTo>
                <a:lnTo>
                  <a:pt x="575991" y="30302"/>
                </a:lnTo>
                <a:lnTo>
                  <a:pt x="576356" y="30014"/>
                </a:lnTo>
                <a:lnTo>
                  <a:pt x="576729" y="29732"/>
                </a:lnTo>
                <a:lnTo>
                  <a:pt x="577109" y="29459"/>
                </a:lnTo>
                <a:lnTo>
                  <a:pt x="577498" y="29197"/>
                </a:lnTo>
                <a:lnTo>
                  <a:pt x="577895" y="28948"/>
                </a:lnTo>
                <a:lnTo>
                  <a:pt x="578299" y="28709"/>
                </a:lnTo>
                <a:lnTo>
                  <a:pt x="578712" y="28483"/>
                </a:lnTo>
                <a:lnTo>
                  <a:pt x="579132" y="28268"/>
                </a:lnTo>
                <a:lnTo>
                  <a:pt x="579560" y="28065"/>
                </a:lnTo>
                <a:lnTo>
                  <a:pt x="579995" y="27873"/>
                </a:lnTo>
                <a:lnTo>
                  <a:pt x="580439" y="27693"/>
                </a:lnTo>
                <a:lnTo>
                  <a:pt x="580891" y="27525"/>
                </a:lnTo>
                <a:lnTo>
                  <a:pt x="581350" y="27368"/>
                </a:lnTo>
                <a:lnTo>
                  <a:pt x="581817" y="27223"/>
                </a:lnTo>
                <a:lnTo>
                  <a:pt x="582293" y="27089"/>
                </a:lnTo>
                <a:lnTo>
                  <a:pt x="582775" y="26967"/>
                </a:lnTo>
                <a:lnTo>
                  <a:pt x="583266" y="26857"/>
                </a:lnTo>
                <a:lnTo>
                  <a:pt x="583765" y="26758"/>
                </a:lnTo>
                <a:lnTo>
                  <a:pt x="584271" y="26671"/>
                </a:lnTo>
                <a:lnTo>
                  <a:pt x="584786" y="26595"/>
                </a:lnTo>
                <a:lnTo>
                  <a:pt x="585308" y="26531"/>
                </a:lnTo>
                <a:lnTo>
                  <a:pt x="585838" y="26479"/>
                </a:lnTo>
                <a:lnTo>
                  <a:pt x="586376" y="26438"/>
                </a:lnTo>
                <a:lnTo>
                  <a:pt x="586922" y="26409"/>
                </a:lnTo>
                <a:lnTo>
                  <a:pt x="587476" y="26392"/>
                </a:lnTo>
                <a:lnTo>
                  <a:pt x="588037" y="26386"/>
                </a:lnTo>
                <a:lnTo>
                  <a:pt x="588598" y="26392"/>
                </a:lnTo>
                <a:lnTo>
                  <a:pt x="589152" y="26409"/>
                </a:lnTo>
                <a:lnTo>
                  <a:pt x="589698" y="26438"/>
                </a:lnTo>
                <a:lnTo>
                  <a:pt x="590236" y="26479"/>
                </a:lnTo>
                <a:lnTo>
                  <a:pt x="590766" y="26531"/>
                </a:lnTo>
                <a:lnTo>
                  <a:pt x="591288" y="26595"/>
                </a:lnTo>
                <a:lnTo>
                  <a:pt x="591803" y="26671"/>
                </a:lnTo>
                <a:lnTo>
                  <a:pt x="592309" y="26758"/>
                </a:lnTo>
                <a:lnTo>
                  <a:pt x="592808" y="26857"/>
                </a:lnTo>
                <a:lnTo>
                  <a:pt x="593299" y="26967"/>
                </a:lnTo>
                <a:lnTo>
                  <a:pt x="593781" y="27089"/>
                </a:lnTo>
                <a:lnTo>
                  <a:pt x="594257" y="27223"/>
                </a:lnTo>
                <a:lnTo>
                  <a:pt x="594724" y="27368"/>
                </a:lnTo>
                <a:lnTo>
                  <a:pt x="595183" y="27525"/>
                </a:lnTo>
                <a:lnTo>
                  <a:pt x="595635" y="27693"/>
                </a:lnTo>
                <a:lnTo>
                  <a:pt x="596079" y="27873"/>
                </a:lnTo>
                <a:lnTo>
                  <a:pt x="596514" y="28065"/>
                </a:lnTo>
                <a:lnTo>
                  <a:pt x="596942" y="28268"/>
                </a:lnTo>
                <a:lnTo>
                  <a:pt x="597362" y="28483"/>
                </a:lnTo>
                <a:lnTo>
                  <a:pt x="597775" y="28709"/>
                </a:lnTo>
                <a:lnTo>
                  <a:pt x="598179" y="28948"/>
                </a:lnTo>
                <a:lnTo>
                  <a:pt x="598576" y="29197"/>
                </a:lnTo>
                <a:lnTo>
                  <a:pt x="598965" y="29459"/>
                </a:lnTo>
                <a:lnTo>
                  <a:pt x="599345" y="29732"/>
                </a:lnTo>
                <a:lnTo>
                  <a:pt x="599718" y="30014"/>
                </a:lnTo>
                <a:lnTo>
                  <a:pt x="600083" y="30302"/>
                </a:lnTo>
                <a:lnTo>
                  <a:pt x="600440" y="30597"/>
                </a:lnTo>
                <a:lnTo>
                  <a:pt x="600789" y="30899"/>
                </a:lnTo>
                <a:lnTo>
                  <a:pt x="601130" y="31207"/>
                </a:lnTo>
                <a:lnTo>
                  <a:pt x="601462" y="31522"/>
                </a:lnTo>
                <a:lnTo>
                  <a:pt x="601787" y="31844"/>
                </a:lnTo>
                <a:lnTo>
                  <a:pt x="602104" y="32172"/>
                </a:lnTo>
                <a:lnTo>
                  <a:pt x="602412" y="32506"/>
                </a:lnTo>
                <a:lnTo>
                  <a:pt x="602713" y="32847"/>
                </a:lnTo>
                <a:lnTo>
                  <a:pt x="603005" y="33195"/>
                </a:lnTo>
                <a:lnTo>
                  <a:pt x="603290" y="33549"/>
                </a:lnTo>
                <a:lnTo>
                  <a:pt x="603566" y="33910"/>
                </a:lnTo>
                <a:lnTo>
                  <a:pt x="603835" y="34277"/>
                </a:lnTo>
                <a:lnTo>
                  <a:pt x="604095" y="34651"/>
                </a:lnTo>
                <a:lnTo>
                  <a:pt x="604347" y="35031"/>
                </a:lnTo>
                <a:lnTo>
                  <a:pt x="604592" y="35418"/>
                </a:lnTo>
                <a:lnTo>
                  <a:pt x="604828" y="35812"/>
                </a:lnTo>
                <a:lnTo>
                  <a:pt x="605056" y="36212"/>
                </a:lnTo>
                <a:lnTo>
                  <a:pt x="605276" y="36618"/>
                </a:lnTo>
                <a:lnTo>
                  <a:pt x="605488" y="37032"/>
                </a:lnTo>
                <a:lnTo>
                  <a:pt x="605693" y="37451"/>
                </a:lnTo>
                <a:lnTo>
                  <a:pt x="605889" y="37878"/>
                </a:lnTo>
                <a:lnTo>
                  <a:pt x="606077" y="38310"/>
                </a:lnTo>
                <a:lnTo>
                  <a:pt x="606257" y="38748"/>
                </a:lnTo>
                <a:lnTo>
                  <a:pt x="606429" y="39188"/>
                </a:lnTo>
                <a:lnTo>
                  <a:pt x="606594" y="39630"/>
                </a:lnTo>
                <a:lnTo>
                  <a:pt x="606751" y="40075"/>
                </a:lnTo>
                <a:lnTo>
                  <a:pt x="606901" y="40522"/>
                </a:lnTo>
                <a:lnTo>
                  <a:pt x="607042" y="40971"/>
                </a:lnTo>
                <a:lnTo>
                  <a:pt x="607177" y="41423"/>
                </a:lnTo>
                <a:lnTo>
                  <a:pt x="607303" y="41878"/>
                </a:lnTo>
                <a:lnTo>
                  <a:pt x="607422" y="42335"/>
                </a:lnTo>
                <a:lnTo>
                  <a:pt x="607533" y="42794"/>
                </a:lnTo>
                <a:lnTo>
                  <a:pt x="607637" y="43256"/>
                </a:lnTo>
                <a:lnTo>
                  <a:pt x="607732" y="43720"/>
                </a:lnTo>
                <a:lnTo>
                  <a:pt x="607821" y="44186"/>
                </a:lnTo>
                <a:lnTo>
                  <a:pt x="607901" y="44656"/>
                </a:lnTo>
                <a:lnTo>
                  <a:pt x="607974" y="45127"/>
                </a:lnTo>
                <a:lnTo>
                  <a:pt x="608039" y="45601"/>
                </a:lnTo>
                <a:lnTo>
                  <a:pt x="608097" y="46078"/>
                </a:lnTo>
                <a:lnTo>
                  <a:pt x="608146" y="46556"/>
                </a:lnTo>
                <a:lnTo>
                  <a:pt x="608189" y="47038"/>
                </a:lnTo>
                <a:lnTo>
                  <a:pt x="608223" y="47521"/>
                </a:lnTo>
                <a:lnTo>
                  <a:pt x="608250" y="48008"/>
                </a:lnTo>
                <a:lnTo>
                  <a:pt x="608269" y="48496"/>
                </a:lnTo>
                <a:lnTo>
                  <a:pt x="608281" y="48987"/>
                </a:lnTo>
                <a:lnTo>
                  <a:pt x="608284" y="49481"/>
                </a:lnTo>
                <a:lnTo>
                  <a:pt x="608284" y="57791"/>
                </a:lnTo>
                <a:lnTo>
                  <a:pt x="608281" y="58266"/>
                </a:lnTo>
                <a:lnTo>
                  <a:pt x="608269" y="58740"/>
                </a:lnTo>
                <a:lnTo>
                  <a:pt x="608250" y="59212"/>
                </a:lnTo>
                <a:lnTo>
                  <a:pt x="608223" y="59683"/>
                </a:lnTo>
                <a:lnTo>
                  <a:pt x="608189" y="60152"/>
                </a:lnTo>
                <a:lnTo>
                  <a:pt x="608146" y="60619"/>
                </a:lnTo>
                <a:lnTo>
                  <a:pt x="608097" y="61085"/>
                </a:lnTo>
                <a:lnTo>
                  <a:pt x="608039" y="61549"/>
                </a:lnTo>
                <a:lnTo>
                  <a:pt x="607974" y="62011"/>
                </a:lnTo>
                <a:lnTo>
                  <a:pt x="607901" y="62471"/>
                </a:lnTo>
                <a:lnTo>
                  <a:pt x="607821" y="62930"/>
                </a:lnTo>
                <a:lnTo>
                  <a:pt x="607732" y="63387"/>
                </a:lnTo>
                <a:lnTo>
                  <a:pt x="607637" y="63843"/>
                </a:lnTo>
                <a:lnTo>
                  <a:pt x="607533" y="64297"/>
                </a:lnTo>
                <a:lnTo>
                  <a:pt x="607422" y="64749"/>
                </a:lnTo>
                <a:lnTo>
                  <a:pt x="607303" y="65199"/>
                </a:lnTo>
                <a:lnTo>
                  <a:pt x="607177" y="65648"/>
                </a:lnTo>
                <a:lnTo>
                  <a:pt x="607042" y="66095"/>
                </a:lnTo>
                <a:lnTo>
                  <a:pt x="606901" y="66540"/>
                </a:lnTo>
                <a:lnTo>
                  <a:pt x="606751" y="66984"/>
                </a:lnTo>
                <a:lnTo>
                  <a:pt x="606594" y="67426"/>
                </a:lnTo>
                <a:lnTo>
                  <a:pt x="606429" y="67867"/>
                </a:lnTo>
                <a:lnTo>
                  <a:pt x="606257" y="68305"/>
                </a:lnTo>
                <a:lnTo>
                  <a:pt x="606077" y="68742"/>
                </a:lnTo>
                <a:lnTo>
                  <a:pt x="605889" y="69175"/>
                </a:lnTo>
                <a:lnTo>
                  <a:pt x="605693" y="69601"/>
                </a:lnTo>
                <a:lnTo>
                  <a:pt x="605490" y="70020"/>
                </a:lnTo>
                <a:lnTo>
                  <a:pt x="605279" y="70433"/>
                </a:lnTo>
                <a:lnTo>
                  <a:pt x="605061" y="70838"/>
                </a:lnTo>
                <a:lnTo>
                  <a:pt x="604835" y="71238"/>
                </a:lnTo>
                <a:lnTo>
                  <a:pt x="604601" y="71630"/>
                </a:lnTo>
                <a:lnTo>
                  <a:pt x="604359" y="72015"/>
                </a:lnTo>
                <a:lnTo>
                  <a:pt x="604110" y="72394"/>
                </a:lnTo>
                <a:lnTo>
                  <a:pt x="603853" y="72766"/>
                </a:lnTo>
                <a:lnTo>
                  <a:pt x="603589" y="73132"/>
                </a:lnTo>
                <a:lnTo>
                  <a:pt x="603317" y="73490"/>
                </a:lnTo>
                <a:lnTo>
                  <a:pt x="603037" y="73842"/>
                </a:lnTo>
                <a:lnTo>
                  <a:pt x="602749" y="74187"/>
                </a:lnTo>
                <a:lnTo>
                  <a:pt x="602454" y="74525"/>
                </a:lnTo>
                <a:lnTo>
                  <a:pt x="602152" y="74857"/>
                </a:lnTo>
                <a:lnTo>
                  <a:pt x="601841" y="75182"/>
                </a:lnTo>
                <a:lnTo>
                  <a:pt x="601523" y="75500"/>
                </a:lnTo>
                <a:lnTo>
                  <a:pt x="601197" y="75811"/>
                </a:lnTo>
                <a:lnTo>
                  <a:pt x="600864" y="76116"/>
                </a:lnTo>
                <a:lnTo>
                  <a:pt x="600522" y="76414"/>
                </a:lnTo>
                <a:lnTo>
                  <a:pt x="600174" y="76705"/>
                </a:lnTo>
                <a:lnTo>
                  <a:pt x="599817" y="76990"/>
                </a:lnTo>
                <a:lnTo>
                  <a:pt x="599453" y="77267"/>
                </a:lnTo>
                <a:lnTo>
                  <a:pt x="599081" y="77536"/>
                </a:lnTo>
                <a:lnTo>
                  <a:pt x="598701" y="77793"/>
                </a:lnTo>
                <a:lnTo>
                  <a:pt x="598312" y="78039"/>
                </a:lnTo>
                <a:lnTo>
                  <a:pt x="597915" y="78273"/>
                </a:lnTo>
                <a:lnTo>
                  <a:pt x="597510" y="78496"/>
                </a:lnTo>
                <a:lnTo>
                  <a:pt x="597097" y="78707"/>
                </a:lnTo>
                <a:lnTo>
                  <a:pt x="596676" y="78907"/>
                </a:lnTo>
                <a:lnTo>
                  <a:pt x="596246" y="79096"/>
                </a:lnTo>
                <a:lnTo>
                  <a:pt x="595808" y="79273"/>
                </a:lnTo>
                <a:lnTo>
                  <a:pt x="595362" y="79439"/>
                </a:lnTo>
                <a:lnTo>
                  <a:pt x="594908" y="79593"/>
                </a:lnTo>
                <a:lnTo>
                  <a:pt x="594445" y="79736"/>
                </a:lnTo>
                <a:lnTo>
                  <a:pt x="593974" y="79867"/>
                </a:lnTo>
                <a:lnTo>
                  <a:pt x="593495" y="79987"/>
                </a:lnTo>
                <a:lnTo>
                  <a:pt x="593008" y="80096"/>
                </a:lnTo>
                <a:lnTo>
                  <a:pt x="592512" y="80193"/>
                </a:lnTo>
                <a:lnTo>
                  <a:pt x="592009" y="80279"/>
                </a:lnTo>
                <a:lnTo>
                  <a:pt x="591497" y="80353"/>
                </a:lnTo>
                <a:lnTo>
                  <a:pt x="590977" y="80416"/>
                </a:lnTo>
                <a:lnTo>
                  <a:pt x="590448" y="80467"/>
                </a:lnTo>
                <a:lnTo>
                  <a:pt x="589912" y="80507"/>
                </a:lnTo>
                <a:lnTo>
                  <a:pt x="589367" y="80536"/>
                </a:lnTo>
                <a:lnTo>
                  <a:pt x="588814" y="80553"/>
                </a:lnTo>
                <a:lnTo>
                  <a:pt x="588252" y="80559"/>
                </a:lnTo>
                <a:lnTo>
                  <a:pt x="587682" y="80553"/>
                </a:lnTo>
                <a:lnTo>
                  <a:pt x="587120" y="80536"/>
                </a:lnTo>
                <a:lnTo>
                  <a:pt x="586565" y="80507"/>
                </a:lnTo>
                <a:lnTo>
                  <a:pt x="586019" y="80467"/>
                </a:lnTo>
                <a:lnTo>
                  <a:pt x="585481" y="80416"/>
                </a:lnTo>
                <a:lnTo>
                  <a:pt x="584951" y="80353"/>
                </a:lnTo>
                <a:lnTo>
                  <a:pt x="584429" y="80279"/>
                </a:lnTo>
                <a:lnTo>
                  <a:pt x="583915" y="80193"/>
                </a:lnTo>
                <a:lnTo>
                  <a:pt x="583408" y="80096"/>
                </a:lnTo>
                <a:lnTo>
                  <a:pt x="582910" y="79987"/>
                </a:lnTo>
                <a:lnTo>
                  <a:pt x="582420" y="79867"/>
                </a:lnTo>
                <a:lnTo>
                  <a:pt x="581939" y="79736"/>
                </a:lnTo>
                <a:lnTo>
                  <a:pt x="581465" y="79593"/>
                </a:lnTo>
                <a:lnTo>
                  <a:pt x="580999" y="79439"/>
                </a:lnTo>
                <a:lnTo>
                  <a:pt x="580541" y="79273"/>
                </a:lnTo>
                <a:lnTo>
                  <a:pt x="580091" y="79096"/>
                </a:lnTo>
                <a:lnTo>
                  <a:pt x="579649" y="78907"/>
                </a:lnTo>
                <a:lnTo>
                  <a:pt x="579216" y="78707"/>
                </a:lnTo>
                <a:lnTo>
                  <a:pt x="578790" y="78496"/>
                </a:lnTo>
                <a:lnTo>
                  <a:pt x="578373" y="78273"/>
                </a:lnTo>
                <a:lnTo>
                  <a:pt x="577963" y="78039"/>
                </a:lnTo>
                <a:lnTo>
                  <a:pt x="577561" y="77793"/>
                </a:lnTo>
                <a:lnTo>
                  <a:pt x="577168" y="77536"/>
                </a:lnTo>
                <a:lnTo>
                  <a:pt x="576782" y="77267"/>
                </a:lnTo>
                <a:lnTo>
                  <a:pt x="576405" y="76990"/>
                </a:lnTo>
                <a:lnTo>
                  <a:pt x="576036" y="76705"/>
                </a:lnTo>
                <a:lnTo>
                  <a:pt x="575675" y="76414"/>
                </a:lnTo>
                <a:lnTo>
                  <a:pt x="575323" y="76116"/>
                </a:lnTo>
                <a:lnTo>
                  <a:pt x="574978" y="75811"/>
                </a:lnTo>
                <a:lnTo>
                  <a:pt x="574642" y="75500"/>
                </a:lnTo>
                <a:lnTo>
                  <a:pt x="574314" y="75182"/>
                </a:lnTo>
                <a:lnTo>
                  <a:pt x="573994" y="74857"/>
                </a:lnTo>
                <a:lnTo>
                  <a:pt x="573683" y="74525"/>
                </a:lnTo>
                <a:lnTo>
                  <a:pt x="573379" y="74187"/>
                </a:lnTo>
                <a:lnTo>
                  <a:pt x="573084" y="73842"/>
                </a:lnTo>
                <a:lnTo>
                  <a:pt x="572798" y="73490"/>
                </a:lnTo>
                <a:lnTo>
                  <a:pt x="572519" y="73132"/>
                </a:lnTo>
                <a:lnTo>
                  <a:pt x="572249" y="72766"/>
                </a:lnTo>
                <a:lnTo>
                  <a:pt x="571987" y="72394"/>
                </a:lnTo>
                <a:lnTo>
                  <a:pt x="571733" y="72015"/>
                </a:lnTo>
                <a:lnTo>
                  <a:pt x="571487" y="71630"/>
                </a:lnTo>
                <a:lnTo>
                  <a:pt x="571249" y="71238"/>
                </a:lnTo>
                <a:lnTo>
                  <a:pt x="571020" y="70838"/>
                </a:lnTo>
                <a:lnTo>
                  <a:pt x="570799" y="70433"/>
                </a:lnTo>
                <a:lnTo>
                  <a:pt x="570586" y="70020"/>
                </a:lnTo>
                <a:lnTo>
                  <a:pt x="570382" y="69601"/>
                </a:lnTo>
                <a:lnTo>
                  <a:pt x="570186" y="69175"/>
                </a:lnTo>
                <a:lnTo>
                  <a:pt x="569997" y="68742"/>
                </a:lnTo>
                <a:lnTo>
                  <a:pt x="569817" y="68305"/>
                </a:lnTo>
                <a:lnTo>
                  <a:pt x="569645" y="67867"/>
                </a:lnTo>
                <a:lnTo>
                  <a:pt x="569480" y="67426"/>
                </a:lnTo>
                <a:lnTo>
                  <a:pt x="569323" y="66984"/>
                </a:lnTo>
                <a:lnTo>
                  <a:pt x="569173" y="66540"/>
                </a:lnTo>
                <a:lnTo>
                  <a:pt x="569032" y="66095"/>
                </a:lnTo>
                <a:lnTo>
                  <a:pt x="568897" y="65648"/>
                </a:lnTo>
                <a:lnTo>
                  <a:pt x="568771" y="65199"/>
                </a:lnTo>
                <a:lnTo>
                  <a:pt x="568652" y="64749"/>
                </a:lnTo>
                <a:lnTo>
                  <a:pt x="568541" y="64297"/>
                </a:lnTo>
                <a:lnTo>
                  <a:pt x="568437" y="63843"/>
                </a:lnTo>
                <a:lnTo>
                  <a:pt x="568342" y="63387"/>
                </a:lnTo>
                <a:lnTo>
                  <a:pt x="568253" y="62930"/>
                </a:lnTo>
                <a:lnTo>
                  <a:pt x="568173" y="62471"/>
                </a:lnTo>
                <a:lnTo>
                  <a:pt x="568100" y="62011"/>
                </a:lnTo>
                <a:lnTo>
                  <a:pt x="568035" y="61549"/>
                </a:lnTo>
                <a:lnTo>
                  <a:pt x="567977" y="61085"/>
                </a:lnTo>
                <a:lnTo>
                  <a:pt x="567928" y="60619"/>
                </a:lnTo>
                <a:lnTo>
                  <a:pt x="567885" y="60152"/>
                </a:lnTo>
                <a:lnTo>
                  <a:pt x="567851" y="59683"/>
                </a:lnTo>
                <a:lnTo>
                  <a:pt x="567824" y="59212"/>
                </a:lnTo>
                <a:lnTo>
                  <a:pt x="567805" y="58740"/>
                </a:lnTo>
                <a:lnTo>
                  <a:pt x="567793" y="58266"/>
                </a:lnTo>
                <a:lnTo>
                  <a:pt x="567790" y="57791"/>
                </a:lnTo>
                <a:lnTo>
                  <a:pt x="567790" y="49481"/>
                </a:lnTo>
                <a:lnTo>
                  <a:pt x="567793" y="48987"/>
                </a:lnTo>
                <a:lnTo>
                  <a:pt x="567805" y="48496"/>
                </a:lnTo>
                <a:lnTo>
                  <a:pt x="567824" y="48008"/>
                </a:lnTo>
                <a:lnTo>
                  <a:pt x="567851" y="47521"/>
                </a:lnTo>
                <a:close/>
                <a:moveTo>
                  <a:pt x="498502" y="114428"/>
                </a:moveTo>
                <a:lnTo>
                  <a:pt x="499000" y="113861"/>
                </a:lnTo>
                <a:lnTo>
                  <a:pt x="499496" y="113293"/>
                </a:lnTo>
                <a:lnTo>
                  <a:pt x="499990" y="112724"/>
                </a:lnTo>
                <a:lnTo>
                  <a:pt x="500482" y="112155"/>
                </a:lnTo>
                <a:lnTo>
                  <a:pt x="500973" y="111585"/>
                </a:lnTo>
                <a:lnTo>
                  <a:pt x="501461" y="111014"/>
                </a:lnTo>
                <a:lnTo>
                  <a:pt x="501948" y="110442"/>
                </a:lnTo>
                <a:lnTo>
                  <a:pt x="502433" y="109869"/>
                </a:lnTo>
                <a:lnTo>
                  <a:pt x="502916" y="109296"/>
                </a:lnTo>
                <a:lnTo>
                  <a:pt x="503397" y="108722"/>
                </a:lnTo>
                <a:lnTo>
                  <a:pt x="503876" y="108147"/>
                </a:lnTo>
                <a:lnTo>
                  <a:pt x="504354" y="107572"/>
                </a:lnTo>
                <a:lnTo>
                  <a:pt x="504829" y="106995"/>
                </a:lnTo>
                <a:lnTo>
                  <a:pt x="505303" y="106418"/>
                </a:lnTo>
                <a:lnTo>
                  <a:pt x="505774" y="105841"/>
                </a:lnTo>
                <a:lnTo>
                  <a:pt x="506244" y="105262"/>
                </a:lnTo>
                <a:lnTo>
                  <a:pt x="506712" y="104683"/>
                </a:lnTo>
                <a:lnTo>
                  <a:pt x="507178" y="104103"/>
                </a:lnTo>
                <a:lnTo>
                  <a:pt x="507643" y="103522"/>
                </a:lnTo>
                <a:lnTo>
                  <a:pt x="508105" y="102941"/>
                </a:lnTo>
                <a:lnTo>
                  <a:pt x="508566" y="102358"/>
                </a:lnTo>
                <a:lnTo>
                  <a:pt x="509024" y="101775"/>
                </a:lnTo>
                <a:lnTo>
                  <a:pt x="509480" y="101192"/>
                </a:lnTo>
                <a:lnTo>
                  <a:pt x="509932" y="100608"/>
                </a:lnTo>
                <a:lnTo>
                  <a:pt x="510380" y="100023"/>
                </a:lnTo>
                <a:lnTo>
                  <a:pt x="510824" y="99437"/>
                </a:lnTo>
                <a:lnTo>
                  <a:pt x="511264" y="98852"/>
                </a:lnTo>
                <a:lnTo>
                  <a:pt x="511700" y="98265"/>
                </a:lnTo>
                <a:lnTo>
                  <a:pt x="512132" y="97678"/>
                </a:lnTo>
                <a:lnTo>
                  <a:pt x="512560" y="97090"/>
                </a:lnTo>
                <a:lnTo>
                  <a:pt x="512985" y="96502"/>
                </a:lnTo>
                <a:lnTo>
                  <a:pt x="513405" y="95914"/>
                </a:lnTo>
                <a:lnTo>
                  <a:pt x="513822" y="95324"/>
                </a:lnTo>
                <a:lnTo>
                  <a:pt x="514234" y="94735"/>
                </a:lnTo>
                <a:lnTo>
                  <a:pt x="514643" y="94144"/>
                </a:lnTo>
                <a:lnTo>
                  <a:pt x="515048" y="93553"/>
                </a:lnTo>
                <a:lnTo>
                  <a:pt x="515448" y="92962"/>
                </a:lnTo>
                <a:lnTo>
                  <a:pt x="515845" y="92370"/>
                </a:lnTo>
                <a:lnTo>
                  <a:pt x="516238" y="91777"/>
                </a:lnTo>
                <a:lnTo>
                  <a:pt x="516627" y="91184"/>
                </a:lnTo>
                <a:lnTo>
                  <a:pt x="517012" y="90590"/>
                </a:lnTo>
                <a:lnTo>
                  <a:pt x="517393" y="89996"/>
                </a:lnTo>
                <a:lnTo>
                  <a:pt x="517771" y="89401"/>
                </a:lnTo>
                <a:lnTo>
                  <a:pt x="518144" y="88806"/>
                </a:lnTo>
                <a:lnTo>
                  <a:pt x="518513" y="88210"/>
                </a:lnTo>
                <a:lnTo>
                  <a:pt x="518879" y="87613"/>
                </a:lnTo>
                <a:lnTo>
                  <a:pt x="519239" y="87016"/>
                </a:lnTo>
                <a:lnTo>
                  <a:pt x="519593" y="86419"/>
                </a:lnTo>
                <a:lnTo>
                  <a:pt x="519941" y="85822"/>
                </a:lnTo>
                <a:lnTo>
                  <a:pt x="520282" y="85224"/>
                </a:lnTo>
                <a:lnTo>
                  <a:pt x="520617" y="84626"/>
                </a:lnTo>
                <a:lnTo>
                  <a:pt x="520945" y="84029"/>
                </a:lnTo>
                <a:lnTo>
                  <a:pt x="521267" y="83431"/>
                </a:lnTo>
                <a:lnTo>
                  <a:pt x="521583" y="82832"/>
                </a:lnTo>
                <a:lnTo>
                  <a:pt x="521893" y="82234"/>
                </a:lnTo>
                <a:lnTo>
                  <a:pt x="522196" y="81635"/>
                </a:lnTo>
                <a:lnTo>
                  <a:pt x="522492" y="81037"/>
                </a:lnTo>
                <a:lnTo>
                  <a:pt x="522783" y="80438"/>
                </a:lnTo>
                <a:lnTo>
                  <a:pt x="523067" y="79838"/>
                </a:lnTo>
                <a:lnTo>
                  <a:pt x="523345" y="79239"/>
                </a:lnTo>
                <a:lnTo>
                  <a:pt x="523616" y="78639"/>
                </a:lnTo>
                <a:lnTo>
                  <a:pt x="523881" y="78040"/>
                </a:lnTo>
                <a:lnTo>
                  <a:pt x="524139" y="77440"/>
                </a:lnTo>
                <a:lnTo>
                  <a:pt x="524392" y="76840"/>
                </a:lnTo>
                <a:lnTo>
                  <a:pt x="524637" y="76239"/>
                </a:lnTo>
                <a:lnTo>
                  <a:pt x="524877" y="75639"/>
                </a:lnTo>
                <a:lnTo>
                  <a:pt x="525110" y="75038"/>
                </a:lnTo>
                <a:lnTo>
                  <a:pt x="525337" y="74437"/>
                </a:lnTo>
                <a:lnTo>
                  <a:pt x="525557" y="73836"/>
                </a:lnTo>
                <a:lnTo>
                  <a:pt x="525771" y="73235"/>
                </a:lnTo>
                <a:lnTo>
                  <a:pt x="525978" y="72634"/>
                </a:lnTo>
                <a:lnTo>
                  <a:pt x="526176" y="72034"/>
                </a:lnTo>
                <a:lnTo>
                  <a:pt x="526365" y="71435"/>
                </a:lnTo>
                <a:lnTo>
                  <a:pt x="526545" y="70836"/>
                </a:lnTo>
                <a:lnTo>
                  <a:pt x="526716" y="70238"/>
                </a:lnTo>
                <a:lnTo>
                  <a:pt x="526879" y="69641"/>
                </a:lnTo>
                <a:lnTo>
                  <a:pt x="527033" y="69044"/>
                </a:lnTo>
                <a:lnTo>
                  <a:pt x="527178" y="68449"/>
                </a:lnTo>
                <a:lnTo>
                  <a:pt x="527314" y="67854"/>
                </a:lnTo>
                <a:lnTo>
                  <a:pt x="527441" y="67259"/>
                </a:lnTo>
                <a:lnTo>
                  <a:pt x="527560" y="66666"/>
                </a:lnTo>
                <a:lnTo>
                  <a:pt x="527670" y="66073"/>
                </a:lnTo>
                <a:lnTo>
                  <a:pt x="527771" y="65481"/>
                </a:lnTo>
                <a:lnTo>
                  <a:pt x="527863" y="64890"/>
                </a:lnTo>
                <a:lnTo>
                  <a:pt x="527946" y="64300"/>
                </a:lnTo>
                <a:lnTo>
                  <a:pt x="528021" y="63710"/>
                </a:lnTo>
                <a:lnTo>
                  <a:pt x="528087" y="63121"/>
                </a:lnTo>
                <a:lnTo>
                  <a:pt x="528144" y="62533"/>
                </a:lnTo>
                <a:lnTo>
                  <a:pt x="528193" y="61945"/>
                </a:lnTo>
                <a:lnTo>
                  <a:pt x="528232" y="61358"/>
                </a:lnTo>
                <a:lnTo>
                  <a:pt x="528263" y="60772"/>
                </a:lnTo>
                <a:lnTo>
                  <a:pt x="528285" y="60187"/>
                </a:lnTo>
                <a:lnTo>
                  <a:pt x="528298" y="59603"/>
                </a:lnTo>
                <a:lnTo>
                  <a:pt x="528302" y="59019"/>
                </a:lnTo>
                <a:lnTo>
                  <a:pt x="528293" y="57922"/>
                </a:lnTo>
                <a:lnTo>
                  <a:pt x="528264" y="56838"/>
                </a:lnTo>
                <a:lnTo>
                  <a:pt x="528216" y="55768"/>
                </a:lnTo>
                <a:lnTo>
                  <a:pt x="528148" y="54711"/>
                </a:lnTo>
                <a:lnTo>
                  <a:pt x="528062" y="53668"/>
                </a:lnTo>
                <a:lnTo>
                  <a:pt x="527956" y="52638"/>
                </a:lnTo>
                <a:lnTo>
                  <a:pt x="527831" y="51621"/>
                </a:lnTo>
                <a:lnTo>
                  <a:pt x="527686" y="50618"/>
                </a:lnTo>
                <a:lnTo>
                  <a:pt x="527522" y="49629"/>
                </a:lnTo>
                <a:lnTo>
                  <a:pt x="527339" y="48653"/>
                </a:lnTo>
                <a:lnTo>
                  <a:pt x="527137" y="47690"/>
                </a:lnTo>
                <a:lnTo>
                  <a:pt x="526916" y="46741"/>
                </a:lnTo>
                <a:lnTo>
                  <a:pt x="526675" y="45806"/>
                </a:lnTo>
                <a:lnTo>
                  <a:pt x="526415" y="44883"/>
                </a:lnTo>
                <a:lnTo>
                  <a:pt x="526136" y="43975"/>
                </a:lnTo>
                <a:lnTo>
                  <a:pt x="525837" y="43080"/>
                </a:lnTo>
                <a:lnTo>
                  <a:pt x="525520" y="42198"/>
                </a:lnTo>
                <a:lnTo>
                  <a:pt x="525183" y="41329"/>
                </a:lnTo>
                <a:lnTo>
                  <a:pt x="524826" y="40475"/>
                </a:lnTo>
                <a:lnTo>
                  <a:pt x="524451" y="39633"/>
                </a:lnTo>
                <a:lnTo>
                  <a:pt x="524056" y="38805"/>
                </a:lnTo>
                <a:lnTo>
                  <a:pt x="523642" y="37991"/>
                </a:lnTo>
                <a:lnTo>
                  <a:pt x="523208" y="37190"/>
                </a:lnTo>
                <a:lnTo>
                  <a:pt x="522756" y="36402"/>
                </a:lnTo>
                <a:lnTo>
                  <a:pt x="522286" y="35629"/>
                </a:lnTo>
                <a:lnTo>
                  <a:pt x="521799" y="34871"/>
                </a:lnTo>
                <a:lnTo>
                  <a:pt x="521296" y="34128"/>
                </a:lnTo>
                <a:lnTo>
                  <a:pt x="520777" y="33400"/>
                </a:lnTo>
                <a:lnTo>
                  <a:pt x="520242" y="32687"/>
                </a:lnTo>
                <a:lnTo>
                  <a:pt x="519690" y="31990"/>
                </a:lnTo>
                <a:lnTo>
                  <a:pt x="519122" y="31308"/>
                </a:lnTo>
                <a:lnTo>
                  <a:pt x="518538" y="30640"/>
                </a:lnTo>
                <a:lnTo>
                  <a:pt x="517937" y="29988"/>
                </a:lnTo>
                <a:lnTo>
                  <a:pt x="517320" y="29351"/>
                </a:lnTo>
                <a:lnTo>
                  <a:pt x="516687" y="28730"/>
                </a:lnTo>
                <a:lnTo>
                  <a:pt x="516038" y="28123"/>
                </a:lnTo>
                <a:lnTo>
                  <a:pt x="515373" y="27531"/>
                </a:lnTo>
                <a:lnTo>
                  <a:pt x="514691" y="26955"/>
                </a:lnTo>
                <a:lnTo>
                  <a:pt x="513993" y="26394"/>
                </a:lnTo>
                <a:lnTo>
                  <a:pt x="513278" y="25848"/>
                </a:lnTo>
                <a:lnTo>
                  <a:pt x="512548" y="25317"/>
                </a:lnTo>
                <a:lnTo>
                  <a:pt x="511801" y="24801"/>
                </a:lnTo>
                <a:lnTo>
                  <a:pt x="511038" y="24300"/>
                </a:lnTo>
                <a:lnTo>
                  <a:pt x="510258" y="23815"/>
                </a:lnTo>
                <a:lnTo>
                  <a:pt x="509463" y="23345"/>
                </a:lnTo>
                <a:lnTo>
                  <a:pt x="508651" y="22889"/>
                </a:lnTo>
                <a:lnTo>
                  <a:pt x="507823" y="22449"/>
                </a:lnTo>
                <a:lnTo>
                  <a:pt x="506978" y="22024"/>
                </a:lnTo>
                <a:lnTo>
                  <a:pt x="506119" y="21616"/>
                </a:lnTo>
                <a:lnTo>
                  <a:pt x="505246" y="21225"/>
                </a:lnTo>
                <a:lnTo>
                  <a:pt x="504360" y="20851"/>
                </a:lnTo>
                <a:lnTo>
                  <a:pt x="503460" y="20494"/>
                </a:lnTo>
                <a:lnTo>
                  <a:pt x="502547" y="20155"/>
                </a:lnTo>
                <a:lnTo>
                  <a:pt x="501620" y="19833"/>
                </a:lnTo>
                <a:lnTo>
                  <a:pt x="500680" y="19529"/>
                </a:lnTo>
                <a:lnTo>
                  <a:pt x="499726" y="19242"/>
                </a:lnTo>
                <a:lnTo>
                  <a:pt x="498759" y="18973"/>
                </a:lnTo>
                <a:lnTo>
                  <a:pt x="497779" y="18721"/>
                </a:lnTo>
                <a:lnTo>
                  <a:pt x="496785" y="18486"/>
                </a:lnTo>
                <a:lnTo>
                  <a:pt x="495777" y="18268"/>
                </a:lnTo>
                <a:lnTo>
                  <a:pt x="494756" y="18068"/>
                </a:lnTo>
                <a:lnTo>
                  <a:pt x="493722" y="17886"/>
                </a:lnTo>
                <a:lnTo>
                  <a:pt x="492674" y="17721"/>
                </a:lnTo>
                <a:lnTo>
                  <a:pt x="491613" y="17573"/>
                </a:lnTo>
                <a:lnTo>
                  <a:pt x="490538" y="17442"/>
                </a:lnTo>
                <a:lnTo>
                  <a:pt x="489450" y="17329"/>
                </a:lnTo>
                <a:lnTo>
                  <a:pt x="488348" y="17234"/>
                </a:lnTo>
                <a:lnTo>
                  <a:pt x="487233" y="17156"/>
                </a:lnTo>
                <a:lnTo>
                  <a:pt x="486105" y="17095"/>
                </a:lnTo>
                <a:lnTo>
                  <a:pt x="484963" y="17051"/>
                </a:lnTo>
                <a:lnTo>
                  <a:pt x="483807" y="17025"/>
                </a:lnTo>
                <a:lnTo>
                  <a:pt x="482638" y="17016"/>
                </a:lnTo>
                <a:lnTo>
                  <a:pt x="481389" y="17028"/>
                </a:lnTo>
                <a:lnTo>
                  <a:pt x="480155" y="17061"/>
                </a:lnTo>
                <a:lnTo>
                  <a:pt x="478936" y="17116"/>
                </a:lnTo>
                <a:lnTo>
                  <a:pt x="477732" y="17194"/>
                </a:lnTo>
                <a:lnTo>
                  <a:pt x="476543" y="17294"/>
                </a:lnTo>
                <a:lnTo>
                  <a:pt x="475368" y="17416"/>
                </a:lnTo>
                <a:lnTo>
                  <a:pt x="474209" y="17560"/>
                </a:lnTo>
                <a:lnTo>
                  <a:pt x="473065" y="17727"/>
                </a:lnTo>
                <a:lnTo>
                  <a:pt x="471936" y="17916"/>
                </a:lnTo>
                <a:lnTo>
                  <a:pt x="470821" y="18127"/>
                </a:lnTo>
                <a:lnTo>
                  <a:pt x="469722" y="18360"/>
                </a:lnTo>
                <a:lnTo>
                  <a:pt x="468637" y="18615"/>
                </a:lnTo>
                <a:lnTo>
                  <a:pt x="467568" y="18893"/>
                </a:lnTo>
                <a:lnTo>
                  <a:pt x="466513" y="19192"/>
                </a:lnTo>
                <a:lnTo>
                  <a:pt x="465474" y="19514"/>
                </a:lnTo>
                <a:lnTo>
                  <a:pt x="464449" y="19858"/>
                </a:lnTo>
                <a:lnTo>
                  <a:pt x="463439" y="20225"/>
                </a:lnTo>
                <a:lnTo>
                  <a:pt x="462445" y="20613"/>
                </a:lnTo>
                <a:lnTo>
                  <a:pt x="461465" y="21024"/>
                </a:lnTo>
                <a:lnTo>
                  <a:pt x="460500" y="21457"/>
                </a:lnTo>
                <a:lnTo>
                  <a:pt x="459550" y="21912"/>
                </a:lnTo>
                <a:lnTo>
                  <a:pt x="458615" y="22390"/>
                </a:lnTo>
                <a:lnTo>
                  <a:pt x="457695" y="22889"/>
                </a:lnTo>
                <a:lnTo>
                  <a:pt x="456790" y="23411"/>
                </a:lnTo>
                <a:lnTo>
                  <a:pt x="455902" y="23951"/>
                </a:lnTo>
                <a:lnTo>
                  <a:pt x="455030" y="24506"/>
                </a:lnTo>
                <a:lnTo>
                  <a:pt x="454176" y="25077"/>
                </a:lnTo>
                <a:lnTo>
                  <a:pt x="453340" y="25662"/>
                </a:lnTo>
                <a:lnTo>
                  <a:pt x="452520" y="26263"/>
                </a:lnTo>
                <a:lnTo>
                  <a:pt x="451718" y="26879"/>
                </a:lnTo>
                <a:lnTo>
                  <a:pt x="450934" y="27510"/>
                </a:lnTo>
                <a:lnTo>
                  <a:pt x="450167" y="28156"/>
                </a:lnTo>
                <a:lnTo>
                  <a:pt x="449417" y="28817"/>
                </a:lnTo>
                <a:lnTo>
                  <a:pt x="448685" y="29493"/>
                </a:lnTo>
                <a:lnTo>
                  <a:pt x="447970" y="30185"/>
                </a:lnTo>
                <a:lnTo>
                  <a:pt x="447273" y="30891"/>
                </a:lnTo>
                <a:lnTo>
                  <a:pt x="446592" y="31613"/>
                </a:lnTo>
                <a:lnTo>
                  <a:pt x="445930" y="32349"/>
                </a:lnTo>
                <a:lnTo>
                  <a:pt x="445284" y="33101"/>
                </a:lnTo>
                <a:lnTo>
                  <a:pt x="444656" y="33868"/>
                </a:lnTo>
                <a:lnTo>
                  <a:pt x="444046" y="34650"/>
                </a:lnTo>
                <a:lnTo>
                  <a:pt x="443453" y="35448"/>
                </a:lnTo>
                <a:lnTo>
                  <a:pt x="442877" y="36260"/>
                </a:lnTo>
                <a:lnTo>
                  <a:pt x="442318" y="37087"/>
                </a:lnTo>
                <a:lnTo>
                  <a:pt x="441777" y="37930"/>
                </a:lnTo>
                <a:lnTo>
                  <a:pt x="441254" y="38788"/>
                </a:lnTo>
                <a:lnTo>
                  <a:pt x="440747" y="39661"/>
                </a:lnTo>
                <a:lnTo>
                  <a:pt x="440259" y="40549"/>
                </a:lnTo>
                <a:lnTo>
                  <a:pt x="439788" y="41448"/>
                </a:lnTo>
                <a:lnTo>
                  <a:pt x="439338" y="42355"/>
                </a:lnTo>
                <a:lnTo>
                  <a:pt x="438908" y="43269"/>
                </a:lnTo>
                <a:lnTo>
                  <a:pt x="438498" y="44190"/>
                </a:lnTo>
                <a:lnTo>
                  <a:pt x="438108" y="45119"/>
                </a:lnTo>
                <a:lnTo>
                  <a:pt x="437738" y="46056"/>
                </a:lnTo>
                <a:lnTo>
                  <a:pt x="437388" y="47000"/>
                </a:lnTo>
                <a:lnTo>
                  <a:pt x="437058" y="47951"/>
                </a:lnTo>
                <a:lnTo>
                  <a:pt x="436747" y="48910"/>
                </a:lnTo>
                <a:lnTo>
                  <a:pt x="436457" y="49877"/>
                </a:lnTo>
                <a:lnTo>
                  <a:pt x="436187" y="50850"/>
                </a:lnTo>
                <a:lnTo>
                  <a:pt x="435937" y="51832"/>
                </a:lnTo>
                <a:lnTo>
                  <a:pt x="435707" y="52820"/>
                </a:lnTo>
                <a:lnTo>
                  <a:pt x="435497" y="53817"/>
                </a:lnTo>
                <a:lnTo>
                  <a:pt x="435307" y="54820"/>
                </a:lnTo>
                <a:lnTo>
                  <a:pt x="435137" y="55831"/>
                </a:lnTo>
                <a:lnTo>
                  <a:pt x="434987" y="56850"/>
                </a:lnTo>
                <a:lnTo>
                  <a:pt x="434857" y="57876"/>
                </a:lnTo>
                <a:lnTo>
                  <a:pt x="434747" y="58909"/>
                </a:lnTo>
                <a:lnTo>
                  <a:pt x="434657" y="59950"/>
                </a:lnTo>
                <a:lnTo>
                  <a:pt x="434587" y="60999"/>
                </a:lnTo>
                <a:lnTo>
                  <a:pt x="434537" y="62054"/>
                </a:lnTo>
                <a:lnTo>
                  <a:pt x="434507" y="63118"/>
                </a:lnTo>
                <a:lnTo>
                  <a:pt x="434497" y="64188"/>
                </a:lnTo>
                <a:lnTo>
                  <a:pt x="447313" y="64188"/>
                </a:lnTo>
                <a:lnTo>
                  <a:pt x="447320" y="63324"/>
                </a:lnTo>
                <a:lnTo>
                  <a:pt x="447343" y="62468"/>
                </a:lnTo>
                <a:lnTo>
                  <a:pt x="447380" y="61619"/>
                </a:lnTo>
                <a:lnTo>
                  <a:pt x="447433" y="60778"/>
                </a:lnTo>
                <a:lnTo>
                  <a:pt x="447500" y="59944"/>
                </a:lnTo>
                <a:lnTo>
                  <a:pt x="447582" y="59118"/>
                </a:lnTo>
                <a:lnTo>
                  <a:pt x="447679" y="58300"/>
                </a:lnTo>
                <a:lnTo>
                  <a:pt x="447792" y="57489"/>
                </a:lnTo>
                <a:lnTo>
                  <a:pt x="447919" y="56686"/>
                </a:lnTo>
                <a:lnTo>
                  <a:pt x="448061" y="55891"/>
                </a:lnTo>
                <a:lnTo>
                  <a:pt x="448218" y="55103"/>
                </a:lnTo>
                <a:lnTo>
                  <a:pt x="448390" y="54323"/>
                </a:lnTo>
                <a:lnTo>
                  <a:pt x="448577" y="53551"/>
                </a:lnTo>
                <a:lnTo>
                  <a:pt x="448779" y="52786"/>
                </a:lnTo>
                <a:lnTo>
                  <a:pt x="448996" y="52029"/>
                </a:lnTo>
                <a:lnTo>
                  <a:pt x="449228" y="51280"/>
                </a:lnTo>
                <a:lnTo>
                  <a:pt x="449474" y="50538"/>
                </a:lnTo>
                <a:lnTo>
                  <a:pt x="449736" y="49804"/>
                </a:lnTo>
                <a:lnTo>
                  <a:pt x="450013" y="49077"/>
                </a:lnTo>
                <a:lnTo>
                  <a:pt x="450305" y="48359"/>
                </a:lnTo>
                <a:lnTo>
                  <a:pt x="450611" y="47647"/>
                </a:lnTo>
                <a:lnTo>
                  <a:pt x="450933" y="46944"/>
                </a:lnTo>
                <a:lnTo>
                  <a:pt x="451269" y="46248"/>
                </a:lnTo>
                <a:lnTo>
                  <a:pt x="451621" y="45560"/>
                </a:lnTo>
                <a:lnTo>
                  <a:pt x="451986" y="44882"/>
                </a:lnTo>
                <a:lnTo>
                  <a:pt x="452364" y="44216"/>
                </a:lnTo>
                <a:lnTo>
                  <a:pt x="452754" y="43562"/>
                </a:lnTo>
                <a:lnTo>
                  <a:pt x="453157" y="42921"/>
                </a:lnTo>
                <a:lnTo>
                  <a:pt x="453572" y="42293"/>
                </a:lnTo>
                <a:lnTo>
                  <a:pt x="454000" y="41677"/>
                </a:lnTo>
                <a:lnTo>
                  <a:pt x="454441" y="41074"/>
                </a:lnTo>
                <a:lnTo>
                  <a:pt x="454894" y="40483"/>
                </a:lnTo>
                <a:lnTo>
                  <a:pt x="455359" y="39904"/>
                </a:lnTo>
                <a:lnTo>
                  <a:pt x="455837" y="39338"/>
                </a:lnTo>
                <a:lnTo>
                  <a:pt x="456328" y="38785"/>
                </a:lnTo>
                <a:lnTo>
                  <a:pt x="456831" y="38244"/>
                </a:lnTo>
                <a:lnTo>
                  <a:pt x="457346" y="37716"/>
                </a:lnTo>
                <a:lnTo>
                  <a:pt x="457874" y="37200"/>
                </a:lnTo>
                <a:lnTo>
                  <a:pt x="458415" y="36696"/>
                </a:lnTo>
                <a:lnTo>
                  <a:pt x="458968" y="36205"/>
                </a:lnTo>
                <a:lnTo>
                  <a:pt x="459534" y="35727"/>
                </a:lnTo>
                <a:lnTo>
                  <a:pt x="460112" y="35261"/>
                </a:lnTo>
                <a:lnTo>
                  <a:pt x="460703" y="34807"/>
                </a:lnTo>
                <a:lnTo>
                  <a:pt x="461306" y="34366"/>
                </a:lnTo>
                <a:lnTo>
                  <a:pt x="461922" y="33938"/>
                </a:lnTo>
                <a:lnTo>
                  <a:pt x="462550" y="33522"/>
                </a:lnTo>
                <a:lnTo>
                  <a:pt x="463191" y="33118"/>
                </a:lnTo>
                <a:lnTo>
                  <a:pt x="463845" y="32727"/>
                </a:lnTo>
                <a:lnTo>
                  <a:pt x="464509" y="32350"/>
                </a:lnTo>
                <a:lnTo>
                  <a:pt x="465185" y="31989"/>
                </a:lnTo>
                <a:lnTo>
                  <a:pt x="465870" y="31645"/>
                </a:lnTo>
                <a:lnTo>
                  <a:pt x="466566" y="31316"/>
                </a:lnTo>
                <a:lnTo>
                  <a:pt x="467271" y="31003"/>
                </a:lnTo>
                <a:lnTo>
                  <a:pt x="467988" y="30707"/>
                </a:lnTo>
                <a:lnTo>
                  <a:pt x="468714" y="30426"/>
                </a:lnTo>
                <a:lnTo>
                  <a:pt x="469451" y="30162"/>
                </a:lnTo>
                <a:lnTo>
                  <a:pt x="470198" y="29913"/>
                </a:lnTo>
                <a:lnTo>
                  <a:pt x="470955" y="29681"/>
                </a:lnTo>
                <a:lnTo>
                  <a:pt x="471723" y="29464"/>
                </a:lnTo>
                <a:lnTo>
                  <a:pt x="472501" y="29264"/>
                </a:lnTo>
                <a:lnTo>
                  <a:pt x="473289" y="29079"/>
                </a:lnTo>
                <a:lnTo>
                  <a:pt x="474088" y="28911"/>
                </a:lnTo>
                <a:lnTo>
                  <a:pt x="474896" y="28759"/>
                </a:lnTo>
                <a:lnTo>
                  <a:pt x="475715" y="28622"/>
                </a:lnTo>
                <a:lnTo>
                  <a:pt x="476545" y="28502"/>
                </a:lnTo>
                <a:lnTo>
                  <a:pt x="477384" y="28398"/>
                </a:lnTo>
                <a:lnTo>
                  <a:pt x="478234" y="28310"/>
                </a:lnTo>
                <a:lnTo>
                  <a:pt x="479095" y="28238"/>
                </a:lnTo>
                <a:lnTo>
                  <a:pt x="479965" y="28182"/>
                </a:lnTo>
                <a:lnTo>
                  <a:pt x="480846" y="28141"/>
                </a:lnTo>
                <a:lnTo>
                  <a:pt x="481737" y="28117"/>
                </a:lnTo>
                <a:lnTo>
                  <a:pt x="482638" y="28109"/>
                </a:lnTo>
                <a:lnTo>
                  <a:pt x="483521" y="28116"/>
                </a:lnTo>
                <a:lnTo>
                  <a:pt x="484392" y="28138"/>
                </a:lnTo>
                <a:lnTo>
                  <a:pt x="485251" y="28173"/>
                </a:lnTo>
                <a:lnTo>
                  <a:pt x="486099" y="28223"/>
                </a:lnTo>
                <a:lnTo>
                  <a:pt x="486936" y="28287"/>
                </a:lnTo>
                <a:lnTo>
                  <a:pt x="487761" y="28365"/>
                </a:lnTo>
                <a:lnTo>
                  <a:pt x="488574" y="28458"/>
                </a:lnTo>
                <a:lnTo>
                  <a:pt x="489375" y="28564"/>
                </a:lnTo>
                <a:lnTo>
                  <a:pt x="490165" y="28685"/>
                </a:lnTo>
                <a:lnTo>
                  <a:pt x="490944" y="28820"/>
                </a:lnTo>
                <a:lnTo>
                  <a:pt x="491710" y="28969"/>
                </a:lnTo>
                <a:lnTo>
                  <a:pt x="492466" y="29133"/>
                </a:lnTo>
                <a:lnTo>
                  <a:pt x="493209" y="29310"/>
                </a:lnTo>
                <a:lnTo>
                  <a:pt x="493941" y="29502"/>
                </a:lnTo>
                <a:lnTo>
                  <a:pt x="494662" y="29708"/>
                </a:lnTo>
                <a:lnTo>
                  <a:pt x="495371" y="29928"/>
                </a:lnTo>
                <a:lnTo>
                  <a:pt x="496068" y="30163"/>
                </a:lnTo>
                <a:lnTo>
                  <a:pt x="496753" y="30411"/>
                </a:lnTo>
                <a:lnTo>
                  <a:pt x="497427" y="30674"/>
                </a:lnTo>
                <a:lnTo>
                  <a:pt x="498090" y="30951"/>
                </a:lnTo>
                <a:lnTo>
                  <a:pt x="498741" y="31243"/>
                </a:lnTo>
                <a:lnTo>
                  <a:pt x="499380" y="31548"/>
                </a:lnTo>
                <a:lnTo>
                  <a:pt x="500008" y="31868"/>
                </a:lnTo>
                <a:lnTo>
                  <a:pt x="500624" y="32202"/>
                </a:lnTo>
                <a:lnTo>
                  <a:pt x="501228" y="32548"/>
                </a:lnTo>
                <a:lnTo>
                  <a:pt x="501819" y="32906"/>
                </a:lnTo>
                <a:lnTo>
                  <a:pt x="502398" y="33274"/>
                </a:lnTo>
                <a:lnTo>
                  <a:pt x="502965" y="33653"/>
                </a:lnTo>
                <a:lnTo>
                  <a:pt x="503519" y="34043"/>
                </a:lnTo>
                <a:lnTo>
                  <a:pt x="504060" y="34443"/>
                </a:lnTo>
                <a:lnTo>
                  <a:pt x="504589" y="34855"/>
                </a:lnTo>
                <a:lnTo>
                  <a:pt x="505105" y="35277"/>
                </a:lnTo>
                <a:lnTo>
                  <a:pt x="505609" y="35711"/>
                </a:lnTo>
                <a:lnTo>
                  <a:pt x="506100" y="36155"/>
                </a:lnTo>
                <a:lnTo>
                  <a:pt x="506579" y="36610"/>
                </a:lnTo>
                <a:lnTo>
                  <a:pt x="507045" y="37075"/>
                </a:lnTo>
                <a:lnTo>
                  <a:pt x="507499" y="37552"/>
                </a:lnTo>
                <a:lnTo>
                  <a:pt x="507940" y="38039"/>
                </a:lnTo>
                <a:lnTo>
                  <a:pt x="508369" y="38538"/>
                </a:lnTo>
                <a:lnTo>
                  <a:pt x="508785" y="39047"/>
                </a:lnTo>
                <a:lnTo>
                  <a:pt x="509189" y="39567"/>
                </a:lnTo>
                <a:lnTo>
                  <a:pt x="509580" y="40098"/>
                </a:lnTo>
                <a:lnTo>
                  <a:pt x="509958" y="40639"/>
                </a:lnTo>
                <a:lnTo>
                  <a:pt x="510324" y="41192"/>
                </a:lnTo>
                <a:lnTo>
                  <a:pt x="510678" y="41755"/>
                </a:lnTo>
                <a:lnTo>
                  <a:pt x="511019" y="42329"/>
                </a:lnTo>
                <a:lnTo>
                  <a:pt x="511347" y="42914"/>
                </a:lnTo>
                <a:lnTo>
                  <a:pt x="511663" y="43510"/>
                </a:lnTo>
                <a:lnTo>
                  <a:pt x="511966" y="44116"/>
                </a:lnTo>
                <a:lnTo>
                  <a:pt x="512256" y="44729"/>
                </a:lnTo>
                <a:lnTo>
                  <a:pt x="512534" y="45350"/>
                </a:lnTo>
                <a:lnTo>
                  <a:pt x="512798" y="45978"/>
                </a:lnTo>
                <a:lnTo>
                  <a:pt x="513050" y="46615"/>
                </a:lnTo>
                <a:lnTo>
                  <a:pt x="513289" y="47260"/>
                </a:lnTo>
                <a:lnTo>
                  <a:pt x="513514" y="47912"/>
                </a:lnTo>
                <a:lnTo>
                  <a:pt x="513727" y="48572"/>
                </a:lnTo>
                <a:lnTo>
                  <a:pt x="513927" y="49240"/>
                </a:lnTo>
                <a:lnTo>
                  <a:pt x="514114" y="49916"/>
                </a:lnTo>
                <a:lnTo>
                  <a:pt x="514288" y="50600"/>
                </a:lnTo>
                <a:lnTo>
                  <a:pt x="514450" y="51292"/>
                </a:lnTo>
                <a:lnTo>
                  <a:pt x="514598" y="51991"/>
                </a:lnTo>
                <a:lnTo>
                  <a:pt x="514733" y="52698"/>
                </a:lnTo>
                <a:lnTo>
                  <a:pt x="514856" y="53414"/>
                </a:lnTo>
                <a:lnTo>
                  <a:pt x="514966" y="54137"/>
                </a:lnTo>
                <a:lnTo>
                  <a:pt x="515062" y="54867"/>
                </a:lnTo>
                <a:lnTo>
                  <a:pt x="515146" y="55606"/>
                </a:lnTo>
                <a:lnTo>
                  <a:pt x="515217" y="56353"/>
                </a:lnTo>
                <a:lnTo>
                  <a:pt x="515275" y="57107"/>
                </a:lnTo>
                <a:lnTo>
                  <a:pt x="515320" y="57870"/>
                </a:lnTo>
                <a:lnTo>
                  <a:pt x="515353" y="58640"/>
                </a:lnTo>
                <a:lnTo>
                  <a:pt x="515372" y="59418"/>
                </a:lnTo>
                <a:lnTo>
                  <a:pt x="515379" y="60204"/>
                </a:lnTo>
                <a:lnTo>
                  <a:pt x="515374" y="60743"/>
                </a:lnTo>
                <a:lnTo>
                  <a:pt x="515361" y="61283"/>
                </a:lnTo>
                <a:lnTo>
                  <a:pt x="515339" y="61824"/>
                </a:lnTo>
                <a:lnTo>
                  <a:pt x="515308" y="62367"/>
                </a:lnTo>
                <a:lnTo>
                  <a:pt x="515269" y="62910"/>
                </a:lnTo>
                <a:lnTo>
                  <a:pt x="515220" y="63455"/>
                </a:lnTo>
                <a:lnTo>
                  <a:pt x="515163" y="64001"/>
                </a:lnTo>
                <a:lnTo>
                  <a:pt x="515097" y="64547"/>
                </a:lnTo>
                <a:lnTo>
                  <a:pt x="515023" y="65096"/>
                </a:lnTo>
                <a:lnTo>
                  <a:pt x="514939" y="65645"/>
                </a:lnTo>
                <a:lnTo>
                  <a:pt x="514847" y="66195"/>
                </a:lnTo>
                <a:lnTo>
                  <a:pt x="514746" y="66746"/>
                </a:lnTo>
                <a:lnTo>
                  <a:pt x="514636" y="67299"/>
                </a:lnTo>
                <a:lnTo>
                  <a:pt x="514517" y="67852"/>
                </a:lnTo>
                <a:lnTo>
                  <a:pt x="514390" y="68407"/>
                </a:lnTo>
                <a:lnTo>
                  <a:pt x="514254" y="68963"/>
                </a:lnTo>
                <a:lnTo>
                  <a:pt x="514109" y="69520"/>
                </a:lnTo>
                <a:lnTo>
                  <a:pt x="513955" y="70078"/>
                </a:lnTo>
                <a:lnTo>
                  <a:pt x="513792" y="70638"/>
                </a:lnTo>
                <a:lnTo>
                  <a:pt x="513621" y="71198"/>
                </a:lnTo>
                <a:lnTo>
                  <a:pt x="513441" y="71759"/>
                </a:lnTo>
                <a:lnTo>
                  <a:pt x="513252" y="72322"/>
                </a:lnTo>
                <a:lnTo>
                  <a:pt x="513054" y="72886"/>
                </a:lnTo>
                <a:lnTo>
                  <a:pt x="512848" y="73451"/>
                </a:lnTo>
                <a:lnTo>
                  <a:pt x="512631" y="74019"/>
                </a:lnTo>
                <a:lnTo>
                  <a:pt x="512404" y="74592"/>
                </a:lnTo>
                <a:lnTo>
                  <a:pt x="512165" y="75170"/>
                </a:lnTo>
                <a:lnTo>
                  <a:pt x="511916" y="75753"/>
                </a:lnTo>
                <a:lnTo>
                  <a:pt x="511655" y="76341"/>
                </a:lnTo>
                <a:lnTo>
                  <a:pt x="511384" y="76934"/>
                </a:lnTo>
                <a:lnTo>
                  <a:pt x="511101" y="77532"/>
                </a:lnTo>
                <a:lnTo>
                  <a:pt x="510807" y="78135"/>
                </a:lnTo>
                <a:lnTo>
                  <a:pt x="510503" y="78744"/>
                </a:lnTo>
                <a:lnTo>
                  <a:pt x="510187" y="79357"/>
                </a:lnTo>
                <a:lnTo>
                  <a:pt x="509860" y="79976"/>
                </a:lnTo>
                <a:lnTo>
                  <a:pt x="509522" y="80599"/>
                </a:lnTo>
                <a:lnTo>
                  <a:pt x="509174" y="81228"/>
                </a:lnTo>
                <a:lnTo>
                  <a:pt x="508814" y="81861"/>
                </a:lnTo>
                <a:lnTo>
                  <a:pt x="508443" y="82500"/>
                </a:lnTo>
                <a:lnTo>
                  <a:pt x="508061" y="83143"/>
                </a:lnTo>
                <a:lnTo>
                  <a:pt x="507668" y="83792"/>
                </a:lnTo>
                <a:lnTo>
                  <a:pt x="507264" y="84446"/>
                </a:lnTo>
                <a:lnTo>
                  <a:pt x="506849" y="85105"/>
                </a:lnTo>
                <a:lnTo>
                  <a:pt x="506423" y="85769"/>
                </a:lnTo>
                <a:lnTo>
                  <a:pt x="505986" y="86438"/>
                </a:lnTo>
                <a:lnTo>
                  <a:pt x="505538" y="87112"/>
                </a:lnTo>
                <a:lnTo>
                  <a:pt x="505079" y="87791"/>
                </a:lnTo>
                <a:lnTo>
                  <a:pt x="504609" y="88475"/>
                </a:lnTo>
                <a:lnTo>
                  <a:pt x="504126" y="89166"/>
                </a:lnTo>
                <a:lnTo>
                  <a:pt x="503630" y="89867"/>
                </a:lnTo>
                <a:lnTo>
                  <a:pt x="503121" y="90577"/>
                </a:lnTo>
                <a:lnTo>
                  <a:pt x="502598" y="91297"/>
                </a:lnTo>
                <a:lnTo>
                  <a:pt x="502062" y="92027"/>
                </a:lnTo>
                <a:lnTo>
                  <a:pt x="501512" y="92766"/>
                </a:lnTo>
                <a:lnTo>
                  <a:pt x="500949" y="93514"/>
                </a:lnTo>
                <a:lnTo>
                  <a:pt x="500373" y="94272"/>
                </a:lnTo>
                <a:lnTo>
                  <a:pt x="499782" y="95040"/>
                </a:lnTo>
                <a:lnTo>
                  <a:pt x="499179" y="95817"/>
                </a:lnTo>
                <a:lnTo>
                  <a:pt x="498562" y="96604"/>
                </a:lnTo>
                <a:lnTo>
                  <a:pt x="497931" y="97400"/>
                </a:lnTo>
                <a:lnTo>
                  <a:pt x="497287" y="98206"/>
                </a:lnTo>
                <a:lnTo>
                  <a:pt x="496630" y="99021"/>
                </a:lnTo>
                <a:lnTo>
                  <a:pt x="495959" y="99846"/>
                </a:lnTo>
                <a:lnTo>
                  <a:pt x="495275" y="100680"/>
                </a:lnTo>
                <a:lnTo>
                  <a:pt x="494577" y="101524"/>
                </a:lnTo>
                <a:lnTo>
                  <a:pt x="493866" y="102378"/>
                </a:lnTo>
                <a:lnTo>
                  <a:pt x="493141" y="103241"/>
                </a:lnTo>
                <a:lnTo>
                  <a:pt x="492403" y="104113"/>
                </a:lnTo>
                <a:lnTo>
                  <a:pt x="491651" y="104995"/>
                </a:lnTo>
                <a:lnTo>
                  <a:pt x="490886" y="105887"/>
                </a:lnTo>
                <a:lnTo>
                  <a:pt x="490107" y="106788"/>
                </a:lnTo>
                <a:lnTo>
                  <a:pt x="489315" y="107699"/>
                </a:lnTo>
                <a:lnTo>
                  <a:pt x="437943" y="165856"/>
                </a:lnTo>
                <a:lnTo>
                  <a:pt x="437943" y="175980"/>
                </a:lnTo>
                <a:lnTo>
                  <a:pt x="536164" y="175980"/>
                </a:lnTo>
                <a:lnTo>
                  <a:pt x="536164" y="164887"/>
                </a:lnTo>
                <a:lnTo>
                  <a:pt x="453775" y="164887"/>
                </a:lnTo>
                <a:lnTo>
                  <a:pt x="497501" y="115561"/>
                </a:lnTo>
                <a:lnTo>
                  <a:pt x="498002" y="114995"/>
                </a:lnTo>
                <a:lnTo>
                  <a:pt x="498502" y="114428"/>
                </a:lnTo>
                <a:close/>
                <a:moveTo>
                  <a:pt x="363475" y="35366"/>
                </a:moveTo>
                <a:lnTo>
                  <a:pt x="363475" y="175980"/>
                </a:lnTo>
                <a:lnTo>
                  <a:pt x="376291" y="175980"/>
                </a:lnTo>
                <a:lnTo>
                  <a:pt x="376291" y="19170"/>
                </a:lnTo>
                <a:lnTo>
                  <a:pt x="374137" y="19170"/>
                </a:lnTo>
                <a:lnTo>
                  <a:pt x="320826" y="39014"/>
                </a:lnTo>
                <a:lnTo>
                  <a:pt x="320826" y="51133"/>
                </a:lnTo>
                <a:lnTo>
                  <a:pt x="363475" y="35366"/>
                </a:lnTo>
                <a:close/>
                <a:moveTo>
                  <a:pt x="668919" y="40485"/>
                </a:moveTo>
                <a:lnTo>
                  <a:pt x="660841" y="35218"/>
                </a:lnTo>
                <a:lnTo>
                  <a:pt x="584268" y="157573"/>
                </a:lnTo>
                <a:lnTo>
                  <a:pt x="592345" y="162841"/>
                </a:lnTo>
                <a:lnTo>
                  <a:pt x="668919" y="40485"/>
                </a:lnTo>
                <a:close/>
                <a:moveTo>
                  <a:pt x="763068" y="105531"/>
                </a:moveTo>
                <a:lnTo>
                  <a:pt x="762999" y="103816"/>
                </a:lnTo>
                <a:lnTo>
                  <a:pt x="762914" y="102110"/>
                </a:lnTo>
                <a:lnTo>
                  <a:pt x="762815" y="100415"/>
                </a:lnTo>
                <a:lnTo>
                  <a:pt x="762700" y="98730"/>
                </a:lnTo>
                <a:lnTo>
                  <a:pt x="762569" y="97054"/>
                </a:lnTo>
                <a:lnTo>
                  <a:pt x="762424" y="95388"/>
                </a:lnTo>
                <a:lnTo>
                  <a:pt x="762263" y="93733"/>
                </a:lnTo>
                <a:lnTo>
                  <a:pt x="762086" y="92087"/>
                </a:lnTo>
                <a:lnTo>
                  <a:pt x="761895" y="90451"/>
                </a:lnTo>
                <a:lnTo>
                  <a:pt x="761688" y="88825"/>
                </a:lnTo>
                <a:lnTo>
                  <a:pt x="761465" y="87209"/>
                </a:lnTo>
                <a:lnTo>
                  <a:pt x="761228" y="85603"/>
                </a:lnTo>
                <a:lnTo>
                  <a:pt x="760975" y="84006"/>
                </a:lnTo>
                <a:lnTo>
                  <a:pt x="760707" y="82420"/>
                </a:lnTo>
                <a:lnTo>
                  <a:pt x="760423" y="80844"/>
                </a:lnTo>
                <a:lnTo>
                  <a:pt x="760124" y="79277"/>
                </a:lnTo>
                <a:lnTo>
                  <a:pt x="759810" y="77721"/>
                </a:lnTo>
                <a:lnTo>
                  <a:pt x="759480" y="76174"/>
                </a:lnTo>
                <a:lnTo>
                  <a:pt x="759135" y="74637"/>
                </a:lnTo>
                <a:lnTo>
                  <a:pt x="758775" y="73111"/>
                </a:lnTo>
                <a:lnTo>
                  <a:pt x="758402" y="71595"/>
                </a:lnTo>
                <a:lnTo>
                  <a:pt x="758020" y="70091"/>
                </a:lnTo>
                <a:lnTo>
                  <a:pt x="757628" y="68600"/>
                </a:lnTo>
                <a:lnTo>
                  <a:pt x="757226" y="67121"/>
                </a:lnTo>
                <a:lnTo>
                  <a:pt x="756816" y="65655"/>
                </a:lnTo>
                <a:lnTo>
                  <a:pt x="756395" y="64200"/>
                </a:lnTo>
                <a:lnTo>
                  <a:pt x="755965" y="62759"/>
                </a:lnTo>
                <a:lnTo>
                  <a:pt x="755526" y="61329"/>
                </a:lnTo>
                <a:lnTo>
                  <a:pt x="755077" y="59912"/>
                </a:lnTo>
                <a:lnTo>
                  <a:pt x="754618" y="58507"/>
                </a:lnTo>
                <a:lnTo>
                  <a:pt x="754150" y="57115"/>
                </a:lnTo>
                <a:lnTo>
                  <a:pt x="753672" y="55735"/>
                </a:lnTo>
                <a:lnTo>
                  <a:pt x="753185" y="54367"/>
                </a:lnTo>
                <a:lnTo>
                  <a:pt x="752689" y="53012"/>
                </a:lnTo>
                <a:lnTo>
                  <a:pt x="752182" y="51669"/>
                </a:lnTo>
                <a:lnTo>
                  <a:pt x="751667" y="50338"/>
                </a:lnTo>
                <a:lnTo>
                  <a:pt x="751141" y="49020"/>
                </a:lnTo>
                <a:lnTo>
                  <a:pt x="750606" y="47714"/>
                </a:lnTo>
                <a:lnTo>
                  <a:pt x="750062" y="46421"/>
                </a:lnTo>
                <a:lnTo>
                  <a:pt x="749508" y="45139"/>
                </a:lnTo>
                <a:lnTo>
                  <a:pt x="748945" y="43870"/>
                </a:lnTo>
                <a:lnTo>
                  <a:pt x="748372" y="42614"/>
                </a:lnTo>
                <a:lnTo>
                  <a:pt x="747789" y="41370"/>
                </a:lnTo>
                <a:lnTo>
                  <a:pt x="747197" y="40138"/>
                </a:lnTo>
                <a:lnTo>
                  <a:pt x="746598" y="38920"/>
                </a:lnTo>
                <a:lnTo>
                  <a:pt x="745994" y="37718"/>
                </a:lnTo>
                <a:lnTo>
                  <a:pt x="745385" y="36531"/>
                </a:lnTo>
                <a:lnTo>
                  <a:pt x="744771" y="35360"/>
                </a:lnTo>
                <a:lnTo>
                  <a:pt x="744152" y="34204"/>
                </a:lnTo>
                <a:lnTo>
                  <a:pt x="743529" y="33064"/>
                </a:lnTo>
                <a:lnTo>
                  <a:pt x="742900" y="31939"/>
                </a:lnTo>
                <a:lnTo>
                  <a:pt x="742267" y="30830"/>
                </a:lnTo>
                <a:lnTo>
                  <a:pt x="741629" y="29736"/>
                </a:lnTo>
                <a:lnTo>
                  <a:pt x="740986" y="28658"/>
                </a:lnTo>
                <a:lnTo>
                  <a:pt x="740338" y="27596"/>
                </a:lnTo>
                <a:lnTo>
                  <a:pt x="739685" y="26549"/>
                </a:lnTo>
                <a:lnTo>
                  <a:pt x="739027" y="25517"/>
                </a:lnTo>
                <a:lnTo>
                  <a:pt x="738365" y="24501"/>
                </a:lnTo>
                <a:lnTo>
                  <a:pt x="737698" y="23501"/>
                </a:lnTo>
                <a:lnTo>
                  <a:pt x="737025" y="22516"/>
                </a:lnTo>
                <a:lnTo>
                  <a:pt x="736348" y="21546"/>
                </a:lnTo>
                <a:lnTo>
                  <a:pt x="735667" y="20593"/>
                </a:lnTo>
                <a:lnTo>
                  <a:pt x="734980" y="19654"/>
                </a:lnTo>
                <a:lnTo>
                  <a:pt x="734288" y="18731"/>
                </a:lnTo>
                <a:lnTo>
                  <a:pt x="733592" y="17824"/>
                </a:lnTo>
                <a:lnTo>
                  <a:pt x="732890" y="16932"/>
                </a:lnTo>
                <a:lnTo>
                  <a:pt x="732184" y="16056"/>
                </a:lnTo>
                <a:lnTo>
                  <a:pt x="731473" y="15196"/>
                </a:lnTo>
                <a:lnTo>
                  <a:pt x="730760" y="14352"/>
                </a:lnTo>
                <a:lnTo>
                  <a:pt x="730048" y="13526"/>
                </a:lnTo>
                <a:lnTo>
                  <a:pt x="729337" y="12719"/>
                </a:lnTo>
                <a:lnTo>
                  <a:pt x="728626" y="11930"/>
                </a:lnTo>
                <a:lnTo>
                  <a:pt x="727917" y="11159"/>
                </a:lnTo>
                <a:lnTo>
                  <a:pt x="727209" y="10407"/>
                </a:lnTo>
                <a:lnTo>
                  <a:pt x="726501" y="9673"/>
                </a:lnTo>
                <a:lnTo>
                  <a:pt x="725795" y="8957"/>
                </a:lnTo>
                <a:lnTo>
                  <a:pt x="725089" y="8260"/>
                </a:lnTo>
                <a:lnTo>
                  <a:pt x="724385" y="7581"/>
                </a:lnTo>
                <a:lnTo>
                  <a:pt x="723681" y="6920"/>
                </a:lnTo>
                <a:lnTo>
                  <a:pt x="722978" y="6278"/>
                </a:lnTo>
                <a:lnTo>
                  <a:pt x="722276" y="5654"/>
                </a:lnTo>
                <a:lnTo>
                  <a:pt x="721576" y="5048"/>
                </a:lnTo>
                <a:lnTo>
                  <a:pt x="720876" y="4461"/>
                </a:lnTo>
                <a:lnTo>
                  <a:pt x="720177" y="3892"/>
                </a:lnTo>
                <a:lnTo>
                  <a:pt x="719479" y="3341"/>
                </a:lnTo>
                <a:lnTo>
                  <a:pt x="718781" y="2809"/>
                </a:lnTo>
                <a:lnTo>
                  <a:pt x="718085" y="2295"/>
                </a:lnTo>
                <a:lnTo>
                  <a:pt x="717390" y="1799"/>
                </a:lnTo>
                <a:lnTo>
                  <a:pt x="716696" y="1322"/>
                </a:lnTo>
                <a:lnTo>
                  <a:pt x="716002" y="863"/>
                </a:lnTo>
                <a:lnTo>
                  <a:pt x="715310" y="422"/>
                </a:lnTo>
                <a:lnTo>
                  <a:pt x="714618" y="0"/>
                </a:lnTo>
                <a:lnTo>
                  <a:pt x="711495" y="8404"/>
                </a:lnTo>
                <a:lnTo>
                  <a:pt x="712060" y="8825"/>
                </a:lnTo>
                <a:lnTo>
                  <a:pt x="712626" y="9263"/>
                </a:lnTo>
                <a:lnTo>
                  <a:pt x="713193" y="9717"/>
                </a:lnTo>
                <a:lnTo>
                  <a:pt x="713760" y="10188"/>
                </a:lnTo>
                <a:lnTo>
                  <a:pt x="714327" y="10675"/>
                </a:lnTo>
                <a:lnTo>
                  <a:pt x="714894" y="11179"/>
                </a:lnTo>
                <a:lnTo>
                  <a:pt x="715462" y="11699"/>
                </a:lnTo>
                <a:lnTo>
                  <a:pt x="716030" y="12236"/>
                </a:lnTo>
                <a:lnTo>
                  <a:pt x="716599" y="12789"/>
                </a:lnTo>
                <a:lnTo>
                  <a:pt x="717168" y="13358"/>
                </a:lnTo>
                <a:lnTo>
                  <a:pt x="717737" y="13944"/>
                </a:lnTo>
                <a:lnTo>
                  <a:pt x="718307" y="14547"/>
                </a:lnTo>
                <a:lnTo>
                  <a:pt x="718877" y="15166"/>
                </a:lnTo>
                <a:lnTo>
                  <a:pt x="719447" y="15801"/>
                </a:lnTo>
                <a:lnTo>
                  <a:pt x="720018" y="16453"/>
                </a:lnTo>
                <a:lnTo>
                  <a:pt x="720589" y="17121"/>
                </a:lnTo>
                <a:lnTo>
                  <a:pt x="721161" y="17806"/>
                </a:lnTo>
                <a:lnTo>
                  <a:pt x="721733" y="18508"/>
                </a:lnTo>
                <a:lnTo>
                  <a:pt x="722305" y="19225"/>
                </a:lnTo>
                <a:lnTo>
                  <a:pt x="722878" y="19960"/>
                </a:lnTo>
                <a:lnTo>
                  <a:pt x="723451" y="20710"/>
                </a:lnTo>
                <a:lnTo>
                  <a:pt x="724025" y="21477"/>
                </a:lnTo>
                <a:lnTo>
                  <a:pt x="724598" y="22261"/>
                </a:lnTo>
                <a:lnTo>
                  <a:pt x="725173" y="23061"/>
                </a:lnTo>
                <a:lnTo>
                  <a:pt x="725745" y="23876"/>
                </a:lnTo>
                <a:lnTo>
                  <a:pt x="726313" y="24704"/>
                </a:lnTo>
                <a:lnTo>
                  <a:pt x="726877" y="25545"/>
                </a:lnTo>
                <a:lnTo>
                  <a:pt x="727437" y="26399"/>
                </a:lnTo>
                <a:lnTo>
                  <a:pt x="727993" y="27267"/>
                </a:lnTo>
                <a:lnTo>
                  <a:pt x="728545" y="28148"/>
                </a:lnTo>
                <a:lnTo>
                  <a:pt x="729093" y="29043"/>
                </a:lnTo>
                <a:lnTo>
                  <a:pt x="729636" y="29950"/>
                </a:lnTo>
                <a:lnTo>
                  <a:pt x="730176" y="30871"/>
                </a:lnTo>
                <a:lnTo>
                  <a:pt x="730711" y="31806"/>
                </a:lnTo>
                <a:lnTo>
                  <a:pt x="731242" y="32753"/>
                </a:lnTo>
                <a:lnTo>
                  <a:pt x="731769" y="33714"/>
                </a:lnTo>
                <a:lnTo>
                  <a:pt x="732292" y="34688"/>
                </a:lnTo>
                <a:lnTo>
                  <a:pt x="732811" y="35675"/>
                </a:lnTo>
                <a:lnTo>
                  <a:pt x="733326" y="36676"/>
                </a:lnTo>
                <a:lnTo>
                  <a:pt x="733836" y="37690"/>
                </a:lnTo>
                <a:lnTo>
                  <a:pt x="734343" y="38717"/>
                </a:lnTo>
                <a:lnTo>
                  <a:pt x="734845" y="39758"/>
                </a:lnTo>
                <a:lnTo>
                  <a:pt x="735344" y="40812"/>
                </a:lnTo>
                <a:lnTo>
                  <a:pt x="735838" y="41879"/>
                </a:lnTo>
                <a:lnTo>
                  <a:pt x="736328" y="42959"/>
                </a:lnTo>
                <a:lnTo>
                  <a:pt x="736814" y="44053"/>
                </a:lnTo>
                <a:lnTo>
                  <a:pt x="737296" y="45160"/>
                </a:lnTo>
                <a:lnTo>
                  <a:pt x="737773" y="46280"/>
                </a:lnTo>
                <a:lnTo>
                  <a:pt x="738245" y="47412"/>
                </a:lnTo>
                <a:lnTo>
                  <a:pt x="738709" y="48556"/>
                </a:lnTo>
                <a:lnTo>
                  <a:pt x="739165" y="49710"/>
                </a:lnTo>
                <a:lnTo>
                  <a:pt x="739613" y="50875"/>
                </a:lnTo>
                <a:lnTo>
                  <a:pt x="740054" y="52052"/>
                </a:lnTo>
                <a:lnTo>
                  <a:pt x="740486" y="53239"/>
                </a:lnTo>
                <a:lnTo>
                  <a:pt x="740911" y="54437"/>
                </a:lnTo>
                <a:lnTo>
                  <a:pt x="741327" y="55647"/>
                </a:lnTo>
                <a:lnTo>
                  <a:pt x="741736" y="56868"/>
                </a:lnTo>
                <a:lnTo>
                  <a:pt x="742137" y="58099"/>
                </a:lnTo>
                <a:lnTo>
                  <a:pt x="742531" y="59342"/>
                </a:lnTo>
                <a:lnTo>
                  <a:pt x="742916" y="60596"/>
                </a:lnTo>
                <a:lnTo>
                  <a:pt x="743294" y="61861"/>
                </a:lnTo>
                <a:lnTo>
                  <a:pt x="743663" y="63136"/>
                </a:lnTo>
                <a:lnTo>
                  <a:pt x="744025" y="64423"/>
                </a:lnTo>
                <a:lnTo>
                  <a:pt x="744379" y="65721"/>
                </a:lnTo>
                <a:lnTo>
                  <a:pt x="744725" y="67030"/>
                </a:lnTo>
                <a:lnTo>
                  <a:pt x="745063" y="68350"/>
                </a:lnTo>
                <a:lnTo>
                  <a:pt x="745394" y="69682"/>
                </a:lnTo>
                <a:lnTo>
                  <a:pt x="745716" y="71024"/>
                </a:lnTo>
                <a:lnTo>
                  <a:pt x="746031" y="72377"/>
                </a:lnTo>
                <a:lnTo>
                  <a:pt x="746338" y="73741"/>
                </a:lnTo>
                <a:lnTo>
                  <a:pt x="746637" y="75117"/>
                </a:lnTo>
                <a:lnTo>
                  <a:pt x="746928" y="76503"/>
                </a:lnTo>
                <a:lnTo>
                  <a:pt x="747209" y="77899"/>
                </a:lnTo>
                <a:lnTo>
                  <a:pt x="747478" y="79302"/>
                </a:lnTo>
                <a:lnTo>
                  <a:pt x="747736" y="80714"/>
                </a:lnTo>
                <a:lnTo>
                  <a:pt x="747981" y="82133"/>
                </a:lnTo>
                <a:lnTo>
                  <a:pt x="748214" y="83560"/>
                </a:lnTo>
                <a:lnTo>
                  <a:pt x="748436" y="84995"/>
                </a:lnTo>
                <a:lnTo>
                  <a:pt x="748645" y="86438"/>
                </a:lnTo>
                <a:lnTo>
                  <a:pt x="748842" y="87888"/>
                </a:lnTo>
                <a:lnTo>
                  <a:pt x="749028" y="89347"/>
                </a:lnTo>
                <a:lnTo>
                  <a:pt x="749201" y="90813"/>
                </a:lnTo>
                <a:lnTo>
                  <a:pt x="749363" y="92287"/>
                </a:lnTo>
                <a:lnTo>
                  <a:pt x="749513" y="93769"/>
                </a:lnTo>
                <a:lnTo>
                  <a:pt x="749650" y="95259"/>
                </a:lnTo>
                <a:lnTo>
                  <a:pt x="749776" y="96757"/>
                </a:lnTo>
                <a:lnTo>
                  <a:pt x="749890" y="98263"/>
                </a:lnTo>
                <a:lnTo>
                  <a:pt x="749991" y="99777"/>
                </a:lnTo>
                <a:lnTo>
                  <a:pt x="750081" y="101298"/>
                </a:lnTo>
                <a:lnTo>
                  <a:pt x="750159" y="102827"/>
                </a:lnTo>
                <a:lnTo>
                  <a:pt x="750225" y="104365"/>
                </a:lnTo>
                <a:lnTo>
                  <a:pt x="750278" y="105910"/>
                </a:lnTo>
                <a:lnTo>
                  <a:pt x="750320" y="107462"/>
                </a:lnTo>
                <a:lnTo>
                  <a:pt x="750350" y="109023"/>
                </a:lnTo>
                <a:lnTo>
                  <a:pt x="750368" y="110592"/>
                </a:lnTo>
                <a:lnTo>
                  <a:pt x="750374" y="112168"/>
                </a:lnTo>
                <a:lnTo>
                  <a:pt x="750374" y="114322"/>
                </a:lnTo>
                <a:lnTo>
                  <a:pt x="750368" y="115899"/>
                </a:lnTo>
                <a:lnTo>
                  <a:pt x="750351" y="117467"/>
                </a:lnTo>
                <a:lnTo>
                  <a:pt x="750322" y="119027"/>
                </a:lnTo>
                <a:lnTo>
                  <a:pt x="750281" y="120580"/>
                </a:lnTo>
                <a:lnTo>
                  <a:pt x="750229" y="122124"/>
                </a:lnTo>
                <a:lnTo>
                  <a:pt x="750165" y="123660"/>
                </a:lnTo>
                <a:lnTo>
                  <a:pt x="750090" y="125188"/>
                </a:lnTo>
                <a:lnTo>
                  <a:pt x="750003" y="126708"/>
                </a:lnTo>
                <a:lnTo>
                  <a:pt x="749905" y="128220"/>
                </a:lnTo>
                <a:lnTo>
                  <a:pt x="749795" y="129725"/>
                </a:lnTo>
                <a:lnTo>
                  <a:pt x="749673" y="131221"/>
                </a:lnTo>
                <a:lnTo>
                  <a:pt x="749539" y="132708"/>
                </a:lnTo>
                <a:lnTo>
                  <a:pt x="749395" y="134188"/>
                </a:lnTo>
                <a:lnTo>
                  <a:pt x="749238" y="135660"/>
                </a:lnTo>
                <a:lnTo>
                  <a:pt x="749070" y="137124"/>
                </a:lnTo>
                <a:lnTo>
                  <a:pt x="748890" y="138580"/>
                </a:lnTo>
                <a:lnTo>
                  <a:pt x="748699" y="140028"/>
                </a:lnTo>
                <a:lnTo>
                  <a:pt x="748496" y="141467"/>
                </a:lnTo>
                <a:lnTo>
                  <a:pt x="748282" y="142899"/>
                </a:lnTo>
                <a:lnTo>
                  <a:pt x="748056" y="144323"/>
                </a:lnTo>
                <a:lnTo>
                  <a:pt x="747818" y="145738"/>
                </a:lnTo>
                <a:lnTo>
                  <a:pt x="747569" y="147146"/>
                </a:lnTo>
                <a:lnTo>
                  <a:pt x="747308" y="148545"/>
                </a:lnTo>
                <a:lnTo>
                  <a:pt x="747035" y="149937"/>
                </a:lnTo>
                <a:lnTo>
                  <a:pt x="746753" y="151319"/>
                </a:lnTo>
                <a:lnTo>
                  <a:pt x="746463" y="152690"/>
                </a:lnTo>
                <a:lnTo>
                  <a:pt x="746165" y="154050"/>
                </a:lnTo>
                <a:lnTo>
                  <a:pt x="745858" y="155400"/>
                </a:lnTo>
                <a:lnTo>
                  <a:pt x="745544" y="156739"/>
                </a:lnTo>
                <a:lnTo>
                  <a:pt x="745221" y="158068"/>
                </a:lnTo>
                <a:lnTo>
                  <a:pt x="744891" y="159386"/>
                </a:lnTo>
                <a:lnTo>
                  <a:pt x="744552" y="160693"/>
                </a:lnTo>
                <a:lnTo>
                  <a:pt x="744206" y="161989"/>
                </a:lnTo>
                <a:lnTo>
                  <a:pt x="743851" y="163275"/>
                </a:lnTo>
                <a:lnTo>
                  <a:pt x="743489" y="164550"/>
                </a:lnTo>
                <a:lnTo>
                  <a:pt x="743118" y="165815"/>
                </a:lnTo>
                <a:lnTo>
                  <a:pt x="742739" y="167069"/>
                </a:lnTo>
                <a:lnTo>
                  <a:pt x="742352" y="168312"/>
                </a:lnTo>
                <a:lnTo>
                  <a:pt x="741958" y="169544"/>
                </a:lnTo>
                <a:lnTo>
                  <a:pt x="741555" y="170766"/>
                </a:lnTo>
                <a:lnTo>
                  <a:pt x="741144" y="171977"/>
                </a:lnTo>
                <a:lnTo>
                  <a:pt x="740725" y="173178"/>
                </a:lnTo>
                <a:lnTo>
                  <a:pt x="740298" y="174368"/>
                </a:lnTo>
                <a:lnTo>
                  <a:pt x="739863" y="175547"/>
                </a:lnTo>
                <a:lnTo>
                  <a:pt x="739420" y="176715"/>
                </a:lnTo>
                <a:lnTo>
                  <a:pt x="738969" y="177873"/>
                </a:lnTo>
                <a:lnTo>
                  <a:pt x="738510" y="179020"/>
                </a:lnTo>
                <a:lnTo>
                  <a:pt x="738043" y="180157"/>
                </a:lnTo>
                <a:lnTo>
                  <a:pt x="737569" y="181281"/>
                </a:lnTo>
                <a:lnTo>
                  <a:pt x="737092" y="182392"/>
                </a:lnTo>
                <a:lnTo>
                  <a:pt x="736610" y="183490"/>
                </a:lnTo>
                <a:lnTo>
                  <a:pt x="736124" y="184574"/>
                </a:lnTo>
                <a:lnTo>
                  <a:pt x="735633" y="185645"/>
                </a:lnTo>
                <a:lnTo>
                  <a:pt x="735138" y="186702"/>
                </a:lnTo>
                <a:lnTo>
                  <a:pt x="734639" y="187746"/>
                </a:lnTo>
                <a:lnTo>
                  <a:pt x="734136" y="188777"/>
                </a:lnTo>
                <a:lnTo>
                  <a:pt x="733628" y="189793"/>
                </a:lnTo>
                <a:lnTo>
                  <a:pt x="733116" y="190797"/>
                </a:lnTo>
                <a:lnTo>
                  <a:pt x="732599" y="191787"/>
                </a:lnTo>
                <a:lnTo>
                  <a:pt x="732079" y="192763"/>
                </a:lnTo>
                <a:lnTo>
                  <a:pt x="731554" y="193726"/>
                </a:lnTo>
                <a:lnTo>
                  <a:pt x="731025" y="194676"/>
                </a:lnTo>
                <a:lnTo>
                  <a:pt x="730491" y="195612"/>
                </a:lnTo>
                <a:lnTo>
                  <a:pt x="729953" y="196534"/>
                </a:lnTo>
                <a:lnTo>
                  <a:pt x="729411" y="197443"/>
                </a:lnTo>
                <a:lnTo>
                  <a:pt x="728865" y="198339"/>
                </a:lnTo>
                <a:lnTo>
                  <a:pt x="728314" y="199221"/>
                </a:lnTo>
                <a:lnTo>
                  <a:pt x="727759" y="200090"/>
                </a:lnTo>
                <a:lnTo>
                  <a:pt x="727200" y="200945"/>
                </a:lnTo>
                <a:lnTo>
                  <a:pt x="726636" y="201787"/>
                </a:lnTo>
                <a:lnTo>
                  <a:pt x="726068" y="202615"/>
                </a:lnTo>
                <a:lnTo>
                  <a:pt x="725496" y="203430"/>
                </a:lnTo>
                <a:lnTo>
                  <a:pt x="724921" y="204230"/>
                </a:lnTo>
                <a:lnTo>
                  <a:pt x="724345" y="205014"/>
                </a:lnTo>
                <a:lnTo>
                  <a:pt x="723769" y="205782"/>
                </a:lnTo>
                <a:lnTo>
                  <a:pt x="723192" y="206534"/>
                </a:lnTo>
                <a:lnTo>
                  <a:pt x="722614" y="207270"/>
                </a:lnTo>
                <a:lnTo>
                  <a:pt x="722036" y="207990"/>
                </a:lnTo>
                <a:lnTo>
                  <a:pt x="721457" y="208693"/>
                </a:lnTo>
                <a:lnTo>
                  <a:pt x="720877" y="209381"/>
                </a:lnTo>
                <a:lnTo>
                  <a:pt x="720296" y="210053"/>
                </a:lnTo>
                <a:lnTo>
                  <a:pt x="719714" y="210708"/>
                </a:lnTo>
                <a:lnTo>
                  <a:pt x="719132" y="211347"/>
                </a:lnTo>
                <a:lnTo>
                  <a:pt x="718549" y="211971"/>
                </a:lnTo>
                <a:lnTo>
                  <a:pt x="717965" y="212578"/>
                </a:lnTo>
                <a:lnTo>
                  <a:pt x="717381" y="213169"/>
                </a:lnTo>
                <a:lnTo>
                  <a:pt x="716796" y="213744"/>
                </a:lnTo>
                <a:lnTo>
                  <a:pt x="716210" y="214303"/>
                </a:lnTo>
                <a:lnTo>
                  <a:pt x="715623" y="214845"/>
                </a:lnTo>
                <a:lnTo>
                  <a:pt x="715035" y="215372"/>
                </a:lnTo>
                <a:lnTo>
                  <a:pt x="714447" y="215883"/>
                </a:lnTo>
                <a:lnTo>
                  <a:pt x="713858" y="216377"/>
                </a:lnTo>
                <a:lnTo>
                  <a:pt x="713269" y="216856"/>
                </a:lnTo>
                <a:lnTo>
                  <a:pt x="712678" y="217318"/>
                </a:lnTo>
                <a:lnTo>
                  <a:pt x="712087" y="217764"/>
                </a:lnTo>
                <a:lnTo>
                  <a:pt x="711495" y="218194"/>
                </a:lnTo>
                <a:lnTo>
                  <a:pt x="714618" y="226598"/>
                </a:lnTo>
                <a:lnTo>
                  <a:pt x="715310" y="226176"/>
                </a:lnTo>
                <a:lnTo>
                  <a:pt x="716002" y="225736"/>
                </a:lnTo>
                <a:lnTo>
                  <a:pt x="716696" y="225279"/>
                </a:lnTo>
                <a:lnTo>
                  <a:pt x="717390" y="224804"/>
                </a:lnTo>
                <a:lnTo>
                  <a:pt x="718085" y="224310"/>
                </a:lnTo>
                <a:lnTo>
                  <a:pt x="718781" y="223800"/>
                </a:lnTo>
                <a:lnTo>
                  <a:pt x="719479" y="223271"/>
                </a:lnTo>
                <a:lnTo>
                  <a:pt x="720177" y="222725"/>
                </a:lnTo>
                <a:lnTo>
                  <a:pt x="720876" y="222160"/>
                </a:lnTo>
                <a:lnTo>
                  <a:pt x="721576" y="221578"/>
                </a:lnTo>
                <a:lnTo>
                  <a:pt x="722276" y="220979"/>
                </a:lnTo>
                <a:lnTo>
                  <a:pt x="722978" y="220361"/>
                </a:lnTo>
                <a:lnTo>
                  <a:pt x="723681" y="219726"/>
                </a:lnTo>
                <a:lnTo>
                  <a:pt x="724385" y="219073"/>
                </a:lnTo>
                <a:lnTo>
                  <a:pt x="725089" y="218402"/>
                </a:lnTo>
                <a:lnTo>
                  <a:pt x="725795" y="217713"/>
                </a:lnTo>
                <a:lnTo>
                  <a:pt x="726501" y="217007"/>
                </a:lnTo>
                <a:lnTo>
                  <a:pt x="727209" y="216283"/>
                </a:lnTo>
                <a:lnTo>
                  <a:pt x="727917" y="215541"/>
                </a:lnTo>
                <a:lnTo>
                  <a:pt x="728626" y="214781"/>
                </a:lnTo>
                <a:lnTo>
                  <a:pt x="729337" y="214003"/>
                </a:lnTo>
                <a:lnTo>
                  <a:pt x="730048" y="213208"/>
                </a:lnTo>
                <a:lnTo>
                  <a:pt x="730760" y="212395"/>
                </a:lnTo>
                <a:lnTo>
                  <a:pt x="731473" y="211564"/>
                </a:lnTo>
                <a:lnTo>
                  <a:pt x="732184" y="210717"/>
                </a:lnTo>
                <a:lnTo>
                  <a:pt x="732890" y="209855"/>
                </a:lnTo>
                <a:lnTo>
                  <a:pt x="733592" y="208977"/>
                </a:lnTo>
                <a:lnTo>
                  <a:pt x="734288" y="208084"/>
                </a:lnTo>
                <a:lnTo>
                  <a:pt x="734980" y="207175"/>
                </a:lnTo>
                <a:lnTo>
                  <a:pt x="735667" y="206251"/>
                </a:lnTo>
                <a:lnTo>
                  <a:pt x="736348" y="205312"/>
                </a:lnTo>
                <a:lnTo>
                  <a:pt x="737025" y="204358"/>
                </a:lnTo>
                <a:lnTo>
                  <a:pt x="737698" y="203388"/>
                </a:lnTo>
                <a:lnTo>
                  <a:pt x="738365" y="202403"/>
                </a:lnTo>
                <a:lnTo>
                  <a:pt x="739027" y="201402"/>
                </a:lnTo>
                <a:lnTo>
                  <a:pt x="739685" y="200386"/>
                </a:lnTo>
                <a:lnTo>
                  <a:pt x="740338" y="199355"/>
                </a:lnTo>
                <a:lnTo>
                  <a:pt x="740986" y="198308"/>
                </a:lnTo>
                <a:lnTo>
                  <a:pt x="741629" y="197247"/>
                </a:lnTo>
                <a:lnTo>
                  <a:pt x="742267" y="196169"/>
                </a:lnTo>
                <a:lnTo>
                  <a:pt x="742900" y="195077"/>
                </a:lnTo>
                <a:lnTo>
                  <a:pt x="743529" y="193969"/>
                </a:lnTo>
                <a:lnTo>
                  <a:pt x="744152" y="192845"/>
                </a:lnTo>
                <a:lnTo>
                  <a:pt x="744771" y="191707"/>
                </a:lnTo>
                <a:lnTo>
                  <a:pt x="745385" y="190553"/>
                </a:lnTo>
                <a:lnTo>
                  <a:pt x="745994" y="189383"/>
                </a:lnTo>
                <a:lnTo>
                  <a:pt x="746598" y="188199"/>
                </a:lnTo>
                <a:lnTo>
                  <a:pt x="747197" y="186999"/>
                </a:lnTo>
                <a:lnTo>
                  <a:pt x="747789" y="185784"/>
                </a:lnTo>
                <a:lnTo>
                  <a:pt x="748372" y="184556"/>
                </a:lnTo>
                <a:lnTo>
                  <a:pt x="748945" y="183314"/>
                </a:lnTo>
                <a:lnTo>
                  <a:pt x="749508" y="182059"/>
                </a:lnTo>
                <a:lnTo>
                  <a:pt x="750062" y="180790"/>
                </a:lnTo>
                <a:lnTo>
                  <a:pt x="750606" y="179507"/>
                </a:lnTo>
                <a:lnTo>
                  <a:pt x="751141" y="178211"/>
                </a:lnTo>
                <a:lnTo>
                  <a:pt x="751667" y="176901"/>
                </a:lnTo>
                <a:lnTo>
                  <a:pt x="752182" y="175577"/>
                </a:lnTo>
                <a:lnTo>
                  <a:pt x="752689" y="174239"/>
                </a:lnTo>
                <a:lnTo>
                  <a:pt x="753185" y="172888"/>
                </a:lnTo>
                <a:lnTo>
                  <a:pt x="753672" y="171524"/>
                </a:lnTo>
                <a:lnTo>
                  <a:pt x="754150" y="170146"/>
                </a:lnTo>
                <a:lnTo>
                  <a:pt x="754618" y="168754"/>
                </a:lnTo>
                <a:lnTo>
                  <a:pt x="755077" y="167348"/>
                </a:lnTo>
                <a:lnTo>
                  <a:pt x="755526" y="165929"/>
                </a:lnTo>
                <a:lnTo>
                  <a:pt x="755965" y="164496"/>
                </a:lnTo>
                <a:lnTo>
                  <a:pt x="756395" y="163049"/>
                </a:lnTo>
                <a:lnTo>
                  <a:pt x="756816" y="161589"/>
                </a:lnTo>
                <a:lnTo>
                  <a:pt x="757226" y="160115"/>
                </a:lnTo>
                <a:lnTo>
                  <a:pt x="757628" y="158628"/>
                </a:lnTo>
                <a:lnTo>
                  <a:pt x="758020" y="157127"/>
                </a:lnTo>
                <a:lnTo>
                  <a:pt x="758402" y="155612"/>
                </a:lnTo>
                <a:lnTo>
                  <a:pt x="758775" y="154083"/>
                </a:lnTo>
                <a:lnTo>
                  <a:pt x="759135" y="152542"/>
                </a:lnTo>
                <a:lnTo>
                  <a:pt x="759480" y="150991"/>
                </a:lnTo>
                <a:lnTo>
                  <a:pt x="759810" y="149428"/>
                </a:lnTo>
                <a:lnTo>
                  <a:pt x="760124" y="147854"/>
                </a:lnTo>
                <a:lnTo>
                  <a:pt x="760423" y="146270"/>
                </a:lnTo>
                <a:lnTo>
                  <a:pt x="760707" y="144675"/>
                </a:lnTo>
                <a:lnTo>
                  <a:pt x="760975" y="143069"/>
                </a:lnTo>
                <a:lnTo>
                  <a:pt x="761228" y="141452"/>
                </a:lnTo>
                <a:lnTo>
                  <a:pt x="761465" y="139824"/>
                </a:lnTo>
                <a:lnTo>
                  <a:pt x="761688" y="138186"/>
                </a:lnTo>
                <a:lnTo>
                  <a:pt x="761895" y="136536"/>
                </a:lnTo>
                <a:lnTo>
                  <a:pt x="762086" y="134876"/>
                </a:lnTo>
                <a:lnTo>
                  <a:pt x="762263" y="133205"/>
                </a:lnTo>
                <a:lnTo>
                  <a:pt x="762424" y="131523"/>
                </a:lnTo>
                <a:lnTo>
                  <a:pt x="762569" y="129830"/>
                </a:lnTo>
                <a:lnTo>
                  <a:pt x="762700" y="128126"/>
                </a:lnTo>
                <a:lnTo>
                  <a:pt x="762815" y="126412"/>
                </a:lnTo>
                <a:lnTo>
                  <a:pt x="762914" y="124687"/>
                </a:lnTo>
                <a:lnTo>
                  <a:pt x="762999" y="122950"/>
                </a:lnTo>
                <a:lnTo>
                  <a:pt x="763068" y="121203"/>
                </a:lnTo>
                <a:lnTo>
                  <a:pt x="763121" y="119446"/>
                </a:lnTo>
                <a:lnTo>
                  <a:pt x="763160" y="117677"/>
                </a:lnTo>
                <a:lnTo>
                  <a:pt x="763183" y="115897"/>
                </a:lnTo>
                <a:lnTo>
                  <a:pt x="763190" y="114107"/>
                </a:lnTo>
                <a:lnTo>
                  <a:pt x="763190" y="112491"/>
                </a:lnTo>
                <a:lnTo>
                  <a:pt x="763183" y="110736"/>
                </a:lnTo>
                <a:lnTo>
                  <a:pt x="763160" y="108991"/>
                </a:lnTo>
                <a:lnTo>
                  <a:pt x="763121" y="107256"/>
                </a:lnTo>
                <a:lnTo>
                  <a:pt x="763068" y="105531"/>
                </a:lnTo>
                <a:close/>
                <a:moveTo>
                  <a:pt x="636285" y="148726"/>
                </a:moveTo>
                <a:lnTo>
                  <a:pt x="636344" y="149438"/>
                </a:lnTo>
                <a:lnTo>
                  <a:pt x="636417" y="150146"/>
                </a:lnTo>
                <a:lnTo>
                  <a:pt x="636504" y="150848"/>
                </a:lnTo>
                <a:lnTo>
                  <a:pt x="636603" y="151544"/>
                </a:lnTo>
                <a:lnTo>
                  <a:pt x="636716" y="152236"/>
                </a:lnTo>
                <a:lnTo>
                  <a:pt x="636842" y="152922"/>
                </a:lnTo>
                <a:lnTo>
                  <a:pt x="636982" y="153603"/>
                </a:lnTo>
                <a:lnTo>
                  <a:pt x="637134" y="154279"/>
                </a:lnTo>
                <a:lnTo>
                  <a:pt x="637300" y="154949"/>
                </a:lnTo>
                <a:lnTo>
                  <a:pt x="637479" y="155614"/>
                </a:lnTo>
                <a:lnTo>
                  <a:pt x="637672" y="156274"/>
                </a:lnTo>
                <a:lnTo>
                  <a:pt x="637878" y="156929"/>
                </a:lnTo>
                <a:lnTo>
                  <a:pt x="638097" y="157579"/>
                </a:lnTo>
                <a:lnTo>
                  <a:pt x="638329" y="158223"/>
                </a:lnTo>
                <a:lnTo>
                  <a:pt x="638575" y="158862"/>
                </a:lnTo>
                <a:lnTo>
                  <a:pt x="638833" y="159496"/>
                </a:lnTo>
                <a:lnTo>
                  <a:pt x="639106" y="160125"/>
                </a:lnTo>
                <a:lnTo>
                  <a:pt x="639391" y="160748"/>
                </a:lnTo>
                <a:lnTo>
                  <a:pt x="639690" y="161366"/>
                </a:lnTo>
                <a:lnTo>
                  <a:pt x="640002" y="161979"/>
                </a:lnTo>
                <a:lnTo>
                  <a:pt x="640326" y="162584"/>
                </a:lnTo>
                <a:lnTo>
                  <a:pt x="640660" y="163179"/>
                </a:lnTo>
                <a:lnTo>
                  <a:pt x="641005" y="163764"/>
                </a:lnTo>
                <a:lnTo>
                  <a:pt x="641361" y="164339"/>
                </a:lnTo>
                <a:lnTo>
                  <a:pt x="641728" y="164904"/>
                </a:lnTo>
                <a:lnTo>
                  <a:pt x="642105" y="165459"/>
                </a:lnTo>
                <a:lnTo>
                  <a:pt x="642493" y="166004"/>
                </a:lnTo>
                <a:lnTo>
                  <a:pt x="642892" y="166538"/>
                </a:lnTo>
                <a:lnTo>
                  <a:pt x="643301" y="167063"/>
                </a:lnTo>
                <a:lnTo>
                  <a:pt x="643721" y="167577"/>
                </a:lnTo>
                <a:lnTo>
                  <a:pt x="644151" y="168081"/>
                </a:lnTo>
                <a:lnTo>
                  <a:pt x="644592" y="168576"/>
                </a:lnTo>
                <a:lnTo>
                  <a:pt x="645044" y="169060"/>
                </a:lnTo>
                <a:lnTo>
                  <a:pt x="645507" y="169534"/>
                </a:lnTo>
                <a:lnTo>
                  <a:pt x="645980" y="169998"/>
                </a:lnTo>
                <a:lnTo>
                  <a:pt x="646464" y="170451"/>
                </a:lnTo>
                <a:lnTo>
                  <a:pt x="646958" y="170895"/>
                </a:lnTo>
                <a:lnTo>
                  <a:pt x="647463" y="171329"/>
                </a:lnTo>
                <a:lnTo>
                  <a:pt x="647979" y="171752"/>
                </a:lnTo>
                <a:lnTo>
                  <a:pt x="648505" y="172166"/>
                </a:lnTo>
                <a:lnTo>
                  <a:pt x="649042" y="172569"/>
                </a:lnTo>
                <a:lnTo>
                  <a:pt x="649590" y="172962"/>
                </a:lnTo>
                <a:lnTo>
                  <a:pt x="650149" y="173345"/>
                </a:lnTo>
                <a:lnTo>
                  <a:pt x="650718" y="173718"/>
                </a:lnTo>
                <a:lnTo>
                  <a:pt x="651297" y="174078"/>
                </a:lnTo>
                <a:lnTo>
                  <a:pt x="651884" y="174423"/>
                </a:lnTo>
                <a:lnTo>
                  <a:pt x="652481" y="174753"/>
                </a:lnTo>
                <a:lnTo>
                  <a:pt x="653087" y="175067"/>
                </a:lnTo>
                <a:lnTo>
                  <a:pt x="653702" y="175366"/>
                </a:lnTo>
                <a:lnTo>
                  <a:pt x="654326" y="175650"/>
                </a:lnTo>
                <a:lnTo>
                  <a:pt x="654958" y="175918"/>
                </a:lnTo>
                <a:lnTo>
                  <a:pt x="655600" y="176171"/>
                </a:lnTo>
                <a:lnTo>
                  <a:pt x="656251" y="176409"/>
                </a:lnTo>
                <a:lnTo>
                  <a:pt x="656910" y="176631"/>
                </a:lnTo>
                <a:lnTo>
                  <a:pt x="657579" y="176838"/>
                </a:lnTo>
                <a:lnTo>
                  <a:pt x="658257" y="177030"/>
                </a:lnTo>
                <a:lnTo>
                  <a:pt x="658943" y="177206"/>
                </a:lnTo>
                <a:lnTo>
                  <a:pt x="659639" y="177367"/>
                </a:lnTo>
                <a:lnTo>
                  <a:pt x="660343" y="177513"/>
                </a:lnTo>
                <a:lnTo>
                  <a:pt x="661057" y="177643"/>
                </a:lnTo>
                <a:lnTo>
                  <a:pt x="661779" y="177758"/>
                </a:lnTo>
                <a:lnTo>
                  <a:pt x="662511" y="177858"/>
                </a:lnTo>
                <a:lnTo>
                  <a:pt x="663251" y="177942"/>
                </a:lnTo>
                <a:lnTo>
                  <a:pt x="664001" y="178011"/>
                </a:lnTo>
                <a:lnTo>
                  <a:pt x="664759" y="178065"/>
                </a:lnTo>
                <a:lnTo>
                  <a:pt x="665526" y="178103"/>
                </a:lnTo>
                <a:lnTo>
                  <a:pt x="666303" y="178126"/>
                </a:lnTo>
                <a:lnTo>
                  <a:pt x="667088" y="178134"/>
                </a:lnTo>
                <a:lnTo>
                  <a:pt x="667864" y="178126"/>
                </a:lnTo>
                <a:lnTo>
                  <a:pt x="668632" y="178103"/>
                </a:lnTo>
                <a:lnTo>
                  <a:pt x="669391" y="178065"/>
                </a:lnTo>
                <a:lnTo>
                  <a:pt x="670141" y="178011"/>
                </a:lnTo>
                <a:lnTo>
                  <a:pt x="670882" y="177942"/>
                </a:lnTo>
                <a:lnTo>
                  <a:pt x="671615" y="177858"/>
                </a:lnTo>
                <a:lnTo>
                  <a:pt x="672338" y="177758"/>
                </a:lnTo>
                <a:lnTo>
                  <a:pt x="673053" y="177643"/>
                </a:lnTo>
                <a:lnTo>
                  <a:pt x="673759" y="177513"/>
                </a:lnTo>
                <a:lnTo>
                  <a:pt x="674457" y="177367"/>
                </a:lnTo>
                <a:lnTo>
                  <a:pt x="675145" y="177206"/>
                </a:lnTo>
                <a:lnTo>
                  <a:pt x="675825" y="177030"/>
                </a:lnTo>
                <a:lnTo>
                  <a:pt x="676496" y="176838"/>
                </a:lnTo>
                <a:lnTo>
                  <a:pt x="677158" y="176631"/>
                </a:lnTo>
                <a:lnTo>
                  <a:pt x="677812" y="176409"/>
                </a:lnTo>
                <a:lnTo>
                  <a:pt x="678456" y="176171"/>
                </a:lnTo>
                <a:lnTo>
                  <a:pt x="679092" y="175918"/>
                </a:lnTo>
                <a:lnTo>
                  <a:pt x="679719" y="175650"/>
                </a:lnTo>
                <a:lnTo>
                  <a:pt x="680337" y="175366"/>
                </a:lnTo>
                <a:lnTo>
                  <a:pt x="680947" y="175067"/>
                </a:lnTo>
                <a:lnTo>
                  <a:pt x="681547" y="174753"/>
                </a:lnTo>
                <a:lnTo>
                  <a:pt x="682139" y="174423"/>
                </a:lnTo>
                <a:lnTo>
                  <a:pt x="682722" y="174078"/>
                </a:lnTo>
                <a:lnTo>
                  <a:pt x="683297" y="173718"/>
                </a:lnTo>
                <a:lnTo>
                  <a:pt x="683861" y="173345"/>
                </a:lnTo>
                <a:lnTo>
                  <a:pt x="684415" y="172962"/>
                </a:lnTo>
                <a:lnTo>
                  <a:pt x="684958" y="172569"/>
                </a:lnTo>
                <a:lnTo>
                  <a:pt x="685489" y="172166"/>
                </a:lnTo>
                <a:lnTo>
                  <a:pt x="686011" y="171752"/>
                </a:lnTo>
                <a:lnTo>
                  <a:pt x="686521" y="171329"/>
                </a:lnTo>
                <a:lnTo>
                  <a:pt x="687020" y="170895"/>
                </a:lnTo>
                <a:lnTo>
                  <a:pt x="687509" y="170451"/>
                </a:lnTo>
                <a:lnTo>
                  <a:pt x="687987" y="169998"/>
                </a:lnTo>
                <a:lnTo>
                  <a:pt x="688453" y="169534"/>
                </a:lnTo>
                <a:lnTo>
                  <a:pt x="688909" y="169060"/>
                </a:lnTo>
                <a:lnTo>
                  <a:pt x="689355" y="168576"/>
                </a:lnTo>
                <a:lnTo>
                  <a:pt x="689789" y="168081"/>
                </a:lnTo>
                <a:lnTo>
                  <a:pt x="690213" y="167577"/>
                </a:lnTo>
                <a:lnTo>
                  <a:pt x="690625" y="167063"/>
                </a:lnTo>
                <a:lnTo>
                  <a:pt x="691027" y="166538"/>
                </a:lnTo>
                <a:lnTo>
                  <a:pt x="691418" y="166004"/>
                </a:lnTo>
                <a:lnTo>
                  <a:pt x="691798" y="165459"/>
                </a:lnTo>
                <a:lnTo>
                  <a:pt x="692167" y="164904"/>
                </a:lnTo>
                <a:lnTo>
                  <a:pt x="692526" y="164339"/>
                </a:lnTo>
                <a:lnTo>
                  <a:pt x="692873" y="163764"/>
                </a:lnTo>
                <a:lnTo>
                  <a:pt x="693210" y="163179"/>
                </a:lnTo>
                <a:lnTo>
                  <a:pt x="693536" y="162584"/>
                </a:lnTo>
                <a:lnTo>
                  <a:pt x="693851" y="161979"/>
                </a:lnTo>
                <a:lnTo>
                  <a:pt x="694154" y="161366"/>
                </a:lnTo>
                <a:lnTo>
                  <a:pt x="694445" y="160748"/>
                </a:lnTo>
                <a:lnTo>
                  <a:pt x="694722" y="160125"/>
                </a:lnTo>
                <a:lnTo>
                  <a:pt x="694986" y="159496"/>
                </a:lnTo>
                <a:lnTo>
                  <a:pt x="695238" y="158862"/>
                </a:lnTo>
                <a:lnTo>
                  <a:pt x="695477" y="158223"/>
                </a:lnTo>
                <a:lnTo>
                  <a:pt x="695702" y="157579"/>
                </a:lnTo>
                <a:lnTo>
                  <a:pt x="695915" y="156929"/>
                </a:lnTo>
                <a:lnTo>
                  <a:pt x="696115" y="156274"/>
                </a:lnTo>
                <a:lnTo>
                  <a:pt x="696302" y="155614"/>
                </a:lnTo>
                <a:lnTo>
                  <a:pt x="696477" y="154949"/>
                </a:lnTo>
                <a:lnTo>
                  <a:pt x="696638" y="154279"/>
                </a:lnTo>
                <a:lnTo>
                  <a:pt x="696786" y="153603"/>
                </a:lnTo>
                <a:lnTo>
                  <a:pt x="696922" y="152922"/>
                </a:lnTo>
                <a:lnTo>
                  <a:pt x="697044" y="152236"/>
                </a:lnTo>
                <a:lnTo>
                  <a:pt x="697154" y="151544"/>
                </a:lnTo>
                <a:lnTo>
                  <a:pt x="697251" y="150848"/>
                </a:lnTo>
                <a:lnTo>
                  <a:pt x="697334" y="150146"/>
                </a:lnTo>
                <a:lnTo>
                  <a:pt x="697405" y="149438"/>
                </a:lnTo>
                <a:lnTo>
                  <a:pt x="697463" y="148726"/>
                </a:lnTo>
                <a:lnTo>
                  <a:pt x="697509" y="148008"/>
                </a:lnTo>
                <a:lnTo>
                  <a:pt x="697541" y="147286"/>
                </a:lnTo>
                <a:lnTo>
                  <a:pt x="697560" y="146558"/>
                </a:lnTo>
                <a:lnTo>
                  <a:pt x="697567" y="145824"/>
                </a:lnTo>
                <a:lnTo>
                  <a:pt x="697567" y="137424"/>
                </a:lnTo>
                <a:lnTo>
                  <a:pt x="697560" y="136690"/>
                </a:lnTo>
                <a:lnTo>
                  <a:pt x="697541" y="135962"/>
                </a:lnTo>
                <a:lnTo>
                  <a:pt x="697508" y="135239"/>
                </a:lnTo>
                <a:lnTo>
                  <a:pt x="697462" y="134522"/>
                </a:lnTo>
                <a:lnTo>
                  <a:pt x="697403" y="133809"/>
                </a:lnTo>
                <a:lnTo>
                  <a:pt x="697331" y="133102"/>
                </a:lnTo>
                <a:lnTo>
                  <a:pt x="697246" y="132400"/>
                </a:lnTo>
                <a:lnTo>
                  <a:pt x="697148" y="131704"/>
                </a:lnTo>
                <a:lnTo>
                  <a:pt x="697037" y="131012"/>
                </a:lnTo>
                <a:lnTo>
                  <a:pt x="696912" y="130326"/>
                </a:lnTo>
                <a:lnTo>
                  <a:pt x="696775" y="129645"/>
                </a:lnTo>
                <a:lnTo>
                  <a:pt x="696624" y="128969"/>
                </a:lnTo>
                <a:lnTo>
                  <a:pt x="696461" y="128299"/>
                </a:lnTo>
                <a:lnTo>
                  <a:pt x="696284" y="127634"/>
                </a:lnTo>
                <a:lnTo>
                  <a:pt x="696094" y="126974"/>
                </a:lnTo>
                <a:lnTo>
                  <a:pt x="695891" y="126319"/>
                </a:lnTo>
                <a:lnTo>
                  <a:pt x="695675" y="125669"/>
                </a:lnTo>
                <a:lnTo>
                  <a:pt x="695446" y="125025"/>
                </a:lnTo>
                <a:lnTo>
                  <a:pt x="695204" y="124386"/>
                </a:lnTo>
                <a:lnTo>
                  <a:pt x="694949" y="123752"/>
                </a:lnTo>
                <a:lnTo>
                  <a:pt x="694681" y="123123"/>
                </a:lnTo>
                <a:lnTo>
                  <a:pt x="694399" y="122500"/>
                </a:lnTo>
                <a:lnTo>
                  <a:pt x="694105" y="121882"/>
                </a:lnTo>
                <a:lnTo>
                  <a:pt x="693797" y="121269"/>
                </a:lnTo>
                <a:lnTo>
                  <a:pt x="693478" y="120664"/>
                </a:lnTo>
                <a:lnTo>
                  <a:pt x="693148" y="120068"/>
                </a:lnTo>
                <a:lnTo>
                  <a:pt x="692807" y="119483"/>
                </a:lnTo>
                <a:lnTo>
                  <a:pt x="692455" y="118908"/>
                </a:lnTo>
                <a:lnTo>
                  <a:pt x="692093" y="118344"/>
                </a:lnTo>
                <a:lnTo>
                  <a:pt x="691721" y="117789"/>
                </a:lnTo>
                <a:lnTo>
                  <a:pt x="691337" y="117244"/>
                </a:lnTo>
                <a:lnTo>
                  <a:pt x="690943" y="116710"/>
                </a:lnTo>
                <a:lnTo>
                  <a:pt x="690539" y="116185"/>
                </a:lnTo>
                <a:lnTo>
                  <a:pt x="690123" y="115671"/>
                </a:lnTo>
                <a:lnTo>
                  <a:pt x="689697" y="115166"/>
                </a:lnTo>
                <a:lnTo>
                  <a:pt x="689260" y="114672"/>
                </a:lnTo>
                <a:lnTo>
                  <a:pt x="688813" y="114188"/>
                </a:lnTo>
                <a:lnTo>
                  <a:pt x="688355" y="113714"/>
                </a:lnTo>
                <a:lnTo>
                  <a:pt x="687886" y="113250"/>
                </a:lnTo>
                <a:lnTo>
                  <a:pt x="687407" y="112797"/>
                </a:lnTo>
                <a:lnTo>
                  <a:pt x="686917" y="112353"/>
                </a:lnTo>
                <a:lnTo>
                  <a:pt x="686417" y="111919"/>
                </a:lnTo>
                <a:lnTo>
                  <a:pt x="685905" y="111496"/>
                </a:lnTo>
                <a:lnTo>
                  <a:pt x="685383" y="111082"/>
                </a:lnTo>
                <a:lnTo>
                  <a:pt x="684851" y="110679"/>
                </a:lnTo>
                <a:lnTo>
                  <a:pt x="684307" y="110286"/>
                </a:lnTo>
                <a:lnTo>
                  <a:pt x="683753" y="109903"/>
                </a:lnTo>
                <a:lnTo>
                  <a:pt x="683189" y="109530"/>
                </a:lnTo>
                <a:lnTo>
                  <a:pt x="682614" y="109169"/>
                </a:lnTo>
                <a:lnTo>
                  <a:pt x="682031" y="108824"/>
                </a:lnTo>
                <a:lnTo>
                  <a:pt x="681438" y="108495"/>
                </a:lnTo>
                <a:lnTo>
                  <a:pt x="680836" y="108180"/>
                </a:lnTo>
                <a:lnTo>
                  <a:pt x="680225" y="107881"/>
                </a:lnTo>
                <a:lnTo>
                  <a:pt x="679605" y="107598"/>
                </a:lnTo>
                <a:lnTo>
                  <a:pt x="678975" y="107330"/>
                </a:lnTo>
                <a:lnTo>
                  <a:pt x="678336" y="107077"/>
                </a:lnTo>
                <a:lnTo>
                  <a:pt x="677689" y="106839"/>
                </a:lnTo>
                <a:lnTo>
                  <a:pt x="677032" y="106617"/>
                </a:lnTo>
                <a:lnTo>
                  <a:pt x="676366" y="106410"/>
                </a:lnTo>
                <a:lnTo>
                  <a:pt x="675690" y="106218"/>
                </a:lnTo>
                <a:lnTo>
                  <a:pt x="675006" y="106042"/>
                </a:lnTo>
                <a:lnTo>
                  <a:pt x="674312" y="105881"/>
                </a:lnTo>
                <a:lnTo>
                  <a:pt x="673610" y="105735"/>
                </a:lnTo>
                <a:lnTo>
                  <a:pt x="672898" y="105605"/>
                </a:lnTo>
                <a:lnTo>
                  <a:pt x="672177" y="105490"/>
                </a:lnTo>
                <a:lnTo>
                  <a:pt x="671446" y="105390"/>
                </a:lnTo>
                <a:lnTo>
                  <a:pt x="670707" y="105306"/>
                </a:lnTo>
                <a:lnTo>
                  <a:pt x="669958" y="105237"/>
                </a:lnTo>
                <a:lnTo>
                  <a:pt x="669201" y="105183"/>
                </a:lnTo>
                <a:lnTo>
                  <a:pt x="668434" y="105145"/>
                </a:lnTo>
                <a:lnTo>
                  <a:pt x="667658" y="105122"/>
                </a:lnTo>
                <a:lnTo>
                  <a:pt x="666873" y="105114"/>
                </a:lnTo>
                <a:lnTo>
                  <a:pt x="666096" y="105122"/>
                </a:lnTo>
                <a:lnTo>
                  <a:pt x="665328" y="105145"/>
                </a:lnTo>
                <a:lnTo>
                  <a:pt x="664569" y="105183"/>
                </a:lnTo>
                <a:lnTo>
                  <a:pt x="663818" y="105237"/>
                </a:lnTo>
                <a:lnTo>
                  <a:pt x="663076" y="105306"/>
                </a:lnTo>
                <a:lnTo>
                  <a:pt x="662342" y="105390"/>
                </a:lnTo>
                <a:lnTo>
                  <a:pt x="661618" y="105490"/>
                </a:lnTo>
                <a:lnTo>
                  <a:pt x="660901" y="105605"/>
                </a:lnTo>
                <a:lnTo>
                  <a:pt x="660194" y="105735"/>
                </a:lnTo>
                <a:lnTo>
                  <a:pt x="659494" y="105881"/>
                </a:lnTo>
                <a:lnTo>
                  <a:pt x="658804" y="106042"/>
                </a:lnTo>
                <a:lnTo>
                  <a:pt x="658122" y="106218"/>
                </a:lnTo>
                <a:lnTo>
                  <a:pt x="657449" y="106410"/>
                </a:lnTo>
                <a:lnTo>
                  <a:pt x="656784" y="106617"/>
                </a:lnTo>
                <a:lnTo>
                  <a:pt x="656128" y="106839"/>
                </a:lnTo>
                <a:lnTo>
                  <a:pt x="655480" y="107077"/>
                </a:lnTo>
                <a:lnTo>
                  <a:pt x="654841" y="107330"/>
                </a:lnTo>
                <a:lnTo>
                  <a:pt x="654211" y="107598"/>
                </a:lnTo>
                <a:lnTo>
                  <a:pt x="653589" y="107881"/>
                </a:lnTo>
                <a:lnTo>
                  <a:pt x="652976" y="108180"/>
                </a:lnTo>
                <a:lnTo>
                  <a:pt x="652372" y="108495"/>
                </a:lnTo>
                <a:lnTo>
                  <a:pt x="651776" y="108824"/>
                </a:lnTo>
                <a:lnTo>
                  <a:pt x="651189" y="109169"/>
                </a:lnTo>
                <a:lnTo>
                  <a:pt x="650610" y="109530"/>
                </a:lnTo>
                <a:lnTo>
                  <a:pt x="650041" y="109903"/>
                </a:lnTo>
                <a:lnTo>
                  <a:pt x="649483" y="110286"/>
                </a:lnTo>
                <a:lnTo>
                  <a:pt x="648936" y="110679"/>
                </a:lnTo>
                <a:lnTo>
                  <a:pt x="648399" y="111082"/>
                </a:lnTo>
                <a:lnTo>
                  <a:pt x="647874" y="111496"/>
                </a:lnTo>
                <a:lnTo>
                  <a:pt x="647359" y="111919"/>
                </a:lnTo>
                <a:lnTo>
                  <a:pt x="646855" y="112353"/>
                </a:lnTo>
                <a:lnTo>
                  <a:pt x="646362" y="112797"/>
                </a:lnTo>
                <a:lnTo>
                  <a:pt x="645880" y="113250"/>
                </a:lnTo>
                <a:lnTo>
                  <a:pt x="645408" y="113714"/>
                </a:lnTo>
                <a:lnTo>
                  <a:pt x="644948" y="114188"/>
                </a:lnTo>
                <a:lnTo>
                  <a:pt x="644498" y="114672"/>
                </a:lnTo>
                <a:lnTo>
                  <a:pt x="644059" y="115166"/>
                </a:lnTo>
                <a:lnTo>
                  <a:pt x="643631" y="115671"/>
                </a:lnTo>
                <a:lnTo>
                  <a:pt x="643214" y="116185"/>
                </a:lnTo>
                <a:lnTo>
                  <a:pt x="642808" y="116710"/>
                </a:lnTo>
                <a:lnTo>
                  <a:pt x="642412" y="117244"/>
                </a:lnTo>
                <a:lnTo>
                  <a:pt x="642028" y="117789"/>
                </a:lnTo>
                <a:lnTo>
                  <a:pt x="641654" y="118344"/>
                </a:lnTo>
                <a:lnTo>
                  <a:pt x="641291" y="118908"/>
                </a:lnTo>
                <a:lnTo>
                  <a:pt x="640939" y="119483"/>
                </a:lnTo>
                <a:lnTo>
                  <a:pt x="640598" y="120068"/>
                </a:lnTo>
                <a:lnTo>
                  <a:pt x="640267" y="120664"/>
                </a:lnTo>
                <a:lnTo>
                  <a:pt x="639948" y="121269"/>
                </a:lnTo>
                <a:lnTo>
                  <a:pt x="639640" y="121882"/>
                </a:lnTo>
                <a:lnTo>
                  <a:pt x="639346" y="122500"/>
                </a:lnTo>
                <a:lnTo>
                  <a:pt x="639064" y="123123"/>
                </a:lnTo>
                <a:lnTo>
                  <a:pt x="638796" y="123752"/>
                </a:lnTo>
                <a:lnTo>
                  <a:pt x="638541" y="124386"/>
                </a:lnTo>
                <a:lnTo>
                  <a:pt x="638299" y="125025"/>
                </a:lnTo>
                <a:lnTo>
                  <a:pt x="638070" y="125669"/>
                </a:lnTo>
                <a:lnTo>
                  <a:pt x="637854" y="126319"/>
                </a:lnTo>
                <a:lnTo>
                  <a:pt x="637651" y="126974"/>
                </a:lnTo>
                <a:lnTo>
                  <a:pt x="637461" y="127634"/>
                </a:lnTo>
                <a:lnTo>
                  <a:pt x="637284" y="128299"/>
                </a:lnTo>
                <a:lnTo>
                  <a:pt x="637121" y="128969"/>
                </a:lnTo>
                <a:lnTo>
                  <a:pt x="636970" y="129645"/>
                </a:lnTo>
                <a:lnTo>
                  <a:pt x="636833" y="130326"/>
                </a:lnTo>
                <a:lnTo>
                  <a:pt x="636708" y="131012"/>
                </a:lnTo>
                <a:lnTo>
                  <a:pt x="636597" y="131704"/>
                </a:lnTo>
                <a:lnTo>
                  <a:pt x="636499" y="132400"/>
                </a:lnTo>
                <a:lnTo>
                  <a:pt x="636414" y="133102"/>
                </a:lnTo>
                <a:lnTo>
                  <a:pt x="636342" y="133809"/>
                </a:lnTo>
                <a:lnTo>
                  <a:pt x="636283" y="134522"/>
                </a:lnTo>
                <a:lnTo>
                  <a:pt x="636237" y="135239"/>
                </a:lnTo>
                <a:lnTo>
                  <a:pt x="636205" y="135962"/>
                </a:lnTo>
                <a:lnTo>
                  <a:pt x="636185" y="136690"/>
                </a:lnTo>
                <a:lnTo>
                  <a:pt x="636178" y="137424"/>
                </a:lnTo>
                <a:lnTo>
                  <a:pt x="636178" y="145824"/>
                </a:lnTo>
                <a:lnTo>
                  <a:pt x="636185" y="146558"/>
                </a:lnTo>
                <a:lnTo>
                  <a:pt x="636205" y="147286"/>
                </a:lnTo>
                <a:lnTo>
                  <a:pt x="636238" y="148008"/>
                </a:lnTo>
                <a:lnTo>
                  <a:pt x="636285" y="148726"/>
                </a:lnTo>
                <a:close/>
                <a:moveTo>
                  <a:pt x="646688" y="135403"/>
                </a:moveTo>
                <a:lnTo>
                  <a:pt x="646723" y="134906"/>
                </a:lnTo>
                <a:lnTo>
                  <a:pt x="646767" y="134411"/>
                </a:lnTo>
                <a:lnTo>
                  <a:pt x="646818" y="133921"/>
                </a:lnTo>
                <a:lnTo>
                  <a:pt x="646876" y="133433"/>
                </a:lnTo>
                <a:lnTo>
                  <a:pt x="646943" y="132948"/>
                </a:lnTo>
                <a:lnTo>
                  <a:pt x="647018" y="132467"/>
                </a:lnTo>
                <a:lnTo>
                  <a:pt x="647100" y="131989"/>
                </a:lnTo>
                <a:lnTo>
                  <a:pt x="647191" y="131514"/>
                </a:lnTo>
                <a:lnTo>
                  <a:pt x="647289" y="131042"/>
                </a:lnTo>
                <a:lnTo>
                  <a:pt x="647395" y="130573"/>
                </a:lnTo>
                <a:lnTo>
                  <a:pt x="647509" y="130108"/>
                </a:lnTo>
                <a:lnTo>
                  <a:pt x="647630" y="129645"/>
                </a:lnTo>
                <a:lnTo>
                  <a:pt x="647760" y="129186"/>
                </a:lnTo>
                <a:lnTo>
                  <a:pt x="647897" y="128730"/>
                </a:lnTo>
                <a:lnTo>
                  <a:pt x="648043" y="128278"/>
                </a:lnTo>
                <a:lnTo>
                  <a:pt x="648196" y="127828"/>
                </a:lnTo>
                <a:lnTo>
                  <a:pt x="648357" y="127382"/>
                </a:lnTo>
                <a:lnTo>
                  <a:pt x="648526" y="126938"/>
                </a:lnTo>
                <a:lnTo>
                  <a:pt x="648702" y="126498"/>
                </a:lnTo>
                <a:lnTo>
                  <a:pt x="648887" y="126061"/>
                </a:lnTo>
                <a:lnTo>
                  <a:pt x="649079" y="125630"/>
                </a:lnTo>
                <a:lnTo>
                  <a:pt x="649279" y="125205"/>
                </a:lnTo>
                <a:lnTo>
                  <a:pt x="649488" y="124788"/>
                </a:lnTo>
                <a:lnTo>
                  <a:pt x="649704" y="124377"/>
                </a:lnTo>
                <a:lnTo>
                  <a:pt x="649927" y="123974"/>
                </a:lnTo>
                <a:lnTo>
                  <a:pt x="650159" y="123578"/>
                </a:lnTo>
                <a:lnTo>
                  <a:pt x="650399" y="123189"/>
                </a:lnTo>
                <a:lnTo>
                  <a:pt x="650646" y="122807"/>
                </a:lnTo>
                <a:lnTo>
                  <a:pt x="650901" y="122432"/>
                </a:lnTo>
                <a:lnTo>
                  <a:pt x="651164" y="122064"/>
                </a:lnTo>
                <a:lnTo>
                  <a:pt x="651435" y="121703"/>
                </a:lnTo>
                <a:lnTo>
                  <a:pt x="651714" y="121350"/>
                </a:lnTo>
                <a:lnTo>
                  <a:pt x="652001" y="121003"/>
                </a:lnTo>
                <a:lnTo>
                  <a:pt x="652295" y="120664"/>
                </a:lnTo>
                <a:lnTo>
                  <a:pt x="652597" y="120332"/>
                </a:lnTo>
                <a:lnTo>
                  <a:pt x="652908" y="120006"/>
                </a:lnTo>
                <a:lnTo>
                  <a:pt x="653226" y="119688"/>
                </a:lnTo>
                <a:lnTo>
                  <a:pt x="653552" y="119377"/>
                </a:lnTo>
                <a:lnTo>
                  <a:pt x="653885" y="119074"/>
                </a:lnTo>
                <a:lnTo>
                  <a:pt x="654227" y="118777"/>
                </a:lnTo>
                <a:lnTo>
                  <a:pt x="654576" y="118487"/>
                </a:lnTo>
                <a:lnTo>
                  <a:pt x="654934" y="118205"/>
                </a:lnTo>
                <a:lnTo>
                  <a:pt x="655299" y="117929"/>
                </a:lnTo>
                <a:lnTo>
                  <a:pt x="655672" y="117661"/>
                </a:lnTo>
                <a:lnTo>
                  <a:pt x="656053" y="117402"/>
                </a:lnTo>
                <a:lnTo>
                  <a:pt x="656441" y="117153"/>
                </a:lnTo>
                <a:lnTo>
                  <a:pt x="656836" y="116916"/>
                </a:lnTo>
                <a:lnTo>
                  <a:pt x="657239" y="116690"/>
                </a:lnTo>
                <a:lnTo>
                  <a:pt x="657650" y="116475"/>
                </a:lnTo>
                <a:lnTo>
                  <a:pt x="658068" y="116271"/>
                </a:lnTo>
                <a:lnTo>
                  <a:pt x="658494" y="116078"/>
                </a:lnTo>
                <a:lnTo>
                  <a:pt x="658927" y="115896"/>
                </a:lnTo>
                <a:lnTo>
                  <a:pt x="659367" y="115725"/>
                </a:lnTo>
                <a:lnTo>
                  <a:pt x="659815" y="115565"/>
                </a:lnTo>
                <a:lnTo>
                  <a:pt x="660271" y="115416"/>
                </a:lnTo>
                <a:lnTo>
                  <a:pt x="660734" y="115278"/>
                </a:lnTo>
                <a:lnTo>
                  <a:pt x="661204" y="115151"/>
                </a:lnTo>
                <a:lnTo>
                  <a:pt x="661682" y="115035"/>
                </a:lnTo>
                <a:lnTo>
                  <a:pt x="662167" y="114931"/>
                </a:lnTo>
                <a:lnTo>
                  <a:pt x="662660" y="114837"/>
                </a:lnTo>
                <a:lnTo>
                  <a:pt x="663161" y="114754"/>
                </a:lnTo>
                <a:lnTo>
                  <a:pt x="663668" y="114682"/>
                </a:lnTo>
                <a:lnTo>
                  <a:pt x="664184" y="114622"/>
                </a:lnTo>
                <a:lnTo>
                  <a:pt x="664707" y="114572"/>
                </a:lnTo>
                <a:lnTo>
                  <a:pt x="665237" y="114533"/>
                </a:lnTo>
                <a:lnTo>
                  <a:pt x="665775" y="114506"/>
                </a:lnTo>
                <a:lnTo>
                  <a:pt x="666320" y="114489"/>
                </a:lnTo>
                <a:lnTo>
                  <a:pt x="666873" y="114484"/>
                </a:lnTo>
                <a:lnTo>
                  <a:pt x="667443" y="114489"/>
                </a:lnTo>
                <a:lnTo>
                  <a:pt x="668005" y="114506"/>
                </a:lnTo>
                <a:lnTo>
                  <a:pt x="668559" y="114533"/>
                </a:lnTo>
                <a:lnTo>
                  <a:pt x="669104" y="114572"/>
                </a:lnTo>
                <a:lnTo>
                  <a:pt x="669642" y="114622"/>
                </a:lnTo>
                <a:lnTo>
                  <a:pt x="670171" y="114682"/>
                </a:lnTo>
                <a:lnTo>
                  <a:pt x="670692" y="114754"/>
                </a:lnTo>
                <a:lnTo>
                  <a:pt x="671204" y="114837"/>
                </a:lnTo>
                <a:lnTo>
                  <a:pt x="671709" y="114931"/>
                </a:lnTo>
                <a:lnTo>
                  <a:pt x="672205" y="115035"/>
                </a:lnTo>
                <a:lnTo>
                  <a:pt x="672693" y="115151"/>
                </a:lnTo>
                <a:lnTo>
                  <a:pt x="673173" y="115278"/>
                </a:lnTo>
                <a:lnTo>
                  <a:pt x="673644" y="115416"/>
                </a:lnTo>
                <a:lnTo>
                  <a:pt x="674108" y="115565"/>
                </a:lnTo>
                <a:lnTo>
                  <a:pt x="674563" y="115725"/>
                </a:lnTo>
                <a:lnTo>
                  <a:pt x="675010" y="115896"/>
                </a:lnTo>
                <a:lnTo>
                  <a:pt x="675448" y="116078"/>
                </a:lnTo>
                <a:lnTo>
                  <a:pt x="675879" y="116271"/>
                </a:lnTo>
                <a:lnTo>
                  <a:pt x="676301" y="116475"/>
                </a:lnTo>
                <a:lnTo>
                  <a:pt x="676715" y="116690"/>
                </a:lnTo>
                <a:lnTo>
                  <a:pt x="677121" y="116916"/>
                </a:lnTo>
                <a:lnTo>
                  <a:pt x="677518" y="117153"/>
                </a:lnTo>
                <a:lnTo>
                  <a:pt x="677908" y="117402"/>
                </a:lnTo>
                <a:lnTo>
                  <a:pt x="678289" y="117661"/>
                </a:lnTo>
                <a:lnTo>
                  <a:pt x="678662" y="117929"/>
                </a:lnTo>
                <a:lnTo>
                  <a:pt x="679026" y="118205"/>
                </a:lnTo>
                <a:lnTo>
                  <a:pt x="679383" y="118487"/>
                </a:lnTo>
                <a:lnTo>
                  <a:pt x="679732" y="118777"/>
                </a:lnTo>
                <a:lnTo>
                  <a:pt x="680073" y="119074"/>
                </a:lnTo>
                <a:lnTo>
                  <a:pt x="680406" y="119377"/>
                </a:lnTo>
                <a:lnTo>
                  <a:pt x="680730" y="119688"/>
                </a:lnTo>
                <a:lnTo>
                  <a:pt x="681047" y="120006"/>
                </a:lnTo>
                <a:lnTo>
                  <a:pt x="681355" y="120332"/>
                </a:lnTo>
                <a:lnTo>
                  <a:pt x="681656" y="120664"/>
                </a:lnTo>
                <a:lnTo>
                  <a:pt x="681949" y="121003"/>
                </a:lnTo>
                <a:lnTo>
                  <a:pt x="682233" y="121350"/>
                </a:lnTo>
                <a:lnTo>
                  <a:pt x="682510" y="121703"/>
                </a:lnTo>
                <a:lnTo>
                  <a:pt x="682778" y="122064"/>
                </a:lnTo>
                <a:lnTo>
                  <a:pt x="683038" y="122432"/>
                </a:lnTo>
                <a:lnTo>
                  <a:pt x="683291" y="122807"/>
                </a:lnTo>
                <a:lnTo>
                  <a:pt x="683535" y="123189"/>
                </a:lnTo>
                <a:lnTo>
                  <a:pt x="683771" y="123578"/>
                </a:lnTo>
                <a:lnTo>
                  <a:pt x="683999" y="123974"/>
                </a:lnTo>
                <a:lnTo>
                  <a:pt x="684220" y="124377"/>
                </a:lnTo>
                <a:lnTo>
                  <a:pt x="684432" y="124788"/>
                </a:lnTo>
                <a:lnTo>
                  <a:pt x="684636" y="125205"/>
                </a:lnTo>
                <a:lnTo>
                  <a:pt x="684832" y="125630"/>
                </a:lnTo>
                <a:lnTo>
                  <a:pt x="685020" y="126061"/>
                </a:lnTo>
                <a:lnTo>
                  <a:pt x="685200" y="126498"/>
                </a:lnTo>
                <a:lnTo>
                  <a:pt x="685372" y="126938"/>
                </a:lnTo>
                <a:lnTo>
                  <a:pt x="685537" y="127382"/>
                </a:lnTo>
                <a:lnTo>
                  <a:pt x="685694" y="127828"/>
                </a:lnTo>
                <a:lnTo>
                  <a:pt x="685844" y="128278"/>
                </a:lnTo>
                <a:lnTo>
                  <a:pt x="685986" y="128730"/>
                </a:lnTo>
                <a:lnTo>
                  <a:pt x="686120" y="129186"/>
                </a:lnTo>
                <a:lnTo>
                  <a:pt x="686246" y="129645"/>
                </a:lnTo>
                <a:lnTo>
                  <a:pt x="686365" y="130108"/>
                </a:lnTo>
                <a:lnTo>
                  <a:pt x="686476" y="130573"/>
                </a:lnTo>
                <a:lnTo>
                  <a:pt x="686580" y="131042"/>
                </a:lnTo>
                <a:lnTo>
                  <a:pt x="686676" y="131514"/>
                </a:lnTo>
                <a:lnTo>
                  <a:pt x="686764" y="131989"/>
                </a:lnTo>
                <a:lnTo>
                  <a:pt x="686844" y="132467"/>
                </a:lnTo>
                <a:lnTo>
                  <a:pt x="686917" y="132948"/>
                </a:lnTo>
                <a:lnTo>
                  <a:pt x="686982" y="133433"/>
                </a:lnTo>
                <a:lnTo>
                  <a:pt x="687040" y="133921"/>
                </a:lnTo>
                <a:lnTo>
                  <a:pt x="687090" y="134411"/>
                </a:lnTo>
                <a:lnTo>
                  <a:pt x="687132" y="134906"/>
                </a:lnTo>
                <a:lnTo>
                  <a:pt x="687166" y="135403"/>
                </a:lnTo>
                <a:lnTo>
                  <a:pt x="687193" y="135903"/>
                </a:lnTo>
                <a:lnTo>
                  <a:pt x="687212" y="136407"/>
                </a:lnTo>
                <a:lnTo>
                  <a:pt x="687224" y="136914"/>
                </a:lnTo>
                <a:lnTo>
                  <a:pt x="687228" y="137424"/>
                </a:lnTo>
                <a:lnTo>
                  <a:pt x="687228" y="145824"/>
                </a:lnTo>
                <a:lnTo>
                  <a:pt x="687224" y="146308"/>
                </a:lnTo>
                <a:lnTo>
                  <a:pt x="687212" y="146789"/>
                </a:lnTo>
                <a:lnTo>
                  <a:pt x="687193" y="147269"/>
                </a:lnTo>
                <a:lnTo>
                  <a:pt x="687166" y="147746"/>
                </a:lnTo>
                <a:lnTo>
                  <a:pt x="687132" y="148222"/>
                </a:lnTo>
                <a:lnTo>
                  <a:pt x="687090" y="148695"/>
                </a:lnTo>
                <a:lnTo>
                  <a:pt x="687040" y="149166"/>
                </a:lnTo>
                <a:lnTo>
                  <a:pt x="686982" y="149636"/>
                </a:lnTo>
                <a:lnTo>
                  <a:pt x="686917" y="150103"/>
                </a:lnTo>
                <a:lnTo>
                  <a:pt x="686844" y="150568"/>
                </a:lnTo>
                <a:lnTo>
                  <a:pt x="686764" y="151031"/>
                </a:lnTo>
                <a:lnTo>
                  <a:pt x="686676" y="151492"/>
                </a:lnTo>
                <a:lnTo>
                  <a:pt x="686580" y="151951"/>
                </a:lnTo>
                <a:lnTo>
                  <a:pt x="686476" y="152408"/>
                </a:lnTo>
                <a:lnTo>
                  <a:pt x="686365" y="152862"/>
                </a:lnTo>
                <a:lnTo>
                  <a:pt x="686246" y="153315"/>
                </a:lnTo>
                <a:lnTo>
                  <a:pt x="686120" y="153766"/>
                </a:lnTo>
                <a:lnTo>
                  <a:pt x="685986" y="154215"/>
                </a:lnTo>
                <a:lnTo>
                  <a:pt x="685844" y="154661"/>
                </a:lnTo>
                <a:lnTo>
                  <a:pt x="685694" y="155106"/>
                </a:lnTo>
                <a:lnTo>
                  <a:pt x="685537" y="155548"/>
                </a:lnTo>
                <a:lnTo>
                  <a:pt x="685372" y="155989"/>
                </a:lnTo>
                <a:lnTo>
                  <a:pt x="685200" y="156427"/>
                </a:lnTo>
                <a:lnTo>
                  <a:pt x="685020" y="156863"/>
                </a:lnTo>
                <a:lnTo>
                  <a:pt x="684832" y="157295"/>
                </a:lnTo>
                <a:lnTo>
                  <a:pt x="684636" y="157720"/>
                </a:lnTo>
                <a:lnTo>
                  <a:pt x="684432" y="158139"/>
                </a:lnTo>
                <a:lnTo>
                  <a:pt x="684221" y="158551"/>
                </a:lnTo>
                <a:lnTo>
                  <a:pt x="684002" y="158956"/>
                </a:lnTo>
                <a:lnTo>
                  <a:pt x="683775" y="159354"/>
                </a:lnTo>
                <a:lnTo>
                  <a:pt x="683539" y="159745"/>
                </a:lnTo>
                <a:lnTo>
                  <a:pt x="683297" y="160130"/>
                </a:lnTo>
                <a:lnTo>
                  <a:pt x="683046" y="160508"/>
                </a:lnTo>
                <a:lnTo>
                  <a:pt x="682787" y="160880"/>
                </a:lnTo>
                <a:lnTo>
                  <a:pt x="682521" y="161244"/>
                </a:lnTo>
                <a:lnTo>
                  <a:pt x="682247" y="161602"/>
                </a:lnTo>
                <a:lnTo>
                  <a:pt x="681964" y="161953"/>
                </a:lnTo>
                <a:lnTo>
                  <a:pt x="681674" y="162298"/>
                </a:lnTo>
                <a:lnTo>
                  <a:pt x="681377" y="162635"/>
                </a:lnTo>
                <a:lnTo>
                  <a:pt x="681071" y="162966"/>
                </a:lnTo>
                <a:lnTo>
                  <a:pt x="680757" y="163290"/>
                </a:lnTo>
                <a:lnTo>
                  <a:pt x="680436" y="163608"/>
                </a:lnTo>
                <a:lnTo>
                  <a:pt x="680107" y="163919"/>
                </a:lnTo>
                <a:lnTo>
                  <a:pt x="679769" y="164223"/>
                </a:lnTo>
                <a:lnTo>
                  <a:pt x="679424" y="164520"/>
                </a:lnTo>
                <a:lnTo>
                  <a:pt x="679072" y="164811"/>
                </a:lnTo>
                <a:lnTo>
                  <a:pt x="678711" y="165094"/>
                </a:lnTo>
                <a:lnTo>
                  <a:pt x="678342" y="165372"/>
                </a:lnTo>
                <a:lnTo>
                  <a:pt x="677966" y="165640"/>
                </a:lnTo>
                <a:lnTo>
                  <a:pt x="677581" y="165896"/>
                </a:lnTo>
                <a:lnTo>
                  <a:pt x="677189" y="166141"/>
                </a:lnTo>
                <a:lnTo>
                  <a:pt x="676788" y="166375"/>
                </a:lnTo>
                <a:lnTo>
                  <a:pt x="676380" y="166598"/>
                </a:lnTo>
                <a:lnTo>
                  <a:pt x="675963" y="166809"/>
                </a:lnTo>
                <a:lnTo>
                  <a:pt x="675538" y="167008"/>
                </a:lnTo>
                <a:lnTo>
                  <a:pt x="675106" y="167196"/>
                </a:lnTo>
                <a:lnTo>
                  <a:pt x="674665" y="167373"/>
                </a:lnTo>
                <a:lnTo>
                  <a:pt x="674216" y="167539"/>
                </a:lnTo>
                <a:lnTo>
                  <a:pt x="673759" y="167693"/>
                </a:lnTo>
                <a:lnTo>
                  <a:pt x="673294" y="167835"/>
                </a:lnTo>
                <a:lnTo>
                  <a:pt x="672821" y="167966"/>
                </a:lnTo>
                <a:lnTo>
                  <a:pt x="672340" y="168086"/>
                </a:lnTo>
                <a:lnTo>
                  <a:pt x="671851" y="168194"/>
                </a:lnTo>
                <a:lnTo>
                  <a:pt x="671354" y="168291"/>
                </a:lnTo>
                <a:lnTo>
                  <a:pt x="670849" y="168377"/>
                </a:lnTo>
                <a:lnTo>
                  <a:pt x="670336" y="168451"/>
                </a:lnTo>
                <a:lnTo>
                  <a:pt x="669815" y="168514"/>
                </a:lnTo>
                <a:lnTo>
                  <a:pt x="669285" y="168565"/>
                </a:lnTo>
                <a:lnTo>
                  <a:pt x="668748" y="168605"/>
                </a:lnTo>
                <a:lnTo>
                  <a:pt x="668203" y="168634"/>
                </a:lnTo>
                <a:lnTo>
                  <a:pt x="667649" y="168651"/>
                </a:lnTo>
                <a:lnTo>
                  <a:pt x="667088" y="168656"/>
                </a:lnTo>
                <a:lnTo>
                  <a:pt x="666518" y="168651"/>
                </a:lnTo>
                <a:lnTo>
                  <a:pt x="665955" y="168634"/>
                </a:lnTo>
                <a:lnTo>
                  <a:pt x="665401" y="168605"/>
                </a:lnTo>
                <a:lnTo>
                  <a:pt x="664855" y="168565"/>
                </a:lnTo>
                <a:lnTo>
                  <a:pt x="664316" y="168514"/>
                </a:lnTo>
                <a:lnTo>
                  <a:pt x="663786" y="168451"/>
                </a:lnTo>
                <a:lnTo>
                  <a:pt x="663264" y="168377"/>
                </a:lnTo>
                <a:lnTo>
                  <a:pt x="662750" y="168291"/>
                </a:lnTo>
                <a:lnTo>
                  <a:pt x="662244" y="168194"/>
                </a:lnTo>
                <a:lnTo>
                  <a:pt x="661746" y="168086"/>
                </a:lnTo>
                <a:lnTo>
                  <a:pt x="661256" y="167966"/>
                </a:lnTo>
                <a:lnTo>
                  <a:pt x="660774" y="167835"/>
                </a:lnTo>
                <a:lnTo>
                  <a:pt x="660300" y="167693"/>
                </a:lnTo>
                <a:lnTo>
                  <a:pt x="659834" y="167539"/>
                </a:lnTo>
                <a:lnTo>
                  <a:pt x="659377" y="167373"/>
                </a:lnTo>
                <a:lnTo>
                  <a:pt x="658927" y="167196"/>
                </a:lnTo>
                <a:lnTo>
                  <a:pt x="658485" y="167008"/>
                </a:lnTo>
                <a:lnTo>
                  <a:pt x="658051" y="166809"/>
                </a:lnTo>
                <a:lnTo>
                  <a:pt x="657626" y="166598"/>
                </a:lnTo>
                <a:lnTo>
                  <a:pt x="657208" y="166375"/>
                </a:lnTo>
                <a:lnTo>
                  <a:pt x="656798" y="166141"/>
                </a:lnTo>
                <a:lnTo>
                  <a:pt x="656397" y="165896"/>
                </a:lnTo>
                <a:lnTo>
                  <a:pt x="656003" y="165640"/>
                </a:lnTo>
                <a:lnTo>
                  <a:pt x="655618" y="165372"/>
                </a:lnTo>
                <a:lnTo>
                  <a:pt x="655241" y="165094"/>
                </a:lnTo>
                <a:lnTo>
                  <a:pt x="654872" y="164810"/>
                </a:lnTo>
                <a:lnTo>
                  <a:pt x="654511" y="164519"/>
                </a:lnTo>
                <a:lnTo>
                  <a:pt x="654158" y="164221"/>
                </a:lnTo>
                <a:lnTo>
                  <a:pt x="653814" y="163916"/>
                </a:lnTo>
                <a:lnTo>
                  <a:pt x="653477" y="163605"/>
                </a:lnTo>
                <a:lnTo>
                  <a:pt x="653150" y="163286"/>
                </a:lnTo>
                <a:lnTo>
                  <a:pt x="652830" y="162960"/>
                </a:lnTo>
                <a:lnTo>
                  <a:pt x="652518" y="162628"/>
                </a:lnTo>
                <a:lnTo>
                  <a:pt x="652215" y="162288"/>
                </a:lnTo>
                <a:lnTo>
                  <a:pt x="651920" y="161942"/>
                </a:lnTo>
                <a:lnTo>
                  <a:pt x="651633" y="161589"/>
                </a:lnTo>
                <a:lnTo>
                  <a:pt x="651355" y="161228"/>
                </a:lnTo>
                <a:lnTo>
                  <a:pt x="651084" y="160861"/>
                </a:lnTo>
                <a:lnTo>
                  <a:pt x="650822" y="160487"/>
                </a:lnTo>
                <a:lnTo>
                  <a:pt x="650568" y="160106"/>
                </a:lnTo>
                <a:lnTo>
                  <a:pt x="650322" y="159718"/>
                </a:lnTo>
                <a:lnTo>
                  <a:pt x="650085" y="159324"/>
                </a:lnTo>
                <a:lnTo>
                  <a:pt x="649856" y="158922"/>
                </a:lnTo>
                <a:lnTo>
                  <a:pt x="649635" y="158513"/>
                </a:lnTo>
                <a:lnTo>
                  <a:pt x="649422" y="158098"/>
                </a:lnTo>
                <a:lnTo>
                  <a:pt x="649217" y="157675"/>
                </a:lnTo>
                <a:lnTo>
                  <a:pt x="649021" y="157246"/>
                </a:lnTo>
                <a:lnTo>
                  <a:pt x="648833" y="156809"/>
                </a:lnTo>
                <a:lnTo>
                  <a:pt x="648653" y="156369"/>
                </a:lnTo>
                <a:lnTo>
                  <a:pt x="648480" y="155927"/>
                </a:lnTo>
                <a:lnTo>
                  <a:pt x="648316" y="155483"/>
                </a:lnTo>
                <a:lnTo>
                  <a:pt x="648158" y="155038"/>
                </a:lnTo>
                <a:lnTo>
                  <a:pt x="648009" y="154592"/>
                </a:lnTo>
                <a:lnTo>
                  <a:pt x="647867" y="154144"/>
                </a:lnTo>
                <a:lnTo>
                  <a:pt x="647733" y="153694"/>
                </a:lnTo>
                <a:lnTo>
                  <a:pt x="647606" y="153243"/>
                </a:lnTo>
                <a:lnTo>
                  <a:pt x="647488" y="152791"/>
                </a:lnTo>
                <a:lnTo>
                  <a:pt x="647376" y="152337"/>
                </a:lnTo>
                <a:lnTo>
                  <a:pt x="647273" y="151881"/>
                </a:lnTo>
                <a:lnTo>
                  <a:pt x="647177" y="151425"/>
                </a:lnTo>
                <a:lnTo>
                  <a:pt x="647089" y="150966"/>
                </a:lnTo>
                <a:lnTo>
                  <a:pt x="647008" y="150506"/>
                </a:lnTo>
                <a:lnTo>
                  <a:pt x="646936" y="150045"/>
                </a:lnTo>
                <a:lnTo>
                  <a:pt x="646870" y="149582"/>
                </a:lnTo>
                <a:lnTo>
                  <a:pt x="646813" y="149117"/>
                </a:lnTo>
                <a:lnTo>
                  <a:pt x="646763" y="148651"/>
                </a:lnTo>
                <a:lnTo>
                  <a:pt x="646721" y="148184"/>
                </a:lnTo>
                <a:lnTo>
                  <a:pt x="646686" y="147715"/>
                </a:lnTo>
                <a:lnTo>
                  <a:pt x="646660" y="147244"/>
                </a:lnTo>
                <a:lnTo>
                  <a:pt x="646640" y="146773"/>
                </a:lnTo>
                <a:lnTo>
                  <a:pt x="646629" y="146299"/>
                </a:lnTo>
                <a:lnTo>
                  <a:pt x="646625" y="145824"/>
                </a:lnTo>
                <a:lnTo>
                  <a:pt x="646625" y="137424"/>
                </a:lnTo>
                <a:lnTo>
                  <a:pt x="646629" y="136914"/>
                </a:lnTo>
                <a:lnTo>
                  <a:pt x="646641" y="136407"/>
                </a:lnTo>
                <a:lnTo>
                  <a:pt x="646660" y="135903"/>
                </a:lnTo>
                <a:lnTo>
                  <a:pt x="646688" y="135403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47b66190044f5"/>
          <a:stretch xmlns:a="http://schemas.openxmlformats.org/drawingml/2006/main"/>
        </p:blipFill>
        <p:spPr>
          <a:xfrm xmlns:a="http://schemas.openxmlformats.org/drawingml/2006/main">
            <a:off x="379445" y="2443427"/>
            <a:ext cx="269917" cy="269917"/>
          </a:xfrm>
          <a:prstGeom xmlns:a="http://schemas.openxmlformats.org/drawingml/2006/main" prst="rect">
            <a:avLst/>
          </a:prstGeom>
        </p:spPr>
      </p:pic>
      <p:sp>
        <p:nvSpPr>
          <p:cNvPr id="16" name="Text User">
            <a:extLst xmlns:a="http://schemas.openxmlformats.org/drawingml/2006/main">
              <a:ext uri="{FF2B5EF4-FFF2-40B4-BE49-F238E27FC236}">
                <a16:creationId xmlns:a16="http://schemas.microsoft.com/office/drawing/2014/main" id="{78E3F096-B129-4A8F-983B-07CF6F97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87" y="2778384"/>
            <a:ext cx="353205" cy="118498"/>
          </a:xfrm>
          <a:custGeom xmlns:a="http://schemas.openxmlformats.org/drawingml/2006/main">
            <a:pathLst>
              <a:path w="353205" h="118498">
                <a:moveTo>
                  <a:pt x="51187" y="117694"/>
                </a:moveTo>
                <a:cubicBezTo>
                  <a:pt x="41860" y="117694"/>
                  <a:pt x="33932" y="116130"/>
                  <a:pt x="27404" y="113003"/>
                </a:cubicBezTo>
                <a:cubicBezTo>
                  <a:pt x="20876" y="109875"/>
                  <a:pt x="15610" y="105568"/>
                  <a:pt x="11605" y="100082"/>
                </a:cubicBezTo>
                <a:cubicBezTo>
                  <a:pt x="7600" y="94595"/>
                  <a:pt x="4665" y="88368"/>
                  <a:pt x="2798" y="81399"/>
                </a:cubicBezTo>
                <a:cubicBezTo>
                  <a:pt x="933" y="74429"/>
                  <a:pt x="0" y="67159"/>
                  <a:pt x="0" y="59588"/>
                </a:cubicBezTo>
                <a:lnTo>
                  <a:pt x="0" y="0"/>
                </a:lnTo>
                <a:lnTo>
                  <a:pt x="22713" y="0"/>
                </a:lnTo>
                <a:lnTo>
                  <a:pt x="22713" y="59588"/>
                </a:lnTo>
                <a:cubicBezTo>
                  <a:pt x="22713" y="64417"/>
                  <a:pt x="23179" y="69108"/>
                  <a:pt x="24112" y="73662"/>
                </a:cubicBezTo>
                <a:cubicBezTo>
                  <a:pt x="25044" y="78216"/>
                  <a:pt x="26608" y="82304"/>
                  <a:pt x="28803" y="85925"/>
                </a:cubicBezTo>
                <a:cubicBezTo>
                  <a:pt x="30998" y="89546"/>
                  <a:pt x="33906" y="92400"/>
                  <a:pt x="37525" y="94486"/>
                </a:cubicBezTo>
                <a:cubicBezTo>
                  <a:pt x="41147" y="96571"/>
                  <a:pt x="45645" y="97613"/>
                  <a:pt x="51022" y="97613"/>
                </a:cubicBezTo>
                <a:cubicBezTo>
                  <a:pt x="56508" y="97613"/>
                  <a:pt x="61089" y="96543"/>
                  <a:pt x="64764" y="94403"/>
                </a:cubicBezTo>
                <a:cubicBezTo>
                  <a:pt x="68441" y="92264"/>
                  <a:pt x="71349" y="89383"/>
                  <a:pt x="73489" y="85762"/>
                </a:cubicBezTo>
                <a:cubicBezTo>
                  <a:pt x="75628" y="82140"/>
                  <a:pt x="77192" y="78053"/>
                  <a:pt x="78180" y="73499"/>
                </a:cubicBezTo>
                <a:cubicBezTo>
                  <a:pt x="79168" y="68945"/>
                  <a:pt x="79662" y="64308"/>
                  <a:pt x="79662" y="59588"/>
                </a:cubicBezTo>
                <a:lnTo>
                  <a:pt x="79662" y="0"/>
                </a:lnTo>
                <a:lnTo>
                  <a:pt x="102209" y="0"/>
                </a:lnTo>
                <a:lnTo>
                  <a:pt x="102209" y="59588"/>
                </a:lnTo>
                <a:cubicBezTo>
                  <a:pt x="102209" y="67599"/>
                  <a:pt x="101249" y="75117"/>
                  <a:pt x="99328" y="82140"/>
                </a:cubicBezTo>
                <a:cubicBezTo>
                  <a:pt x="97408" y="89162"/>
                  <a:pt x="94390" y="95334"/>
                  <a:pt x="90275" y="100657"/>
                </a:cubicBezTo>
                <a:cubicBezTo>
                  <a:pt x="86161" y="105979"/>
                  <a:pt x="80867" y="110150"/>
                  <a:pt x="74393" y="113169"/>
                </a:cubicBezTo>
                <a:cubicBezTo>
                  <a:pt x="67920" y="116186"/>
                  <a:pt x="60185" y="117694"/>
                  <a:pt x="51187" y="117694"/>
                </a:cubicBezTo>
                <a:close/>
                <a:moveTo>
                  <a:pt x="153066" y="118498"/>
                </a:moveTo>
                <a:cubicBezTo>
                  <a:pt x="145715" y="118498"/>
                  <a:pt x="138692" y="117291"/>
                  <a:pt x="131998" y="114879"/>
                </a:cubicBezTo>
                <a:cubicBezTo>
                  <a:pt x="125306" y="112465"/>
                  <a:pt x="119546" y="108898"/>
                  <a:pt x="114717" y="104180"/>
                </a:cubicBezTo>
                <a:lnTo>
                  <a:pt x="122618" y="89860"/>
                </a:lnTo>
                <a:cubicBezTo>
                  <a:pt x="127775" y="94029"/>
                  <a:pt x="132850" y="97102"/>
                  <a:pt x="137842" y="99077"/>
                </a:cubicBezTo>
                <a:cubicBezTo>
                  <a:pt x="142835" y="101053"/>
                  <a:pt x="147635" y="102041"/>
                  <a:pt x="152243" y="102041"/>
                </a:cubicBezTo>
                <a:cubicBezTo>
                  <a:pt x="156522" y="102041"/>
                  <a:pt x="159951" y="101301"/>
                  <a:pt x="162529" y="99823"/>
                </a:cubicBezTo>
                <a:cubicBezTo>
                  <a:pt x="165109" y="98345"/>
                  <a:pt x="166399" y="96127"/>
                  <a:pt x="166399" y="93170"/>
                </a:cubicBezTo>
                <a:cubicBezTo>
                  <a:pt x="166399" y="91114"/>
                  <a:pt x="165686" y="89518"/>
                  <a:pt x="164260" y="88381"/>
                </a:cubicBezTo>
                <a:cubicBezTo>
                  <a:pt x="162833" y="87244"/>
                  <a:pt x="160775" y="86243"/>
                  <a:pt x="158087" y="85377"/>
                </a:cubicBezTo>
                <a:cubicBezTo>
                  <a:pt x="155398" y="84512"/>
                  <a:pt x="152134" y="83537"/>
                  <a:pt x="148295" y="82454"/>
                </a:cubicBezTo>
                <a:cubicBezTo>
                  <a:pt x="141931" y="80398"/>
                  <a:pt x="136609" y="78397"/>
                  <a:pt x="132330" y="76449"/>
                </a:cubicBezTo>
                <a:cubicBezTo>
                  <a:pt x="128050" y="74501"/>
                  <a:pt x="124841" y="72038"/>
                  <a:pt x="122701" y="69061"/>
                </a:cubicBezTo>
                <a:cubicBezTo>
                  <a:pt x="120561" y="66084"/>
                  <a:pt x="119491" y="62268"/>
                  <a:pt x="119491" y="57614"/>
                </a:cubicBezTo>
                <a:cubicBezTo>
                  <a:pt x="119491" y="51985"/>
                  <a:pt x="120945" y="47141"/>
                  <a:pt x="123851" y="43083"/>
                </a:cubicBezTo>
                <a:cubicBezTo>
                  <a:pt x="126759" y="39025"/>
                  <a:pt x="130819" y="35859"/>
                  <a:pt x="136031" y="33587"/>
                </a:cubicBezTo>
                <a:cubicBezTo>
                  <a:pt x="141243" y="31314"/>
                  <a:pt x="147360" y="30177"/>
                  <a:pt x="154382" y="30177"/>
                </a:cubicBezTo>
                <a:cubicBezTo>
                  <a:pt x="160527" y="30177"/>
                  <a:pt x="166342" y="31137"/>
                  <a:pt x="171829" y="33058"/>
                </a:cubicBezTo>
                <a:cubicBezTo>
                  <a:pt x="177315" y="34978"/>
                  <a:pt x="182308" y="38078"/>
                  <a:pt x="186807" y="42357"/>
                </a:cubicBezTo>
                <a:lnTo>
                  <a:pt x="177919" y="56346"/>
                </a:lnTo>
                <a:cubicBezTo>
                  <a:pt x="173531" y="52944"/>
                  <a:pt x="169361" y="50447"/>
                  <a:pt x="165410" y="48857"/>
                </a:cubicBezTo>
                <a:cubicBezTo>
                  <a:pt x="161460" y="47266"/>
                  <a:pt x="157455" y="46471"/>
                  <a:pt x="153395" y="46471"/>
                </a:cubicBezTo>
                <a:cubicBezTo>
                  <a:pt x="151091" y="46471"/>
                  <a:pt x="148924" y="46740"/>
                  <a:pt x="146893" y="47280"/>
                </a:cubicBezTo>
                <a:cubicBezTo>
                  <a:pt x="144864" y="47819"/>
                  <a:pt x="143218" y="48709"/>
                  <a:pt x="141956" y="49952"/>
                </a:cubicBezTo>
                <a:cubicBezTo>
                  <a:pt x="140695" y="51192"/>
                  <a:pt x="140065" y="52945"/>
                  <a:pt x="140065" y="55211"/>
                </a:cubicBezTo>
                <a:cubicBezTo>
                  <a:pt x="140065" y="57262"/>
                  <a:pt x="140641" y="58854"/>
                  <a:pt x="141793" y="59987"/>
                </a:cubicBezTo>
                <a:cubicBezTo>
                  <a:pt x="142944" y="61119"/>
                  <a:pt x="144700" y="62117"/>
                  <a:pt x="147059" y="62981"/>
                </a:cubicBezTo>
                <a:cubicBezTo>
                  <a:pt x="149418" y="63843"/>
                  <a:pt x="152299" y="64814"/>
                  <a:pt x="155701" y="65894"/>
                </a:cubicBezTo>
                <a:cubicBezTo>
                  <a:pt x="162612" y="67836"/>
                  <a:pt x="168454" y="69833"/>
                  <a:pt x="173228" y="71884"/>
                </a:cubicBezTo>
                <a:cubicBezTo>
                  <a:pt x="178001" y="73933"/>
                  <a:pt x="181595" y="76442"/>
                  <a:pt x="184009" y="79410"/>
                </a:cubicBezTo>
                <a:cubicBezTo>
                  <a:pt x="186423" y="82377"/>
                  <a:pt x="187631" y="86450"/>
                  <a:pt x="187631" y="91628"/>
                </a:cubicBezTo>
                <a:cubicBezTo>
                  <a:pt x="187631" y="100045"/>
                  <a:pt x="184503" y="106627"/>
                  <a:pt x="178248" y="111375"/>
                </a:cubicBezTo>
                <a:cubicBezTo>
                  <a:pt x="171995" y="116124"/>
                  <a:pt x="163601" y="118498"/>
                  <a:pt x="153066" y="118498"/>
                </a:cubicBezTo>
                <a:close/>
                <a:moveTo>
                  <a:pt x="242602" y="118498"/>
                </a:moveTo>
                <a:cubicBezTo>
                  <a:pt x="235689" y="118498"/>
                  <a:pt x="229435" y="117333"/>
                  <a:pt x="223839" y="115002"/>
                </a:cubicBezTo>
                <a:cubicBezTo>
                  <a:pt x="218244" y="112670"/>
                  <a:pt x="213471" y="109471"/>
                  <a:pt x="209519" y="105406"/>
                </a:cubicBezTo>
                <a:cubicBezTo>
                  <a:pt x="205570" y="101339"/>
                  <a:pt x="202525" y="96676"/>
                  <a:pt x="200385" y="91417"/>
                </a:cubicBezTo>
                <a:cubicBezTo>
                  <a:pt x="198246" y="86157"/>
                  <a:pt x="197176" y="80599"/>
                  <a:pt x="197176" y="74744"/>
                </a:cubicBezTo>
                <a:cubicBezTo>
                  <a:pt x="197176" y="66612"/>
                  <a:pt x="199013" y="59184"/>
                  <a:pt x="202688" y="52461"/>
                </a:cubicBezTo>
                <a:cubicBezTo>
                  <a:pt x="206365" y="45737"/>
                  <a:pt x="211632" y="40342"/>
                  <a:pt x="218490" y="36277"/>
                </a:cubicBezTo>
                <a:cubicBezTo>
                  <a:pt x="225348" y="32210"/>
                  <a:pt x="233440" y="30177"/>
                  <a:pt x="242765" y="30177"/>
                </a:cubicBezTo>
                <a:cubicBezTo>
                  <a:pt x="252203" y="30177"/>
                  <a:pt x="260268" y="32214"/>
                  <a:pt x="266960" y="36287"/>
                </a:cubicBezTo>
                <a:cubicBezTo>
                  <a:pt x="273654" y="40359"/>
                  <a:pt x="278784" y="45735"/>
                  <a:pt x="282350" y="52415"/>
                </a:cubicBezTo>
                <a:cubicBezTo>
                  <a:pt x="285916" y="59094"/>
                  <a:pt x="287699" y="66288"/>
                  <a:pt x="287699" y="73998"/>
                </a:cubicBezTo>
                <a:cubicBezTo>
                  <a:pt x="287699" y="75301"/>
                  <a:pt x="287644" y="76631"/>
                  <a:pt x="287533" y="77989"/>
                </a:cubicBezTo>
                <a:cubicBezTo>
                  <a:pt x="287425" y="79347"/>
                  <a:pt x="287315" y="80460"/>
                  <a:pt x="287204" y="81329"/>
                </a:cubicBezTo>
                <a:lnTo>
                  <a:pt x="220547" y="81329"/>
                </a:lnTo>
                <a:cubicBezTo>
                  <a:pt x="220986" y="85612"/>
                  <a:pt x="222275" y="89360"/>
                  <a:pt x="224415" y="92573"/>
                </a:cubicBezTo>
                <a:cubicBezTo>
                  <a:pt x="226554" y="95784"/>
                  <a:pt x="229298" y="98220"/>
                  <a:pt x="232644" y="99881"/>
                </a:cubicBezTo>
                <a:cubicBezTo>
                  <a:pt x="235991" y="101540"/>
                  <a:pt x="239585" y="102370"/>
                  <a:pt x="243426" y="102370"/>
                </a:cubicBezTo>
                <a:cubicBezTo>
                  <a:pt x="247814" y="102370"/>
                  <a:pt x="251955" y="101300"/>
                  <a:pt x="255850" y="99160"/>
                </a:cubicBezTo>
                <a:cubicBezTo>
                  <a:pt x="259746" y="97020"/>
                  <a:pt x="262407" y="94195"/>
                  <a:pt x="263833" y="90684"/>
                </a:cubicBezTo>
                <a:lnTo>
                  <a:pt x="282762" y="95950"/>
                </a:lnTo>
                <a:cubicBezTo>
                  <a:pt x="280677" y="100340"/>
                  <a:pt x="277687" y="104236"/>
                  <a:pt x="273791" y="107636"/>
                </a:cubicBezTo>
                <a:cubicBezTo>
                  <a:pt x="269895" y="111036"/>
                  <a:pt x="265313" y="113697"/>
                  <a:pt x="260046" y="115617"/>
                </a:cubicBezTo>
                <a:cubicBezTo>
                  <a:pt x="254781" y="117538"/>
                  <a:pt x="248966" y="118498"/>
                  <a:pt x="242602" y="118498"/>
                </a:cubicBezTo>
                <a:moveTo>
                  <a:pt x="220055" y="67338"/>
                </a:moveTo>
                <a:lnTo>
                  <a:pt x="265149" y="67338"/>
                </a:lnTo>
                <a:cubicBezTo>
                  <a:pt x="264711" y="63055"/>
                  <a:pt x="263476" y="59335"/>
                  <a:pt x="261445" y="56177"/>
                </a:cubicBezTo>
                <a:cubicBezTo>
                  <a:pt x="259416" y="53020"/>
                  <a:pt x="256755" y="50558"/>
                  <a:pt x="253464" y="48791"/>
                </a:cubicBezTo>
                <a:cubicBezTo>
                  <a:pt x="250172" y="47025"/>
                  <a:pt x="246496" y="46142"/>
                  <a:pt x="242436" y="46142"/>
                </a:cubicBezTo>
                <a:cubicBezTo>
                  <a:pt x="238487" y="46142"/>
                  <a:pt x="234893" y="47025"/>
                  <a:pt x="231655" y="48791"/>
                </a:cubicBezTo>
                <a:cubicBezTo>
                  <a:pt x="228419" y="50558"/>
                  <a:pt x="225786" y="53020"/>
                  <a:pt x="223757" y="56177"/>
                </a:cubicBezTo>
                <a:cubicBezTo>
                  <a:pt x="221727" y="59335"/>
                  <a:pt x="220493" y="63055"/>
                  <a:pt x="220055" y="67338"/>
                </a:cubicBezTo>
                <a:close/>
                <a:moveTo>
                  <a:pt x="353205" y="49653"/>
                </a:moveTo>
                <a:cubicBezTo>
                  <a:pt x="346511" y="49653"/>
                  <a:pt x="340530" y="50942"/>
                  <a:pt x="335263" y="53520"/>
                </a:cubicBezTo>
                <a:cubicBezTo>
                  <a:pt x="329998" y="56099"/>
                  <a:pt x="326213" y="59802"/>
                  <a:pt x="323909" y="64631"/>
                </a:cubicBezTo>
                <a:lnTo>
                  <a:pt x="323909" y="116850"/>
                </a:lnTo>
                <a:lnTo>
                  <a:pt x="301854" y="116850"/>
                </a:lnTo>
                <a:lnTo>
                  <a:pt x="301854" y="31503"/>
                </a:lnTo>
                <a:lnTo>
                  <a:pt x="322098" y="31503"/>
                </a:lnTo>
                <a:lnTo>
                  <a:pt x="322098" y="48995"/>
                </a:lnTo>
                <a:cubicBezTo>
                  <a:pt x="325171" y="43070"/>
                  <a:pt x="329066" y="38407"/>
                  <a:pt x="333784" y="35006"/>
                </a:cubicBezTo>
                <a:cubicBezTo>
                  <a:pt x="338502" y="31604"/>
                  <a:pt x="343494" y="29738"/>
                  <a:pt x="348759" y="29408"/>
                </a:cubicBezTo>
                <a:cubicBezTo>
                  <a:pt x="349967" y="29408"/>
                  <a:pt x="350899" y="29408"/>
                  <a:pt x="351557" y="29408"/>
                </a:cubicBezTo>
                <a:cubicBezTo>
                  <a:pt x="352217" y="29408"/>
                  <a:pt x="352766" y="29464"/>
                  <a:pt x="353205" y="29574"/>
                </a:cubicBezTo>
                <a:lnTo>
                  <a:pt x="353205" y="49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0194B-40B0-49D6-A130-0C5E1C9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3" y="2424090"/>
            <a:ext cx="1794332" cy="1026683"/>
          </a:xfrm>
          <a:custGeom xmlns:a="http://schemas.openxmlformats.org/drawingml/2006/main">
            <a:pathLst>
              <a:path w="1794332" h="1026683">
                <a:moveTo>
                  <a:pt x="0" y="171113"/>
                </a:moveTo>
                <a:cubicBezTo>
                  <a:pt x="0" y="76588"/>
                  <a:pt x="76595" y="0"/>
                  <a:pt x="171113" y="0"/>
                </a:cubicBezTo>
                <a:lnTo>
                  <a:pt x="1623219" y="0"/>
                </a:lnTo>
                <a:cubicBezTo>
                  <a:pt x="1668623" y="0"/>
                  <a:pt x="1712144" y="18029"/>
                  <a:pt x="1744233" y="50125"/>
                </a:cubicBezTo>
                <a:cubicBezTo>
                  <a:pt x="1776329" y="82188"/>
                  <a:pt x="1794332" y="125736"/>
                  <a:pt x="1794332" y="171113"/>
                </a:cubicBezTo>
                <a:lnTo>
                  <a:pt x="1794332" y="855563"/>
                </a:lnTo>
                <a:cubicBezTo>
                  <a:pt x="1794332" y="950062"/>
                  <a:pt x="1717744" y="1026683"/>
                  <a:pt x="1623219" y="1026683"/>
                </a:cubicBezTo>
                <a:lnTo>
                  <a:pt x="171113" y="1026683"/>
                </a:lnTo>
                <a:cubicBezTo>
                  <a:pt x="76595" y="1026683"/>
                  <a:pt x="0" y="950062"/>
                  <a:pt x="0" y="855563"/>
                </a:cubicBezTo>
                <a:lnTo>
                  <a:pt x="0" y="171113"/>
                </a:lnTo>
                <a:close/>
                <a:moveTo>
                  <a:pt x="0" y="171113"/>
                </a:moveTo>
              </a:path>
            </a:pathLst>
          </a:custGeom>
          <a:solidFill xmlns:a="http://schemas.openxmlformats.org/drawingml/2006/main">
            <a:srgbClr val="C9DAF8">
              <a:alpha val="3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PleasegenerateX.I">
            <a:extLst xmlns:a="http://schemas.openxmlformats.org/drawingml/2006/main">
              <a:ext uri="{FF2B5EF4-FFF2-40B4-BE49-F238E27FC236}">
                <a16:creationId xmlns:a16="http://schemas.microsoft.com/office/drawing/2014/main" id="{15371177-76C5-4358-91A2-7EF6E97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920" y="2599207"/>
            <a:ext cx="1270826" cy="144610"/>
          </a:xfrm>
          <a:custGeom xmlns:a="http://schemas.openxmlformats.org/drawingml/2006/main">
            <a:pathLst>
              <a:path w="1270826" h="144610">
                <a:moveTo>
                  <a:pt x="91905" y="0"/>
                </a:moveTo>
                <a:lnTo>
                  <a:pt x="91905" y="113154"/>
                </a:lnTo>
                <a:lnTo>
                  <a:pt x="100746" y="113154"/>
                </a:lnTo>
                <a:lnTo>
                  <a:pt x="100746" y="0"/>
                </a:lnTo>
                <a:lnTo>
                  <a:pt x="91905" y="0"/>
                </a:lnTo>
                <a:close/>
                <a:moveTo>
                  <a:pt x="646634" y="33445"/>
                </a:moveTo>
                <a:lnTo>
                  <a:pt x="638236" y="33445"/>
                </a:lnTo>
                <a:lnTo>
                  <a:pt x="638236" y="113154"/>
                </a:lnTo>
                <a:lnTo>
                  <a:pt x="647002" y="113154"/>
                </a:lnTo>
                <a:lnTo>
                  <a:pt x="647002" y="58474"/>
                </a:lnTo>
                <a:lnTo>
                  <a:pt x="647148" y="58073"/>
                </a:lnTo>
                <a:lnTo>
                  <a:pt x="647302" y="57663"/>
                </a:lnTo>
                <a:lnTo>
                  <a:pt x="647462" y="57256"/>
                </a:lnTo>
                <a:lnTo>
                  <a:pt x="647626" y="56851"/>
                </a:lnTo>
                <a:lnTo>
                  <a:pt x="647796" y="56448"/>
                </a:lnTo>
                <a:lnTo>
                  <a:pt x="647972" y="56047"/>
                </a:lnTo>
                <a:lnTo>
                  <a:pt x="648152" y="55648"/>
                </a:lnTo>
                <a:lnTo>
                  <a:pt x="648338" y="55251"/>
                </a:lnTo>
                <a:lnTo>
                  <a:pt x="648529" y="54856"/>
                </a:lnTo>
                <a:lnTo>
                  <a:pt x="648725" y="54463"/>
                </a:lnTo>
                <a:lnTo>
                  <a:pt x="648927" y="54072"/>
                </a:lnTo>
                <a:lnTo>
                  <a:pt x="649133" y="53683"/>
                </a:lnTo>
                <a:lnTo>
                  <a:pt x="649345" y="53297"/>
                </a:lnTo>
                <a:lnTo>
                  <a:pt x="649563" y="52912"/>
                </a:lnTo>
                <a:lnTo>
                  <a:pt x="649785" y="52529"/>
                </a:lnTo>
                <a:lnTo>
                  <a:pt x="650013" y="52149"/>
                </a:lnTo>
                <a:lnTo>
                  <a:pt x="650246" y="51770"/>
                </a:lnTo>
                <a:lnTo>
                  <a:pt x="650484" y="51393"/>
                </a:lnTo>
                <a:lnTo>
                  <a:pt x="650727" y="51019"/>
                </a:lnTo>
                <a:lnTo>
                  <a:pt x="650976" y="50647"/>
                </a:lnTo>
                <a:lnTo>
                  <a:pt x="651230" y="50276"/>
                </a:lnTo>
                <a:lnTo>
                  <a:pt x="651489" y="49908"/>
                </a:lnTo>
                <a:lnTo>
                  <a:pt x="651754" y="49542"/>
                </a:lnTo>
                <a:lnTo>
                  <a:pt x="652023" y="49179"/>
                </a:lnTo>
                <a:lnTo>
                  <a:pt x="652299" y="48822"/>
                </a:lnTo>
                <a:lnTo>
                  <a:pt x="652579" y="48471"/>
                </a:lnTo>
                <a:lnTo>
                  <a:pt x="652865" y="48125"/>
                </a:lnTo>
                <a:lnTo>
                  <a:pt x="653156" y="47785"/>
                </a:lnTo>
                <a:lnTo>
                  <a:pt x="653453" y="47451"/>
                </a:lnTo>
                <a:lnTo>
                  <a:pt x="653755" y="47122"/>
                </a:lnTo>
                <a:lnTo>
                  <a:pt x="654062" y="46799"/>
                </a:lnTo>
                <a:lnTo>
                  <a:pt x="654375" y="46482"/>
                </a:lnTo>
                <a:lnTo>
                  <a:pt x="654693" y="46170"/>
                </a:lnTo>
                <a:lnTo>
                  <a:pt x="655016" y="45864"/>
                </a:lnTo>
                <a:lnTo>
                  <a:pt x="655345" y="45563"/>
                </a:lnTo>
                <a:lnTo>
                  <a:pt x="655679" y="45269"/>
                </a:lnTo>
                <a:lnTo>
                  <a:pt x="656019" y="44979"/>
                </a:lnTo>
                <a:lnTo>
                  <a:pt x="656364" y="44696"/>
                </a:lnTo>
                <a:lnTo>
                  <a:pt x="656714" y="44418"/>
                </a:lnTo>
                <a:lnTo>
                  <a:pt x="657070" y="44145"/>
                </a:lnTo>
                <a:lnTo>
                  <a:pt x="657431" y="43878"/>
                </a:lnTo>
                <a:lnTo>
                  <a:pt x="657797" y="43617"/>
                </a:lnTo>
                <a:lnTo>
                  <a:pt x="658169" y="43362"/>
                </a:lnTo>
                <a:lnTo>
                  <a:pt x="658546" y="43112"/>
                </a:lnTo>
                <a:lnTo>
                  <a:pt x="658929" y="42867"/>
                </a:lnTo>
                <a:lnTo>
                  <a:pt x="659317" y="42629"/>
                </a:lnTo>
                <a:lnTo>
                  <a:pt x="659710" y="42396"/>
                </a:lnTo>
                <a:lnTo>
                  <a:pt x="660109" y="42170"/>
                </a:lnTo>
                <a:lnTo>
                  <a:pt x="660513" y="41954"/>
                </a:lnTo>
                <a:lnTo>
                  <a:pt x="660922" y="41748"/>
                </a:lnTo>
                <a:lnTo>
                  <a:pt x="661338" y="41552"/>
                </a:lnTo>
                <a:lnTo>
                  <a:pt x="661758" y="41365"/>
                </a:lnTo>
                <a:lnTo>
                  <a:pt x="662185" y="41187"/>
                </a:lnTo>
                <a:lnTo>
                  <a:pt x="662616" y="41019"/>
                </a:lnTo>
                <a:lnTo>
                  <a:pt x="663054" y="40861"/>
                </a:lnTo>
                <a:lnTo>
                  <a:pt x="663496" y="40712"/>
                </a:lnTo>
                <a:lnTo>
                  <a:pt x="663944" y="40573"/>
                </a:lnTo>
                <a:lnTo>
                  <a:pt x="664398" y="40444"/>
                </a:lnTo>
                <a:lnTo>
                  <a:pt x="664857" y="40324"/>
                </a:lnTo>
                <a:lnTo>
                  <a:pt x="665322" y="40214"/>
                </a:lnTo>
                <a:lnTo>
                  <a:pt x="665792" y="40113"/>
                </a:lnTo>
                <a:lnTo>
                  <a:pt x="666268" y="40022"/>
                </a:lnTo>
                <a:lnTo>
                  <a:pt x="666749" y="39940"/>
                </a:lnTo>
                <a:lnTo>
                  <a:pt x="667236" y="39868"/>
                </a:lnTo>
                <a:lnTo>
                  <a:pt x="667728" y="39806"/>
                </a:lnTo>
                <a:lnTo>
                  <a:pt x="668226" y="39753"/>
                </a:lnTo>
                <a:lnTo>
                  <a:pt x="668729" y="39710"/>
                </a:lnTo>
                <a:lnTo>
                  <a:pt x="669238" y="39676"/>
                </a:lnTo>
                <a:lnTo>
                  <a:pt x="669752" y="39652"/>
                </a:lnTo>
                <a:lnTo>
                  <a:pt x="670272" y="39638"/>
                </a:lnTo>
                <a:lnTo>
                  <a:pt x="670797" y="39633"/>
                </a:lnTo>
                <a:lnTo>
                  <a:pt x="671273" y="39637"/>
                </a:lnTo>
                <a:lnTo>
                  <a:pt x="671744" y="39647"/>
                </a:lnTo>
                <a:lnTo>
                  <a:pt x="672209" y="39664"/>
                </a:lnTo>
                <a:lnTo>
                  <a:pt x="672669" y="39688"/>
                </a:lnTo>
                <a:lnTo>
                  <a:pt x="673124" y="39720"/>
                </a:lnTo>
                <a:lnTo>
                  <a:pt x="673573" y="39758"/>
                </a:lnTo>
                <a:lnTo>
                  <a:pt x="674017" y="39802"/>
                </a:lnTo>
                <a:lnTo>
                  <a:pt x="674456" y="39854"/>
                </a:lnTo>
                <a:lnTo>
                  <a:pt x="674889" y="39913"/>
                </a:lnTo>
                <a:lnTo>
                  <a:pt x="675317" y="39979"/>
                </a:lnTo>
                <a:lnTo>
                  <a:pt x="675739" y="40051"/>
                </a:lnTo>
                <a:lnTo>
                  <a:pt x="676156" y="40130"/>
                </a:lnTo>
                <a:lnTo>
                  <a:pt x="676568" y="40217"/>
                </a:lnTo>
                <a:lnTo>
                  <a:pt x="676974" y="40310"/>
                </a:lnTo>
                <a:lnTo>
                  <a:pt x="677375" y="40410"/>
                </a:lnTo>
                <a:lnTo>
                  <a:pt x="677771" y="40517"/>
                </a:lnTo>
                <a:lnTo>
                  <a:pt x="678161" y="40631"/>
                </a:lnTo>
                <a:lnTo>
                  <a:pt x="678546" y="40752"/>
                </a:lnTo>
                <a:lnTo>
                  <a:pt x="678925" y="40880"/>
                </a:lnTo>
                <a:lnTo>
                  <a:pt x="679299" y="41014"/>
                </a:lnTo>
                <a:lnTo>
                  <a:pt x="679668" y="41156"/>
                </a:lnTo>
                <a:lnTo>
                  <a:pt x="680031" y="41305"/>
                </a:lnTo>
                <a:lnTo>
                  <a:pt x="680389" y="41460"/>
                </a:lnTo>
                <a:lnTo>
                  <a:pt x="680742" y="41622"/>
                </a:lnTo>
                <a:lnTo>
                  <a:pt x="681089" y="41793"/>
                </a:lnTo>
                <a:lnTo>
                  <a:pt x="681428" y="41972"/>
                </a:lnTo>
                <a:lnTo>
                  <a:pt x="681762" y="42161"/>
                </a:lnTo>
                <a:lnTo>
                  <a:pt x="682088" y="42360"/>
                </a:lnTo>
                <a:lnTo>
                  <a:pt x="682408" y="42568"/>
                </a:lnTo>
                <a:lnTo>
                  <a:pt x="682722" y="42785"/>
                </a:lnTo>
                <a:lnTo>
                  <a:pt x="683028" y="43011"/>
                </a:lnTo>
                <a:lnTo>
                  <a:pt x="683328" y="43247"/>
                </a:lnTo>
                <a:lnTo>
                  <a:pt x="683622" y="43492"/>
                </a:lnTo>
                <a:lnTo>
                  <a:pt x="683909" y="43747"/>
                </a:lnTo>
                <a:lnTo>
                  <a:pt x="684189" y="44010"/>
                </a:lnTo>
                <a:lnTo>
                  <a:pt x="684462" y="44283"/>
                </a:lnTo>
                <a:lnTo>
                  <a:pt x="684729" y="44566"/>
                </a:lnTo>
                <a:lnTo>
                  <a:pt x="684989" y="44858"/>
                </a:lnTo>
                <a:lnTo>
                  <a:pt x="685243" y="45159"/>
                </a:lnTo>
                <a:lnTo>
                  <a:pt x="685489" y="45469"/>
                </a:lnTo>
                <a:lnTo>
                  <a:pt x="685730" y="45789"/>
                </a:lnTo>
                <a:lnTo>
                  <a:pt x="685963" y="46118"/>
                </a:lnTo>
                <a:lnTo>
                  <a:pt x="686190" y="46457"/>
                </a:lnTo>
                <a:lnTo>
                  <a:pt x="686410" y="46805"/>
                </a:lnTo>
                <a:lnTo>
                  <a:pt x="686624" y="47162"/>
                </a:lnTo>
                <a:lnTo>
                  <a:pt x="686831" y="47528"/>
                </a:lnTo>
                <a:lnTo>
                  <a:pt x="687031" y="47904"/>
                </a:lnTo>
                <a:lnTo>
                  <a:pt x="687225" y="48289"/>
                </a:lnTo>
                <a:lnTo>
                  <a:pt x="687411" y="48685"/>
                </a:lnTo>
                <a:lnTo>
                  <a:pt x="687589" y="49093"/>
                </a:lnTo>
                <a:lnTo>
                  <a:pt x="687760" y="49513"/>
                </a:lnTo>
                <a:lnTo>
                  <a:pt x="687922" y="49946"/>
                </a:lnTo>
                <a:lnTo>
                  <a:pt x="688077" y="50390"/>
                </a:lnTo>
                <a:lnTo>
                  <a:pt x="688224" y="50847"/>
                </a:lnTo>
                <a:lnTo>
                  <a:pt x="688363" y="51316"/>
                </a:lnTo>
                <a:lnTo>
                  <a:pt x="688493" y="51797"/>
                </a:lnTo>
                <a:lnTo>
                  <a:pt x="688616" y="52290"/>
                </a:lnTo>
                <a:lnTo>
                  <a:pt x="688731" y="52795"/>
                </a:lnTo>
                <a:lnTo>
                  <a:pt x="688838" y="53312"/>
                </a:lnTo>
                <a:lnTo>
                  <a:pt x="688937" y="53842"/>
                </a:lnTo>
                <a:lnTo>
                  <a:pt x="689029" y="54384"/>
                </a:lnTo>
                <a:lnTo>
                  <a:pt x="689112" y="54937"/>
                </a:lnTo>
                <a:lnTo>
                  <a:pt x="689187" y="55503"/>
                </a:lnTo>
                <a:lnTo>
                  <a:pt x="689255" y="56082"/>
                </a:lnTo>
                <a:lnTo>
                  <a:pt x="689314" y="56672"/>
                </a:lnTo>
                <a:lnTo>
                  <a:pt x="689366" y="57274"/>
                </a:lnTo>
                <a:lnTo>
                  <a:pt x="689409" y="57889"/>
                </a:lnTo>
                <a:lnTo>
                  <a:pt x="689445" y="58516"/>
                </a:lnTo>
                <a:lnTo>
                  <a:pt x="689473" y="59155"/>
                </a:lnTo>
                <a:lnTo>
                  <a:pt x="689493" y="59806"/>
                </a:lnTo>
                <a:lnTo>
                  <a:pt x="689504" y="60469"/>
                </a:lnTo>
                <a:lnTo>
                  <a:pt x="689508" y="61144"/>
                </a:lnTo>
                <a:lnTo>
                  <a:pt x="689508" y="113154"/>
                </a:lnTo>
                <a:lnTo>
                  <a:pt x="698349" y="113154"/>
                </a:lnTo>
                <a:lnTo>
                  <a:pt x="698349" y="61218"/>
                </a:lnTo>
                <a:lnTo>
                  <a:pt x="698346" y="60565"/>
                </a:lnTo>
                <a:lnTo>
                  <a:pt x="698336" y="59920"/>
                </a:lnTo>
                <a:lnTo>
                  <a:pt x="698321" y="59283"/>
                </a:lnTo>
                <a:lnTo>
                  <a:pt x="698300" y="58655"/>
                </a:lnTo>
                <a:lnTo>
                  <a:pt x="698273" y="58034"/>
                </a:lnTo>
                <a:lnTo>
                  <a:pt x="698240" y="57422"/>
                </a:lnTo>
                <a:lnTo>
                  <a:pt x="698201" y="56817"/>
                </a:lnTo>
                <a:lnTo>
                  <a:pt x="698156" y="56221"/>
                </a:lnTo>
                <a:lnTo>
                  <a:pt x="698105" y="55632"/>
                </a:lnTo>
                <a:lnTo>
                  <a:pt x="698048" y="55052"/>
                </a:lnTo>
                <a:lnTo>
                  <a:pt x="697985" y="54480"/>
                </a:lnTo>
                <a:lnTo>
                  <a:pt x="697916" y="53916"/>
                </a:lnTo>
                <a:lnTo>
                  <a:pt x="697841" y="53359"/>
                </a:lnTo>
                <a:lnTo>
                  <a:pt x="697759" y="52811"/>
                </a:lnTo>
                <a:lnTo>
                  <a:pt x="697672" y="52271"/>
                </a:lnTo>
                <a:lnTo>
                  <a:pt x="697579" y="51739"/>
                </a:lnTo>
                <a:lnTo>
                  <a:pt x="697480" y="51215"/>
                </a:lnTo>
                <a:lnTo>
                  <a:pt x="697375" y="50699"/>
                </a:lnTo>
                <a:lnTo>
                  <a:pt x="697264" y="50192"/>
                </a:lnTo>
                <a:lnTo>
                  <a:pt x="697146" y="49692"/>
                </a:lnTo>
                <a:lnTo>
                  <a:pt x="697023" y="49200"/>
                </a:lnTo>
                <a:lnTo>
                  <a:pt x="696894" y="48717"/>
                </a:lnTo>
                <a:lnTo>
                  <a:pt x="696759" y="48241"/>
                </a:lnTo>
                <a:lnTo>
                  <a:pt x="696617" y="47773"/>
                </a:lnTo>
                <a:lnTo>
                  <a:pt x="696470" y="47314"/>
                </a:lnTo>
                <a:lnTo>
                  <a:pt x="696318" y="46861"/>
                </a:lnTo>
                <a:lnTo>
                  <a:pt x="696160" y="46415"/>
                </a:lnTo>
                <a:lnTo>
                  <a:pt x="695997" y="45977"/>
                </a:lnTo>
                <a:lnTo>
                  <a:pt x="695829" y="45546"/>
                </a:lnTo>
                <a:lnTo>
                  <a:pt x="695655" y="45121"/>
                </a:lnTo>
                <a:lnTo>
                  <a:pt x="695476" y="44705"/>
                </a:lnTo>
                <a:lnTo>
                  <a:pt x="695291" y="44295"/>
                </a:lnTo>
                <a:lnTo>
                  <a:pt x="695101" y="43892"/>
                </a:lnTo>
                <a:lnTo>
                  <a:pt x="694906" y="43497"/>
                </a:lnTo>
                <a:lnTo>
                  <a:pt x="694705" y="43108"/>
                </a:lnTo>
                <a:lnTo>
                  <a:pt x="694499" y="42727"/>
                </a:lnTo>
                <a:lnTo>
                  <a:pt x="694288" y="42353"/>
                </a:lnTo>
                <a:lnTo>
                  <a:pt x="694071" y="41986"/>
                </a:lnTo>
                <a:lnTo>
                  <a:pt x="693849" y="41627"/>
                </a:lnTo>
                <a:lnTo>
                  <a:pt x="693622" y="41274"/>
                </a:lnTo>
                <a:lnTo>
                  <a:pt x="693389" y="40929"/>
                </a:lnTo>
                <a:lnTo>
                  <a:pt x="693150" y="40591"/>
                </a:lnTo>
                <a:lnTo>
                  <a:pt x="692907" y="40260"/>
                </a:lnTo>
                <a:lnTo>
                  <a:pt x="692658" y="39936"/>
                </a:lnTo>
                <a:lnTo>
                  <a:pt x="692403" y="39619"/>
                </a:lnTo>
                <a:lnTo>
                  <a:pt x="692144" y="39310"/>
                </a:lnTo>
                <a:lnTo>
                  <a:pt x="691878" y="39008"/>
                </a:lnTo>
                <a:lnTo>
                  <a:pt x="691608" y="38712"/>
                </a:lnTo>
                <a:lnTo>
                  <a:pt x="691332" y="38424"/>
                </a:lnTo>
                <a:lnTo>
                  <a:pt x="691052" y="38142"/>
                </a:lnTo>
                <a:lnTo>
                  <a:pt x="690766" y="37867"/>
                </a:lnTo>
                <a:lnTo>
                  <a:pt x="690475" y="37598"/>
                </a:lnTo>
                <a:lnTo>
                  <a:pt x="690180" y="37336"/>
                </a:lnTo>
                <a:lnTo>
                  <a:pt x="689879" y="37080"/>
                </a:lnTo>
                <a:lnTo>
                  <a:pt x="689573" y="36831"/>
                </a:lnTo>
                <a:lnTo>
                  <a:pt x="689263" y="36588"/>
                </a:lnTo>
                <a:lnTo>
                  <a:pt x="688947" y="36352"/>
                </a:lnTo>
                <a:lnTo>
                  <a:pt x="688627" y="36122"/>
                </a:lnTo>
                <a:lnTo>
                  <a:pt x="688301" y="35899"/>
                </a:lnTo>
                <a:lnTo>
                  <a:pt x="687971" y="35683"/>
                </a:lnTo>
                <a:lnTo>
                  <a:pt x="687635" y="35473"/>
                </a:lnTo>
                <a:lnTo>
                  <a:pt x="687295" y="35269"/>
                </a:lnTo>
                <a:lnTo>
                  <a:pt x="686949" y="35072"/>
                </a:lnTo>
                <a:lnTo>
                  <a:pt x="686599" y="34882"/>
                </a:lnTo>
                <a:lnTo>
                  <a:pt x="686243" y="34698"/>
                </a:lnTo>
                <a:lnTo>
                  <a:pt x="685883" y="34520"/>
                </a:lnTo>
                <a:lnTo>
                  <a:pt x="685517" y="34349"/>
                </a:lnTo>
                <a:lnTo>
                  <a:pt x="685147" y="34185"/>
                </a:lnTo>
                <a:lnTo>
                  <a:pt x="684771" y="34027"/>
                </a:lnTo>
                <a:lnTo>
                  <a:pt x="684391" y="33876"/>
                </a:lnTo>
                <a:lnTo>
                  <a:pt x="684005" y="33731"/>
                </a:lnTo>
                <a:lnTo>
                  <a:pt x="683615" y="33592"/>
                </a:lnTo>
                <a:lnTo>
                  <a:pt x="683220" y="33460"/>
                </a:lnTo>
                <a:lnTo>
                  <a:pt x="682820" y="33334"/>
                </a:lnTo>
                <a:lnTo>
                  <a:pt x="682417" y="33213"/>
                </a:lnTo>
                <a:lnTo>
                  <a:pt x="682009" y="33097"/>
                </a:lnTo>
                <a:lnTo>
                  <a:pt x="681596" y="32988"/>
                </a:lnTo>
                <a:lnTo>
                  <a:pt x="681179" y="32883"/>
                </a:lnTo>
                <a:lnTo>
                  <a:pt x="680758" y="32785"/>
                </a:lnTo>
                <a:lnTo>
                  <a:pt x="680333" y="32692"/>
                </a:lnTo>
                <a:lnTo>
                  <a:pt x="679903" y="32605"/>
                </a:lnTo>
                <a:lnTo>
                  <a:pt x="679469" y="32523"/>
                </a:lnTo>
                <a:lnTo>
                  <a:pt x="679030" y="32447"/>
                </a:lnTo>
                <a:lnTo>
                  <a:pt x="678587" y="32377"/>
                </a:lnTo>
                <a:lnTo>
                  <a:pt x="678140" y="32312"/>
                </a:lnTo>
                <a:lnTo>
                  <a:pt x="677688" y="32253"/>
                </a:lnTo>
                <a:lnTo>
                  <a:pt x="677232" y="32200"/>
                </a:lnTo>
                <a:lnTo>
                  <a:pt x="676772" y="32152"/>
                </a:lnTo>
                <a:lnTo>
                  <a:pt x="676307" y="32110"/>
                </a:lnTo>
                <a:lnTo>
                  <a:pt x="675838" y="32073"/>
                </a:lnTo>
                <a:lnTo>
                  <a:pt x="675365" y="32042"/>
                </a:lnTo>
                <a:lnTo>
                  <a:pt x="674887" y="32017"/>
                </a:lnTo>
                <a:lnTo>
                  <a:pt x="674405" y="31997"/>
                </a:lnTo>
                <a:lnTo>
                  <a:pt x="673919" y="31983"/>
                </a:lnTo>
                <a:lnTo>
                  <a:pt x="673428" y="31975"/>
                </a:lnTo>
                <a:lnTo>
                  <a:pt x="672933" y="31972"/>
                </a:lnTo>
                <a:lnTo>
                  <a:pt x="672364" y="31976"/>
                </a:lnTo>
                <a:lnTo>
                  <a:pt x="671800" y="31990"/>
                </a:lnTo>
                <a:lnTo>
                  <a:pt x="671239" y="32013"/>
                </a:lnTo>
                <a:lnTo>
                  <a:pt x="670682" y="32045"/>
                </a:lnTo>
                <a:lnTo>
                  <a:pt x="670130" y="32087"/>
                </a:lnTo>
                <a:lnTo>
                  <a:pt x="669581" y="32138"/>
                </a:lnTo>
                <a:lnTo>
                  <a:pt x="669037" y="32197"/>
                </a:lnTo>
                <a:lnTo>
                  <a:pt x="668497" y="32266"/>
                </a:lnTo>
                <a:lnTo>
                  <a:pt x="667961" y="32345"/>
                </a:lnTo>
                <a:lnTo>
                  <a:pt x="667429" y="32432"/>
                </a:lnTo>
                <a:lnTo>
                  <a:pt x="666901" y="32529"/>
                </a:lnTo>
                <a:lnTo>
                  <a:pt x="666377" y="32635"/>
                </a:lnTo>
                <a:lnTo>
                  <a:pt x="665857" y="32750"/>
                </a:lnTo>
                <a:lnTo>
                  <a:pt x="665341" y="32874"/>
                </a:lnTo>
                <a:lnTo>
                  <a:pt x="664830" y="33008"/>
                </a:lnTo>
                <a:lnTo>
                  <a:pt x="664322" y="33150"/>
                </a:lnTo>
                <a:lnTo>
                  <a:pt x="663819" y="33302"/>
                </a:lnTo>
                <a:lnTo>
                  <a:pt x="663320" y="33464"/>
                </a:lnTo>
                <a:lnTo>
                  <a:pt x="662824" y="33634"/>
                </a:lnTo>
                <a:lnTo>
                  <a:pt x="662333" y="33813"/>
                </a:lnTo>
                <a:lnTo>
                  <a:pt x="661846" y="34002"/>
                </a:lnTo>
                <a:lnTo>
                  <a:pt x="661363" y="34200"/>
                </a:lnTo>
                <a:lnTo>
                  <a:pt x="660884" y="34407"/>
                </a:lnTo>
                <a:lnTo>
                  <a:pt x="660410" y="34624"/>
                </a:lnTo>
                <a:lnTo>
                  <a:pt x="659940" y="34848"/>
                </a:lnTo>
                <a:lnTo>
                  <a:pt x="659475" y="35080"/>
                </a:lnTo>
                <a:lnTo>
                  <a:pt x="659015" y="35319"/>
                </a:lnTo>
                <a:lnTo>
                  <a:pt x="658561" y="35565"/>
                </a:lnTo>
                <a:lnTo>
                  <a:pt x="658112" y="35818"/>
                </a:lnTo>
                <a:lnTo>
                  <a:pt x="657668" y="36079"/>
                </a:lnTo>
                <a:lnTo>
                  <a:pt x="657229" y="36346"/>
                </a:lnTo>
                <a:lnTo>
                  <a:pt x="656796" y="36621"/>
                </a:lnTo>
                <a:lnTo>
                  <a:pt x="656368" y="36903"/>
                </a:lnTo>
                <a:lnTo>
                  <a:pt x="655945" y="37192"/>
                </a:lnTo>
                <a:lnTo>
                  <a:pt x="655527" y="37488"/>
                </a:lnTo>
                <a:lnTo>
                  <a:pt x="655115" y="37792"/>
                </a:lnTo>
                <a:lnTo>
                  <a:pt x="654708" y="38102"/>
                </a:lnTo>
                <a:lnTo>
                  <a:pt x="654306" y="38420"/>
                </a:lnTo>
                <a:lnTo>
                  <a:pt x="653909" y="38745"/>
                </a:lnTo>
                <a:lnTo>
                  <a:pt x="653518" y="39077"/>
                </a:lnTo>
                <a:lnTo>
                  <a:pt x="653131" y="39416"/>
                </a:lnTo>
                <a:lnTo>
                  <a:pt x="652751" y="39762"/>
                </a:lnTo>
                <a:lnTo>
                  <a:pt x="652375" y="40116"/>
                </a:lnTo>
                <a:lnTo>
                  <a:pt x="652004" y="40476"/>
                </a:lnTo>
                <a:lnTo>
                  <a:pt x="651639" y="40844"/>
                </a:lnTo>
                <a:lnTo>
                  <a:pt x="651279" y="41219"/>
                </a:lnTo>
                <a:lnTo>
                  <a:pt x="650925" y="41601"/>
                </a:lnTo>
                <a:lnTo>
                  <a:pt x="650575" y="41991"/>
                </a:lnTo>
                <a:lnTo>
                  <a:pt x="650231" y="42386"/>
                </a:lnTo>
                <a:lnTo>
                  <a:pt x="649893" y="42787"/>
                </a:lnTo>
                <a:lnTo>
                  <a:pt x="649562" y="43192"/>
                </a:lnTo>
                <a:lnTo>
                  <a:pt x="649236" y="43603"/>
                </a:lnTo>
                <a:lnTo>
                  <a:pt x="648916" y="44019"/>
                </a:lnTo>
                <a:lnTo>
                  <a:pt x="648602" y="44440"/>
                </a:lnTo>
                <a:lnTo>
                  <a:pt x="648294" y="44866"/>
                </a:lnTo>
                <a:lnTo>
                  <a:pt x="647993" y="45297"/>
                </a:lnTo>
                <a:lnTo>
                  <a:pt x="647697" y="45734"/>
                </a:lnTo>
                <a:lnTo>
                  <a:pt x="647407" y="46175"/>
                </a:lnTo>
                <a:lnTo>
                  <a:pt x="647123" y="46622"/>
                </a:lnTo>
                <a:lnTo>
                  <a:pt x="646926" y="46943"/>
                </a:lnTo>
                <a:lnTo>
                  <a:pt x="646634" y="33445"/>
                </a:lnTo>
                <a:close/>
                <a:moveTo>
                  <a:pt x="40365" y="69291"/>
                </a:moveTo>
                <a:lnTo>
                  <a:pt x="41289" y="69232"/>
                </a:lnTo>
                <a:lnTo>
                  <a:pt x="42200" y="69160"/>
                </a:lnTo>
                <a:lnTo>
                  <a:pt x="43098" y="69076"/>
                </a:lnTo>
                <a:lnTo>
                  <a:pt x="43984" y="68978"/>
                </a:lnTo>
                <a:lnTo>
                  <a:pt x="44856" y="68867"/>
                </a:lnTo>
                <a:lnTo>
                  <a:pt x="45716" y="68743"/>
                </a:lnTo>
                <a:lnTo>
                  <a:pt x="46562" y="68607"/>
                </a:lnTo>
                <a:lnTo>
                  <a:pt x="47396" y="68457"/>
                </a:lnTo>
                <a:lnTo>
                  <a:pt x="48217" y="68294"/>
                </a:lnTo>
                <a:lnTo>
                  <a:pt x="49025" y="68118"/>
                </a:lnTo>
                <a:lnTo>
                  <a:pt x="49819" y="67929"/>
                </a:lnTo>
                <a:lnTo>
                  <a:pt x="50601" y="67727"/>
                </a:lnTo>
                <a:lnTo>
                  <a:pt x="51371" y="67512"/>
                </a:lnTo>
                <a:lnTo>
                  <a:pt x="52127" y="67284"/>
                </a:lnTo>
                <a:lnTo>
                  <a:pt x="52870" y="67043"/>
                </a:lnTo>
                <a:lnTo>
                  <a:pt x="53600" y="66789"/>
                </a:lnTo>
                <a:lnTo>
                  <a:pt x="54318" y="66522"/>
                </a:lnTo>
                <a:lnTo>
                  <a:pt x="55022" y="66242"/>
                </a:lnTo>
                <a:lnTo>
                  <a:pt x="55714" y="65949"/>
                </a:lnTo>
                <a:lnTo>
                  <a:pt x="56393" y="65642"/>
                </a:lnTo>
                <a:lnTo>
                  <a:pt x="57058" y="65324"/>
                </a:lnTo>
                <a:lnTo>
                  <a:pt x="57709" y="64994"/>
                </a:lnTo>
                <a:lnTo>
                  <a:pt x="58347" y="64652"/>
                </a:lnTo>
                <a:lnTo>
                  <a:pt x="58971" y="64299"/>
                </a:lnTo>
                <a:lnTo>
                  <a:pt x="59581" y="63934"/>
                </a:lnTo>
                <a:lnTo>
                  <a:pt x="60177" y="63557"/>
                </a:lnTo>
                <a:lnTo>
                  <a:pt x="60760" y="63169"/>
                </a:lnTo>
                <a:lnTo>
                  <a:pt x="61328" y="62769"/>
                </a:lnTo>
                <a:lnTo>
                  <a:pt x="61883" y="62357"/>
                </a:lnTo>
                <a:lnTo>
                  <a:pt x="62424" y="61934"/>
                </a:lnTo>
                <a:lnTo>
                  <a:pt x="62951" y="61500"/>
                </a:lnTo>
                <a:lnTo>
                  <a:pt x="63465" y="61053"/>
                </a:lnTo>
                <a:lnTo>
                  <a:pt x="63964" y="60595"/>
                </a:lnTo>
                <a:lnTo>
                  <a:pt x="64450" y="60126"/>
                </a:lnTo>
                <a:lnTo>
                  <a:pt x="64922" y="59644"/>
                </a:lnTo>
                <a:lnTo>
                  <a:pt x="65380" y="59152"/>
                </a:lnTo>
                <a:lnTo>
                  <a:pt x="65824" y="58647"/>
                </a:lnTo>
                <a:lnTo>
                  <a:pt x="66255" y="58131"/>
                </a:lnTo>
                <a:lnTo>
                  <a:pt x="66672" y="57603"/>
                </a:lnTo>
                <a:lnTo>
                  <a:pt x="67074" y="57064"/>
                </a:lnTo>
                <a:lnTo>
                  <a:pt x="67463" y="56513"/>
                </a:lnTo>
                <a:lnTo>
                  <a:pt x="67839" y="55950"/>
                </a:lnTo>
                <a:lnTo>
                  <a:pt x="68200" y="55376"/>
                </a:lnTo>
                <a:lnTo>
                  <a:pt x="68548" y="54790"/>
                </a:lnTo>
                <a:lnTo>
                  <a:pt x="68881" y="54194"/>
                </a:lnTo>
                <a:lnTo>
                  <a:pt x="69201" y="53587"/>
                </a:lnTo>
                <a:lnTo>
                  <a:pt x="69506" y="52972"/>
                </a:lnTo>
                <a:lnTo>
                  <a:pt x="69797" y="52346"/>
                </a:lnTo>
                <a:lnTo>
                  <a:pt x="70074" y="51711"/>
                </a:lnTo>
                <a:lnTo>
                  <a:pt x="70337" y="51067"/>
                </a:lnTo>
                <a:lnTo>
                  <a:pt x="70585" y="50413"/>
                </a:lnTo>
                <a:lnTo>
                  <a:pt x="70819" y="49749"/>
                </a:lnTo>
                <a:lnTo>
                  <a:pt x="71039" y="49076"/>
                </a:lnTo>
                <a:lnTo>
                  <a:pt x="71245" y="48393"/>
                </a:lnTo>
                <a:lnTo>
                  <a:pt x="71437" y="47701"/>
                </a:lnTo>
                <a:lnTo>
                  <a:pt x="71614" y="46999"/>
                </a:lnTo>
                <a:lnTo>
                  <a:pt x="71777" y="46287"/>
                </a:lnTo>
                <a:lnTo>
                  <a:pt x="71926" y="45566"/>
                </a:lnTo>
                <a:lnTo>
                  <a:pt x="72061" y="44835"/>
                </a:lnTo>
                <a:lnTo>
                  <a:pt x="72182" y="44095"/>
                </a:lnTo>
                <a:lnTo>
                  <a:pt x="72289" y="43345"/>
                </a:lnTo>
                <a:lnTo>
                  <a:pt x="72381" y="42586"/>
                </a:lnTo>
                <a:lnTo>
                  <a:pt x="72459" y="41817"/>
                </a:lnTo>
                <a:lnTo>
                  <a:pt x="72523" y="41038"/>
                </a:lnTo>
                <a:lnTo>
                  <a:pt x="72572" y="40250"/>
                </a:lnTo>
                <a:lnTo>
                  <a:pt x="72608" y="39453"/>
                </a:lnTo>
                <a:lnTo>
                  <a:pt x="72629" y="38645"/>
                </a:lnTo>
                <a:lnTo>
                  <a:pt x="72636" y="37828"/>
                </a:lnTo>
                <a:lnTo>
                  <a:pt x="72629" y="37047"/>
                </a:lnTo>
                <a:lnTo>
                  <a:pt x="72608" y="36274"/>
                </a:lnTo>
                <a:lnTo>
                  <a:pt x="72572" y="35508"/>
                </a:lnTo>
                <a:lnTo>
                  <a:pt x="72522" y="34750"/>
                </a:lnTo>
                <a:lnTo>
                  <a:pt x="72457" y="34000"/>
                </a:lnTo>
                <a:lnTo>
                  <a:pt x="72378" y="33257"/>
                </a:lnTo>
                <a:lnTo>
                  <a:pt x="72285" y="32522"/>
                </a:lnTo>
                <a:lnTo>
                  <a:pt x="72178" y="31795"/>
                </a:lnTo>
                <a:lnTo>
                  <a:pt x="72056" y="31075"/>
                </a:lnTo>
                <a:lnTo>
                  <a:pt x="71920" y="30363"/>
                </a:lnTo>
                <a:lnTo>
                  <a:pt x="71770" y="29659"/>
                </a:lnTo>
                <a:lnTo>
                  <a:pt x="71605" y="28962"/>
                </a:lnTo>
                <a:lnTo>
                  <a:pt x="71426" y="28273"/>
                </a:lnTo>
                <a:lnTo>
                  <a:pt x="71233" y="27592"/>
                </a:lnTo>
                <a:lnTo>
                  <a:pt x="71025" y="26918"/>
                </a:lnTo>
                <a:lnTo>
                  <a:pt x="70803" y="26252"/>
                </a:lnTo>
                <a:lnTo>
                  <a:pt x="70566" y="25594"/>
                </a:lnTo>
                <a:lnTo>
                  <a:pt x="70316" y="24943"/>
                </a:lnTo>
                <a:lnTo>
                  <a:pt x="70051" y="24300"/>
                </a:lnTo>
                <a:lnTo>
                  <a:pt x="69771" y="23665"/>
                </a:lnTo>
                <a:lnTo>
                  <a:pt x="69478" y="23037"/>
                </a:lnTo>
                <a:lnTo>
                  <a:pt x="69170" y="22417"/>
                </a:lnTo>
                <a:lnTo>
                  <a:pt x="68848" y="21805"/>
                </a:lnTo>
                <a:lnTo>
                  <a:pt x="68511" y="21200"/>
                </a:lnTo>
                <a:lnTo>
                  <a:pt x="68160" y="20605"/>
                </a:lnTo>
                <a:lnTo>
                  <a:pt x="67796" y="20020"/>
                </a:lnTo>
                <a:lnTo>
                  <a:pt x="67419" y="19446"/>
                </a:lnTo>
                <a:lnTo>
                  <a:pt x="67027" y="18884"/>
                </a:lnTo>
                <a:lnTo>
                  <a:pt x="66623" y="18332"/>
                </a:lnTo>
                <a:lnTo>
                  <a:pt x="66204" y="17792"/>
                </a:lnTo>
                <a:lnTo>
                  <a:pt x="65772" y="17262"/>
                </a:lnTo>
                <a:lnTo>
                  <a:pt x="65327" y="16744"/>
                </a:lnTo>
                <a:lnTo>
                  <a:pt x="64868" y="16236"/>
                </a:lnTo>
                <a:lnTo>
                  <a:pt x="64395" y="15739"/>
                </a:lnTo>
                <a:lnTo>
                  <a:pt x="63909" y="15254"/>
                </a:lnTo>
                <a:lnTo>
                  <a:pt x="63409" y="14779"/>
                </a:lnTo>
                <a:lnTo>
                  <a:pt x="62896" y="14315"/>
                </a:lnTo>
                <a:lnTo>
                  <a:pt x="62369" y="13863"/>
                </a:lnTo>
                <a:lnTo>
                  <a:pt x="61829" y="13421"/>
                </a:lnTo>
                <a:lnTo>
                  <a:pt x="61275" y="12990"/>
                </a:lnTo>
                <a:lnTo>
                  <a:pt x="60708" y="12571"/>
                </a:lnTo>
                <a:lnTo>
                  <a:pt x="60127" y="12162"/>
                </a:lnTo>
                <a:lnTo>
                  <a:pt x="59532" y="11764"/>
                </a:lnTo>
                <a:lnTo>
                  <a:pt x="58924" y="11377"/>
                </a:lnTo>
                <a:lnTo>
                  <a:pt x="58302" y="11002"/>
                </a:lnTo>
                <a:lnTo>
                  <a:pt x="57667" y="10637"/>
                </a:lnTo>
                <a:lnTo>
                  <a:pt x="57018" y="10283"/>
                </a:lnTo>
                <a:lnTo>
                  <a:pt x="56356" y="9941"/>
                </a:lnTo>
                <a:lnTo>
                  <a:pt x="55680" y="9610"/>
                </a:lnTo>
                <a:lnTo>
                  <a:pt x="54991" y="9294"/>
                </a:lnTo>
                <a:lnTo>
                  <a:pt x="54290" y="8992"/>
                </a:lnTo>
                <a:lnTo>
                  <a:pt x="53575" y="8704"/>
                </a:lnTo>
                <a:lnTo>
                  <a:pt x="52847" y="8430"/>
                </a:lnTo>
                <a:lnTo>
                  <a:pt x="52106" y="8170"/>
                </a:lnTo>
                <a:lnTo>
                  <a:pt x="51352" y="7924"/>
                </a:lnTo>
                <a:lnTo>
                  <a:pt x="50585" y="7692"/>
                </a:lnTo>
                <a:lnTo>
                  <a:pt x="49805" y="7474"/>
                </a:lnTo>
                <a:lnTo>
                  <a:pt x="49012" y="7271"/>
                </a:lnTo>
                <a:lnTo>
                  <a:pt x="48206" y="7081"/>
                </a:lnTo>
                <a:lnTo>
                  <a:pt x="47387" y="6905"/>
                </a:lnTo>
                <a:lnTo>
                  <a:pt x="46555" y="6744"/>
                </a:lnTo>
                <a:lnTo>
                  <a:pt x="45709" y="6596"/>
                </a:lnTo>
                <a:lnTo>
                  <a:pt x="44851" y="6463"/>
                </a:lnTo>
                <a:lnTo>
                  <a:pt x="43980" y="6343"/>
                </a:lnTo>
                <a:lnTo>
                  <a:pt x="43095" y="6238"/>
                </a:lnTo>
                <a:lnTo>
                  <a:pt x="42198" y="6146"/>
                </a:lnTo>
                <a:lnTo>
                  <a:pt x="41287" y="6069"/>
                </a:lnTo>
                <a:lnTo>
                  <a:pt x="40364" y="6006"/>
                </a:lnTo>
                <a:lnTo>
                  <a:pt x="39427" y="5957"/>
                </a:lnTo>
                <a:lnTo>
                  <a:pt x="38478" y="5922"/>
                </a:lnTo>
                <a:lnTo>
                  <a:pt x="37515" y="5900"/>
                </a:lnTo>
                <a:lnTo>
                  <a:pt x="36539" y="5893"/>
                </a:lnTo>
                <a:lnTo>
                  <a:pt x="0" y="5893"/>
                </a:lnTo>
                <a:lnTo>
                  <a:pt x="0" y="113154"/>
                </a:lnTo>
                <a:lnTo>
                  <a:pt x="9061" y="113154"/>
                </a:lnTo>
                <a:lnTo>
                  <a:pt x="9061" y="69395"/>
                </a:lnTo>
                <a:lnTo>
                  <a:pt x="36539" y="69395"/>
                </a:lnTo>
                <a:lnTo>
                  <a:pt x="37515" y="69388"/>
                </a:lnTo>
                <a:lnTo>
                  <a:pt x="38478" y="69369"/>
                </a:lnTo>
                <a:lnTo>
                  <a:pt x="39428" y="69336"/>
                </a:lnTo>
                <a:lnTo>
                  <a:pt x="40365" y="69291"/>
                </a:lnTo>
                <a:close/>
                <a:moveTo>
                  <a:pt x="38877" y="13754"/>
                </a:moveTo>
                <a:lnTo>
                  <a:pt x="39631" y="13795"/>
                </a:lnTo>
                <a:lnTo>
                  <a:pt x="40373" y="13847"/>
                </a:lnTo>
                <a:lnTo>
                  <a:pt x="41102" y="13911"/>
                </a:lnTo>
                <a:lnTo>
                  <a:pt x="41819" y="13987"/>
                </a:lnTo>
                <a:lnTo>
                  <a:pt x="42523" y="14074"/>
                </a:lnTo>
                <a:lnTo>
                  <a:pt x="43214" y="14173"/>
                </a:lnTo>
                <a:lnTo>
                  <a:pt x="43893" y="14283"/>
                </a:lnTo>
                <a:lnTo>
                  <a:pt x="44560" y="14405"/>
                </a:lnTo>
                <a:lnTo>
                  <a:pt x="45214" y="14539"/>
                </a:lnTo>
                <a:lnTo>
                  <a:pt x="45855" y="14684"/>
                </a:lnTo>
                <a:lnTo>
                  <a:pt x="46484" y="14841"/>
                </a:lnTo>
                <a:lnTo>
                  <a:pt x="47100" y="15010"/>
                </a:lnTo>
                <a:lnTo>
                  <a:pt x="47704" y="15190"/>
                </a:lnTo>
                <a:lnTo>
                  <a:pt x="48295" y="15382"/>
                </a:lnTo>
                <a:lnTo>
                  <a:pt x="48874" y="15585"/>
                </a:lnTo>
                <a:lnTo>
                  <a:pt x="49440" y="15800"/>
                </a:lnTo>
                <a:lnTo>
                  <a:pt x="49994" y="16027"/>
                </a:lnTo>
                <a:lnTo>
                  <a:pt x="50535" y="16265"/>
                </a:lnTo>
                <a:lnTo>
                  <a:pt x="51063" y="16515"/>
                </a:lnTo>
                <a:lnTo>
                  <a:pt x="51580" y="16776"/>
                </a:lnTo>
                <a:lnTo>
                  <a:pt x="52083" y="17049"/>
                </a:lnTo>
                <a:lnTo>
                  <a:pt x="52575" y="17332"/>
                </a:lnTo>
                <a:lnTo>
                  <a:pt x="53055" y="17622"/>
                </a:lnTo>
                <a:lnTo>
                  <a:pt x="53525" y="17920"/>
                </a:lnTo>
                <a:lnTo>
                  <a:pt x="53983" y="18225"/>
                </a:lnTo>
                <a:lnTo>
                  <a:pt x="54430" y="18538"/>
                </a:lnTo>
                <a:lnTo>
                  <a:pt x="54866" y="18859"/>
                </a:lnTo>
                <a:lnTo>
                  <a:pt x="55291" y="19187"/>
                </a:lnTo>
                <a:lnTo>
                  <a:pt x="55705" y="19522"/>
                </a:lnTo>
                <a:lnTo>
                  <a:pt x="56108" y="19865"/>
                </a:lnTo>
                <a:lnTo>
                  <a:pt x="56499" y="20215"/>
                </a:lnTo>
                <a:lnTo>
                  <a:pt x="56880" y="20573"/>
                </a:lnTo>
                <a:lnTo>
                  <a:pt x="57249" y="20939"/>
                </a:lnTo>
                <a:lnTo>
                  <a:pt x="57607" y="21312"/>
                </a:lnTo>
                <a:lnTo>
                  <a:pt x="57954" y="21693"/>
                </a:lnTo>
                <a:lnTo>
                  <a:pt x="58290" y="22081"/>
                </a:lnTo>
                <a:lnTo>
                  <a:pt x="58615" y="22476"/>
                </a:lnTo>
                <a:lnTo>
                  <a:pt x="58929" y="22879"/>
                </a:lnTo>
                <a:lnTo>
                  <a:pt x="59231" y="23290"/>
                </a:lnTo>
                <a:lnTo>
                  <a:pt x="59523" y="23708"/>
                </a:lnTo>
                <a:lnTo>
                  <a:pt x="59803" y="24134"/>
                </a:lnTo>
                <a:lnTo>
                  <a:pt x="60072" y="24568"/>
                </a:lnTo>
                <a:lnTo>
                  <a:pt x="60330" y="25008"/>
                </a:lnTo>
                <a:lnTo>
                  <a:pt x="60577" y="25457"/>
                </a:lnTo>
                <a:lnTo>
                  <a:pt x="60813" y="25913"/>
                </a:lnTo>
                <a:lnTo>
                  <a:pt x="61038" y="26374"/>
                </a:lnTo>
                <a:lnTo>
                  <a:pt x="61254" y="26839"/>
                </a:lnTo>
                <a:lnTo>
                  <a:pt x="61460" y="27308"/>
                </a:lnTo>
                <a:lnTo>
                  <a:pt x="61657" y="27780"/>
                </a:lnTo>
                <a:lnTo>
                  <a:pt x="61844" y="28256"/>
                </a:lnTo>
                <a:lnTo>
                  <a:pt x="62021" y="28735"/>
                </a:lnTo>
                <a:lnTo>
                  <a:pt x="62189" y="29218"/>
                </a:lnTo>
                <a:lnTo>
                  <a:pt x="62347" y="29704"/>
                </a:lnTo>
                <a:lnTo>
                  <a:pt x="62496" y="30195"/>
                </a:lnTo>
                <a:lnTo>
                  <a:pt x="62635" y="30688"/>
                </a:lnTo>
                <a:lnTo>
                  <a:pt x="62765" y="31185"/>
                </a:lnTo>
                <a:lnTo>
                  <a:pt x="62885" y="31686"/>
                </a:lnTo>
                <a:lnTo>
                  <a:pt x="62995" y="32191"/>
                </a:lnTo>
                <a:lnTo>
                  <a:pt x="63096" y="32699"/>
                </a:lnTo>
                <a:lnTo>
                  <a:pt x="63187" y="33210"/>
                </a:lnTo>
                <a:lnTo>
                  <a:pt x="63268" y="33725"/>
                </a:lnTo>
                <a:lnTo>
                  <a:pt x="63340" y="34244"/>
                </a:lnTo>
                <a:lnTo>
                  <a:pt x="63403" y="34767"/>
                </a:lnTo>
                <a:lnTo>
                  <a:pt x="63455" y="35292"/>
                </a:lnTo>
                <a:lnTo>
                  <a:pt x="63498" y="35822"/>
                </a:lnTo>
                <a:lnTo>
                  <a:pt x="63532" y="36355"/>
                </a:lnTo>
                <a:lnTo>
                  <a:pt x="63556" y="36892"/>
                </a:lnTo>
                <a:lnTo>
                  <a:pt x="63570" y="37432"/>
                </a:lnTo>
                <a:lnTo>
                  <a:pt x="63575" y="37976"/>
                </a:lnTo>
                <a:lnTo>
                  <a:pt x="63570" y="38531"/>
                </a:lnTo>
                <a:lnTo>
                  <a:pt x="63556" y="39082"/>
                </a:lnTo>
                <a:lnTo>
                  <a:pt x="63532" y="39628"/>
                </a:lnTo>
                <a:lnTo>
                  <a:pt x="63498" y="40170"/>
                </a:lnTo>
                <a:lnTo>
                  <a:pt x="63455" y="40707"/>
                </a:lnTo>
                <a:lnTo>
                  <a:pt x="63403" y="41239"/>
                </a:lnTo>
                <a:lnTo>
                  <a:pt x="63340" y="41767"/>
                </a:lnTo>
                <a:lnTo>
                  <a:pt x="63268" y="42290"/>
                </a:lnTo>
                <a:lnTo>
                  <a:pt x="63187" y="42809"/>
                </a:lnTo>
                <a:lnTo>
                  <a:pt x="63096" y="43323"/>
                </a:lnTo>
                <a:lnTo>
                  <a:pt x="62995" y="43833"/>
                </a:lnTo>
                <a:lnTo>
                  <a:pt x="62885" y="44338"/>
                </a:lnTo>
                <a:lnTo>
                  <a:pt x="62765" y="44838"/>
                </a:lnTo>
                <a:lnTo>
                  <a:pt x="62635" y="45334"/>
                </a:lnTo>
                <a:lnTo>
                  <a:pt x="62496" y="45825"/>
                </a:lnTo>
                <a:lnTo>
                  <a:pt x="62347" y="46311"/>
                </a:lnTo>
                <a:lnTo>
                  <a:pt x="62189" y="46793"/>
                </a:lnTo>
                <a:lnTo>
                  <a:pt x="62021" y="47271"/>
                </a:lnTo>
                <a:lnTo>
                  <a:pt x="61844" y="47744"/>
                </a:lnTo>
                <a:lnTo>
                  <a:pt x="61657" y="48212"/>
                </a:lnTo>
                <a:lnTo>
                  <a:pt x="61460" y="48675"/>
                </a:lnTo>
                <a:lnTo>
                  <a:pt x="61254" y="49134"/>
                </a:lnTo>
                <a:lnTo>
                  <a:pt x="61038" y="49589"/>
                </a:lnTo>
                <a:lnTo>
                  <a:pt x="60813" y="50039"/>
                </a:lnTo>
                <a:lnTo>
                  <a:pt x="60577" y="50482"/>
                </a:lnTo>
                <a:lnTo>
                  <a:pt x="60330" y="50918"/>
                </a:lnTo>
                <a:lnTo>
                  <a:pt x="60072" y="51345"/>
                </a:lnTo>
                <a:lnTo>
                  <a:pt x="59803" y="51765"/>
                </a:lnTo>
                <a:lnTo>
                  <a:pt x="59523" y="52177"/>
                </a:lnTo>
                <a:lnTo>
                  <a:pt x="59231" y="52581"/>
                </a:lnTo>
                <a:lnTo>
                  <a:pt x="58929" y="52977"/>
                </a:lnTo>
                <a:lnTo>
                  <a:pt x="58615" y="53365"/>
                </a:lnTo>
                <a:lnTo>
                  <a:pt x="58290" y="53745"/>
                </a:lnTo>
                <a:lnTo>
                  <a:pt x="57954" y="54117"/>
                </a:lnTo>
                <a:lnTo>
                  <a:pt x="57607" y="54481"/>
                </a:lnTo>
                <a:lnTo>
                  <a:pt x="57249" y="54838"/>
                </a:lnTo>
                <a:lnTo>
                  <a:pt x="56880" y="55186"/>
                </a:lnTo>
                <a:lnTo>
                  <a:pt x="56499" y="55527"/>
                </a:lnTo>
                <a:lnTo>
                  <a:pt x="56108" y="55859"/>
                </a:lnTo>
                <a:lnTo>
                  <a:pt x="55705" y="56184"/>
                </a:lnTo>
                <a:lnTo>
                  <a:pt x="55291" y="56501"/>
                </a:lnTo>
                <a:lnTo>
                  <a:pt x="54866" y="56810"/>
                </a:lnTo>
                <a:lnTo>
                  <a:pt x="54430" y="57111"/>
                </a:lnTo>
                <a:lnTo>
                  <a:pt x="53983" y="57404"/>
                </a:lnTo>
                <a:lnTo>
                  <a:pt x="53525" y="57689"/>
                </a:lnTo>
                <a:lnTo>
                  <a:pt x="53055" y="57966"/>
                </a:lnTo>
                <a:lnTo>
                  <a:pt x="52575" y="58235"/>
                </a:lnTo>
                <a:lnTo>
                  <a:pt x="52083" y="58497"/>
                </a:lnTo>
                <a:lnTo>
                  <a:pt x="51580" y="58749"/>
                </a:lnTo>
                <a:lnTo>
                  <a:pt x="51063" y="58990"/>
                </a:lnTo>
                <a:lnTo>
                  <a:pt x="50535" y="59221"/>
                </a:lnTo>
                <a:lnTo>
                  <a:pt x="49994" y="59441"/>
                </a:lnTo>
                <a:lnTo>
                  <a:pt x="49440" y="59650"/>
                </a:lnTo>
                <a:lnTo>
                  <a:pt x="48874" y="59848"/>
                </a:lnTo>
                <a:lnTo>
                  <a:pt x="48295" y="60036"/>
                </a:lnTo>
                <a:lnTo>
                  <a:pt x="47704" y="60213"/>
                </a:lnTo>
                <a:lnTo>
                  <a:pt x="47100" y="60379"/>
                </a:lnTo>
                <a:lnTo>
                  <a:pt x="46484" y="60535"/>
                </a:lnTo>
                <a:lnTo>
                  <a:pt x="45855" y="60680"/>
                </a:lnTo>
                <a:lnTo>
                  <a:pt x="45214" y="60814"/>
                </a:lnTo>
                <a:lnTo>
                  <a:pt x="44560" y="60937"/>
                </a:lnTo>
                <a:lnTo>
                  <a:pt x="43893" y="61050"/>
                </a:lnTo>
                <a:lnTo>
                  <a:pt x="43214" y="61152"/>
                </a:lnTo>
                <a:lnTo>
                  <a:pt x="42523" y="61243"/>
                </a:lnTo>
                <a:lnTo>
                  <a:pt x="41819" y="61323"/>
                </a:lnTo>
                <a:lnTo>
                  <a:pt x="41102" y="61393"/>
                </a:lnTo>
                <a:lnTo>
                  <a:pt x="40373" y="61452"/>
                </a:lnTo>
                <a:lnTo>
                  <a:pt x="39631" y="61500"/>
                </a:lnTo>
                <a:lnTo>
                  <a:pt x="38877" y="61538"/>
                </a:lnTo>
                <a:lnTo>
                  <a:pt x="38110" y="61565"/>
                </a:lnTo>
                <a:lnTo>
                  <a:pt x="37331" y="61581"/>
                </a:lnTo>
                <a:lnTo>
                  <a:pt x="36539" y="61586"/>
                </a:lnTo>
                <a:lnTo>
                  <a:pt x="9061" y="61586"/>
                </a:lnTo>
                <a:lnTo>
                  <a:pt x="9061" y="13702"/>
                </a:lnTo>
                <a:lnTo>
                  <a:pt x="36539" y="13702"/>
                </a:lnTo>
                <a:lnTo>
                  <a:pt x="37331" y="13708"/>
                </a:lnTo>
                <a:lnTo>
                  <a:pt x="38110" y="13725"/>
                </a:lnTo>
                <a:lnTo>
                  <a:pt x="38877" y="13754"/>
                </a:lnTo>
                <a:close/>
                <a:moveTo>
                  <a:pt x="251866" y="102573"/>
                </a:moveTo>
                <a:lnTo>
                  <a:pt x="251887" y="102891"/>
                </a:lnTo>
                <a:lnTo>
                  <a:pt x="251910" y="103211"/>
                </a:lnTo>
                <a:lnTo>
                  <a:pt x="251934" y="103532"/>
                </a:lnTo>
                <a:lnTo>
                  <a:pt x="251960" y="103855"/>
                </a:lnTo>
                <a:lnTo>
                  <a:pt x="251987" y="104179"/>
                </a:lnTo>
                <a:lnTo>
                  <a:pt x="252016" y="104504"/>
                </a:lnTo>
                <a:lnTo>
                  <a:pt x="252047" y="104831"/>
                </a:lnTo>
                <a:lnTo>
                  <a:pt x="252079" y="105160"/>
                </a:lnTo>
                <a:lnTo>
                  <a:pt x="252113" y="105489"/>
                </a:lnTo>
                <a:lnTo>
                  <a:pt x="252149" y="105820"/>
                </a:lnTo>
                <a:lnTo>
                  <a:pt x="252187" y="106153"/>
                </a:lnTo>
                <a:lnTo>
                  <a:pt x="252226" y="106487"/>
                </a:lnTo>
                <a:lnTo>
                  <a:pt x="252266" y="106819"/>
                </a:lnTo>
                <a:lnTo>
                  <a:pt x="252308" y="107146"/>
                </a:lnTo>
                <a:lnTo>
                  <a:pt x="252352" y="107469"/>
                </a:lnTo>
                <a:lnTo>
                  <a:pt x="252396" y="107787"/>
                </a:lnTo>
                <a:lnTo>
                  <a:pt x="252443" y="108100"/>
                </a:lnTo>
                <a:lnTo>
                  <a:pt x="252490" y="108409"/>
                </a:lnTo>
                <a:lnTo>
                  <a:pt x="252539" y="108713"/>
                </a:lnTo>
                <a:lnTo>
                  <a:pt x="252590" y="109012"/>
                </a:lnTo>
                <a:lnTo>
                  <a:pt x="252642" y="109306"/>
                </a:lnTo>
                <a:lnTo>
                  <a:pt x="252695" y="109596"/>
                </a:lnTo>
                <a:lnTo>
                  <a:pt x="252750" y="109881"/>
                </a:lnTo>
                <a:lnTo>
                  <a:pt x="252806" y="110161"/>
                </a:lnTo>
                <a:lnTo>
                  <a:pt x="252863" y="110436"/>
                </a:lnTo>
                <a:lnTo>
                  <a:pt x="252922" y="110707"/>
                </a:lnTo>
                <a:lnTo>
                  <a:pt x="252982" y="110973"/>
                </a:lnTo>
                <a:lnTo>
                  <a:pt x="253044" y="111234"/>
                </a:lnTo>
                <a:lnTo>
                  <a:pt x="253107" y="111491"/>
                </a:lnTo>
                <a:lnTo>
                  <a:pt x="253172" y="111742"/>
                </a:lnTo>
                <a:lnTo>
                  <a:pt x="253238" y="111989"/>
                </a:lnTo>
                <a:lnTo>
                  <a:pt x="253305" y="112232"/>
                </a:lnTo>
                <a:lnTo>
                  <a:pt x="253374" y="112469"/>
                </a:lnTo>
                <a:lnTo>
                  <a:pt x="253444" y="112702"/>
                </a:lnTo>
                <a:lnTo>
                  <a:pt x="253516" y="112930"/>
                </a:lnTo>
                <a:lnTo>
                  <a:pt x="253588" y="113154"/>
                </a:lnTo>
                <a:lnTo>
                  <a:pt x="263018" y="113154"/>
                </a:lnTo>
                <a:lnTo>
                  <a:pt x="263018" y="112196"/>
                </a:lnTo>
                <a:lnTo>
                  <a:pt x="262921" y="111960"/>
                </a:lnTo>
                <a:lnTo>
                  <a:pt x="262825" y="111718"/>
                </a:lnTo>
                <a:lnTo>
                  <a:pt x="262732" y="111471"/>
                </a:lnTo>
                <a:lnTo>
                  <a:pt x="262640" y="111218"/>
                </a:lnTo>
                <a:lnTo>
                  <a:pt x="262551" y="110959"/>
                </a:lnTo>
                <a:lnTo>
                  <a:pt x="262463" y="110695"/>
                </a:lnTo>
                <a:lnTo>
                  <a:pt x="262377" y="110425"/>
                </a:lnTo>
                <a:lnTo>
                  <a:pt x="262294" y="110150"/>
                </a:lnTo>
                <a:lnTo>
                  <a:pt x="262212" y="109868"/>
                </a:lnTo>
                <a:lnTo>
                  <a:pt x="262132" y="109582"/>
                </a:lnTo>
                <a:lnTo>
                  <a:pt x="262054" y="109289"/>
                </a:lnTo>
                <a:lnTo>
                  <a:pt x="261977" y="108991"/>
                </a:lnTo>
                <a:lnTo>
                  <a:pt x="261903" y="108688"/>
                </a:lnTo>
                <a:lnTo>
                  <a:pt x="261831" y="108378"/>
                </a:lnTo>
                <a:lnTo>
                  <a:pt x="261760" y="108064"/>
                </a:lnTo>
                <a:lnTo>
                  <a:pt x="261692" y="107743"/>
                </a:lnTo>
                <a:lnTo>
                  <a:pt x="261625" y="107417"/>
                </a:lnTo>
                <a:lnTo>
                  <a:pt x="261561" y="107085"/>
                </a:lnTo>
                <a:lnTo>
                  <a:pt x="261498" y="106748"/>
                </a:lnTo>
                <a:lnTo>
                  <a:pt x="261437" y="106405"/>
                </a:lnTo>
                <a:lnTo>
                  <a:pt x="261378" y="106056"/>
                </a:lnTo>
                <a:lnTo>
                  <a:pt x="261321" y="105702"/>
                </a:lnTo>
                <a:lnTo>
                  <a:pt x="261266" y="105342"/>
                </a:lnTo>
                <a:lnTo>
                  <a:pt x="261213" y="104976"/>
                </a:lnTo>
                <a:lnTo>
                  <a:pt x="261162" y="104609"/>
                </a:lnTo>
                <a:lnTo>
                  <a:pt x="261113" y="104242"/>
                </a:lnTo>
                <a:lnTo>
                  <a:pt x="261066" y="103876"/>
                </a:lnTo>
                <a:lnTo>
                  <a:pt x="261022" y="103511"/>
                </a:lnTo>
                <a:lnTo>
                  <a:pt x="260979" y="103148"/>
                </a:lnTo>
                <a:lnTo>
                  <a:pt x="260939" y="102785"/>
                </a:lnTo>
                <a:lnTo>
                  <a:pt x="260901" y="102423"/>
                </a:lnTo>
                <a:lnTo>
                  <a:pt x="260865" y="102062"/>
                </a:lnTo>
                <a:lnTo>
                  <a:pt x="260831" y="101703"/>
                </a:lnTo>
                <a:lnTo>
                  <a:pt x="260800" y="101344"/>
                </a:lnTo>
                <a:lnTo>
                  <a:pt x="260771" y="100987"/>
                </a:lnTo>
                <a:lnTo>
                  <a:pt x="260743" y="100630"/>
                </a:lnTo>
                <a:lnTo>
                  <a:pt x="260718" y="100274"/>
                </a:lnTo>
                <a:lnTo>
                  <a:pt x="260696" y="99920"/>
                </a:lnTo>
                <a:lnTo>
                  <a:pt x="260675" y="99566"/>
                </a:lnTo>
                <a:lnTo>
                  <a:pt x="260656" y="99214"/>
                </a:lnTo>
                <a:lnTo>
                  <a:pt x="260640" y="98863"/>
                </a:lnTo>
                <a:lnTo>
                  <a:pt x="260626" y="98512"/>
                </a:lnTo>
                <a:lnTo>
                  <a:pt x="260614" y="98163"/>
                </a:lnTo>
                <a:lnTo>
                  <a:pt x="260604" y="97814"/>
                </a:lnTo>
                <a:lnTo>
                  <a:pt x="260597" y="97467"/>
                </a:lnTo>
                <a:lnTo>
                  <a:pt x="260591" y="97121"/>
                </a:lnTo>
                <a:lnTo>
                  <a:pt x="260588" y="96775"/>
                </a:lnTo>
                <a:lnTo>
                  <a:pt x="260587" y="96431"/>
                </a:lnTo>
                <a:lnTo>
                  <a:pt x="260587" y="57903"/>
                </a:lnTo>
                <a:lnTo>
                  <a:pt x="260580" y="57183"/>
                </a:lnTo>
                <a:lnTo>
                  <a:pt x="260561" y="56474"/>
                </a:lnTo>
                <a:lnTo>
                  <a:pt x="260529" y="55776"/>
                </a:lnTo>
                <a:lnTo>
                  <a:pt x="260484" y="55087"/>
                </a:lnTo>
                <a:lnTo>
                  <a:pt x="260425" y="54409"/>
                </a:lnTo>
                <a:lnTo>
                  <a:pt x="260354" y="53741"/>
                </a:lnTo>
                <a:lnTo>
                  <a:pt x="260270" y="53083"/>
                </a:lnTo>
                <a:lnTo>
                  <a:pt x="260174" y="52435"/>
                </a:lnTo>
                <a:lnTo>
                  <a:pt x="260064" y="51798"/>
                </a:lnTo>
                <a:lnTo>
                  <a:pt x="259941" y="51170"/>
                </a:lnTo>
                <a:lnTo>
                  <a:pt x="259805" y="50553"/>
                </a:lnTo>
                <a:lnTo>
                  <a:pt x="259657" y="49947"/>
                </a:lnTo>
                <a:lnTo>
                  <a:pt x="259495" y="49350"/>
                </a:lnTo>
                <a:lnTo>
                  <a:pt x="259321" y="48764"/>
                </a:lnTo>
                <a:lnTo>
                  <a:pt x="259134" y="48188"/>
                </a:lnTo>
                <a:lnTo>
                  <a:pt x="258933" y="47622"/>
                </a:lnTo>
                <a:lnTo>
                  <a:pt x="258720" y="47066"/>
                </a:lnTo>
                <a:lnTo>
                  <a:pt x="258494" y="46521"/>
                </a:lnTo>
                <a:lnTo>
                  <a:pt x="258255" y="45986"/>
                </a:lnTo>
                <a:lnTo>
                  <a:pt x="258003" y="45461"/>
                </a:lnTo>
                <a:lnTo>
                  <a:pt x="257739" y="44946"/>
                </a:lnTo>
                <a:lnTo>
                  <a:pt x="257461" y="44442"/>
                </a:lnTo>
                <a:lnTo>
                  <a:pt x="257170" y="43948"/>
                </a:lnTo>
                <a:lnTo>
                  <a:pt x="256867" y="43464"/>
                </a:lnTo>
                <a:lnTo>
                  <a:pt x="256552" y="42990"/>
                </a:lnTo>
                <a:lnTo>
                  <a:pt x="256227" y="42526"/>
                </a:lnTo>
                <a:lnTo>
                  <a:pt x="255893" y="42072"/>
                </a:lnTo>
                <a:lnTo>
                  <a:pt x="255549" y="41628"/>
                </a:lnTo>
                <a:lnTo>
                  <a:pt x="255195" y="41194"/>
                </a:lnTo>
                <a:lnTo>
                  <a:pt x="254832" y="40770"/>
                </a:lnTo>
                <a:lnTo>
                  <a:pt x="254458" y="40356"/>
                </a:lnTo>
                <a:lnTo>
                  <a:pt x="254075" y="39952"/>
                </a:lnTo>
                <a:lnTo>
                  <a:pt x="253683" y="39558"/>
                </a:lnTo>
                <a:lnTo>
                  <a:pt x="253280" y="39174"/>
                </a:lnTo>
                <a:lnTo>
                  <a:pt x="252868" y="38800"/>
                </a:lnTo>
                <a:lnTo>
                  <a:pt x="252447" y="38436"/>
                </a:lnTo>
                <a:lnTo>
                  <a:pt x="252015" y="38082"/>
                </a:lnTo>
                <a:lnTo>
                  <a:pt x="251574" y="37738"/>
                </a:lnTo>
                <a:lnTo>
                  <a:pt x="251123" y="37404"/>
                </a:lnTo>
                <a:lnTo>
                  <a:pt x="250662" y="37079"/>
                </a:lnTo>
                <a:lnTo>
                  <a:pt x="250192" y="36765"/>
                </a:lnTo>
                <a:lnTo>
                  <a:pt x="249712" y="36461"/>
                </a:lnTo>
                <a:lnTo>
                  <a:pt x="249222" y="36167"/>
                </a:lnTo>
                <a:lnTo>
                  <a:pt x="248722" y="35882"/>
                </a:lnTo>
                <a:lnTo>
                  <a:pt x="248213" y="35608"/>
                </a:lnTo>
                <a:lnTo>
                  <a:pt x="247694" y="35344"/>
                </a:lnTo>
                <a:lnTo>
                  <a:pt x="247165" y="35089"/>
                </a:lnTo>
                <a:lnTo>
                  <a:pt x="246627" y="34845"/>
                </a:lnTo>
                <a:lnTo>
                  <a:pt x="246080" y="34610"/>
                </a:lnTo>
                <a:lnTo>
                  <a:pt x="245527" y="34386"/>
                </a:lnTo>
                <a:lnTo>
                  <a:pt x="244966" y="34171"/>
                </a:lnTo>
                <a:lnTo>
                  <a:pt x="244399" y="33967"/>
                </a:lnTo>
                <a:lnTo>
                  <a:pt x="243826" y="33772"/>
                </a:lnTo>
                <a:lnTo>
                  <a:pt x="243245" y="33588"/>
                </a:lnTo>
                <a:lnTo>
                  <a:pt x="242658" y="33413"/>
                </a:lnTo>
                <a:lnTo>
                  <a:pt x="242064" y="33249"/>
                </a:lnTo>
                <a:lnTo>
                  <a:pt x="241463" y="33094"/>
                </a:lnTo>
                <a:lnTo>
                  <a:pt x="240855" y="32949"/>
                </a:lnTo>
                <a:lnTo>
                  <a:pt x="240240" y="32815"/>
                </a:lnTo>
                <a:lnTo>
                  <a:pt x="239619" y="32690"/>
                </a:lnTo>
                <a:lnTo>
                  <a:pt x="238991" y="32575"/>
                </a:lnTo>
                <a:lnTo>
                  <a:pt x="238356" y="32471"/>
                </a:lnTo>
                <a:lnTo>
                  <a:pt x="237715" y="32376"/>
                </a:lnTo>
                <a:lnTo>
                  <a:pt x="237066" y="32291"/>
                </a:lnTo>
                <a:lnTo>
                  <a:pt x="236411" y="32216"/>
                </a:lnTo>
                <a:lnTo>
                  <a:pt x="235749" y="32151"/>
                </a:lnTo>
                <a:lnTo>
                  <a:pt x="235081" y="32096"/>
                </a:lnTo>
                <a:lnTo>
                  <a:pt x="234405" y="32052"/>
                </a:lnTo>
                <a:lnTo>
                  <a:pt x="233723" y="32017"/>
                </a:lnTo>
                <a:lnTo>
                  <a:pt x="233034" y="31992"/>
                </a:lnTo>
                <a:lnTo>
                  <a:pt x="232338" y="31977"/>
                </a:lnTo>
                <a:lnTo>
                  <a:pt x="231636" y="31972"/>
                </a:lnTo>
                <a:lnTo>
                  <a:pt x="231067" y="31975"/>
                </a:lnTo>
                <a:lnTo>
                  <a:pt x="230502" y="31985"/>
                </a:lnTo>
                <a:lnTo>
                  <a:pt x="229942" y="32002"/>
                </a:lnTo>
                <a:lnTo>
                  <a:pt x="229386" y="32026"/>
                </a:lnTo>
                <a:lnTo>
                  <a:pt x="228834" y="32056"/>
                </a:lnTo>
                <a:lnTo>
                  <a:pt x="228286" y="32094"/>
                </a:lnTo>
                <a:lnTo>
                  <a:pt x="227742" y="32138"/>
                </a:lnTo>
                <a:lnTo>
                  <a:pt x="227203" y="32189"/>
                </a:lnTo>
                <a:lnTo>
                  <a:pt x="226668" y="32246"/>
                </a:lnTo>
                <a:lnTo>
                  <a:pt x="226137" y="32311"/>
                </a:lnTo>
                <a:lnTo>
                  <a:pt x="225611" y="32382"/>
                </a:lnTo>
                <a:lnTo>
                  <a:pt x="225088" y="32460"/>
                </a:lnTo>
                <a:lnTo>
                  <a:pt x="224570" y="32545"/>
                </a:lnTo>
                <a:lnTo>
                  <a:pt x="224056" y="32636"/>
                </a:lnTo>
                <a:lnTo>
                  <a:pt x="223546" y="32734"/>
                </a:lnTo>
                <a:lnTo>
                  <a:pt x="223041" y="32839"/>
                </a:lnTo>
                <a:lnTo>
                  <a:pt x="222540" y="32951"/>
                </a:lnTo>
                <a:lnTo>
                  <a:pt x="222043" y="33070"/>
                </a:lnTo>
                <a:lnTo>
                  <a:pt x="221550" y="33195"/>
                </a:lnTo>
                <a:lnTo>
                  <a:pt x="221061" y="33327"/>
                </a:lnTo>
                <a:lnTo>
                  <a:pt x="220577" y="33466"/>
                </a:lnTo>
                <a:lnTo>
                  <a:pt x="220097" y="33612"/>
                </a:lnTo>
                <a:lnTo>
                  <a:pt x="219621" y="33765"/>
                </a:lnTo>
                <a:lnTo>
                  <a:pt x="219149" y="33924"/>
                </a:lnTo>
                <a:lnTo>
                  <a:pt x="218682" y="34089"/>
                </a:lnTo>
                <a:lnTo>
                  <a:pt x="218221" y="34259"/>
                </a:lnTo>
                <a:lnTo>
                  <a:pt x="217765" y="34433"/>
                </a:lnTo>
                <a:lnTo>
                  <a:pt x="217314" y="34613"/>
                </a:lnTo>
                <a:lnTo>
                  <a:pt x="216869" y="34797"/>
                </a:lnTo>
                <a:lnTo>
                  <a:pt x="216430" y="34985"/>
                </a:lnTo>
                <a:lnTo>
                  <a:pt x="215996" y="35179"/>
                </a:lnTo>
                <a:lnTo>
                  <a:pt x="215568" y="35377"/>
                </a:lnTo>
                <a:lnTo>
                  <a:pt x="215145" y="35580"/>
                </a:lnTo>
                <a:lnTo>
                  <a:pt x="214727" y="35787"/>
                </a:lnTo>
                <a:lnTo>
                  <a:pt x="214316" y="36000"/>
                </a:lnTo>
                <a:lnTo>
                  <a:pt x="213909" y="36217"/>
                </a:lnTo>
                <a:lnTo>
                  <a:pt x="213508" y="36439"/>
                </a:lnTo>
                <a:lnTo>
                  <a:pt x="213113" y="36665"/>
                </a:lnTo>
                <a:lnTo>
                  <a:pt x="212723" y="36897"/>
                </a:lnTo>
                <a:lnTo>
                  <a:pt x="212339" y="37133"/>
                </a:lnTo>
                <a:lnTo>
                  <a:pt x="211960" y="37373"/>
                </a:lnTo>
                <a:lnTo>
                  <a:pt x="211586" y="37619"/>
                </a:lnTo>
                <a:lnTo>
                  <a:pt x="211218" y="37869"/>
                </a:lnTo>
                <a:lnTo>
                  <a:pt x="210856" y="38124"/>
                </a:lnTo>
                <a:lnTo>
                  <a:pt x="210499" y="38384"/>
                </a:lnTo>
                <a:lnTo>
                  <a:pt x="210148" y="38648"/>
                </a:lnTo>
                <a:lnTo>
                  <a:pt x="209802" y="38917"/>
                </a:lnTo>
                <a:lnTo>
                  <a:pt x="209462" y="39191"/>
                </a:lnTo>
                <a:lnTo>
                  <a:pt x="209127" y="39469"/>
                </a:lnTo>
                <a:lnTo>
                  <a:pt x="208799" y="39750"/>
                </a:lnTo>
                <a:lnTo>
                  <a:pt x="208478" y="40034"/>
                </a:lnTo>
                <a:lnTo>
                  <a:pt x="208163" y="40321"/>
                </a:lnTo>
                <a:lnTo>
                  <a:pt x="207855" y="40611"/>
                </a:lnTo>
                <a:lnTo>
                  <a:pt x="207553" y="40904"/>
                </a:lnTo>
                <a:lnTo>
                  <a:pt x="207258" y="41200"/>
                </a:lnTo>
                <a:lnTo>
                  <a:pt x="206969" y="41499"/>
                </a:lnTo>
                <a:lnTo>
                  <a:pt x="206687" y="41802"/>
                </a:lnTo>
                <a:lnTo>
                  <a:pt x="206411" y="42107"/>
                </a:lnTo>
                <a:lnTo>
                  <a:pt x="206142" y="42416"/>
                </a:lnTo>
                <a:lnTo>
                  <a:pt x="205879" y="42727"/>
                </a:lnTo>
                <a:lnTo>
                  <a:pt x="205623" y="43042"/>
                </a:lnTo>
                <a:lnTo>
                  <a:pt x="205374" y="43360"/>
                </a:lnTo>
                <a:lnTo>
                  <a:pt x="205131" y="43680"/>
                </a:lnTo>
                <a:lnTo>
                  <a:pt x="204894" y="44004"/>
                </a:lnTo>
                <a:lnTo>
                  <a:pt x="204664" y="44331"/>
                </a:lnTo>
                <a:lnTo>
                  <a:pt x="204441" y="44661"/>
                </a:lnTo>
                <a:lnTo>
                  <a:pt x="204224" y="44994"/>
                </a:lnTo>
                <a:lnTo>
                  <a:pt x="204013" y="45330"/>
                </a:lnTo>
                <a:lnTo>
                  <a:pt x="203809" y="45669"/>
                </a:lnTo>
                <a:lnTo>
                  <a:pt x="203612" y="46012"/>
                </a:lnTo>
                <a:lnTo>
                  <a:pt x="203421" y="46357"/>
                </a:lnTo>
                <a:lnTo>
                  <a:pt x="203237" y="46705"/>
                </a:lnTo>
                <a:lnTo>
                  <a:pt x="203059" y="47056"/>
                </a:lnTo>
                <a:lnTo>
                  <a:pt x="202890" y="47407"/>
                </a:lnTo>
                <a:lnTo>
                  <a:pt x="202727" y="47760"/>
                </a:lnTo>
                <a:lnTo>
                  <a:pt x="202573" y="48113"/>
                </a:lnTo>
                <a:lnTo>
                  <a:pt x="202425" y="48468"/>
                </a:lnTo>
                <a:lnTo>
                  <a:pt x="202286" y="48823"/>
                </a:lnTo>
                <a:lnTo>
                  <a:pt x="202154" y="49180"/>
                </a:lnTo>
                <a:lnTo>
                  <a:pt x="202029" y="49537"/>
                </a:lnTo>
                <a:lnTo>
                  <a:pt x="201912" y="49896"/>
                </a:lnTo>
                <a:lnTo>
                  <a:pt x="201803" y="50256"/>
                </a:lnTo>
                <a:lnTo>
                  <a:pt x="201701" y="50616"/>
                </a:lnTo>
                <a:lnTo>
                  <a:pt x="201607" y="50978"/>
                </a:lnTo>
                <a:lnTo>
                  <a:pt x="201520" y="51341"/>
                </a:lnTo>
                <a:lnTo>
                  <a:pt x="201441" y="51704"/>
                </a:lnTo>
                <a:lnTo>
                  <a:pt x="201369" y="52069"/>
                </a:lnTo>
                <a:lnTo>
                  <a:pt x="201305" y="52435"/>
                </a:lnTo>
                <a:lnTo>
                  <a:pt x="201248" y="52802"/>
                </a:lnTo>
                <a:lnTo>
                  <a:pt x="201199" y="53170"/>
                </a:lnTo>
                <a:lnTo>
                  <a:pt x="201158" y="53538"/>
                </a:lnTo>
                <a:lnTo>
                  <a:pt x="201124" y="53908"/>
                </a:lnTo>
                <a:lnTo>
                  <a:pt x="201097" y="54279"/>
                </a:lnTo>
                <a:lnTo>
                  <a:pt x="201079" y="54651"/>
                </a:lnTo>
                <a:lnTo>
                  <a:pt x="201067" y="55024"/>
                </a:lnTo>
                <a:lnTo>
                  <a:pt x="201063" y="55398"/>
                </a:lnTo>
                <a:lnTo>
                  <a:pt x="209830" y="55472"/>
                </a:lnTo>
                <a:lnTo>
                  <a:pt x="209835" y="55105"/>
                </a:lnTo>
                <a:lnTo>
                  <a:pt x="209849" y="54740"/>
                </a:lnTo>
                <a:lnTo>
                  <a:pt x="209873" y="54379"/>
                </a:lnTo>
                <a:lnTo>
                  <a:pt x="209907" y="54020"/>
                </a:lnTo>
                <a:lnTo>
                  <a:pt x="209950" y="53664"/>
                </a:lnTo>
                <a:lnTo>
                  <a:pt x="210003" y="53310"/>
                </a:lnTo>
                <a:lnTo>
                  <a:pt x="210065" y="52959"/>
                </a:lnTo>
                <a:lnTo>
                  <a:pt x="210137" y="52611"/>
                </a:lnTo>
                <a:lnTo>
                  <a:pt x="210218" y="52265"/>
                </a:lnTo>
                <a:lnTo>
                  <a:pt x="210309" y="51923"/>
                </a:lnTo>
                <a:lnTo>
                  <a:pt x="210410" y="51583"/>
                </a:lnTo>
                <a:lnTo>
                  <a:pt x="210521" y="51245"/>
                </a:lnTo>
                <a:lnTo>
                  <a:pt x="210640" y="50910"/>
                </a:lnTo>
                <a:lnTo>
                  <a:pt x="210770" y="50578"/>
                </a:lnTo>
                <a:lnTo>
                  <a:pt x="210909" y="50249"/>
                </a:lnTo>
                <a:lnTo>
                  <a:pt x="211058" y="49922"/>
                </a:lnTo>
                <a:lnTo>
                  <a:pt x="211216" y="49598"/>
                </a:lnTo>
                <a:lnTo>
                  <a:pt x="211384" y="49277"/>
                </a:lnTo>
                <a:lnTo>
                  <a:pt x="211561" y="48958"/>
                </a:lnTo>
                <a:lnTo>
                  <a:pt x="211748" y="48642"/>
                </a:lnTo>
                <a:lnTo>
                  <a:pt x="211945" y="48329"/>
                </a:lnTo>
                <a:lnTo>
                  <a:pt x="212151" y="48018"/>
                </a:lnTo>
                <a:lnTo>
                  <a:pt x="212367" y="47710"/>
                </a:lnTo>
                <a:lnTo>
                  <a:pt x="212592" y="47405"/>
                </a:lnTo>
                <a:lnTo>
                  <a:pt x="212826" y="47104"/>
                </a:lnTo>
                <a:lnTo>
                  <a:pt x="213067" y="46808"/>
                </a:lnTo>
                <a:lnTo>
                  <a:pt x="213315" y="46517"/>
                </a:lnTo>
                <a:lnTo>
                  <a:pt x="213571" y="46231"/>
                </a:lnTo>
                <a:lnTo>
                  <a:pt x="213833" y="45950"/>
                </a:lnTo>
                <a:lnTo>
                  <a:pt x="214103" y="45674"/>
                </a:lnTo>
                <a:lnTo>
                  <a:pt x="214379" y="45403"/>
                </a:lnTo>
                <a:lnTo>
                  <a:pt x="214663" y="45138"/>
                </a:lnTo>
                <a:lnTo>
                  <a:pt x="214954" y="44877"/>
                </a:lnTo>
                <a:lnTo>
                  <a:pt x="215253" y="44622"/>
                </a:lnTo>
                <a:lnTo>
                  <a:pt x="215558" y="44372"/>
                </a:lnTo>
                <a:lnTo>
                  <a:pt x="215871" y="44127"/>
                </a:lnTo>
                <a:lnTo>
                  <a:pt x="216190" y="43887"/>
                </a:lnTo>
                <a:lnTo>
                  <a:pt x="216517" y="43652"/>
                </a:lnTo>
                <a:lnTo>
                  <a:pt x="216851" y="43422"/>
                </a:lnTo>
                <a:lnTo>
                  <a:pt x="217193" y="43198"/>
                </a:lnTo>
                <a:lnTo>
                  <a:pt x="217541" y="42978"/>
                </a:lnTo>
                <a:lnTo>
                  <a:pt x="217896" y="42764"/>
                </a:lnTo>
                <a:lnTo>
                  <a:pt x="218259" y="42555"/>
                </a:lnTo>
                <a:lnTo>
                  <a:pt x="218629" y="42351"/>
                </a:lnTo>
                <a:lnTo>
                  <a:pt x="219006" y="42152"/>
                </a:lnTo>
                <a:lnTo>
                  <a:pt x="219390" y="41958"/>
                </a:lnTo>
                <a:lnTo>
                  <a:pt x="219782" y="41769"/>
                </a:lnTo>
                <a:lnTo>
                  <a:pt x="220180" y="41585"/>
                </a:lnTo>
                <a:lnTo>
                  <a:pt x="220585" y="41408"/>
                </a:lnTo>
                <a:lnTo>
                  <a:pt x="220994" y="41238"/>
                </a:lnTo>
                <a:lnTo>
                  <a:pt x="221408" y="41076"/>
                </a:lnTo>
                <a:lnTo>
                  <a:pt x="221826" y="40921"/>
                </a:lnTo>
                <a:lnTo>
                  <a:pt x="222250" y="40774"/>
                </a:lnTo>
                <a:lnTo>
                  <a:pt x="222678" y="40635"/>
                </a:lnTo>
                <a:lnTo>
                  <a:pt x="223111" y="40503"/>
                </a:lnTo>
                <a:lnTo>
                  <a:pt x="223548" y="40378"/>
                </a:lnTo>
                <a:lnTo>
                  <a:pt x="223991" y="40261"/>
                </a:lnTo>
                <a:lnTo>
                  <a:pt x="224438" y="40152"/>
                </a:lnTo>
                <a:lnTo>
                  <a:pt x="224890" y="40050"/>
                </a:lnTo>
                <a:lnTo>
                  <a:pt x="225346" y="39955"/>
                </a:lnTo>
                <a:lnTo>
                  <a:pt x="225807" y="39869"/>
                </a:lnTo>
                <a:lnTo>
                  <a:pt x="226273" y="39789"/>
                </a:lnTo>
                <a:lnTo>
                  <a:pt x="226744" y="39718"/>
                </a:lnTo>
                <a:lnTo>
                  <a:pt x="227220" y="39654"/>
                </a:lnTo>
                <a:lnTo>
                  <a:pt x="227700" y="39597"/>
                </a:lnTo>
                <a:lnTo>
                  <a:pt x="228185" y="39548"/>
                </a:lnTo>
                <a:lnTo>
                  <a:pt x="228674" y="39507"/>
                </a:lnTo>
                <a:lnTo>
                  <a:pt x="229169" y="39473"/>
                </a:lnTo>
                <a:lnTo>
                  <a:pt x="229668" y="39446"/>
                </a:lnTo>
                <a:lnTo>
                  <a:pt x="230172" y="39427"/>
                </a:lnTo>
                <a:lnTo>
                  <a:pt x="230680" y="39416"/>
                </a:lnTo>
                <a:lnTo>
                  <a:pt x="231194" y="39412"/>
                </a:lnTo>
                <a:lnTo>
                  <a:pt x="231748" y="39416"/>
                </a:lnTo>
                <a:lnTo>
                  <a:pt x="232296" y="39428"/>
                </a:lnTo>
                <a:lnTo>
                  <a:pt x="232836" y="39447"/>
                </a:lnTo>
                <a:lnTo>
                  <a:pt x="233369" y="39474"/>
                </a:lnTo>
                <a:lnTo>
                  <a:pt x="233894" y="39508"/>
                </a:lnTo>
                <a:lnTo>
                  <a:pt x="234412" y="39550"/>
                </a:lnTo>
                <a:lnTo>
                  <a:pt x="234922" y="39600"/>
                </a:lnTo>
                <a:lnTo>
                  <a:pt x="235425" y="39658"/>
                </a:lnTo>
                <a:lnTo>
                  <a:pt x="235921" y="39723"/>
                </a:lnTo>
                <a:lnTo>
                  <a:pt x="236409" y="39796"/>
                </a:lnTo>
                <a:lnTo>
                  <a:pt x="236890" y="39876"/>
                </a:lnTo>
                <a:lnTo>
                  <a:pt x="237363" y="39965"/>
                </a:lnTo>
                <a:lnTo>
                  <a:pt x="237829" y="40061"/>
                </a:lnTo>
                <a:lnTo>
                  <a:pt x="238288" y="40164"/>
                </a:lnTo>
                <a:lnTo>
                  <a:pt x="238739" y="40275"/>
                </a:lnTo>
                <a:lnTo>
                  <a:pt x="239182" y="40394"/>
                </a:lnTo>
                <a:lnTo>
                  <a:pt x="239619" y="40521"/>
                </a:lnTo>
                <a:lnTo>
                  <a:pt x="240047" y="40655"/>
                </a:lnTo>
                <a:lnTo>
                  <a:pt x="240469" y="40797"/>
                </a:lnTo>
                <a:lnTo>
                  <a:pt x="240883" y="40947"/>
                </a:lnTo>
                <a:lnTo>
                  <a:pt x="241289" y="41104"/>
                </a:lnTo>
                <a:lnTo>
                  <a:pt x="241689" y="41269"/>
                </a:lnTo>
                <a:lnTo>
                  <a:pt x="242080" y="41442"/>
                </a:lnTo>
                <a:lnTo>
                  <a:pt x="242465" y="41622"/>
                </a:lnTo>
                <a:lnTo>
                  <a:pt x="242841" y="41810"/>
                </a:lnTo>
                <a:lnTo>
                  <a:pt x="243211" y="42004"/>
                </a:lnTo>
                <a:lnTo>
                  <a:pt x="243572" y="42205"/>
                </a:lnTo>
                <a:lnTo>
                  <a:pt x="243926" y="42412"/>
                </a:lnTo>
                <a:lnTo>
                  <a:pt x="244272" y="42626"/>
                </a:lnTo>
                <a:lnTo>
                  <a:pt x="244610" y="42847"/>
                </a:lnTo>
                <a:lnTo>
                  <a:pt x="244941" y="43074"/>
                </a:lnTo>
                <a:lnTo>
                  <a:pt x="245264" y="43308"/>
                </a:lnTo>
                <a:lnTo>
                  <a:pt x="245579" y="43549"/>
                </a:lnTo>
                <a:lnTo>
                  <a:pt x="245887" y="43796"/>
                </a:lnTo>
                <a:lnTo>
                  <a:pt x="246187" y="44050"/>
                </a:lnTo>
                <a:lnTo>
                  <a:pt x="246480" y="44311"/>
                </a:lnTo>
                <a:lnTo>
                  <a:pt x="246764" y="44578"/>
                </a:lnTo>
                <a:lnTo>
                  <a:pt x="247041" y="44852"/>
                </a:lnTo>
                <a:lnTo>
                  <a:pt x="247311" y="45133"/>
                </a:lnTo>
                <a:lnTo>
                  <a:pt x="247572" y="45420"/>
                </a:lnTo>
                <a:lnTo>
                  <a:pt x="247826" y="45714"/>
                </a:lnTo>
                <a:lnTo>
                  <a:pt x="248073" y="46015"/>
                </a:lnTo>
                <a:lnTo>
                  <a:pt x="248311" y="46322"/>
                </a:lnTo>
                <a:lnTo>
                  <a:pt x="248542" y="46636"/>
                </a:lnTo>
                <a:lnTo>
                  <a:pt x="248766" y="46956"/>
                </a:lnTo>
                <a:lnTo>
                  <a:pt x="248981" y="47283"/>
                </a:lnTo>
                <a:lnTo>
                  <a:pt x="249189" y="47617"/>
                </a:lnTo>
                <a:lnTo>
                  <a:pt x="249389" y="47958"/>
                </a:lnTo>
                <a:lnTo>
                  <a:pt x="249582" y="48304"/>
                </a:lnTo>
                <a:lnTo>
                  <a:pt x="249766" y="48656"/>
                </a:lnTo>
                <a:lnTo>
                  <a:pt x="249942" y="49013"/>
                </a:lnTo>
                <a:lnTo>
                  <a:pt x="250110" y="49376"/>
                </a:lnTo>
                <a:lnTo>
                  <a:pt x="250269" y="49744"/>
                </a:lnTo>
                <a:lnTo>
                  <a:pt x="250421" y="50117"/>
                </a:lnTo>
                <a:lnTo>
                  <a:pt x="250564" y="50496"/>
                </a:lnTo>
                <a:lnTo>
                  <a:pt x="250699" y="50880"/>
                </a:lnTo>
                <a:lnTo>
                  <a:pt x="250826" y="51269"/>
                </a:lnTo>
                <a:lnTo>
                  <a:pt x="250945" y="51664"/>
                </a:lnTo>
                <a:lnTo>
                  <a:pt x="251055" y="52064"/>
                </a:lnTo>
                <a:lnTo>
                  <a:pt x="251157" y="52470"/>
                </a:lnTo>
                <a:lnTo>
                  <a:pt x="251252" y="52881"/>
                </a:lnTo>
                <a:lnTo>
                  <a:pt x="251338" y="53297"/>
                </a:lnTo>
                <a:lnTo>
                  <a:pt x="251415" y="53719"/>
                </a:lnTo>
                <a:lnTo>
                  <a:pt x="251485" y="54146"/>
                </a:lnTo>
                <a:lnTo>
                  <a:pt x="251546" y="54578"/>
                </a:lnTo>
                <a:lnTo>
                  <a:pt x="251599" y="55016"/>
                </a:lnTo>
                <a:lnTo>
                  <a:pt x="251644" y="55459"/>
                </a:lnTo>
                <a:lnTo>
                  <a:pt x="251681" y="55908"/>
                </a:lnTo>
                <a:lnTo>
                  <a:pt x="251710" y="56362"/>
                </a:lnTo>
                <a:lnTo>
                  <a:pt x="251730" y="56821"/>
                </a:lnTo>
                <a:lnTo>
                  <a:pt x="251743" y="57285"/>
                </a:lnTo>
                <a:lnTo>
                  <a:pt x="251747" y="57755"/>
                </a:lnTo>
                <a:lnTo>
                  <a:pt x="251747" y="66743"/>
                </a:lnTo>
                <a:lnTo>
                  <a:pt x="235466" y="66743"/>
                </a:lnTo>
                <a:lnTo>
                  <a:pt x="234769" y="66746"/>
                </a:lnTo>
                <a:lnTo>
                  <a:pt x="234078" y="66755"/>
                </a:lnTo>
                <a:lnTo>
                  <a:pt x="233393" y="66770"/>
                </a:lnTo>
                <a:lnTo>
                  <a:pt x="232713" y="66791"/>
                </a:lnTo>
                <a:lnTo>
                  <a:pt x="232039" y="66818"/>
                </a:lnTo>
                <a:lnTo>
                  <a:pt x="231371" y="66851"/>
                </a:lnTo>
                <a:lnTo>
                  <a:pt x="230708" y="66890"/>
                </a:lnTo>
                <a:lnTo>
                  <a:pt x="230052" y="66935"/>
                </a:lnTo>
                <a:lnTo>
                  <a:pt x="229401" y="66986"/>
                </a:lnTo>
                <a:lnTo>
                  <a:pt x="228756" y="67043"/>
                </a:lnTo>
                <a:lnTo>
                  <a:pt x="228116" y="67107"/>
                </a:lnTo>
                <a:lnTo>
                  <a:pt x="227482" y="67176"/>
                </a:lnTo>
                <a:lnTo>
                  <a:pt x="226855" y="67251"/>
                </a:lnTo>
                <a:lnTo>
                  <a:pt x="226232" y="67332"/>
                </a:lnTo>
                <a:lnTo>
                  <a:pt x="225616" y="67419"/>
                </a:lnTo>
                <a:lnTo>
                  <a:pt x="225005" y="67512"/>
                </a:lnTo>
                <a:lnTo>
                  <a:pt x="224401" y="67611"/>
                </a:lnTo>
                <a:lnTo>
                  <a:pt x="223801" y="67717"/>
                </a:lnTo>
                <a:lnTo>
                  <a:pt x="223208" y="67828"/>
                </a:lnTo>
                <a:lnTo>
                  <a:pt x="222620" y="67945"/>
                </a:lnTo>
                <a:lnTo>
                  <a:pt x="222039" y="68068"/>
                </a:lnTo>
                <a:lnTo>
                  <a:pt x="221462" y="68198"/>
                </a:lnTo>
                <a:lnTo>
                  <a:pt x="220892" y="68333"/>
                </a:lnTo>
                <a:lnTo>
                  <a:pt x="220328" y="68474"/>
                </a:lnTo>
                <a:lnTo>
                  <a:pt x="219769" y="68621"/>
                </a:lnTo>
                <a:lnTo>
                  <a:pt x="219218" y="68773"/>
                </a:lnTo>
                <a:lnTo>
                  <a:pt x="218674" y="68931"/>
                </a:lnTo>
                <a:lnTo>
                  <a:pt x="218137" y="69094"/>
                </a:lnTo>
                <a:lnTo>
                  <a:pt x="217607" y="69263"/>
                </a:lnTo>
                <a:lnTo>
                  <a:pt x="217084" y="69436"/>
                </a:lnTo>
                <a:lnTo>
                  <a:pt x="216568" y="69616"/>
                </a:lnTo>
                <a:lnTo>
                  <a:pt x="216059" y="69800"/>
                </a:lnTo>
                <a:lnTo>
                  <a:pt x="215557" y="69990"/>
                </a:lnTo>
                <a:lnTo>
                  <a:pt x="215062" y="70185"/>
                </a:lnTo>
                <a:lnTo>
                  <a:pt x="214574" y="70386"/>
                </a:lnTo>
                <a:lnTo>
                  <a:pt x="214093" y="70592"/>
                </a:lnTo>
                <a:lnTo>
                  <a:pt x="213620" y="70803"/>
                </a:lnTo>
                <a:lnTo>
                  <a:pt x="213153" y="71020"/>
                </a:lnTo>
                <a:lnTo>
                  <a:pt x="212693" y="71242"/>
                </a:lnTo>
                <a:lnTo>
                  <a:pt x="212240" y="71470"/>
                </a:lnTo>
                <a:lnTo>
                  <a:pt x="211795" y="71703"/>
                </a:lnTo>
                <a:lnTo>
                  <a:pt x="211356" y="71941"/>
                </a:lnTo>
                <a:lnTo>
                  <a:pt x="210925" y="72185"/>
                </a:lnTo>
                <a:lnTo>
                  <a:pt x="210500" y="72434"/>
                </a:lnTo>
                <a:lnTo>
                  <a:pt x="210083" y="72688"/>
                </a:lnTo>
                <a:lnTo>
                  <a:pt x="209672" y="72948"/>
                </a:lnTo>
                <a:lnTo>
                  <a:pt x="209269" y="73213"/>
                </a:lnTo>
                <a:lnTo>
                  <a:pt x="208872" y="73483"/>
                </a:lnTo>
                <a:lnTo>
                  <a:pt x="208483" y="73759"/>
                </a:lnTo>
                <a:lnTo>
                  <a:pt x="208102" y="74040"/>
                </a:lnTo>
                <a:lnTo>
                  <a:pt x="207728" y="74325"/>
                </a:lnTo>
                <a:lnTo>
                  <a:pt x="207362" y="74615"/>
                </a:lnTo>
                <a:lnTo>
                  <a:pt x="207004" y="74910"/>
                </a:lnTo>
                <a:lnTo>
                  <a:pt x="206653" y="75210"/>
                </a:lnTo>
                <a:lnTo>
                  <a:pt x="206310" y="75515"/>
                </a:lnTo>
                <a:lnTo>
                  <a:pt x="205975" y="75824"/>
                </a:lnTo>
                <a:lnTo>
                  <a:pt x="205647" y="76139"/>
                </a:lnTo>
                <a:lnTo>
                  <a:pt x="205327" y="76458"/>
                </a:lnTo>
                <a:lnTo>
                  <a:pt x="205015" y="76783"/>
                </a:lnTo>
                <a:lnTo>
                  <a:pt x="204710" y="77112"/>
                </a:lnTo>
                <a:lnTo>
                  <a:pt x="204413" y="77446"/>
                </a:lnTo>
                <a:lnTo>
                  <a:pt x="204124" y="77784"/>
                </a:lnTo>
                <a:lnTo>
                  <a:pt x="203842" y="78128"/>
                </a:lnTo>
                <a:lnTo>
                  <a:pt x="203568" y="78477"/>
                </a:lnTo>
                <a:lnTo>
                  <a:pt x="203302" y="78830"/>
                </a:lnTo>
                <a:lnTo>
                  <a:pt x="203043" y="79188"/>
                </a:lnTo>
                <a:lnTo>
                  <a:pt x="202792" y="79551"/>
                </a:lnTo>
                <a:lnTo>
                  <a:pt x="202549" y="79919"/>
                </a:lnTo>
                <a:lnTo>
                  <a:pt x="202313" y="80292"/>
                </a:lnTo>
                <a:lnTo>
                  <a:pt x="202086" y="80670"/>
                </a:lnTo>
                <a:lnTo>
                  <a:pt x="201865" y="81052"/>
                </a:lnTo>
                <a:lnTo>
                  <a:pt x="201653" y="81440"/>
                </a:lnTo>
                <a:lnTo>
                  <a:pt x="201448" y="81831"/>
                </a:lnTo>
                <a:lnTo>
                  <a:pt x="201253" y="82227"/>
                </a:lnTo>
                <a:lnTo>
                  <a:pt x="201066" y="82627"/>
                </a:lnTo>
                <a:lnTo>
                  <a:pt x="200887" y="83031"/>
                </a:lnTo>
                <a:lnTo>
                  <a:pt x="200718" y="83438"/>
                </a:lnTo>
                <a:lnTo>
                  <a:pt x="200557" y="83850"/>
                </a:lnTo>
                <a:lnTo>
                  <a:pt x="200405" y="84266"/>
                </a:lnTo>
                <a:lnTo>
                  <a:pt x="200261" y="84685"/>
                </a:lnTo>
                <a:lnTo>
                  <a:pt x="200126" y="85109"/>
                </a:lnTo>
                <a:lnTo>
                  <a:pt x="200000" y="85536"/>
                </a:lnTo>
                <a:lnTo>
                  <a:pt x="199883" y="85968"/>
                </a:lnTo>
                <a:lnTo>
                  <a:pt x="199774" y="86403"/>
                </a:lnTo>
                <a:lnTo>
                  <a:pt x="199674" y="86842"/>
                </a:lnTo>
                <a:lnTo>
                  <a:pt x="199583" y="87286"/>
                </a:lnTo>
                <a:lnTo>
                  <a:pt x="199500" y="87733"/>
                </a:lnTo>
                <a:lnTo>
                  <a:pt x="199426" y="88184"/>
                </a:lnTo>
                <a:lnTo>
                  <a:pt x="199361" y="88640"/>
                </a:lnTo>
                <a:lnTo>
                  <a:pt x="199305" y="89099"/>
                </a:lnTo>
                <a:lnTo>
                  <a:pt x="199257" y="89562"/>
                </a:lnTo>
                <a:lnTo>
                  <a:pt x="199218" y="90029"/>
                </a:lnTo>
                <a:lnTo>
                  <a:pt x="199187" y="90500"/>
                </a:lnTo>
                <a:lnTo>
                  <a:pt x="199165" y="90975"/>
                </a:lnTo>
                <a:lnTo>
                  <a:pt x="199152" y="91454"/>
                </a:lnTo>
                <a:lnTo>
                  <a:pt x="199148" y="91937"/>
                </a:lnTo>
                <a:lnTo>
                  <a:pt x="199154" y="92475"/>
                </a:lnTo>
                <a:lnTo>
                  <a:pt x="199170" y="93008"/>
                </a:lnTo>
                <a:lnTo>
                  <a:pt x="199198" y="93537"/>
                </a:lnTo>
                <a:lnTo>
                  <a:pt x="199236" y="94060"/>
                </a:lnTo>
                <a:lnTo>
                  <a:pt x="199286" y="94579"/>
                </a:lnTo>
                <a:lnTo>
                  <a:pt x="199346" y="95093"/>
                </a:lnTo>
                <a:lnTo>
                  <a:pt x="199418" y="95603"/>
                </a:lnTo>
                <a:lnTo>
                  <a:pt x="199500" y="96108"/>
                </a:lnTo>
                <a:lnTo>
                  <a:pt x="199594" y="96608"/>
                </a:lnTo>
                <a:lnTo>
                  <a:pt x="199698" y="97103"/>
                </a:lnTo>
                <a:lnTo>
                  <a:pt x="199814" y="97593"/>
                </a:lnTo>
                <a:lnTo>
                  <a:pt x="199940" y="98079"/>
                </a:lnTo>
                <a:lnTo>
                  <a:pt x="200077" y="98560"/>
                </a:lnTo>
                <a:lnTo>
                  <a:pt x="200226" y="99037"/>
                </a:lnTo>
                <a:lnTo>
                  <a:pt x="200385" y="99508"/>
                </a:lnTo>
                <a:lnTo>
                  <a:pt x="200556" y="99975"/>
                </a:lnTo>
                <a:lnTo>
                  <a:pt x="200737" y="100437"/>
                </a:lnTo>
                <a:lnTo>
                  <a:pt x="200930" y="100895"/>
                </a:lnTo>
                <a:lnTo>
                  <a:pt x="201133" y="101347"/>
                </a:lnTo>
                <a:lnTo>
                  <a:pt x="201348" y="101795"/>
                </a:lnTo>
                <a:lnTo>
                  <a:pt x="201573" y="102239"/>
                </a:lnTo>
                <a:lnTo>
                  <a:pt x="201810" y="102677"/>
                </a:lnTo>
                <a:lnTo>
                  <a:pt x="202057" y="103111"/>
                </a:lnTo>
                <a:lnTo>
                  <a:pt x="202316" y="103540"/>
                </a:lnTo>
                <a:lnTo>
                  <a:pt x="202584" y="103963"/>
                </a:lnTo>
                <a:lnTo>
                  <a:pt x="202862" y="104378"/>
                </a:lnTo>
                <a:lnTo>
                  <a:pt x="203149" y="104786"/>
                </a:lnTo>
                <a:lnTo>
                  <a:pt x="203445" y="105187"/>
                </a:lnTo>
                <a:lnTo>
                  <a:pt x="203751" y="105580"/>
                </a:lnTo>
                <a:lnTo>
                  <a:pt x="204065" y="105966"/>
                </a:lnTo>
                <a:lnTo>
                  <a:pt x="204389" y="106345"/>
                </a:lnTo>
                <a:lnTo>
                  <a:pt x="204722" y="106716"/>
                </a:lnTo>
                <a:lnTo>
                  <a:pt x="205065" y="107079"/>
                </a:lnTo>
                <a:lnTo>
                  <a:pt x="205416" y="107436"/>
                </a:lnTo>
                <a:lnTo>
                  <a:pt x="205777" y="107784"/>
                </a:lnTo>
                <a:lnTo>
                  <a:pt x="206146" y="108126"/>
                </a:lnTo>
                <a:lnTo>
                  <a:pt x="206526" y="108460"/>
                </a:lnTo>
                <a:lnTo>
                  <a:pt x="206914" y="108786"/>
                </a:lnTo>
                <a:lnTo>
                  <a:pt x="207311" y="109105"/>
                </a:lnTo>
                <a:lnTo>
                  <a:pt x="207718" y="109417"/>
                </a:lnTo>
                <a:lnTo>
                  <a:pt x="208134" y="109721"/>
                </a:lnTo>
                <a:lnTo>
                  <a:pt x="208559" y="110018"/>
                </a:lnTo>
                <a:lnTo>
                  <a:pt x="208993" y="110307"/>
                </a:lnTo>
                <a:lnTo>
                  <a:pt x="209437" y="110589"/>
                </a:lnTo>
                <a:lnTo>
                  <a:pt x="209890" y="110864"/>
                </a:lnTo>
                <a:lnTo>
                  <a:pt x="210352" y="111131"/>
                </a:lnTo>
                <a:lnTo>
                  <a:pt x="210823" y="111391"/>
                </a:lnTo>
                <a:lnTo>
                  <a:pt x="211303" y="111643"/>
                </a:lnTo>
                <a:lnTo>
                  <a:pt x="211792" y="111887"/>
                </a:lnTo>
                <a:lnTo>
                  <a:pt x="212286" y="112120"/>
                </a:lnTo>
                <a:lnTo>
                  <a:pt x="212788" y="112343"/>
                </a:lnTo>
                <a:lnTo>
                  <a:pt x="213296" y="112555"/>
                </a:lnTo>
                <a:lnTo>
                  <a:pt x="213811" y="112757"/>
                </a:lnTo>
                <a:lnTo>
                  <a:pt x="214333" y="112949"/>
                </a:lnTo>
                <a:lnTo>
                  <a:pt x="214861" y="113130"/>
                </a:lnTo>
                <a:lnTo>
                  <a:pt x="215396" y="113301"/>
                </a:lnTo>
                <a:lnTo>
                  <a:pt x="215937" y="113461"/>
                </a:lnTo>
                <a:lnTo>
                  <a:pt x="216486" y="113612"/>
                </a:lnTo>
                <a:lnTo>
                  <a:pt x="217040" y="113752"/>
                </a:lnTo>
                <a:lnTo>
                  <a:pt x="217602" y="113881"/>
                </a:lnTo>
                <a:lnTo>
                  <a:pt x="218170" y="114000"/>
                </a:lnTo>
                <a:lnTo>
                  <a:pt x="218745" y="114109"/>
                </a:lnTo>
                <a:lnTo>
                  <a:pt x="219326" y="114207"/>
                </a:lnTo>
                <a:lnTo>
                  <a:pt x="219914" y="114295"/>
                </a:lnTo>
                <a:lnTo>
                  <a:pt x="220509" y="114373"/>
                </a:lnTo>
                <a:lnTo>
                  <a:pt x="221110" y="114440"/>
                </a:lnTo>
                <a:lnTo>
                  <a:pt x="221718" y="114497"/>
                </a:lnTo>
                <a:lnTo>
                  <a:pt x="222333" y="114544"/>
                </a:lnTo>
                <a:lnTo>
                  <a:pt x="222954" y="114580"/>
                </a:lnTo>
                <a:lnTo>
                  <a:pt x="223582" y="114606"/>
                </a:lnTo>
                <a:lnTo>
                  <a:pt x="224217" y="114622"/>
                </a:lnTo>
                <a:lnTo>
                  <a:pt x="224858" y="114627"/>
                </a:lnTo>
                <a:lnTo>
                  <a:pt x="225439" y="114623"/>
                </a:lnTo>
                <a:lnTo>
                  <a:pt x="226014" y="114612"/>
                </a:lnTo>
                <a:lnTo>
                  <a:pt x="226584" y="114594"/>
                </a:lnTo>
                <a:lnTo>
                  <a:pt x="227149" y="114569"/>
                </a:lnTo>
                <a:lnTo>
                  <a:pt x="227709" y="114536"/>
                </a:lnTo>
                <a:lnTo>
                  <a:pt x="228263" y="114496"/>
                </a:lnTo>
                <a:lnTo>
                  <a:pt x="228812" y="114448"/>
                </a:lnTo>
                <a:lnTo>
                  <a:pt x="229356" y="114394"/>
                </a:lnTo>
                <a:lnTo>
                  <a:pt x="229895" y="114332"/>
                </a:lnTo>
                <a:lnTo>
                  <a:pt x="230428" y="114262"/>
                </a:lnTo>
                <a:lnTo>
                  <a:pt x="230956" y="114186"/>
                </a:lnTo>
                <a:lnTo>
                  <a:pt x="231479" y="114102"/>
                </a:lnTo>
                <a:lnTo>
                  <a:pt x="231997" y="114011"/>
                </a:lnTo>
                <a:lnTo>
                  <a:pt x="232509" y="113912"/>
                </a:lnTo>
                <a:lnTo>
                  <a:pt x="233016" y="113807"/>
                </a:lnTo>
                <a:lnTo>
                  <a:pt x="233518" y="113694"/>
                </a:lnTo>
                <a:lnTo>
                  <a:pt x="234015" y="113573"/>
                </a:lnTo>
                <a:lnTo>
                  <a:pt x="234506" y="113446"/>
                </a:lnTo>
                <a:lnTo>
                  <a:pt x="234992" y="113311"/>
                </a:lnTo>
                <a:lnTo>
                  <a:pt x="235473" y="113169"/>
                </a:lnTo>
                <a:lnTo>
                  <a:pt x="235949" y="113019"/>
                </a:lnTo>
                <a:lnTo>
                  <a:pt x="236420" y="112863"/>
                </a:lnTo>
                <a:lnTo>
                  <a:pt x="236885" y="112699"/>
                </a:lnTo>
                <a:lnTo>
                  <a:pt x="237345" y="112527"/>
                </a:lnTo>
                <a:lnTo>
                  <a:pt x="237800" y="112350"/>
                </a:lnTo>
                <a:lnTo>
                  <a:pt x="238249" y="112169"/>
                </a:lnTo>
                <a:lnTo>
                  <a:pt x="238694" y="111983"/>
                </a:lnTo>
                <a:lnTo>
                  <a:pt x="239133" y="111793"/>
                </a:lnTo>
                <a:lnTo>
                  <a:pt x="239568" y="111598"/>
                </a:lnTo>
                <a:lnTo>
                  <a:pt x="239997" y="111399"/>
                </a:lnTo>
                <a:lnTo>
                  <a:pt x="240421" y="111196"/>
                </a:lnTo>
                <a:lnTo>
                  <a:pt x="240840" y="110989"/>
                </a:lnTo>
                <a:lnTo>
                  <a:pt x="241254" y="110777"/>
                </a:lnTo>
                <a:lnTo>
                  <a:pt x="241662" y="110560"/>
                </a:lnTo>
                <a:lnTo>
                  <a:pt x="242066" y="110340"/>
                </a:lnTo>
                <a:lnTo>
                  <a:pt x="242465" y="110115"/>
                </a:lnTo>
                <a:lnTo>
                  <a:pt x="242858" y="109885"/>
                </a:lnTo>
                <a:lnTo>
                  <a:pt x="243246" y="109652"/>
                </a:lnTo>
                <a:lnTo>
                  <a:pt x="243630" y="109414"/>
                </a:lnTo>
                <a:lnTo>
                  <a:pt x="244008" y="109171"/>
                </a:lnTo>
                <a:lnTo>
                  <a:pt x="244381" y="108925"/>
                </a:lnTo>
                <a:lnTo>
                  <a:pt x="244748" y="108674"/>
                </a:lnTo>
                <a:lnTo>
                  <a:pt x="245111" y="108418"/>
                </a:lnTo>
                <a:lnTo>
                  <a:pt x="245469" y="108158"/>
                </a:lnTo>
                <a:lnTo>
                  <a:pt x="245821" y="107894"/>
                </a:lnTo>
                <a:lnTo>
                  <a:pt x="246168" y="107626"/>
                </a:lnTo>
                <a:lnTo>
                  <a:pt x="246511" y="107353"/>
                </a:lnTo>
                <a:lnTo>
                  <a:pt x="246848" y="107076"/>
                </a:lnTo>
                <a:lnTo>
                  <a:pt x="247180" y="106796"/>
                </a:lnTo>
                <a:lnTo>
                  <a:pt x="247507" y="106513"/>
                </a:lnTo>
                <a:lnTo>
                  <a:pt x="247829" y="106229"/>
                </a:lnTo>
                <a:lnTo>
                  <a:pt x="248145" y="105943"/>
                </a:lnTo>
                <a:lnTo>
                  <a:pt x="248457" y="105655"/>
                </a:lnTo>
                <a:lnTo>
                  <a:pt x="248763" y="105365"/>
                </a:lnTo>
                <a:lnTo>
                  <a:pt x="249065" y="105074"/>
                </a:lnTo>
                <a:lnTo>
                  <a:pt x="249361" y="104780"/>
                </a:lnTo>
                <a:lnTo>
                  <a:pt x="249652" y="104484"/>
                </a:lnTo>
                <a:lnTo>
                  <a:pt x="249938" y="104187"/>
                </a:lnTo>
                <a:lnTo>
                  <a:pt x="250219" y="103887"/>
                </a:lnTo>
                <a:lnTo>
                  <a:pt x="250494" y="103586"/>
                </a:lnTo>
                <a:lnTo>
                  <a:pt x="250765" y="103283"/>
                </a:lnTo>
                <a:lnTo>
                  <a:pt x="251031" y="102977"/>
                </a:lnTo>
                <a:lnTo>
                  <a:pt x="251291" y="102670"/>
                </a:lnTo>
                <a:lnTo>
                  <a:pt x="251546" y="102361"/>
                </a:lnTo>
                <a:lnTo>
                  <a:pt x="251796" y="102050"/>
                </a:lnTo>
                <a:lnTo>
                  <a:pt x="251833" y="102003"/>
                </a:lnTo>
                <a:lnTo>
                  <a:pt x="251847" y="102256"/>
                </a:lnTo>
                <a:lnTo>
                  <a:pt x="251866" y="102573"/>
                </a:lnTo>
                <a:close/>
                <a:moveTo>
                  <a:pt x="251607" y="91440"/>
                </a:moveTo>
                <a:lnTo>
                  <a:pt x="251414" y="91847"/>
                </a:lnTo>
                <a:lnTo>
                  <a:pt x="251213" y="92250"/>
                </a:lnTo>
                <a:lnTo>
                  <a:pt x="251003" y="92651"/>
                </a:lnTo>
                <a:lnTo>
                  <a:pt x="250784" y="93049"/>
                </a:lnTo>
                <a:lnTo>
                  <a:pt x="250558" y="93444"/>
                </a:lnTo>
                <a:lnTo>
                  <a:pt x="250323" y="93836"/>
                </a:lnTo>
                <a:lnTo>
                  <a:pt x="250079" y="94226"/>
                </a:lnTo>
                <a:lnTo>
                  <a:pt x="249827" y="94612"/>
                </a:lnTo>
                <a:lnTo>
                  <a:pt x="249566" y="94996"/>
                </a:lnTo>
                <a:lnTo>
                  <a:pt x="249297" y="95377"/>
                </a:lnTo>
                <a:lnTo>
                  <a:pt x="249020" y="95755"/>
                </a:lnTo>
                <a:lnTo>
                  <a:pt x="248734" y="96131"/>
                </a:lnTo>
                <a:lnTo>
                  <a:pt x="248440" y="96503"/>
                </a:lnTo>
                <a:lnTo>
                  <a:pt x="248137" y="96873"/>
                </a:lnTo>
                <a:lnTo>
                  <a:pt x="247827" y="97238"/>
                </a:lnTo>
                <a:lnTo>
                  <a:pt x="247510" y="97598"/>
                </a:lnTo>
                <a:lnTo>
                  <a:pt x="247186" y="97951"/>
                </a:lnTo>
                <a:lnTo>
                  <a:pt x="246855" y="98298"/>
                </a:lnTo>
                <a:lnTo>
                  <a:pt x="246518" y="98640"/>
                </a:lnTo>
                <a:lnTo>
                  <a:pt x="246173" y="98975"/>
                </a:lnTo>
                <a:lnTo>
                  <a:pt x="245822" y="99304"/>
                </a:lnTo>
                <a:lnTo>
                  <a:pt x="245465" y="99627"/>
                </a:lnTo>
                <a:lnTo>
                  <a:pt x="245100" y="99945"/>
                </a:lnTo>
                <a:lnTo>
                  <a:pt x="244729" y="100256"/>
                </a:lnTo>
                <a:lnTo>
                  <a:pt x="244351" y="100561"/>
                </a:lnTo>
                <a:lnTo>
                  <a:pt x="243966" y="100860"/>
                </a:lnTo>
                <a:lnTo>
                  <a:pt x="243574" y="101153"/>
                </a:lnTo>
                <a:lnTo>
                  <a:pt x="243175" y="101441"/>
                </a:lnTo>
                <a:lnTo>
                  <a:pt x="242770" y="101722"/>
                </a:lnTo>
                <a:lnTo>
                  <a:pt x="242358" y="101997"/>
                </a:lnTo>
                <a:lnTo>
                  <a:pt x="241939" y="102266"/>
                </a:lnTo>
                <a:lnTo>
                  <a:pt x="241514" y="102529"/>
                </a:lnTo>
                <a:lnTo>
                  <a:pt x="241082" y="102786"/>
                </a:lnTo>
                <a:lnTo>
                  <a:pt x="240642" y="103038"/>
                </a:lnTo>
                <a:lnTo>
                  <a:pt x="240196" y="103283"/>
                </a:lnTo>
                <a:lnTo>
                  <a:pt x="239744" y="103522"/>
                </a:lnTo>
                <a:lnTo>
                  <a:pt x="239284" y="103755"/>
                </a:lnTo>
                <a:lnTo>
                  <a:pt x="238818" y="103982"/>
                </a:lnTo>
                <a:lnTo>
                  <a:pt x="238346" y="104201"/>
                </a:lnTo>
                <a:lnTo>
                  <a:pt x="237867" y="104411"/>
                </a:lnTo>
                <a:lnTo>
                  <a:pt x="237383" y="104612"/>
                </a:lnTo>
                <a:lnTo>
                  <a:pt x="236894" y="104804"/>
                </a:lnTo>
                <a:lnTo>
                  <a:pt x="236398" y="104986"/>
                </a:lnTo>
                <a:lnTo>
                  <a:pt x="235897" y="105158"/>
                </a:lnTo>
                <a:lnTo>
                  <a:pt x="235390" y="105322"/>
                </a:lnTo>
                <a:lnTo>
                  <a:pt x="234877" y="105476"/>
                </a:lnTo>
                <a:lnTo>
                  <a:pt x="234358" y="105620"/>
                </a:lnTo>
                <a:lnTo>
                  <a:pt x="233834" y="105756"/>
                </a:lnTo>
                <a:lnTo>
                  <a:pt x="233304" y="105882"/>
                </a:lnTo>
                <a:lnTo>
                  <a:pt x="232768" y="105999"/>
                </a:lnTo>
                <a:lnTo>
                  <a:pt x="232227" y="106106"/>
                </a:lnTo>
                <a:lnTo>
                  <a:pt x="231679" y="106204"/>
                </a:lnTo>
                <a:lnTo>
                  <a:pt x="231126" y="106293"/>
                </a:lnTo>
                <a:lnTo>
                  <a:pt x="230567" y="106372"/>
                </a:lnTo>
                <a:lnTo>
                  <a:pt x="230003" y="106442"/>
                </a:lnTo>
                <a:lnTo>
                  <a:pt x="229432" y="106503"/>
                </a:lnTo>
                <a:lnTo>
                  <a:pt x="228856" y="106554"/>
                </a:lnTo>
                <a:lnTo>
                  <a:pt x="228274" y="106596"/>
                </a:lnTo>
                <a:lnTo>
                  <a:pt x="227687" y="106629"/>
                </a:lnTo>
                <a:lnTo>
                  <a:pt x="227093" y="106652"/>
                </a:lnTo>
                <a:lnTo>
                  <a:pt x="226494" y="106666"/>
                </a:lnTo>
                <a:lnTo>
                  <a:pt x="225889" y="106671"/>
                </a:lnTo>
                <a:lnTo>
                  <a:pt x="225432" y="106667"/>
                </a:lnTo>
                <a:lnTo>
                  <a:pt x="224979" y="106656"/>
                </a:lnTo>
                <a:lnTo>
                  <a:pt x="224531" y="106639"/>
                </a:lnTo>
                <a:lnTo>
                  <a:pt x="224089" y="106613"/>
                </a:lnTo>
                <a:lnTo>
                  <a:pt x="223651" y="106581"/>
                </a:lnTo>
                <a:lnTo>
                  <a:pt x="223219" y="106542"/>
                </a:lnTo>
                <a:lnTo>
                  <a:pt x="222792" y="106495"/>
                </a:lnTo>
                <a:lnTo>
                  <a:pt x="222370" y="106442"/>
                </a:lnTo>
                <a:lnTo>
                  <a:pt x="221953" y="106381"/>
                </a:lnTo>
                <a:lnTo>
                  <a:pt x="221541" y="106313"/>
                </a:lnTo>
                <a:lnTo>
                  <a:pt x="221134" y="106237"/>
                </a:lnTo>
                <a:lnTo>
                  <a:pt x="220733" y="106155"/>
                </a:lnTo>
                <a:lnTo>
                  <a:pt x="220336" y="106066"/>
                </a:lnTo>
                <a:lnTo>
                  <a:pt x="219945" y="105969"/>
                </a:lnTo>
                <a:lnTo>
                  <a:pt x="219559" y="105865"/>
                </a:lnTo>
                <a:lnTo>
                  <a:pt x="219177" y="105754"/>
                </a:lnTo>
                <a:lnTo>
                  <a:pt x="218801" y="105636"/>
                </a:lnTo>
                <a:lnTo>
                  <a:pt x="218431" y="105511"/>
                </a:lnTo>
                <a:lnTo>
                  <a:pt x="218065" y="105378"/>
                </a:lnTo>
                <a:lnTo>
                  <a:pt x="217704" y="105238"/>
                </a:lnTo>
                <a:lnTo>
                  <a:pt x="217349" y="105092"/>
                </a:lnTo>
                <a:lnTo>
                  <a:pt x="216998" y="104938"/>
                </a:lnTo>
                <a:lnTo>
                  <a:pt x="216653" y="104776"/>
                </a:lnTo>
                <a:lnTo>
                  <a:pt x="216313" y="104608"/>
                </a:lnTo>
                <a:lnTo>
                  <a:pt x="215978" y="104434"/>
                </a:lnTo>
                <a:lnTo>
                  <a:pt x="215651" y="104254"/>
                </a:lnTo>
                <a:lnTo>
                  <a:pt x="215330" y="104069"/>
                </a:lnTo>
                <a:lnTo>
                  <a:pt x="215015" y="103880"/>
                </a:lnTo>
                <a:lnTo>
                  <a:pt x="214708" y="103685"/>
                </a:lnTo>
                <a:lnTo>
                  <a:pt x="214406" y="103485"/>
                </a:lnTo>
                <a:lnTo>
                  <a:pt x="214112" y="103280"/>
                </a:lnTo>
                <a:lnTo>
                  <a:pt x="213824" y="103069"/>
                </a:lnTo>
                <a:lnTo>
                  <a:pt x="213543" y="102854"/>
                </a:lnTo>
                <a:lnTo>
                  <a:pt x="213269" y="102633"/>
                </a:lnTo>
                <a:lnTo>
                  <a:pt x="213001" y="102408"/>
                </a:lnTo>
                <a:lnTo>
                  <a:pt x="212740" y="102177"/>
                </a:lnTo>
                <a:lnTo>
                  <a:pt x="212485" y="101941"/>
                </a:lnTo>
                <a:lnTo>
                  <a:pt x="212237" y="101700"/>
                </a:lnTo>
                <a:lnTo>
                  <a:pt x="211996" y="101454"/>
                </a:lnTo>
                <a:lnTo>
                  <a:pt x="211762" y="101203"/>
                </a:lnTo>
                <a:lnTo>
                  <a:pt x="211534" y="100947"/>
                </a:lnTo>
                <a:lnTo>
                  <a:pt x="211312" y="100685"/>
                </a:lnTo>
                <a:lnTo>
                  <a:pt x="211098" y="100419"/>
                </a:lnTo>
                <a:lnTo>
                  <a:pt x="210890" y="100147"/>
                </a:lnTo>
                <a:lnTo>
                  <a:pt x="210689" y="99870"/>
                </a:lnTo>
                <a:lnTo>
                  <a:pt x="210494" y="99588"/>
                </a:lnTo>
                <a:lnTo>
                  <a:pt x="210306" y="99301"/>
                </a:lnTo>
                <a:lnTo>
                  <a:pt x="210125" y="99009"/>
                </a:lnTo>
                <a:lnTo>
                  <a:pt x="209950" y="98713"/>
                </a:lnTo>
                <a:lnTo>
                  <a:pt x="209783" y="98415"/>
                </a:lnTo>
                <a:lnTo>
                  <a:pt x="209624" y="98114"/>
                </a:lnTo>
                <a:lnTo>
                  <a:pt x="209472" y="97810"/>
                </a:lnTo>
                <a:lnTo>
                  <a:pt x="209327" y="97504"/>
                </a:lnTo>
                <a:lnTo>
                  <a:pt x="209190" y="97195"/>
                </a:lnTo>
                <a:lnTo>
                  <a:pt x="209060" y="96884"/>
                </a:lnTo>
                <a:lnTo>
                  <a:pt x="208938" y="96570"/>
                </a:lnTo>
                <a:lnTo>
                  <a:pt x="208823" y="96254"/>
                </a:lnTo>
                <a:lnTo>
                  <a:pt x="208715" y="95935"/>
                </a:lnTo>
                <a:lnTo>
                  <a:pt x="208615" y="95613"/>
                </a:lnTo>
                <a:lnTo>
                  <a:pt x="208522" y="95289"/>
                </a:lnTo>
                <a:lnTo>
                  <a:pt x="208437" y="94962"/>
                </a:lnTo>
                <a:lnTo>
                  <a:pt x="208359" y="94633"/>
                </a:lnTo>
                <a:lnTo>
                  <a:pt x="208289" y="94302"/>
                </a:lnTo>
                <a:lnTo>
                  <a:pt x="208226" y="93967"/>
                </a:lnTo>
                <a:lnTo>
                  <a:pt x="208170" y="93630"/>
                </a:lnTo>
                <a:lnTo>
                  <a:pt x="208122" y="93291"/>
                </a:lnTo>
                <a:lnTo>
                  <a:pt x="208081" y="92949"/>
                </a:lnTo>
                <a:lnTo>
                  <a:pt x="208048" y="92604"/>
                </a:lnTo>
                <a:lnTo>
                  <a:pt x="208022" y="92257"/>
                </a:lnTo>
                <a:lnTo>
                  <a:pt x="208003" y="91908"/>
                </a:lnTo>
                <a:lnTo>
                  <a:pt x="207992" y="91555"/>
                </a:lnTo>
                <a:lnTo>
                  <a:pt x="207988" y="91201"/>
                </a:lnTo>
                <a:lnTo>
                  <a:pt x="207992" y="90858"/>
                </a:lnTo>
                <a:lnTo>
                  <a:pt x="208002" y="90519"/>
                </a:lnTo>
                <a:lnTo>
                  <a:pt x="208019" y="90182"/>
                </a:lnTo>
                <a:lnTo>
                  <a:pt x="208042" y="89849"/>
                </a:lnTo>
                <a:lnTo>
                  <a:pt x="208073" y="89518"/>
                </a:lnTo>
                <a:lnTo>
                  <a:pt x="208110" y="89191"/>
                </a:lnTo>
                <a:lnTo>
                  <a:pt x="208154" y="88866"/>
                </a:lnTo>
                <a:lnTo>
                  <a:pt x="208205" y="88544"/>
                </a:lnTo>
                <a:lnTo>
                  <a:pt x="208263" y="88226"/>
                </a:lnTo>
                <a:lnTo>
                  <a:pt x="208327" y="87910"/>
                </a:lnTo>
                <a:lnTo>
                  <a:pt x="208398" y="87597"/>
                </a:lnTo>
                <a:lnTo>
                  <a:pt x="208476" y="87287"/>
                </a:lnTo>
                <a:lnTo>
                  <a:pt x="208561" y="86980"/>
                </a:lnTo>
                <a:lnTo>
                  <a:pt x="208652" y="86676"/>
                </a:lnTo>
                <a:lnTo>
                  <a:pt x="208751" y="86375"/>
                </a:lnTo>
                <a:lnTo>
                  <a:pt x="208856" y="86077"/>
                </a:lnTo>
                <a:lnTo>
                  <a:pt x="208968" y="85781"/>
                </a:lnTo>
                <a:lnTo>
                  <a:pt x="209086" y="85489"/>
                </a:lnTo>
                <a:lnTo>
                  <a:pt x="209212" y="85200"/>
                </a:lnTo>
                <a:lnTo>
                  <a:pt x="209344" y="84913"/>
                </a:lnTo>
                <a:lnTo>
                  <a:pt x="209483" y="84630"/>
                </a:lnTo>
                <a:lnTo>
                  <a:pt x="209629" y="84349"/>
                </a:lnTo>
                <a:lnTo>
                  <a:pt x="209781" y="84072"/>
                </a:lnTo>
                <a:lnTo>
                  <a:pt x="209940" y="83797"/>
                </a:lnTo>
                <a:lnTo>
                  <a:pt x="210106" y="83526"/>
                </a:lnTo>
                <a:lnTo>
                  <a:pt x="210278" y="83258"/>
                </a:lnTo>
                <a:lnTo>
                  <a:pt x="210455" y="82993"/>
                </a:lnTo>
                <a:lnTo>
                  <a:pt x="210639" y="82732"/>
                </a:lnTo>
                <a:lnTo>
                  <a:pt x="210829" y="82474"/>
                </a:lnTo>
                <a:lnTo>
                  <a:pt x="211025" y="82220"/>
                </a:lnTo>
                <a:lnTo>
                  <a:pt x="211226" y="81969"/>
                </a:lnTo>
                <a:lnTo>
                  <a:pt x="211434" y="81722"/>
                </a:lnTo>
                <a:lnTo>
                  <a:pt x="211648" y="81478"/>
                </a:lnTo>
                <a:lnTo>
                  <a:pt x="211868" y="81238"/>
                </a:lnTo>
                <a:lnTo>
                  <a:pt x="212094" y="81001"/>
                </a:lnTo>
                <a:lnTo>
                  <a:pt x="212325" y="80767"/>
                </a:lnTo>
                <a:lnTo>
                  <a:pt x="212563" y="80537"/>
                </a:lnTo>
                <a:lnTo>
                  <a:pt x="212807" y="80311"/>
                </a:lnTo>
                <a:lnTo>
                  <a:pt x="213057" y="80088"/>
                </a:lnTo>
                <a:lnTo>
                  <a:pt x="213313" y="79868"/>
                </a:lnTo>
                <a:lnTo>
                  <a:pt x="213575" y="79652"/>
                </a:lnTo>
                <a:lnTo>
                  <a:pt x="213842" y="79439"/>
                </a:lnTo>
                <a:lnTo>
                  <a:pt x="214116" y="79230"/>
                </a:lnTo>
                <a:lnTo>
                  <a:pt x="214396" y="79024"/>
                </a:lnTo>
                <a:lnTo>
                  <a:pt x="214682" y="78822"/>
                </a:lnTo>
                <a:lnTo>
                  <a:pt x="214974" y="78623"/>
                </a:lnTo>
                <a:lnTo>
                  <a:pt x="215272" y="78427"/>
                </a:lnTo>
                <a:lnTo>
                  <a:pt x="215576" y="78235"/>
                </a:lnTo>
                <a:lnTo>
                  <a:pt x="215886" y="78047"/>
                </a:lnTo>
                <a:lnTo>
                  <a:pt x="216201" y="77862"/>
                </a:lnTo>
                <a:lnTo>
                  <a:pt x="216523" y="77681"/>
                </a:lnTo>
                <a:lnTo>
                  <a:pt x="216850" y="77503"/>
                </a:lnTo>
                <a:lnTo>
                  <a:pt x="217183" y="77330"/>
                </a:lnTo>
                <a:lnTo>
                  <a:pt x="217521" y="77160"/>
                </a:lnTo>
                <a:lnTo>
                  <a:pt x="217866" y="76994"/>
                </a:lnTo>
                <a:lnTo>
                  <a:pt x="218216" y="76831"/>
                </a:lnTo>
                <a:lnTo>
                  <a:pt x="218572" y="76672"/>
                </a:lnTo>
                <a:lnTo>
                  <a:pt x="218933" y="76517"/>
                </a:lnTo>
                <a:lnTo>
                  <a:pt x="219301" y="76366"/>
                </a:lnTo>
                <a:lnTo>
                  <a:pt x="219674" y="76218"/>
                </a:lnTo>
                <a:lnTo>
                  <a:pt x="220053" y="76074"/>
                </a:lnTo>
                <a:lnTo>
                  <a:pt x="220437" y="75934"/>
                </a:lnTo>
                <a:lnTo>
                  <a:pt x="220828" y="75798"/>
                </a:lnTo>
                <a:lnTo>
                  <a:pt x="221224" y="75665"/>
                </a:lnTo>
                <a:lnTo>
                  <a:pt x="221626" y="75536"/>
                </a:lnTo>
                <a:lnTo>
                  <a:pt x="222033" y="75410"/>
                </a:lnTo>
                <a:lnTo>
                  <a:pt x="222447" y="75289"/>
                </a:lnTo>
                <a:lnTo>
                  <a:pt x="222866" y="75171"/>
                </a:lnTo>
                <a:lnTo>
                  <a:pt x="223291" y="75056"/>
                </a:lnTo>
                <a:lnTo>
                  <a:pt x="223722" y="74946"/>
                </a:lnTo>
                <a:lnTo>
                  <a:pt x="224158" y="74839"/>
                </a:lnTo>
                <a:lnTo>
                  <a:pt x="224600" y="74736"/>
                </a:lnTo>
                <a:lnTo>
                  <a:pt x="225048" y="74637"/>
                </a:lnTo>
                <a:lnTo>
                  <a:pt x="225500" y="74542"/>
                </a:lnTo>
                <a:lnTo>
                  <a:pt x="225958" y="74451"/>
                </a:lnTo>
                <a:lnTo>
                  <a:pt x="226420" y="74364"/>
                </a:lnTo>
                <a:lnTo>
                  <a:pt x="226888" y="74282"/>
                </a:lnTo>
                <a:lnTo>
                  <a:pt x="227360" y="74204"/>
                </a:lnTo>
                <a:lnTo>
                  <a:pt x="227838" y="74130"/>
                </a:lnTo>
                <a:lnTo>
                  <a:pt x="228320" y="74061"/>
                </a:lnTo>
                <a:lnTo>
                  <a:pt x="228808" y="73995"/>
                </a:lnTo>
                <a:lnTo>
                  <a:pt x="229300" y="73934"/>
                </a:lnTo>
                <a:lnTo>
                  <a:pt x="229798" y="73877"/>
                </a:lnTo>
                <a:lnTo>
                  <a:pt x="230300" y="73824"/>
                </a:lnTo>
                <a:lnTo>
                  <a:pt x="230808" y="73776"/>
                </a:lnTo>
                <a:lnTo>
                  <a:pt x="231320" y="73731"/>
                </a:lnTo>
                <a:lnTo>
                  <a:pt x="231838" y="73691"/>
                </a:lnTo>
                <a:lnTo>
                  <a:pt x="232360" y="73655"/>
                </a:lnTo>
                <a:lnTo>
                  <a:pt x="232887" y="73624"/>
                </a:lnTo>
                <a:lnTo>
                  <a:pt x="233420" y="73596"/>
                </a:lnTo>
                <a:lnTo>
                  <a:pt x="233957" y="73573"/>
                </a:lnTo>
                <a:lnTo>
                  <a:pt x="234499" y="73554"/>
                </a:lnTo>
                <a:lnTo>
                  <a:pt x="235047" y="73539"/>
                </a:lnTo>
                <a:lnTo>
                  <a:pt x="235599" y="73529"/>
                </a:lnTo>
                <a:lnTo>
                  <a:pt x="236156" y="73522"/>
                </a:lnTo>
                <a:lnTo>
                  <a:pt x="236719" y="73520"/>
                </a:lnTo>
                <a:lnTo>
                  <a:pt x="251747" y="73520"/>
                </a:lnTo>
                <a:lnTo>
                  <a:pt x="251747" y="91131"/>
                </a:lnTo>
                <a:lnTo>
                  <a:pt x="251607" y="91440"/>
                </a:lnTo>
                <a:close/>
                <a:moveTo>
                  <a:pt x="185539" y="65812"/>
                </a:moveTo>
                <a:lnTo>
                  <a:pt x="185506" y="65166"/>
                </a:lnTo>
                <a:lnTo>
                  <a:pt x="185467" y="64524"/>
                </a:lnTo>
                <a:lnTo>
                  <a:pt x="185420" y="63886"/>
                </a:lnTo>
                <a:lnTo>
                  <a:pt x="185367" y="63254"/>
                </a:lnTo>
                <a:lnTo>
                  <a:pt x="185306" y="62626"/>
                </a:lnTo>
                <a:lnTo>
                  <a:pt x="185238" y="62003"/>
                </a:lnTo>
                <a:lnTo>
                  <a:pt x="185163" y="61384"/>
                </a:lnTo>
                <a:lnTo>
                  <a:pt x="185080" y="60771"/>
                </a:lnTo>
                <a:lnTo>
                  <a:pt x="184991" y="60162"/>
                </a:lnTo>
                <a:lnTo>
                  <a:pt x="184894" y="59557"/>
                </a:lnTo>
                <a:lnTo>
                  <a:pt x="184790" y="58958"/>
                </a:lnTo>
                <a:lnTo>
                  <a:pt x="184679" y="58363"/>
                </a:lnTo>
                <a:lnTo>
                  <a:pt x="184561" y="57773"/>
                </a:lnTo>
                <a:lnTo>
                  <a:pt x="184436" y="57188"/>
                </a:lnTo>
                <a:lnTo>
                  <a:pt x="184303" y="56607"/>
                </a:lnTo>
                <a:lnTo>
                  <a:pt x="184164" y="56031"/>
                </a:lnTo>
                <a:lnTo>
                  <a:pt x="184017" y="55460"/>
                </a:lnTo>
                <a:lnTo>
                  <a:pt x="183863" y="54894"/>
                </a:lnTo>
                <a:lnTo>
                  <a:pt x="183702" y="54332"/>
                </a:lnTo>
                <a:lnTo>
                  <a:pt x="183533" y="53775"/>
                </a:lnTo>
                <a:lnTo>
                  <a:pt x="183358" y="53224"/>
                </a:lnTo>
                <a:lnTo>
                  <a:pt x="183176" y="52678"/>
                </a:lnTo>
                <a:lnTo>
                  <a:pt x="182986" y="52139"/>
                </a:lnTo>
                <a:lnTo>
                  <a:pt x="182790" y="51606"/>
                </a:lnTo>
                <a:lnTo>
                  <a:pt x="182587" y="51079"/>
                </a:lnTo>
                <a:lnTo>
                  <a:pt x="182378" y="50558"/>
                </a:lnTo>
                <a:lnTo>
                  <a:pt x="182161" y="50043"/>
                </a:lnTo>
                <a:lnTo>
                  <a:pt x="181937" y="49534"/>
                </a:lnTo>
                <a:lnTo>
                  <a:pt x="181707" y="49032"/>
                </a:lnTo>
                <a:lnTo>
                  <a:pt x="181469" y="48535"/>
                </a:lnTo>
                <a:lnTo>
                  <a:pt x="181225" y="48045"/>
                </a:lnTo>
                <a:lnTo>
                  <a:pt x="180973" y="47561"/>
                </a:lnTo>
                <a:lnTo>
                  <a:pt x="180715" y="47083"/>
                </a:lnTo>
                <a:lnTo>
                  <a:pt x="180450" y="46611"/>
                </a:lnTo>
                <a:lnTo>
                  <a:pt x="180178" y="46146"/>
                </a:lnTo>
                <a:lnTo>
                  <a:pt x="179899" y="45686"/>
                </a:lnTo>
                <a:lnTo>
                  <a:pt x="179613" y="45233"/>
                </a:lnTo>
                <a:lnTo>
                  <a:pt x="179320" y="44785"/>
                </a:lnTo>
                <a:lnTo>
                  <a:pt x="179021" y="44344"/>
                </a:lnTo>
                <a:lnTo>
                  <a:pt x="178714" y="43909"/>
                </a:lnTo>
                <a:lnTo>
                  <a:pt x="178401" y="43480"/>
                </a:lnTo>
                <a:lnTo>
                  <a:pt x="178080" y="43057"/>
                </a:lnTo>
                <a:lnTo>
                  <a:pt x="177753" y="42641"/>
                </a:lnTo>
                <a:lnTo>
                  <a:pt x="177419" y="42230"/>
                </a:lnTo>
                <a:lnTo>
                  <a:pt x="177078" y="41826"/>
                </a:lnTo>
                <a:lnTo>
                  <a:pt x="176731" y="41430"/>
                </a:lnTo>
                <a:lnTo>
                  <a:pt x="176378" y="41042"/>
                </a:lnTo>
                <a:lnTo>
                  <a:pt x="176018" y="40661"/>
                </a:lnTo>
                <a:lnTo>
                  <a:pt x="175652" y="40288"/>
                </a:lnTo>
                <a:lnTo>
                  <a:pt x="175280" y="39923"/>
                </a:lnTo>
                <a:lnTo>
                  <a:pt x="174902" y="39565"/>
                </a:lnTo>
                <a:lnTo>
                  <a:pt x="174517" y="39215"/>
                </a:lnTo>
                <a:lnTo>
                  <a:pt x="174126" y="38873"/>
                </a:lnTo>
                <a:lnTo>
                  <a:pt x="173729" y="38538"/>
                </a:lnTo>
                <a:lnTo>
                  <a:pt x="173326" y="38211"/>
                </a:lnTo>
                <a:lnTo>
                  <a:pt x="172916" y="37892"/>
                </a:lnTo>
                <a:lnTo>
                  <a:pt x="172500" y="37580"/>
                </a:lnTo>
                <a:lnTo>
                  <a:pt x="172078" y="37276"/>
                </a:lnTo>
                <a:lnTo>
                  <a:pt x="171649" y="36979"/>
                </a:lnTo>
                <a:lnTo>
                  <a:pt x="171214" y="36691"/>
                </a:lnTo>
                <a:lnTo>
                  <a:pt x="170773" y="36409"/>
                </a:lnTo>
                <a:lnTo>
                  <a:pt x="170326" y="36136"/>
                </a:lnTo>
                <a:lnTo>
                  <a:pt x="169872" y="35870"/>
                </a:lnTo>
                <a:lnTo>
                  <a:pt x="169413" y="35612"/>
                </a:lnTo>
                <a:lnTo>
                  <a:pt x="168946" y="35362"/>
                </a:lnTo>
                <a:lnTo>
                  <a:pt x="168474" y="35119"/>
                </a:lnTo>
                <a:lnTo>
                  <a:pt x="167995" y="34884"/>
                </a:lnTo>
                <a:lnTo>
                  <a:pt x="167511" y="34656"/>
                </a:lnTo>
                <a:lnTo>
                  <a:pt x="167019" y="34437"/>
                </a:lnTo>
                <a:lnTo>
                  <a:pt x="166522" y="34227"/>
                </a:lnTo>
                <a:lnTo>
                  <a:pt x="166019" y="34027"/>
                </a:lnTo>
                <a:lnTo>
                  <a:pt x="165510" y="33836"/>
                </a:lnTo>
                <a:lnTo>
                  <a:pt x="164995" y="33654"/>
                </a:lnTo>
                <a:lnTo>
                  <a:pt x="164474" y="33482"/>
                </a:lnTo>
                <a:lnTo>
                  <a:pt x="163947" y="33319"/>
                </a:lnTo>
                <a:lnTo>
                  <a:pt x="163414" y="33165"/>
                </a:lnTo>
                <a:lnTo>
                  <a:pt x="162875" y="33020"/>
                </a:lnTo>
                <a:lnTo>
                  <a:pt x="162329" y="32885"/>
                </a:lnTo>
                <a:lnTo>
                  <a:pt x="161778" y="32759"/>
                </a:lnTo>
                <a:lnTo>
                  <a:pt x="161221" y="32643"/>
                </a:lnTo>
                <a:lnTo>
                  <a:pt x="160658" y="32536"/>
                </a:lnTo>
                <a:lnTo>
                  <a:pt x="160089" y="32438"/>
                </a:lnTo>
                <a:lnTo>
                  <a:pt x="159514" y="32349"/>
                </a:lnTo>
                <a:lnTo>
                  <a:pt x="158932" y="32270"/>
                </a:lnTo>
                <a:lnTo>
                  <a:pt x="158345" y="32200"/>
                </a:lnTo>
                <a:lnTo>
                  <a:pt x="157752" y="32140"/>
                </a:lnTo>
                <a:lnTo>
                  <a:pt x="157153" y="32088"/>
                </a:lnTo>
                <a:lnTo>
                  <a:pt x="156547" y="32046"/>
                </a:lnTo>
                <a:lnTo>
                  <a:pt x="155936" y="32014"/>
                </a:lnTo>
                <a:lnTo>
                  <a:pt x="155319" y="31990"/>
                </a:lnTo>
                <a:lnTo>
                  <a:pt x="154695" y="31976"/>
                </a:lnTo>
                <a:lnTo>
                  <a:pt x="154066" y="31972"/>
                </a:lnTo>
                <a:lnTo>
                  <a:pt x="153496" y="31977"/>
                </a:lnTo>
                <a:lnTo>
                  <a:pt x="152929" y="31991"/>
                </a:lnTo>
                <a:lnTo>
                  <a:pt x="152364" y="32016"/>
                </a:lnTo>
                <a:lnTo>
                  <a:pt x="151802" y="32050"/>
                </a:lnTo>
                <a:lnTo>
                  <a:pt x="151242" y="32093"/>
                </a:lnTo>
                <a:lnTo>
                  <a:pt x="150684" y="32147"/>
                </a:lnTo>
                <a:lnTo>
                  <a:pt x="150129" y="32210"/>
                </a:lnTo>
                <a:lnTo>
                  <a:pt x="149577" y="32283"/>
                </a:lnTo>
                <a:lnTo>
                  <a:pt x="149026" y="32365"/>
                </a:lnTo>
                <a:lnTo>
                  <a:pt x="148478" y="32458"/>
                </a:lnTo>
                <a:lnTo>
                  <a:pt x="147933" y="32560"/>
                </a:lnTo>
                <a:lnTo>
                  <a:pt x="147390" y="32672"/>
                </a:lnTo>
                <a:lnTo>
                  <a:pt x="146849" y="32793"/>
                </a:lnTo>
                <a:lnTo>
                  <a:pt x="146311" y="32924"/>
                </a:lnTo>
                <a:lnTo>
                  <a:pt x="145776" y="33065"/>
                </a:lnTo>
                <a:lnTo>
                  <a:pt x="145242" y="33216"/>
                </a:lnTo>
                <a:lnTo>
                  <a:pt x="144712" y="33376"/>
                </a:lnTo>
                <a:lnTo>
                  <a:pt x="144183" y="33546"/>
                </a:lnTo>
                <a:lnTo>
                  <a:pt x="143657" y="33726"/>
                </a:lnTo>
                <a:lnTo>
                  <a:pt x="143134" y="33916"/>
                </a:lnTo>
                <a:lnTo>
                  <a:pt x="142613" y="34115"/>
                </a:lnTo>
                <a:lnTo>
                  <a:pt x="142094" y="34324"/>
                </a:lnTo>
                <a:lnTo>
                  <a:pt x="141578" y="34543"/>
                </a:lnTo>
                <a:lnTo>
                  <a:pt x="141064" y="34771"/>
                </a:lnTo>
                <a:lnTo>
                  <a:pt x="140554" y="35009"/>
                </a:lnTo>
                <a:lnTo>
                  <a:pt x="140048" y="35255"/>
                </a:lnTo>
                <a:lnTo>
                  <a:pt x="139548" y="35511"/>
                </a:lnTo>
                <a:lnTo>
                  <a:pt x="139052" y="35775"/>
                </a:lnTo>
                <a:lnTo>
                  <a:pt x="138562" y="36048"/>
                </a:lnTo>
                <a:lnTo>
                  <a:pt x="138076" y="36330"/>
                </a:lnTo>
                <a:lnTo>
                  <a:pt x="137595" y="36620"/>
                </a:lnTo>
                <a:lnTo>
                  <a:pt x="137119" y="36920"/>
                </a:lnTo>
                <a:lnTo>
                  <a:pt x="136647" y="37228"/>
                </a:lnTo>
                <a:lnTo>
                  <a:pt x="136181" y="37545"/>
                </a:lnTo>
                <a:lnTo>
                  <a:pt x="135719" y="37871"/>
                </a:lnTo>
                <a:lnTo>
                  <a:pt x="135262" y="38206"/>
                </a:lnTo>
                <a:lnTo>
                  <a:pt x="134811" y="38549"/>
                </a:lnTo>
                <a:lnTo>
                  <a:pt x="134364" y="38902"/>
                </a:lnTo>
                <a:lnTo>
                  <a:pt x="133922" y="39263"/>
                </a:lnTo>
                <a:lnTo>
                  <a:pt x="133484" y="39633"/>
                </a:lnTo>
                <a:lnTo>
                  <a:pt x="133052" y="40012"/>
                </a:lnTo>
                <a:lnTo>
                  <a:pt x="132624" y="40400"/>
                </a:lnTo>
                <a:lnTo>
                  <a:pt x="132202" y="40796"/>
                </a:lnTo>
                <a:lnTo>
                  <a:pt x="131784" y="41202"/>
                </a:lnTo>
                <a:lnTo>
                  <a:pt x="131371" y="41616"/>
                </a:lnTo>
                <a:lnTo>
                  <a:pt x="130963" y="42039"/>
                </a:lnTo>
                <a:lnTo>
                  <a:pt x="130559" y="42471"/>
                </a:lnTo>
                <a:lnTo>
                  <a:pt x="130161" y="42911"/>
                </a:lnTo>
                <a:lnTo>
                  <a:pt x="129769" y="43360"/>
                </a:lnTo>
                <a:lnTo>
                  <a:pt x="129383" y="43816"/>
                </a:lnTo>
                <a:lnTo>
                  <a:pt x="129004" y="44279"/>
                </a:lnTo>
                <a:lnTo>
                  <a:pt x="128632" y="44750"/>
                </a:lnTo>
                <a:lnTo>
                  <a:pt x="128268" y="45228"/>
                </a:lnTo>
                <a:lnTo>
                  <a:pt x="127910" y="45713"/>
                </a:lnTo>
                <a:lnTo>
                  <a:pt x="127558" y="46206"/>
                </a:lnTo>
                <a:lnTo>
                  <a:pt x="127214" y="46705"/>
                </a:lnTo>
                <a:lnTo>
                  <a:pt x="126877" y="47212"/>
                </a:lnTo>
                <a:lnTo>
                  <a:pt x="126547" y="47727"/>
                </a:lnTo>
                <a:lnTo>
                  <a:pt x="126223" y="48248"/>
                </a:lnTo>
                <a:lnTo>
                  <a:pt x="125907" y="48777"/>
                </a:lnTo>
                <a:lnTo>
                  <a:pt x="125597" y="49313"/>
                </a:lnTo>
                <a:lnTo>
                  <a:pt x="125294" y="49857"/>
                </a:lnTo>
                <a:lnTo>
                  <a:pt x="124999" y="50408"/>
                </a:lnTo>
                <a:lnTo>
                  <a:pt x="124710" y="50966"/>
                </a:lnTo>
                <a:lnTo>
                  <a:pt x="124428" y="51531"/>
                </a:lnTo>
                <a:lnTo>
                  <a:pt x="124152" y="52104"/>
                </a:lnTo>
                <a:lnTo>
                  <a:pt x="123884" y="52684"/>
                </a:lnTo>
                <a:lnTo>
                  <a:pt x="123623" y="53271"/>
                </a:lnTo>
                <a:lnTo>
                  <a:pt x="123369" y="53865"/>
                </a:lnTo>
                <a:lnTo>
                  <a:pt x="123121" y="54467"/>
                </a:lnTo>
                <a:lnTo>
                  <a:pt x="122881" y="55076"/>
                </a:lnTo>
                <a:lnTo>
                  <a:pt x="122647" y="55693"/>
                </a:lnTo>
                <a:lnTo>
                  <a:pt x="122421" y="56316"/>
                </a:lnTo>
                <a:lnTo>
                  <a:pt x="122206" y="56945"/>
                </a:lnTo>
                <a:lnTo>
                  <a:pt x="121999" y="57580"/>
                </a:lnTo>
                <a:lnTo>
                  <a:pt x="121803" y="58222"/>
                </a:lnTo>
                <a:lnTo>
                  <a:pt x="121616" y="58870"/>
                </a:lnTo>
                <a:lnTo>
                  <a:pt x="121438" y="59523"/>
                </a:lnTo>
                <a:lnTo>
                  <a:pt x="121270" y="60183"/>
                </a:lnTo>
                <a:lnTo>
                  <a:pt x="121112" y="60849"/>
                </a:lnTo>
                <a:lnTo>
                  <a:pt x="120963" y="61522"/>
                </a:lnTo>
                <a:lnTo>
                  <a:pt x="120824" y="62200"/>
                </a:lnTo>
                <a:lnTo>
                  <a:pt x="120695" y="62885"/>
                </a:lnTo>
                <a:lnTo>
                  <a:pt x="120575" y="63575"/>
                </a:lnTo>
                <a:lnTo>
                  <a:pt x="120465" y="64272"/>
                </a:lnTo>
                <a:lnTo>
                  <a:pt x="120364" y="64975"/>
                </a:lnTo>
                <a:lnTo>
                  <a:pt x="120273" y="65684"/>
                </a:lnTo>
                <a:lnTo>
                  <a:pt x="120191" y="66399"/>
                </a:lnTo>
                <a:lnTo>
                  <a:pt x="120119" y="67120"/>
                </a:lnTo>
                <a:lnTo>
                  <a:pt x="120057" y="67848"/>
                </a:lnTo>
                <a:lnTo>
                  <a:pt x="120004" y="68582"/>
                </a:lnTo>
                <a:lnTo>
                  <a:pt x="119961" y="69321"/>
                </a:lnTo>
                <a:lnTo>
                  <a:pt x="119928" y="70067"/>
                </a:lnTo>
                <a:lnTo>
                  <a:pt x="119904" y="70819"/>
                </a:lnTo>
                <a:lnTo>
                  <a:pt x="119889" y="71577"/>
                </a:lnTo>
                <a:lnTo>
                  <a:pt x="119884" y="72342"/>
                </a:lnTo>
                <a:lnTo>
                  <a:pt x="119884" y="75509"/>
                </a:lnTo>
                <a:lnTo>
                  <a:pt x="119889" y="76219"/>
                </a:lnTo>
                <a:lnTo>
                  <a:pt x="119903" y="76924"/>
                </a:lnTo>
                <a:lnTo>
                  <a:pt x="119926" y="77624"/>
                </a:lnTo>
                <a:lnTo>
                  <a:pt x="119958" y="78320"/>
                </a:lnTo>
                <a:lnTo>
                  <a:pt x="119999" y="79011"/>
                </a:lnTo>
                <a:lnTo>
                  <a:pt x="120050" y="79697"/>
                </a:lnTo>
                <a:lnTo>
                  <a:pt x="120110" y="80378"/>
                </a:lnTo>
                <a:lnTo>
                  <a:pt x="120179" y="81055"/>
                </a:lnTo>
                <a:lnTo>
                  <a:pt x="120257" y="81727"/>
                </a:lnTo>
                <a:lnTo>
                  <a:pt x="120345" y="82394"/>
                </a:lnTo>
                <a:lnTo>
                  <a:pt x="120441" y="83056"/>
                </a:lnTo>
                <a:lnTo>
                  <a:pt x="120547" y="83714"/>
                </a:lnTo>
                <a:lnTo>
                  <a:pt x="120662" y="84367"/>
                </a:lnTo>
                <a:lnTo>
                  <a:pt x="120787" y="85015"/>
                </a:lnTo>
                <a:lnTo>
                  <a:pt x="120920" y="85659"/>
                </a:lnTo>
                <a:lnTo>
                  <a:pt x="121063" y="86298"/>
                </a:lnTo>
                <a:lnTo>
                  <a:pt x="121215" y="86932"/>
                </a:lnTo>
                <a:lnTo>
                  <a:pt x="121376" y="87561"/>
                </a:lnTo>
                <a:lnTo>
                  <a:pt x="121547" y="88185"/>
                </a:lnTo>
                <a:lnTo>
                  <a:pt x="121726" y="88805"/>
                </a:lnTo>
                <a:lnTo>
                  <a:pt x="121915" y="89420"/>
                </a:lnTo>
                <a:lnTo>
                  <a:pt x="122113" y="90031"/>
                </a:lnTo>
                <a:lnTo>
                  <a:pt x="122320" y="90636"/>
                </a:lnTo>
                <a:lnTo>
                  <a:pt x="122536" y="91237"/>
                </a:lnTo>
                <a:lnTo>
                  <a:pt x="122761" y="91833"/>
                </a:lnTo>
                <a:lnTo>
                  <a:pt x="122993" y="92421"/>
                </a:lnTo>
                <a:lnTo>
                  <a:pt x="123233" y="93003"/>
                </a:lnTo>
                <a:lnTo>
                  <a:pt x="123480" y="93577"/>
                </a:lnTo>
                <a:lnTo>
                  <a:pt x="123734" y="94145"/>
                </a:lnTo>
                <a:lnTo>
                  <a:pt x="123996" y="94707"/>
                </a:lnTo>
                <a:lnTo>
                  <a:pt x="124265" y="95261"/>
                </a:lnTo>
                <a:lnTo>
                  <a:pt x="124542" y="95809"/>
                </a:lnTo>
                <a:lnTo>
                  <a:pt x="124826" y="96350"/>
                </a:lnTo>
                <a:lnTo>
                  <a:pt x="125117" y="96884"/>
                </a:lnTo>
                <a:lnTo>
                  <a:pt x="125416" y="97411"/>
                </a:lnTo>
                <a:lnTo>
                  <a:pt x="125723" y="97932"/>
                </a:lnTo>
                <a:lnTo>
                  <a:pt x="126036" y="98446"/>
                </a:lnTo>
                <a:lnTo>
                  <a:pt x="126357" y="98953"/>
                </a:lnTo>
                <a:lnTo>
                  <a:pt x="126686" y="99453"/>
                </a:lnTo>
                <a:lnTo>
                  <a:pt x="127022" y="99947"/>
                </a:lnTo>
                <a:lnTo>
                  <a:pt x="127365" y="100433"/>
                </a:lnTo>
                <a:lnTo>
                  <a:pt x="127716" y="100913"/>
                </a:lnTo>
                <a:lnTo>
                  <a:pt x="128074" y="101386"/>
                </a:lnTo>
                <a:lnTo>
                  <a:pt x="128440" y="101853"/>
                </a:lnTo>
                <a:lnTo>
                  <a:pt x="128813" y="102312"/>
                </a:lnTo>
                <a:lnTo>
                  <a:pt x="129194" y="102765"/>
                </a:lnTo>
                <a:lnTo>
                  <a:pt x="129582" y="103211"/>
                </a:lnTo>
                <a:lnTo>
                  <a:pt x="129977" y="103650"/>
                </a:lnTo>
                <a:lnTo>
                  <a:pt x="130379" y="104082"/>
                </a:lnTo>
                <a:lnTo>
                  <a:pt x="130787" y="104506"/>
                </a:lnTo>
                <a:lnTo>
                  <a:pt x="131202" y="104921"/>
                </a:lnTo>
                <a:lnTo>
                  <a:pt x="131622" y="105328"/>
                </a:lnTo>
                <a:lnTo>
                  <a:pt x="132049" y="105727"/>
                </a:lnTo>
                <a:lnTo>
                  <a:pt x="132482" y="106118"/>
                </a:lnTo>
                <a:lnTo>
                  <a:pt x="132920" y="106501"/>
                </a:lnTo>
                <a:lnTo>
                  <a:pt x="133366" y="106875"/>
                </a:lnTo>
                <a:lnTo>
                  <a:pt x="133817" y="107242"/>
                </a:lnTo>
                <a:lnTo>
                  <a:pt x="134274" y="107600"/>
                </a:lnTo>
                <a:lnTo>
                  <a:pt x="134738" y="107950"/>
                </a:lnTo>
                <a:lnTo>
                  <a:pt x="135207" y="108291"/>
                </a:lnTo>
                <a:lnTo>
                  <a:pt x="135683" y="108625"/>
                </a:lnTo>
                <a:lnTo>
                  <a:pt x="136165" y="108950"/>
                </a:lnTo>
                <a:lnTo>
                  <a:pt x="136653" y="109268"/>
                </a:lnTo>
                <a:lnTo>
                  <a:pt x="137147" y="109577"/>
                </a:lnTo>
                <a:lnTo>
                  <a:pt x="137647" y="109877"/>
                </a:lnTo>
                <a:lnTo>
                  <a:pt x="138154" y="110170"/>
                </a:lnTo>
                <a:lnTo>
                  <a:pt x="138667" y="110454"/>
                </a:lnTo>
                <a:lnTo>
                  <a:pt x="139185" y="110731"/>
                </a:lnTo>
                <a:lnTo>
                  <a:pt x="139710" y="110999"/>
                </a:lnTo>
                <a:lnTo>
                  <a:pt x="140241" y="111259"/>
                </a:lnTo>
                <a:lnTo>
                  <a:pt x="140778" y="111510"/>
                </a:lnTo>
                <a:lnTo>
                  <a:pt x="141322" y="111754"/>
                </a:lnTo>
                <a:lnTo>
                  <a:pt x="141870" y="111988"/>
                </a:lnTo>
                <a:lnTo>
                  <a:pt x="142423" y="112213"/>
                </a:lnTo>
                <a:lnTo>
                  <a:pt x="142980" y="112427"/>
                </a:lnTo>
                <a:lnTo>
                  <a:pt x="143542" y="112632"/>
                </a:lnTo>
                <a:lnTo>
                  <a:pt x="144108" y="112826"/>
                </a:lnTo>
                <a:lnTo>
                  <a:pt x="144678" y="113011"/>
                </a:lnTo>
                <a:lnTo>
                  <a:pt x="145253" y="113185"/>
                </a:lnTo>
                <a:lnTo>
                  <a:pt x="145832" y="113350"/>
                </a:lnTo>
                <a:lnTo>
                  <a:pt x="146415" y="113505"/>
                </a:lnTo>
                <a:lnTo>
                  <a:pt x="147003" y="113649"/>
                </a:lnTo>
                <a:lnTo>
                  <a:pt x="147595" y="113784"/>
                </a:lnTo>
                <a:lnTo>
                  <a:pt x="148191" y="113909"/>
                </a:lnTo>
                <a:lnTo>
                  <a:pt x="148792" y="114023"/>
                </a:lnTo>
                <a:lnTo>
                  <a:pt x="149397" y="114128"/>
                </a:lnTo>
                <a:lnTo>
                  <a:pt x="150006" y="114223"/>
                </a:lnTo>
                <a:lnTo>
                  <a:pt x="150620" y="114308"/>
                </a:lnTo>
                <a:lnTo>
                  <a:pt x="151238" y="114382"/>
                </a:lnTo>
                <a:lnTo>
                  <a:pt x="151861" y="114447"/>
                </a:lnTo>
                <a:lnTo>
                  <a:pt x="152488" y="114502"/>
                </a:lnTo>
                <a:lnTo>
                  <a:pt x="153119" y="114547"/>
                </a:lnTo>
                <a:lnTo>
                  <a:pt x="153754" y="114582"/>
                </a:lnTo>
                <a:lnTo>
                  <a:pt x="154394" y="114607"/>
                </a:lnTo>
                <a:lnTo>
                  <a:pt x="155038" y="114622"/>
                </a:lnTo>
                <a:lnTo>
                  <a:pt x="155687" y="114627"/>
                </a:lnTo>
                <a:lnTo>
                  <a:pt x="156279" y="114623"/>
                </a:lnTo>
                <a:lnTo>
                  <a:pt x="156866" y="114613"/>
                </a:lnTo>
                <a:lnTo>
                  <a:pt x="157446" y="114596"/>
                </a:lnTo>
                <a:lnTo>
                  <a:pt x="158020" y="114573"/>
                </a:lnTo>
                <a:lnTo>
                  <a:pt x="158588" y="114542"/>
                </a:lnTo>
                <a:lnTo>
                  <a:pt x="159149" y="114505"/>
                </a:lnTo>
                <a:lnTo>
                  <a:pt x="159705" y="114461"/>
                </a:lnTo>
                <a:lnTo>
                  <a:pt x="160254" y="114410"/>
                </a:lnTo>
                <a:lnTo>
                  <a:pt x="160798" y="114352"/>
                </a:lnTo>
                <a:lnTo>
                  <a:pt x="161335" y="114288"/>
                </a:lnTo>
                <a:lnTo>
                  <a:pt x="161866" y="114217"/>
                </a:lnTo>
                <a:lnTo>
                  <a:pt x="162391" y="114139"/>
                </a:lnTo>
                <a:lnTo>
                  <a:pt x="162909" y="114054"/>
                </a:lnTo>
                <a:lnTo>
                  <a:pt x="163422" y="113963"/>
                </a:lnTo>
                <a:lnTo>
                  <a:pt x="163928" y="113864"/>
                </a:lnTo>
                <a:lnTo>
                  <a:pt x="164429" y="113759"/>
                </a:lnTo>
                <a:lnTo>
                  <a:pt x="164923" y="113647"/>
                </a:lnTo>
                <a:lnTo>
                  <a:pt x="165411" y="113529"/>
                </a:lnTo>
                <a:lnTo>
                  <a:pt x="165893" y="113403"/>
                </a:lnTo>
                <a:lnTo>
                  <a:pt x="166369" y="113271"/>
                </a:lnTo>
                <a:lnTo>
                  <a:pt x="166838" y="113132"/>
                </a:lnTo>
                <a:lnTo>
                  <a:pt x="167302" y="112986"/>
                </a:lnTo>
                <a:lnTo>
                  <a:pt x="167759" y="112834"/>
                </a:lnTo>
                <a:lnTo>
                  <a:pt x="168210" y="112675"/>
                </a:lnTo>
                <a:lnTo>
                  <a:pt x="168656" y="112510"/>
                </a:lnTo>
                <a:lnTo>
                  <a:pt x="169096" y="112341"/>
                </a:lnTo>
                <a:lnTo>
                  <a:pt x="169531" y="112167"/>
                </a:lnTo>
                <a:lnTo>
                  <a:pt x="169960" y="111989"/>
                </a:lnTo>
                <a:lnTo>
                  <a:pt x="170384" y="111807"/>
                </a:lnTo>
                <a:lnTo>
                  <a:pt x="170803" y="111620"/>
                </a:lnTo>
                <a:lnTo>
                  <a:pt x="171216" y="111429"/>
                </a:lnTo>
                <a:lnTo>
                  <a:pt x="171624" y="111234"/>
                </a:lnTo>
                <a:lnTo>
                  <a:pt x="172026" y="111034"/>
                </a:lnTo>
                <a:lnTo>
                  <a:pt x="172423" y="110830"/>
                </a:lnTo>
                <a:lnTo>
                  <a:pt x="172815" y="110622"/>
                </a:lnTo>
                <a:lnTo>
                  <a:pt x="173201" y="110409"/>
                </a:lnTo>
                <a:lnTo>
                  <a:pt x="173582" y="110192"/>
                </a:lnTo>
                <a:lnTo>
                  <a:pt x="173958" y="109971"/>
                </a:lnTo>
                <a:lnTo>
                  <a:pt x="174328" y="109745"/>
                </a:lnTo>
                <a:lnTo>
                  <a:pt x="174693" y="109515"/>
                </a:lnTo>
                <a:lnTo>
                  <a:pt x="175053" y="109281"/>
                </a:lnTo>
                <a:lnTo>
                  <a:pt x="175407" y="109042"/>
                </a:lnTo>
                <a:lnTo>
                  <a:pt x="175756" y="108799"/>
                </a:lnTo>
                <a:lnTo>
                  <a:pt x="176099" y="108551"/>
                </a:lnTo>
                <a:lnTo>
                  <a:pt x="176437" y="108300"/>
                </a:lnTo>
                <a:lnTo>
                  <a:pt x="176770" y="108043"/>
                </a:lnTo>
                <a:lnTo>
                  <a:pt x="177097" y="107783"/>
                </a:lnTo>
                <a:lnTo>
                  <a:pt x="177419" y="107518"/>
                </a:lnTo>
                <a:lnTo>
                  <a:pt x="177736" y="107250"/>
                </a:lnTo>
                <a:lnTo>
                  <a:pt x="178049" y="106980"/>
                </a:lnTo>
                <a:lnTo>
                  <a:pt x="178358" y="106707"/>
                </a:lnTo>
                <a:lnTo>
                  <a:pt x="178663" y="106432"/>
                </a:lnTo>
                <a:lnTo>
                  <a:pt x="178964" y="106156"/>
                </a:lnTo>
                <a:lnTo>
                  <a:pt x="179261" y="105877"/>
                </a:lnTo>
                <a:lnTo>
                  <a:pt x="179553" y="105595"/>
                </a:lnTo>
                <a:lnTo>
                  <a:pt x="179842" y="105312"/>
                </a:lnTo>
                <a:lnTo>
                  <a:pt x="180126" y="105026"/>
                </a:lnTo>
                <a:lnTo>
                  <a:pt x="180406" y="104739"/>
                </a:lnTo>
                <a:lnTo>
                  <a:pt x="180683" y="104449"/>
                </a:lnTo>
                <a:lnTo>
                  <a:pt x="180955" y="104157"/>
                </a:lnTo>
                <a:lnTo>
                  <a:pt x="181223" y="103863"/>
                </a:lnTo>
                <a:lnTo>
                  <a:pt x="181487" y="103566"/>
                </a:lnTo>
                <a:lnTo>
                  <a:pt x="181747" y="103268"/>
                </a:lnTo>
                <a:lnTo>
                  <a:pt x="182003" y="102967"/>
                </a:lnTo>
                <a:lnTo>
                  <a:pt x="182254" y="102664"/>
                </a:lnTo>
                <a:lnTo>
                  <a:pt x="182502" y="102359"/>
                </a:lnTo>
                <a:lnTo>
                  <a:pt x="182745" y="102052"/>
                </a:lnTo>
                <a:lnTo>
                  <a:pt x="182985" y="101742"/>
                </a:lnTo>
                <a:lnTo>
                  <a:pt x="183220" y="101431"/>
                </a:lnTo>
                <a:lnTo>
                  <a:pt x="183451" y="101117"/>
                </a:lnTo>
                <a:lnTo>
                  <a:pt x="183679" y="100801"/>
                </a:lnTo>
                <a:lnTo>
                  <a:pt x="183902" y="100483"/>
                </a:lnTo>
                <a:lnTo>
                  <a:pt x="178376" y="96210"/>
                </a:lnTo>
                <a:lnTo>
                  <a:pt x="178012" y="96677"/>
                </a:lnTo>
                <a:lnTo>
                  <a:pt x="177644" y="97134"/>
                </a:lnTo>
                <a:lnTo>
                  <a:pt x="177272" y="97580"/>
                </a:lnTo>
                <a:lnTo>
                  <a:pt x="176896" y="98016"/>
                </a:lnTo>
                <a:lnTo>
                  <a:pt x="176516" y="98441"/>
                </a:lnTo>
                <a:lnTo>
                  <a:pt x="176132" y="98855"/>
                </a:lnTo>
                <a:lnTo>
                  <a:pt x="175744" y="99259"/>
                </a:lnTo>
                <a:lnTo>
                  <a:pt x="175352" y="99652"/>
                </a:lnTo>
                <a:lnTo>
                  <a:pt x="174956" y="100034"/>
                </a:lnTo>
                <a:lnTo>
                  <a:pt x="174556" y="100406"/>
                </a:lnTo>
                <a:lnTo>
                  <a:pt x="174152" y="100767"/>
                </a:lnTo>
                <a:lnTo>
                  <a:pt x="173745" y="101118"/>
                </a:lnTo>
                <a:lnTo>
                  <a:pt x="173333" y="101458"/>
                </a:lnTo>
                <a:lnTo>
                  <a:pt x="172917" y="101787"/>
                </a:lnTo>
                <a:lnTo>
                  <a:pt x="172497" y="102106"/>
                </a:lnTo>
                <a:lnTo>
                  <a:pt x="172074" y="102414"/>
                </a:lnTo>
                <a:lnTo>
                  <a:pt x="171646" y="102712"/>
                </a:lnTo>
                <a:lnTo>
                  <a:pt x="171215" y="102999"/>
                </a:lnTo>
                <a:lnTo>
                  <a:pt x="170779" y="103275"/>
                </a:lnTo>
                <a:lnTo>
                  <a:pt x="170340" y="103541"/>
                </a:lnTo>
                <a:lnTo>
                  <a:pt x="169896" y="103796"/>
                </a:lnTo>
                <a:lnTo>
                  <a:pt x="169449" y="104040"/>
                </a:lnTo>
                <a:lnTo>
                  <a:pt x="168997" y="104274"/>
                </a:lnTo>
                <a:lnTo>
                  <a:pt x="168542" y="104498"/>
                </a:lnTo>
                <a:lnTo>
                  <a:pt x="168082" y="104711"/>
                </a:lnTo>
                <a:lnTo>
                  <a:pt x="167617" y="104915"/>
                </a:lnTo>
                <a:lnTo>
                  <a:pt x="167146" y="105111"/>
                </a:lnTo>
                <a:lnTo>
                  <a:pt x="166671" y="105297"/>
                </a:lnTo>
                <a:lnTo>
                  <a:pt x="166190" y="105474"/>
                </a:lnTo>
                <a:lnTo>
                  <a:pt x="165703" y="105642"/>
                </a:lnTo>
                <a:lnTo>
                  <a:pt x="165212" y="105801"/>
                </a:lnTo>
                <a:lnTo>
                  <a:pt x="164715" y="105950"/>
                </a:lnTo>
                <a:lnTo>
                  <a:pt x="164213" y="106091"/>
                </a:lnTo>
                <a:lnTo>
                  <a:pt x="163706" y="106223"/>
                </a:lnTo>
                <a:lnTo>
                  <a:pt x="163194" y="106345"/>
                </a:lnTo>
                <a:lnTo>
                  <a:pt x="162676" y="106459"/>
                </a:lnTo>
                <a:lnTo>
                  <a:pt x="162153" y="106563"/>
                </a:lnTo>
                <a:lnTo>
                  <a:pt x="161625" y="106659"/>
                </a:lnTo>
                <a:lnTo>
                  <a:pt x="161092" y="106745"/>
                </a:lnTo>
                <a:lnTo>
                  <a:pt x="160553" y="106822"/>
                </a:lnTo>
                <a:lnTo>
                  <a:pt x="160009" y="106890"/>
                </a:lnTo>
                <a:lnTo>
                  <a:pt x="159460" y="106949"/>
                </a:lnTo>
                <a:lnTo>
                  <a:pt x="158906" y="106999"/>
                </a:lnTo>
                <a:lnTo>
                  <a:pt x="158346" y="107040"/>
                </a:lnTo>
                <a:lnTo>
                  <a:pt x="157781" y="107072"/>
                </a:lnTo>
                <a:lnTo>
                  <a:pt x="157211" y="107095"/>
                </a:lnTo>
                <a:lnTo>
                  <a:pt x="156636" y="107108"/>
                </a:lnTo>
                <a:lnTo>
                  <a:pt x="156055" y="107113"/>
                </a:lnTo>
                <a:lnTo>
                  <a:pt x="155548" y="107108"/>
                </a:lnTo>
                <a:lnTo>
                  <a:pt x="155044" y="107096"/>
                </a:lnTo>
                <a:lnTo>
                  <a:pt x="154544" y="107074"/>
                </a:lnTo>
                <a:lnTo>
                  <a:pt x="154048" y="107044"/>
                </a:lnTo>
                <a:lnTo>
                  <a:pt x="153555" y="107006"/>
                </a:lnTo>
                <a:lnTo>
                  <a:pt x="153067" y="106959"/>
                </a:lnTo>
                <a:lnTo>
                  <a:pt x="152582" y="106903"/>
                </a:lnTo>
                <a:lnTo>
                  <a:pt x="152102" y="106839"/>
                </a:lnTo>
                <a:lnTo>
                  <a:pt x="151625" y="106766"/>
                </a:lnTo>
                <a:lnTo>
                  <a:pt x="151152" y="106684"/>
                </a:lnTo>
                <a:lnTo>
                  <a:pt x="150682" y="106594"/>
                </a:lnTo>
                <a:lnTo>
                  <a:pt x="150217" y="106496"/>
                </a:lnTo>
                <a:lnTo>
                  <a:pt x="149755" y="106389"/>
                </a:lnTo>
                <a:lnTo>
                  <a:pt x="149298" y="106273"/>
                </a:lnTo>
                <a:lnTo>
                  <a:pt x="148844" y="106149"/>
                </a:lnTo>
                <a:lnTo>
                  <a:pt x="148394" y="106016"/>
                </a:lnTo>
                <a:lnTo>
                  <a:pt x="147948" y="105875"/>
                </a:lnTo>
                <a:lnTo>
                  <a:pt x="147505" y="105725"/>
                </a:lnTo>
                <a:lnTo>
                  <a:pt x="147067" y="105566"/>
                </a:lnTo>
                <a:lnTo>
                  <a:pt x="146632" y="105399"/>
                </a:lnTo>
                <a:lnTo>
                  <a:pt x="146201" y="105223"/>
                </a:lnTo>
                <a:lnTo>
                  <a:pt x="145774" y="105039"/>
                </a:lnTo>
                <a:lnTo>
                  <a:pt x="145351" y="104846"/>
                </a:lnTo>
                <a:lnTo>
                  <a:pt x="144931" y="104645"/>
                </a:lnTo>
                <a:lnTo>
                  <a:pt x="144516" y="104436"/>
                </a:lnTo>
                <a:lnTo>
                  <a:pt x="144106" y="104221"/>
                </a:lnTo>
                <a:lnTo>
                  <a:pt x="143701" y="103999"/>
                </a:lnTo>
                <a:lnTo>
                  <a:pt x="143300" y="103771"/>
                </a:lnTo>
                <a:lnTo>
                  <a:pt x="142905" y="103537"/>
                </a:lnTo>
                <a:lnTo>
                  <a:pt x="142514" y="103296"/>
                </a:lnTo>
                <a:lnTo>
                  <a:pt x="142128" y="103049"/>
                </a:lnTo>
                <a:lnTo>
                  <a:pt x="141747" y="102795"/>
                </a:lnTo>
                <a:lnTo>
                  <a:pt x="141371" y="102535"/>
                </a:lnTo>
                <a:lnTo>
                  <a:pt x="141000" y="102269"/>
                </a:lnTo>
                <a:lnTo>
                  <a:pt x="140633" y="101996"/>
                </a:lnTo>
                <a:lnTo>
                  <a:pt x="140272" y="101717"/>
                </a:lnTo>
                <a:lnTo>
                  <a:pt x="139915" y="101431"/>
                </a:lnTo>
                <a:lnTo>
                  <a:pt x="139563" y="101139"/>
                </a:lnTo>
                <a:lnTo>
                  <a:pt x="139216" y="100841"/>
                </a:lnTo>
                <a:lnTo>
                  <a:pt x="138874" y="100536"/>
                </a:lnTo>
                <a:lnTo>
                  <a:pt x="138537" y="100225"/>
                </a:lnTo>
                <a:lnTo>
                  <a:pt x="138205" y="99907"/>
                </a:lnTo>
                <a:lnTo>
                  <a:pt x="137877" y="99583"/>
                </a:lnTo>
                <a:lnTo>
                  <a:pt x="137554" y="99253"/>
                </a:lnTo>
                <a:lnTo>
                  <a:pt x="137237" y="98916"/>
                </a:lnTo>
                <a:lnTo>
                  <a:pt x="136924" y="98573"/>
                </a:lnTo>
                <a:lnTo>
                  <a:pt x="136616" y="98223"/>
                </a:lnTo>
                <a:lnTo>
                  <a:pt x="136312" y="97867"/>
                </a:lnTo>
                <a:lnTo>
                  <a:pt x="136014" y="97506"/>
                </a:lnTo>
                <a:lnTo>
                  <a:pt x="135722" y="97139"/>
                </a:lnTo>
                <a:lnTo>
                  <a:pt x="135435" y="96768"/>
                </a:lnTo>
                <a:lnTo>
                  <a:pt x="135154" y="96391"/>
                </a:lnTo>
                <a:lnTo>
                  <a:pt x="134879" y="96009"/>
                </a:lnTo>
                <a:lnTo>
                  <a:pt x="134609" y="95623"/>
                </a:lnTo>
                <a:lnTo>
                  <a:pt x="134344" y="95231"/>
                </a:lnTo>
                <a:lnTo>
                  <a:pt x="134086" y="94835"/>
                </a:lnTo>
                <a:lnTo>
                  <a:pt x="133833" y="94433"/>
                </a:lnTo>
                <a:lnTo>
                  <a:pt x="133586" y="94027"/>
                </a:lnTo>
                <a:lnTo>
                  <a:pt x="133344" y="93615"/>
                </a:lnTo>
                <a:lnTo>
                  <a:pt x="133108" y="93199"/>
                </a:lnTo>
                <a:lnTo>
                  <a:pt x="132877" y="92777"/>
                </a:lnTo>
                <a:lnTo>
                  <a:pt x="132652" y="92351"/>
                </a:lnTo>
                <a:lnTo>
                  <a:pt x="132433" y="91919"/>
                </a:lnTo>
                <a:lnTo>
                  <a:pt x="132220" y="91483"/>
                </a:lnTo>
                <a:lnTo>
                  <a:pt x="132012" y="91042"/>
                </a:lnTo>
                <a:lnTo>
                  <a:pt x="131809" y="90595"/>
                </a:lnTo>
                <a:lnTo>
                  <a:pt x="131613" y="90144"/>
                </a:lnTo>
                <a:lnTo>
                  <a:pt x="131422" y="89687"/>
                </a:lnTo>
                <a:lnTo>
                  <a:pt x="131236" y="89226"/>
                </a:lnTo>
                <a:lnTo>
                  <a:pt x="131056" y="88760"/>
                </a:lnTo>
                <a:lnTo>
                  <a:pt x="130882" y="88288"/>
                </a:lnTo>
                <a:lnTo>
                  <a:pt x="130714" y="87812"/>
                </a:lnTo>
                <a:lnTo>
                  <a:pt x="130551" y="87332"/>
                </a:lnTo>
                <a:lnTo>
                  <a:pt x="130396" y="86849"/>
                </a:lnTo>
                <a:lnTo>
                  <a:pt x="130247" y="86363"/>
                </a:lnTo>
                <a:lnTo>
                  <a:pt x="130106" y="85874"/>
                </a:lnTo>
                <a:lnTo>
                  <a:pt x="129971" y="85382"/>
                </a:lnTo>
                <a:lnTo>
                  <a:pt x="129843" y="84888"/>
                </a:lnTo>
                <a:lnTo>
                  <a:pt x="129722" y="84391"/>
                </a:lnTo>
                <a:lnTo>
                  <a:pt x="129609" y="83891"/>
                </a:lnTo>
                <a:lnTo>
                  <a:pt x="129501" y="83388"/>
                </a:lnTo>
                <a:lnTo>
                  <a:pt x="129401" y="82883"/>
                </a:lnTo>
                <a:lnTo>
                  <a:pt x="129308" y="82374"/>
                </a:lnTo>
                <a:lnTo>
                  <a:pt x="129222" y="81863"/>
                </a:lnTo>
                <a:lnTo>
                  <a:pt x="129142" y="81349"/>
                </a:lnTo>
                <a:lnTo>
                  <a:pt x="129070" y="80832"/>
                </a:lnTo>
                <a:lnTo>
                  <a:pt x="129004" y="80313"/>
                </a:lnTo>
                <a:lnTo>
                  <a:pt x="128945" y="79790"/>
                </a:lnTo>
                <a:lnTo>
                  <a:pt x="128894" y="79265"/>
                </a:lnTo>
                <a:lnTo>
                  <a:pt x="128849" y="78737"/>
                </a:lnTo>
                <a:lnTo>
                  <a:pt x="128811" y="78206"/>
                </a:lnTo>
                <a:lnTo>
                  <a:pt x="128780" y="77672"/>
                </a:lnTo>
                <a:lnTo>
                  <a:pt x="128756" y="77136"/>
                </a:lnTo>
                <a:lnTo>
                  <a:pt x="128738" y="76596"/>
                </a:lnTo>
                <a:lnTo>
                  <a:pt x="128728" y="76054"/>
                </a:lnTo>
                <a:lnTo>
                  <a:pt x="128724" y="75509"/>
                </a:lnTo>
                <a:lnTo>
                  <a:pt x="128724" y="73815"/>
                </a:lnTo>
                <a:lnTo>
                  <a:pt x="185596" y="73815"/>
                </a:lnTo>
                <a:lnTo>
                  <a:pt x="185596" y="68446"/>
                </a:lnTo>
                <a:lnTo>
                  <a:pt x="185592" y="67781"/>
                </a:lnTo>
                <a:lnTo>
                  <a:pt x="185582" y="67120"/>
                </a:lnTo>
                <a:lnTo>
                  <a:pt x="185564" y="66464"/>
                </a:lnTo>
                <a:lnTo>
                  <a:pt x="185539" y="65812"/>
                </a:lnTo>
                <a:close/>
                <a:moveTo>
                  <a:pt x="129351" y="64272"/>
                </a:moveTo>
                <a:lnTo>
                  <a:pt x="129444" y="63729"/>
                </a:lnTo>
                <a:lnTo>
                  <a:pt x="129543" y="63190"/>
                </a:lnTo>
                <a:lnTo>
                  <a:pt x="129649" y="62657"/>
                </a:lnTo>
                <a:lnTo>
                  <a:pt x="129760" y="62127"/>
                </a:lnTo>
                <a:lnTo>
                  <a:pt x="129879" y="61602"/>
                </a:lnTo>
                <a:lnTo>
                  <a:pt x="130003" y="61082"/>
                </a:lnTo>
                <a:lnTo>
                  <a:pt x="130135" y="60566"/>
                </a:lnTo>
                <a:lnTo>
                  <a:pt x="130272" y="60054"/>
                </a:lnTo>
                <a:lnTo>
                  <a:pt x="130416" y="59547"/>
                </a:lnTo>
                <a:lnTo>
                  <a:pt x="130566" y="59045"/>
                </a:lnTo>
                <a:lnTo>
                  <a:pt x="130722" y="58547"/>
                </a:lnTo>
                <a:lnTo>
                  <a:pt x="130884" y="58055"/>
                </a:lnTo>
                <a:lnTo>
                  <a:pt x="131050" y="57569"/>
                </a:lnTo>
                <a:lnTo>
                  <a:pt x="131222" y="57088"/>
                </a:lnTo>
                <a:lnTo>
                  <a:pt x="131399" y="56613"/>
                </a:lnTo>
                <a:lnTo>
                  <a:pt x="131581" y="56144"/>
                </a:lnTo>
                <a:lnTo>
                  <a:pt x="131769" y="55680"/>
                </a:lnTo>
                <a:lnTo>
                  <a:pt x="131962" y="55222"/>
                </a:lnTo>
                <a:lnTo>
                  <a:pt x="132160" y="54770"/>
                </a:lnTo>
                <a:lnTo>
                  <a:pt x="132363" y="54323"/>
                </a:lnTo>
                <a:lnTo>
                  <a:pt x="132572" y="53881"/>
                </a:lnTo>
                <a:lnTo>
                  <a:pt x="132785" y="53446"/>
                </a:lnTo>
                <a:lnTo>
                  <a:pt x="133004" y="53016"/>
                </a:lnTo>
                <a:lnTo>
                  <a:pt x="133229" y="52592"/>
                </a:lnTo>
                <a:lnTo>
                  <a:pt x="133458" y="52173"/>
                </a:lnTo>
                <a:lnTo>
                  <a:pt x="133693" y="51760"/>
                </a:lnTo>
                <a:lnTo>
                  <a:pt x="133933" y="51352"/>
                </a:lnTo>
                <a:lnTo>
                  <a:pt x="134178" y="50950"/>
                </a:lnTo>
                <a:lnTo>
                  <a:pt x="134429" y="50554"/>
                </a:lnTo>
                <a:lnTo>
                  <a:pt x="134684" y="50164"/>
                </a:lnTo>
                <a:lnTo>
                  <a:pt x="134945" y="49779"/>
                </a:lnTo>
                <a:lnTo>
                  <a:pt x="135212" y="49399"/>
                </a:lnTo>
                <a:lnTo>
                  <a:pt x="135483" y="49026"/>
                </a:lnTo>
                <a:lnTo>
                  <a:pt x="135760" y="48657"/>
                </a:lnTo>
                <a:lnTo>
                  <a:pt x="136041" y="48296"/>
                </a:lnTo>
                <a:lnTo>
                  <a:pt x="136327" y="47941"/>
                </a:lnTo>
                <a:lnTo>
                  <a:pt x="136618" y="47593"/>
                </a:lnTo>
                <a:lnTo>
                  <a:pt x="136913" y="47253"/>
                </a:lnTo>
                <a:lnTo>
                  <a:pt x="137212" y="46919"/>
                </a:lnTo>
                <a:lnTo>
                  <a:pt x="137516" y="46592"/>
                </a:lnTo>
                <a:lnTo>
                  <a:pt x="137825" y="46273"/>
                </a:lnTo>
                <a:lnTo>
                  <a:pt x="138138" y="45960"/>
                </a:lnTo>
                <a:lnTo>
                  <a:pt x="138455" y="45655"/>
                </a:lnTo>
                <a:lnTo>
                  <a:pt x="138777" y="45357"/>
                </a:lnTo>
                <a:lnTo>
                  <a:pt x="139103" y="45065"/>
                </a:lnTo>
                <a:lnTo>
                  <a:pt x="139434" y="44781"/>
                </a:lnTo>
                <a:lnTo>
                  <a:pt x="139769" y="44503"/>
                </a:lnTo>
                <a:lnTo>
                  <a:pt x="140109" y="44233"/>
                </a:lnTo>
                <a:lnTo>
                  <a:pt x="140453" y="43970"/>
                </a:lnTo>
                <a:lnTo>
                  <a:pt x="140802" y="43714"/>
                </a:lnTo>
                <a:lnTo>
                  <a:pt x="141155" y="43464"/>
                </a:lnTo>
                <a:lnTo>
                  <a:pt x="141513" y="43222"/>
                </a:lnTo>
                <a:lnTo>
                  <a:pt x="141875" y="42987"/>
                </a:lnTo>
                <a:lnTo>
                  <a:pt x="142241" y="42759"/>
                </a:lnTo>
                <a:lnTo>
                  <a:pt x="142613" y="42538"/>
                </a:lnTo>
                <a:lnTo>
                  <a:pt x="142988" y="42324"/>
                </a:lnTo>
                <a:lnTo>
                  <a:pt x="143368" y="42117"/>
                </a:lnTo>
                <a:lnTo>
                  <a:pt x="143753" y="41917"/>
                </a:lnTo>
                <a:lnTo>
                  <a:pt x="144141" y="41725"/>
                </a:lnTo>
                <a:lnTo>
                  <a:pt x="144533" y="41540"/>
                </a:lnTo>
                <a:lnTo>
                  <a:pt x="144929" y="41364"/>
                </a:lnTo>
                <a:lnTo>
                  <a:pt x="145328" y="41197"/>
                </a:lnTo>
                <a:lnTo>
                  <a:pt x="145731" y="41037"/>
                </a:lnTo>
                <a:lnTo>
                  <a:pt x="146138" y="40886"/>
                </a:lnTo>
                <a:lnTo>
                  <a:pt x="146548" y="40742"/>
                </a:lnTo>
                <a:lnTo>
                  <a:pt x="146961" y="40607"/>
                </a:lnTo>
                <a:lnTo>
                  <a:pt x="147379" y="40480"/>
                </a:lnTo>
                <a:lnTo>
                  <a:pt x="147799" y="40362"/>
                </a:lnTo>
                <a:lnTo>
                  <a:pt x="148224" y="40251"/>
                </a:lnTo>
                <a:lnTo>
                  <a:pt x="148652" y="40149"/>
                </a:lnTo>
                <a:lnTo>
                  <a:pt x="149083" y="40055"/>
                </a:lnTo>
                <a:lnTo>
                  <a:pt x="149518" y="39969"/>
                </a:lnTo>
                <a:lnTo>
                  <a:pt x="149957" y="39891"/>
                </a:lnTo>
                <a:lnTo>
                  <a:pt x="150399" y="39821"/>
                </a:lnTo>
                <a:lnTo>
                  <a:pt x="150845" y="39760"/>
                </a:lnTo>
                <a:lnTo>
                  <a:pt x="151294" y="39707"/>
                </a:lnTo>
                <a:lnTo>
                  <a:pt x="151747" y="39662"/>
                </a:lnTo>
                <a:lnTo>
                  <a:pt x="152204" y="39625"/>
                </a:lnTo>
                <a:lnTo>
                  <a:pt x="152664" y="39596"/>
                </a:lnTo>
                <a:lnTo>
                  <a:pt x="153128" y="39576"/>
                </a:lnTo>
                <a:lnTo>
                  <a:pt x="153595" y="39564"/>
                </a:lnTo>
                <a:lnTo>
                  <a:pt x="154066" y="39560"/>
                </a:lnTo>
                <a:lnTo>
                  <a:pt x="154688" y="39566"/>
                </a:lnTo>
                <a:lnTo>
                  <a:pt x="155301" y="39585"/>
                </a:lnTo>
                <a:lnTo>
                  <a:pt x="155905" y="39617"/>
                </a:lnTo>
                <a:lnTo>
                  <a:pt x="156500" y="39662"/>
                </a:lnTo>
                <a:lnTo>
                  <a:pt x="157087" y="39719"/>
                </a:lnTo>
                <a:lnTo>
                  <a:pt x="157664" y="39789"/>
                </a:lnTo>
                <a:lnTo>
                  <a:pt x="158233" y="39872"/>
                </a:lnTo>
                <a:lnTo>
                  <a:pt x="158793" y="39968"/>
                </a:lnTo>
                <a:lnTo>
                  <a:pt x="159344" y="40076"/>
                </a:lnTo>
                <a:lnTo>
                  <a:pt x="159887" y="40197"/>
                </a:lnTo>
                <a:lnTo>
                  <a:pt x="160420" y="40331"/>
                </a:lnTo>
                <a:lnTo>
                  <a:pt x="160945" y="40478"/>
                </a:lnTo>
                <a:lnTo>
                  <a:pt x="161461" y="40638"/>
                </a:lnTo>
                <a:lnTo>
                  <a:pt x="161968" y="40810"/>
                </a:lnTo>
                <a:lnTo>
                  <a:pt x="162466" y="40995"/>
                </a:lnTo>
                <a:lnTo>
                  <a:pt x="162955" y="41192"/>
                </a:lnTo>
                <a:lnTo>
                  <a:pt x="163436" y="41403"/>
                </a:lnTo>
                <a:lnTo>
                  <a:pt x="163908" y="41626"/>
                </a:lnTo>
                <a:lnTo>
                  <a:pt x="164371" y="41862"/>
                </a:lnTo>
                <a:lnTo>
                  <a:pt x="164825" y="42111"/>
                </a:lnTo>
                <a:lnTo>
                  <a:pt x="165270" y="42373"/>
                </a:lnTo>
                <a:lnTo>
                  <a:pt x="165706" y="42647"/>
                </a:lnTo>
                <a:lnTo>
                  <a:pt x="166134" y="42934"/>
                </a:lnTo>
                <a:lnTo>
                  <a:pt x="166553" y="43234"/>
                </a:lnTo>
                <a:lnTo>
                  <a:pt x="166963" y="43543"/>
                </a:lnTo>
                <a:lnTo>
                  <a:pt x="167365" y="43861"/>
                </a:lnTo>
                <a:lnTo>
                  <a:pt x="167758" y="44186"/>
                </a:lnTo>
                <a:lnTo>
                  <a:pt x="168143" y="44518"/>
                </a:lnTo>
                <a:lnTo>
                  <a:pt x="168519" y="44858"/>
                </a:lnTo>
                <a:lnTo>
                  <a:pt x="168887" y="45205"/>
                </a:lnTo>
                <a:lnTo>
                  <a:pt x="169247" y="45560"/>
                </a:lnTo>
                <a:lnTo>
                  <a:pt x="169598" y="45923"/>
                </a:lnTo>
                <a:lnTo>
                  <a:pt x="169940" y="46293"/>
                </a:lnTo>
                <a:lnTo>
                  <a:pt x="170275" y="46670"/>
                </a:lnTo>
                <a:lnTo>
                  <a:pt x="170600" y="47055"/>
                </a:lnTo>
                <a:lnTo>
                  <a:pt x="170918" y="47448"/>
                </a:lnTo>
                <a:lnTo>
                  <a:pt x="171227" y="47848"/>
                </a:lnTo>
                <a:lnTo>
                  <a:pt x="171527" y="48255"/>
                </a:lnTo>
                <a:lnTo>
                  <a:pt x="171819" y="48671"/>
                </a:lnTo>
                <a:lnTo>
                  <a:pt x="172102" y="49093"/>
                </a:lnTo>
                <a:lnTo>
                  <a:pt x="172378" y="49524"/>
                </a:lnTo>
                <a:lnTo>
                  <a:pt x="172644" y="49961"/>
                </a:lnTo>
                <a:lnTo>
                  <a:pt x="172902" y="50407"/>
                </a:lnTo>
                <a:lnTo>
                  <a:pt x="173152" y="50859"/>
                </a:lnTo>
                <a:lnTo>
                  <a:pt x="173394" y="51320"/>
                </a:lnTo>
                <a:lnTo>
                  <a:pt x="173626" y="51788"/>
                </a:lnTo>
                <a:lnTo>
                  <a:pt x="173851" y="52263"/>
                </a:lnTo>
                <a:lnTo>
                  <a:pt x="174067" y="52746"/>
                </a:lnTo>
                <a:lnTo>
                  <a:pt x="174275" y="53234"/>
                </a:lnTo>
                <a:lnTo>
                  <a:pt x="174474" y="53725"/>
                </a:lnTo>
                <a:lnTo>
                  <a:pt x="174665" y="54219"/>
                </a:lnTo>
                <a:lnTo>
                  <a:pt x="174848" y="54716"/>
                </a:lnTo>
                <a:lnTo>
                  <a:pt x="175022" y="55216"/>
                </a:lnTo>
                <a:lnTo>
                  <a:pt x="175188" y="55719"/>
                </a:lnTo>
                <a:lnTo>
                  <a:pt x="175346" y="56225"/>
                </a:lnTo>
                <a:lnTo>
                  <a:pt x="175495" y="56734"/>
                </a:lnTo>
                <a:lnTo>
                  <a:pt x="175636" y="57245"/>
                </a:lnTo>
                <a:lnTo>
                  <a:pt x="175769" y="57760"/>
                </a:lnTo>
                <a:lnTo>
                  <a:pt x="175894" y="58277"/>
                </a:lnTo>
                <a:lnTo>
                  <a:pt x="176010" y="58798"/>
                </a:lnTo>
                <a:lnTo>
                  <a:pt x="176118" y="59321"/>
                </a:lnTo>
                <a:lnTo>
                  <a:pt x="176217" y="59847"/>
                </a:lnTo>
                <a:lnTo>
                  <a:pt x="176309" y="60377"/>
                </a:lnTo>
                <a:lnTo>
                  <a:pt x="176392" y="60909"/>
                </a:lnTo>
                <a:lnTo>
                  <a:pt x="176466" y="61444"/>
                </a:lnTo>
                <a:lnTo>
                  <a:pt x="176533" y="61982"/>
                </a:lnTo>
                <a:lnTo>
                  <a:pt x="176591" y="62523"/>
                </a:lnTo>
                <a:lnTo>
                  <a:pt x="176640" y="63067"/>
                </a:lnTo>
                <a:lnTo>
                  <a:pt x="176682" y="63614"/>
                </a:lnTo>
                <a:lnTo>
                  <a:pt x="176715" y="64163"/>
                </a:lnTo>
                <a:lnTo>
                  <a:pt x="176739" y="64716"/>
                </a:lnTo>
                <a:lnTo>
                  <a:pt x="176756" y="65272"/>
                </a:lnTo>
                <a:lnTo>
                  <a:pt x="176756" y="66227"/>
                </a:lnTo>
                <a:lnTo>
                  <a:pt x="129075" y="66227"/>
                </a:lnTo>
                <a:lnTo>
                  <a:pt x="129111" y="65927"/>
                </a:lnTo>
                <a:lnTo>
                  <a:pt x="129185" y="65371"/>
                </a:lnTo>
                <a:lnTo>
                  <a:pt x="129265" y="64819"/>
                </a:lnTo>
                <a:lnTo>
                  <a:pt x="129351" y="64272"/>
                </a:lnTo>
                <a:close/>
                <a:moveTo>
                  <a:pt x="331775" y="94338"/>
                </a:moveTo>
                <a:lnTo>
                  <a:pt x="331730" y="94638"/>
                </a:lnTo>
                <a:lnTo>
                  <a:pt x="331677" y="94935"/>
                </a:lnTo>
                <a:lnTo>
                  <a:pt x="331615" y="95232"/>
                </a:lnTo>
                <a:lnTo>
                  <a:pt x="331546" y="95527"/>
                </a:lnTo>
                <a:lnTo>
                  <a:pt x="331468" y="95820"/>
                </a:lnTo>
                <a:lnTo>
                  <a:pt x="331382" y="96113"/>
                </a:lnTo>
                <a:lnTo>
                  <a:pt x="331288" y="96403"/>
                </a:lnTo>
                <a:lnTo>
                  <a:pt x="331186" y="96693"/>
                </a:lnTo>
                <a:lnTo>
                  <a:pt x="331075" y="96981"/>
                </a:lnTo>
                <a:lnTo>
                  <a:pt x="330956" y="97267"/>
                </a:lnTo>
                <a:lnTo>
                  <a:pt x="330829" y="97552"/>
                </a:lnTo>
                <a:lnTo>
                  <a:pt x="330694" y="97836"/>
                </a:lnTo>
                <a:lnTo>
                  <a:pt x="330551" y="98118"/>
                </a:lnTo>
                <a:lnTo>
                  <a:pt x="330400" y="98399"/>
                </a:lnTo>
                <a:lnTo>
                  <a:pt x="330240" y="98679"/>
                </a:lnTo>
                <a:lnTo>
                  <a:pt x="330072" y="98957"/>
                </a:lnTo>
                <a:lnTo>
                  <a:pt x="329896" y="99234"/>
                </a:lnTo>
                <a:lnTo>
                  <a:pt x="329712" y="99509"/>
                </a:lnTo>
                <a:lnTo>
                  <a:pt x="329520" y="99783"/>
                </a:lnTo>
                <a:lnTo>
                  <a:pt x="329320" y="100054"/>
                </a:lnTo>
                <a:lnTo>
                  <a:pt x="329112" y="100320"/>
                </a:lnTo>
                <a:lnTo>
                  <a:pt x="328896" y="100582"/>
                </a:lnTo>
                <a:lnTo>
                  <a:pt x="328673" y="100840"/>
                </a:lnTo>
                <a:lnTo>
                  <a:pt x="328442" y="101093"/>
                </a:lnTo>
                <a:lnTo>
                  <a:pt x="328203" y="101341"/>
                </a:lnTo>
                <a:lnTo>
                  <a:pt x="327957" y="101585"/>
                </a:lnTo>
                <a:lnTo>
                  <a:pt x="327703" y="101825"/>
                </a:lnTo>
                <a:lnTo>
                  <a:pt x="327441" y="102060"/>
                </a:lnTo>
                <a:lnTo>
                  <a:pt x="327172" y="102291"/>
                </a:lnTo>
                <a:lnTo>
                  <a:pt x="326895" y="102517"/>
                </a:lnTo>
                <a:lnTo>
                  <a:pt x="326610" y="102739"/>
                </a:lnTo>
                <a:lnTo>
                  <a:pt x="326318" y="102956"/>
                </a:lnTo>
                <a:lnTo>
                  <a:pt x="326018" y="103169"/>
                </a:lnTo>
                <a:lnTo>
                  <a:pt x="325710" y="103377"/>
                </a:lnTo>
                <a:lnTo>
                  <a:pt x="325394" y="103581"/>
                </a:lnTo>
                <a:lnTo>
                  <a:pt x="325071" y="103780"/>
                </a:lnTo>
                <a:lnTo>
                  <a:pt x="324741" y="103975"/>
                </a:lnTo>
                <a:lnTo>
                  <a:pt x="324402" y="104165"/>
                </a:lnTo>
                <a:lnTo>
                  <a:pt x="324056" y="104351"/>
                </a:lnTo>
                <a:lnTo>
                  <a:pt x="323702" y="104533"/>
                </a:lnTo>
                <a:lnTo>
                  <a:pt x="323341" y="104710"/>
                </a:lnTo>
                <a:lnTo>
                  <a:pt x="322972" y="104882"/>
                </a:lnTo>
                <a:lnTo>
                  <a:pt x="322595" y="105050"/>
                </a:lnTo>
                <a:lnTo>
                  <a:pt x="322211" y="105212"/>
                </a:lnTo>
                <a:lnTo>
                  <a:pt x="321819" y="105368"/>
                </a:lnTo>
                <a:lnTo>
                  <a:pt x="321420" y="105516"/>
                </a:lnTo>
                <a:lnTo>
                  <a:pt x="321013" y="105658"/>
                </a:lnTo>
                <a:lnTo>
                  <a:pt x="320599" y="105793"/>
                </a:lnTo>
                <a:lnTo>
                  <a:pt x="320178" y="105920"/>
                </a:lnTo>
                <a:lnTo>
                  <a:pt x="319749" y="106041"/>
                </a:lnTo>
                <a:lnTo>
                  <a:pt x="319313" y="106155"/>
                </a:lnTo>
                <a:lnTo>
                  <a:pt x="318869" y="106262"/>
                </a:lnTo>
                <a:lnTo>
                  <a:pt x="318418" y="106362"/>
                </a:lnTo>
                <a:lnTo>
                  <a:pt x="317959" y="106456"/>
                </a:lnTo>
                <a:lnTo>
                  <a:pt x="317494" y="106542"/>
                </a:lnTo>
                <a:lnTo>
                  <a:pt x="317020" y="106621"/>
                </a:lnTo>
                <a:lnTo>
                  <a:pt x="316539" y="106694"/>
                </a:lnTo>
                <a:lnTo>
                  <a:pt x="316051" y="106759"/>
                </a:lnTo>
                <a:lnTo>
                  <a:pt x="315556" y="106818"/>
                </a:lnTo>
                <a:lnTo>
                  <a:pt x="315053" y="106870"/>
                </a:lnTo>
                <a:lnTo>
                  <a:pt x="314542" y="106915"/>
                </a:lnTo>
                <a:lnTo>
                  <a:pt x="314024" y="106953"/>
                </a:lnTo>
                <a:lnTo>
                  <a:pt x="313499" y="106984"/>
                </a:lnTo>
                <a:lnTo>
                  <a:pt x="312966" y="107008"/>
                </a:lnTo>
                <a:lnTo>
                  <a:pt x="312426" y="107025"/>
                </a:lnTo>
                <a:lnTo>
                  <a:pt x="311879" y="107036"/>
                </a:lnTo>
                <a:lnTo>
                  <a:pt x="311324" y="107039"/>
                </a:lnTo>
                <a:lnTo>
                  <a:pt x="310906" y="107037"/>
                </a:lnTo>
                <a:lnTo>
                  <a:pt x="310489" y="107029"/>
                </a:lnTo>
                <a:lnTo>
                  <a:pt x="310072" y="107016"/>
                </a:lnTo>
                <a:lnTo>
                  <a:pt x="309654" y="106998"/>
                </a:lnTo>
                <a:lnTo>
                  <a:pt x="309237" y="106975"/>
                </a:lnTo>
                <a:lnTo>
                  <a:pt x="308819" y="106947"/>
                </a:lnTo>
                <a:lnTo>
                  <a:pt x="308402" y="106914"/>
                </a:lnTo>
                <a:lnTo>
                  <a:pt x="307984" y="106875"/>
                </a:lnTo>
                <a:lnTo>
                  <a:pt x="307567" y="106832"/>
                </a:lnTo>
                <a:lnTo>
                  <a:pt x="307149" y="106783"/>
                </a:lnTo>
                <a:lnTo>
                  <a:pt x="306732" y="106730"/>
                </a:lnTo>
                <a:lnTo>
                  <a:pt x="306315" y="106671"/>
                </a:lnTo>
                <a:lnTo>
                  <a:pt x="305897" y="106607"/>
                </a:lnTo>
                <a:lnTo>
                  <a:pt x="305480" y="106538"/>
                </a:lnTo>
                <a:lnTo>
                  <a:pt x="305062" y="106464"/>
                </a:lnTo>
                <a:lnTo>
                  <a:pt x="304645" y="106384"/>
                </a:lnTo>
                <a:lnTo>
                  <a:pt x="304227" y="106300"/>
                </a:lnTo>
                <a:lnTo>
                  <a:pt x="303810" y="106210"/>
                </a:lnTo>
                <a:lnTo>
                  <a:pt x="303392" y="106116"/>
                </a:lnTo>
                <a:lnTo>
                  <a:pt x="302975" y="106016"/>
                </a:lnTo>
                <a:lnTo>
                  <a:pt x="302557" y="105911"/>
                </a:lnTo>
                <a:lnTo>
                  <a:pt x="302140" y="105801"/>
                </a:lnTo>
                <a:lnTo>
                  <a:pt x="301723" y="105686"/>
                </a:lnTo>
                <a:lnTo>
                  <a:pt x="301305" y="105566"/>
                </a:lnTo>
                <a:lnTo>
                  <a:pt x="300890" y="105439"/>
                </a:lnTo>
                <a:lnTo>
                  <a:pt x="300481" y="105306"/>
                </a:lnTo>
                <a:lnTo>
                  <a:pt x="300076" y="105165"/>
                </a:lnTo>
                <a:lnTo>
                  <a:pt x="299677" y="105016"/>
                </a:lnTo>
                <a:lnTo>
                  <a:pt x="299283" y="104861"/>
                </a:lnTo>
                <a:lnTo>
                  <a:pt x="298895" y="104698"/>
                </a:lnTo>
                <a:lnTo>
                  <a:pt x="298511" y="104528"/>
                </a:lnTo>
                <a:lnTo>
                  <a:pt x="298133" y="104350"/>
                </a:lnTo>
                <a:lnTo>
                  <a:pt x="297760" y="104165"/>
                </a:lnTo>
                <a:lnTo>
                  <a:pt x="297393" y="103973"/>
                </a:lnTo>
                <a:lnTo>
                  <a:pt x="297030" y="103774"/>
                </a:lnTo>
                <a:lnTo>
                  <a:pt x="296673" y="103568"/>
                </a:lnTo>
                <a:lnTo>
                  <a:pt x="296321" y="103354"/>
                </a:lnTo>
                <a:lnTo>
                  <a:pt x="295975" y="103132"/>
                </a:lnTo>
                <a:lnTo>
                  <a:pt x="295633" y="102904"/>
                </a:lnTo>
                <a:lnTo>
                  <a:pt x="295297" y="102668"/>
                </a:lnTo>
                <a:lnTo>
                  <a:pt x="294966" y="102425"/>
                </a:lnTo>
                <a:lnTo>
                  <a:pt x="294640" y="102175"/>
                </a:lnTo>
                <a:lnTo>
                  <a:pt x="294320" y="101917"/>
                </a:lnTo>
                <a:lnTo>
                  <a:pt x="294005" y="101652"/>
                </a:lnTo>
                <a:lnTo>
                  <a:pt x="293695" y="101380"/>
                </a:lnTo>
                <a:lnTo>
                  <a:pt x="293390" y="101100"/>
                </a:lnTo>
                <a:lnTo>
                  <a:pt x="293091" y="100814"/>
                </a:lnTo>
                <a:lnTo>
                  <a:pt x="292796" y="100520"/>
                </a:lnTo>
                <a:lnTo>
                  <a:pt x="292510" y="100217"/>
                </a:lnTo>
                <a:lnTo>
                  <a:pt x="292235" y="99905"/>
                </a:lnTo>
                <a:lnTo>
                  <a:pt x="291971" y="99584"/>
                </a:lnTo>
                <a:lnTo>
                  <a:pt x="291717" y="99254"/>
                </a:lnTo>
                <a:lnTo>
                  <a:pt x="291474" y="98914"/>
                </a:lnTo>
                <a:lnTo>
                  <a:pt x="291243" y="98565"/>
                </a:lnTo>
                <a:lnTo>
                  <a:pt x="291022" y="98207"/>
                </a:lnTo>
                <a:lnTo>
                  <a:pt x="290812" y="97839"/>
                </a:lnTo>
                <a:lnTo>
                  <a:pt x="290612" y="97462"/>
                </a:lnTo>
                <a:lnTo>
                  <a:pt x="290424" y="97075"/>
                </a:lnTo>
                <a:lnTo>
                  <a:pt x="290247" y="96680"/>
                </a:lnTo>
                <a:lnTo>
                  <a:pt x="290080" y="96274"/>
                </a:lnTo>
                <a:lnTo>
                  <a:pt x="289924" y="95860"/>
                </a:lnTo>
                <a:lnTo>
                  <a:pt x="289779" y="95436"/>
                </a:lnTo>
                <a:lnTo>
                  <a:pt x="289645" y="95003"/>
                </a:lnTo>
                <a:lnTo>
                  <a:pt x="289522" y="94561"/>
                </a:lnTo>
                <a:lnTo>
                  <a:pt x="289410" y="94109"/>
                </a:lnTo>
                <a:lnTo>
                  <a:pt x="289309" y="93648"/>
                </a:lnTo>
                <a:lnTo>
                  <a:pt x="289218" y="93177"/>
                </a:lnTo>
                <a:lnTo>
                  <a:pt x="289139" y="92697"/>
                </a:lnTo>
                <a:lnTo>
                  <a:pt x="289070" y="92208"/>
                </a:lnTo>
                <a:lnTo>
                  <a:pt x="289012" y="91710"/>
                </a:lnTo>
                <a:lnTo>
                  <a:pt x="288965" y="91202"/>
                </a:lnTo>
                <a:lnTo>
                  <a:pt x="288929" y="90685"/>
                </a:lnTo>
                <a:lnTo>
                  <a:pt x="280089" y="90685"/>
                </a:lnTo>
                <a:lnTo>
                  <a:pt x="280095" y="91205"/>
                </a:lnTo>
                <a:lnTo>
                  <a:pt x="280114" y="91723"/>
                </a:lnTo>
                <a:lnTo>
                  <a:pt x="280145" y="92238"/>
                </a:lnTo>
                <a:lnTo>
                  <a:pt x="280188" y="92750"/>
                </a:lnTo>
                <a:lnTo>
                  <a:pt x="280244" y="93259"/>
                </a:lnTo>
                <a:lnTo>
                  <a:pt x="280312" y="93765"/>
                </a:lnTo>
                <a:lnTo>
                  <a:pt x="280393" y="94269"/>
                </a:lnTo>
                <a:lnTo>
                  <a:pt x="280486" y="94769"/>
                </a:lnTo>
                <a:lnTo>
                  <a:pt x="280591" y="95267"/>
                </a:lnTo>
                <a:lnTo>
                  <a:pt x="280709" y="95762"/>
                </a:lnTo>
                <a:lnTo>
                  <a:pt x="280839" y="96255"/>
                </a:lnTo>
                <a:lnTo>
                  <a:pt x="280982" y="96744"/>
                </a:lnTo>
                <a:lnTo>
                  <a:pt x="281137" y="97231"/>
                </a:lnTo>
                <a:lnTo>
                  <a:pt x="281305" y="97715"/>
                </a:lnTo>
                <a:lnTo>
                  <a:pt x="281484" y="98196"/>
                </a:lnTo>
                <a:lnTo>
                  <a:pt x="281677" y="98674"/>
                </a:lnTo>
                <a:lnTo>
                  <a:pt x="281881" y="99149"/>
                </a:lnTo>
                <a:lnTo>
                  <a:pt x="282099" y="99622"/>
                </a:lnTo>
                <a:lnTo>
                  <a:pt x="282328" y="100091"/>
                </a:lnTo>
                <a:lnTo>
                  <a:pt x="282570" y="100558"/>
                </a:lnTo>
                <a:lnTo>
                  <a:pt x="282824" y="101023"/>
                </a:lnTo>
                <a:lnTo>
                  <a:pt x="283091" y="101484"/>
                </a:lnTo>
                <a:lnTo>
                  <a:pt x="283370" y="101942"/>
                </a:lnTo>
                <a:lnTo>
                  <a:pt x="283662" y="102398"/>
                </a:lnTo>
                <a:lnTo>
                  <a:pt x="283965" y="102849"/>
                </a:lnTo>
                <a:lnTo>
                  <a:pt x="284281" y="103292"/>
                </a:lnTo>
                <a:lnTo>
                  <a:pt x="284608" y="103729"/>
                </a:lnTo>
                <a:lnTo>
                  <a:pt x="284948" y="104158"/>
                </a:lnTo>
                <a:lnTo>
                  <a:pt x="285299" y="104580"/>
                </a:lnTo>
                <a:lnTo>
                  <a:pt x="285662" y="104995"/>
                </a:lnTo>
                <a:lnTo>
                  <a:pt x="286037" y="105403"/>
                </a:lnTo>
                <a:lnTo>
                  <a:pt x="286424" y="105803"/>
                </a:lnTo>
                <a:lnTo>
                  <a:pt x="286823" y="106197"/>
                </a:lnTo>
                <a:lnTo>
                  <a:pt x="287234" y="106583"/>
                </a:lnTo>
                <a:lnTo>
                  <a:pt x="287656" y="106962"/>
                </a:lnTo>
                <a:lnTo>
                  <a:pt x="288091" y="107334"/>
                </a:lnTo>
                <a:lnTo>
                  <a:pt x="288537" y="107699"/>
                </a:lnTo>
                <a:lnTo>
                  <a:pt x="288996" y="108056"/>
                </a:lnTo>
                <a:lnTo>
                  <a:pt x="289466" y="108407"/>
                </a:lnTo>
                <a:lnTo>
                  <a:pt x="289948" y="108750"/>
                </a:lnTo>
                <a:lnTo>
                  <a:pt x="290442" y="109086"/>
                </a:lnTo>
                <a:lnTo>
                  <a:pt x="290948" y="109415"/>
                </a:lnTo>
                <a:lnTo>
                  <a:pt x="291466" y="109737"/>
                </a:lnTo>
                <a:lnTo>
                  <a:pt x="291995" y="110051"/>
                </a:lnTo>
                <a:lnTo>
                  <a:pt x="292537" y="110359"/>
                </a:lnTo>
                <a:lnTo>
                  <a:pt x="293090" y="110659"/>
                </a:lnTo>
                <a:lnTo>
                  <a:pt x="293656" y="110952"/>
                </a:lnTo>
                <a:lnTo>
                  <a:pt x="294233" y="111238"/>
                </a:lnTo>
                <a:lnTo>
                  <a:pt x="294822" y="111515"/>
                </a:lnTo>
                <a:lnTo>
                  <a:pt x="295421" y="111779"/>
                </a:lnTo>
                <a:lnTo>
                  <a:pt x="296031" y="112032"/>
                </a:lnTo>
                <a:lnTo>
                  <a:pt x="296652" y="112274"/>
                </a:lnTo>
                <a:lnTo>
                  <a:pt x="297283" y="112503"/>
                </a:lnTo>
                <a:lnTo>
                  <a:pt x="297926" y="112721"/>
                </a:lnTo>
                <a:lnTo>
                  <a:pt x="298579" y="112927"/>
                </a:lnTo>
                <a:lnTo>
                  <a:pt x="299242" y="113121"/>
                </a:lnTo>
                <a:lnTo>
                  <a:pt x="299917" y="113303"/>
                </a:lnTo>
                <a:lnTo>
                  <a:pt x="300602" y="113474"/>
                </a:lnTo>
                <a:lnTo>
                  <a:pt x="301298" y="113633"/>
                </a:lnTo>
                <a:lnTo>
                  <a:pt x="302005" y="113780"/>
                </a:lnTo>
                <a:lnTo>
                  <a:pt x="302722" y="113915"/>
                </a:lnTo>
                <a:lnTo>
                  <a:pt x="303451" y="114039"/>
                </a:lnTo>
                <a:lnTo>
                  <a:pt x="304190" y="114150"/>
                </a:lnTo>
                <a:lnTo>
                  <a:pt x="304939" y="114250"/>
                </a:lnTo>
                <a:lnTo>
                  <a:pt x="305700" y="114339"/>
                </a:lnTo>
                <a:lnTo>
                  <a:pt x="306471" y="114415"/>
                </a:lnTo>
                <a:lnTo>
                  <a:pt x="307253" y="114480"/>
                </a:lnTo>
                <a:lnTo>
                  <a:pt x="308046" y="114533"/>
                </a:lnTo>
                <a:lnTo>
                  <a:pt x="308849" y="114574"/>
                </a:lnTo>
                <a:lnTo>
                  <a:pt x="309663" y="114603"/>
                </a:lnTo>
                <a:lnTo>
                  <a:pt x="310488" y="114621"/>
                </a:lnTo>
                <a:lnTo>
                  <a:pt x="311324" y="114627"/>
                </a:lnTo>
                <a:lnTo>
                  <a:pt x="311880" y="114624"/>
                </a:lnTo>
                <a:lnTo>
                  <a:pt x="312432" y="114616"/>
                </a:lnTo>
                <a:lnTo>
                  <a:pt x="312980" y="114602"/>
                </a:lnTo>
                <a:lnTo>
                  <a:pt x="313523" y="114582"/>
                </a:lnTo>
                <a:lnTo>
                  <a:pt x="314061" y="114557"/>
                </a:lnTo>
                <a:lnTo>
                  <a:pt x="314595" y="114526"/>
                </a:lnTo>
                <a:lnTo>
                  <a:pt x="315125" y="114489"/>
                </a:lnTo>
                <a:lnTo>
                  <a:pt x="315650" y="114447"/>
                </a:lnTo>
                <a:lnTo>
                  <a:pt x="316170" y="114399"/>
                </a:lnTo>
                <a:lnTo>
                  <a:pt x="316687" y="114346"/>
                </a:lnTo>
                <a:lnTo>
                  <a:pt x="317198" y="114286"/>
                </a:lnTo>
                <a:lnTo>
                  <a:pt x="317705" y="114222"/>
                </a:lnTo>
                <a:lnTo>
                  <a:pt x="318208" y="114151"/>
                </a:lnTo>
                <a:lnTo>
                  <a:pt x="318706" y="114075"/>
                </a:lnTo>
                <a:lnTo>
                  <a:pt x="319200" y="113994"/>
                </a:lnTo>
                <a:lnTo>
                  <a:pt x="319689" y="113907"/>
                </a:lnTo>
                <a:lnTo>
                  <a:pt x="320174" y="113814"/>
                </a:lnTo>
                <a:lnTo>
                  <a:pt x="320654" y="113715"/>
                </a:lnTo>
                <a:lnTo>
                  <a:pt x="321130" y="113611"/>
                </a:lnTo>
                <a:lnTo>
                  <a:pt x="321602" y="113501"/>
                </a:lnTo>
                <a:lnTo>
                  <a:pt x="322068" y="113386"/>
                </a:lnTo>
                <a:lnTo>
                  <a:pt x="322531" y="113265"/>
                </a:lnTo>
                <a:lnTo>
                  <a:pt x="322989" y="113138"/>
                </a:lnTo>
                <a:lnTo>
                  <a:pt x="323442" y="113006"/>
                </a:lnTo>
                <a:lnTo>
                  <a:pt x="323891" y="112869"/>
                </a:lnTo>
                <a:lnTo>
                  <a:pt x="324334" y="112727"/>
                </a:lnTo>
                <a:lnTo>
                  <a:pt x="324772" y="112580"/>
                </a:lnTo>
                <a:lnTo>
                  <a:pt x="325204" y="112428"/>
                </a:lnTo>
                <a:lnTo>
                  <a:pt x="325631" y="112272"/>
                </a:lnTo>
                <a:lnTo>
                  <a:pt x="326053" y="112111"/>
                </a:lnTo>
                <a:lnTo>
                  <a:pt x="326469" y="111945"/>
                </a:lnTo>
                <a:lnTo>
                  <a:pt x="326880" y="111774"/>
                </a:lnTo>
                <a:lnTo>
                  <a:pt x="327286" y="111599"/>
                </a:lnTo>
                <a:lnTo>
                  <a:pt x="327686" y="111419"/>
                </a:lnTo>
                <a:lnTo>
                  <a:pt x="328081" y="111234"/>
                </a:lnTo>
                <a:lnTo>
                  <a:pt x="328470" y="111045"/>
                </a:lnTo>
                <a:lnTo>
                  <a:pt x="328854" y="110851"/>
                </a:lnTo>
                <a:lnTo>
                  <a:pt x="329233" y="110652"/>
                </a:lnTo>
                <a:lnTo>
                  <a:pt x="329606" y="110448"/>
                </a:lnTo>
                <a:lnTo>
                  <a:pt x="329974" y="110240"/>
                </a:lnTo>
                <a:lnTo>
                  <a:pt x="330337" y="110026"/>
                </a:lnTo>
                <a:lnTo>
                  <a:pt x="330694" y="109809"/>
                </a:lnTo>
                <a:lnTo>
                  <a:pt x="331046" y="109586"/>
                </a:lnTo>
                <a:lnTo>
                  <a:pt x="331392" y="109359"/>
                </a:lnTo>
                <a:lnTo>
                  <a:pt x="331733" y="109127"/>
                </a:lnTo>
                <a:lnTo>
                  <a:pt x="332069" y="108890"/>
                </a:lnTo>
                <a:lnTo>
                  <a:pt x="332399" y="108648"/>
                </a:lnTo>
                <a:lnTo>
                  <a:pt x="332724" y="108402"/>
                </a:lnTo>
                <a:lnTo>
                  <a:pt x="333044" y="108151"/>
                </a:lnTo>
                <a:lnTo>
                  <a:pt x="333356" y="107897"/>
                </a:lnTo>
                <a:lnTo>
                  <a:pt x="333663" y="107639"/>
                </a:lnTo>
                <a:lnTo>
                  <a:pt x="333963" y="107377"/>
                </a:lnTo>
                <a:lnTo>
                  <a:pt x="334258" y="107111"/>
                </a:lnTo>
                <a:lnTo>
                  <a:pt x="334545" y="106841"/>
                </a:lnTo>
                <a:lnTo>
                  <a:pt x="334827" y="106568"/>
                </a:lnTo>
                <a:lnTo>
                  <a:pt x="335102" y="106290"/>
                </a:lnTo>
                <a:lnTo>
                  <a:pt x="335371" y="106009"/>
                </a:lnTo>
                <a:lnTo>
                  <a:pt x="335634" y="105724"/>
                </a:lnTo>
                <a:lnTo>
                  <a:pt x="335890" y="105435"/>
                </a:lnTo>
                <a:lnTo>
                  <a:pt x="336141" y="105142"/>
                </a:lnTo>
                <a:lnTo>
                  <a:pt x="336385" y="104846"/>
                </a:lnTo>
                <a:lnTo>
                  <a:pt x="336622" y="104545"/>
                </a:lnTo>
                <a:lnTo>
                  <a:pt x="336854" y="104241"/>
                </a:lnTo>
                <a:lnTo>
                  <a:pt x="337079" y="103933"/>
                </a:lnTo>
                <a:lnTo>
                  <a:pt x="337298" y="103621"/>
                </a:lnTo>
                <a:lnTo>
                  <a:pt x="337510" y="103305"/>
                </a:lnTo>
                <a:lnTo>
                  <a:pt x="337717" y="102985"/>
                </a:lnTo>
                <a:lnTo>
                  <a:pt x="337917" y="102662"/>
                </a:lnTo>
                <a:lnTo>
                  <a:pt x="338111" y="102335"/>
                </a:lnTo>
                <a:lnTo>
                  <a:pt x="338298" y="102004"/>
                </a:lnTo>
                <a:lnTo>
                  <a:pt x="338480" y="101669"/>
                </a:lnTo>
                <a:lnTo>
                  <a:pt x="338655" y="101330"/>
                </a:lnTo>
                <a:lnTo>
                  <a:pt x="338823" y="100988"/>
                </a:lnTo>
                <a:lnTo>
                  <a:pt x="338984" y="100643"/>
                </a:lnTo>
                <a:lnTo>
                  <a:pt x="339138" y="100294"/>
                </a:lnTo>
                <a:lnTo>
                  <a:pt x="339285" y="99943"/>
                </a:lnTo>
                <a:lnTo>
                  <a:pt x="339425" y="99590"/>
                </a:lnTo>
                <a:lnTo>
                  <a:pt x="339557" y="99233"/>
                </a:lnTo>
                <a:lnTo>
                  <a:pt x="339682" y="98873"/>
                </a:lnTo>
                <a:lnTo>
                  <a:pt x="339801" y="98510"/>
                </a:lnTo>
                <a:lnTo>
                  <a:pt x="339912" y="98144"/>
                </a:lnTo>
                <a:lnTo>
                  <a:pt x="340015" y="97776"/>
                </a:lnTo>
                <a:lnTo>
                  <a:pt x="340112" y="97404"/>
                </a:lnTo>
                <a:lnTo>
                  <a:pt x="340202" y="97030"/>
                </a:lnTo>
                <a:lnTo>
                  <a:pt x="340284" y="96652"/>
                </a:lnTo>
                <a:lnTo>
                  <a:pt x="340359" y="96272"/>
                </a:lnTo>
                <a:lnTo>
                  <a:pt x="340427" y="95888"/>
                </a:lnTo>
                <a:lnTo>
                  <a:pt x="340488" y="95502"/>
                </a:lnTo>
                <a:lnTo>
                  <a:pt x="340542" y="95113"/>
                </a:lnTo>
                <a:lnTo>
                  <a:pt x="340588" y="94720"/>
                </a:lnTo>
                <a:lnTo>
                  <a:pt x="340628" y="94325"/>
                </a:lnTo>
                <a:lnTo>
                  <a:pt x="340660" y="93927"/>
                </a:lnTo>
                <a:lnTo>
                  <a:pt x="340685" y="93526"/>
                </a:lnTo>
                <a:lnTo>
                  <a:pt x="340703" y="93122"/>
                </a:lnTo>
                <a:lnTo>
                  <a:pt x="340714" y="92715"/>
                </a:lnTo>
                <a:lnTo>
                  <a:pt x="340717" y="92306"/>
                </a:lnTo>
                <a:lnTo>
                  <a:pt x="340712" y="91781"/>
                </a:lnTo>
                <a:lnTo>
                  <a:pt x="340697" y="91263"/>
                </a:lnTo>
                <a:lnTo>
                  <a:pt x="340671" y="90752"/>
                </a:lnTo>
                <a:lnTo>
                  <a:pt x="340634" y="90247"/>
                </a:lnTo>
                <a:lnTo>
                  <a:pt x="340588" y="89749"/>
                </a:lnTo>
                <a:lnTo>
                  <a:pt x="340531" y="89258"/>
                </a:lnTo>
                <a:lnTo>
                  <a:pt x="340463" y="88773"/>
                </a:lnTo>
                <a:lnTo>
                  <a:pt x="340386" y="88295"/>
                </a:lnTo>
                <a:lnTo>
                  <a:pt x="340298" y="87823"/>
                </a:lnTo>
                <a:lnTo>
                  <a:pt x="340199" y="87359"/>
                </a:lnTo>
                <a:lnTo>
                  <a:pt x="340091" y="86900"/>
                </a:lnTo>
                <a:lnTo>
                  <a:pt x="339971" y="86449"/>
                </a:lnTo>
                <a:lnTo>
                  <a:pt x="339842" y="86004"/>
                </a:lnTo>
                <a:lnTo>
                  <a:pt x="339702" y="85566"/>
                </a:lnTo>
                <a:lnTo>
                  <a:pt x="339552" y="85134"/>
                </a:lnTo>
                <a:lnTo>
                  <a:pt x="339391" y="84710"/>
                </a:lnTo>
                <a:lnTo>
                  <a:pt x="339220" y="84291"/>
                </a:lnTo>
                <a:lnTo>
                  <a:pt x="339039" y="83880"/>
                </a:lnTo>
                <a:lnTo>
                  <a:pt x="338847" y="83475"/>
                </a:lnTo>
                <a:lnTo>
                  <a:pt x="338645" y="83077"/>
                </a:lnTo>
                <a:lnTo>
                  <a:pt x="338433" y="82685"/>
                </a:lnTo>
                <a:lnTo>
                  <a:pt x="338210" y="82300"/>
                </a:lnTo>
                <a:lnTo>
                  <a:pt x="337977" y="81922"/>
                </a:lnTo>
                <a:lnTo>
                  <a:pt x="337734" y="81550"/>
                </a:lnTo>
                <a:lnTo>
                  <a:pt x="337480" y="81184"/>
                </a:lnTo>
                <a:lnTo>
                  <a:pt x="337215" y="80823"/>
                </a:lnTo>
                <a:lnTo>
                  <a:pt x="336938" y="80466"/>
                </a:lnTo>
                <a:lnTo>
                  <a:pt x="336651" y="80115"/>
                </a:lnTo>
                <a:lnTo>
                  <a:pt x="336353" y="79768"/>
                </a:lnTo>
                <a:lnTo>
                  <a:pt x="336044" y="79425"/>
                </a:lnTo>
                <a:lnTo>
                  <a:pt x="335724" y="79088"/>
                </a:lnTo>
                <a:lnTo>
                  <a:pt x="335393" y="78755"/>
                </a:lnTo>
                <a:lnTo>
                  <a:pt x="335051" y="78427"/>
                </a:lnTo>
                <a:lnTo>
                  <a:pt x="334698" y="78103"/>
                </a:lnTo>
                <a:lnTo>
                  <a:pt x="334333" y="77785"/>
                </a:lnTo>
                <a:lnTo>
                  <a:pt x="333958" y="77471"/>
                </a:lnTo>
                <a:lnTo>
                  <a:pt x="333572" y="77162"/>
                </a:lnTo>
                <a:lnTo>
                  <a:pt x="333175" y="76857"/>
                </a:lnTo>
                <a:lnTo>
                  <a:pt x="332767" y="76557"/>
                </a:lnTo>
                <a:lnTo>
                  <a:pt x="332348" y="76262"/>
                </a:lnTo>
                <a:lnTo>
                  <a:pt x="331918" y="75972"/>
                </a:lnTo>
                <a:lnTo>
                  <a:pt x="331477" y="75687"/>
                </a:lnTo>
                <a:lnTo>
                  <a:pt x="331025" y="75406"/>
                </a:lnTo>
                <a:lnTo>
                  <a:pt x="330561" y="75130"/>
                </a:lnTo>
                <a:lnTo>
                  <a:pt x="330087" y="74858"/>
                </a:lnTo>
                <a:lnTo>
                  <a:pt x="329602" y="74592"/>
                </a:lnTo>
                <a:lnTo>
                  <a:pt x="329106" y="74330"/>
                </a:lnTo>
                <a:lnTo>
                  <a:pt x="328599" y="74073"/>
                </a:lnTo>
                <a:lnTo>
                  <a:pt x="328080" y="73820"/>
                </a:lnTo>
                <a:lnTo>
                  <a:pt x="327549" y="73569"/>
                </a:lnTo>
                <a:lnTo>
                  <a:pt x="327006" y="73322"/>
                </a:lnTo>
                <a:lnTo>
                  <a:pt x="326451" y="73077"/>
                </a:lnTo>
                <a:lnTo>
                  <a:pt x="325884" y="72836"/>
                </a:lnTo>
                <a:lnTo>
                  <a:pt x="325305" y="72597"/>
                </a:lnTo>
                <a:lnTo>
                  <a:pt x="324713" y="72362"/>
                </a:lnTo>
                <a:lnTo>
                  <a:pt x="324109" y="72129"/>
                </a:lnTo>
                <a:lnTo>
                  <a:pt x="323493" y="71899"/>
                </a:lnTo>
                <a:lnTo>
                  <a:pt x="322865" y="71672"/>
                </a:lnTo>
                <a:lnTo>
                  <a:pt x="322225" y="71448"/>
                </a:lnTo>
                <a:lnTo>
                  <a:pt x="321573" y="71227"/>
                </a:lnTo>
                <a:lnTo>
                  <a:pt x="320908" y="71009"/>
                </a:lnTo>
                <a:lnTo>
                  <a:pt x="320232" y="70794"/>
                </a:lnTo>
                <a:lnTo>
                  <a:pt x="319543" y="70582"/>
                </a:lnTo>
                <a:lnTo>
                  <a:pt x="318842" y="70373"/>
                </a:lnTo>
                <a:lnTo>
                  <a:pt x="318129" y="70167"/>
                </a:lnTo>
                <a:lnTo>
                  <a:pt x="317404" y="69964"/>
                </a:lnTo>
                <a:lnTo>
                  <a:pt x="316666" y="69763"/>
                </a:lnTo>
                <a:lnTo>
                  <a:pt x="315917" y="69566"/>
                </a:lnTo>
                <a:lnTo>
                  <a:pt x="315155" y="69371"/>
                </a:lnTo>
                <a:lnTo>
                  <a:pt x="314381" y="69180"/>
                </a:lnTo>
                <a:lnTo>
                  <a:pt x="313595" y="68991"/>
                </a:lnTo>
                <a:lnTo>
                  <a:pt x="312797" y="68806"/>
                </a:lnTo>
                <a:lnTo>
                  <a:pt x="312249" y="68683"/>
                </a:lnTo>
                <a:lnTo>
                  <a:pt x="311709" y="68559"/>
                </a:lnTo>
                <a:lnTo>
                  <a:pt x="311178" y="68435"/>
                </a:lnTo>
                <a:lnTo>
                  <a:pt x="310655" y="68310"/>
                </a:lnTo>
                <a:lnTo>
                  <a:pt x="310140" y="68185"/>
                </a:lnTo>
                <a:lnTo>
                  <a:pt x="309634" y="68060"/>
                </a:lnTo>
                <a:lnTo>
                  <a:pt x="309137" y="67934"/>
                </a:lnTo>
                <a:lnTo>
                  <a:pt x="308647" y="67807"/>
                </a:lnTo>
                <a:lnTo>
                  <a:pt x="308167" y="67680"/>
                </a:lnTo>
                <a:lnTo>
                  <a:pt x="307694" y="67552"/>
                </a:lnTo>
                <a:lnTo>
                  <a:pt x="307230" y="67424"/>
                </a:lnTo>
                <a:lnTo>
                  <a:pt x="306775" y="67295"/>
                </a:lnTo>
                <a:lnTo>
                  <a:pt x="306328" y="67166"/>
                </a:lnTo>
                <a:lnTo>
                  <a:pt x="305889" y="67037"/>
                </a:lnTo>
                <a:lnTo>
                  <a:pt x="305459" y="66906"/>
                </a:lnTo>
                <a:lnTo>
                  <a:pt x="305038" y="66776"/>
                </a:lnTo>
                <a:lnTo>
                  <a:pt x="304624" y="66644"/>
                </a:lnTo>
                <a:lnTo>
                  <a:pt x="304220" y="66513"/>
                </a:lnTo>
                <a:lnTo>
                  <a:pt x="303823" y="66380"/>
                </a:lnTo>
                <a:lnTo>
                  <a:pt x="303435" y="66248"/>
                </a:lnTo>
                <a:lnTo>
                  <a:pt x="303056" y="66114"/>
                </a:lnTo>
                <a:lnTo>
                  <a:pt x="302685" y="65981"/>
                </a:lnTo>
                <a:lnTo>
                  <a:pt x="302322" y="65846"/>
                </a:lnTo>
                <a:lnTo>
                  <a:pt x="301968" y="65712"/>
                </a:lnTo>
                <a:lnTo>
                  <a:pt x="301622" y="65576"/>
                </a:lnTo>
                <a:lnTo>
                  <a:pt x="301282" y="65440"/>
                </a:lnTo>
                <a:lnTo>
                  <a:pt x="300948" y="65303"/>
                </a:lnTo>
                <a:lnTo>
                  <a:pt x="300622" y="65165"/>
                </a:lnTo>
                <a:lnTo>
                  <a:pt x="300302" y="65027"/>
                </a:lnTo>
                <a:lnTo>
                  <a:pt x="299988" y="64887"/>
                </a:lnTo>
                <a:lnTo>
                  <a:pt x="299682" y="64747"/>
                </a:lnTo>
                <a:lnTo>
                  <a:pt x="299382" y="64607"/>
                </a:lnTo>
                <a:lnTo>
                  <a:pt x="299088" y="64465"/>
                </a:lnTo>
                <a:lnTo>
                  <a:pt x="298801" y="64323"/>
                </a:lnTo>
                <a:lnTo>
                  <a:pt x="298521" y="64179"/>
                </a:lnTo>
                <a:lnTo>
                  <a:pt x="298248" y="64036"/>
                </a:lnTo>
                <a:lnTo>
                  <a:pt x="297981" y="63891"/>
                </a:lnTo>
                <a:lnTo>
                  <a:pt x="297721" y="63746"/>
                </a:lnTo>
                <a:lnTo>
                  <a:pt x="297467" y="63599"/>
                </a:lnTo>
                <a:lnTo>
                  <a:pt x="297221" y="63452"/>
                </a:lnTo>
                <a:lnTo>
                  <a:pt x="296980" y="63305"/>
                </a:lnTo>
                <a:lnTo>
                  <a:pt x="296747" y="63156"/>
                </a:lnTo>
                <a:lnTo>
                  <a:pt x="296520" y="63007"/>
                </a:lnTo>
                <a:lnTo>
                  <a:pt x="296300" y="62857"/>
                </a:lnTo>
                <a:lnTo>
                  <a:pt x="296086" y="62706"/>
                </a:lnTo>
                <a:lnTo>
                  <a:pt x="295879" y="62555"/>
                </a:lnTo>
                <a:lnTo>
                  <a:pt x="295679" y="62402"/>
                </a:lnTo>
                <a:lnTo>
                  <a:pt x="295485" y="62249"/>
                </a:lnTo>
                <a:lnTo>
                  <a:pt x="295298" y="62095"/>
                </a:lnTo>
                <a:lnTo>
                  <a:pt x="295115" y="61940"/>
                </a:lnTo>
                <a:lnTo>
                  <a:pt x="294937" y="61784"/>
                </a:lnTo>
                <a:lnTo>
                  <a:pt x="294765" y="61626"/>
                </a:lnTo>
                <a:lnTo>
                  <a:pt x="294598" y="61467"/>
                </a:lnTo>
                <a:lnTo>
                  <a:pt x="294436" y="61308"/>
                </a:lnTo>
                <a:lnTo>
                  <a:pt x="294279" y="61147"/>
                </a:lnTo>
                <a:lnTo>
                  <a:pt x="294127" y="60985"/>
                </a:lnTo>
                <a:lnTo>
                  <a:pt x="293980" y="60821"/>
                </a:lnTo>
                <a:lnTo>
                  <a:pt x="293838" y="60657"/>
                </a:lnTo>
                <a:lnTo>
                  <a:pt x="293701" y="60491"/>
                </a:lnTo>
                <a:lnTo>
                  <a:pt x="293570" y="60325"/>
                </a:lnTo>
                <a:lnTo>
                  <a:pt x="293444" y="60157"/>
                </a:lnTo>
                <a:lnTo>
                  <a:pt x="293322" y="59988"/>
                </a:lnTo>
                <a:lnTo>
                  <a:pt x="293206" y="59818"/>
                </a:lnTo>
                <a:lnTo>
                  <a:pt x="293095" y="59646"/>
                </a:lnTo>
                <a:lnTo>
                  <a:pt x="292989" y="59474"/>
                </a:lnTo>
                <a:lnTo>
                  <a:pt x="292889" y="59300"/>
                </a:lnTo>
                <a:lnTo>
                  <a:pt x="292793" y="59125"/>
                </a:lnTo>
                <a:lnTo>
                  <a:pt x="292702" y="58949"/>
                </a:lnTo>
                <a:lnTo>
                  <a:pt x="292617" y="58772"/>
                </a:lnTo>
                <a:lnTo>
                  <a:pt x="292537" y="58594"/>
                </a:lnTo>
                <a:lnTo>
                  <a:pt x="292461" y="58415"/>
                </a:lnTo>
                <a:lnTo>
                  <a:pt x="292391" y="58234"/>
                </a:lnTo>
                <a:lnTo>
                  <a:pt x="292325" y="58052"/>
                </a:lnTo>
                <a:lnTo>
                  <a:pt x="292262" y="57869"/>
                </a:lnTo>
                <a:lnTo>
                  <a:pt x="292201" y="57684"/>
                </a:lnTo>
                <a:lnTo>
                  <a:pt x="292144" y="57497"/>
                </a:lnTo>
                <a:lnTo>
                  <a:pt x="292089" y="57308"/>
                </a:lnTo>
                <a:lnTo>
                  <a:pt x="292037" y="57118"/>
                </a:lnTo>
                <a:lnTo>
                  <a:pt x="291988" y="56926"/>
                </a:lnTo>
                <a:lnTo>
                  <a:pt x="291941" y="56732"/>
                </a:lnTo>
                <a:lnTo>
                  <a:pt x="291898" y="56537"/>
                </a:lnTo>
                <a:lnTo>
                  <a:pt x="291857" y="56340"/>
                </a:lnTo>
                <a:lnTo>
                  <a:pt x="291819" y="56142"/>
                </a:lnTo>
                <a:lnTo>
                  <a:pt x="291784" y="55941"/>
                </a:lnTo>
                <a:lnTo>
                  <a:pt x="291751" y="55739"/>
                </a:lnTo>
                <a:lnTo>
                  <a:pt x="291722" y="55536"/>
                </a:lnTo>
                <a:lnTo>
                  <a:pt x="291695" y="55331"/>
                </a:lnTo>
                <a:lnTo>
                  <a:pt x="291671" y="55124"/>
                </a:lnTo>
                <a:lnTo>
                  <a:pt x="291650" y="54915"/>
                </a:lnTo>
                <a:lnTo>
                  <a:pt x="291632" y="54705"/>
                </a:lnTo>
                <a:lnTo>
                  <a:pt x="291616" y="54493"/>
                </a:lnTo>
                <a:lnTo>
                  <a:pt x="291603" y="54280"/>
                </a:lnTo>
                <a:lnTo>
                  <a:pt x="291594" y="54065"/>
                </a:lnTo>
                <a:lnTo>
                  <a:pt x="291587" y="53848"/>
                </a:lnTo>
                <a:lnTo>
                  <a:pt x="291582" y="53629"/>
                </a:lnTo>
                <a:lnTo>
                  <a:pt x="291581" y="53409"/>
                </a:lnTo>
                <a:lnTo>
                  <a:pt x="291584" y="53127"/>
                </a:lnTo>
                <a:lnTo>
                  <a:pt x="291595" y="52846"/>
                </a:lnTo>
                <a:lnTo>
                  <a:pt x="291611" y="52565"/>
                </a:lnTo>
                <a:lnTo>
                  <a:pt x="291635" y="52286"/>
                </a:lnTo>
                <a:lnTo>
                  <a:pt x="291666" y="52007"/>
                </a:lnTo>
                <a:lnTo>
                  <a:pt x="291703" y="51729"/>
                </a:lnTo>
                <a:lnTo>
                  <a:pt x="291747" y="51451"/>
                </a:lnTo>
                <a:lnTo>
                  <a:pt x="291798" y="51174"/>
                </a:lnTo>
                <a:lnTo>
                  <a:pt x="291855" y="50899"/>
                </a:lnTo>
                <a:lnTo>
                  <a:pt x="291920" y="50623"/>
                </a:lnTo>
                <a:lnTo>
                  <a:pt x="291991" y="50349"/>
                </a:lnTo>
                <a:lnTo>
                  <a:pt x="292069" y="50076"/>
                </a:lnTo>
                <a:lnTo>
                  <a:pt x="292154" y="49803"/>
                </a:lnTo>
                <a:lnTo>
                  <a:pt x="292245" y="49531"/>
                </a:lnTo>
                <a:lnTo>
                  <a:pt x="292344" y="49259"/>
                </a:lnTo>
                <a:lnTo>
                  <a:pt x="292449" y="48989"/>
                </a:lnTo>
                <a:lnTo>
                  <a:pt x="292560" y="48719"/>
                </a:lnTo>
                <a:lnTo>
                  <a:pt x="292679" y="48450"/>
                </a:lnTo>
                <a:lnTo>
                  <a:pt x="292804" y="48182"/>
                </a:lnTo>
                <a:lnTo>
                  <a:pt x="292937" y="47915"/>
                </a:lnTo>
                <a:lnTo>
                  <a:pt x="293076" y="47648"/>
                </a:lnTo>
                <a:lnTo>
                  <a:pt x="293221" y="47382"/>
                </a:lnTo>
                <a:lnTo>
                  <a:pt x="293374" y="47117"/>
                </a:lnTo>
                <a:lnTo>
                  <a:pt x="293533" y="46853"/>
                </a:lnTo>
                <a:lnTo>
                  <a:pt x="293700" y="46591"/>
                </a:lnTo>
                <a:lnTo>
                  <a:pt x="293874" y="46332"/>
                </a:lnTo>
                <a:lnTo>
                  <a:pt x="294057" y="46078"/>
                </a:lnTo>
                <a:lnTo>
                  <a:pt x="294247" y="45827"/>
                </a:lnTo>
                <a:lnTo>
                  <a:pt x="294446" y="45581"/>
                </a:lnTo>
                <a:lnTo>
                  <a:pt x="294652" y="45338"/>
                </a:lnTo>
                <a:lnTo>
                  <a:pt x="294866" y="45099"/>
                </a:lnTo>
                <a:lnTo>
                  <a:pt x="295088" y="44864"/>
                </a:lnTo>
                <a:lnTo>
                  <a:pt x="295318" y="44632"/>
                </a:lnTo>
                <a:lnTo>
                  <a:pt x="295556" y="44405"/>
                </a:lnTo>
                <a:lnTo>
                  <a:pt x="295802" y="44181"/>
                </a:lnTo>
                <a:lnTo>
                  <a:pt x="296056" y="43961"/>
                </a:lnTo>
                <a:lnTo>
                  <a:pt x="296318" y="43745"/>
                </a:lnTo>
                <a:lnTo>
                  <a:pt x="296588" y="43533"/>
                </a:lnTo>
                <a:lnTo>
                  <a:pt x="296865" y="43325"/>
                </a:lnTo>
                <a:lnTo>
                  <a:pt x="297151" y="43120"/>
                </a:lnTo>
                <a:lnTo>
                  <a:pt x="297445" y="42919"/>
                </a:lnTo>
                <a:lnTo>
                  <a:pt x="297746" y="42723"/>
                </a:lnTo>
                <a:lnTo>
                  <a:pt x="298055" y="42530"/>
                </a:lnTo>
                <a:lnTo>
                  <a:pt x="298373" y="42340"/>
                </a:lnTo>
                <a:lnTo>
                  <a:pt x="298698" y="42155"/>
                </a:lnTo>
                <a:lnTo>
                  <a:pt x="299031" y="41974"/>
                </a:lnTo>
                <a:lnTo>
                  <a:pt x="299372" y="41796"/>
                </a:lnTo>
                <a:lnTo>
                  <a:pt x="299721" y="41622"/>
                </a:lnTo>
                <a:lnTo>
                  <a:pt x="300079" y="41454"/>
                </a:lnTo>
                <a:lnTo>
                  <a:pt x="300445" y="41293"/>
                </a:lnTo>
                <a:lnTo>
                  <a:pt x="300821" y="41139"/>
                </a:lnTo>
                <a:lnTo>
                  <a:pt x="301206" y="40992"/>
                </a:lnTo>
                <a:lnTo>
                  <a:pt x="301600" y="40852"/>
                </a:lnTo>
                <a:lnTo>
                  <a:pt x="302003" y="40720"/>
                </a:lnTo>
                <a:lnTo>
                  <a:pt x="302415" y="40594"/>
                </a:lnTo>
                <a:lnTo>
                  <a:pt x="302836" y="40476"/>
                </a:lnTo>
                <a:lnTo>
                  <a:pt x="303266" y="40365"/>
                </a:lnTo>
                <a:lnTo>
                  <a:pt x="303705" y="40261"/>
                </a:lnTo>
                <a:lnTo>
                  <a:pt x="304154" y="40165"/>
                </a:lnTo>
                <a:lnTo>
                  <a:pt x="304611" y="40075"/>
                </a:lnTo>
                <a:lnTo>
                  <a:pt x="305077" y="39993"/>
                </a:lnTo>
                <a:lnTo>
                  <a:pt x="305553" y="39918"/>
                </a:lnTo>
                <a:lnTo>
                  <a:pt x="306038" y="39850"/>
                </a:lnTo>
                <a:lnTo>
                  <a:pt x="306531" y="39789"/>
                </a:lnTo>
                <a:lnTo>
                  <a:pt x="307034" y="39735"/>
                </a:lnTo>
                <a:lnTo>
                  <a:pt x="307546" y="39688"/>
                </a:lnTo>
                <a:lnTo>
                  <a:pt x="308067" y="39649"/>
                </a:lnTo>
                <a:lnTo>
                  <a:pt x="308597" y="39617"/>
                </a:lnTo>
                <a:lnTo>
                  <a:pt x="309136" y="39592"/>
                </a:lnTo>
                <a:lnTo>
                  <a:pt x="309685" y="39574"/>
                </a:lnTo>
                <a:lnTo>
                  <a:pt x="310242" y="39563"/>
                </a:lnTo>
                <a:lnTo>
                  <a:pt x="310808" y="39560"/>
                </a:lnTo>
                <a:lnTo>
                  <a:pt x="311357" y="39564"/>
                </a:lnTo>
                <a:lnTo>
                  <a:pt x="311899" y="39576"/>
                </a:lnTo>
                <a:lnTo>
                  <a:pt x="312434" y="39596"/>
                </a:lnTo>
                <a:lnTo>
                  <a:pt x="312962" y="39625"/>
                </a:lnTo>
                <a:lnTo>
                  <a:pt x="313483" y="39662"/>
                </a:lnTo>
                <a:lnTo>
                  <a:pt x="313997" y="39707"/>
                </a:lnTo>
                <a:lnTo>
                  <a:pt x="314503" y="39760"/>
                </a:lnTo>
                <a:lnTo>
                  <a:pt x="315003" y="39821"/>
                </a:lnTo>
                <a:lnTo>
                  <a:pt x="315496" y="39891"/>
                </a:lnTo>
                <a:lnTo>
                  <a:pt x="315982" y="39969"/>
                </a:lnTo>
                <a:lnTo>
                  <a:pt x="316460" y="40055"/>
                </a:lnTo>
                <a:lnTo>
                  <a:pt x="316932" y="40149"/>
                </a:lnTo>
                <a:lnTo>
                  <a:pt x="317396" y="40251"/>
                </a:lnTo>
                <a:lnTo>
                  <a:pt x="317854" y="40362"/>
                </a:lnTo>
                <a:lnTo>
                  <a:pt x="318304" y="40480"/>
                </a:lnTo>
                <a:lnTo>
                  <a:pt x="318748" y="40607"/>
                </a:lnTo>
                <a:lnTo>
                  <a:pt x="319184" y="40742"/>
                </a:lnTo>
                <a:lnTo>
                  <a:pt x="319614" y="40886"/>
                </a:lnTo>
                <a:lnTo>
                  <a:pt x="320036" y="41037"/>
                </a:lnTo>
                <a:lnTo>
                  <a:pt x="320452" y="41197"/>
                </a:lnTo>
                <a:lnTo>
                  <a:pt x="320860" y="41364"/>
                </a:lnTo>
                <a:lnTo>
                  <a:pt x="321261" y="41540"/>
                </a:lnTo>
                <a:lnTo>
                  <a:pt x="321655" y="41725"/>
                </a:lnTo>
                <a:lnTo>
                  <a:pt x="322043" y="41917"/>
                </a:lnTo>
                <a:lnTo>
                  <a:pt x="322422" y="42116"/>
                </a:lnTo>
                <a:lnTo>
                  <a:pt x="322795" y="42319"/>
                </a:lnTo>
                <a:lnTo>
                  <a:pt x="323159" y="42527"/>
                </a:lnTo>
                <a:lnTo>
                  <a:pt x="323516" y="42740"/>
                </a:lnTo>
                <a:lnTo>
                  <a:pt x="323865" y="42957"/>
                </a:lnTo>
                <a:lnTo>
                  <a:pt x="324207" y="43178"/>
                </a:lnTo>
                <a:lnTo>
                  <a:pt x="324540" y="43405"/>
                </a:lnTo>
                <a:lnTo>
                  <a:pt x="324866" y="43636"/>
                </a:lnTo>
                <a:lnTo>
                  <a:pt x="325185" y="43871"/>
                </a:lnTo>
                <a:lnTo>
                  <a:pt x="325496" y="44112"/>
                </a:lnTo>
                <a:lnTo>
                  <a:pt x="325799" y="44356"/>
                </a:lnTo>
                <a:lnTo>
                  <a:pt x="326094" y="44606"/>
                </a:lnTo>
                <a:lnTo>
                  <a:pt x="326382" y="44860"/>
                </a:lnTo>
                <a:lnTo>
                  <a:pt x="326662" y="45118"/>
                </a:lnTo>
                <a:lnTo>
                  <a:pt x="326935" y="45382"/>
                </a:lnTo>
                <a:lnTo>
                  <a:pt x="327199" y="45649"/>
                </a:lnTo>
                <a:lnTo>
                  <a:pt x="327456" y="45922"/>
                </a:lnTo>
                <a:lnTo>
                  <a:pt x="327706" y="46199"/>
                </a:lnTo>
                <a:lnTo>
                  <a:pt x="327947" y="46480"/>
                </a:lnTo>
                <a:lnTo>
                  <a:pt x="328182" y="46767"/>
                </a:lnTo>
                <a:lnTo>
                  <a:pt x="328408" y="47058"/>
                </a:lnTo>
                <a:lnTo>
                  <a:pt x="328627" y="47353"/>
                </a:lnTo>
                <a:lnTo>
                  <a:pt x="328838" y="47653"/>
                </a:lnTo>
                <a:lnTo>
                  <a:pt x="329041" y="47958"/>
                </a:lnTo>
                <a:lnTo>
                  <a:pt x="329236" y="48265"/>
                </a:lnTo>
                <a:lnTo>
                  <a:pt x="329423" y="48575"/>
                </a:lnTo>
                <a:lnTo>
                  <a:pt x="329602" y="48885"/>
                </a:lnTo>
                <a:lnTo>
                  <a:pt x="329773" y="49198"/>
                </a:lnTo>
                <a:lnTo>
                  <a:pt x="329935" y="49512"/>
                </a:lnTo>
                <a:lnTo>
                  <a:pt x="330088" y="49827"/>
                </a:lnTo>
                <a:lnTo>
                  <a:pt x="330234" y="50144"/>
                </a:lnTo>
                <a:lnTo>
                  <a:pt x="330371" y="50462"/>
                </a:lnTo>
                <a:lnTo>
                  <a:pt x="330500" y="50782"/>
                </a:lnTo>
                <a:lnTo>
                  <a:pt x="330620" y="51104"/>
                </a:lnTo>
                <a:lnTo>
                  <a:pt x="330733" y="51427"/>
                </a:lnTo>
                <a:lnTo>
                  <a:pt x="330837" y="51752"/>
                </a:lnTo>
                <a:lnTo>
                  <a:pt x="330932" y="52078"/>
                </a:lnTo>
                <a:lnTo>
                  <a:pt x="331020" y="52405"/>
                </a:lnTo>
                <a:lnTo>
                  <a:pt x="331098" y="52735"/>
                </a:lnTo>
                <a:lnTo>
                  <a:pt x="331169" y="53065"/>
                </a:lnTo>
                <a:lnTo>
                  <a:pt x="331232" y="53398"/>
                </a:lnTo>
                <a:lnTo>
                  <a:pt x="331286" y="53731"/>
                </a:lnTo>
                <a:lnTo>
                  <a:pt x="331331" y="54067"/>
                </a:lnTo>
                <a:lnTo>
                  <a:pt x="331369" y="54404"/>
                </a:lnTo>
                <a:lnTo>
                  <a:pt x="331398" y="54742"/>
                </a:lnTo>
                <a:lnTo>
                  <a:pt x="331419" y="55082"/>
                </a:lnTo>
                <a:lnTo>
                  <a:pt x="331431" y="55423"/>
                </a:lnTo>
                <a:lnTo>
                  <a:pt x="331435" y="55766"/>
                </a:lnTo>
                <a:lnTo>
                  <a:pt x="340275" y="55766"/>
                </a:lnTo>
                <a:lnTo>
                  <a:pt x="340269" y="55204"/>
                </a:lnTo>
                <a:lnTo>
                  <a:pt x="340251" y="54647"/>
                </a:lnTo>
                <a:lnTo>
                  <a:pt x="340220" y="54094"/>
                </a:lnTo>
                <a:lnTo>
                  <a:pt x="340177" y="53546"/>
                </a:lnTo>
                <a:lnTo>
                  <a:pt x="340122" y="53003"/>
                </a:lnTo>
                <a:lnTo>
                  <a:pt x="340054" y="52465"/>
                </a:lnTo>
                <a:lnTo>
                  <a:pt x="339974" y="51932"/>
                </a:lnTo>
                <a:lnTo>
                  <a:pt x="339882" y="51404"/>
                </a:lnTo>
                <a:lnTo>
                  <a:pt x="339778" y="50880"/>
                </a:lnTo>
                <a:lnTo>
                  <a:pt x="339661" y="50362"/>
                </a:lnTo>
                <a:lnTo>
                  <a:pt x="339532" y="49848"/>
                </a:lnTo>
                <a:lnTo>
                  <a:pt x="339391" y="49339"/>
                </a:lnTo>
                <a:lnTo>
                  <a:pt x="339238" y="48835"/>
                </a:lnTo>
                <a:lnTo>
                  <a:pt x="339072" y="48336"/>
                </a:lnTo>
                <a:lnTo>
                  <a:pt x="338894" y="47841"/>
                </a:lnTo>
                <a:lnTo>
                  <a:pt x="338704" y="47352"/>
                </a:lnTo>
                <a:lnTo>
                  <a:pt x="338501" y="46867"/>
                </a:lnTo>
                <a:lnTo>
                  <a:pt x="338286" y="46388"/>
                </a:lnTo>
                <a:lnTo>
                  <a:pt x="338059" y="45913"/>
                </a:lnTo>
                <a:lnTo>
                  <a:pt x="337820" y="45443"/>
                </a:lnTo>
                <a:lnTo>
                  <a:pt x="337568" y="44978"/>
                </a:lnTo>
                <a:lnTo>
                  <a:pt x="337304" y="44517"/>
                </a:lnTo>
                <a:lnTo>
                  <a:pt x="337028" y="44062"/>
                </a:lnTo>
                <a:lnTo>
                  <a:pt x="336739" y="43611"/>
                </a:lnTo>
                <a:lnTo>
                  <a:pt x="336439" y="43167"/>
                </a:lnTo>
                <a:lnTo>
                  <a:pt x="336129" y="42731"/>
                </a:lnTo>
                <a:lnTo>
                  <a:pt x="335808" y="42302"/>
                </a:lnTo>
                <a:lnTo>
                  <a:pt x="335477" y="41881"/>
                </a:lnTo>
                <a:lnTo>
                  <a:pt x="335135" y="41468"/>
                </a:lnTo>
                <a:lnTo>
                  <a:pt x="334782" y="41063"/>
                </a:lnTo>
                <a:lnTo>
                  <a:pt x="334420" y="40665"/>
                </a:lnTo>
                <a:lnTo>
                  <a:pt x="334046" y="40276"/>
                </a:lnTo>
                <a:lnTo>
                  <a:pt x="333662" y="39894"/>
                </a:lnTo>
                <a:lnTo>
                  <a:pt x="333268" y="39520"/>
                </a:lnTo>
                <a:lnTo>
                  <a:pt x="332863" y="39154"/>
                </a:lnTo>
                <a:lnTo>
                  <a:pt x="332448" y="38795"/>
                </a:lnTo>
                <a:lnTo>
                  <a:pt x="332022" y="38445"/>
                </a:lnTo>
                <a:lnTo>
                  <a:pt x="331586" y="38102"/>
                </a:lnTo>
                <a:lnTo>
                  <a:pt x="331139" y="37767"/>
                </a:lnTo>
                <a:lnTo>
                  <a:pt x="330682" y="37440"/>
                </a:lnTo>
                <a:lnTo>
                  <a:pt x="330214" y="37120"/>
                </a:lnTo>
                <a:lnTo>
                  <a:pt x="329736" y="36809"/>
                </a:lnTo>
                <a:lnTo>
                  <a:pt x="329248" y="36505"/>
                </a:lnTo>
                <a:lnTo>
                  <a:pt x="328748" y="36209"/>
                </a:lnTo>
                <a:lnTo>
                  <a:pt x="328239" y="35920"/>
                </a:lnTo>
                <a:lnTo>
                  <a:pt x="327719" y="35640"/>
                </a:lnTo>
                <a:lnTo>
                  <a:pt x="327188" y="35367"/>
                </a:lnTo>
                <a:lnTo>
                  <a:pt x="326647" y="35103"/>
                </a:lnTo>
                <a:lnTo>
                  <a:pt x="326096" y="34847"/>
                </a:lnTo>
                <a:lnTo>
                  <a:pt x="325535" y="34603"/>
                </a:lnTo>
                <a:lnTo>
                  <a:pt x="324965" y="34369"/>
                </a:lnTo>
                <a:lnTo>
                  <a:pt x="324386" y="34146"/>
                </a:lnTo>
                <a:lnTo>
                  <a:pt x="323797" y="33934"/>
                </a:lnTo>
                <a:lnTo>
                  <a:pt x="323198" y="33733"/>
                </a:lnTo>
                <a:lnTo>
                  <a:pt x="322590" y="33543"/>
                </a:lnTo>
                <a:lnTo>
                  <a:pt x="321973" y="33363"/>
                </a:lnTo>
                <a:lnTo>
                  <a:pt x="321346" y="33195"/>
                </a:lnTo>
                <a:lnTo>
                  <a:pt x="320710" y="33037"/>
                </a:lnTo>
                <a:lnTo>
                  <a:pt x="320064" y="32890"/>
                </a:lnTo>
                <a:lnTo>
                  <a:pt x="319409" y="32754"/>
                </a:lnTo>
                <a:lnTo>
                  <a:pt x="318744" y="32629"/>
                </a:lnTo>
                <a:lnTo>
                  <a:pt x="318070" y="32515"/>
                </a:lnTo>
                <a:lnTo>
                  <a:pt x="317387" y="32412"/>
                </a:lnTo>
                <a:lnTo>
                  <a:pt x="316693" y="32320"/>
                </a:lnTo>
                <a:lnTo>
                  <a:pt x="315991" y="32238"/>
                </a:lnTo>
                <a:lnTo>
                  <a:pt x="315279" y="32167"/>
                </a:lnTo>
                <a:lnTo>
                  <a:pt x="314557" y="32108"/>
                </a:lnTo>
                <a:lnTo>
                  <a:pt x="313827" y="32059"/>
                </a:lnTo>
                <a:lnTo>
                  <a:pt x="313086" y="32021"/>
                </a:lnTo>
                <a:lnTo>
                  <a:pt x="312336" y="31994"/>
                </a:lnTo>
                <a:lnTo>
                  <a:pt x="311577" y="31977"/>
                </a:lnTo>
                <a:lnTo>
                  <a:pt x="310808" y="31972"/>
                </a:lnTo>
                <a:lnTo>
                  <a:pt x="310270" y="31975"/>
                </a:lnTo>
                <a:lnTo>
                  <a:pt x="309737" y="31984"/>
                </a:lnTo>
                <a:lnTo>
                  <a:pt x="309208" y="31998"/>
                </a:lnTo>
                <a:lnTo>
                  <a:pt x="308683" y="32019"/>
                </a:lnTo>
                <a:lnTo>
                  <a:pt x="308163" y="32045"/>
                </a:lnTo>
                <a:lnTo>
                  <a:pt x="307647" y="32078"/>
                </a:lnTo>
                <a:lnTo>
                  <a:pt x="307136" y="32116"/>
                </a:lnTo>
                <a:lnTo>
                  <a:pt x="306630" y="32160"/>
                </a:lnTo>
                <a:lnTo>
                  <a:pt x="306127" y="32210"/>
                </a:lnTo>
                <a:lnTo>
                  <a:pt x="305630" y="32266"/>
                </a:lnTo>
                <a:lnTo>
                  <a:pt x="305137" y="32328"/>
                </a:lnTo>
                <a:lnTo>
                  <a:pt x="304648" y="32395"/>
                </a:lnTo>
                <a:lnTo>
                  <a:pt x="304163" y="32469"/>
                </a:lnTo>
                <a:lnTo>
                  <a:pt x="303684" y="32548"/>
                </a:lnTo>
                <a:lnTo>
                  <a:pt x="303208" y="32634"/>
                </a:lnTo>
                <a:lnTo>
                  <a:pt x="302738" y="32725"/>
                </a:lnTo>
                <a:lnTo>
                  <a:pt x="302271" y="32822"/>
                </a:lnTo>
                <a:lnTo>
                  <a:pt x="301809" y="32925"/>
                </a:lnTo>
                <a:lnTo>
                  <a:pt x="301352" y="33034"/>
                </a:lnTo>
                <a:lnTo>
                  <a:pt x="300899" y="33148"/>
                </a:lnTo>
                <a:lnTo>
                  <a:pt x="300450" y="33269"/>
                </a:lnTo>
                <a:lnTo>
                  <a:pt x="300006" y="33395"/>
                </a:lnTo>
                <a:lnTo>
                  <a:pt x="299567" y="33528"/>
                </a:lnTo>
                <a:lnTo>
                  <a:pt x="299132" y="33666"/>
                </a:lnTo>
                <a:lnTo>
                  <a:pt x="298702" y="33810"/>
                </a:lnTo>
                <a:lnTo>
                  <a:pt x="298277" y="33957"/>
                </a:lnTo>
                <a:lnTo>
                  <a:pt x="297858" y="34110"/>
                </a:lnTo>
                <a:lnTo>
                  <a:pt x="297444" y="34267"/>
                </a:lnTo>
                <a:lnTo>
                  <a:pt x="297035" y="34428"/>
                </a:lnTo>
                <a:lnTo>
                  <a:pt x="296632" y="34594"/>
                </a:lnTo>
                <a:lnTo>
                  <a:pt x="296234" y="34764"/>
                </a:lnTo>
                <a:lnTo>
                  <a:pt x="295841" y="34939"/>
                </a:lnTo>
                <a:lnTo>
                  <a:pt x="295454" y="35118"/>
                </a:lnTo>
                <a:lnTo>
                  <a:pt x="295073" y="35302"/>
                </a:lnTo>
                <a:lnTo>
                  <a:pt x="294696" y="35490"/>
                </a:lnTo>
                <a:lnTo>
                  <a:pt x="294325" y="35683"/>
                </a:lnTo>
                <a:lnTo>
                  <a:pt x="293959" y="35880"/>
                </a:lnTo>
                <a:lnTo>
                  <a:pt x="293599" y="36082"/>
                </a:lnTo>
                <a:lnTo>
                  <a:pt x="293244" y="36288"/>
                </a:lnTo>
                <a:lnTo>
                  <a:pt x="292895" y="36498"/>
                </a:lnTo>
                <a:lnTo>
                  <a:pt x="292551" y="36713"/>
                </a:lnTo>
                <a:lnTo>
                  <a:pt x="292212" y="36933"/>
                </a:lnTo>
                <a:lnTo>
                  <a:pt x="291878" y="37157"/>
                </a:lnTo>
                <a:lnTo>
                  <a:pt x="291550" y="37385"/>
                </a:lnTo>
                <a:lnTo>
                  <a:pt x="291228" y="37618"/>
                </a:lnTo>
                <a:lnTo>
                  <a:pt x="290910" y="37856"/>
                </a:lnTo>
                <a:lnTo>
                  <a:pt x="290598" y="38098"/>
                </a:lnTo>
                <a:lnTo>
                  <a:pt x="290292" y="38344"/>
                </a:lnTo>
                <a:lnTo>
                  <a:pt x="289991" y="38594"/>
                </a:lnTo>
                <a:lnTo>
                  <a:pt x="289696" y="38848"/>
                </a:lnTo>
                <a:lnTo>
                  <a:pt x="289407" y="39105"/>
                </a:lnTo>
                <a:lnTo>
                  <a:pt x="289123" y="39365"/>
                </a:lnTo>
                <a:lnTo>
                  <a:pt x="288846" y="39629"/>
                </a:lnTo>
                <a:lnTo>
                  <a:pt x="288574" y="39896"/>
                </a:lnTo>
                <a:lnTo>
                  <a:pt x="288309" y="40166"/>
                </a:lnTo>
                <a:lnTo>
                  <a:pt x="288049" y="40439"/>
                </a:lnTo>
                <a:lnTo>
                  <a:pt x="287795" y="40716"/>
                </a:lnTo>
                <a:lnTo>
                  <a:pt x="287547" y="40997"/>
                </a:lnTo>
                <a:lnTo>
                  <a:pt x="287305" y="41280"/>
                </a:lnTo>
                <a:lnTo>
                  <a:pt x="287069" y="41567"/>
                </a:lnTo>
                <a:lnTo>
                  <a:pt x="286838" y="41857"/>
                </a:lnTo>
                <a:lnTo>
                  <a:pt x="286614" y="42151"/>
                </a:lnTo>
                <a:lnTo>
                  <a:pt x="286395" y="42448"/>
                </a:lnTo>
                <a:lnTo>
                  <a:pt x="286183" y="42748"/>
                </a:lnTo>
                <a:lnTo>
                  <a:pt x="285976" y="43051"/>
                </a:lnTo>
                <a:lnTo>
                  <a:pt x="285775" y="43358"/>
                </a:lnTo>
                <a:lnTo>
                  <a:pt x="285580" y="43668"/>
                </a:lnTo>
                <a:lnTo>
                  <a:pt x="285391" y="43982"/>
                </a:lnTo>
                <a:lnTo>
                  <a:pt x="285208" y="44298"/>
                </a:lnTo>
                <a:lnTo>
                  <a:pt x="285030" y="44619"/>
                </a:lnTo>
                <a:lnTo>
                  <a:pt x="284859" y="44942"/>
                </a:lnTo>
                <a:lnTo>
                  <a:pt x="284693" y="45269"/>
                </a:lnTo>
                <a:lnTo>
                  <a:pt x="284534" y="45598"/>
                </a:lnTo>
                <a:lnTo>
                  <a:pt x="284381" y="45929"/>
                </a:lnTo>
                <a:lnTo>
                  <a:pt x="284235" y="46262"/>
                </a:lnTo>
                <a:lnTo>
                  <a:pt x="284097" y="46596"/>
                </a:lnTo>
                <a:lnTo>
                  <a:pt x="283964" y="46932"/>
                </a:lnTo>
                <a:lnTo>
                  <a:pt x="283839" y="47269"/>
                </a:lnTo>
                <a:lnTo>
                  <a:pt x="283720" y="47609"/>
                </a:lnTo>
                <a:lnTo>
                  <a:pt x="283608" y="47949"/>
                </a:lnTo>
                <a:lnTo>
                  <a:pt x="283503" y="48292"/>
                </a:lnTo>
                <a:lnTo>
                  <a:pt x="283405" y="48636"/>
                </a:lnTo>
                <a:lnTo>
                  <a:pt x="283314" y="48982"/>
                </a:lnTo>
                <a:lnTo>
                  <a:pt x="283229" y="49330"/>
                </a:lnTo>
                <a:lnTo>
                  <a:pt x="283151" y="49679"/>
                </a:lnTo>
                <a:lnTo>
                  <a:pt x="283080" y="50030"/>
                </a:lnTo>
                <a:lnTo>
                  <a:pt x="283015" y="50382"/>
                </a:lnTo>
                <a:lnTo>
                  <a:pt x="282958" y="50737"/>
                </a:lnTo>
                <a:lnTo>
                  <a:pt x="282907" y="51092"/>
                </a:lnTo>
                <a:lnTo>
                  <a:pt x="282863" y="51450"/>
                </a:lnTo>
                <a:lnTo>
                  <a:pt x="282826" y="51809"/>
                </a:lnTo>
                <a:lnTo>
                  <a:pt x="282795" y="52170"/>
                </a:lnTo>
                <a:lnTo>
                  <a:pt x="282771" y="52533"/>
                </a:lnTo>
                <a:lnTo>
                  <a:pt x="282754" y="52897"/>
                </a:lnTo>
                <a:lnTo>
                  <a:pt x="282744" y="53263"/>
                </a:lnTo>
                <a:lnTo>
                  <a:pt x="282741" y="53630"/>
                </a:lnTo>
                <a:lnTo>
                  <a:pt x="282744" y="54039"/>
                </a:lnTo>
                <a:lnTo>
                  <a:pt x="282754" y="54443"/>
                </a:lnTo>
                <a:lnTo>
                  <a:pt x="282770" y="54843"/>
                </a:lnTo>
                <a:lnTo>
                  <a:pt x="282792" y="55238"/>
                </a:lnTo>
                <a:lnTo>
                  <a:pt x="282821" y="55629"/>
                </a:lnTo>
                <a:lnTo>
                  <a:pt x="282856" y="56015"/>
                </a:lnTo>
                <a:lnTo>
                  <a:pt x="282898" y="56396"/>
                </a:lnTo>
                <a:lnTo>
                  <a:pt x="282945" y="56773"/>
                </a:lnTo>
                <a:lnTo>
                  <a:pt x="283000" y="57145"/>
                </a:lnTo>
                <a:lnTo>
                  <a:pt x="283061" y="57513"/>
                </a:lnTo>
                <a:lnTo>
                  <a:pt x="283128" y="57876"/>
                </a:lnTo>
                <a:lnTo>
                  <a:pt x="283201" y="58234"/>
                </a:lnTo>
                <a:lnTo>
                  <a:pt x="283281" y="58588"/>
                </a:lnTo>
                <a:lnTo>
                  <a:pt x="283368" y="58937"/>
                </a:lnTo>
                <a:lnTo>
                  <a:pt x="283460" y="59282"/>
                </a:lnTo>
                <a:lnTo>
                  <a:pt x="283559" y="59622"/>
                </a:lnTo>
                <a:lnTo>
                  <a:pt x="283665" y="59957"/>
                </a:lnTo>
                <a:lnTo>
                  <a:pt x="283777" y="60288"/>
                </a:lnTo>
                <a:lnTo>
                  <a:pt x="283895" y="60614"/>
                </a:lnTo>
                <a:lnTo>
                  <a:pt x="284020" y="60935"/>
                </a:lnTo>
                <a:lnTo>
                  <a:pt x="284151" y="61252"/>
                </a:lnTo>
                <a:lnTo>
                  <a:pt x="284288" y="61565"/>
                </a:lnTo>
                <a:lnTo>
                  <a:pt x="284432" y="61872"/>
                </a:lnTo>
                <a:lnTo>
                  <a:pt x="284583" y="62176"/>
                </a:lnTo>
                <a:lnTo>
                  <a:pt x="284739" y="62475"/>
                </a:lnTo>
                <a:lnTo>
                  <a:pt x="284901" y="62770"/>
                </a:lnTo>
                <a:lnTo>
                  <a:pt x="285069" y="63062"/>
                </a:lnTo>
                <a:lnTo>
                  <a:pt x="285244" y="63350"/>
                </a:lnTo>
                <a:lnTo>
                  <a:pt x="285423" y="63635"/>
                </a:lnTo>
                <a:lnTo>
                  <a:pt x="285609" y="63916"/>
                </a:lnTo>
                <a:lnTo>
                  <a:pt x="285801" y="64193"/>
                </a:lnTo>
                <a:lnTo>
                  <a:pt x="285999" y="64467"/>
                </a:lnTo>
                <a:lnTo>
                  <a:pt x="286202" y="64738"/>
                </a:lnTo>
                <a:lnTo>
                  <a:pt x="286411" y="65005"/>
                </a:lnTo>
                <a:lnTo>
                  <a:pt x="286627" y="65268"/>
                </a:lnTo>
                <a:lnTo>
                  <a:pt x="286848" y="65527"/>
                </a:lnTo>
                <a:lnTo>
                  <a:pt x="287075" y="65783"/>
                </a:lnTo>
                <a:lnTo>
                  <a:pt x="287308" y="66036"/>
                </a:lnTo>
                <a:lnTo>
                  <a:pt x="287547" y="66285"/>
                </a:lnTo>
                <a:lnTo>
                  <a:pt x="287791" y="66530"/>
                </a:lnTo>
                <a:lnTo>
                  <a:pt x="288042" y="66772"/>
                </a:lnTo>
                <a:lnTo>
                  <a:pt x="288298" y="67010"/>
                </a:lnTo>
                <a:lnTo>
                  <a:pt x="288560" y="67245"/>
                </a:lnTo>
                <a:lnTo>
                  <a:pt x="288829" y="67475"/>
                </a:lnTo>
                <a:lnTo>
                  <a:pt x="289103" y="67703"/>
                </a:lnTo>
                <a:lnTo>
                  <a:pt x="289383" y="67927"/>
                </a:lnTo>
                <a:lnTo>
                  <a:pt x="289669" y="68147"/>
                </a:lnTo>
                <a:lnTo>
                  <a:pt x="289960" y="68364"/>
                </a:lnTo>
                <a:lnTo>
                  <a:pt x="290258" y="68577"/>
                </a:lnTo>
                <a:lnTo>
                  <a:pt x="290561" y="68788"/>
                </a:lnTo>
                <a:lnTo>
                  <a:pt x="290870" y="68997"/>
                </a:lnTo>
                <a:lnTo>
                  <a:pt x="291185" y="69203"/>
                </a:lnTo>
                <a:lnTo>
                  <a:pt x="291506" y="69406"/>
                </a:lnTo>
                <a:lnTo>
                  <a:pt x="291832" y="69607"/>
                </a:lnTo>
                <a:lnTo>
                  <a:pt x="292164" y="69805"/>
                </a:lnTo>
                <a:lnTo>
                  <a:pt x="292502" y="70001"/>
                </a:lnTo>
                <a:lnTo>
                  <a:pt x="292845" y="70194"/>
                </a:lnTo>
                <a:lnTo>
                  <a:pt x="293195" y="70384"/>
                </a:lnTo>
                <a:lnTo>
                  <a:pt x="293550" y="70572"/>
                </a:lnTo>
                <a:lnTo>
                  <a:pt x="293911" y="70758"/>
                </a:lnTo>
                <a:lnTo>
                  <a:pt x="294277" y="70941"/>
                </a:lnTo>
                <a:lnTo>
                  <a:pt x="294650" y="71121"/>
                </a:lnTo>
                <a:lnTo>
                  <a:pt x="295028" y="71299"/>
                </a:lnTo>
                <a:lnTo>
                  <a:pt x="295412" y="71474"/>
                </a:lnTo>
                <a:lnTo>
                  <a:pt x="295801" y="71647"/>
                </a:lnTo>
                <a:lnTo>
                  <a:pt x="296197" y="71817"/>
                </a:lnTo>
                <a:lnTo>
                  <a:pt x="296598" y="71984"/>
                </a:lnTo>
                <a:lnTo>
                  <a:pt x="297005" y="72149"/>
                </a:lnTo>
                <a:lnTo>
                  <a:pt x="297417" y="72312"/>
                </a:lnTo>
                <a:lnTo>
                  <a:pt x="297836" y="72472"/>
                </a:lnTo>
                <a:lnTo>
                  <a:pt x="298260" y="72629"/>
                </a:lnTo>
                <a:lnTo>
                  <a:pt x="298690" y="72784"/>
                </a:lnTo>
                <a:lnTo>
                  <a:pt x="299125" y="72936"/>
                </a:lnTo>
                <a:lnTo>
                  <a:pt x="299566" y="73088"/>
                </a:lnTo>
                <a:lnTo>
                  <a:pt x="300012" y="73238"/>
                </a:lnTo>
                <a:lnTo>
                  <a:pt x="300463" y="73387"/>
                </a:lnTo>
                <a:lnTo>
                  <a:pt x="300919" y="73535"/>
                </a:lnTo>
                <a:lnTo>
                  <a:pt x="301381" y="73681"/>
                </a:lnTo>
                <a:lnTo>
                  <a:pt x="301848" y="73827"/>
                </a:lnTo>
                <a:lnTo>
                  <a:pt x="302320" y="73971"/>
                </a:lnTo>
                <a:lnTo>
                  <a:pt x="302797" y="74113"/>
                </a:lnTo>
                <a:lnTo>
                  <a:pt x="303280" y="74254"/>
                </a:lnTo>
                <a:lnTo>
                  <a:pt x="303768" y="74394"/>
                </a:lnTo>
                <a:lnTo>
                  <a:pt x="304261" y="74533"/>
                </a:lnTo>
                <a:lnTo>
                  <a:pt x="304759" y="74671"/>
                </a:lnTo>
                <a:lnTo>
                  <a:pt x="305263" y="74807"/>
                </a:lnTo>
                <a:lnTo>
                  <a:pt x="305772" y="74942"/>
                </a:lnTo>
                <a:lnTo>
                  <a:pt x="306286" y="75076"/>
                </a:lnTo>
                <a:lnTo>
                  <a:pt x="306805" y="75208"/>
                </a:lnTo>
                <a:lnTo>
                  <a:pt x="307330" y="75339"/>
                </a:lnTo>
                <a:lnTo>
                  <a:pt x="307860" y="75469"/>
                </a:lnTo>
                <a:lnTo>
                  <a:pt x="308395" y="75597"/>
                </a:lnTo>
                <a:lnTo>
                  <a:pt x="308935" y="75725"/>
                </a:lnTo>
                <a:lnTo>
                  <a:pt x="309480" y="75851"/>
                </a:lnTo>
                <a:lnTo>
                  <a:pt x="310031" y="75975"/>
                </a:lnTo>
                <a:lnTo>
                  <a:pt x="310587" y="76099"/>
                </a:lnTo>
                <a:lnTo>
                  <a:pt x="311317" y="76254"/>
                </a:lnTo>
                <a:lnTo>
                  <a:pt x="312031" y="76411"/>
                </a:lnTo>
                <a:lnTo>
                  <a:pt x="312731" y="76572"/>
                </a:lnTo>
                <a:lnTo>
                  <a:pt x="313416" y="76735"/>
                </a:lnTo>
                <a:lnTo>
                  <a:pt x="314087" y="76901"/>
                </a:lnTo>
                <a:lnTo>
                  <a:pt x="314743" y="77070"/>
                </a:lnTo>
                <a:lnTo>
                  <a:pt x="315384" y="77242"/>
                </a:lnTo>
                <a:lnTo>
                  <a:pt x="316010" y="77417"/>
                </a:lnTo>
                <a:lnTo>
                  <a:pt x="316622" y="77594"/>
                </a:lnTo>
                <a:lnTo>
                  <a:pt x="317219" y="77774"/>
                </a:lnTo>
                <a:lnTo>
                  <a:pt x="317801" y="77957"/>
                </a:lnTo>
                <a:lnTo>
                  <a:pt x="318368" y="78143"/>
                </a:lnTo>
                <a:lnTo>
                  <a:pt x="318921" y="78332"/>
                </a:lnTo>
                <a:lnTo>
                  <a:pt x="319459" y="78523"/>
                </a:lnTo>
                <a:lnTo>
                  <a:pt x="319983" y="78717"/>
                </a:lnTo>
                <a:lnTo>
                  <a:pt x="320491" y="78914"/>
                </a:lnTo>
                <a:lnTo>
                  <a:pt x="320985" y="79114"/>
                </a:lnTo>
                <a:lnTo>
                  <a:pt x="321465" y="79317"/>
                </a:lnTo>
                <a:lnTo>
                  <a:pt x="321929" y="79523"/>
                </a:lnTo>
                <a:lnTo>
                  <a:pt x="322379" y="79731"/>
                </a:lnTo>
                <a:lnTo>
                  <a:pt x="322814" y="79942"/>
                </a:lnTo>
                <a:lnTo>
                  <a:pt x="323235" y="80156"/>
                </a:lnTo>
                <a:lnTo>
                  <a:pt x="323641" y="80373"/>
                </a:lnTo>
                <a:lnTo>
                  <a:pt x="324032" y="80592"/>
                </a:lnTo>
                <a:lnTo>
                  <a:pt x="324410" y="80814"/>
                </a:lnTo>
                <a:lnTo>
                  <a:pt x="324778" y="81038"/>
                </a:lnTo>
                <a:lnTo>
                  <a:pt x="325136" y="81263"/>
                </a:lnTo>
                <a:lnTo>
                  <a:pt x="325483" y="81490"/>
                </a:lnTo>
                <a:lnTo>
                  <a:pt x="325821" y="81718"/>
                </a:lnTo>
                <a:lnTo>
                  <a:pt x="326147" y="81948"/>
                </a:lnTo>
                <a:lnTo>
                  <a:pt x="326464" y="82180"/>
                </a:lnTo>
                <a:lnTo>
                  <a:pt x="326770" y="82414"/>
                </a:lnTo>
                <a:lnTo>
                  <a:pt x="327065" y="82649"/>
                </a:lnTo>
                <a:lnTo>
                  <a:pt x="327350" y="82886"/>
                </a:lnTo>
                <a:lnTo>
                  <a:pt x="327625" y="83124"/>
                </a:lnTo>
                <a:lnTo>
                  <a:pt x="327890" y="83364"/>
                </a:lnTo>
                <a:lnTo>
                  <a:pt x="328144" y="83606"/>
                </a:lnTo>
                <a:lnTo>
                  <a:pt x="328388" y="83849"/>
                </a:lnTo>
                <a:lnTo>
                  <a:pt x="328621" y="84095"/>
                </a:lnTo>
                <a:lnTo>
                  <a:pt x="328845" y="84341"/>
                </a:lnTo>
                <a:lnTo>
                  <a:pt x="329057" y="84590"/>
                </a:lnTo>
                <a:lnTo>
                  <a:pt x="329260" y="84840"/>
                </a:lnTo>
                <a:lnTo>
                  <a:pt x="329452" y="85092"/>
                </a:lnTo>
                <a:lnTo>
                  <a:pt x="329633" y="85345"/>
                </a:lnTo>
                <a:lnTo>
                  <a:pt x="329805" y="85600"/>
                </a:lnTo>
                <a:lnTo>
                  <a:pt x="329966" y="85857"/>
                </a:lnTo>
                <a:lnTo>
                  <a:pt x="330116" y="86115"/>
                </a:lnTo>
                <a:lnTo>
                  <a:pt x="330256" y="86375"/>
                </a:lnTo>
                <a:lnTo>
                  <a:pt x="330389" y="86637"/>
                </a:lnTo>
                <a:lnTo>
                  <a:pt x="330515" y="86898"/>
                </a:lnTo>
                <a:lnTo>
                  <a:pt x="330636" y="87161"/>
                </a:lnTo>
                <a:lnTo>
                  <a:pt x="330752" y="87424"/>
                </a:lnTo>
                <a:lnTo>
                  <a:pt x="330861" y="87688"/>
                </a:lnTo>
                <a:lnTo>
                  <a:pt x="330966" y="87952"/>
                </a:lnTo>
                <a:lnTo>
                  <a:pt x="331064" y="88217"/>
                </a:lnTo>
                <a:lnTo>
                  <a:pt x="331157" y="88483"/>
                </a:lnTo>
                <a:lnTo>
                  <a:pt x="331244" y="88749"/>
                </a:lnTo>
                <a:lnTo>
                  <a:pt x="331326" y="89016"/>
                </a:lnTo>
                <a:lnTo>
                  <a:pt x="331402" y="89284"/>
                </a:lnTo>
                <a:lnTo>
                  <a:pt x="331472" y="89552"/>
                </a:lnTo>
                <a:lnTo>
                  <a:pt x="331537" y="89821"/>
                </a:lnTo>
                <a:lnTo>
                  <a:pt x="331596" y="90091"/>
                </a:lnTo>
                <a:lnTo>
                  <a:pt x="331649" y="90361"/>
                </a:lnTo>
                <a:lnTo>
                  <a:pt x="331697" y="90632"/>
                </a:lnTo>
                <a:lnTo>
                  <a:pt x="331739" y="90903"/>
                </a:lnTo>
                <a:lnTo>
                  <a:pt x="331776" y="91175"/>
                </a:lnTo>
                <a:lnTo>
                  <a:pt x="331807" y="91448"/>
                </a:lnTo>
                <a:lnTo>
                  <a:pt x="331832" y="91721"/>
                </a:lnTo>
                <a:lnTo>
                  <a:pt x="331852" y="91995"/>
                </a:lnTo>
                <a:lnTo>
                  <a:pt x="331866" y="92270"/>
                </a:lnTo>
                <a:lnTo>
                  <a:pt x="331874" y="92545"/>
                </a:lnTo>
                <a:lnTo>
                  <a:pt x="331877" y="92821"/>
                </a:lnTo>
                <a:lnTo>
                  <a:pt x="331873" y="93127"/>
                </a:lnTo>
                <a:lnTo>
                  <a:pt x="331861" y="93432"/>
                </a:lnTo>
                <a:lnTo>
                  <a:pt x="331840" y="93736"/>
                </a:lnTo>
                <a:lnTo>
                  <a:pt x="331812" y="94038"/>
                </a:lnTo>
                <a:lnTo>
                  <a:pt x="331775" y="94338"/>
                </a:lnTo>
                <a:close/>
                <a:moveTo>
                  <a:pt x="421376" y="66464"/>
                </a:moveTo>
                <a:lnTo>
                  <a:pt x="421351" y="65812"/>
                </a:lnTo>
                <a:lnTo>
                  <a:pt x="421319" y="65166"/>
                </a:lnTo>
                <a:lnTo>
                  <a:pt x="421279" y="64524"/>
                </a:lnTo>
                <a:lnTo>
                  <a:pt x="421233" y="63886"/>
                </a:lnTo>
                <a:lnTo>
                  <a:pt x="421179" y="63254"/>
                </a:lnTo>
                <a:lnTo>
                  <a:pt x="421118" y="62626"/>
                </a:lnTo>
                <a:lnTo>
                  <a:pt x="421050" y="62003"/>
                </a:lnTo>
                <a:lnTo>
                  <a:pt x="420975" y="61384"/>
                </a:lnTo>
                <a:lnTo>
                  <a:pt x="420892" y="60771"/>
                </a:lnTo>
                <a:lnTo>
                  <a:pt x="420803" y="60162"/>
                </a:lnTo>
                <a:lnTo>
                  <a:pt x="420706" y="59557"/>
                </a:lnTo>
                <a:lnTo>
                  <a:pt x="420602" y="58958"/>
                </a:lnTo>
                <a:lnTo>
                  <a:pt x="420491" y="58363"/>
                </a:lnTo>
                <a:lnTo>
                  <a:pt x="420373" y="57773"/>
                </a:lnTo>
                <a:lnTo>
                  <a:pt x="420248" y="57188"/>
                </a:lnTo>
                <a:lnTo>
                  <a:pt x="420115" y="56607"/>
                </a:lnTo>
                <a:lnTo>
                  <a:pt x="419976" y="56031"/>
                </a:lnTo>
                <a:lnTo>
                  <a:pt x="419829" y="55460"/>
                </a:lnTo>
                <a:lnTo>
                  <a:pt x="419675" y="54894"/>
                </a:lnTo>
                <a:lnTo>
                  <a:pt x="419514" y="54332"/>
                </a:lnTo>
                <a:lnTo>
                  <a:pt x="419345" y="53775"/>
                </a:lnTo>
                <a:lnTo>
                  <a:pt x="419170" y="53224"/>
                </a:lnTo>
                <a:lnTo>
                  <a:pt x="418988" y="52678"/>
                </a:lnTo>
                <a:lnTo>
                  <a:pt x="418799" y="52139"/>
                </a:lnTo>
                <a:lnTo>
                  <a:pt x="418603" y="51606"/>
                </a:lnTo>
                <a:lnTo>
                  <a:pt x="418400" y="51079"/>
                </a:lnTo>
                <a:lnTo>
                  <a:pt x="418190" y="50558"/>
                </a:lnTo>
                <a:lnTo>
                  <a:pt x="417973" y="50043"/>
                </a:lnTo>
                <a:lnTo>
                  <a:pt x="417749" y="49534"/>
                </a:lnTo>
                <a:lnTo>
                  <a:pt x="417519" y="49032"/>
                </a:lnTo>
                <a:lnTo>
                  <a:pt x="417281" y="48535"/>
                </a:lnTo>
                <a:lnTo>
                  <a:pt x="417037" y="48045"/>
                </a:lnTo>
                <a:lnTo>
                  <a:pt x="416785" y="47561"/>
                </a:lnTo>
                <a:lnTo>
                  <a:pt x="416527" y="47083"/>
                </a:lnTo>
                <a:lnTo>
                  <a:pt x="416262" y="46611"/>
                </a:lnTo>
                <a:lnTo>
                  <a:pt x="415990" y="46146"/>
                </a:lnTo>
                <a:lnTo>
                  <a:pt x="415711" y="45686"/>
                </a:lnTo>
                <a:lnTo>
                  <a:pt x="415425" y="45233"/>
                </a:lnTo>
                <a:lnTo>
                  <a:pt x="415133" y="44785"/>
                </a:lnTo>
                <a:lnTo>
                  <a:pt x="414833" y="44344"/>
                </a:lnTo>
                <a:lnTo>
                  <a:pt x="414526" y="43909"/>
                </a:lnTo>
                <a:lnTo>
                  <a:pt x="414213" y="43480"/>
                </a:lnTo>
                <a:lnTo>
                  <a:pt x="413892" y="43057"/>
                </a:lnTo>
                <a:lnTo>
                  <a:pt x="413565" y="42641"/>
                </a:lnTo>
                <a:lnTo>
                  <a:pt x="413231" y="42230"/>
                </a:lnTo>
                <a:lnTo>
                  <a:pt x="412890" y="41826"/>
                </a:lnTo>
                <a:lnTo>
                  <a:pt x="412543" y="41430"/>
                </a:lnTo>
                <a:lnTo>
                  <a:pt x="412190" y="41042"/>
                </a:lnTo>
                <a:lnTo>
                  <a:pt x="411830" y="40661"/>
                </a:lnTo>
                <a:lnTo>
                  <a:pt x="411464" y="40288"/>
                </a:lnTo>
                <a:lnTo>
                  <a:pt x="411092" y="39923"/>
                </a:lnTo>
                <a:lnTo>
                  <a:pt x="410714" y="39565"/>
                </a:lnTo>
                <a:lnTo>
                  <a:pt x="410329" y="39215"/>
                </a:lnTo>
                <a:lnTo>
                  <a:pt x="409938" y="38873"/>
                </a:lnTo>
                <a:lnTo>
                  <a:pt x="409541" y="38538"/>
                </a:lnTo>
                <a:lnTo>
                  <a:pt x="409138" y="38211"/>
                </a:lnTo>
                <a:lnTo>
                  <a:pt x="408728" y="37892"/>
                </a:lnTo>
                <a:lnTo>
                  <a:pt x="408312" y="37580"/>
                </a:lnTo>
                <a:lnTo>
                  <a:pt x="407890" y="37276"/>
                </a:lnTo>
                <a:lnTo>
                  <a:pt x="407461" y="36979"/>
                </a:lnTo>
                <a:lnTo>
                  <a:pt x="407027" y="36691"/>
                </a:lnTo>
                <a:lnTo>
                  <a:pt x="406586" y="36409"/>
                </a:lnTo>
                <a:lnTo>
                  <a:pt x="406138" y="36136"/>
                </a:lnTo>
                <a:lnTo>
                  <a:pt x="405685" y="35870"/>
                </a:lnTo>
                <a:lnTo>
                  <a:pt x="405225" y="35612"/>
                </a:lnTo>
                <a:lnTo>
                  <a:pt x="404759" y="35362"/>
                </a:lnTo>
                <a:lnTo>
                  <a:pt x="404286" y="35119"/>
                </a:lnTo>
                <a:lnTo>
                  <a:pt x="403808" y="34884"/>
                </a:lnTo>
                <a:lnTo>
                  <a:pt x="403323" y="34656"/>
                </a:lnTo>
                <a:lnTo>
                  <a:pt x="402832" y="34437"/>
                </a:lnTo>
                <a:lnTo>
                  <a:pt x="402335" y="34227"/>
                </a:lnTo>
                <a:lnTo>
                  <a:pt x="401832" y="34027"/>
                </a:lnTo>
                <a:lnTo>
                  <a:pt x="401322" y="33836"/>
                </a:lnTo>
                <a:lnTo>
                  <a:pt x="400807" y="33654"/>
                </a:lnTo>
                <a:lnTo>
                  <a:pt x="400286" y="33482"/>
                </a:lnTo>
                <a:lnTo>
                  <a:pt x="399759" y="33319"/>
                </a:lnTo>
                <a:lnTo>
                  <a:pt x="399226" y="33165"/>
                </a:lnTo>
                <a:lnTo>
                  <a:pt x="398687" y="33020"/>
                </a:lnTo>
                <a:lnTo>
                  <a:pt x="398142" y="32885"/>
                </a:lnTo>
                <a:lnTo>
                  <a:pt x="397591" y="32759"/>
                </a:lnTo>
                <a:lnTo>
                  <a:pt x="397033" y="32643"/>
                </a:lnTo>
                <a:lnTo>
                  <a:pt x="396470" y="32536"/>
                </a:lnTo>
                <a:lnTo>
                  <a:pt x="395901" y="32438"/>
                </a:lnTo>
                <a:lnTo>
                  <a:pt x="395326" y="32349"/>
                </a:lnTo>
                <a:lnTo>
                  <a:pt x="394745" y="32270"/>
                </a:lnTo>
                <a:lnTo>
                  <a:pt x="394157" y="32200"/>
                </a:lnTo>
                <a:lnTo>
                  <a:pt x="393564" y="32140"/>
                </a:lnTo>
                <a:lnTo>
                  <a:pt x="392965" y="32088"/>
                </a:lnTo>
                <a:lnTo>
                  <a:pt x="392360" y="32046"/>
                </a:lnTo>
                <a:lnTo>
                  <a:pt x="391748" y="32014"/>
                </a:lnTo>
                <a:lnTo>
                  <a:pt x="391131" y="31990"/>
                </a:lnTo>
                <a:lnTo>
                  <a:pt x="390508" y="31976"/>
                </a:lnTo>
                <a:lnTo>
                  <a:pt x="389878" y="31972"/>
                </a:lnTo>
                <a:lnTo>
                  <a:pt x="389309" y="31977"/>
                </a:lnTo>
                <a:lnTo>
                  <a:pt x="388741" y="31991"/>
                </a:lnTo>
                <a:lnTo>
                  <a:pt x="388177" y="32016"/>
                </a:lnTo>
                <a:lnTo>
                  <a:pt x="387614" y="32050"/>
                </a:lnTo>
                <a:lnTo>
                  <a:pt x="387054" y="32093"/>
                </a:lnTo>
                <a:lnTo>
                  <a:pt x="386497" y="32147"/>
                </a:lnTo>
                <a:lnTo>
                  <a:pt x="385941" y="32210"/>
                </a:lnTo>
                <a:lnTo>
                  <a:pt x="385389" y="32283"/>
                </a:lnTo>
                <a:lnTo>
                  <a:pt x="384838" y="32365"/>
                </a:lnTo>
                <a:lnTo>
                  <a:pt x="384291" y="32458"/>
                </a:lnTo>
                <a:lnTo>
                  <a:pt x="383745" y="32560"/>
                </a:lnTo>
                <a:lnTo>
                  <a:pt x="383202" y="32672"/>
                </a:lnTo>
                <a:lnTo>
                  <a:pt x="382662" y="32793"/>
                </a:lnTo>
                <a:lnTo>
                  <a:pt x="382124" y="32924"/>
                </a:lnTo>
                <a:lnTo>
                  <a:pt x="381588" y="33065"/>
                </a:lnTo>
                <a:lnTo>
                  <a:pt x="381055" y="33216"/>
                </a:lnTo>
                <a:lnTo>
                  <a:pt x="380524" y="33376"/>
                </a:lnTo>
                <a:lnTo>
                  <a:pt x="379995" y="33546"/>
                </a:lnTo>
                <a:lnTo>
                  <a:pt x="379469" y="33726"/>
                </a:lnTo>
                <a:lnTo>
                  <a:pt x="378946" y="33916"/>
                </a:lnTo>
                <a:lnTo>
                  <a:pt x="378425" y="34115"/>
                </a:lnTo>
                <a:lnTo>
                  <a:pt x="377906" y="34324"/>
                </a:lnTo>
                <a:lnTo>
                  <a:pt x="377390" y="34543"/>
                </a:lnTo>
                <a:lnTo>
                  <a:pt x="376876" y="34771"/>
                </a:lnTo>
                <a:lnTo>
                  <a:pt x="376366" y="35009"/>
                </a:lnTo>
                <a:lnTo>
                  <a:pt x="375861" y="35255"/>
                </a:lnTo>
                <a:lnTo>
                  <a:pt x="375360" y="35511"/>
                </a:lnTo>
                <a:lnTo>
                  <a:pt x="374864" y="35775"/>
                </a:lnTo>
                <a:lnTo>
                  <a:pt x="374374" y="36048"/>
                </a:lnTo>
                <a:lnTo>
                  <a:pt x="373888" y="36330"/>
                </a:lnTo>
                <a:lnTo>
                  <a:pt x="373407" y="36620"/>
                </a:lnTo>
                <a:lnTo>
                  <a:pt x="372931" y="36920"/>
                </a:lnTo>
                <a:lnTo>
                  <a:pt x="372459" y="37228"/>
                </a:lnTo>
                <a:lnTo>
                  <a:pt x="371993" y="37545"/>
                </a:lnTo>
                <a:lnTo>
                  <a:pt x="371531" y="37871"/>
                </a:lnTo>
                <a:lnTo>
                  <a:pt x="371075" y="38206"/>
                </a:lnTo>
                <a:lnTo>
                  <a:pt x="370623" y="38549"/>
                </a:lnTo>
                <a:lnTo>
                  <a:pt x="370176" y="38902"/>
                </a:lnTo>
                <a:lnTo>
                  <a:pt x="369734" y="39263"/>
                </a:lnTo>
                <a:lnTo>
                  <a:pt x="369296" y="39633"/>
                </a:lnTo>
                <a:lnTo>
                  <a:pt x="368864" y="40012"/>
                </a:lnTo>
                <a:lnTo>
                  <a:pt x="368436" y="40400"/>
                </a:lnTo>
                <a:lnTo>
                  <a:pt x="368014" y="40796"/>
                </a:lnTo>
                <a:lnTo>
                  <a:pt x="367596" y="41202"/>
                </a:lnTo>
                <a:lnTo>
                  <a:pt x="367183" y="41616"/>
                </a:lnTo>
                <a:lnTo>
                  <a:pt x="366775" y="42039"/>
                </a:lnTo>
                <a:lnTo>
                  <a:pt x="366372" y="42471"/>
                </a:lnTo>
                <a:lnTo>
                  <a:pt x="365973" y="42911"/>
                </a:lnTo>
                <a:lnTo>
                  <a:pt x="365581" y="43360"/>
                </a:lnTo>
                <a:lnTo>
                  <a:pt x="365195" y="43816"/>
                </a:lnTo>
                <a:lnTo>
                  <a:pt x="364816" y="44279"/>
                </a:lnTo>
                <a:lnTo>
                  <a:pt x="364445" y="44750"/>
                </a:lnTo>
                <a:lnTo>
                  <a:pt x="364080" y="45228"/>
                </a:lnTo>
                <a:lnTo>
                  <a:pt x="363722" y="45713"/>
                </a:lnTo>
                <a:lnTo>
                  <a:pt x="363371" y="46206"/>
                </a:lnTo>
                <a:lnTo>
                  <a:pt x="363026" y="46705"/>
                </a:lnTo>
                <a:lnTo>
                  <a:pt x="362689" y="47212"/>
                </a:lnTo>
                <a:lnTo>
                  <a:pt x="362359" y="47727"/>
                </a:lnTo>
                <a:lnTo>
                  <a:pt x="362035" y="48248"/>
                </a:lnTo>
                <a:lnTo>
                  <a:pt x="361719" y="48777"/>
                </a:lnTo>
                <a:lnTo>
                  <a:pt x="361409" y="49313"/>
                </a:lnTo>
                <a:lnTo>
                  <a:pt x="361107" y="49857"/>
                </a:lnTo>
                <a:lnTo>
                  <a:pt x="360811" y="50408"/>
                </a:lnTo>
                <a:lnTo>
                  <a:pt x="360522" y="50966"/>
                </a:lnTo>
                <a:lnTo>
                  <a:pt x="360240" y="51531"/>
                </a:lnTo>
                <a:lnTo>
                  <a:pt x="359965" y="52104"/>
                </a:lnTo>
                <a:lnTo>
                  <a:pt x="359696" y="52684"/>
                </a:lnTo>
                <a:lnTo>
                  <a:pt x="359435" y="53271"/>
                </a:lnTo>
                <a:lnTo>
                  <a:pt x="359181" y="53865"/>
                </a:lnTo>
                <a:lnTo>
                  <a:pt x="358933" y="54467"/>
                </a:lnTo>
                <a:lnTo>
                  <a:pt x="358693" y="55076"/>
                </a:lnTo>
                <a:lnTo>
                  <a:pt x="358459" y="55693"/>
                </a:lnTo>
                <a:lnTo>
                  <a:pt x="358234" y="56316"/>
                </a:lnTo>
                <a:lnTo>
                  <a:pt x="358018" y="56945"/>
                </a:lnTo>
                <a:lnTo>
                  <a:pt x="357812" y="57580"/>
                </a:lnTo>
                <a:lnTo>
                  <a:pt x="357615" y="58222"/>
                </a:lnTo>
                <a:lnTo>
                  <a:pt x="357428" y="58870"/>
                </a:lnTo>
                <a:lnTo>
                  <a:pt x="357250" y="59523"/>
                </a:lnTo>
                <a:lnTo>
                  <a:pt x="357083" y="60183"/>
                </a:lnTo>
                <a:lnTo>
                  <a:pt x="356924" y="60849"/>
                </a:lnTo>
                <a:lnTo>
                  <a:pt x="356776" y="61522"/>
                </a:lnTo>
                <a:lnTo>
                  <a:pt x="356637" y="62200"/>
                </a:lnTo>
                <a:lnTo>
                  <a:pt x="356507" y="62885"/>
                </a:lnTo>
                <a:lnTo>
                  <a:pt x="356387" y="63575"/>
                </a:lnTo>
                <a:lnTo>
                  <a:pt x="356277" y="64272"/>
                </a:lnTo>
                <a:lnTo>
                  <a:pt x="356176" y="64975"/>
                </a:lnTo>
                <a:lnTo>
                  <a:pt x="356085" y="65684"/>
                </a:lnTo>
                <a:lnTo>
                  <a:pt x="356004" y="66399"/>
                </a:lnTo>
                <a:lnTo>
                  <a:pt x="355932" y="67120"/>
                </a:lnTo>
                <a:lnTo>
                  <a:pt x="355869" y="67848"/>
                </a:lnTo>
                <a:lnTo>
                  <a:pt x="355816" y="68582"/>
                </a:lnTo>
                <a:lnTo>
                  <a:pt x="355773" y="69321"/>
                </a:lnTo>
                <a:lnTo>
                  <a:pt x="355740" y="70067"/>
                </a:lnTo>
                <a:lnTo>
                  <a:pt x="355716" y="70819"/>
                </a:lnTo>
                <a:lnTo>
                  <a:pt x="355701" y="71577"/>
                </a:lnTo>
                <a:lnTo>
                  <a:pt x="355697" y="72342"/>
                </a:lnTo>
                <a:lnTo>
                  <a:pt x="355697" y="75509"/>
                </a:lnTo>
                <a:lnTo>
                  <a:pt x="355701" y="76219"/>
                </a:lnTo>
                <a:lnTo>
                  <a:pt x="355715" y="76924"/>
                </a:lnTo>
                <a:lnTo>
                  <a:pt x="355738" y="77624"/>
                </a:lnTo>
                <a:lnTo>
                  <a:pt x="355770" y="78320"/>
                </a:lnTo>
                <a:lnTo>
                  <a:pt x="355812" y="79011"/>
                </a:lnTo>
                <a:lnTo>
                  <a:pt x="355862" y="79697"/>
                </a:lnTo>
                <a:lnTo>
                  <a:pt x="355922" y="80378"/>
                </a:lnTo>
                <a:lnTo>
                  <a:pt x="355991" y="81055"/>
                </a:lnTo>
                <a:lnTo>
                  <a:pt x="356070" y="81727"/>
                </a:lnTo>
                <a:lnTo>
                  <a:pt x="356157" y="82394"/>
                </a:lnTo>
                <a:lnTo>
                  <a:pt x="356254" y="83056"/>
                </a:lnTo>
                <a:lnTo>
                  <a:pt x="356360" y="83714"/>
                </a:lnTo>
                <a:lnTo>
                  <a:pt x="356475" y="84367"/>
                </a:lnTo>
                <a:lnTo>
                  <a:pt x="356599" y="85015"/>
                </a:lnTo>
                <a:lnTo>
                  <a:pt x="356733" y="85659"/>
                </a:lnTo>
                <a:lnTo>
                  <a:pt x="356875" y="86298"/>
                </a:lnTo>
                <a:lnTo>
                  <a:pt x="357027" y="86932"/>
                </a:lnTo>
                <a:lnTo>
                  <a:pt x="357188" y="87561"/>
                </a:lnTo>
                <a:lnTo>
                  <a:pt x="357359" y="88185"/>
                </a:lnTo>
                <a:lnTo>
                  <a:pt x="357538" y="88805"/>
                </a:lnTo>
                <a:lnTo>
                  <a:pt x="357727" y="89420"/>
                </a:lnTo>
                <a:lnTo>
                  <a:pt x="357925" y="90031"/>
                </a:lnTo>
                <a:lnTo>
                  <a:pt x="358132" y="90636"/>
                </a:lnTo>
                <a:lnTo>
                  <a:pt x="358349" y="91237"/>
                </a:lnTo>
                <a:lnTo>
                  <a:pt x="358573" y="91833"/>
                </a:lnTo>
                <a:lnTo>
                  <a:pt x="358805" y="92421"/>
                </a:lnTo>
                <a:lnTo>
                  <a:pt x="359045" y="93003"/>
                </a:lnTo>
                <a:lnTo>
                  <a:pt x="359292" y="93577"/>
                </a:lnTo>
                <a:lnTo>
                  <a:pt x="359546" y="94145"/>
                </a:lnTo>
                <a:lnTo>
                  <a:pt x="359808" y="94707"/>
                </a:lnTo>
                <a:lnTo>
                  <a:pt x="360077" y="95261"/>
                </a:lnTo>
                <a:lnTo>
                  <a:pt x="360354" y="95809"/>
                </a:lnTo>
                <a:lnTo>
                  <a:pt x="360638" y="96350"/>
                </a:lnTo>
                <a:lnTo>
                  <a:pt x="360930" y="96884"/>
                </a:lnTo>
                <a:lnTo>
                  <a:pt x="361228" y="97411"/>
                </a:lnTo>
                <a:lnTo>
                  <a:pt x="361535" y="97932"/>
                </a:lnTo>
                <a:lnTo>
                  <a:pt x="361848" y="98446"/>
                </a:lnTo>
                <a:lnTo>
                  <a:pt x="362170" y="98953"/>
                </a:lnTo>
                <a:lnTo>
                  <a:pt x="362498" y="99453"/>
                </a:lnTo>
                <a:lnTo>
                  <a:pt x="362834" y="99947"/>
                </a:lnTo>
                <a:lnTo>
                  <a:pt x="363178" y="100433"/>
                </a:lnTo>
                <a:lnTo>
                  <a:pt x="363528" y="100913"/>
                </a:lnTo>
                <a:lnTo>
                  <a:pt x="363887" y="101386"/>
                </a:lnTo>
                <a:lnTo>
                  <a:pt x="364252" y="101853"/>
                </a:lnTo>
                <a:lnTo>
                  <a:pt x="364625" y="102312"/>
                </a:lnTo>
                <a:lnTo>
                  <a:pt x="365006" y="102765"/>
                </a:lnTo>
                <a:lnTo>
                  <a:pt x="365394" y="103211"/>
                </a:lnTo>
                <a:lnTo>
                  <a:pt x="365789" y="103650"/>
                </a:lnTo>
                <a:lnTo>
                  <a:pt x="366191" y="104082"/>
                </a:lnTo>
                <a:lnTo>
                  <a:pt x="366599" y="104506"/>
                </a:lnTo>
                <a:lnTo>
                  <a:pt x="367014" y="104921"/>
                </a:lnTo>
                <a:lnTo>
                  <a:pt x="367434" y="105328"/>
                </a:lnTo>
                <a:lnTo>
                  <a:pt x="367861" y="105727"/>
                </a:lnTo>
                <a:lnTo>
                  <a:pt x="368294" y="106118"/>
                </a:lnTo>
                <a:lnTo>
                  <a:pt x="368733" y="106501"/>
                </a:lnTo>
                <a:lnTo>
                  <a:pt x="369178" y="106875"/>
                </a:lnTo>
                <a:lnTo>
                  <a:pt x="369629" y="107242"/>
                </a:lnTo>
                <a:lnTo>
                  <a:pt x="370086" y="107600"/>
                </a:lnTo>
                <a:lnTo>
                  <a:pt x="370550" y="107950"/>
                </a:lnTo>
                <a:lnTo>
                  <a:pt x="371019" y="108291"/>
                </a:lnTo>
                <a:lnTo>
                  <a:pt x="371495" y="108625"/>
                </a:lnTo>
                <a:lnTo>
                  <a:pt x="371977" y="108950"/>
                </a:lnTo>
                <a:lnTo>
                  <a:pt x="372465" y="109268"/>
                </a:lnTo>
                <a:lnTo>
                  <a:pt x="372959" y="109577"/>
                </a:lnTo>
                <a:lnTo>
                  <a:pt x="373460" y="109877"/>
                </a:lnTo>
                <a:lnTo>
                  <a:pt x="373966" y="110170"/>
                </a:lnTo>
                <a:lnTo>
                  <a:pt x="374479" y="110454"/>
                </a:lnTo>
                <a:lnTo>
                  <a:pt x="374997" y="110731"/>
                </a:lnTo>
                <a:lnTo>
                  <a:pt x="375522" y="110999"/>
                </a:lnTo>
                <a:lnTo>
                  <a:pt x="376053" y="111259"/>
                </a:lnTo>
                <a:lnTo>
                  <a:pt x="376591" y="111510"/>
                </a:lnTo>
                <a:lnTo>
                  <a:pt x="377134" y="111754"/>
                </a:lnTo>
                <a:lnTo>
                  <a:pt x="377682" y="111988"/>
                </a:lnTo>
                <a:lnTo>
                  <a:pt x="378235" y="112213"/>
                </a:lnTo>
                <a:lnTo>
                  <a:pt x="378793" y="112427"/>
                </a:lnTo>
                <a:lnTo>
                  <a:pt x="379354" y="112632"/>
                </a:lnTo>
                <a:lnTo>
                  <a:pt x="379920" y="112826"/>
                </a:lnTo>
                <a:lnTo>
                  <a:pt x="380490" y="113011"/>
                </a:lnTo>
                <a:lnTo>
                  <a:pt x="381065" y="113185"/>
                </a:lnTo>
                <a:lnTo>
                  <a:pt x="381644" y="113350"/>
                </a:lnTo>
                <a:lnTo>
                  <a:pt x="382227" y="113505"/>
                </a:lnTo>
                <a:lnTo>
                  <a:pt x="382815" y="113649"/>
                </a:lnTo>
                <a:lnTo>
                  <a:pt x="383407" y="113784"/>
                </a:lnTo>
                <a:lnTo>
                  <a:pt x="384003" y="113909"/>
                </a:lnTo>
                <a:lnTo>
                  <a:pt x="384604" y="114023"/>
                </a:lnTo>
                <a:lnTo>
                  <a:pt x="385209" y="114128"/>
                </a:lnTo>
                <a:lnTo>
                  <a:pt x="385819" y="114223"/>
                </a:lnTo>
                <a:lnTo>
                  <a:pt x="386432" y="114308"/>
                </a:lnTo>
                <a:lnTo>
                  <a:pt x="387050" y="114382"/>
                </a:lnTo>
                <a:lnTo>
                  <a:pt x="387673" y="114447"/>
                </a:lnTo>
                <a:lnTo>
                  <a:pt x="388300" y="114502"/>
                </a:lnTo>
                <a:lnTo>
                  <a:pt x="388931" y="114547"/>
                </a:lnTo>
                <a:lnTo>
                  <a:pt x="389566" y="114582"/>
                </a:lnTo>
                <a:lnTo>
                  <a:pt x="390206" y="114607"/>
                </a:lnTo>
                <a:lnTo>
                  <a:pt x="390850" y="114622"/>
                </a:lnTo>
                <a:lnTo>
                  <a:pt x="391499" y="114627"/>
                </a:lnTo>
                <a:lnTo>
                  <a:pt x="392091" y="114623"/>
                </a:lnTo>
                <a:lnTo>
                  <a:pt x="392678" y="114613"/>
                </a:lnTo>
                <a:lnTo>
                  <a:pt x="393258" y="114596"/>
                </a:lnTo>
                <a:lnTo>
                  <a:pt x="393832" y="114573"/>
                </a:lnTo>
                <a:lnTo>
                  <a:pt x="394400" y="114542"/>
                </a:lnTo>
                <a:lnTo>
                  <a:pt x="394961" y="114505"/>
                </a:lnTo>
                <a:lnTo>
                  <a:pt x="395517" y="114461"/>
                </a:lnTo>
                <a:lnTo>
                  <a:pt x="396066" y="114410"/>
                </a:lnTo>
                <a:lnTo>
                  <a:pt x="396610" y="114352"/>
                </a:lnTo>
                <a:lnTo>
                  <a:pt x="397147" y="114288"/>
                </a:lnTo>
                <a:lnTo>
                  <a:pt x="397678" y="114217"/>
                </a:lnTo>
                <a:lnTo>
                  <a:pt x="398203" y="114139"/>
                </a:lnTo>
                <a:lnTo>
                  <a:pt x="398722" y="114054"/>
                </a:lnTo>
                <a:lnTo>
                  <a:pt x="399234" y="113963"/>
                </a:lnTo>
                <a:lnTo>
                  <a:pt x="399741" y="113864"/>
                </a:lnTo>
                <a:lnTo>
                  <a:pt x="400241" y="113759"/>
                </a:lnTo>
                <a:lnTo>
                  <a:pt x="400735" y="113647"/>
                </a:lnTo>
                <a:lnTo>
                  <a:pt x="401223" y="113529"/>
                </a:lnTo>
                <a:lnTo>
                  <a:pt x="401705" y="113403"/>
                </a:lnTo>
                <a:lnTo>
                  <a:pt x="402181" y="113271"/>
                </a:lnTo>
                <a:lnTo>
                  <a:pt x="402650" y="113132"/>
                </a:lnTo>
                <a:lnTo>
                  <a:pt x="403114" y="112986"/>
                </a:lnTo>
                <a:lnTo>
                  <a:pt x="403571" y="112834"/>
                </a:lnTo>
                <a:lnTo>
                  <a:pt x="404023" y="112675"/>
                </a:lnTo>
                <a:lnTo>
                  <a:pt x="404468" y="112510"/>
                </a:lnTo>
                <a:lnTo>
                  <a:pt x="404908" y="112341"/>
                </a:lnTo>
                <a:lnTo>
                  <a:pt x="405343" y="112167"/>
                </a:lnTo>
                <a:lnTo>
                  <a:pt x="405772" y="111989"/>
                </a:lnTo>
                <a:lnTo>
                  <a:pt x="406196" y="111807"/>
                </a:lnTo>
                <a:lnTo>
                  <a:pt x="406615" y="111620"/>
                </a:lnTo>
                <a:lnTo>
                  <a:pt x="407028" y="111429"/>
                </a:lnTo>
                <a:lnTo>
                  <a:pt x="407436" y="111234"/>
                </a:lnTo>
                <a:lnTo>
                  <a:pt x="407838" y="111034"/>
                </a:lnTo>
                <a:lnTo>
                  <a:pt x="408235" y="110830"/>
                </a:lnTo>
                <a:lnTo>
                  <a:pt x="408627" y="110622"/>
                </a:lnTo>
                <a:lnTo>
                  <a:pt x="409014" y="110409"/>
                </a:lnTo>
                <a:lnTo>
                  <a:pt x="409395" y="110192"/>
                </a:lnTo>
                <a:lnTo>
                  <a:pt x="409770" y="109971"/>
                </a:lnTo>
                <a:lnTo>
                  <a:pt x="410140" y="109745"/>
                </a:lnTo>
                <a:lnTo>
                  <a:pt x="410505" y="109515"/>
                </a:lnTo>
                <a:lnTo>
                  <a:pt x="410865" y="109281"/>
                </a:lnTo>
                <a:lnTo>
                  <a:pt x="411219" y="109042"/>
                </a:lnTo>
                <a:lnTo>
                  <a:pt x="411568" y="108799"/>
                </a:lnTo>
                <a:lnTo>
                  <a:pt x="411911" y="108551"/>
                </a:lnTo>
                <a:lnTo>
                  <a:pt x="412249" y="108300"/>
                </a:lnTo>
                <a:lnTo>
                  <a:pt x="412582" y="108043"/>
                </a:lnTo>
                <a:lnTo>
                  <a:pt x="412909" y="107783"/>
                </a:lnTo>
                <a:lnTo>
                  <a:pt x="413231" y="107518"/>
                </a:lnTo>
                <a:lnTo>
                  <a:pt x="413548" y="107250"/>
                </a:lnTo>
                <a:lnTo>
                  <a:pt x="413861" y="106980"/>
                </a:lnTo>
                <a:lnTo>
                  <a:pt x="414170" y="106707"/>
                </a:lnTo>
                <a:lnTo>
                  <a:pt x="414475" y="106432"/>
                </a:lnTo>
                <a:lnTo>
                  <a:pt x="414776" y="106156"/>
                </a:lnTo>
                <a:lnTo>
                  <a:pt x="415073" y="105877"/>
                </a:lnTo>
                <a:lnTo>
                  <a:pt x="415365" y="105595"/>
                </a:lnTo>
                <a:lnTo>
                  <a:pt x="415654" y="105312"/>
                </a:lnTo>
                <a:lnTo>
                  <a:pt x="415938" y="105026"/>
                </a:lnTo>
                <a:lnTo>
                  <a:pt x="416219" y="104739"/>
                </a:lnTo>
                <a:lnTo>
                  <a:pt x="416495" y="104449"/>
                </a:lnTo>
                <a:lnTo>
                  <a:pt x="416767" y="104157"/>
                </a:lnTo>
                <a:lnTo>
                  <a:pt x="417035" y="103863"/>
                </a:lnTo>
                <a:lnTo>
                  <a:pt x="417299" y="103566"/>
                </a:lnTo>
                <a:lnTo>
                  <a:pt x="417559" y="103268"/>
                </a:lnTo>
                <a:lnTo>
                  <a:pt x="417815" y="102967"/>
                </a:lnTo>
                <a:lnTo>
                  <a:pt x="418066" y="102664"/>
                </a:lnTo>
                <a:lnTo>
                  <a:pt x="418314" y="102359"/>
                </a:lnTo>
                <a:lnTo>
                  <a:pt x="418558" y="102052"/>
                </a:lnTo>
                <a:lnTo>
                  <a:pt x="418797" y="101742"/>
                </a:lnTo>
                <a:lnTo>
                  <a:pt x="419032" y="101431"/>
                </a:lnTo>
                <a:lnTo>
                  <a:pt x="419264" y="101117"/>
                </a:lnTo>
                <a:lnTo>
                  <a:pt x="419491" y="100801"/>
                </a:lnTo>
                <a:lnTo>
                  <a:pt x="419714" y="100483"/>
                </a:lnTo>
                <a:lnTo>
                  <a:pt x="414189" y="96210"/>
                </a:lnTo>
                <a:lnTo>
                  <a:pt x="413825" y="96677"/>
                </a:lnTo>
                <a:lnTo>
                  <a:pt x="413456" y="97134"/>
                </a:lnTo>
                <a:lnTo>
                  <a:pt x="413084" y="97580"/>
                </a:lnTo>
                <a:lnTo>
                  <a:pt x="412708" y="98016"/>
                </a:lnTo>
                <a:lnTo>
                  <a:pt x="412328" y="98441"/>
                </a:lnTo>
                <a:lnTo>
                  <a:pt x="411944" y="98855"/>
                </a:lnTo>
                <a:lnTo>
                  <a:pt x="411556" y="99259"/>
                </a:lnTo>
                <a:lnTo>
                  <a:pt x="411164" y="99652"/>
                </a:lnTo>
                <a:lnTo>
                  <a:pt x="410768" y="100034"/>
                </a:lnTo>
                <a:lnTo>
                  <a:pt x="410368" y="100406"/>
                </a:lnTo>
                <a:lnTo>
                  <a:pt x="409965" y="100767"/>
                </a:lnTo>
                <a:lnTo>
                  <a:pt x="409557" y="101118"/>
                </a:lnTo>
                <a:lnTo>
                  <a:pt x="409145" y="101458"/>
                </a:lnTo>
                <a:lnTo>
                  <a:pt x="408729" y="101787"/>
                </a:lnTo>
                <a:lnTo>
                  <a:pt x="408310" y="102106"/>
                </a:lnTo>
                <a:lnTo>
                  <a:pt x="407886" y="102414"/>
                </a:lnTo>
                <a:lnTo>
                  <a:pt x="407458" y="102712"/>
                </a:lnTo>
                <a:lnTo>
                  <a:pt x="407027" y="102999"/>
                </a:lnTo>
                <a:lnTo>
                  <a:pt x="406591" y="103275"/>
                </a:lnTo>
                <a:lnTo>
                  <a:pt x="406152" y="103541"/>
                </a:lnTo>
                <a:lnTo>
                  <a:pt x="405708" y="103796"/>
                </a:lnTo>
                <a:lnTo>
                  <a:pt x="405261" y="104040"/>
                </a:lnTo>
                <a:lnTo>
                  <a:pt x="404809" y="104274"/>
                </a:lnTo>
                <a:lnTo>
                  <a:pt x="404354" y="104498"/>
                </a:lnTo>
                <a:lnTo>
                  <a:pt x="403894" y="104711"/>
                </a:lnTo>
                <a:lnTo>
                  <a:pt x="403429" y="104915"/>
                </a:lnTo>
                <a:lnTo>
                  <a:pt x="402958" y="105111"/>
                </a:lnTo>
                <a:lnTo>
                  <a:pt x="402483" y="105297"/>
                </a:lnTo>
                <a:lnTo>
                  <a:pt x="402002" y="105474"/>
                </a:lnTo>
                <a:lnTo>
                  <a:pt x="401516" y="105642"/>
                </a:lnTo>
                <a:lnTo>
                  <a:pt x="401024" y="105801"/>
                </a:lnTo>
                <a:lnTo>
                  <a:pt x="400527" y="105950"/>
                </a:lnTo>
                <a:lnTo>
                  <a:pt x="400026" y="106091"/>
                </a:lnTo>
                <a:lnTo>
                  <a:pt x="399518" y="106223"/>
                </a:lnTo>
                <a:lnTo>
                  <a:pt x="399006" y="106345"/>
                </a:lnTo>
                <a:lnTo>
                  <a:pt x="398488" y="106459"/>
                </a:lnTo>
                <a:lnTo>
                  <a:pt x="397965" y="106563"/>
                </a:lnTo>
                <a:lnTo>
                  <a:pt x="397437" y="106659"/>
                </a:lnTo>
                <a:lnTo>
                  <a:pt x="396904" y="106745"/>
                </a:lnTo>
                <a:lnTo>
                  <a:pt x="396365" y="106822"/>
                </a:lnTo>
                <a:lnTo>
                  <a:pt x="395821" y="106890"/>
                </a:lnTo>
                <a:lnTo>
                  <a:pt x="395272" y="106949"/>
                </a:lnTo>
                <a:lnTo>
                  <a:pt x="394718" y="106999"/>
                </a:lnTo>
                <a:lnTo>
                  <a:pt x="394158" y="107040"/>
                </a:lnTo>
                <a:lnTo>
                  <a:pt x="393593" y="107072"/>
                </a:lnTo>
                <a:lnTo>
                  <a:pt x="393023" y="107095"/>
                </a:lnTo>
                <a:lnTo>
                  <a:pt x="392448" y="107108"/>
                </a:lnTo>
                <a:lnTo>
                  <a:pt x="391867" y="107113"/>
                </a:lnTo>
                <a:lnTo>
                  <a:pt x="391360" y="107108"/>
                </a:lnTo>
                <a:lnTo>
                  <a:pt x="390856" y="107096"/>
                </a:lnTo>
                <a:lnTo>
                  <a:pt x="390356" y="107074"/>
                </a:lnTo>
                <a:lnTo>
                  <a:pt x="389860" y="107044"/>
                </a:lnTo>
                <a:lnTo>
                  <a:pt x="389368" y="107006"/>
                </a:lnTo>
                <a:lnTo>
                  <a:pt x="388879" y="106959"/>
                </a:lnTo>
                <a:lnTo>
                  <a:pt x="388395" y="106903"/>
                </a:lnTo>
                <a:lnTo>
                  <a:pt x="387914" y="106839"/>
                </a:lnTo>
                <a:lnTo>
                  <a:pt x="387437" y="106766"/>
                </a:lnTo>
                <a:lnTo>
                  <a:pt x="386964" y="106684"/>
                </a:lnTo>
                <a:lnTo>
                  <a:pt x="386495" y="106594"/>
                </a:lnTo>
                <a:lnTo>
                  <a:pt x="386029" y="106496"/>
                </a:lnTo>
                <a:lnTo>
                  <a:pt x="385568" y="106389"/>
                </a:lnTo>
                <a:lnTo>
                  <a:pt x="385110" y="106273"/>
                </a:lnTo>
                <a:lnTo>
                  <a:pt x="384656" y="106149"/>
                </a:lnTo>
                <a:lnTo>
                  <a:pt x="384206" y="106016"/>
                </a:lnTo>
                <a:lnTo>
                  <a:pt x="383760" y="105875"/>
                </a:lnTo>
                <a:lnTo>
                  <a:pt x="383317" y="105725"/>
                </a:lnTo>
                <a:lnTo>
                  <a:pt x="382879" y="105566"/>
                </a:lnTo>
                <a:lnTo>
                  <a:pt x="382444" y="105399"/>
                </a:lnTo>
                <a:lnTo>
                  <a:pt x="382013" y="105223"/>
                </a:lnTo>
                <a:lnTo>
                  <a:pt x="381586" y="105039"/>
                </a:lnTo>
                <a:lnTo>
                  <a:pt x="381163" y="104846"/>
                </a:lnTo>
                <a:lnTo>
                  <a:pt x="380744" y="104645"/>
                </a:lnTo>
                <a:lnTo>
                  <a:pt x="380329" y="104436"/>
                </a:lnTo>
                <a:lnTo>
                  <a:pt x="379918" y="104221"/>
                </a:lnTo>
                <a:lnTo>
                  <a:pt x="379513" y="103999"/>
                </a:lnTo>
                <a:lnTo>
                  <a:pt x="379113" y="103771"/>
                </a:lnTo>
                <a:lnTo>
                  <a:pt x="378717" y="103537"/>
                </a:lnTo>
                <a:lnTo>
                  <a:pt x="378326" y="103296"/>
                </a:lnTo>
                <a:lnTo>
                  <a:pt x="377940" y="103049"/>
                </a:lnTo>
                <a:lnTo>
                  <a:pt x="377559" y="102795"/>
                </a:lnTo>
                <a:lnTo>
                  <a:pt x="377183" y="102535"/>
                </a:lnTo>
                <a:lnTo>
                  <a:pt x="376812" y="102269"/>
                </a:lnTo>
                <a:lnTo>
                  <a:pt x="376446" y="101996"/>
                </a:lnTo>
                <a:lnTo>
                  <a:pt x="376084" y="101717"/>
                </a:lnTo>
                <a:lnTo>
                  <a:pt x="375727" y="101431"/>
                </a:lnTo>
                <a:lnTo>
                  <a:pt x="375376" y="101139"/>
                </a:lnTo>
                <a:lnTo>
                  <a:pt x="375029" y="100841"/>
                </a:lnTo>
                <a:lnTo>
                  <a:pt x="374686" y="100536"/>
                </a:lnTo>
                <a:lnTo>
                  <a:pt x="374349" y="100225"/>
                </a:lnTo>
                <a:lnTo>
                  <a:pt x="374017" y="99907"/>
                </a:lnTo>
                <a:lnTo>
                  <a:pt x="373689" y="99583"/>
                </a:lnTo>
                <a:lnTo>
                  <a:pt x="373367" y="99253"/>
                </a:lnTo>
                <a:lnTo>
                  <a:pt x="373049" y="98916"/>
                </a:lnTo>
                <a:lnTo>
                  <a:pt x="372736" y="98573"/>
                </a:lnTo>
                <a:lnTo>
                  <a:pt x="372428" y="98223"/>
                </a:lnTo>
                <a:lnTo>
                  <a:pt x="372124" y="97867"/>
                </a:lnTo>
                <a:lnTo>
                  <a:pt x="371826" y="97506"/>
                </a:lnTo>
                <a:lnTo>
                  <a:pt x="371534" y="97139"/>
                </a:lnTo>
                <a:lnTo>
                  <a:pt x="371247" y="96768"/>
                </a:lnTo>
                <a:lnTo>
                  <a:pt x="370966" y="96391"/>
                </a:lnTo>
                <a:lnTo>
                  <a:pt x="370691" y="96009"/>
                </a:lnTo>
                <a:lnTo>
                  <a:pt x="370421" y="95623"/>
                </a:lnTo>
                <a:lnTo>
                  <a:pt x="370157" y="95231"/>
                </a:lnTo>
                <a:lnTo>
                  <a:pt x="369898" y="94835"/>
                </a:lnTo>
                <a:lnTo>
                  <a:pt x="369645" y="94433"/>
                </a:lnTo>
                <a:lnTo>
                  <a:pt x="369398" y="94027"/>
                </a:lnTo>
                <a:lnTo>
                  <a:pt x="369156" y="93615"/>
                </a:lnTo>
                <a:lnTo>
                  <a:pt x="368920" y="93199"/>
                </a:lnTo>
                <a:lnTo>
                  <a:pt x="368689" y="92777"/>
                </a:lnTo>
                <a:lnTo>
                  <a:pt x="368465" y="92351"/>
                </a:lnTo>
                <a:lnTo>
                  <a:pt x="368245" y="91919"/>
                </a:lnTo>
                <a:lnTo>
                  <a:pt x="368032" y="91483"/>
                </a:lnTo>
                <a:lnTo>
                  <a:pt x="367824" y="91042"/>
                </a:lnTo>
                <a:lnTo>
                  <a:pt x="367622" y="90595"/>
                </a:lnTo>
                <a:lnTo>
                  <a:pt x="367425" y="90144"/>
                </a:lnTo>
                <a:lnTo>
                  <a:pt x="367234" y="89687"/>
                </a:lnTo>
                <a:lnTo>
                  <a:pt x="367048" y="89226"/>
                </a:lnTo>
                <a:lnTo>
                  <a:pt x="366868" y="88760"/>
                </a:lnTo>
                <a:lnTo>
                  <a:pt x="366694" y="88288"/>
                </a:lnTo>
                <a:lnTo>
                  <a:pt x="366526" y="87812"/>
                </a:lnTo>
                <a:lnTo>
                  <a:pt x="366363" y="87332"/>
                </a:lnTo>
                <a:lnTo>
                  <a:pt x="366208" y="86849"/>
                </a:lnTo>
                <a:lnTo>
                  <a:pt x="366060" y="86363"/>
                </a:lnTo>
                <a:lnTo>
                  <a:pt x="365918" y="85874"/>
                </a:lnTo>
                <a:lnTo>
                  <a:pt x="365783" y="85382"/>
                </a:lnTo>
                <a:lnTo>
                  <a:pt x="365656" y="84888"/>
                </a:lnTo>
                <a:lnTo>
                  <a:pt x="365535" y="84391"/>
                </a:lnTo>
                <a:lnTo>
                  <a:pt x="365421" y="83891"/>
                </a:lnTo>
                <a:lnTo>
                  <a:pt x="365314" y="83388"/>
                </a:lnTo>
                <a:lnTo>
                  <a:pt x="365214" y="82883"/>
                </a:lnTo>
                <a:lnTo>
                  <a:pt x="365120" y="82374"/>
                </a:lnTo>
                <a:lnTo>
                  <a:pt x="365034" y="81863"/>
                </a:lnTo>
                <a:lnTo>
                  <a:pt x="364955" y="81349"/>
                </a:lnTo>
                <a:lnTo>
                  <a:pt x="364882" y="80832"/>
                </a:lnTo>
                <a:lnTo>
                  <a:pt x="364816" y="80313"/>
                </a:lnTo>
                <a:lnTo>
                  <a:pt x="364758" y="79790"/>
                </a:lnTo>
                <a:lnTo>
                  <a:pt x="364706" y="79265"/>
                </a:lnTo>
                <a:lnTo>
                  <a:pt x="364661" y="78737"/>
                </a:lnTo>
                <a:lnTo>
                  <a:pt x="364623" y="78206"/>
                </a:lnTo>
                <a:lnTo>
                  <a:pt x="364592" y="77672"/>
                </a:lnTo>
                <a:lnTo>
                  <a:pt x="364568" y="77136"/>
                </a:lnTo>
                <a:lnTo>
                  <a:pt x="364550" y="76596"/>
                </a:lnTo>
                <a:lnTo>
                  <a:pt x="364540" y="76054"/>
                </a:lnTo>
                <a:lnTo>
                  <a:pt x="364537" y="75509"/>
                </a:lnTo>
                <a:lnTo>
                  <a:pt x="364537" y="73815"/>
                </a:lnTo>
                <a:lnTo>
                  <a:pt x="421408" y="73815"/>
                </a:lnTo>
                <a:lnTo>
                  <a:pt x="421408" y="68446"/>
                </a:lnTo>
                <a:lnTo>
                  <a:pt x="421405" y="67781"/>
                </a:lnTo>
                <a:lnTo>
                  <a:pt x="421394" y="67120"/>
                </a:lnTo>
                <a:lnTo>
                  <a:pt x="421376" y="66464"/>
                </a:lnTo>
                <a:close/>
                <a:moveTo>
                  <a:pt x="365077" y="64819"/>
                </a:moveTo>
                <a:lnTo>
                  <a:pt x="365163" y="64272"/>
                </a:lnTo>
                <a:lnTo>
                  <a:pt x="365256" y="63729"/>
                </a:lnTo>
                <a:lnTo>
                  <a:pt x="365355" y="63190"/>
                </a:lnTo>
                <a:lnTo>
                  <a:pt x="365461" y="62657"/>
                </a:lnTo>
                <a:lnTo>
                  <a:pt x="365573" y="62127"/>
                </a:lnTo>
                <a:lnTo>
                  <a:pt x="365691" y="61602"/>
                </a:lnTo>
                <a:lnTo>
                  <a:pt x="365816" y="61082"/>
                </a:lnTo>
                <a:lnTo>
                  <a:pt x="365947" y="60566"/>
                </a:lnTo>
                <a:lnTo>
                  <a:pt x="366084" y="60054"/>
                </a:lnTo>
                <a:lnTo>
                  <a:pt x="366228" y="59547"/>
                </a:lnTo>
                <a:lnTo>
                  <a:pt x="366378" y="59045"/>
                </a:lnTo>
                <a:lnTo>
                  <a:pt x="366534" y="58547"/>
                </a:lnTo>
                <a:lnTo>
                  <a:pt x="366696" y="58055"/>
                </a:lnTo>
                <a:lnTo>
                  <a:pt x="366862" y="57569"/>
                </a:lnTo>
                <a:lnTo>
                  <a:pt x="367034" y="57088"/>
                </a:lnTo>
                <a:lnTo>
                  <a:pt x="367211" y="56613"/>
                </a:lnTo>
                <a:lnTo>
                  <a:pt x="367394" y="56144"/>
                </a:lnTo>
                <a:lnTo>
                  <a:pt x="367581" y="55680"/>
                </a:lnTo>
                <a:lnTo>
                  <a:pt x="367774" y="55222"/>
                </a:lnTo>
                <a:lnTo>
                  <a:pt x="367972" y="54770"/>
                </a:lnTo>
                <a:lnTo>
                  <a:pt x="368175" y="54323"/>
                </a:lnTo>
                <a:lnTo>
                  <a:pt x="368384" y="53881"/>
                </a:lnTo>
                <a:lnTo>
                  <a:pt x="368598" y="53446"/>
                </a:lnTo>
                <a:lnTo>
                  <a:pt x="368817" y="53016"/>
                </a:lnTo>
                <a:lnTo>
                  <a:pt x="369041" y="52592"/>
                </a:lnTo>
                <a:lnTo>
                  <a:pt x="369270" y="52173"/>
                </a:lnTo>
                <a:lnTo>
                  <a:pt x="369505" y="51760"/>
                </a:lnTo>
                <a:lnTo>
                  <a:pt x="369745" y="51352"/>
                </a:lnTo>
                <a:lnTo>
                  <a:pt x="369990" y="50950"/>
                </a:lnTo>
                <a:lnTo>
                  <a:pt x="370241" y="50554"/>
                </a:lnTo>
                <a:lnTo>
                  <a:pt x="370497" y="50164"/>
                </a:lnTo>
                <a:lnTo>
                  <a:pt x="370758" y="49779"/>
                </a:lnTo>
                <a:lnTo>
                  <a:pt x="371024" y="49399"/>
                </a:lnTo>
                <a:lnTo>
                  <a:pt x="371295" y="49026"/>
                </a:lnTo>
                <a:lnTo>
                  <a:pt x="371572" y="48657"/>
                </a:lnTo>
                <a:lnTo>
                  <a:pt x="371854" y="48296"/>
                </a:lnTo>
                <a:lnTo>
                  <a:pt x="372140" y="47941"/>
                </a:lnTo>
                <a:lnTo>
                  <a:pt x="372430" y="47593"/>
                </a:lnTo>
                <a:lnTo>
                  <a:pt x="372725" y="47253"/>
                </a:lnTo>
                <a:lnTo>
                  <a:pt x="373025" y="46919"/>
                </a:lnTo>
                <a:lnTo>
                  <a:pt x="373328" y="46592"/>
                </a:lnTo>
                <a:lnTo>
                  <a:pt x="373637" y="46273"/>
                </a:lnTo>
                <a:lnTo>
                  <a:pt x="373950" y="45960"/>
                </a:lnTo>
                <a:lnTo>
                  <a:pt x="374267" y="45655"/>
                </a:lnTo>
                <a:lnTo>
                  <a:pt x="374589" y="45357"/>
                </a:lnTo>
                <a:lnTo>
                  <a:pt x="374915" y="45065"/>
                </a:lnTo>
                <a:lnTo>
                  <a:pt x="375246" y="44781"/>
                </a:lnTo>
                <a:lnTo>
                  <a:pt x="375581" y="44503"/>
                </a:lnTo>
                <a:lnTo>
                  <a:pt x="375921" y="44233"/>
                </a:lnTo>
                <a:lnTo>
                  <a:pt x="376265" y="43970"/>
                </a:lnTo>
                <a:lnTo>
                  <a:pt x="376614" y="43714"/>
                </a:lnTo>
                <a:lnTo>
                  <a:pt x="376967" y="43464"/>
                </a:lnTo>
                <a:lnTo>
                  <a:pt x="377325" y="43222"/>
                </a:lnTo>
                <a:lnTo>
                  <a:pt x="377687" y="42987"/>
                </a:lnTo>
                <a:lnTo>
                  <a:pt x="378054" y="42759"/>
                </a:lnTo>
                <a:lnTo>
                  <a:pt x="378425" y="42538"/>
                </a:lnTo>
                <a:lnTo>
                  <a:pt x="378800" y="42324"/>
                </a:lnTo>
                <a:lnTo>
                  <a:pt x="379180" y="42117"/>
                </a:lnTo>
                <a:lnTo>
                  <a:pt x="379565" y="41917"/>
                </a:lnTo>
                <a:lnTo>
                  <a:pt x="379953" y="41725"/>
                </a:lnTo>
                <a:lnTo>
                  <a:pt x="380346" y="41540"/>
                </a:lnTo>
                <a:lnTo>
                  <a:pt x="380741" y="41364"/>
                </a:lnTo>
                <a:lnTo>
                  <a:pt x="381141" y="41197"/>
                </a:lnTo>
                <a:lnTo>
                  <a:pt x="381543" y="41037"/>
                </a:lnTo>
                <a:lnTo>
                  <a:pt x="381950" y="40886"/>
                </a:lnTo>
                <a:lnTo>
                  <a:pt x="382360" y="40742"/>
                </a:lnTo>
                <a:lnTo>
                  <a:pt x="382774" y="40607"/>
                </a:lnTo>
                <a:lnTo>
                  <a:pt x="383191" y="40480"/>
                </a:lnTo>
                <a:lnTo>
                  <a:pt x="383611" y="40362"/>
                </a:lnTo>
                <a:lnTo>
                  <a:pt x="384036" y="40251"/>
                </a:lnTo>
                <a:lnTo>
                  <a:pt x="384464" y="40149"/>
                </a:lnTo>
                <a:lnTo>
                  <a:pt x="384895" y="40055"/>
                </a:lnTo>
                <a:lnTo>
                  <a:pt x="385330" y="39969"/>
                </a:lnTo>
                <a:lnTo>
                  <a:pt x="385769" y="39891"/>
                </a:lnTo>
                <a:lnTo>
                  <a:pt x="386211" y="39821"/>
                </a:lnTo>
                <a:lnTo>
                  <a:pt x="386657" y="39760"/>
                </a:lnTo>
                <a:lnTo>
                  <a:pt x="387107" y="39707"/>
                </a:lnTo>
                <a:lnTo>
                  <a:pt x="387560" y="39662"/>
                </a:lnTo>
                <a:lnTo>
                  <a:pt x="388016" y="39625"/>
                </a:lnTo>
                <a:lnTo>
                  <a:pt x="388476" y="39596"/>
                </a:lnTo>
                <a:lnTo>
                  <a:pt x="388940" y="39576"/>
                </a:lnTo>
                <a:lnTo>
                  <a:pt x="389407" y="39564"/>
                </a:lnTo>
                <a:lnTo>
                  <a:pt x="389878" y="39560"/>
                </a:lnTo>
                <a:lnTo>
                  <a:pt x="390500" y="39566"/>
                </a:lnTo>
                <a:lnTo>
                  <a:pt x="391113" y="39585"/>
                </a:lnTo>
                <a:lnTo>
                  <a:pt x="391717" y="39617"/>
                </a:lnTo>
                <a:lnTo>
                  <a:pt x="392312" y="39662"/>
                </a:lnTo>
                <a:lnTo>
                  <a:pt x="392899" y="39719"/>
                </a:lnTo>
                <a:lnTo>
                  <a:pt x="393477" y="39789"/>
                </a:lnTo>
                <a:lnTo>
                  <a:pt x="394045" y="39872"/>
                </a:lnTo>
                <a:lnTo>
                  <a:pt x="394605" y="39968"/>
                </a:lnTo>
                <a:lnTo>
                  <a:pt x="395157" y="40076"/>
                </a:lnTo>
                <a:lnTo>
                  <a:pt x="395699" y="40197"/>
                </a:lnTo>
                <a:lnTo>
                  <a:pt x="396232" y="40331"/>
                </a:lnTo>
                <a:lnTo>
                  <a:pt x="396757" y="40478"/>
                </a:lnTo>
                <a:lnTo>
                  <a:pt x="397273" y="40638"/>
                </a:lnTo>
                <a:lnTo>
                  <a:pt x="397780" y="40810"/>
                </a:lnTo>
                <a:lnTo>
                  <a:pt x="398278" y="40995"/>
                </a:lnTo>
                <a:lnTo>
                  <a:pt x="398768" y="41192"/>
                </a:lnTo>
                <a:lnTo>
                  <a:pt x="399248" y="41403"/>
                </a:lnTo>
                <a:lnTo>
                  <a:pt x="399720" y="41626"/>
                </a:lnTo>
                <a:lnTo>
                  <a:pt x="400183" y="41862"/>
                </a:lnTo>
                <a:lnTo>
                  <a:pt x="400637" y="42111"/>
                </a:lnTo>
                <a:lnTo>
                  <a:pt x="401082" y="42373"/>
                </a:lnTo>
                <a:lnTo>
                  <a:pt x="401519" y="42647"/>
                </a:lnTo>
                <a:lnTo>
                  <a:pt x="401946" y="42934"/>
                </a:lnTo>
                <a:lnTo>
                  <a:pt x="402365" y="43234"/>
                </a:lnTo>
                <a:lnTo>
                  <a:pt x="402775" y="43543"/>
                </a:lnTo>
                <a:lnTo>
                  <a:pt x="403177" y="43861"/>
                </a:lnTo>
                <a:lnTo>
                  <a:pt x="403570" y="44186"/>
                </a:lnTo>
                <a:lnTo>
                  <a:pt x="403955" y="44518"/>
                </a:lnTo>
                <a:lnTo>
                  <a:pt x="404331" y="44858"/>
                </a:lnTo>
                <a:lnTo>
                  <a:pt x="404699" y="45205"/>
                </a:lnTo>
                <a:lnTo>
                  <a:pt x="405059" y="45560"/>
                </a:lnTo>
                <a:lnTo>
                  <a:pt x="405410" y="45923"/>
                </a:lnTo>
                <a:lnTo>
                  <a:pt x="405753" y="46293"/>
                </a:lnTo>
                <a:lnTo>
                  <a:pt x="406087" y="46670"/>
                </a:lnTo>
                <a:lnTo>
                  <a:pt x="406413" y="47055"/>
                </a:lnTo>
                <a:lnTo>
                  <a:pt x="406730" y="47448"/>
                </a:lnTo>
                <a:lnTo>
                  <a:pt x="407039" y="47848"/>
                </a:lnTo>
                <a:lnTo>
                  <a:pt x="407339" y="48255"/>
                </a:lnTo>
                <a:lnTo>
                  <a:pt x="407631" y="48671"/>
                </a:lnTo>
                <a:lnTo>
                  <a:pt x="407915" y="49093"/>
                </a:lnTo>
                <a:lnTo>
                  <a:pt x="408190" y="49524"/>
                </a:lnTo>
                <a:lnTo>
                  <a:pt x="408456" y="49961"/>
                </a:lnTo>
                <a:lnTo>
                  <a:pt x="408715" y="50407"/>
                </a:lnTo>
                <a:lnTo>
                  <a:pt x="408964" y="50859"/>
                </a:lnTo>
                <a:lnTo>
                  <a:pt x="409206" y="51320"/>
                </a:lnTo>
                <a:lnTo>
                  <a:pt x="409439" y="51788"/>
                </a:lnTo>
                <a:lnTo>
                  <a:pt x="409663" y="52263"/>
                </a:lnTo>
                <a:lnTo>
                  <a:pt x="409879" y="52746"/>
                </a:lnTo>
                <a:lnTo>
                  <a:pt x="410087" y="53234"/>
                </a:lnTo>
                <a:lnTo>
                  <a:pt x="410286" y="53725"/>
                </a:lnTo>
                <a:lnTo>
                  <a:pt x="410477" y="54219"/>
                </a:lnTo>
                <a:lnTo>
                  <a:pt x="410660" y="54716"/>
                </a:lnTo>
                <a:lnTo>
                  <a:pt x="410834" y="55216"/>
                </a:lnTo>
                <a:lnTo>
                  <a:pt x="411000" y="55719"/>
                </a:lnTo>
                <a:lnTo>
                  <a:pt x="411158" y="56225"/>
                </a:lnTo>
                <a:lnTo>
                  <a:pt x="411307" y="56734"/>
                </a:lnTo>
                <a:lnTo>
                  <a:pt x="411449" y="57245"/>
                </a:lnTo>
                <a:lnTo>
                  <a:pt x="411581" y="57760"/>
                </a:lnTo>
                <a:lnTo>
                  <a:pt x="411706" y="58277"/>
                </a:lnTo>
                <a:lnTo>
                  <a:pt x="411822" y="58798"/>
                </a:lnTo>
                <a:lnTo>
                  <a:pt x="411930" y="59321"/>
                </a:lnTo>
                <a:lnTo>
                  <a:pt x="412030" y="59847"/>
                </a:lnTo>
                <a:lnTo>
                  <a:pt x="412121" y="60377"/>
                </a:lnTo>
                <a:lnTo>
                  <a:pt x="412204" y="60909"/>
                </a:lnTo>
                <a:lnTo>
                  <a:pt x="412278" y="61444"/>
                </a:lnTo>
                <a:lnTo>
                  <a:pt x="412345" y="61982"/>
                </a:lnTo>
                <a:lnTo>
                  <a:pt x="412403" y="62523"/>
                </a:lnTo>
                <a:lnTo>
                  <a:pt x="412452" y="63067"/>
                </a:lnTo>
                <a:lnTo>
                  <a:pt x="412494" y="63614"/>
                </a:lnTo>
                <a:lnTo>
                  <a:pt x="412527" y="64163"/>
                </a:lnTo>
                <a:lnTo>
                  <a:pt x="412552" y="64716"/>
                </a:lnTo>
                <a:lnTo>
                  <a:pt x="412568" y="65272"/>
                </a:lnTo>
                <a:lnTo>
                  <a:pt x="412568" y="66227"/>
                </a:lnTo>
                <a:lnTo>
                  <a:pt x="364888" y="66227"/>
                </a:lnTo>
                <a:lnTo>
                  <a:pt x="364924" y="65927"/>
                </a:lnTo>
                <a:lnTo>
                  <a:pt x="364997" y="65371"/>
                </a:lnTo>
                <a:lnTo>
                  <a:pt x="365077" y="64819"/>
                </a:lnTo>
                <a:close/>
                <a:moveTo>
                  <a:pt x="527191" y="43840"/>
                </a:moveTo>
                <a:lnTo>
                  <a:pt x="526907" y="43442"/>
                </a:lnTo>
                <a:lnTo>
                  <a:pt x="526618" y="43050"/>
                </a:lnTo>
                <a:lnTo>
                  <a:pt x="526324" y="42663"/>
                </a:lnTo>
                <a:lnTo>
                  <a:pt x="526025" y="42281"/>
                </a:lnTo>
                <a:lnTo>
                  <a:pt x="525720" y="41905"/>
                </a:lnTo>
                <a:lnTo>
                  <a:pt x="525411" y="41535"/>
                </a:lnTo>
                <a:lnTo>
                  <a:pt x="525096" y="41171"/>
                </a:lnTo>
                <a:lnTo>
                  <a:pt x="524776" y="40812"/>
                </a:lnTo>
                <a:lnTo>
                  <a:pt x="524452" y="40459"/>
                </a:lnTo>
                <a:lnTo>
                  <a:pt x="524121" y="40114"/>
                </a:lnTo>
                <a:lnTo>
                  <a:pt x="523786" y="39775"/>
                </a:lnTo>
                <a:lnTo>
                  <a:pt x="523445" y="39443"/>
                </a:lnTo>
                <a:lnTo>
                  <a:pt x="523099" y="39118"/>
                </a:lnTo>
                <a:lnTo>
                  <a:pt x="522748" y="38800"/>
                </a:lnTo>
                <a:lnTo>
                  <a:pt x="522392" y="38489"/>
                </a:lnTo>
                <a:lnTo>
                  <a:pt x="522030" y="38184"/>
                </a:lnTo>
                <a:lnTo>
                  <a:pt x="521663" y="37887"/>
                </a:lnTo>
                <a:lnTo>
                  <a:pt x="521291" y="37597"/>
                </a:lnTo>
                <a:lnTo>
                  <a:pt x="520914" y="37313"/>
                </a:lnTo>
                <a:lnTo>
                  <a:pt x="520531" y="37036"/>
                </a:lnTo>
                <a:lnTo>
                  <a:pt x="520144" y="36767"/>
                </a:lnTo>
                <a:lnTo>
                  <a:pt x="519750" y="36504"/>
                </a:lnTo>
                <a:lnTo>
                  <a:pt x="519352" y="36248"/>
                </a:lnTo>
                <a:lnTo>
                  <a:pt x="518949" y="35999"/>
                </a:lnTo>
                <a:lnTo>
                  <a:pt x="518540" y="35757"/>
                </a:lnTo>
                <a:lnTo>
                  <a:pt x="518126" y="35522"/>
                </a:lnTo>
                <a:lnTo>
                  <a:pt x="517706" y="35293"/>
                </a:lnTo>
                <a:lnTo>
                  <a:pt x="517282" y="35072"/>
                </a:lnTo>
                <a:lnTo>
                  <a:pt x="516852" y="34857"/>
                </a:lnTo>
                <a:lnTo>
                  <a:pt x="516417" y="34650"/>
                </a:lnTo>
                <a:lnTo>
                  <a:pt x="515977" y="34449"/>
                </a:lnTo>
                <a:lnTo>
                  <a:pt x="515531" y="34255"/>
                </a:lnTo>
                <a:lnTo>
                  <a:pt x="515080" y="34069"/>
                </a:lnTo>
                <a:lnTo>
                  <a:pt x="514624" y="33891"/>
                </a:lnTo>
                <a:lnTo>
                  <a:pt x="514161" y="33720"/>
                </a:lnTo>
                <a:lnTo>
                  <a:pt x="513694" y="33558"/>
                </a:lnTo>
                <a:lnTo>
                  <a:pt x="513220" y="33403"/>
                </a:lnTo>
                <a:lnTo>
                  <a:pt x="512741" y="33256"/>
                </a:lnTo>
                <a:lnTo>
                  <a:pt x="512256" y="33118"/>
                </a:lnTo>
                <a:lnTo>
                  <a:pt x="511766" y="32987"/>
                </a:lnTo>
                <a:lnTo>
                  <a:pt x="511270" y="32864"/>
                </a:lnTo>
                <a:lnTo>
                  <a:pt x="510768" y="32749"/>
                </a:lnTo>
                <a:lnTo>
                  <a:pt x="510261" y="32642"/>
                </a:lnTo>
                <a:lnTo>
                  <a:pt x="509748" y="32543"/>
                </a:lnTo>
                <a:lnTo>
                  <a:pt x="509230" y="32451"/>
                </a:lnTo>
                <a:lnTo>
                  <a:pt x="508706" y="32368"/>
                </a:lnTo>
                <a:lnTo>
                  <a:pt x="508176" y="32293"/>
                </a:lnTo>
                <a:lnTo>
                  <a:pt x="507641" y="32226"/>
                </a:lnTo>
                <a:lnTo>
                  <a:pt x="507100" y="32166"/>
                </a:lnTo>
                <a:lnTo>
                  <a:pt x="506553" y="32114"/>
                </a:lnTo>
                <a:lnTo>
                  <a:pt x="506001" y="32071"/>
                </a:lnTo>
                <a:lnTo>
                  <a:pt x="505443" y="32035"/>
                </a:lnTo>
                <a:lnTo>
                  <a:pt x="504879" y="32007"/>
                </a:lnTo>
                <a:lnTo>
                  <a:pt x="504310" y="31988"/>
                </a:lnTo>
                <a:lnTo>
                  <a:pt x="503735" y="31976"/>
                </a:lnTo>
                <a:lnTo>
                  <a:pt x="503155" y="31972"/>
                </a:lnTo>
                <a:lnTo>
                  <a:pt x="502556" y="31977"/>
                </a:lnTo>
                <a:lnTo>
                  <a:pt x="501962" y="31991"/>
                </a:lnTo>
                <a:lnTo>
                  <a:pt x="501374" y="32016"/>
                </a:lnTo>
                <a:lnTo>
                  <a:pt x="500790" y="32051"/>
                </a:lnTo>
                <a:lnTo>
                  <a:pt x="500212" y="32095"/>
                </a:lnTo>
                <a:lnTo>
                  <a:pt x="499640" y="32149"/>
                </a:lnTo>
                <a:lnTo>
                  <a:pt x="499072" y="32213"/>
                </a:lnTo>
                <a:lnTo>
                  <a:pt x="498510" y="32287"/>
                </a:lnTo>
                <a:lnTo>
                  <a:pt x="497953" y="32371"/>
                </a:lnTo>
                <a:lnTo>
                  <a:pt x="497401" y="32464"/>
                </a:lnTo>
                <a:lnTo>
                  <a:pt x="496854" y="32568"/>
                </a:lnTo>
                <a:lnTo>
                  <a:pt x="496313" y="32681"/>
                </a:lnTo>
                <a:lnTo>
                  <a:pt x="495777" y="32804"/>
                </a:lnTo>
                <a:lnTo>
                  <a:pt x="495246" y="32937"/>
                </a:lnTo>
                <a:lnTo>
                  <a:pt x="494721" y="33080"/>
                </a:lnTo>
                <a:lnTo>
                  <a:pt x="494200" y="33232"/>
                </a:lnTo>
                <a:lnTo>
                  <a:pt x="493685" y="33395"/>
                </a:lnTo>
                <a:lnTo>
                  <a:pt x="493175" y="33567"/>
                </a:lnTo>
                <a:lnTo>
                  <a:pt x="492671" y="33749"/>
                </a:lnTo>
                <a:lnTo>
                  <a:pt x="492171" y="33941"/>
                </a:lnTo>
                <a:lnTo>
                  <a:pt x="491677" y="34143"/>
                </a:lnTo>
                <a:lnTo>
                  <a:pt x="491188" y="34355"/>
                </a:lnTo>
                <a:lnTo>
                  <a:pt x="490705" y="34577"/>
                </a:lnTo>
                <a:lnTo>
                  <a:pt x="490226" y="34808"/>
                </a:lnTo>
                <a:lnTo>
                  <a:pt x="489754" y="35049"/>
                </a:lnTo>
                <a:lnTo>
                  <a:pt x="489287" y="35298"/>
                </a:lnTo>
                <a:lnTo>
                  <a:pt x="488826" y="35556"/>
                </a:lnTo>
                <a:lnTo>
                  <a:pt x="488371" y="35823"/>
                </a:lnTo>
                <a:lnTo>
                  <a:pt x="487923" y="36098"/>
                </a:lnTo>
                <a:lnTo>
                  <a:pt x="487480" y="36383"/>
                </a:lnTo>
                <a:lnTo>
                  <a:pt x="487043" y="36675"/>
                </a:lnTo>
                <a:lnTo>
                  <a:pt x="486613" y="36977"/>
                </a:lnTo>
                <a:lnTo>
                  <a:pt x="486188" y="37287"/>
                </a:lnTo>
                <a:lnTo>
                  <a:pt x="485769" y="37606"/>
                </a:lnTo>
                <a:lnTo>
                  <a:pt x="485357" y="37934"/>
                </a:lnTo>
                <a:lnTo>
                  <a:pt x="484950" y="38270"/>
                </a:lnTo>
                <a:lnTo>
                  <a:pt x="484549" y="38615"/>
                </a:lnTo>
                <a:lnTo>
                  <a:pt x="484155" y="38969"/>
                </a:lnTo>
                <a:lnTo>
                  <a:pt x="483766" y="39332"/>
                </a:lnTo>
                <a:lnTo>
                  <a:pt x="483383" y="39703"/>
                </a:lnTo>
                <a:lnTo>
                  <a:pt x="483007" y="40083"/>
                </a:lnTo>
                <a:lnTo>
                  <a:pt x="482636" y="40471"/>
                </a:lnTo>
                <a:lnTo>
                  <a:pt x="482272" y="40868"/>
                </a:lnTo>
                <a:lnTo>
                  <a:pt x="481913" y="41274"/>
                </a:lnTo>
                <a:lnTo>
                  <a:pt x="481561" y="41689"/>
                </a:lnTo>
                <a:lnTo>
                  <a:pt x="481214" y="42112"/>
                </a:lnTo>
                <a:lnTo>
                  <a:pt x="480874" y="42544"/>
                </a:lnTo>
                <a:lnTo>
                  <a:pt x="480539" y="42985"/>
                </a:lnTo>
                <a:lnTo>
                  <a:pt x="480211" y="43434"/>
                </a:lnTo>
                <a:lnTo>
                  <a:pt x="479889" y="43890"/>
                </a:lnTo>
                <a:lnTo>
                  <a:pt x="479574" y="44354"/>
                </a:lnTo>
                <a:lnTo>
                  <a:pt x="479265" y="44825"/>
                </a:lnTo>
                <a:lnTo>
                  <a:pt x="478963" y="45303"/>
                </a:lnTo>
                <a:lnTo>
                  <a:pt x="478667" y="45789"/>
                </a:lnTo>
                <a:lnTo>
                  <a:pt x="478378" y="46282"/>
                </a:lnTo>
                <a:lnTo>
                  <a:pt x="478096" y="46783"/>
                </a:lnTo>
                <a:lnTo>
                  <a:pt x="477820" y="47291"/>
                </a:lnTo>
                <a:lnTo>
                  <a:pt x="477550" y="47807"/>
                </a:lnTo>
                <a:lnTo>
                  <a:pt x="477287" y="48330"/>
                </a:lnTo>
                <a:lnTo>
                  <a:pt x="477031" y="48860"/>
                </a:lnTo>
                <a:lnTo>
                  <a:pt x="476781" y="49398"/>
                </a:lnTo>
                <a:lnTo>
                  <a:pt x="476537" y="49943"/>
                </a:lnTo>
                <a:lnTo>
                  <a:pt x="476300" y="50496"/>
                </a:lnTo>
                <a:lnTo>
                  <a:pt x="476070" y="51056"/>
                </a:lnTo>
                <a:lnTo>
                  <a:pt x="475846" y="51623"/>
                </a:lnTo>
                <a:lnTo>
                  <a:pt x="475629" y="52198"/>
                </a:lnTo>
                <a:lnTo>
                  <a:pt x="475418" y="52780"/>
                </a:lnTo>
                <a:lnTo>
                  <a:pt x="475213" y="53370"/>
                </a:lnTo>
                <a:lnTo>
                  <a:pt x="475016" y="53967"/>
                </a:lnTo>
                <a:lnTo>
                  <a:pt x="474824" y="54572"/>
                </a:lnTo>
                <a:lnTo>
                  <a:pt x="474640" y="55184"/>
                </a:lnTo>
                <a:lnTo>
                  <a:pt x="474461" y="55803"/>
                </a:lnTo>
                <a:lnTo>
                  <a:pt x="474290" y="56429"/>
                </a:lnTo>
                <a:lnTo>
                  <a:pt x="474126" y="57062"/>
                </a:lnTo>
                <a:lnTo>
                  <a:pt x="473969" y="57701"/>
                </a:lnTo>
                <a:lnTo>
                  <a:pt x="473820" y="58346"/>
                </a:lnTo>
                <a:lnTo>
                  <a:pt x="473678" y="58997"/>
                </a:lnTo>
                <a:lnTo>
                  <a:pt x="473543" y="59655"/>
                </a:lnTo>
                <a:lnTo>
                  <a:pt x="473415" y="60319"/>
                </a:lnTo>
                <a:lnTo>
                  <a:pt x="473295" y="60989"/>
                </a:lnTo>
                <a:lnTo>
                  <a:pt x="473182" y="61665"/>
                </a:lnTo>
                <a:lnTo>
                  <a:pt x="473076" y="62348"/>
                </a:lnTo>
                <a:lnTo>
                  <a:pt x="472978" y="63037"/>
                </a:lnTo>
                <a:lnTo>
                  <a:pt x="472887" y="63732"/>
                </a:lnTo>
                <a:lnTo>
                  <a:pt x="472803" y="64433"/>
                </a:lnTo>
                <a:lnTo>
                  <a:pt x="472726" y="65141"/>
                </a:lnTo>
                <a:lnTo>
                  <a:pt x="472657" y="65855"/>
                </a:lnTo>
                <a:lnTo>
                  <a:pt x="472595" y="66575"/>
                </a:lnTo>
                <a:lnTo>
                  <a:pt x="472541" y="67302"/>
                </a:lnTo>
                <a:lnTo>
                  <a:pt x="472493" y="68034"/>
                </a:lnTo>
                <a:lnTo>
                  <a:pt x="472453" y="68773"/>
                </a:lnTo>
                <a:lnTo>
                  <a:pt x="472420" y="69519"/>
                </a:lnTo>
                <a:lnTo>
                  <a:pt x="472395" y="70270"/>
                </a:lnTo>
                <a:lnTo>
                  <a:pt x="472377" y="71028"/>
                </a:lnTo>
                <a:lnTo>
                  <a:pt x="472366" y="71792"/>
                </a:lnTo>
                <a:lnTo>
                  <a:pt x="472362" y="72563"/>
                </a:lnTo>
                <a:lnTo>
                  <a:pt x="472362" y="74110"/>
                </a:lnTo>
                <a:lnTo>
                  <a:pt x="472366" y="74850"/>
                </a:lnTo>
                <a:lnTo>
                  <a:pt x="472377" y="75585"/>
                </a:lnTo>
                <a:lnTo>
                  <a:pt x="472395" y="76315"/>
                </a:lnTo>
                <a:lnTo>
                  <a:pt x="472420" y="77039"/>
                </a:lnTo>
                <a:lnTo>
                  <a:pt x="472453" y="77758"/>
                </a:lnTo>
                <a:lnTo>
                  <a:pt x="472493" y="78472"/>
                </a:lnTo>
                <a:lnTo>
                  <a:pt x="472541" y="79181"/>
                </a:lnTo>
                <a:lnTo>
                  <a:pt x="472595" y="79884"/>
                </a:lnTo>
                <a:lnTo>
                  <a:pt x="472657" y="80583"/>
                </a:lnTo>
                <a:lnTo>
                  <a:pt x="472726" y="81276"/>
                </a:lnTo>
                <a:lnTo>
                  <a:pt x="472803" y="81963"/>
                </a:lnTo>
                <a:lnTo>
                  <a:pt x="472887" y="82646"/>
                </a:lnTo>
                <a:lnTo>
                  <a:pt x="472978" y="83323"/>
                </a:lnTo>
                <a:lnTo>
                  <a:pt x="473076" y="83995"/>
                </a:lnTo>
                <a:lnTo>
                  <a:pt x="473182" y="84662"/>
                </a:lnTo>
                <a:lnTo>
                  <a:pt x="473295" y="85324"/>
                </a:lnTo>
                <a:lnTo>
                  <a:pt x="473415" y="85980"/>
                </a:lnTo>
                <a:lnTo>
                  <a:pt x="473543" y="86631"/>
                </a:lnTo>
                <a:lnTo>
                  <a:pt x="473678" y="87277"/>
                </a:lnTo>
                <a:lnTo>
                  <a:pt x="473820" y="87917"/>
                </a:lnTo>
                <a:lnTo>
                  <a:pt x="473969" y="88553"/>
                </a:lnTo>
                <a:lnTo>
                  <a:pt x="474126" y="89183"/>
                </a:lnTo>
                <a:lnTo>
                  <a:pt x="474290" y="89807"/>
                </a:lnTo>
                <a:lnTo>
                  <a:pt x="474461" y="90427"/>
                </a:lnTo>
                <a:lnTo>
                  <a:pt x="474640" y="91041"/>
                </a:lnTo>
                <a:lnTo>
                  <a:pt x="474824" y="91647"/>
                </a:lnTo>
                <a:lnTo>
                  <a:pt x="475016" y="92247"/>
                </a:lnTo>
                <a:lnTo>
                  <a:pt x="475213" y="92840"/>
                </a:lnTo>
                <a:lnTo>
                  <a:pt x="475418" y="93426"/>
                </a:lnTo>
                <a:lnTo>
                  <a:pt x="475629" y="94005"/>
                </a:lnTo>
                <a:lnTo>
                  <a:pt x="475846" y="94577"/>
                </a:lnTo>
                <a:lnTo>
                  <a:pt x="476070" y="95142"/>
                </a:lnTo>
                <a:lnTo>
                  <a:pt x="476300" y="95700"/>
                </a:lnTo>
                <a:lnTo>
                  <a:pt x="476537" y="96251"/>
                </a:lnTo>
                <a:lnTo>
                  <a:pt x="476781" y="96796"/>
                </a:lnTo>
                <a:lnTo>
                  <a:pt x="477031" y="97333"/>
                </a:lnTo>
                <a:lnTo>
                  <a:pt x="477287" y="97864"/>
                </a:lnTo>
                <a:lnTo>
                  <a:pt x="477550" y="98388"/>
                </a:lnTo>
                <a:lnTo>
                  <a:pt x="477820" y="98905"/>
                </a:lnTo>
                <a:lnTo>
                  <a:pt x="478096" y="99415"/>
                </a:lnTo>
                <a:lnTo>
                  <a:pt x="478378" y="99918"/>
                </a:lnTo>
                <a:lnTo>
                  <a:pt x="478667" y="100414"/>
                </a:lnTo>
                <a:lnTo>
                  <a:pt x="478963" y="100903"/>
                </a:lnTo>
                <a:lnTo>
                  <a:pt x="479265" y="101385"/>
                </a:lnTo>
                <a:lnTo>
                  <a:pt x="479574" y="101861"/>
                </a:lnTo>
                <a:lnTo>
                  <a:pt x="479889" y="102329"/>
                </a:lnTo>
                <a:lnTo>
                  <a:pt x="480211" y="102791"/>
                </a:lnTo>
                <a:lnTo>
                  <a:pt x="480539" y="103245"/>
                </a:lnTo>
                <a:lnTo>
                  <a:pt x="480873" y="103692"/>
                </a:lnTo>
                <a:lnTo>
                  <a:pt x="481214" y="104131"/>
                </a:lnTo>
                <a:lnTo>
                  <a:pt x="481560" y="104561"/>
                </a:lnTo>
                <a:lnTo>
                  <a:pt x="481912" y="104983"/>
                </a:lnTo>
                <a:lnTo>
                  <a:pt x="482270" y="105396"/>
                </a:lnTo>
                <a:lnTo>
                  <a:pt x="482634" y="105801"/>
                </a:lnTo>
                <a:lnTo>
                  <a:pt x="483004" y="106197"/>
                </a:lnTo>
                <a:lnTo>
                  <a:pt x="483379" y="106585"/>
                </a:lnTo>
                <a:lnTo>
                  <a:pt x="483761" y="106964"/>
                </a:lnTo>
                <a:lnTo>
                  <a:pt x="484148" y="107335"/>
                </a:lnTo>
                <a:lnTo>
                  <a:pt x="484542" y="107698"/>
                </a:lnTo>
                <a:lnTo>
                  <a:pt x="484941" y="108052"/>
                </a:lnTo>
                <a:lnTo>
                  <a:pt x="485346" y="108398"/>
                </a:lnTo>
                <a:lnTo>
                  <a:pt x="485757" y="108735"/>
                </a:lnTo>
                <a:lnTo>
                  <a:pt x="486173" y="109064"/>
                </a:lnTo>
                <a:lnTo>
                  <a:pt x="486596" y="109384"/>
                </a:lnTo>
                <a:lnTo>
                  <a:pt x="487025" y="109696"/>
                </a:lnTo>
                <a:lnTo>
                  <a:pt x="487459" y="110000"/>
                </a:lnTo>
                <a:lnTo>
                  <a:pt x="487900" y="110295"/>
                </a:lnTo>
                <a:lnTo>
                  <a:pt x="488346" y="110581"/>
                </a:lnTo>
                <a:lnTo>
                  <a:pt x="488798" y="110859"/>
                </a:lnTo>
                <a:lnTo>
                  <a:pt x="489256" y="111129"/>
                </a:lnTo>
                <a:lnTo>
                  <a:pt x="489720" y="111390"/>
                </a:lnTo>
                <a:lnTo>
                  <a:pt x="490190" y="111643"/>
                </a:lnTo>
                <a:lnTo>
                  <a:pt x="490665" y="111887"/>
                </a:lnTo>
                <a:lnTo>
                  <a:pt x="491145" y="112120"/>
                </a:lnTo>
                <a:lnTo>
                  <a:pt x="491631" y="112343"/>
                </a:lnTo>
                <a:lnTo>
                  <a:pt x="492121" y="112555"/>
                </a:lnTo>
                <a:lnTo>
                  <a:pt x="492617" y="112757"/>
                </a:lnTo>
                <a:lnTo>
                  <a:pt x="493118" y="112949"/>
                </a:lnTo>
                <a:lnTo>
                  <a:pt x="493624" y="113130"/>
                </a:lnTo>
                <a:lnTo>
                  <a:pt x="494135" y="113301"/>
                </a:lnTo>
                <a:lnTo>
                  <a:pt x="494651" y="113461"/>
                </a:lnTo>
                <a:lnTo>
                  <a:pt x="495172" y="113612"/>
                </a:lnTo>
                <a:lnTo>
                  <a:pt x="495699" y="113752"/>
                </a:lnTo>
                <a:lnTo>
                  <a:pt x="496230" y="113881"/>
                </a:lnTo>
                <a:lnTo>
                  <a:pt x="496767" y="114000"/>
                </a:lnTo>
                <a:lnTo>
                  <a:pt x="497309" y="114109"/>
                </a:lnTo>
                <a:lnTo>
                  <a:pt x="497856" y="114207"/>
                </a:lnTo>
                <a:lnTo>
                  <a:pt x="498408" y="114295"/>
                </a:lnTo>
                <a:lnTo>
                  <a:pt x="498965" y="114373"/>
                </a:lnTo>
                <a:lnTo>
                  <a:pt x="499527" y="114440"/>
                </a:lnTo>
                <a:lnTo>
                  <a:pt x="500094" y="114497"/>
                </a:lnTo>
                <a:lnTo>
                  <a:pt x="500667" y="114544"/>
                </a:lnTo>
                <a:lnTo>
                  <a:pt x="501244" y="114580"/>
                </a:lnTo>
                <a:lnTo>
                  <a:pt x="501827" y="114606"/>
                </a:lnTo>
                <a:lnTo>
                  <a:pt x="502415" y="114622"/>
                </a:lnTo>
                <a:lnTo>
                  <a:pt x="503008" y="114627"/>
                </a:lnTo>
                <a:lnTo>
                  <a:pt x="503600" y="114623"/>
                </a:lnTo>
                <a:lnTo>
                  <a:pt x="504187" y="114611"/>
                </a:lnTo>
                <a:lnTo>
                  <a:pt x="504768" y="114591"/>
                </a:lnTo>
                <a:lnTo>
                  <a:pt x="505344" y="114563"/>
                </a:lnTo>
                <a:lnTo>
                  <a:pt x="505913" y="114528"/>
                </a:lnTo>
                <a:lnTo>
                  <a:pt x="506477" y="114484"/>
                </a:lnTo>
                <a:lnTo>
                  <a:pt x="507035" y="114433"/>
                </a:lnTo>
                <a:lnTo>
                  <a:pt x="507587" y="114373"/>
                </a:lnTo>
                <a:lnTo>
                  <a:pt x="508134" y="114306"/>
                </a:lnTo>
                <a:lnTo>
                  <a:pt x="508675" y="114230"/>
                </a:lnTo>
                <a:lnTo>
                  <a:pt x="509210" y="114147"/>
                </a:lnTo>
                <a:lnTo>
                  <a:pt x="509739" y="114056"/>
                </a:lnTo>
                <a:lnTo>
                  <a:pt x="510263" y="113957"/>
                </a:lnTo>
                <a:lnTo>
                  <a:pt x="510780" y="113850"/>
                </a:lnTo>
                <a:lnTo>
                  <a:pt x="511292" y="113735"/>
                </a:lnTo>
                <a:lnTo>
                  <a:pt x="511799" y="113612"/>
                </a:lnTo>
                <a:lnTo>
                  <a:pt x="512299" y="113481"/>
                </a:lnTo>
                <a:lnTo>
                  <a:pt x="512794" y="113342"/>
                </a:lnTo>
                <a:lnTo>
                  <a:pt x="513283" y="113196"/>
                </a:lnTo>
                <a:lnTo>
                  <a:pt x="513766" y="113041"/>
                </a:lnTo>
                <a:lnTo>
                  <a:pt x="514244" y="112878"/>
                </a:lnTo>
                <a:lnTo>
                  <a:pt x="514715" y="112708"/>
                </a:lnTo>
                <a:lnTo>
                  <a:pt x="515181" y="112530"/>
                </a:lnTo>
                <a:lnTo>
                  <a:pt x="515642" y="112343"/>
                </a:lnTo>
                <a:lnTo>
                  <a:pt x="516096" y="112150"/>
                </a:lnTo>
                <a:lnTo>
                  <a:pt x="516545" y="111950"/>
                </a:lnTo>
                <a:lnTo>
                  <a:pt x="516989" y="111743"/>
                </a:lnTo>
                <a:lnTo>
                  <a:pt x="517427" y="111531"/>
                </a:lnTo>
                <a:lnTo>
                  <a:pt x="517860" y="111312"/>
                </a:lnTo>
                <a:lnTo>
                  <a:pt x="518287" y="111086"/>
                </a:lnTo>
                <a:lnTo>
                  <a:pt x="518708" y="110854"/>
                </a:lnTo>
                <a:lnTo>
                  <a:pt x="519125" y="110616"/>
                </a:lnTo>
                <a:lnTo>
                  <a:pt x="519535" y="110371"/>
                </a:lnTo>
                <a:lnTo>
                  <a:pt x="519940" y="110120"/>
                </a:lnTo>
                <a:lnTo>
                  <a:pt x="520340" y="109863"/>
                </a:lnTo>
                <a:lnTo>
                  <a:pt x="520734" y="109599"/>
                </a:lnTo>
                <a:lnTo>
                  <a:pt x="521123" y="109329"/>
                </a:lnTo>
                <a:lnTo>
                  <a:pt x="521506" y="109052"/>
                </a:lnTo>
                <a:lnTo>
                  <a:pt x="521883" y="108769"/>
                </a:lnTo>
                <a:lnTo>
                  <a:pt x="522255" y="108480"/>
                </a:lnTo>
                <a:lnTo>
                  <a:pt x="522622" y="108184"/>
                </a:lnTo>
                <a:lnTo>
                  <a:pt x="522983" y="107882"/>
                </a:lnTo>
                <a:lnTo>
                  <a:pt x="523339" y="107573"/>
                </a:lnTo>
                <a:lnTo>
                  <a:pt x="523689" y="107258"/>
                </a:lnTo>
                <a:lnTo>
                  <a:pt x="524033" y="106937"/>
                </a:lnTo>
                <a:lnTo>
                  <a:pt x="524373" y="106609"/>
                </a:lnTo>
                <a:lnTo>
                  <a:pt x="524706" y="106275"/>
                </a:lnTo>
                <a:lnTo>
                  <a:pt x="525034" y="105934"/>
                </a:lnTo>
                <a:lnTo>
                  <a:pt x="525357" y="105588"/>
                </a:lnTo>
                <a:lnTo>
                  <a:pt x="525674" y="105236"/>
                </a:lnTo>
                <a:lnTo>
                  <a:pt x="525986" y="104879"/>
                </a:lnTo>
                <a:lnTo>
                  <a:pt x="526293" y="104516"/>
                </a:lnTo>
                <a:lnTo>
                  <a:pt x="526594" y="104148"/>
                </a:lnTo>
                <a:lnTo>
                  <a:pt x="526890" y="103775"/>
                </a:lnTo>
                <a:lnTo>
                  <a:pt x="527180" y="103396"/>
                </a:lnTo>
                <a:lnTo>
                  <a:pt x="527465" y="103012"/>
                </a:lnTo>
                <a:lnTo>
                  <a:pt x="527686" y="102704"/>
                </a:lnTo>
                <a:lnTo>
                  <a:pt x="527686" y="111825"/>
                </a:lnTo>
                <a:lnTo>
                  <a:pt x="527682" y="112482"/>
                </a:lnTo>
                <a:lnTo>
                  <a:pt x="527667" y="113132"/>
                </a:lnTo>
                <a:lnTo>
                  <a:pt x="527643" y="113773"/>
                </a:lnTo>
                <a:lnTo>
                  <a:pt x="527610" y="114406"/>
                </a:lnTo>
                <a:lnTo>
                  <a:pt x="527566" y="115032"/>
                </a:lnTo>
                <a:lnTo>
                  <a:pt x="527514" y="115649"/>
                </a:lnTo>
                <a:lnTo>
                  <a:pt x="527451" y="116259"/>
                </a:lnTo>
                <a:lnTo>
                  <a:pt x="527379" y="116861"/>
                </a:lnTo>
                <a:lnTo>
                  <a:pt x="527298" y="117455"/>
                </a:lnTo>
                <a:lnTo>
                  <a:pt x="527207" y="118041"/>
                </a:lnTo>
                <a:lnTo>
                  <a:pt x="527106" y="118619"/>
                </a:lnTo>
                <a:lnTo>
                  <a:pt x="526996" y="119189"/>
                </a:lnTo>
                <a:lnTo>
                  <a:pt x="526876" y="119751"/>
                </a:lnTo>
                <a:lnTo>
                  <a:pt x="526746" y="120306"/>
                </a:lnTo>
                <a:lnTo>
                  <a:pt x="526607" y="120852"/>
                </a:lnTo>
                <a:lnTo>
                  <a:pt x="526459" y="121391"/>
                </a:lnTo>
                <a:lnTo>
                  <a:pt x="526300" y="121921"/>
                </a:lnTo>
                <a:lnTo>
                  <a:pt x="526132" y="122444"/>
                </a:lnTo>
                <a:lnTo>
                  <a:pt x="525955" y="122959"/>
                </a:lnTo>
                <a:lnTo>
                  <a:pt x="525768" y="123466"/>
                </a:lnTo>
                <a:lnTo>
                  <a:pt x="525571" y="123965"/>
                </a:lnTo>
                <a:lnTo>
                  <a:pt x="525365" y="124456"/>
                </a:lnTo>
                <a:lnTo>
                  <a:pt x="525149" y="124939"/>
                </a:lnTo>
                <a:lnTo>
                  <a:pt x="524924" y="125415"/>
                </a:lnTo>
                <a:lnTo>
                  <a:pt x="524689" y="125881"/>
                </a:lnTo>
                <a:lnTo>
                  <a:pt x="524446" y="126339"/>
                </a:lnTo>
                <a:lnTo>
                  <a:pt x="524194" y="126787"/>
                </a:lnTo>
                <a:lnTo>
                  <a:pt x="523933" y="127227"/>
                </a:lnTo>
                <a:lnTo>
                  <a:pt x="523664" y="127657"/>
                </a:lnTo>
                <a:lnTo>
                  <a:pt x="523386" y="128077"/>
                </a:lnTo>
                <a:lnTo>
                  <a:pt x="523099" y="128489"/>
                </a:lnTo>
                <a:lnTo>
                  <a:pt x="522804" y="128892"/>
                </a:lnTo>
                <a:lnTo>
                  <a:pt x="522500" y="129285"/>
                </a:lnTo>
                <a:lnTo>
                  <a:pt x="522187" y="129669"/>
                </a:lnTo>
                <a:lnTo>
                  <a:pt x="521865" y="130044"/>
                </a:lnTo>
                <a:lnTo>
                  <a:pt x="521535" y="130410"/>
                </a:lnTo>
                <a:lnTo>
                  <a:pt x="521196" y="130766"/>
                </a:lnTo>
                <a:lnTo>
                  <a:pt x="520849" y="131114"/>
                </a:lnTo>
                <a:lnTo>
                  <a:pt x="520492" y="131452"/>
                </a:lnTo>
                <a:lnTo>
                  <a:pt x="520127" y="131781"/>
                </a:lnTo>
                <a:lnTo>
                  <a:pt x="519754" y="132101"/>
                </a:lnTo>
                <a:lnTo>
                  <a:pt x="519371" y="132411"/>
                </a:lnTo>
                <a:lnTo>
                  <a:pt x="518980" y="132713"/>
                </a:lnTo>
                <a:lnTo>
                  <a:pt x="518580" y="133005"/>
                </a:lnTo>
                <a:lnTo>
                  <a:pt x="518172" y="133288"/>
                </a:lnTo>
                <a:lnTo>
                  <a:pt x="517755" y="133562"/>
                </a:lnTo>
                <a:lnTo>
                  <a:pt x="517329" y="133827"/>
                </a:lnTo>
                <a:lnTo>
                  <a:pt x="516894" y="134082"/>
                </a:lnTo>
                <a:lnTo>
                  <a:pt x="516451" y="134328"/>
                </a:lnTo>
                <a:lnTo>
                  <a:pt x="516000" y="134563"/>
                </a:lnTo>
                <a:lnTo>
                  <a:pt x="515541" y="134788"/>
                </a:lnTo>
                <a:lnTo>
                  <a:pt x="515074" y="135003"/>
                </a:lnTo>
                <a:lnTo>
                  <a:pt x="514599" y="135207"/>
                </a:lnTo>
                <a:lnTo>
                  <a:pt x="514115" y="135400"/>
                </a:lnTo>
                <a:lnTo>
                  <a:pt x="513624" y="135584"/>
                </a:lnTo>
                <a:lnTo>
                  <a:pt x="513125" y="135756"/>
                </a:lnTo>
                <a:lnTo>
                  <a:pt x="512617" y="135918"/>
                </a:lnTo>
                <a:lnTo>
                  <a:pt x="512102" y="136070"/>
                </a:lnTo>
                <a:lnTo>
                  <a:pt x="511578" y="136211"/>
                </a:lnTo>
                <a:lnTo>
                  <a:pt x="511047" y="136342"/>
                </a:lnTo>
                <a:lnTo>
                  <a:pt x="510507" y="136462"/>
                </a:lnTo>
                <a:lnTo>
                  <a:pt x="509959" y="136572"/>
                </a:lnTo>
                <a:lnTo>
                  <a:pt x="509404" y="136672"/>
                </a:lnTo>
                <a:lnTo>
                  <a:pt x="508840" y="136761"/>
                </a:lnTo>
                <a:lnTo>
                  <a:pt x="508268" y="136839"/>
                </a:lnTo>
                <a:lnTo>
                  <a:pt x="507688" y="136907"/>
                </a:lnTo>
                <a:lnTo>
                  <a:pt x="507100" y="136965"/>
                </a:lnTo>
                <a:lnTo>
                  <a:pt x="506504" y="137012"/>
                </a:lnTo>
                <a:lnTo>
                  <a:pt x="505900" y="137048"/>
                </a:lnTo>
                <a:lnTo>
                  <a:pt x="505288" y="137075"/>
                </a:lnTo>
                <a:lnTo>
                  <a:pt x="504667" y="137090"/>
                </a:lnTo>
                <a:lnTo>
                  <a:pt x="504039" y="137096"/>
                </a:lnTo>
                <a:lnTo>
                  <a:pt x="503506" y="137091"/>
                </a:lnTo>
                <a:lnTo>
                  <a:pt x="502977" y="137076"/>
                </a:lnTo>
                <a:lnTo>
                  <a:pt x="502451" y="137052"/>
                </a:lnTo>
                <a:lnTo>
                  <a:pt x="501927" y="137019"/>
                </a:lnTo>
                <a:lnTo>
                  <a:pt x="501407" y="136976"/>
                </a:lnTo>
                <a:lnTo>
                  <a:pt x="500890" y="136923"/>
                </a:lnTo>
                <a:lnTo>
                  <a:pt x="500376" y="136861"/>
                </a:lnTo>
                <a:lnTo>
                  <a:pt x="499865" y="136789"/>
                </a:lnTo>
                <a:lnTo>
                  <a:pt x="499357" y="136707"/>
                </a:lnTo>
                <a:lnTo>
                  <a:pt x="498852" y="136616"/>
                </a:lnTo>
                <a:lnTo>
                  <a:pt x="498350" y="136515"/>
                </a:lnTo>
                <a:lnTo>
                  <a:pt x="497851" y="136405"/>
                </a:lnTo>
                <a:lnTo>
                  <a:pt x="497355" y="136285"/>
                </a:lnTo>
                <a:lnTo>
                  <a:pt x="496863" y="136155"/>
                </a:lnTo>
                <a:lnTo>
                  <a:pt x="496373" y="136016"/>
                </a:lnTo>
                <a:lnTo>
                  <a:pt x="495886" y="135868"/>
                </a:lnTo>
                <a:lnTo>
                  <a:pt x="495403" y="135709"/>
                </a:lnTo>
                <a:lnTo>
                  <a:pt x="494923" y="135542"/>
                </a:lnTo>
                <a:lnTo>
                  <a:pt x="494445" y="135364"/>
                </a:lnTo>
                <a:lnTo>
                  <a:pt x="493971" y="135177"/>
                </a:lnTo>
                <a:lnTo>
                  <a:pt x="493500" y="134980"/>
                </a:lnTo>
                <a:lnTo>
                  <a:pt x="493032" y="134774"/>
                </a:lnTo>
                <a:lnTo>
                  <a:pt x="492567" y="134558"/>
                </a:lnTo>
                <a:lnTo>
                  <a:pt x="492105" y="134333"/>
                </a:lnTo>
                <a:lnTo>
                  <a:pt x="491646" y="134097"/>
                </a:lnTo>
                <a:lnTo>
                  <a:pt x="491189" y="133850"/>
                </a:lnTo>
                <a:lnTo>
                  <a:pt x="490735" y="133592"/>
                </a:lnTo>
                <a:lnTo>
                  <a:pt x="490284" y="133323"/>
                </a:lnTo>
                <a:lnTo>
                  <a:pt x="489835" y="133043"/>
                </a:lnTo>
                <a:lnTo>
                  <a:pt x="489388" y="132751"/>
                </a:lnTo>
                <a:lnTo>
                  <a:pt x="488945" y="132449"/>
                </a:lnTo>
                <a:lnTo>
                  <a:pt x="488503" y="132135"/>
                </a:lnTo>
                <a:lnTo>
                  <a:pt x="488065" y="131810"/>
                </a:lnTo>
                <a:lnTo>
                  <a:pt x="487629" y="131475"/>
                </a:lnTo>
                <a:lnTo>
                  <a:pt x="487195" y="131127"/>
                </a:lnTo>
                <a:lnTo>
                  <a:pt x="486764" y="130769"/>
                </a:lnTo>
                <a:lnTo>
                  <a:pt x="486336" y="130400"/>
                </a:lnTo>
                <a:lnTo>
                  <a:pt x="485910" y="130020"/>
                </a:lnTo>
                <a:lnTo>
                  <a:pt x="485486" y="129628"/>
                </a:lnTo>
                <a:lnTo>
                  <a:pt x="485066" y="129225"/>
                </a:lnTo>
                <a:lnTo>
                  <a:pt x="484647" y="128812"/>
                </a:lnTo>
                <a:lnTo>
                  <a:pt x="484232" y="128387"/>
                </a:lnTo>
                <a:lnTo>
                  <a:pt x="483819" y="127951"/>
                </a:lnTo>
                <a:lnTo>
                  <a:pt x="483408" y="127503"/>
                </a:lnTo>
                <a:lnTo>
                  <a:pt x="483000" y="127045"/>
                </a:lnTo>
                <a:lnTo>
                  <a:pt x="482595" y="126576"/>
                </a:lnTo>
                <a:lnTo>
                  <a:pt x="482192" y="126095"/>
                </a:lnTo>
                <a:lnTo>
                  <a:pt x="481791" y="125603"/>
                </a:lnTo>
                <a:lnTo>
                  <a:pt x="476782" y="130981"/>
                </a:lnTo>
                <a:lnTo>
                  <a:pt x="477054" y="131359"/>
                </a:lnTo>
                <a:lnTo>
                  <a:pt x="477332" y="131732"/>
                </a:lnTo>
                <a:lnTo>
                  <a:pt x="477614" y="132099"/>
                </a:lnTo>
                <a:lnTo>
                  <a:pt x="477900" y="132462"/>
                </a:lnTo>
                <a:lnTo>
                  <a:pt x="478192" y="132819"/>
                </a:lnTo>
                <a:lnTo>
                  <a:pt x="478488" y="133170"/>
                </a:lnTo>
                <a:lnTo>
                  <a:pt x="478789" y="133517"/>
                </a:lnTo>
                <a:lnTo>
                  <a:pt x="479094" y="133858"/>
                </a:lnTo>
                <a:lnTo>
                  <a:pt x="479405" y="134194"/>
                </a:lnTo>
                <a:lnTo>
                  <a:pt x="479720" y="134525"/>
                </a:lnTo>
                <a:lnTo>
                  <a:pt x="480040" y="134851"/>
                </a:lnTo>
                <a:lnTo>
                  <a:pt x="480364" y="135171"/>
                </a:lnTo>
                <a:lnTo>
                  <a:pt x="480693" y="135486"/>
                </a:lnTo>
                <a:lnTo>
                  <a:pt x="481027" y="135796"/>
                </a:lnTo>
                <a:lnTo>
                  <a:pt x="481366" y="136100"/>
                </a:lnTo>
                <a:lnTo>
                  <a:pt x="481710" y="136400"/>
                </a:lnTo>
                <a:lnTo>
                  <a:pt x="482058" y="136694"/>
                </a:lnTo>
                <a:lnTo>
                  <a:pt x="482411" y="136983"/>
                </a:lnTo>
                <a:lnTo>
                  <a:pt x="482768" y="137266"/>
                </a:lnTo>
                <a:lnTo>
                  <a:pt x="483131" y="137545"/>
                </a:lnTo>
                <a:lnTo>
                  <a:pt x="483498" y="137818"/>
                </a:lnTo>
                <a:lnTo>
                  <a:pt x="483870" y="138086"/>
                </a:lnTo>
                <a:lnTo>
                  <a:pt x="484246" y="138348"/>
                </a:lnTo>
                <a:lnTo>
                  <a:pt x="484628" y="138606"/>
                </a:lnTo>
                <a:lnTo>
                  <a:pt x="485012" y="138858"/>
                </a:lnTo>
                <a:lnTo>
                  <a:pt x="485399" y="139104"/>
                </a:lnTo>
                <a:lnTo>
                  <a:pt x="485788" y="139345"/>
                </a:lnTo>
                <a:lnTo>
                  <a:pt x="486179" y="139581"/>
                </a:lnTo>
                <a:lnTo>
                  <a:pt x="486572" y="139811"/>
                </a:lnTo>
                <a:lnTo>
                  <a:pt x="486967" y="140035"/>
                </a:lnTo>
                <a:lnTo>
                  <a:pt x="487364" y="140254"/>
                </a:lnTo>
                <a:lnTo>
                  <a:pt x="487763" y="140468"/>
                </a:lnTo>
                <a:lnTo>
                  <a:pt x="488164" y="140676"/>
                </a:lnTo>
                <a:lnTo>
                  <a:pt x="488567" y="140878"/>
                </a:lnTo>
                <a:lnTo>
                  <a:pt x="488972" y="141075"/>
                </a:lnTo>
                <a:lnTo>
                  <a:pt x="489379" y="141267"/>
                </a:lnTo>
                <a:lnTo>
                  <a:pt x="489788" y="141453"/>
                </a:lnTo>
                <a:lnTo>
                  <a:pt x="490200" y="141633"/>
                </a:lnTo>
                <a:lnTo>
                  <a:pt x="490613" y="141809"/>
                </a:lnTo>
                <a:lnTo>
                  <a:pt x="491029" y="141978"/>
                </a:lnTo>
                <a:lnTo>
                  <a:pt x="491446" y="142142"/>
                </a:lnTo>
                <a:lnTo>
                  <a:pt x="491865" y="142301"/>
                </a:lnTo>
                <a:lnTo>
                  <a:pt x="492287" y="142454"/>
                </a:lnTo>
                <a:lnTo>
                  <a:pt x="492711" y="142601"/>
                </a:lnTo>
                <a:lnTo>
                  <a:pt x="493136" y="142743"/>
                </a:lnTo>
                <a:lnTo>
                  <a:pt x="493564" y="142880"/>
                </a:lnTo>
                <a:lnTo>
                  <a:pt x="493994" y="143011"/>
                </a:lnTo>
                <a:lnTo>
                  <a:pt x="494425" y="143136"/>
                </a:lnTo>
                <a:lnTo>
                  <a:pt x="494858" y="143256"/>
                </a:lnTo>
                <a:lnTo>
                  <a:pt x="495290" y="143372"/>
                </a:lnTo>
                <a:lnTo>
                  <a:pt x="495721" y="143482"/>
                </a:lnTo>
                <a:lnTo>
                  <a:pt x="496151" y="143586"/>
                </a:lnTo>
                <a:lnTo>
                  <a:pt x="496581" y="143686"/>
                </a:lnTo>
                <a:lnTo>
                  <a:pt x="497011" y="143781"/>
                </a:lnTo>
                <a:lnTo>
                  <a:pt x="497439" y="143870"/>
                </a:lnTo>
                <a:lnTo>
                  <a:pt x="497867" y="143955"/>
                </a:lnTo>
                <a:lnTo>
                  <a:pt x="498295" y="144034"/>
                </a:lnTo>
                <a:lnTo>
                  <a:pt x="498721" y="144108"/>
                </a:lnTo>
                <a:lnTo>
                  <a:pt x="499147" y="144177"/>
                </a:lnTo>
                <a:lnTo>
                  <a:pt x="499573" y="144241"/>
                </a:lnTo>
                <a:lnTo>
                  <a:pt x="499998" y="144300"/>
                </a:lnTo>
                <a:lnTo>
                  <a:pt x="500422" y="144354"/>
                </a:lnTo>
                <a:lnTo>
                  <a:pt x="500845" y="144402"/>
                </a:lnTo>
                <a:lnTo>
                  <a:pt x="501268" y="144446"/>
                </a:lnTo>
                <a:lnTo>
                  <a:pt x="501691" y="144484"/>
                </a:lnTo>
                <a:lnTo>
                  <a:pt x="502112" y="144518"/>
                </a:lnTo>
                <a:lnTo>
                  <a:pt x="502533" y="144546"/>
                </a:lnTo>
                <a:lnTo>
                  <a:pt x="502953" y="144569"/>
                </a:lnTo>
                <a:lnTo>
                  <a:pt x="503373" y="144587"/>
                </a:lnTo>
                <a:lnTo>
                  <a:pt x="503792" y="144599"/>
                </a:lnTo>
                <a:lnTo>
                  <a:pt x="504211" y="144607"/>
                </a:lnTo>
                <a:lnTo>
                  <a:pt x="504628" y="144610"/>
                </a:lnTo>
                <a:lnTo>
                  <a:pt x="505428" y="144603"/>
                </a:lnTo>
                <a:lnTo>
                  <a:pt x="506220" y="144582"/>
                </a:lnTo>
                <a:lnTo>
                  <a:pt x="507002" y="144548"/>
                </a:lnTo>
                <a:lnTo>
                  <a:pt x="507777" y="144500"/>
                </a:lnTo>
                <a:lnTo>
                  <a:pt x="508542" y="144439"/>
                </a:lnTo>
                <a:lnTo>
                  <a:pt x="509299" y="144364"/>
                </a:lnTo>
                <a:lnTo>
                  <a:pt x="510048" y="144275"/>
                </a:lnTo>
                <a:lnTo>
                  <a:pt x="510788" y="144173"/>
                </a:lnTo>
                <a:lnTo>
                  <a:pt x="511519" y="144057"/>
                </a:lnTo>
                <a:lnTo>
                  <a:pt x="512242" y="143927"/>
                </a:lnTo>
                <a:lnTo>
                  <a:pt x="512956" y="143784"/>
                </a:lnTo>
                <a:lnTo>
                  <a:pt x="513662" y="143627"/>
                </a:lnTo>
                <a:lnTo>
                  <a:pt x="514359" y="143456"/>
                </a:lnTo>
                <a:lnTo>
                  <a:pt x="515047" y="143272"/>
                </a:lnTo>
                <a:lnTo>
                  <a:pt x="515727" y="143074"/>
                </a:lnTo>
                <a:lnTo>
                  <a:pt x="516399" y="142862"/>
                </a:lnTo>
                <a:lnTo>
                  <a:pt x="517062" y="142637"/>
                </a:lnTo>
                <a:lnTo>
                  <a:pt x="517716" y="142398"/>
                </a:lnTo>
                <a:lnTo>
                  <a:pt x="518362" y="142145"/>
                </a:lnTo>
                <a:lnTo>
                  <a:pt x="518999" y="141879"/>
                </a:lnTo>
                <a:lnTo>
                  <a:pt x="519627" y="141599"/>
                </a:lnTo>
                <a:lnTo>
                  <a:pt x="520247" y="141306"/>
                </a:lnTo>
                <a:lnTo>
                  <a:pt x="520859" y="140998"/>
                </a:lnTo>
                <a:lnTo>
                  <a:pt x="521461" y="140678"/>
                </a:lnTo>
                <a:lnTo>
                  <a:pt x="522054" y="140344"/>
                </a:lnTo>
                <a:lnTo>
                  <a:pt x="522636" y="139998"/>
                </a:lnTo>
                <a:lnTo>
                  <a:pt x="523206" y="139640"/>
                </a:lnTo>
                <a:lnTo>
                  <a:pt x="523766" y="139270"/>
                </a:lnTo>
                <a:lnTo>
                  <a:pt x="524313" y="138887"/>
                </a:lnTo>
                <a:lnTo>
                  <a:pt x="524850" y="138492"/>
                </a:lnTo>
                <a:lnTo>
                  <a:pt x="525376" y="138085"/>
                </a:lnTo>
                <a:lnTo>
                  <a:pt x="525890" y="137666"/>
                </a:lnTo>
                <a:lnTo>
                  <a:pt x="526393" y="137234"/>
                </a:lnTo>
                <a:lnTo>
                  <a:pt x="526884" y="136790"/>
                </a:lnTo>
                <a:lnTo>
                  <a:pt x="527365" y="136334"/>
                </a:lnTo>
                <a:lnTo>
                  <a:pt x="527834" y="135866"/>
                </a:lnTo>
                <a:lnTo>
                  <a:pt x="528292" y="135385"/>
                </a:lnTo>
                <a:lnTo>
                  <a:pt x="528738" y="134892"/>
                </a:lnTo>
                <a:lnTo>
                  <a:pt x="529174" y="134387"/>
                </a:lnTo>
                <a:lnTo>
                  <a:pt x="529598" y="133869"/>
                </a:lnTo>
                <a:lnTo>
                  <a:pt x="530010" y="133340"/>
                </a:lnTo>
                <a:lnTo>
                  <a:pt x="530412" y="132798"/>
                </a:lnTo>
                <a:lnTo>
                  <a:pt x="530802" y="132244"/>
                </a:lnTo>
                <a:lnTo>
                  <a:pt x="531181" y="131677"/>
                </a:lnTo>
                <a:lnTo>
                  <a:pt x="531549" y="131099"/>
                </a:lnTo>
                <a:lnTo>
                  <a:pt x="531906" y="130508"/>
                </a:lnTo>
                <a:lnTo>
                  <a:pt x="532251" y="129904"/>
                </a:lnTo>
                <a:lnTo>
                  <a:pt x="532585" y="129289"/>
                </a:lnTo>
                <a:lnTo>
                  <a:pt x="532907" y="128663"/>
                </a:lnTo>
                <a:lnTo>
                  <a:pt x="533215" y="128027"/>
                </a:lnTo>
                <a:lnTo>
                  <a:pt x="533509" y="127381"/>
                </a:lnTo>
                <a:lnTo>
                  <a:pt x="533790" y="126725"/>
                </a:lnTo>
                <a:lnTo>
                  <a:pt x="534056" y="126059"/>
                </a:lnTo>
                <a:lnTo>
                  <a:pt x="534310" y="125384"/>
                </a:lnTo>
                <a:lnTo>
                  <a:pt x="534549" y="124699"/>
                </a:lnTo>
                <a:lnTo>
                  <a:pt x="534775" y="124004"/>
                </a:lnTo>
                <a:lnTo>
                  <a:pt x="534987" y="123299"/>
                </a:lnTo>
                <a:lnTo>
                  <a:pt x="535185" y="122584"/>
                </a:lnTo>
                <a:lnTo>
                  <a:pt x="535370" y="121860"/>
                </a:lnTo>
                <a:lnTo>
                  <a:pt x="535541" y="121125"/>
                </a:lnTo>
                <a:lnTo>
                  <a:pt x="535699" y="120381"/>
                </a:lnTo>
                <a:lnTo>
                  <a:pt x="535842" y="119627"/>
                </a:lnTo>
                <a:lnTo>
                  <a:pt x="535972" y="118863"/>
                </a:lnTo>
                <a:lnTo>
                  <a:pt x="536089" y="118090"/>
                </a:lnTo>
                <a:lnTo>
                  <a:pt x="536191" y="117306"/>
                </a:lnTo>
                <a:lnTo>
                  <a:pt x="536280" y="116513"/>
                </a:lnTo>
                <a:lnTo>
                  <a:pt x="536355" y="115710"/>
                </a:lnTo>
                <a:lnTo>
                  <a:pt x="536417" y="114897"/>
                </a:lnTo>
                <a:lnTo>
                  <a:pt x="536465" y="114074"/>
                </a:lnTo>
                <a:lnTo>
                  <a:pt x="536499" y="113241"/>
                </a:lnTo>
                <a:lnTo>
                  <a:pt x="536520" y="112399"/>
                </a:lnTo>
                <a:lnTo>
                  <a:pt x="536526" y="111547"/>
                </a:lnTo>
                <a:lnTo>
                  <a:pt x="536526" y="33445"/>
                </a:lnTo>
                <a:lnTo>
                  <a:pt x="528349" y="33445"/>
                </a:lnTo>
                <a:lnTo>
                  <a:pt x="527914" y="44918"/>
                </a:lnTo>
                <a:lnTo>
                  <a:pt x="527744" y="44654"/>
                </a:lnTo>
                <a:lnTo>
                  <a:pt x="527470" y="44244"/>
                </a:lnTo>
                <a:lnTo>
                  <a:pt x="527191" y="43840"/>
                </a:lnTo>
                <a:close/>
                <a:moveTo>
                  <a:pt x="526885" y="93703"/>
                </a:moveTo>
                <a:lnTo>
                  <a:pt x="526664" y="94123"/>
                </a:lnTo>
                <a:lnTo>
                  <a:pt x="526438" y="94539"/>
                </a:lnTo>
                <a:lnTo>
                  <a:pt x="526206" y="94952"/>
                </a:lnTo>
                <a:lnTo>
                  <a:pt x="525968" y="95363"/>
                </a:lnTo>
                <a:lnTo>
                  <a:pt x="525725" y="95769"/>
                </a:lnTo>
                <a:lnTo>
                  <a:pt x="525476" y="96173"/>
                </a:lnTo>
                <a:lnTo>
                  <a:pt x="525221" y="96572"/>
                </a:lnTo>
                <a:lnTo>
                  <a:pt x="524958" y="96964"/>
                </a:lnTo>
                <a:lnTo>
                  <a:pt x="524688" y="97350"/>
                </a:lnTo>
                <a:lnTo>
                  <a:pt x="524411" y="97728"/>
                </a:lnTo>
                <a:lnTo>
                  <a:pt x="524127" y="98101"/>
                </a:lnTo>
                <a:lnTo>
                  <a:pt x="523835" y="98466"/>
                </a:lnTo>
                <a:lnTo>
                  <a:pt x="523536" y="98825"/>
                </a:lnTo>
                <a:lnTo>
                  <a:pt x="523229" y="99177"/>
                </a:lnTo>
                <a:lnTo>
                  <a:pt x="522916" y="99523"/>
                </a:lnTo>
                <a:lnTo>
                  <a:pt x="522595" y="99862"/>
                </a:lnTo>
                <a:lnTo>
                  <a:pt x="522267" y="100194"/>
                </a:lnTo>
                <a:lnTo>
                  <a:pt x="521931" y="100520"/>
                </a:lnTo>
                <a:lnTo>
                  <a:pt x="521588" y="100838"/>
                </a:lnTo>
                <a:lnTo>
                  <a:pt x="521238" y="101151"/>
                </a:lnTo>
                <a:lnTo>
                  <a:pt x="520881" y="101456"/>
                </a:lnTo>
                <a:lnTo>
                  <a:pt x="520516" y="101756"/>
                </a:lnTo>
                <a:lnTo>
                  <a:pt x="520144" y="102048"/>
                </a:lnTo>
                <a:lnTo>
                  <a:pt x="519765" y="102334"/>
                </a:lnTo>
                <a:lnTo>
                  <a:pt x="519378" y="102613"/>
                </a:lnTo>
                <a:lnTo>
                  <a:pt x="518984" y="102885"/>
                </a:lnTo>
                <a:lnTo>
                  <a:pt x="518583" y="103151"/>
                </a:lnTo>
                <a:lnTo>
                  <a:pt x="518175" y="103410"/>
                </a:lnTo>
                <a:lnTo>
                  <a:pt x="517759" y="103662"/>
                </a:lnTo>
                <a:lnTo>
                  <a:pt x="517336" y="103908"/>
                </a:lnTo>
                <a:lnTo>
                  <a:pt x="516905" y="104146"/>
                </a:lnTo>
                <a:lnTo>
                  <a:pt x="516466" y="104373"/>
                </a:lnTo>
                <a:lnTo>
                  <a:pt x="516018" y="104590"/>
                </a:lnTo>
                <a:lnTo>
                  <a:pt x="515561" y="104797"/>
                </a:lnTo>
                <a:lnTo>
                  <a:pt x="515096" y="104994"/>
                </a:lnTo>
                <a:lnTo>
                  <a:pt x="514622" y="105181"/>
                </a:lnTo>
                <a:lnTo>
                  <a:pt x="514139" y="105358"/>
                </a:lnTo>
                <a:lnTo>
                  <a:pt x="513649" y="105525"/>
                </a:lnTo>
                <a:lnTo>
                  <a:pt x="513149" y="105681"/>
                </a:lnTo>
                <a:lnTo>
                  <a:pt x="512641" y="105828"/>
                </a:lnTo>
                <a:lnTo>
                  <a:pt x="512124" y="105964"/>
                </a:lnTo>
                <a:lnTo>
                  <a:pt x="511599" y="106091"/>
                </a:lnTo>
                <a:lnTo>
                  <a:pt x="511065" y="106207"/>
                </a:lnTo>
                <a:lnTo>
                  <a:pt x="510523" y="106313"/>
                </a:lnTo>
                <a:lnTo>
                  <a:pt x="509972" y="106409"/>
                </a:lnTo>
                <a:lnTo>
                  <a:pt x="509413" y="106495"/>
                </a:lnTo>
                <a:lnTo>
                  <a:pt x="508845" y="106571"/>
                </a:lnTo>
                <a:lnTo>
                  <a:pt x="508268" y="106636"/>
                </a:lnTo>
                <a:lnTo>
                  <a:pt x="507683" y="106692"/>
                </a:lnTo>
                <a:lnTo>
                  <a:pt x="507089" y="106737"/>
                </a:lnTo>
                <a:lnTo>
                  <a:pt x="506487" y="106773"/>
                </a:lnTo>
                <a:lnTo>
                  <a:pt x="505876" y="106798"/>
                </a:lnTo>
                <a:lnTo>
                  <a:pt x="505256" y="106813"/>
                </a:lnTo>
                <a:lnTo>
                  <a:pt x="504628" y="106818"/>
                </a:lnTo>
                <a:lnTo>
                  <a:pt x="504128" y="106814"/>
                </a:lnTo>
                <a:lnTo>
                  <a:pt x="503633" y="106801"/>
                </a:lnTo>
                <a:lnTo>
                  <a:pt x="503144" y="106780"/>
                </a:lnTo>
                <a:lnTo>
                  <a:pt x="502660" y="106750"/>
                </a:lnTo>
                <a:lnTo>
                  <a:pt x="502182" y="106711"/>
                </a:lnTo>
                <a:lnTo>
                  <a:pt x="501709" y="106664"/>
                </a:lnTo>
                <a:lnTo>
                  <a:pt x="501242" y="106608"/>
                </a:lnTo>
                <a:lnTo>
                  <a:pt x="500781" y="106544"/>
                </a:lnTo>
                <a:lnTo>
                  <a:pt x="500326" y="106471"/>
                </a:lnTo>
                <a:lnTo>
                  <a:pt x="499876" y="106390"/>
                </a:lnTo>
                <a:lnTo>
                  <a:pt x="499431" y="106300"/>
                </a:lnTo>
                <a:lnTo>
                  <a:pt x="498993" y="106201"/>
                </a:lnTo>
                <a:lnTo>
                  <a:pt x="498560" y="106094"/>
                </a:lnTo>
                <a:lnTo>
                  <a:pt x="498132" y="105978"/>
                </a:lnTo>
                <a:lnTo>
                  <a:pt x="497711" y="105854"/>
                </a:lnTo>
                <a:lnTo>
                  <a:pt x="497294" y="105721"/>
                </a:lnTo>
                <a:lnTo>
                  <a:pt x="496884" y="105580"/>
                </a:lnTo>
                <a:lnTo>
                  <a:pt x="496479" y="105430"/>
                </a:lnTo>
                <a:lnTo>
                  <a:pt x="496080" y="105271"/>
                </a:lnTo>
                <a:lnTo>
                  <a:pt x="495686" y="105104"/>
                </a:lnTo>
                <a:lnTo>
                  <a:pt x="495298" y="104929"/>
                </a:lnTo>
                <a:lnTo>
                  <a:pt x="494915" y="104744"/>
                </a:lnTo>
                <a:lnTo>
                  <a:pt x="494539" y="104552"/>
                </a:lnTo>
                <a:lnTo>
                  <a:pt x="494168" y="104350"/>
                </a:lnTo>
                <a:lnTo>
                  <a:pt x="493802" y="104141"/>
                </a:lnTo>
                <a:lnTo>
                  <a:pt x="493442" y="103925"/>
                </a:lnTo>
                <a:lnTo>
                  <a:pt x="493087" y="103702"/>
                </a:lnTo>
                <a:lnTo>
                  <a:pt x="492737" y="103472"/>
                </a:lnTo>
                <a:lnTo>
                  <a:pt x="492393" y="103236"/>
                </a:lnTo>
                <a:lnTo>
                  <a:pt x="492054" y="102992"/>
                </a:lnTo>
                <a:lnTo>
                  <a:pt x="491721" y="102741"/>
                </a:lnTo>
                <a:lnTo>
                  <a:pt x="491393" y="102484"/>
                </a:lnTo>
                <a:lnTo>
                  <a:pt x="491070" y="102220"/>
                </a:lnTo>
                <a:lnTo>
                  <a:pt x="490753" y="101948"/>
                </a:lnTo>
                <a:lnTo>
                  <a:pt x="490441" y="101670"/>
                </a:lnTo>
                <a:lnTo>
                  <a:pt x="490134" y="101385"/>
                </a:lnTo>
                <a:lnTo>
                  <a:pt x="489833" y="101093"/>
                </a:lnTo>
                <a:lnTo>
                  <a:pt x="489537" y="100794"/>
                </a:lnTo>
                <a:lnTo>
                  <a:pt x="489247" y="100488"/>
                </a:lnTo>
                <a:lnTo>
                  <a:pt x="488962" y="100176"/>
                </a:lnTo>
                <a:lnTo>
                  <a:pt x="488682" y="99856"/>
                </a:lnTo>
                <a:lnTo>
                  <a:pt x="488408" y="99530"/>
                </a:lnTo>
                <a:lnTo>
                  <a:pt x="488139" y="99196"/>
                </a:lnTo>
                <a:lnTo>
                  <a:pt x="487875" y="98856"/>
                </a:lnTo>
                <a:lnTo>
                  <a:pt x="487617" y="98509"/>
                </a:lnTo>
                <a:lnTo>
                  <a:pt x="487364" y="98154"/>
                </a:lnTo>
                <a:lnTo>
                  <a:pt x="487117" y="97793"/>
                </a:lnTo>
                <a:lnTo>
                  <a:pt x="486874" y="97425"/>
                </a:lnTo>
                <a:lnTo>
                  <a:pt x="486638" y="97051"/>
                </a:lnTo>
                <a:lnTo>
                  <a:pt x="486406" y="96672"/>
                </a:lnTo>
                <a:lnTo>
                  <a:pt x="486179" y="96288"/>
                </a:lnTo>
                <a:lnTo>
                  <a:pt x="485958" y="95898"/>
                </a:lnTo>
                <a:lnTo>
                  <a:pt x="485741" y="95503"/>
                </a:lnTo>
                <a:lnTo>
                  <a:pt x="485530" y="95103"/>
                </a:lnTo>
                <a:lnTo>
                  <a:pt x="485324" y="94697"/>
                </a:lnTo>
                <a:lnTo>
                  <a:pt x="485123" y="94286"/>
                </a:lnTo>
                <a:lnTo>
                  <a:pt x="484927" y="93870"/>
                </a:lnTo>
                <a:lnTo>
                  <a:pt x="484736" y="93449"/>
                </a:lnTo>
                <a:lnTo>
                  <a:pt x="484550" y="93023"/>
                </a:lnTo>
                <a:lnTo>
                  <a:pt x="484370" y="92591"/>
                </a:lnTo>
                <a:lnTo>
                  <a:pt x="484194" y="92154"/>
                </a:lnTo>
                <a:lnTo>
                  <a:pt x="484024" y="91712"/>
                </a:lnTo>
                <a:lnTo>
                  <a:pt x="483859" y="91264"/>
                </a:lnTo>
                <a:lnTo>
                  <a:pt x="483699" y="90812"/>
                </a:lnTo>
                <a:lnTo>
                  <a:pt x="483544" y="90354"/>
                </a:lnTo>
                <a:lnTo>
                  <a:pt x="483394" y="89891"/>
                </a:lnTo>
                <a:lnTo>
                  <a:pt x="483249" y="89422"/>
                </a:lnTo>
                <a:lnTo>
                  <a:pt x="483109" y="88949"/>
                </a:lnTo>
                <a:lnTo>
                  <a:pt x="482975" y="88470"/>
                </a:lnTo>
                <a:lnTo>
                  <a:pt x="482845" y="87986"/>
                </a:lnTo>
                <a:lnTo>
                  <a:pt x="482721" y="87496"/>
                </a:lnTo>
                <a:lnTo>
                  <a:pt x="482602" y="87002"/>
                </a:lnTo>
                <a:lnTo>
                  <a:pt x="482488" y="86503"/>
                </a:lnTo>
                <a:lnTo>
                  <a:pt x="482378" y="86000"/>
                </a:lnTo>
                <a:lnTo>
                  <a:pt x="482274" y="85495"/>
                </a:lnTo>
                <a:lnTo>
                  <a:pt x="482174" y="84986"/>
                </a:lnTo>
                <a:lnTo>
                  <a:pt x="482079" y="84474"/>
                </a:lnTo>
                <a:lnTo>
                  <a:pt x="481989" y="83958"/>
                </a:lnTo>
                <a:lnTo>
                  <a:pt x="481904" y="83439"/>
                </a:lnTo>
                <a:lnTo>
                  <a:pt x="481824" y="82917"/>
                </a:lnTo>
                <a:lnTo>
                  <a:pt x="481749" y="82392"/>
                </a:lnTo>
                <a:lnTo>
                  <a:pt x="481678" y="81863"/>
                </a:lnTo>
                <a:lnTo>
                  <a:pt x="481613" y="81331"/>
                </a:lnTo>
                <a:lnTo>
                  <a:pt x="481552" y="80795"/>
                </a:lnTo>
                <a:lnTo>
                  <a:pt x="481496" y="80256"/>
                </a:lnTo>
                <a:lnTo>
                  <a:pt x="481445" y="79714"/>
                </a:lnTo>
                <a:lnTo>
                  <a:pt x="481399" y="79169"/>
                </a:lnTo>
                <a:lnTo>
                  <a:pt x="481358" y="78620"/>
                </a:lnTo>
                <a:lnTo>
                  <a:pt x="481321" y="78068"/>
                </a:lnTo>
                <a:lnTo>
                  <a:pt x="481290" y="77512"/>
                </a:lnTo>
                <a:lnTo>
                  <a:pt x="481263" y="76953"/>
                </a:lnTo>
                <a:lnTo>
                  <a:pt x="481241" y="76391"/>
                </a:lnTo>
                <a:lnTo>
                  <a:pt x="481224" y="75826"/>
                </a:lnTo>
                <a:lnTo>
                  <a:pt x="481212" y="75257"/>
                </a:lnTo>
                <a:lnTo>
                  <a:pt x="481204" y="74685"/>
                </a:lnTo>
                <a:lnTo>
                  <a:pt x="481202" y="74110"/>
                </a:lnTo>
                <a:lnTo>
                  <a:pt x="481202" y="72563"/>
                </a:lnTo>
                <a:lnTo>
                  <a:pt x="481204" y="71981"/>
                </a:lnTo>
                <a:lnTo>
                  <a:pt x="481212" y="71403"/>
                </a:lnTo>
                <a:lnTo>
                  <a:pt x="481224" y="70829"/>
                </a:lnTo>
                <a:lnTo>
                  <a:pt x="481241" y="70258"/>
                </a:lnTo>
                <a:lnTo>
                  <a:pt x="481263" y="69691"/>
                </a:lnTo>
                <a:lnTo>
                  <a:pt x="481290" y="69128"/>
                </a:lnTo>
                <a:lnTo>
                  <a:pt x="481321" y="68568"/>
                </a:lnTo>
                <a:lnTo>
                  <a:pt x="481358" y="68012"/>
                </a:lnTo>
                <a:lnTo>
                  <a:pt x="481399" y="67459"/>
                </a:lnTo>
                <a:lnTo>
                  <a:pt x="481445" y="66910"/>
                </a:lnTo>
                <a:lnTo>
                  <a:pt x="481496" y="66364"/>
                </a:lnTo>
                <a:lnTo>
                  <a:pt x="481552" y="65822"/>
                </a:lnTo>
                <a:lnTo>
                  <a:pt x="481613" y="65284"/>
                </a:lnTo>
                <a:lnTo>
                  <a:pt x="481678" y="64749"/>
                </a:lnTo>
                <a:lnTo>
                  <a:pt x="481749" y="64217"/>
                </a:lnTo>
                <a:lnTo>
                  <a:pt x="481824" y="63690"/>
                </a:lnTo>
                <a:lnTo>
                  <a:pt x="481904" y="63166"/>
                </a:lnTo>
                <a:lnTo>
                  <a:pt x="481989" y="62645"/>
                </a:lnTo>
                <a:lnTo>
                  <a:pt x="482079" y="62128"/>
                </a:lnTo>
                <a:lnTo>
                  <a:pt x="482174" y="61615"/>
                </a:lnTo>
                <a:lnTo>
                  <a:pt x="482274" y="61105"/>
                </a:lnTo>
                <a:lnTo>
                  <a:pt x="482378" y="60599"/>
                </a:lnTo>
                <a:lnTo>
                  <a:pt x="482488" y="60096"/>
                </a:lnTo>
                <a:lnTo>
                  <a:pt x="482602" y="59597"/>
                </a:lnTo>
                <a:lnTo>
                  <a:pt x="482721" y="59103"/>
                </a:lnTo>
                <a:lnTo>
                  <a:pt x="482845" y="58613"/>
                </a:lnTo>
                <a:lnTo>
                  <a:pt x="482975" y="58129"/>
                </a:lnTo>
                <a:lnTo>
                  <a:pt x="483109" y="57650"/>
                </a:lnTo>
                <a:lnTo>
                  <a:pt x="483249" y="57176"/>
                </a:lnTo>
                <a:lnTo>
                  <a:pt x="483394" y="56708"/>
                </a:lnTo>
                <a:lnTo>
                  <a:pt x="483544" y="56245"/>
                </a:lnTo>
                <a:lnTo>
                  <a:pt x="483699" y="55787"/>
                </a:lnTo>
                <a:lnTo>
                  <a:pt x="483859" y="55334"/>
                </a:lnTo>
                <a:lnTo>
                  <a:pt x="484024" y="54887"/>
                </a:lnTo>
                <a:lnTo>
                  <a:pt x="484194" y="54445"/>
                </a:lnTo>
                <a:lnTo>
                  <a:pt x="484370" y="54008"/>
                </a:lnTo>
                <a:lnTo>
                  <a:pt x="484550" y="53576"/>
                </a:lnTo>
                <a:lnTo>
                  <a:pt x="484736" y="53149"/>
                </a:lnTo>
                <a:lnTo>
                  <a:pt x="484927" y="52728"/>
                </a:lnTo>
                <a:lnTo>
                  <a:pt x="485123" y="52312"/>
                </a:lnTo>
                <a:lnTo>
                  <a:pt x="485324" y="51901"/>
                </a:lnTo>
                <a:lnTo>
                  <a:pt x="485530" y="51496"/>
                </a:lnTo>
                <a:lnTo>
                  <a:pt x="485741" y="51096"/>
                </a:lnTo>
                <a:lnTo>
                  <a:pt x="485958" y="50701"/>
                </a:lnTo>
                <a:lnTo>
                  <a:pt x="486179" y="50311"/>
                </a:lnTo>
                <a:lnTo>
                  <a:pt x="486406" y="49926"/>
                </a:lnTo>
                <a:lnTo>
                  <a:pt x="486638" y="49547"/>
                </a:lnTo>
                <a:lnTo>
                  <a:pt x="486874" y="49173"/>
                </a:lnTo>
                <a:lnTo>
                  <a:pt x="487117" y="48805"/>
                </a:lnTo>
                <a:lnTo>
                  <a:pt x="487364" y="48444"/>
                </a:lnTo>
                <a:lnTo>
                  <a:pt x="487617" y="48089"/>
                </a:lnTo>
                <a:lnTo>
                  <a:pt x="487876" y="47742"/>
                </a:lnTo>
                <a:lnTo>
                  <a:pt x="488140" y="47401"/>
                </a:lnTo>
                <a:lnTo>
                  <a:pt x="488410" y="47067"/>
                </a:lnTo>
                <a:lnTo>
                  <a:pt x="488685" y="46739"/>
                </a:lnTo>
                <a:lnTo>
                  <a:pt x="488966" y="46419"/>
                </a:lnTo>
                <a:lnTo>
                  <a:pt x="489252" y="46105"/>
                </a:lnTo>
                <a:lnTo>
                  <a:pt x="489544" y="45798"/>
                </a:lnTo>
                <a:lnTo>
                  <a:pt x="489841" y="45498"/>
                </a:lnTo>
                <a:lnTo>
                  <a:pt x="490143" y="45204"/>
                </a:lnTo>
                <a:lnTo>
                  <a:pt x="490452" y="44918"/>
                </a:lnTo>
                <a:lnTo>
                  <a:pt x="490765" y="44638"/>
                </a:lnTo>
                <a:lnTo>
                  <a:pt x="491084" y="44365"/>
                </a:lnTo>
                <a:lnTo>
                  <a:pt x="491409" y="44098"/>
                </a:lnTo>
                <a:lnTo>
                  <a:pt x="491739" y="43839"/>
                </a:lnTo>
                <a:lnTo>
                  <a:pt x="492075" y="43586"/>
                </a:lnTo>
                <a:lnTo>
                  <a:pt x="492416" y="43340"/>
                </a:lnTo>
                <a:lnTo>
                  <a:pt x="492763" y="43101"/>
                </a:lnTo>
                <a:lnTo>
                  <a:pt x="493115" y="42868"/>
                </a:lnTo>
                <a:lnTo>
                  <a:pt x="493473" y="42643"/>
                </a:lnTo>
                <a:lnTo>
                  <a:pt x="493836" y="42424"/>
                </a:lnTo>
                <a:lnTo>
                  <a:pt x="494204" y="42212"/>
                </a:lnTo>
                <a:lnTo>
                  <a:pt x="494579" y="42007"/>
                </a:lnTo>
                <a:lnTo>
                  <a:pt x="494959" y="41812"/>
                </a:lnTo>
                <a:lnTo>
                  <a:pt x="495345" y="41625"/>
                </a:lnTo>
                <a:lnTo>
                  <a:pt x="495736" y="41446"/>
                </a:lnTo>
                <a:lnTo>
                  <a:pt x="496133" y="41277"/>
                </a:lnTo>
                <a:lnTo>
                  <a:pt x="496536" y="41116"/>
                </a:lnTo>
                <a:lnTo>
                  <a:pt x="496945" y="40964"/>
                </a:lnTo>
                <a:lnTo>
                  <a:pt x="497360" y="40820"/>
                </a:lnTo>
                <a:lnTo>
                  <a:pt x="497780" y="40685"/>
                </a:lnTo>
                <a:lnTo>
                  <a:pt x="498206" y="40559"/>
                </a:lnTo>
                <a:lnTo>
                  <a:pt x="498638" y="40442"/>
                </a:lnTo>
                <a:lnTo>
                  <a:pt x="499076" y="40333"/>
                </a:lnTo>
                <a:lnTo>
                  <a:pt x="499519" y="40233"/>
                </a:lnTo>
                <a:lnTo>
                  <a:pt x="499968" y="40142"/>
                </a:lnTo>
                <a:lnTo>
                  <a:pt x="500423" y="40059"/>
                </a:lnTo>
                <a:lnTo>
                  <a:pt x="500884" y="39985"/>
                </a:lnTo>
                <a:lnTo>
                  <a:pt x="501350" y="39920"/>
                </a:lnTo>
                <a:lnTo>
                  <a:pt x="501822" y="39863"/>
                </a:lnTo>
                <a:lnTo>
                  <a:pt x="502300" y="39816"/>
                </a:lnTo>
                <a:lnTo>
                  <a:pt x="502784" y="39776"/>
                </a:lnTo>
                <a:lnTo>
                  <a:pt x="503273" y="39746"/>
                </a:lnTo>
                <a:lnTo>
                  <a:pt x="503768" y="39724"/>
                </a:lnTo>
                <a:lnTo>
                  <a:pt x="504269" y="39711"/>
                </a:lnTo>
                <a:lnTo>
                  <a:pt x="504776" y="39707"/>
                </a:lnTo>
                <a:lnTo>
                  <a:pt x="505300" y="39711"/>
                </a:lnTo>
                <a:lnTo>
                  <a:pt x="505818" y="39721"/>
                </a:lnTo>
                <a:lnTo>
                  <a:pt x="506330" y="39740"/>
                </a:lnTo>
                <a:lnTo>
                  <a:pt x="506834" y="39765"/>
                </a:lnTo>
                <a:lnTo>
                  <a:pt x="507332" y="39798"/>
                </a:lnTo>
                <a:lnTo>
                  <a:pt x="507824" y="39838"/>
                </a:lnTo>
                <a:lnTo>
                  <a:pt x="508308" y="39885"/>
                </a:lnTo>
                <a:lnTo>
                  <a:pt x="508787" y="39940"/>
                </a:lnTo>
                <a:lnTo>
                  <a:pt x="509258" y="40002"/>
                </a:lnTo>
                <a:lnTo>
                  <a:pt x="509723" y="40071"/>
                </a:lnTo>
                <a:lnTo>
                  <a:pt x="510181" y="40148"/>
                </a:lnTo>
                <a:lnTo>
                  <a:pt x="510632" y="40232"/>
                </a:lnTo>
                <a:lnTo>
                  <a:pt x="511077" y="40323"/>
                </a:lnTo>
                <a:lnTo>
                  <a:pt x="511515" y="40421"/>
                </a:lnTo>
                <a:lnTo>
                  <a:pt x="511947" y="40527"/>
                </a:lnTo>
                <a:lnTo>
                  <a:pt x="512372" y="40640"/>
                </a:lnTo>
                <a:lnTo>
                  <a:pt x="512790" y="40760"/>
                </a:lnTo>
                <a:lnTo>
                  <a:pt x="513201" y="40888"/>
                </a:lnTo>
                <a:lnTo>
                  <a:pt x="513606" y="41023"/>
                </a:lnTo>
                <a:lnTo>
                  <a:pt x="514005" y="41165"/>
                </a:lnTo>
                <a:lnTo>
                  <a:pt x="514396" y="41314"/>
                </a:lnTo>
                <a:lnTo>
                  <a:pt x="514781" y="41471"/>
                </a:lnTo>
                <a:lnTo>
                  <a:pt x="515160" y="41635"/>
                </a:lnTo>
                <a:lnTo>
                  <a:pt x="515531" y="41806"/>
                </a:lnTo>
                <a:lnTo>
                  <a:pt x="515897" y="41984"/>
                </a:lnTo>
                <a:lnTo>
                  <a:pt x="516257" y="42166"/>
                </a:lnTo>
                <a:lnTo>
                  <a:pt x="516613" y="42352"/>
                </a:lnTo>
                <a:lnTo>
                  <a:pt x="516963" y="42543"/>
                </a:lnTo>
                <a:lnTo>
                  <a:pt x="517307" y="42739"/>
                </a:lnTo>
                <a:lnTo>
                  <a:pt x="517647" y="42939"/>
                </a:lnTo>
                <a:lnTo>
                  <a:pt x="517981" y="43144"/>
                </a:lnTo>
                <a:lnTo>
                  <a:pt x="518310" y="43353"/>
                </a:lnTo>
                <a:lnTo>
                  <a:pt x="518634" y="43568"/>
                </a:lnTo>
                <a:lnTo>
                  <a:pt x="518952" y="43786"/>
                </a:lnTo>
                <a:lnTo>
                  <a:pt x="519266" y="44010"/>
                </a:lnTo>
                <a:lnTo>
                  <a:pt x="519574" y="44237"/>
                </a:lnTo>
                <a:lnTo>
                  <a:pt x="519876" y="44470"/>
                </a:lnTo>
                <a:lnTo>
                  <a:pt x="520174" y="44707"/>
                </a:lnTo>
                <a:lnTo>
                  <a:pt x="520466" y="44949"/>
                </a:lnTo>
                <a:lnTo>
                  <a:pt x="520753" y="45195"/>
                </a:lnTo>
                <a:lnTo>
                  <a:pt x="521035" y="45446"/>
                </a:lnTo>
                <a:lnTo>
                  <a:pt x="521312" y="45702"/>
                </a:lnTo>
                <a:lnTo>
                  <a:pt x="521583" y="45962"/>
                </a:lnTo>
                <a:lnTo>
                  <a:pt x="521849" y="46226"/>
                </a:lnTo>
                <a:lnTo>
                  <a:pt x="522110" y="46496"/>
                </a:lnTo>
                <a:lnTo>
                  <a:pt x="522366" y="46770"/>
                </a:lnTo>
                <a:lnTo>
                  <a:pt x="522616" y="47048"/>
                </a:lnTo>
                <a:lnTo>
                  <a:pt x="522861" y="47331"/>
                </a:lnTo>
                <a:lnTo>
                  <a:pt x="523101" y="47618"/>
                </a:lnTo>
                <a:lnTo>
                  <a:pt x="523337" y="47907"/>
                </a:lnTo>
                <a:lnTo>
                  <a:pt x="523569" y="48198"/>
                </a:lnTo>
                <a:lnTo>
                  <a:pt x="523796" y="48491"/>
                </a:lnTo>
                <a:lnTo>
                  <a:pt x="524019" y="48786"/>
                </a:lnTo>
                <a:lnTo>
                  <a:pt x="524238" y="49083"/>
                </a:lnTo>
                <a:lnTo>
                  <a:pt x="524452" y="49383"/>
                </a:lnTo>
                <a:lnTo>
                  <a:pt x="524662" y="49685"/>
                </a:lnTo>
                <a:lnTo>
                  <a:pt x="524867" y="49989"/>
                </a:lnTo>
                <a:lnTo>
                  <a:pt x="525069" y="50295"/>
                </a:lnTo>
                <a:lnTo>
                  <a:pt x="525265" y="50603"/>
                </a:lnTo>
                <a:lnTo>
                  <a:pt x="525458" y="50914"/>
                </a:lnTo>
                <a:lnTo>
                  <a:pt x="525646" y="51226"/>
                </a:lnTo>
                <a:lnTo>
                  <a:pt x="525830" y="51541"/>
                </a:lnTo>
                <a:lnTo>
                  <a:pt x="526009" y="51858"/>
                </a:lnTo>
                <a:lnTo>
                  <a:pt x="526184" y="52177"/>
                </a:lnTo>
                <a:lnTo>
                  <a:pt x="526355" y="52499"/>
                </a:lnTo>
                <a:lnTo>
                  <a:pt x="526521" y="52822"/>
                </a:lnTo>
                <a:lnTo>
                  <a:pt x="526684" y="53148"/>
                </a:lnTo>
                <a:lnTo>
                  <a:pt x="526841" y="53476"/>
                </a:lnTo>
                <a:lnTo>
                  <a:pt x="526995" y="53806"/>
                </a:lnTo>
                <a:lnTo>
                  <a:pt x="527144" y="54138"/>
                </a:lnTo>
                <a:lnTo>
                  <a:pt x="527288" y="54472"/>
                </a:lnTo>
                <a:lnTo>
                  <a:pt x="527429" y="54809"/>
                </a:lnTo>
                <a:lnTo>
                  <a:pt x="527565" y="55146"/>
                </a:lnTo>
                <a:lnTo>
                  <a:pt x="527686" y="55451"/>
                </a:lnTo>
                <a:lnTo>
                  <a:pt x="527686" y="92048"/>
                </a:lnTo>
                <a:lnTo>
                  <a:pt x="527514" y="92425"/>
                </a:lnTo>
                <a:lnTo>
                  <a:pt x="527310" y="92854"/>
                </a:lnTo>
                <a:lnTo>
                  <a:pt x="527100" y="93280"/>
                </a:lnTo>
                <a:lnTo>
                  <a:pt x="526885" y="93703"/>
                </a:lnTo>
                <a:close/>
                <a:moveTo>
                  <a:pt x="620350" y="65812"/>
                </a:moveTo>
                <a:lnTo>
                  <a:pt x="620318" y="65166"/>
                </a:lnTo>
                <a:lnTo>
                  <a:pt x="620278" y="64524"/>
                </a:lnTo>
                <a:lnTo>
                  <a:pt x="620232" y="63886"/>
                </a:lnTo>
                <a:lnTo>
                  <a:pt x="620178" y="63254"/>
                </a:lnTo>
                <a:lnTo>
                  <a:pt x="620117" y="62626"/>
                </a:lnTo>
                <a:lnTo>
                  <a:pt x="620049" y="62003"/>
                </a:lnTo>
                <a:lnTo>
                  <a:pt x="619974" y="61384"/>
                </a:lnTo>
                <a:lnTo>
                  <a:pt x="619892" y="60771"/>
                </a:lnTo>
                <a:lnTo>
                  <a:pt x="619802" y="60162"/>
                </a:lnTo>
                <a:lnTo>
                  <a:pt x="619706" y="59557"/>
                </a:lnTo>
                <a:lnTo>
                  <a:pt x="619602" y="58958"/>
                </a:lnTo>
                <a:lnTo>
                  <a:pt x="619491" y="58363"/>
                </a:lnTo>
                <a:lnTo>
                  <a:pt x="619372" y="57773"/>
                </a:lnTo>
                <a:lnTo>
                  <a:pt x="619247" y="57188"/>
                </a:lnTo>
                <a:lnTo>
                  <a:pt x="619115" y="56607"/>
                </a:lnTo>
                <a:lnTo>
                  <a:pt x="618975" y="56031"/>
                </a:lnTo>
                <a:lnTo>
                  <a:pt x="618828" y="55460"/>
                </a:lnTo>
                <a:lnTo>
                  <a:pt x="618674" y="54894"/>
                </a:lnTo>
                <a:lnTo>
                  <a:pt x="618513" y="54332"/>
                </a:lnTo>
                <a:lnTo>
                  <a:pt x="618345" y="53775"/>
                </a:lnTo>
                <a:lnTo>
                  <a:pt x="618169" y="53224"/>
                </a:lnTo>
                <a:lnTo>
                  <a:pt x="617987" y="52678"/>
                </a:lnTo>
                <a:lnTo>
                  <a:pt x="617798" y="52139"/>
                </a:lnTo>
                <a:lnTo>
                  <a:pt x="617602" y="51606"/>
                </a:lnTo>
                <a:lnTo>
                  <a:pt x="617399" y="51079"/>
                </a:lnTo>
                <a:lnTo>
                  <a:pt x="617189" y="50558"/>
                </a:lnTo>
                <a:lnTo>
                  <a:pt x="616972" y="50043"/>
                </a:lnTo>
                <a:lnTo>
                  <a:pt x="616749" y="49534"/>
                </a:lnTo>
                <a:lnTo>
                  <a:pt x="616518" y="49032"/>
                </a:lnTo>
                <a:lnTo>
                  <a:pt x="616280" y="48535"/>
                </a:lnTo>
                <a:lnTo>
                  <a:pt x="616036" y="48045"/>
                </a:lnTo>
                <a:lnTo>
                  <a:pt x="615785" y="47561"/>
                </a:lnTo>
                <a:lnTo>
                  <a:pt x="615527" y="47083"/>
                </a:lnTo>
                <a:lnTo>
                  <a:pt x="615261" y="46611"/>
                </a:lnTo>
                <a:lnTo>
                  <a:pt x="614989" y="46146"/>
                </a:lnTo>
                <a:lnTo>
                  <a:pt x="614710" y="45686"/>
                </a:lnTo>
                <a:lnTo>
                  <a:pt x="614425" y="45233"/>
                </a:lnTo>
                <a:lnTo>
                  <a:pt x="614132" y="44785"/>
                </a:lnTo>
                <a:lnTo>
                  <a:pt x="613832" y="44344"/>
                </a:lnTo>
                <a:lnTo>
                  <a:pt x="613526" y="43909"/>
                </a:lnTo>
                <a:lnTo>
                  <a:pt x="613212" y="43480"/>
                </a:lnTo>
                <a:lnTo>
                  <a:pt x="612892" y="43057"/>
                </a:lnTo>
                <a:lnTo>
                  <a:pt x="612564" y="42641"/>
                </a:lnTo>
                <a:lnTo>
                  <a:pt x="612230" y="42230"/>
                </a:lnTo>
                <a:lnTo>
                  <a:pt x="611890" y="41826"/>
                </a:lnTo>
                <a:lnTo>
                  <a:pt x="611542" y="41430"/>
                </a:lnTo>
                <a:lnTo>
                  <a:pt x="611189" y="41042"/>
                </a:lnTo>
                <a:lnTo>
                  <a:pt x="610830" y="40661"/>
                </a:lnTo>
                <a:lnTo>
                  <a:pt x="610464" y="40288"/>
                </a:lnTo>
                <a:lnTo>
                  <a:pt x="610092" y="39923"/>
                </a:lnTo>
                <a:lnTo>
                  <a:pt x="609713" y="39565"/>
                </a:lnTo>
                <a:lnTo>
                  <a:pt x="609329" y="39215"/>
                </a:lnTo>
                <a:lnTo>
                  <a:pt x="608938" y="38873"/>
                </a:lnTo>
                <a:lnTo>
                  <a:pt x="608541" y="38538"/>
                </a:lnTo>
                <a:lnTo>
                  <a:pt x="608137" y="38211"/>
                </a:lnTo>
                <a:lnTo>
                  <a:pt x="607727" y="37892"/>
                </a:lnTo>
                <a:lnTo>
                  <a:pt x="607311" y="37580"/>
                </a:lnTo>
                <a:lnTo>
                  <a:pt x="606889" y="37276"/>
                </a:lnTo>
                <a:lnTo>
                  <a:pt x="606461" y="36979"/>
                </a:lnTo>
                <a:lnTo>
                  <a:pt x="606026" y="36691"/>
                </a:lnTo>
                <a:lnTo>
                  <a:pt x="605585" y="36409"/>
                </a:lnTo>
                <a:lnTo>
                  <a:pt x="605137" y="36136"/>
                </a:lnTo>
                <a:lnTo>
                  <a:pt x="604684" y="35870"/>
                </a:lnTo>
                <a:lnTo>
                  <a:pt x="604224" y="35612"/>
                </a:lnTo>
                <a:lnTo>
                  <a:pt x="603758" y="35362"/>
                </a:lnTo>
                <a:lnTo>
                  <a:pt x="603286" y="35119"/>
                </a:lnTo>
                <a:lnTo>
                  <a:pt x="602807" y="34884"/>
                </a:lnTo>
                <a:lnTo>
                  <a:pt x="602322" y="34656"/>
                </a:lnTo>
                <a:lnTo>
                  <a:pt x="601831" y="34437"/>
                </a:lnTo>
                <a:lnTo>
                  <a:pt x="601334" y="34227"/>
                </a:lnTo>
                <a:lnTo>
                  <a:pt x="600831" y="34027"/>
                </a:lnTo>
                <a:lnTo>
                  <a:pt x="600322" y="33836"/>
                </a:lnTo>
                <a:lnTo>
                  <a:pt x="599807" y="33654"/>
                </a:lnTo>
                <a:lnTo>
                  <a:pt x="599286" y="33482"/>
                </a:lnTo>
                <a:lnTo>
                  <a:pt x="598758" y="33319"/>
                </a:lnTo>
                <a:lnTo>
                  <a:pt x="598225" y="33165"/>
                </a:lnTo>
                <a:lnTo>
                  <a:pt x="597686" y="33020"/>
                </a:lnTo>
                <a:lnTo>
                  <a:pt x="597141" y="32885"/>
                </a:lnTo>
                <a:lnTo>
                  <a:pt x="596590" y="32759"/>
                </a:lnTo>
                <a:lnTo>
                  <a:pt x="596033" y="32643"/>
                </a:lnTo>
                <a:lnTo>
                  <a:pt x="595469" y="32536"/>
                </a:lnTo>
                <a:lnTo>
                  <a:pt x="594900" y="32438"/>
                </a:lnTo>
                <a:lnTo>
                  <a:pt x="594325" y="32349"/>
                </a:lnTo>
                <a:lnTo>
                  <a:pt x="593744" y="32270"/>
                </a:lnTo>
                <a:lnTo>
                  <a:pt x="593157" y="32200"/>
                </a:lnTo>
                <a:lnTo>
                  <a:pt x="592563" y="32140"/>
                </a:lnTo>
                <a:lnTo>
                  <a:pt x="591964" y="32088"/>
                </a:lnTo>
                <a:lnTo>
                  <a:pt x="591359" y="32046"/>
                </a:lnTo>
                <a:lnTo>
                  <a:pt x="590748" y="32014"/>
                </a:lnTo>
                <a:lnTo>
                  <a:pt x="590130" y="31990"/>
                </a:lnTo>
                <a:lnTo>
                  <a:pt x="589507" y="31976"/>
                </a:lnTo>
                <a:lnTo>
                  <a:pt x="588878" y="31972"/>
                </a:lnTo>
                <a:lnTo>
                  <a:pt x="588308" y="31977"/>
                </a:lnTo>
                <a:lnTo>
                  <a:pt x="587741" y="31991"/>
                </a:lnTo>
                <a:lnTo>
                  <a:pt x="587176" y="32016"/>
                </a:lnTo>
                <a:lnTo>
                  <a:pt x="586613" y="32050"/>
                </a:lnTo>
                <a:lnTo>
                  <a:pt x="586053" y="32093"/>
                </a:lnTo>
                <a:lnTo>
                  <a:pt x="585496" y="32147"/>
                </a:lnTo>
                <a:lnTo>
                  <a:pt x="584941" y="32210"/>
                </a:lnTo>
                <a:lnTo>
                  <a:pt x="584388" y="32283"/>
                </a:lnTo>
                <a:lnTo>
                  <a:pt x="583838" y="32365"/>
                </a:lnTo>
                <a:lnTo>
                  <a:pt x="583290" y="32458"/>
                </a:lnTo>
                <a:lnTo>
                  <a:pt x="582745" y="32560"/>
                </a:lnTo>
                <a:lnTo>
                  <a:pt x="582202" y="32672"/>
                </a:lnTo>
                <a:lnTo>
                  <a:pt x="581661" y="32793"/>
                </a:lnTo>
                <a:lnTo>
                  <a:pt x="581123" y="32924"/>
                </a:lnTo>
                <a:lnTo>
                  <a:pt x="580587" y="33065"/>
                </a:lnTo>
                <a:lnTo>
                  <a:pt x="580054" y="33216"/>
                </a:lnTo>
                <a:lnTo>
                  <a:pt x="579523" y="33376"/>
                </a:lnTo>
                <a:lnTo>
                  <a:pt x="578995" y="33546"/>
                </a:lnTo>
                <a:lnTo>
                  <a:pt x="578469" y="33726"/>
                </a:lnTo>
                <a:lnTo>
                  <a:pt x="577945" y="33916"/>
                </a:lnTo>
                <a:lnTo>
                  <a:pt x="577424" y="34115"/>
                </a:lnTo>
                <a:lnTo>
                  <a:pt x="576905" y="34324"/>
                </a:lnTo>
                <a:lnTo>
                  <a:pt x="576389" y="34543"/>
                </a:lnTo>
                <a:lnTo>
                  <a:pt x="575875" y="34771"/>
                </a:lnTo>
                <a:lnTo>
                  <a:pt x="575365" y="35009"/>
                </a:lnTo>
                <a:lnTo>
                  <a:pt x="574860" y="35255"/>
                </a:lnTo>
                <a:lnTo>
                  <a:pt x="574359" y="35511"/>
                </a:lnTo>
                <a:lnTo>
                  <a:pt x="573864" y="35775"/>
                </a:lnTo>
                <a:lnTo>
                  <a:pt x="573373" y="36048"/>
                </a:lnTo>
                <a:lnTo>
                  <a:pt x="572887" y="36330"/>
                </a:lnTo>
                <a:lnTo>
                  <a:pt x="572406" y="36620"/>
                </a:lnTo>
                <a:lnTo>
                  <a:pt x="571930" y="36920"/>
                </a:lnTo>
                <a:lnTo>
                  <a:pt x="571459" y="37228"/>
                </a:lnTo>
                <a:lnTo>
                  <a:pt x="570992" y="37545"/>
                </a:lnTo>
                <a:lnTo>
                  <a:pt x="570531" y="37871"/>
                </a:lnTo>
                <a:lnTo>
                  <a:pt x="570074" y="38206"/>
                </a:lnTo>
                <a:lnTo>
                  <a:pt x="569622" y="38549"/>
                </a:lnTo>
                <a:lnTo>
                  <a:pt x="569175" y="38902"/>
                </a:lnTo>
                <a:lnTo>
                  <a:pt x="568733" y="39263"/>
                </a:lnTo>
                <a:lnTo>
                  <a:pt x="568296" y="39633"/>
                </a:lnTo>
                <a:lnTo>
                  <a:pt x="567863" y="40012"/>
                </a:lnTo>
                <a:lnTo>
                  <a:pt x="567436" y="40400"/>
                </a:lnTo>
                <a:lnTo>
                  <a:pt x="567013" y="40796"/>
                </a:lnTo>
                <a:lnTo>
                  <a:pt x="566595" y="41202"/>
                </a:lnTo>
                <a:lnTo>
                  <a:pt x="566182" y="41616"/>
                </a:lnTo>
                <a:lnTo>
                  <a:pt x="565774" y="42039"/>
                </a:lnTo>
                <a:lnTo>
                  <a:pt x="565371" y="42471"/>
                </a:lnTo>
                <a:lnTo>
                  <a:pt x="564973" y="42911"/>
                </a:lnTo>
                <a:lnTo>
                  <a:pt x="564580" y="43360"/>
                </a:lnTo>
                <a:lnTo>
                  <a:pt x="564194" y="43816"/>
                </a:lnTo>
                <a:lnTo>
                  <a:pt x="563816" y="44279"/>
                </a:lnTo>
                <a:lnTo>
                  <a:pt x="563444" y="44750"/>
                </a:lnTo>
                <a:lnTo>
                  <a:pt x="563079" y="45228"/>
                </a:lnTo>
                <a:lnTo>
                  <a:pt x="562721" y="45713"/>
                </a:lnTo>
                <a:lnTo>
                  <a:pt x="562370" y="46206"/>
                </a:lnTo>
                <a:lnTo>
                  <a:pt x="562026" y="46705"/>
                </a:lnTo>
                <a:lnTo>
                  <a:pt x="561689" y="47212"/>
                </a:lnTo>
                <a:lnTo>
                  <a:pt x="561358" y="47727"/>
                </a:lnTo>
                <a:lnTo>
                  <a:pt x="561035" y="48248"/>
                </a:lnTo>
                <a:lnTo>
                  <a:pt x="560718" y="48777"/>
                </a:lnTo>
                <a:lnTo>
                  <a:pt x="560409" y="49313"/>
                </a:lnTo>
                <a:lnTo>
                  <a:pt x="560106" y="49857"/>
                </a:lnTo>
                <a:lnTo>
                  <a:pt x="559810" y="50408"/>
                </a:lnTo>
                <a:lnTo>
                  <a:pt x="559521" y="50966"/>
                </a:lnTo>
                <a:lnTo>
                  <a:pt x="559239" y="51531"/>
                </a:lnTo>
                <a:lnTo>
                  <a:pt x="558964" y="52104"/>
                </a:lnTo>
                <a:lnTo>
                  <a:pt x="558696" y="52684"/>
                </a:lnTo>
                <a:lnTo>
                  <a:pt x="558434" y="53271"/>
                </a:lnTo>
                <a:lnTo>
                  <a:pt x="558180" y="53865"/>
                </a:lnTo>
                <a:lnTo>
                  <a:pt x="557933" y="54467"/>
                </a:lnTo>
                <a:lnTo>
                  <a:pt x="557692" y="55076"/>
                </a:lnTo>
                <a:lnTo>
                  <a:pt x="557458" y="55693"/>
                </a:lnTo>
                <a:lnTo>
                  <a:pt x="557233" y="56316"/>
                </a:lnTo>
                <a:lnTo>
                  <a:pt x="557017" y="56945"/>
                </a:lnTo>
                <a:lnTo>
                  <a:pt x="556811" y="57580"/>
                </a:lnTo>
                <a:lnTo>
                  <a:pt x="556614" y="58222"/>
                </a:lnTo>
                <a:lnTo>
                  <a:pt x="556427" y="58870"/>
                </a:lnTo>
                <a:lnTo>
                  <a:pt x="556250" y="59523"/>
                </a:lnTo>
                <a:lnTo>
                  <a:pt x="556082" y="60183"/>
                </a:lnTo>
                <a:lnTo>
                  <a:pt x="555924" y="60849"/>
                </a:lnTo>
                <a:lnTo>
                  <a:pt x="555775" y="61522"/>
                </a:lnTo>
                <a:lnTo>
                  <a:pt x="555636" y="62200"/>
                </a:lnTo>
                <a:lnTo>
                  <a:pt x="555506" y="62885"/>
                </a:lnTo>
                <a:lnTo>
                  <a:pt x="555386" y="63575"/>
                </a:lnTo>
                <a:lnTo>
                  <a:pt x="555276" y="64272"/>
                </a:lnTo>
                <a:lnTo>
                  <a:pt x="555175" y="64975"/>
                </a:lnTo>
                <a:lnTo>
                  <a:pt x="555084" y="65684"/>
                </a:lnTo>
                <a:lnTo>
                  <a:pt x="555003" y="66399"/>
                </a:lnTo>
                <a:lnTo>
                  <a:pt x="554931" y="67120"/>
                </a:lnTo>
                <a:lnTo>
                  <a:pt x="554869" y="67848"/>
                </a:lnTo>
                <a:lnTo>
                  <a:pt x="554816" y="68582"/>
                </a:lnTo>
                <a:lnTo>
                  <a:pt x="554773" y="69321"/>
                </a:lnTo>
                <a:lnTo>
                  <a:pt x="554739" y="70067"/>
                </a:lnTo>
                <a:lnTo>
                  <a:pt x="554715" y="70819"/>
                </a:lnTo>
                <a:lnTo>
                  <a:pt x="554701" y="71577"/>
                </a:lnTo>
                <a:lnTo>
                  <a:pt x="554696" y="72342"/>
                </a:lnTo>
                <a:lnTo>
                  <a:pt x="554696" y="75509"/>
                </a:lnTo>
                <a:lnTo>
                  <a:pt x="554700" y="76219"/>
                </a:lnTo>
                <a:lnTo>
                  <a:pt x="554714" y="76924"/>
                </a:lnTo>
                <a:lnTo>
                  <a:pt x="554737" y="77624"/>
                </a:lnTo>
                <a:lnTo>
                  <a:pt x="554770" y="78320"/>
                </a:lnTo>
                <a:lnTo>
                  <a:pt x="554811" y="79011"/>
                </a:lnTo>
                <a:lnTo>
                  <a:pt x="554862" y="79697"/>
                </a:lnTo>
                <a:lnTo>
                  <a:pt x="554921" y="80378"/>
                </a:lnTo>
                <a:lnTo>
                  <a:pt x="554991" y="81055"/>
                </a:lnTo>
                <a:lnTo>
                  <a:pt x="555069" y="81727"/>
                </a:lnTo>
                <a:lnTo>
                  <a:pt x="555156" y="82394"/>
                </a:lnTo>
                <a:lnTo>
                  <a:pt x="555253" y="83056"/>
                </a:lnTo>
                <a:lnTo>
                  <a:pt x="555359" y="83714"/>
                </a:lnTo>
                <a:lnTo>
                  <a:pt x="555474" y="84367"/>
                </a:lnTo>
                <a:lnTo>
                  <a:pt x="555598" y="85015"/>
                </a:lnTo>
                <a:lnTo>
                  <a:pt x="555732" y="85659"/>
                </a:lnTo>
                <a:lnTo>
                  <a:pt x="555875" y="86298"/>
                </a:lnTo>
                <a:lnTo>
                  <a:pt x="556026" y="86932"/>
                </a:lnTo>
                <a:lnTo>
                  <a:pt x="556188" y="87561"/>
                </a:lnTo>
                <a:lnTo>
                  <a:pt x="556358" y="88185"/>
                </a:lnTo>
                <a:lnTo>
                  <a:pt x="556538" y="88805"/>
                </a:lnTo>
                <a:lnTo>
                  <a:pt x="556726" y="89420"/>
                </a:lnTo>
                <a:lnTo>
                  <a:pt x="556924" y="90031"/>
                </a:lnTo>
                <a:lnTo>
                  <a:pt x="557131" y="90636"/>
                </a:lnTo>
                <a:lnTo>
                  <a:pt x="557348" y="91237"/>
                </a:lnTo>
                <a:lnTo>
                  <a:pt x="557573" y="91833"/>
                </a:lnTo>
                <a:lnTo>
                  <a:pt x="557805" y="92421"/>
                </a:lnTo>
                <a:lnTo>
                  <a:pt x="558044" y="93003"/>
                </a:lnTo>
                <a:lnTo>
                  <a:pt x="558291" y="93577"/>
                </a:lnTo>
                <a:lnTo>
                  <a:pt x="558546" y="94145"/>
                </a:lnTo>
                <a:lnTo>
                  <a:pt x="558807" y="94707"/>
                </a:lnTo>
                <a:lnTo>
                  <a:pt x="559077" y="95261"/>
                </a:lnTo>
                <a:lnTo>
                  <a:pt x="559353" y="95809"/>
                </a:lnTo>
                <a:lnTo>
                  <a:pt x="559637" y="96350"/>
                </a:lnTo>
                <a:lnTo>
                  <a:pt x="559929" y="96884"/>
                </a:lnTo>
                <a:lnTo>
                  <a:pt x="560228" y="97411"/>
                </a:lnTo>
                <a:lnTo>
                  <a:pt x="560534" y="97932"/>
                </a:lnTo>
                <a:lnTo>
                  <a:pt x="560848" y="98446"/>
                </a:lnTo>
                <a:lnTo>
                  <a:pt x="561169" y="98953"/>
                </a:lnTo>
                <a:lnTo>
                  <a:pt x="561497" y="99453"/>
                </a:lnTo>
                <a:lnTo>
                  <a:pt x="561833" y="99947"/>
                </a:lnTo>
                <a:lnTo>
                  <a:pt x="562177" y="100433"/>
                </a:lnTo>
                <a:lnTo>
                  <a:pt x="562528" y="100913"/>
                </a:lnTo>
                <a:lnTo>
                  <a:pt x="562886" y="101386"/>
                </a:lnTo>
                <a:lnTo>
                  <a:pt x="563252" y="101853"/>
                </a:lnTo>
                <a:lnTo>
                  <a:pt x="563625" y="102312"/>
                </a:lnTo>
                <a:lnTo>
                  <a:pt x="564005" y="102765"/>
                </a:lnTo>
                <a:lnTo>
                  <a:pt x="564393" y="103211"/>
                </a:lnTo>
                <a:lnTo>
                  <a:pt x="564788" y="103650"/>
                </a:lnTo>
                <a:lnTo>
                  <a:pt x="565190" y="104082"/>
                </a:lnTo>
                <a:lnTo>
                  <a:pt x="565599" y="104506"/>
                </a:lnTo>
                <a:lnTo>
                  <a:pt x="566013" y="104921"/>
                </a:lnTo>
                <a:lnTo>
                  <a:pt x="566434" y="105328"/>
                </a:lnTo>
                <a:lnTo>
                  <a:pt x="566860" y="105727"/>
                </a:lnTo>
                <a:lnTo>
                  <a:pt x="567293" y="106118"/>
                </a:lnTo>
                <a:lnTo>
                  <a:pt x="567732" y="106501"/>
                </a:lnTo>
                <a:lnTo>
                  <a:pt x="568177" y="106875"/>
                </a:lnTo>
                <a:lnTo>
                  <a:pt x="568628" y="107242"/>
                </a:lnTo>
                <a:lnTo>
                  <a:pt x="569086" y="107600"/>
                </a:lnTo>
                <a:lnTo>
                  <a:pt x="569549" y="107950"/>
                </a:lnTo>
                <a:lnTo>
                  <a:pt x="570019" y="108291"/>
                </a:lnTo>
                <a:lnTo>
                  <a:pt x="570495" y="108625"/>
                </a:lnTo>
                <a:lnTo>
                  <a:pt x="570976" y="108950"/>
                </a:lnTo>
                <a:lnTo>
                  <a:pt x="571464" y="109268"/>
                </a:lnTo>
                <a:lnTo>
                  <a:pt x="571959" y="109577"/>
                </a:lnTo>
                <a:lnTo>
                  <a:pt x="572459" y="109877"/>
                </a:lnTo>
                <a:lnTo>
                  <a:pt x="572965" y="110170"/>
                </a:lnTo>
                <a:lnTo>
                  <a:pt x="573478" y="110454"/>
                </a:lnTo>
                <a:lnTo>
                  <a:pt x="573997" y="110731"/>
                </a:lnTo>
                <a:lnTo>
                  <a:pt x="574522" y="110999"/>
                </a:lnTo>
                <a:lnTo>
                  <a:pt x="575053" y="111259"/>
                </a:lnTo>
                <a:lnTo>
                  <a:pt x="575590" y="111510"/>
                </a:lnTo>
                <a:lnTo>
                  <a:pt x="576133" y="111754"/>
                </a:lnTo>
                <a:lnTo>
                  <a:pt x="576682" y="111988"/>
                </a:lnTo>
                <a:lnTo>
                  <a:pt x="577235" y="112213"/>
                </a:lnTo>
                <a:lnTo>
                  <a:pt x="577792" y="112427"/>
                </a:lnTo>
                <a:lnTo>
                  <a:pt x="578353" y="112632"/>
                </a:lnTo>
                <a:lnTo>
                  <a:pt x="578919" y="112826"/>
                </a:lnTo>
                <a:lnTo>
                  <a:pt x="579490" y="113011"/>
                </a:lnTo>
                <a:lnTo>
                  <a:pt x="580064" y="113185"/>
                </a:lnTo>
                <a:lnTo>
                  <a:pt x="580643" y="113350"/>
                </a:lnTo>
                <a:lnTo>
                  <a:pt x="581227" y="113505"/>
                </a:lnTo>
                <a:lnTo>
                  <a:pt x="581814" y="113649"/>
                </a:lnTo>
                <a:lnTo>
                  <a:pt x="582406" y="113784"/>
                </a:lnTo>
                <a:lnTo>
                  <a:pt x="583003" y="113909"/>
                </a:lnTo>
                <a:lnTo>
                  <a:pt x="583603" y="114023"/>
                </a:lnTo>
                <a:lnTo>
                  <a:pt x="584208" y="114128"/>
                </a:lnTo>
                <a:lnTo>
                  <a:pt x="584818" y="114223"/>
                </a:lnTo>
                <a:lnTo>
                  <a:pt x="585432" y="114308"/>
                </a:lnTo>
                <a:lnTo>
                  <a:pt x="586050" y="114382"/>
                </a:lnTo>
                <a:lnTo>
                  <a:pt x="586672" y="114447"/>
                </a:lnTo>
                <a:lnTo>
                  <a:pt x="587299" y="114502"/>
                </a:lnTo>
                <a:lnTo>
                  <a:pt x="587930" y="114547"/>
                </a:lnTo>
                <a:lnTo>
                  <a:pt x="588566" y="114582"/>
                </a:lnTo>
                <a:lnTo>
                  <a:pt x="589206" y="114607"/>
                </a:lnTo>
                <a:lnTo>
                  <a:pt x="589850" y="114622"/>
                </a:lnTo>
                <a:lnTo>
                  <a:pt x="590498" y="114627"/>
                </a:lnTo>
                <a:lnTo>
                  <a:pt x="591091" y="114623"/>
                </a:lnTo>
                <a:lnTo>
                  <a:pt x="591677" y="114613"/>
                </a:lnTo>
                <a:lnTo>
                  <a:pt x="592257" y="114596"/>
                </a:lnTo>
                <a:lnTo>
                  <a:pt x="592831" y="114573"/>
                </a:lnTo>
                <a:lnTo>
                  <a:pt x="593399" y="114542"/>
                </a:lnTo>
                <a:lnTo>
                  <a:pt x="593961" y="114505"/>
                </a:lnTo>
                <a:lnTo>
                  <a:pt x="594516" y="114461"/>
                </a:lnTo>
                <a:lnTo>
                  <a:pt x="595066" y="114410"/>
                </a:lnTo>
                <a:lnTo>
                  <a:pt x="595609" y="114352"/>
                </a:lnTo>
                <a:lnTo>
                  <a:pt x="596146" y="114288"/>
                </a:lnTo>
                <a:lnTo>
                  <a:pt x="596677" y="114217"/>
                </a:lnTo>
                <a:lnTo>
                  <a:pt x="597202" y="114139"/>
                </a:lnTo>
                <a:lnTo>
                  <a:pt x="597721" y="114054"/>
                </a:lnTo>
                <a:lnTo>
                  <a:pt x="598233" y="113963"/>
                </a:lnTo>
                <a:lnTo>
                  <a:pt x="598740" y="113864"/>
                </a:lnTo>
                <a:lnTo>
                  <a:pt x="599240" y="113759"/>
                </a:lnTo>
                <a:lnTo>
                  <a:pt x="599734" y="113647"/>
                </a:lnTo>
                <a:lnTo>
                  <a:pt x="600222" y="113529"/>
                </a:lnTo>
                <a:lnTo>
                  <a:pt x="600704" y="113403"/>
                </a:lnTo>
                <a:lnTo>
                  <a:pt x="601180" y="113271"/>
                </a:lnTo>
                <a:lnTo>
                  <a:pt x="601650" y="113132"/>
                </a:lnTo>
                <a:lnTo>
                  <a:pt x="602113" y="112986"/>
                </a:lnTo>
                <a:lnTo>
                  <a:pt x="602571" y="112834"/>
                </a:lnTo>
                <a:lnTo>
                  <a:pt x="603022" y="112675"/>
                </a:lnTo>
                <a:lnTo>
                  <a:pt x="603467" y="112510"/>
                </a:lnTo>
                <a:lnTo>
                  <a:pt x="603907" y="112341"/>
                </a:lnTo>
                <a:lnTo>
                  <a:pt x="604342" y="112167"/>
                </a:lnTo>
                <a:lnTo>
                  <a:pt x="604771" y="111989"/>
                </a:lnTo>
                <a:lnTo>
                  <a:pt x="605195" y="111807"/>
                </a:lnTo>
                <a:lnTo>
                  <a:pt x="605614" y="111620"/>
                </a:lnTo>
                <a:lnTo>
                  <a:pt x="606027" y="111429"/>
                </a:lnTo>
                <a:lnTo>
                  <a:pt x="606435" y="111234"/>
                </a:lnTo>
                <a:lnTo>
                  <a:pt x="606838" y="111034"/>
                </a:lnTo>
                <a:lnTo>
                  <a:pt x="607235" y="110830"/>
                </a:lnTo>
                <a:lnTo>
                  <a:pt x="607626" y="110622"/>
                </a:lnTo>
                <a:lnTo>
                  <a:pt x="608013" y="110409"/>
                </a:lnTo>
                <a:lnTo>
                  <a:pt x="608394" y="110192"/>
                </a:lnTo>
                <a:lnTo>
                  <a:pt x="608769" y="109971"/>
                </a:lnTo>
                <a:lnTo>
                  <a:pt x="609140" y="109745"/>
                </a:lnTo>
                <a:lnTo>
                  <a:pt x="609505" y="109515"/>
                </a:lnTo>
                <a:lnTo>
                  <a:pt x="609864" y="109281"/>
                </a:lnTo>
                <a:lnTo>
                  <a:pt x="610218" y="109042"/>
                </a:lnTo>
                <a:lnTo>
                  <a:pt x="610567" y="108799"/>
                </a:lnTo>
                <a:lnTo>
                  <a:pt x="610910" y="108551"/>
                </a:lnTo>
                <a:lnTo>
                  <a:pt x="611248" y="108300"/>
                </a:lnTo>
                <a:lnTo>
                  <a:pt x="611581" y="108043"/>
                </a:lnTo>
                <a:lnTo>
                  <a:pt x="611908" y="107783"/>
                </a:lnTo>
                <a:lnTo>
                  <a:pt x="612230" y="107518"/>
                </a:lnTo>
                <a:lnTo>
                  <a:pt x="612547" y="107250"/>
                </a:lnTo>
                <a:lnTo>
                  <a:pt x="612861" y="106980"/>
                </a:lnTo>
                <a:lnTo>
                  <a:pt x="613170" y="106707"/>
                </a:lnTo>
                <a:lnTo>
                  <a:pt x="613474" y="106432"/>
                </a:lnTo>
                <a:lnTo>
                  <a:pt x="613775" y="106156"/>
                </a:lnTo>
                <a:lnTo>
                  <a:pt x="614072" y="105877"/>
                </a:lnTo>
                <a:lnTo>
                  <a:pt x="614365" y="105595"/>
                </a:lnTo>
                <a:lnTo>
                  <a:pt x="614653" y="105312"/>
                </a:lnTo>
                <a:lnTo>
                  <a:pt x="614938" y="105026"/>
                </a:lnTo>
                <a:lnTo>
                  <a:pt x="615218" y="104739"/>
                </a:lnTo>
                <a:lnTo>
                  <a:pt x="615494" y="104449"/>
                </a:lnTo>
                <a:lnTo>
                  <a:pt x="615766" y="104157"/>
                </a:lnTo>
                <a:lnTo>
                  <a:pt x="616034" y="103863"/>
                </a:lnTo>
                <a:lnTo>
                  <a:pt x="616298" y="103566"/>
                </a:lnTo>
                <a:lnTo>
                  <a:pt x="616558" y="103268"/>
                </a:lnTo>
                <a:lnTo>
                  <a:pt x="616814" y="102967"/>
                </a:lnTo>
                <a:lnTo>
                  <a:pt x="617066" y="102664"/>
                </a:lnTo>
                <a:lnTo>
                  <a:pt x="617313" y="102359"/>
                </a:lnTo>
                <a:lnTo>
                  <a:pt x="617557" y="102052"/>
                </a:lnTo>
                <a:lnTo>
                  <a:pt x="617796" y="101742"/>
                </a:lnTo>
                <a:lnTo>
                  <a:pt x="618032" y="101431"/>
                </a:lnTo>
                <a:lnTo>
                  <a:pt x="618263" y="101117"/>
                </a:lnTo>
                <a:lnTo>
                  <a:pt x="618490" y="100801"/>
                </a:lnTo>
                <a:lnTo>
                  <a:pt x="618713" y="100483"/>
                </a:lnTo>
                <a:lnTo>
                  <a:pt x="613188" y="96210"/>
                </a:lnTo>
                <a:lnTo>
                  <a:pt x="612824" y="96677"/>
                </a:lnTo>
                <a:lnTo>
                  <a:pt x="612456" y="97134"/>
                </a:lnTo>
                <a:lnTo>
                  <a:pt x="612084" y="97580"/>
                </a:lnTo>
                <a:lnTo>
                  <a:pt x="611707" y="98016"/>
                </a:lnTo>
                <a:lnTo>
                  <a:pt x="611327" y="98441"/>
                </a:lnTo>
                <a:lnTo>
                  <a:pt x="610943" y="98855"/>
                </a:lnTo>
                <a:lnTo>
                  <a:pt x="610555" y="99259"/>
                </a:lnTo>
                <a:lnTo>
                  <a:pt x="610164" y="99652"/>
                </a:lnTo>
                <a:lnTo>
                  <a:pt x="609768" y="100034"/>
                </a:lnTo>
                <a:lnTo>
                  <a:pt x="609368" y="100406"/>
                </a:lnTo>
                <a:lnTo>
                  <a:pt x="608964" y="100767"/>
                </a:lnTo>
                <a:lnTo>
                  <a:pt x="608556" y="101118"/>
                </a:lnTo>
                <a:lnTo>
                  <a:pt x="608144" y="101458"/>
                </a:lnTo>
                <a:lnTo>
                  <a:pt x="607729" y="101787"/>
                </a:lnTo>
                <a:lnTo>
                  <a:pt x="607309" y="102106"/>
                </a:lnTo>
                <a:lnTo>
                  <a:pt x="606885" y="102414"/>
                </a:lnTo>
                <a:lnTo>
                  <a:pt x="606458" y="102712"/>
                </a:lnTo>
                <a:lnTo>
                  <a:pt x="606026" y="102999"/>
                </a:lnTo>
                <a:lnTo>
                  <a:pt x="605591" y="103275"/>
                </a:lnTo>
                <a:lnTo>
                  <a:pt x="605151" y="103541"/>
                </a:lnTo>
                <a:lnTo>
                  <a:pt x="604708" y="103796"/>
                </a:lnTo>
                <a:lnTo>
                  <a:pt x="604260" y="104040"/>
                </a:lnTo>
                <a:lnTo>
                  <a:pt x="603809" y="104274"/>
                </a:lnTo>
                <a:lnTo>
                  <a:pt x="603353" y="104498"/>
                </a:lnTo>
                <a:lnTo>
                  <a:pt x="602893" y="104711"/>
                </a:lnTo>
                <a:lnTo>
                  <a:pt x="602428" y="104915"/>
                </a:lnTo>
                <a:lnTo>
                  <a:pt x="601958" y="105111"/>
                </a:lnTo>
                <a:lnTo>
                  <a:pt x="601482" y="105297"/>
                </a:lnTo>
                <a:lnTo>
                  <a:pt x="601001" y="105474"/>
                </a:lnTo>
                <a:lnTo>
                  <a:pt x="600515" y="105642"/>
                </a:lnTo>
                <a:lnTo>
                  <a:pt x="600023" y="105801"/>
                </a:lnTo>
                <a:lnTo>
                  <a:pt x="599527" y="105950"/>
                </a:lnTo>
                <a:lnTo>
                  <a:pt x="599025" y="106091"/>
                </a:lnTo>
                <a:lnTo>
                  <a:pt x="598518" y="106223"/>
                </a:lnTo>
                <a:lnTo>
                  <a:pt x="598005" y="106345"/>
                </a:lnTo>
                <a:lnTo>
                  <a:pt x="597488" y="106459"/>
                </a:lnTo>
                <a:lnTo>
                  <a:pt x="596965" y="106563"/>
                </a:lnTo>
                <a:lnTo>
                  <a:pt x="596437" y="106659"/>
                </a:lnTo>
                <a:lnTo>
                  <a:pt x="595903" y="106745"/>
                </a:lnTo>
                <a:lnTo>
                  <a:pt x="595365" y="106822"/>
                </a:lnTo>
                <a:lnTo>
                  <a:pt x="594821" y="106890"/>
                </a:lnTo>
                <a:lnTo>
                  <a:pt x="594272" y="106949"/>
                </a:lnTo>
                <a:lnTo>
                  <a:pt x="593717" y="106999"/>
                </a:lnTo>
                <a:lnTo>
                  <a:pt x="593158" y="107040"/>
                </a:lnTo>
                <a:lnTo>
                  <a:pt x="592593" y="107072"/>
                </a:lnTo>
                <a:lnTo>
                  <a:pt x="592023" y="107095"/>
                </a:lnTo>
                <a:lnTo>
                  <a:pt x="591447" y="107108"/>
                </a:lnTo>
                <a:lnTo>
                  <a:pt x="590867" y="107113"/>
                </a:lnTo>
                <a:lnTo>
                  <a:pt x="590359" y="107108"/>
                </a:lnTo>
                <a:lnTo>
                  <a:pt x="589855" y="107096"/>
                </a:lnTo>
                <a:lnTo>
                  <a:pt x="589355" y="107074"/>
                </a:lnTo>
                <a:lnTo>
                  <a:pt x="588859" y="107044"/>
                </a:lnTo>
                <a:lnTo>
                  <a:pt x="588367" y="107006"/>
                </a:lnTo>
                <a:lnTo>
                  <a:pt x="587879" y="106959"/>
                </a:lnTo>
                <a:lnTo>
                  <a:pt x="587394" y="106903"/>
                </a:lnTo>
                <a:lnTo>
                  <a:pt x="586913" y="106839"/>
                </a:lnTo>
                <a:lnTo>
                  <a:pt x="586436" y="106766"/>
                </a:lnTo>
                <a:lnTo>
                  <a:pt x="585963" y="106684"/>
                </a:lnTo>
                <a:lnTo>
                  <a:pt x="585494" y="106594"/>
                </a:lnTo>
                <a:lnTo>
                  <a:pt x="585029" y="106496"/>
                </a:lnTo>
                <a:lnTo>
                  <a:pt x="584567" y="106389"/>
                </a:lnTo>
                <a:lnTo>
                  <a:pt x="584109" y="106273"/>
                </a:lnTo>
                <a:lnTo>
                  <a:pt x="583655" y="106149"/>
                </a:lnTo>
                <a:lnTo>
                  <a:pt x="583205" y="106016"/>
                </a:lnTo>
                <a:lnTo>
                  <a:pt x="582759" y="105875"/>
                </a:lnTo>
                <a:lnTo>
                  <a:pt x="582317" y="105725"/>
                </a:lnTo>
                <a:lnTo>
                  <a:pt x="581878" y="105566"/>
                </a:lnTo>
                <a:lnTo>
                  <a:pt x="581443" y="105399"/>
                </a:lnTo>
                <a:lnTo>
                  <a:pt x="581012" y="105223"/>
                </a:lnTo>
                <a:lnTo>
                  <a:pt x="580585" y="105039"/>
                </a:lnTo>
                <a:lnTo>
                  <a:pt x="580162" y="104846"/>
                </a:lnTo>
                <a:lnTo>
                  <a:pt x="579743" y="104645"/>
                </a:lnTo>
                <a:lnTo>
                  <a:pt x="579328" y="104436"/>
                </a:lnTo>
                <a:lnTo>
                  <a:pt x="578918" y="104221"/>
                </a:lnTo>
                <a:lnTo>
                  <a:pt x="578512" y="103999"/>
                </a:lnTo>
                <a:lnTo>
                  <a:pt x="578112" y="103771"/>
                </a:lnTo>
                <a:lnTo>
                  <a:pt x="577716" y="103537"/>
                </a:lnTo>
                <a:lnTo>
                  <a:pt x="577326" y="103296"/>
                </a:lnTo>
                <a:lnTo>
                  <a:pt x="576940" y="103049"/>
                </a:lnTo>
                <a:lnTo>
                  <a:pt x="576559" y="102795"/>
                </a:lnTo>
                <a:lnTo>
                  <a:pt x="576183" y="102535"/>
                </a:lnTo>
                <a:lnTo>
                  <a:pt x="575811" y="102269"/>
                </a:lnTo>
                <a:lnTo>
                  <a:pt x="575445" y="101996"/>
                </a:lnTo>
                <a:lnTo>
                  <a:pt x="575083" y="101717"/>
                </a:lnTo>
                <a:lnTo>
                  <a:pt x="574727" y="101431"/>
                </a:lnTo>
                <a:lnTo>
                  <a:pt x="574375" y="101139"/>
                </a:lnTo>
                <a:lnTo>
                  <a:pt x="574028" y="100841"/>
                </a:lnTo>
                <a:lnTo>
                  <a:pt x="573686" y="100536"/>
                </a:lnTo>
                <a:lnTo>
                  <a:pt x="573348" y="100225"/>
                </a:lnTo>
                <a:lnTo>
                  <a:pt x="573016" y="99907"/>
                </a:lnTo>
                <a:lnTo>
                  <a:pt x="572689" y="99583"/>
                </a:lnTo>
                <a:lnTo>
                  <a:pt x="572366" y="99253"/>
                </a:lnTo>
                <a:lnTo>
                  <a:pt x="572048" y="98916"/>
                </a:lnTo>
                <a:lnTo>
                  <a:pt x="571735" y="98573"/>
                </a:lnTo>
                <a:lnTo>
                  <a:pt x="571427" y="98223"/>
                </a:lnTo>
                <a:lnTo>
                  <a:pt x="571124" y="97867"/>
                </a:lnTo>
                <a:lnTo>
                  <a:pt x="570826" y="97506"/>
                </a:lnTo>
                <a:lnTo>
                  <a:pt x="570533" y="97139"/>
                </a:lnTo>
                <a:lnTo>
                  <a:pt x="570247" y="96768"/>
                </a:lnTo>
                <a:lnTo>
                  <a:pt x="569966" y="96391"/>
                </a:lnTo>
                <a:lnTo>
                  <a:pt x="569690" y="96009"/>
                </a:lnTo>
                <a:lnTo>
                  <a:pt x="569420" y="95623"/>
                </a:lnTo>
                <a:lnTo>
                  <a:pt x="569156" y="95231"/>
                </a:lnTo>
                <a:lnTo>
                  <a:pt x="568897" y="94835"/>
                </a:lnTo>
                <a:lnTo>
                  <a:pt x="568644" y="94433"/>
                </a:lnTo>
                <a:lnTo>
                  <a:pt x="568397" y="94027"/>
                </a:lnTo>
                <a:lnTo>
                  <a:pt x="568155" y="93615"/>
                </a:lnTo>
                <a:lnTo>
                  <a:pt x="567919" y="93199"/>
                </a:lnTo>
                <a:lnTo>
                  <a:pt x="567689" y="92777"/>
                </a:lnTo>
                <a:lnTo>
                  <a:pt x="567464" y="92351"/>
                </a:lnTo>
                <a:lnTo>
                  <a:pt x="567245" y="91919"/>
                </a:lnTo>
                <a:lnTo>
                  <a:pt x="567031" y="91483"/>
                </a:lnTo>
                <a:lnTo>
                  <a:pt x="566823" y="91042"/>
                </a:lnTo>
                <a:lnTo>
                  <a:pt x="566621" y="90595"/>
                </a:lnTo>
                <a:lnTo>
                  <a:pt x="566424" y="90144"/>
                </a:lnTo>
                <a:lnTo>
                  <a:pt x="566233" y="89687"/>
                </a:lnTo>
                <a:lnTo>
                  <a:pt x="566048" y="89226"/>
                </a:lnTo>
                <a:lnTo>
                  <a:pt x="565868" y="88760"/>
                </a:lnTo>
                <a:lnTo>
                  <a:pt x="565694" y="88288"/>
                </a:lnTo>
                <a:lnTo>
                  <a:pt x="565525" y="87812"/>
                </a:lnTo>
                <a:lnTo>
                  <a:pt x="565363" y="87332"/>
                </a:lnTo>
                <a:lnTo>
                  <a:pt x="565207" y="86849"/>
                </a:lnTo>
                <a:lnTo>
                  <a:pt x="565059" y="86363"/>
                </a:lnTo>
                <a:lnTo>
                  <a:pt x="564917" y="85874"/>
                </a:lnTo>
                <a:lnTo>
                  <a:pt x="564783" y="85382"/>
                </a:lnTo>
                <a:lnTo>
                  <a:pt x="564655" y="84888"/>
                </a:lnTo>
                <a:lnTo>
                  <a:pt x="564534" y="84391"/>
                </a:lnTo>
                <a:lnTo>
                  <a:pt x="564420" y="83891"/>
                </a:lnTo>
                <a:lnTo>
                  <a:pt x="564313" y="83388"/>
                </a:lnTo>
                <a:lnTo>
                  <a:pt x="564213" y="82883"/>
                </a:lnTo>
                <a:lnTo>
                  <a:pt x="564120" y="82374"/>
                </a:lnTo>
                <a:lnTo>
                  <a:pt x="564033" y="81863"/>
                </a:lnTo>
                <a:lnTo>
                  <a:pt x="563954" y="81349"/>
                </a:lnTo>
                <a:lnTo>
                  <a:pt x="563881" y="80832"/>
                </a:lnTo>
                <a:lnTo>
                  <a:pt x="563816" y="80313"/>
                </a:lnTo>
                <a:lnTo>
                  <a:pt x="563757" y="79790"/>
                </a:lnTo>
                <a:lnTo>
                  <a:pt x="563705" y="79265"/>
                </a:lnTo>
                <a:lnTo>
                  <a:pt x="563660" y="78737"/>
                </a:lnTo>
                <a:lnTo>
                  <a:pt x="563622" y="78206"/>
                </a:lnTo>
                <a:lnTo>
                  <a:pt x="563591" y="77672"/>
                </a:lnTo>
                <a:lnTo>
                  <a:pt x="563567" y="77136"/>
                </a:lnTo>
                <a:lnTo>
                  <a:pt x="563550" y="76596"/>
                </a:lnTo>
                <a:lnTo>
                  <a:pt x="563539" y="76054"/>
                </a:lnTo>
                <a:lnTo>
                  <a:pt x="563536" y="75509"/>
                </a:lnTo>
                <a:lnTo>
                  <a:pt x="563536" y="73815"/>
                </a:lnTo>
                <a:lnTo>
                  <a:pt x="620407" y="73815"/>
                </a:lnTo>
                <a:lnTo>
                  <a:pt x="620407" y="68446"/>
                </a:lnTo>
                <a:lnTo>
                  <a:pt x="620404" y="67781"/>
                </a:lnTo>
                <a:lnTo>
                  <a:pt x="620393" y="67120"/>
                </a:lnTo>
                <a:lnTo>
                  <a:pt x="620375" y="66464"/>
                </a:lnTo>
                <a:lnTo>
                  <a:pt x="620350" y="65812"/>
                </a:lnTo>
                <a:close/>
                <a:moveTo>
                  <a:pt x="564076" y="64819"/>
                </a:moveTo>
                <a:lnTo>
                  <a:pt x="564163" y="64272"/>
                </a:lnTo>
                <a:lnTo>
                  <a:pt x="564255" y="63729"/>
                </a:lnTo>
                <a:lnTo>
                  <a:pt x="564355" y="63190"/>
                </a:lnTo>
                <a:lnTo>
                  <a:pt x="564460" y="62657"/>
                </a:lnTo>
                <a:lnTo>
                  <a:pt x="564572" y="62127"/>
                </a:lnTo>
                <a:lnTo>
                  <a:pt x="564690" y="61602"/>
                </a:lnTo>
                <a:lnTo>
                  <a:pt x="564815" y="61082"/>
                </a:lnTo>
                <a:lnTo>
                  <a:pt x="564946" y="60566"/>
                </a:lnTo>
                <a:lnTo>
                  <a:pt x="565084" y="60054"/>
                </a:lnTo>
                <a:lnTo>
                  <a:pt x="565227" y="59547"/>
                </a:lnTo>
                <a:lnTo>
                  <a:pt x="565378" y="59045"/>
                </a:lnTo>
                <a:lnTo>
                  <a:pt x="565534" y="58547"/>
                </a:lnTo>
                <a:lnTo>
                  <a:pt x="565695" y="58055"/>
                </a:lnTo>
                <a:lnTo>
                  <a:pt x="565862" y="57569"/>
                </a:lnTo>
                <a:lnTo>
                  <a:pt x="566034" y="57088"/>
                </a:lnTo>
                <a:lnTo>
                  <a:pt x="566211" y="56613"/>
                </a:lnTo>
                <a:lnTo>
                  <a:pt x="566393" y="56144"/>
                </a:lnTo>
                <a:lnTo>
                  <a:pt x="566580" y="55680"/>
                </a:lnTo>
                <a:lnTo>
                  <a:pt x="566773" y="55222"/>
                </a:lnTo>
                <a:lnTo>
                  <a:pt x="566971" y="54770"/>
                </a:lnTo>
                <a:lnTo>
                  <a:pt x="567175" y="54323"/>
                </a:lnTo>
                <a:lnTo>
                  <a:pt x="567383" y="53881"/>
                </a:lnTo>
                <a:lnTo>
                  <a:pt x="567597" y="53446"/>
                </a:lnTo>
                <a:lnTo>
                  <a:pt x="567816" y="53016"/>
                </a:lnTo>
                <a:lnTo>
                  <a:pt x="568040" y="52592"/>
                </a:lnTo>
                <a:lnTo>
                  <a:pt x="568270" y="52173"/>
                </a:lnTo>
                <a:lnTo>
                  <a:pt x="568504" y="51760"/>
                </a:lnTo>
                <a:lnTo>
                  <a:pt x="568744" y="51352"/>
                </a:lnTo>
                <a:lnTo>
                  <a:pt x="568990" y="50950"/>
                </a:lnTo>
                <a:lnTo>
                  <a:pt x="569240" y="50554"/>
                </a:lnTo>
                <a:lnTo>
                  <a:pt x="569496" y="50164"/>
                </a:lnTo>
                <a:lnTo>
                  <a:pt x="569757" y="49779"/>
                </a:lnTo>
                <a:lnTo>
                  <a:pt x="570023" y="49399"/>
                </a:lnTo>
                <a:lnTo>
                  <a:pt x="570295" y="49026"/>
                </a:lnTo>
                <a:lnTo>
                  <a:pt x="570571" y="48657"/>
                </a:lnTo>
                <a:lnTo>
                  <a:pt x="570853" y="48296"/>
                </a:lnTo>
                <a:lnTo>
                  <a:pt x="571139" y="47941"/>
                </a:lnTo>
                <a:lnTo>
                  <a:pt x="571429" y="47593"/>
                </a:lnTo>
                <a:lnTo>
                  <a:pt x="571724" y="47253"/>
                </a:lnTo>
                <a:lnTo>
                  <a:pt x="572024" y="46919"/>
                </a:lnTo>
                <a:lnTo>
                  <a:pt x="572328" y="46592"/>
                </a:lnTo>
                <a:lnTo>
                  <a:pt x="572636" y="46273"/>
                </a:lnTo>
                <a:lnTo>
                  <a:pt x="572949" y="45960"/>
                </a:lnTo>
                <a:lnTo>
                  <a:pt x="573266" y="45655"/>
                </a:lnTo>
                <a:lnTo>
                  <a:pt x="573588" y="45357"/>
                </a:lnTo>
                <a:lnTo>
                  <a:pt x="573915" y="45065"/>
                </a:lnTo>
                <a:lnTo>
                  <a:pt x="574245" y="44781"/>
                </a:lnTo>
                <a:lnTo>
                  <a:pt x="574581" y="44503"/>
                </a:lnTo>
                <a:lnTo>
                  <a:pt x="574920" y="44233"/>
                </a:lnTo>
                <a:lnTo>
                  <a:pt x="575265" y="43970"/>
                </a:lnTo>
                <a:lnTo>
                  <a:pt x="575613" y="43714"/>
                </a:lnTo>
                <a:lnTo>
                  <a:pt x="575967" y="43464"/>
                </a:lnTo>
                <a:lnTo>
                  <a:pt x="576324" y="43222"/>
                </a:lnTo>
                <a:lnTo>
                  <a:pt x="576686" y="42987"/>
                </a:lnTo>
                <a:lnTo>
                  <a:pt x="577053" y="42759"/>
                </a:lnTo>
                <a:lnTo>
                  <a:pt x="577424" y="42538"/>
                </a:lnTo>
                <a:lnTo>
                  <a:pt x="577800" y="42324"/>
                </a:lnTo>
                <a:lnTo>
                  <a:pt x="578180" y="42117"/>
                </a:lnTo>
                <a:lnTo>
                  <a:pt x="578564" y="41917"/>
                </a:lnTo>
                <a:lnTo>
                  <a:pt x="578953" y="41725"/>
                </a:lnTo>
                <a:lnTo>
                  <a:pt x="579345" y="41540"/>
                </a:lnTo>
                <a:lnTo>
                  <a:pt x="579741" y="41364"/>
                </a:lnTo>
                <a:lnTo>
                  <a:pt x="580140" y="41197"/>
                </a:lnTo>
                <a:lnTo>
                  <a:pt x="580543" y="41037"/>
                </a:lnTo>
                <a:lnTo>
                  <a:pt x="580949" y="40886"/>
                </a:lnTo>
                <a:lnTo>
                  <a:pt x="581359" y="40742"/>
                </a:lnTo>
                <a:lnTo>
                  <a:pt x="581773" y="40607"/>
                </a:lnTo>
                <a:lnTo>
                  <a:pt x="582190" y="40480"/>
                </a:lnTo>
                <a:lnTo>
                  <a:pt x="582611" y="40362"/>
                </a:lnTo>
                <a:lnTo>
                  <a:pt x="583035" y="40251"/>
                </a:lnTo>
                <a:lnTo>
                  <a:pt x="583463" y="40149"/>
                </a:lnTo>
                <a:lnTo>
                  <a:pt x="583895" y="40055"/>
                </a:lnTo>
                <a:lnTo>
                  <a:pt x="584330" y="39969"/>
                </a:lnTo>
                <a:lnTo>
                  <a:pt x="584768" y="39891"/>
                </a:lnTo>
                <a:lnTo>
                  <a:pt x="585211" y="39821"/>
                </a:lnTo>
                <a:lnTo>
                  <a:pt x="585656" y="39760"/>
                </a:lnTo>
                <a:lnTo>
                  <a:pt x="586106" y="39707"/>
                </a:lnTo>
                <a:lnTo>
                  <a:pt x="586559" y="39662"/>
                </a:lnTo>
                <a:lnTo>
                  <a:pt x="587015" y="39625"/>
                </a:lnTo>
                <a:lnTo>
                  <a:pt x="587476" y="39596"/>
                </a:lnTo>
                <a:lnTo>
                  <a:pt x="587939" y="39576"/>
                </a:lnTo>
                <a:lnTo>
                  <a:pt x="588407" y="39564"/>
                </a:lnTo>
                <a:lnTo>
                  <a:pt x="588878" y="39560"/>
                </a:lnTo>
                <a:lnTo>
                  <a:pt x="589499" y="39566"/>
                </a:lnTo>
                <a:lnTo>
                  <a:pt x="590112" y="39585"/>
                </a:lnTo>
                <a:lnTo>
                  <a:pt x="590716" y="39617"/>
                </a:lnTo>
                <a:lnTo>
                  <a:pt x="591312" y="39662"/>
                </a:lnTo>
                <a:lnTo>
                  <a:pt x="591898" y="39719"/>
                </a:lnTo>
                <a:lnTo>
                  <a:pt x="592476" y="39789"/>
                </a:lnTo>
                <a:lnTo>
                  <a:pt x="593045" y="39872"/>
                </a:lnTo>
                <a:lnTo>
                  <a:pt x="593605" y="39968"/>
                </a:lnTo>
                <a:lnTo>
                  <a:pt x="594156" y="40076"/>
                </a:lnTo>
                <a:lnTo>
                  <a:pt x="594698" y="40197"/>
                </a:lnTo>
                <a:lnTo>
                  <a:pt x="595232" y="40331"/>
                </a:lnTo>
                <a:lnTo>
                  <a:pt x="595756" y="40478"/>
                </a:lnTo>
                <a:lnTo>
                  <a:pt x="596272" y="40638"/>
                </a:lnTo>
                <a:lnTo>
                  <a:pt x="596779" y="40810"/>
                </a:lnTo>
                <a:lnTo>
                  <a:pt x="597277" y="40995"/>
                </a:lnTo>
                <a:lnTo>
                  <a:pt x="597767" y="41192"/>
                </a:lnTo>
                <a:lnTo>
                  <a:pt x="598247" y="41403"/>
                </a:lnTo>
                <a:lnTo>
                  <a:pt x="598719" y="41626"/>
                </a:lnTo>
                <a:lnTo>
                  <a:pt x="599182" y="41862"/>
                </a:lnTo>
                <a:lnTo>
                  <a:pt x="599636" y="42111"/>
                </a:lnTo>
                <a:lnTo>
                  <a:pt x="600081" y="42373"/>
                </a:lnTo>
                <a:lnTo>
                  <a:pt x="600518" y="42647"/>
                </a:lnTo>
                <a:lnTo>
                  <a:pt x="600946" y="42934"/>
                </a:lnTo>
                <a:lnTo>
                  <a:pt x="601364" y="43234"/>
                </a:lnTo>
                <a:lnTo>
                  <a:pt x="601774" y="43543"/>
                </a:lnTo>
                <a:lnTo>
                  <a:pt x="602176" y="43861"/>
                </a:lnTo>
                <a:lnTo>
                  <a:pt x="602569" y="44186"/>
                </a:lnTo>
                <a:lnTo>
                  <a:pt x="602954" y="44518"/>
                </a:lnTo>
                <a:lnTo>
                  <a:pt x="603331" y="44858"/>
                </a:lnTo>
                <a:lnTo>
                  <a:pt x="603699" y="45205"/>
                </a:lnTo>
                <a:lnTo>
                  <a:pt x="604058" y="45560"/>
                </a:lnTo>
                <a:lnTo>
                  <a:pt x="604409" y="45923"/>
                </a:lnTo>
                <a:lnTo>
                  <a:pt x="604752" y="46293"/>
                </a:lnTo>
                <a:lnTo>
                  <a:pt x="605086" y="46670"/>
                </a:lnTo>
                <a:lnTo>
                  <a:pt x="605412" y="47055"/>
                </a:lnTo>
                <a:lnTo>
                  <a:pt x="605729" y="47448"/>
                </a:lnTo>
                <a:lnTo>
                  <a:pt x="606038" y="47848"/>
                </a:lnTo>
                <a:lnTo>
                  <a:pt x="606338" y="48255"/>
                </a:lnTo>
                <a:lnTo>
                  <a:pt x="606630" y="48671"/>
                </a:lnTo>
                <a:lnTo>
                  <a:pt x="606914" y="49093"/>
                </a:lnTo>
                <a:lnTo>
                  <a:pt x="607189" y="49524"/>
                </a:lnTo>
                <a:lnTo>
                  <a:pt x="607456" y="49961"/>
                </a:lnTo>
                <a:lnTo>
                  <a:pt x="607714" y="50407"/>
                </a:lnTo>
                <a:lnTo>
                  <a:pt x="607964" y="50859"/>
                </a:lnTo>
                <a:lnTo>
                  <a:pt x="608205" y="51320"/>
                </a:lnTo>
                <a:lnTo>
                  <a:pt x="608438" y="51788"/>
                </a:lnTo>
                <a:lnTo>
                  <a:pt x="608662" y="52263"/>
                </a:lnTo>
                <a:lnTo>
                  <a:pt x="608878" y="52746"/>
                </a:lnTo>
                <a:lnTo>
                  <a:pt x="609086" y="53234"/>
                </a:lnTo>
                <a:lnTo>
                  <a:pt x="609285" y="53725"/>
                </a:lnTo>
                <a:lnTo>
                  <a:pt x="609476" y="54219"/>
                </a:lnTo>
                <a:lnTo>
                  <a:pt x="609659" y="54716"/>
                </a:lnTo>
                <a:lnTo>
                  <a:pt x="609833" y="55216"/>
                </a:lnTo>
                <a:lnTo>
                  <a:pt x="610000" y="55719"/>
                </a:lnTo>
                <a:lnTo>
                  <a:pt x="610157" y="56225"/>
                </a:lnTo>
                <a:lnTo>
                  <a:pt x="610307" y="56734"/>
                </a:lnTo>
                <a:lnTo>
                  <a:pt x="610448" y="57245"/>
                </a:lnTo>
                <a:lnTo>
                  <a:pt x="610581" y="57760"/>
                </a:lnTo>
                <a:lnTo>
                  <a:pt x="610705" y="58277"/>
                </a:lnTo>
                <a:lnTo>
                  <a:pt x="610821" y="58798"/>
                </a:lnTo>
                <a:lnTo>
                  <a:pt x="610929" y="59321"/>
                </a:lnTo>
                <a:lnTo>
                  <a:pt x="611029" y="59847"/>
                </a:lnTo>
                <a:lnTo>
                  <a:pt x="611120" y="60377"/>
                </a:lnTo>
                <a:lnTo>
                  <a:pt x="611203" y="60909"/>
                </a:lnTo>
                <a:lnTo>
                  <a:pt x="611278" y="61444"/>
                </a:lnTo>
                <a:lnTo>
                  <a:pt x="611344" y="61982"/>
                </a:lnTo>
                <a:lnTo>
                  <a:pt x="611402" y="62523"/>
                </a:lnTo>
                <a:lnTo>
                  <a:pt x="611452" y="63067"/>
                </a:lnTo>
                <a:lnTo>
                  <a:pt x="611493" y="63614"/>
                </a:lnTo>
                <a:lnTo>
                  <a:pt x="611526" y="64163"/>
                </a:lnTo>
                <a:lnTo>
                  <a:pt x="611551" y="64716"/>
                </a:lnTo>
                <a:lnTo>
                  <a:pt x="611567" y="65272"/>
                </a:lnTo>
                <a:lnTo>
                  <a:pt x="611567" y="66227"/>
                </a:lnTo>
                <a:lnTo>
                  <a:pt x="563887" y="66227"/>
                </a:lnTo>
                <a:lnTo>
                  <a:pt x="563923" y="65927"/>
                </a:lnTo>
                <a:lnTo>
                  <a:pt x="563996" y="65371"/>
                </a:lnTo>
                <a:lnTo>
                  <a:pt x="564076" y="64819"/>
                </a:lnTo>
                <a:close/>
                <a:moveTo>
                  <a:pt x="918563" y="33445"/>
                </a:moveTo>
                <a:lnTo>
                  <a:pt x="918563" y="40665"/>
                </a:lnTo>
                <a:lnTo>
                  <a:pt x="933223" y="40665"/>
                </a:lnTo>
                <a:lnTo>
                  <a:pt x="933223" y="93705"/>
                </a:lnTo>
                <a:lnTo>
                  <a:pt x="933227" y="94362"/>
                </a:lnTo>
                <a:lnTo>
                  <a:pt x="933239" y="95008"/>
                </a:lnTo>
                <a:lnTo>
                  <a:pt x="933258" y="95641"/>
                </a:lnTo>
                <a:lnTo>
                  <a:pt x="933285" y="96263"/>
                </a:lnTo>
                <a:lnTo>
                  <a:pt x="933319" y="96873"/>
                </a:lnTo>
                <a:lnTo>
                  <a:pt x="933361" y="97472"/>
                </a:lnTo>
                <a:lnTo>
                  <a:pt x="933411" y="98058"/>
                </a:lnTo>
                <a:lnTo>
                  <a:pt x="933469" y="98633"/>
                </a:lnTo>
                <a:lnTo>
                  <a:pt x="933534" y="99196"/>
                </a:lnTo>
                <a:lnTo>
                  <a:pt x="933607" y="99747"/>
                </a:lnTo>
                <a:lnTo>
                  <a:pt x="933687" y="100286"/>
                </a:lnTo>
                <a:lnTo>
                  <a:pt x="933776" y="100814"/>
                </a:lnTo>
                <a:lnTo>
                  <a:pt x="933872" y="101330"/>
                </a:lnTo>
                <a:lnTo>
                  <a:pt x="933975" y="101834"/>
                </a:lnTo>
                <a:lnTo>
                  <a:pt x="934086" y="102327"/>
                </a:lnTo>
                <a:lnTo>
                  <a:pt x="934205" y="102807"/>
                </a:lnTo>
                <a:lnTo>
                  <a:pt x="934332" y="103276"/>
                </a:lnTo>
                <a:lnTo>
                  <a:pt x="934466" y="103733"/>
                </a:lnTo>
                <a:lnTo>
                  <a:pt x="934608" y="104179"/>
                </a:lnTo>
                <a:lnTo>
                  <a:pt x="934758" y="104612"/>
                </a:lnTo>
                <a:lnTo>
                  <a:pt x="934915" y="105034"/>
                </a:lnTo>
                <a:lnTo>
                  <a:pt x="935080" y="105444"/>
                </a:lnTo>
                <a:lnTo>
                  <a:pt x="935253" y="105842"/>
                </a:lnTo>
                <a:lnTo>
                  <a:pt x="935433" y="106229"/>
                </a:lnTo>
                <a:lnTo>
                  <a:pt x="935620" y="106605"/>
                </a:lnTo>
                <a:lnTo>
                  <a:pt x="935813" y="106972"/>
                </a:lnTo>
                <a:lnTo>
                  <a:pt x="936012" y="107329"/>
                </a:lnTo>
                <a:lnTo>
                  <a:pt x="936217" y="107678"/>
                </a:lnTo>
                <a:lnTo>
                  <a:pt x="936428" y="108017"/>
                </a:lnTo>
                <a:lnTo>
                  <a:pt x="936644" y="108347"/>
                </a:lnTo>
                <a:lnTo>
                  <a:pt x="936867" y="108667"/>
                </a:lnTo>
                <a:lnTo>
                  <a:pt x="937095" y="108979"/>
                </a:lnTo>
                <a:lnTo>
                  <a:pt x="937329" y="109281"/>
                </a:lnTo>
                <a:lnTo>
                  <a:pt x="937569" y="109575"/>
                </a:lnTo>
                <a:lnTo>
                  <a:pt x="937815" y="109858"/>
                </a:lnTo>
                <a:lnTo>
                  <a:pt x="938067" y="110133"/>
                </a:lnTo>
                <a:lnTo>
                  <a:pt x="938325" y="110399"/>
                </a:lnTo>
                <a:lnTo>
                  <a:pt x="938588" y="110655"/>
                </a:lnTo>
                <a:lnTo>
                  <a:pt x="938858" y="110902"/>
                </a:lnTo>
                <a:lnTo>
                  <a:pt x="939133" y="111140"/>
                </a:lnTo>
                <a:lnTo>
                  <a:pt x="939414" y="111369"/>
                </a:lnTo>
                <a:lnTo>
                  <a:pt x="939701" y="111588"/>
                </a:lnTo>
                <a:lnTo>
                  <a:pt x="939994" y="111798"/>
                </a:lnTo>
                <a:lnTo>
                  <a:pt x="940293" y="111999"/>
                </a:lnTo>
                <a:lnTo>
                  <a:pt x="940598" y="112191"/>
                </a:lnTo>
                <a:lnTo>
                  <a:pt x="940909" y="112374"/>
                </a:lnTo>
                <a:lnTo>
                  <a:pt x="941225" y="112547"/>
                </a:lnTo>
                <a:lnTo>
                  <a:pt x="941548" y="112712"/>
                </a:lnTo>
                <a:lnTo>
                  <a:pt x="941875" y="112868"/>
                </a:lnTo>
                <a:lnTo>
                  <a:pt x="942207" y="113017"/>
                </a:lnTo>
                <a:lnTo>
                  <a:pt x="942542" y="113160"/>
                </a:lnTo>
                <a:lnTo>
                  <a:pt x="942882" y="113297"/>
                </a:lnTo>
                <a:lnTo>
                  <a:pt x="943226" y="113426"/>
                </a:lnTo>
                <a:lnTo>
                  <a:pt x="943573" y="113549"/>
                </a:lnTo>
                <a:lnTo>
                  <a:pt x="943925" y="113666"/>
                </a:lnTo>
                <a:lnTo>
                  <a:pt x="944282" y="113776"/>
                </a:lnTo>
                <a:lnTo>
                  <a:pt x="944642" y="113879"/>
                </a:lnTo>
                <a:lnTo>
                  <a:pt x="945006" y="113975"/>
                </a:lnTo>
                <a:lnTo>
                  <a:pt x="945374" y="114065"/>
                </a:lnTo>
                <a:lnTo>
                  <a:pt x="945747" y="114148"/>
                </a:lnTo>
                <a:lnTo>
                  <a:pt x="946123" y="114225"/>
                </a:lnTo>
                <a:lnTo>
                  <a:pt x="946504" y="114294"/>
                </a:lnTo>
                <a:lnTo>
                  <a:pt x="946889" y="114358"/>
                </a:lnTo>
                <a:lnTo>
                  <a:pt x="947277" y="114414"/>
                </a:lnTo>
                <a:lnTo>
                  <a:pt x="947670" y="114464"/>
                </a:lnTo>
                <a:lnTo>
                  <a:pt x="948067" y="114507"/>
                </a:lnTo>
                <a:lnTo>
                  <a:pt x="948468" y="114544"/>
                </a:lnTo>
                <a:lnTo>
                  <a:pt x="948873" y="114574"/>
                </a:lnTo>
                <a:lnTo>
                  <a:pt x="949283" y="114597"/>
                </a:lnTo>
                <a:lnTo>
                  <a:pt x="949696" y="114614"/>
                </a:lnTo>
                <a:lnTo>
                  <a:pt x="950114" y="114624"/>
                </a:lnTo>
                <a:lnTo>
                  <a:pt x="950535" y="114627"/>
                </a:lnTo>
                <a:lnTo>
                  <a:pt x="950750" y="114626"/>
                </a:lnTo>
                <a:lnTo>
                  <a:pt x="950965" y="114625"/>
                </a:lnTo>
                <a:lnTo>
                  <a:pt x="951180" y="114622"/>
                </a:lnTo>
                <a:lnTo>
                  <a:pt x="951396" y="114618"/>
                </a:lnTo>
                <a:lnTo>
                  <a:pt x="951611" y="114612"/>
                </a:lnTo>
                <a:lnTo>
                  <a:pt x="951827" y="114606"/>
                </a:lnTo>
                <a:lnTo>
                  <a:pt x="952042" y="114599"/>
                </a:lnTo>
                <a:lnTo>
                  <a:pt x="952258" y="114590"/>
                </a:lnTo>
                <a:lnTo>
                  <a:pt x="952474" y="114580"/>
                </a:lnTo>
                <a:lnTo>
                  <a:pt x="952690" y="114569"/>
                </a:lnTo>
                <a:lnTo>
                  <a:pt x="952906" y="114557"/>
                </a:lnTo>
                <a:lnTo>
                  <a:pt x="953123" y="114544"/>
                </a:lnTo>
                <a:lnTo>
                  <a:pt x="953339" y="114530"/>
                </a:lnTo>
                <a:lnTo>
                  <a:pt x="953556" y="114514"/>
                </a:lnTo>
                <a:lnTo>
                  <a:pt x="953772" y="114497"/>
                </a:lnTo>
                <a:lnTo>
                  <a:pt x="953989" y="114480"/>
                </a:lnTo>
                <a:lnTo>
                  <a:pt x="954206" y="114461"/>
                </a:lnTo>
                <a:lnTo>
                  <a:pt x="954423" y="114440"/>
                </a:lnTo>
                <a:lnTo>
                  <a:pt x="954641" y="114419"/>
                </a:lnTo>
                <a:lnTo>
                  <a:pt x="954858" y="114397"/>
                </a:lnTo>
                <a:lnTo>
                  <a:pt x="955075" y="114373"/>
                </a:lnTo>
                <a:lnTo>
                  <a:pt x="955293" y="114348"/>
                </a:lnTo>
                <a:lnTo>
                  <a:pt x="955511" y="114322"/>
                </a:lnTo>
                <a:lnTo>
                  <a:pt x="955729" y="114295"/>
                </a:lnTo>
                <a:lnTo>
                  <a:pt x="955945" y="114267"/>
                </a:lnTo>
                <a:lnTo>
                  <a:pt x="956158" y="114239"/>
                </a:lnTo>
                <a:lnTo>
                  <a:pt x="956367" y="114210"/>
                </a:lnTo>
                <a:lnTo>
                  <a:pt x="956573" y="114180"/>
                </a:lnTo>
                <a:lnTo>
                  <a:pt x="956775" y="114149"/>
                </a:lnTo>
                <a:lnTo>
                  <a:pt x="956974" y="114118"/>
                </a:lnTo>
                <a:lnTo>
                  <a:pt x="957170" y="114086"/>
                </a:lnTo>
                <a:lnTo>
                  <a:pt x="957362" y="114054"/>
                </a:lnTo>
                <a:lnTo>
                  <a:pt x="957550" y="114021"/>
                </a:lnTo>
                <a:lnTo>
                  <a:pt x="957735" y="113987"/>
                </a:lnTo>
                <a:lnTo>
                  <a:pt x="957917" y="113953"/>
                </a:lnTo>
                <a:lnTo>
                  <a:pt x="958095" y="113918"/>
                </a:lnTo>
                <a:lnTo>
                  <a:pt x="958270" y="113882"/>
                </a:lnTo>
                <a:lnTo>
                  <a:pt x="958441" y="113846"/>
                </a:lnTo>
                <a:lnTo>
                  <a:pt x="958609" y="113809"/>
                </a:lnTo>
                <a:lnTo>
                  <a:pt x="958774" y="113772"/>
                </a:lnTo>
                <a:lnTo>
                  <a:pt x="958935" y="113733"/>
                </a:lnTo>
                <a:lnTo>
                  <a:pt x="959092" y="113695"/>
                </a:lnTo>
                <a:lnTo>
                  <a:pt x="959246" y="113655"/>
                </a:lnTo>
                <a:lnTo>
                  <a:pt x="959397" y="113615"/>
                </a:lnTo>
                <a:lnTo>
                  <a:pt x="959544" y="113574"/>
                </a:lnTo>
                <a:lnTo>
                  <a:pt x="959688" y="113533"/>
                </a:lnTo>
                <a:lnTo>
                  <a:pt x="959828" y="113491"/>
                </a:lnTo>
                <a:lnTo>
                  <a:pt x="959965" y="113448"/>
                </a:lnTo>
                <a:lnTo>
                  <a:pt x="959596" y="106008"/>
                </a:lnTo>
                <a:lnTo>
                  <a:pt x="959467" y="106026"/>
                </a:lnTo>
                <a:lnTo>
                  <a:pt x="959337" y="106045"/>
                </a:lnTo>
                <a:lnTo>
                  <a:pt x="959205" y="106064"/>
                </a:lnTo>
                <a:lnTo>
                  <a:pt x="959073" y="106082"/>
                </a:lnTo>
                <a:lnTo>
                  <a:pt x="958940" y="106101"/>
                </a:lnTo>
                <a:lnTo>
                  <a:pt x="958807" y="106121"/>
                </a:lnTo>
                <a:lnTo>
                  <a:pt x="958672" y="106140"/>
                </a:lnTo>
                <a:lnTo>
                  <a:pt x="958536" y="106159"/>
                </a:lnTo>
                <a:lnTo>
                  <a:pt x="958400" y="106179"/>
                </a:lnTo>
                <a:lnTo>
                  <a:pt x="958262" y="106198"/>
                </a:lnTo>
                <a:lnTo>
                  <a:pt x="958124" y="106218"/>
                </a:lnTo>
                <a:lnTo>
                  <a:pt x="957985" y="106238"/>
                </a:lnTo>
                <a:lnTo>
                  <a:pt x="957845" y="106258"/>
                </a:lnTo>
                <a:lnTo>
                  <a:pt x="957704" y="106278"/>
                </a:lnTo>
                <a:lnTo>
                  <a:pt x="957562" y="106298"/>
                </a:lnTo>
                <a:lnTo>
                  <a:pt x="957419" y="106319"/>
                </a:lnTo>
                <a:lnTo>
                  <a:pt x="957275" y="106339"/>
                </a:lnTo>
                <a:lnTo>
                  <a:pt x="957131" y="106360"/>
                </a:lnTo>
                <a:lnTo>
                  <a:pt x="956985" y="106381"/>
                </a:lnTo>
                <a:lnTo>
                  <a:pt x="956839" y="106402"/>
                </a:lnTo>
                <a:lnTo>
                  <a:pt x="956692" y="106423"/>
                </a:lnTo>
                <a:lnTo>
                  <a:pt x="956543" y="106444"/>
                </a:lnTo>
                <a:lnTo>
                  <a:pt x="956394" y="106465"/>
                </a:lnTo>
                <a:lnTo>
                  <a:pt x="956244" y="106487"/>
                </a:lnTo>
                <a:lnTo>
                  <a:pt x="956094" y="106508"/>
                </a:lnTo>
                <a:lnTo>
                  <a:pt x="955942" y="106528"/>
                </a:lnTo>
                <a:lnTo>
                  <a:pt x="955790" y="106547"/>
                </a:lnTo>
                <a:lnTo>
                  <a:pt x="955638" y="106565"/>
                </a:lnTo>
                <a:lnTo>
                  <a:pt x="955484" y="106583"/>
                </a:lnTo>
                <a:lnTo>
                  <a:pt x="955330" y="106599"/>
                </a:lnTo>
                <a:lnTo>
                  <a:pt x="955176" y="106615"/>
                </a:lnTo>
                <a:lnTo>
                  <a:pt x="955021" y="106630"/>
                </a:lnTo>
                <a:lnTo>
                  <a:pt x="954865" y="106644"/>
                </a:lnTo>
                <a:lnTo>
                  <a:pt x="954708" y="106657"/>
                </a:lnTo>
                <a:lnTo>
                  <a:pt x="954551" y="106669"/>
                </a:lnTo>
                <a:lnTo>
                  <a:pt x="954393" y="106680"/>
                </a:lnTo>
                <a:lnTo>
                  <a:pt x="954235" y="106690"/>
                </a:lnTo>
                <a:lnTo>
                  <a:pt x="954076" y="106700"/>
                </a:lnTo>
                <a:lnTo>
                  <a:pt x="953916" y="106708"/>
                </a:lnTo>
                <a:lnTo>
                  <a:pt x="953756" y="106716"/>
                </a:lnTo>
                <a:lnTo>
                  <a:pt x="953595" y="106723"/>
                </a:lnTo>
                <a:lnTo>
                  <a:pt x="953433" y="106728"/>
                </a:lnTo>
                <a:lnTo>
                  <a:pt x="953271" y="106733"/>
                </a:lnTo>
                <a:lnTo>
                  <a:pt x="953108" y="106737"/>
                </a:lnTo>
                <a:lnTo>
                  <a:pt x="952945" y="106740"/>
                </a:lnTo>
                <a:lnTo>
                  <a:pt x="952781" y="106743"/>
                </a:lnTo>
                <a:lnTo>
                  <a:pt x="952616" y="106744"/>
                </a:lnTo>
                <a:lnTo>
                  <a:pt x="952450" y="106744"/>
                </a:lnTo>
                <a:lnTo>
                  <a:pt x="952224" y="106743"/>
                </a:lnTo>
                <a:lnTo>
                  <a:pt x="951998" y="106738"/>
                </a:lnTo>
                <a:lnTo>
                  <a:pt x="951774" y="106730"/>
                </a:lnTo>
                <a:lnTo>
                  <a:pt x="951551" y="106719"/>
                </a:lnTo>
                <a:lnTo>
                  <a:pt x="951329" y="106704"/>
                </a:lnTo>
                <a:lnTo>
                  <a:pt x="951108" y="106687"/>
                </a:lnTo>
                <a:lnTo>
                  <a:pt x="950889" y="106666"/>
                </a:lnTo>
                <a:lnTo>
                  <a:pt x="950670" y="106642"/>
                </a:lnTo>
                <a:lnTo>
                  <a:pt x="950453" y="106615"/>
                </a:lnTo>
                <a:lnTo>
                  <a:pt x="950237" y="106585"/>
                </a:lnTo>
                <a:lnTo>
                  <a:pt x="950022" y="106551"/>
                </a:lnTo>
                <a:lnTo>
                  <a:pt x="949808" y="106514"/>
                </a:lnTo>
                <a:lnTo>
                  <a:pt x="949595" y="106474"/>
                </a:lnTo>
                <a:lnTo>
                  <a:pt x="949383" y="106431"/>
                </a:lnTo>
                <a:lnTo>
                  <a:pt x="949173" y="106385"/>
                </a:lnTo>
                <a:lnTo>
                  <a:pt x="948963" y="106335"/>
                </a:lnTo>
                <a:lnTo>
                  <a:pt x="948755" y="106282"/>
                </a:lnTo>
                <a:lnTo>
                  <a:pt x="948548" y="106226"/>
                </a:lnTo>
                <a:lnTo>
                  <a:pt x="948343" y="106167"/>
                </a:lnTo>
                <a:lnTo>
                  <a:pt x="948138" y="106105"/>
                </a:lnTo>
                <a:lnTo>
                  <a:pt x="947934" y="106039"/>
                </a:lnTo>
                <a:lnTo>
                  <a:pt x="947732" y="105971"/>
                </a:lnTo>
                <a:lnTo>
                  <a:pt x="947531" y="105899"/>
                </a:lnTo>
                <a:lnTo>
                  <a:pt x="947331" y="105824"/>
                </a:lnTo>
                <a:lnTo>
                  <a:pt x="947133" y="105744"/>
                </a:lnTo>
                <a:lnTo>
                  <a:pt x="946938" y="105657"/>
                </a:lnTo>
                <a:lnTo>
                  <a:pt x="946747" y="105563"/>
                </a:lnTo>
                <a:lnTo>
                  <a:pt x="946559" y="105463"/>
                </a:lnTo>
                <a:lnTo>
                  <a:pt x="946375" y="105357"/>
                </a:lnTo>
                <a:lnTo>
                  <a:pt x="946193" y="105243"/>
                </a:lnTo>
                <a:lnTo>
                  <a:pt x="946015" y="105123"/>
                </a:lnTo>
                <a:lnTo>
                  <a:pt x="945841" y="104997"/>
                </a:lnTo>
                <a:lnTo>
                  <a:pt x="945670" y="104864"/>
                </a:lnTo>
                <a:lnTo>
                  <a:pt x="945502" y="104724"/>
                </a:lnTo>
                <a:lnTo>
                  <a:pt x="945337" y="104577"/>
                </a:lnTo>
                <a:lnTo>
                  <a:pt x="945176" y="104424"/>
                </a:lnTo>
                <a:lnTo>
                  <a:pt x="945018" y="104264"/>
                </a:lnTo>
                <a:lnTo>
                  <a:pt x="944863" y="104098"/>
                </a:lnTo>
                <a:lnTo>
                  <a:pt x="944712" y="103924"/>
                </a:lnTo>
                <a:lnTo>
                  <a:pt x="944564" y="103745"/>
                </a:lnTo>
                <a:lnTo>
                  <a:pt x="944419" y="103558"/>
                </a:lnTo>
                <a:lnTo>
                  <a:pt x="944278" y="103365"/>
                </a:lnTo>
                <a:lnTo>
                  <a:pt x="944140" y="103165"/>
                </a:lnTo>
                <a:lnTo>
                  <a:pt x="944005" y="102959"/>
                </a:lnTo>
                <a:lnTo>
                  <a:pt x="943874" y="102746"/>
                </a:lnTo>
                <a:lnTo>
                  <a:pt x="943746" y="102526"/>
                </a:lnTo>
                <a:lnTo>
                  <a:pt x="943621" y="102300"/>
                </a:lnTo>
                <a:lnTo>
                  <a:pt x="943500" y="102067"/>
                </a:lnTo>
                <a:lnTo>
                  <a:pt x="943383" y="101826"/>
                </a:lnTo>
                <a:lnTo>
                  <a:pt x="943270" y="101575"/>
                </a:lnTo>
                <a:lnTo>
                  <a:pt x="943163" y="101315"/>
                </a:lnTo>
                <a:lnTo>
                  <a:pt x="943061" y="101046"/>
                </a:lnTo>
                <a:lnTo>
                  <a:pt x="942964" y="100768"/>
                </a:lnTo>
                <a:lnTo>
                  <a:pt x="942871" y="100480"/>
                </a:lnTo>
                <a:lnTo>
                  <a:pt x="942784" y="100183"/>
                </a:lnTo>
                <a:lnTo>
                  <a:pt x="942702" y="99877"/>
                </a:lnTo>
                <a:lnTo>
                  <a:pt x="942624" y="99561"/>
                </a:lnTo>
                <a:lnTo>
                  <a:pt x="942552" y="99236"/>
                </a:lnTo>
                <a:lnTo>
                  <a:pt x="942485" y="98902"/>
                </a:lnTo>
                <a:lnTo>
                  <a:pt x="942422" y="98558"/>
                </a:lnTo>
                <a:lnTo>
                  <a:pt x="942365" y="98205"/>
                </a:lnTo>
                <a:lnTo>
                  <a:pt x="942313" y="97843"/>
                </a:lnTo>
                <a:lnTo>
                  <a:pt x="942265" y="97471"/>
                </a:lnTo>
                <a:lnTo>
                  <a:pt x="942223" y="97090"/>
                </a:lnTo>
                <a:lnTo>
                  <a:pt x="942185" y="96699"/>
                </a:lnTo>
                <a:lnTo>
                  <a:pt x="942153" y="96300"/>
                </a:lnTo>
                <a:lnTo>
                  <a:pt x="942126" y="95891"/>
                </a:lnTo>
                <a:lnTo>
                  <a:pt x="942103" y="95472"/>
                </a:lnTo>
                <a:lnTo>
                  <a:pt x="942086" y="95045"/>
                </a:lnTo>
                <a:lnTo>
                  <a:pt x="942073" y="94607"/>
                </a:lnTo>
                <a:lnTo>
                  <a:pt x="942066" y="94161"/>
                </a:lnTo>
                <a:lnTo>
                  <a:pt x="942063" y="93705"/>
                </a:lnTo>
                <a:lnTo>
                  <a:pt x="942063" y="40665"/>
                </a:lnTo>
                <a:lnTo>
                  <a:pt x="958565" y="40665"/>
                </a:lnTo>
                <a:lnTo>
                  <a:pt x="958565" y="33445"/>
                </a:lnTo>
                <a:lnTo>
                  <a:pt x="942063" y="33445"/>
                </a:lnTo>
                <a:lnTo>
                  <a:pt x="942063" y="12966"/>
                </a:lnTo>
                <a:lnTo>
                  <a:pt x="933223" y="12966"/>
                </a:lnTo>
                <a:lnTo>
                  <a:pt x="933223" y="33445"/>
                </a:lnTo>
                <a:lnTo>
                  <a:pt x="918563" y="33445"/>
                </a:lnTo>
                <a:close/>
                <a:moveTo>
                  <a:pt x="808481" y="56610"/>
                </a:moveTo>
                <a:lnTo>
                  <a:pt x="808618" y="56205"/>
                </a:lnTo>
                <a:lnTo>
                  <a:pt x="808758" y="55804"/>
                </a:lnTo>
                <a:lnTo>
                  <a:pt x="808904" y="55407"/>
                </a:lnTo>
                <a:lnTo>
                  <a:pt x="809054" y="55015"/>
                </a:lnTo>
                <a:lnTo>
                  <a:pt x="809209" y="54627"/>
                </a:lnTo>
                <a:lnTo>
                  <a:pt x="809369" y="54243"/>
                </a:lnTo>
                <a:lnTo>
                  <a:pt x="809533" y="53863"/>
                </a:lnTo>
                <a:lnTo>
                  <a:pt x="809702" y="53488"/>
                </a:lnTo>
                <a:lnTo>
                  <a:pt x="809876" y="53117"/>
                </a:lnTo>
                <a:lnTo>
                  <a:pt x="810055" y="52750"/>
                </a:lnTo>
                <a:lnTo>
                  <a:pt x="810238" y="52387"/>
                </a:lnTo>
                <a:lnTo>
                  <a:pt x="810426" y="52028"/>
                </a:lnTo>
                <a:lnTo>
                  <a:pt x="810619" y="51674"/>
                </a:lnTo>
                <a:lnTo>
                  <a:pt x="810816" y="51324"/>
                </a:lnTo>
                <a:lnTo>
                  <a:pt x="811019" y="50978"/>
                </a:lnTo>
                <a:lnTo>
                  <a:pt x="811226" y="50636"/>
                </a:lnTo>
                <a:lnTo>
                  <a:pt x="811437" y="50299"/>
                </a:lnTo>
                <a:lnTo>
                  <a:pt x="811654" y="49966"/>
                </a:lnTo>
                <a:lnTo>
                  <a:pt x="811875" y="49637"/>
                </a:lnTo>
                <a:lnTo>
                  <a:pt x="812101" y="49312"/>
                </a:lnTo>
                <a:lnTo>
                  <a:pt x="812332" y="48991"/>
                </a:lnTo>
                <a:lnTo>
                  <a:pt x="812567" y="48675"/>
                </a:lnTo>
                <a:lnTo>
                  <a:pt x="812807" y="48363"/>
                </a:lnTo>
                <a:lnTo>
                  <a:pt x="813052" y="48056"/>
                </a:lnTo>
                <a:lnTo>
                  <a:pt x="813302" y="47754"/>
                </a:lnTo>
                <a:lnTo>
                  <a:pt x="813557" y="47458"/>
                </a:lnTo>
                <a:lnTo>
                  <a:pt x="813817" y="47168"/>
                </a:lnTo>
                <a:lnTo>
                  <a:pt x="814082" y="46883"/>
                </a:lnTo>
                <a:lnTo>
                  <a:pt x="814352" y="46604"/>
                </a:lnTo>
                <a:lnTo>
                  <a:pt x="814627" y="46331"/>
                </a:lnTo>
                <a:lnTo>
                  <a:pt x="814907" y="46063"/>
                </a:lnTo>
                <a:lnTo>
                  <a:pt x="815192" y="45801"/>
                </a:lnTo>
                <a:lnTo>
                  <a:pt x="815481" y="45544"/>
                </a:lnTo>
                <a:lnTo>
                  <a:pt x="815776" y="45293"/>
                </a:lnTo>
                <a:lnTo>
                  <a:pt x="816076" y="45048"/>
                </a:lnTo>
                <a:lnTo>
                  <a:pt x="816381" y="44808"/>
                </a:lnTo>
                <a:lnTo>
                  <a:pt x="816691" y="44574"/>
                </a:lnTo>
                <a:lnTo>
                  <a:pt x="817006" y="44346"/>
                </a:lnTo>
                <a:lnTo>
                  <a:pt x="817325" y="44123"/>
                </a:lnTo>
                <a:lnTo>
                  <a:pt x="817650" y="43906"/>
                </a:lnTo>
                <a:lnTo>
                  <a:pt x="817980" y="43694"/>
                </a:lnTo>
                <a:lnTo>
                  <a:pt x="818315" y="43488"/>
                </a:lnTo>
                <a:lnTo>
                  <a:pt x="818654" y="43288"/>
                </a:lnTo>
                <a:lnTo>
                  <a:pt x="818999" y="43093"/>
                </a:lnTo>
                <a:lnTo>
                  <a:pt x="819349" y="42904"/>
                </a:lnTo>
                <a:lnTo>
                  <a:pt x="819704" y="42721"/>
                </a:lnTo>
                <a:lnTo>
                  <a:pt x="820063" y="42543"/>
                </a:lnTo>
                <a:lnTo>
                  <a:pt x="820428" y="42372"/>
                </a:lnTo>
                <a:lnTo>
                  <a:pt x="820797" y="42208"/>
                </a:lnTo>
                <a:lnTo>
                  <a:pt x="821171" y="42051"/>
                </a:lnTo>
                <a:lnTo>
                  <a:pt x="821549" y="41902"/>
                </a:lnTo>
                <a:lnTo>
                  <a:pt x="821932" y="41759"/>
                </a:lnTo>
                <a:lnTo>
                  <a:pt x="822319" y="41625"/>
                </a:lnTo>
                <a:lnTo>
                  <a:pt x="822712" y="41497"/>
                </a:lnTo>
                <a:lnTo>
                  <a:pt x="823108" y="41377"/>
                </a:lnTo>
                <a:lnTo>
                  <a:pt x="823510" y="41264"/>
                </a:lnTo>
                <a:lnTo>
                  <a:pt x="823916" y="41158"/>
                </a:lnTo>
                <a:lnTo>
                  <a:pt x="824326" y="41060"/>
                </a:lnTo>
                <a:lnTo>
                  <a:pt x="824741" y="40968"/>
                </a:lnTo>
                <a:lnTo>
                  <a:pt x="825161" y="40885"/>
                </a:lnTo>
                <a:lnTo>
                  <a:pt x="825585" y="40808"/>
                </a:lnTo>
                <a:lnTo>
                  <a:pt x="826014" y="40739"/>
                </a:lnTo>
                <a:lnTo>
                  <a:pt x="826448" y="40677"/>
                </a:lnTo>
                <a:lnTo>
                  <a:pt x="826886" y="40622"/>
                </a:lnTo>
                <a:lnTo>
                  <a:pt x="827329" y="40575"/>
                </a:lnTo>
                <a:lnTo>
                  <a:pt x="827776" y="40535"/>
                </a:lnTo>
                <a:lnTo>
                  <a:pt x="828228" y="40502"/>
                </a:lnTo>
                <a:lnTo>
                  <a:pt x="828685" y="40476"/>
                </a:lnTo>
                <a:lnTo>
                  <a:pt x="829146" y="40458"/>
                </a:lnTo>
                <a:lnTo>
                  <a:pt x="829612" y="40447"/>
                </a:lnTo>
                <a:lnTo>
                  <a:pt x="830082" y="40444"/>
                </a:lnTo>
                <a:lnTo>
                  <a:pt x="830223" y="40444"/>
                </a:lnTo>
                <a:lnTo>
                  <a:pt x="830363" y="40445"/>
                </a:lnTo>
                <a:lnTo>
                  <a:pt x="830501" y="40446"/>
                </a:lnTo>
                <a:lnTo>
                  <a:pt x="830639" y="40448"/>
                </a:lnTo>
                <a:lnTo>
                  <a:pt x="830775" y="40450"/>
                </a:lnTo>
                <a:lnTo>
                  <a:pt x="830911" y="40453"/>
                </a:lnTo>
                <a:lnTo>
                  <a:pt x="831045" y="40456"/>
                </a:lnTo>
                <a:lnTo>
                  <a:pt x="831179" y="40460"/>
                </a:lnTo>
                <a:lnTo>
                  <a:pt x="831312" y="40464"/>
                </a:lnTo>
                <a:lnTo>
                  <a:pt x="831443" y="40469"/>
                </a:lnTo>
                <a:lnTo>
                  <a:pt x="831573" y="40474"/>
                </a:lnTo>
                <a:lnTo>
                  <a:pt x="831703" y="40480"/>
                </a:lnTo>
                <a:lnTo>
                  <a:pt x="831831" y="40487"/>
                </a:lnTo>
                <a:lnTo>
                  <a:pt x="831959" y="40494"/>
                </a:lnTo>
                <a:lnTo>
                  <a:pt x="832085" y="40501"/>
                </a:lnTo>
                <a:lnTo>
                  <a:pt x="832210" y="40509"/>
                </a:lnTo>
                <a:lnTo>
                  <a:pt x="832335" y="40517"/>
                </a:lnTo>
                <a:lnTo>
                  <a:pt x="832458" y="40526"/>
                </a:lnTo>
                <a:lnTo>
                  <a:pt x="832580" y="40536"/>
                </a:lnTo>
                <a:lnTo>
                  <a:pt x="832701" y="40546"/>
                </a:lnTo>
                <a:lnTo>
                  <a:pt x="832822" y="40556"/>
                </a:lnTo>
                <a:lnTo>
                  <a:pt x="832941" y="40567"/>
                </a:lnTo>
                <a:lnTo>
                  <a:pt x="833059" y="40579"/>
                </a:lnTo>
                <a:lnTo>
                  <a:pt x="833176" y="40591"/>
                </a:lnTo>
                <a:lnTo>
                  <a:pt x="833293" y="40603"/>
                </a:lnTo>
                <a:lnTo>
                  <a:pt x="833409" y="40616"/>
                </a:lnTo>
                <a:lnTo>
                  <a:pt x="833526" y="40629"/>
                </a:lnTo>
                <a:lnTo>
                  <a:pt x="833643" y="40642"/>
                </a:lnTo>
                <a:lnTo>
                  <a:pt x="833759" y="40655"/>
                </a:lnTo>
                <a:lnTo>
                  <a:pt x="833876" y="40669"/>
                </a:lnTo>
                <a:lnTo>
                  <a:pt x="833993" y="40683"/>
                </a:lnTo>
                <a:lnTo>
                  <a:pt x="834109" y="40697"/>
                </a:lnTo>
                <a:lnTo>
                  <a:pt x="834226" y="40712"/>
                </a:lnTo>
                <a:lnTo>
                  <a:pt x="834343" y="40726"/>
                </a:lnTo>
                <a:lnTo>
                  <a:pt x="834459" y="40741"/>
                </a:lnTo>
                <a:lnTo>
                  <a:pt x="834576" y="40757"/>
                </a:lnTo>
                <a:lnTo>
                  <a:pt x="834693" y="40772"/>
                </a:lnTo>
                <a:lnTo>
                  <a:pt x="834809" y="40788"/>
                </a:lnTo>
                <a:lnTo>
                  <a:pt x="834926" y="40804"/>
                </a:lnTo>
                <a:lnTo>
                  <a:pt x="835042" y="40820"/>
                </a:lnTo>
                <a:lnTo>
                  <a:pt x="835159" y="40837"/>
                </a:lnTo>
                <a:lnTo>
                  <a:pt x="835276" y="40853"/>
                </a:lnTo>
                <a:lnTo>
                  <a:pt x="835392" y="40870"/>
                </a:lnTo>
                <a:lnTo>
                  <a:pt x="835509" y="40888"/>
                </a:lnTo>
                <a:lnTo>
                  <a:pt x="835626" y="40905"/>
                </a:lnTo>
                <a:lnTo>
                  <a:pt x="835742" y="40923"/>
                </a:lnTo>
                <a:lnTo>
                  <a:pt x="835859" y="40941"/>
                </a:lnTo>
                <a:lnTo>
                  <a:pt x="835976" y="40959"/>
                </a:lnTo>
                <a:lnTo>
                  <a:pt x="836270" y="32856"/>
                </a:lnTo>
                <a:lnTo>
                  <a:pt x="836195" y="32825"/>
                </a:lnTo>
                <a:lnTo>
                  <a:pt x="836118" y="32795"/>
                </a:lnTo>
                <a:lnTo>
                  <a:pt x="836037" y="32765"/>
                </a:lnTo>
                <a:lnTo>
                  <a:pt x="835954" y="32736"/>
                </a:lnTo>
                <a:lnTo>
                  <a:pt x="835868" y="32707"/>
                </a:lnTo>
                <a:lnTo>
                  <a:pt x="835780" y="32679"/>
                </a:lnTo>
                <a:lnTo>
                  <a:pt x="835689" y="32650"/>
                </a:lnTo>
                <a:lnTo>
                  <a:pt x="835595" y="32622"/>
                </a:lnTo>
                <a:lnTo>
                  <a:pt x="835498" y="32595"/>
                </a:lnTo>
                <a:lnTo>
                  <a:pt x="835399" y="32568"/>
                </a:lnTo>
                <a:lnTo>
                  <a:pt x="835297" y="32541"/>
                </a:lnTo>
                <a:lnTo>
                  <a:pt x="835193" y="32515"/>
                </a:lnTo>
                <a:lnTo>
                  <a:pt x="835086" y="32489"/>
                </a:lnTo>
                <a:lnTo>
                  <a:pt x="834976" y="32464"/>
                </a:lnTo>
                <a:lnTo>
                  <a:pt x="834863" y="32439"/>
                </a:lnTo>
                <a:lnTo>
                  <a:pt x="834748" y="32414"/>
                </a:lnTo>
                <a:lnTo>
                  <a:pt x="834630" y="32389"/>
                </a:lnTo>
                <a:lnTo>
                  <a:pt x="834509" y="32365"/>
                </a:lnTo>
                <a:lnTo>
                  <a:pt x="834386" y="32342"/>
                </a:lnTo>
                <a:lnTo>
                  <a:pt x="834260" y="32319"/>
                </a:lnTo>
                <a:lnTo>
                  <a:pt x="834131" y="32296"/>
                </a:lnTo>
                <a:lnTo>
                  <a:pt x="834000" y="32273"/>
                </a:lnTo>
                <a:lnTo>
                  <a:pt x="833866" y="32251"/>
                </a:lnTo>
                <a:lnTo>
                  <a:pt x="833729" y="32230"/>
                </a:lnTo>
                <a:lnTo>
                  <a:pt x="833591" y="32209"/>
                </a:lnTo>
                <a:lnTo>
                  <a:pt x="833453" y="32188"/>
                </a:lnTo>
                <a:lnTo>
                  <a:pt x="833315" y="32169"/>
                </a:lnTo>
                <a:lnTo>
                  <a:pt x="833177" y="32151"/>
                </a:lnTo>
                <a:lnTo>
                  <a:pt x="833040" y="32133"/>
                </a:lnTo>
                <a:lnTo>
                  <a:pt x="832902" y="32117"/>
                </a:lnTo>
                <a:lnTo>
                  <a:pt x="832765" y="32101"/>
                </a:lnTo>
                <a:lnTo>
                  <a:pt x="832628" y="32086"/>
                </a:lnTo>
                <a:lnTo>
                  <a:pt x="832491" y="32072"/>
                </a:lnTo>
                <a:lnTo>
                  <a:pt x="832354" y="32059"/>
                </a:lnTo>
                <a:lnTo>
                  <a:pt x="832217" y="32047"/>
                </a:lnTo>
                <a:lnTo>
                  <a:pt x="832080" y="32036"/>
                </a:lnTo>
                <a:lnTo>
                  <a:pt x="831944" y="32026"/>
                </a:lnTo>
                <a:lnTo>
                  <a:pt x="831807" y="32017"/>
                </a:lnTo>
                <a:lnTo>
                  <a:pt x="831671" y="32008"/>
                </a:lnTo>
                <a:lnTo>
                  <a:pt x="831535" y="32000"/>
                </a:lnTo>
                <a:lnTo>
                  <a:pt x="831399" y="31994"/>
                </a:lnTo>
                <a:lnTo>
                  <a:pt x="831263" y="31988"/>
                </a:lnTo>
                <a:lnTo>
                  <a:pt x="831127" y="31983"/>
                </a:lnTo>
                <a:lnTo>
                  <a:pt x="830992" y="31979"/>
                </a:lnTo>
                <a:lnTo>
                  <a:pt x="830856" y="31976"/>
                </a:lnTo>
                <a:lnTo>
                  <a:pt x="830721" y="31974"/>
                </a:lnTo>
                <a:lnTo>
                  <a:pt x="830586" y="31972"/>
                </a:lnTo>
                <a:lnTo>
                  <a:pt x="830451" y="31972"/>
                </a:lnTo>
                <a:lnTo>
                  <a:pt x="829871" y="31977"/>
                </a:lnTo>
                <a:lnTo>
                  <a:pt x="829297" y="31991"/>
                </a:lnTo>
                <a:lnTo>
                  <a:pt x="828730" y="32016"/>
                </a:lnTo>
                <a:lnTo>
                  <a:pt x="828170" y="32050"/>
                </a:lnTo>
                <a:lnTo>
                  <a:pt x="827616" y="32093"/>
                </a:lnTo>
                <a:lnTo>
                  <a:pt x="827069" y="32147"/>
                </a:lnTo>
                <a:lnTo>
                  <a:pt x="826528" y="32210"/>
                </a:lnTo>
                <a:lnTo>
                  <a:pt x="825994" y="32283"/>
                </a:lnTo>
                <a:lnTo>
                  <a:pt x="825466" y="32365"/>
                </a:lnTo>
                <a:lnTo>
                  <a:pt x="824945" y="32458"/>
                </a:lnTo>
                <a:lnTo>
                  <a:pt x="824430" y="32560"/>
                </a:lnTo>
                <a:lnTo>
                  <a:pt x="823922" y="32672"/>
                </a:lnTo>
                <a:lnTo>
                  <a:pt x="823420" y="32793"/>
                </a:lnTo>
                <a:lnTo>
                  <a:pt x="822925" y="32924"/>
                </a:lnTo>
                <a:lnTo>
                  <a:pt x="822436" y="33065"/>
                </a:lnTo>
                <a:lnTo>
                  <a:pt x="821954" y="33216"/>
                </a:lnTo>
                <a:lnTo>
                  <a:pt x="821479" y="33376"/>
                </a:lnTo>
                <a:lnTo>
                  <a:pt x="821010" y="33546"/>
                </a:lnTo>
                <a:lnTo>
                  <a:pt x="820547" y="33726"/>
                </a:lnTo>
                <a:lnTo>
                  <a:pt x="820091" y="33916"/>
                </a:lnTo>
                <a:lnTo>
                  <a:pt x="819642" y="34115"/>
                </a:lnTo>
                <a:lnTo>
                  <a:pt x="819199" y="34324"/>
                </a:lnTo>
                <a:lnTo>
                  <a:pt x="818762" y="34543"/>
                </a:lnTo>
                <a:lnTo>
                  <a:pt x="818332" y="34771"/>
                </a:lnTo>
                <a:lnTo>
                  <a:pt x="817909" y="35008"/>
                </a:lnTo>
                <a:lnTo>
                  <a:pt x="817491" y="35253"/>
                </a:lnTo>
                <a:lnTo>
                  <a:pt x="817080" y="35506"/>
                </a:lnTo>
                <a:lnTo>
                  <a:pt x="816676" y="35767"/>
                </a:lnTo>
                <a:lnTo>
                  <a:pt x="816277" y="36035"/>
                </a:lnTo>
                <a:lnTo>
                  <a:pt x="815885" y="36311"/>
                </a:lnTo>
                <a:lnTo>
                  <a:pt x="815499" y="36595"/>
                </a:lnTo>
                <a:lnTo>
                  <a:pt x="815119" y="36887"/>
                </a:lnTo>
                <a:lnTo>
                  <a:pt x="814746" y="37187"/>
                </a:lnTo>
                <a:lnTo>
                  <a:pt x="814379" y="37494"/>
                </a:lnTo>
                <a:lnTo>
                  <a:pt x="814018" y="37809"/>
                </a:lnTo>
                <a:lnTo>
                  <a:pt x="813663" y="38132"/>
                </a:lnTo>
                <a:lnTo>
                  <a:pt x="813315" y="38463"/>
                </a:lnTo>
                <a:lnTo>
                  <a:pt x="812973" y="38802"/>
                </a:lnTo>
                <a:lnTo>
                  <a:pt x="812637" y="39148"/>
                </a:lnTo>
                <a:lnTo>
                  <a:pt x="812308" y="39502"/>
                </a:lnTo>
                <a:lnTo>
                  <a:pt x="811985" y="39864"/>
                </a:lnTo>
                <a:lnTo>
                  <a:pt x="811668" y="40234"/>
                </a:lnTo>
                <a:lnTo>
                  <a:pt x="811357" y="40612"/>
                </a:lnTo>
                <a:lnTo>
                  <a:pt x="811052" y="40997"/>
                </a:lnTo>
                <a:lnTo>
                  <a:pt x="810754" y="41390"/>
                </a:lnTo>
                <a:lnTo>
                  <a:pt x="810462" y="41791"/>
                </a:lnTo>
                <a:lnTo>
                  <a:pt x="810177" y="42200"/>
                </a:lnTo>
                <a:lnTo>
                  <a:pt x="809897" y="42617"/>
                </a:lnTo>
                <a:lnTo>
                  <a:pt x="809624" y="43040"/>
                </a:lnTo>
                <a:lnTo>
                  <a:pt x="809356" y="43469"/>
                </a:lnTo>
                <a:lnTo>
                  <a:pt x="809095" y="43904"/>
                </a:lnTo>
                <a:lnTo>
                  <a:pt x="808839" y="44345"/>
                </a:lnTo>
                <a:lnTo>
                  <a:pt x="808590" y="44791"/>
                </a:lnTo>
                <a:lnTo>
                  <a:pt x="808346" y="45243"/>
                </a:lnTo>
                <a:lnTo>
                  <a:pt x="808108" y="45701"/>
                </a:lnTo>
                <a:lnTo>
                  <a:pt x="807974" y="45967"/>
                </a:lnTo>
                <a:lnTo>
                  <a:pt x="807835" y="33445"/>
                </a:lnTo>
                <a:lnTo>
                  <a:pt x="799215" y="33445"/>
                </a:lnTo>
                <a:lnTo>
                  <a:pt x="799215" y="113154"/>
                </a:lnTo>
                <a:lnTo>
                  <a:pt x="807982" y="113154"/>
                </a:lnTo>
                <a:lnTo>
                  <a:pt x="807982" y="58274"/>
                </a:lnTo>
                <a:lnTo>
                  <a:pt x="807984" y="58265"/>
                </a:lnTo>
                <a:lnTo>
                  <a:pt x="808102" y="57847"/>
                </a:lnTo>
                <a:lnTo>
                  <a:pt x="808224" y="57431"/>
                </a:lnTo>
                <a:lnTo>
                  <a:pt x="808350" y="57019"/>
                </a:lnTo>
                <a:lnTo>
                  <a:pt x="808481" y="56610"/>
                </a:lnTo>
                <a:close/>
                <a:moveTo>
                  <a:pt x="1126905" y="66375"/>
                </a:moveTo>
                <a:lnTo>
                  <a:pt x="1158140" y="113154"/>
                </a:lnTo>
                <a:lnTo>
                  <a:pt x="1168969" y="113154"/>
                </a:lnTo>
                <a:lnTo>
                  <a:pt x="1132356" y="58713"/>
                </a:lnTo>
                <a:lnTo>
                  <a:pt x="1167864" y="5893"/>
                </a:lnTo>
                <a:lnTo>
                  <a:pt x="1157109" y="5893"/>
                </a:lnTo>
                <a:lnTo>
                  <a:pt x="1126905" y="51125"/>
                </a:lnTo>
                <a:lnTo>
                  <a:pt x="1096701" y="5893"/>
                </a:lnTo>
                <a:lnTo>
                  <a:pt x="1085872" y="5893"/>
                </a:lnTo>
                <a:lnTo>
                  <a:pt x="1121380" y="58713"/>
                </a:lnTo>
                <a:lnTo>
                  <a:pt x="1084767" y="113154"/>
                </a:lnTo>
                <a:lnTo>
                  <a:pt x="1095523" y="113154"/>
                </a:lnTo>
                <a:lnTo>
                  <a:pt x="1126905" y="66375"/>
                </a:lnTo>
                <a:close/>
                <a:moveTo>
                  <a:pt x="1261765" y="5893"/>
                </a:moveTo>
                <a:lnTo>
                  <a:pt x="1261765" y="113154"/>
                </a:lnTo>
                <a:lnTo>
                  <a:pt x="1270826" y="113154"/>
                </a:lnTo>
                <a:lnTo>
                  <a:pt x="1270826" y="5893"/>
                </a:lnTo>
                <a:lnTo>
                  <a:pt x="1261765" y="5893"/>
                </a:lnTo>
                <a:close/>
                <a:moveTo>
                  <a:pt x="896108" y="102891"/>
                </a:moveTo>
                <a:lnTo>
                  <a:pt x="896131" y="103211"/>
                </a:lnTo>
                <a:lnTo>
                  <a:pt x="896155" y="103532"/>
                </a:lnTo>
                <a:lnTo>
                  <a:pt x="896181" y="103855"/>
                </a:lnTo>
                <a:lnTo>
                  <a:pt x="896208" y="104179"/>
                </a:lnTo>
                <a:lnTo>
                  <a:pt x="896237" y="104504"/>
                </a:lnTo>
                <a:lnTo>
                  <a:pt x="896268" y="104831"/>
                </a:lnTo>
                <a:lnTo>
                  <a:pt x="896300" y="105160"/>
                </a:lnTo>
                <a:lnTo>
                  <a:pt x="896334" y="105489"/>
                </a:lnTo>
                <a:lnTo>
                  <a:pt x="896370" y="105820"/>
                </a:lnTo>
                <a:lnTo>
                  <a:pt x="896408" y="106153"/>
                </a:lnTo>
                <a:lnTo>
                  <a:pt x="896447" y="106487"/>
                </a:lnTo>
                <a:lnTo>
                  <a:pt x="896487" y="106819"/>
                </a:lnTo>
                <a:lnTo>
                  <a:pt x="896529" y="107146"/>
                </a:lnTo>
                <a:lnTo>
                  <a:pt x="896573" y="107469"/>
                </a:lnTo>
                <a:lnTo>
                  <a:pt x="896617" y="107787"/>
                </a:lnTo>
                <a:lnTo>
                  <a:pt x="896664" y="108100"/>
                </a:lnTo>
                <a:lnTo>
                  <a:pt x="896711" y="108409"/>
                </a:lnTo>
                <a:lnTo>
                  <a:pt x="896760" y="108713"/>
                </a:lnTo>
                <a:lnTo>
                  <a:pt x="896811" y="109012"/>
                </a:lnTo>
                <a:lnTo>
                  <a:pt x="896863" y="109306"/>
                </a:lnTo>
                <a:lnTo>
                  <a:pt x="896916" y="109596"/>
                </a:lnTo>
                <a:lnTo>
                  <a:pt x="896971" y="109881"/>
                </a:lnTo>
                <a:lnTo>
                  <a:pt x="897027" y="110161"/>
                </a:lnTo>
                <a:lnTo>
                  <a:pt x="897084" y="110436"/>
                </a:lnTo>
                <a:lnTo>
                  <a:pt x="897143" y="110707"/>
                </a:lnTo>
                <a:lnTo>
                  <a:pt x="897203" y="110973"/>
                </a:lnTo>
                <a:lnTo>
                  <a:pt x="897265" y="111234"/>
                </a:lnTo>
                <a:lnTo>
                  <a:pt x="897328" y="111491"/>
                </a:lnTo>
                <a:lnTo>
                  <a:pt x="897393" y="111742"/>
                </a:lnTo>
                <a:lnTo>
                  <a:pt x="897459" y="111989"/>
                </a:lnTo>
                <a:lnTo>
                  <a:pt x="897526" y="112232"/>
                </a:lnTo>
                <a:lnTo>
                  <a:pt x="897595" y="112469"/>
                </a:lnTo>
                <a:lnTo>
                  <a:pt x="897665" y="112702"/>
                </a:lnTo>
                <a:lnTo>
                  <a:pt x="897736" y="112930"/>
                </a:lnTo>
                <a:lnTo>
                  <a:pt x="897809" y="113154"/>
                </a:lnTo>
                <a:lnTo>
                  <a:pt x="907239" y="113154"/>
                </a:lnTo>
                <a:lnTo>
                  <a:pt x="907239" y="112196"/>
                </a:lnTo>
                <a:lnTo>
                  <a:pt x="907142" y="111960"/>
                </a:lnTo>
                <a:lnTo>
                  <a:pt x="907046" y="111718"/>
                </a:lnTo>
                <a:lnTo>
                  <a:pt x="906953" y="111471"/>
                </a:lnTo>
                <a:lnTo>
                  <a:pt x="906861" y="111218"/>
                </a:lnTo>
                <a:lnTo>
                  <a:pt x="906772" y="110959"/>
                </a:lnTo>
                <a:lnTo>
                  <a:pt x="906684" y="110695"/>
                </a:lnTo>
                <a:lnTo>
                  <a:pt x="906598" y="110425"/>
                </a:lnTo>
                <a:lnTo>
                  <a:pt x="906515" y="110150"/>
                </a:lnTo>
                <a:lnTo>
                  <a:pt x="906433" y="109868"/>
                </a:lnTo>
                <a:lnTo>
                  <a:pt x="906353" y="109582"/>
                </a:lnTo>
                <a:lnTo>
                  <a:pt x="906275" y="109289"/>
                </a:lnTo>
                <a:lnTo>
                  <a:pt x="906198" y="108991"/>
                </a:lnTo>
                <a:lnTo>
                  <a:pt x="906124" y="108688"/>
                </a:lnTo>
                <a:lnTo>
                  <a:pt x="906052" y="108378"/>
                </a:lnTo>
                <a:lnTo>
                  <a:pt x="905981" y="108064"/>
                </a:lnTo>
                <a:lnTo>
                  <a:pt x="905913" y="107743"/>
                </a:lnTo>
                <a:lnTo>
                  <a:pt x="905846" y="107417"/>
                </a:lnTo>
                <a:lnTo>
                  <a:pt x="905782" y="107085"/>
                </a:lnTo>
                <a:lnTo>
                  <a:pt x="905719" y="106748"/>
                </a:lnTo>
                <a:lnTo>
                  <a:pt x="905658" y="106405"/>
                </a:lnTo>
                <a:lnTo>
                  <a:pt x="905599" y="106056"/>
                </a:lnTo>
                <a:lnTo>
                  <a:pt x="905542" y="105702"/>
                </a:lnTo>
                <a:lnTo>
                  <a:pt x="905487" y="105342"/>
                </a:lnTo>
                <a:lnTo>
                  <a:pt x="905434" y="104976"/>
                </a:lnTo>
                <a:lnTo>
                  <a:pt x="905383" y="104609"/>
                </a:lnTo>
                <a:lnTo>
                  <a:pt x="905334" y="104242"/>
                </a:lnTo>
                <a:lnTo>
                  <a:pt x="905287" y="103876"/>
                </a:lnTo>
                <a:lnTo>
                  <a:pt x="905243" y="103511"/>
                </a:lnTo>
                <a:lnTo>
                  <a:pt x="905200" y="103148"/>
                </a:lnTo>
                <a:lnTo>
                  <a:pt x="905160" y="102785"/>
                </a:lnTo>
                <a:lnTo>
                  <a:pt x="905122" y="102423"/>
                </a:lnTo>
                <a:lnTo>
                  <a:pt x="905086" y="102062"/>
                </a:lnTo>
                <a:lnTo>
                  <a:pt x="905052" y="101703"/>
                </a:lnTo>
                <a:lnTo>
                  <a:pt x="905021" y="101344"/>
                </a:lnTo>
                <a:lnTo>
                  <a:pt x="904992" y="100987"/>
                </a:lnTo>
                <a:lnTo>
                  <a:pt x="904964" y="100630"/>
                </a:lnTo>
                <a:lnTo>
                  <a:pt x="904939" y="100274"/>
                </a:lnTo>
                <a:lnTo>
                  <a:pt x="904917" y="99920"/>
                </a:lnTo>
                <a:lnTo>
                  <a:pt x="904896" y="99566"/>
                </a:lnTo>
                <a:lnTo>
                  <a:pt x="904877" y="99214"/>
                </a:lnTo>
                <a:lnTo>
                  <a:pt x="904861" y="98863"/>
                </a:lnTo>
                <a:lnTo>
                  <a:pt x="904847" y="98512"/>
                </a:lnTo>
                <a:lnTo>
                  <a:pt x="904835" y="98163"/>
                </a:lnTo>
                <a:lnTo>
                  <a:pt x="904825" y="97814"/>
                </a:lnTo>
                <a:lnTo>
                  <a:pt x="904818" y="97467"/>
                </a:lnTo>
                <a:lnTo>
                  <a:pt x="904812" y="97121"/>
                </a:lnTo>
                <a:lnTo>
                  <a:pt x="904809" y="96775"/>
                </a:lnTo>
                <a:lnTo>
                  <a:pt x="904808" y="96431"/>
                </a:lnTo>
                <a:lnTo>
                  <a:pt x="904808" y="57903"/>
                </a:lnTo>
                <a:lnTo>
                  <a:pt x="904801" y="57183"/>
                </a:lnTo>
                <a:lnTo>
                  <a:pt x="904782" y="56474"/>
                </a:lnTo>
                <a:lnTo>
                  <a:pt x="904750" y="55776"/>
                </a:lnTo>
                <a:lnTo>
                  <a:pt x="904705" y="55087"/>
                </a:lnTo>
                <a:lnTo>
                  <a:pt x="904646" y="54409"/>
                </a:lnTo>
                <a:lnTo>
                  <a:pt x="904575" y="53741"/>
                </a:lnTo>
                <a:lnTo>
                  <a:pt x="904491" y="53083"/>
                </a:lnTo>
                <a:lnTo>
                  <a:pt x="904395" y="52435"/>
                </a:lnTo>
                <a:lnTo>
                  <a:pt x="904285" y="51798"/>
                </a:lnTo>
                <a:lnTo>
                  <a:pt x="904162" y="51170"/>
                </a:lnTo>
                <a:lnTo>
                  <a:pt x="904026" y="50553"/>
                </a:lnTo>
                <a:lnTo>
                  <a:pt x="903878" y="49947"/>
                </a:lnTo>
                <a:lnTo>
                  <a:pt x="903716" y="49350"/>
                </a:lnTo>
                <a:lnTo>
                  <a:pt x="903542" y="48764"/>
                </a:lnTo>
                <a:lnTo>
                  <a:pt x="903355" y="48188"/>
                </a:lnTo>
                <a:lnTo>
                  <a:pt x="903154" y="47622"/>
                </a:lnTo>
                <a:lnTo>
                  <a:pt x="902941" y="47066"/>
                </a:lnTo>
                <a:lnTo>
                  <a:pt x="902715" y="46521"/>
                </a:lnTo>
                <a:lnTo>
                  <a:pt x="902476" y="45986"/>
                </a:lnTo>
                <a:lnTo>
                  <a:pt x="902224" y="45461"/>
                </a:lnTo>
                <a:lnTo>
                  <a:pt x="901960" y="44946"/>
                </a:lnTo>
                <a:lnTo>
                  <a:pt x="901682" y="44442"/>
                </a:lnTo>
                <a:lnTo>
                  <a:pt x="901391" y="43948"/>
                </a:lnTo>
                <a:lnTo>
                  <a:pt x="901088" y="43464"/>
                </a:lnTo>
                <a:lnTo>
                  <a:pt x="900773" y="42990"/>
                </a:lnTo>
                <a:lnTo>
                  <a:pt x="900448" y="42526"/>
                </a:lnTo>
                <a:lnTo>
                  <a:pt x="900114" y="42072"/>
                </a:lnTo>
                <a:lnTo>
                  <a:pt x="899770" y="41628"/>
                </a:lnTo>
                <a:lnTo>
                  <a:pt x="899416" y="41194"/>
                </a:lnTo>
                <a:lnTo>
                  <a:pt x="899053" y="40770"/>
                </a:lnTo>
                <a:lnTo>
                  <a:pt x="898679" y="40356"/>
                </a:lnTo>
                <a:lnTo>
                  <a:pt x="898296" y="39952"/>
                </a:lnTo>
                <a:lnTo>
                  <a:pt x="897904" y="39558"/>
                </a:lnTo>
                <a:lnTo>
                  <a:pt x="897501" y="39174"/>
                </a:lnTo>
                <a:lnTo>
                  <a:pt x="897089" y="38800"/>
                </a:lnTo>
                <a:lnTo>
                  <a:pt x="896668" y="38436"/>
                </a:lnTo>
                <a:lnTo>
                  <a:pt x="896236" y="38082"/>
                </a:lnTo>
                <a:lnTo>
                  <a:pt x="895795" y="37738"/>
                </a:lnTo>
                <a:lnTo>
                  <a:pt x="895344" y="37404"/>
                </a:lnTo>
                <a:lnTo>
                  <a:pt x="894883" y="37079"/>
                </a:lnTo>
                <a:lnTo>
                  <a:pt x="894413" y="36765"/>
                </a:lnTo>
                <a:lnTo>
                  <a:pt x="893933" y="36461"/>
                </a:lnTo>
                <a:lnTo>
                  <a:pt x="893443" y="36167"/>
                </a:lnTo>
                <a:lnTo>
                  <a:pt x="892943" y="35882"/>
                </a:lnTo>
                <a:lnTo>
                  <a:pt x="892434" y="35608"/>
                </a:lnTo>
                <a:lnTo>
                  <a:pt x="891915" y="35344"/>
                </a:lnTo>
                <a:lnTo>
                  <a:pt x="891386" y="35089"/>
                </a:lnTo>
                <a:lnTo>
                  <a:pt x="890848" y="34845"/>
                </a:lnTo>
                <a:lnTo>
                  <a:pt x="890301" y="34610"/>
                </a:lnTo>
                <a:lnTo>
                  <a:pt x="889748" y="34386"/>
                </a:lnTo>
                <a:lnTo>
                  <a:pt x="889187" y="34171"/>
                </a:lnTo>
                <a:lnTo>
                  <a:pt x="888620" y="33967"/>
                </a:lnTo>
                <a:lnTo>
                  <a:pt x="888047" y="33772"/>
                </a:lnTo>
                <a:lnTo>
                  <a:pt x="887466" y="33588"/>
                </a:lnTo>
                <a:lnTo>
                  <a:pt x="886879" y="33413"/>
                </a:lnTo>
                <a:lnTo>
                  <a:pt x="886285" y="33249"/>
                </a:lnTo>
                <a:lnTo>
                  <a:pt x="885684" y="33094"/>
                </a:lnTo>
                <a:lnTo>
                  <a:pt x="885076" y="32949"/>
                </a:lnTo>
                <a:lnTo>
                  <a:pt x="884461" y="32815"/>
                </a:lnTo>
                <a:lnTo>
                  <a:pt x="883840" y="32690"/>
                </a:lnTo>
                <a:lnTo>
                  <a:pt x="883212" y="32575"/>
                </a:lnTo>
                <a:lnTo>
                  <a:pt x="882577" y="32471"/>
                </a:lnTo>
                <a:lnTo>
                  <a:pt x="881936" y="32376"/>
                </a:lnTo>
                <a:lnTo>
                  <a:pt x="881287" y="32291"/>
                </a:lnTo>
                <a:lnTo>
                  <a:pt x="880632" y="32216"/>
                </a:lnTo>
                <a:lnTo>
                  <a:pt x="879970" y="32151"/>
                </a:lnTo>
                <a:lnTo>
                  <a:pt x="879302" y="32096"/>
                </a:lnTo>
                <a:lnTo>
                  <a:pt x="878626" y="32052"/>
                </a:lnTo>
                <a:lnTo>
                  <a:pt x="877944" y="32017"/>
                </a:lnTo>
                <a:lnTo>
                  <a:pt x="877255" y="31992"/>
                </a:lnTo>
                <a:lnTo>
                  <a:pt x="876559" y="31977"/>
                </a:lnTo>
                <a:lnTo>
                  <a:pt x="875856" y="31972"/>
                </a:lnTo>
                <a:lnTo>
                  <a:pt x="875288" y="31975"/>
                </a:lnTo>
                <a:lnTo>
                  <a:pt x="874723" y="31985"/>
                </a:lnTo>
                <a:lnTo>
                  <a:pt x="874163" y="32002"/>
                </a:lnTo>
                <a:lnTo>
                  <a:pt x="873607" y="32026"/>
                </a:lnTo>
                <a:lnTo>
                  <a:pt x="873055" y="32056"/>
                </a:lnTo>
                <a:lnTo>
                  <a:pt x="872507" y="32094"/>
                </a:lnTo>
                <a:lnTo>
                  <a:pt x="871963" y="32138"/>
                </a:lnTo>
                <a:lnTo>
                  <a:pt x="871424" y="32189"/>
                </a:lnTo>
                <a:lnTo>
                  <a:pt x="870889" y="32246"/>
                </a:lnTo>
                <a:lnTo>
                  <a:pt x="870358" y="32311"/>
                </a:lnTo>
                <a:lnTo>
                  <a:pt x="869832" y="32382"/>
                </a:lnTo>
                <a:lnTo>
                  <a:pt x="869309" y="32460"/>
                </a:lnTo>
                <a:lnTo>
                  <a:pt x="868791" y="32545"/>
                </a:lnTo>
                <a:lnTo>
                  <a:pt x="868277" y="32636"/>
                </a:lnTo>
                <a:lnTo>
                  <a:pt x="867767" y="32734"/>
                </a:lnTo>
                <a:lnTo>
                  <a:pt x="867262" y="32839"/>
                </a:lnTo>
                <a:lnTo>
                  <a:pt x="866761" y="32951"/>
                </a:lnTo>
                <a:lnTo>
                  <a:pt x="866264" y="33070"/>
                </a:lnTo>
                <a:lnTo>
                  <a:pt x="865771" y="33195"/>
                </a:lnTo>
                <a:lnTo>
                  <a:pt x="865282" y="33327"/>
                </a:lnTo>
                <a:lnTo>
                  <a:pt x="864798" y="33466"/>
                </a:lnTo>
                <a:lnTo>
                  <a:pt x="864318" y="33612"/>
                </a:lnTo>
                <a:lnTo>
                  <a:pt x="863842" y="33765"/>
                </a:lnTo>
                <a:lnTo>
                  <a:pt x="863370" y="33924"/>
                </a:lnTo>
                <a:lnTo>
                  <a:pt x="862903" y="34089"/>
                </a:lnTo>
                <a:lnTo>
                  <a:pt x="862442" y="34259"/>
                </a:lnTo>
                <a:lnTo>
                  <a:pt x="861986" y="34433"/>
                </a:lnTo>
                <a:lnTo>
                  <a:pt x="861535" y="34613"/>
                </a:lnTo>
                <a:lnTo>
                  <a:pt x="861090" y="34797"/>
                </a:lnTo>
                <a:lnTo>
                  <a:pt x="860651" y="34985"/>
                </a:lnTo>
                <a:lnTo>
                  <a:pt x="860217" y="35179"/>
                </a:lnTo>
                <a:lnTo>
                  <a:pt x="859789" y="35377"/>
                </a:lnTo>
                <a:lnTo>
                  <a:pt x="859366" y="35580"/>
                </a:lnTo>
                <a:lnTo>
                  <a:pt x="858948" y="35787"/>
                </a:lnTo>
                <a:lnTo>
                  <a:pt x="858537" y="36000"/>
                </a:lnTo>
                <a:lnTo>
                  <a:pt x="858130" y="36217"/>
                </a:lnTo>
                <a:lnTo>
                  <a:pt x="857729" y="36439"/>
                </a:lnTo>
                <a:lnTo>
                  <a:pt x="857334" y="36665"/>
                </a:lnTo>
                <a:lnTo>
                  <a:pt x="856944" y="36897"/>
                </a:lnTo>
                <a:lnTo>
                  <a:pt x="856560" y="37133"/>
                </a:lnTo>
                <a:lnTo>
                  <a:pt x="856181" y="37373"/>
                </a:lnTo>
                <a:lnTo>
                  <a:pt x="855807" y="37619"/>
                </a:lnTo>
                <a:lnTo>
                  <a:pt x="855439" y="37869"/>
                </a:lnTo>
                <a:lnTo>
                  <a:pt x="855077" y="38124"/>
                </a:lnTo>
                <a:lnTo>
                  <a:pt x="854720" y="38384"/>
                </a:lnTo>
                <a:lnTo>
                  <a:pt x="854369" y="38648"/>
                </a:lnTo>
                <a:lnTo>
                  <a:pt x="854023" y="38917"/>
                </a:lnTo>
                <a:lnTo>
                  <a:pt x="853683" y="39191"/>
                </a:lnTo>
                <a:lnTo>
                  <a:pt x="853348" y="39469"/>
                </a:lnTo>
                <a:lnTo>
                  <a:pt x="853020" y="39750"/>
                </a:lnTo>
                <a:lnTo>
                  <a:pt x="852699" y="40034"/>
                </a:lnTo>
                <a:lnTo>
                  <a:pt x="852384" y="40321"/>
                </a:lnTo>
                <a:lnTo>
                  <a:pt x="852076" y="40611"/>
                </a:lnTo>
                <a:lnTo>
                  <a:pt x="851774" y="40904"/>
                </a:lnTo>
                <a:lnTo>
                  <a:pt x="851479" y="41200"/>
                </a:lnTo>
                <a:lnTo>
                  <a:pt x="851190" y="41499"/>
                </a:lnTo>
                <a:lnTo>
                  <a:pt x="850908" y="41802"/>
                </a:lnTo>
                <a:lnTo>
                  <a:pt x="850632" y="42107"/>
                </a:lnTo>
                <a:lnTo>
                  <a:pt x="850363" y="42416"/>
                </a:lnTo>
                <a:lnTo>
                  <a:pt x="850100" y="42727"/>
                </a:lnTo>
                <a:lnTo>
                  <a:pt x="849844" y="43042"/>
                </a:lnTo>
                <a:lnTo>
                  <a:pt x="849595" y="43360"/>
                </a:lnTo>
                <a:lnTo>
                  <a:pt x="849352" y="43680"/>
                </a:lnTo>
                <a:lnTo>
                  <a:pt x="849115" y="44004"/>
                </a:lnTo>
                <a:lnTo>
                  <a:pt x="848885" y="44331"/>
                </a:lnTo>
                <a:lnTo>
                  <a:pt x="848662" y="44661"/>
                </a:lnTo>
                <a:lnTo>
                  <a:pt x="848445" y="44994"/>
                </a:lnTo>
                <a:lnTo>
                  <a:pt x="848234" y="45330"/>
                </a:lnTo>
                <a:lnTo>
                  <a:pt x="848030" y="45669"/>
                </a:lnTo>
                <a:lnTo>
                  <a:pt x="847833" y="46012"/>
                </a:lnTo>
                <a:lnTo>
                  <a:pt x="847642" y="46357"/>
                </a:lnTo>
                <a:lnTo>
                  <a:pt x="847458" y="46705"/>
                </a:lnTo>
                <a:lnTo>
                  <a:pt x="847280" y="47056"/>
                </a:lnTo>
                <a:lnTo>
                  <a:pt x="847110" y="47407"/>
                </a:lnTo>
                <a:lnTo>
                  <a:pt x="846948" y="47760"/>
                </a:lnTo>
                <a:lnTo>
                  <a:pt x="846794" y="48113"/>
                </a:lnTo>
                <a:lnTo>
                  <a:pt x="846646" y="48468"/>
                </a:lnTo>
                <a:lnTo>
                  <a:pt x="846507" y="48823"/>
                </a:lnTo>
                <a:lnTo>
                  <a:pt x="846375" y="49180"/>
                </a:lnTo>
                <a:lnTo>
                  <a:pt x="846250" y="49537"/>
                </a:lnTo>
                <a:lnTo>
                  <a:pt x="846133" y="49896"/>
                </a:lnTo>
                <a:lnTo>
                  <a:pt x="846024" y="50256"/>
                </a:lnTo>
                <a:lnTo>
                  <a:pt x="845922" y="50616"/>
                </a:lnTo>
                <a:lnTo>
                  <a:pt x="845828" y="50978"/>
                </a:lnTo>
                <a:lnTo>
                  <a:pt x="845741" y="51341"/>
                </a:lnTo>
                <a:lnTo>
                  <a:pt x="845662" y="51704"/>
                </a:lnTo>
                <a:lnTo>
                  <a:pt x="845590" y="52069"/>
                </a:lnTo>
                <a:lnTo>
                  <a:pt x="845526" y="52435"/>
                </a:lnTo>
                <a:lnTo>
                  <a:pt x="845469" y="52802"/>
                </a:lnTo>
                <a:lnTo>
                  <a:pt x="845420" y="53170"/>
                </a:lnTo>
                <a:lnTo>
                  <a:pt x="845379" y="53538"/>
                </a:lnTo>
                <a:lnTo>
                  <a:pt x="845345" y="53908"/>
                </a:lnTo>
                <a:lnTo>
                  <a:pt x="845318" y="54279"/>
                </a:lnTo>
                <a:lnTo>
                  <a:pt x="845299" y="54651"/>
                </a:lnTo>
                <a:lnTo>
                  <a:pt x="845288" y="55024"/>
                </a:lnTo>
                <a:lnTo>
                  <a:pt x="845284" y="55398"/>
                </a:lnTo>
                <a:lnTo>
                  <a:pt x="854051" y="55472"/>
                </a:lnTo>
                <a:lnTo>
                  <a:pt x="854056" y="55105"/>
                </a:lnTo>
                <a:lnTo>
                  <a:pt x="854070" y="54740"/>
                </a:lnTo>
                <a:lnTo>
                  <a:pt x="854094" y="54379"/>
                </a:lnTo>
                <a:lnTo>
                  <a:pt x="854128" y="54020"/>
                </a:lnTo>
                <a:lnTo>
                  <a:pt x="854171" y="53664"/>
                </a:lnTo>
                <a:lnTo>
                  <a:pt x="854224" y="53310"/>
                </a:lnTo>
                <a:lnTo>
                  <a:pt x="854286" y="52959"/>
                </a:lnTo>
                <a:lnTo>
                  <a:pt x="854358" y="52611"/>
                </a:lnTo>
                <a:lnTo>
                  <a:pt x="854439" y="52265"/>
                </a:lnTo>
                <a:lnTo>
                  <a:pt x="854530" y="51923"/>
                </a:lnTo>
                <a:lnTo>
                  <a:pt x="854631" y="51583"/>
                </a:lnTo>
                <a:lnTo>
                  <a:pt x="854741" y="51245"/>
                </a:lnTo>
                <a:lnTo>
                  <a:pt x="854861" y="50910"/>
                </a:lnTo>
                <a:lnTo>
                  <a:pt x="854991" y="50578"/>
                </a:lnTo>
                <a:lnTo>
                  <a:pt x="855130" y="50249"/>
                </a:lnTo>
                <a:lnTo>
                  <a:pt x="855279" y="49922"/>
                </a:lnTo>
                <a:lnTo>
                  <a:pt x="855437" y="49598"/>
                </a:lnTo>
                <a:lnTo>
                  <a:pt x="855605" y="49277"/>
                </a:lnTo>
                <a:lnTo>
                  <a:pt x="855782" y="48958"/>
                </a:lnTo>
                <a:lnTo>
                  <a:pt x="855969" y="48642"/>
                </a:lnTo>
                <a:lnTo>
                  <a:pt x="856166" y="48329"/>
                </a:lnTo>
                <a:lnTo>
                  <a:pt x="856372" y="48018"/>
                </a:lnTo>
                <a:lnTo>
                  <a:pt x="856588" y="47710"/>
                </a:lnTo>
                <a:lnTo>
                  <a:pt x="856813" y="47405"/>
                </a:lnTo>
                <a:lnTo>
                  <a:pt x="857047" y="47104"/>
                </a:lnTo>
                <a:lnTo>
                  <a:pt x="857288" y="46808"/>
                </a:lnTo>
                <a:lnTo>
                  <a:pt x="857536" y="46517"/>
                </a:lnTo>
                <a:lnTo>
                  <a:pt x="857792" y="46231"/>
                </a:lnTo>
                <a:lnTo>
                  <a:pt x="858054" y="45950"/>
                </a:lnTo>
                <a:lnTo>
                  <a:pt x="858324" y="45674"/>
                </a:lnTo>
                <a:lnTo>
                  <a:pt x="858600" y="45403"/>
                </a:lnTo>
                <a:lnTo>
                  <a:pt x="858884" y="45138"/>
                </a:lnTo>
                <a:lnTo>
                  <a:pt x="859175" y="44877"/>
                </a:lnTo>
                <a:lnTo>
                  <a:pt x="859474" y="44622"/>
                </a:lnTo>
                <a:lnTo>
                  <a:pt x="859779" y="44372"/>
                </a:lnTo>
                <a:lnTo>
                  <a:pt x="860092" y="44127"/>
                </a:lnTo>
                <a:lnTo>
                  <a:pt x="860411" y="43887"/>
                </a:lnTo>
                <a:lnTo>
                  <a:pt x="860738" y="43652"/>
                </a:lnTo>
                <a:lnTo>
                  <a:pt x="861072" y="43422"/>
                </a:lnTo>
                <a:lnTo>
                  <a:pt x="861414" y="43198"/>
                </a:lnTo>
                <a:lnTo>
                  <a:pt x="861762" y="42978"/>
                </a:lnTo>
                <a:lnTo>
                  <a:pt x="862117" y="42764"/>
                </a:lnTo>
                <a:lnTo>
                  <a:pt x="862480" y="42555"/>
                </a:lnTo>
                <a:lnTo>
                  <a:pt x="862850" y="42351"/>
                </a:lnTo>
                <a:lnTo>
                  <a:pt x="863227" y="42152"/>
                </a:lnTo>
                <a:lnTo>
                  <a:pt x="863611" y="41958"/>
                </a:lnTo>
                <a:lnTo>
                  <a:pt x="864003" y="41769"/>
                </a:lnTo>
                <a:lnTo>
                  <a:pt x="864401" y="41585"/>
                </a:lnTo>
                <a:lnTo>
                  <a:pt x="864806" y="41408"/>
                </a:lnTo>
                <a:lnTo>
                  <a:pt x="865215" y="41238"/>
                </a:lnTo>
                <a:lnTo>
                  <a:pt x="865629" y="41076"/>
                </a:lnTo>
                <a:lnTo>
                  <a:pt x="866047" y="40921"/>
                </a:lnTo>
                <a:lnTo>
                  <a:pt x="866471" y="40774"/>
                </a:lnTo>
                <a:lnTo>
                  <a:pt x="866899" y="40635"/>
                </a:lnTo>
                <a:lnTo>
                  <a:pt x="867332" y="40503"/>
                </a:lnTo>
                <a:lnTo>
                  <a:pt x="867769" y="40378"/>
                </a:lnTo>
                <a:lnTo>
                  <a:pt x="868212" y="40261"/>
                </a:lnTo>
                <a:lnTo>
                  <a:pt x="868659" y="40152"/>
                </a:lnTo>
                <a:lnTo>
                  <a:pt x="869111" y="40050"/>
                </a:lnTo>
                <a:lnTo>
                  <a:pt x="869567" y="39955"/>
                </a:lnTo>
                <a:lnTo>
                  <a:pt x="870028" y="39869"/>
                </a:lnTo>
                <a:lnTo>
                  <a:pt x="870494" y="39789"/>
                </a:lnTo>
                <a:lnTo>
                  <a:pt x="870965" y="39718"/>
                </a:lnTo>
                <a:lnTo>
                  <a:pt x="871441" y="39654"/>
                </a:lnTo>
                <a:lnTo>
                  <a:pt x="871921" y="39597"/>
                </a:lnTo>
                <a:lnTo>
                  <a:pt x="872406" y="39548"/>
                </a:lnTo>
                <a:lnTo>
                  <a:pt x="872895" y="39507"/>
                </a:lnTo>
                <a:lnTo>
                  <a:pt x="873390" y="39473"/>
                </a:lnTo>
                <a:lnTo>
                  <a:pt x="873889" y="39446"/>
                </a:lnTo>
                <a:lnTo>
                  <a:pt x="874393" y="39427"/>
                </a:lnTo>
                <a:lnTo>
                  <a:pt x="874901" y="39416"/>
                </a:lnTo>
                <a:lnTo>
                  <a:pt x="875414" y="39412"/>
                </a:lnTo>
                <a:lnTo>
                  <a:pt x="875969" y="39416"/>
                </a:lnTo>
                <a:lnTo>
                  <a:pt x="876517" y="39428"/>
                </a:lnTo>
                <a:lnTo>
                  <a:pt x="877057" y="39447"/>
                </a:lnTo>
                <a:lnTo>
                  <a:pt x="877590" y="39474"/>
                </a:lnTo>
                <a:lnTo>
                  <a:pt x="878115" y="39508"/>
                </a:lnTo>
                <a:lnTo>
                  <a:pt x="878633" y="39550"/>
                </a:lnTo>
                <a:lnTo>
                  <a:pt x="879143" y="39600"/>
                </a:lnTo>
                <a:lnTo>
                  <a:pt x="879646" y="39658"/>
                </a:lnTo>
                <a:lnTo>
                  <a:pt x="880142" y="39723"/>
                </a:lnTo>
                <a:lnTo>
                  <a:pt x="880630" y="39796"/>
                </a:lnTo>
                <a:lnTo>
                  <a:pt x="881111" y="39876"/>
                </a:lnTo>
                <a:lnTo>
                  <a:pt x="881584" y="39965"/>
                </a:lnTo>
                <a:lnTo>
                  <a:pt x="882050" y="40061"/>
                </a:lnTo>
                <a:lnTo>
                  <a:pt x="882509" y="40164"/>
                </a:lnTo>
                <a:lnTo>
                  <a:pt x="882960" y="40275"/>
                </a:lnTo>
                <a:lnTo>
                  <a:pt x="883403" y="40394"/>
                </a:lnTo>
                <a:lnTo>
                  <a:pt x="883840" y="40521"/>
                </a:lnTo>
                <a:lnTo>
                  <a:pt x="884268" y="40655"/>
                </a:lnTo>
                <a:lnTo>
                  <a:pt x="884690" y="40797"/>
                </a:lnTo>
                <a:lnTo>
                  <a:pt x="885104" y="40947"/>
                </a:lnTo>
                <a:lnTo>
                  <a:pt x="885510" y="41104"/>
                </a:lnTo>
                <a:lnTo>
                  <a:pt x="885910" y="41269"/>
                </a:lnTo>
                <a:lnTo>
                  <a:pt x="886301" y="41442"/>
                </a:lnTo>
                <a:lnTo>
                  <a:pt x="886686" y="41622"/>
                </a:lnTo>
                <a:lnTo>
                  <a:pt x="887062" y="41810"/>
                </a:lnTo>
                <a:lnTo>
                  <a:pt x="887432" y="42004"/>
                </a:lnTo>
                <a:lnTo>
                  <a:pt x="887793" y="42205"/>
                </a:lnTo>
                <a:lnTo>
                  <a:pt x="888147" y="42412"/>
                </a:lnTo>
                <a:lnTo>
                  <a:pt x="888493" y="42626"/>
                </a:lnTo>
                <a:lnTo>
                  <a:pt x="888831" y="42847"/>
                </a:lnTo>
                <a:lnTo>
                  <a:pt x="889162" y="43074"/>
                </a:lnTo>
                <a:lnTo>
                  <a:pt x="889485" y="43308"/>
                </a:lnTo>
                <a:lnTo>
                  <a:pt x="889800" y="43549"/>
                </a:lnTo>
                <a:lnTo>
                  <a:pt x="890108" y="43796"/>
                </a:lnTo>
                <a:lnTo>
                  <a:pt x="890408" y="44050"/>
                </a:lnTo>
                <a:lnTo>
                  <a:pt x="890701" y="44311"/>
                </a:lnTo>
                <a:lnTo>
                  <a:pt x="890985" y="44578"/>
                </a:lnTo>
                <a:lnTo>
                  <a:pt x="891262" y="44852"/>
                </a:lnTo>
                <a:lnTo>
                  <a:pt x="891532" y="45133"/>
                </a:lnTo>
                <a:lnTo>
                  <a:pt x="891793" y="45420"/>
                </a:lnTo>
                <a:lnTo>
                  <a:pt x="892047" y="45714"/>
                </a:lnTo>
                <a:lnTo>
                  <a:pt x="892294" y="46015"/>
                </a:lnTo>
                <a:lnTo>
                  <a:pt x="892532" y="46322"/>
                </a:lnTo>
                <a:lnTo>
                  <a:pt x="892763" y="46636"/>
                </a:lnTo>
                <a:lnTo>
                  <a:pt x="892987" y="46956"/>
                </a:lnTo>
                <a:lnTo>
                  <a:pt x="893202" y="47283"/>
                </a:lnTo>
                <a:lnTo>
                  <a:pt x="893410" y="47617"/>
                </a:lnTo>
                <a:lnTo>
                  <a:pt x="893610" y="47958"/>
                </a:lnTo>
                <a:lnTo>
                  <a:pt x="893803" y="48304"/>
                </a:lnTo>
                <a:lnTo>
                  <a:pt x="893987" y="48656"/>
                </a:lnTo>
                <a:lnTo>
                  <a:pt x="894163" y="49013"/>
                </a:lnTo>
                <a:lnTo>
                  <a:pt x="894331" y="49376"/>
                </a:lnTo>
                <a:lnTo>
                  <a:pt x="894490" y="49744"/>
                </a:lnTo>
                <a:lnTo>
                  <a:pt x="894642" y="50117"/>
                </a:lnTo>
                <a:lnTo>
                  <a:pt x="894785" y="50496"/>
                </a:lnTo>
                <a:lnTo>
                  <a:pt x="894920" y="50880"/>
                </a:lnTo>
                <a:lnTo>
                  <a:pt x="895047" y="51269"/>
                </a:lnTo>
                <a:lnTo>
                  <a:pt x="895166" y="51664"/>
                </a:lnTo>
                <a:lnTo>
                  <a:pt x="895276" y="52064"/>
                </a:lnTo>
                <a:lnTo>
                  <a:pt x="895378" y="52470"/>
                </a:lnTo>
                <a:lnTo>
                  <a:pt x="895473" y="52881"/>
                </a:lnTo>
                <a:lnTo>
                  <a:pt x="895558" y="53297"/>
                </a:lnTo>
                <a:lnTo>
                  <a:pt x="895636" y="53719"/>
                </a:lnTo>
                <a:lnTo>
                  <a:pt x="895706" y="54146"/>
                </a:lnTo>
                <a:lnTo>
                  <a:pt x="895767" y="54578"/>
                </a:lnTo>
                <a:lnTo>
                  <a:pt x="895820" y="55016"/>
                </a:lnTo>
                <a:lnTo>
                  <a:pt x="895865" y="55459"/>
                </a:lnTo>
                <a:lnTo>
                  <a:pt x="895902" y="55908"/>
                </a:lnTo>
                <a:lnTo>
                  <a:pt x="895931" y="56362"/>
                </a:lnTo>
                <a:lnTo>
                  <a:pt x="895951" y="56821"/>
                </a:lnTo>
                <a:lnTo>
                  <a:pt x="895964" y="57285"/>
                </a:lnTo>
                <a:lnTo>
                  <a:pt x="895968" y="57755"/>
                </a:lnTo>
                <a:lnTo>
                  <a:pt x="895968" y="66743"/>
                </a:lnTo>
                <a:lnTo>
                  <a:pt x="879687" y="66743"/>
                </a:lnTo>
                <a:lnTo>
                  <a:pt x="878990" y="66746"/>
                </a:lnTo>
                <a:lnTo>
                  <a:pt x="878299" y="66755"/>
                </a:lnTo>
                <a:lnTo>
                  <a:pt x="877614" y="66770"/>
                </a:lnTo>
                <a:lnTo>
                  <a:pt x="876934" y="66791"/>
                </a:lnTo>
                <a:lnTo>
                  <a:pt x="876260" y="66818"/>
                </a:lnTo>
                <a:lnTo>
                  <a:pt x="875592" y="66851"/>
                </a:lnTo>
                <a:lnTo>
                  <a:pt x="874929" y="66890"/>
                </a:lnTo>
                <a:lnTo>
                  <a:pt x="874273" y="66935"/>
                </a:lnTo>
                <a:lnTo>
                  <a:pt x="873622" y="66986"/>
                </a:lnTo>
                <a:lnTo>
                  <a:pt x="872977" y="67043"/>
                </a:lnTo>
                <a:lnTo>
                  <a:pt x="872337" y="67107"/>
                </a:lnTo>
                <a:lnTo>
                  <a:pt x="871703" y="67176"/>
                </a:lnTo>
                <a:lnTo>
                  <a:pt x="871076" y="67251"/>
                </a:lnTo>
                <a:lnTo>
                  <a:pt x="870453" y="67332"/>
                </a:lnTo>
                <a:lnTo>
                  <a:pt x="869837" y="67419"/>
                </a:lnTo>
                <a:lnTo>
                  <a:pt x="869226" y="67512"/>
                </a:lnTo>
                <a:lnTo>
                  <a:pt x="868622" y="67611"/>
                </a:lnTo>
                <a:lnTo>
                  <a:pt x="868022" y="67717"/>
                </a:lnTo>
                <a:lnTo>
                  <a:pt x="867429" y="67828"/>
                </a:lnTo>
                <a:lnTo>
                  <a:pt x="866841" y="67945"/>
                </a:lnTo>
                <a:lnTo>
                  <a:pt x="866260" y="68068"/>
                </a:lnTo>
                <a:lnTo>
                  <a:pt x="865683" y="68198"/>
                </a:lnTo>
                <a:lnTo>
                  <a:pt x="865113" y="68333"/>
                </a:lnTo>
                <a:lnTo>
                  <a:pt x="864548" y="68474"/>
                </a:lnTo>
                <a:lnTo>
                  <a:pt x="863990" y="68621"/>
                </a:lnTo>
                <a:lnTo>
                  <a:pt x="863439" y="68773"/>
                </a:lnTo>
                <a:lnTo>
                  <a:pt x="862895" y="68931"/>
                </a:lnTo>
                <a:lnTo>
                  <a:pt x="862358" y="69094"/>
                </a:lnTo>
                <a:lnTo>
                  <a:pt x="861828" y="69263"/>
                </a:lnTo>
                <a:lnTo>
                  <a:pt x="861305" y="69436"/>
                </a:lnTo>
                <a:lnTo>
                  <a:pt x="860789" y="69616"/>
                </a:lnTo>
                <a:lnTo>
                  <a:pt x="860280" y="69800"/>
                </a:lnTo>
                <a:lnTo>
                  <a:pt x="859778" y="69990"/>
                </a:lnTo>
                <a:lnTo>
                  <a:pt x="859283" y="70185"/>
                </a:lnTo>
                <a:lnTo>
                  <a:pt x="858795" y="70386"/>
                </a:lnTo>
                <a:lnTo>
                  <a:pt x="858314" y="70592"/>
                </a:lnTo>
                <a:lnTo>
                  <a:pt x="857841" y="70803"/>
                </a:lnTo>
                <a:lnTo>
                  <a:pt x="857374" y="71020"/>
                </a:lnTo>
                <a:lnTo>
                  <a:pt x="856914" y="71242"/>
                </a:lnTo>
                <a:lnTo>
                  <a:pt x="856461" y="71470"/>
                </a:lnTo>
                <a:lnTo>
                  <a:pt x="856016" y="71703"/>
                </a:lnTo>
                <a:lnTo>
                  <a:pt x="855577" y="71941"/>
                </a:lnTo>
                <a:lnTo>
                  <a:pt x="855146" y="72185"/>
                </a:lnTo>
                <a:lnTo>
                  <a:pt x="854721" y="72434"/>
                </a:lnTo>
                <a:lnTo>
                  <a:pt x="854304" y="72688"/>
                </a:lnTo>
                <a:lnTo>
                  <a:pt x="853893" y="72948"/>
                </a:lnTo>
                <a:lnTo>
                  <a:pt x="853490" y="73213"/>
                </a:lnTo>
                <a:lnTo>
                  <a:pt x="853093" y="73483"/>
                </a:lnTo>
                <a:lnTo>
                  <a:pt x="852704" y="73759"/>
                </a:lnTo>
                <a:lnTo>
                  <a:pt x="852323" y="74040"/>
                </a:lnTo>
                <a:lnTo>
                  <a:pt x="851949" y="74325"/>
                </a:lnTo>
                <a:lnTo>
                  <a:pt x="851583" y="74615"/>
                </a:lnTo>
                <a:lnTo>
                  <a:pt x="851225" y="74910"/>
                </a:lnTo>
                <a:lnTo>
                  <a:pt x="850874" y="75210"/>
                </a:lnTo>
                <a:lnTo>
                  <a:pt x="850531" y="75515"/>
                </a:lnTo>
                <a:lnTo>
                  <a:pt x="850196" y="75824"/>
                </a:lnTo>
                <a:lnTo>
                  <a:pt x="849868" y="76139"/>
                </a:lnTo>
                <a:lnTo>
                  <a:pt x="849548" y="76458"/>
                </a:lnTo>
                <a:lnTo>
                  <a:pt x="849236" y="76783"/>
                </a:lnTo>
                <a:lnTo>
                  <a:pt x="848931" y="77112"/>
                </a:lnTo>
                <a:lnTo>
                  <a:pt x="848634" y="77446"/>
                </a:lnTo>
                <a:lnTo>
                  <a:pt x="848345" y="77784"/>
                </a:lnTo>
                <a:lnTo>
                  <a:pt x="848063" y="78128"/>
                </a:lnTo>
                <a:lnTo>
                  <a:pt x="847789" y="78477"/>
                </a:lnTo>
                <a:lnTo>
                  <a:pt x="847523" y="78830"/>
                </a:lnTo>
                <a:lnTo>
                  <a:pt x="847264" y="79188"/>
                </a:lnTo>
                <a:lnTo>
                  <a:pt x="847013" y="79551"/>
                </a:lnTo>
                <a:lnTo>
                  <a:pt x="846770" y="79919"/>
                </a:lnTo>
                <a:lnTo>
                  <a:pt x="846534" y="80292"/>
                </a:lnTo>
                <a:lnTo>
                  <a:pt x="846307" y="80670"/>
                </a:lnTo>
                <a:lnTo>
                  <a:pt x="846086" y="81052"/>
                </a:lnTo>
                <a:lnTo>
                  <a:pt x="845874" y="81440"/>
                </a:lnTo>
                <a:lnTo>
                  <a:pt x="845669" y="81831"/>
                </a:lnTo>
                <a:lnTo>
                  <a:pt x="845474" y="82227"/>
                </a:lnTo>
                <a:lnTo>
                  <a:pt x="845287" y="82627"/>
                </a:lnTo>
                <a:lnTo>
                  <a:pt x="845108" y="83031"/>
                </a:lnTo>
                <a:lnTo>
                  <a:pt x="844939" y="83438"/>
                </a:lnTo>
                <a:lnTo>
                  <a:pt x="844778" y="83850"/>
                </a:lnTo>
                <a:lnTo>
                  <a:pt x="844626" y="84266"/>
                </a:lnTo>
                <a:lnTo>
                  <a:pt x="844482" y="84685"/>
                </a:lnTo>
                <a:lnTo>
                  <a:pt x="844347" y="85109"/>
                </a:lnTo>
                <a:lnTo>
                  <a:pt x="844221" y="85536"/>
                </a:lnTo>
                <a:lnTo>
                  <a:pt x="844104" y="85968"/>
                </a:lnTo>
                <a:lnTo>
                  <a:pt x="843995" y="86403"/>
                </a:lnTo>
                <a:lnTo>
                  <a:pt x="843895" y="86842"/>
                </a:lnTo>
                <a:lnTo>
                  <a:pt x="843804" y="87286"/>
                </a:lnTo>
                <a:lnTo>
                  <a:pt x="843721" y="87733"/>
                </a:lnTo>
                <a:lnTo>
                  <a:pt x="843647" y="88184"/>
                </a:lnTo>
                <a:lnTo>
                  <a:pt x="843582" y="88640"/>
                </a:lnTo>
                <a:lnTo>
                  <a:pt x="843526" y="89099"/>
                </a:lnTo>
                <a:lnTo>
                  <a:pt x="843478" y="89562"/>
                </a:lnTo>
                <a:lnTo>
                  <a:pt x="843439" y="90029"/>
                </a:lnTo>
                <a:lnTo>
                  <a:pt x="843408" y="90500"/>
                </a:lnTo>
                <a:lnTo>
                  <a:pt x="843386" y="90975"/>
                </a:lnTo>
                <a:lnTo>
                  <a:pt x="843373" y="91454"/>
                </a:lnTo>
                <a:lnTo>
                  <a:pt x="843369" y="91937"/>
                </a:lnTo>
                <a:lnTo>
                  <a:pt x="843375" y="92475"/>
                </a:lnTo>
                <a:lnTo>
                  <a:pt x="843391" y="93008"/>
                </a:lnTo>
                <a:lnTo>
                  <a:pt x="843419" y="93537"/>
                </a:lnTo>
                <a:lnTo>
                  <a:pt x="843457" y="94060"/>
                </a:lnTo>
                <a:lnTo>
                  <a:pt x="843507" y="94579"/>
                </a:lnTo>
                <a:lnTo>
                  <a:pt x="843567" y="95093"/>
                </a:lnTo>
                <a:lnTo>
                  <a:pt x="843639" y="95603"/>
                </a:lnTo>
                <a:lnTo>
                  <a:pt x="843721" y="96108"/>
                </a:lnTo>
                <a:lnTo>
                  <a:pt x="843815" y="96608"/>
                </a:lnTo>
                <a:lnTo>
                  <a:pt x="843919" y="97103"/>
                </a:lnTo>
                <a:lnTo>
                  <a:pt x="844034" y="97593"/>
                </a:lnTo>
                <a:lnTo>
                  <a:pt x="844161" y="98079"/>
                </a:lnTo>
                <a:lnTo>
                  <a:pt x="844298" y="98560"/>
                </a:lnTo>
                <a:lnTo>
                  <a:pt x="844447" y="99037"/>
                </a:lnTo>
                <a:lnTo>
                  <a:pt x="844606" y="99508"/>
                </a:lnTo>
                <a:lnTo>
                  <a:pt x="844777" y="99975"/>
                </a:lnTo>
                <a:lnTo>
                  <a:pt x="844958" y="100437"/>
                </a:lnTo>
                <a:lnTo>
                  <a:pt x="845151" y="100895"/>
                </a:lnTo>
                <a:lnTo>
                  <a:pt x="845354" y="101347"/>
                </a:lnTo>
                <a:lnTo>
                  <a:pt x="845569" y="101795"/>
                </a:lnTo>
                <a:lnTo>
                  <a:pt x="845794" y="102239"/>
                </a:lnTo>
                <a:lnTo>
                  <a:pt x="846031" y="102677"/>
                </a:lnTo>
                <a:lnTo>
                  <a:pt x="846278" y="103111"/>
                </a:lnTo>
                <a:lnTo>
                  <a:pt x="846537" y="103540"/>
                </a:lnTo>
                <a:lnTo>
                  <a:pt x="846805" y="103963"/>
                </a:lnTo>
                <a:lnTo>
                  <a:pt x="847083" y="104378"/>
                </a:lnTo>
                <a:lnTo>
                  <a:pt x="847370" y="104786"/>
                </a:lnTo>
                <a:lnTo>
                  <a:pt x="847666" y="105187"/>
                </a:lnTo>
                <a:lnTo>
                  <a:pt x="847972" y="105580"/>
                </a:lnTo>
                <a:lnTo>
                  <a:pt x="848286" y="105966"/>
                </a:lnTo>
                <a:lnTo>
                  <a:pt x="848610" y="106345"/>
                </a:lnTo>
                <a:lnTo>
                  <a:pt x="848943" y="106716"/>
                </a:lnTo>
                <a:lnTo>
                  <a:pt x="849285" y="107079"/>
                </a:lnTo>
                <a:lnTo>
                  <a:pt x="849637" y="107436"/>
                </a:lnTo>
                <a:lnTo>
                  <a:pt x="849998" y="107784"/>
                </a:lnTo>
                <a:lnTo>
                  <a:pt x="850367" y="108126"/>
                </a:lnTo>
                <a:lnTo>
                  <a:pt x="850747" y="108460"/>
                </a:lnTo>
                <a:lnTo>
                  <a:pt x="851135" y="108786"/>
                </a:lnTo>
                <a:lnTo>
                  <a:pt x="851532" y="109105"/>
                </a:lnTo>
                <a:lnTo>
                  <a:pt x="851939" y="109417"/>
                </a:lnTo>
                <a:lnTo>
                  <a:pt x="852355" y="109721"/>
                </a:lnTo>
                <a:lnTo>
                  <a:pt x="852780" y="110018"/>
                </a:lnTo>
                <a:lnTo>
                  <a:pt x="853214" y="110307"/>
                </a:lnTo>
                <a:lnTo>
                  <a:pt x="853658" y="110589"/>
                </a:lnTo>
                <a:lnTo>
                  <a:pt x="854111" y="110864"/>
                </a:lnTo>
                <a:lnTo>
                  <a:pt x="854573" y="111131"/>
                </a:lnTo>
                <a:lnTo>
                  <a:pt x="855044" y="111391"/>
                </a:lnTo>
                <a:lnTo>
                  <a:pt x="855524" y="111643"/>
                </a:lnTo>
                <a:lnTo>
                  <a:pt x="856013" y="111887"/>
                </a:lnTo>
                <a:lnTo>
                  <a:pt x="856507" y="112120"/>
                </a:lnTo>
                <a:lnTo>
                  <a:pt x="857009" y="112343"/>
                </a:lnTo>
                <a:lnTo>
                  <a:pt x="857517" y="112555"/>
                </a:lnTo>
                <a:lnTo>
                  <a:pt x="858032" y="112757"/>
                </a:lnTo>
                <a:lnTo>
                  <a:pt x="858554" y="112949"/>
                </a:lnTo>
                <a:lnTo>
                  <a:pt x="859082" y="113130"/>
                </a:lnTo>
                <a:lnTo>
                  <a:pt x="859617" y="113301"/>
                </a:lnTo>
                <a:lnTo>
                  <a:pt x="860158" y="113461"/>
                </a:lnTo>
                <a:lnTo>
                  <a:pt x="860707" y="113612"/>
                </a:lnTo>
                <a:lnTo>
                  <a:pt x="861261" y="113752"/>
                </a:lnTo>
                <a:lnTo>
                  <a:pt x="861823" y="113881"/>
                </a:lnTo>
                <a:lnTo>
                  <a:pt x="862391" y="114000"/>
                </a:lnTo>
                <a:lnTo>
                  <a:pt x="862966" y="114109"/>
                </a:lnTo>
                <a:lnTo>
                  <a:pt x="863547" y="114207"/>
                </a:lnTo>
                <a:lnTo>
                  <a:pt x="864135" y="114295"/>
                </a:lnTo>
                <a:lnTo>
                  <a:pt x="864730" y="114373"/>
                </a:lnTo>
                <a:lnTo>
                  <a:pt x="865331" y="114440"/>
                </a:lnTo>
                <a:lnTo>
                  <a:pt x="865939" y="114497"/>
                </a:lnTo>
                <a:lnTo>
                  <a:pt x="866554" y="114544"/>
                </a:lnTo>
                <a:lnTo>
                  <a:pt x="867175" y="114580"/>
                </a:lnTo>
                <a:lnTo>
                  <a:pt x="867803" y="114606"/>
                </a:lnTo>
                <a:lnTo>
                  <a:pt x="868438" y="114622"/>
                </a:lnTo>
                <a:lnTo>
                  <a:pt x="869079" y="114627"/>
                </a:lnTo>
                <a:lnTo>
                  <a:pt x="869660" y="114623"/>
                </a:lnTo>
                <a:lnTo>
                  <a:pt x="870235" y="114612"/>
                </a:lnTo>
                <a:lnTo>
                  <a:pt x="870805" y="114594"/>
                </a:lnTo>
                <a:lnTo>
                  <a:pt x="871370" y="114569"/>
                </a:lnTo>
                <a:lnTo>
                  <a:pt x="871930" y="114536"/>
                </a:lnTo>
                <a:lnTo>
                  <a:pt x="872484" y="114496"/>
                </a:lnTo>
                <a:lnTo>
                  <a:pt x="873033" y="114448"/>
                </a:lnTo>
                <a:lnTo>
                  <a:pt x="873577" y="114394"/>
                </a:lnTo>
                <a:lnTo>
                  <a:pt x="874116" y="114332"/>
                </a:lnTo>
                <a:lnTo>
                  <a:pt x="874649" y="114262"/>
                </a:lnTo>
                <a:lnTo>
                  <a:pt x="875177" y="114186"/>
                </a:lnTo>
                <a:lnTo>
                  <a:pt x="875700" y="114102"/>
                </a:lnTo>
                <a:lnTo>
                  <a:pt x="876218" y="114011"/>
                </a:lnTo>
                <a:lnTo>
                  <a:pt x="876730" y="113912"/>
                </a:lnTo>
                <a:lnTo>
                  <a:pt x="877237" y="113807"/>
                </a:lnTo>
                <a:lnTo>
                  <a:pt x="877739" y="113694"/>
                </a:lnTo>
                <a:lnTo>
                  <a:pt x="878236" y="113573"/>
                </a:lnTo>
                <a:lnTo>
                  <a:pt x="878727" y="113446"/>
                </a:lnTo>
                <a:lnTo>
                  <a:pt x="879213" y="113311"/>
                </a:lnTo>
                <a:lnTo>
                  <a:pt x="879694" y="113169"/>
                </a:lnTo>
                <a:lnTo>
                  <a:pt x="880170" y="113019"/>
                </a:lnTo>
                <a:lnTo>
                  <a:pt x="880641" y="112863"/>
                </a:lnTo>
                <a:lnTo>
                  <a:pt x="881106" y="112699"/>
                </a:lnTo>
                <a:lnTo>
                  <a:pt x="881566" y="112527"/>
                </a:lnTo>
                <a:lnTo>
                  <a:pt x="882021" y="112350"/>
                </a:lnTo>
                <a:lnTo>
                  <a:pt x="882470" y="112169"/>
                </a:lnTo>
                <a:lnTo>
                  <a:pt x="882915" y="111983"/>
                </a:lnTo>
                <a:lnTo>
                  <a:pt x="883354" y="111793"/>
                </a:lnTo>
                <a:lnTo>
                  <a:pt x="883789" y="111598"/>
                </a:lnTo>
                <a:lnTo>
                  <a:pt x="884218" y="111399"/>
                </a:lnTo>
                <a:lnTo>
                  <a:pt x="884642" y="111196"/>
                </a:lnTo>
                <a:lnTo>
                  <a:pt x="885061" y="110989"/>
                </a:lnTo>
                <a:lnTo>
                  <a:pt x="885475" y="110777"/>
                </a:lnTo>
                <a:lnTo>
                  <a:pt x="885883" y="110560"/>
                </a:lnTo>
                <a:lnTo>
                  <a:pt x="886287" y="110340"/>
                </a:lnTo>
                <a:lnTo>
                  <a:pt x="886686" y="110115"/>
                </a:lnTo>
                <a:lnTo>
                  <a:pt x="887079" y="109885"/>
                </a:lnTo>
                <a:lnTo>
                  <a:pt x="887467" y="109652"/>
                </a:lnTo>
                <a:lnTo>
                  <a:pt x="887850" y="109414"/>
                </a:lnTo>
                <a:lnTo>
                  <a:pt x="888229" y="109171"/>
                </a:lnTo>
                <a:lnTo>
                  <a:pt x="888601" y="108925"/>
                </a:lnTo>
                <a:lnTo>
                  <a:pt x="888969" y="108674"/>
                </a:lnTo>
                <a:lnTo>
                  <a:pt x="889332" y="108418"/>
                </a:lnTo>
                <a:lnTo>
                  <a:pt x="889690" y="108158"/>
                </a:lnTo>
                <a:lnTo>
                  <a:pt x="890042" y="107894"/>
                </a:lnTo>
                <a:lnTo>
                  <a:pt x="890389" y="107626"/>
                </a:lnTo>
                <a:lnTo>
                  <a:pt x="890732" y="107353"/>
                </a:lnTo>
                <a:lnTo>
                  <a:pt x="891069" y="107076"/>
                </a:lnTo>
                <a:lnTo>
                  <a:pt x="891401" y="106796"/>
                </a:lnTo>
                <a:lnTo>
                  <a:pt x="891728" y="106513"/>
                </a:lnTo>
                <a:lnTo>
                  <a:pt x="892050" y="106229"/>
                </a:lnTo>
                <a:lnTo>
                  <a:pt x="892366" y="105943"/>
                </a:lnTo>
                <a:lnTo>
                  <a:pt x="892678" y="105655"/>
                </a:lnTo>
                <a:lnTo>
                  <a:pt x="892984" y="105365"/>
                </a:lnTo>
                <a:lnTo>
                  <a:pt x="893286" y="105074"/>
                </a:lnTo>
                <a:lnTo>
                  <a:pt x="893582" y="104780"/>
                </a:lnTo>
                <a:lnTo>
                  <a:pt x="893873" y="104484"/>
                </a:lnTo>
                <a:lnTo>
                  <a:pt x="894159" y="104187"/>
                </a:lnTo>
                <a:lnTo>
                  <a:pt x="894440" y="103887"/>
                </a:lnTo>
                <a:lnTo>
                  <a:pt x="894715" y="103586"/>
                </a:lnTo>
                <a:lnTo>
                  <a:pt x="894986" y="103283"/>
                </a:lnTo>
                <a:lnTo>
                  <a:pt x="895252" y="102977"/>
                </a:lnTo>
                <a:lnTo>
                  <a:pt x="895512" y="102670"/>
                </a:lnTo>
                <a:lnTo>
                  <a:pt x="895767" y="102361"/>
                </a:lnTo>
                <a:lnTo>
                  <a:pt x="896017" y="102050"/>
                </a:lnTo>
                <a:lnTo>
                  <a:pt x="896054" y="102003"/>
                </a:lnTo>
                <a:lnTo>
                  <a:pt x="896068" y="102256"/>
                </a:lnTo>
                <a:lnTo>
                  <a:pt x="896087" y="102573"/>
                </a:lnTo>
                <a:lnTo>
                  <a:pt x="896108" y="102891"/>
                </a:lnTo>
                <a:close/>
                <a:moveTo>
                  <a:pt x="895635" y="91847"/>
                </a:moveTo>
                <a:lnTo>
                  <a:pt x="895434" y="92250"/>
                </a:lnTo>
                <a:lnTo>
                  <a:pt x="895224" y="92651"/>
                </a:lnTo>
                <a:lnTo>
                  <a:pt x="895005" y="93049"/>
                </a:lnTo>
                <a:lnTo>
                  <a:pt x="894779" y="93444"/>
                </a:lnTo>
                <a:lnTo>
                  <a:pt x="894544" y="93836"/>
                </a:lnTo>
                <a:lnTo>
                  <a:pt x="894300" y="94226"/>
                </a:lnTo>
                <a:lnTo>
                  <a:pt x="894048" y="94612"/>
                </a:lnTo>
                <a:lnTo>
                  <a:pt x="893787" y="94996"/>
                </a:lnTo>
                <a:lnTo>
                  <a:pt x="893518" y="95377"/>
                </a:lnTo>
                <a:lnTo>
                  <a:pt x="893241" y="95755"/>
                </a:lnTo>
                <a:lnTo>
                  <a:pt x="892955" y="96131"/>
                </a:lnTo>
                <a:lnTo>
                  <a:pt x="892661" y="96503"/>
                </a:lnTo>
                <a:lnTo>
                  <a:pt x="892358" y="96873"/>
                </a:lnTo>
                <a:lnTo>
                  <a:pt x="892048" y="97238"/>
                </a:lnTo>
                <a:lnTo>
                  <a:pt x="891731" y="97598"/>
                </a:lnTo>
                <a:lnTo>
                  <a:pt x="891407" y="97951"/>
                </a:lnTo>
                <a:lnTo>
                  <a:pt x="891076" y="98298"/>
                </a:lnTo>
                <a:lnTo>
                  <a:pt x="890739" y="98640"/>
                </a:lnTo>
                <a:lnTo>
                  <a:pt x="890394" y="98975"/>
                </a:lnTo>
                <a:lnTo>
                  <a:pt x="890043" y="99304"/>
                </a:lnTo>
                <a:lnTo>
                  <a:pt x="889686" y="99627"/>
                </a:lnTo>
                <a:lnTo>
                  <a:pt x="889321" y="99945"/>
                </a:lnTo>
                <a:lnTo>
                  <a:pt x="888950" y="100256"/>
                </a:lnTo>
                <a:lnTo>
                  <a:pt x="888572" y="100561"/>
                </a:lnTo>
                <a:lnTo>
                  <a:pt x="888187" y="100860"/>
                </a:lnTo>
                <a:lnTo>
                  <a:pt x="887795" y="101153"/>
                </a:lnTo>
                <a:lnTo>
                  <a:pt x="887396" y="101441"/>
                </a:lnTo>
                <a:lnTo>
                  <a:pt x="886991" y="101722"/>
                </a:lnTo>
                <a:lnTo>
                  <a:pt x="886579" y="101997"/>
                </a:lnTo>
                <a:lnTo>
                  <a:pt x="886160" y="102266"/>
                </a:lnTo>
                <a:lnTo>
                  <a:pt x="885735" y="102529"/>
                </a:lnTo>
                <a:lnTo>
                  <a:pt x="885303" y="102786"/>
                </a:lnTo>
                <a:lnTo>
                  <a:pt x="884863" y="103038"/>
                </a:lnTo>
                <a:lnTo>
                  <a:pt x="884417" y="103283"/>
                </a:lnTo>
                <a:lnTo>
                  <a:pt x="883965" y="103522"/>
                </a:lnTo>
                <a:lnTo>
                  <a:pt x="883505" y="103755"/>
                </a:lnTo>
                <a:lnTo>
                  <a:pt x="883039" y="103982"/>
                </a:lnTo>
                <a:lnTo>
                  <a:pt x="882567" y="104201"/>
                </a:lnTo>
                <a:lnTo>
                  <a:pt x="882088" y="104411"/>
                </a:lnTo>
                <a:lnTo>
                  <a:pt x="881604" y="104612"/>
                </a:lnTo>
                <a:lnTo>
                  <a:pt x="881115" y="104804"/>
                </a:lnTo>
                <a:lnTo>
                  <a:pt x="880619" y="104986"/>
                </a:lnTo>
                <a:lnTo>
                  <a:pt x="880118" y="105158"/>
                </a:lnTo>
                <a:lnTo>
                  <a:pt x="879611" y="105322"/>
                </a:lnTo>
                <a:lnTo>
                  <a:pt x="879098" y="105476"/>
                </a:lnTo>
                <a:lnTo>
                  <a:pt x="878579" y="105620"/>
                </a:lnTo>
                <a:lnTo>
                  <a:pt x="878055" y="105756"/>
                </a:lnTo>
                <a:lnTo>
                  <a:pt x="877525" y="105882"/>
                </a:lnTo>
                <a:lnTo>
                  <a:pt x="876989" y="105999"/>
                </a:lnTo>
                <a:lnTo>
                  <a:pt x="876448" y="106106"/>
                </a:lnTo>
                <a:lnTo>
                  <a:pt x="875900" y="106204"/>
                </a:lnTo>
                <a:lnTo>
                  <a:pt x="875347" y="106293"/>
                </a:lnTo>
                <a:lnTo>
                  <a:pt x="874788" y="106372"/>
                </a:lnTo>
                <a:lnTo>
                  <a:pt x="874224" y="106442"/>
                </a:lnTo>
                <a:lnTo>
                  <a:pt x="873653" y="106503"/>
                </a:lnTo>
                <a:lnTo>
                  <a:pt x="873077" y="106554"/>
                </a:lnTo>
                <a:lnTo>
                  <a:pt x="872495" y="106596"/>
                </a:lnTo>
                <a:lnTo>
                  <a:pt x="871908" y="106629"/>
                </a:lnTo>
                <a:lnTo>
                  <a:pt x="871314" y="106652"/>
                </a:lnTo>
                <a:lnTo>
                  <a:pt x="870715" y="106666"/>
                </a:lnTo>
                <a:lnTo>
                  <a:pt x="870110" y="106671"/>
                </a:lnTo>
                <a:lnTo>
                  <a:pt x="869653" y="106667"/>
                </a:lnTo>
                <a:lnTo>
                  <a:pt x="869200" y="106656"/>
                </a:lnTo>
                <a:lnTo>
                  <a:pt x="868752" y="106639"/>
                </a:lnTo>
                <a:lnTo>
                  <a:pt x="868310" y="106613"/>
                </a:lnTo>
                <a:lnTo>
                  <a:pt x="867872" y="106581"/>
                </a:lnTo>
                <a:lnTo>
                  <a:pt x="867440" y="106542"/>
                </a:lnTo>
                <a:lnTo>
                  <a:pt x="867013" y="106495"/>
                </a:lnTo>
                <a:lnTo>
                  <a:pt x="866591" y="106442"/>
                </a:lnTo>
                <a:lnTo>
                  <a:pt x="866174" y="106381"/>
                </a:lnTo>
                <a:lnTo>
                  <a:pt x="865762" y="106313"/>
                </a:lnTo>
                <a:lnTo>
                  <a:pt x="865355" y="106237"/>
                </a:lnTo>
                <a:lnTo>
                  <a:pt x="864954" y="106155"/>
                </a:lnTo>
                <a:lnTo>
                  <a:pt x="864557" y="106066"/>
                </a:lnTo>
                <a:lnTo>
                  <a:pt x="864166" y="105969"/>
                </a:lnTo>
                <a:lnTo>
                  <a:pt x="863780" y="105865"/>
                </a:lnTo>
                <a:lnTo>
                  <a:pt x="863398" y="105754"/>
                </a:lnTo>
                <a:lnTo>
                  <a:pt x="863022" y="105636"/>
                </a:lnTo>
                <a:lnTo>
                  <a:pt x="862652" y="105511"/>
                </a:lnTo>
                <a:lnTo>
                  <a:pt x="862286" y="105378"/>
                </a:lnTo>
                <a:lnTo>
                  <a:pt x="861925" y="105238"/>
                </a:lnTo>
                <a:lnTo>
                  <a:pt x="861570" y="105092"/>
                </a:lnTo>
                <a:lnTo>
                  <a:pt x="861219" y="104938"/>
                </a:lnTo>
                <a:lnTo>
                  <a:pt x="860874" y="104776"/>
                </a:lnTo>
                <a:lnTo>
                  <a:pt x="860534" y="104608"/>
                </a:lnTo>
                <a:lnTo>
                  <a:pt x="860199" y="104434"/>
                </a:lnTo>
                <a:lnTo>
                  <a:pt x="859872" y="104254"/>
                </a:lnTo>
                <a:lnTo>
                  <a:pt x="859551" y="104069"/>
                </a:lnTo>
                <a:lnTo>
                  <a:pt x="859236" y="103880"/>
                </a:lnTo>
                <a:lnTo>
                  <a:pt x="858929" y="103685"/>
                </a:lnTo>
                <a:lnTo>
                  <a:pt x="858627" y="103485"/>
                </a:lnTo>
                <a:lnTo>
                  <a:pt x="858333" y="103280"/>
                </a:lnTo>
                <a:lnTo>
                  <a:pt x="858045" y="103069"/>
                </a:lnTo>
                <a:lnTo>
                  <a:pt x="857764" y="102854"/>
                </a:lnTo>
                <a:lnTo>
                  <a:pt x="857490" y="102633"/>
                </a:lnTo>
                <a:lnTo>
                  <a:pt x="857222" y="102408"/>
                </a:lnTo>
                <a:lnTo>
                  <a:pt x="856961" y="102177"/>
                </a:lnTo>
                <a:lnTo>
                  <a:pt x="856706" y="101941"/>
                </a:lnTo>
                <a:lnTo>
                  <a:pt x="856458" y="101700"/>
                </a:lnTo>
                <a:lnTo>
                  <a:pt x="856217" y="101454"/>
                </a:lnTo>
                <a:lnTo>
                  <a:pt x="855983" y="101203"/>
                </a:lnTo>
                <a:lnTo>
                  <a:pt x="855755" y="100947"/>
                </a:lnTo>
                <a:lnTo>
                  <a:pt x="855533" y="100685"/>
                </a:lnTo>
                <a:lnTo>
                  <a:pt x="855319" y="100419"/>
                </a:lnTo>
                <a:lnTo>
                  <a:pt x="855111" y="100147"/>
                </a:lnTo>
                <a:lnTo>
                  <a:pt x="854910" y="99870"/>
                </a:lnTo>
                <a:lnTo>
                  <a:pt x="854715" y="99588"/>
                </a:lnTo>
                <a:lnTo>
                  <a:pt x="854527" y="99301"/>
                </a:lnTo>
                <a:lnTo>
                  <a:pt x="854346" y="99009"/>
                </a:lnTo>
                <a:lnTo>
                  <a:pt x="854171" y="98713"/>
                </a:lnTo>
                <a:lnTo>
                  <a:pt x="854004" y="98415"/>
                </a:lnTo>
                <a:lnTo>
                  <a:pt x="853845" y="98114"/>
                </a:lnTo>
                <a:lnTo>
                  <a:pt x="853693" y="97810"/>
                </a:lnTo>
                <a:lnTo>
                  <a:pt x="853548" y="97504"/>
                </a:lnTo>
                <a:lnTo>
                  <a:pt x="853411" y="97195"/>
                </a:lnTo>
                <a:lnTo>
                  <a:pt x="853281" y="96884"/>
                </a:lnTo>
                <a:lnTo>
                  <a:pt x="853159" y="96570"/>
                </a:lnTo>
                <a:lnTo>
                  <a:pt x="853044" y="96254"/>
                </a:lnTo>
                <a:lnTo>
                  <a:pt x="852936" y="95935"/>
                </a:lnTo>
                <a:lnTo>
                  <a:pt x="852836" y="95613"/>
                </a:lnTo>
                <a:lnTo>
                  <a:pt x="852743" y="95289"/>
                </a:lnTo>
                <a:lnTo>
                  <a:pt x="852658" y="94962"/>
                </a:lnTo>
                <a:lnTo>
                  <a:pt x="852580" y="94633"/>
                </a:lnTo>
                <a:lnTo>
                  <a:pt x="852510" y="94302"/>
                </a:lnTo>
                <a:lnTo>
                  <a:pt x="852447" y="93967"/>
                </a:lnTo>
                <a:lnTo>
                  <a:pt x="852391" y="93630"/>
                </a:lnTo>
                <a:lnTo>
                  <a:pt x="852343" y="93291"/>
                </a:lnTo>
                <a:lnTo>
                  <a:pt x="852302" y="92949"/>
                </a:lnTo>
                <a:lnTo>
                  <a:pt x="852269" y="92604"/>
                </a:lnTo>
                <a:lnTo>
                  <a:pt x="852243" y="92257"/>
                </a:lnTo>
                <a:lnTo>
                  <a:pt x="852224" y="91908"/>
                </a:lnTo>
                <a:lnTo>
                  <a:pt x="852213" y="91555"/>
                </a:lnTo>
                <a:lnTo>
                  <a:pt x="852209" y="91201"/>
                </a:lnTo>
                <a:lnTo>
                  <a:pt x="852213" y="90858"/>
                </a:lnTo>
                <a:lnTo>
                  <a:pt x="852223" y="90519"/>
                </a:lnTo>
                <a:lnTo>
                  <a:pt x="852240" y="90182"/>
                </a:lnTo>
                <a:lnTo>
                  <a:pt x="852263" y="89849"/>
                </a:lnTo>
                <a:lnTo>
                  <a:pt x="852294" y="89518"/>
                </a:lnTo>
                <a:lnTo>
                  <a:pt x="852331" y="89191"/>
                </a:lnTo>
                <a:lnTo>
                  <a:pt x="852375" y="88866"/>
                </a:lnTo>
                <a:lnTo>
                  <a:pt x="852426" y="88544"/>
                </a:lnTo>
                <a:lnTo>
                  <a:pt x="852484" y="88226"/>
                </a:lnTo>
                <a:lnTo>
                  <a:pt x="852548" y="87910"/>
                </a:lnTo>
                <a:lnTo>
                  <a:pt x="852619" y="87597"/>
                </a:lnTo>
                <a:lnTo>
                  <a:pt x="852697" y="87287"/>
                </a:lnTo>
                <a:lnTo>
                  <a:pt x="852782" y="86980"/>
                </a:lnTo>
                <a:lnTo>
                  <a:pt x="852873" y="86676"/>
                </a:lnTo>
                <a:lnTo>
                  <a:pt x="852972" y="86375"/>
                </a:lnTo>
                <a:lnTo>
                  <a:pt x="853077" y="86077"/>
                </a:lnTo>
                <a:lnTo>
                  <a:pt x="853189" y="85781"/>
                </a:lnTo>
                <a:lnTo>
                  <a:pt x="853307" y="85489"/>
                </a:lnTo>
                <a:lnTo>
                  <a:pt x="853433" y="85200"/>
                </a:lnTo>
                <a:lnTo>
                  <a:pt x="853565" y="84913"/>
                </a:lnTo>
                <a:lnTo>
                  <a:pt x="853704" y="84630"/>
                </a:lnTo>
                <a:lnTo>
                  <a:pt x="853850" y="84349"/>
                </a:lnTo>
                <a:lnTo>
                  <a:pt x="854002" y="84072"/>
                </a:lnTo>
                <a:lnTo>
                  <a:pt x="854161" y="83797"/>
                </a:lnTo>
                <a:lnTo>
                  <a:pt x="854327" y="83526"/>
                </a:lnTo>
                <a:lnTo>
                  <a:pt x="854499" y="83258"/>
                </a:lnTo>
                <a:lnTo>
                  <a:pt x="854676" y="82993"/>
                </a:lnTo>
                <a:lnTo>
                  <a:pt x="854860" y="82732"/>
                </a:lnTo>
                <a:lnTo>
                  <a:pt x="855050" y="82474"/>
                </a:lnTo>
                <a:lnTo>
                  <a:pt x="855246" y="82220"/>
                </a:lnTo>
                <a:lnTo>
                  <a:pt x="855447" y="81969"/>
                </a:lnTo>
                <a:lnTo>
                  <a:pt x="855655" y="81722"/>
                </a:lnTo>
                <a:lnTo>
                  <a:pt x="855869" y="81478"/>
                </a:lnTo>
                <a:lnTo>
                  <a:pt x="856089" y="81238"/>
                </a:lnTo>
                <a:lnTo>
                  <a:pt x="856315" y="81001"/>
                </a:lnTo>
                <a:lnTo>
                  <a:pt x="856546" y="80767"/>
                </a:lnTo>
                <a:lnTo>
                  <a:pt x="856784" y="80537"/>
                </a:lnTo>
                <a:lnTo>
                  <a:pt x="857028" y="80311"/>
                </a:lnTo>
                <a:lnTo>
                  <a:pt x="857278" y="80088"/>
                </a:lnTo>
                <a:lnTo>
                  <a:pt x="857534" y="79868"/>
                </a:lnTo>
                <a:lnTo>
                  <a:pt x="857796" y="79652"/>
                </a:lnTo>
                <a:lnTo>
                  <a:pt x="858063" y="79439"/>
                </a:lnTo>
                <a:lnTo>
                  <a:pt x="858337" y="79230"/>
                </a:lnTo>
                <a:lnTo>
                  <a:pt x="858617" y="79024"/>
                </a:lnTo>
                <a:lnTo>
                  <a:pt x="858903" y="78822"/>
                </a:lnTo>
                <a:lnTo>
                  <a:pt x="859195" y="78623"/>
                </a:lnTo>
                <a:lnTo>
                  <a:pt x="859493" y="78427"/>
                </a:lnTo>
                <a:lnTo>
                  <a:pt x="859797" y="78235"/>
                </a:lnTo>
                <a:lnTo>
                  <a:pt x="860107" y="78047"/>
                </a:lnTo>
                <a:lnTo>
                  <a:pt x="860422" y="77862"/>
                </a:lnTo>
                <a:lnTo>
                  <a:pt x="860744" y="77681"/>
                </a:lnTo>
                <a:lnTo>
                  <a:pt x="861071" y="77503"/>
                </a:lnTo>
                <a:lnTo>
                  <a:pt x="861404" y="77330"/>
                </a:lnTo>
                <a:lnTo>
                  <a:pt x="861742" y="77160"/>
                </a:lnTo>
                <a:lnTo>
                  <a:pt x="862087" y="76994"/>
                </a:lnTo>
                <a:lnTo>
                  <a:pt x="862437" y="76831"/>
                </a:lnTo>
                <a:lnTo>
                  <a:pt x="862793" y="76672"/>
                </a:lnTo>
                <a:lnTo>
                  <a:pt x="863154" y="76517"/>
                </a:lnTo>
                <a:lnTo>
                  <a:pt x="863522" y="76366"/>
                </a:lnTo>
                <a:lnTo>
                  <a:pt x="863895" y="76218"/>
                </a:lnTo>
                <a:lnTo>
                  <a:pt x="864274" y="76074"/>
                </a:lnTo>
                <a:lnTo>
                  <a:pt x="864658" y="75934"/>
                </a:lnTo>
                <a:lnTo>
                  <a:pt x="865049" y="75798"/>
                </a:lnTo>
                <a:lnTo>
                  <a:pt x="865445" y="75665"/>
                </a:lnTo>
                <a:lnTo>
                  <a:pt x="865847" y="75536"/>
                </a:lnTo>
                <a:lnTo>
                  <a:pt x="866254" y="75410"/>
                </a:lnTo>
                <a:lnTo>
                  <a:pt x="866668" y="75289"/>
                </a:lnTo>
                <a:lnTo>
                  <a:pt x="867087" y="75171"/>
                </a:lnTo>
                <a:lnTo>
                  <a:pt x="867512" y="75056"/>
                </a:lnTo>
                <a:lnTo>
                  <a:pt x="867943" y="74946"/>
                </a:lnTo>
                <a:lnTo>
                  <a:pt x="868379" y="74839"/>
                </a:lnTo>
                <a:lnTo>
                  <a:pt x="868821" y="74736"/>
                </a:lnTo>
                <a:lnTo>
                  <a:pt x="869269" y="74637"/>
                </a:lnTo>
                <a:lnTo>
                  <a:pt x="869721" y="74542"/>
                </a:lnTo>
                <a:lnTo>
                  <a:pt x="870179" y="74451"/>
                </a:lnTo>
                <a:lnTo>
                  <a:pt x="870641" y="74364"/>
                </a:lnTo>
                <a:lnTo>
                  <a:pt x="871109" y="74282"/>
                </a:lnTo>
                <a:lnTo>
                  <a:pt x="871581" y="74204"/>
                </a:lnTo>
                <a:lnTo>
                  <a:pt x="872059" y="74130"/>
                </a:lnTo>
                <a:lnTo>
                  <a:pt x="872541" y="74061"/>
                </a:lnTo>
                <a:lnTo>
                  <a:pt x="873029" y="73995"/>
                </a:lnTo>
                <a:lnTo>
                  <a:pt x="873521" y="73934"/>
                </a:lnTo>
                <a:lnTo>
                  <a:pt x="874019" y="73877"/>
                </a:lnTo>
                <a:lnTo>
                  <a:pt x="874521" y="73824"/>
                </a:lnTo>
                <a:lnTo>
                  <a:pt x="875029" y="73776"/>
                </a:lnTo>
                <a:lnTo>
                  <a:pt x="875541" y="73731"/>
                </a:lnTo>
                <a:lnTo>
                  <a:pt x="876058" y="73691"/>
                </a:lnTo>
                <a:lnTo>
                  <a:pt x="876581" y="73655"/>
                </a:lnTo>
                <a:lnTo>
                  <a:pt x="877108" y="73624"/>
                </a:lnTo>
                <a:lnTo>
                  <a:pt x="877641" y="73596"/>
                </a:lnTo>
                <a:lnTo>
                  <a:pt x="878178" y="73573"/>
                </a:lnTo>
                <a:lnTo>
                  <a:pt x="878720" y="73554"/>
                </a:lnTo>
                <a:lnTo>
                  <a:pt x="879268" y="73539"/>
                </a:lnTo>
                <a:lnTo>
                  <a:pt x="879820" y="73529"/>
                </a:lnTo>
                <a:lnTo>
                  <a:pt x="880377" y="73522"/>
                </a:lnTo>
                <a:lnTo>
                  <a:pt x="880940" y="73520"/>
                </a:lnTo>
                <a:lnTo>
                  <a:pt x="895968" y="73520"/>
                </a:lnTo>
                <a:lnTo>
                  <a:pt x="895968" y="91131"/>
                </a:lnTo>
                <a:lnTo>
                  <a:pt x="895828" y="91440"/>
                </a:lnTo>
                <a:lnTo>
                  <a:pt x="895635" y="91847"/>
                </a:lnTo>
                <a:close/>
                <a:moveTo>
                  <a:pt x="781933" y="65812"/>
                </a:moveTo>
                <a:lnTo>
                  <a:pt x="781901" y="65166"/>
                </a:lnTo>
                <a:lnTo>
                  <a:pt x="781862" y="64524"/>
                </a:lnTo>
                <a:lnTo>
                  <a:pt x="781815" y="63886"/>
                </a:lnTo>
                <a:lnTo>
                  <a:pt x="781762" y="63254"/>
                </a:lnTo>
                <a:lnTo>
                  <a:pt x="781701" y="62626"/>
                </a:lnTo>
                <a:lnTo>
                  <a:pt x="781633" y="62003"/>
                </a:lnTo>
                <a:lnTo>
                  <a:pt x="781557" y="61384"/>
                </a:lnTo>
                <a:lnTo>
                  <a:pt x="781475" y="60771"/>
                </a:lnTo>
                <a:lnTo>
                  <a:pt x="781386" y="60162"/>
                </a:lnTo>
                <a:lnTo>
                  <a:pt x="781289" y="59557"/>
                </a:lnTo>
                <a:lnTo>
                  <a:pt x="781185" y="58958"/>
                </a:lnTo>
                <a:lnTo>
                  <a:pt x="781074" y="58363"/>
                </a:lnTo>
                <a:lnTo>
                  <a:pt x="780956" y="57773"/>
                </a:lnTo>
                <a:lnTo>
                  <a:pt x="780830" y="57188"/>
                </a:lnTo>
                <a:lnTo>
                  <a:pt x="780698" y="56607"/>
                </a:lnTo>
                <a:lnTo>
                  <a:pt x="780558" y="56031"/>
                </a:lnTo>
                <a:lnTo>
                  <a:pt x="780412" y="55460"/>
                </a:lnTo>
                <a:lnTo>
                  <a:pt x="780258" y="54894"/>
                </a:lnTo>
                <a:lnTo>
                  <a:pt x="780096" y="54332"/>
                </a:lnTo>
                <a:lnTo>
                  <a:pt x="779928" y="53775"/>
                </a:lnTo>
                <a:lnTo>
                  <a:pt x="779753" y="53224"/>
                </a:lnTo>
                <a:lnTo>
                  <a:pt x="779570" y="52678"/>
                </a:lnTo>
                <a:lnTo>
                  <a:pt x="779381" y="52139"/>
                </a:lnTo>
                <a:lnTo>
                  <a:pt x="779185" y="51606"/>
                </a:lnTo>
                <a:lnTo>
                  <a:pt x="778982" y="51079"/>
                </a:lnTo>
                <a:lnTo>
                  <a:pt x="778772" y="50558"/>
                </a:lnTo>
                <a:lnTo>
                  <a:pt x="778556" y="50043"/>
                </a:lnTo>
                <a:lnTo>
                  <a:pt x="778332" y="49534"/>
                </a:lnTo>
                <a:lnTo>
                  <a:pt x="778101" y="49032"/>
                </a:lnTo>
                <a:lnTo>
                  <a:pt x="777864" y="48535"/>
                </a:lnTo>
                <a:lnTo>
                  <a:pt x="777619" y="48045"/>
                </a:lnTo>
                <a:lnTo>
                  <a:pt x="777368" y="47561"/>
                </a:lnTo>
                <a:lnTo>
                  <a:pt x="777110" y="47083"/>
                </a:lnTo>
                <a:lnTo>
                  <a:pt x="776845" y="46611"/>
                </a:lnTo>
                <a:lnTo>
                  <a:pt x="776573" y="46146"/>
                </a:lnTo>
                <a:lnTo>
                  <a:pt x="776294" y="45686"/>
                </a:lnTo>
                <a:lnTo>
                  <a:pt x="776008" y="45233"/>
                </a:lnTo>
                <a:lnTo>
                  <a:pt x="775715" y="44785"/>
                </a:lnTo>
                <a:lnTo>
                  <a:pt x="775416" y="44344"/>
                </a:lnTo>
                <a:lnTo>
                  <a:pt x="775109" y="43909"/>
                </a:lnTo>
                <a:lnTo>
                  <a:pt x="774795" y="43480"/>
                </a:lnTo>
                <a:lnTo>
                  <a:pt x="774475" y="43057"/>
                </a:lnTo>
                <a:lnTo>
                  <a:pt x="774148" y="42641"/>
                </a:lnTo>
                <a:lnTo>
                  <a:pt x="773814" y="42230"/>
                </a:lnTo>
                <a:lnTo>
                  <a:pt x="773473" y="41826"/>
                </a:lnTo>
                <a:lnTo>
                  <a:pt x="773126" y="41430"/>
                </a:lnTo>
                <a:lnTo>
                  <a:pt x="772773" y="41042"/>
                </a:lnTo>
                <a:lnTo>
                  <a:pt x="772413" y="40661"/>
                </a:lnTo>
                <a:lnTo>
                  <a:pt x="772047" y="40288"/>
                </a:lnTo>
                <a:lnTo>
                  <a:pt x="771675" y="39923"/>
                </a:lnTo>
                <a:lnTo>
                  <a:pt x="771297" y="39565"/>
                </a:lnTo>
                <a:lnTo>
                  <a:pt x="770912" y="39215"/>
                </a:lnTo>
                <a:lnTo>
                  <a:pt x="770521" y="38873"/>
                </a:lnTo>
                <a:lnTo>
                  <a:pt x="770124" y="38538"/>
                </a:lnTo>
                <a:lnTo>
                  <a:pt x="769720" y="38211"/>
                </a:lnTo>
                <a:lnTo>
                  <a:pt x="769311" y="37892"/>
                </a:lnTo>
                <a:lnTo>
                  <a:pt x="768895" y="37580"/>
                </a:lnTo>
                <a:lnTo>
                  <a:pt x="768472" y="37276"/>
                </a:lnTo>
                <a:lnTo>
                  <a:pt x="768044" y="36979"/>
                </a:lnTo>
                <a:lnTo>
                  <a:pt x="767609" y="36691"/>
                </a:lnTo>
                <a:lnTo>
                  <a:pt x="767168" y="36409"/>
                </a:lnTo>
                <a:lnTo>
                  <a:pt x="766721" y="36136"/>
                </a:lnTo>
                <a:lnTo>
                  <a:pt x="766267" y="35870"/>
                </a:lnTo>
                <a:lnTo>
                  <a:pt x="765807" y="35612"/>
                </a:lnTo>
                <a:lnTo>
                  <a:pt x="765341" y="35362"/>
                </a:lnTo>
                <a:lnTo>
                  <a:pt x="764869" y="35119"/>
                </a:lnTo>
                <a:lnTo>
                  <a:pt x="764390" y="34884"/>
                </a:lnTo>
                <a:lnTo>
                  <a:pt x="763905" y="34656"/>
                </a:lnTo>
                <a:lnTo>
                  <a:pt x="763414" y="34437"/>
                </a:lnTo>
                <a:lnTo>
                  <a:pt x="762917" y="34227"/>
                </a:lnTo>
                <a:lnTo>
                  <a:pt x="762414" y="34027"/>
                </a:lnTo>
                <a:lnTo>
                  <a:pt x="761905" y="33836"/>
                </a:lnTo>
                <a:lnTo>
                  <a:pt x="761390" y="33654"/>
                </a:lnTo>
                <a:lnTo>
                  <a:pt x="760869" y="33482"/>
                </a:lnTo>
                <a:lnTo>
                  <a:pt x="760342" y="33319"/>
                </a:lnTo>
                <a:lnTo>
                  <a:pt x="759809" y="33165"/>
                </a:lnTo>
                <a:lnTo>
                  <a:pt x="759269" y="33020"/>
                </a:lnTo>
                <a:lnTo>
                  <a:pt x="758724" y="32885"/>
                </a:lnTo>
                <a:lnTo>
                  <a:pt x="758173" y="32759"/>
                </a:lnTo>
                <a:lnTo>
                  <a:pt x="757616" y="32643"/>
                </a:lnTo>
                <a:lnTo>
                  <a:pt x="757053" y="32536"/>
                </a:lnTo>
                <a:lnTo>
                  <a:pt x="756484" y="32438"/>
                </a:lnTo>
                <a:lnTo>
                  <a:pt x="755908" y="32349"/>
                </a:lnTo>
                <a:lnTo>
                  <a:pt x="755327" y="32270"/>
                </a:lnTo>
                <a:lnTo>
                  <a:pt x="754740" y="32200"/>
                </a:lnTo>
                <a:lnTo>
                  <a:pt x="754147" y="32140"/>
                </a:lnTo>
                <a:lnTo>
                  <a:pt x="753547" y="32088"/>
                </a:lnTo>
                <a:lnTo>
                  <a:pt x="752942" y="32046"/>
                </a:lnTo>
                <a:lnTo>
                  <a:pt x="752331" y="32014"/>
                </a:lnTo>
                <a:lnTo>
                  <a:pt x="751714" y="31990"/>
                </a:lnTo>
                <a:lnTo>
                  <a:pt x="751090" y="31976"/>
                </a:lnTo>
                <a:lnTo>
                  <a:pt x="750461" y="31972"/>
                </a:lnTo>
                <a:lnTo>
                  <a:pt x="749891" y="31977"/>
                </a:lnTo>
                <a:lnTo>
                  <a:pt x="749324" y="31991"/>
                </a:lnTo>
                <a:lnTo>
                  <a:pt x="748759" y="32016"/>
                </a:lnTo>
                <a:lnTo>
                  <a:pt x="748197" y="32050"/>
                </a:lnTo>
                <a:lnTo>
                  <a:pt x="747637" y="32093"/>
                </a:lnTo>
                <a:lnTo>
                  <a:pt x="747079" y="32147"/>
                </a:lnTo>
                <a:lnTo>
                  <a:pt x="746524" y="32210"/>
                </a:lnTo>
                <a:lnTo>
                  <a:pt x="745971" y="32283"/>
                </a:lnTo>
                <a:lnTo>
                  <a:pt x="745421" y="32365"/>
                </a:lnTo>
                <a:lnTo>
                  <a:pt x="744873" y="32458"/>
                </a:lnTo>
                <a:lnTo>
                  <a:pt x="744328" y="32560"/>
                </a:lnTo>
                <a:lnTo>
                  <a:pt x="743785" y="32672"/>
                </a:lnTo>
                <a:lnTo>
                  <a:pt x="743244" y="32793"/>
                </a:lnTo>
                <a:lnTo>
                  <a:pt x="742706" y="32924"/>
                </a:lnTo>
                <a:lnTo>
                  <a:pt x="742171" y="33065"/>
                </a:lnTo>
                <a:lnTo>
                  <a:pt x="741637" y="33216"/>
                </a:lnTo>
                <a:lnTo>
                  <a:pt x="741106" y="33376"/>
                </a:lnTo>
                <a:lnTo>
                  <a:pt x="740578" y="33546"/>
                </a:lnTo>
                <a:lnTo>
                  <a:pt x="740052" y="33726"/>
                </a:lnTo>
                <a:lnTo>
                  <a:pt x="739529" y="33916"/>
                </a:lnTo>
                <a:lnTo>
                  <a:pt x="739007" y="34115"/>
                </a:lnTo>
                <a:lnTo>
                  <a:pt x="738489" y="34324"/>
                </a:lnTo>
                <a:lnTo>
                  <a:pt x="737972" y="34543"/>
                </a:lnTo>
                <a:lnTo>
                  <a:pt x="737459" y="34771"/>
                </a:lnTo>
                <a:lnTo>
                  <a:pt x="736948" y="35009"/>
                </a:lnTo>
                <a:lnTo>
                  <a:pt x="736443" y="35255"/>
                </a:lnTo>
                <a:lnTo>
                  <a:pt x="735943" y="35511"/>
                </a:lnTo>
                <a:lnTo>
                  <a:pt x="735447" y="35775"/>
                </a:lnTo>
                <a:lnTo>
                  <a:pt x="734956" y="36048"/>
                </a:lnTo>
                <a:lnTo>
                  <a:pt x="734471" y="36330"/>
                </a:lnTo>
                <a:lnTo>
                  <a:pt x="733989" y="36620"/>
                </a:lnTo>
                <a:lnTo>
                  <a:pt x="733513" y="36920"/>
                </a:lnTo>
                <a:lnTo>
                  <a:pt x="733042" y="37228"/>
                </a:lnTo>
                <a:lnTo>
                  <a:pt x="732576" y="37545"/>
                </a:lnTo>
                <a:lnTo>
                  <a:pt x="732114" y="37871"/>
                </a:lnTo>
                <a:lnTo>
                  <a:pt x="731657" y="38206"/>
                </a:lnTo>
                <a:lnTo>
                  <a:pt x="731205" y="38549"/>
                </a:lnTo>
                <a:lnTo>
                  <a:pt x="730758" y="38902"/>
                </a:lnTo>
                <a:lnTo>
                  <a:pt x="730316" y="39263"/>
                </a:lnTo>
                <a:lnTo>
                  <a:pt x="729879" y="39633"/>
                </a:lnTo>
                <a:lnTo>
                  <a:pt x="729447" y="40012"/>
                </a:lnTo>
                <a:lnTo>
                  <a:pt x="729019" y="40400"/>
                </a:lnTo>
                <a:lnTo>
                  <a:pt x="728596" y="40796"/>
                </a:lnTo>
                <a:lnTo>
                  <a:pt x="728179" y="41202"/>
                </a:lnTo>
                <a:lnTo>
                  <a:pt x="727766" y="41616"/>
                </a:lnTo>
                <a:lnTo>
                  <a:pt x="727357" y="42039"/>
                </a:lnTo>
                <a:lnTo>
                  <a:pt x="726954" y="42471"/>
                </a:lnTo>
                <a:lnTo>
                  <a:pt x="726556" y="42911"/>
                </a:lnTo>
                <a:lnTo>
                  <a:pt x="726163" y="43360"/>
                </a:lnTo>
                <a:lnTo>
                  <a:pt x="725778" y="43816"/>
                </a:lnTo>
                <a:lnTo>
                  <a:pt x="725399" y="44279"/>
                </a:lnTo>
                <a:lnTo>
                  <a:pt x="725027" y="44750"/>
                </a:lnTo>
                <a:lnTo>
                  <a:pt x="724662" y="45228"/>
                </a:lnTo>
                <a:lnTo>
                  <a:pt x="724304" y="45713"/>
                </a:lnTo>
                <a:lnTo>
                  <a:pt x="723953" y="46206"/>
                </a:lnTo>
                <a:lnTo>
                  <a:pt x="723609" y="46705"/>
                </a:lnTo>
                <a:lnTo>
                  <a:pt x="723272" y="47212"/>
                </a:lnTo>
                <a:lnTo>
                  <a:pt x="722942" y="47727"/>
                </a:lnTo>
                <a:lnTo>
                  <a:pt x="722618" y="48248"/>
                </a:lnTo>
                <a:lnTo>
                  <a:pt x="722302" y="48777"/>
                </a:lnTo>
                <a:lnTo>
                  <a:pt x="721992" y="49313"/>
                </a:lnTo>
                <a:lnTo>
                  <a:pt x="721689" y="49857"/>
                </a:lnTo>
                <a:lnTo>
                  <a:pt x="721393" y="50408"/>
                </a:lnTo>
                <a:lnTo>
                  <a:pt x="721104" y="50966"/>
                </a:lnTo>
                <a:lnTo>
                  <a:pt x="720822" y="51531"/>
                </a:lnTo>
                <a:lnTo>
                  <a:pt x="720547" y="52104"/>
                </a:lnTo>
                <a:lnTo>
                  <a:pt x="720279" y="52684"/>
                </a:lnTo>
                <a:lnTo>
                  <a:pt x="720018" y="53271"/>
                </a:lnTo>
                <a:lnTo>
                  <a:pt x="719763" y="53865"/>
                </a:lnTo>
                <a:lnTo>
                  <a:pt x="719516" y="54467"/>
                </a:lnTo>
                <a:lnTo>
                  <a:pt x="719275" y="55076"/>
                </a:lnTo>
                <a:lnTo>
                  <a:pt x="719042" y="55693"/>
                </a:lnTo>
                <a:lnTo>
                  <a:pt x="718816" y="56316"/>
                </a:lnTo>
                <a:lnTo>
                  <a:pt x="718600" y="56945"/>
                </a:lnTo>
                <a:lnTo>
                  <a:pt x="718394" y="57580"/>
                </a:lnTo>
                <a:lnTo>
                  <a:pt x="718198" y="58222"/>
                </a:lnTo>
                <a:lnTo>
                  <a:pt x="718011" y="58870"/>
                </a:lnTo>
                <a:lnTo>
                  <a:pt x="717833" y="59523"/>
                </a:lnTo>
                <a:lnTo>
                  <a:pt x="717665" y="60183"/>
                </a:lnTo>
                <a:lnTo>
                  <a:pt x="717507" y="60849"/>
                </a:lnTo>
                <a:lnTo>
                  <a:pt x="717358" y="61522"/>
                </a:lnTo>
                <a:lnTo>
                  <a:pt x="717219" y="62200"/>
                </a:lnTo>
                <a:lnTo>
                  <a:pt x="717090" y="62885"/>
                </a:lnTo>
                <a:lnTo>
                  <a:pt x="716970" y="63575"/>
                </a:lnTo>
                <a:lnTo>
                  <a:pt x="716860" y="64272"/>
                </a:lnTo>
                <a:lnTo>
                  <a:pt x="716759" y="64975"/>
                </a:lnTo>
                <a:lnTo>
                  <a:pt x="716668" y="65684"/>
                </a:lnTo>
                <a:lnTo>
                  <a:pt x="716586" y="66399"/>
                </a:lnTo>
                <a:lnTo>
                  <a:pt x="716514" y="67120"/>
                </a:lnTo>
                <a:lnTo>
                  <a:pt x="716452" y="67848"/>
                </a:lnTo>
                <a:lnTo>
                  <a:pt x="716399" y="68582"/>
                </a:lnTo>
                <a:lnTo>
                  <a:pt x="716356" y="69321"/>
                </a:lnTo>
                <a:lnTo>
                  <a:pt x="716322" y="70067"/>
                </a:lnTo>
                <a:lnTo>
                  <a:pt x="716298" y="70819"/>
                </a:lnTo>
                <a:lnTo>
                  <a:pt x="716284" y="71577"/>
                </a:lnTo>
                <a:lnTo>
                  <a:pt x="716279" y="72342"/>
                </a:lnTo>
                <a:lnTo>
                  <a:pt x="716279" y="75509"/>
                </a:lnTo>
                <a:lnTo>
                  <a:pt x="716284" y="76219"/>
                </a:lnTo>
                <a:lnTo>
                  <a:pt x="716298" y="76924"/>
                </a:lnTo>
                <a:lnTo>
                  <a:pt x="716321" y="77624"/>
                </a:lnTo>
                <a:lnTo>
                  <a:pt x="716353" y="78320"/>
                </a:lnTo>
                <a:lnTo>
                  <a:pt x="716394" y="79011"/>
                </a:lnTo>
                <a:lnTo>
                  <a:pt x="716445" y="79697"/>
                </a:lnTo>
                <a:lnTo>
                  <a:pt x="716505" y="80378"/>
                </a:lnTo>
                <a:lnTo>
                  <a:pt x="716574" y="81055"/>
                </a:lnTo>
                <a:lnTo>
                  <a:pt x="716652" y="81727"/>
                </a:lnTo>
                <a:lnTo>
                  <a:pt x="716740" y="82394"/>
                </a:lnTo>
                <a:lnTo>
                  <a:pt x="716836" y="83056"/>
                </a:lnTo>
                <a:lnTo>
                  <a:pt x="716942" y="83714"/>
                </a:lnTo>
                <a:lnTo>
                  <a:pt x="717057" y="84367"/>
                </a:lnTo>
                <a:lnTo>
                  <a:pt x="717182" y="85015"/>
                </a:lnTo>
                <a:lnTo>
                  <a:pt x="717315" y="85659"/>
                </a:lnTo>
                <a:lnTo>
                  <a:pt x="717458" y="86298"/>
                </a:lnTo>
                <a:lnTo>
                  <a:pt x="717610" y="86932"/>
                </a:lnTo>
                <a:lnTo>
                  <a:pt x="717771" y="87561"/>
                </a:lnTo>
                <a:lnTo>
                  <a:pt x="717941" y="88185"/>
                </a:lnTo>
                <a:lnTo>
                  <a:pt x="718121" y="88805"/>
                </a:lnTo>
                <a:lnTo>
                  <a:pt x="718310" y="89420"/>
                </a:lnTo>
                <a:lnTo>
                  <a:pt x="718508" y="90031"/>
                </a:lnTo>
                <a:lnTo>
                  <a:pt x="718715" y="90636"/>
                </a:lnTo>
                <a:lnTo>
                  <a:pt x="718931" y="91237"/>
                </a:lnTo>
                <a:lnTo>
                  <a:pt x="719156" y="91833"/>
                </a:lnTo>
                <a:lnTo>
                  <a:pt x="719388" y="92421"/>
                </a:lnTo>
                <a:lnTo>
                  <a:pt x="719628" y="93003"/>
                </a:lnTo>
                <a:lnTo>
                  <a:pt x="719875" y="93577"/>
                </a:lnTo>
                <a:lnTo>
                  <a:pt x="720129" y="94145"/>
                </a:lnTo>
                <a:lnTo>
                  <a:pt x="720391" y="94707"/>
                </a:lnTo>
                <a:lnTo>
                  <a:pt x="720660" y="95261"/>
                </a:lnTo>
                <a:lnTo>
                  <a:pt x="720937" y="95809"/>
                </a:lnTo>
                <a:lnTo>
                  <a:pt x="721221" y="96350"/>
                </a:lnTo>
                <a:lnTo>
                  <a:pt x="721512" y="96884"/>
                </a:lnTo>
                <a:lnTo>
                  <a:pt x="721811" y="97411"/>
                </a:lnTo>
                <a:lnTo>
                  <a:pt x="722117" y="97932"/>
                </a:lnTo>
                <a:lnTo>
                  <a:pt x="722431" y="98446"/>
                </a:lnTo>
                <a:lnTo>
                  <a:pt x="722752" y="98953"/>
                </a:lnTo>
                <a:lnTo>
                  <a:pt x="723081" y="99453"/>
                </a:lnTo>
                <a:lnTo>
                  <a:pt x="723417" y="99947"/>
                </a:lnTo>
                <a:lnTo>
                  <a:pt x="723760" y="100433"/>
                </a:lnTo>
                <a:lnTo>
                  <a:pt x="724111" y="100913"/>
                </a:lnTo>
                <a:lnTo>
                  <a:pt x="724469" y="101386"/>
                </a:lnTo>
                <a:lnTo>
                  <a:pt x="724835" y="101853"/>
                </a:lnTo>
                <a:lnTo>
                  <a:pt x="725208" y="102312"/>
                </a:lnTo>
                <a:lnTo>
                  <a:pt x="725588" y="102765"/>
                </a:lnTo>
                <a:lnTo>
                  <a:pt x="725976" y="103211"/>
                </a:lnTo>
                <a:lnTo>
                  <a:pt x="726372" y="103650"/>
                </a:lnTo>
                <a:lnTo>
                  <a:pt x="726774" y="104082"/>
                </a:lnTo>
                <a:lnTo>
                  <a:pt x="727182" y="104506"/>
                </a:lnTo>
                <a:lnTo>
                  <a:pt x="727596" y="104921"/>
                </a:lnTo>
                <a:lnTo>
                  <a:pt x="728017" y="105328"/>
                </a:lnTo>
                <a:lnTo>
                  <a:pt x="728444" y="105727"/>
                </a:lnTo>
                <a:lnTo>
                  <a:pt x="728876" y="106118"/>
                </a:lnTo>
                <a:lnTo>
                  <a:pt x="729315" y="106501"/>
                </a:lnTo>
                <a:lnTo>
                  <a:pt x="729760" y="106875"/>
                </a:lnTo>
                <a:lnTo>
                  <a:pt x="730212" y="107242"/>
                </a:lnTo>
                <a:lnTo>
                  <a:pt x="730669" y="107600"/>
                </a:lnTo>
                <a:lnTo>
                  <a:pt x="731132" y="107950"/>
                </a:lnTo>
                <a:lnTo>
                  <a:pt x="731602" y="108291"/>
                </a:lnTo>
                <a:lnTo>
                  <a:pt x="732078" y="108625"/>
                </a:lnTo>
                <a:lnTo>
                  <a:pt x="732560" y="108950"/>
                </a:lnTo>
                <a:lnTo>
                  <a:pt x="733048" y="109268"/>
                </a:lnTo>
                <a:lnTo>
                  <a:pt x="733542" y="109577"/>
                </a:lnTo>
                <a:lnTo>
                  <a:pt x="734042" y="109877"/>
                </a:lnTo>
                <a:lnTo>
                  <a:pt x="734549" y="110170"/>
                </a:lnTo>
                <a:lnTo>
                  <a:pt x="735061" y="110454"/>
                </a:lnTo>
                <a:lnTo>
                  <a:pt x="735580" y="110731"/>
                </a:lnTo>
                <a:lnTo>
                  <a:pt x="736105" y="110999"/>
                </a:lnTo>
                <a:lnTo>
                  <a:pt x="736636" y="111259"/>
                </a:lnTo>
                <a:lnTo>
                  <a:pt x="737173" y="111510"/>
                </a:lnTo>
                <a:lnTo>
                  <a:pt x="737716" y="111754"/>
                </a:lnTo>
                <a:lnTo>
                  <a:pt x="738265" y="111988"/>
                </a:lnTo>
                <a:lnTo>
                  <a:pt x="738818" y="112213"/>
                </a:lnTo>
                <a:lnTo>
                  <a:pt x="739375" y="112427"/>
                </a:lnTo>
                <a:lnTo>
                  <a:pt x="739937" y="112632"/>
                </a:lnTo>
                <a:lnTo>
                  <a:pt x="740503" y="112826"/>
                </a:lnTo>
                <a:lnTo>
                  <a:pt x="741073" y="113011"/>
                </a:lnTo>
                <a:lnTo>
                  <a:pt x="741648" y="113185"/>
                </a:lnTo>
                <a:lnTo>
                  <a:pt x="742227" y="113350"/>
                </a:lnTo>
                <a:lnTo>
                  <a:pt x="742810" y="113505"/>
                </a:lnTo>
                <a:lnTo>
                  <a:pt x="743398" y="113649"/>
                </a:lnTo>
                <a:lnTo>
                  <a:pt x="743990" y="113784"/>
                </a:lnTo>
                <a:lnTo>
                  <a:pt x="744586" y="113909"/>
                </a:lnTo>
                <a:lnTo>
                  <a:pt x="745187" y="114023"/>
                </a:lnTo>
                <a:lnTo>
                  <a:pt x="745792" y="114128"/>
                </a:lnTo>
                <a:lnTo>
                  <a:pt x="746401" y="114223"/>
                </a:lnTo>
                <a:lnTo>
                  <a:pt x="747015" y="114308"/>
                </a:lnTo>
                <a:lnTo>
                  <a:pt x="747633" y="114382"/>
                </a:lnTo>
                <a:lnTo>
                  <a:pt x="748256" y="114447"/>
                </a:lnTo>
                <a:lnTo>
                  <a:pt x="748882" y="114502"/>
                </a:lnTo>
                <a:lnTo>
                  <a:pt x="749514" y="114547"/>
                </a:lnTo>
                <a:lnTo>
                  <a:pt x="750149" y="114582"/>
                </a:lnTo>
                <a:lnTo>
                  <a:pt x="750789" y="114607"/>
                </a:lnTo>
                <a:lnTo>
                  <a:pt x="751433" y="114622"/>
                </a:lnTo>
                <a:lnTo>
                  <a:pt x="752082" y="114627"/>
                </a:lnTo>
                <a:lnTo>
                  <a:pt x="752674" y="114623"/>
                </a:lnTo>
                <a:lnTo>
                  <a:pt x="753260" y="114613"/>
                </a:lnTo>
                <a:lnTo>
                  <a:pt x="753840" y="114596"/>
                </a:lnTo>
                <a:lnTo>
                  <a:pt x="754414" y="114573"/>
                </a:lnTo>
                <a:lnTo>
                  <a:pt x="754982" y="114542"/>
                </a:lnTo>
                <a:lnTo>
                  <a:pt x="755544" y="114505"/>
                </a:lnTo>
                <a:lnTo>
                  <a:pt x="756100" y="114461"/>
                </a:lnTo>
                <a:lnTo>
                  <a:pt x="756649" y="114410"/>
                </a:lnTo>
                <a:lnTo>
                  <a:pt x="757192" y="114352"/>
                </a:lnTo>
                <a:lnTo>
                  <a:pt x="757730" y="114288"/>
                </a:lnTo>
                <a:lnTo>
                  <a:pt x="758261" y="114217"/>
                </a:lnTo>
                <a:lnTo>
                  <a:pt x="758785" y="114139"/>
                </a:lnTo>
                <a:lnTo>
                  <a:pt x="759304" y="114054"/>
                </a:lnTo>
                <a:lnTo>
                  <a:pt x="759817" y="113963"/>
                </a:lnTo>
                <a:lnTo>
                  <a:pt x="760323" y="113864"/>
                </a:lnTo>
                <a:lnTo>
                  <a:pt x="760824" y="113759"/>
                </a:lnTo>
                <a:lnTo>
                  <a:pt x="761318" y="113647"/>
                </a:lnTo>
                <a:lnTo>
                  <a:pt x="761806" y="113529"/>
                </a:lnTo>
                <a:lnTo>
                  <a:pt x="762288" y="113403"/>
                </a:lnTo>
                <a:lnTo>
                  <a:pt x="762763" y="113271"/>
                </a:lnTo>
                <a:lnTo>
                  <a:pt x="763233" y="113132"/>
                </a:lnTo>
                <a:lnTo>
                  <a:pt x="763697" y="112986"/>
                </a:lnTo>
                <a:lnTo>
                  <a:pt x="764154" y="112834"/>
                </a:lnTo>
                <a:lnTo>
                  <a:pt x="764605" y="112675"/>
                </a:lnTo>
                <a:lnTo>
                  <a:pt x="765051" y="112510"/>
                </a:lnTo>
                <a:lnTo>
                  <a:pt x="765491" y="112341"/>
                </a:lnTo>
                <a:lnTo>
                  <a:pt x="765925" y="112167"/>
                </a:lnTo>
                <a:lnTo>
                  <a:pt x="766355" y="111989"/>
                </a:lnTo>
                <a:lnTo>
                  <a:pt x="766779" y="111807"/>
                </a:lnTo>
                <a:lnTo>
                  <a:pt x="767197" y="111620"/>
                </a:lnTo>
                <a:lnTo>
                  <a:pt x="767611" y="111429"/>
                </a:lnTo>
                <a:lnTo>
                  <a:pt x="768018" y="111234"/>
                </a:lnTo>
                <a:lnTo>
                  <a:pt x="768421" y="111034"/>
                </a:lnTo>
                <a:lnTo>
                  <a:pt x="768818" y="110830"/>
                </a:lnTo>
                <a:lnTo>
                  <a:pt x="769210" y="110622"/>
                </a:lnTo>
                <a:lnTo>
                  <a:pt x="769596" y="110409"/>
                </a:lnTo>
                <a:lnTo>
                  <a:pt x="769977" y="110192"/>
                </a:lnTo>
                <a:lnTo>
                  <a:pt x="770353" y="109971"/>
                </a:lnTo>
                <a:lnTo>
                  <a:pt x="770723" y="109745"/>
                </a:lnTo>
                <a:lnTo>
                  <a:pt x="771088" y="109515"/>
                </a:lnTo>
                <a:lnTo>
                  <a:pt x="771447" y="109281"/>
                </a:lnTo>
                <a:lnTo>
                  <a:pt x="771802" y="109042"/>
                </a:lnTo>
                <a:lnTo>
                  <a:pt x="772150" y="108799"/>
                </a:lnTo>
                <a:lnTo>
                  <a:pt x="772494" y="108551"/>
                </a:lnTo>
                <a:lnTo>
                  <a:pt x="772832" y="108300"/>
                </a:lnTo>
                <a:lnTo>
                  <a:pt x="773164" y="108043"/>
                </a:lnTo>
                <a:lnTo>
                  <a:pt x="773492" y="107783"/>
                </a:lnTo>
                <a:lnTo>
                  <a:pt x="773814" y="107518"/>
                </a:lnTo>
                <a:lnTo>
                  <a:pt x="774131" y="107250"/>
                </a:lnTo>
                <a:lnTo>
                  <a:pt x="774444" y="106980"/>
                </a:lnTo>
                <a:lnTo>
                  <a:pt x="774753" y="106707"/>
                </a:lnTo>
                <a:lnTo>
                  <a:pt x="775058" y="106432"/>
                </a:lnTo>
                <a:lnTo>
                  <a:pt x="775359" y="106156"/>
                </a:lnTo>
                <a:lnTo>
                  <a:pt x="775655" y="105877"/>
                </a:lnTo>
                <a:lnTo>
                  <a:pt x="775948" y="105595"/>
                </a:lnTo>
                <a:lnTo>
                  <a:pt x="776236" y="105312"/>
                </a:lnTo>
                <a:lnTo>
                  <a:pt x="776521" y="105026"/>
                </a:lnTo>
                <a:lnTo>
                  <a:pt x="776801" y="104739"/>
                </a:lnTo>
                <a:lnTo>
                  <a:pt x="777078" y="104449"/>
                </a:lnTo>
                <a:lnTo>
                  <a:pt x="777350" y="104157"/>
                </a:lnTo>
                <a:lnTo>
                  <a:pt x="777618" y="103863"/>
                </a:lnTo>
                <a:lnTo>
                  <a:pt x="777882" y="103566"/>
                </a:lnTo>
                <a:lnTo>
                  <a:pt x="778142" y="103268"/>
                </a:lnTo>
                <a:lnTo>
                  <a:pt x="778397" y="102967"/>
                </a:lnTo>
                <a:lnTo>
                  <a:pt x="778649" y="102664"/>
                </a:lnTo>
                <a:lnTo>
                  <a:pt x="778897" y="102359"/>
                </a:lnTo>
                <a:lnTo>
                  <a:pt x="779140" y="102052"/>
                </a:lnTo>
                <a:lnTo>
                  <a:pt x="779380" y="101742"/>
                </a:lnTo>
                <a:lnTo>
                  <a:pt x="779615" y="101431"/>
                </a:lnTo>
                <a:lnTo>
                  <a:pt x="779846" y="101117"/>
                </a:lnTo>
                <a:lnTo>
                  <a:pt x="780073" y="100801"/>
                </a:lnTo>
                <a:lnTo>
                  <a:pt x="780296" y="100483"/>
                </a:lnTo>
                <a:lnTo>
                  <a:pt x="774771" y="96210"/>
                </a:lnTo>
                <a:lnTo>
                  <a:pt x="774407" y="96677"/>
                </a:lnTo>
                <a:lnTo>
                  <a:pt x="774039" y="97134"/>
                </a:lnTo>
                <a:lnTo>
                  <a:pt x="773667" y="97580"/>
                </a:lnTo>
                <a:lnTo>
                  <a:pt x="773291" y="98016"/>
                </a:lnTo>
                <a:lnTo>
                  <a:pt x="772911" y="98441"/>
                </a:lnTo>
                <a:lnTo>
                  <a:pt x="772527" y="98855"/>
                </a:lnTo>
                <a:lnTo>
                  <a:pt x="772139" y="99259"/>
                </a:lnTo>
                <a:lnTo>
                  <a:pt x="771747" y="99652"/>
                </a:lnTo>
                <a:lnTo>
                  <a:pt x="771351" y="100034"/>
                </a:lnTo>
                <a:lnTo>
                  <a:pt x="770951" y="100406"/>
                </a:lnTo>
                <a:lnTo>
                  <a:pt x="770547" y="100767"/>
                </a:lnTo>
                <a:lnTo>
                  <a:pt x="770139" y="101118"/>
                </a:lnTo>
                <a:lnTo>
                  <a:pt x="769728" y="101458"/>
                </a:lnTo>
                <a:lnTo>
                  <a:pt x="769312" y="101787"/>
                </a:lnTo>
                <a:lnTo>
                  <a:pt x="768892" y="102106"/>
                </a:lnTo>
                <a:lnTo>
                  <a:pt x="768469" y="102414"/>
                </a:lnTo>
                <a:lnTo>
                  <a:pt x="768041" y="102712"/>
                </a:lnTo>
                <a:lnTo>
                  <a:pt x="767609" y="102999"/>
                </a:lnTo>
                <a:lnTo>
                  <a:pt x="767174" y="103275"/>
                </a:lnTo>
                <a:lnTo>
                  <a:pt x="766734" y="103541"/>
                </a:lnTo>
                <a:lnTo>
                  <a:pt x="766291" y="103796"/>
                </a:lnTo>
                <a:lnTo>
                  <a:pt x="765843" y="104040"/>
                </a:lnTo>
                <a:lnTo>
                  <a:pt x="765392" y="104274"/>
                </a:lnTo>
                <a:lnTo>
                  <a:pt x="764937" y="104498"/>
                </a:lnTo>
                <a:lnTo>
                  <a:pt x="764477" y="104711"/>
                </a:lnTo>
                <a:lnTo>
                  <a:pt x="764011" y="104915"/>
                </a:lnTo>
                <a:lnTo>
                  <a:pt x="763541" y="105111"/>
                </a:lnTo>
                <a:lnTo>
                  <a:pt x="763065" y="105297"/>
                </a:lnTo>
                <a:lnTo>
                  <a:pt x="762584" y="105474"/>
                </a:lnTo>
                <a:lnTo>
                  <a:pt x="762098" y="105642"/>
                </a:lnTo>
                <a:lnTo>
                  <a:pt x="761607" y="105801"/>
                </a:lnTo>
                <a:lnTo>
                  <a:pt x="761110" y="105950"/>
                </a:lnTo>
                <a:lnTo>
                  <a:pt x="760608" y="106091"/>
                </a:lnTo>
                <a:lnTo>
                  <a:pt x="760101" y="106223"/>
                </a:lnTo>
                <a:lnTo>
                  <a:pt x="759589" y="106345"/>
                </a:lnTo>
                <a:lnTo>
                  <a:pt x="759071" y="106459"/>
                </a:lnTo>
                <a:lnTo>
                  <a:pt x="758548" y="106563"/>
                </a:lnTo>
                <a:lnTo>
                  <a:pt x="758020" y="106659"/>
                </a:lnTo>
                <a:lnTo>
                  <a:pt x="757486" y="106745"/>
                </a:lnTo>
                <a:lnTo>
                  <a:pt x="756948" y="106822"/>
                </a:lnTo>
                <a:lnTo>
                  <a:pt x="756404" y="106890"/>
                </a:lnTo>
                <a:lnTo>
                  <a:pt x="755855" y="106949"/>
                </a:lnTo>
                <a:lnTo>
                  <a:pt x="755300" y="106999"/>
                </a:lnTo>
                <a:lnTo>
                  <a:pt x="754741" y="107040"/>
                </a:lnTo>
                <a:lnTo>
                  <a:pt x="754176" y="107072"/>
                </a:lnTo>
                <a:lnTo>
                  <a:pt x="753606" y="107095"/>
                </a:lnTo>
                <a:lnTo>
                  <a:pt x="753031" y="107108"/>
                </a:lnTo>
                <a:lnTo>
                  <a:pt x="752450" y="107113"/>
                </a:lnTo>
                <a:lnTo>
                  <a:pt x="751942" y="107108"/>
                </a:lnTo>
                <a:lnTo>
                  <a:pt x="751439" y="107096"/>
                </a:lnTo>
                <a:lnTo>
                  <a:pt x="750939" y="107074"/>
                </a:lnTo>
                <a:lnTo>
                  <a:pt x="750443" y="107044"/>
                </a:lnTo>
                <a:lnTo>
                  <a:pt x="749950" y="107006"/>
                </a:lnTo>
                <a:lnTo>
                  <a:pt x="749462" y="106959"/>
                </a:lnTo>
                <a:lnTo>
                  <a:pt x="748977" y="106903"/>
                </a:lnTo>
                <a:lnTo>
                  <a:pt x="748497" y="106839"/>
                </a:lnTo>
                <a:lnTo>
                  <a:pt x="748020" y="106766"/>
                </a:lnTo>
                <a:lnTo>
                  <a:pt x="747547" y="106684"/>
                </a:lnTo>
                <a:lnTo>
                  <a:pt x="747077" y="106594"/>
                </a:lnTo>
                <a:lnTo>
                  <a:pt x="746612" y="106496"/>
                </a:lnTo>
                <a:lnTo>
                  <a:pt x="746150" y="106389"/>
                </a:lnTo>
                <a:lnTo>
                  <a:pt x="745693" y="106273"/>
                </a:lnTo>
                <a:lnTo>
                  <a:pt x="745239" y="106149"/>
                </a:lnTo>
                <a:lnTo>
                  <a:pt x="744789" y="106016"/>
                </a:lnTo>
                <a:lnTo>
                  <a:pt x="744342" y="105875"/>
                </a:lnTo>
                <a:lnTo>
                  <a:pt x="743900" y="105725"/>
                </a:lnTo>
                <a:lnTo>
                  <a:pt x="743461" y="105566"/>
                </a:lnTo>
                <a:lnTo>
                  <a:pt x="743027" y="105399"/>
                </a:lnTo>
                <a:lnTo>
                  <a:pt x="742596" y="105223"/>
                </a:lnTo>
                <a:lnTo>
                  <a:pt x="742169" y="105039"/>
                </a:lnTo>
                <a:lnTo>
                  <a:pt x="741746" y="104846"/>
                </a:lnTo>
                <a:lnTo>
                  <a:pt x="741326" y="104645"/>
                </a:lnTo>
                <a:lnTo>
                  <a:pt x="740911" y="104436"/>
                </a:lnTo>
                <a:lnTo>
                  <a:pt x="740501" y="104221"/>
                </a:lnTo>
                <a:lnTo>
                  <a:pt x="740096" y="103999"/>
                </a:lnTo>
                <a:lnTo>
                  <a:pt x="739695" y="103771"/>
                </a:lnTo>
                <a:lnTo>
                  <a:pt x="739300" y="103537"/>
                </a:lnTo>
                <a:lnTo>
                  <a:pt x="738909" y="103296"/>
                </a:lnTo>
                <a:lnTo>
                  <a:pt x="738523" y="103049"/>
                </a:lnTo>
                <a:lnTo>
                  <a:pt x="738142" y="102795"/>
                </a:lnTo>
                <a:lnTo>
                  <a:pt x="737766" y="102535"/>
                </a:lnTo>
                <a:lnTo>
                  <a:pt x="737395" y="102269"/>
                </a:lnTo>
                <a:lnTo>
                  <a:pt x="737028" y="101996"/>
                </a:lnTo>
                <a:lnTo>
                  <a:pt x="736667" y="101717"/>
                </a:lnTo>
                <a:lnTo>
                  <a:pt x="736310" y="101431"/>
                </a:lnTo>
                <a:lnTo>
                  <a:pt x="735958" y="101139"/>
                </a:lnTo>
                <a:lnTo>
                  <a:pt x="735611" y="100841"/>
                </a:lnTo>
                <a:lnTo>
                  <a:pt x="735269" y="100536"/>
                </a:lnTo>
                <a:lnTo>
                  <a:pt x="734932" y="100225"/>
                </a:lnTo>
                <a:lnTo>
                  <a:pt x="734599" y="99907"/>
                </a:lnTo>
                <a:lnTo>
                  <a:pt x="734272" y="99583"/>
                </a:lnTo>
                <a:lnTo>
                  <a:pt x="733949" y="99253"/>
                </a:lnTo>
                <a:lnTo>
                  <a:pt x="733631" y="98916"/>
                </a:lnTo>
                <a:lnTo>
                  <a:pt x="733318" y="98573"/>
                </a:lnTo>
                <a:lnTo>
                  <a:pt x="733010" y="98223"/>
                </a:lnTo>
                <a:lnTo>
                  <a:pt x="732707" y="97867"/>
                </a:lnTo>
                <a:lnTo>
                  <a:pt x="732409" y="97506"/>
                </a:lnTo>
                <a:lnTo>
                  <a:pt x="732117" y="97139"/>
                </a:lnTo>
                <a:lnTo>
                  <a:pt x="731830" y="96768"/>
                </a:lnTo>
                <a:lnTo>
                  <a:pt x="731549" y="96391"/>
                </a:lnTo>
                <a:lnTo>
                  <a:pt x="731273" y="96009"/>
                </a:lnTo>
                <a:lnTo>
                  <a:pt x="731004" y="95623"/>
                </a:lnTo>
                <a:lnTo>
                  <a:pt x="730739" y="95231"/>
                </a:lnTo>
                <a:lnTo>
                  <a:pt x="730481" y="94835"/>
                </a:lnTo>
                <a:lnTo>
                  <a:pt x="730228" y="94433"/>
                </a:lnTo>
                <a:lnTo>
                  <a:pt x="729980" y="94027"/>
                </a:lnTo>
                <a:lnTo>
                  <a:pt x="729739" y="93615"/>
                </a:lnTo>
                <a:lnTo>
                  <a:pt x="729503" y="93199"/>
                </a:lnTo>
                <a:lnTo>
                  <a:pt x="729272" y="92777"/>
                </a:lnTo>
                <a:lnTo>
                  <a:pt x="729047" y="92351"/>
                </a:lnTo>
                <a:lnTo>
                  <a:pt x="728828" y="91919"/>
                </a:lnTo>
                <a:lnTo>
                  <a:pt x="728614" y="91483"/>
                </a:lnTo>
                <a:lnTo>
                  <a:pt x="728406" y="91042"/>
                </a:lnTo>
                <a:lnTo>
                  <a:pt x="728204" y="90595"/>
                </a:lnTo>
                <a:lnTo>
                  <a:pt x="728007" y="90144"/>
                </a:lnTo>
                <a:lnTo>
                  <a:pt x="727816" y="89687"/>
                </a:lnTo>
                <a:lnTo>
                  <a:pt x="727631" y="89226"/>
                </a:lnTo>
                <a:lnTo>
                  <a:pt x="727451" y="88760"/>
                </a:lnTo>
                <a:lnTo>
                  <a:pt x="727277" y="88288"/>
                </a:lnTo>
                <a:lnTo>
                  <a:pt x="727108" y="87812"/>
                </a:lnTo>
                <a:lnTo>
                  <a:pt x="726946" y="87332"/>
                </a:lnTo>
                <a:lnTo>
                  <a:pt x="726791" y="86849"/>
                </a:lnTo>
                <a:lnTo>
                  <a:pt x="726642" y="86363"/>
                </a:lnTo>
                <a:lnTo>
                  <a:pt x="726501" y="85874"/>
                </a:lnTo>
                <a:lnTo>
                  <a:pt x="726366" y="85382"/>
                </a:lnTo>
                <a:lnTo>
                  <a:pt x="726238" y="84888"/>
                </a:lnTo>
                <a:lnTo>
                  <a:pt x="726117" y="84391"/>
                </a:lnTo>
                <a:lnTo>
                  <a:pt x="726003" y="83891"/>
                </a:lnTo>
                <a:lnTo>
                  <a:pt x="725896" y="83388"/>
                </a:lnTo>
                <a:lnTo>
                  <a:pt x="725796" y="82883"/>
                </a:lnTo>
                <a:lnTo>
                  <a:pt x="725703" y="82374"/>
                </a:lnTo>
                <a:lnTo>
                  <a:pt x="725617" y="81863"/>
                </a:lnTo>
                <a:lnTo>
                  <a:pt x="725537" y="81349"/>
                </a:lnTo>
                <a:lnTo>
                  <a:pt x="725465" y="80832"/>
                </a:lnTo>
                <a:lnTo>
                  <a:pt x="725399" y="80313"/>
                </a:lnTo>
                <a:lnTo>
                  <a:pt x="725340" y="79790"/>
                </a:lnTo>
                <a:lnTo>
                  <a:pt x="725289" y="79265"/>
                </a:lnTo>
                <a:lnTo>
                  <a:pt x="725244" y="78737"/>
                </a:lnTo>
                <a:lnTo>
                  <a:pt x="725206" y="78206"/>
                </a:lnTo>
                <a:lnTo>
                  <a:pt x="725175" y="77672"/>
                </a:lnTo>
                <a:lnTo>
                  <a:pt x="725150" y="77136"/>
                </a:lnTo>
                <a:lnTo>
                  <a:pt x="725133" y="76596"/>
                </a:lnTo>
                <a:lnTo>
                  <a:pt x="725123" y="76054"/>
                </a:lnTo>
                <a:lnTo>
                  <a:pt x="725119" y="75509"/>
                </a:lnTo>
                <a:lnTo>
                  <a:pt x="725119" y="73815"/>
                </a:lnTo>
                <a:lnTo>
                  <a:pt x="781991" y="73815"/>
                </a:lnTo>
                <a:lnTo>
                  <a:pt x="781991" y="68446"/>
                </a:lnTo>
                <a:lnTo>
                  <a:pt x="781987" y="67781"/>
                </a:lnTo>
                <a:lnTo>
                  <a:pt x="781976" y="67120"/>
                </a:lnTo>
                <a:lnTo>
                  <a:pt x="781959" y="66464"/>
                </a:lnTo>
                <a:lnTo>
                  <a:pt x="781933" y="65812"/>
                </a:lnTo>
                <a:close/>
                <a:moveTo>
                  <a:pt x="725660" y="64819"/>
                </a:moveTo>
                <a:lnTo>
                  <a:pt x="725746" y="64272"/>
                </a:lnTo>
                <a:lnTo>
                  <a:pt x="725839" y="63729"/>
                </a:lnTo>
                <a:lnTo>
                  <a:pt x="725938" y="63190"/>
                </a:lnTo>
                <a:lnTo>
                  <a:pt x="726043" y="62657"/>
                </a:lnTo>
                <a:lnTo>
                  <a:pt x="726155" y="62127"/>
                </a:lnTo>
                <a:lnTo>
                  <a:pt x="726274" y="61602"/>
                </a:lnTo>
                <a:lnTo>
                  <a:pt x="726398" y="61082"/>
                </a:lnTo>
                <a:lnTo>
                  <a:pt x="726529" y="60566"/>
                </a:lnTo>
                <a:lnTo>
                  <a:pt x="726667" y="60054"/>
                </a:lnTo>
                <a:lnTo>
                  <a:pt x="726811" y="59547"/>
                </a:lnTo>
                <a:lnTo>
                  <a:pt x="726961" y="59045"/>
                </a:lnTo>
                <a:lnTo>
                  <a:pt x="727117" y="58547"/>
                </a:lnTo>
                <a:lnTo>
                  <a:pt x="727278" y="58055"/>
                </a:lnTo>
                <a:lnTo>
                  <a:pt x="727445" y="57569"/>
                </a:lnTo>
                <a:lnTo>
                  <a:pt x="727617" y="57088"/>
                </a:lnTo>
                <a:lnTo>
                  <a:pt x="727794" y="56613"/>
                </a:lnTo>
                <a:lnTo>
                  <a:pt x="727976" y="56144"/>
                </a:lnTo>
                <a:lnTo>
                  <a:pt x="728164" y="55680"/>
                </a:lnTo>
                <a:lnTo>
                  <a:pt x="728357" y="55222"/>
                </a:lnTo>
                <a:lnTo>
                  <a:pt x="728555" y="54770"/>
                </a:lnTo>
                <a:lnTo>
                  <a:pt x="728758" y="54323"/>
                </a:lnTo>
                <a:lnTo>
                  <a:pt x="728966" y="53881"/>
                </a:lnTo>
                <a:lnTo>
                  <a:pt x="729180" y="53446"/>
                </a:lnTo>
                <a:lnTo>
                  <a:pt x="729399" y="53016"/>
                </a:lnTo>
                <a:lnTo>
                  <a:pt x="729624" y="52592"/>
                </a:lnTo>
                <a:lnTo>
                  <a:pt x="729853" y="52173"/>
                </a:lnTo>
                <a:lnTo>
                  <a:pt x="730088" y="51760"/>
                </a:lnTo>
                <a:lnTo>
                  <a:pt x="730328" y="51352"/>
                </a:lnTo>
                <a:lnTo>
                  <a:pt x="730573" y="50950"/>
                </a:lnTo>
                <a:lnTo>
                  <a:pt x="730824" y="50554"/>
                </a:lnTo>
                <a:lnTo>
                  <a:pt x="731079" y="50164"/>
                </a:lnTo>
                <a:lnTo>
                  <a:pt x="731340" y="49779"/>
                </a:lnTo>
                <a:lnTo>
                  <a:pt x="731606" y="49399"/>
                </a:lnTo>
                <a:lnTo>
                  <a:pt x="731878" y="49026"/>
                </a:lnTo>
                <a:lnTo>
                  <a:pt x="732155" y="48657"/>
                </a:lnTo>
                <a:lnTo>
                  <a:pt x="732436" y="48296"/>
                </a:lnTo>
                <a:lnTo>
                  <a:pt x="732722" y="47941"/>
                </a:lnTo>
                <a:lnTo>
                  <a:pt x="733013" y="47593"/>
                </a:lnTo>
                <a:lnTo>
                  <a:pt x="733308" y="47253"/>
                </a:lnTo>
                <a:lnTo>
                  <a:pt x="733607" y="46919"/>
                </a:lnTo>
                <a:lnTo>
                  <a:pt x="733911" y="46592"/>
                </a:lnTo>
                <a:lnTo>
                  <a:pt x="734220" y="46273"/>
                </a:lnTo>
                <a:lnTo>
                  <a:pt x="734532" y="45960"/>
                </a:lnTo>
                <a:lnTo>
                  <a:pt x="734850" y="45655"/>
                </a:lnTo>
                <a:lnTo>
                  <a:pt x="735172" y="45357"/>
                </a:lnTo>
                <a:lnTo>
                  <a:pt x="735498" y="45065"/>
                </a:lnTo>
                <a:lnTo>
                  <a:pt x="735829" y="44781"/>
                </a:lnTo>
                <a:lnTo>
                  <a:pt x="736164" y="44503"/>
                </a:lnTo>
                <a:lnTo>
                  <a:pt x="736504" y="44233"/>
                </a:lnTo>
                <a:lnTo>
                  <a:pt x="736848" y="43970"/>
                </a:lnTo>
                <a:lnTo>
                  <a:pt x="737197" y="43714"/>
                </a:lnTo>
                <a:lnTo>
                  <a:pt x="737550" y="43464"/>
                </a:lnTo>
                <a:lnTo>
                  <a:pt x="737908" y="43222"/>
                </a:lnTo>
                <a:lnTo>
                  <a:pt x="738270" y="42987"/>
                </a:lnTo>
                <a:lnTo>
                  <a:pt x="738636" y="42759"/>
                </a:lnTo>
                <a:lnTo>
                  <a:pt x="739007" y="42538"/>
                </a:lnTo>
                <a:lnTo>
                  <a:pt x="739383" y="42324"/>
                </a:lnTo>
                <a:lnTo>
                  <a:pt x="739763" y="42117"/>
                </a:lnTo>
                <a:lnTo>
                  <a:pt x="740148" y="41917"/>
                </a:lnTo>
                <a:lnTo>
                  <a:pt x="740536" y="41725"/>
                </a:lnTo>
                <a:lnTo>
                  <a:pt x="740928" y="41540"/>
                </a:lnTo>
                <a:lnTo>
                  <a:pt x="741324" y="41364"/>
                </a:lnTo>
                <a:lnTo>
                  <a:pt x="741723" y="41197"/>
                </a:lnTo>
                <a:lnTo>
                  <a:pt x="742126" y="41037"/>
                </a:lnTo>
                <a:lnTo>
                  <a:pt x="742533" y="40886"/>
                </a:lnTo>
                <a:lnTo>
                  <a:pt x="742943" y="40742"/>
                </a:lnTo>
                <a:lnTo>
                  <a:pt x="743356" y="40607"/>
                </a:lnTo>
                <a:lnTo>
                  <a:pt x="743773" y="40480"/>
                </a:lnTo>
                <a:lnTo>
                  <a:pt x="744194" y="40362"/>
                </a:lnTo>
                <a:lnTo>
                  <a:pt x="744618" y="40251"/>
                </a:lnTo>
                <a:lnTo>
                  <a:pt x="745046" y="40149"/>
                </a:lnTo>
                <a:lnTo>
                  <a:pt x="745478" y="40055"/>
                </a:lnTo>
                <a:lnTo>
                  <a:pt x="745913" y="39969"/>
                </a:lnTo>
                <a:lnTo>
                  <a:pt x="746352" y="39891"/>
                </a:lnTo>
                <a:lnTo>
                  <a:pt x="746794" y="39821"/>
                </a:lnTo>
                <a:lnTo>
                  <a:pt x="747240" y="39760"/>
                </a:lnTo>
                <a:lnTo>
                  <a:pt x="747689" y="39707"/>
                </a:lnTo>
                <a:lnTo>
                  <a:pt x="748142" y="39662"/>
                </a:lnTo>
                <a:lnTo>
                  <a:pt x="748599" y="39625"/>
                </a:lnTo>
                <a:lnTo>
                  <a:pt x="749059" y="39596"/>
                </a:lnTo>
                <a:lnTo>
                  <a:pt x="749523" y="39576"/>
                </a:lnTo>
                <a:lnTo>
                  <a:pt x="749990" y="39564"/>
                </a:lnTo>
                <a:lnTo>
                  <a:pt x="750461" y="39560"/>
                </a:lnTo>
                <a:lnTo>
                  <a:pt x="751083" y="39566"/>
                </a:lnTo>
                <a:lnTo>
                  <a:pt x="751696" y="39585"/>
                </a:lnTo>
                <a:lnTo>
                  <a:pt x="752300" y="39617"/>
                </a:lnTo>
                <a:lnTo>
                  <a:pt x="752895" y="39662"/>
                </a:lnTo>
                <a:lnTo>
                  <a:pt x="753482" y="39719"/>
                </a:lnTo>
                <a:lnTo>
                  <a:pt x="754059" y="39789"/>
                </a:lnTo>
                <a:lnTo>
                  <a:pt x="754628" y="39872"/>
                </a:lnTo>
                <a:lnTo>
                  <a:pt x="755188" y="39968"/>
                </a:lnTo>
                <a:lnTo>
                  <a:pt x="755739" y="40076"/>
                </a:lnTo>
                <a:lnTo>
                  <a:pt x="756282" y="40197"/>
                </a:lnTo>
                <a:lnTo>
                  <a:pt x="756815" y="40331"/>
                </a:lnTo>
                <a:lnTo>
                  <a:pt x="757340" y="40478"/>
                </a:lnTo>
                <a:lnTo>
                  <a:pt x="757856" y="40638"/>
                </a:lnTo>
                <a:lnTo>
                  <a:pt x="758363" y="40810"/>
                </a:lnTo>
                <a:lnTo>
                  <a:pt x="758861" y="40995"/>
                </a:lnTo>
                <a:lnTo>
                  <a:pt x="759350" y="41192"/>
                </a:lnTo>
                <a:lnTo>
                  <a:pt x="759831" y="41403"/>
                </a:lnTo>
                <a:lnTo>
                  <a:pt x="760303" y="41626"/>
                </a:lnTo>
                <a:lnTo>
                  <a:pt x="760765" y="41862"/>
                </a:lnTo>
                <a:lnTo>
                  <a:pt x="761220" y="42111"/>
                </a:lnTo>
                <a:lnTo>
                  <a:pt x="761665" y="42373"/>
                </a:lnTo>
                <a:lnTo>
                  <a:pt x="762101" y="42647"/>
                </a:lnTo>
                <a:lnTo>
                  <a:pt x="762529" y="42934"/>
                </a:lnTo>
                <a:lnTo>
                  <a:pt x="762948" y="43234"/>
                </a:lnTo>
                <a:lnTo>
                  <a:pt x="763358" y="43543"/>
                </a:lnTo>
                <a:lnTo>
                  <a:pt x="763760" y="43861"/>
                </a:lnTo>
                <a:lnTo>
                  <a:pt x="764153" y="44186"/>
                </a:lnTo>
                <a:lnTo>
                  <a:pt x="764538" y="44518"/>
                </a:lnTo>
                <a:lnTo>
                  <a:pt x="764914" y="44858"/>
                </a:lnTo>
                <a:lnTo>
                  <a:pt x="765282" y="45205"/>
                </a:lnTo>
                <a:lnTo>
                  <a:pt x="765642" y="45560"/>
                </a:lnTo>
                <a:lnTo>
                  <a:pt x="765993" y="45923"/>
                </a:lnTo>
                <a:lnTo>
                  <a:pt x="766335" y="46293"/>
                </a:lnTo>
                <a:lnTo>
                  <a:pt x="766669" y="46670"/>
                </a:lnTo>
                <a:lnTo>
                  <a:pt x="766995" y="47055"/>
                </a:lnTo>
                <a:lnTo>
                  <a:pt x="767312" y="47448"/>
                </a:lnTo>
                <a:lnTo>
                  <a:pt x="767621" y="47848"/>
                </a:lnTo>
                <a:lnTo>
                  <a:pt x="767922" y="48255"/>
                </a:lnTo>
                <a:lnTo>
                  <a:pt x="768214" y="48671"/>
                </a:lnTo>
                <a:lnTo>
                  <a:pt x="768497" y="49093"/>
                </a:lnTo>
                <a:lnTo>
                  <a:pt x="768772" y="49524"/>
                </a:lnTo>
                <a:lnTo>
                  <a:pt x="769039" y="49961"/>
                </a:lnTo>
                <a:lnTo>
                  <a:pt x="769297" y="50407"/>
                </a:lnTo>
                <a:lnTo>
                  <a:pt x="769547" y="50859"/>
                </a:lnTo>
                <a:lnTo>
                  <a:pt x="769788" y="51320"/>
                </a:lnTo>
                <a:lnTo>
                  <a:pt x="770021" y="51788"/>
                </a:lnTo>
                <a:lnTo>
                  <a:pt x="770246" y="52263"/>
                </a:lnTo>
                <a:lnTo>
                  <a:pt x="770462" y="52746"/>
                </a:lnTo>
                <a:lnTo>
                  <a:pt x="770669" y="53234"/>
                </a:lnTo>
                <a:lnTo>
                  <a:pt x="770869" y="53725"/>
                </a:lnTo>
                <a:lnTo>
                  <a:pt x="771060" y="54219"/>
                </a:lnTo>
                <a:lnTo>
                  <a:pt x="771242" y="54716"/>
                </a:lnTo>
                <a:lnTo>
                  <a:pt x="771417" y="55216"/>
                </a:lnTo>
                <a:lnTo>
                  <a:pt x="771583" y="55719"/>
                </a:lnTo>
                <a:lnTo>
                  <a:pt x="771741" y="56225"/>
                </a:lnTo>
                <a:lnTo>
                  <a:pt x="771890" y="56734"/>
                </a:lnTo>
                <a:lnTo>
                  <a:pt x="772031" y="57245"/>
                </a:lnTo>
                <a:lnTo>
                  <a:pt x="772164" y="57760"/>
                </a:lnTo>
                <a:lnTo>
                  <a:pt x="772289" y="58277"/>
                </a:lnTo>
                <a:lnTo>
                  <a:pt x="772405" y="58798"/>
                </a:lnTo>
                <a:lnTo>
                  <a:pt x="772513" y="59321"/>
                </a:lnTo>
                <a:lnTo>
                  <a:pt x="772612" y="59847"/>
                </a:lnTo>
                <a:lnTo>
                  <a:pt x="772703" y="60377"/>
                </a:lnTo>
                <a:lnTo>
                  <a:pt x="772786" y="60909"/>
                </a:lnTo>
                <a:lnTo>
                  <a:pt x="772861" y="61444"/>
                </a:lnTo>
                <a:lnTo>
                  <a:pt x="772927" y="61982"/>
                </a:lnTo>
                <a:lnTo>
                  <a:pt x="772985" y="62523"/>
                </a:lnTo>
                <a:lnTo>
                  <a:pt x="773035" y="63067"/>
                </a:lnTo>
                <a:lnTo>
                  <a:pt x="773076" y="63614"/>
                </a:lnTo>
                <a:lnTo>
                  <a:pt x="773109" y="64163"/>
                </a:lnTo>
                <a:lnTo>
                  <a:pt x="773134" y="64716"/>
                </a:lnTo>
                <a:lnTo>
                  <a:pt x="773151" y="65272"/>
                </a:lnTo>
                <a:lnTo>
                  <a:pt x="773151" y="66227"/>
                </a:lnTo>
                <a:lnTo>
                  <a:pt x="725470" y="66227"/>
                </a:lnTo>
                <a:lnTo>
                  <a:pt x="725506" y="65927"/>
                </a:lnTo>
                <a:lnTo>
                  <a:pt x="725580" y="65371"/>
                </a:lnTo>
                <a:lnTo>
                  <a:pt x="725660" y="64819"/>
                </a:lnTo>
                <a:close/>
                <a:moveTo>
                  <a:pt x="1037661" y="65812"/>
                </a:moveTo>
                <a:lnTo>
                  <a:pt x="1037628" y="65166"/>
                </a:lnTo>
                <a:lnTo>
                  <a:pt x="1037589" y="64524"/>
                </a:lnTo>
                <a:lnTo>
                  <a:pt x="1037542" y="63886"/>
                </a:lnTo>
                <a:lnTo>
                  <a:pt x="1037489" y="63254"/>
                </a:lnTo>
                <a:lnTo>
                  <a:pt x="1037428" y="62626"/>
                </a:lnTo>
                <a:lnTo>
                  <a:pt x="1037360" y="62003"/>
                </a:lnTo>
                <a:lnTo>
                  <a:pt x="1037284" y="61384"/>
                </a:lnTo>
                <a:lnTo>
                  <a:pt x="1037202" y="60771"/>
                </a:lnTo>
                <a:lnTo>
                  <a:pt x="1037113" y="60162"/>
                </a:lnTo>
                <a:lnTo>
                  <a:pt x="1037016" y="59557"/>
                </a:lnTo>
                <a:lnTo>
                  <a:pt x="1036912" y="58958"/>
                </a:lnTo>
                <a:lnTo>
                  <a:pt x="1036801" y="58363"/>
                </a:lnTo>
                <a:lnTo>
                  <a:pt x="1036683" y="57773"/>
                </a:lnTo>
                <a:lnTo>
                  <a:pt x="1036558" y="57188"/>
                </a:lnTo>
                <a:lnTo>
                  <a:pt x="1036425" y="56607"/>
                </a:lnTo>
                <a:lnTo>
                  <a:pt x="1036285" y="56031"/>
                </a:lnTo>
                <a:lnTo>
                  <a:pt x="1036139" y="55460"/>
                </a:lnTo>
                <a:lnTo>
                  <a:pt x="1035985" y="54894"/>
                </a:lnTo>
                <a:lnTo>
                  <a:pt x="1035823" y="54332"/>
                </a:lnTo>
                <a:lnTo>
                  <a:pt x="1035655" y="53775"/>
                </a:lnTo>
                <a:lnTo>
                  <a:pt x="1035480" y="53224"/>
                </a:lnTo>
                <a:lnTo>
                  <a:pt x="1035298" y="52678"/>
                </a:lnTo>
                <a:lnTo>
                  <a:pt x="1035108" y="52139"/>
                </a:lnTo>
                <a:lnTo>
                  <a:pt x="1034912" y="51606"/>
                </a:lnTo>
                <a:lnTo>
                  <a:pt x="1034709" y="51079"/>
                </a:lnTo>
                <a:lnTo>
                  <a:pt x="1034499" y="50558"/>
                </a:lnTo>
                <a:lnTo>
                  <a:pt x="1034283" y="50043"/>
                </a:lnTo>
                <a:lnTo>
                  <a:pt x="1034059" y="49534"/>
                </a:lnTo>
                <a:lnTo>
                  <a:pt x="1033828" y="49032"/>
                </a:lnTo>
                <a:lnTo>
                  <a:pt x="1033591" y="48535"/>
                </a:lnTo>
                <a:lnTo>
                  <a:pt x="1033346" y="48045"/>
                </a:lnTo>
                <a:lnTo>
                  <a:pt x="1033095" y="47561"/>
                </a:lnTo>
                <a:lnTo>
                  <a:pt x="1032837" y="47083"/>
                </a:lnTo>
                <a:lnTo>
                  <a:pt x="1032572" y="46611"/>
                </a:lnTo>
                <a:lnTo>
                  <a:pt x="1032300" y="46146"/>
                </a:lnTo>
                <a:lnTo>
                  <a:pt x="1032021" y="45686"/>
                </a:lnTo>
                <a:lnTo>
                  <a:pt x="1031735" y="45233"/>
                </a:lnTo>
                <a:lnTo>
                  <a:pt x="1031442" y="44785"/>
                </a:lnTo>
                <a:lnTo>
                  <a:pt x="1031143" y="44344"/>
                </a:lnTo>
                <a:lnTo>
                  <a:pt x="1030836" y="43909"/>
                </a:lnTo>
                <a:lnTo>
                  <a:pt x="1030523" y="43480"/>
                </a:lnTo>
                <a:lnTo>
                  <a:pt x="1030202" y="43057"/>
                </a:lnTo>
                <a:lnTo>
                  <a:pt x="1029875" y="42641"/>
                </a:lnTo>
                <a:lnTo>
                  <a:pt x="1029541" y="42230"/>
                </a:lnTo>
                <a:lnTo>
                  <a:pt x="1029200" y="41826"/>
                </a:lnTo>
                <a:lnTo>
                  <a:pt x="1028853" y="41430"/>
                </a:lnTo>
                <a:lnTo>
                  <a:pt x="1028500" y="41042"/>
                </a:lnTo>
                <a:lnTo>
                  <a:pt x="1028140" y="40661"/>
                </a:lnTo>
                <a:lnTo>
                  <a:pt x="1027774" y="40288"/>
                </a:lnTo>
                <a:lnTo>
                  <a:pt x="1027402" y="39923"/>
                </a:lnTo>
                <a:lnTo>
                  <a:pt x="1027024" y="39565"/>
                </a:lnTo>
                <a:lnTo>
                  <a:pt x="1026639" y="39215"/>
                </a:lnTo>
                <a:lnTo>
                  <a:pt x="1026248" y="38873"/>
                </a:lnTo>
                <a:lnTo>
                  <a:pt x="1025851" y="38538"/>
                </a:lnTo>
                <a:lnTo>
                  <a:pt x="1025447" y="38211"/>
                </a:lnTo>
                <a:lnTo>
                  <a:pt x="1025038" y="37892"/>
                </a:lnTo>
                <a:lnTo>
                  <a:pt x="1024622" y="37580"/>
                </a:lnTo>
                <a:lnTo>
                  <a:pt x="1024200" y="37276"/>
                </a:lnTo>
                <a:lnTo>
                  <a:pt x="1023771" y="36979"/>
                </a:lnTo>
                <a:lnTo>
                  <a:pt x="1023336" y="36691"/>
                </a:lnTo>
                <a:lnTo>
                  <a:pt x="1022895" y="36409"/>
                </a:lnTo>
                <a:lnTo>
                  <a:pt x="1022448" y="36136"/>
                </a:lnTo>
                <a:lnTo>
                  <a:pt x="1021994" y="35870"/>
                </a:lnTo>
                <a:lnTo>
                  <a:pt x="1021534" y="35612"/>
                </a:lnTo>
                <a:lnTo>
                  <a:pt x="1021068" y="35362"/>
                </a:lnTo>
                <a:lnTo>
                  <a:pt x="1020596" y="35119"/>
                </a:lnTo>
                <a:lnTo>
                  <a:pt x="1020117" y="34884"/>
                </a:lnTo>
                <a:lnTo>
                  <a:pt x="1019632" y="34656"/>
                </a:lnTo>
                <a:lnTo>
                  <a:pt x="1019141" y="34437"/>
                </a:lnTo>
                <a:lnTo>
                  <a:pt x="1018644" y="34227"/>
                </a:lnTo>
                <a:lnTo>
                  <a:pt x="1018141" y="34027"/>
                </a:lnTo>
                <a:lnTo>
                  <a:pt x="1017632" y="33836"/>
                </a:lnTo>
                <a:lnTo>
                  <a:pt x="1017117" y="33654"/>
                </a:lnTo>
                <a:lnTo>
                  <a:pt x="1016596" y="33482"/>
                </a:lnTo>
                <a:lnTo>
                  <a:pt x="1016069" y="33319"/>
                </a:lnTo>
                <a:lnTo>
                  <a:pt x="1015536" y="33165"/>
                </a:lnTo>
                <a:lnTo>
                  <a:pt x="1014997" y="33020"/>
                </a:lnTo>
                <a:lnTo>
                  <a:pt x="1014451" y="32885"/>
                </a:lnTo>
                <a:lnTo>
                  <a:pt x="1013900" y="32759"/>
                </a:lnTo>
                <a:lnTo>
                  <a:pt x="1013343" y="32643"/>
                </a:lnTo>
                <a:lnTo>
                  <a:pt x="1012780" y="32536"/>
                </a:lnTo>
                <a:lnTo>
                  <a:pt x="1012211" y="32438"/>
                </a:lnTo>
                <a:lnTo>
                  <a:pt x="1011635" y="32349"/>
                </a:lnTo>
                <a:lnTo>
                  <a:pt x="1011054" y="32270"/>
                </a:lnTo>
                <a:lnTo>
                  <a:pt x="1010467" y="32200"/>
                </a:lnTo>
                <a:lnTo>
                  <a:pt x="1009874" y="32140"/>
                </a:lnTo>
                <a:lnTo>
                  <a:pt x="1009274" y="32088"/>
                </a:lnTo>
                <a:lnTo>
                  <a:pt x="1008669" y="32046"/>
                </a:lnTo>
                <a:lnTo>
                  <a:pt x="1008058" y="32014"/>
                </a:lnTo>
                <a:lnTo>
                  <a:pt x="1007441" y="31990"/>
                </a:lnTo>
                <a:lnTo>
                  <a:pt x="1006817" y="31976"/>
                </a:lnTo>
                <a:lnTo>
                  <a:pt x="1006188" y="31972"/>
                </a:lnTo>
                <a:lnTo>
                  <a:pt x="1005618" y="31977"/>
                </a:lnTo>
                <a:lnTo>
                  <a:pt x="1005051" y="31991"/>
                </a:lnTo>
                <a:lnTo>
                  <a:pt x="1004486" y="32016"/>
                </a:lnTo>
                <a:lnTo>
                  <a:pt x="1003924" y="32050"/>
                </a:lnTo>
                <a:lnTo>
                  <a:pt x="1003364" y="32093"/>
                </a:lnTo>
                <a:lnTo>
                  <a:pt x="1002806" y="32147"/>
                </a:lnTo>
                <a:lnTo>
                  <a:pt x="1002251" y="32210"/>
                </a:lnTo>
                <a:lnTo>
                  <a:pt x="1001698" y="32283"/>
                </a:lnTo>
                <a:lnTo>
                  <a:pt x="1001148" y="32365"/>
                </a:lnTo>
                <a:lnTo>
                  <a:pt x="1000600" y="32458"/>
                </a:lnTo>
                <a:lnTo>
                  <a:pt x="1000055" y="32560"/>
                </a:lnTo>
                <a:lnTo>
                  <a:pt x="999512" y="32672"/>
                </a:lnTo>
                <a:lnTo>
                  <a:pt x="998971" y="32793"/>
                </a:lnTo>
                <a:lnTo>
                  <a:pt x="998433" y="32924"/>
                </a:lnTo>
                <a:lnTo>
                  <a:pt x="997898" y="33065"/>
                </a:lnTo>
                <a:lnTo>
                  <a:pt x="997364" y="33216"/>
                </a:lnTo>
                <a:lnTo>
                  <a:pt x="996833" y="33376"/>
                </a:lnTo>
                <a:lnTo>
                  <a:pt x="996305" y="33546"/>
                </a:lnTo>
                <a:lnTo>
                  <a:pt x="995779" y="33726"/>
                </a:lnTo>
                <a:lnTo>
                  <a:pt x="995256" y="33916"/>
                </a:lnTo>
                <a:lnTo>
                  <a:pt x="994734" y="34115"/>
                </a:lnTo>
                <a:lnTo>
                  <a:pt x="994216" y="34324"/>
                </a:lnTo>
                <a:lnTo>
                  <a:pt x="993700" y="34543"/>
                </a:lnTo>
                <a:lnTo>
                  <a:pt x="993186" y="34771"/>
                </a:lnTo>
                <a:lnTo>
                  <a:pt x="992676" y="35009"/>
                </a:lnTo>
                <a:lnTo>
                  <a:pt x="992170" y="35255"/>
                </a:lnTo>
                <a:lnTo>
                  <a:pt x="991670" y="35511"/>
                </a:lnTo>
                <a:lnTo>
                  <a:pt x="991174" y="35775"/>
                </a:lnTo>
                <a:lnTo>
                  <a:pt x="990683" y="36048"/>
                </a:lnTo>
                <a:lnTo>
                  <a:pt x="990198" y="36330"/>
                </a:lnTo>
                <a:lnTo>
                  <a:pt x="989717" y="36620"/>
                </a:lnTo>
                <a:lnTo>
                  <a:pt x="989240" y="36920"/>
                </a:lnTo>
                <a:lnTo>
                  <a:pt x="988769" y="37228"/>
                </a:lnTo>
                <a:lnTo>
                  <a:pt x="988303" y="37545"/>
                </a:lnTo>
                <a:lnTo>
                  <a:pt x="987841" y="37871"/>
                </a:lnTo>
                <a:lnTo>
                  <a:pt x="987384" y="38206"/>
                </a:lnTo>
                <a:lnTo>
                  <a:pt x="986933" y="38549"/>
                </a:lnTo>
                <a:lnTo>
                  <a:pt x="986486" y="38902"/>
                </a:lnTo>
                <a:lnTo>
                  <a:pt x="986043" y="39263"/>
                </a:lnTo>
                <a:lnTo>
                  <a:pt x="985606" y="39633"/>
                </a:lnTo>
                <a:lnTo>
                  <a:pt x="985174" y="40012"/>
                </a:lnTo>
                <a:lnTo>
                  <a:pt x="984746" y="40400"/>
                </a:lnTo>
                <a:lnTo>
                  <a:pt x="984323" y="40796"/>
                </a:lnTo>
                <a:lnTo>
                  <a:pt x="983906" y="41202"/>
                </a:lnTo>
                <a:lnTo>
                  <a:pt x="983493" y="41616"/>
                </a:lnTo>
                <a:lnTo>
                  <a:pt x="983085" y="42039"/>
                </a:lnTo>
                <a:lnTo>
                  <a:pt x="982681" y="42471"/>
                </a:lnTo>
                <a:lnTo>
                  <a:pt x="982283" y="42911"/>
                </a:lnTo>
                <a:lnTo>
                  <a:pt x="981890" y="43360"/>
                </a:lnTo>
                <a:lnTo>
                  <a:pt x="981505" y="43816"/>
                </a:lnTo>
                <a:lnTo>
                  <a:pt x="981126" y="44279"/>
                </a:lnTo>
                <a:lnTo>
                  <a:pt x="980754" y="44750"/>
                </a:lnTo>
                <a:lnTo>
                  <a:pt x="980389" y="45228"/>
                </a:lnTo>
                <a:lnTo>
                  <a:pt x="980031" y="45713"/>
                </a:lnTo>
                <a:lnTo>
                  <a:pt x="979680" y="46206"/>
                </a:lnTo>
                <a:lnTo>
                  <a:pt x="979336" y="46705"/>
                </a:lnTo>
                <a:lnTo>
                  <a:pt x="978999" y="47212"/>
                </a:lnTo>
                <a:lnTo>
                  <a:pt x="978669" y="47727"/>
                </a:lnTo>
                <a:lnTo>
                  <a:pt x="978345" y="48248"/>
                </a:lnTo>
                <a:lnTo>
                  <a:pt x="978029" y="48777"/>
                </a:lnTo>
                <a:lnTo>
                  <a:pt x="977719" y="49313"/>
                </a:lnTo>
                <a:lnTo>
                  <a:pt x="977416" y="49857"/>
                </a:lnTo>
                <a:lnTo>
                  <a:pt x="977120" y="50408"/>
                </a:lnTo>
                <a:lnTo>
                  <a:pt x="976831" y="50966"/>
                </a:lnTo>
                <a:lnTo>
                  <a:pt x="976549" y="51531"/>
                </a:lnTo>
                <a:lnTo>
                  <a:pt x="976274" y="52104"/>
                </a:lnTo>
                <a:lnTo>
                  <a:pt x="976006" y="52684"/>
                </a:lnTo>
                <a:lnTo>
                  <a:pt x="975745" y="53271"/>
                </a:lnTo>
                <a:lnTo>
                  <a:pt x="975490" y="53865"/>
                </a:lnTo>
                <a:lnTo>
                  <a:pt x="975243" y="54467"/>
                </a:lnTo>
                <a:lnTo>
                  <a:pt x="975002" y="55076"/>
                </a:lnTo>
                <a:lnTo>
                  <a:pt x="974769" y="55693"/>
                </a:lnTo>
                <a:lnTo>
                  <a:pt x="974543" y="56316"/>
                </a:lnTo>
                <a:lnTo>
                  <a:pt x="974328" y="56945"/>
                </a:lnTo>
                <a:lnTo>
                  <a:pt x="974121" y="57580"/>
                </a:lnTo>
                <a:lnTo>
                  <a:pt x="973925" y="58222"/>
                </a:lnTo>
                <a:lnTo>
                  <a:pt x="973738" y="58870"/>
                </a:lnTo>
                <a:lnTo>
                  <a:pt x="973560" y="59523"/>
                </a:lnTo>
                <a:lnTo>
                  <a:pt x="973392" y="60183"/>
                </a:lnTo>
                <a:lnTo>
                  <a:pt x="973234" y="60849"/>
                </a:lnTo>
                <a:lnTo>
                  <a:pt x="973085" y="61522"/>
                </a:lnTo>
                <a:lnTo>
                  <a:pt x="972946" y="62200"/>
                </a:lnTo>
                <a:lnTo>
                  <a:pt x="972817" y="62885"/>
                </a:lnTo>
                <a:lnTo>
                  <a:pt x="972697" y="63575"/>
                </a:lnTo>
                <a:lnTo>
                  <a:pt x="972587" y="64272"/>
                </a:lnTo>
                <a:lnTo>
                  <a:pt x="972486" y="64975"/>
                </a:lnTo>
                <a:lnTo>
                  <a:pt x="972395" y="65684"/>
                </a:lnTo>
                <a:lnTo>
                  <a:pt x="972313" y="66399"/>
                </a:lnTo>
                <a:lnTo>
                  <a:pt x="972241" y="67120"/>
                </a:lnTo>
                <a:lnTo>
                  <a:pt x="972179" y="67848"/>
                </a:lnTo>
                <a:lnTo>
                  <a:pt x="972126" y="68582"/>
                </a:lnTo>
                <a:lnTo>
                  <a:pt x="972083" y="69321"/>
                </a:lnTo>
                <a:lnTo>
                  <a:pt x="972049" y="70067"/>
                </a:lnTo>
                <a:lnTo>
                  <a:pt x="972025" y="70819"/>
                </a:lnTo>
                <a:lnTo>
                  <a:pt x="972011" y="71577"/>
                </a:lnTo>
                <a:lnTo>
                  <a:pt x="972006" y="72342"/>
                </a:lnTo>
                <a:lnTo>
                  <a:pt x="972006" y="75509"/>
                </a:lnTo>
                <a:lnTo>
                  <a:pt x="972011" y="76219"/>
                </a:lnTo>
                <a:lnTo>
                  <a:pt x="972025" y="76924"/>
                </a:lnTo>
                <a:lnTo>
                  <a:pt x="972048" y="77624"/>
                </a:lnTo>
                <a:lnTo>
                  <a:pt x="972080" y="78320"/>
                </a:lnTo>
                <a:lnTo>
                  <a:pt x="972121" y="79011"/>
                </a:lnTo>
                <a:lnTo>
                  <a:pt x="972172" y="79697"/>
                </a:lnTo>
                <a:lnTo>
                  <a:pt x="972232" y="80378"/>
                </a:lnTo>
                <a:lnTo>
                  <a:pt x="972301" y="81055"/>
                </a:lnTo>
                <a:lnTo>
                  <a:pt x="972379" y="81727"/>
                </a:lnTo>
                <a:lnTo>
                  <a:pt x="972467" y="82394"/>
                </a:lnTo>
                <a:lnTo>
                  <a:pt x="972563" y="83056"/>
                </a:lnTo>
                <a:lnTo>
                  <a:pt x="972669" y="83714"/>
                </a:lnTo>
                <a:lnTo>
                  <a:pt x="972784" y="84367"/>
                </a:lnTo>
                <a:lnTo>
                  <a:pt x="972909" y="85015"/>
                </a:lnTo>
                <a:lnTo>
                  <a:pt x="973042" y="85659"/>
                </a:lnTo>
                <a:lnTo>
                  <a:pt x="973185" y="86298"/>
                </a:lnTo>
                <a:lnTo>
                  <a:pt x="973337" y="86932"/>
                </a:lnTo>
                <a:lnTo>
                  <a:pt x="973498" y="87561"/>
                </a:lnTo>
                <a:lnTo>
                  <a:pt x="973668" y="88185"/>
                </a:lnTo>
                <a:lnTo>
                  <a:pt x="973848" y="88805"/>
                </a:lnTo>
                <a:lnTo>
                  <a:pt x="974037" y="89420"/>
                </a:lnTo>
                <a:lnTo>
                  <a:pt x="974235" y="90031"/>
                </a:lnTo>
                <a:lnTo>
                  <a:pt x="974442" y="90636"/>
                </a:lnTo>
                <a:lnTo>
                  <a:pt x="974658" y="91237"/>
                </a:lnTo>
                <a:lnTo>
                  <a:pt x="974883" y="91833"/>
                </a:lnTo>
                <a:lnTo>
                  <a:pt x="975115" y="92421"/>
                </a:lnTo>
                <a:lnTo>
                  <a:pt x="975355" y="93003"/>
                </a:lnTo>
                <a:lnTo>
                  <a:pt x="975602" y="93577"/>
                </a:lnTo>
                <a:lnTo>
                  <a:pt x="975856" y="94145"/>
                </a:lnTo>
                <a:lnTo>
                  <a:pt x="976118" y="94707"/>
                </a:lnTo>
                <a:lnTo>
                  <a:pt x="976387" y="95261"/>
                </a:lnTo>
                <a:lnTo>
                  <a:pt x="976664" y="95809"/>
                </a:lnTo>
                <a:lnTo>
                  <a:pt x="976948" y="96350"/>
                </a:lnTo>
                <a:lnTo>
                  <a:pt x="977239" y="96884"/>
                </a:lnTo>
                <a:lnTo>
                  <a:pt x="977538" y="97411"/>
                </a:lnTo>
                <a:lnTo>
                  <a:pt x="977844" y="97932"/>
                </a:lnTo>
                <a:lnTo>
                  <a:pt x="978158" y="98446"/>
                </a:lnTo>
                <a:lnTo>
                  <a:pt x="978479" y="98953"/>
                </a:lnTo>
                <a:lnTo>
                  <a:pt x="978808" y="99453"/>
                </a:lnTo>
                <a:lnTo>
                  <a:pt x="979144" y="99947"/>
                </a:lnTo>
                <a:lnTo>
                  <a:pt x="979487" y="100433"/>
                </a:lnTo>
                <a:lnTo>
                  <a:pt x="979838" y="100913"/>
                </a:lnTo>
                <a:lnTo>
                  <a:pt x="980196" y="101386"/>
                </a:lnTo>
                <a:lnTo>
                  <a:pt x="980562" y="101853"/>
                </a:lnTo>
                <a:lnTo>
                  <a:pt x="980935" y="102312"/>
                </a:lnTo>
                <a:lnTo>
                  <a:pt x="981315" y="102765"/>
                </a:lnTo>
                <a:lnTo>
                  <a:pt x="981703" y="103211"/>
                </a:lnTo>
                <a:lnTo>
                  <a:pt x="982099" y="103650"/>
                </a:lnTo>
                <a:lnTo>
                  <a:pt x="982501" y="104082"/>
                </a:lnTo>
                <a:lnTo>
                  <a:pt x="982909" y="104506"/>
                </a:lnTo>
                <a:lnTo>
                  <a:pt x="983323" y="104921"/>
                </a:lnTo>
                <a:lnTo>
                  <a:pt x="983744" y="105328"/>
                </a:lnTo>
                <a:lnTo>
                  <a:pt x="984171" y="105727"/>
                </a:lnTo>
                <a:lnTo>
                  <a:pt x="984603" y="106118"/>
                </a:lnTo>
                <a:lnTo>
                  <a:pt x="985042" y="106501"/>
                </a:lnTo>
                <a:lnTo>
                  <a:pt x="985487" y="106875"/>
                </a:lnTo>
                <a:lnTo>
                  <a:pt x="985939" y="107242"/>
                </a:lnTo>
                <a:lnTo>
                  <a:pt x="986396" y="107600"/>
                </a:lnTo>
                <a:lnTo>
                  <a:pt x="986859" y="107950"/>
                </a:lnTo>
                <a:lnTo>
                  <a:pt x="987329" y="108291"/>
                </a:lnTo>
                <a:lnTo>
                  <a:pt x="987805" y="108625"/>
                </a:lnTo>
                <a:lnTo>
                  <a:pt x="988287" y="108950"/>
                </a:lnTo>
                <a:lnTo>
                  <a:pt x="988775" y="109268"/>
                </a:lnTo>
                <a:lnTo>
                  <a:pt x="989269" y="109577"/>
                </a:lnTo>
                <a:lnTo>
                  <a:pt x="989769" y="109877"/>
                </a:lnTo>
                <a:lnTo>
                  <a:pt x="990276" y="110170"/>
                </a:lnTo>
                <a:lnTo>
                  <a:pt x="990788" y="110454"/>
                </a:lnTo>
                <a:lnTo>
                  <a:pt x="991307" y="110731"/>
                </a:lnTo>
                <a:lnTo>
                  <a:pt x="991832" y="110999"/>
                </a:lnTo>
                <a:lnTo>
                  <a:pt x="992363" y="111259"/>
                </a:lnTo>
                <a:lnTo>
                  <a:pt x="992900" y="111510"/>
                </a:lnTo>
                <a:lnTo>
                  <a:pt x="993444" y="111754"/>
                </a:lnTo>
                <a:lnTo>
                  <a:pt x="993992" y="111988"/>
                </a:lnTo>
                <a:lnTo>
                  <a:pt x="994545" y="112213"/>
                </a:lnTo>
                <a:lnTo>
                  <a:pt x="995102" y="112427"/>
                </a:lnTo>
                <a:lnTo>
                  <a:pt x="995664" y="112632"/>
                </a:lnTo>
                <a:lnTo>
                  <a:pt x="996230" y="112826"/>
                </a:lnTo>
                <a:lnTo>
                  <a:pt x="996800" y="113011"/>
                </a:lnTo>
                <a:lnTo>
                  <a:pt x="997375" y="113185"/>
                </a:lnTo>
                <a:lnTo>
                  <a:pt x="997954" y="113350"/>
                </a:lnTo>
                <a:lnTo>
                  <a:pt x="998537" y="113505"/>
                </a:lnTo>
                <a:lnTo>
                  <a:pt x="999125" y="113649"/>
                </a:lnTo>
                <a:lnTo>
                  <a:pt x="999717" y="113784"/>
                </a:lnTo>
                <a:lnTo>
                  <a:pt x="1000313" y="113909"/>
                </a:lnTo>
                <a:lnTo>
                  <a:pt x="1000914" y="114023"/>
                </a:lnTo>
                <a:lnTo>
                  <a:pt x="1001519" y="114128"/>
                </a:lnTo>
                <a:lnTo>
                  <a:pt x="1002128" y="114223"/>
                </a:lnTo>
                <a:lnTo>
                  <a:pt x="1002742" y="114308"/>
                </a:lnTo>
                <a:lnTo>
                  <a:pt x="1003360" y="114382"/>
                </a:lnTo>
                <a:lnTo>
                  <a:pt x="1003983" y="114447"/>
                </a:lnTo>
                <a:lnTo>
                  <a:pt x="1004609" y="114502"/>
                </a:lnTo>
                <a:lnTo>
                  <a:pt x="1005241" y="114547"/>
                </a:lnTo>
                <a:lnTo>
                  <a:pt x="1005876" y="114582"/>
                </a:lnTo>
                <a:lnTo>
                  <a:pt x="1006516" y="114607"/>
                </a:lnTo>
                <a:lnTo>
                  <a:pt x="1007160" y="114622"/>
                </a:lnTo>
                <a:lnTo>
                  <a:pt x="1007809" y="114627"/>
                </a:lnTo>
                <a:lnTo>
                  <a:pt x="1008401" y="114623"/>
                </a:lnTo>
                <a:lnTo>
                  <a:pt x="1008987" y="114613"/>
                </a:lnTo>
                <a:lnTo>
                  <a:pt x="1009568" y="114596"/>
                </a:lnTo>
                <a:lnTo>
                  <a:pt x="1010142" y="114573"/>
                </a:lnTo>
                <a:lnTo>
                  <a:pt x="1010709" y="114542"/>
                </a:lnTo>
                <a:lnTo>
                  <a:pt x="1011271" y="114505"/>
                </a:lnTo>
                <a:lnTo>
                  <a:pt x="1011827" y="114461"/>
                </a:lnTo>
                <a:lnTo>
                  <a:pt x="1012376" y="114410"/>
                </a:lnTo>
                <a:lnTo>
                  <a:pt x="1012919" y="114352"/>
                </a:lnTo>
                <a:lnTo>
                  <a:pt x="1013457" y="114288"/>
                </a:lnTo>
                <a:lnTo>
                  <a:pt x="1013988" y="114217"/>
                </a:lnTo>
                <a:lnTo>
                  <a:pt x="1014512" y="114139"/>
                </a:lnTo>
                <a:lnTo>
                  <a:pt x="1015031" y="114054"/>
                </a:lnTo>
                <a:lnTo>
                  <a:pt x="1015544" y="113963"/>
                </a:lnTo>
                <a:lnTo>
                  <a:pt x="1016050" y="113864"/>
                </a:lnTo>
                <a:lnTo>
                  <a:pt x="1016551" y="113759"/>
                </a:lnTo>
                <a:lnTo>
                  <a:pt x="1017045" y="113647"/>
                </a:lnTo>
                <a:lnTo>
                  <a:pt x="1017533" y="113529"/>
                </a:lnTo>
                <a:lnTo>
                  <a:pt x="1018015" y="113403"/>
                </a:lnTo>
                <a:lnTo>
                  <a:pt x="1018491" y="113271"/>
                </a:lnTo>
                <a:lnTo>
                  <a:pt x="1018960" y="113132"/>
                </a:lnTo>
                <a:lnTo>
                  <a:pt x="1019424" y="112986"/>
                </a:lnTo>
                <a:lnTo>
                  <a:pt x="1019881" y="112834"/>
                </a:lnTo>
                <a:lnTo>
                  <a:pt x="1020332" y="112675"/>
                </a:lnTo>
                <a:lnTo>
                  <a:pt x="1020778" y="112510"/>
                </a:lnTo>
                <a:lnTo>
                  <a:pt x="1021218" y="112341"/>
                </a:lnTo>
                <a:lnTo>
                  <a:pt x="1021652" y="112167"/>
                </a:lnTo>
                <a:lnTo>
                  <a:pt x="1022082" y="111989"/>
                </a:lnTo>
                <a:lnTo>
                  <a:pt x="1022506" y="111807"/>
                </a:lnTo>
                <a:lnTo>
                  <a:pt x="1022924" y="111620"/>
                </a:lnTo>
                <a:lnTo>
                  <a:pt x="1023338" y="111429"/>
                </a:lnTo>
                <a:lnTo>
                  <a:pt x="1023746" y="111234"/>
                </a:lnTo>
                <a:lnTo>
                  <a:pt x="1024148" y="111034"/>
                </a:lnTo>
                <a:lnTo>
                  <a:pt x="1024545" y="110830"/>
                </a:lnTo>
                <a:lnTo>
                  <a:pt x="1024937" y="110622"/>
                </a:lnTo>
                <a:lnTo>
                  <a:pt x="1025323" y="110409"/>
                </a:lnTo>
                <a:lnTo>
                  <a:pt x="1025704" y="110192"/>
                </a:lnTo>
                <a:lnTo>
                  <a:pt x="1026080" y="109971"/>
                </a:lnTo>
                <a:lnTo>
                  <a:pt x="1026450" y="109745"/>
                </a:lnTo>
                <a:lnTo>
                  <a:pt x="1026815" y="109515"/>
                </a:lnTo>
                <a:lnTo>
                  <a:pt x="1027175" y="109281"/>
                </a:lnTo>
                <a:lnTo>
                  <a:pt x="1027529" y="109042"/>
                </a:lnTo>
                <a:lnTo>
                  <a:pt x="1027877" y="108799"/>
                </a:lnTo>
                <a:lnTo>
                  <a:pt x="1028221" y="108551"/>
                </a:lnTo>
                <a:lnTo>
                  <a:pt x="1028559" y="108300"/>
                </a:lnTo>
                <a:lnTo>
                  <a:pt x="1028891" y="108043"/>
                </a:lnTo>
                <a:lnTo>
                  <a:pt x="1029219" y="107783"/>
                </a:lnTo>
                <a:lnTo>
                  <a:pt x="1029541" y="107518"/>
                </a:lnTo>
                <a:lnTo>
                  <a:pt x="1029858" y="107250"/>
                </a:lnTo>
                <a:lnTo>
                  <a:pt x="1030171" y="106980"/>
                </a:lnTo>
                <a:lnTo>
                  <a:pt x="1030480" y="106707"/>
                </a:lnTo>
                <a:lnTo>
                  <a:pt x="1030785" y="106432"/>
                </a:lnTo>
                <a:lnTo>
                  <a:pt x="1031086" y="106156"/>
                </a:lnTo>
                <a:lnTo>
                  <a:pt x="1031382" y="105877"/>
                </a:lnTo>
                <a:lnTo>
                  <a:pt x="1031675" y="105595"/>
                </a:lnTo>
                <a:lnTo>
                  <a:pt x="1031964" y="105312"/>
                </a:lnTo>
                <a:lnTo>
                  <a:pt x="1032248" y="105026"/>
                </a:lnTo>
                <a:lnTo>
                  <a:pt x="1032528" y="104739"/>
                </a:lnTo>
                <a:lnTo>
                  <a:pt x="1032805" y="104449"/>
                </a:lnTo>
                <a:lnTo>
                  <a:pt x="1033077" y="104157"/>
                </a:lnTo>
                <a:lnTo>
                  <a:pt x="1033345" y="103863"/>
                </a:lnTo>
                <a:lnTo>
                  <a:pt x="1033609" y="103566"/>
                </a:lnTo>
                <a:lnTo>
                  <a:pt x="1033869" y="103268"/>
                </a:lnTo>
                <a:lnTo>
                  <a:pt x="1034124" y="102967"/>
                </a:lnTo>
                <a:lnTo>
                  <a:pt x="1034376" y="102664"/>
                </a:lnTo>
                <a:lnTo>
                  <a:pt x="1034624" y="102359"/>
                </a:lnTo>
                <a:lnTo>
                  <a:pt x="1034867" y="102052"/>
                </a:lnTo>
                <a:lnTo>
                  <a:pt x="1035107" y="101742"/>
                </a:lnTo>
                <a:lnTo>
                  <a:pt x="1035342" y="101431"/>
                </a:lnTo>
                <a:lnTo>
                  <a:pt x="1035573" y="101117"/>
                </a:lnTo>
                <a:lnTo>
                  <a:pt x="1035800" y="100801"/>
                </a:lnTo>
                <a:lnTo>
                  <a:pt x="1036023" y="100483"/>
                </a:lnTo>
                <a:lnTo>
                  <a:pt x="1030498" y="96210"/>
                </a:lnTo>
                <a:lnTo>
                  <a:pt x="1030134" y="96677"/>
                </a:lnTo>
                <a:lnTo>
                  <a:pt x="1029766" y="97134"/>
                </a:lnTo>
                <a:lnTo>
                  <a:pt x="1029394" y="97580"/>
                </a:lnTo>
                <a:lnTo>
                  <a:pt x="1029018" y="98016"/>
                </a:lnTo>
                <a:lnTo>
                  <a:pt x="1028638" y="98441"/>
                </a:lnTo>
                <a:lnTo>
                  <a:pt x="1028254" y="98855"/>
                </a:lnTo>
                <a:lnTo>
                  <a:pt x="1027866" y="99259"/>
                </a:lnTo>
                <a:lnTo>
                  <a:pt x="1027474" y="99652"/>
                </a:lnTo>
                <a:lnTo>
                  <a:pt x="1027078" y="100034"/>
                </a:lnTo>
                <a:lnTo>
                  <a:pt x="1026678" y="100406"/>
                </a:lnTo>
                <a:lnTo>
                  <a:pt x="1026274" y="100767"/>
                </a:lnTo>
                <a:lnTo>
                  <a:pt x="1025867" y="101118"/>
                </a:lnTo>
                <a:lnTo>
                  <a:pt x="1025455" y="101458"/>
                </a:lnTo>
                <a:lnTo>
                  <a:pt x="1025039" y="101787"/>
                </a:lnTo>
                <a:lnTo>
                  <a:pt x="1024619" y="102106"/>
                </a:lnTo>
                <a:lnTo>
                  <a:pt x="1024196" y="102414"/>
                </a:lnTo>
                <a:lnTo>
                  <a:pt x="1023768" y="102712"/>
                </a:lnTo>
                <a:lnTo>
                  <a:pt x="1023336" y="102999"/>
                </a:lnTo>
                <a:lnTo>
                  <a:pt x="1022901" y="103275"/>
                </a:lnTo>
                <a:lnTo>
                  <a:pt x="1022461" y="103541"/>
                </a:lnTo>
                <a:lnTo>
                  <a:pt x="1022018" y="103796"/>
                </a:lnTo>
                <a:lnTo>
                  <a:pt x="1021571" y="104040"/>
                </a:lnTo>
                <a:lnTo>
                  <a:pt x="1021119" y="104274"/>
                </a:lnTo>
                <a:lnTo>
                  <a:pt x="1020664" y="104498"/>
                </a:lnTo>
                <a:lnTo>
                  <a:pt x="1020204" y="104711"/>
                </a:lnTo>
                <a:lnTo>
                  <a:pt x="1019739" y="104915"/>
                </a:lnTo>
                <a:lnTo>
                  <a:pt x="1019268" y="105111"/>
                </a:lnTo>
                <a:lnTo>
                  <a:pt x="1018792" y="105297"/>
                </a:lnTo>
                <a:lnTo>
                  <a:pt x="1018311" y="105474"/>
                </a:lnTo>
                <a:lnTo>
                  <a:pt x="1017825" y="105642"/>
                </a:lnTo>
                <a:lnTo>
                  <a:pt x="1017334" y="105801"/>
                </a:lnTo>
                <a:lnTo>
                  <a:pt x="1016837" y="105950"/>
                </a:lnTo>
                <a:lnTo>
                  <a:pt x="1016335" y="106091"/>
                </a:lnTo>
                <a:lnTo>
                  <a:pt x="1015828" y="106223"/>
                </a:lnTo>
                <a:lnTo>
                  <a:pt x="1015316" y="106345"/>
                </a:lnTo>
                <a:lnTo>
                  <a:pt x="1014798" y="106459"/>
                </a:lnTo>
                <a:lnTo>
                  <a:pt x="1014275" y="106563"/>
                </a:lnTo>
                <a:lnTo>
                  <a:pt x="1013747" y="106659"/>
                </a:lnTo>
                <a:lnTo>
                  <a:pt x="1013214" y="106745"/>
                </a:lnTo>
                <a:lnTo>
                  <a:pt x="1012675" y="106822"/>
                </a:lnTo>
                <a:lnTo>
                  <a:pt x="1012131" y="106890"/>
                </a:lnTo>
                <a:lnTo>
                  <a:pt x="1011582" y="106949"/>
                </a:lnTo>
                <a:lnTo>
                  <a:pt x="1011028" y="106999"/>
                </a:lnTo>
                <a:lnTo>
                  <a:pt x="1010468" y="107040"/>
                </a:lnTo>
                <a:lnTo>
                  <a:pt x="1009903" y="107072"/>
                </a:lnTo>
                <a:lnTo>
                  <a:pt x="1009333" y="107095"/>
                </a:lnTo>
                <a:lnTo>
                  <a:pt x="1008758" y="107108"/>
                </a:lnTo>
                <a:lnTo>
                  <a:pt x="1008177" y="107113"/>
                </a:lnTo>
                <a:lnTo>
                  <a:pt x="1007669" y="107108"/>
                </a:lnTo>
                <a:lnTo>
                  <a:pt x="1007166" y="107096"/>
                </a:lnTo>
                <a:lnTo>
                  <a:pt x="1006666" y="107074"/>
                </a:lnTo>
                <a:lnTo>
                  <a:pt x="1006170" y="107044"/>
                </a:lnTo>
                <a:lnTo>
                  <a:pt x="1005677" y="107006"/>
                </a:lnTo>
                <a:lnTo>
                  <a:pt x="1005189" y="106959"/>
                </a:lnTo>
                <a:lnTo>
                  <a:pt x="1004704" y="106903"/>
                </a:lnTo>
                <a:lnTo>
                  <a:pt x="1004224" y="106839"/>
                </a:lnTo>
                <a:lnTo>
                  <a:pt x="1003747" y="106766"/>
                </a:lnTo>
                <a:lnTo>
                  <a:pt x="1003274" y="106684"/>
                </a:lnTo>
                <a:lnTo>
                  <a:pt x="1002804" y="106594"/>
                </a:lnTo>
                <a:lnTo>
                  <a:pt x="1002339" y="106496"/>
                </a:lnTo>
                <a:lnTo>
                  <a:pt x="1001877" y="106389"/>
                </a:lnTo>
                <a:lnTo>
                  <a:pt x="1001420" y="106273"/>
                </a:lnTo>
                <a:lnTo>
                  <a:pt x="1000966" y="106149"/>
                </a:lnTo>
                <a:lnTo>
                  <a:pt x="1000516" y="106016"/>
                </a:lnTo>
                <a:lnTo>
                  <a:pt x="1000069" y="105875"/>
                </a:lnTo>
                <a:lnTo>
                  <a:pt x="999627" y="105725"/>
                </a:lnTo>
                <a:lnTo>
                  <a:pt x="999188" y="105566"/>
                </a:lnTo>
                <a:lnTo>
                  <a:pt x="998754" y="105399"/>
                </a:lnTo>
                <a:lnTo>
                  <a:pt x="998323" y="105223"/>
                </a:lnTo>
                <a:lnTo>
                  <a:pt x="997896" y="105039"/>
                </a:lnTo>
                <a:lnTo>
                  <a:pt x="997473" y="104846"/>
                </a:lnTo>
                <a:lnTo>
                  <a:pt x="997053" y="104645"/>
                </a:lnTo>
                <a:lnTo>
                  <a:pt x="996638" y="104436"/>
                </a:lnTo>
                <a:lnTo>
                  <a:pt x="996228" y="104221"/>
                </a:lnTo>
                <a:lnTo>
                  <a:pt x="995823" y="103999"/>
                </a:lnTo>
                <a:lnTo>
                  <a:pt x="995422" y="103771"/>
                </a:lnTo>
                <a:lnTo>
                  <a:pt x="995027" y="103537"/>
                </a:lnTo>
                <a:lnTo>
                  <a:pt x="994636" y="103296"/>
                </a:lnTo>
                <a:lnTo>
                  <a:pt x="994250" y="103049"/>
                </a:lnTo>
                <a:lnTo>
                  <a:pt x="993869" y="102795"/>
                </a:lnTo>
                <a:lnTo>
                  <a:pt x="993493" y="102535"/>
                </a:lnTo>
                <a:lnTo>
                  <a:pt x="993122" y="102269"/>
                </a:lnTo>
                <a:lnTo>
                  <a:pt x="992755" y="101996"/>
                </a:lnTo>
                <a:lnTo>
                  <a:pt x="992394" y="101717"/>
                </a:lnTo>
                <a:lnTo>
                  <a:pt x="992037" y="101431"/>
                </a:lnTo>
                <a:lnTo>
                  <a:pt x="991685" y="101139"/>
                </a:lnTo>
                <a:lnTo>
                  <a:pt x="991338" y="100841"/>
                </a:lnTo>
                <a:lnTo>
                  <a:pt x="990996" y="100536"/>
                </a:lnTo>
                <a:lnTo>
                  <a:pt x="990659" y="100225"/>
                </a:lnTo>
                <a:lnTo>
                  <a:pt x="990326" y="99907"/>
                </a:lnTo>
                <a:lnTo>
                  <a:pt x="989999" y="99583"/>
                </a:lnTo>
                <a:lnTo>
                  <a:pt x="989676" y="99253"/>
                </a:lnTo>
                <a:lnTo>
                  <a:pt x="989358" y="98916"/>
                </a:lnTo>
                <a:lnTo>
                  <a:pt x="989045" y="98573"/>
                </a:lnTo>
                <a:lnTo>
                  <a:pt x="988737" y="98223"/>
                </a:lnTo>
                <a:lnTo>
                  <a:pt x="988434" y="97867"/>
                </a:lnTo>
                <a:lnTo>
                  <a:pt x="988136" y="97506"/>
                </a:lnTo>
                <a:lnTo>
                  <a:pt x="987844" y="97139"/>
                </a:lnTo>
                <a:lnTo>
                  <a:pt x="987557" y="96768"/>
                </a:lnTo>
                <a:lnTo>
                  <a:pt x="987276" y="96391"/>
                </a:lnTo>
                <a:lnTo>
                  <a:pt x="987000" y="96009"/>
                </a:lnTo>
                <a:lnTo>
                  <a:pt x="986731" y="95623"/>
                </a:lnTo>
                <a:lnTo>
                  <a:pt x="986466" y="95231"/>
                </a:lnTo>
                <a:lnTo>
                  <a:pt x="986208" y="94835"/>
                </a:lnTo>
                <a:lnTo>
                  <a:pt x="985955" y="94433"/>
                </a:lnTo>
                <a:lnTo>
                  <a:pt x="985707" y="94027"/>
                </a:lnTo>
                <a:lnTo>
                  <a:pt x="985466" y="93615"/>
                </a:lnTo>
                <a:lnTo>
                  <a:pt x="985230" y="93199"/>
                </a:lnTo>
                <a:lnTo>
                  <a:pt x="984999" y="92777"/>
                </a:lnTo>
                <a:lnTo>
                  <a:pt x="984774" y="92351"/>
                </a:lnTo>
                <a:lnTo>
                  <a:pt x="984555" y="91919"/>
                </a:lnTo>
                <a:lnTo>
                  <a:pt x="984341" y="91483"/>
                </a:lnTo>
                <a:lnTo>
                  <a:pt x="984134" y="91042"/>
                </a:lnTo>
                <a:lnTo>
                  <a:pt x="983931" y="90595"/>
                </a:lnTo>
                <a:lnTo>
                  <a:pt x="983734" y="90144"/>
                </a:lnTo>
                <a:lnTo>
                  <a:pt x="983543" y="89687"/>
                </a:lnTo>
                <a:lnTo>
                  <a:pt x="983358" y="89226"/>
                </a:lnTo>
                <a:lnTo>
                  <a:pt x="983178" y="88760"/>
                </a:lnTo>
                <a:lnTo>
                  <a:pt x="983004" y="88288"/>
                </a:lnTo>
                <a:lnTo>
                  <a:pt x="982835" y="87812"/>
                </a:lnTo>
                <a:lnTo>
                  <a:pt x="982673" y="87332"/>
                </a:lnTo>
                <a:lnTo>
                  <a:pt x="982518" y="86849"/>
                </a:lnTo>
                <a:lnTo>
                  <a:pt x="982369" y="86363"/>
                </a:lnTo>
                <a:lnTo>
                  <a:pt x="982228" y="85874"/>
                </a:lnTo>
                <a:lnTo>
                  <a:pt x="982093" y="85382"/>
                </a:lnTo>
                <a:lnTo>
                  <a:pt x="981965" y="84888"/>
                </a:lnTo>
                <a:lnTo>
                  <a:pt x="981844" y="84391"/>
                </a:lnTo>
                <a:lnTo>
                  <a:pt x="981730" y="83891"/>
                </a:lnTo>
                <a:lnTo>
                  <a:pt x="981623" y="83388"/>
                </a:lnTo>
                <a:lnTo>
                  <a:pt x="981523" y="82883"/>
                </a:lnTo>
                <a:lnTo>
                  <a:pt x="981430" y="82374"/>
                </a:lnTo>
                <a:lnTo>
                  <a:pt x="981344" y="81863"/>
                </a:lnTo>
                <a:lnTo>
                  <a:pt x="981264" y="81349"/>
                </a:lnTo>
                <a:lnTo>
                  <a:pt x="981192" y="80832"/>
                </a:lnTo>
                <a:lnTo>
                  <a:pt x="981126" y="80313"/>
                </a:lnTo>
                <a:lnTo>
                  <a:pt x="981067" y="79790"/>
                </a:lnTo>
                <a:lnTo>
                  <a:pt x="981016" y="79265"/>
                </a:lnTo>
                <a:lnTo>
                  <a:pt x="980971" y="78737"/>
                </a:lnTo>
                <a:lnTo>
                  <a:pt x="980933" y="78206"/>
                </a:lnTo>
                <a:lnTo>
                  <a:pt x="980902" y="77672"/>
                </a:lnTo>
                <a:lnTo>
                  <a:pt x="980877" y="77136"/>
                </a:lnTo>
                <a:lnTo>
                  <a:pt x="980860" y="76596"/>
                </a:lnTo>
                <a:lnTo>
                  <a:pt x="980850" y="76054"/>
                </a:lnTo>
                <a:lnTo>
                  <a:pt x="980846" y="75509"/>
                </a:lnTo>
                <a:lnTo>
                  <a:pt x="980846" y="73815"/>
                </a:lnTo>
                <a:lnTo>
                  <a:pt x="1037718" y="73815"/>
                </a:lnTo>
                <a:lnTo>
                  <a:pt x="1037718" y="68446"/>
                </a:lnTo>
                <a:lnTo>
                  <a:pt x="1037714" y="67781"/>
                </a:lnTo>
                <a:lnTo>
                  <a:pt x="1037703" y="67120"/>
                </a:lnTo>
                <a:lnTo>
                  <a:pt x="1037686" y="66464"/>
                </a:lnTo>
                <a:lnTo>
                  <a:pt x="1037661" y="65812"/>
                </a:lnTo>
                <a:close/>
                <a:moveTo>
                  <a:pt x="981387" y="64819"/>
                </a:moveTo>
                <a:lnTo>
                  <a:pt x="981473" y="64272"/>
                </a:lnTo>
                <a:lnTo>
                  <a:pt x="981566" y="63729"/>
                </a:lnTo>
                <a:lnTo>
                  <a:pt x="981665" y="63190"/>
                </a:lnTo>
                <a:lnTo>
                  <a:pt x="981770" y="62657"/>
                </a:lnTo>
                <a:lnTo>
                  <a:pt x="981882" y="62127"/>
                </a:lnTo>
                <a:lnTo>
                  <a:pt x="982001" y="61602"/>
                </a:lnTo>
                <a:lnTo>
                  <a:pt x="982125" y="61082"/>
                </a:lnTo>
                <a:lnTo>
                  <a:pt x="982256" y="60566"/>
                </a:lnTo>
                <a:lnTo>
                  <a:pt x="982394" y="60054"/>
                </a:lnTo>
                <a:lnTo>
                  <a:pt x="982538" y="59547"/>
                </a:lnTo>
                <a:lnTo>
                  <a:pt x="982688" y="59045"/>
                </a:lnTo>
                <a:lnTo>
                  <a:pt x="982844" y="58547"/>
                </a:lnTo>
                <a:lnTo>
                  <a:pt x="983005" y="58055"/>
                </a:lnTo>
                <a:lnTo>
                  <a:pt x="983172" y="57569"/>
                </a:lnTo>
                <a:lnTo>
                  <a:pt x="983344" y="57088"/>
                </a:lnTo>
                <a:lnTo>
                  <a:pt x="983521" y="56613"/>
                </a:lnTo>
                <a:lnTo>
                  <a:pt x="983703" y="56144"/>
                </a:lnTo>
                <a:lnTo>
                  <a:pt x="983891" y="55680"/>
                </a:lnTo>
                <a:lnTo>
                  <a:pt x="984084" y="55222"/>
                </a:lnTo>
                <a:lnTo>
                  <a:pt x="984282" y="54770"/>
                </a:lnTo>
                <a:lnTo>
                  <a:pt x="984485" y="54323"/>
                </a:lnTo>
                <a:lnTo>
                  <a:pt x="984694" y="53881"/>
                </a:lnTo>
                <a:lnTo>
                  <a:pt x="984907" y="53446"/>
                </a:lnTo>
                <a:lnTo>
                  <a:pt x="985126" y="53016"/>
                </a:lnTo>
                <a:lnTo>
                  <a:pt x="985351" y="52592"/>
                </a:lnTo>
                <a:lnTo>
                  <a:pt x="985580" y="52173"/>
                </a:lnTo>
                <a:lnTo>
                  <a:pt x="985815" y="51760"/>
                </a:lnTo>
                <a:lnTo>
                  <a:pt x="986055" y="51352"/>
                </a:lnTo>
                <a:lnTo>
                  <a:pt x="986300" y="50950"/>
                </a:lnTo>
                <a:lnTo>
                  <a:pt x="986551" y="50554"/>
                </a:lnTo>
                <a:lnTo>
                  <a:pt x="986806" y="50164"/>
                </a:lnTo>
                <a:lnTo>
                  <a:pt x="987067" y="49779"/>
                </a:lnTo>
                <a:lnTo>
                  <a:pt x="987333" y="49399"/>
                </a:lnTo>
                <a:lnTo>
                  <a:pt x="987605" y="49026"/>
                </a:lnTo>
                <a:lnTo>
                  <a:pt x="987882" y="48657"/>
                </a:lnTo>
                <a:lnTo>
                  <a:pt x="988163" y="48296"/>
                </a:lnTo>
                <a:lnTo>
                  <a:pt x="988449" y="47941"/>
                </a:lnTo>
                <a:lnTo>
                  <a:pt x="988740" y="47593"/>
                </a:lnTo>
                <a:lnTo>
                  <a:pt x="989035" y="47253"/>
                </a:lnTo>
                <a:lnTo>
                  <a:pt x="989334" y="46919"/>
                </a:lnTo>
                <a:lnTo>
                  <a:pt x="989638" y="46592"/>
                </a:lnTo>
                <a:lnTo>
                  <a:pt x="989947" y="46273"/>
                </a:lnTo>
                <a:lnTo>
                  <a:pt x="990259" y="45960"/>
                </a:lnTo>
                <a:lnTo>
                  <a:pt x="990577" y="45655"/>
                </a:lnTo>
                <a:lnTo>
                  <a:pt x="990899" y="45357"/>
                </a:lnTo>
                <a:lnTo>
                  <a:pt x="991225" y="45065"/>
                </a:lnTo>
                <a:lnTo>
                  <a:pt x="991556" y="44781"/>
                </a:lnTo>
                <a:lnTo>
                  <a:pt x="991891" y="44503"/>
                </a:lnTo>
                <a:lnTo>
                  <a:pt x="992231" y="44233"/>
                </a:lnTo>
                <a:lnTo>
                  <a:pt x="992575" y="43970"/>
                </a:lnTo>
                <a:lnTo>
                  <a:pt x="992924" y="43714"/>
                </a:lnTo>
                <a:lnTo>
                  <a:pt x="993277" y="43464"/>
                </a:lnTo>
                <a:lnTo>
                  <a:pt x="993635" y="43222"/>
                </a:lnTo>
                <a:lnTo>
                  <a:pt x="993997" y="42987"/>
                </a:lnTo>
                <a:lnTo>
                  <a:pt x="994363" y="42759"/>
                </a:lnTo>
                <a:lnTo>
                  <a:pt x="994734" y="42538"/>
                </a:lnTo>
                <a:lnTo>
                  <a:pt x="995110" y="42324"/>
                </a:lnTo>
                <a:lnTo>
                  <a:pt x="995490" y="42117"/>
                </a:lnTo>
                <a:lnTo>
                  <a:pt x="995875" y="41917"/>
                </a:lnTo>
                <a:lnTo>
                  <a:pt x="996263" y="41725"/>
                </a:lnTo>
                <a:lnTo>
                  <a:pt x="996655" y="41540"/>
                </a:lnTo>
                <a:lnTo>
                  <a:pt x="997051" y="41364"/>
                </a:lnTo>
                <a:lnTo>
                  <a:pt x="997450" y="41197"/>
                </a:lnTo>
                <a:lnTo>
                  <a:pt x="997853" y="41037"/>
                </a:lnTo>
                <a:lnTo>
                  <a:pt x="998260" y="40886"/>
                </a:lnTo>
                <a:lnTo>
                  <a:pt x="998670" y="40742"/>
                </a:lnTo>
                <a:lnTo>
                  <a:pt x="999083" y="40607"/>
                </a:lnTo>
                <a:lnTo>
                  <a:pt x="999500" y="40480"/>
                </a:lnTo>
                <a:lnTo>
                  <a:pt x="999921" y="40362"/>
                </a:lnTo>
                <a:lnTo>
                  <a:pt x="1000346" y="40251"/>
                </a:lnTo>
                <a:lnTo>
                  <a:pt x="1000773" y="40149"/>
                </a:lnTo>
                <a:lnTo>
                  <a:pt x="1001205" y="40055"/>
                </a:lnTo>
                <a:lnTo>
                  <a:pt x="1001640" y="39969"/>
                </a:lnTo>
                <a:lnTo>
                  <a:pt x="1002079" y="39891"/>
                </a:lnTo>
                <a:lnTo>
                  <a:pt x="1002521" y="39821"/>
                </a:lnTo>
                <a:lnTo>
                  <a:pt x="1002967" y="39760"/>
                </a:lnTo>
                <a:lnTo>
                  <a:pt x="1003416" y="39707"/>
                </a:lnTo>
                <a:lnTo>
                  <a:pt x="1003869" y="39662"/>
                </a:lnTo>
                <a:lnTo>
                  <a:pt x="1004326" y="39625"/>
                </a:lnTo>
                <a:lnTo>
                  <a:pt x="1004786" y="39596"/>
                </a:lnTo>
                <a:lnTo>
                  <a:pt x="1005250" y="39576"/>
                </a:lnTo>
                <a:lnTo>
                  <a:pt x="1005717" y="39564"/>
                </a:lnTo>
                <a:lnTo>
                  <a:pt x="1006188" y="39560"/>
                </a:lnTo>
                <a:lnTo>
                  <a:pt x="1006810" y="39566"/>
                </a:lnTo>
                <a:lnTo>
                  <a:pt x="1007423" y="39585"/>
                </a:lnTo>
                <a:lnTo>
                  <a:pt x="1008027" y="39617"/>
                </a:lnTo>
                <a:lnTo>
                  <a:pt x="1008622" y="39662"/>
                </a:lnTo>
                <a:lnTo>
                  <a:pt x="1009209" y="39719"/>
                </a:lnTo>
                <a:lnTo>
                  <a:pt x="1009786" y="39789"/>
                </a:lnTo>
                <a:lnTo>
                  <a:pt x="1010355" y="39872"/>
                </a:lnTo>
                <a:lnTo>
                  <a:pt x="1010915" y="39968"/>
                </a:lnTo>
                <a:lnTo>
                  <a:pt x="1011466" y="40076"/>
                </a:lnTo>
                <a:lnTo>
                  <a:pt x="1012009" y="40197"/>
                </a:lnTo>
                <a:lnTo>
                  <a:pt x="1012542" y="40331"/>
                </a:lnTo>
                <a:lnTo>
                  <a:pt x="1013067" y="40478"/>
                </a:lnTo>
                <a:lnTo>
                  <a:pt x="1013583" y="40638"/>
                </a:lnTo>
                <a:lnTo>
                  <a:pt x="1014090" y="40810"/>
                </a:lnTo>
                <a:lnTo>
                  <a:pt x="1014588" y="40995"/>
                </a:lnTo>
                <a:lnTo>
                  <a:pt x="1015077" y="41192"/>
                </a:lnTo>
                <a:lnTo>
                  <a:pt x="1015558" y="41403"/>
                </a:lnTo>
                <a:lnTo>
                  <a:pt x="1016030" y="41626"/>
                </a:lnTo>
                <a:lnTo>
                  <a:pt x="1016492" y="41862"/>
                </a:lnTo>
                <a:lnTo>
                  <a:pt x="1016947" y="42111"/>
                </a:lnTo>
                <a:lnTo>
                  <a:pt x="1017392" y="42373"/>
                </a:lnTo>
                <a:lnTo>
                  <a:pt x="1017828" y="42647"/>
                </a:lnTo>
                <a:lnTo>
                  <a:pt x="1018256" y="42934"/>
                </a:lnTo>
                <a:lnTo>
                  <a:pt x="1018675" y="43234"/>
                </a:lnTo>
                <a:lnTo>
                  <a:pt x="1019085" y="43543"/>
                </a:lnTo>
                <a:lnTo>
                  <a:pt x="1019487" y="43861"/>
                </a:lnTo>
                <a:lnTo>
                  <a:pt x="1019880" y="44186"/>
                </a:lnTo>
                <a:lnTo>
                  <a:pt x="1020265" y="44518"/>
                </a:lnTo>
                <a:lnTo>
                  <a:pt x="1020641" y="44858"/>
                </a:lnTo>
                <a:lnTo>
                  <a:pt x="1021009" y="45205"/>
                </a:lnTo>
                <a:lnTo>
                  <a:pt x="1021369" y="45560"/>
                </a:lnTo>
                <a:lnTo>
                  <a:pt x="1021720" y="45923"/>
                </a:lnTo>
                <a:lnTo>
                  <a:pt x="1022062" y="46293"/>
                </a:lnTo>
                <a:lnTo>
                  <a:pt x="1022396" y="46670"/>
                </a:lnTo>
                <a:lnTo>
                  <a:pt x="1022722" y="47055"/>
                </a:lnTo>
                <a:lnTo>
                  <a:pt x="1023040" y="47448"/>
                </a:lnTo>
                <a:lnTo>
                  <a:pt x="1023348" y="47848"/>
                </a:lnTo>
                <a:lnTo>
                  <a:pt x="1023649" y="48255"/>
                </a:lnTo>
                <a:lnTo>
                  <a:pt x="1023941" y="48671"/>
                </a:lnTo>
                <a:lnTo>
                  <a:pt x="1024224" y="49093"/>
                </a:lnTo>
                <a:lnTo>
                  <a:pt x="1024499" y="49524"/>
                </a:lnTo>
                <a:lnTo>
                  <a:pt x="1024766" y="49961"/>
                </a:lnTo>
                <a:lnTo>
                  <a:pt x="1025024" y="50407"/>
                </a:lnTo>
                <a:lnTo>
                  <a:pt x="1025274" y="50859"/>
                </a:lnTo>
                <a:lnTo>
                  <a:pt x="1025515" y="51320"/>
                </a:lnTo>
                <a:lnTo>
                  <a:pt x="1025748" y="51788"/>
                </a:lnTo>
                <a:lnTo>
                  <a:pt x="1025973" y="52263"/>
                </a:lnTo>
                <a:lnTo>
                  <a:pt x="1026189" y="52746"/>
                </a:lnTo>
                <a:lnTo>
                  <a:pt x="1026396" y="53234"/>
                </a:lnTo>
                <a:lnTo>
                  <a:pt x="1026596" y="53725"/>
                </a:lnTo>
                <a:lnTo>
                  <a:pt x="1026787" y="54219"/>
                </a:lnTo>
                <a:lnTo>
                  <a:pt x="1026969" y="54716"/>
                </a:lnTo>
                <a:lnTo>
                  <a:pt x="1027144" y="55216"/>
                </a:lnTo>
                <a:lnTo>
                  <a:pt x="1027310" y="55719"/>
                </a:lnTo>
                <a:lnTo>
                  <a:pt x="1027468" y="56225"/>
                </a:lnTo>
                <a:lnTo>
                  <a:pt x="1027617" y="56734"/>
                </a:lnTo>
                <a:lnTo>
                  <a:pt x="1027758" y="57245"/>
                </a:lnTo>
                <a:lnTo>
                  <a:pt x="1027891" y="57760"/>
                </a:lnTo>
                <a:lnTo>
                  <a:pt x="1028016" y="58277"/>
                </a:lnTo>
                <a:lnTo>
                  <a:pt x="1028132" y="58798"/>
                </a:lnTo>
                <a:lnTo>
                  <a:pt x="1028240" y="59321"/>
                </a:lnTo>
                <a:lnTo>
                  <a:pt x="1028339" y="59847"/>
                </a:lnTo>
                <a:lnTo>
                  <a:pt x="1028430" y="60377"/>
                </a:lnTo>
                <a:lnTo>
                  <a:pt x="1028513" y="60909"/>
                </a:lnTo>
                <a:lnTo>
                  <a:pt x="1028588" y="61444"/>
                </a:lnTo>
                <a:lnTo>
                  <a:pt x="1028654" y="61982"/>
                </a:lnTo>
                <a:lnTo>
                  <a:pt x="1028712" y="62523"/>
                </a:lnTo>
                <a:lnTo>
                  <a:pt x="1028762" y="63067"/>
                </a:lnTo>
                <a:lnTo>
                  <a:pt x="1028803" y="63614"/>
                </a:lnTo>
                <a:lnTo>
                  <a:pt x="1028837" y="64163"/>
                </a:lnTo>
                <a:lnTo>
                  <a:pt x="1028861" y="64716"/>
                </a:lnTo>
                <a:lnTo>
                  <a:pt x="1028878" y="65272"/>
                </a:lnTo>
                <a:lnTo>
                  <a:pt x="1028878" y="66227"/>
                </a:lnTo>
                <a:lnTo>
                  <a:pt x="981197" y="66227"/>
                </a:lnTo>
                <a:lnTo>
                  <a:pt x="981233" y="65927"/>
                </a:lnTo>
                <a:lnTo>
                  <a:pt x="981307" y="65371"/>
                </a:lnTo>
                <a:lnTo>
                  <a:pt x="981387" y="64819"/>
                </a:lnTo>
                <a:close/>
                <a:moveTo>
                  <a:pt x="1183834" y="109751"/>
                </a:moveTo>
                <a:lnTo>
                  <a:pt x="1183872" y="109948"/>
                </a:lnTo>
                <a:lnTo>
                  <a:pt x="1183915" y="110141"/>
                </a:lnTo>
                <a:lnTo>
                  <a:pt x="1183964" y="110332"/>
                </a:lnTo>
                <a:lnTo>
                  <a:pt x="1184018" y="110520"/>
                </a:lnTo>
                <a:lnTo>
                  <a:pt x="1184079" y="110706"/>
                </a:lnTo>
                <a:lnTo>
                  <a:pt x="1184145" y="110888"/>
                </a:lnTo>
                <a:lnTo>
                  <a:pt x="1184217" y="111068"/>
                </a:lnTo>
                <a:lnTo>
                  <a:pt x="1184295" y="111245"/>
                </a:lnTo>
                <a:lnTo>
                  <a:pt x="1184378" y="111419"/>
                </a:lnTo>
                <a:lnTo>
                  <a:pt x="1184467" y="111590"/>
                </a:lnTo>
                <a:lnTo>
                  <a:pt x="1184562" y="111759"/>
                </a:lnTo>
                <a:lnTo>
                  <a:pt x="1184663" y="111924"/>
                </a:lnTo>
                <a:lnTo>
                  <a:pt x="1184769" y="112087"/>
                </a:lnTo>
                <a:lnTo>
                  <a:pt x="1184882" y="112247"/>
                </a:lnTo>
                <a:lnTo>
                  <a:pt x="1185000" y="112404"/>
                </a:lnTo>
                <a:lnTo>
                  <a:pt x="1185123" y="112559"/>
                </a:lnTo>
                <a:lnTo>
                  <a:pt x="1185253" y="112710"/>
                </a:lnTo>
                <a:lnTo>
                  <a:pt x="1185388" y="112859"/>
                </a:lnTo>
                <a:lnTo>
                  <a:pt x="1185528" y="113003"/>
                </a:lnTo>
                <a:lnTo>
                  <a:pt x="1185673" y="113141"/>
                </a:lnTo>
                <a:lnTo>
                  <a:pt x="1185823" y="113273"/>
                </a:lnTo>
                <a:lnTo>
                  <a:pt x="1185976" y="113399"/>
                </a:lnTo>
                <a:lnTo>
                  <a:pt x="1186135" y="113519"/>
                </a:lnTo>
                <a:lnTo>
                  <a:pt x="1186297" y="113632"/>
                </a:lnTo>
                <a:lnTo>
                  <a:pt x="1186465" y="113740"/>
                </a:lnTo>
                <a:lnTo>
                  <a:pt x="1186636" y="113841"/>
                </a:lnTo>
                <a:lnTo>
                  <a:pt x="1186812" y="113936"/>
                </a:lnTo>
                <a:lnTo>
                  <a:pt x="1186993" y="114025"/>
                </a:lnTo>
                <a:lnTo>
                  <a:pt x="1187178" y="114108"/>
                </a:lnTo>
                <a:lnTo>
                  <a:pt x="1187368" y="114185"/>
                </a:lnTo>
                <a:lnTo>
                  <a:pt x="1187562" y="114255"/>
                </a:lnTo>
                <a:lnTo>
                  <a:pt x="1187760" y="114320"/>
                </a:lnTo>
                <a:lnTo>
                  <a:pt x="1187964" y="114378"/>
                </a:lnTo>
                <a:lnTo>
                  <a:pt x="1188171" y="114430"/>
                </a:lnTo>
                <a:lnTo>
                  <a:pt x="1188383" y="114476"/>
                </a:lnTo>
                <a:lnTo>
                  <a:pt x="1188599" y="114516"/>
                </a:lnTo>
                <a:lnTo>
                  <a:pt x="1188820" y="114550"/>
                </a:lnTo>
                <a:lnTo>
                  <a:pt x="1189046" y="114578"/>
                </a:lnTo>
                <a:lnTo>
                  <a:pt x="1189276" y="114599"/>
                </a:lnTo>
                <a:lnTo>
                  <a:pt x="1189510" y="114615"/>
                </a:lnTo>
                <a:lnTo>
                  <a:pt x="1189749" y="114624"/>
                </a:lnTo>
                <a:lnTo>
                  <a:pt x="1189992" y="114627"/>
                </a:lnTo>
                <a:lnTo>
                  <a:pt x="1190230" y="114624"/>
                </a:lnTo>
                <a:lnTo>
                  <a:pt x="1190463" y="114615"/>
                </a:lnTo>
                <a:lnTo>
                  <a:pt x="1190692" y="114599"/>
                </a:lnTo>
                <a:lnTo>
                  <a:pt x="1190917" y="114578"/>
                </a:lnTo>
                <a:lnTo>
                  <a:pt x="1191138" y="114550"/>
                </a:lnTo>
                <a:lnTo>
                  <a:pt x="1191355" y="114516"/>
                </a:lnTo>
                <a:lnTo>
                  <a:pt x="1191568" y="114476"/>
                </a:lnTo>
                <a:lnTo>
                  <a:pt x="1191777" y="114430"/>
                </a:lnTo>
                <a:lnTo>
                  <a:pt x="1191981" y="114378"/>
                </a:lnTo>
                <a:lnTo>
                  <a:pt x="1192182" y="114320"/>
                </a:lnTo>
                <a:lnTo>
                  <a:pt x="1192378" y="114255"/>
                </a:lnTo>
                <a:lnTo>
                  <a:pt x="1192571" y="114185"/>
                </a:lnTo>
                <a:lnTo>
                  <a:pt x="1192759" y="114108"/>
                </a:lnTo>
                <a:lnTo>
                  <a:pt x="1192943" y="114025"/>
                </a:lnTo>
                <a:lnTo>
                  <a:pt x="1193123" y="113936"/>
                </a:lnTo>
                <a:lnTo>
                  <a:pt x="1193299" y="113841"/>
                </a:lnTo>
                <a:lnTo>
                  <a:pt x="1193471" y="113740"/>
                </a:lnTo>
                <a:lnTo>
                  <a:pt x="1193639" y="113632"/>
                </a:lnTo>
                <a:lnTo>
                  <a:pt x="1193803" y="113519"/>
                </a:lnTo>
                <a:lnTo>
                  <a:pt x="1193962" y="113399"/>
                </a:lnTo>
                <a:lnTo>
                  <a:pt x="1194118" y="113273"/>
                </a:lnTo>
                <a:lnTo>
                  <a:pt x="1194269" y="113141"/>
                </a:lnTo>
                <a:lnTo>
                  <a:pt x="1194416" y="113003"/>
                </a:lnTo>
                <a:lnTo>
                  <a:pt x="1194560" y="112859"/>
                </a:lnTo>
                <a:lnTo>
                  <a:pt x="1194698" y="112710"/>
                </a:lnTo>
                <a:lnTo>
                  <a:pt x="1194830" y="112559"/>
                </a:lnTo>
                <a:lnTo>
                  <a:pt x="1194957" y="112404"/>
                </a:lnTo>
                <a:lnTo>
                  <a:pt x="1195077" y="112247"/>
                </a:lnTo>
                <a:lnTo>
                  <a:pt x="1195192" y="112087"/>
                </a:lnTo>
                <a:lnTo>
                  <a:pt x="1195301" y="111924"/>
                </a:lnTo>
                <a:lnTo>
                  <a:pt x="1195404" y="111759"/>
                </a:lnTo>
                <a:lnTo>
                  <a:pt x="1195501" y="111590"/>
                </a:lnTo>
                <a:lnTo>
                  <a:pt x="1195592" y="111419"/>
                </a:lnTo>
                <a:lnTo>
                  <a:pt x="1195677" y="111245"/>
                </a:lnTo>
                <a:lnTo>
                  <a:pt x="1195757" y="111068"/>
                </a:lnTo>
                <a:lnTo>
                  <a:pt x="1195830" y="110888"/>
                </a:lnTo>
                <a:lnTo>
                  <a:pt x="1195898" y="110706"/>
                </a:lnTo>
                <a:lnTo>
                  <a:pt x="1195960" y="110520"/>
                </a:lnTo>
                <a:lnTo>
                  <a:pt x="1196016" y="110332"/>
                </a:lnTo>
                <a:lnTo>
                  <a:pt x="1196066" y="110141"/>
                </a:lnTo>
                <a:lnTo>
                  <a:pt x="1196110" y="109948"/>
                </a:lnTo>
                <a:lnTo>
                  <a:pt x="1196148" y="109751"/>
                </a:lnTo>
                <a:lnTo>
                  <a:pt x="1196180" y="109552"/>
                </a:lnTo>
                <a:lnTo>
                  <a:pt x="1196207" y="109349"/>
                </a:lnTo>
                <a:lnTo>
                  <a:pt x="1196228" y="109144"/>
                </a:lnTo>
                <a:lnTo>
                  <a:pt x="1196242" y="108937"/>
                </a:lnTo>
                <a:lnTo>
                  <a:pt x="1196251" y="108726"/>
                </a:lnTo>
                <a:lnTo>
                  <a:pt x="1196254" y="108512"/>
                </a:lnTo>
                <a:lnTo>
                  <a:pt x="1196251" y="108299"/>
                </a:lnTo>
                <a:lnTo>
                  <a:pt x="1196242" y="108088"/>
                </a:lnTo>
                <a:lnTo>
                  <a:pt x="1196228" y="107880"/>
                </a:lnTo>
                <a:lnTo>
                  <a:pt x="1196207" y="107674"/>
                </a:lnTo>
                <a:lnTo>
                  <a:pt x="1196180" y="107472"/>
                </a:lnTo>
                <a:lnTo>
                  <a:pt x="1196148" y="107272"/>
                </a:lnTo>
                <a:lnTo>
                  <a:pt x="1196110" y="107074"/>
                </a:lnTo>
                <a:lnTo>
                  <a:pt x="1196066" y="106879"/>
                </a:lnTo>
                <a:lnTo>
                  <a:pt x="1196016" y="106687"/>
                </a:lnTo>
                <a:lnTo>
                  <a:pt x="1195960" y="106498"/>
                </a:lnTo>
                <a:lnTo>
                  <a:pt x="1195898" y="106311"/>
                </a:lnTo>
                <a:lnTo>
                  <a:pt x="1195830" y="106127"/>
                </a:lnTo>
                <a:lnTo>
                  <a:pt x="1195757" y="105946"/>
                </a:lnTo>
                <a:lnTo>
                  <a:pt x="1195677" y="105768"/>
                </a:lnTo>
                <a:lnTo>
                  <a:pt x="1195592" y="105592"/>
                </a:lnTo>
                <a:lnTo>
                  <a:pt x="1195501" y="105418"/>
                </a:lnTo>
                <a:lnTo>
                  <a:pt x="1195404" y="105248"/>
                </a:lnTo>
                <a:lnTo>
                  <a:pt x="1195301" y="105080"/>
                </a:lnTo>
                <a:lnTo>
                  <a:pt x="1195192" y="104915"/>
                </a:lnTo>
                <a:lnTo>
                  <a:pt x="1195077" y="104752"/>
                </a:lnTo>
                <a:lnTo>
                  <a:pt x="1194957" y="104593"/>
                </a:lnTo>
                <a:lnTo>
                  <a:pt x="1194830" y="104435"/>
                </a:lnTo>
                <a:lnTo>
                  <a:pt x="1194698" y="104281"/>
                </a:lnTo>
                <a:lnTo>
                  <a:pt x="1194560" y="104129"/>
                </a:lnTo>
                <a:lnTo>
                  <a:pt x="1194416" y="103982"/>
                </a:lnTo>
                <a:lnTo>
                  <a:pt x="1194269" y="103841"/>
                </a:lnTo>
                <a:lnTo>
                  <a:pt x="1194118" y="103706"/>
                </a:lnTo>
                <a:lnTo>
                  <a:pt x="1193962" y="103578"/>
                </a:lnTo>
                <a:lnTo>
                  <a:pt x="1193803" y="103456"/>
                </a:lnTo>
                <a:lnTo>
                  <a:pt x="1193639" y="103340"/>
                </a:lnTo>
                <a:lnTo>
                  <a:pt x="1193471" y="103230"/>
                </a:lnTo>
                <a:lnTo>
                  <a:pt x="1193299" y="103127"/>
                </a:lnTo>
                <a:lnTo>
                  <a:pt x="1193123" y="103029"/>
                </a:lnTo>
                <a:lnTo>
                  <a:pt x="1192943" y="102939"/>
                </a:lnTo>
                <a:lnTo>
                  <a:pt x="1192759" y="102854"/>
                </a:lnTo>
                <a:lnTo>
                  <a:pt x="1192571" y="102776"/>
                </a:lnTo>
                <a:lnTo>
                  <a:pt x="1192378" y="102704"/>
                </a:lnTo>
                <a:lnTo>
                  <a:pt x="1192182" y="102638"/>
                </a:lnTo>
                <a:lnTo>
                  <a:pt x="1191981" y="102578"/>
                </a:lnTo>
                <a:lnTo>
                  <a:pt x="1191777" y="102525"/>
                </a:lnTo>
                <a:lnTo>
                  <a:pt x="1191568" y="102478"/>
                </a:lnTo>
                <a:lnTo>
                  <a:pt x="1191355" y="102437"/>
                </a:lnTo>
                <a:lnTo>
                  <a:pt x="1191138" y="102403"/>
                </a:lnTo>
                <a:lnTo>
                  <a:pt x="1190917" y="102375"/>
                </a:lnTo>
                <a:lnTo>
                  <a:pt x="1190692" y="102353"/>
                </a:lnTo>
                <a:lnTo>
                  <a:pt x="1190463" y="102337"/>
                </a:lnTo>
                <a:lnTo>
                  <a:pt x="1190230" y="102328"/>
                </a:lnTo>
                <a:lnTo>
                  <a:pt x="1189992" y="102324"/>
                </a:lnTo>
                <a:lnTo>
                  <a:pt x="1189749" y="102328"/>
                </a:lnTo>
                <a:lnTo>
                  <a:pt x="1189510" y="102337"/>
                </a:lnTo>
                <a:lnTo>
                  <a:pt x="1189276" y="102353"/>
                </a:lnTo>
                <a:lnTo>
                  <a:pt x="1189046" y="102375"/>
                </a:lnTo>
                <a:lnTo>
                  <a:pt x="1188820" y="102403"/>
                </a:lnTo>
                <a:lnTo>
                  <a:pt x="1188599" y="102437"/>
                </a:lnTo>
                <a:lnTo>
                  <a:pt x="1188383" y="102478"/>
                </a:lnTo>
                <a:lnTo>
                  <a:pt x="1188171" y="102525"/>
                </a:lnTo>
                <a:lnTo>
                  <a:pt x="1187964" y="102578"/>
                </a:lnTo>
                <a:lnTo>
                  <a:pt x="1187760" y="102638"/>
                </a:lnTo>
                <a:lnTo>
                  <a:pt x="1187562" y="102704"/>
                </a:lnTo>
                <a:lnTo>
                  <a:pt x="1187368" y="102776"/>
                </a:lnTo>
                <a:lnTo>
                  <a:pt x="1187178" y="102854"/>
                </a:lnTo>
                <a:lnTo>
                  <a:pt x="1186993" y="102939"/>
                </a:lnTo>
                <a:lnTo>
                  <a:pt x="1186812" y="103029"/>
                </a:lnTo>
                <a:lnTo>
                  <a:pt x="1186636" y="103127"/>
                </a:lnTo>
                <a:lnTo>
                  <a:pt x="1186465" y="103230"/>
                </a:lnTo>
                <a:lnTo>
                  <a:pt x="1186297" y="103340"/>
                </a:lnTo>
                <a:lnTo>
                  <a:pt x="1186135" y="103456"/>
                </a:lnTo>
                <a:lnTo>
                  <a:pt x="1185976" y="103578"/>
                </a:lnTo>
                <a:lnTo>
                  <a:pt x="1185823" y="103706"/>
                </a:lnTo>
                <a:lnTo>
                  <a:pt x="1185673" y="103841"/>
                </a:lnTo>
                <a:lnTo>
                  <a:pt x="1185528" y="103982"/>
                </a:lnTo>
                <a:lnTo>
                  <a:pt x="1185388" y="104129"/>
                </a:lnTo>
                <a:lnTo>
                  <a:pt x="1185253" y="104281"/>
                </a:lnTo>
                <a:lnTo>
                  <a:pt x="1185123" y="104435"/>
                </a:lnTo>
                <a:lnTo>
                  <a:pt x="1185000" y="104593"/>
                </a:lnTo>
                <a:lnTo>
                  <a:pt x="1184882" y="104752"/>
                </a:lnTo>
                <a:lnTo>
                  <a:pt x="1184769" y="104915"/>
                </a:lnTo>
                <a:lnTo>
                  <a:pt x="1184663" y="105080"/>
                </a:lnTo>
                <a:lnTo>
                  <a:pt x="1184562" y="105248"/>
                </a:lnTo>
                <a:lnTo>
                  <a:pt x="1184467" y="105418"/>
                </a:lnTo>
                <a:lnTo>
                  <a:pt x="1184378" y="105592"/>
                </a:lnTo>
                <a:lnTo>
                  <a:pt x="1184295" y="105768"/>
                </a:lnTo>
                <a:lnTo>
                  <a:pt x="1184217" y="105946"/>
                </a:lnTo>
                <a:lnTo>
                  <a:pt x="1184145" y="106127"/>
                </a:lnTo>
                <a:lnTo>
                  <a:pt x="1184079" y="106311"/>
                </a:lnTo>
                <a:lnTo>
                  <a:pt x="1184018" y="106498"/>
                </a:lnTo>
                <a:lnTo>
                  <a:pt x="1183964" y="106687"/>
                </a:lnTo>
                <a:lnTo>
                  <a:pt x="1183915" y="106879"/>
                </a:lnTo>
                <a:lnTo>
                  <a:pt x="1183872" y="107074"/>
                </a:lnTo>
                <a:lnTo>
                  <a:pt x="1183834" y="107272"/>
                </a:lnTo>
                <a:lnTo>
                  <a:pt x="1183802" y="107472"/>
                </a:lnTo>
                <a:lnTo>
                  <a:pt x="1183777" y="107674"/>
                </a:lnTo>
                <a:lnTo>
                  <a:pt x="1183756" y="107880"/>
                </a:lnTo>
                <a:lnTo>
                  <a:pt x="1183742" y="108088"/>
                </a:lnTo>
                <a:lnTo>
                  <a:pt x="1183733" y="108299"/>
                </a:lnTo>
                <a:lnTo>
                  <a:pt x="1183730" y="108512"/>
                </a:lnTo>
                <a:lnTo>
                  <a:pt x="1183733" y="108726"/>
                </a:lnTo>
                <a:lnTo>
                  <a:pt x="1183742" y="108937"/>
                </a:lnTo>
                <a:lnTo>
                  <a:pt x="1183756" y="109144"/>
                </a:lnTo>
                <a:lnTo>
                  <a:pt x="1183777" y="109349"/>
                </a:lnTo>
                <a:lnTo>
                  <a:pt x="1183802" y="109552"/>
                </a:lnTo>
                <a:lnTo>
                  <a:pt x="1183834" y="109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need[Requirement1],">
            <a:extLst xmlns:a="http://schemas.openxmlformats.org/drawingml/2006/main">
              <a:ext uri="{FF2B5EF4-FFF2-40B4-BE49-F238E27FC236}">
                <a16:creationId xmlns:a16="http://schemas.microsoft.com/office/drawing/2014/main" id="{A7E5A5C8-9974-4852-AEF6-B91F0B84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58" y="2775518"/>
            <a:ext cx="1409313" cy="153229"/>
          </a:xfrm>
          <a:custGeom xmlns:a="http://schemas.openxmlformats.org/drawingml/2006/main">
            <a:pathLst>
              <a:path w="1409313" h="153229">
                <a:moveTo>
                  <a:pt x="291372" y="53998"/>
                </a:moveTo>
                <a:lnTo>
                  <a:pt x="291156" y="53674"/>
                </a:lnTo>
                <a:lnTo>
                  <a:pt x="290877" y="53270"/>
                </a:lnTo>
                <a:lnTo>
                  <a:pt x="290593" y="52872"/>
                </a:lnTo>
                <a:lnTo>
                  <a:pt x="290304" y="52479"/>
                </a:lnTo>
                <a:lnTo>
                  <a:pt x="290010" y="52092"/>
                </a:lnTo>
                <a:lnTo>
                  <a:pt x="289711" y="51711"/>
                </a:lnTo>
                <a:lnTo>
                  <a:pt x="289406" y="51335"/>
                </a:lnTo>
                <a:lnTo>
                  <a:pt x="289097" y="50965"/>
                </a:lnTo>
                <a:lnTo>
                  <a:pt x="288782" y="50600"/>
                </a:lnTo>
                <a:lnTo>
                  <a:pt x="288462" y="50241"/>
                </a:lnTo>
                <a:lnTo>
                  <a:pt x="288137" y="49889"/>
                </a:lnTo>
                <a:lnTo>
                  <a:pt x="287807" y="49543"/>
                </a:lnTo>
                <a:lnTo>
                  <a:pt x="287472" y="49204"/>
                </a:lnTo>
                <a:lnTo>
                  <a:pt x="287131" y="48872"/>
                </a:lnTo>
                <a:lnTo>
                  <a:pt x="286785" y="48547"/>
                </a:lnTo>
                <a:lnTo>
                  <a:pt x="286434" y="48229"/>
                </a:lnTo>
                <a:lnTo>
                  <a:pt x="286078" y="47918"/>
                </a:lnTo>
                <a:lnTo>
                  <a:pt x="285716" y="47614"/>
                </a:lnTo>
                <a:lnTo>
                  <a:pt x="285349" y="47317"/>
                </a:lnTo>
                <a:lnTo>
                  <a:pt x="284977" y="47026"/>
                </a:lnTo>
                <a:lnTo>
                  <a:pt x="284600" y="46743"/>
                </a:lnTo>
                <a:lnTo>
                  <a:pt x="284217" y="46466"/>
                </a:lnTo>
                <a:lnTo>
                  <a:pt x="283829" y="46196"/>
                </a:lnTo>
                <a:lnTo>
                  <a:pt x="283436" y="45933"/>
                </a:lnTo>
                <a:lnTo>
                  <a:pt x="283038" y="45677"/>
                </a:lnTo>
                <a:lnTo>
                  <a:pt x="282634" y="45428"/>
                </a:lnTo>
                <a:lnTo>
                  <a:pt x="282226" y="45186"/>
                </a:lnTo>
                <a:lnTo>
                  <a:pt x="281812" y="44951"/>
                </a:lnTo>
                <a:lnTo>
                  <a:pt x="281392" y="44723"/>
                </a:lnTo>
                <a:lnTo>
                  <a:pt x="280968" y="44501"/>
                </a:lnTo>
                <a:lnTo>
                  <a:pt x="280538" y="44287"/>
                </a:lnTo>
                <a:lnTo>
                  <a:pt x="280103" y="44079"/>
                </a:lnTo>
                <a:lnTo>
                  <a:pt x="279663" y="43879"/>
                </a:lnTo>
                <a:lnTo>
                  <a:pt x="279217" y="43685"/>
                </a:lnTo>
                <a:lnTo>
                  <a:pt x="278766" y="43499"/>
                </a:lnTo>
                <a:lnTo>
                  <a:pt x="278310" y="43320"/>
                </a:lnTo>
                <a:lnTo>
                  <a:pt x="277847" y="43150"/>
                </a:lnTo>
                <a:lnTo>
                  <a:pt x="277379" y="42987"/>
                </a:lnTo>
                <a:lnTo>
                  <a:pt x="276906" y="42833"/>
                </a:lnTo>
                <a:lnTo>
                  <a:pt x="276427" y="42686"/>
                </a:lnTo>
                <a:lnTo>
                  <a:pt x="275942" y="42547"/>
                </a:lnTo>
                <a:lnTo>
                  <a:pt x="275452" y="42416"/>
                </a:lnTo>
                <a:lnTo>
                  <a:pt x="274956" y="42293"/>
                </a:lnTo>
                <a:lnTo>
                  <a:pt x="274454" y="42178"/>
                </a:lnTo>
                <a:lnTo>
                  <a:pt x="273947" y="42071"/>
                </a:lnTo>
                <a:lnTo>
                  <a:pt x="273434" y="41972"/>
                </a:lnTo>
                <a:lnTo>
                  <a:pt x="272916" y="41881"/>
                </a:lnTo>
                <a:lnTo>
                  <a:pt x="272392" y="41798"/>
                </a:lnTo>
                <a:lnTo>
                  <a:pt x="271862" y="41722"/>
                </a:lnTo>
                <a:lnTo>
                  <a:pt x="271326" y="41655"/>
                </a:lnTo>
                <a:lnTo>
                  <a:pt x="270785" y="41595"/>
                </a:lnTo>
                <a:lnTo>
                  <a:pt x="270239" y="41544"/>
                </a:lnTo>
                <a:lnTo>
                  <a:pt x="269687" y="41500"/>
                </a:lnTo>
                <a:lnTo>
                  <a:pt x="269129" y="41465"/>
                </a:lnTo>
                <a:lnTo>
                  <a:pt x="268565" y="41437"/>
                </a:lnTo>
                <a:lnTo>
                  <a:pt x="267996" y="41417"/>
                </a:lnTo>
                <a:lnTo>
                  <a:pt x="267421" y="41405"/>
                </a:lnTo>
                <a:lnTo>
                  <a:pt x="266841" y="41401"/>
                </a:lnTo>
                <a:lnTo>
                  <a:pt x="266248" y="41406"/>
                </a:lnTo>
                <a:lnTo>
                  <a:pt x="265660" y="41421"/>
                </a:lnTo>
                <a:lnTo>
                  <a:pt x="265078" y="41446"/>
                </a:lnTo>
                <a:lnTo>
                  <a:pt x="264500" y="41480"/>
                </a:lnTo>
                <a:lnTo>
                  <a:pt x="263927" y="41524"/>
                </a:lnTo>
                <a:lnTo>
                  <a:pt x="263360" y="41578"/>
                </a:lnTo>
                <a:lnTo>
                  <a:pt x="262798" y="41642"/>
                </a:lnTo>
                <a:lnTo>
                  <a:pt x="262241" y="41716"/>
                </a:lnTo>
                <a:lnTo>
                  <a:pt x="261689" y="41800"/>
                </a:lnTo>
                <a:lnTo>
                  <a:pt x="261142" y="41894"/>
                </a:lnTo>
                <a:lnTo>
                  <a:pt x="260600" y="41997"/>
                </a:lnTo>
                <a:lnTo>
                  <a:pt x="260063" y="42110"/>
                </a:lnTo>
                <a:lnTo>
                  <a:pt x="259532" y="42233"/>
                </a:lnTo>
                <a:lnTo>
                  <a:pt x="259006" y="42366"/>
                </a:lnTo>
                <a:lnTo>
                  <a:pt x="258484" y="42509"/>
                </a:lnTo>
                <a:lnTo>
                  <a:pt x="257968" y="42662"/>
                </a:lnTo>
                <a:lnTo>
                  <a:pt x="257457" y="42824"/>
                </a:lnTo>
                <a:lnTo>
                  <a:pt x="256951" y="42997"/>
                </a:lnTo>
                <a:lnTo>
                  <a:pt x="256450" y="43179"/>
                </a:lnTo>
                <a:lnTo>
                  <a:pt x="255954" y="43371"/>
                </a:lnTo>
                <a:lnTo>
                  <a:pt x="255464" y="43573"/>
                </a:lnTo>
                <a:lnTo>
                  <a:pt x="254978" y="43784"/>
                </a:lnTo>
                <a:lnTo>
                  <a:pt x="254498" y="44006"/>
                </a:lnTo>
                <a:lnTo>
                  <a:pt x="254023" y="44237"/>
                </a:lnTo>
                <a:lnTo>
                  <a:pt x="253553" y="44478"/>
                </a:lnTo>
                <a:lnTo>
                  <a:pt x="253089" y="44728"/>
                </a:lnTo>
                <a:lnTo>
                  <a:pt x="252631" y="44986"/>
                </a:lnTo>
                <a:lnTo>
                  <a:pt x="252178" y="45252"/>
                </a:lnTo>
                <a:lnTo>
                  <a:pt x="251731" y="45528"/>
                </a:lnTo>
                <a:lnTo>
                  <a:pt x="251290" y="45812"/>
                </a:lnTo>
                <a:lnTo>
                  <a:pt x="250855" y="46105"/>
                </a:lnTo>
                <a:lnTo>
                  <a:pt x="250425" y="46407"/>
                </a:lnTo>
                <a:lnTo>
                  <a:pt x="250002" y="46717"/>
                </a:lnTo>
                <a:lnTo>
                  <a:pt x="249584" y="47036"/>
                </a:lnTo>
                <a:lnTo>
                  <a:pt x="249171" y="47363"/>
                </a:lnTo>
                <a:lnTo>
                  <a:pt x="248765" y="47700"/>
                </a:lnTo>
                <a:lnTo>
                  <a:pt x="248364" y="48045"/>
                </a:lnTo>
                <a:lnTo>
                  <a:pt x="247969" y="48399"/>
                </a:lnTo>
                <a:lnTo>
                  <a:pt x="247580" y="48761"/>
                </a:lnTo>
                <a:lnTo>
                  <a:pt x="247196" y="49132"/>
                </a:lnTo>
                <a:lnTo>
                  <a:pt x="246818" y="49512"/>
                </a:lnTo>
                <a:lnTo>
                  <a:pt x="246446" y="49901"/>
                </a:lnTo>
                <a:lnTo>
                  <a:pt x="246080" y="50298"/>
                </a:lnTo>
                <a:lnTo>
                  <a:pt x="245720" y="50704"/>
                </a:lnTo>
                <a:lnTo>
                  <a:pt x="245365" y="51118"/>
                </a:lnTo>
                <a:lnTo>
                  <a:pt x="245016" y="51542"/>
                </a:lnTo>
                <a:lnTo>
                  <a:pt x="244673" y="51974"/>
                </a:lnTo>
                <a:lnTo>
                  <a:pt x="244335" y="52415"/>
                </a:lnTo>
                <a:lnTo>
                  <a:pt x="244004" y="52863"/>
                </a:lnTo>
                <a:lnTo>
                  <a:pt x="243679" y="53320"/>
                </a:lnTo>
                <a:lnTo>
                  <a:pt x="243361" y="53783"/>
                </a:lnTo>
                <a:lnTo>
                  <a:pt x="243049" y="54254"/>
                </a:lnTo>
                <a:lnTo>
                  <a:pt x="242744" y="54733"/>
                </a:lnTo>
                <a:lnTo>
                  <a:pt x="242445" y="55219"/>
                </a:lnTo>
                <a:lnTo>
                  <a:pt x="242153" y="55712"/>
                </a:lnTo>
                <a:lnTo>
                  <a:pt x="241868" y="56213"/>
                </a:lnTo>
                <a:lnTo>
                  <a:pt x="241588" y="56721"/>
                </a:lnTo>
                <a:lnTo>
                  <a:pt x="241316" y="57236"/>
                </a:lnTo>
                <a:lnTo>
                  <a:pt x="241050" y="57759"/>
                </a:lnTo>
                <a:lnTo>
                  <a:pt x="240790" y="58290"/>
                </a:lnTo>
                <a:lnTo>
                  <a:pt x="240537" y="58827"/>
                </a:lnTo>
                <a:lnTo>
                  <a:pt x="240291" y="59373"/>
                </a:lnTo>
                <a:lnTo>
                  <a:pt x="240051" y="59925"/>
                </a:lnTo>
                <a:lnTo>
                  <a:pt x="239817" y="60485"/>
                </a:lnTo>
                <a:lnTo>
                  <a:pt x="239590" y="61053"/>
                </a:lnTo>
                <a:lnTo>
                  <a:pt x="239370" y="61628"/>
                </a:lnTo>
                <a:lnTo>
                  <a:pt x="239156" y="62210"/>
                </a:lnTo>
                <a:lnTo>
                  <a:pt x="238949" y="62800"/>
                </a:lnTo>
                <a:lnTo>
                  <a:pt x="238748" y="63397"/>
                </a:lnTo>
                <a:lnTo>
                  <a:pt x="238553" y="64001"/>
                </a:lnTo>
                <a:lnTo>
                  <a:pt x="238365" y="64613"/>
                </a:lnTo>
                <a:lnTo>
                  <a:pt x="238184" y="65233"/>
                </a:lnTo>
                <a:lnTo>
                  <a:pt x="238010" y="65859"/>
                </a:lnTo>
                <a:lnTo>
                  <a:pt x="237843" y="66491"/>
                </a:lnTo>
                <a:lnTo>
                  <a:pt x="237683" y="67130"/>
                </a:lnTo>
                <a:lnTo>
                  <a:pt x="237531" y="67775"/>
                </a:lnTo>
                <a:lnTo>
                  <a:pt x="237387" y="68427"/>
                </a:lnTo>
                <a:lnTo>
                  <a:pt x="237250" y="69084"/>
                </a:lnTo>
                <a:lnTo>
                  <a:pt x="237120" y="69748"/>
                </a:lnTo>
                <a:lnTo>
                  <a:pt x="236997" y="70418"/>
                </a:lnTo>
                <a:lnTo>
                  <a:pt x="236882" y="71094"/>
                </a:lnTo>
                <a:lnTo>
                  <a:pt x="236775" y="71777"/>
                </a:lnTo>
                <a:lnTo>
                  <a:pt x="236675" y="72466"/>
                </a:lnTo>
                <a:lnTo>
                  <a:pt x="236582" y="73161"/>
                </a:lnTo>
                <a:lnTo>
                  <a:pt x="236497" y="73863"/>
                </a:lnTo>
                <a:lnTo>
                  <a:pt x="236419" y="74570"/>
                </a:lnTo>
                <a:lnTo>
                  <a:pt x="236348" y="75284"/>
                </a:lnTo>
                <a:lnTo>
                  <a:pt x="236285" y="76005"/>
                </a:lnTo>
                <a:lnTo>
                  <a:pt x="236230" y="76731"/>
                </a:lnTo>
                <a:lnTo>
                  <a:pt x="236181" y="77464"/>
                </a:lnTo>
                <a:lnTo>
                  <a:pt x="236141" y="78203"/>
                </a:lnTo>
                <a:lnTo>
                  <a:pt x="236107" y="78948"/>
                </a:lnTo>
                <a:lnTo>
                  <a:pt x="236081" y="79700"/>
                </a:lnTo>
                <a:lnTo>
                  <a:pt x="236063" y="80458"/>
                </a:lnTo>
                <a:lnTo>
                  <a:pt x="236052" y="81222"/>
                </a:lnTo>
                <a:lnTo>
                  <a:pt x="236048" y="81992"/>
                </a:lnTo>
                <a:lnTo>
                  <a:pt x="236048" y="83539"/>
                </a:lnTo>
                <a:lnTo>
                  <a:pt x="236052" y="84279"/>
                </a:lnTo>
                <a:lnTo>
                  <a:pt x="236063" y="85014"/>
                </a:lnTo>
                <a:lnTo>
                  <a:pt x="236081" y="85744"/>
                </a:lnTo>
                <a:lnTo>
                  <a:pt x="236107" y="86468"/>
                </a:lnTo>
                <a:lnTo>
                  <a:pt x="236141" y="87188"/>
                </a:lnTo>
                <a:lnTo>
                  <a:pt x="236181" y="87902"/>
                </a:lnTo>
                <a:lnTo>
                  <a:pt x="236230" y="88610"/>
                </a:lnTo>
                <a:lnTo>
                  <a:pt x="236285" y="89314"/>
                </a:lnTo>
                <a:lnTo>
                  <a:pt x="236348" y="90012"/>
                </a:lnTo>
                <a:lnTo>
                  <a:pt x="236419" y="90705"/>
                </a:lnTo>
                <a:lnTo>
                  <a:pt x="236497" y="91393"/>
                </a:lnTo>
                <a:lnTo>
                  <a:pt x="236582" y="92075"/>
                </a:lnTo>
                <a:lnTo>
                  <a:pt x="236675" y="92753"/>
                </a:lnTo>
                <a:lnTo>
                  <a:pt x="236775" y="93425"/>
                </a:lnTo>
                <a:lnTo>
                  <a:pt x="236882" y="94091"/>
                </a:lnTo>
                <a:lnTo>
                  <a:pt x="236997" y="94753"/>
                </a:lnTo>
                <a:lnTo>
                  <a:pt x="237120" y="95409"/>
                </a:lnTo>
                <a:lnTo>
                  <a:pt x="237250" y="96060"/>
                </a:lnTo>
                <a:lnTo>
                  <a:pt x="237387" y="96706"/>
                </a:lnTo>
                <a:lnTo>
                  <a:pt x="237531" y="97347"/>
                </a:lnTo>
                <a:lnTo>
                  <a:pt x="237683" y="97982"/>
                </a:lnTo>
                <a:lnTo>
                  <a:pt x="237843" y="98612"/>
                </a:lnTo>
                <a:lnTo>
                  <a:pt x="238010" y="99237"/>
                </a:lnTo>
                <a:lnTo>
                  <a:pt x="238184" y="99857"/>
                </a:lnTo>
                <a:lnTo>
                  <a:pt x="238365" y="100470"/>
                </a:lnTo>
                <a:lnTo>
                  <a:pt x="238553" y="101077"/>
                </a:lnTo>
                <a:lnTo>
                  <a:pt x="238747" y="101676"/>
                </a:lnTo>
                <a:lnTo>
                  <a:pt x="238947" y="102269"/>
                </a:lnTo>
                <a:lnTo>
                  <a:pt x="239154" y="102855"/>
                </a:lnTo>
                <a:lnTo>
                  <a:pt x="239367" y="103434"/>
                </a:lnTo>
                <a:lnTo>
                  <a:pt x="239587" y="104006"/>
                </a:lnTo>
                <a:lnTo>
                  <a:pt x="239813" y="104571"/>
                </a:lnTo>
                <a:lnTo>
                  <a:pt x="240045" y="105130"/>
                </a:lnTo>
                <a:lnTo>
                  <a:pt x="240284" y="105681"/>
                </a:lnTo>
                <a:lnTo>
                  <a:pt x="240529" y="106225"/>
                </a:lnTo>
                <a:lnTo>
                  <a:pt x="240781" y="106763"/>
                </a:lnTo>
                <a:lnTo>
                  <a:pt x="241039" y="107293"/>
                </a:lnTo>
                <a:lnTo>
                  <a:pt x="241303" y="107817"/>
                </a:lnTo>
                <a:lnTo>
                  <a:pt x="241574" y="108334"/>
                </a:lnTo>
                <a:lnTo>
                  <a:pt x="241851" y="108844"/>
                </a:lnTo>
                <a:lnTo>
                  <a:pt x="242135" y="109347"/>
                </a:lnTo>
                <a:lnTo>
                  <a:pt x="242425" y="109843"/>
                </a:lnTo>
                <a:lnTo>
                  <a:pt x="242721" y="110332"/>
                </a:lnTo>
                <a:lnTo>
                  <a:pt x="243024" y="110815"/>
                </a:lnTo>
                <a:lnTo>
                  <a:pt x="243333" y="111290"/>
                </a:lnTo>
                <a:lnTo>
                  <a:pt x="243648" y="111758"/>
                </a:lnTo>
                <a:lnTo>
                  <a:pt x="243970" y="112220"/>
                </a:lnTo>
                <a:lnTo>
                  <a:pt x="244299" y="112675"/>
                </a:lnTo>
                <a:lnTo>
                  <a:pt x="244633" y="113122"/>
                </a:lnTo>
                <a:lnTo>
                  <a:pt x="244973" y="113560"/>
                </a:lnTo>
                <a:lnTo>
                  <a:pt x="245320" y="113990"/>
                </a:lnTo>
                <a:lnTo>
                  <a:pt x="245672" y="114412"/>
                </a:lnTo>
                <a:lnTo>
                  <a:pt x="246030" y="114825"/>
                </a:lnTo>
                <a:lnTo>
                  <a:pt x="246394" y="115230"/>
                </a:lnTo>
                <a:lnTo>
                  <a:pt x="246763" y="115626"/>
                </a:lnTo>
                <a:lnTo>
                  <a:pt x="247139" y="116014"/>
                </a:lnTo>
                <a:lnTo>
                  <a:pt x="247520" y="116394"/>
                </a:lnTo>
                <a:lnTo>
                  <a:pt x="247908" y="116765"/>
                </a:lnTo>
                <a:lnTo>
                  <a:pt x="248301" y="117127"/>
                </a:lnTo>
                <a:lnTo>
                  <a:pt x="248700" y="117482"/>
                </a:lnTo>
                <a:lnTo>
                  <a:pt x="249105" y="117827"/>
                </a:lnTo>
                <a:lnTo>
                  <a:pt x="249516" y="118164"/>
                </a:lnTo>
                <a:lnTo>
                  <a:pt x="249933" y="118493"/>
                </a:lnTo>
                <a:lnTo>
                  <a:pt x="250356" y="118814"/>
                </a:lnTo>
                <a:lnTo>
                  <a:pt x="250784" y="119126"/>
                </a:lnTo>
                <a:lnTo>
                  <a:pt x="251219" y="119429"/>
                </a:lnTo>
                <a:lnTo>
                  <a:pt x="251659" y="119724"/>
                </a:lnTo>
                <a:lnTo>
                  <a:pt x="252105" y="120011"/>
                </a:lnTo>
                <a:lnTo>
                  <a:pt x="252557" y="120289"/>
                </a:lnTo>
                <a:lnTo>
                  <a:pt x="253015" y="120559"/>
                </a:lnTo>
                <a:lnTo>
                  <a:pt x="253479" y="120820"/>
                </a:lnTo>
                <a:lnTo>
                  <a:pt x="253949" y="121073"/>
                </a:lnTo>
                <a:lnTo>
                  <a:pt x="254424" y="121316"/>
                </a:lnTo>
                <a:lnTo>
                  <a:pt x="254904" y="121549"/>
                </a:lnTo>
                <a:lnTo>
                  <a:pt x="255389" y="121772"/>
                </a:lnTo>
                <a:lnTo>
                  <a:pt x="255879" y="121984"/>
                </a:lnTo>
                <a:lnTo>
                  <a:pt x="256373" y="122186"/>
                </a:lnTo>
                <a:lnTo>
                  <a:pt x="256873" y="122378"/>
                </a:lnTo>
                <a:lnTo>
                  <a:pt x="257377" y="122559"/>
                </a:lnTo>
                <a:lnTo>
                  <a:pt x="257886" y="122730"/>
                </a:lnTo>
                <a:lnTo>
                  <a:pt x="258400" y="122891"/>
                </a:lnTo>
                <a:lnTo>
                  <a:pt x="258919" y="123041"/>
                </a:lnTo>
                <a:lnTo>
                  <a:pt x="259443" y="123181"/>
                </a:lnTo>
                <a:lnTo>
                  <a:pt x="259971" y="123310"/>
                </a:lnTo>
                <a:lnTo>
                  <a:pt x="260505" y="123430"/>
                </a:lnTo>
                <a:lnTo>
                  <a:pt x="261043" y="123538"/>
                </a:lnTo>
                <a:lnTo>
                  <a:pt x="261586" y="123637"/>
                </a:lnTo>
                <a:lnTo>
                  <a:pt x="262134" y="123725"/>
                </a:lnTo>
                <a:lnTo>
                  <a:pt x="262687" y="123803"/>
                </a:lnTo>
                <a:lnTo>
                  <a:pt x="263245" y="123870"/>
                </a:lnTo>
                <a:lnTo>
                  <a:pt x="263808" y="123927"/>
                </a:lnTo>
                <a:lnTo>
                  <a:pt x="264375" y="123973"/>
                </a:lnTo>
                <a:lnTo>
                  <a:pt x="264947" y="124010"/>
                </a:lnTo>
                <a:lnTo>
                  <a:pt x="265525" y="124036"/>
                </a:lnTo>
                <a:lnTo>
                  <a:pt x="266107" y="124051"/>
                </a:lnTo>
                <a:lnTo>
                  <a:pt x="266694" y="124056"/>
                </a:lnTo>
                <a:lnTo>
                  <a:pt x="267286" y="124052"/>
                </a:lnTo>
                <a:lnTo>
                  <a:pt x="267873" y="124040"/>
                </a:lnTo>
                <a:lnTo>
                  <a:pt x="268454" y="124021"/>
                </a:lnTo>
                <a:lnTo>
                  <a:pt x="269029" y="123993"/>
                </a:lnTo>
                <a:lnTo>
                  <a:pt x="269599" y="123957"/>
                </a:lnTo>
                <a:lnTo>
                  <a:pt x="270163" y="123914"/>
                </a:lnTo>
                <a:lnTo>
                  <a:pt x="270721" y="123862"/>
                </a:lnTo>
                <a:lnTo>
                  <a:pt x="271273" y="123803"/>
                </a:lnTo>
                <a:lnTo>
                  <a:pt x="271820" y="123735"/>
                </a:lnTo>
                <a:lnTo>
                  <a:pt x="272361" y="123660"/>
                </a:lnTo>
                <a:lnTo>
                  <a:pt x="272896" y="123577"/>
                </a:lnTo>
                <a:lnTo>
                  <a:pt x="273425" y="123485"/>
                </a:lnTo>
                <a:lnTo>
                  <a:pt x="273949" y="123386"/>
                </a:lnTo>
                <a:lnTo>
                  <a:pt x="274466" y="123279"/>
                </a:lnTo>
                <a:lnTo>
                  <a:pt x="274978" y="123164"/>
                </a:lnTo>
                <a:lnTo>
                  <a:pt x="275485" y="123041"/>
                </a:lnTo>
                <a:lnTo>
                  <a:pt x="275985" y="122911"/>
                </a:lnTo>
                <a:lnTo>
                  <a:pt x="276480" y="122772"/>
                </a:lnTo>
                <a:lnTo>
                  <a:pt x="276969" y="122625"/>
                </a:lnTo>
                <a:lnTo>
                  <a:pt x="277452" y="122470"/>
                </a:lnTo>
                <a:lnTo>
                  <a:pt x="277930" y="122308"/>
                </a:lnTo>
                <a:lnTo>
                  <a:pt x="278401" y="122137"/>
                </a:lnTo>
                <a:lnTo>
                  <a:pt x="278867" y="121959"/>
                </a:lnTo>
                <a:lnTo>
                  <a:pt x="279328" y="121773"/>
                </a:lnTo>
                <a:lnTo>
                  <a:pt x="279782" y="121579"/>
                </a:lnTo>
                <a:lnTo>
                  <a:pt x="280231" y="121379"/>
                </a:lnTo>
                <a:lnTo>
                  <a:pt x="280675" y="121173"/>
                </a:lnTo>
                <a:lnTo>
                  <a:pt x="281113" y="120960"/>
                </a:lnTo>
                <a:lnTo>
                  <a:pt x="281546" y="120741"/>
                </a:lnTo>
                <a:lnTo>
                  <a:pt x="281973" y="120516"/>
                </a:lnTo>
                <a:lnTo>
                  <a:pt x="282394" y="120284"/>
                </a:lnTo>
                <a:lnTo>
                  <a:pt x="282810" y="120046"/>
                </a:lnTo>
                <a:lnTo>
                  <a:pt x="283221" y="119801"/>
                </a:lnTo>
                <a:lnTo>
                  <a:pt x="283626" y="119550"/>
                </a:lnTo>
                <a:lnTo>
                  <a:pt x="284026" y="119292"/>
                </a:lnTo>
                <a:lnTo>
                  <a:pt x="284420" y="119029"/>
                </a:lnTo>
                <a:lnTo>
                  <a:pt x="284808" y="118758"/>
                </a:lnTo>
                <a:lnTo>
                  <a:pt x="285192" y="118482"/>
                </a:lnTo>
                <a:lnTo>
                  <a:pt x="285569" y="118199"/>
                </a:lnTo>
                <a:lnTo>
                  <a:pt x="285941" y="117909"/>
                </a:lnTo>
                <a:lnTo>
                  <a:pt x="286308" y="117613"/>
                </a:lnTo>
                <a:lnTo>
                  <a:pt x="286669" y="117311"/>
                </a:lnTo>
                <a:lnTo>
                  <a:pt x="287025" y="117003"/>
                </a:lnTo>
                <a:lnTo>
                  <a:pt x="287375" y="116688"/>
                </a:lnTo>
                <a:lnTo>
                  <a:pt x="287719" y="116366"/>
                </a:lnTo>
                <a:lnTo>
                  <a:pt x="288058" y="116038"/>
                </a:lnTo>
                <a:lnTo>
                  <a:pt x="288392" y="115704"/>
                </a:lnTo>
                <a:lnTo>
                  <a:pt x="288720" y="115364"/>
                </a:lnTo>
                <a:lnTo>
                  <a:pt x="289043" y="115017"/>
                </a:lnTo>
                <a:lnTo>
                  <a:pt x="289360" y="114665"/>
                </a:lnTo>
                <a:lnTo>
                  <a:pt x="289672" y="114308"/>
                </a:lnTo>
                <a:lnTo>
                  <a:pt x="289979" y="113945"/>
                </a:lnTo>
                <a:lnTo>
                  <a:pt x="290280" y="113578"/>
                </a:lnTo>
                <a:lnTo>
                  <a:pt x="290576" y="113204"/>
                </a:lnTo>
                <a:lnTo>
                  <a:pt x="290866" y="112825"/>
                </a:lnTo>
                <a:lnTo>
                  <a:pt x="291151" y="112441"/>
                </a:lnTo>
                <a:lnTo>
                  <a:pt x="291431" y="112052"/>
                </a:lnTo>
                <a:lnTo>
                  <a:pt x="291554" y="111875"/>
                </a:lnTo>
                <a:lnTo>
                  <a:pt x="291962" y="122583"/>
                </a:lnTo>
                <a:lnTo>
                  <a:pt x="300212" y="122583"/>
                </a:lnTo>
                <a:lnTo>
                  <a:pt x="300212" y="9429"/>
                </a:lnTo>
                <a:lnTo>
                  <a:pt x="291372" y="9429"/>
                </a:lnTo>
                <a:lnTo>
                  <a:pt x="291372" y="53998"/>
                </a:lnTo>
                <a:close/>
                <a:moveTo>
                  <a:pt x="290294" y="103969"/>
                </a:moveTo>
                <a:lnTo>
                  <a:pt x="290057" y="104382"/>
                </a:lnTo>
                <a:lnTo>
                  <a:pt x="289813" y="104792"/>
                </a:lnTo>
                <a:lnTo>
                  <a:pt x="289564" y="105199"/>
                </a:lnTo>
                <a:lnTo>
                  <a:pt x="289310" y="105603"/>
                </a:lnTo>
                <a:lnTo>
                  <a:pt x="289048" y="106001"/>
                </a:lnTo>
                <a:lnTo>
                  <a:pt x="288780" y="106393"/>
                </a:lnTo>
                <a:lnTo>
                  <a:pt x="288504" y="106779"/>
                </a:lnTo>
                <a:lnTo>
                  <a:pt x="288221" y="107158"/>
                </a:lnTo>
                <a:lnTo>
                  <a:pt x="287931" y="107530"/>
                </a:lnTo>
                <a:lnTo>
                  <a:pt x="287634" y="107895"/>
                </a:lnTo>
                <a:lnTo>
                  <a:pt x="287329" y="108254"/>
                </a:lnTo>
                <a:lnTo>
                  <a:pt x="287018" y="108607"/>
                </a:lnTo>
                <a:lnTo>
                  <a:pt x="286699" y="108952"/>
                </a:lnTo>
                <a:lnTo>
                  <a:pt x="286373" y="109291"/>
                </a:lnTo>
                <a:lnTo>
                  <a:pt x="286040" y="109623"/>
                </a:lnTo>
                <a:lnTo>
                  <a:pt x="285700" y="109949"/>
                </a:lnTo>
                <a:lnTo>
                  <a:pt x="285352" y="110268"/>
                </a:lnTo>
                <a:lnTo>
                  <a:pt x="284998" y="110580"/>
                </a:lnTo>
                <a:lnTo>
                  <a:pt x="284636" y="110886"/>
                </a:lnTo>
                <a:lnTo>
                  <a:pt x="284267" y="111185"/>
                </a:lnTo>
                <a:lnTo>
                  <a:pt x="283891" y="111477"/>
                </a:lnTo>
                <a:lnTo>
                  <a:pt x="283508" y="111763"/>
                </a:lnTo>
                <a:lnTo>
                  <a:pt x="283118" y="112042"/>
                </a:lnTo>
                <a:lnTo>
                  <a:pt x="282720" y="112315"/>
                </a:lnTo>
                <a:lnTo>
                  <a:pt x="282316" y="112580"/>
                </a:lnTo>
                <a:lnTo>
                  <a:pt x="281904" y="112839"/>
                </a:lnTo>
                <a:lnTo>
                  <a:pt x="281485" y="113092"/>
                </a:lnTo>
                <a:lnTo>
                  <a:pt x="281059" y="113338"/>
                </a:lnTo>
                <a:lnTo>
                  <a:pt x="280625" y="113575"/>
                </a:lnTo>
                <a:lnTo>
                  <a:pt x="280182" y="113802"/>
                </a:lnTo>
                <a:lnTo>
                  <a:pt x="279732" y="114020"/>
                </a:lnTo>
                <a:lnTo>
                  <a:pt x="279272" y="114227"/>
                </a:lnTo>
                <a:lnTo>
                  <a:pt x="278805" y="114424"/>
                </a:lnTo>
                <a:lnTo>
                  <a:pt x="278328" y="114611"/>
                </a:lnTo>
                <a:lnTo>
                  <a:pt x="277844" y="114788"/>
                </a:lnTo>
                <a:lnTo>
                  <a:pt x="277351" y="114954"/>
                </a:lnTo>
                <a:lnTo>
                  <a:pt x="276849" y="115111"/>
                </a:lnTo>
                <a:lnTo>
                  <a:pt x="276339" y="115257"/>
                </a:lnTo>
                <a:lnTo>
                  <a:pt x="275821" y="115394"/>
                </a:lnTo>
                <a:lnTo>
                  <a:pt x="275294" y="115520"/>
                </a:lnTo>
                <a:lnTo>
                  <a:pt x="274759" y="115636"/>
                </a:lnTo>
                <a:lnTo>
                  <a:pt x="274215" y="115742"/>
                </a:lnTo>
                <a:lnTo>
                  <a:pt x="273663" y="115838"/>
                </a:lnTo>
                <a:lnTo>
                  <a:pt x="273103" y="115924"/>
                </a:lnTo>
                <a:lnTo>
                  <a:pt x="272534" y="116000"/>
                </a:lnTo>
                <a:lnTo>
                  <a:pt x="271956" y="116066"/>
                </a:lnTo>
                <a:lnTo>
                  <a:pt x="271370" y="116121"/>
                </a:lnTo>
                <a:lnTo>
                  <a:pt x="270776" y="116167"/>
                </a:lnTo>
                <a:lnTo>
                  <a:pt x="270173" y="116202"/>
                </a:lnTo>
                <a:lnTo>
                  <a:pt x="269562" y="116227"/>
                </a:lnTo>
                <a:lnTo>
                  <a:pt x="268942" y="116243"/>
                </a:lnTo>
                <a:lnTo>
                  <a:pt x="268314" y="116248"/>
                </a:lnTo>
                <a:lnTo>
                  <a:pt x="267820" y="116243"/>
                </a:lnTo>
                <a:lnTo>
                  <a:pt x="267331" y="116230"/>
                </a:lnTo>
                <a:lnTo>
                  <a:pt x="266847" y="116209"/>
                </a:lnTo>
                <a:lnTo>
                  <a:pt x="266368" y="116179"/>
                </a:lnTo>
                <a:lnTo>
                  <a:pt x="265895" y="116140"/>
                </a:lnTo>
                <a:lnTo>
                  <a:pt x="265427" y="116093"/>
                </a:lnTo>
                <a:lnTo>
                  <a:pt x="264965" y="116038"/>
                </a:lnTo>
                <a:lnTo>
                  <a:pt x="264508" y="115973"/>
                </a:lnTo>
                <a:lnTo>
                  <a:pt x="264057" y="115901"/>
                </a:lnTo>
                <a:lnTo>
                  <a:pt x="263610" y="115819"/>
                </a:lnTo>
                <a:lnTo>
                  <a:pt x="263169" y="115729"/>
                </a:lnTo>
                <a:lnTo>
                  <a:pt x="262734" y="115631"/>
                </a:lnTo>
                <a:lnTo>
                  <a:pt x="262304" y="115523"/>
                </a:lnTo>
                <a:lnTo>
                  <a:pt x="261879" y="115408"/>
                </a:lnTo>
                <a:lnTo>
                  <a:pt x="261460" y="115284"/>
                </a:lnTo>
                <a:lnTo>
                  <a:pt x="261046" y="115151"/>
                </a:lnTo>
                <a:lnTo>
                  <a:pt x="260637" y="115009"/>
                </a:lnTo>
                <a:lnTo>
                  <a:pt x="260234" y="114859"/>
                </a:lnTo>
                <a:lnTo>
                  <a:pt x="259836" y="114701"/>
                </a:lnTo>
                <a:lnTo>
                  <a:pt x="259443" y="114534"/>
                </a:lnTo>
                <a:lnTo>
                  <a:pt x="259056" y="114358"/>
                </a:lnTo>
                <a:lnTo>
                  <a:pt x="258675" y="114174"/>
                </a:lnTo>
                <a:lnTo>
                  <a:pt x="258298" y="113981"/>
                </a:lnTo>
                <a:lnTo>
                  <a:pt x="257927" y="113780"/>
                </a:lnTo>
                <a:lnTo>
                  <a:pt x="257561" y="113571"/>
                </a:lnTo>
                <a:lnTo>
                  <a:pt x="257201" y="113355"/>
                </a:lnTo>
                <a:lnTo>
                  <a:pt x="256846" y="113132"/>
                </a:lnTo>
                <a:lnTo>
                  <a:pt x="256497" y="112902"/>
                </a:lnTo>
                <a:lnTo>
                  <a:pt x="256153" y="112665"/>
                </a:lnTo>
                <a:lnTo>
                  <a:pt x="255814" y="112421"/>
                </a:lnTo>
                <a:lnTo>
                  <a:pt x="255480" y="112171"/>
                </a:lnTo>
                <a:lnTo>
                  <a:pt x="255152" y="111913"/>
                </a:lnTo>
                <a:lnTo>
                  <a:pt x="254830" y="111649"/>
                </a:lnTo>
                <a:lnTo>
                  <a:pt x="254512" y="111378"/>
                </a:lnTo>
                <a:lnTo>
                  <a:pt x="254200" y="111100"/>
                </a:lnTo>
                <a:lnTo>
                  <a:pt x="253894" y="110815"/>
                </a:lnTo>
                <a:lnTo>
                  <a:pt x="253593" y="110523"/>
                </a:lnTo>
                <a:lnTo>
                  <a:pt x="253297" y="110224"/>
                </a:lnTo>
                <a:lnTo>
                  <a:pt x="253006" y="109918"/>
                </a:lnTo>
                <a:lnTo>
                  <a:pt x="252721" y="109605"/>
                </a:lnTo>
                <a:lnTo>
                  <a:pt x="252442" y="109286"/>
                </a:lnTo>
                <a:lnTo>
                  <a:pt x="252167" y="108959"/>
                </a:lnTo>
                <a:lnTo>
                  <a:pt x="251898" y="108626"/>
                </a:lnTo>
                <a:lnTo>
                  <a:pt x="251635" y="108285"/>
                </a:lnTo>
                <a:lnTo>
                  <a:pt x="251376" y="107938"/>
                </a:lnTo>
                <a:lnTo>
                  <a:pt x="251124" y="107584"/>
                </a:lnTo>
                <a:lnTo>
                  <a:pt x="250876" y="107223"/>
                </a:lnTo>
                <a:lnTo>
                  <a:pt x="250634" y="106855"/>
                </a:lnTo>
                <a:lnTo>
                  <a:pt x="250397" y="106481"/>
                </a:lnTo>
                <a:lnTo>
                  <a:pt x="250165" y="106102"/>
                </a:lnTo>
                <a:lnTo>
                  <a:pt x="249939" y="105717"/>
                </a:lnTo>
                <a:lnTo>
                  <a:pt x="249717" y="105327"/>
                </a:lnTo>
                <a:lnTo>
                  <a:pt x="249501" y="104932"/>
                </a:lnTo>
                <a:lnTo>
                  <a:pt x="249290" y="104532"/>
                </a:lnTo>
                <a:lnTo>
                  <a:pt x="249083" y="104127"/>
                </a:lnTo>
                <a:lnTo>
                  <a:pt x="248882" y="103716"/>
                </a:lnTo>
                <a:lnTo>
                  <a:pt x="248686" y="103300"/>
                </a:lnTo>
                <a:lnTo>
                  <a:pt x="248496" y="102879"/>
                </a:lnTo>
                <a:lnTo>
                  <a:pt x="248310" y="102452"/>
                </a:lnTo>
                <a:lnTo>
                  <a:pt x="248129" y="102021"/>
                </a:lnTo>
                <a:lnTo>
                  <a:pt x="247954" y="101584"/>
                </a:lnTo>
                <a:lnTo>
                  <a:pt x="247784" y="101141"/>
                </a:lnTo>
                <a:lnTo>
                  <a:pt x="247618" y="100694"/>
                </a:lnTo>
                <a:lnTo>
                  <a:pt x="247458" y="100241"/>
                </a:lnTo>
                <a:lnTo>
                  <a:pt x="247303" y="99783"/>
                </a:lnTo>
                <a:lnTo>
                  <a:pt x="247153" y="99320"/>
                </a:lnTo>
                <a:lnTo>
                  <a:pt x="247008" y="98852"/>
                </a:lnTo>
                <a:lnTo>
                  <a:pt x="246869" y="98378"/>
                </a:lnTo>
                <a:lnTo>
                  <a:pt x="246734" y="97899"/>
                </a:lnTo>
                <a:lnTo>
                  <a:pt x="246605" y="97415"/>
                </a:lnTo>
                <a:lnTo>
                  <a:pt x="246481" y="96926"/>
                </a:lnTo>
                <a:lnTo>
                  <a:pt x="246361" y="96431"/>
                </a:lnTo>
                <a:lnTo>
                  <a:pt x="246247" y="95932"/>
                </a:lnTo>
                <a:lnTo>
                  <a:pt x="246138" y="95430"/>
                </a:lnTo>
                <a:lnTo>
                  <a:pt x="246033" y="94924"/>
                </a:lnTo>
                <a:lnTo>
                  <a:pt x="245934" y="94415"/>
                </a:lnTo>
                <a:lnTo>
                  <a:pt x="245839" y="93903"/>
                </a:lnTo>
                <a:lnTo>
                  <a:pt x="245749" y="93388"/>
                </a:lnTo>
                <a:lnTo>
                  <a:pt x="245664" y="92869"/>
                </a:lnTo>
                <a:lnTo>
                  <a:pt x="245584" y="92347"/>
                </a:lnTo>
                <a:lnTo>
                  <a:pt x="245508" y="91821"/>
                </a:lnTo>
                <a:lnTo>
                  <a:pt x="245438" y="91292"/>
                </a:lnTo>
                <a:lnTo>
                  <a:pt x="245372" y="90760"/>
                </a:lnTo>
                <a:lnTo>
                  <a:pt x="245312" y="90224"/>
                </a:lnTo>
                <a:lnTo>
                  <a:pt x="245256" y="89686"/>
                </a:lnTo>
                <a:lnTo>
                  <a:pt x="245205" y="89143"/>
                </a:lnTo>
                <a:lnTo>
                  <a:pt x="245158" y="88598"/>
                </a:lnTo>
                <a:lnTo>
                  <a:pt x="245117" y="88049"/>
                </a:lnTo>
                <a:lnTo>
                  <a:pt x="245081" y="87497"/>
                </a:lnTo>
                <a:lnTo>
                  <a:pt x="245049" y="86942"/>
                </a:lnTo>
                <a:lnTo>
                  <a:pt x="245022" y="86383"/>
                </a:lnTo>
                <a:lnTo>
                  <a:pt x="245001" y="85821"/>
                </a:lnTo>
                <a:lnTo>
                  <a:pt x="244983" y="85255"/>
                </a:lnTo>
                <a:lnTo>
                  <a:pt x="244971" y="84687"/>
                </a:lnTo>
                <a:lnTo>
                  <a:pt x="244964" y="84115"/>
                </a:lnTo>
                <a:lnTo>
                  <a:pt x="244962" y="83539"/>
                </a:lnTo>
                <a:lnTo>
                  <a:pt x="244962" y="81992"/>
                </a:lnTo>
                <a:lnTo>
                  <a:pt x="244964" y="81411"/>
                </a:lnTo>
                <a:lnTo>
                  <a:pt x="244971" y="80833"/>
                </a:lnTo>
                <a:lnTo>
                  <a:pt x="244983" y="80259"/>
                </a:lnTo>
                <a:lnTo>
                  <a:pt x="245001" y="79688"/>
                </a:lnTo>
                <a:lnTo>
                  <a:pt x="245022" y="79121"/>
                </a:lnTo>
                <a:lnTo>
                  <a:pt x="245049" y="78557"/>
                </a:lnTo>
                <a:lnTo>
                  <a:pt x="245081" y="77997"/>
                </a:lnTo>
                <a:lnTo>
                  <a:pt x="245117" y="77441"/>
                </a:lnTo>
                <a:lnTo>
                  <a:pt x="245158" y="76888"/>
                </a:lnTo>
                <a:lnTo>
                  <a:pt x="245205" y="76339"/>
                </a:lnTo>
                <a:lnTo>
                  <a:pt x="245256" y="75794"/>
                </a:lnTo>
                <a:lnTo>
                  <a:pt x="245312" y="75252"/>
                </a:lnTo>
                <a:lnTo>
                  <a:pt x="245372" y="74713"/>
                </a:lnTo>
                <a:lnTo>
                  <a:pt x="245438" y="74178"/>
                </a:lnTo>
                <a:lnTo>
                  <a:pt x="245508" y="73647"/>
                </a:lnTo>
                <a:lnTo>
                  <a:pt x="245584" y="73119"/>
                </a:lnTo>
                <a:lnTo>
                  <a:pt x="245664" y="72595"/>
                </a:lnTo>
                <a:lnTo>
                  <a:pt x="245749" y="72075"/>
                </a:lnTo>
                <a:lnTo>
                  <a:pt x="245839" y="71558"/>
                </a:lnTo>
                <a:lnTo>
                  <a:pt x="245934" y="71044"/>
                </a:lnTo>
                <a:lnTo>
                  <a:pt x="246033" y="70534"/>
                </a:lnTo>
                <a:lnTo>
                  <a:pt x="246138" y="70028"/>
                </a:lnTo>
                <a:lnTo>
                  <a:pt x="246247" y="69526"/>
                </a:lnTo>
                <a:lnTo>
                  <a:pt x="246361" y="69027"/>
                </a:lnTo>
                <a:lnTo>
                  <a:pt x="246481" y="68532"/>
                </a:lnTo>
                <a:lnTo>
                  <a:pt x="246605" y="68043"/>
                </a:lnTo>
                <a:lnTo>
                  <a:pt x="246734" y="67558"/>
                </a:lnTo>
                <a:lnTo>
                  <a:pt x="246869" y="67080"/>
                </a:lnTo>
                <a:lnTo>
                  <a:pt x="247008" y="66606"/>
                </a:lnTo>
                <a:lnTo>
                  <a:pt x="247153" y="66137"/>
                </a:lnTo>
                <a:lnTo>
                  <a:pt x="247303" y="65674"/>
                </a:lnTo>
                <a:lnTo>
                  <a:pt x="247458" y="65216"/>
                </a:lnTo>
                <a:lnTo>
                  <a:pt x="247618" y="64764"/>
                </a:lnTo>
                <a:lnTo>
                  <a:pt x="247784" y="64316"/>
                </a:lnTo>
                <a:lnTo>
                  <a:pt x="247954" y="63874"/>
                </a:lnTo>
                <a:lnTo>
                  <a:pt x="248129" y="63437"/>
                </a:lnTo>
                <a:lnTo>
                  <a:pt x="248310" y="63005"/>
                </a:lnTo>
                <a:lnTo>
                  <a:pt x="248496" y="62579"/>
                </a:lnTo>
                <a:lnTo>
                  <a:pt x="248686" y="62158"/>
                </a:lnTo>
                <a:lnTo>
                  <a:pt x="248882" y="61742"/>
                </a:lnTo>
                <a:lnTo>
                  <a:pt x="249083" y="61331"/>
                </a:lnTo>
                <a:lnTo>
                  <a:pt x="249290" y="60925"/>
                </a:lnTo>
                <a:lnTo>
                  <a:pt x="249501" y="60525"/>
                </a:lnTo>
                <a:lnTo>
                  <a:pt x="249717" y="60130"/>
                </a:lnTo>
                <a:lnTo>
                  <a:pt x="249939" y="59740"/>
                </a:lnTo>
                <a:lnTo>
                  <a:pt x="250165" y="59356"/>
                </a:lnTo>
                <a:lnTo>
                  <a:pt x="250397" y="58977"/>
                </a:lnTo>
                <a:lnTo>
                  <a:pt x="250634" y="58603"/>
                </a:lnTo>
                <a:lnTo>
                  <a:pt x="250876" y="58235"/>
                </a:lnTo>
                <a:lnTo>
                  <a:pt x="251124" y="57873"/>
                </a:lnTo>
                <a:lnTo>
                  <a:pt x="251377" y="57519"/>
                </a:lnTo>
                <a:lnTo>
                  <a:pt x="251636" y="57171"/>
                </a:lnTo>
                <a:lnTo>
                  <a:pt x="251900" y="56830"/>
                </a:lnTo>
                <a:lnTo>
                  <a:pt x="252170" y="56496"/>
                </a:lnTo>
                <a:lnTo>
                  <a:pt x="252445" y="56169"/>
                </a:lnTo>
                <a:lnTo>
                  <a:pt x="252725" y="55848"/>
                </a:lnTo>
                <a:lnTo>
                  <a:pt x="253012" y="55534"/>
                </a:lnTo>
                <a:lnTo>
                  <a:pt x="253303" y="55227"/>
                </a:lnTo>
                <a:lnTo>
                  <a:pt x="253600" y="54927"/>
                </a:lnTo>
                <a:lnTo>
                  <a:pt x="253903" y="54634"/>
                </a:lnTo>
                <a:lnTo>
                  <a:pt x="254211" y="54347"/>
                </a:lnTo>
                <a:lnTo>
                  <a:pt x="254525" y="54067"/>
                </a:lnTo>
                <a:lnTo>
                  <a:pt x="254844" y="53794"/>
                </a:lnTo>
                <a:lnTo>
                  <a:pt x="255169" y="53528"/>
                </a:lnTo>
                <a:lnTo>
                  <a:pt x="255499" y="53268"/>
                </a:lnTo>
                <a:lnTo>
                  <a:pt x="255835" y="53015"/>
                </a:lnTo>
                <a:lnTo>
                  <a:pt x="256176" y="52769"/>
                </a:lnTo>
                <a:lnTo>
                  <a:pt x="256522" y="52530"/>
                </a:lnTo>
                <a:lnTo>
                  <a:pt x="256874" y="52298"/>
                </a:lnTo>
                <a:lnTo>
                  <a:pt x="257232" y="52072"/>
                </a:lnTo>
                <a:lnTo>
                  <a:pt x="257595" y="51853"/>
                </a:lnTo>
                <a:lnTo>
                  <a:pt x="257964" y="51641"/>
                </a:lnTo>
                <a:lnTo>
                  <a:pt x="258338" y="51437"/>
                </a:lnTo>
                <a:lnTo>
                  <a:pt x="258718" y="51241"/>
                </a:lnTo>
                <a:lnTo>
                  <a:pt x="259103" y="51054"/>
                </a:lnTo>
                <a:lnTo>
                  <a:pt x="259494" y="50876"/>
                </a:lnTo>
                <a:lnTo>
                  <a:pt x="259890" y="50706"/>
                </a:lnTo>
                <a:lnTo>
                  <a:pt x="260291" y="50545"/>
                </a:lnTo>
                <a:lnTo>
                  <a:pt x="260699" y="50393"/>
                </a:lnTo>
                <a:lnTo>
                  <a:pt x="261111" y="50250"/>
                </a:lnTo>
                <a:lnTo>
                  <a:pt x="261529" y="50115"/>
                </a:lnTo>
                <a:lnTo>
                  <a:pt x="261953" y="49989"/>
                </a:lnTo>
                <a:lnTo>
                  <a:pt x="262382" y="49871"/>
                </a:lnTo>
                <a:lnTo>
                  <a:pt x="262817" y="49763"/>
                </a:lnTo>
                <a:lnTo>
                  <a:pt x="263257" y="49662"/>
                </a:lnTo>
                <a:lnTo>
                  <a:pt x="263703" y="49571"/>
                </a:lnTo>
                <a:lnTo>
                  <a:pt x="264154" y="49489"/>
                </a:lnTo>
                <a:lnTo>
                  <a:pt x="264610" y="49415"/>
                </a:lnTo>
                <a:lnTo>
                  <a:pt x="265073" y="49349"/>
                </a:lnTo>
                <a:lnTo>
                  <a:pt x="265540" y="49293"/>
                </a:lnTo>
                <a:lnTo>
                  <a:pt x="266013" y="49245"/>
                </a:lnTo>
                <a:lnTo>
                  <a:pt x="266492" y="49206"/>
                </a:lnTo>
                <a:lnTo>
                  <a:pt x="266976" y="49175"/>
                </a:lnTo>
                <a:lnTo>
                  <a:pt x="267466" y="49154"/>
                </a:lnTo>
                <a:lnTo>
                  <a:pt x="267961" y="49141"/>
                </a:lnTo>
                <a:lnTo>
                  <a:pt x="268462" y="49136"/>
                </a:lnTo>
                <a:lnTo>
                  <a:pt x="268986" y="49140"/>
                </a:lnTo>
                <a:lnTo>
                  <a:pt x="269504" y="49151"/>
                </a:lnTo>
                <a:lnTo>
                  <a:pt x="270016" y="49169"/>
                </a:lnTo>
                <a:lnTo>
                  <a:pt x="270521" y="49195"/>
                </a:lnTo>
                <a:lnTo>
                  <a:pt x="271020" y="49227"/>
                </a:lnTo>
                <a:lnTo>
                  <a:pt x="271512" y="49268"/>
                </a:lnTo>
                <a:lnTo>
                  <a:pt x="271997" y="49315"/>
                </a:lnTo>
                <a:lnTo>
                  <a:pt x="272476" y="49370"/>
                </a:lnTo>
                <a:lnTo>
                  <a:pt x="272949" y="49432"/>
                </a:lnTo>
                <a:lnTo>
                  <a:pt x="273415" y="49501"/>
                </a:lnTo>
                <a:lnTo>
                  <a:pt x="273874" y="49577"/>
                </a:lnTo>
                <a:lnTo>
                  <a:pt x="274327" y="49661"/>
                </a:lnTo>
                <a:lnTo>
                  <a:pt x="274774" y="49752"/>
                </a:lnTo>
                <a:lnTo>
                  <a:pt x="275214" y="49851"/>
                </a:lnTo>
                <a:lnTo>
                  <a:pt x="275647" y="49956"/>
                </a:lnTo>
                <a:lnTo>
                  <a:pt x="276074" y="50069"/>
                </a:lnTo>
                <a:lnTo>
                  <a:pt x="276494" y="50190"/>
                </a:lnTo>
                <a:lnTo>
                  <a:pt x="276908" y="50317"/>
                </a:lnTo>
                <a:lnTo>
                  <a:pt x="277315" y="50452"/>
                </a:lnTo>
                <a:lnTo>
                  <a:pt x="277716" y="50594"/>
                </a:lnTo>
                <a:lnTo>
                  <a:pt x="278110" y="50744"/>
                </a:lnTo>
                <a:lnTo>
                  <a:pt x="278498" y="50901"/>
                </a:lnTo>
                <a:lnTo>
                  <a:pt x="278879" y="51065"/>
                </a:lnTo>
                <a:lnTo>
                  <a:pt x="279254" y="51236"/>
                </a:lnTo>
                <a:lnTo>
                  <a:pt x="279623" y="51413"/>
                </a:lnTo>
                <a:lnTo>
                  <a:pt x="279986" y="51595"/>
                </a:lnTo>
                <a:lnTo>
                  <a:pt x="280344" y="51781"/>
                </a:lnTo>
                <a:lnTo>
                  <a:pt x="280697" y="51973"/>
                </a:lnTo>
                <a:lnTo>
                  <a:pt x="281044" y="52168"/>
                </a:lnTo>
                <a:lnTo>
                  <a:pt x="281386" y="52368"/>
                </a:lnTo>
                <a:lnTo>
                  <a:pt x="281722" y="52573"/>
                </a:lnTo>
                <a:lnTo>
                  <a:pt x="282053" y="52783"/>
                </a:lnTo>
                <a:lnTo>
                  <a:pt x="282379" y="52997"/>
                </a:lnTo>
                <a:lnTo>
                  <a:pt x="282699" y="53216"/>
                </a:lnTo>
                <a:lnTo>
                  <a:pt x="283014" y="53439"/>
                </a:lnTo>
                <a:lnTo>
                  <a:pt x="283324" y="53667"/>
                </a:lnTo>
                <a:lnTo>
                  <a:pt x="283628" y="53899"/>
                </a:lnTo>
                <a:lnTo>
                  <a:pt x="283927" y="54137"/>
                </a:lnTo>
                <a:lnTo>
                  <a:pt x="284221" y="54378"/>
                </a:lnTo>
                <a:lnTo>
                  <a:pt x="284509" y="54625"/>
                </a:lnTo>
                <a:lnTo>
                  <a:pt x="284792" y="54875"/>
                </a:lnTo>
                <a:lnTo>
                  <a:pt x="285069" y="55131"/>
                </a:lnTo>
                <a:lnTo>
                  <a:pt x="285341" y="55391"/>
                </a:lnTo>
                <a:lnTo>
                  <a:pt x="285608" y="55656"/>
                </a:lnTo>
                <a:lnTo>
                  <a:pt x="285869" y="55925"/>
                </a:lnTo>
                <a:lnTo>
                  <a:pt x="286125" y="56199"/>
                </a:lnTo>
                <a:lnTo>
                  <a:pt x="286376" y="56478"/>
                </a:lnTo>
                <a:lnTo>
                  <a:pt x="286621" y="56761"/>
                </a:lnTo>
                <a:lnTo>
                  <a:pt x="286861" y="57047"/>
                </a:lnTo>
                <a:lnTo>
                  <a:pt x="287097" y="57336"/>
                </a:lnTo>
                <a:lnTo>
                  <a:pt x="287329" y="57627"/>
                </a:lnTo>
                <a:lnTo>
                  <a:pt x="287557" y="57920"/>
                </a:lnTo>
                <a:lnTo>
                  <a:pt x="287780" y="58215"/>
                </a:lnTo>
                <a:lnTo>
                  <a:pt x="288000" y="58513"/>
                </a:lnTo>
                <a:lnTo>
                  <a:pt x="288215" y="58812"/>
                </a:lnTo>
                <a:lnTo>
                  <a:pt x="288426" y="59114"/>
                </a:lnTo>
                <a:lnTo>
                  <a:pt x="288632" y="59418"/>
                </a:lnTo>
                <a:lnTo>
                  <a:pt x="288835" y="59724"/>
                </a:lnTo>
                <a:lnTo>
                  <a:pt x="289033" y="60033"/>
                </a:lnTo>
                <a:lnTo>
                  <a:pt x="289227" y="60343"/>
                </a:lnTo>
                <a:lnTo>
                  <a:pt x="289416" y="60656"/>
                </a:lnTo>
                <a:lnTo>
                  <a:pt x="289602" y="60970"/>
                </a:lnTo>
                <a:lnTo>
                  <a:pt x="289783" y="61287"/>
                </a:lnTo>
                <a:lnTo>
                  <a:pt x="289960" y="61607"/>
                </a:lnTo>
                <a:lnTo>
                  <a:pt x="290133" y="61928"/>
                </a:lnTo>
                <a:lnTo>
                  <a:pt x="290302" y="62251"/>
                </a:lnTo>
                <a:lnTo>
                  <a:pt x="290466" y="62577"/>
                </a:lnTo>
                <a:lnTo>
                  <a:pt x="290626" y="62905"/>
                </a:lnTo>
                <a:lnTo>
                  <a:pt x="290782" y="63235"/>
                </a:lnTo>
                <a:lnTo>
                  <a:pt x="290934" y="63567"/>
                </a:lnTo>
                <a:lnTo>
                  <a:pt x="291082" y="63902"/>
                </a:lnTo>
                <a:lnTo>
                  <a:pt x="291225" y="64238"/>
                </a:lnTo>
                <a:lnTo>
                  <a:pt x="291365" y="64576"/>
                </a:lnTo>
                <a:lnTo>
                  <a:pt x="291372" y="64594"/>
                </a:lnTo>
                <a:lnTo>
                  <a:pt x="291372" y="101895"/>
                </a:lnTo>
                <a:lnTo>
                  <a:pt x="291184" y="102283"/>
                </a:lnTo>
                <a:lnTo>
                  <a:pt x="290970" y="102710"/>
                </a:lnTo>
                <a:lnTo>
                  <a:pt x="290751" y="103132"/>
                </a:lnTo>
                <a:lnTo>
                  <a:pt x="290525" y="103552"/>
                </a:lnTo>
                <a:lnTo>
                  <a:pt x="290294" y="103969"/>
                </a:lnTo>
                <a:close/>
                <a:moveTo>
                  <a:pt x="9066" y="67093"/>
                </a:moveTo>
                <a:lnTo>
                  <a:pt x="9226" y="66686"/>
                </a:lnTo>
                <a:lnTo>
                  <a:pt x="9391" y="66280"/>
                </a:lnTo>
                <a:lnTo>
                  <a:pt x="9561" y="65877"/>
                </a:lnTo>
                <a:lnTo>
                  <a:pt x="9736" y="65476"/>
                </a:lnTo>
                <a:lnTo>
                  <a:pt x="9916" y="65077"/>
                </a:lnTo>
                <a:lnTo>
                  <a:pt x="10102" y="64680"/>
                </a:lnTo>
                <a:lnTo>
                  <a:pt x="10293" y="64285"/>
                </a:lnTo>
                <a:lnTo>
                  <a:pt x="10490" y="63892"/>
                </a:lnTo>
                <a:lnTo>
                  <a:pt x="10691" y="63502"/>
                </a:lnTo>
                <a:lnTo>
                  <a:pt x="10898" y="63113"/>
                </a:lnTo>
                <a:lnTo>
                  <a:pt x="11110" y="62726"/>
                </a:lnTo>
                <a:lnTo>
                  <a:pt x="11327" y="62341"/>
                </a:lnTo>
                <a:lnTo>
                  <a:pt x="11549" y="61959"/>
                </a:lnTo>
                <a:lnTo>
                  <a:pt x="11777" y="61578"/>
                </a:lnTo>
                <a:lnTo>
                  <a:pt x="12010" y="61199"/>
                </a:lnTo>
                <a:lnTo>
                  <a:pt x="12248" y="60823"/>
                </a:lnTo>
                <a:lnTo>
                  <a:pt x="12492" y="60448"/>
                </a:lnTo>
                <a:lnTo>
                  <a:pt x="12740" y="60076"/>
                </a:lnTo>
                <a:lnTo>
                  <a:pt x="12994" y="59706"/>
                </a:lnTo>
                <a:lnTo>
                  <a:pt x="13254" y="59337"/>
                </a:lnTo>
                <a:lnTo>
                  <a:pt x="13518" y="58971"/>
                </a:lnTo>
                <a:lnTo>
                  <a:pt x="13788" y="58609"/>
                </a:lnTo>
                <a:lnTo>
                  <a:pt x="14063" y="58252"/>
                </a:lnTo>
                <a:lnTo>
                  <a:pt x="14343" y="57900"/>
                </a:lnTo>
                <a:lnTo>
                  <a:pt x="14629" y="57555"/>
                </a:lnTo>
                <a:lnTo>
                  <a:pt x="14920" y="57215"/>
                </a:lnTo>
                <a:lnTo>
                  <a:pt x="15217" y="56881"/>
                </a:lnTo>
                <a:lnTo>
                  <a:pt x="15519" y="56552"/>
                </a:lnTo>
                <a:lnTo>
                  <a:pt x="15826" y="56229"/>
                </a:lnTo>
                <a:lnTo>
                  <a:pt x="16139" y="55911"/>
                </a:lnTo>
                <a:lnTo>
                  <a:pt x="16457" y="55600"/>
                </a:lnTo>
                <a:lnTo>
                  <a:pt x="16780" y="55293"/>
                </a:lnTo>
                <a:lnTo>
                  <a:pt x="17109" y="54993"/>
                </a:lnTo>
                <a:lnTo>
                  <a:pt x="17444" y="54698"/>
                </a:lnTo>
                <a:lnTo>
                  <a:pt x="17783" y="54409"/>
                </a:lnTo>
                <a:lnTo>
                  <a:pt x="18128" y="54125"/>
                </a:lnTo>
                <a:lnTo>
                  <a:pt x="18478" y="53847"/>
                </a:lnTo>
                <a:lnTo>
                  <a:pt x="18834" y="53575"/>
                </a:lnTo>
                <a:lnTo>
                  <a:pt x="19195" y="53308"/>
                </a:lnTo>
                <a:lnTo>
                  <a:pt x="19561" y="53047"/>
                </a:lnTo>
                <a:lnTo>
                  <a:pt x="19933" y="52791"/>
                </a:lnTo>
                <a:lnTo>
                  <a:pt x="20310" y="52541"/>
                </a:lnTo>
                <a:lnTo>
                  <a:pt x="20693" y="52297"/>
                </a:lnTo>
                <a:lnTo>
                  <a:pt x="21081" y="52058"/>
                </a:lnTo>
                <a:lnTo>
                  <a:pt x="21474" y="51825"/>
                </a:lnTo>
                <a:lnTo>
                  <a:pt x="21873" y="51600"/>
                </a:lnTo>
                <a:lnTo>
                  <a:pt x="22277" y="51384"/>
                </a:lnTo>
                <a:lnTo>
                  <a:pt x="22687" y="51178"/>
                </a:lnTo>
                <a:lnTo>
                  <a:pt x="23102" y="50981"/>
                </a:lnTo>
                <a:lnTo>
                  <a:pt x="23523" y="50794"/>
                </a:lnTo>
                <a:lnTo>
                  <a:pt x="23949" y="50617"/>
                </a:lnTo>
                <a:lnTo>
                  <a:pt x="24381" y="50449"/>
                </a:lnTo>
                <a:lnTo>
                  <a:pt x="24818" y="50290"/>
                </a:lnTo>
                <a:lnTo>
                  <a:pt x="25261" y="50142"/>
                </a:lnTo>
                <a:lnTo>
                  <a:pt x="25709" y="50003"/>
                </a:lnTo>
                <a:lnTo>
                  <a:pt x="26162" y="49873"/>
                </a:lnTo>
                <a:lnTo>
                  <a:pt x="26622" y="49753"/>
                </a:lnTo>
                <a:lnTo>
                  <a:pt x="27086" y="49643"/>
                </a:lnTo>
                <a:lnTo>
                  <a:pt x="27557" y="49542"/>
                </a:lnTo>
                <a:lnTo>
                  <a:pt x="28032" y="49451"/>
                </a:lnTo>
                <a:lnTo>
                  <a:pt x="28513" y="49370"/>
                </a:lnTo>
                <a:lnTo>
                  <a:pt x="29000" y="49298"/>
                </a:lnTo>
                <a:lnTo>
                  <a:pt x="29492" y="49235"/>
                </a:lnTo>
                <a:lnTo>
                  <a:pt x="29990" y="49183"/>
                </a:lnTo>
                <a:lnTo>
                  <a:pt x="30493" y="49139"/>
                </a:lnTo>
                <a:lnTo>
                  <a:pt x="31002" y="49106"/>
                </a:lnTo>
                <a:lnTo>
                  <a:pt x="31516" y="49082"/>
                </a:lnTo>
                <a:lnTo>
                  <a:pt x="32036" y="49067"/>
                </a:lnTo>
                <a:lnTo>
                  <a:pt x="32561" y="49063"/>
                </a:lnTo>
                <a:lnTo>
                  <a:pt x="33037" y="49066"/>
                </a:lnTo>
                <a:lnTo>
                  <a:pt x="33508" y="49076"/>
                </a:lnTo>
                <a:lnTo>
                  <a:pt x="33973" y="49094"/>
                </a:lnTo>
                <a:lnTo>
                  <a:pt x="34433" y="49118"/>
                </a:lnTo>
                <a:lnTo>
                  <a:pt x="34888" y="49149"/>
                </a:lnTo>
                <a:lnTo>
                  <a:pt x="35337" y="49187"/>
                </a:lnTo>
                <a:lnTo>
                  <a:pt x="35781" y="49232"/>
                </a:lnTo>
                <a:lnTo>
                  <a:pt x="36220" y="49284"/>
                </a:lnTo>
                <a:lnTo>
                  <a:pt x="36653" y="49342"/>
                </a:lnTo>
                <a:lnTo>
                  <a:pt x="37081" y="49408"/>
                </a:lnTo>
                <a:lnTo>
                  <a:pt x="37503" y="49480"/>
                </a:lnTo>
                <a:lnTo>
                  <a:pt x="37920" y="49560"/>
                </a:lnTo>
                <a:lnTo>
                  <a:pt x="38332" y="49646"/>
                </a:lnTo>
                <a:lnTo>
                  <a:pt x="38738" y="49739"/>
                </a:lnTo>
                <a:lnTo>
                  <a:pt x="39139" y="49840"/>
                </a:lnTo>
                <a:lnTo>
                  <a:pt x="39535" y="49947"/>
                </a:lnTo>
                <a:lnTo>
                  <a:pt x="39925" y="50061"/>
                </a:lnTo>
                <a:lnTo>
                  <a:pt x="40310" y="50181"/>
                </a:lnTo>
                <a:lnTo>
                  <a:pt x="40689" y="50309"/>
                </a:lnTo>
                <a:lnTo>
                  <a:pt x="41064" y="50444"/>
                </a:lnTo>
                <a:lnTo>
                  <a:pt x="41432" y="50586"/>
                </a:lnTo>
                <a:lnTo>
                  <a:pt x="41796" y="50734"/>
                </a:lnTo>
                <a:lnTo>
                  <a:pt x="42154" y="50889"/>
                </a:lnTo>
                <a:lnTo>
                  <a:pt x="42506" y="51052"/>
                </a:lnTo>
                <a:lnTo>
                  <a:pt x="42853" y="51222"/>
                </a:lnTo>
                <a:lnTo>
                  <a:pt x="43193" y="51402"/>
                </a:lnTo>
                <a:lnTo>
                  <a:pt x="43526" y="51591"/>
                </a:lnTo>
                <a:lnTo>
                  <a:pt x="43853" y="51789"/>
                </a:lnTo>
                <a:lnTo>
                  <a:pt x="44173" y="51997"/>
                </a:lnTo>
                <a:lnTo>
                  <a:pt x="44486" y="52214"/>
                </a:lnTo>
                <a:lnTo>
                  <a:pt x="44793" y="52441"/>
                </a:lnTo>
                <a:lnTo>
                  <a:pt x="45093" y="52676"/>
                </a:lnTo>
                <a:lnTo>
                  <a:pt x="45386" y="52922"/>
                </a:lnTo>
                <a:lnTo>
                  <a:pt x="45673" y="53176"/>
                </a:lnTo>
                <a:lnTo>
                  <a:pt x="45953" y="53440"/>
                </a:lnTo>
                <a:lnTo>
                  <a:pt x="46226" y="53713"/>
                </a:lnTo>
                <a:lnTo>
                  <a:pt x="46493" y="53995"/>
                </a:lnTo>
                <a:lnTo>
                  <a:pt x="46753" y="54287"/>
                </a:lnTo>
                <a:lnTo>
                  <a:pt x="47007" y="54588"/>
                </a:lnTo>
                <a:lnTo>
                  <a:pt x="47254" y="54899"/>
                </a:lnTo>
                <a:lnTo>
                  <a:pt x="47494" y="55219"/>
                </a:lnTo>
                <a:lnTo>
                  <a:pt x="47727" y="55548"/>
                </a:lnTo>
                <a:lnTo>
                  <a:pt x="47954" y="55886"/>
                </a:lnTo>
                <a:lnTo>
                  <a:pt x="48175" y="56234"/>
                </a:lnTo>
                <a:lnTo>
                  <a:pt x="48388" y="56591"/>
                </a:lnTo>
                <a:lnTo>
                  <a:pt x="48595" y="56958"/>
                </a:lnTo>
                <a:lnTo>
                  <a:pt x="48795" y="57333"/>
                </a:lnTo>
                <a:lnTo>
                  <a:pt x="48989" y="57719"/>
                </a:lnTo>
                <a:lnTo>
                  <a:pt x="49175" y="58115"/>
                </a:lnTo>
                <a:lnTo>
                  <a:pt x="49354" y="58523"/>
                </a:lnTo>
                <a:lnTo>
                  <a:pt x="49524" y="58943"/>
                </a:lnTo>
                <a:lnTo>
                  <a:pt x="49687" y="59375"/>
                </a:lnTo>
                <a:lnTo>
                  <a:pt x="49841" y="59820"/>
                </a:lnTo>
                <a:lnTo>
                  <a:pt x="49988" y="60276"/>
                </a:lnTo>
                <a:lnTo>
                  <a:pt x="50127" y="60745"/>
                </a:lnTo>
                <a:lnTo>
                  <a:pt x="50258" y="61226"/>
                </a:lnTo>
                <a:lnTo>
                  <a:pt x="50381" y="61719"/>
                </a:lnTo>
                <a:lnTo>
                  <a:pt x="50496" y="62224"/>
                </a:lnTo>
                <a:lnTo>
                  <a:pt x="50603" y="62742"/>
                </a:lnTo>
                <a:lnTo>
                  <a:pt x="50702" y="63271"/>
                </a:lnTo>
                <a:lnTo>
                  <a:pt x="50793" y="63813"/>
                </a:lnTo>
                <a:lnTo>
                  <a:pt x="50876" y="64367"/>
                </a:lnTo>
                <a:lnTo>
                  <a:pt x="50952" y="64933"/>
                </a:lnTo>
                <a:lnTo>
                  <a:pt x="51019" y="65511"/>
                </a:lnTo>
                <a:lnTo>
                  <a:pt x="51078" y="66101"/>
                </a:lnTo>
                <a:lnTo>
                  <a:pt x="51130" y="66704"/>
                </a:lnTo>
                <a:lnTo>
                  <a:pt x="51174" y="67318"/>
                </a:lnTo>
                <a:lnTo>
                  <a:pt x="51209" y="67945"/>
                </a:lnTo>
                <a:lnTo>
                  <a:pt x="51237" y="68584"/>
                </a:lnTo>
                <a:lnTo>
                  <a:pt x="51257" y="69235"/>
                </a:lnTo>
                <a:lnTo>
                  <a:pt x="51269" y="69898"/>
                </a:lnTo>
                <a:lnTo>
                  <a:pt x="51273" y="70574"/>
                </a:lnTo>
                <a:lnTo>
                  <a:pt x="51273" y="122583"/>
                </a:lnTo>
                <a:lnTo>
                  <a:pt x="60113" y="122583"/>
                </a:lnTo>
                <a:lnTo>
                  <a:pt x="60113" y="70647"/>
                </a:lnTo>
                <a:lnTo>
                  <a:pt x="60110" y="69994"/>
                </a:lnTo>
                <a:lnTo>
                  <a:pt x="60101" y="69350"/>
                </a:lnTo>
                <a:lnTo>
                  <a:pt x="60086" y="68713"/>
                </a:lnTo>
                <a:lnTo>
                  <a:pt x="60065" y="68084"/>
                </a:lnTo>
                <a:lnTo>
                  <a:pt x="60038" y="67464"/>
                </a:lnTo>
                <a:lnTo>
                  <a:pt x="60005" y="66851"/>
                </a:lnTo>
                <a:lnTo>
                  <a:pt x="59966" y="66247"/>
                </a:lnTo>
                <a:lnTo>
                  <a:pt x="59920" y="65650"/>
                </a:lnTo>
                <a:lnTo>
                  <a:pt x="59869" y="65062"/>
                </a:lnTo>
                <a:lnTo>
                  <a:pt x="59812" y="64481"/>
                </a:lnTo>
                <a:lnTo>
                  <a:pt x="59749" y="63909"/>
                </a:lnTo>
                <a:lnTo>
                  <a:pt x="59680" y="63345"/>
                </a:lnTo>
                <a:lnTo>
                  <a:pt x="59605" y="62789"/>
                </a:lnTo>
                <a:lnTo>
                  <a:pt x="59524" y="62241"/>
                </a:lnTo>
                <a:lnTo>
                  <a:pt x="59437" y="61701"/>
                </a:lnTo>
                <a:lnTo>
                  <a:pt x="59343" y="61169"/>
                </a:lnTo>
                <a:lnTo>
                  <a:pt x="59244" y="60645"/>
                </a:lnTo>
                <a:lnTo>
                  <a:pt x="59139" y="60129"/>
                </a:lnTo>
                <a:lnTo>
                  <a:pt x="59028" y="59621"/>
                </a:lnTo>
                <a:lnTo>
                  <a:pt x="58911" y="59121"/>
                </a:lnTo>
                <a:lnTo>
                  <a:pt x="58787" y="58630"/>
                </a:lnTo>
                <a:lnTo>
                  <a:pt x="58658" y="58146"/>
                </a:lnTo>
                <a:lnTo>
                  <a:pt x="58523" y="57670"/>
                </a:lnTo>
                <a:lnTo>
                  <a:pt x="58382" y="57203"/>
                </a:lnTo>
                <a:lnTo>
                  <a:pt x="58235" y="56743"/>
                </a:lnTo>
                <a:lnTo>
                  <a:pt x="58082" y="56290"/>
                </a:lnTo>
                <a:lnTo>
                  <a:pt x="57925" y="55845"/>
                </a:lnTo>
                <a:lnTo>
                  <a:pt x="57762" y="55406"/>
                </a:lnTo>
                <a:lnTo>
                  <a:pt x="57593" y="54975"/>
                </a:lnTo>
                <a:lnTo>
                  <a:pt x="57419" y="54551"/>
                </a:lnTo>
                <a:lnTo>
                  <a:pt x="57240" y="54134"/>
                </a:lnTo>
                <a:lnTo>
                  <a:pt x="57056" y="53724"/>
                </a:lnTo>
                <a:lnTo>
                  <a:pt x="56866" y="53322"/>
                </a:lnTo>
                <a:lnTo>
                  <a:pt x="56670" y="52926"/>
                </a:lnTo>
                <a:lnTo>
                  <a:pt x="56470" y="52538"/>
                </a:lnTo>
                <a:lnTo>
                  <a:pt x="56264" y="52157"/>
                </a:lnTo>
                <a:lnTo>
                  <a:pt x="56052" y="51783"/>
                </a:lnTo>
                <a:lnTo>
                  <a:pt x="55835" y="51416"/>
                </a:lnTo>
                <a:lnTo>
                  <a:pt x="55613" y="51056"/>
                </a:lnTo>
                <a:lnTo>
                  <a:pt x="55386" y="50704"/>
                </a:lnTo>
                <a:lnTo>
                  <a:pt x="55153" y="50358"/>
                </a:lnTo>
                <a:lnTo>
                  <a:pt x="54915" y="50020"/>
                </a:lnTo>
                <a:lnTo>
                  <a:pt x="54671" y="49689"/>
                </a:lnTo>
                <a:lnTo>
                  <a:pt x="54422" y="49366"/>
                </a:lnTo>
                <a:lnTo>
                  <a:pt x="54168" y="49049"/>
                </a:lnTo>
                <a:lnTo>
                  <a:pt x="53908" y="48739"/>
                </a:lnTo>
                <a:lnTo>
                  <a:pt x="53643" y="48437"/>
                </a:lnTo>
                <a:lnTo>
                  <a:pt x="53372" y="48142"/>
                </a:lnTo>
                <a:lnTo>
                  <a:pt x="53097" y="47853"/>
                </a:lnTo>
                <a:lnTo>
                  <a:pt x="52816" y="47572"/>
                </a:lnTo>
                <a:lnTo>
                  <a:pt x="52530" y="47296"/>
                </a:lnTo>
                <a:lnTo>
                  <a:pt x="52240" y="47028"/>
                </a:lnTo>
                <a:lnTo>
                  <a:pt x="51944" y="46765"/>
                </a:lnTo>
                <a:lnTo>
                  <a:pt x="51643" y="46510"/>
                </a:lnTo>
                <a:lnTo>
                  <a:pt x="51338" y="46260"/>
                </a:lnTo>
                <a:lnTo>
                  <a:pt x="51027" y="46018"/>
                </a:lnTo>
                <a:lnTo>
                  <a:pt x="50712" y="45782"/>
                </a:lnTo>
                <a:lnTo>
                  <a:pt x="50391" y="45552"/>
                </a:lnTo>
                <a:lnTo>
                  <a:pt x="50065" y="45329"/>
                </a:lnTo>
                <a:lnTo>
                  <a:pt x="49735" y="45112"/>
                </a:lnTo>
                <a:lnTo>
                  <a:pt x="49399" y="44902"/>
                </a:lnTo>
                <a:lnTo>
                  <a:pt x="49059" y="44699"/>
                </a:lnTo>
                <a:lnTo>
                  <a:pt x="48713" y="44502"/>
                </a:lnTo>
                <a:lnTo>
                  <a:pt x="48363" y="44311"/>
                </a:lnTo>
                <a:lnTo>
                  <a:pt x="48007" y="44127"/>
                </a:lnTo>
                <a:lnTo>
                  <a:pt x="47647" y="43950"/>
                </a:lnTo>
                <a:lnTo>
                  <a:pt x="47281" y="43779"/>
                </a:lnTo>
                <a:lnTo>
                  <a:pt x="46911" y="43614"/>
                </a:lnTo>
                <a:lnTo>
                  <a:pt x="46536" y="43456"/>
                </a:lnTo>
                <a:lnTo>
                  <a:pt x="46155" y="43305"/>
                </a:lnTo>
                <a:lnTo>
                  <a:pt x="45770" y="43160"/>
                </a:lnTo>
                <a:lnTo>
                  <a:pt x="45379" y="43022"/>
                </a:lnTo>
                <a:lnTo>
                  <a:pt x="44984" y="42890"/>
                </a:lnTo>
                <a:lnTo>
                  <a:pt x="44585" y="42763"/>
                </a:lnTo>
                <a:lnTo>
                  <a:pt x="44181" y="42642"/>
                </a:lnTo>
                <a:lnTo>
                  <a:pt x="43773" y="42527"/>
                </a:lnTo>
                <a:lnTo>
                  <a:pt x="43360" y="42417"/>
                </a:lnTo>
                <a:lnTo>
                  <a:pt x="42944" y="42313"/>
                </a:lnTo>
                <a:lnTo>
                  <a:pt x="42522" y="42214"/>
                </a:lnTo>
                <a:lnTo>
                  <a:pt x="42097" y="42122"/>
                </a:lnTo>
                <a:lnTo>
                  <a:pt x="41667" y="42034"/>
                </a:lnTo>
                <a:lnTo>
                  <a:pt x="41233" y="41953"/>
                </a:lnTo>
                <a:lnTo>
                  <a:pt x="40794" y="41877"/>
                </a:lnTo>
                <a:lnTo>
                  <a:pt x="40351" y="41806"/>
                </a:lnTo>
                <a:lnTo>
                  <a:pt x="39904" y="41742"/>
                </a:lnTo>
                <a:lnTo>
                  <a:pt x="39453" y="41683"/>
                </a:lnTo>
                <a:lnTo>
                  <a:pt x="38997" y="41629"/>
                </a:lnTo>
                <a:lnTo>
                  <a:pt x="38536" y="41581"/>
                </a:lnTo>
                <a:lnTo>
                  <a:pt x="38072" y="41539"/>
                </a:lnTo>
                <a:lnTo>
                  <a:pt x="37603" y="41503"/>
                </a:lnTo>
                <a:lnTo>
                  <a:pt x="37129" y="41472"/>
                </a:lnTo>
                <a:lnTo>
                  <a:pt x="36652" y="41446"/>
                </a:lnTo>
                <a:lnTo>
                  <a:pt x="36170" y="41427"/>
                </a:lnTo>
                <a:lnTo>
                  <a:pt x="35683" y="41412"/>
                </a:lnTo>
                <a:lnTo>
                  <a:pt x="35193" y="41404"/>
                </a:lnTo>
                <a:lnTo>
                  <a:pt x="34697" y="41401"/>
                </a:lnTo>
                <a:lnTo>
                  <a:pt x="34129" y="41406"/>
                </a:lnTo>
                <a:lnTo>
                  <a:pt x="33564" y="41420"/>
                </a:lnTo>
                <a:lnTo>
                  <a:pt x="33003" y="41443"/>
                </a:lnTo>
                <a:lnTo>
                  <a:pt x="32447" y="41475"/>
                </a:lnTo>
                <a:lnTo>
                  <a:pt x="31894" y="41516"/>
                </a:lnTo>
                <a:lnTo>
                  <a:pt x="31346" y="41567"/>
                </a:lnTo>
                <a:lnTo>
                  <a:pt x="30801" y="41627"/>
                </a:lnTo>
                <a:lnTo>
                  <a:pt x="30261" y="41696"/>
                </a:lnTo>
                <a:lnTo>
                  <a:pt x="29725" y="41774"/>
                </a:lnTo>
                <a:lnTo>
                  <a:pt x="29193" y="41862"/>
                </a:lnTo>
                <a:lnTo>
                  <a:pt x="28665" y="41958"/>
                </a:lnTo>
                <a:lnTo>
                  <a:pt x="28141" y="42064"/>
                </a:lnTo>
                <a:lnTo>
                  <a:pt x="27621" y="42179"/>
                </a:lnTo>
                <a:lnTo>
                  <a:pt x="27106" y="42304"/>
                </a:lnTo>
                <a:lnTo>
                  <a:pt x="26594" y="42437"/>
                </a:lnTo>
                <a:lnTo>
                  <a:pt x="26087" y="42580"/>
                </a:lnTo>
                <a:lnTo>
                  <a:pt x="25583" y="42732"/>
                </a:lnTo>
                <a:lnTo>
                  <a:pt x="25084" y="42893"/>
                </a:lnTo>
                <a:lnTo>
                  <a:pt x="24589" y="43063"/>
                </a:lnTo>
                <a:lnTo>
                  <a:pt x="24098" y="43243"/>
                </a:lnTo>
                <a:lnTo>
                  <a:pt x="23610" y="43432"/>
                </a:lnTo>
                <a:lnTo>
                  <a:pt x="23128" y="43630"/>
                </a:lnTo>
                <a:lnTo>
                  <a:pt x="22649" y="43837"/>
                </a:lnTo>
                <a:lnTo>
                  <a:pt x="22174" y="44053"/>
                </a:lnTo>
                <a:lnTo>
                  <a:pt x="21704" y="44278"/>
                </a:lnTo>
                <a:lnTo>
                  <a:pt x="21239" y="44510"/>
                </a:lnTo>
                <a:lnTo>
                  <a:pt x="20779" y="44749"/>
                </a:lnTo>
                <a:lnTo>
                  <a:pt x="20325" y="44995"/>
                </a:lnTo>
                <a:lnTo>
                  <a:pt x="19876" y="45248"/>
                </a:lnTo>
                <a:lnTo>
                  <a:pt x="19432" y="45508"/>
                </a:lnTo>
                <a:lnTo>
                  <a:pt x="18994" y="45776"/>
                </a:lnTo>
                <a:lnTo>
                  <a:pt x="18560" y="46050"/>
                </a:lnTo>
                <a:lnTo>
                  <a:pt x="18132" y="46332"/>
                </a:lnTo>
                <a:lnTo>
                  <a:pt x="17709" y="46621"/>
                </a:lnTo>
                <a:lnTo>
                  <a:pt x="17292" y="46918"/>
                </a:lnTo>
                <a:lnTo>
                  <a:pt x="16879" y="47221"/>
                </a:lnTo>
                <a:lnTo>
                  <a:pt x="16472" y="47531"/>
                </a:lnTo>
                <a:lnTo>
                  <a:pt x="16070" y="47849"/>
                </a:lnTo>
                <a:lnTo>
                  <a:pt x="15673" y="48174"/>
                </a:lnTo>
                <a:lnTo>
                  <a:pt x="15282" y="48506"/>
                </a:lnTo>
                <a:lnTo>
                  <a:pt x="14896" y="48845"/>
                </a:lnTo>
                <a:lnTo>
                  <a:pt x="14515" y="49192"/>
                </a:lnTo>
                <a:lnTo>
                  <a:pt x="14139" y="49545"/>
                </a:lnTo>
                <a:lnTo>
                  <a:pt x="13769" y="49906"/>
                </a:lnTo>
                <a:lnTo>
                  <a:pt x="13403" y="50274"/>
                </a:lnTo>
                <a:lnTo>
                  <a:pt x="13044" y="50649"/>
                </a:lnTo>
                <a:lnTo>
                  <a:pt x="12689" y="51031"/>
                </a:lnTo>
                <a:lnTo>
                  <a:pt x="12339" y="51420"/>
                </a:lnTo>
                <a:lnTo>
                  <a:pt x="11995" y="51815"/>
                </a:lnTo>
                <a:lnTo>
                  <a:pt x="11658" y="52216"/>
                </a:lnTo>
                <a:lnTo>
                  <a:pt x="11326" y="52622"/>
                </a:lnTo>
                <a:lnTo>
                  <a:pt x="11000" y="53033"/>
                </a:lnTo>
                <a:lnTo>
                  <a:pt x="10680" y="53448"/>
                </a:lnTo>
                <a:lnTo>
                  <a:pt x="10366" y="53869"/>
                </a:lnTo>
                <a:lnTo>
                  <a:pt x="10059" y="54296"/>
                </a:lnTo>
                <a:lnTo>
                  <a:pt x="9757" y="54727"/>
                </a:lnTo>
                <a:lnTo>
                  <a:pt x="9461" y="55163"/>
                </a:lnTo>
                <a:lnTo>
                  <a:pt x="9171" y="55605"/>
                </a:lnTo>
                <a:lnTo>
                  <a:pt x="8888" y="56051"/>
                </a:lnTo>
                <a:lnTo>
                  <a:pt x="8690" y="56372"/>
                </a:lnTo>
                <a:lnTo>
                  <a:pt x="8398" y="42875"/>
                </a:lnTo>
                <a:lnTo>
                  <a:pt x="0" y="42875"/>
                </a:lnTo>
                <a:lnTo>
                  <a:pt x="0" y="122583"/>
                </a:lnTo>
                <a:lnTo>
                  <a:pt x="8766" y="122583"/>
                </a:lnTo>
                <a:lnTo>
                  <a:pt x="8766" y="67904"/>
                </a:lnTo>
                <a:lnTo>
                  <a:pt x="8912" y="67502"/>
                </a:lnTo>
                <a:lnTo>
                  <a:pt x="9066" y="67093"/>
                </a:lnTo>
                <a:close/>
                <a:moveTo>
                  <a:pt x="450584" y="74873"/>
                </a:moveTo>
                <a:lnTo>
                  <a:pt x="451135" y="74649"/>
                </a:lnTo>
                <a:lnTo>
                  <a:pt x="451680" y="74416"/>
                </a:lnTo>
                <a:lnTo>
                  <a:pt x="452219" y="74174"/>
                </a:lnTo>
                <a:lnTo>
                  <a:pt x="452751" y="73923"/>
                </a:lnTo>
                <a:lnTo>
                  <a:pt x="453278" y="73663"/>
                </a:lnTo>
                <a:lnTo>
                  <a:pt x="453799" y="73393"/>
                </a:lnTo>
                <a:lnTo>
                  <a:pt x="454314" y="73115"/>
                </a:lnTo>
                <a:lnTo>
                  <a:pt x="454822" y="72828"/>
                </a:lnTo>
                <a:lnTo>
                  <a:pt x="455325" y="72531"/>
                </a:lnTo>
                <a:lnTo>
                  <a:pt x="455822" y="72225"/>
                </a:lnTo>
                <a:lnTo>
                  <a:pt x="456312" y="71911"/>
                </a:lnTo>
                <a:lnTo>
                  <a:pt x="456797" y="71587"/>
                </a:lnTo>
                <a:lnTo>
                  <a:pt x="457276" y="71254"/>
                </a:lnTo>
                <a:lnTo>
                  <a:pt x="457748" y="70912"/>
                </a:lnTo>
                <a:lnTo>
                  <a:pt x="458214" y="70562"/>
                </a:lnTo>
                <a:lnTo>
                  <a:pt x="458670" y="70205"/>
                </a:lnTo>
                <a:lnTo>
                  <a:pt x="459119" y="69841"/>
                </a:lnTo>
                <a:lnTo>
                  <a:pt x="459558" y="69470"/>
                </a:lnTo>
                <a:lnTo>
                  <a:pt x="459989" y="69092"/>
                </a:lnTo>
                <a:lnTo>
                  <a:pt x="460412" y="68707"/>
                </a:lnTo>
                <a:lnTo>
                  <a:pt x="460826" y="68315"/>
                </a:lnTo>
                <a:lnTo>
                  <a:pt x="461231" y="67916"/>
                </a:lnTo>
                <a:lnTo>
                  <a:pt x="461628" y="67510"/>
                </a:lnTo>
                <a:lnTo>
                  <a:pt x="462016" y="67096"/>
                </a:lnTo>
                <a:lnTo>
                  <a:pt x="462396" y="66676"/>
                </a:lnTo>
                <a:lnTo>
                  <a:pt x="462767" y="66249"/>
                </a:lnTo>
                <a:lnTo>
                  <a:pt x="463129" y="65815"/>
                </a:lnTo>
                <a:lnTo>
                  <a:pt x="463483" y="65374"/>
                </a:lnTo>
                <a:lnTo>
                  <a:pt x="463829" y="64925"/>
                </a:lnTo>
                <a:lnTo>
                  <a:pt x="464166" y="64470"/>
                </a:lnTo>
                <a:lnTo>
                  <a:pt x="464494" y="64008"/>
                </a:lnTo>
                <a:lnTo>
                  <a:pt x="464813" y="63539"/>
                </a:lnTo>
                <a:lnTo>
                  <a:pt x="465125" y="63062"/>
                </a:lnTo>
                <a:lnTo>
                  <a:pt x="465427" y="62579"/>
                </a:lnTo>
                <a:lnTo>
                  <a:pt x="465721" y="62089"/>
                </a:lnTo>
                <a:lnTo>
                  <a:pt x="466006" y="61591"/>
                </a:lnTo>
                <a:lnTo>
                  <a:pt x="466283" y="61087"/>
                </a:lnTo>
                <a:lnTo>
                  <a:pt x="466552" y="60576"/>
                </a:lnTo>
                <a:lnTo>
                  <a:pt x="466810" y="60058"/>
                </a:lnTo>
                <a:lnTo>
                  <a:pt x="467058" y="59536"/>
                </a:lnTo>
                <a:lnTo>
                  <a:pt x="467294" y="59008"/>
                </a:lnTo>
                <a:lnTo>
                  <a:pt x="467519" y="58476"/>
                </a:lnTo>
                <a:lnTo>
                  <a:pt x="467734" y="57939"/>
                </a:lnTo>
                <a:lnTo>
                  <a:pt x="467937" y="57398"/>
                </a:lnTo>
                <a:lnTo>
                  <a:pt x="468130" y="56851"/>
                </a:lnTo>
                <a:lnTo>
                  <a:pt x="468311" y="56299"/>
                </a:lnTo>
                <a:lnTo>
                  <a:pt x="468482" y="55743"/>
                </a:lnTo>
                <a:lnTo>
                  <a:pt x="468641" y="55182"/>
                </a:lnTo>
                <a:lnTo>
                  <a:pt x="468790" y="54616"/>
                </a:lnTo>
                <a:lnTo>
                  <a:pt x="468927" y="54045"/>
                </a:lnTo>
                <a:lnTo>
                  <a:pt x="469054" y="53469"/>
                </a:lnTo>
                <a:lnTo>
                  <a:pt x="469169" y="52889"/>
                </a:lnTo>
                <a:lnTo>
                  <a:pt x="469274" y="52303"/>
                </a:lnTo>
                <a:lnTo>
                  <a:pt x="469367" y="51713"/>
                </a:lnTo>
                <a:lnTo>
                  <a:pt x="469450" y="51118"/>
                </a:lnTo>
                <a:lnTo>
                  <a:pt x="469521" y="50518"/>
                </a:lnTo>
                <a:lnTo>
                  <a:pt x="469582" y="49913"/>
                </a:lnTo>
                <a:lnTo>
                  <a:pt x="469631" y="49303"/>
                </a:lnTo>
                <a:lnTo>
                  <a:pt x="469670" y="48689"/>
                </a:lnTo>
                <a:lnTo>
                  <a:pt x="469697" y="48069"/>
                </a:lnTo>
                <a:lnTo>
                  <a:pt x="469714" y="47445"/>
                </a:lnTo>
                <a:lnTo>
                  <a:pt x="469719" y="46816"/>
                </a:lnTo>
                <a:lnTo>
                  <a:pt x="469712" y="45969"/>
                </a:lnTo>
                <a:lnTo>
                  <a:pt x="469688" y="45133"/>
                </a:lnTo>
                <a:lnTo>
                  <a:pt x="469650" y="44309"/>
                </a:lnTo>
                <a:lnTo>
                  <a:pt x="469595" y="43495"/>
                </a:lnTo>
                <a:lnTo>
                  <a:pt x="469526" y="42693"/>
                </a:lnTo>
                <a:lnTo>
                  <a:pt x="469441" y="41902"/>
                </a:lnTo>
                <a:lnTo>
                  <a:pt x="469340" y="41122"/>
                </a:lnTo>
                <a:lnTo>
                  <a:pt x="469224" y="40353"/>
                </a:lnTo>
                <a:lnTo>
                  <a:pt x="469093" y="39595"/>
                </a:lnTo>
                <a:lnTo>
                  <a:pt x="468946" y="38848"/>
                </a:lnTo>
                <a:lnTo>
                  <a:pt x="468783" y="38113"/>
                </a:lnTo>
                <a:lnTo>
                  <a:pt x="468605" y="37388"/>
                </a:lnTo>
                <a:lnTo>
                  <a:pt x="468412" y="36675"/>
                </a:lnTo>
                <a:lnTo>
                  <a:pt x="468203" y="35972"/>
                </a:lnTo>
                <a:lnTo>
                  <a:pt x="467978" y="35281"/>
                </a:lnTo>
                <a:lnTo>
                  <a:pt x="467738" y="34601"/>
                </a:lnTo>
                <a:lnTo>
                  <a:pt x="467483" y="33932"/>
                </a:lnTo>
                <a:lnTo>
                  <a:pt x="467212" y="33275"/>
                </a:lnTo>
                <a:lnTo>
                  <a:pt x="466926" y="32628"/>
                </a:lnTo>
                <a:lnTo>
                  <a:pt x="466624" y="31992"/>
                </a:lnTo>
                <a:lnTo>
                  <a:pt x="466307" y="31368"/>
                </a:lnTo>
                <a:lnTo>
                  <a:pt x="465974" y="30755"/>
                </a:lnTo>
                <a:lnTo>
                  <a:pt x="465626" y="30153"/>
                </a:lnTo>
                <a:lnTo>
                  <a:pt x="465262" y="29561"/>
                </a:lnTo>
                <a:lnTo>
                  <a:pt x="464885" y="28982"/>
                </a:lnTo>
                <a:lnTo>
                  <a:pt x="464494" y="28414"/>
                </a:lnTo>
                <a:lnTo>
                  <a:pt x="464091" y="27858"/>
                </a:lnTo>
                <a:lnTo>
                  <a:pt x="463674" y="27314"/>
                </a:lnTo>
                <a:lnTo>
                  <a:pt x="463245" y="26782"/>
                </a:lnTo>
                <a:lnTo>
                  <a:pt x="462804" y="26261"/>
                </a:lnTo>
                <a:lnTo>
                  <a:pt x="462349" y="25753"/>
                </a:lnTo>
                <a:lnTo>
                  <a:pt x="461882" y="25256"/>
                </a:lnTo>
                <a:lnTo>
                  <a:pt x="461402" y="24772"/>
                </a:lnTo>
                <a:lnTo>
                  <a:pt x="460909" y="24299"/>
                </a:lnTo>
                <a:lnTo>
                  <a:pt x="460403" y="23838"/>
                </a:lnTo>
                <a:lnTo>
                  <a:pt x="459885" y="23389"/>
                </a:lnTo>
                <a:lnTo>
                  <a:pt x="459353" y="22952"/>
                </a:lnTo>
                <a:lnTo>
                  <a:pt x="458809" y="22527"/>
                </a:lnTo>
                <a:lnTo>
                  <a:pt x="458252" y="22113"/>
                </a:lnTo>
                <a:lnTo>
                  <a:pt x="457683" y="21712"/>
                </a:lnTo>
                <a:lnTo>
                  <a:pt x="457100" y="21322"/>
                </a:lnTo>
                <a:lnTo>
                  <a:pt x="456505" y="20944"/>
                </a:lnTo>
                <a:lnTo>
                  <a:pt x="455897" y="20579"/>
                </a:lnTo>
                <a:lnTo>
                  <a:pt x="455276" y="20225"/>
                </a:lnTo>
                <a:lnTo>
                  <a:pt x="454643" y="19883"/>
                </a:lnTo>
                <a:lnTo>
                  <a:pt x="453996" y="19553"/>
                </a:lnTo>
                <a:lnTo>
                  <a:pt x="453337" y="19234"/>
                </a:lnTo>
                <a:lnTo>
                  <a:pt x="452665" y="18928"/>
                </a:lnTo>
                <a:lnTo>
                  <a:pt x="451982" y="18634"/>
                </a:lnTo>
                <a:lnTo>
                  <a:pt x="451287" y="18352"/>
                </a:lnTo>
                <a:lnTo>
                  <a:pt x="450582" y="18083"/>
                </a:lnTo>
                <a:lnTo>
                  <a:pt x="449867" y="17826"/>
                </a:lnTo>
                <a:lnTo>
                  <a:pt x="449141" y="17582"/>
                </a:lnTo>
                <a:lnTo>
                  <a:pt x="448404" y="17351"/>
                </a:lnTo>
                <a:lnTo>
                  <a:pt x="447657" y="17132"/>
                </a:lnTo>
                <a:lnTo>
                  <a:pt x="446899" y="16925"/>
                </a:lnTo>
                <a:lnTo>
                  <a:pt x="446130" y="16731"/>
                </a:lnTo>
                <a:lnTo>
                  <a:pt x="445351" y="16550"/>
                </a:lnTo>
                <a:lnTo>
                  <a:pt x="444561" y="16381"/>
                </a:lnTo>
                <a:lnTo>
                  <a:pt x="443761" y="16224"/>
                </a:lnTo>
                <a:lnTo>
                  <a:pt x="442950" y="16080"/>
                </a:lnTo>
                <a:lnTo>
                  <a:pt x="442128" y="15949"/>
                </a:lnTo>
                <a:lnTo>
                  <a:pt x="441296" y="15830"/>
                </a:lnTo>
                <a:lnTo>
                  <a:pt x="440453" y="15723"/>
                </a:lnTo>
                <a:lnTo>
                  <a:pt x="439599" y="15630"/>
                </a:lnTo>
                <a:lnTo>
                  <a:pt x="438735" y="15548"/>
                </a:lnTo>
                <a:lnTo>
                  <a:pt x="437860" y="15479"/>
                </a:lnTo>
                <a:lnTo>
                  <a:pt x="436975" y="15423"/>
                </a:lnTo>
                <a:lnTo>
                  <a:pt x="436079" y="15379"/>
                </a:lnTo>
                <a:lnTo>
                  <a:pt x="435172" y="15348"/>
                </a:lnTo>
                <a:lnTo>
                  <a:pt x="434255" y="15329"/>
                </a:lnTo>
                <a:lnTo>
                  <a:pt x="433327" y="15323"/>
                </a:lnTo>
                <a:lnTo>
                  <a:pt x="398483" y="15323"/>
                </a:lnTo>
                <a:lnTo>
                  <a:pt x="398483" y="122583"/>
                </a:lnTo>
                <a:lnTo>
                  <a:pt x="407617" y="122583"/>
                </a:lnTo>
                <a:lnTo>
                  <a:pt x="407617" y="77793"/>
                </a:lnTo>
                <a:lnTo>
                  <a:pt x="438811" y="77793"/>
                </a:lnTo>
                <a:lnTo>
                  <a:pt x="464710" y="122583"/>
                </a:lnTo>
                <a:lnTo>
                  <a:pt x="474360" y="122583"/>
                </a:lnTo>
                <a:lnTo>
                  <a:pt x="474360" y="121625"/>
                </a:lnTo>
                <a:lnTo>
                  <a:pt x="447546" y="75913"/>
                </a:lnTo>
                <a:lnTo>
                  <a:pt x="447740" y="75857"/>
                </a:lnTo>
                <a:lnTo>
                  <a:pt x="448321" y="75679"/>
                </a:lnTo>
                <a:lnTo>
                  <a:pt x="448896" y="75491"/>
                </a:lnTo>
                <a:lnTo>
                  <a:pt x="449465" y="75294"/>
                </a:lnTo>
                <a:lnTo>
                  <a:pt x="450028" y="75088"/>
                </a:lnTo>
                <a:lnTo>
                  <a:pt x="450584" y="74873"/>
                </a:lnTo>
                <a:close/>
                <a:moveTo>
                  <a:pt x="435495" y="23176"/>
                </a:moveTo>
                <a:lnTo>
                  <a:pt x="436198" y="23211"/>
                </a:lnTo>
                <a:lnTo>
                  <a:pt x="436893" y="23256"/>
                </a:lnTo>
                <a:lnTo>
                  <a:pt x="437577" y="23311"/>
                </a:lnTo>
                <a:lnTo>
                  <a:pt x="438252" y="23376"/>
                </a:lnTo>
                <a:lnTo>
                  <a:pt x="438918" y="23450"/>
                </a:lnTo>
                <a:lnTo>
                  <a:pt x="439574" y="23535"/>
                </a:lnTo>
                <a:lnTo>
                  <a:pt x="440221" y="23630"/>
                </a:lnTo>
                <a:lnTo>
                  <a:pt x="440858" y="23734"/>
                </a:lnTo>
                <a:lnTo>
                  <a:pt x="441486" y="23849"/>
                </a:lnTo>
                <a:lnTo>
                  <a:pt x="442105" y="23973"/>
                </a:lnTo>
                <a:lnTo>
                  <a:pt x="442713" y="24108"/>
                </a:lnTo>
                <a:lnTo>
                  <a:pt x="443313" y="24252"/>
                </a:lnTo>
                <a:lnTo>
                  <a:pt x="443903" y="24407"/>
                </a:lnTo>
                <a:lnTo>
                  <a:pt x="444483" y="24571"/>
                </a:lnTo>
                <a:lnTo>
                  <a:pt x="445054" y="24745"/>
                </a:lnTo>
                <a:lnTo>
                  <a:pt x="445616" y="24929"/>
                </a:lnTo>
                <a:lnTo>
                  <a:pt x="446168" y="25124"/>
                </a:lnTo>
                <a:lnTo>
                  <a:pt x="446711" y="25328"/>
                </a:lnTo>
                <a:lnTo>
                  <a:pt x="447244" y="25542"/>
                </a:lnTo>
                <a:lnTo>
                  <a:pt x="447768" y="25766"/>
                </a:lnTo>
                <a:lnTo>
                  <a:pt x="448282" y="26000"/>
                </a:lnTo>
                <a:lnTo>
                  <a:pt x="448786" y="26243"/>
                </a:lnTo>
                <a:lnTo>
                  <a:pt x="449280" y="26495"/>
                </a:lnTo>
                <a:lnTo>
                  <a:pt x="449764" y="26756"/>
                </a:lnTo>
                <a:lnTo>
                  <a:pt x="450237" y="27025"/>
                </a:lnTo>
                <a:lnTo>
                  <a:pt x="450700" y="27302"/>
                </a:lnTo>
                <a:lnTo>
                  <a:pt x="451153" y="27588"/>
                </a:lnTo>
                <a:lnTo>
                  <a:pt x="451595" y="27883"/>
                </a:lnTo>
                <a:lnTo>
                  <a:pt x="452027" y="28186"/>
                </a:lnTo>
                <a:lnTo>
                  <a:pt x="452448" y="28498"/>
                </a:lnTo>
                <a:lnTo>
                  <a:pt x="452859" y="28818"/>
                </a:lnTo>
                <a:lnTo>
                  <a:pt x="453260" y="29147"/>
                </a:lnTo>
                <a:lnTo>
                  <a:pt x="453651" y="29485"/>
                </a:lnTo>
                <a:lnTo>
                  <a:pt x="454031" y="29831"/>
                </a:lnTo>
                <a:lnTo>
                  <a:pt x="454400" y="30186"/>
                </a:lnTo>
                <a:lnTo>
                  <a:pt x="454760" y="30549"/>
                </a:lnTo>
                <a:lnTo>
                  <a:pt x="455109" y="30920"/>
                </a:lnTo>
                <a:lnTo>
                  <a:pt x="455447" y="31301"/>
                </a:lnTo>
                <a:lnTo>
                  <a:pt x="455775" y="31690"/>
                </a:lnTo>
                <a:lnTo>
                  <a:pt x="456093" y="32087"/>
                </a:lnTo>
                <a:lnTo>
                  <a:pt x="456401" y="32493"/>
                </a:lnTo>
                <a:lnTo>
                  <a:pt x="456698" y="32908"/>
                </a:lnTo>
                <a:lnTo>
                  <a:pt x="456985" y="33331"/>
                </a:lnTo>
                <a:lnTo>
                  <a:pt x="457261" y="33762"/>
                </a:lnTo>
                <a:lnTo>
                  <a:pt x="457527" y="34203"/>
                </a:lnTo>
                <a:lnTo>
                  <a:pt x="457783" y="34650"/>
                </a:lnTo>
                <a:lnTo>
                  <a:pt x="458027" y="35105"/>
                </a:lnTo>
                <a:lnTo>
                  <a:pt x="458261" y="35566"/>
                </a:lnTo>
                <a:lnTo>
                  <a:pt x="458484" y="36034"/>
                </a:lnTo>
                <a:lnTo>
                  <a:pt x="458696" y="36509"/>
                </a:lnTo>
                <a:lnTo>
                  <a:pt x="458897" y="36990"/>
                </a:lnTo>
                <a:lnTo>
                  <a:pt x="459087" y="37479"/>
                </a:lnTo>
                <a:lnTo>
                  <a:pt x="459267" y="37974"/>
                </a:lnTo>
                <a:lnTo>
                  <a:pt x="459435" y="38475"/>
                </a:lnTo>
                <a:lnTo>
                  <a:pt x="459593" y="38984"/>
                </a:lnTo>
                <a:lnTo>
                  <a:pt x="459740" y="39500"/>
                </a:lnTo>
                <a:lnTo>
                  <a:pt x="459875" y="40022"/>
                </a:lnTo>
                <a:lnTo>
                  <a:pt x="460000" y="40551"/>
                </a:lnTo>
                <a:lnTo>
                  <a:pt x="460115" y="41086"/>
                </a:lnTo>
                <a:lnTo>
                  <a:pt x="460218" y="41629"/>
                </a:lnTo>
                <a:lnTo>
                  <a:pt x="460310" y="42178"/>
                </a:lnTo>
                <a:lnTo>
                  <a:pt x="460392" y="42734"/>
                </a:lnTo>
                <a:lnTo>
                  <a:pt x="460462" y="43297"/>
                </a:lnTo>
                <a:lnTo>
                  <a:pt x="460522" y="43866"/>
                </a:lnTo>
                <a:lnTo>
                  <a:pt x="460571" y="44443"/>
                </a:lnTo>
                <a:lnTo>
                  <a:pt x="460609" y="45026"/>
                </a:lnTo>
                <a:lnTo>
                  <a:pt x="460636" y="45616"/>
                </a:lnTo>
                <a:lnTo>
                  <a:pt x="460653" y="46212"/>
                </a:lnTo>
                <a:lnTo>
                  <a:pt x="460658" y="46816"/>
                </a:lnTo>
                <a:lnTo>
                  <a:pt x="460653" y="47323"/>
                </a:lnTo>
                <a:lnTo>
                  <a:pt x="460638" y="47828"/>
                </a:lnTo>
                <a:lnTo>
                  <a:pt x="460614" y="48329"/>
                </a:lnTo>
                <a:lnTo>
                  <a:pt x="460579" y="48828"/>
                </a:lnTo>
                <a:lnTo>
                  <a:pt x="460535" y="49324"/>
                </a:lnTo>
                <a:lnTo>
                  <a:pt x="460481" y="49818"/>
                </a:lnTo>
                <a:lnTo>
                  <a:pt x="460417" y="50308"/>
                </a:lnTo>
                <a:lnTo>
                  <a:pt x="460343" y="50796"/>
                </a:lnTo>
                <a:lnTo>
                  <a:pt x="460259" y="51281"/>
                </a:lnTo>
                <a:lnTo>
                  <a:pt x="460166" y="51763"/>
                </a:lnTo>
                <a:lnTo>
                  <a:pt x="460062" y="52242"/>
                </a:lnTo>
                <a:lnTo>
                  <a:pt x="459949" y="52718"/>
                </a:lnTo>
                <a:lnTo>
                  <a:pt x="459826" y="53192"/>
                </a:lnTo>
                <a:lnTo>
                  <a:pt x="459693" y="53663"/>
                </a:lnTo>
                <a:lnTo>
                  <a:pt x="459550" y="54131"/>
                </a:lnTo>
                <a:lnTo>
                  <a:pt x="459398" y="54596"/>
                </a:lnTo>
                <a:lnTo>
                  <a:pt x="459235" y="55058"/>
                </a:lnTo>
                <a:lnTo>
                  <a:pt x="459063" y="55518"/>
                </a:lnTo>
                <a:lnTo>
                  <a:pt x="458881" y="55975"/>
                </a:lnTo>
                <a:lnTo>
                  <a:pt x="458689" y="56428"/>
                </a:lnTo>
                <a:lnTo>
                  <a:pt x="458487" y="56879"/>
                </a:lnTo>
                <a:lnTo>
                  <a:pt x="458275" y="57328"/>
                </a:lnTo>
                <a:lnTo>
                  <a:pt x="458053" y="57773"/>
                </a:lnTo>
                <a:lnTo>
                  <a:pt x="457822" y="58216"/>
                </a:lnTo>
                <a:lnTo>
                  <a:pt x="457581" y="58654"/>
                </a:lnTo>
                <a:lnTo>
                  <a:pt x="457330" y="59084"/>
                </a:lnTo>
                <a:lnTo>
                  <a:pt x="457070" y="59508"/>
                </a:lnTo>
                <a:lnTo>
                  <a:pt x="456800" y="59925"/>
                </a:lnTo>
                <a:lnTo>
                  <a:pt x="456520" y="60334"/>
                </a:lnTo>
                <a:lnTo>
                  <a:pt x="456231" y="60737"/>
                </a:lnTo>
                <a:lnTo>
                  <a:pt x="455933" y="61133"/>
                </a:lnTo>
                <a:lnTo>
                  <a:pt x="455624" y="61521"/>
                </a:lnTo>
                <a:lnTo>
                  <a:pt x="455306" y="61903"/>
                </a:lnTo>
                <a:lnTo>
                  <a:pt x="454979" y="62277"/>
                </a:lnTo>
                <a:lnTo>
                  <a:pt x="454642" y="62645"/>
                </a:lnTo>
                <a:lnTo>
                  <a:pt x="454295" y="63005"/>
                </a:lnTo>
                <a:lnTo>
                  <a:pt x="453939" y="63359"/>
                </a:lnTo>
                <a:lnTo>
                  <a:pt x="453573" y="63705"/>
                </a:lnTo>
                <a:lnTo>
                  <a:pt x="453198" y="64045"/>
                </a:lnTo>
                <a:lnTo>
                  <a:pt x="452813" y="64377"/>
                </a:lnTo>
                <a:lnTo>
                  <a:pt x="452418" y="64703"/>
                </a:lnTo>
                <a:lnTo>
                  <a:pt x="452014" y="65021"/>
                </a:lnTo>
                <a:lnTo>
                  <a:pt x="451600" y="65333"/>
                </a:lnTo>
                <a:lnTo>
                  <a:pt x="451177" y="65637"/>
                </a:lnTo>
                <a:lnTo>
                  <a:pt x="450744" y="65934"/>
                </a:lnTo>
                <a:lnTo>
                  <a:pt x="450301" y="66225"/>
                </a:lnTo>
                <a:lnTo>
                  <a:pt x="449849" y="66508"/>
                </a:lnTo>
                <a:lnTo>
                  <a:pt x="449387" y="66784"/>
                </a:lnTo>
                <a:lnTo>
                  <a:pt x="448916" y="67051"/>
                </a:lnTo>
                <a:lnTo>
                  <a:pt x="448434" y="67307"/>
                </a:lnTo>
                <a:lnTo>
                  <a:pt x="447944" y="67552"/>
                </a:lnTo>
                <a:lnTo>
                  <a:pt x="447443" y="67785"/>
                </a:lnTo>
                <a:lnTo>
                  <a:pt x="446933" y="68006"/>
                </a:lnTo>
                <a:lnTo>
                  <a:pt x="446413" y="68217"/>
                </a:lnTo>
                <a:lnTo>
                  <a:pt x="445883" y="68415"/>
                </a:lnTo>
                <a:lnTo>
                  <a:pt x="445343" y="68603"/>
                </a:lnTo>
                <a:lnTo>
                  <a:pt x="444794" y="68779"/>
                </a:lnTo>
                <a:lnTo>
                  <a:pt x="444235" y="68944"/>
                </a:lnTo>
                <a:lnTo>
                  <a:pt x="443667" y="69097"/>
                </a:lnTo>
                <a:lnTo>
                  <a:pt x="443088" y="69240"/>
                </a:lnTo>
                <a:lnTo>
                  <a:pt x="442500" y="69370"/>
                </a:lnTo>
                <a:lnTo>
                  <a:pt x="441903" y="69490"/>
                </a:lnTo>
                <a:lnTo>
                  <a:pt x="441295" y="69598"/>
                </a:lnTo>
                <a:lnTo>
                  <a:pt x="440678" y="69694"/>
                </a:lnTo>
                <a:lnTo>
                  <a:pt x="440051" y="69779"/>
                </a:lnTo>
                <a:lnTo>
                  <a:pt x="439414" y="69853"/>
                </a:lnTo>
                <a:lnTo>
                  <a:pt x="438768" y="69916"/>
                </a:lnTo>
                <a:lnTo>
                  <a:pt x="438112" y="69967"/>
                </a:lnTo>
                <a:lnTo>
                  <a:pt x="437446" y="70007"/>
                </a:lnTo>
                <a:lnTo>
                  <a:pt x="436770" y="70035"/>
                </a:lnTo>
                <a:lnTo>
                  <a:pt x="436085" y="70052"/>
                </a:lnTo>
                <a:lnTo>
                  <a:pt x="435390" y="70058"/>
                </a:lnTo>
                <a:lnTo>
                  <a:pt x="407617" y="70058"/>
                </a:lnTo>
                <a:lnTo>
                  <a:pt x="407617" y="23132"/>
                </a:lnTo>
                <a:lnTo>
                  <a:pt x="433327" y="23132"/>
                </a:lnTo>
                <a:lnTo>
                  <a:pt x="434059" y="23137"/>
                </a:lnTo>
                <a:lnTo>
                  <a:pt x="434782" y="23152"/>
                </a:lnTo>
                <a:lnTo>
                  <a:pt x="435495" y="23176"/>
                </a:lnTo>
                <a:close/>
                <a:moveTo>
                  <a:pt x="369788" y="137980"/>
                </a:moveTo>
                <a:lnTo>
                  <a:pt x="369788" y="7588"/>
                </a:lnTo>
                <a:lnTo>
                  <a:pt x="385258" y="7588"/>
                </a:lnTo>
                <a:lnTo>
                  <a:pt x="385258" y="0"/>
                </a:lnTo>
                <a:lnTo>
                  <a:pt x="360947" y="0"/>
                </a:lnTo>
                <a:lnTo>
                  <a:pt x="360947" y="145567"/>
                </a:lnTo>
                <a:lnTo>
                  <a:pt x="385258" y="145567"/>
                </a:lnTo>
                <a:lnTo>
                  <a:pt x="385258" y="137980"/>
                </a:lnTo>
                <a:lnTo>
                  <a:pt x="369788" y="137980"/>
                </a:lnTo>
                <a:close/>
                <a:moveTo>
                  <a:pt x="143698" y="75242"/>
                </a:moveTo>
                <a:lnTo>
                  <a:pt x="143666" y="74595"/>
                </a:lnTo>
                <a:lnTo>
                  <a:pt x="143626" y="73953"/>
                </a:lnTo>
                <a:lnTo>
                  <a:pt x="143580" y="73316"/>
                </a:lnTo>
                <a:lnTo>
                  <a:pt x="143526" y="72683"/>
                </a:lnTo>
                <a:lnTo>
                  <a:pt x="143465" y="72055"/>
                </a:lnTo>
                <a:lnTo>
                  <a:pt x="143397" y="71432"/>
                </a:lnTo>
                <a:lnTo>
                  <a:pt x="143322" y="70814"/>
                </a:lnTo>
                <a:lnTo>
                  <a:pt x="143239" y="70200"/>
                </a:lnTo>
                <a:lnTo>
                  <a:pt x="143150" y="69591"/>
                </a:lnTo>
                <a:lnTo>
                  <a:pt x="143053" y="68987"/>
                </a:lnTo>
                <a:lnTo>
                  <a:pt x="142949" y="68387"/>
                </a:lnTo>
                <a:lnTo>
                  <a:pt x="142838" y="67793"/>
                </a:lnTo>
                <a:lnTo>
                  <a:pt x="142720" y="67203"/>
                </a:lnTo>
                <a:lnTo>
                  <a:pt x="142595" y="66617"/>
                </a:lnTo>
                <a:lnTo>
                  <a:pt x="142462" y="66037"/>
                </a:lnTo>
                <a:lnTo>
                  <a:pt x="142323" y="65461"/>
                </a:lnTo>
                <a:lnTo>
                  <a:pt x="142176" y="64890"/>
                </a:lnTo>
                <a:lnTo>
                  <a:pt x="142022" y="64323"/>
                </a:lnTo>
                <a:lnTo>
                  <a:pt x="141861" y="63762"/>
                </a:lnTo>
                <a:lnTo>
                  <a:pt x="141692" y="63205"/>
                </a:lnTo>
                <a:lnTo>
                  <a:pt x="141517" y="62653"/>
                </a:lnTo>
                <a:lnTo>
                  <a:pt x="141335" y="62108"/>
                </a:lnTo>
                <a:lnTo>
                  <a:pt x="141146" y="61568"/>
                </a:lnTo>
                <a:lnTo>
                  <a:pt x="140950" y="61035"/>
                </a:lnTo>
                <a:lnTo>
                  <a:pt x="140747" y="60508"/>
                </a:lnTo>
                <a:lnTo>
                  <a:pt x="140537" y="59987"/>
                </a:lnTo>
                <a:lnTo>
                  <a:pt x="140320" y="59472"/>
                </a:lnTo>
                <a:lnTo>
                  <a:pt x="140096" y="58964"/>
                </a:lnTo>
                <a:lnTo>
                  <a:pt x="139866" y="58461"/>
                </a:lnTo>
                <a:lnTo>
                  <a:pt x="139628" y="57965"/>
                </a:lnTo>
                <a:lnTo>
                  <a:pt x="139384" y="57475"/>
                </a:lnTo>
                <a:lnTo>
                  <a:pt x="139132" y="56991"/>
                </a:lnTo>
                <a:lnTo>
                  <a:pt x="138874" y="56513"/>
                </a:lnTo>
                <a:lnTo>
                  <a:pt x="138609" y="56041"/>
                </a:lnTo>
                <a:lnTo>
                  <a:pt x="138337" y="55575"/>
                </a:lnTo>
                <a:lnTo>
                  <a:pt x="138058" y="55115"/>
                </a:lnTo>
                <a:lnTo>
                  <a:pt x="137772" y="54662"/>
                </a:lnTo>
                <a:lnTo>
                  <a:pt x="137480" y="54215"/>
                </a:lnTo>
                <a:lnTo>
                  <a:pt x="137180" y="53773"/>
                </a:lnTo>
                <a:lnTo>
                  <a:pt x="136873" y="53338"/>
                </a:lnTo>
                <a:lnTo>
                  <a:pt x="136560" y="52909"/>
                </a:lnTo>
                <a:lnTo>
                  <a:pt x="136239" y="52487"/>
                </a:lnTo>
                <a:lnTo>
                  <a:pt x="135912" y="52070"/>
                </a:lnTo>
                <a:lnTo>
                  <a:pt x="135578" y="51659"/>
                </a:lnTo>
                <a:lnTo>
                  <a:pt x="135237" y="51256"/>
                </a:lnTo>
                <a:lnTo>
                  <a:pt x="134890" y="50860"/>
                </a:lnTo>
                <a:lnTo>
                  <a:pt x="134537" y="50471"/>
                </a:lnTo>
                <a:lnTo>
                  <a:pt x="134177" y="50091"/>
                </a:lnTo>
                <a:lnTo>
                  <a:pt x="133811" y="49718"/>
                </a:lnTo>
                <a:lnTo>
                  <a:pt x="133439" y="49352"/>
                </a:lnTo>
                <a:lnTo>
                  <a:pt x="133061" y="48995"/>
                </a:lnTo>
                <a:lnTo>
                  <a:pt x="132676" y="48645"/>
                </a:lnTo>
                <a:lnTo>
                  <a:pt x="132285" y="48302"/>
                </a:lnTo>
                <a:lnTo>
                  <a:pt x="131888" y="47968"/>
                </a:lnTo>
                <a:lnTo>
                  <a:pt x="131485" y="47641"/>
                </a:lnTo>
                <a:lnTo>
                  <a:pt x="131075" y="47321"/>
                </a:lnTo>
                <a:lnTo>
                  <a:pt x="130659" y="47009"/>
                </a:lnTo>
                <a:lnTo>
                  <a:pt x="130237" y="46705"/>
                </a:lnTo>
                <a:lnTo>
                  <a:pt x="129808" y="46409"/>
                </a:lnTo>
                <a:lnTo>
                  <a:pt x="129374" y="46120"/>
                </a:lnTo>
                <a:lnTo>
                  <a:pt x="128932" y="45839"/>
                </a:lnTo>
                <a:lnTo>
                  <a:pt x="128485" y="45565"/>
                </a:lnTo>
                <a:lnTo>
                  <a:pt x="128032" y="45300"/>
                </a:lnTo>
                <a:lnTo>
                  <a:pt x="127572" y="45042"/>
                </a:lnTo>
                <a:lnTo>
                  <a:pt x="127106" y="44791"/>
                </a:lnTo>
                <a:lnTo>
                  <a:pt x="126633" y="44548"/>
                </a:lnTo>
                <a:lnTo>
                  <a:pt x="126155" y="44313"/>
                </a:lnTo>
                <a:lnTo>
                  <a:pt x="125670" y="44085"/>
                </a:lnTo>
                <a:lnTo>
                  <a:pt x="125179" y="43866"/>
                </a:lnTo>
                <a:lnTo>
                  <a:pt x="124682" y="43657"/>
                </a:lnTo>
                <a:lnTo>
                  <a:pt x="124179" y="43456"/>
                </a:lnTo>
                <a:lnTo>
                  <a:pt x="123669" y="43265"/>
                </a:lnTo>
                <a:lnTo>
                  <a:pt x="123154" y="43084"/>
                </a:lnTo>
                <a:lnTo>
                  <a:pt x="122633" y="42911"/>
                </a:lnTo>
                <a:lnTo>
                  <a:pt x="122106" y="42748"/>
                </a:lnTo>
                <a:lnTo>
                  <a:pt x="121573" y="42594"/>
                </a:lnTo>
                <a:lnTo>
                  <a:pt x="121034" y="42450"/>
                </a:lnTo>
                <a:lnTo>
                  <a:pt x="120489" y="42315"/>
                </a:lnTo>
                <a:lnTo>
                  <a:pt x="119937" y="42189"/>
                </a:lnTo>
                <a:lnTo>
                  <a:pt x="119380" y="42072"/>
                </a:lnTo>
                <a:lnTo>
                  <a:pt x="118817" y="41965"/>
                </a:lnTo>
                <a:lnTo>
                  <a:pt x="118248" y="41867"/>
                </a:lnTo>
                <a:lnTo>
                  <a:pt x="117673" y="41779"/>
                </a:lnTo>
                <a:lnTo>
                  <a:pt x="117092" y="41699"/>
                </a:lnTo>
                <a:lnTo>
                  <a:pt x="116504" y="41630"/>
                </a:lnTo>
                <a:lnTo>
                  <a:pt x="115911" y="41569"/>
                </a:lnTo>
                <a:lnTo>
                  <a:pt x="115312" y="41518"/>
                </a:lnTo>
                <a:lnTo>
                  <a:pt x="114707" y="41476"/>
                </a:lnTo>
                <a:lnTo>
                  <a:pt x="114095" y="41443"/>
                </a:lnTo>
                <a:lnTo>
                  <a:pt x="113478" y="41420"/>
                </a:lnTo>
                <a:lnTo>
                  <a:pt x="112855" y="41406"/>
                </a:lnTo>
                <a:lnTo>
                  <a:pt x="112225" y="41401"/>
                </a:lnTo>
                <a:lnTo>
                  <a:pt x="111656" y="41406"/>
                </a:lnTo>
                <a:lnTo>
                  <a:pt x="111088" y="41421"/>
                </a:lnTo>
                <a:lnTo>
                  <a:pt x="110524" y="41445"/>
                </a:lnTo>
                <a:lnTo>
                  <a:pt x="109961" y="41479"/>
                </a:lnTo>
                <a:lnTo>
                  <a:pt x="109401" y="41523"/>
                </a:lnTo>
                <a:lnTo>
                  <a:pt x="108844" y="41576"/>
                </a:lnTo>
                <a:lnTo>
                  <a:pt x="108288" y="41639"/>
                </a:lnTo>
                <a:lnTo>
                  <a:pt x="107736" y="41712"/>
                </a:lnTo>
                <a:lnTo>
                  <a:pt x="107185" y="41795"/>
                </a:lnTo>
                <a:lnTo>
                  <a:pt x="106638" y="41887"/>
                </a:lnTo>
                <a:lnTo>
                  <a:pt x="106092" y="41989"/>
                </a:lnTo>
                <a:lnTo>
                  <a:pt x="105549" y="42101"/>
                </a:lnTo>
                <a:lnTo>
                  <a:pt x="105009" y="42223"/>
                </a:lnTo>
                <a:lnTo>
                  <a:pt x="104471" y="42354"/>
                </a:lnTo>
                <a:lnTo>
                  <a:pt x="103935" y="42495"/>
                </a:lnTo>
                <a:lnTo>
                  <a:pt x="103402" y="42645"/>
                </a:lnTo>
                <a:lnTo>
                  <a:pt x="102871" y="42806"/>
                </a:lnTo>
                <a:lnTo>
                  <a:pt x="102342" y="42976"/>
                </a:lnTo>
                <a:lnTo>
                  <a:pt x="101816" y="43156"/>
                </a:lnTo>
                <a:lnTo>
                  <a:pt x="101293" y="43345"/>
                </a:lnTo>
                <a:lnTo>
                  <a:pt x="100772" y="43544"/>
                </a:lnTo>
                <a:lnTo>
                  <a:pt x="100253" y="43753"/>
                </a:lnTo>
                <a:lnTo>
                  <a:pt x="99737" y="43972"/>
                </a:lnTo>
                <a:lnTo>
                  <a:pt x="99223" y="44201"/>
                </a:lnTo>
                <a:lnTo>
                  <a:pt x="98713" y="44438"/>
                </a:lnTo>
                <a:lnTo>
                  <a:pt x="98208" y="44685"/>
                </a:lnTo>
                <a:lnTo>
                  <a:pt x="97707" y="44940"/>
                </a:lnTo>
                <a:lnTo>
                  <a:pt x="97211" y="45204"/>
                </a:lnTo>
                <a:lnTo>
                  <a:pt x="96721" y="45477"/>
                </a:lnTo>
                <a:lnTo>
                  <a:pt x="96235" y="45759"/>
                </a:lnTo>
                <a:lnTo>
                  <a:pt x="95754" y="46050"/>
                </a:lnTo>
                <a:lnTo>
                  <a:pt x="95278" y="46349"/>
                </a:lnTo>
                <a:lnTo>
                  <a:pt x="94806" y="46658"/>
                </a:lnTo>
                <a:lnTo>
                  <a:pt x="94340" y="46975"/>
                </a:lnTo>
                <a:lnTo>
                  <a:pt x="93878" y="47301"/>
                </a:lnTo>
                <a:lnTo>
                  <a:pt x="93422" y="47635"/>
                </a:lnTo>
                <a:lnTo>
                  <a:pt x="92970" y="47979"/>
                </a:lnTo>
                <a:lnTo>
                  <a:pt x="92523" y="48331"/>
                </a:lnTo>
                <a:lnTo>
                  <a:pt x="92081" y="48693"/>
                </a:lnTo>
                <a:lnTo>
                  <a:pt x="91643" y="49063"/>
                </a:lnTo>
                <a:lnTo>
                  <a:pt x="91211" y="49442"/>
                </a:lnTo>
                <a:lnTo>
                  <a:pt x="90783" y="49829"/>
                </a:lnTo>
                <a:lnTo>
                  <a:pt x="90361" y="50226"/>
                </a:lnTo>
                <a:lnTo>
                  <a:pt x="89943" y="50631"/>
                </a:lnTo>
                <a:lnTo>
                  <a:pt x="89530" y="51045"/>
                </a:lnTo>
                <a:lnTo>
                  <a:pt x="89122" y="51468"/>
                </a:lnTo>
                <a:lnTo>
                  <a:pt x="88719" y="51900"/>
                </a:lnTo>
                <a:lnTo>
                  <a:pt x="88320" y="52341"/>
                </a:lnTo>
                <a:lnTo>
                  <a:pt x="87928" y="52790"/>
                </a:lnTo>
                <a:lnTo>
                  <a:pt x="87542" y="53246"/>
                </a:lnTo>
                <a:lnTo>
                  <a:pt x="87163" y="53709"/>
                </a:lnTo>
                <a:lnTo>
                  <a:pt x="86792" y="54179"/>
                </a:lnTo>
                <a:lnTo>
                  <a:pt x="86427" y="54657"/>
                </a:lnTo>
                <a:lnTo>
                  <a:pt x="86069" y="55143"/>
                </a:lnTo>
                <a:lnTo>
                  <a:pt x="85718" y="55635"/>
                </a:lnTo>
                <a:lnTo>
                  <a:pt x="85373" y="56135"/>
                </a:lnTo>
                <a:lnTo>
                  <a:pt x="85036" y="56642"/>
                </a:lnTo>
                <a:lnTo>
                  <a:pt x="84706" y="57156"/>
                </a:lnTo>
                <a:lnTo>
                  <a:pt x="84382" y="57678"/>
                </a:lnTo>
                <a:lnTo>
                  <a:pt x="84066" y="58207"/>
                </a:lnTo>
                <a:lnTo>
                  <a:pt x="83756" y="58743"/>
                </a:lnTo>
                <a:lnTo>
                  <a:pt x="83454" y="59286"/>
                </a:lnTo>
                <a:lnTo>
                  <a:pt x="83158" y="59837"/>
                </a:lnTo>
                <a:lnTo>
                  <a:pt x="82869" y="60395"/>
                </a:lnTo>
                <a:lnTo>
                  <a:pt x="82587" y="60961"/>
                </a:lnTo>
                <a:lnTo>
                  <a:pt x="82312" y="61533"/>
                </a:lnTo>
                <a:lnTo>
                  <a:pt x="82043" y="62113"/>
                </a:lnTo>
                <a:lnTo>
                  <a:pt x="81782" y="62700"/>
                </a:lnTo>
                <a:lnTo>
                  <a:pt x="81528" y="63295"/>
                </a:lnTo>
                <a:lnTo>
                  <a:pt x="81280" y="63897"/>
                </a:lnTo>
                <a:lnTo>
                  <a:pt x="81040" y="64506"/>
                </a:lnTo>
                <a:lnTo>
                  <a:pt x="80806" y="65122"/>
                </a:lnTo>
                <a:lnTo>
                  <a:pt x="80581" y="65745"/>
                </a:lnTo>
                <a:lnTo>
                  <a:pt x="80365" y="66375"/>
                </a:lnTo>
                <a:lnTo>
                  <a:pt x="80159" y="67010"/>
                </a:lnTo>
                <a:lnTo>
                  <a:pt x="79962" y="67651"/>
                </a:lnTo>
                <a:lnTo>
                  <a:pt x="79775" y="68299"/>
                </a:lnTo>
                <a:lnTo>
                  <a:pt x="79597" y="68953"/>
                </a:lnTo>
                <a:lnTo>
                  <a:pt x="79430" y="69613"/>
                </a:lnTo>
                <a:lnTo>
                  <a:pt x="79271" y="70279"/>
                </a:lnTo>
                <a:lnTo>
                  <a:pt x="79123" y="70951"/>
                </a:lnTo>
                <a:lnTo>
                  <a:pt x="78984" y="71630"/>
                </a:lnTo>
                <a:lnTo>
                  <a:pt x="78854" y="72314"/>
                </a:lnTo>
                <a:lnTo>
                  <a:pt x="78734" y="73005"/>
                </a:lnTo>
                <a:lnTo>
                  <a:pt x="78624" y="73701"/>
                </a:lnTo>
                <a:lnTo>
                  <a:pt x="78523" y="74404"/>
                </a:lnTo>
                <a:lnTo>
                  <a:pt x="78432" y="75113"/>
                </a:lnTo>
                <a:lnTo>
                  <a:pt x="78351" y="75829"/>
                </a:lnTo>
                <a:lnTo>
                  <a:pt x="78279" y="76550"/>
                </a:lnTo>
                <a:lnTo>
                  <a:pt x="78216" y="77277"/>
                </a:lnTo>
                <a:lnTo>
                  <a:pt x="78163" y="78011"/>
                </a:lnTo>
                <a:lnTo>
                  <a:pt x="78120" y="78751"/>
                </a:lnTo>
                <a:lnTo>
                  <a:pt x="78087" y="79497"/>
                </a:lnTo>
                <a:lnTo>
                  <a:pt x="78063" y="80249"/>
                </a:lnTo>
                <a:lnTo>
                  <a:pt x="78048" y="81007"/>
                </a:lnTo>
                <a:lnTo>
                  <a:pt x="78044" y="81771"/>
                </a:lnTo>
                <a:lnTo>
                  <a:pt x="78044" y="84939"/>
                </a:lnTo>
                <a:lnTo>
                  <a:pt x="78048" y="85649"/>
                </a:lnTo>
                <a:lnTo>
                  <a:pt x="78062" y="86354"/>
                </a:lnTo>
                <a:lnTo>
                  <a:pt x="78085" y="87054"/>
                </a:lnTo>
                <a:lnTo>
                  <a:pt x="78117" y="87749"/>
                </a:lnTo>
                <a:lnTo>
                  <a:pt x="78159" y="88440"/>
                </a:lnTo>
                <a:lnTo>
                  <a:pt x="78209" y="89126"/>
                </a:lnTo>
                <a:lnTo>
                  <a:pt x="78269" y="89808"/>
                </a:lnTo>
                <a:lnTo>
                  <a:pt x="78338" y="90484"/>
                </a:lnTo>
                <a:lnTo>
                  <a:pt x="78416" y="91156"/>
                </a:lnTo>
                <a:lnTo>
                  <a:pt x="78504" y="91823"/>
                </a:lnTo>
                <a:lnTo>
                  <a:pt x="78601" y="92486"/>
                </a:lnTo>
                <a:lnTo>
                  <a:pt x="78707" y="93144"/>
                </a:lnTo>
                <a:lnTo>
                  <a:pt x="78822" y="93797"/>
                </a:lnTo>
                <a:lnTo>
                  <a:pt x="78946" y="94445"/>
                </a:lnTo>
                <a:lnTo>
                  <a:pt x="79080" y="95088"/>
                </a:lnTo>
                <a:lnTo>
                  <a:pt x="79222" y="95727"/>
                </a:lnTo>
                <a:lnTo>
                  <a:pt x="79374" y="96361"/>
                </a:lnTo>
                <a:lnTo>
                  <a:pt x="79535" y="96990"/>
                </a:lnTo>
                <a:lnTo>
                  <a:pt x="79706" y="97615"/>
                </a:lnTo>
                <a:lnTo>
                  <a:pt x="79885" y="98235"/>
                </a:lnTo>
                <a:lnTo>
                  <a:pt x="80074" y="98850"/>
                </a:lnTo>
                <a:lnTo>
                  <a:pt x="80272" y="99460"/>
                </a:lnTo>
                <a:lnTo>
                  <a:pt x="80479" y="100066"/>
                </a:lnTo>
                <a:lnTo>
                  <a:pt x="80696" y="100667"/>
                </a:lnTo>
                <a:lnTo>
                  <a:pt x="80920" y="101262"/>
                </a:lnTo>
                <a:lnTo>
                  <a:pt x="81152" y="101850"/>
                </a:lnTo>
                <a:lnTo>
                  <a:pt x="81392" y="102432"/>
                </a:lnTo>
                <a:lnTo>
                  <a:pt x="81639" y="103007"/>
                </a:lnTo>
                <a:lnTo>
                  <a:pt x="81893" y="103575"/>
                </a:lnTo>
                <a:lnTo>
                  <a:pt x="82155" y="104136"/>
                </a:lnTo>
                <a:lnTo>
                  <a:pt x="82424" y="104691"/>
                </a:lnTo>
                <a:lnTo>
                  <a:pt x="82701" y="105238"/>
                </a:lnTo>
                <a:lnTo>
                  <a:pt x="82985" y="105779"/>
                </a:lnTo>
                <a:lnTo>
                  <a:pt x="83277" y="106313"/>
                </a:lnTo>
                <a:lnTo>
                  <a:pt x="83575" y="106841"/>
                </a:lnTo>
                <a:lnTo>
                  <a:pt x="83882" y="107361"/>
                </a:lnTo>
                <a:lnTo>
                  <a:pt x="84195" y="107875"/>
                </a:lnTo>
                <a:lnTo>
                  <a:pt x="84517" y="108382"/>
                </a:lnTo>
                <a:lnTo>
                  <a:pt x="84845" y="108883"/>
                </a:lnTo>
                <a:lnTo>
                  <a:pt x="85181" y="109376"/>
                </a:lnTo>
                <a:lnTo>
                  <a:pt x="85525" y="109863"/>
                </a:lnTo>
                <a:lnTo>
                  <a:pt x="85875" y="110343"/>
                </a:lnTo>
                <a:lnTo>
                  <a:pt x="86234" y="110816"/>
                </a:lnTo>
                <a:lnTo>
                  <a:pt x="86599" y="111282"/>
                </a:lnTo>
                <a:lnTo>
                  <a:pt x="86972" y="111742"/>
                </a:lnTo>
                <a:lnTo>
                  <a:pt x="87353" y="112195"/>
                </a:lnTo>
                <a:lnTo>
                  <a:pt x="87741" y="112641"/>
                </a:lnTo>
                <a:lnTo>
                  <a:pt x="88136" y="113080"/>
                </a:lnTo>
                <a:lnTo>
                  <a:pt x="88538" y="113512"/>
                </a:lnTo>
                <a:lnTo>
                  <a:pt x="88946" y="113935"/>
                </a:lnTo>
                <a:lnTo>
                  <a:pt x="89361" y="114351"/>
                </a:lnTo>
                <a:lnTo>
                  <a:pt x="89781" y="114758"/>
                </a:lnTo>
                <a:lnTo>
                  <a:pt x="90208" y="115157"/>
                </a:lnTo>
                <a:lnTo>
                  <a:pt x="90641" y="115548"/>
                </a:lnTo>
                <a:lnTo>
                  <a:pt x="91080" y="115930"/>
                </a:lnTo>
                <a:lnTo>
                  <a:pt x="91525" y="116305"/>
                </a:lnTo>
                <a:lnTo>
                  <a:pt x="91976" y="116671"/>
                </a:lnTo>
                <a:lnTo>
                  <a:pt x="92433" y="117029"/>
                </a:lnTo>
                <a:lnTo>
                  <a:pt x="92897" y="117379"/>
                </a:lnTo>
                <a:lnTo>
                  <a:pt x="93366" y="117721"/>
                </a:lnTo>
                <a:lnTo>
                  <a:pt x="93842" y="118054"/>
                </a:lnTo>
                <a:lnTo>
                  <a:pt x="94324" y="118380"/>
                </a:lnTo>
                <a:lnTo>
                  <a:pt x="94812" y="118697"/>
                </a:lnTo>
                <a:lnTo>
                  <a:pt x="95306" y="119006"/>
                </a:lnTo>
                <a:lnTo>
                  <a:pt x="95807" y="119307"/>
                </a:lnTo>
                <a:lnTo>
                  <a:pt x="96313" y="119599"/>
                </a:lnTo>
                <a:lnTo>
                  <a:pt x="96826" y="119884"/>
                </a:lnTo>
                <a:lnTo>
                  <a:pt x="97344" y="120160"/>
                </a:lnTo>
                <a:lnTo>
                  <a:pt x="97869" y="120428"/>
                </a:lnTo>
                <a:lnTo>
                  <a:pt x="98400" y="120688"/>
                </a:lnTo>
                <a:lnTo>
                  <a:pt x="98938" y="120940"/>
                </a:lnTo>
                <a:lnTo>
                  <a:pt x="99481" y="121183"/>
                </a:lnTo>
                <a:lnTo>
                  <a:pt x="100029" y="121418"/>
                </a:lnTo>
                <a:lnTo>
                  <a:pt x="100582" y="121642"/>
                </a:lnTo>
                <a:lnTo>
                  <a:pt x="101140" y="121857"/>
                </a:lnTo>
                <a:lnTo>
                  <a:pt x="101701" y="122061"/>
                </a:lnTo>
                <a:lnTo>
                  <a:pt x="102267" y="122256"/>
                </a:lnTo>
                <a:lnTo>
                  <a:pt x="102837" y="122440"/>
                </a:lnTo>
                <a:lnTo>
                  <a:pt x="103412" y="122615"/>
                </a:lnTo>
                <a:lnTo>
                  <a:pt x="103991" y="122779"/>
                </a:lnTo>
                <a:lnTo>
                  <a:pt x="104574" y="122934"/>
                </a:lnTo>
                <a:lnTo>
                  <a:pt x="105162" y="123079"/>
                </a:lnTo>
                <a:lnTo>
                  <a:pt x="105754" y="123213"/>
                </a:lnTo>
                <a:lnTo>
                  <a:pt x="106350" y="123338"/>
                </a:lnTo>
                <a:lnTo>
                  <a:pt x="106951" y="123453"/>
                </a:lnTo>
                <a:lnTo>
                  <a:pt x="107556" y="123558"/>
                </a:lnTo>
                <a:lnTo>
                  <a:pt x="108166" y="123652"/>
                </a:lnTo>
                <a:lnTo>
                  <a:pt x="108779" y="123737"/>
                </a:lnTo>
                <a:lnTo>
                  <a:pt x="109397" y="123812"/>
                </a:lnTo>
                <a:lnTo>
                  <a:pt x="110020" y="123877"/>
                </a:lnTo>
                <a:lnTo>
                  <a:pt x="110647" y="123932"/>
                </a:lnTo>
                <a:lnTo>
                  <a:pt x="111278" y="123977"/>
                </a:lnTo>
                <a:lnTo>
                  <a:pt x="111913" y="124011"/>
                </a:lnTo>
                <a:lnTo>
                  <a:pt x="112553" y="124036"/>
                </a:lnTo>
                <a:lnTo>
                  <a:pt x="113197" y="124051"/>
                </a:lnTo>
                <a:lnTo>
                  <a:pt x="113846" y="124056"/>
                </a:lnTo>
                <a:lnTo>
                  <a:pt x="114438" y="124053"/>
                </a:lnTo>
                <a:lnTo>
                  <a:pt x="115025" y="124043"/>
                </a:lnTo>
                <a:lnTo>
                  <a:pt x="115605" y="124026"/>
                </a:lnTo>
                <a:lnTo>
                  <a:pt x="116179" y="124002"/>
                </a:lnTo>
                <a:lnTo>
                  <a:pt x="116747" y="123972"/>
                </a:lnTo>
                <a:lnTo>
                  <a:pt x="117308" y="123934"/>
                </a:lnTo>
                <a:lnTo>
                  <a:pt x="117864" y="123890"/>
                </a:lnTo>
                <a:lnTo>
                  <a:pt x="118413" y="123839"/>
                </a:lnTo>
                <a:lnTo>
                  <a:pt x="118957" y="123782"/>
                </a:lnTo>
                <a:lnTo>
                  <a:pt x="119494" y="123717"/>
                </a:lnTo>
                <a:lnTo>
                  <a:pt x="120025" y="123646"/>
                </a:lnTo>
                <a:lnTo>
                  <a:pt x="120550" y="123568"/>
                </a:lnTo>
                <a:lnTo>
                  <a:pt x="121069" y="123484"/>
                </a:lnTo>
                <a:lnTo>
                  <a:pt x="121581" y="123392"/>
                </a:lnTo>
                <a:lnTo>
                  <a:pt x="122088" y="123294"/>
                </a:lnTo>
                <a:lnTo>
                  <a:pt x="122588" y="123189"/>
                </a:lnTo>
                <a:lnTo>
                  <a:pt x="123082" y="123077"/>
                </a:lnTo>
                <a:lnTo>
                  <a:pt x="123570" y="122958"/>
                </a:lnTo>
                <a:lnTo>
                  <a:pt x="124052" y="122833"/>
                </a:lnTo>
                <a:lnTo>
                  <a:pt x="124528" y="122701"/>
                </a:lnTo>
                <a:lnTo>
                  <a:pt x="124997" y="122562"/>
                </a:lnTo>
                <a:lnTo>
                  <a:pt x="125461" y="122416"/>
                </a:lnTo>
                <a:lnTo>
                  <a:pt x="125918" y="122263"/>
                </a:lnTo>
                <a:lnTo>
                  <a:pt x="126370" y="122104"/>
                </a:lnTo>
                <a:lnTo>
                  <a:pt x="126815" y="121939"/>
                </a:lnTo>
                <a:lnTo>
                  <a:pt x="127255" y="121770"/>
                </a:lnTo>
                <a:lnTo>
                  <a:pt x="127690" y="121597"/>
                </a:lnTo>
                <a:lnTo>
                  <a:pt x="128119" y="121419"/>
                </a:lnTo>
                <a:lnTo>
                  <a:pt x="128543" y="121236"/>
                </a:lnTo>
                <a:lnTo>
                  <a:pt x="128962" y="121050"/>
                </a:lnTo>
                <a:lnTo>
                  <a:pt x="129375" y="120859"/>
                </a:lnTo>
                <a:lnTo>
                  <a:pt x="129783" y="120664"/>
                </a:lnTo>
                <a:lnTo>
                  <a:pt x="130185" y="120464"/>
                </a:lnTo>
                <a:lnTo>
                  <a:pt x="130582" y="120260"/>
                </a:lnTo>
                <a:lnTo>
                  <a:pt x="130974" y="120052"/>
                </a:lnTo>
                <a:lnTo>
                  <a:pt x="131361" y="119839"/>
                </a:lnTo>
                <a:lnTo>
                  <a:pt x="131742" y="119622"/>
                </a:lnTo>
                <a:lnTo>
                  <a:pt x="132117" y="119400"/>
                </a:lnTo>
                <a:lnTo>
                  <a:pt x="132487" y="119175"/>
                </a:lnTo>
                <a:lnTo>
                  <a:pt x="132852" y="118945"/>
                </a:lnTo>
                <a:lnTo>
                  <a:pt x="133212" y="118710"/>
                </a:lnTo>
                <a:lnTo>
                  <a:pt x="133566" y="118471"/>
                </a:lnTo>
                <a:lnTo>
                  <a:pt x="133915" y="118228"/>
                </a:lnTo>
                <a:lnTo>
                  <a:pt x="134258" y="117981"/>
                </a:lnTo>
                <a:lnTo>
                  <a:pt x="134596" y="117729"/>
                </a:lnTo>
                <a:lnTo>
                  <a:pt x="134929" y="117473"/>
                </a:lnTo>
                <a:lnTo>
                  <a:pt x="135256" y="117212"/>
                </a:lnTo>
                <a:lnTo>
                  <a:pt x="135578" y="116947"/>
                </a:lnTo>
                <a:lnTo>
                  <a:pt x="135895" y="116679"/>
                </a:lnTo>
                <a:lnTo>
                  <a:pt x="136208" y="116409"/>
                </a:lnTo>
                <a:lnTo>
                  <a:pt x="136517" y="116136"/>
                </a:lnTo>
                <a:lnTo>
                  <a:pt x="136822" y="115862"/>
                </a:lnTo>
                <a:lnTo>
                  <a:pt x="137123" y="115585"/>
                </a:lnTo>
                <a:lnTo>
                  <a:pt x="137420" y="115306"/>
                </a:lnTo>
                <a:lnTo>
                  <a:pt x="137712" y="115025"/>
                </a:lnTo>
                <a:lnTo>
                  <a:pt x="138001" y="114741"/>
                </a:lnTo>
                <a:lnTo>
                  <a:pt x="138285" y="114456"/>
                </a:lnTo>
                <a:lnTo>
                  <a:pt x="138566" y="114168"/>
                </a:lnTo>
                <a:lnTo>
                  <a:pt x="138842" y="113878"/>
                </a:lnTo>
                <a:lnTo>
                  <a:pt x="139114" y="113586"/>
                </a:lnTo>
                <a:lnTo>
                  <a:pt x="139382" y="113292"/>
                </a:lnTo>
                <a:lnTo>
                  <a:pt x="139646" y="112996"/>
                </a:lnTo>
                <a:lnTo>
                  <a:pt x="139906" y="112697"/>
                </a:lnTo>
                <a:lnTo>
                  <a:pt x="140162" y="112396"/>
                </a:lnTo>
                <a:lnTo>
                  <a:pt x="140413" y="112093"/>
                </a:lnTo>
                <a:lnTo>
                  <a:pt x="140661" y="111788"/>
                </a:lnTo>
                <a:lnTo>
                  <a:pt x="140905" y="111481"/>
                </a:lnTo>
                <a:lnTo>
                  <a:pt x="141144" y="111172"/>
                </a:lnTo>
                <a:lnTo>
                  <a:pt x="141379" y="110860"/>
                </a:lnTo>
                <a:lnTo>
                  <a:pt x="141611" y="110546"/>
                </a:lnTo>
                <a:lnTo>
                  <a:pt x="141838" y="110230"/>
                </a:lnTo>
                <a:lnTo>
                  <a:pt x="142061" y="109912"/>
                </a:lnTo>
                <a:lnTo>
                  <a:pt x="136536" y="105639"/>
                </a:lnTo>
                <a:lnTo>
                  <a:pt x="136171" y="106107"/>
                </a:lnTo>
                <a:lnTo>
                  <a:pt x="135803" y="106564"/>
                </a:lnTo>
                <a:lnTo>
                  <a:pt x="135431" y="107010"/>
                </a:lnTo>
                <a:lnTo>
                  <a:pt x="135055" y="107445"/>
                </a:lnTo>
                <a:lnTo>
                  <a:pt x="134675" y="107870"/>
                </a:lnTo>
                <a:lnTo>
                  <a:pt x="134291" y="108285"/>
                </a:lnTo>
                <a:lnTo>
                  <a:pt x="133903" y="108688"/>
                </a:lnTo>
                <a:lnTo>
                  <a:pt x="133511" y="109081"/>
                </a:lnTo>
                <a:lnTo>
                  <a:pt x="133115" y="109464"/>
                </a:lnTo>
                <a:lnTo>
                  <a:pt x="132715" y="109836"/>
                </a:lnTo>
                <a:lnTo>
                  <a:pt x="132312" y="110197"/>
                </a:lnTo>
                <a:lnTo>
                  <a:pt x="131904" y="110548"/>
                </a:lnTo>
                <a:lnTo>
                  <a:pt x="131492" y="110888"/>
                </a:lnTo>
                <a:lnTo>
                  <a:pt x="131076" y="111217"/>
                </a:lnTo>
                <a:lnTo>
                  <a:pt x="130657" y="111536"/>
                </a:lnTo>
                <a:lnTo>
                  <a:pt x="130233" y="111844"/>
                </a:lnTo>
                <a:lnTo>
                  <a:pt x="129805" y="112141"/>
                </a:lnTo>
                <a:lnTo>
                  <a:pt x="129374" y="112428"/>
                </a:lnTo>
                <a:lnTo>
                  <a:pt x="128938" y="112705"/>
                </a:lnTo>
                <a:lnTo>
                  <a:pt x="128499" y="112970"/>
                </a:lnTo>
                <a:lnTo>
                  <a:pt x="128055" y="113225"/>
                </a:lnTo>
                <a:lnTo>
                  <a:pt x="127608" y="113470"/>
                </a:lnTo>
                <a:lnTo>
                  <a:pt x="127156" y="113704"/>
                </a:lnTo>
                <a:lnTo>
                  <a:pt x="126701" y="113927"/>
                </a:lnTo>
                <a:lnTo>
                  <a:pt x="126241" y="114140"/>
                </a:lnTo>
                <a:lnTo>
                  <a:pt x="125776" y="114345"/>
                </a:lnTo>
                <a:lnTo>
                  <a:pt x="125305" y="114540"/>
                </a:lnTo>
                <a:lnTo>
                  <a:pt x="124830" y="114726"/>
                </a:lnTo>
                <a:lnTo>
                  <a:pt x="124349" y="114903"/>
                </a:lnTo>
                <a:lnTo>
                  <a:pt x="123863" y="115071"/>
                </a:lnTo>
                <a:lnTo>
                  <a:pt x="123371" y="115230"/>
                </a:lnTo>
                <a:lnTo>
                  <a:pt x="122874" y="115380"/>
                </a:lnTo>
                <a:lnTo>
                  <a:pt x="122372" y="115521"/>
                </a:lnTo>
                <a:lnTo>
                  <a:pt x="121865" y="115652"/>
                </a:lnTo>
                <a:lnTo>
                  <a:pt x="121353" y="115775"/>
                </a:lnTo>
                <a:lnTo>
                  <a:pt x="120835" y="115888"/>
                </a:lnTo>
                <a:lnTo>
                  <a:pt x="120312" y="115993"/>
                </a:lnTo>
                <a:lnTo>
                  <a:pt x="119784" y="116088"/>
                </a:lnTo>
                <a:lnTo>
                  <a:pt x="119251" y="116174"/>
                </a:lnTo>
                <a:lnTo>
                  <a:pt x="118712" y="116252"/>
                </a:lnTo>
                <a:lnTo>
                  <a:pt x="118168" y="116320"/>
                </a:lnTo>
                <a:lnTo>
                  <a:pt x="117619" y="116379"/>
                </a:lnTo>
                <a:lnTo>
                  <a:pt x="117065" y="116429"/>
                </a:lnTo>
                <a:lnTo>
                  <a:pt x="116505" y="116470"/>
                </a:lnTo>
                <a:lnTo>
                  <a:pt x="115940" y="116501"/>
                </a:lnTo>
                <a:lnTo>
                  <a:pt x="115370" y="116524"/>
                </a:lnTo>
                <a:lnTo>
                  <a:pt x="114795" y="116538"/>
                </a:lnTo>
                <a:lnTo>
                  <a:pt x="114214" y="116542"/>
                </a:lnTo>
                <a:lnTo>
                  <a:pt x="113707" y="116538"/>
                </a:lnTo>
                <a:lnTo>
                  <a:pt x="113203" y="116525"/>
                </a:lnTo>
                <a:lnTo>
                  <a:pt x="112703" y="116504"/>
                </a:lnTo>
                <a:lnTo>
                  <a:pt x="112207" y="116474"/>
                </a:lnTo>
                <a:lnTo>
                  <a:pt x="111715" y="116435"/>
                </a:lnTo>
                <a:lnTo>
                  <a:pt x="111226" y="116388"/>
                </a:lnTo>
                <a:lnTo>
                  <a:pt x="110742" y="116332"/>
                </a:lnTo>
                <a:lnTo>
                  <a:pt x="110261" y="116268"/>
                </a:lnTo>
                <a:lnTo>
                  <a:pt x="109784" y="116195"/>
                </a:lnTo>
                <a:lnTo>
                  <a:pt x="109311" y="116114"/>
                </a:lnTo>
                <a:lnTo>
                  <a:pt x="108842" y="116024"/>
                </a:lnTo>
                <a:lnTo>
                  <a:pt x="108376" y="115925"/>
                </a:lnTo>
                <a:lnTo>
                  <a:pt x="107915" y="115818"/>
                </a:lnTo>
                <a:lnTo>
                  <a:pt x="107457" y="115702"/>
                </a:lnTo>
                <a:lnTo>
                  <a:pt x="107003" y="115578"/>
                </a:lnTo>
                <a:lnTo>
                  <a:pt x="106553" y="115445"/>
                </a:lnTo>
                <a:lnTo>
                  <a:pt x="106107" y="115304"/>
                </a:lnTo>
                <a:lnTo>
                  <a:pt x="105664" y="115154"/>
                </a:lnTo>
                <a:lnTo>
                  <a:pt x="105226" y="114996"/>
                </a:lnTo>
                <a:lnTo>
                  <a:pt x="104791" y="114828"/>
                </a:lnTo>
                <a:lnTo>
                  <a:pt x="104360" y="114653"/>
                </a:lnTo>
                <a:lnTo>
                  <a:pt x="103933" y="114469"/>
                </a:lnTo>
                <a:lnTo>
                  <a:pt x="103510" y="114276"/>
                </a:lnTo>
                <a:lnTo>
                  <a:pt x="103091" y="114074"/>
                </a:lnTo>
                <a:lnTo>
                  <a:pt x="102676" y="113866"/>
                </a:lnTo>
                <a:lnTo>
                  <a:pt x="102265" y="113650"/>
                </a:lnTo>
                <a:lnTo>
                  <a:pt x="101860" y="113429"/>
                </a:lnTo>
                <a:lnTo>
                  <a:pt x="101460" y="113201"/>
                </a:lnTo>
                <a:lnTo>
                  <a:pt x="101064" y="112966"/>
                </a:lnTo>
                <a:lnTo>
                  <a:pt x="100673" y="112725"/>
                </a:lnTo>
                <a:lnTo>
                  <a:pt x="100287" y="112478"/>
                </a:lnTo>
                <a:lnTo>
                  <a:pt x="99906" y="112224"/>
                </a:lnTo>
                <a:lnTo>
                  <a:pt x="99530" y="111964"/>
                </a:lnTo>
                <a:lnTo>
                  <a:pt x="99159" y="111698"/>
                </a:lnTo>
                <a:lnTo>
                  <a:pt x="98793" y="111425"/>
                </a:lnTo>
                <a:lnTo>
                  <a:pt x="98431" y="111146"/>
                </a:lnTo>
                <a:lnTo>
                  <a:pt x="98074" y="110860"/>
                </a:lnTo>
                <a:lnTo>
                  <a:pt x="97723" y="110569"/>
                </a:lnTo>
                <a:lnTo>
                  <a:pt x="97376" y="110270"/>
                </a:lnTo>
                <a:lnTo>
                  <a:pt x="97033" y="109965"/>
                </a:lnTo>
                <a:lnTo>
                  <a:pt x="96696" y="109654"/>
                </a:lnTo>
                <a:lnTo>
                  <a:pt x="96364" y="109337"/>
                </a:lnTo>
                <a:lnTo>
                  <a:pt x="96036" y="109013"/>
                </a:lnTo>
                <a:lnTo>
                  <a:pt x="95714" y="108682"/>
                </a:lnTo>
                <a:lnTo>
                  <a:pt x="95396" y="108346"/>
                </a:lnTo>
                <a:lnTo>
                  <a:pt x="95083" y="108002"/>
                </a:lnTo>
                <a:lnTo>
                  <a:pt x="94775" y="107653"/>
                </a:lnTo>
                <a:lnTo>
                  <a:pt x="94471" y="107297"/>
                </a:lnTo>
                <a:lnTo>
                  <a:pt x="94173" y="106935"/>
                </a:lnTo>
                <a:lnTo>
                  <a:pt x="93881" y="106569"/>
                </a:lnTo>
                <a:lnTo>
                  <a:pt x="93594" y="106197"/>
                </a:lnTo>
                <a:lnTo>
                  <a:pt x="93313" y="105821"/>
                </a:lnTo>
                <a:lnTo>
                  <a:pt x="93038" y="105439"/>
                </a:lnTo>
                <a:lnTo>
                  <a:pt x="92768" y="105052"/>
                </a:lnTo>
                <a:lnTo>
                  <a:pt x="92504" y="104661"/>
                </a:lnTo>
                <a:lnTo>
                  <a:pt x="92245" y="104264"/>
                </a:lnTo>
                <a:lnTo>
                  <a:pt x="91992" y="103863"/>
                </a:lnTo>
                <a:lnTo>
                  <a:pt x="91745" y="103456"/>
                </a:lnTo>
                <a:lnTo>
                  <a:pt x="91503" y="103045"/>
                </a:lnTo>
                <a:lnTo>
                  <a:pt x="91267" y="102628"/>
                </a:lnTo>
                <a:lnTo>
                  <a:pt x="91036" y="102207"/>
                </a:lnTo>
                <a:lnTo>
                  <a:pt x="90812" y="101780"/>
                </a:lnTo>
                <a:lnTo>
                  <a:pt x="90592" y="101349"/>
                </a:lnTo>
                <a:lnTo>
                  <a:pt x="90379" y="100912"/>
                </a:lnTo>
                <a:lnTo>
                  <a:pt x="90171" y="100471"/>
                </a:lnTo>
                <a:lnTo>
                  <a:pt x="89969" y="100025"/>
                </a:lnTo>
                <a:lnTo>
                  <a:pt x="89772" y="99573"/>
                </a:lnTo>
                <a:lnTo>
                  <a:pt x="89581" y="99117"/>
                </a:lnTo>
                <a:lnTo>
                  <a:pt x="89395" y="98655"/>
                </a:lnTo>
                <a:lnTo>
                  <a:pt x="89215" y="98189"/>
                </a:lnTo>
                <a:lnTo>
                  <a:pt x="89041" y="97718"/>
                </a:lnTo>
                <a:lnTo>
                  <a:pt x="88873" y="97241"/>
                </a:lnTo>
                <a:lnTo>
                  <a:pt x="88710" y="96761"/>
                </a:lnTo>
                <a:lnTo>
                  <a:pt x="88555" y="96278"/>
                </a:lnTo>
                <a:lnTo>
                  <a:pt x="88407" y="95792"/>
                </a:lnTo>
                <a:lnTo>
                  <a:pt x="88265" y="95303"/>
                </a:lnTo>
                <a:lnTo>
                  <a:pt x="88130" y="94812"/>
                </a:lnTo>
                <a:lnTo>
                  <a:pt x="88002" y="94318"/>
                </a:lnTo>
                <a:lnTo>
                  <a:pt x="87882" y="93820"/>
                </a:lnTo>
                <a:lnTo>
                  <a:pt x="87768" y="93321"/>
                </a:lnTo>
                <a:lnTo>
                  <a:pt x="87661" y="92818"/>
                </a:lnTo>
                <a:lnTo>
                  <a:pt x="87560" y="92312"/>
                </a:lnTo>
                <a:lnTo>
                  <a:pt x="87467" y="91804"/>
                </a:lnTo>
                <a:lnTo>
                  <a:pt x="87381" y="91293"/>
                </a:lnTo>
                <a:lnTo>
                  <a:pt x="87302" y="90779"/>
                </a:lnTo>
                <a:lnTo>
                  <a:pt x="87229" y="90262"/>
                </a:lnTo>
                <a:lnTo>
                  <a:pt x="87163" y="89742"/>
                </a:lnTo>
                <a:lnTo>
                  <a:pt x="87105" y="89220"/>
                </a:lnTo>
                <a:lnTo>
                  <a:pt x="87053" y="88694"/>
                </a:lnTo>
                <a:lnTo>
                  <a:pt x="87008" y="88166"/>
                </a:lnTo>
                <a:lnTo>
                  <a:pt x="86970" y="87635"/>
                </a:lnTo>
                <a:lnTo>
                  <a:pt x="86939" y="87102"/>
                </a:lnTo>
                <a:lnTo>
                  <a:pt x="86915" y="86565"/>
                </a:lnTo>
                <a:lnTo>
                  <a:pt x="86897" y="86026"/>
                </a:lnTo>
                <a:lnTo>
                  <a:pt x="86887" y="85484"/>
                </a:lnTo>
                <a:lnTo>
                  <a:pt x="86884" y="84939"/>
                </a:lnTo>
                <a:lnTo>
                  <a:pt x="86884" y="83244"/>
                </a:lnTo>
                <a:lnTo>
                  <a:pt x="143755" y="83244"/>
                </a:lnTo>
                <a:lnTo>
                  <a:pt x="143755" y="77876"/>
                </a:lnTo>
                <a:lnTo>
                  <a:pt x="143752" y="77210"/>
                </a:lnTo>
                <a:lnTo>
                  <a:pt x="143741" y="76549"/>
                </a:lnTo>
                <a:lnTo>
                  <a:pt x="143723" y="75893"/>
                </a:lnTo>
                <a:lnTo>
                  <a:pt x="143698" y="75242"/>
                </a:lnTo>
                <a:close/>
                <a:moveTo>
                  <a:pt x="87603" y="73158"/>
                </a:moveTo>
                <a:lnTo>
                  <a:pt x="87702" y="72620"/>
                </a:lnTo>
                <a:lnTo>
                  <a:pt x="87808" y="72086"/>
                </a:lnTo>
                <a:lnTo>
                  <a:pt x="87920" y="71557"/>
                </a:lnTo>
                <a:lnTo>
                  <a:pt x="88038" y="71032"/>
                </a:lnTo>
                <a:lnTo>
                  <a:pt x="88163" y="70511"/>
                </a:lnTo>
                <a:lnTo>
                  <a:pt x="88294" y="69995"/>
                </a:lnTo>
                <a:lnTo>
                  <a:pt x="88431" y="69484"/>
                </a:lnTo>
                <a:lnTo>
                  <a:pt x="88575" y="68977"/>
                </a:lnTo>
                <a:lnTo>
                  <a:pt x="88725" y="68474"/>
                </a:lnTo>
                <a:lnTo>
                  <a:pt x="88881" y="67977"/>
                </a:lnTo>
                <a:lnTo>
                  <a:pt x="89043" y="67485"/>
                </a:lnTo>
                <a:lnTo>
                  <a:pt x="89209" y="66998"/>
                </a:lnTo>
                <a:lnTo>
                  <a:pt x="89381" y="66518"/>
                </a:lnTo>
                <a:lnTo>
                  <a:pt x="89558" y="66043"/>
                </a:lnTo>
                <a:lnTo>
                  <a:pt x="89741" y="65573"/>
                </a:lnTo>
                <a:lnTo>
                  <a:pt x="89928" y="65110"/>
                </a:lnTo>
                <a:lnTo>
                  <a:pt x="90121" y="64652"/>
                </a:lnTo>
                <a:lnTo>
                  <a:pt x="90319" y="64199"/>
                </a:lnTo>
                <a:lnTo>
                  <a:pt x="90522" y="63752"/>
                </a:lnTo>
                <a:lnTo>
                  <a:pt x="90731" y="63311"/>
                </a:lnTo>
                <a:lnTo>
                  <a:pt x="90945" y="62875"/>
                </a:lnTo>
                <a:lnTo>
                  <a:pt x="91164" y="62445"/>
                </a:lnTo>
                <a:lnTo>
                  <a:pt x="91388" y="62021"/>
                </a:lnTo>
                <a:lnTo>
                  <a:pt x="91617" y="61602"/>
                </a:lnTo>
                <a:lnTo>
                  <a:pt x="91852" y="61189"/>
                </a:lnTo>
                <a:lnTo>
                  <a:pt x="92092" y="60782"/>
                </a:lnTo>
                <a:lnTo>
                  <a:pt x="92337" y="60380"/>
                </a:lnTo>
                <a:lnTo>
                  <a:pt x="92588" y="59984"/>
                </a:lnTo>
                <a:lnTo>
                  <a:pt x="92844" y="59593"/>
                </a:lnTo>
                <a:lnTo>
                  <a:pt x="93105" y="59208"/>
                </a:lnTo>
                <a:lnTo>
                  <a:pt x="93371" y="58829"/>
                </a:lnTo>
                <a:lnTo>
                  <a:pt x="93642" y="58455"/>
                </a:lnTo>
                <a:lnTo>
                  <a:pt x="93919" y="58087"/>
                </a:lnTo>
                <a:lnTo>
                  <a:pt x="94200" y="57725"/>
                </a:lnTo>
                <a:lnTo>
                  <a:pt x="94487" y="57370"/>
                </a:lnTo>
                <a:lnTo>
                  <a:pt x="94777" y="57023"/>
                </a:lnTo>
                <a:lnTo>
                  <a:pt x="95072" y="56682"/>
                </a:lnTo>
                <a:lnTo>
                  <a:pt x="95372" y="56349"/>
                </a:lnTo>
                <a:lnTo>
                  <a:pt x="95675" y="56022"/>
                </a:lnTo>
                <a:lnTo>
                  <a:pt x="95984" y="55702"/>
                </a:lnTo>
                <a:lnTo>
                  <a:pt x="96297" y="55390"/>
                </a:lnTo>
                <a:lnTo>
                  <a:pt x="96614" y="55084"/>
                </a:lnTo>
                <a:lnTo>
                  <a:pt x="96936" y="54786"/>
                </a:lnTo>
                <a:lnTo>
                  <a:pt x="97262" y="54495"/>
                </a:lnTo>
                <a:lnTo>
                  <a:pt x="97593" y="54210"/>
                </a:lnTo>
                <a:lnTo>
                  <a:pt x="97928" y="53933"/>
                </a:lnTo>
                <a:lnTo>
                  <a:pt x="98268" y="53663"/>
                </a:lnTo>
                <a:lnTo>
                  <a:pt x="98612" y="53399"/>
                </a:lnTo>
                <a:lnTo>
                  <a:pt x="98961" y="53143"/>
                </a:lnTo>
                <a:lnTo>
                  <a:pt x="99314" y="52894"/>
                </a:lnTo>
                <a:lnTo>
                  <a:pt x="99672" y="52652"/>
                </a:lnTo>
                <a:lnTo>
                  <a:pt x="100034" y="52417"/>
                </a:lnTo>
                <a:lnTo>
                  <a:pt x="100401" y="52188"/>
                </a:lnTo>
                <a:lnTo>
                  <a:pt x="100772" y="51967"/>
                </a:lnTo>
                <a:lnTo>
                  <a:pt x="101147" y="51753"/>
                </a:lnTo>
                <a:lnTo>
                  <a:pt x="101527" y="51546"/>
                </a:lnTo>
                <a:lnTo>
                  <a:pt x="101912" y="51346"/>
                </a:lnTo>
                <a:lnTo>
                  <a:pt x="102300" y="51154"/>
                </a:lnTo>
                <a:lnTo>
                  <a:pt x="102693" y="50970"/>
                </a:lnTo>
                <a:lnTo>
                  <a:pt x="103088" y="50794"/>
                </a:lnTo>
                <a:lnTo>
                  <a:pt x="103488" y="50626"/>
                </a:lnTo>
                <a:lnTo>
                  <a:pt x="103890" y="50466"/>
                </a:lnTo>
                <a:lnTo>
                  <a:pt x="104297" y="50315"/>
                </a:lnTo>
                <a:lnTo>
                  <a:pt x="104707" y="50172"/>
                </a:lnTo>
                <a:lnTo>
                  <a:pt x="105121" y="50037"/>
                </a:lnTo>
                <a:lnTo>
                  <a:pt x="105538" y="49910"/>
                </a:lnTo>
                <a:lnTo>
                  <a:pt x="105958" y="49791"/>
                </a:lnTo>
                <a:lnTo>
                  <a:pt x="106383" y="49681"/>
                </a:lnTo>
                <a:lnTo>
                  <a:pt x="106811" y="49578"/>
                </a:lnTo>
                <a:lnTo>
                  <a:pt x="107242" y="49484"/>
                </a:lnTo>
                <a:lnTo>
                  <a:pt x="107677" y="49398"/>
                </a:lnTo>
                <a:lnTo>
                  <a:pt x="108116" y="49320"/>
                </a:lnTo>
                <a:lnTo>
                  <a:pt x="108558" y="49251"/>
                </a:lnTo>
                <a:lnTo>
                  <a:pt x="109004" y="49190"/>
                </a:lnTo>
                <a:lnTo>
                  <a:pt x="109454" y="49136"/>
                </a:lnTo>
                <a:lnTo>
                  <a:pt x="109907" y="49091"/>
                </a:lnTo>
                <a:lnTo>
                  <a:pt x="110363" y="49054"/>
                </a:lnTo>
                <a:lnTo>
                  <a:pt x="110823" y="49026"/>
                </a:lnTo>
                <a:lnTo>
                  <a:pt x="111287" y="49005"/>
                </a:lnTo>
                <a:lnTo>
                  <a:pt x="111754" y="48993"/>
                </a:lnTo>
                <a:lnTo>
                  <a:pt x="112225" y="48989"/>
                </a:lnTo>
                <a:lnTo>
                  <a:pt x="112847" y="48995"/>
                </a:lnTo>
                <a:lnTo>
                  <a:pt x="113460" y="49015"/>
                </a:lnTo>
                <a:lnTo>
                  <a:pt x="114064" y="49046"/>
                </a:lnTo>
                <a:lnTo>
                  <a:pt x="114659" y="49091"/>
                </a:lnTo>
                <a:lnTo>
                  <a:pt x="115246" y="49148"/>
                </a:lnTo>
                <a:lnTo>
                  <a:pt x="115824" y="49219"/>
                </a:lnTo>
                <a:lnTo>
                  <a:pt x="116392" y="49302"/>
                </a:lnTo>
                <a:lnTo>
                  <a:pt x="116952" y="49397"/>
                </a:lnTo>
                <a:lnTo>
                  <a:pt x="117504" y="49506"/>
                </a:lnTo>
                <a:lnTo>
                  <a:pt x="118046" y="49627"/>
                </a:lnTo>
                <a:lnTo>
                  <a:pt x="118579" y="49761"/>
                </a:lnTo>
                <a:lnTo>
                  <a:pt x="119104" y="49908"/>
                </a:lnTo>
                <a:lnTo>
                  <a:pt x="119620" y="50067"/>
                </a:lnTo>
                <a:lnTo>
                  <a:pt x="120127" y="50239"/>
                </a:lnTo>
                <a:lnTo>
                  <a:pt x="120625" y="50424"/>
                </a:lnTo>
                <a:lnTo>
                  <a:pt x="121115" y="50622"/>
                </a:lnTo>
                <a:lnTo>
                  <a:pt x="121595" y="50832"/>
                </a:lnTo>
                <a:lnTo>
                  <a:pt x="122067" y="51056"/>
                </a:lnTo>
                <a:lnTo>
                  <a:pt x="122530" y="51292"/>
                </a:lnTo>
                <a:lnTo>
                  <a:pt x="122984" y="51541"/>
                </a:lnTo>
                <a:lnTo>
                  <a:pt x="123429" y="51802"/>
                </a:lnTo>
                <a:lnTo>
                  <a:pt x="123866" y="52076"/>
                </a:lnTo>
                <a:lnTo>
                  <a:pt x="124293" y="52363"/>
                </a:lnTo>
                <a:lnTo>
                  <a:pt x="124712" y="52663"/>
                </a:lnTo>
                <a:lnTo>
                  <a:pt x="125122" y="52973"/>
                </a:lnTo>
                <a:lnTo>
                  <a:pt x="125524" y="53290"/>
                </a:lnTo>
                <a:lnTo>
                  <a:pt x="125917" y="53615"/>
                </a:lnTo>
                <a:lnTo>
                  <a:pt x="126302" y="53947"/>
                </a:lnTo>
                <a:lnTo>
                  <a:pt x="126678" y="54287"/>
                </a:lnTo>
                <a:lnTo>
                  <a:pt x="127046" y="54635"/>
                </a:lnTo>
                <a:lnTo>
                  <a:pt x="127406" y="54990"/>
                </a:lnTo>
                <a:lnTo>
                  <a:pt x="127757" y="55352"/>
                </a:lnTo>
                <a:lnTo>
                  <a:pt x="128100" y="55722"/>
                </a:lnTo>
                <a:lnTo>
                  <a:pt x="128434" y="56100"/>
                </a:lnTo>
                <a:lnTo>
                  <a:pt x="128760" y="56485"/>
                </a:lnTo>
                <a:lnTo>
                  <a:pt x="129077" y="56877"/>
                </a:lnTo>
                <a:lnTo>
                  <a:pt x="129386" y="57277"/>
                </a:lnTo>
                <a:lnTo>
                  <a:pt x="129686" y="57685"/>
                </a:lnTo>
                <a:lnTo>
                  <a:pt x="129978" y="58100"/>
                </a:lnTo>
                <a:lnTo>
                  <a:pt x="130262" y="58523"/>
                </a:lnTo>
                <a:lnTo>
                  <a:pt x="130537" y="58953"/>
                </a:lnTo>
                <a:lnTo>
                  <a:pt x="130803" y="59391"/>
                </a:lnTo>
                <a:lnTo>
                  <a:pt x="131062" y="59836"/>
                </a:lnTo>
                <a:lnTo>
                  <a:pt x="131311" y="60289"/>
                </a:lnTo>
                <a:lnTo>
                  <a:pt x="131553" y="60749"/>
                </a:lnTo>
                <a:lnTo>
                  <a:pt x="131786" y="61217"/>
                </a:lnTo>
                <a:lnTo>
                  <a:pt x="132010" y="61693"/>
                </a:lnTo>
                <a:lnTo>
                  <a:pt x="132226" y="62176"/>
                </a:lnTo>
                <a:lnTo>
                  <a:pt x="132434" y="62664"/>
                </a:lnTo>
                <a:lnTo>
                  <a:pt x="132633" y="63155"/>
                </a:lnTo>
                <a:lnTo>
                  <a:pt x="132824" y="63649"/>
                </a:lnTo>
                <a:lnTo>
                  <a:pt x="133007" y="64146"/>
                </a:lnTo>
                <a:lnTo>
                  <a:pt x="133181" y="64646"/>
                </a:lnTo>
                <a:lnTo>
                  <a:pt x="133347" y="65149"/>
                </a:lnTo>
                <a:lnTo>
                  <a:pt x="133505" y="65654"/>
                </a:lnTo>
                <a:lnTo>
                  <a:pt x="133654" y="66163"/>
                </a:lnTo>
                <a:lnTo>
                  <a:pt x="133796" y="66675"/>
                </a:lnTo>
                <a:lnTo>
                  <a:pt x="133928" y="67189"/>
                </a:lnTo>
                <a:lnTo>
                  <a:pt x="134053" y="67707"/>
                </a:lnTo>
                <a:lnTo>
                  <a:pt x="134169" y="68227"/>
                </a:lnTo>
                <a:lnTo>
                  <a:pt x="134277" y="68751"/>
                </a:lnTo>
                <a:lnTo>
                  <a:pt x="134377" y="69277"/>
                </a:lnTo>
                <a:lnTo>
                  <a:pt x="134468" y="69806"/>
                </a:lnTo>
                <a:lnTo>
                  <a:pt x="134551" y="70338"/>
                </a:lnTo>
                <a:lnTo>
                  <a:pt x="134625" y="70873"/>
                </a:lnTo>
                <a:lnTo>
                  <a:pt x="134692" y="71411"/>
                </a:lnTo>
                <a:lnTo>
                  <a:pt x="134750" y="71952"/>
                </a:lnTo>
                <a:lnTo>
                  <a:pt x="134799" y="72496"/>
                </a:lnTo>
                <a:lnTo>
                  <a:pt x="134841" y="73043"/>
                </a:lnTo>
                <a:lnTo>
                  <a:pt x="134874" y="73593"/>
                </a:lnTo>
                <a:lnTo>
                  <a:pt x="134899" y="74146"/>
                </a:lnTo>
                <a:lnTo>
                  <a:pt x="134915" y="74701"/>
                </a:lnTo>
                <a:lnTo>
                  <a:pt x="134915" y="75657"/>
                </a:lnTo>
                <a:lnTo>
                  <a:pt x="87235" y="75657"/>
                </a:lnTo>
                <a:lnTo>
                  <a:pt x="87271" y="75357"/>
                </a:lnTo>
                <a:lnTo>
                  <a:pt x="87344" y="74800"/>
                </a:lnTo>
                <a:lnTo>
                  <a:pt x="87424" y="74248"/>
                </a:lnTo>
                <a:lnTo>
                  <a:pt x="87510" y="73701"/>
                </a:lnTo>
                <a:lnTo>
                  <a:pt x="87603" y="73158"/>
                </a:lnTo>
                <a:close/>
                <a:moveTo>
                  <a:pt x="221698" y="75242"/>
                </a:moveTo>
                <a:lnTo>
                  <a:pt x="221666" y="74595"/>
                </a:lnTo>
                <a:lnTo>
                  <a:pt x="221627" y="73953"/>
                </a:lnTo>
                <a:lnTo>
                  <a:pt x="221580" y="73316"/>
                </a:lnTo>
                <a:lnTo>
                  <a:pt x="221526" y="72683"/>
                </a:lnTo>
                <a:lnTo>
                  <a:pt x="221466" y="72055"/>
                </a:lnTo>
                <a:lnTo>
                  <a:pt x="221398" y="71432"/>
                </a:lnTo>
                <a:lnTo>
                  <a:pt x="221322" y="70814"/>
                </a:lnTo>
                <a:lnTo>
                  <a:pt x="221240" y="70200"/>
                </a:lnTo>
                <a:lnTo>
                  <a:pt x="221150" y="69591"/>
                </a:lnTo>
                <a:lnTo>
                  <a:pt x="221054" y="68987"/>
                </a:lnTo>
                <a:lnTo>
                  <a:pt x="220950" y="68387"/>
                </a:lnTo>
                <a:lnTo>
                  <a:pt x="220839" y="67793"/>
                </a:lnTo>
                <a:lnTo>
                  <a:pt x="220721" y="67203"/>
                </a:lnTo>
                <a:lnTo>
                  <a:pt x="220595" y="66617"/>
                </a:lnTo>
                <a:lnTo>
                  <a:pt x="220463" y="66037"/>
                </a:lnTo>
                <a:lnTo>
                  <a:pt x="220323" y="65461"/>
                </a:lnTo>
                <a:lnTo>
                  <a:pt x="220176" y="64890"/>
                </a:lnTo>
                <a:lnTo>
                  <a:pt x="220022" y="64323"/>
                </a:lnTo>
                <a:lnTo>
                  <a:pt x="219861" y="63762"/>
                </a:lnTo>
                <a:lnTo>
                  <a:pt x="219693" y="63205"/>
                </a:lnTo>
                <a:lnTo>
                  <a:pt x="219518" y="62653"/>
                </a:lnTo>
                <a:lnTo>
                  <a:pt x="219335" y="62108"/>
                </a:lnTo>
                <a:lnTo>
                  <a:pt x="219146" y="61568"/>
                </a:lnTo>
                <a:lnTo>
                  <a:pt x="218950" y="61035"/>
                </a:lnTo>
                <a:lnTo>
                  <a:pt x="218747" y="60508"/>
                </a:lnTo>
                <a:lnTo>
                  <a:pt x="218537" y="59987"/>
                </a:lnTo>
                <a:lnTo>
                  <a:pt x="218321" y="59472"/>
                </a:lnTo>
                <a:lnTo>
                  <a:pt x="218097" y="58964"/>
                </a:lnTo>
                <a:lnTo>
                  <a:pt x="217866" y="58461"/>
                </a:lnTo>
                <a:lnTo>
                  <a:pt x="217629" y="57965"/>
                </a:lnTo>
                <a:lnTo>
                  <a:pt x="217384" y="57475"/>
                </a:lnTo>
                <a:lnTo>
                  <a:pt x="217133" y="56991"/>
                </a:lnTo>
                <a:lnTo>
                  <a:pt x="216875" y="56513"/>
                </a:lnTo>
                <a:lnTo>
                  <a:pt x="216610" y="56041"/>
                </a:lnTo>
                <a:lnTo>
                  <a:pt x="216338" y="55575"/>
                </a:lnTo>
                <a:lnTo>
                  <a:pt x="216059" y="55115"/>
                </a:lnTo>
                <a:lnTo>
                  <a:pt x="215773" y="54662"/>
                </a:lnTo>
                <a:lnTo>
                  <a:pt x="215480" y="54215"/>
                </a:lnTo>
                <a:lnTo>
                  <a:pt x="215180" y="53773"/>
                </a:lnTo>
                <a:lnTo>
                  <a:pt x="214874" y="53338"/>
                </a:lnTo>
                <a:lnTo>
                  <a:pt x="214560" y="52909"/>
                </a:lnTo>
                <a:lnTo>
                  <a:pt x="214240" y="52487"/>
                </a:lnTo>
                <a:lnTo>
                  <a:pt x="213913" y="52070"/>
                </a:lnTo>
                <a:lnTo>
                  <a:pt x="213579" y="51659"/>
                </a:lnTo>
                <a:lnTo>
                  <a:pt x="213238" y="51256"/>
                </a:lnTo>
                <a:lnTo>
                  <a:pt x="212891" y="50860"/>
                </a:lnTo>
                <a:lnTo>
                  <a:pt x="212537" y="50471"/>
                </a:lnTo>
                <a:lnTo>
                  <a:pt x="212178" y="50091"/>
                </a:lnTo>
                <a:lnTo>
                  <a:pt x="211812" y="49718"/>
                </a:lnTo>
                <a:lnTo>
                  <a:pt x="211440" y="49352"/>
                </a:lnTo>
                <a:lnTo>
                  <a:pt x="211062" y="48995"/>
                </a:lnTo>
                <a:lnTo>
                  <a:pt x="210677" y="48645"/>
                </a:lnTo>
                <a:lnTo>
                  <a:pt x="210286" y="48302"/>
                </a:lnTo>
                <a:lnTo>
                  <a:pt x="209889" y="47968"/>
                </a:lnTo>
                <a:lnTo>
                  <a:pt x="209485" y="47641"/>
                </a:lnTo>
                <a:lnTo>
                  <a:pt x="209076" y="47321"/>
                </a:lnTo>
                <a:lnTo>
                  <a:pt x="208660" y="47009"/>
                </a:lnTo>
                <a:lnTo>
                  <a:pt x="208237" y="46705"/>
                </a:lnTo>
                <a:lnTo>
                  <a:pt x="207809" y="46409"/>
                </a:lnTo>
                <a:lnTo>
                  <a:pt x="207374" y="46120"/>
                </a:lnTo>
                <a:lnTo>
                  <a:pt x="206933" y="45839"/>
                </a:lnTo>
                <a:lnTo>
                  <a:pt x="206486" y="45565"/>
                </a:lnTo>
                <a:lnTo>
                  <a:pt x="206032" y="45300"/>
                </a:lnTo>
                <a:lnTo>
                  <a:pt x="205572" y="45042"/>
                </a:lnTo>
                <a:lnTo>
                  <a:pt x="205106" y="44791"/>
                </a:lnTo>
                <a:lnTo>
                  <a:pt x="204634" y="44548"/>
                </a:lnTo>
                <a:lnTo>
                  <a:pt x="204155" y="44313"/>
                </a:lnTo>
                <a:lnTo>
                  <a:pt x="203670" y="44085"/>
                </a:lnTo>
                <a:lnTo>
                  <a:pt x="203179" y="43866"/>
                </a:lnTo>
                <a:lnTo>
                  <a:pt x="202682" y="43657"/>
                </a:lnTo>
                <a:lnTo>
                  <a:pt x="202179" y="43456"/>
                </a:lnTo>
                <a:lnTo>
                  <a:pt x="201670" y="43265"/>
                </a:lnTo>
                <a:lnTo>
                  <a:pt x="201155" y="43084"/>
                </a:lnTo>
                <a:lnTo>
                  <a:pt x="200634" y="42911"/>
                </a:lnTo>
                <a:lnTo>
                  <a:pt x="200107" y="42748"/>
                </a:lnTo>
                <a:lnTo>
                  <a:pt x="199574" y="42594"/>
                </a:lnTo>
                <a:lnTo>
                  <a:pt x="199034" y="42450"/>
                </a:lnTo>
                <a:lnTo>
                  <a:pt x="198489" y="42315"/>
                </a:lnTo>
                <a:lnTo>
                  <a:pt x="197938" y="42189"/>
                </a:lnTo>
                <a:lnTo>
                  <a:pt x="197381" y="42072"/>
                </a:lnTo>
                <a:lnTo>
                  <a:pt x="196818" y="41965"/>
                </a:lnTo>
                <a:lnTo>
                  <a:pt x="196249" y="41867"/>
                </a:lnTo>
                <a:lnTo>
                  <a:pt x="195673" y="41779"/>
                </a:lnTo>
                <a:lnTo>
                  <a:pt x="195092" y="41699"/>
                </a:lnTo>
                <a:lnTo>
                  <a:pt x="194505" y="41630"/>
                </a:lnTo>
                <a:lnTo>
                  <a:pt x="193912" y="41569"/>
                </a:lnTo>
                <a:lnTo>
                  <a:pt x="193312" y="41518"/>
                </a:lnTo>
                <a:lnTo>
                  <a:pt x="192707" y="41476"/>
                </a:lnTo>
                <a:lnTo>
                  <a:pt x="192096" y="41443"/>
                </a:lnTo>
                <a:lnTo>
                  <a:pt x="191479" y="41420"/>
                </a:lnTo>
                <a:lnTo>
                  <a:pt x="190855" y="41406"/>
                </a:lnTo>
                <a:lnTo>
                  <a:pt x="190226" y="41401"/>
                </a:lnTo>
                <a:lnTo>
                  <a:pt x="189656" y="41406"/>
                </a:lnTo>
                <a:lnTo>
                  <a:pt x="189089" y="41421"/>
                </a:lnTo>
                <a:lnTo>
                  <a:pt x="188524" y="41445"/>
                </a:lnTo>
                <a:lnTo>
                  <a:pt x="187962" y="41479"/>
                </a:lnTo>
                <a:lnTo>
                  <a:pt x="187402" y="41523"/>
                </a:lnTo>
                <a:lnTo>
                  <a:pt x="186844" y="41576"/>
                </a:lnTo>
                <a:lnTo>
                  <a:pt x="186289" y="41639"/>
                </a:lnTo>
                <a:lnTo>
                  <a:pt x="185736" y="41712"/>
                </a:lnTo>
                <a:lnTo>
                  <a:pt x="185186" y="41795"/>
                </a:lnTo>
                <a:lnTo>
                  <a:pt x="184638" y="41887"/>
                </a:lnTo>
                <a:lnTo>
                  <a:pt x="184093" y="41989"/>
                </a:lnTo>
                <a:lnTo>
                  <a:pt x="183550" y="42101"/>
                </a:lnTo>
                <a:lnTo>
                  <a:pt x="183009" y="42223"/>
                </a:lnTo>
                <a:lnTo>
                  <a:pt x="182471" y="42354"/>
                </a:lnTo>
                <a:lnTo>
                  <a:pt x="181935" y="42495"/>
                </a:lnTo>
                <a:lnTo>
                  <a:pt x="181402" y="42645"/>
                </a:lnTo>
                <a:lnTo>
                  <a:pt x="180871" y="42806"/>
                </a:lnTo>
                <a:lnTo>
                  <a:pt x="180343" y="42976"/>
                </a:lnTo>
                <a:lnTo>
                  <a:pt x="179817" y="43156"/>
                </a:lnTo>
                <a:lnTo>
                  <a:pt x="179293" y="43345"/>
                </a:lnTo>
                <a:lnTo>
                  <a:pt x="178772" y="43544"/>
                </a:lnTo>
                <a:lnTo>
                  <a:pt x="178254" y="43753"/>
                </a:lnTo>
                <a:lnTo>
                  <a:pt x="177737" y="43972"/>
                </a:lnTo>
                <a:lnTo>
                  <a:pt x="177224" y="44201"/>
                </a:lnTo>
                <a:lnTo>
                  <a:pt x="176713" y="44438"/>
                </a:lnTo>
                <a:lnTo>
                  <a:pt x="176208" y="44685"/>
                </a:lnTo>
                <a:lnTo>
                  <a:pt x="175708" y="44940"/>
                </a:lnTo>
                <a:lnTo>
                  <a:pt x="175212" y="45204"/>
                </a:lnTo>
                <a:lnTo>
                  <a:pt x="174721" y="45477"/>
                </a:lnTo>
                <a:lnTo>
                  <a:pt x="174235" y="45759"/>
                </a:lnTo>
                <a:lnTo>
                  <a:pt x="173754" y="46050"/>
                </a:lnTo>
                <a:lnTo>
                  <a:pt x="173278" y="46349"/>
                </a:lnTo>
                <a:lnTo>
                  <a:pt x="172807" y="46658"/>
                </a:lnTo>
                <a:lnTo>
                  <a:pt x="172341" y="46975"/>
                </a:lnTo>
                <a:lnTo>
                  <a:pt x="171879" y="47301"/>
                </a:lnTo>
                <a:lnTo>
                  <a:pt x="171422" y="47635"/>
                </a:lnTo>
                <a:lnTo>
                  <a:pt x="170970" y="47979"/>
                </a:lnTo>
                <a:lnTo>
                  <a:pt x="170523" y="48331"/>
                </a:lnTo>
                <a:lnTo>
                  <a:pt x="170081" y="48693"/>
                </a:lnTo>
                <a:lnTo>
                  <a:pt x="169644" y="49063"/>
                </a:lnTo>
                <a:lnTo>
                  <a:pt x="169212" y="49442"/>
                </a:lnTo>
                <a:lnTo>
                  <a:pt x="168784" y="49829"/>
                </a:lnTo>
                <a:lnTo>
                  <a:pt x="168361" y="50226"/>
                </a:lnTo>
                <a:lnTo>
                  <a:pt x="167944" y="50631"/>
                </a:lnTo>
                <a:lnTo>
                  <a:pt x="167531" y="51045"/>
                </a:lnTo>
                <a:lnTo>
                  <a:pt x="167122" y="51468"/>
                </a:lnTo>
                <a:lnTo>
                  <a:pt x="166719" y="51900"/>
                </a:lnTo>
                <a:lnTo>
                  <a:pt x="166321" y="52341"/>
                </a:lnTo>
                <a:lnTo>
                  <a:pt x="165928" y="52790"/>
                </a:lnTo>
                <a:lnTo>
                  <a:pt x="165543" y="53246"/>
                </a:lnTo>
                <a:lnTo>
                  <a:pt x="165164" y="53709"/>
                </a:lnTo>
                <a:lnTo>
                  <a:pt x="164792" y="54179"/>
                </a:lnTo>
                <a:lnTo>
                  <a:pt x="164427" y="54657"/>
                </a:lnTo>
                <a:lnTo>
                  <a:pt x="164069" y="55143"/>
                </a:lnTo>
                <a:lnTo>
                  <a:pt x="163718" y="55635"/>
                </a:lnTo>
                <a:lnTo>
                  <a:pt x="163374" y="56135"/>
                </a:lnTo>
                <a:lnTo>
                  <a:pt x="163037" y="56642"/>
                </a:lnTo>
                <a:lnTo>
                  <a:pt x="162706" y="57156"/>
                </a:lnTo>
                <a:lnTo>
                  <a:pt x="162383" y="57678"/>
                </a:lnTo>
                <a:lnTo>
                  <a:pt x="162066" y="58207"/>
                </a:lnTo>
                <a:lnTo>
                  <a:pt x="161757" y="58743"/>
                </a:lnTo>
                <a:lnTo>
                  <a:pt x="161454" y="59286"/>
                </a:lnTo>
                <a:lnTo>
                  <a:pt x="161158" y="59837"/>
                </a:lnTo>
                <a:lnTo>
                  <a:pt x="160869" y="60395"/>
                </a:lnTo>
                <a:lnTo>
                  <a:pt x="160587" y="60961"/>
                </a:lnTo>
                <a:lnTo>
                  <a:pt x="160312" y="61533"/>
                </a:lnTo>
                <a:lnTo>
                  <a:pt x="160044" y="62113"/>
                </a:lnTo>
                <a:lnTo>
                  <a:pt x="159783" y="62700"/>
                </a:lnTo>
                <a:lnTo>
                  <a:pt x="159528" y="63295"/>
                </a:lnTo>
                <a:lnTo>
                  <a:pt x="159281" y="63897"/>
                </a:lnTo>
                <a:lnTo>
                  <a:pt x="159040" y="64506"/>
                </a:lnTo>
                <a:lnTo>
                  <a:pt x="158807" y="65122"/>
                </a:lnTo>
                <a:lnTo>
                  <a:pt x="158581" y="65745"/>
                </a:lnTo>
                <a:lnTo>
                  <a:pt x="158365" y="66375"/>
                </a:lnTo>
                <a:lnTo>
                  <a:pt x="158159" y="67010"/>
                </a:lnTo>
                <a:lnTo>
                  <a:pt x="157963" y="67651"/>
                </a:lnTo>
                <a:lnTo>
                  <a:pt x="157776" y="68299"/>
                </a:lnTo>
                <a:lnTo>
                  <a:pt x="157598" y="68953"/>
                </a:lnTo>
                <a:lnTo>
                  <a:pt x="157430" y="69613"/>
                </a:lnTo>
                <a:lnTo>
                  <a:pt x="157272" y="70279"/>
                </a:lnTo>
                <a:lnTo>
                  <a:pt x="157123" y="70951"/>
                </a:lnTo>
                <a:lnTo>
                  <a:pt x="156984" y="71630"/>
                </a:lnTo>
                <a:lnTo>
                  <a:pt x="156855" y="72314"/>
                </a:lnTo>
                <a:lnTo>
                  <a:pt x="156735" y="73005"/>
                </a:lnTo>
                <a:lnTo>
                  <a:pt x="156624" y="73701"/>
                </a:lnTo>
                <a:lnTo>
                  <a:pt x="156524" y="74404"/>
                </a:lnTo>
                <a:lnTo>
                  <a:pt x="156433" y="75113"/>
                </a:lnTo>
                <a:lnTo>
                  <a:pt x="156351" y="75829"/>
                </a:lnTo>
                <a:lnTo>
                  <a:pt x="156279" y="76550"/>
                </a:lnTo>
                <a:lnTo>
                  <a:pt x="156217" y="77277"/>
                </a:lnTo>
                <a:lnTo>
                  <a:pt x="156164" y="78011"/>
                </a:lnTo>
                <a:lnTo>
                  <a:pt x="156121" y="78751"/>
                </a:lnTo>
                <a:lnTo>
                  <a:pt x="156087" y="79497"/>
                </a:lnTo>
                <a:lnTo>
                  <a:pt x="156063" y="80249"/>
                </a:lnTo>
                <a:lnTo>
                  <a:pt x="156049" y="81007"/>
                </a:lnTo>
                <a:lnTo>
                  <a:pt x="156044" y="81771"/>
                </a:lnTo>
                <a:lnTo>
                  <a:pt x="156044" y="84939"/>
                </a:lnTo>
                <a:lnTo>
                  <a:pt x="156049" y="85649"/>
                </a:lnTo>
                <a:lnTo>
                  <a:pt x="156063" y="86354"/>
                </a:lnTo>
                <a:lnTo>
                  <a:pt x="156086" y="87054"/>
                </a:lnTo>
                <a:lnTo>
                  <a:pt x="156118" y="87749"/>
                </a:lnTo>
                <a:lnTo>
                  <a:pt x="156159" y="88440"/>
                </a:lnTo>
                <a:lnTo>
                  <a:pt x="156210" y="89126"/>
                </a:lnTo>
                <a:lnTo>
                  <a:pt x="156270" y="89808"/>
                </a:lnTo>
                <a:lnTo>
                  <a:pt x="156339" y="90484"/>
                </a:lnTo>
                <a:lnTo>
                  <a:pt x="156417" y="91156"/>
                </a:lnTo>
                <a:lnTo>
                  <a:pt x="156505" y="91823"/>
                </a:lnTo>
                <a:lnTo>
                  <a:pt x="156601" y="92486"/>
                </a:lnTo>
                <a:lnTo>
                  <a:pt x="156707" y="93144"/>
                </a:lnTo>
                <a:lnTo>
                  <a:pt x="156822" y="93797"/>
                </a:lnTo>
                <a:lnTo>
                  <a:pt x="156947" y="94445"/>
                </a:lnTo>
                <a:lnTo>
                  <a:pt x="157080" y="95088"/>
                </a:lnTo>
                <a:lnTo>
                  <a:pt x="157223" y="95727"/>
                </a:lnTo>
                <a:lnTo>
                  <a:pt x="157375" y="96361"/>
                </a:lnTo>
                <a:lnTo>
                  <a:pt x="157536" y="96990"/>
                </a:lnTo>
                <a:lnTo>
                  <a:pt x="157706" y="97615"/>
                </a:lnTo>
                <a:lnTo>
                  <a:pt x="157886" y="98235"/>
                </a:lnTo>
                <a:lnTo>
                  <a:pt x="158075" y="98850"/>
                </a:lnTo>
                <a:lnTo>
                  <a:pt x="158273" y="99460"/>
                </a:lnTo>
                <a:lnTo>
                  <a:pt x="158480" y="100066"/>
                </a:lnTo>
                <a:lnTo>
                  <a:pt x="158696" y="100667"/>
                </a:lnTo>
                <a:lnTo>
                  <a:pt x="158921" y="101262"/>
                </a:lnTo>
                <a:lnTo>
                  <a:pt x="159153" y="101850"/>
                </a:lnTo>
                <a:lnTo>
                  <a:pt x="159393" y="102432"/>
                </a:lnTo>
                <a:lnTo>
                  <a:pt x="159640" y="103007"/>
                </a:lnTo>
                <a:lnTo>
                  <a:pt x="159894" y="103575"/>
                </a:lnTo>
                <a:lnTo>
                  <a:pt x="160156" y="104136"/>
                </a:lnTo>
                <a:lnTo>
                  <a:pt x="160425" y="104691"/>
                </a:lnTo>
                <a:lnTo>
                  <a:pt x="160702" y="105238"/>
                </a:lnTo>
                <a:lnTo>
                  <a:pt x="160986" y="105779"/>
                </a:lnTo>
                <a:lnTo>
                  <a:pt x="161277" y="106313"/>
                </a:lnTo>
                <a:lnTo>
                  <a:pt x="161576" y="106841"/>
                </a:lnTo>
                <a:lnTo>
                  <a:pt x="161882" y="107361"/>
                </a:lnTo>
                <a:lnTo>
                  <a:pt x="162196" y="107875"/>
                </a:lnTo>
                <a:lnTo>
                  <a:pt x="162517" y="108382"/>
                </a:lnTo>
                <a:lnTo>
                  <a:pt x="162846" y="108883"/>
                </a:lnTo>
                <a:lnTo>
                  <a:pt x="163182" y="109376"/>
                </a:lnTo>
                <a:lnTo>
                  <a:pt x="163525" y="109863"/>
                </a:lnTo>
                <a:lnTo>
                  <a:pt x="163876" y="110343"/>
                </a:lnTo>
                <a:lnTo>
                  <a:pt x="164234" y="110816"/>
                </a:lnTo>
                <a:lnTo>
                  <a:pt x="164600" y="111282"/>
                </a:lnTo>
                <a:lnTo>
                  <a:pt x="164973" y="111742"/>
                </a:lnTo>
                <a:lnTo>
                  <a:pt x="165353" y="112195"/>
                </a:lnTo>
                <a:lnTo>
                  <a:pt x="165741" y="112641"/>
                </a:lnTo>
                <a:lnTo>
                  <a:pt x="166137" y="113080"/>
                </a:lnTo>
                <a:lnTo>
                  <a:pt x="166539" y="113512"/>
                </a:lnTo>
                <a:lnTo>
                  <a:pt x="166947" y="113935"/>
                </a:lnTo>
                <a:lnTo>
                  <a:pt x="167361" y="114351"/>
                </a:lnTo>
                <a:lnTo>
                  <a:pt x="167782" y="114758"/>
                </a:lnTo>
                <a:lnTo>
                  <a:pt x="168209" y="115157"/>
                </a:lnTo>
                <a:lnTo>
                  <a:pt x="168641" y="115548"/>
                </a:lnTo>
                <a:lnTo>
                  <a:pt x="169080" y="115930"/>
                </a:lnTo>
                <a:lnTo>
                  <a:pt x="169525" y="116305"/>
                </a:lnTo>
                <a:lnTo>
                  <a:pt x="169977" y="116671"/>
                </a:lnTo>
                <a:lnTo>
                  <a:pt x="170434" y="117029"/>
                </a:lnTo>
                <a:lnTo>
                  <a:pt x="170897" y="117379"/>
                </a:lnTo>
                <a:lnTo>
                  <a:pt x="171367" y="117721"/>
                </a:lnTo>
                <a:lnTo>
                  <a:pt x="171843" y="118054"/>
                </a:lnTo>
                <a:lnTo>
                  <a:pt x="172325" y="118380"/>
                </a:lnTo>
                <a:lnTo>
                  <a:pt x="172813" y="118697"/>
                </a:lnTo>
                <a:lnTo>
                  <a:pt x="173307" y="119006"/>
                </a:lnTo>
                <a:lnTo>
                  <a:pt x="173807" y="119307"/>
                </a:lnTo>
                <a:lnTo>
                  <a:pt x="174314" y="119599"/>
                </a:lnTo>
                <a:lnTo>
                  <a:pt x="174826" y="119884"/>
                </a:lnTo>
                <a:lnTo>
                  <a:pt x="175345" y="120160"/>
                </a:lnTo>
                <a:lnTo>
                  <a:pt x="175870" y="120428"/>
                </a:lnTo>
                <a:lnTo>
                  <a:pt x="176401" y="120688"/>
                </a:lnTo>
                <a:lnTo>
                  <a:pt x="176938" y="120940"/>
                </a:lnTo>
                <a:lnTo>
                  <a:pt x="177481" y="121183"/>
                </a:lnTo>
                <a:lnTo>
                  <a:pt x="178030" y="121418"/>
                </a:lnTo>
                <a:lnTo>
                  <a:pt x="178583" y="121642"/>
                </a:lnTo>
                <a:lnTo>
                  <a:pt x="179140" y="121857"/>
                </a:lnTo>
                <a:lnTo>
                  <a:pt x="179702" y="122061"/>
                </a:lnTo>
                <a:lnTo>
                  <a:pt x="180268" y="122256"/>
                </a:lnTo>
                <a:lnTo>
                  <a:pt x="180838" y="122440"/>
                </a:lnTo>
                <a:lnTo>
                  <a:pt x="181413" y="122615"/>
                </a:lnTo>
                <a:lnTo>
                  <a:pt x="181992" y="122779"/>
                </a:lnTo>
                <a:lnTo>
                  <a:pt x="182575" y="122934"/>
                </a:lnTo>
                <a:lnTo>
                  <a:pt x="183163" y="123079"/>
                </a:lnTo>
                <a:lnTo>
                  <a:pt x="183755" y="123213"/>
                </a:lnTo>
                <a:lnTo>
                  <a:pt x="184351" y="123338"/>
                </a:lnTo>
                <a:lnTo>
                  <a:pt x="184952" y="123453"/>
                </a:lnTo>
                <a:lnTo>
                  <a:pt x="185557" y="123558"/>
                </a:lnTo>
                <a:lnTo>
                  <a:pt x="186166" y="123652"/>
                </a:lnTo>
                <a:lnTo>
                  <a:pt x="186780" y="123737"/>
                </a:lnTo>
                <a:lnTo>
                  <a:pt x="187398" y="123812"/>
                </a:lnTo>
                <a:lnTo>
                  <a:pt x="188020" y="123877"/>
                </a:lnTo>
                <a:lnTo>
                  <a:pt x="188647" y="123932"/>
                </a:lnTo>
                <a:lnTo>
                  <a:pt x="189278" y="123977"/>
                </a:lnTo>
                <a:lnTo>
                  <a:pt x="189914" y="124011"/>
                </a:lnTo>
                <a:lnTo>
                  <a:pt x="190554" y="124036"/>
                </a:lnTo>
                <a:lnTo>
                  <a:pt x="191198" y="124051"/>
                </a:lnTo>
                <a:lnTo>
                  <a:pt x="191847" y="124056"/>
                </a:lnTo>
                <a:lnTo>
                  <a:pt x="192439" y="124053"/>
                </a:lnTo>
                <a:lnTo>
                  <a:pt x="193025" y="124043"/>
                </a:lnTo>
                <a:lnTo>
                  <a:pt x="193605" y="124026"/>
                </a:lnTo>
                <a:lnTo>
                  <a:pt x="194179" y="124002"/>
                </a:lnTo>
                <a:lnTo>
                  <a:pt x="194747" y="123972"/>
                </a:lnTo>
                <a:lnTo>
                  <a:pt x="195309" y="123934"/>
                </a:lnTo>
                <a:lnTo>
                  <a:pt x="195865" y="123890"/>
                </a:lnTo>
                <a:lnTo>
                  <a:pt x="196414" y="123839"/>
                </a:lnTo>
                <a:lnTo>
                  <a:pt x="196957" y="123782"/>
                </a:lnTo>
                <a:lnTo>
                  <a:pt x="197494" y="123717"/>
                </a:lnTo>
                <a:lnTo>
                  <a:pt x="198025" y="123646"/>
                </a:lnTo>
                <a:lnTo>
                  <a:pt x="198550" y="123568"/>
                </a:lnTo>
                <a:lnTo>
                  <a:pt x="199069" y="123484"/>
                </a:lnTo>
                <a:lnTo>
                  <a:pt x="199582" y="123392"/>
                </a:lnTo>
                <a:lnTo>
                  <a:pt x="200088" y="123294"/>
                </a:lnTo>
                <a:lnTo>
                  <a:pt x="200589" y="123189"/>
                </a:lnTo>
                <a:lnTo>
                  <a:pt x="201083" y="123077"/>
                </a:lnTo>
                <a:lnTo>
                  <a:pt x="201571" y="122958"/>
                </a:lnTo>
                <a:lnTo>
                  <a:pt x="202053" y="122833"/>
                </a:lnTo>
                <a:lnTo>
                  <a:pt x="202528" y="122701"/>
                </a:lnTo>
                <a:lnTo>
                  <a:pt x="202998" y="122562"/>
                </a:lnTo>
                <a:lnTo>
                  <a:pt x="203462" y="122416"/>
                </a:lnTo>
                <a:lnTo>
                  <a:pt x="203919" y="122263"/>
                </a:lnTo>
                <a:lnTo>
                  <a:pt x="204370" y="122104"/>
                </a:lnTo>
                <a:lnTo>
                  <a:pt x="204816" y="121939"/>
                </a:lnTo>
                <a:lnTo>
                  <a:pt x="205256" y="121770"/>
                </a:lnTo>
                <a:lnTo>
                  <a:pt x="205690" y="121597"/>
                </a:lnTo>
                <a:lnTo>
                  <a:pt x="206120" y="121419"/>
                </a:lnTo>
                <a:lnTo>
                  <a:pt x="206544" y="121236"/>
                </a:lnTo>
                <a:lnTo>
                  <a:pt x="206962" y="121050"/>
                </a:lnTo>
                <a:lnTo>
                  <a:pt x="207376" y="120859"/>
                </a:lnTo>
                <a:lnTo>
                  <a:pt x="207783" y="120664"/>
                </a:lnTo>
                <a:lnTo>
                  <a:pt x="208186" y="120464"/>
                </a:lnTo>
                <a:lnTo>
                  <a:pt x="208583" y="120260"/>
                </a:lnTo>
                <a:lnTo>
                  <a:pt x="208975" y="120052"/>
                </a:lnTo>
                <a:lnTo>
                  <a:pt x="209361" y="119839"/>
                </a:lnTo>
                <a:lnTo>
                  <a:pt x="209742" y="119622"/>
                </a:lnTo>
                <a:lnTo>
                  <a:pt x="210118" y="119400"/>
                </a:lnTo>
                <a:lnTo>
                  <a:pt x="210488" y="119175"/>
                </a:lnTo>
                <a:lnTo>
                  <a:pt x="210853" y="118945"/>
                </a:lnTo>
                <a:lnTo>
                  <a:pt x="211212" y="118710"/>
                </a:lnTo>
                <a:lnTo>
                  <a:pt x="211567" y="118471"/>
                </a:lnTo>
                <a:lnTo>
                  <a:pt x="211915" y="118228"/>
                </a:lnTo>
                <a:lnTo>
                  <a:pt x="212259" y="117981"/>
                </a:lnTo>
                <a:lnTo>
                  <a:pt x="212597" y="117729"/>
                </a:lnTo>
                <a:lnTo>
                  <a:pt x="212929" y="117473"/>
                </a:lnTo>
                <a:lnTo>
                  <a:pt x="213257" y="117212"/>
                </a:lnTo>
                <a:lnTo>
                  <a:pt x="213579" y="116947"/>
                </a:lnTo>
                <a:lnTo>
                  <a:pt x="213896" y="116679"/>
                </a:lnTo>
                <a:lnTo>
                  <a:pt x="214209" y="116409"/>
                </a:lnTo>
                <a:lnTo>
                  <a:pt x="214518" y="116136"/>
                </a:lnTo>
                <a:lnTo>
                  <a:pt x="214823" y="115862"/>
                </a:lnTo>
                <a:lnTo>
                  <a:pt x="215124" y="115585"/>
                </a:lnTo>
                <a:lnTo>
                  <a:pt x="215420" y="115306"/>
                </a:lnTo>
                <a:lnTo>
                  <a:pt x="215713" y="115025"/>
                </a:lnTo>
                <a:lnTo>
                  <a:pt x="216001" y="114741"/>
                </a:lnTo>
                <a:lnTo>
                  <a:pt x="216286" y="114456"/>
                </a:lnTo>
                <a:lnTo>
                  <a:pt x="216566" y="114168"/>
                </a:lnTo>
                <a:lnTo>
                  <a:pt x="216842" y="113878"/>
                </a:lnTo>
                <a:lnTo>
                  <a:pt x="217115" y="113586"/>
                </a:lnTo>
                <a:lnTo>
                  <a:pt x="217383" y="113292"/>
                </a:lnTo>
                <a:lnTo>
                  <a:pt x="217647" y="112996"/>
                </a:lnTo>
                <a:lnTo>
                  <a:pt x="217907" y="112697"/>
                </a:lnTo>
                <a:lnTo>
                  <a:pt x="218162" y="112396"/>
                </a:lnTo>
                <a:lnTo>
                  <a:pt x="218414" y="112093"/>
                </a:lnTo>
                <a:lnTo>
                  <a:pt x="218662" y="111788"/>
                </a:lnTo>
                <a:lnTo>
                  <a:pt x="218905" y="111481"/>
                </a:lnTo>
                <a:lnTo>
                  <a:pt x="219145" y="111172"/>
                </a:lnTo>
                <a:lnTo>
                  <a:pt x="219380" y="110860"/>
                </a:lnTo>
                <a:lnTo>
                  <a:pt x="219611" y="110546"/>
                </a:lnTo>
                <a:lnTo>
                  <a:pt x="219838" y="110230"/>
                </a:lnTo>
                <a:lnTo>
                  <a:pt x="220061" y="109912"/>
                </a:lnTo>
                <a:lnTo>
                  <a:pt x="214536" y="105639"/>
                </a:lnTo>
                <a:lnTo>
                  <a:pt x="214172" y="106107"/>
                </a:lnTo>
                <a:lnTo>
                  <a:pt x="213804" y="106564"/>
                </a:lnTo>
                <a:lnTo>
                  <a:pt x="213432" y="107010"/>
                </a:lnTo>
                <a:lnTo>
                  <a:pt x="213056" y="107445"/>
                </a:lnTo>
                <a:lnTo>
                  <a:pt x="212676" y="107870"/>
                </a:lnTo>
                <a:lnTo>
                  <a:pt x="212292" y="108285"/>
                </a:lnTo>
                <a:lnTo>
                  <a:pt x="211904" y="108688"/>
                </a:lnTo>
                <a:lnTo>
                  <a:pt x="211512" y="109081"/>
                </a:lnTo>
                <a:lnTo>
                  <a:pt x="211116" y="109464"/>
                </a:lnTo>
                <a:lnTo>
                  <a:pt x="210716" y="109836"/>
                </a:lnTo>
                <a:lnTo>
                  <a:pt x="210312" y="110197"/>
                </a:lnTo>
                <a:lnTo>
                  <a:pt x="209904" y="110548"/>
                </a:lnTo>
                <a:lnTo>
                  <a:pt x="209493" y="110888"/>
                </a:lnTo>
                <a:lnTo>
                  <a:pt x="209077" y="111217"/>
                </a:lnTo>
                <a:lnTo>
                  <a:pt x="208657" y="111536"/>
                </a:lnTo>
                <a:lnTo>
                  <a:pt x="208234" y="111844"/>
                </a:lnTo>
                <a:lnTo>
                  <a:pt x="207806" y="112141"/>
                </a:lnTo>
                <a:lnTo>
                  <a:pt x="207374" y="112428"/>
                </a:lnTo>
                <a:lnTo>
                  <a:pt x="206939" y="112705"/>
                </a:lnTo>
                <a:lnTo>
                  <a:pt x="206499" y="112970"/>
                </a:lnTo>
                <a:lnTo>
                  <a:pt x="206056" y="113225"/>
                </a:lnTo>
                <a:lnTo>
                  <a:pt x="205608" y="113470"/>
                </a:lnTo>
                <a:lnTo>
                  <a:pt x="205157" y="113704"/>
                </a:lnTo>
                <a:lnTo>
                  <a:pt x="204702" y="113927"/>
                </a:lnTo>
                <a:lnTo>
                  <a:pt x="204242" y="114140"/>
                </a:lnTo>
                <a:lnTo>
                  <a:pt x="203776" y="114345"/>
                </a:lnTo>
                <a:lnTo>
                  <a:pt x="203306" y="114540"/>
                </a:lnTo>
                <a:lnTo>
                  <a:pt x="202830" y="114726"/>
                </a:lnTo>
                <a:lnTo>
                  <a:pt x="202349" y="114903"/>
                </a:lnTo>
                <a:lnTo>
                  <a:pt x="201863" y="115071"/>
                </a:lnTo>
                <a:lnTo>
                  <a:pt x="201372" y="115230"/>
                </a:lnTo>
                <a:lnTo>
                  <a:pt x="200875" y="115380"/>
                </a:lnTo>
                <a:lnTo>
                  <a:pt x="200373" y="115521"/>
                </a:lnTo>
                <a:lnTo>
                  <a:pt x="199866" y="115652"/>
                </a:lnTo>
                <a:lnTo>
                  <a:pt x="199353" y="115775"/>
                </a:lnTo>
                <a:lnTo>
                  <a:pt x="198836" y="115888"/>
                </a:lnTo>
                <a:lnTo>
                  <a:pt x="198313" y="115993"/>
                </a:lnTo>
                <a:lnTo>
                  <a:pt x="197785" y="116088"/>
                </a:lnTo>
                <a:lnTo>
                  <a:pt x="197251" y="116174"/>
                </a:lnTo>
                <a:lnTo>
                  <a:pt x="196713" y="116252"/>
                </a:lnTo>
                <a:lnTo>
                  <a:pt x="196169" y="116320"/>
                </a:lnTo>
                <a:lnTo>
                  <a:pt x="195620" y="116379"/>
                </a:lnTo>
                <a:lnTo>
                  <a:pt x="195065" y="116429"/>
                </a:lnTo>
                <a:lnTo>
                  <a:pt x="194506" y="116470"/>
                </a:lnTo>
                <a:lnTo>
                  <a:pt x="193941" y="116501"/>
                </a:lnTo>
                <a:lnTo>
                  <a:pt x="193371" y="116524"/>
                </a:lnTo>
                <a:lnTo>
                  <a:pt x="192796" y="116538"/>
                </a:lnTo>
                <a:lnTo>
                  <a:pt x="192215" y="116542"/>
                </a:lnTo>
                <a:lnTo>
                  <a:pt x="191707" y="116538"/>
                </a:lnTo>
                <a:lnTo>
                  <a:pt x="191204" y="116525"/>
                </a:lnTo>
                <a:lnTo>
                  <a:pt x="190704" y="116504"/>
                </a:lnTo>
                <a:lnTo>
                  <a:pt x="190208" y="116474"/>
                </a:lnTo>
                <a:lnTo>
                  <a:pt x="189715" y="116435"/>
                </a:lnTo>
                <a:lnTo>
                  <a:pt x="189227" y="116388"/>
                </a:lnTo>
                <a:lnTo>
                  <a:pt x="188742" y="116332"/>
                </a:lnTo>
                <a:lnTo>
                  <a:pt x="188261" y="116268"/>
                </a:lnTo>
                <a:lnTo>
                  <a:pt x="187785" y="116195"/>
                </a:lnTo>
                <a:lnTo>
                  <a:pt x="187311" y="116114"/>
                </a:lnTo>
                <a:lnTo>
                  <a:pt x="186842" y="116024"/>
                </a:lnTo>
                <a:lnTo>
                  <a:pt x="186377" y="115925"/>
                </a:lnTo>
                <a:lnTo>
                  <a:pt x="185915" y="115818"/>
                </a:lnTo>
                <a:lnTo>
                  <a:pt x="185457" y="115702"/>
                </a:lnTo>
                <a:lnTo>
                  <a:pt x="185004" y="115578"/>
                </a:lnTo>
                <a:lnTo>
                  <a:pt x="184554" y="115445"/>
                </a:lnTo>
                <a:lnTo>
                  <a:pt x="184107" y="115304"/>
                </a:lnTo>
                <a:lnTo>
                  <a:pt x="183665" y="115154"/>
                </a:lnTo>
                <a:lnTo>
                  <a:pt x="183226" y="114996"/>
                </a:lnTo>
                <a:lnTo>
                  <a:pt x="182792" y="114828"/>
                </a:lnTo>
                <a:lnTo>
                  <a:pt x="182361" y="114653"/>
                </a:lnTo>
                <a:lnTo>
                  <a:pt x="181934" y="114469"/>
                </a:lnTo>
                <a:lnTo>
                  <a:pt x="181511" y="114276"/>
                </a:lnTo>
                <a:lnTo>
                  <a:pt x="181091" y="114074"/>
                </a:lnTo>
                <a:lnTo>
                  <a:pt x="180676" y="113866"/>
                </a:lnTo>
                <a:lnTo>
                  <a:pt x="180266" y="113650"/>
                </a:lnTo>
                <a:lnTo>
                  <a:pt x="179861" y="113429"/>
                </a:lnTo>
                <a:lnTo>
                  <a:pt x="179460" y="113201"/>
                </a:lnTo>
                <a:lnTo>
                  <a:pt x="179065" y="112966"/>
                </a:lnTo>
                <a:lnTo>
                  <a:pt x="178674" y="112725"/>
                </a:lnTo>
                <a:lnTo>
                  <a:pt x="178288" y="112478"/>
                </a:lnTo>
                <a:lnTo>
                  <a:pt x="177907" y="112224"/>
                </a:lnTo>
                <a:lnTo>
                  <a:pt x="177531" y="111964"/>
                </a:lnTo>
                <a:lnTo>
                  <a:pt x="177160" y="111698"/>
                </a:lnTo>
                <a:lnTo>
                  <a:pt x="176793" y="111425"/>
                </a:lnTo>
                <a:lnTo>
                  <a:pt x="176432" y="111146"/>
                </a:lnTo>
                <a:lnTo>
                  <a:pt x="176075" y="110860"/>
                </a:lnTo>
                <a:lnTo>
                  <a:pt x="175723" y="110569"/>
                </a:lnTo>
                <a:lnTo>
                  <a:pt x="175376" y="110270"/>
                </a:lnTo>
                <a:lnTo>
                  <a:pt x="175034" y="109965"/>
                </a:lnTo>
                <a:lnTo>
                  <a:pt x="174697" y="109654"/>
                </a:lnTo>
                <a:lnTo>
                  <a:pt x="174364" y="109337"/>
                </a:lnTo>
                <a:lnTo>
                  <a:pt x="174037" y="109013"/>
                </a:lnTo>
                <a:lnTo>
                  <a:pt x="173714" y="108682"/>
                </a:lnTo>
                <a:lnTo>
                  <a:pt x="173396" y="108346"/>
                </a:lnTo>
                <a:lnTo>
                  <a:pt x="173083" y="108002"/>
                </a:lnTo>
                <a:lnTo>
                  <a:pt x="172775" y="107653"/>
                </a:lnTo>
                <a:lnTo>
                  <a:pt x="172472" y="107297"/>
                </a:lnTo>
                <a:lnTo>
                  <a:pt x="172174" y="106935"/>
                </a:lnTo>
                <a:lnTo>
                  <a:pt x="171882" y="106569"/>
                </a:lnTo>
                <a:lnTo>
                  <a:pt x="171595" y="106197"/>
                </a:lnTo>
                <a:lnTo>
                  <a:pt x="171314" y="105821"/>
                </a:lnTo>
                <a:lnTo>
                  <a:pt x="171038" y="105439"/>
                </a:lnTo>
                <a:lnTo>
                  <a:pt x="170768" y="105052"/>
                </a:lnTo>
                <a:lnTo>
                  <a:pt x="170504" y="104661"/>
                </a:lnTo>
                <a:lnTo>
                  <a:pt x="170246" y="104264"/>
                </a:lnTo>
                <a:lnTo>
                  <a:pt x="169993" y="103863"/>
                </a:lnTo>
                <a:lnTo>
                  <a:pt x="169745" y="103456"/>
                </a:lnTo>
                <a:lnTo>
                  <a:pt x="169504" y="103045"/>
                </a:lnTo>
                <a:lnTo>
                  <a:pt x="169267" y="102628"/>
                </a:lnTo>
                <a:lnTo>
                  <a:pt x="169037" y="102207"/>
                </a:lnTo>
                <a:lnTo>
                  <a:pt x="168812" y="101780"/>
                </a:lnTo>
                <a:lnTo>
                  <a:pt x="168593" y="101349"/>
                </a:lnTo>
                <a:lnTo>
                  <a:pt x="168379" y="100912"/>
                </a:lnTo>
                <a:lnTo>
                  <a:pt x="168171" y="100471"/>
                </a:lnTo>
                <a:lnTo>
                  <a:pt x="167969" y="100025"/>
                </a:lnTo>
                <a:lnTo>
                  <a:pt x="167772" y="99573"/>
                </a:lnTo>
                <a:lnTo>
                  <a:pt x="167581" y="99117"/>
                </a:lnTo>
                <a:lnTo>
                  <a:pt x="167396" y="98655"/>
                </a:lnTo>
                <a:lnTo>
                  <a:pt x="167216" y="98189"/>
                </a:lnTo>
                <a:lnTo>
                  <a:pt x="167042" y="97718"/>
                </a:lnTo>
                <a:lnTo>
                  <a:pt x="166873" y="97241"/>
                </a:lnTo>
                <a:lnTo>
                  <a:pt x="166711" y="96761"/>
                </a:lnTo>
                <a:lnTo>
                  <a:pt x="166556" y="96278"/>
                </a:lnTo>
                <a:lnTo>
                  <a:pt x="166407" y="95792"/>
                </a:lnTo>
                <a:lnTo>
                  <a:pt x="166266" y="95303"/>
                </a:lnTo>
                <a:lnTo>
                  <a:pt x="166131" y="94812"/>
                </a:lnTo>
                <a:lnTo>
                  <a:pt x="166003" y="94318"/>
                </a:lnTo>
                <a:lnTo>
                  <a:pt x="165882" y="93820"/>
                </a:lnTo>
                <a:lnTo>
                  <a:pt x="165768" y="93321"/>
                </a:lnTo>
                <a:lnTo>
                  <a:pt x="165661" y="92818"/>
                </a:lnTo>
                <a:lnTo>
                  <a:pt x="165561" y="92312"/>
                </a:lnTo>
                <a:lnTo>
                  <a:pt x="165468" y="91804"/>
                </a:lnTo>
                <a:lnTo>
                  <a:pt x="165382" y="91293"/>
                </a:lnTo>
                <a:lnTo>
                  <a:pt x="165302" y="90779"/>
                </a:lnTo>
                <a:lnTo>
                  <a:pt x="165230" y="90262"/>
                </a:lnTo>
                <a:lnTo>
                  <a:pt x="165164" y="89742"/>
                </a:lnTo>
                <a:lnTo>
                  <a:pt x="165105" y="89220"/>
                </a:lnTo>
                <a:lnTo>
                  <a:pt x="165053" y="88694"/>
                </a:lnTo>
                <a:lnTo>
                  <a:pt x="165009" y="88166"/>
                </a:lnTo>
                <a:lnTo>
                  <a:pt x="164971" y="87635"/>
                </a:lnTo>
                <a:lnTo>
                  <a:pt x="164939" y="87102"/>
                </a:lnTo>
                <a:lnTo>
                  <a:pt x="164915" y="86565"/>
                </a:lnTo>
                <a:lnTo>
                  <a:pt x="164898" y="86026"/>
                </a:lnTo>
                <a:lnTo>
                  <a:pt x="164888" y="85484"/>
                </a:lnTo>
                <a:lnTo>
                  <a:pt x="164884" y="84939"/>
                </a:lnTo>
                <a:lnTo>
                  <a:pt x="164884" y="83244"/>
                </a:lnTo>
                <a:lnTo>
                  <a:pt x="221756" y="83244"/>
                </a:lnTo>
                <a:lnTo>
                  <a:pt x="221756" y="77876"/>
                </a:lnTo>
                <a:lnTo>
                  <a:pt x="221752" y="77210"/>
                </a:lnTo>
                <a:lnTo>
                  <a:pt x="221741" y="76549"/>
                </a:lnTo>
                <a:lnTo>
                  <a:pt x="221723" y="75893"/>
                </a:lnTo>
                <a:lnTo>
                  <a:pt x="221698" y="75242"/>
                </a:lnTo>
                <a:close/>
                <a:moveTo>
                  <a:pt x="165604" y="73158"/>
                </a:moveTo>
                <a:lnTo>
                  <a:pt x="165703" y="72620"/>
                </a:lnTo>
                <a:lnTo>
                  <a:pt x="165808" y="72086"/>
                </a:lnTo>
                <a:lnTo>
                  <a:pt x="165920" y="71557"/>
                </a:lnTo>
                <a:lnTo>
                  <a:pt x="166039" y="71032"/>
                </a:lnTo>
                <a:lnTo>
                  <a:pt x="166163" y="70511"/>
                </a:lnTo>
                <a:lnTo>
                  <a:pt x="166294" y="69995"/>
                </a:lnTo>
                <a:lnTo>
                  <a:pt x="166432" y="69484"/>
                </a:lnTo>
                <a:lnTo>
                  <a:pt x="166576" y="68977"/>
                </a:lnTo>
                <a:lnTo>
                  <a:pt x="166726" y="68474"/>
                </a:lnTo>
                <a:lnTo>
                  <a:pt x="166882" y="67977"/>
                </a:lnTo>
                <a:lnTo>
                  <a:pt x="167043" y="67485"/>
                </a:lnTo>
                <a:lnTo>
                  <a:pt x="167210" y="66998"/>
                </a:lnTo>
                <a:lnTo>
                  <a:pt x="167382" y="66518"/>
                </a:lnTo>
                <a:lnTo>
                  <a:pt x="167559" y="66043"/>
                </a:lnTo>
                <a:lnTo>
                  <a:pt x="167741" y="65573"/>
                </a:lnTo>
                <a:lnTo>
                  <a:pt x="167929" y="65110"/>
                </a:lnTo>
                <a:lnTo>
                  <a:pt x="168122" y="64652"/>
                </a:lnTo>
                <a:lnTo>
                  <a:pt x="168320" y="64199"/>
                </a:lnTo>
                <a:lnTo>
                  <a:pt x="168523" y="63752"/>
                </a:lnTo>
                <a:lnTo>
                  <a:pt x="168731" y="63311"/>
                </a:lnTo>
                <a:lnTo>
                  <a:pt x="168945" y="62875"/>
                </a:lnTo>
                <a:lnTo>
                  <a:pt x="169164" y="62445"/>
                </a:lnTo>
                <a:lnTo>
                  <a:pt x="169388" y="62021"/>
                </a:lnTo>
                <a:lnTo>
                  <a:pt x="169618" y="61602"/>
                </a:lnTo>
                <a:lnTo>
                  <a:pt x="169853" y="61189"/>
                </a:lnTo>
                <a:lnTo>
                  <a:pt x="170093" y="60782"/>
                </a:lnTo>
                <a:lnTo>
                  <a:pt x="170338" y="60380"/>
                </a:lnTo>
                <a:lnTo>
                  <a:pt x="170588" y="59984"/>
                </a:lnTo>
                <a:lnTo>
                  <a:pt x="170844" y="59593"/>
                </a:lnTo>
                <a:lnTo>
                  <a:pt x="171105" y="59208"/>
                </a:lnTo>
                <a:lnTo>
                  <a:pt x="171371" y="58829"/>
                </a:lnTo>
                <a:lnTo>
                  <a:pt x="171643" y="58455"/>
                </a:lnTo>
                <a:lnTo>
                  <a:pt x="171920" y="58087"/>
                </a:lnTo>
                <a:lnTo>
                  <a:pt x="172201" y="57725"/>
                </a:lnTo>
                <a:lnTo>
                  <a:pt x="172487" y="57370"/>
                </a:lnTo>
                <a:lnTo>
                  <a:pt x="172778" y="57023"/>
                </a:lnTo>
                <a:lnTo>
                  <a:pt x="173073" y="56682"/>
                </a:lnTo>
                <a:lnTo>
                  <a:pt x="173372" y="56349"/>
                </a:lnTo>
                <a:lnTo>
                  <a:pt x="173676" y="56022"/>
                </a:lnTo>
                <a:lnTo>
                  <a:pt x="173984" y="55702"/>
                </a:lnTo>
                <a:lnTo>
                  <a:pt x="174297" y="55390"/>
                </a:lnTo>
                <a:lnTo>
                  <a:pt x="174615" y="55084"/>
                </a:lnTo>
                <a:lnTo>
                  <a:pt x="174937" y="54786"/>
                </a:lnTo>
                <a:lnTo>
                  <a:pt x="175263" y="54495"/>
                </a:lnTo>
                <a:lnTo>
                  <a:pt x="175594" y="54210"/>
                </a:lnTo>
                <a:lnTo>
                  <a:pt x="175929" y="53933"/>
                </a:lnTo>
                <a:lnTo>
                  <a:pt x="176269" y="53663"/>
                </a:lnTo>
                <a:lnTo>
                  <a:pt x="176613" y="53399"/>
                </a:lnTo>
                <a:lnTo>
                  <a:pt x="176962" y="53143"/>
                </a:lnTo>
                <a:lnTo>
                  <a:pt x="177315" y="52894"/>
                </a:lnTo>
                <a:lnTo>
                  <a:pt x="177672" y="52652"/>
                </a:lnTo>
                <a:lnTo>
                  <a:pt x="178035" y="52417"/>
                </a:lnTo>
                <a:lnTo>
                  <a:pt x="178401" y="52188"/>
                </a:lnTo>
                <a:lnTo>
                  <a:pt x="178772" y="51967"/>
                </a:lnTo>
                <a:lnTo>
                  <a:pt x="179148" y="51753"/>
                </a:lnTo>
                <a:lnTo>
                  <a:pt x="179528" y="51546"/>
                </a:lnTo>
                <a:lnTo>
                  <a:pt x="179912" y="51346"/>
                </a:lnTo>
                <a:lnTo>
                  <a:pt x="180301" y="51154"/>
                </a:lnTo>
                <a:lnTo>
                  <a:pt x="180693" y="50970"/>
                </a:lnTo>
                <a:lnTo>
                  <a:pt x="181089" y="50794"/>
                </a:lnTo>
                <a:lnTo>
                  <a:pt x="181488" y="50626"/>
                </a:lnTo>
                <a:lnTo>
                  <a:pt x="181891" y="50466"/>
                </a:lnTo>
                <a:lnTo>
                  <a:pt x="182297" y="50315"/>
                </a:lnTo>
                <a:lnTo>
                  <a:pt x="182707" y="50172"/>
                </a:lnTo>
                <a:lnTo>
                  <a:pt x="183121" y="50037"/>
                </a:lnTo>
                <a:lnTo>
                  <a:pt x="183538" y="49910"/>
                </a:lnTo>
                <a:lnTo>
                  <a:pt x="183959" y="49791"/>
                </a:lnTo>
                <a:lnTo>
                  <a:pt x="184383" y="49681"/>
                </a:lnTo>
                <a:lnTo>
                  <a:pt x="184811" y="49578"/>
                </a:lnTo>
                <a:lnTo>
                  <a:pt x="185243" y="49484"/>
                </a:lnTo>
                <a:lnTo>
                  <a:pt x="185678" y="49398"/>
                </a:lnTo>
                <a:lnTo>
                  <a:pt x="186117" y="49320"/>
                </a:lnTo>
                <a:lnTo>
                  <a:pt x="186559" y="49251"/>
                </a:lnTo>
                <a:lnTo>
                  <a:pt x="187005" y="49190"/>
                </a:lnTo>
                <a:lnTo>
                  <a:pt x="187454" y="49136"/>
                </a:lnTo>
                <a:lnTo>
                  <a:pt x="187907" y="49091"/>
                </a:lnTo>
                <a:lnTo>
                  <a:pt x="188364" y="49054"/>
                </a:lnTo>
                <a:lnTo>
                  <a:pt x="188824" y="49026"/>
                </a:lnTo>
                <a:lnTo>
                  <a:pt x="189288" y="49005"/>
                </a:lnTo>
                <a:lnTo>
                  <a:pt x="189755" y="48993"/>
                </a:lnTo>
                <a:lnTo>
                  <a:pt x="190226" y="48989"/>
                </a:lnTo>
                <a:lnTo>
                  <a:pt x="190848" y="48995"/>
                </a:lnTo>
                <a:lnTo>
                  <a:pt x="191461" y="49015"/>
                </a:lnTo>
                <a:lnTo>
                  <a:pt x="192065" y="49046"/>
                </a:lnTo>
                <a:lnTo>
                  <a:pt x="192660" y="49091"/>
                </a:lnTo>
                <a:lnTo>
                  <a:pt x="193246" y="49148"/>
                </a:lnTo>
                <a:lnTo>
                  <a:pt x="193824" y="49219"/>
                </a:lnTo>
                <a:lnTo>
                  <a:pt x="194393" y="49302"/>
                </a:lnTo>
                <a:lnTo>
                  <a:pt x="194953" y="49397"/>
                </a:lnTo>
                <a:lnTo>
                  <a:pt x="195504" y="49506"/>
                </a:lnTo>
                <a:lnTo>
                  <a:pt x="196046" y="49627"/>
                </a:lnTo>
                <a:lnTo>
                  <a:pt x="196580" y="49761"/>
                </a:lnTo>
                <a:lnTo>
                  <a:pt x="197105" y="49908"/>
                </a:lnTo>
                <a:lnTo>
                  <a:pt x="197621" y="50067"/>
                </a:lnTo>
                <a:lnTo>
                  <a:pt x="198128" y="50239"/>
                </a:lnTo>
                <a:lnTo>
                  <a:pt x="198626" y="50424"/>
                </a:lnTo>
                <a:lnTo>
                  <a:pt x="199115" y="50622"/>
                </a:lnTo>
                <a:lnTo>
                  <a:pt x="199596" y="50832"/>
                </a:lnTo>
                <a:lnTo>
                  <a:pt x="200067" y="51056"/>
                </a:lnTo>
                <a:lnTo>
                  <a:pt x="200530" y="51292"/>
                </a:lnTo>
                <a:lnTo>
                  <a:pt x="200984" y="51541"/>
                </a:lnTo>
                <a:lnTo>
                  <a:pt x="201430" y="51802"/>
                </a:lnTo>
                <a:lnTo>
                  <a:pt x="201866" y="52076"/>
                </a:lnTo>
                <a:lnTo>
                  <a:pt x="202294" y="52363"/>
                </a:lnTo>
                <a:lnTo>
                  <a:pt x="202713" y="52663"/>
                </a:lnTo>
                <a:lnTo>
                  <a:pt x="203123" y="52973"/>
                </a:lnTo>
                <a:lnTo>
                  <a:pt x="203524" y="53290"/>
                </a:lnTo>
                <a:lnTo>
                  <a:pt x="203918" y="53615"/>
                </a:lnTo>
                <a:lnTo>
                  <a:pt x="204303" y="53947"/>
                </a:lnTo>
                <a:lnTo>
                  <a:pt x="204679" y="54287"/>
                </a:lnTo>
                <a:lnTo>
                  <a:pt x="205047" y="54635"/>
                </a:lnTo>
                <a:lnTo>
                  <a:pt x="205406" y="54990"/>
                </a:lnTo>
                <a:lnTo>
                  <a:pt x="205758" y="55352"/>
                </a:lnTo>
                <a:lnTo>
                  <a:pt x="206100" y="55722"/>
                </a:lnTo>
                <a:lnTo>
                  <a:pt x="206434" y="56100"/>
                </a:lnTo>
                <a:lnTo>
                  <a:pt x="206760" y="56485"/>
                </a:lnTo>
                <a:lnTo>
                  <a:pt x="207077" y="56877"/>
                </a:lnTo>
                <a:lnTo>
                  <a:pt x="207386" y="57277"/>
                </a:lnTo>
                <a:lnTo>
                  <a:pt x="207687" y="57685"/>
                </a:lnTo>
                <a:lnTo>
                  <a:pt x="207979" y="58100"/>
                </a:lnTo>
                <a:lnTo>
                  <a:pt x="208262" y="58523"/>
                </a:lnTo>
                <a:lnTo>
                  <a:pt x="208537" y="58953"/>
                </a:lnTo>
                <a:lnTo>
                  <a:pt x="208804" y="59391"/>
                </a:lnTo>
                <a:lnTo>
                  <a:pt x="209062" y="59836"/>
                </a:lnTo>
                <a:lnTo>
                  <a:pt x="209312" y="60289"/>
                </a:lnTo>
                <a:lnTo>
                  <a:pt x="209553" y="60749"/>
                </a:lnTo>
                <a:lnTo>
                  <a:pt x="209786" y="61217"/>
                </a:lnTo>
                <a:lnTo>
                  <a:pt x="210011" y="61693"/>
                </a:lnTo>
                <a:lnTo>
                  <a:pt x="210227" y="62176"/>
                </a:lnTo>
                <a:lnTo>
                  <a:pt x="210434" y="62664"/>
                </a:lnTo>
                <a:lnTo>
                  <a:pt x="210634" y="63155"/>
                </a:lnTo>
                <a:lnTo>
                  <a:pt x="210825" y="63649"/>
                </a:lnTo>
                <a:lnTo>
                  <a:pt x="211007" y="64146"/>
                </a:lnTo>
                <a:lnTo>
                  <a:pt x="211182" y="64646"/>
                </a:lnTo>
                <a:lnTo>
                  <a:pt x="211348" y="65149"/>
                </a:lnTo>
                <a:lnTo>
                  <a:pt x="211506" y="65654"/>
                </a:lnTo>
                <a:lnTo>
                  <a:pt x="211655" y="66163"/>
                </a:lnTo>
                <a:lnTo>
                  <a:pt x="211796" y="66675"/>
                </a:lnTo>
                <a:lnTo>
                  <a:pt x="211929" y="67189"/>
                </a:lnTo>
                <a:lnTo>
                  <a:pt x="212053" y="67707"/>
                </a:lnTo>
                <a:lnTo>
                  <a:pt x="212170" y="68227"/>
                </a:lnTo>
                <a:lnTo>
                  <a:pt x="212278" y="68751"/>
                </a:lnTo>
                <a:lnTo>
                  <a:pt x="212377" y="69277"/>
                </a:lnTo>
                <a:lnTo>
                  <a:pt x="212468" y="69806"/>
                </a:lnTo>
                <a:lnTo>
                  <a:pt x="212551" y="70338"/>
                </a:lnTo>
                <a:lnTo>
                  <a:pt x="212626" y="70873"/>
                </a:lnTo>
                <a:lnTo>
                  <a:pt x="212692" y="71411"/>
                </a:lnTo>
                <a:lnTo>
                  <a:pt x="212750" y="71952"/>
                </a:lnTo>
                <a:lnTo>
                  <a:pt x="212800" y="72496"/>
                </a:lnTo>
                <a:lnTo>
                  <a:pt x="212841" y="73043"/>
                </a:lnTo>
                <a:lnTo>
                  <a:pt x="212874" y="73593"/>
                </a:lnTo>
                <a:lnTo>
                  <a:pt x="212899" y="74146"/>
                </a:lnTo>
                <a:lnTo>
                  <a:pt x="212916" y="74701"/>
                </a:lnTo>
                <a:lnTo>
                  <a:pt x="212916" y="75657"/>
                </a:lnTo>
                <a:lnTo>
                  <a:pt x="165235" y="75657"/>
                </a:lnTo>
                <a:lnTo>
                  <a:pt x="165271" y="75357"/>
                </a:lnTo>
                <a:lnTo>
                  <a:pt x="165345" y="74800"/>
                </a:lnTo>
                <a:lnTo>
                  <a:pt x="165425" y="74248"/>
                </a:lnTo>
                <a:lnTo>
                  <a:pt x="165511" y="73701"/>
                </a:lnTo>
                <a:lnTo>
                  <a:pt x="165604" y="73158"/>
                </a:lnTo>
                <a:close/>
                <a:moveTo>
                  <a:pt x="737948" y="20915"/>
                </a:moveTo>
                <a:lnTo>
                  <a:pt x="737984" y="21102"/>
                </a:lnTo>
                <a:lnTo>
                  <a:pt x="738025" y="21286"/>
                </a:lnTo>
                <a:lnTo>
                  <a:pt x="738072" y="21468"/>
                </a:lnTo>
                <a:lnTo>
                  <a:pt x="738124" y="21647"/>
                </a:lnTo>
                <a:lnTo>
                  <a:pt x="738182" y="21824"/>
                </a:lnTo>
                <a:lnTo>
                  <a:pt x="738245" y="21999"/>
                </a:lnTo>
                <a:lnTo>
                  <a:pt x="738314" y="22171"/>
                </a:lnTo>
                <a:lnTo>
                  <a:pt x="738388" y="22341"/>
                </a:lnTo>
                <a:lnTo>
                  <a:pt x="738468" y="22508"/>
                </a:lnTo>
                <a:lnTo>
                  <a:pt x="738553" y="22673"/>
                </a:lnTo>
                <a:lnTo>
                  <a:pt x="738644" y="22836"/>
                </a:lnTo>
                <a:lnTo>
                  <a:pt x="738740" y="22996"/>
                </a:lnTo>
                <a:lnTo>
                  <a:pt x="738842" y="23153"/>
                </a:lnTo>
                <a:lnTo>
                  <a:pt x="738949" y="23309"/>
                </a:lnTo>
                <a:lnTo>
                  <a:pt x="739062" y="23461"/>
                </a:lnTo>
                <a:lnTo>
                  <a:pt x="739180" y="23612"/>
                </a:lnTo>
                <a:lnTo>
                  <a:pt x="739304" y="23760"/>
                </a:lnTo>
                <a:lnTo>
                  <a:pt x="739433" y="23905"/>
                </a:lnTo>
                <a:lnTo>
                  <a:pt x="739567" y="24046"/>
                </a:lnTo>
                <a:lnTo>
                  <a:pt x="739706" y="24182"/>
                </a:lnTo>
                <a:lnTo>
                  <a:pt x="739849" y="24311"/>
                </a:lnTo>
                <a:lnTo>
                  <a:pt x="739997" y="24434"/>
                </a:lnTo>
                <a:lnTo>
                  <a:pt x="740149" y="24551"/>
                </a:lnTo>
                <a:lnTo>
                  <a:pt x="740306" y="24663"/>
                </a:lnTo>
                <a:lnTo>
                  <a:pt x="740467" y="24768"/>
                </a:lnTo>
                <a:lnTo>
                  <a:pt x="740632" y="24867"/>
                </a:lnTo>
                <a:lnTo>
                  <a:pt x="740802" y="24960"/>
                </a:lnTo>
                <a:lnTo>
                  <a:pt x="740977" y="25047"/>
                </a:lnTo>
                <a:lnTo>
                  <a:pt x="741156" y="25128"/>
                </a:lnTo>
                <a:lnTo>
                  <a:pt x="741339" y="25204"/>
                </a:lnTo>
                <a:lnTo>
                  <a:pt x="741527" y="25273"/>
                </a:lnTo>
                <a:lnTo>
                  <a:pt x="741720" y="25336"/>
                </a:lnTo>
                <a:lnTo>
                  <a:pt x="741916" y="25393"/>
                </a:lnTo>
                <a:lnTo>
                  <a:pt x="742118" y="25444"/>
                </a:lnTo>
                <a:lnTo>
                  <a:pt x="742324" y="25489"/>
                </a:lnTo>
                <a:lnTo>
                  <a:pt x="742534" y="25528"/>
                </a:lnTo>
                <a:lnTo>
                  <a:pt x="742749" y="25561"/>
                </a:lnTo>
                <a:lnTo>
                  <a:pt x="742968" y="25588"/>
                </a:lnTo>
                <a:lnTo>
                  <a:pt x="743192" y="25609"/>
                </a:lnTo>
                <a:lnTo>
                  <a:pt x="743420" y="25624"/>
                </a:lnTo>
                <a:lnTo>
                  <a:pt x="743653" y="25633"/>
                </a:lnTo>
                <a:lnTo>
                  <a:pt x="743890" y="25636"/>
                </a:lnTo>
                <a:lnTo>
                  <a:pt x="744121" y="25633"/>
                </a:lnTo>
                <a:lnTo>
                  <a:pt x="744349" y="25624"/>
                </a:lnTo>
                <a:lnTo>
                  <a:pt x="744572" y="25609"/>
                </a:lnTo>
                <a:lnTo>
                  <a:pt x="744791" y="25588"/>
                </a:lnTo>
                <a:lnTo>
                  <a:pt x="745007" y="25561"/>
                </a:lnTo>
                <a:lnTo>
                  <a:pt x="745218" y="25528"/>
                </a:lnTo>
                <a:lnTo>
                  <a:pt x="745426" y="25489"/>
                </a:lnTo>
                <a:lnTo>
                  <a:pt x="745629" y="25444"/>
                </a:lnTo>
                <a:lnTo>
                  <a:pt x="745829" y="25393"/>
                </a:lnTo>
                <a:lnTo>
                  <a:pt x="746025" y="25336"/>
                </a:lnTo>
                <a:lnTo>
                  <a:pt x="746216" y="25273"/>
                </a:lnTo>
                <a:lnTo>
                  <a:pt x="746404" y="25204"/>
                </a:lnTo>
                <a:lnTo>
                  <a:pt x="746588" y="25128"/>
                </a:lnTo>
                <a:lnTo>
                  <a:pt x="746767" y="25047"/>
                </a:lnTo>
                <a:lnTo>
                  <a:pt x="746943" y="24960"/>
                </a:lnTo>
                <a:lnTo>
                  <a:pt x="747115" y="24867"/>
                </a:lnTo>
                <a:lnTo>
                  <a:pt x="747283" y="24768"/>
                </a:lnTo>
                <a:lnTo>
                  <a:pt x="747447" y="24663"/>
                </a:lnTo>
                <a:lnTo>
                  <a:pt x="747607" y="24551"/>
                </a:lnTo>
                <a:lnTo>
                  <a:pt x="747763" y="24434"/>
                </a:lnTo>
                <a:lnTo>
                  <a:pt x="747915" y="24311"/>
                </a:lnTo>
                <a:lnTo>
                  <a:pt x="748063" y="24182"/>
                </a:lnTo>
                <a:lnTo>
                  <a:pt x="748207" y="24046"/>
                </a:lnTo>
                <a:lnTo>
                  <a:pt x="748347" y="23905"/>
                </a:lnTo>
                <a:lnTo>
                  <a:pt x="748482" y="23760"/>
                </a:lnTo>
                <a:lnTo>
                  <a:pt x="748612" y="23612"/>
                </a:lnTo>
                <a:lnTo>
                  <a:pt x="748735" y="23461"/>
                </a:lnTo>
                <a:lnTo>
                  <a:pt x="748853" y="23309"/>
                </a:lnTo>
                <a:lnTo>
                  <a:pt x="748966" y="23153"/>
                </a:lnTo>
                <a:lnTo>
                  <a:pt x="749072" y="22996"/>
                </a:lnTo>
                <a:lnTo>
                  <a:pt x="749173" y="22836"/>
                </a:lnTo>
                <a:lnTo>
                  <a:pt x="749268" y="22673"/>
                </a:lnTo>
                <a:lnTo>
                  <a:pt x="749357" y="22508"/>
                </a:lnTo>
                <a:lnTo>
                  <a:pt x="749440" y="22341"/>
                </a:lnTo>
                <a:lnTo>
                  <a:pt x="749518" y="22171"/>
                </a:lnTo>
                <a:lnTo>
                  <a:pt x="749590" y="21999"/>
                </a:lnTo>
                <a:lnTo>
                  <a:pt x="749656" y="21824"/>
                </a:lnTo>
                <a:lnTo>
                  <a:pt x="749717" y="21647"/>
                </a:lnTo>
                <a:lnTo>
                  <a:pt x="749771" y="21468"/>
                </a:lnTo>
                <a:lnTo>
                  <a:pt x="749820" y="21286"/>
                </a:lnTo>
                <a:lnTo>
                  <a:pt x="749863" y="21102"/>
                </a:lnTo>
                <a:lnTo>
                  <a:pt x="749901" y="20915"/>
                </a:lnTo>
                <a:lnTo>
                  <a:pt x="749932" y="20725"/>
                </a:lnTo>
                <a:lnTo>
                  <a:pt x="749958" y="20534"/>
                </a:lnTo>
                <a:lnTo>
                  <a:pt x="749979" y="20340"/>
                </a:lnTo>
                <a:lnTo>
                  <a:pt x="749993" y="20143"/>
                </a:lnTo>
                <a:lnTo>
                  <a:pt x="750002" y="19944"/>
                </a:lnTo>
                <a:lnTo>
                  <a:pt x="750004" y="19743"/>
                </a:lnTo>
                <a:lnTo>
                  <a:pt x="750002" y="19536"/>
                </a:lnTo>
                <a:lnTo>
                  <a:pt x="749993" y="19331"/>
                </a:lnTo>
                <a:lnTo>
                  <a:pt x="749979" y="19129"/>
                </a:lnTo>
                <a:lnTo>
                  <a:pt x="749958" y="18930"/>
                </a:lnTo>
                <a:lnTo>
                  <a:pt x="749932" y="18733"/>
                </a:lnTo>
                <a:lnTo>
                  <a:pt x="749901" y="18539"/>
                </a:lnTo>
                <a:lnTo>
                  <a:pt x="749863" y="18348"/>
                </a:lnTo>
                <a:lnTo>
                  <a:pt x="749820" y="18159"/>
                </a:lnTo>
                <a:lnTo>
                  <a:pt x="749771" y="17973"/>
                </a:lnTo>
                <a:lnTo>
                  <a:pt x="749717" y="17790"/>
                </a:lnTo>
                <a:lnTo>
                  <a:pt x="749656" y="17609"/>
                </a:lnTo>
                <a:lnTo>
                  <a:pt x="749590" y="17432"/>
                </a:lnTo>
                <a:lnTo>
                  <a:pt x="749518" y="17256"/>
                </a:lnTo>
                <a:lnTo>
                  <a:pt x="749440" y="17084"/>
                </a:lnTo>
                <a:lnTo>
                  <a:pt x="749357" y="16914"/>
                </a:lnTo>
                <a:lnTo>
                  <a:pt x="749268" y="16747"/>
                </a:lnTo>
                <a:lnTo>
                  <a:pt x="749173" y="16583"/>
                </a:lnTo>
                <a:lnTo>
                  <a:pt x="749072" y="16421"/>
                </a:lnTo>
                <a:lnTo>
                  <a:pt x="748966" y="16262"/>
                </a:lnTo>
                <a:lnTo>
                  <a:pt x="748853" y="16106"/>
                </a:lnTo>
                <a:lnTo>
                  <a:pt x="748735" y="15952"/>
                </a:lnTo>
                <a:lnTo>
                  <a:pt x="748612" y="15801"/>
                </a:lnTo>
                <a:lnTo>
                  <a:pt x="748482" y="15653"/>
                </a:lnTo>
                <a:lnTo>
                  <a:pt x="748347" y="15507"/>
                </a:lnTo>
                <a:lnTo>
                  <a:pt x="748207" y="15366"/>
                </a:lnTo>
                <a:lnTo>
                  <a:pt x="748063" y="15231"/>
                </a:lnTo>
                <a:lnTo>
                  <a:pt x="747915" y="15101"/>
                </a:lnTo>
                <a:lnTo>
                  <a:pt x="747763" y="14978"/>
                </a:lnTo>
                <a:lnTo>
                  <a:pt x="747607" y="14861"/>
                </a:lnTo>
                <a:lnTo>
                  <a:pt x="747447" y="14750"/>
                </a:lnTo>
                <a:lnTo>
                  <a:pt x="747283" y="14644"/>
                </a:lnTo>
                <a:lnTo>
                  <a:pt x="747115" y="14545"/>
                </a:lnTo>
                <a:lnTo>
                  <a:pt x="746943" y="14452"/>
                </a:lnTo>
                <a:lnTo>
                  <a:pt x="746767" y="14365"/>
                </a:lnTo>
                <a:lnTo>
                  <a:pt x="746588" y="14284"/>
                </a:lnTo>
                <a:lnTo>
                  <a:pt x="746404" y="14209"/>
                </a:lnTo>
                <a:lnTo>
                  <a:pt x="746216" y="14140"/>
                </a:lnTo>
                <a:lnTo>
                  <a:pt x="746025" y="14076"/>
                </a:lnTo>
                <a:lnTo>
                  <a:pt x="745829" y="14019"/>
                </a:lnTo>
                <a:lnTo>
                  <a:pt x="745629" y="13968"/>
                </a:lnTo>
                <a:lnTo>
                  <a:pt x="745426" y="13923"/>
                </a:lnTo>
                <a:lnTo>
                  <a:pt x="745218" y="13884"/>
                </a:lnTo>
                <a:lnTo>
                  <a:pt x="745007" y="13851"/>
                </a:lnTo>
                <a:lnTo>
                  <a:pt x="744791" y="13824"/>
                </a:lnTo>
                <a:lnTo>
                  <a:pt x="744572" y="13803"/>
                </a:lnTo>
                <a:lnTo>
                  <a:pt x="744349" y="13788"/>
                </a:lnTo>
                <a:lnTo>
                  <a:pt x="744121" y="13779"/>
                </a:lnTo>
                <a:lnTo>
                  <a:pt x="743890" y="13776"/>
                </a:lnTo>
                <a:lnTo>
                  <a:pt x="743653" y="13779"/>
                </a:lnTo>
                <a:lnTo>
                  <a:pt x="743420" y="13788"/>
                </a:lnTo>
                <a:lnTo>
                  <a:pt x="743192" y="13803"/>
                </a:lnTo>
                <a:lnTo>
                  <a:pt x="742968" y="13824"/>
                </a:lnTo>
                <a:lnTo>
                  <a:pt x="742749" y="13851"/>
                </a:lnTo>
                <a:lnTo>
                  <a:pt x="742534" y="13884"/>
                </a:lnTo>
                <a:lnTo>
                  <a:pt x="742324" y="13923"/>
                </a:lnTo>
                <a:lnTo>
                  <a:pt x="742118" y="13968"/>
                </a:lnTo>
                <a:lnTo>
                  <a:pt x="741916" y="14019"/>
                </a:lnTo>
                <a:lnTo>
                  <a:pt x="741720" y="14076"/>
                </a:lnTo>
                <a:lnTo>
                  <a:pt x="741527" y="14140"/>
                </a:lnTo>
                <a:lnTo>
                  <a:pt x="741339" y="14209"/>
                </a:lnTo>
                <a:lnTo>
                  <a:pt x="741156" y="14284"/>
                </a:lnTo>
                <a:lnTo>
                  <a:pt x="740977" y="14365"/>
                </a:lnTo>
                <a:lnTo>
                  <a:pt x="740802" y="14452"/>
                </a:lnTo>
                <a:lnTo>
                  <a:pt x="740632" y="14545"/>
                </a:lnTo>
                <a:lnTo>
                  <a:pt x="740467" y="14644"/>
                </a:lnTo>
                <a:lnTo>
                  <a:pt x="740306" y="14750"/>
                </a:lnTo>
                <a:lnTo>
                  <a:pt x="740149" y="14861"/>
                </a:lnTo>
                <a:lnTo>
                  <a:pt x="739997" y="14978"/>
                </a:lnTo>
                <a:lnTo>
                  <a:pt x="739849" y="15101"/>
                </a:lnTo>
                <a:lnTo>
                  <a:pt x="739706" y="15231"/>
                </a:lnTo>
                <a:lnTo>
                  <a:pt x="739567" y="15366"/>
                </a:lnTo>
                <a:lnTo>
                  <a:pt x="739433" y="15507"/>
                </a:lnTo>
                <a:lnTo>
                  <a:pt x="739304" y="15653"/>
                </a:lnTo>
                <a:lnTo>
                  <a:pt x="739180" y="15801"/>
                </a:lnTo>
                <a:lnTo>
                  <a:pt x="739062" y="15952"/>
                </a:lnTo>
                <a:lnTo>
                  <a:pt x="738949" y="16106"/>
                </a:lnTo>
                <a:lnTo>
                  <a:pt x="738842" y="16262"/>
                </a:lnTo>
                <a:lnTo>
                  <a:pt x="738740" y="16421"/>
                </a:lnTo>
                <a:lnTo>
                  <a:pt x="738644" y="16583"/>
                </a:lnTo>
                <a:lnTo>
                  <a:pt x="738553" y="16747"/>
                </a:lnTo>
                <a:lnTo>
                  <a:pt x="738468" y="16914"/>
                </a:lnTo>
                <a:lnTo>
                  <a:pt x="738388" y="17084"/>
                </a:lnTo>
                <a:lnTo>
                  <a:pt x="738314" y="17256"/>
                </a:lnTo>
                <a:lnTo>
                  <a:pt x="738245" y="17432"/>
                </a:lnTo>
                <a:lnTo>
                  <a:pt x="738182" y="17609"/>
                </a:lnTo>
                <a:lnTo>
                  <a:pt x="738124" y="17790"/>
                </a:lnTo>
                <a:lnTo>
                  <a:pt x="738072" y="17973"/>
                </a:lnTo>
                <a:lnTo>
                  <a:pt x="738025" y="18159"/>
                </a:lnTo>
                <a:lnTo>
                  <a:pt x="737984" y="18348"/>
                </a:lnTo>
                <a:lnTo>
                  <a:pt x="737948" y="18539"/>
                </a:lnTo>
                <a:lnTo>
                  <a:pt x="737918" y="18733"/>
                </a:lnTo>
                <a:lnTo>
                  <a:pt x="737893" y="18930"/>
                </a:lnTo>
                <a:lnTo>
                  <a:pt x="737874" y="19129"/>
                </a:lnTo>
                <a:lnTo>
                  <a:pt x="737860" y="19331"/>
                </a:lnTo>
                <a:lnTo>
                  <a:pt x="737852" y="19536"/>
                </a:lnTo>
                <a:lnTo>
                  <a:pt x="737849" y="19743"/>
                </a:lnTo>
                <a:lnTo>
                  <a:pt x="737852" y="19944"/>
                </a:lnTo>
                <a:lnTo>
                  <a:pt x="737860" y="20143"/>
                </a:lnTo>
                <a:lnTo>
                  <a:pt x="737874" y="20340"/>
                </a:lnTo>
                <a:lnTo>
                  <a:pt x="737893" y="20534"/>
                </a:lnTo>
                <a:lnTo>
                  <a:pt x="737918" y="20725"/>
                </a:lnTo>
                <a:lnTo>
                  <a:pt x="737948" y="20915"/>
                </a:lnTo>
                <a:close/>
                <a:moveTo>
                  <a:pt x="781577" y="66039"/>
                </a:moveTo>
                <a:lnTo>
                  <a:pt x="781713" y="65634"/>
                </a:lnTo>
                <a:lnTo>
                  <a:pt x="781854" y="65233"/>
                </a:lnTo>
                <a:lnTo>
                  <a:pt x="781999" y="64837"/>
                </a:lnTo>
                <a:lnTo>
                  <a:pt x="782149" y="64444"/>
                </a:lnTo>
                <a:lnTo>
                  <a:pt x="782304" y="64056"/>
                </a:lnTo>
                <a:lnTo>
                  <a:pt x="782464" y="63672"/>
                </a:lnTo>
                <a:lnTo>
                  <a:pt x="782628" y="63293"/>
                </a:lnTo>
                <a:lnTo>
                  <a:pt x="782798" y="62917"/>
                </a:lnTo>
                <a:lnTo>
                  <a:pt x="782971" y="62546"/>
                </a:lnTo>
                <a:lnTo>
                  <a:pt x="783150" y="62179"/>
                </a:lnTo>
                <a:lnTo>
                  <a:pt x="783333" y="61816"/>
                </a:lnTo>
                <a:lnTo>
                  <a:pt x="783521" y="61458"/>
                </a:lnTo>
                <a:lnTo>
                  <a:pt x="783714" y="61103"/>
                </a:lnTo>
                <a:lnTo>
                  <a:pt x="783912" y="60753"/>
                </a:lnTo>
                <a:lnTo>
                  <a:pt x="784114" y="60407"/>
                </a:lnTo>
                <a:lnTo>
                  <a:pt x="784321" y="60066"/>
                </a:lnTo>
                <a:lnTo>
                  <a:pt x="784533" y="59728"/>
                </a:lnTo>
                <a:lnTo>
                  <a:pt x="784749" y="59395"/>
                </a:lnTo>
                <a:lnTo>
                  <a:pt x="784970" y="59066"/>
                </a:lnTo>
                <a:lnTo>
                  <a:pt x="785196" y="58741"/>
                </a:lnTo>
                <a:lnTo>
                  <a:pt x="785427" y="58421"/>
                </a:lnTo>
                <a:lnTo>
                  <a:pt x="785662" y="58104"/>
                </a:lnTo>
                <a:lnTo>
                  <a:pt x="785903" y="57792"/>
                </a:lnTo>
                <a:lnTo>
                  <a:pt x="786148" y="57485"/>
                </a:lnTo>
                <a:lnTo>
                  <a:pt x="786398" y="57183"/>
                </a:lnTo>
                <a:lnTo>
                  <a:pt x="786652" y="56888"/>
                </a:lnTo>
                <a:lnTo>
                  <a:pt x="786912" y="56597"/>
                </a:lnTo>
                <a:lnTo>
                  <a:pt x="787177" y="56313"/>
                </a:lnTo>
                <a:lnTo>
                  <a:pt x="787447" y="56033"/>
                </a:lnTo>
                <a:lnTo>
                  <a:pt x="787722" y="55760"/>
                </a:lnTo>
                <a:lnTo>
                  <a:pt x="788002" y="55492"/>
                </a:lnTo>
                <a:lnTo>
                  <a:pt x="788287" y="55230"/>
                </a:lnTo>
                <a:lnTo>
                  <a:pt x="788577" y="54973"/>
                </a:lnTo>
                <a:lnTo>
                  <a:pt x="788872" y="54723"/>
                </a:lnTo>
                <a:lnTo>
                  <a:pt x="789172" y="54477"/>
                </a:lnTo>
                <a:lnTo>
                  <a:pt x="789476" y="54238"/>
                </a:lnTo>
                <a:lnTo>
                  <a:pt x="789786" y="54004"/>
                </a:lnTo>
                <a:lnTo>
                  <a:pt x="790101" y="53775"/>
                </a:lnTo>
                <a:lnTo>
                  <a:pt x="790421" y="53552"/>
                </a:lnTo>
                <a:lnTo>
                  <a:pt x="790746" y="53335"/>
                </a:lnTo>
                <a:lnTo>
                  <a:pt x="791075" y="53124"/>
                </a:lnTo>
                <a:lnTo>
                  <a:pt x="791410" y="52918"/>
                </a:lnTo>
                <a:lnTo>
                  <a:pt x="791750" y="52717"/>
                </a:lnTo>
                <a:lnTo>
                  <a:pt x="792095" y="52523"/>
                </a:lnTo>
                <a:lnTo>
                  <a:pt x="792444" y="52334"/>
                </a:lnTo>
                <a:lnTo>
                  <a:pt x="792799" y="52150"/>
                </a:lnTo>
                <a:lnTo>
                  <a:pt x="793159" y="51973"/>
                </a:lnTo>
                <a:lnTo>
                  <a:pt x="793523" y="51801"/>
                </a:lnTo>
                <a:lnTo>
                  <a:pt x="793892" y="51637"/>
                </a:lnTo>
                <a:lnTo>
                  <a:pt x="794266" y="51480"/>
                </a:lnTo>
                <a:lnTo>
                  <a:pt x="794644" y="51331"/>
                </a:lnTo>
                <a:lnTo>
                  <a:pt x="795027" y="51189"/>
                </a:lnTo>
                <a:lnTo>
                  <a:pt x="795415" y="51054"/>
                </a:lnTo>
                <a:lnTo>
                  <a:pt x="795807" y="50926"/>
                </a:lnTo>
                <a:lnTo>
                  <a:pt x="796204" y="50806"/>
                </a:lnTo>
                <a:lnTo>
                  <a:pt x="796605" y="50693"/>
                </a:lnTo>
                <a:lnTo>
                  <a:pt x="797011" y="50587"/>
                </a:lnTo>
                <a:lnTo>
                  <a:pt x="797422" y="50489"/>
                </a:lnTo>
                <a:lnTo>
                  <a:pt x="797837" y="50398"/>
                </a:lnTo>
                <a:lnTo>
                  <a:pt x="798256" y="50314"/>
                </a:lnTo>
                <a:lnTo>
                  <a:pt x="798681" y="50238"/>
                </a:lnTo>
                <a:lnTo>
                  <a:pt x="799110" y="50168"/>
                </a:lnTo>
                <a:lnTo>
                  <a:pt x="799543" y="50106"/>
                </a:lnTo>
                <a:lnTo>
                  <a:pt x="799982" y="50052"/>
                </a:lnTo>
                <a:lnTo>
                  <a:pt x="800424" y="50004"/>
                </a:lnTo>
                <a:lnTo>
                  <a:pt x="800872" y="49964"/>
                </a:lnTo>
                <a:lnTo>
                  <a:pt x="801324" y="49931"/>
                </a:lnTo>
                <a:lnTo>
                  <a:pt x="801780" y="49906"/>
                </a:lnTo>
                <a:lnTo>
                  <a:pt x="802241" y="49888"/>
                </a:lnTo>
                <a:lnTo>
                  <a:pt x="802707" y="49877"/>
                </a:lnTo>
                <a:lnTo>
                  <a:pt x="803178" y="49873"/>
                </a:lnTo>
                <a:lnTo>
                  <a:pt x="803318" y="49873"/>
                </a:lnTo>
                <a:lnTo>
                  <a:pt x="803458" y="49874"/>
                </a:lnTo>
                <a:lnTo>
                  <a:pt x="803597" y="49875"/>
                </a:lnTo>
                <a:lnTo>
                  <a:pt x="803734" y="49877"/>
                </a:lnTo>
                <a:lnTo>
                  <a:pt x="803871" y="49879"/>
                </a:lnTo>
                <a:lnTo>
                  <a:pt x="804006" y="49882"/>
                </a:lnTo>
                <a:lnTo>
                  <a:pt x="804141" y="49886"/>
                </a:lnTo>
                <a:lnTo>
                  <a:pt x="804274" y="49889"/>
                </a:lnTo>
                <a:lnTo>
                  <a:pt x="804407" y="49894"/>
                </a:lnTo>
                <a:lnTo>
                  <a:pt x="804538" y="49899"/>
                </a:lnTo>
                <a:lnTo>
                  <a:pt x="804669" y="49904"/>
                </a:lnTo>
                <a:lnTo>
                  <a:pt x="804798" y="49910"/>
                </a:lnTo>
                <a:lnTo>
                  <a:pt x="804927" y="49916"/>
                </a:lnTo>
                <a:lnTo>
                  <a:pt x="805054" y="49923"/>
                </a:lnTo>
                <a:lnTo>
                  <a:pt x="805180" y="49931"/>
                </a:lnTo>
                <a:lnTo>
                  <a:pt x="805306" y="49938"/>
                </a:lnTo>
                <a:lnTo>
                  <a:pt x="805430" y="49947"/>
                </a:lnTo>
                <a:lnTo>
                  <a:pt x="805553" y="49956"/>
                </a:lnTo>
                <a:lnTo>
                  <a:pt x="805676" y="49965"/>
                </a:lnTo>
                <a:lnTo>
                  <a:pt x="805797" y="49975"/>
                </a:lnTo>
                <a:lnTo>
                  <a:pt x="805917" y="49986"/>
                </a:lnTo>
                <a:lnTo>
                  <a:pt x="806036" y="49997"/>
                </a:lnTo>
                <a:lnTo>
                  <a:pt x="806155" y="50008"/>
                </a:lnTo>
                <a:lnTo>
                  <a:pt x="806272" y="50020"/>
                </a:lnTo>
                <a:lnTo>
                  <a:pt x="806388" y="50033"/>
                </a:lnTo>
                <a:lnTo>
                  <a:pt x="806505" y="50045"/>
                </a:lnTo>
                <a:lnTo>
                  <a:pt x="806622" y="50058"/>
                </a:lnTo>
                <a:lnTo>
                  <a:pt x="806738" y="50071"/>
                </a:lnTo>
                <a:lnTo>
                  <a:pt x="806855" y="50085"/>
                </a:lnTo>
                <a:lnTo>
                  <a:pt x="806972" y="50099"/>
                </a:lnTo>
                <a:lnTo>
                  <a:pt x="807088" y="50113"/>
                </a:lnTo>
                <a:lnTo>
                  <a:pt x="807205" y="50127"/>
                </a:lnTo>
                <a:lnTo>
                  <a:pt x="807321" y="50141"/>
                </a:lnTo>
                <a:lnTo>
                  <a:pt x="807438" y="50156"/>
                </a:lnTo>
                <a:lnTo>
                  <a:pt x="807555" y="50171"/>
                </a:lnTo>
                <a:lnTo>
                  <a:pt x="807671" y="50186"/>
                </a:lnTo>
                <a:lnTo>
                  <a:pt x="807788" y="50202"/>
                </a:lnTo>
                <a:lnTo>
                  <a:pt x="807905" y="50217"/>
                </a:lnTo>
                <a:lnTo>
                  <a:pt x="808021" y="50233"/>
                </a:lnTo>
                <a:lnTo>
                  <a:pt x="808138" y="50250"/>
                </a:lnTo>
                <a:lnTo>
                  <a:pt x="808255" y="50266"/>
                </a:lnTo>
                <a:lnTo>
                  <a:pt x="808371" y="50283"/>
                </a:lnTo>
                <a:lnTo>
                  <a:pt x="808488" y="50300"/>
                </a:lnTo>
                <a:lnTo>
                  <a:pt x="808604" y="50317"/>
                </a:lnTo>
                <a:lnTo>
                  <a:pt x="808721" y="50335"/>
                </a:lnTo>
                <a:lnTo>
                  <a:pt x="808838" y="50352"/>
                </a:lnTo>
                <a:lnTo>
                  <a:pt x="808954" y="50370"/>
                </a:lnTo>
                <a:lnTo>
                  <a:pt x="809071" y="50389"/>
                </a:lnTo>
                <a:lnTo>
                  <a:pt x="809366" y="42285"/>
                </a:lnTo>
                <a:lnTo>
                  <a:pt x="809291" y="42255"/>
                </a:lnTo>
                <a:lnTo>
                  <a:pt x="809213" y="42225"/>
                </a:lnTo>
                <a:lnTo>
                  <a:pt x="809133" y="42195"/>
                </a:lnTo>
                <a:lnTo>
                  <a:pt x="809050" y="42166"/>
                </a:lnTo>
                <a:lnTo>
                  <a:pt x="808964" y="42137"/>
                </a:lnTo>
                <a:lnTo>
                  <a:pt x="808875" y="42108"/>
                </a:lnTo>
                <a:lnTo>
                  <a:pt x="808784" y="42080"/>
                </a:lnTo>
                <a:lnTo>
                  <a:pt x="808690" y="42052"/>
                </a:lnTo>
                <a:lnTo>
                  <a:pt x="808594" y="42025"/>
                </a:lnTo>
                <a:lnTo>
                  <a:pt x="808495" y="41997"/>
                </a:lnTo>
                <a:lnTo>
                  <a:pt x="808393" y="41971"/>
                </a:lnTo>
                <a:lnTo>
                  <a:pt x="808288" y="41945"/>
                </a:lnTo>
                <a:lnTo>
                  <a:pt x="808181" y="41919"/>
                </a:lnTo>
                <a:lnTo>
                  <a:pt x="808071" y="41893"/>
                </a:lnTo>
                <a:lnTo>
                  <a:pt x="807959" y="41868"/>
                </a:lnTo>
                <a:lnTo>
                  <a:pt x="807843" y="41843"/>
                </a:lnTo>
                <a:lnTo>
                  <a:pt x="807725" y="41819"/>
                </a:lnTo>
                <a:lnTo>
                  <a:pt x="807605" y="41795"/>
                </a:lnTo>
                <a:lnTo>
                  <a:pt x="807481" y="41771"/>
                </a:lnTo>
                <a:lnTo>
                  <a:pt x="807355" y="41748"/>
                </a:lnTo>
                <a:lnTo>
                  <a:pt x="807226" y="41725"/>
                </a:lnTo>
                <a:lnTo>
                  <a:pt x="807095" y="41703"/>
                </a:lnTo>
                <a:lnTo>
                  <a:pt x="806961" y="41681"/>
                </a:lnTo>
                <a:lnTo>
                  <a:pt x="806824" y="41659"/>
                </a:lnTo>
                <a:lnTo>
                  <a:pt x="806686" y="41638"/>
                </a:lnTo>
                <a:lnTo>
                  <a:pt x="806548" y="41618"/>
                </a:lnTo>
                <a:lnTo>
                  <a:pt x="806410" y="41599"/>
                </a:lnTo>
                <a:lnTo>
                  <a:pt x="806273" y="41580"/>
                </a:lnTo>
                <a:lnTo>
                  <a:pt x="806135" y="41563"/>
                </a:lnTo>
                <a:lnTo>
                  <a:pt x="805998" y="41546"/>
                </a:lnTo>
                <a:lnTo>
                  <a:pt x="805860" y="41531"/>
                </a:lnTo>
                <a:lnTo>
                  <a:pt x="805723" y="41516"/>
                </a:lnTo>
                <a:lnTo>
                  <a:pt x="805586" y="41502"/>
                </a:lnTo>
                <a:lnTo>
                  <a:pt x="805449" y="41489"/>
                </a:lnTo>
                <a:lnTo>
                  <a:pt x="805313" y="41477"/>
                </a:lnTo>
                <a:lnTo>
                  <a:pt x="805176" y="41466"/>
                </a:lnTo>
                <a:lnTo>
                  <a:pt x="805039" y="41455"/>
                </a:lnTo>
                <a:lnTo>
                  <a:pt x="804903" y="41446"/>
                </a:lnTo>
                <a:lnTo>
                  <a:pt x="804767" y="41437"/>
                </a:lnTo>
                <a:lnTo>
                  <a:pt x="804631" y="41430"/>
                </a:lnTo>
                <a:lnTo>
                  <a:pt x="804495" y="41423"/>
                </a:lnTo>
                <a:lnTo>
                  <a:pt x="804359" y="41417"/>
                </a:lnTo>
                <a:lnTo>
                  <a:pt x="804223" y="41412"/>
                </a:lnTo>
                <a:lnTo>
                  <a:pt x="804087" y="41408"/>
                </a:lnTo>
                <a:lnTo>
                  <a:pt x="803952" y="41405"/>
                </a:lnTo>
                <a:lnTo>
                  <a:pt x="803816" y="41403"/>
                </a:lnTo>
                <a:lnTo>
                  <a:pt x="803681" y="41402"/>
                </a:lnTo>
                <a:lnTo>
                  <a:pt x="803546" y="41401"/>
                </a:lnTo>
                <a:lnTo>
                  <a:pt x="802966" y="41406"/>
                </a:lnTo>
                <a:lnTo>
                  <a:pt x="802393" y="41421"/>
                </a:lnTo>
                <a:lnTo>
                  <a:pt x="801826" y="41445"/>
                </a:lnTo>
                <a:lnTo>
                  <a:pt x="801265" y="41479"/>
                </a:lnTo>
                <a:lnTo>
                  <a:pt x="800712" y="41523"/>
                </a:lnTo>
                <a:lnTo>
                  <a:pt x="800164" y="41576"/>
                </a:lnTo>
                <a:lnTo>
                  <a:pt x="799623" y="41639"/>
                </a:lnTo>
                <a:lnTo>
                  <a:pt x="799089" y="41712"/>
                </a:lnTo>
                <a:lnTo>
                  <a:pt x="798561" y="41795"/>
                </a:lnTo>
                <a:lnTo>
                  <a:pt x="798040" y="41887"/>
                </a:lnTo>
                <a:lnTo>
                  <a:pt x="797525" y="41989"/>
                </a:lnTo>
                <a:lnTo>
                  <a:pt x="797017" y="42101"/>
                </a:lnTo>
                <a:lnTo>
                  <a:pt x="796516" y="42223"/>
                </a:lnTo>
                <a:lnTo>
                  <a:pt x="796020" y="42354"/>
                </a:lnTo>
                <a:lnTo>
                  <a:pt x="795532" y="42495"/>
                </a:lnTo>
                <a:lnTo>
                  <a:pt x="795050" y="42645"/>
                </a:lnTo>
                <a:lnTo>
                  <a:pt x="794574" y="42806"/>
                </a:lnTo>
                <a:lnTo>
                  <a:pt x="794105" y="42976"/>
                </a:lnTo>
                <a:lnTo>
                  <a:pt x="793642" y="43156"/>
                </a:lnTo>
                <a:lnTo>
                  <a:pt x="793186" y="43345"/>
                </a:lnTo>
                <a:lnTo>
                  <a:pt x="792737" y="43544"/>
                </a:lnTo>
                <a:lnTo>
                  <a:pt x="792294" y="43753"/>
                </a:lnTo>
                <a:lnTo>
                  <a:pt x="791858" y="43972"/>
                </a:lnTo>
                <a:lnTo>
                  <a:pt x="791428" y="44201"/>
                </a:lnTo>
                <a:lnTo>
                  <a:pt x="791004" y="44438"/>
                </a:lnTo>
                <a:lnTo>
                  <a:pt x="790587" y="44683"/>
                </a:lnTo>
                <a:lnTo>
                  <a:pt x="790176" y="44936"/>
                </a:lnTo>
                <a:lnTo>
                  <a:pt x="789771" y="45196"/>
                </a:lnTo>
                <a:lnTo>
                  <a:pt x="789373" y="45465"/>
                </a:lnTo>
                <a:lnTo>
                  <a:pt x="788981" y="45741"/>
                </a:lnTo>
                <a:lnTo>
                  <a:pt x="788595" y="46025"/>
                </a:lnTo>
                <a:lnTo>
                  <a:pt x="788215" y="46316"/>
                </a:lnTo>
                <a:lnTo>
                  <a:pt x="787842" y="46616"/>
                </a:lnTo>
                <a:lnTo>
                  <a:pt x="787474" y="46923"/>
                </a:lnTo>
                <a:lnTo>
                  <a:pt x="787114" y="47239"/>
                </a:lnTo>
                <a:lnTo>
                  <a:pt x="786759" y="47562"/>
                </a:lnTo>
                <a:lnTo>
                  <a:pt x="786411" y="47892"/>
                </a:lnTo>
                <a:lnTo>
                  <a:pt x="786069" y="48231"/>
                </a:lnTo>
                <a:lnTo>
                  <a:pt x="785733" y="48577"/>
                </a:lnTo>
                <a:lnTo>
                  <a:pt x="785403" y="48932"/>
                </a:lnTo>
                <a:lnTo>
                  <a:pt x="785080" y="49294"/>
                </a:lnTo>
                <a:lnTo>
                  <a:pt x="784763" y="49664"/>
                </a:lnTo>
                <a:lnTo>
                  <a:pt x="784452" y="50041"/>
                </a:lnTo>
                <a:lnTo>
                  <a:pt x="784148" y="50427"/>
                </a:lnTo>
                <a:lnTo>
                  <a:pt x="783850" y="50820"/>
                </a:lnTo>
                <a:lnTo>
                  <a:pt x="783558" y="51221"/>
                </a:lnTo>
                <a:lnTo>
                  <a:pt x="783272" y="51630"/>
                </a:lnTo>
                <a:lnTo>
                  <a:pt x="782993" y="52046"/>
                </a:lnTo>
                <a:lnTo>
                  <a:pt x="782719" y="52470"/>
                </a:lnTo>
                <a:lnTo>
                  <a:pt x="782452" y="52899"/>
                </a:lnTo>
                <a:lnTo>
                  <a:pt x="782190" y="53334"/>
                </a:lnTo>
                <a:lnTo>
                  <a:pt x="781935" y="53774"/>
                </a:lnTo>
                <a:lnTo>
                  <a:pt x="781685" y="54221"/>
                </a:lnTo>
                <a:lnTo>
                  <a:pt x="781441" y="54673"/>
                </a:lnTo>
                <a:lnTo>
                  <a:pt x="781203" y="55131"/>
                </a:lnTo>
                <a:lnTo>
                  <a:pt x="781070" y="55397"/>
                </a:lnTo>
                <a:lnTo>
                  <a:pt x="780930" y="42875"/>
                </a:lnTo>
                <a:lnTo>
                  <a:pt x="772311" y="42875"/>
                </a:lnTo>
                <a:lnTo>
                  <a:pt x="772311" y="122583"/>
                </a:lnTo>
                <a:lnTo>
                  <a:pt x="781077" y="122583"/>
                </a:lnTo>
                <a:lnTo>
                  <a:pt x="781077" y="67703"/>
                </a:lnTo>
                <a:lnTo>
                  <a:pt x="781080" y="67695"/>
                </a:lnTo>
                <a:lnTo>
                  <a:pt x="781197" y="67276"/>
                </a:lnTo>
                <a:lnTo>
                  <a:pt x="781319" y="66861"/>
                </a:lnTo>
                <a:lnTo>
                  <a:pt x="781446" y="66448"/>
                </a:lnTo>
                <a:lnTo>
                  <a:pt x="781577" y="66039"/>
                </a:lnTo>
                <a:close/>
                <a:moveTo>
                  <a:pt x="553163" y="75242"/>
                </a:moveTo>
                <a:lnTo>
                  <a:pt x="553131" y="74595"/>
                </a:lnTo>
                <a:lnTo>
                  <a:pt x="553091" y="73953"/>
                </a:lnTo>
                <a:lnTo>
                  <a:pt x="553045" y="73316"/>
                </a:lnTo>
                <a:lnTo>
                  <a:pt x="552991" y="72683"/>
                </a:lnTo>
                <a:lnTo>
                  <a:pt x="552930" y="72055"/>
                </a:lnTo>
                <a:lnTo>
                  <a:pt x="552862" y="71432"/>
                </a:lnTo>
                <a:lnTo>
                  <a:pt x="552787" y="70814"/>
                </a:lnTo>
                <a:lnTo>
                  <a:pt x="552704" y="70200"/>
                </a:lnTo>
                <a:lnTo>
                  <a:pt x="552615" y="69591"/>
                </a:lnTo>
                <a:lnTo>
                  <a:pt x="552518" y="68987"/>
                </a:lnTo>
                <a:lnTo>
                  <a:pt x="552414" y="68387"/>
                </a:lnTo>
                <a:lnTo>
                  <a:pt x="552303" y="67793"/>
                </a:lnTo>
                <a:lnTo>
                  <a:pt x="552185" y="67203"/>
                </a:lnTo>
                <a:lnTo>
                  <a:pt x="552060" y="66617"/>
                </a:lnTo>
                <a:lnTo>
                  <a:pt x="551927" y="66037"/>
                </a:lnTo>
                <a:lnTo>
                  <a:pt x="551788" y="65461"/>
                </a:lnTo>
                <a:lnTo>
                  <a:pt x="551641" y="64890"/>
                </a:lnTo>
                <a:lnTo>
                  <a:pt x="551487" y="64323"/>
                </a:lnTo>
                <a:lnTo>
                  <a:pt x="551326" y="63762"/>
                </a:lnTo>
                <a:lnTo>
                  <a:pt x="551157" y="63205"/>
                </a:lnTo>
                <a:lnTo>
                  <a:pt x="550982" y="62653"/>
                </a:lnTo>
                <a:lnTo>
                  <a:pt x="550800" y="62108"/>
                </a:lnTo>
                <a:lnTo>
                  <a:pt x="550611" y="61568"/>
                </a:lnTo>
                <a:lnTo>
                  <a:pt x="550415" y="61035"/>
                </a:lnTo>
                <a:lnTo>
                  <a:pt x="550212" y="60508"/>
                </a:lnTo>
                <a:lnTo>
                  <a:pt x="550002" y="59987"/>
                </a:lnTo>
                <a:lnTo>
                  <a:pt x="549785" y="59472"/>
                </a:lnTo>
                <a:lnTo>
                  <a:pt x="549561" y="58964"/>
                </a:lnTo>
                <a:lnTo>
                  <a:pt x="549331" y="58461"/>
                </a:lnTo>
                <a:lnTo>
                  <a:pt x="549093" y="57965"/>
                </a:lnTo>
                <a:lnTo>
                  <a:pt x="548849" y="57475"/>
                </a:lnTo>
                <a:lnTo>
                  <a:pt x="548597" y="56991"/>
                </a:lnTo>
                <a:lnTo>
                  <a:pt x="548339" y="56513"/>
                </a:lnTo>
                <a:lnTo>
                  <a:pt x="548074" y="56041"/>
                </a:lnTo>
                <a:lnTo>
                  <a:pt x="547802" y="55575"/>
                </a:lnTo>
                <a:lnTo>
                  <a:pt x="547523" y="55115"/>
                </a:lnTo>
                <a:lnTo>
                  <a:pt x="547237" y="54662"/>
                </a:lnTo>
                <a:lnTo>
                  <a:pt x="546944" y="54215"/>
                </a:lnTo>
                <a:lnTo>
                  <a:pt x="546645" y="53773"/>
                </a:lnTo>
                <a:lnTo>
                  <a:pt x="546338" y="53338"/>
                </a:lnTo>
                <a:lnTo>
                  <a:pt x="546025" y="52909"/>
                </a:lnTo>
                <a:lnTo>
                  <a:pt x="545704" y="52487"/>
                </a:lnTo>
                <a:lnTo>
                  <a:pt x="545377" y="52070"/>
                </a:lnTo>
                <a:lnTo>
                  <a:pt x="545043" y="51659"/>
                </a:lnTo>
                <a:lnTo>
                  <a:pt x="544702" y="51256"/>
                </a:lnTo>
                <a:lnTo>
                  <a:pt x="544355" y="50860"/>
                </a:lnTo>
                <a:lnTo>
                  <a:pt x="544002" y="50471"/>
                </a:lnTo>
                <a:lnTo>
                  <a:pt x="543642" y="50091"/>
                </a:lnTo>
                <a:lnTo>
                  <a:pt x="543276" y="49718"/>
                </a:lnTo>
                <a:lnTo>
                  <a:pt x="542904" y="49352"/>
                </a:lnTo>
                <a:lnTo>
                  <a:pt x="542526" y="48995"/>
                </a:lnTo>
                <a:lnTo>
                  <a:pt x="542141" y="48645"/>
                </a:lnTo>
                <a:lnTo>
                  <a:pt x="541750" y="48302"/>
                </a:lnTo>
                <a:lnTo>
                  <a:pt x="541353" y="47968"/>
                </a:lnTo>
                <a:lnTo>
                  <a:pt x="540950" y="47641"/>
                </a:lnTo>
                <a:lnTo>
                  <a:pt x="540540" y="47321"/>
                </a:lnTo>
                <a:lnTo>
                  <a:pt x="540124" y="47009"/>
                </a:lnTo>
                <a:lnTo>
                  <a:pt x="539702" y="46705"/>
                </a:lnTo>
                <a:lnTo>
                  <a:pt x="539273" y="46409"/>
                </a:lnTo>
                <a:lnTo>
                  <a:pt x="538838" y="46120"/>
                </a:lnTo>
                <a:lnTo>
                  <a:pt x="538397" y="45839"/>
                </a:lnTo>
                <a:lnTo>
                  <a:pt x="537950" y="45565"/>
                </a:lnTo>
                <a:lnTo>
                  <a:pt x="537497" y="45300"/>
                </a:lnTo>
                <a:lnTo>
                  <a:pt x="537037" y="45042"/>
                </a:lnTo>
                <a:lnTo>
                  <a:pt x="536571" y="44791"/>
                </a:lnTo>
                <a:lnTo>
                  <a:pt x="536098" y="44548"/>
                </a:lnTo>
                <a:lnTo>
                  <a:pt x="535620" y="44313"/>
                </a:lnTo>
                <a:lnTo>
                  <a:pt x="535135" y="44085"/>
                </a:lnTo>
                <a:lnTo>
                  <a:pt x="534644" y="43866"/>
                </a:lnTo>
                <a:lnTo>
                  <a:pt x="534146" y="43657"/>
                </a:lnTo>
                <a:lnTo>
                  <a:pt x="533643" y="43456"/>
                </a:lnTo>
                <a:lnTo>
                  <a:pt x="533134" y="43265"/>
                </a:lnTo>
                <a:lnTo>
                  <a:pt x="532619" y="43084"/>
                </a:lnTo>
                <a:lnTo>
                  <a:pt x="532098" y="42911"/>
                </a:lnTo>
                <a:lnTo>
                  <a:pt x="531571" y="42748"/>
                </a:lnTo>
                <a:lnTo>
                  <a:pt x="531038" y="42594"/>
                </a:lnTo>
                <a:lnTo>
                  <a:pt x="530499" y="42450"/>
                </a:lnTo>
                <a:lnTo>
                  <a:pt x="529954" y="42315"/>
                </a:lnTo>
                <a:lnTo>
                  <a:pt x="529402" y="42189"/>
                </a:lnTo>
                <a:lnTo>
                  <a:pt x="528845" y="42072"/>
                </a:lnTo>
                <a:lnTo>
                  <a:pt x="528282" y="41965"/>
                </a:lnTo>
                <a:lnTo>
                  <a:pt x="527713" y="41867"/>
                </a:lnTo>
                <a:lnTo>
                  <a:pt x="527138" y="41779"/>
                </a:lnTo>
                <a:lnTo>
                  <a:pt x="526556" y="41699"/>
                </a:lnTo>
                <a:lnTo>
                  <a:pt x="525969" y="41630"/>
                </a:lnTo>
                <a:lnTo>
                  <a:pt x="525376" y="41569"/>
                </a:lnTo>
                <a:lnTo>
                  <a:pt x="524777" y="41518"/>
                </a:lnTo>
                <a:lnTo>
                  <a:pt x="524171" y="41476"/>
                </a:lnTo>
                <a:lnTo>
                  <a:pt x="523560" y="41443"/>
                </a:lnTo>
                <a:lnTo>
                  <a:pt x="522943" y="41420"/>
                </a:lnTo>
                <a:lnTo>
                  <a:pt x="522320" y="41406"/>
                </a:lnTo>
                <a:lnTo>
                  <a:pt x="521690" y="41401"/>
                </a:lnTo>
                <a:lnTo>
                  <a:pt x="521121" y="41406"/>
                </a:lnTo>
                <a:lnTo>
                  <a:pt x="520553" y="41421"/>
                </a:lnTo>
                <a:lnTo>
                  <a:pt x="519988" y="41445"/>
                </a:lnTo>
                <a:lnTo>
                  <a:pt x="519426" y="41479"/>
                </a:lnTo>
                <a:lnTo>
                  <a:pt x="518866" y="41523"/>
                </a:lnTo>
                <a:lnTo>
                  <a:pt x="518308" y="41576"/>
                </a:lnTo>
                <a:lnTo>
                  <a:pt x="517753" y="41639"/>
                </a:lnTo>
                <a:lnTo>
                  <a:pt x="517201" y="41712"/>
                </a:lnTo>
                <a:lnTo>
                  <a:pt x="516650" y="41795"/>
                </a:lnTo>
                <a:lnTo>
                  <a:pt x="516103" y="41887"/>
                </a:lnTo>
                <a:lnTo>
                  <a:pt x="515557" y="41989"/>
                </a:lnTo>
                <a:lnTo>
                  <a:pt x="515014" y="42101"/>
                </a:lnTo>
                <a:lnTo>
                  <a:pt x="514474" y="42223"/>
                </a:lnTo>
                <a:lnTo>
                  <a:pt x="513935" y="42354"/>
                </a:lnTo>
                <a:lnTo>
                  <a:pt x="513400" y="42495"/>
                </a:lnTo>
                <a:lnTo>
                  <a:pt x="512867" y="42645"/>
                </a:lnTo>
                <a:lnTo>
                  <a:pt x="512336" y="42806"/>
                </a:lnTo>
                <a:lnTo>
                  <a:pt x="511807" y="42976"/>
                </a:lnTo>
                <a:lnTo>
                  <a:pt x="511281" y="43156"/>
                </a:lnTo>
                <a:lnTo>
                  <a:pt x="510758" y="43345"/>
                </a:lnTo>
                <a:lnTo>
                  <a:pt x="510237" y="43544"/>
                </a:lnTo>
                <a:lnTo>
                  <a:pt x="509718" y="43753"/>
                </a:lnTo>
                <a:lnTo>
                  <a:pt x="509202" y="43972"/>
                </a:lnTo>
                <a:lnTo>
                  <a:pt x="508688" y="44201"/>
                </a:lnTo>
                <a:lnTo>
                  <a:pt x="508178" y="44438"/>
                </a:lnTo>
                <a:lnTo>
                  <a:pt x="507672" y="44685"/>
                </a:lnTo>
                <a:lnTo>
                  <a:pt x="507172" y="44940"/>
                </a:lnTo>
                <a:lnTo>
                  <a:pt x="506676" y="45204"/>
                </a:lnTo>
                <a:lnTo>
                  <a:pt x="506186" y="45477"/>
                </a:lnTo>
                <a:lnTo>
                  <a:pt x="505700" y="45759"/>
                </a:lnTo>
                <a:lnTo>
                  <a:pt x="505219" y="46050"/>
                </a:lnTo>
                <a:lnTo>
                  <a:pt x="504743" y="46349"/>
                </a:lnTo>
                <a:lnTo>
                  <a:pt x="504271" y="46658"/>
                </a:lnTo>
                <a:lnTo>
                  <a:pt x="503805" y="46975"/>
                </a:lnTo>
                <a:lnTo>
                  <a:pt x="503343" y="47301"/>
                </a:lnTo>
                <a:lnTo>
                  <a:pt x="502887" y="47635"/>
                </a:lnTo>
                <a:lnTo>
                  <a:pt x="502435" y="47979"/>
                </a:lnTo>
                <a:lnTo>
                  <a:pt x="501988" y="48331"/>
                </a:lnTo>
                <a:lnTo>
                  <a:pt x="501546" y="48693"/>
                </a:lnTo>
                <a:lnTo>
                  <a:pt x="501108" y="49063"/>
                </a:lnTo>
                <a:lnTo>
                  <a:pt x="500676" y="49442"/>
                </a:lnTo>
                <a:lnTo>
                  <a:pt x="500248" y="49829"/>
                </a:lnTo>
                <a:lnTo>
                  <a:pt x="499826" y="50226"/>
                </a:lnTo>
                <a:lnTo>
                  <a:pt x="499408" y="50631"/>
                </a:lnTo>
                <a:lnTo>
                  <a:pt x="498995" y="51045"/>
                </a:lnTo>
                <a:lnTo>
                  <a:pt x="498587" y="51468"/>
                </a:lnTo>
                <a:lnTo>
                  <a:pt x="498184" y="51900"/>
                </a:lnTo>
                <a:lnTo>
                  <a:pt x="497785" y="52341"/>
                </a:lnTo>
                <a:lnTo>
                  <a:pt x="497393" y="52790"/>
                </a:lnTo>
                <a:lnTo>
                  <a:pt x="497007" y="53246"/>
                </a:lnTo>
                <a:lnTo>
                  <a:pt x="496628" y="53709"/>
                </a:lnTo>
                <a:lnTo>
                  <a:pt x="496257" y="54179"/>
                </a:lnTo>
                <a:lnTo>
                  <a:pt x="495892" y="54657"/>
                </a:lnTo>
                <a:lnTo>
                  <a:pt x="495534" y="55143"/>
                </a:lnTo>
                <a:lnTo>
                  <a:pt x="495183" y="55635"/>
                </a:lnTo>
                <a:lnTo>
                  <a:pt x="494838" y="56135"/>
                </a:lnTo>
                <a:lnTo>
                  <a:pt x="494501" y="56642"/>
                </a:lnTo>
                <a:lnTo>
                  <a:pt x="494171" y="57156"/>
                </a:lnTo>
                <a:lnTo>
                  <a:pt x="493847" y="57678"/>
                </a:lnTo>
                <a:lnTo>
                  <a:pt x="493531" y="58207"/>
                </a:lnTo>
                <a:lnTo>
                  <a:pt x="493221" y="58743"/>
                </a:lnTo>
                <a:lnTo>
                  <a:pt x="492918" y="59286"/>
                </a:lnTo>
                <a:lnTo>
                  <a:pt x="492623" y="59837"/>
                </a:lnTo>
                <a:lnTo>
                  <a:pt x="492334" y="60395"/>
                </a:lnTo>
                <a:lnTo>
                  <a:pt x="492052" y="60961"/>
                </a:lnTo>
                <a:lnTo>
                  <a:pt x="491777" y="61533"/>
                </a:lnTo>
                <a:lnTo>
                  <a:pt x="491508" y="62113"/>
                </a:lnTo>
                <a:lnTo>
                  <a:pt x="491247" y="62700"/>
                </a:lnTo>
                <a:lnTo>
                  <a:pt x="490993" y="63295"/>
                </a:lnTo>
                <a:lnTo>
                  <a:pt x="490745" y="63897"/>
                </a:lnTo>
                <a:lnTo>
                  <a:pt x="490505" y="64506"/>
                </a:lnTo>
                <a:lnTo>
                  <a:pt x="490271" y="65122"/>
                </a:lnTo>
                <a:lnTo>
                  <a:pt x="490046" y="65745"/>
                </a:lnTo>
                <a:lnTo>
                  <a:pt x="489830" y="66375"/>
                </a:lnTo>
                <a:lnTo>
                  <a:pt x="489624" y="67010"/>
                </a:lnTo>
                <a:lnTo>
                  <a:pt x="489427" y="67651"/>
                </a:lnTo>
                <a:lnTo>
                  <a:pt x="489240" y="68299"/>
                </a:lnTo>
                <a:lnTo>
                  <a:pt x="489062" y="68953"/>
                </a:lnTo>
                <a:lnTo>
                  <a:pt x="488895" y="69613"/>
                </a:lnTo>
                <a:lnTo>
                  <a:pt x="488736" y="70279"/>
                </a:lnTo>
                <a:lnTo>
                  <a:pt x="488588" y="70951"/>
                </a:lnTo>
                <a:lnTo>
                  <a:pt x="488449" y="71630"/>
                </a:lnTo>
                <a:lnTo>
                  <a:pt x="488319" y="72314"/>
                </a:lnTo>
                <a:lnTo>
                  <a:pt x="488199" y="73005"/>
                </a:lnTo>
                <a:lnTo>
                  <a:pt x="488089" y="73701"/>
                </a:lnTo>
                <a:lnTo>
                  <a:pt x="487988" y="74404"/>
                </a:lnTo>
                <a:lnTo>
                  <a:pt x="487897" y="75113"/>
                </a:lnTo>
                <a:lnTo>
                  <a:pt x="487815" y="75829"/>
                </a:lnTo>
                <a:lnTo>
                  <a:pt x="487743" y="76550"/>
                </a:lnTo>
                <a:lnTo>
                  <a:pt x="487681" y="77277"/>
                </a:lnTo>
                <a:lnTo>
                  <a:pt x="487628" y="78011"/>
                </a:lnTo>
                <a:lnTo>
                  <a:pt x="487585" y="78751"/>
                </a:lnTo>
                <a:lnTo>
                  <a:pt x="487552" y="79497"/>
                </a:lnTo>
                <a:lnTo>
                  <a:pt x="487528" y="80249"/>
                </a:lnTo>
                <a:lnTo>
                  <a:pt x="487513" y="81007"/>
                </a:lnTo>
                <a:lnTo>
                  <a:pt x="487508" y="81771"/>
                </a:lnTo>
                <a:lnTo>
                  <a:pt x="487508" y="84939"/>
                </a:lnTo>
                <a:lnTo>
                  <a:pt x="487513" y="85649"/>
                </a:lnTo>
                <a:lnTo>
                  <a:pt x="487527" y="86354"/>
                </a:lnTo>
                <a:lnTo>
                  <a:pt x="487550" y="87054"/>
                </a:lnTo>
                <a:lnTo>
                  <a:pt x="487582" y="87749"/>
                </a:lnTo>
                <a:lnTo>
                  <a:pt x="487624" y="88440"/>
                </a:lnTo>
                <a:lnTo>
                  <a:pt x="487674" y="89126"/>
                </a:lnTo>
                <a:lnTo>
                  <a:pt x="487734" y="89808"/>
                </a:lnTo>
                <a:lnTo>
                  <a:pt x="487803" y="90484"/>
                </a:lnTo>
                <a:lnTo>
                  <a:pt x="487881" y="91156"/>
                </a:lnTo>
                <a:lnTo>
                  <a:pt x="487969" y="91823"/>
                </a:lnTo>
                <a:lnTo>
                  <a:pt x="488066" y="92486"/>
                </a:lnTo>
                <a:lnTo>
                  <a:pt x="488171" y="93144"/>
                </a:lnTo>
                <a:lnTo>
                  <a:pt x="488287" y="93797"/>
                </a:lnTo>
                <a:lnTo>
                  <a:pt x="488411" y="94445"/>
                </a:lnTo>
                <a:lnTo>
                  <a:pt x="488544" y="95088"/>
                </a:lnTo>
                <a:lnTo>
                  <a:pt x="488687" y="95727"/>
                </a:lnTo>
                <a:lnTo>
                  <a:pt x="488839" y="96361"/>
                </a:lnTo>
                <a:lnTo>
                  <a:pt x="489000" y="96990"/>
                </a:lnTo>
                <a:lnTo>
                  <a:pt x="489171" y="97615"/>
                </a:lnTo>
                <a:lnTo>
                  <a:pt x="489350" y="98235"/>
                </a:lnTo>
                <a:lnTo>
                  <a:pt x="489539" y="98850"/>
                </a:lnTo>
                <a:lnTo>
                  <a:pt x="489737" y="99460"/>
                </a:lnTo>
                <a:lnTo>
                  <a:pt x="489944" y="100066"/>
                </a:lnTo>
                <a:lnTo>
                  <a:pt x="490161" y="100667"/>
                </a:lnTo>
                <a:lnTo>
                  <a:pt x="490385" y="101262"/>
                </a:lnTo>
                <a:lnTo>
                  <a:pt x="490617" y="101850"/>
                </a:lnTo>
                <a:lnTo>
                  <a:pt x="490857" y="102432"/>
                </a:lnTo>
                <a:lnTo>
                  <a:pt x="491104" y="103007"/>
                </a:lnTo>
                <a:lnTo>
                  <a:pt x="491358" y="103575"/>
                </a:lnTo>
                <a:lnTo>
                  <a:pt x="491620" y="104136"/>
                </a:lnTo>
                <a:lnTo>
                  <a:pt x="491889" y="104691"/>
                </a:lnTo>
                <a:lnTo>
                  <a:pt x="492166" y="105238"/>
                </a:lnTo>
                <a:lnTo>
                  <a:pt x="492450" y="105779"/>
                </a:lnTo>
                <a:lnTo>
                  <a:pt x="492741" y="106313"/>
                </a:lnTo>
                <a:lnTo>
                  <a:pt x="493040" y="106841"/>
                </a:lnTo>
                <a:lnTo>
                  <a:pt x="493347" y="107361"/>
                </a:lnTo>
                <a:lnTo>
                  <a:pt x="493660" y="107875"/>
                </a:lnTo>
                <a:lnTo>
                  <a:pt x="493982" y="108382"/>
                </a:lnTo>
                <a:lnTo>
                  <a:pt x="494310" y="108883"/>
                </a:lnTo>
                <a:lnTo>
                  <a:pt x="494646" y="109376"/>
                </a:lnTo>
                <a:lnTo>
                  <a:pt x="494989" y="109863"/>
                </a:lnTo>
                <a:lnTo>
                  <a:pt x="495340" y="110343"/>
                </a:lnTo>
                <a:lnTo>
                  <a:pt x="495698" y="110816"/>
                </a:lnTo>
                <a:lnTo>
                  <a:pt x="496064" y="111282"/>
                </a:lnTo>
                <a:lnTo>
                  <a:pt x="496437" y="111742"/>
                </a:lnTo>
                <a:lnTo>
                  <a:pt x="496818" y="112195"/>
                </a:lnTo>
                <a:lnTo>
                  <a:pt x="497206" y="112641"/>
                </a:lnTo>
                <a:lnTo>
                  <a:pt x="497601" y="113080"/>
                </a:lnTo>
                <a:lnTo>
                  <a:pt x="498003" y="113512"/>
                </a:lnTo>
                <a:lnTo>
                  <a:pt x="498411" y="113935"/>
                </a:lnTo>
                <a:lnTo>
                  <a:pt x="498826" y="114351"/>
                </a:lnTo>
                <a:lnTo>
                  <a:pt x="499246" y="114758"/>
                </a:lnTo>
                <a:lnTo>
                  <a:pt x="499673" y="115157"/>
                </a:lnTo>
                <a:lnTo>
                  <a:pt x="500106" y="115548"/>
                </a:lnTo>
                <a:lnTo>
                  <a:pt x="500545" y="115930"/>
                </a:lnTo>
                <a:lnTo>
                  <a:pt x="500990" y="116305"/>
                </a:lnTo>
                <a:lnTo>
                  <a:pt x="501441" y="116671"/>
                </a:lnTo>
                <a:lnTo>
                  <a:pt x="501898" y="117029"/>
                </a:lnTo>
                <a:lnTo>
                  <a:pt x="502362" y="117379"/>
                </a:lnTo>
                <a:lnTo>
                  <a:pt x="502831" y="117721"/>
                </a:lnTo>
                <a:lnTo>
                  <a:pt x="503307" y="118054"/>
                </a:lnTo>
                <a:lnTo>
                  <a:pt x="503789" y="118380"/>
                </a:lnTo>
                <a:lnTo>
                  <a:pt x="504277" y="118697"/>
                </a:lnTo>
                <a:lnTo>
                  <a:pt x="504771" y="119006"/>
                </a:lnTo>
                <a:lnTo>
                  <a:pt x="505272" y="119307"/>
                </a:lnTo>
                <a:lnTo>
                  <a:pt x="505778" y="119599"/>
                </a:lnTo>
                <a:lnTo>
                  <a:pt x="506291" y="119884"/>
                </a:lnTo>
                <a:lnTo>
                  <a:pt x="506809" y="120160"/>
                </a:lnTo>
                <a:lnTo>
                  <a:pt x="507334" y="120428"/>
                </a:lnTo>
                <a:lnTo>
                  <a:pt x="507865" y="120688"/>
                </a:lnTo>
                <a:lnTo>
                  <a:pt x="508402" y="120940"/>
                </a:lnTo>
                <a:lnTo>
                  <a:pt x="508946" y="121183"/>
                </a:lnTo>
                <a:lnTo>
                  <a:pt x="509494" y="121418"/>
                </a:lnTo>
                <a:lnTo>
                  <a:pt x="510047" y="121642"/>
                </a:lnTo>
                <a:lnTo>
                  <a:pt x="510604" y="121857"/>
                </a:lnTo>
                <a:lnTo>
                  <a:pt x="511166" y="122061"/>
                </a:lnTo>
                <a:lnTo>
                  <a:pt x="511732" y="122256"/>
                </a:lnTo>
                <a:lnTo>
                  <a:pt x="512302" y="122440"/>
                </a:lnTo>
                <a:lnTo>
                  <a:pt x="512877" y="122615"/>
                </a:lnTo>
                <a:lnTo>
                  <a:pt x="513456" y="122779"/>
                </a:lnTo>
                <a:lnTo>
                  <a:pt x="514039" y="122934"/>
                </a:lnTo>
                <a:lnTo>
                  <a:pt x="514627" y="123079"/>
                </a:lnTo>
                <a:lnTo>
                  <a:pt x="515219" y="123213"/>
                </a:lnTo>
                <a:lnTo>
                  <a:pt x="515815" y="123338"/>
                </a:lnTo>
                <a:lnTo>
                  <a:pt x="516416" y="123453"/>
                </a:lnTo>
                <a:lnTo>
                  <a:pt x="517021" y="123558"/>
                </a:lnTo>
                <a:lnTo>
                  <a:pt x="517630" y="123652"/>
                </a:lnTo>
                <a:lnTo>
                  <a:pt x="518244" y="123737"/>
                </a:lnTo>
                <a:lnTo>
                  <a:pt x="518862" y="123812"/>
                </a:lnTo>
                <a:lnTo>
                  <a:pt x="519485" y="123877"/>
                </a:lnTo>
                <a:lnTo>
                  <a:pt x="520112" y="123932"/>
                </a:lnTo>
                <a:lnTo>
                  <a:pt x="520743" y="123977"/>
                </a:lnTo>
                <a:lnTo>
                  <a:pt x="521378" y="124011"/>
                </a:lnTo>
                <a:lnTo>
                  <a:pt x="522018" y="124036"/>
                </a:lnTo>
                <a:lnTo>
                  <a:pt x="522662" y="124051"/>
                </a:lnTo>
                <a:lnTo>
                  <a:pt x="523311" y="124056"/>
                </a:lnTo>
                <a:lnTo>
                  <a:pt x="523903" y="124053"/>
                </a:lnTo>
                <a:lnTo>
                  <a:pt x="524490" y="124043"/>
                </a:lnTo>
                <a:lnTo>
                  <a:pt x="525070" y="124026"/>
                </a:lnTo>
                <a:lnTo>
                  <a:pt x="525644" y="124002"/>
                </a:lnTo>
                <a:lnTo>
                  <a:pt x="526212" y="123972"/>
                </a:lnTo>
                <a:lnTo>
                  <a:pt x="526773" y="123934"/>
                </a:lnTo>
                <a:lnTo>
                  <a:pt x="527329" y="123890"/>
                </a:lnTo>
                <a:lnTo>
                  <a:pt x="527878" y="123839"/>
                </a:lnTo>
                <a:lnTo>
                  <a:pt x="528422" y="123782"/>
                </a:lnTo>
                <a:lnTo>
                  <a:pt x="528959" y="123717"/>
                </a:lnTo>
                <a:lnTo>
                  <a:pt x="529490" y="123646"/>
                </a:lnTo>
                <a:lnTo>
                  <a:pt x="530015" y="123568"/>
                </a:lnTo>
                <a:lnTo>
                  <a:pt x="530533" y="123484"/>
                </a:lnTo>
                <a:lnTo>
                  <a:pt x="531046" y="123392"/>
                </a:lnTo>
                <a:lnTo>
                  <a:pt x="531553" y="123294"/>
                </a:lnTo>
                <a:lnTo>
                  <a:pt x="532053" y="123189"/>
                </a:lnTo>
                <a:lnTo>
                  <a:pt x="532547" y="123077"/>
                </a:lnTo>
                <a:lnTo>
                  <a:pt x="533035" y="122958"/>
                </a:lnTo>
                <a:lnTo>
                  <a:pt x="533517" y="122833"/>
                </a:lnTo>
                <a:lnTo>
                  <a:pt x="533993" y="122701"/>
                </a:lnTo>
                <a:lnTo>
                  <a:pt x="534462" y="122562"/>
                </a:lnTo>
                <a:lnTo>
                  <a:pt x="534926" y="122416"/>
                </a:lnTo>
                <a:lnTo>
                  <a:pt x="535383" y="122263"/>
                </a:lnTo>
                <a:lnTo>
                  <a:pt x="535834" y="122104"/>
                </a:lnTo>
                <a:lnTo>
                  <a:pt x="536280" y="121939"/>
                </a:lnTo>
                <a:lnTo>
                  <a:pt x="536720" y="121770"/>
                </a:lnTo>
                <a:lnTo>
                  <a:pt x="537155" y="121597"/>
                </a:lnTo>
                <a:lnTo>
                  <a:pt x="537584" y="121419"/>
                </a:lnTo>
                <a:lnTo>
                  <a:pt x="538008" y="121236"/>
                </a:lnTo>
                <a:lnTo>
                  <a:pt x="538427" y="121050"/>
                </a:lnTo>
                <a:lnTo>
                  <a:pt x="538840" y="120859"/>
                </a:lnTo>
                <a:lnTo>
                  <a:pt x="539248" y="120664"/>
                </a:lnTo>
                <a:lnTo>
                  <a:pt x="539650" y="120464"/>
                </a:lnTo>
                <a:lnTo>
                  <a:pt x="540047" y="120260"/>
                </a:lnTo>
                <a:lnTo>
                  <a:pt x="540439" y="120052"/>
                </a:lnTo>
                <a:lnTo>
                  <a:pt x="540825" y="119839"/>
                </a:lnTo>
                <a:lnTo>
                  <a:pt x="541206" y="119622"/>
                </a:lnTo>
                <a:lnTo>
                  <a:pt x="541582" y="119400"/>
                </a:lnTo>
                <a:lnTo>
                  <a:pt x="541952" y="119175"/>
                </a:lnTo>
                <a:lnTo>
                  <a:pt x="542317" y="118945"/>
                </a:lnTo>
                <a:lnTo>
                  <a:pt x="542677" y="118710"/>
                </a:lnTo>
                <a:lnTo>
                  <a:pt x="543031" y="118471"/>
                </a:lnTo>
                <a:lnTo>
                  <a:pt x="543380" y="118228"/>
                </a:lnTo>
                <a:lnTo>
                  <a:pt x="543723" y="117981"/>
                </a:lnTo>
                <a:lnTo>
                  <a:pt x="544061" y="117729"/>
                </a:lnTo>
                <a:lnTo>
                  <a:pt x="544394" y="117473"/>
                </a:lnTo>
                <a:lnTo>
                  <a:pt x="544721" y="117212"/>
                </a:lnTo>
                <a:lnTo>
                  <a:pt x="545043" y="116947"/>
                </a:lnTo>
                <a:lnTo>
                  <a:pt x="545360" y="116679"/>
                </a:lnTo>
                <a:lnTo>
                  <a:pt x="545673" y="116409"/>
                </a:lnTo>
                <a:lnTo>
                  <a:pt x="545982" y="116136"/>
                </a:lnTo>
                <a:lnTo>
                  <a:pt x="546287" y="115862"/>
                </a:lnTo>
                <a:lnTo>
                  <a:pt x="546588" y="115585"/>
                </a:lnTo>
                <a:lnTo>
                  <a:pt x="546885" y="115306"/>
                </a:lnTo>
                <a:lnTo>
                  <a:pt x="547177" y="115025"/>
                </a:lnTo>
                <a:lnTo>
                  <a:pt x="547466" y="114741"/>
                </a:lnTo>
                <a:lnTo>
                  <a:pt x="547750" y="114456"/>
                </a:lnTo>
                <a:lnTo>
                  <a:pt x="548031" y="114168"/>
                </a:lnTo>
                <a:lnTo>
                  <a:pt x="548307" y="113878"/>
                </a:lnTo>
                <a:lnTo>
                  <a:pt x="548579" y="113586"/>
                </a:lnTo>
                <a:lnTo>
                  <a:pt x="548847" y="113292"/>
                </a:lnTo>
                <a:lnTo>
                  <a:pt x="549111" y="112996"/>
                </a:lnTo>
                <a:lnTo>
                  <a:pt x="549371" y="112697"/>
                </a:lnTo>
                <a:lnTo>
                  <a:pt x="549627" y="112396"/>
                </a:lnTo>
                <a:lnTo>
                  <a:pt x="549878" y="112093"/>
                </a:lnTo>
                <a:lnTo>
                  <a:pt x="550126" y="111788"/>
                </a:lnTo>
                <a:lnTo>
                  <a:pt x="550369" y="111481"/>
                </a:lnTo>
                <a:lnTo>
                  <a:pt x="550609" y="111172"/>
                </a:lnTo>
                <a:lnTo>
                  <a:pt x="550844" y="110860"/>
                </a:lnTo>
                <a:lnTo>
                  <a:pt x="551075" y="110546"/>
                </a:lnTo>
                <a:lnTo>
                  <a:pt x="551303" y="110230"/>
                </a:lnTo>
                <a:lnTo>
                  <a:pt x="551526" y="109912"/>
                </a:lnTo>
                <a:lnTo>
                  <a:pt x="546001" y="105639"/>
                </a:lnTo>
                <a:lnTo>
                  <a:pt x="545636" y="106107"/>
                </a:lnTo>
                <a:lnTo>
                  <a:pt x="545268" y="106564"/>
                </a:lnTo>
                <a:lnTo>
                  <a:pt x="544896" y="107010"/>
                </a:lnTo>
                <a:lnTo>
                  <a:pt x="544520" y="107445"/>
                </a:lnTo>
                <a:lnTo>
                  <a:pt x="544140" y="107870"/>
                </a:lnTo>
                <a:lnTo>
                  <a:pt x="543756" y="108285"/>
                </a:lnTo>
                <a:lnTo>
                  <a:pt x="543368" y="108688"/>
                </a:lnTo>
                <a:lnTo>
                  <a:pt x="542976" y="109081"/>
                </a:lnTo>
                <a:lnTo>
                  <a:pt x="542580" y="109464"/>
                </a:lnTo>
                <a:lnTo>
                  <a:pt x="542180" y="109836"/>
                </a:lnTo>
                <a:lnTo>
                  <a:pt x="541777" y="110197"/>
                </a:lnTo>
                <a:lnTo>
                  <a:pt x="541369" y="110548"/>
                </a:lnTo>
                <a:lnTo>
                  <a:pt x="540957" y="110888"/>
                </a:lnTo>
                <a:lnTo>
                  <a:pt x="540541" y="111217"/>
                </a:lnTo>
                <a:lnTo>
                  <a:pt x="540122" y="111536"/>
                </a:lnTo>
                <a:lnTo>
                  <a:pt x="539698" y="111844"/>
                </a:lnTo>
                <a:lnTo>
                  <a:pt x="539270" y="112141"/>
                </a:lnTo>
                <a:lnTo>
                  <a:pt x="538839" y="112428"/>
                </a:lnTo>
                <a:lnTo>
                  <a:pt x="538403" y="112705"/>
                </a:lnTo>
                <a:lnTo>
                  <a:pt x="537964" y="112970"/>
                </a:lnTo>
                <a:lnTo>
                  <a:pt x="537520" y="113225"/>
                </a:lnTo>
                <a:lnTo>
                  <a:pt x="537073" y="113470"/>
                </a:lnTo>
                <a:lnTo>
                  <a:pt x="536621" y="113704"/>
                </a:lnTo>
                <a:lnTo>
                  <a:pt x="536166" y="113927"/>
                </a:lnTo>
                <a:lnTo>
                  <a:pt x="535706" y="114140"/>
                </a:lnTo>
                <a:lnTo>
                  <a:pt x="535241" y="114345"/>
                </a:lnTo>
                <a:lnTo>
                  <a:pt x="534770" y="114540"/>
                </a:lnTo>
                <a:lnTo>
                  <a:pt x="534295" y="114726"/>
                </a:lnTo>
                <a:lnTo>
                  <a:pt x="533814" y="114903"/>
                </a:lnTo>
                <a:lnTo>
                  <a:pt x="533327" y="115071"/>
                </a:lnTo>
                <a:lnTo>
                  <a:pt x="532836" y="115230"/>
                </a:lnTo>
                <a:lnTo>
                  <a:pt x="532339" y="115380"/>
                </a:lnTo>
                <a:lnTo>
                  <a:pt x="531837" y="115521"/>
                </a:lnTo>
                <a:lnTo>
                  <a:pt x="531330" y="115652"/>
                </a:lnTo>
                <a:lnTo>
                  <a:pt x="530818" y="115775"/>
                </a:lnTo>
                <a:lnTo>
                  <a:pt x="530300" y="115888"/>
                </a:lnTo>
                <a:lnTo>
                  <a:pt x="529777" y="115993"/>
                </a:lnTo>
                <a:lnTo>
                  <a:pt x="529249" y="116088"/>
                </a:lnTo>
                <a:lnTo>
                  <a:pt x="528716" y="116174"/>
                </a:lnTo>
                <a:lnTo>
                  <a:pt x="528177" y="116252"/>
                </a:lnTo>
                <a:lnTo>
                  <a:pt x="527633" y="116320"/>
                </a:lnTo>
                <a:lnTo>
                  <a:pt x="527084" y="116379"/>
                </a:lnTo>
                <a:lnTo>
                  <a:pt x="526530" y="116429"/>
                </a:lnTo>
                <a:lnTo>
                  <a:pt x="525970" y="116470"/>
                </a:lnTo>
                <a:lnTo>
                  <a:pt x="525405" y="116501"/>
                </a:lnTo>
                <a:lnTo>
                  <a:pt x="524835" y="116524"/>
                </a:lnTo>
                <a:lnTo>
                  <a:pt x="524260" y="116538"/>
                </a:lnTo>
                <a:lnTo>
                  <a:pt x="523679" y="116542"/>
                </a:lnTo>
                <a:lnTo>
                  <a:pt x="523172" y="116538"/>
                </a:lnTo>
                <a:lnTo>
                  <a:pt x="522668" y="116525"/>
                </a:lnTo>
                <a:lnTo>
                  <a:pt x="522168" y="116504"/>
                </a:lnTo>
                <a:lnTo>
                  <a:pt x="521672" y="116474"/>
                </a:lnTo>
                <a:lnTo>
                  <a:pt x="521180" y="116435"/>
                </a:lnTo>
                <a:lnTo>
                  <a:pt x="520691" y="116388"/>
                </a:lnTo>
                <a:lnTo>
                  <a:pt x="520207" y="116332"/>
                </a:lnTo>
                <a:lnTo>
                  <a:pt x="519726" y="116268"/>
                </a:lnTo>
                <a:lnTo>
                  <a:pt x="519249" y="116195"/>
                </a:lnTo>
                <a:lnTo>
                  <a:pt x="518776" y="116114"/>
                </a:lnTo>
                <a:lnTo>
                  <a:pt x="518307" y="116024"/>
                </a:lnTo>
                <a:lnTo>
                  <a:pt x="517841" y="115925"/>
                </a:lnTo>
                <a:lnTo>
                  <a:pt x="517380" y="115818"/>
                </a:lnTo>
                <a:lnTo>
                  <a:pt x="516922" y="115702"/>
                </a:lnTo>
                <a:lnTo>
                  <a:pt x="516468" y="115578"/>
                </a:lnTo>
                <a:lnTo>
                  <a:pt x="516018" y="115445"/>
                </a:lnTo>
                <a:lnTo>
                  <a:pt x="515572" y="115304"/>
                </a:lnTo>
                <a:lnTo>
                  <a:pt x="515129" y="115154"/>
                </a:lnTo>
                <a:lnTo>
                  <a:pt x="514691" y="114996"/>
                </a:lnTo>
                <a:lnTo>
                  <a:pt x="514256" y="114828"/>
                </a:lnTo>
                <a:lnTo>
                  <a:pt x="513825" y="114653"/>
                </a:lnTo>
                <a:lnTo>
                  <a:pt x="513398" y="114469"/>
                </a:lnTo>
                <a:lnTo>
                  <a:pt x="512975" y="114276"/>
                </a:lnTo>
                <a:lnTo>
                  <a:pt x="512555" y="114074"/>
                </a:lnTo>
                <a:lnTo>
                  <a:pt x="512140" y="113866"/>
                </a:lnTo>
                <a:lnTo>
                  <a:pt x="511730" y="113650"/>
                </a:lnTo>
                <a:lnTo>
                  <a:pt x="511325" y="113429"/>
                </a:lnTo>
                <a:lnTo>
                  <a:pt x="510925" y="113201"/>
                </a:lnTo>
                <a:lnTo>
                  <a:pt x="510529" y="112966"/>
                </a:lnTo>
                <a:lnTo>
                  <a:pt x="510138" y="112725"/>
                </a:lnTo>
                <a:lnTo>
                  <a:pt x="509752" y="112478"/>
                </a:lnTo>
                <a:lnTo>
                  <a:pt x="509371" y="112224"/>
                </a:lnTo>
                <a:lnTo>
                  <a:pt x="508995" y="111964"/>
                </a:lnTo>
                <a:lnTo>
                  <a:pt x="508624" y="111698"/>
                </a:lnTo>
                <a:lnTo>
                  <a:pt x="508258" y="111425"/>
                </a:lnTo>
                <a:lnTo>
                  <a:pt x="507896" y="111146"/>
                </a:lnTo>
                <a:lnTo>
                  <a:pt x="507539" y="110860"/>
                </a:lnTo>
                <a:lnTo>
                  <a:pt x="507187" y="110569"/>
                </a:lnTo>
                <a:lnTo>
                  <a:pt x="506840" y="110270"/>
                </a:lnTo>
                <a:lnTo>
                  <a:pt x="506498" y="109965"/>
                </a:lnTo>
                <a:lnTo>
                  <a:pt x="506161" y="109654"/>
                </a:lnTo>
                <a:lnTo>
                  <a:pt x="505829" y="109337"/>
                </a:lnTo>
                <a:lnTo>
                  <a:pt x="505501" y="109013"/>
                </a:lnTo>
                <a:lnTo>
                  <a:pt x="505178" y="108682"/>
                </a:lnTo>
                <a:lnTo>
                  <a:pt x="504861" y="108346"/>
                </a:lnTo>
                <a:lnTo>
                  <a:pt x="504548" y="108002"/>
                </a:lnTo>
                <a:lnTo>
                  <a:pt x="504240" y="107653"/>
                </a:lnTo>
                <a:lnTo>
                  <a:pt x="503936" y="107297"/>
                </a:lnTo>
                <a:lnTo>
                  <a:pt x="503638" y="106935"/>
                </a:lnTo>
                <a:lnTo>
                  <a:pt x="503346" y="106569"/>
                </a:lnTo>
                <a:lnTo>
                  <a:pt x="503059" y="106197"/>
                </a:lnTo>
                <a:lnTo>
                  <a:pt x="502778" y="105821"/>
                </a:lnTo>
                <a:lnTo>
                  <a:pt x="502503" y="105439"/>
                </a:lnTo>
                <a:lnTo>
                  <a:pt x="502233" y="105052"/>
                </a:lnTo>
                <a:lnTo>
                  <a:pt x="501969" y="104661"/>
                </a:lnTo>
                <a:lnTo>
                  <a:pt x="501710" y="104264"/>
                </a:lnTo>
                <a:lnTo>
                  <a:pt x="501457" y="103863"/>
                </a:lnTo>
                <a:lnTo>
                  <a:pt x="501210" y="103456"/>
                </a:lnTo>
                <a:lnTo>
                  <a:pt x="500968" y="103045"/>
                </a:lnTo>
                <a:lnTo>
                  <a:pt x="500732" y="102628"/>
                </a:lnTo>
                <a:lnTo>
                  <a:pt x="500501" y="102207"/>
                </a:lnTo>
                <a:lnTo>
                  <a:pt x="500277" y="101780"/>
                </a:lnTo>
                <a:lnTo>
                  <a:pt x="500057" y="101349"/>
                </a:lnTo>
                <a:lnTo>
                  <a:pt x="499844" y="100912"/>
                </a:lnTo>
                <a:lnTo>
                  <a:pt x="499636" y="100471"/>
                </a:lnTo>
                <a:lnTo>
                  <a:pt x="499433" y="100025"/>
                </a:lnTo>
                <a:lnTo>
                  <a:pt x="499237" y="99573"/>
                </a:lnTo>
                <a:lnTo>
                  <a:pt x="499046" y="99117"/>
                </a:lnTo>
                <a:lnTo>
                  <a:pt x="498860" y="98655"/>
                </a:lnTo>
                <a:lnTo>
                  <a:pt x="498680" y="98189"/>
                </a:lnTo>
                <a:lnTo>
                  <a:pt x="498506" y="97718"/>
                </a:lnTo>
                <a:lnTo>
                  <a:pt x="498338" y="97241"/>
                </a:lnTo>
                <a:lnTo>
                  <a:pt x="498175" y="96761"/>
                </a:lnTo>
                <a:lnTo>
                  <a:pt x="498020" y="96278"/>
                </a:lnTo>
                <a:lnTo>
                  <a:pt x="497871" y="95792"/>
                </a:lnTo>
                <a:lnTo>
                  <a:pt x="497730" y="95303"/>
                </a:lnTo>
                <a:lnTo>
                  <a:pt x="497595" y="94812"/>
                </a:lnTo>
                <a:lnTo>
                  <a:pt x="497467" y="94318"/>
                </a:lnTo>
                <a:lnTo>
                  <a:pt x="497347" y="93820"/>
                </a:lnTo>
                <a:lnTo>
                  <a:pt x="497233" y="93321"/>
                </a:lnTo>
                <a:lnTo>
                  <a:pt x="497126" y="92818"/>
                </a:lnTo>
                <a:lnTo>
                  <a:pt x="497025" y="92312"/>
                </a:lnTo>
                <a:lnTo>
                  <a:pt x="496932" y="91804"/>
                </a:lnTo>
                <a:lnTo>
                  <a:pt x="496846" y="91293"/>
                </a:lnTo>
                <a:lnTo>
                  <a:pt x="496766" y="90779"/>
                </a:lnTo>
                <a:lnTo>
                  <a:pt x="496694" y="90262"/>
                </a:lnTo>
                <a:lnTo>
                  <a:pt x="496628" y="89742"/>
                </a:lnTo>
                <a:lnTo>
                  <a:pt x="496570" y="89220"/>
                </a:lnTo>
                <a:lnTo>
                  <a:pt x="496518" y="88694"/>
                </a:lnTo>
                <a:lnTo>
                  <a:pt x="496473" y="88166"/>
                </a:lnTo>
                <a:lnTo>
                  <a:pt x="496435" y="87635"/>
                </a:lnTo>
                <a:lnTo>
                  <a:pt x="496404" y="87102"/>
                </a:lnTo>
                <a:lnTo>
                  <a:pt x="496380" y="86565"/>
                </a:lnTo>
                <a:lnTo>
                  <a:pt x="496362" y="86026"/>
                </a:lnTo>
                <a:lnTo>
                  <a:pt x="496352" y="85484"/>
                </a:lnTo>
                <a:lnTo>
                  <a:pt x="496349" y="84939"/>
                </a:lnTo>
                <a:lnTo>
                  <a:pt x="496349" y="83244"/>
                </a:lnTo>
                <a:lnTo>
                  <a:pt x="553220" y="83244"/>
                </a:lnTo>
                <a:lnTo>
                  <a:pt x="553220" y="77876"/>
                </a:lnTo>
                <a:lnTo>
                  <a:pt x="553216" y="77210"/>
                </a:lnTo>
                <a:lnTo>
                  <a:pt x="553206" y="76549"/>
                </a:lnTo>
                <a:lnTo>
                  <a:pt x="553188" y="75893"/>
                </a:lnTo>
                <a:lnTo>
                  <a:pt x="553163" y="75242"/>
                </a:lnTo>
                <a:close/>
                <a:moveTo>
                  <a:pt x="496889" y="74248"/>
                </a:moveTo>
                <a:lnTo>
                  <a:pt x="496975" y="73701"/>
                </a:lnTo>
                <a:lnTo>
                  <a:pt x="497068" y="73158"/>
                </a:lnTo>
                <a:lnTo>
                  <a:pt x="497167" y="72620"/>
                </a:lnTo>
                <a:lnTo>
                  <a:pt x="497273" y="72086"/>
                </a:lnTo>
                <a:lnTo>
                  <a:pt x="497385" y="71557"/>
                </a:lnTo>
                <a:lnTo>
                  <a:pt x="497503" y="71032"/>
                </a:lnTo>
                <a:lnTo>
                  <a:pt x="497628" y="70511"/>
                </a:lnTo>
                <a:lnTo>
                  <a:pt x="497759" y="69995"/>
                </a:lnTo>
                <a:lnTo>
                  <a:pt x="497896" y="69484"/>
                </a:lnTo>
                <a:lnTo>
                  <a:pt x="498040" y="68977"/>
                </a:lnTo>
                <a:lnTo>
                  <a:pt x="498190" y="68474"/>
                </a:lnTo>
                <a:lnTo>
                  <a:pt x="498346" y="67977"/>
                </a:lnTo>
                <a:lnTo>
                  <a:pt x="498508" y="67485"/>
                </a:lnTo>
                <a:lnTo>
                  <a:pt x="498674" y="66998"/>
                </a:lnTo>
                <a:lnTo>
                  <a:pt x="498846" y="66518"/>
                </a:lnTo>
                <a:lnTo>
                  <a:pt x="499023" y="66043"/>
                </a:lnTo>
                <a:lnTo>
                  <a:pt x="499206" y="65573"/>
                </a:lnTo>
                <a:lnTo>
                  <a:pt x="499393" y="65110"/>
                </a:lnTo>
                <a:lnTo>
                  <a:pt x="499586" y="64652"/>
                </a:lnTo>
                <a:lnTo>
                  <a:pt x="499784" y="64199"/>
                </a:lnTo>
                <a:lnTo>
                  <a:pt x="499987" y="63752"/>
                </a:lnTo>
                <a:lnTo>
                  <a:pt x="500196" y="63311"/>
                </a:lnTo>
                <a:lnTo>
                  <a:pt x="500410" y="62875"/>
                </a:lnTo>
                <a:lnTo>
                  <a:pt x="500629" y="62445"/>
                </a:lnTo>
                <a:lnTo>
                  <a:pt x="500853" y="62021"/>
                </a:lnTo>
                <a:lnTo>
                  <a:pt x="501082" y="61602"/>
                </a:lnTo>
                <a:lnTo>
                  <a:pt x="501317" y="61189"/>
                </a:lnTo>
                <a:lnTo>
                  <a:pt x="501557" y="60782"/>
                </a:lnTo>
                <a:lnTo>
                  <a:pt x="501802" y="60380"/>
                </a:lnTo>
                <a:lnTo>
                  <a:pt x="502053" y="59984"/>
                </a:lnTo>
                <a:lnTo>
                  <a:pt x="502309" y="59593"/>
                </a:lnTo>
                <a:lnTo>
                  <a:pt x="502569" y="59208"/>
                </a:lnTo>
                <a:lnTo>
                  <a:pt x="502836" y="58829"/>
                </a:lnTo>
                <a:lnTo>
                  <a:pt x="503107" y="58455"/>
                </a:lnTo>
                <a:lnTo>
                  <a:pt x="503384" y="58087"/>
                </a:lnTo>
                <a:lnTo>
                  <a:pt x="503665" y="57725"/>
                </a:lnTo>
                <a:lnTo>
                  <a:pt x="503951" y="57370"/>
                </a:lnTo>
                <a:lnTo>
                  <a:pt x="504242" y="57023"/>
                </a:lnTo>
                <a:lnTo>
                  <a:pt x="504537" y="56682"/>
                </a:lnTo>
                <a:lnTo>
                  <a:pt x="504836" y="56349"/>
                </a:lnTo>
                <a:lnTo>
                  <a:pt x="505140" y="56022"/>
                </a:lnTo>
                <a:lnTo>
                  <a:pt x="505449" y="55702"/>
                </a:lnTo>
                <a:lnTo>
                  <a:pt x="505762" y="55390"/>
                </a:lnTo>
                <a:lnTo>
                  <a:pt x="506079" y="55084"/>
                </a:lnTo>
                <a:lnTo>
                  <a:pt x="506401" y="54786"/>
                </a:lnTo>
                <a:lnTo>
                  <a:pt x="506727" y="54495"/>
                </a:lnTo>
                <a:lnTo>
                  <a:pt x="507058" y="54210"/>
                </a:lnTo>
                <a:lnTo>
                  <a:pt x="507393" y="53933"/>
                </a:lnTo>
                <a:lnTo>
                  <a:pt x="507733" y="53663"/>
                </a:lnTo>
                <a:lnTo>
                  <a:pt x="508077" y="53399"/>
                </a:lnTo>
                <a:lnTo>
                  <a:pt x="508426" y="53143"/>
                </a:lnTo>
                <a:lnTo>
                  <a:pt x="508779" y="52894"/>
                </a:lnTo>
                <a:lnTo>
                  <a:pt x="509137" y="52652"/>
                </a:lnTo>
                <a:lnTo>
                  <a:pt x="509499" y="52417"/>
                </a:lnTo>
                <a:lnTo>
                  <a:pt x="509866" y="52188"/>
                </a:lnTo>
                <a:lnTo>
                  <a:pt x="510237" y="51967"/>
                </a:lnTo>
                <a:lnTo>
                  <a:pt x="510612" y="51753"/>
                </a:lnTo>
                <a:lnTo>
                  <a:pt x="510992" y="51546"/>
                </a:lnTo>
                <a:lnTo>
                  <a:pt x="511377" y="51346"/>
                </a:lnTo>
                <a:lnTo>
                  <a:pt x="511765" y="51154"/>
                </a:lnTo>
                <a:lnTo>
                  <a:pt x="512157" y="50970"/>
                </a:lnTo>
                <a:lnTo>
                  <a:pt x="512553" y="50794"/>
                </a:lnTo>
                <a:lnTo>
                  <a:pt x="512952" y="50626"/>
                </a:lnTo>
                <a:lnTo>
                  <a:pt x="513355" y="50466"/>
                </a:lnTo>
                <a:lnTo>
                  <a:pt x="513762" y="50315"/>
                </a:lnTo>
                <a:lnTo>
                  <a:pt x="514172" y="50172"/>
                </a:lnTo>
                <a:lnTo>
                  <a:pt x="514585" y="50037"/>
                </a:lnTo>
                <a:lnTo>
                  <a:pt x="515003" y="49910"/>
                </a:lnTo>
                <a:lnTo>
                  <a:pt x="515423" y="49791"/>
                </a:lnTo>
                <a:lnTo>
                  <a:pt x="515848" y="49681"/>
                </a:lnTo>
                <a:lnTo>
                  <a:pt x="516276" y="49578"/>
                </a:lnTo>
                <a:lnTo>
                  <a:pt x="516707" y="49484"/>
                </a:lnTo>
                <a:lnTo>
                  <a:pt x="517142" y="49398"/>
                </a:lnTo>
                <a:lnTo>
                  <a:pt x="517581" y="49320"/>
                </a:lnTo>
                <a:lnTo>
                  <a:pt x="518023" y="49251"/>
                </a:lnTo>
                <a:lnTo>
                  <a:pt x="518469" y="49190"/>
                </a:lnTo>
                <a:lnTo>
                  <a:pt x="518919" y="49136"/>
                </a:lnTo>
                <a:lnTo>
                  <a:pt x="519372" y="49091"/>
                </a:lnTo>
                <a:lnTo>
                  <a:pt x="519828" y="49054"/>
                </a:lnTo>
                <a:lnTo>
                  <a:pt x="520288" y="49026"/>
                </a:lnTo>
                <a:lnTo>
                  <a:pt x="520752" y="49005"/>
                </a:lnTo>
                <a:lnTo>
                  <a:pt x="521219" y="48993"/>
                </a:lnTo>
                <a:lnTo>
                  <a:pt x="521690" y="48989"/>
                </a:lnTo>
                <a:lnTo>
                  <a:pt x="522312" y="48995"/>
                </a:lnTo>
                <a:lnTo>
                  <a:pt x="522925" y="49015"/>
                </a:lnTo>
                <a:lnTo>
                  <a:pt x="523529" y="49046"/>
                </a:lnTo>
                <a:lnTo>
                  <a:pt x="524124" y="49091"/>
                </a:lnTo>
                <a:lnTo>
                  <a:pt x="524711" y="49148"/>
                </a:lnTo>
                <a:lnTo>
                  <a:pt x="525288" y="49219"/>
                </a:lnTo>
                <a:lnTo>
                  <a:pt x="525857" y="49302"/>
                </a:lnTo>
                <a:lnTo>
                  <a:pt x="526417" y="49397"/>
                </a:lnTo>
                <a:lnTo>
                  <a:pt x="526968" y="49506"/>
                </a:lnTo>
                <a:lnTo>
                  <a:pt x="527511" y="49627"/>
                </a:lnTo>
                <a:lnTo>
                  <a:pt x="528044" y="49761"/>
                </a:lnTo>
                <a:lnTo>
                  <a:pt x="528569" y="49908"/>
                </a:lnTo>
                <a:lnTo>
                  <a:pt x="529085" y="50067"/>
                </a:lnTo>
                <a:lnTo>
                  <a:pt x="529592" y="50239"/>
                </a:lnTo>
                <a:lnTo>
                  <a:pt x="530090" y="50424"/>
                </a:lnTo>
                <a:lnTo>
                  <a:pt x="530579" y="50622"/>
                </a:lnTo>
                <a:lnTo>
                  <a:pt x="531060" y="50832"/>
                </a:lnTo>
                <a:lnTo>
                  <a:pt x="531532" y="51056"/>
                </a:lnTo>
                <a:lnTo>
                  <a:pt x="531995" y="51292"/>
                </a:lnTo>
                <a:lnTo>
                  <a:pt x="532449" y="51541"/>
                </a:lnTo>
                <a:lnTo>
                  <a:pt x="532894" y="51802"/>
                </a:lnTo>
                <a:lnTo>
                  <a:pt x="533331" y="52076"/>
                </a:lnTo>
                <a:lnTo>
                  <a:pt x="533758" y="52363"/>
                </a:lnTo>
                <a:lnTo>
                  <a:pt x="534177" y="52663"/>
                </a:lnTo>
                <a:lnTo>
                  <a:pt x="534587" y="52973"/>
                </a:lnTo>
                <a:lnTo>
                  <a:pt x="534989" y="53290"/>
                </a:lnTo>
                <a:lnTo>
                  <a:pt x="535382" y="53615"/>
                </a:lnTo>
                <a:lnTo>
                  <a:pt x="535767" y="53947"/>
                </a:lnTo>
                <a:lnTo>
                  <a:pt x="536143" y="54287"/>
                </a:lnTo>
                <a:lnTo>
                  <a:pt x="536511" y="54635"/>
                </a:lnTo>
                <a:lnTo>
                  <a:pt x="536871" y="54990"/>
                </a:lnTo>
                <a:lnTo>
                  <a:pt x="537222" y="55352"/>
                </a:lnTo>
                <a:lnTo>
                  <a:pt x="537564" y="55722"/>
                </a:lnTo>
                <a:lnTo>
                  <a:pt x="537899" y="56100"/>
                </a:lnTo>
                <a:lnTo>
                  <a:pt x="538224" y="56485"/>
                </a:lnTo>
                <a:lnTo>
                  <a:pt x="538542" y="56877"/>
                </a:lnTo>
                <a:lnTo>
                  <a:pt x="538851" y="57277"/>
                </a:lnTo>
                <a:lnTo>
                  <a:pt x="539151" y="57685"/>
                </a:lnTo>
                <a:lnTo>
                  <a:pt x="539443" y="58100"/>
                </a:lnTo>
                <a:lnTo>
                  <a:pt x="539727" y="58523"/>
                </a:lnTo>
                <a:lnTo>
                  <a:pt x="540002" y="58953"/>
                </a:lnTo>
                <a:lnTo>
                  <a:pt x="540268" y="59391"/>
                </a:lnTo>
                <a:lnTo>
                  <a:pt x="540527" y="59836"/>
                </a:lnTo>
                <a:lnTo>
                  <a:pt x="540776" y="60289"/>
                </a:lnTo>
                <a:lnTo>
                  <a:pt x="541018" y="60749"/>
                </a:lnTo>
                <a:lnTo>
                  <a:pt x="541251" y="61217"/>
                </a:lnTo>
                <a:lnTo>
                  <a:pt x="541475" y="61693"/>
                </a:lnTo>
                <a:lnTo>
                  <a:pt x="541691" y="62176"/>
                </a:lnTo>
                <a:lnTo>
                  <a:pt x="541899" y="62664"/>
                </a:lnTo>
                <a:lnTo>
                  <a:pt x="542098" y="63155"/>
                </a:lnTo>
                <a:lnTo>
                  <a:pt x="542289" y="63649"/>
                </a:lnTo>
                <a:lnTo>
                  <a:pt x="542472" y="64146"/>
                </a:lnTo>
                <a:lnTo>
                  <a:pt x="542646" y="64646"/>
                </a:lnTo>
                <a:lnTo>
                  <a:pt x="542812" y="65149"/>
                </a:lnTo>
                <a:lnTo>
                  <a:pt x="542970" y="65654"/>
                </a:lnTo>
                <a:lnTo>
                  <a:pt x="543119" y="66163"/>
                </a:lnTo>
                <a:lnTo>
                  <a:pt x="543261" y="66675"/>
                </a:lnTo>
                <a:lnTo>
                  <a:pt x="543393" y="67189"/>
                </a:lnTo>
                <a:lnTo>
                  <a:pt x="543518" y="67707"/>
                </a:lnTo>
                <a:lnTo>
                  <a:pt x="543634" y="68227"/>
                </a:lnTo>
                <a:lnTo>
                  <a:pt x="543742" y="68751"/>
                </a:lnTo>
                <a:lnTo>
                  <a:pt x="543841" y="69277"/>
                </a:lnTo>
                <a:lnTo>
                  <a:pt x="543933" y="69806"/>
                </a:lnTo>
                <a:lnTo>
                  <a:pt x="544016" y="70338"/>
                </a:lnTo>
                <a:lnTo>
                  <a:pt x="544090" y="70873"/>
                </a:lnTo>
                <a:lnTo>
                  <a:pt x="544157" y="71411"/>
                </a:lnTo>
                <a:lnTo>
                  <a:pt x="544215" y="71952"/>
                </a:lnTo>
                <a:lnTo>
                  <a:pt x="544264" y="72496"/>
                </a:lnTo>
                <a:lnTo>
                  <a:pt x="544306" y="73043"/>
                </a:lnTo>
                <a:lnTo>
                  <a:pt x="544339" y="73593"/>
                </a:lnTo>
                <a:lnTo>
                  <a:pt x="544363" y="74146"/>
                </a:lnTo>
                <a:lnTo>
                  <a:pt x="544380" y="74701"/>
                </a:lnTo>
                <a:lnTo>
                  <a:pt x="544380" y="75657"/>
                </a:lnTo>
                <a:lnTo>
                  <a:pt x="496700" y="75657"/>
                </a:lnTo>
                <a:lnTo>
                  <a:pt x="496735" y="75357"/>
                </a:lnTo>
                <a:lnTo>
                  <a:pt x="496809" y="74800"/>
                </a:lnTo>
                <a:lnTo>
                  <a:pt x="496889" y="74248"/>
                </a:lnTo>
                <a:close/>
                <a:moveTo>
                  <a:pt x="622819" y="53674"/>
                </a:moveTo>
                <a:lnTo>
                  <a:pt x="622534" y="53270"/>
                </a:lnTo>
                <a:lnTo>
                  <a:pt x="622244" y="52872"/>
                </a:lnTo>
                <a:lnTo>
                  <a:pt x="621949" y="52479"/>
                </a:lnTo>
                <a:lnTo>
                  <a:pt x="621649" y="52092"/>
                </a:lnTo>
                <a:lnTo>
                  <a:pt x="621343" y="51711"/>
                </a:lnTo>
                <a:lnTo>
                  <a:pt x="621033" y="51335"/>
                </a:lnTo>
                <a:lnTo>
                  <a:pt x="620717" y="50965"/>
                </a:lnTo>
                <a:lnTo>
                  <a:pt x="620396" y="50600"/>
                </a:lnTo>
                <a:lnTo>
                  <a:pt x="620071" y="50241"/>
                </a:lnTo>
                <a:lnTo>
                  <a:pt x="619740" y="49889"/>
                </a:lnTo>
                <a:lnTo>
                  <a:pt x="619404" y="49543"/>
                </a:lnTo>
                <a:lnTo>
                  <a:pt x="619062" y="49204"/>
                </a:lnTo>
                <a:lnTo>
                  <a:pt x="618716" y="48872"/>
                </a:lnTo>
                <a:lnTo>
                  <a:pt x="618364" y="48547"/>
                </a:lnTo>
                <a:lnTo>
                  <a:pt x="618008" y="48229"/>
                </a:lnTo>
                <a:lnTo>
                  <a:pt x="617646" y="47918"/>
                </a:lnTo>
                <a:lnTo>
                  <a:pt x="617279" y="47614"/>
                </a:lnTo>
                <a:lnTo>
                  <a:pt x="616907" y="47317"/>
                </a:lnTo>
                <a:lnTo>
                  <a:pt x="616530" y="47026"/>
                </a:lnTo>
                <a:lnTo>
                  <a:pt x="616148" y="46743"/>
                </a:lnTo>
                <a:lnTo>
                  <a:pt x="615761" y="46466"/>
                </a:lnTo>
                <a:lnTo>
                  <a:pt x="615369" y="46196"/>
                </a:lnTo>
                <a:lnTo>
                  <a:pt x="614971" y="45933"/>
                </a:lnTo>
                <a:lnTo>
                  <a:pt x="614569" y="45677"/>
                </a:lnTo>
                <a:lnTo>
                  <a:pt x="614161" y="45428"/>
                </a:lnTo>
                <a:lnTo>
                  <a:pt x="613748" y="45186"/>
                </a:lnTo>
                <a:lnTo>
                  <a:pt x="613330" y="44951"/>
                </a:lnTo>
                <a:lnTo>
                  <a:pt x="612907" y="44723"/>
                </a:lnTo>
                <a:lnTo>
                  <a:pt x="612479" y="44501"/>
                </a:lnTo>
                <a:lnTo>
                  <a:pt x="612045" y="44287"/>
                </a:lnTo>
                <a:lnTo>
                  <a:pt x="611607" y="44079"/>
                </a:lnTo>
                <a:lnTo>
                  <a:pt x="611163" y="43879"/>
                </a:lnTo>
                <a:lnTo>
                  <a:pt x="610715" y="43685"/>
                </a:lnTo>
                <a:lnTo>
                  <a:pt x="610261" y="43499"/>
                </a:lnTo>
                <a:lnTo>
                  <a:pt x="609801" y="43320"/>
                </a:lnTo>
                <a:lnTo>
                  <a:pt x="609335" y="43150"/>
                </a:lnTo>
                <a:lnTo>
                  <a:pt x="608864" y="42987"/>
                </a:lnTo>
                <a:lnTo>
                  <a:pt x="608387" y="42833"/>
                </a:lnTo>
                <a:lnTo>
                  <a:pt x="607904" y="42686"/>
                </a:lnTo>
                <a:lnTo>
                  <a:pt x="607415" y="42547"/>
                </a:lnTo>
                <a:lnTo>
                  <a:pt x="606921" y="42416"/>
                </a:lnTo>
                <a:lnTo>
                  <a:pt x="606421" y="42293"/>
                </a:lnTo>
                <a:lnTo>
                  <a:pt x="605915" y="42178"/>
                </a:lnTo>
                <a:lnTo>
                  <a:pt x="605403" y="42071"/>
                </a:lnTo>
                <a:lnTo>
                  <a:pt x="604886" y="41972"/>
                </a:lnTo>
                <a:lnTo>
                  <a:pt x="604363" y="41881"/>
                </a:lnTo>
                <a:lnTo>
                  <a:pt x="603834" y="41798"/>
                </a:lnTo>
                <a:lnTo>
                  <a:pt x="603299" y="41722"/>
                </a:lnTo>
                <a:lnTo>
                  <a:pt x="602759" y="41655"/>
                </a:lnTo>
                <a:lnTo>
                  <a:pt x="602213" y="41595"/>
                </a:lnTo>
                <a:lnTo>
                  <a:pt x="601661" y="41544"/>
                </a:lnTo>
                <a:lnTo>
                  <a:pt x="601103" y="41500"/>
                </a:lnTo>
                <a:lnTo>
                  <a:pt x="600539" y="41465"/>
                </a:lnTo>
                <a:lnTo>
                  <a:pt x="599970" y="41437"/>
                </a:lnTo>
                <a:lnTo>
                  <a:pt x="599395" y="41417"/>
                </a:lnTo>
                <a:lnTo>
                  <a:pt x="598815" y="41405"/>
                </a:lnTo>
                <a:lnTo>
                  <a:pt x="598228" y="41401"/>
                </a:lnTo>
                <a:lnTo>
                  <a:pt x="597623" y="41406"/>
                </a:lnTo>
                <a:lnTo>
                  <a:pt x="597024" y="41421"/>
                </a:lnTo>
                <a:lnTo>
                  <a:pt x="596430" y="41446"/>
                </a:lnTo>
                <a:lnTo>
                  <a:pt x="595841" y="41480"/>
                </a:lnTo>
                <a:lnTo>
                  <a:pt x="595258" y="41524"/>
                </a:lnTo>
                <a:lnTo>
                  <a:pt x="594681" y="41578"/>
                </a:lnTo>
                <a:lnTo>
                  <a:pt x="594109" y="41642"/>
                </a:lnTo>
                <a:lnTo>
                  <a:pt x="593542" y="41716"/>
                </a:lnTo>
                <a:lnTo>
                  <a:pt x="592981" y="41800"/>
                </a:lnTo>
                <a:lnTo>
                  <a:pt x="592426" y="41894"/>
                </a:lnTo>
                <a:lnTo>
                  <a:pt x="591876" y="41997"/>
                </a:lnTo>
                <a:lnTo>
                  <a:pt x="591331" y="42110"/>
                </a:lnTo>
                <a:lnTo>
                  <a:pt x="590792" y="42233"/>
                </a:lnTo>
                <a:lnTo>
                  <a:pt x="590258" y="42366"/>
                </a:lnTo>
                <a:lnTo>
                  <a:pt x="589730" y="42509"/>
                </a:lnTo>
                <a:lnTo>
                  <a:pt x="589208" y="42662"/>
                </a:lnTo>
                <a:lnTo>
                  <a:pt x="588691" y="42824"/>
                </a:lnTo>
                <a:lnTo>
                  <a:pt x="588179" y="42997"/>
                </a:lnTo>
                <a:lnTo>
                  <a:pt x="587673" y="43179"/>
                </a:lnTo>
                <a:lnTo>
                  <a:pt x="587173" y="43371"/>
                </a:lnTo>
                <a:lnTo>
                  <a:pt x="586678" y="43573"/>
                </a:lnTo>
                <a:lnTo>
                  <a:pt x="586188" y="43784"/>
                </a:lnTo>
                <a:lnTo>
                  <a:pt x="585704" y="44006"/>
                </a:lnTo>
                <a:lnTo>
                  <a:pt x="585226" y="44237"/>
                </a:lnTo>
                <a:lnTo>
                  <a:pt x="584753" y="44478"/>
                </a:lnTo>
                <a:lnTo>
                  <a:pt x="584286" y="44728"/>
                </a:lnTo>
                <a:lnTo>
                  <a:pt x="583825" y="44986"/>
                </a:lnTo>
                <a:lnTo>
                  <a:pt x="583370" y="45252"/>
                </a:lnTo>
                <a:lnTo>
                  <a:pt x="582920" y="45528"/>
                </a:lnTo>
                <a:lnTo>
                  <a:pt x="582477" y="45812"/>
                </a:lnTo>
                <a:lnTo>
                  <a:pt x="582040" y="46105"/>
                </a:lnTo>
                <a:lnTo>
                  <a:pt x="581608" y="46407"/>
                </a:lnTo>
                <a:lnTo>
                  <a:pt x="581182" y="46717"/>
                </a:lnTo>
                <a:lnTo>
                  <a:pt x="580762" y="47036"/>
                </a:lnTo>
                <a:lnTo>
                  <a:pt x="580348" y="47363"/>
                </a:lnTo>
                <a:lnTo>
                  <a:pt x="579940" y="47700"/>
                </a:lnTo>
                <a:lnTo>
                  <a:pt x="579538" y="48045"/>
                </a:lnTo>
                <a:lnTo>
                  <a:pt x="579142" y="48399"/>
                </a:lnTo>
                <a:lnTo>
                  <a:pt x="578751" y="48761"/>
                </a:lnTo>
                <a:lnTo>
                  <a:pt x="578367" y="49132"/>
                </a:lnTo>
                <a:lnTo>
                  <a:pt x="577988" y="49512"/>
                </a:lnTo>
                <a:lnTo>
                  <a:pt x="577615" y="49901"/>
                </a:lnTo>
                <a:lnTo>
                  <a:pt x="577248" y="50298"/>
                </a:lnTo>
                <a:lnTo>
                  <a:pt x="576887" y="50704"/>
                </a:lnTo>
                <a:lnTo>
                  <a:pt x="576532" y="51118"/>
                </a:lnTo>
                <a:lnTo>
                  <a:pt x="576183" y="51542"/>
                </a:lnTo>
                <a:lnTo>
                  <a:pt x="575839" y="51974"/>
                </a:lnTo>
                <a:lnTo>
                  <a:pt x="575502" y="52415"/>
                </a:lnTo>
                <a:lnTo>
                  <a:pt x="575170" y="52863"/>
                </a:lnTo>
                <a:lnTo>
                  <a:pt x="574846" y="53320"/>
                </a:lnTo>
                <a:lnTo>
                  <a:pt x="574528" y="53783"/>
                </a:lnTo>
                <a:lnTo>
                  <a:pt x="574218" y="54254"/>
                </a:lnTo>
                <a:lnTo>
                  <a:pt x="573914" y="54733"/>
                </a:lnTo>
                <a:lnTo>
                  <a:pt x="573616" y="55219"/>
                </a:lnTo>
                <a:lnTo>
                  <a:pt x="573326" y="55712"/>
                </a:lnTo>
                <a:lnTo>
                  <a:pt x="573042" y="56213"/>
                </a:lnTo>
                <a:lnTo>
                  <a:pt x="572765" y="56721"/>
                </a:lnTo>
                <a:lnTo>
                  <a:pt x="572495" y="57236"/>
                </a:lnTo>
                <a:lnTo>
                  <a:pt x="572231" y="57759"/>
                </a:lnTo>
                <a:lnTo>
                  <a:pt x="571975" y="58290"/>
                </a:lnTo>
                <a:lnTo>
                  <a:pt x="571725" y="58827"/>
                </a:lnTo>
                <a:lnTo>
                  <a:pt x="571482" y="59373"/>
                </a:lnTo>
                <a:lnTo>
                  <a:pt x="571246" y="59925"/>
                </a:lnTo>
                <a:lnTo>
                  <a:pt x="571016" y="60485"/>
                </a:lnTo>
                <a:lnTo>
                  <a:pt x="570793" y="61053"/>
                </a:lnTo>
                <a:lnTo>
                  <a:pt x="570577" y="61628"/>
                </a:lnTo>
                <a:lnTo>
                  <a:pt x="570368" y="62210"/>
                </a:lnTo>
                <a:lnTo>
                  <a:pt x="570166" y="62800"/>
                </a:lnTo>
                <a:lnTo>
                  <a:pt x="569970" y="63397"/>
                </a:lnTo>
                <a:lnTo>
                  <a:pt x="569781" y="64001"/>
                </a:lnTo>
                <a:lnTo>
                  <a:pt x="569599" y="64613"/>
                </a:lnTo>
                <a:lnTo>
                  <a:pt x="569424" y="65233"/>
                </a:lnTo>
                <a:lnTo>
                  <a:pt x="569256" y="65859"/>
                </a:lnTo>
                <a:lnTo>
                  <a:pt x="569095" y="66491"/>
                </a:lnTo>
                <a:lnTo>
                  <a:pt x="568941" y="67130"/>
                </a:lnTo>
                <a:lnTo>
                  <a:pt x="568794" y="67775"/>
                </a:lnTo>
                <a:lnTo>
                  <a:pt x="568654" y="68427"/>
                </a:lnTo>
                <a:lnTo>
                  <a:pt x="568522" y="69084"/>
                </a:lnTo>
                <a:lnTo>
                  <a:pt x="568396" y="69748"/>
                </a:lnTo>
                <a:lnTo>
                  <a:pt x="568278" y="70418"/>
                </a:lnTo>
                <a:lnTo>
                  <a:pt x="568167" y="71094"/>
                </a:lnTo>
                <a:lnTo>
                  <a:pt x="568063" y="71777"/>
                </a:lnTo>
                <a:lnTo>
                  <a:pt x="567967" y="72466"/>
                </a:lnTo>
                <a:lnTo>
                  <a:pt x="567877" y="73161"/>
                </a:lnTo>
                <a:lnTo>
                  <a:pt x="567795" y="73863"/>
                </a:lnTo>
                <a:lnTo>
                  <a:pt x="567719" y="74570"/>
                </a:lnTo>
                <a:lnTo>
                  <a:pt x="567651" y="75284"/>
                </a:lnTo>
                <a:lnTo>
                  <a:pt x="567591" y="76005"/>
                </a:lnTo>
                <a:lnTo>
                  <a:pt x="567537" y="76731"/>
                </a:lnTo>
                <a:lnTo>
                  <a:pt x="567490" y="77464"/>
                </a:lnTo>
                <a:lnTo>
                  <a:pt x="567451" y="78203"/>
                </a:lnTo>
                <a:lnTo>
                  <a:pt x="567419" y="78948"/>
                </a:lnTo>
                <a:lnTo>
                  <a:pt x="567394" y="79700"/>
                </a:lnTo>
                <a:lnTo>
                  <a:pt x="567376" y="80458"/>
                </a:lnTo>
                <a:lnTo>
                  <a:pt x="567365" y="81222"/>
                </a:lnTo>
                <a:lnTo>
                  <a:pt x="567361" y="81992"/>
                </a:lnTo>
                <a:lnTo>
                  <a:pt x="567361" y="83539"/>
                </a:lnTo>
                <a:lnTo>
                  <a:pt x="567365" y="84279"/>
                </a:lnTo>
                <a:lnTo>
                  <a:pt x="567376" y="85014"/>
                </a:lnTo>
                <a:lnTo>
                  <a:pt x="567394" y="85744"/>
                </a:lnTo>
                <a:lnTo>
                  <a:pt x="567420" y="86468"/>
                </a:lnTo>
                <a:lnTo>
                  <a:pt x="567453" y="87188"/>
                </a:lnTo>
                <a:lnTo>
                  <a:pt x="567493" y="87902"/>
                </a:lnTo>
                <a:lnTo>
                  <a:pt x="567540" y="88610"/>
                </a:lnTo>
                <a:lnTo>
                  <a:pt x="567595" y="89314"/>
                </a:lnTo>
                <a:lnTo>
                  <a:pt x="567657" y="90012"/>
                </a:lnTo>
                <a:lnTo>
                  <a:pt x="567726" y="90705"/>
                </a:lnTo>
                <a:lnTo>
                  <a:pt x="567802" y="91393"/>
                </a:lnTo>
                <a:lnTo>
                  <a:pt x="567886" y="92075"/>
                </a:lnTo>
                <a:lnTo>
                  <a:pt x="567977" y="92753"/>
                </a:lnTo>
                <a:lnTo>
                  <a:pt x="568076" y="93425"/>
                </a:lnTo>
                <a:lnTo>
                  <a:pt x="568182" y="94091"/>
                </a:lnTo>
                <a:lnTo>
                  <a:pt x="568295" y="94753"/>
                </a:lnTo>
                <a:lnTo>
                  <a:pt x="568415" y="95409"/>
                </a:lnTo>
                <a:lnTo>
                  <a:pt x="568542" y="96060"/>
                </a:lnTo>
                <a:lnTo>
                  <a:pt x="568677" y="96706"/>
                </a:lnTo>
                <a:lnTo>
                  <a:pt x="568819" y="97347"/>
                </a:lnTo>
                <a:lnTo>
                  <a:pt x="568969" y="97982"/>
                </a:lnTo>
                <a:lnTo>
                  <a:pt x="569126" y="98612"/>
                </a:lnTo>
                <a:lnTo>
                  <a:pt x="569290" y="99237"/>
                </a:lnTo>
                <a:lnTo>
                  <a:pt x="569461" y="99857"/>
                </a:lnTo>
                <a:lnTo>
                  <a:pt x="569639" y="100470"/>
                </a:lnTo>
                <a:lnTo>
                  <a:pt x="569824" y="101077"/>
                </a:lnTo>
                <a:lnTo>
                  <a:pt x="570015" y="101676"/>
                </a:lnTo>
                <a:lnTo>
                  <a:pt x="570212" y="102269"/>
                </a:lnTo>
                <a:lnTo>
                  <a:pt x="570416" y="102855"/>
                </a:lnTo>
                <a:lnTo>
                  <a:pt x="570626" y="103434"/>
                </a:lnTo>
                <a:lnTo>
                  <a:pt x="570842" y="104006"/>
                </a:lnTo>
                <a:lnTo>
                  <a:pt x="571065" y="104571"/>
                </a:lnTo>
                <a:lnTo>
                  <a:pt x="571295" y="105130"/>
                </a:lnTo>
                <a:lnTo>
                  <a:pt x="571530" y="105681"/>
                </a:lnTo>
                <a:lnTo>
                  <a:pt x="571772" y="106225"/>
                </a:lnTo>
                <a:lnTo>
                  <a:pt x="572021" y="106763"/>
                </a:lnTo>
                <a:lnTo>
                  <a:pt x="572276" y="107293"/>
                </a:lnTo>
                <a:lnTo>
                  <a:pt x="572537" y="107817"/>
                </a:lnTo>
                <a:lnTo>
                  <a:pt x="572805" y="108334"/>
                </a:lnTo>
                <a:lnTo>
                  <a:pt x="573079" y="108844"/>
                </a:lnTo>
                <a:lnTo>
                  <a:pt x="573359" y="109347"/>
                </a:lnTo>
                <a:lnTo>
                  <a:pt x="573646" y="109843"/>
                </a:lnTo>
                <a:lnTo>
                  <a:pt x="573939" y="110332"/>
                </a:lnTo>
                <a:lnTo>
                  <a:pt x="574239" y="110815"/>
                </a:lnTo>
                <a:lnTo>
                  <a:pt x="574545" y="111290"/>
                </a:lnTo>
                <a:lnTo>
                  <a:pt x="574858" y="111758"/>
                </a:lnTo>
                <a:lnTo>
                  <a:pt x="575176" y="112220"/>
                </a:lnTo>
                <a:lnTo>
                  <a:pt x="575502" y="112675"/>
                </a:lnTo>
                <a:lnTo>
                  <a:pt x="575833" y="113122"/>
                </a:lnTo>
                <a:lnTo>
                  <a:pt x="576171" y="113560"/>
                </a:lnTo>
                <a:lnTo>
                  <a:pt x="576515" y="113990"/>
                </a:lnTo>
                <a:lnTo>
                  <a:pt x="576865" y="114412"/>
                </a:lnTo>
                <a:lnTo>
                  <a:pt x="577221" y="114825"/>
                </a:lnTo>
                <a:lnTo>
                  <a:pt x="577583" y="115230"/>
                </a:lnTo>
                <a:lnTo>
                  <a:pt x="577951" y="115626"/>
                </a:lnTo>
                <a:lnTo>
                  <a:pt x="578326" y="116014"/>
                </a:lnTo>
                <a:lnTo>
                  <a:pt x="578706" y="116394"/>
                </a:lnTo>
                <a:lnTo>
                  <a:pt x="579093" y="116765"/>
                </a:lnTo>
                <a:lnTo>
                  <a:pt x="579486" y="117127"/>
                </a:lnTo>
                <a:lnTo>
                  <a:pt x="579885" y="117482"/>
                </a:lnTo>
                <a:lnTo>
                  <a:pt x="580290" y="117827"/>
                </a:lnTo>
                <a:lnTo>
                  <a:pt x="580701" y="118164"/>
                </a:lnTo>
                <a:lnTo>
                  <a:pt x="581119" y="118493"/>
                </a:lnTo>
                <a:lnTo>
                  <a:pt x="581542" y="118814"/>
                </a:lnTo>
                <a:lnTo>
                  <a:pt x="581972" y="119126"/>
                </a:lnTo>
                <a:lnTo>
                  <a:pt x="582408" y="119429"/>
                </a:lnTo>
                <a:lnTo>
                  <a:pt x="582850" y="119724"/>
                </a:lnTo>
                <a:lnTo>
                  <a:pt x="583298" y="120011"/>
                </a:lnTo>
                <a:lnTo>
                  <a:pt x="583752" y="120289"/>
                </a:lnTo>
                <a:lnTo>
                  <a:pt x="584213" y="120559"/>
                </a:lnTo>
                <a:lnTo>
                  <a:pt x="584679" y="120820"/>
                </a:lnTo>
                <a:lnTo>
                  <a:pt x="585152" y="121073"/>
                </a:lnTo>
                <a:lnTo>
                  <a:pt x="585631" y="121316"/>
                </a:lnTo>
                <a:lnTo>
                  <a:pt x="586114" y="121549"/>
                </a:lnTo>
                <a:lnTo>
                  <a:pt x="586603" y="121772"/>
                </a:lnTo>
                <a:lnTo>
                  <a:pt x="587097" y="121984"/>
                </a:lnTo>
                <a:lnTo>
                  <a:pt x="587597" y="122186"/>
                </a:lnTo>
                <a:lnTo>
                  <a:pt x="588101" y="122378"/>
                </a:lnTo>
                <a:lnTo>
                  <a:pt x="588611" y="122559"/>
                </a:lnTo>
                <a:lnTo>
                  <a:pt x="589126" y="122730"/>
                </a:lnTo>
                <a:lnTo>
                  <a:pt x="589646" y="122891"/>
                </a:lnTo>
                <a:lnTo>
                  <a:pt x="590172" y="123041"/>
                </a:lnTo>
                <a:lnTo>
                  <a:pt x="590703" y="123181"/>
                </a:lnTo>
                <a:lnTo>
                  <a:pt x="591239" y="123310"/>
                </a:lnTo>
                <a:lnTo>
                  <a:pt x="591780" y="123430"/>
                </a:lnTo>
                <a:lnTo>
                  <a:pt x="592327" y="123538"/>
                </a:lnTo>
                <a:lnTo>
                  <a:pt x="592879" y="123637"/>
                </a:lnTo>
                <a:lnTo>
                  <a:pt x="593436" y="123725"/>
                </a:lnTo>
                <a:lnTo>
                  <a:pt x="593998" y="123803"/>
                </a:lnTo>
                <a:lnTo>
                  <a:pt x="594565" y="123870"/>
                </a:lnTo>
                <a:lnTo>
                  <a:pt x="595138" y="123927"/>
                </a:lnTo>
                <a:lnTo>
                  <a:pt x="595716" y="123973"/>
                </a:lnTo>
                <a:lnTo>
                  <a:pt x="596300" y="124010"/>
                </a:lnTo>
                <a:lnTo>
                  <a:pt x="596888" y="124036"/>
                </a:lnTo>
                <a:lnTo>
                  <a:pt x="597482" y="124051"/>
                </a:lnTo>
                <a:lnTo>
                  <a:pt x="598081" y="124056"/>
                </a:lnTo>
                <a:lnTo>
                  <a:pt x="598680" y="124052"/>
                </a:lnTo>
                <a:lnTo>
                  <a:pt x="599273" y="124040"/>
                </a:lnTo>
                <a:lnTo>
                  <a:pt x="599860" y="124021"/>
                </a:lnTo>
                <a:lnTo>
                  <a:pt x="600441" y="123993"/>
                </a:lnTo>
                <a:lnTo>
                  <a:pt x="601017" y="123957"/>
                </a:lnTo>
                <a:lnTo>
                  <a:pt x="601587" y="123914"/>
                </a:lnTo>
                <a:lnTo>
                  <a:pt x="602151" y="123862"/>
                </a:lnTo>
                <a:lnTo>
                  <a:pt x="602710" y="123803"/>
                </a:lnTo>
                <a:lnTo>
                  <a:pt x="603262" y="123735"/>
                </a:lnTo>
                <a:lnTo>
                  <a:pt x="603809" y="123660"/>
                </a:lnTo>
                <a:lnTo>
                  <a:pt x="604350" y="123577"/>
                </a:lnTo>
                <a:lnTo>
                  <a:pt x="604886" y="123485"/>
                </a:lnTo>
                <a:lnTo>
                  <a:pt x="605416" y="123386"/>
                </a:lnTo>
                <a:lnTo>
                  <a:pt x="605939" y="123279"/>
                </a:lnTo>
                <a:lnTo>
                  <a:pt x="606458" y="123164"/>
                </a:lnTo>
                <a:lnTo>
                  <a:pt x="606970" y="123041"/>
                </a:lnTo>
                <a:lnTo>
                  <a:pt x="607477" y="122911"/>
                </a:lnTo>
                <a:lnTo>
                  <a:pt x="607978" y="122772"/>
                </a:lnTo>
                <a:lnTo>
                  <a:pt x="608473" y="122625"/>
                </a:lnTo>
                <a:lnTo>
                  <a:pt x="608962" y="122470"/>
                </a:lnTo>
                <a:lnTo>
                  <a:pt x="609446" y="122308"/>
                </a:lnTo>
                <a:lnTo>
                  <a:pt x="609924" y="122137"/>
                </a:lnTo>
                <a:lnTo>
                  <a:pt x="610396" y="121959"/>
                </a:lnTo>
                <a:lnTo>
                  <a:pt x="610862" y="121773"/>
                </a:lnTo>
                <a:lnTo>
                  <a:pt x="611323" y="121579"/>
                </a:lnTo>
                <a:lnTo>
                  <a:pt x="611778" y="121379"/>
                </a:lnTo>
                <a:lnTo>
                  <a:pt x="612228" y="121173"/>
                </a:lnTo>
                <a:lnTo>
                  <a:pt x="612672" y="120960"/>
                </a:lnTo>
                <a:lnTo>
                  <a:pt x="613111" y="120741"/>
                </a:lnTo>
                <a:lnTo>
                  <a:pt x="613544" y="120516"/>
                </a:lnTo>
                <a:lnTo>
                  <a:pt x="613972" y="120284"/>
                </a:lnTo>
                <a:lnTo>
                  <a:pt x="614394" y="120046"/>
                </a:lnTo>
                <a:lnTo>
                  <a:pt x="614811" y="119801"/>
                </a:lnTo>
                <a:lnTo>
                  <a:pt x="615222" y="119550"/>
                </a:lnTo>
                <a:lnTo>
                  <a:pt x="615628" y="119292"/>
                </a:lnTo>
                <a:lnTo>
                  <a:pt x="616028" y="119029"/>
                </a:lnTo>
                <a:lnTo>
                  <a:pt x="616423" y="118758"/>
                </a:lnTo>
                <a:lnTo>
                  <a:pt x="616812" y="118482"/>
                </a:lnTo>
                <a:lnTo>
                  <a:pt x="617196" y="118199"/>
                </a:lnTo>
                <a:lnTo>
                  <a:pt x="617574" y="117909"/>
                </a:lnTo>
                <a:lnTo>
                  <a:pt x="617947" y="117613"/>
                </a:lnTo>
                <a:lnTo>
                  <a:pt x="618314" y="117311"/>
                </a:lnTo>
                <a:lnTo>
                  <a:pt x="618676" y="117003"/>
                </a:lnTo>
                <a:lnTo>
                  <a:pt x="619032" y="116688"/>
                </a:lnTo>
                <a:lnTo>
                  <a:pt x="619383" y="116366"/>
                </a:lnTo>
                <a:lnTo>
                  <a:pt x="619728" y="116038"/>
                </a:lnTo>
                <a:lnTo>
                  <a:pt x="620068" y="115704"/>
                </a:lnTo>
                <a:lnTo>
                  <a:pt x="620402" y="115364"/>
                </a:lnTo>
                <a:lnTo>
                  <a:pt x="620731" y="115017"/>
                </a:lnTo>
                <a:lnTo>
                  <a:pt x="621054" y="114665"/>
                </a:lnTo>
                <a:lnTo>
                  <a:pt x="621372" y="114308"/>
                </a:lnTo>
                <a:lnTo>
                  <a:pt x="621684" y="113945"/>
                </a:lnTo>
                <a:lnTo>
                  <a:pt x="621991" y="113578"/>
                </a:lnTo>
                <a:lnTo>
                  <a:pt x="622292" y="113204"/>
                </a:lnTo>
                <a:lnTo>
                  <a:pt x="622588" y="112825"/>
                </a:lnTo>
                <a:lnTo>
                  <a:pt x="622686" y="112696"/>
                </a:lnTo>
                <a:lnTo>
                  <a:pt x="622686" y="153229"/>
                </a:lnTo>
                <a:lnTo>
                  <a:pt x="631526" y="153229"/>
                </a:lnTo>
                <a:lnTo>
                  <a:pt x="631526" y="42875"/>
                </a:lnTo>
                <a:lnTo>
                  <a:pt x="623275" y="42875"/>
                </a:lnTo>
                <a:lnTo>
                  <a:pt x="622858" y="53730"/>
                </a:lnTo>
                <a:lnTo>
                  <a:pt x="622819" y="53674"/>
                </a:lnTo>
                <a:close/>
                <a:moveTo>
                  <a:pt x="621637" y="104438"/>
                </a:moveTo>
                <a:lnTo>
                  <a:pt x="621391" y="104854"/>
                </a:lnTo>
                <a:lnTo>
                  <a:pt x="621139" y="105267"/>
                </a:lnTo>
                <a:lnTo>
                  <a:pt x="620881" y="105676"/>
                </a:lnTo>
                <a:lnTo>
                  <a:pt x="620616" y="106081"/>
                </a:lnTo>
                <a:lnTo>
                  <a:pt x="620345" y="106479"/>
                </a:lnTo>
                <a:lnTo>
                  <a:pt x="620066" y="106870"/>
                </a:lnTo>
                <a:lnTo>
                  <a:pt x="619780" y="107255"/>
                </a:lnTo>
                <a:lnTo>
                  <a:pt x="619487" y="107633"/>
                </a:lnTo>
                <a:lnTo>
                  <a:pt x="619187" y="108004"/>
                </a:lnTo>
                <a:lnTo>
                  <a:pt x="618879" y="108368"/>
                </a:lnTo>
                <a:lnTo>
                  <a:pt x="618565" y="108725"/>
                </a:lnTo>
                <a:lnTo>
                  <a:pt x="618243" y="109076"/>
                </a:lnTo>
                <a:lnTo>
                  <a:pt x="617914" y="109420"/>
                </a:lnTo>
                <a:lnTo>
                  <a:pt x="617578" y="109757"/>
                </a:lnTo>
                <a:lnTo>
                  <a:pt x="617234" y="110087"/>
                </a:lnTo>
                <a:lnTo>
                  <a:pt x="616884" y="110411"/>
                </a:lnTo>
                <a:lnTo>
                  <a:pt x="616526" y="110727"/>
                </a:lnTo>
                <a:lnTo>
                  <a:pt x="616162" y="111037"/>
                </a:lnTo>
                <a:lnTo>
                  <a:pt x="615790" y="111340"/>
                </a:lnTo>
                <a:lnTo>
                  <a:pt x="615411" y="111637"/>
                </a:lnTo>
                <a:lnTo>
                  <a:pt x="615024" y="111927"/>
                </a:lnTo>
                <a:lnTo>
                  <a:pt x="614631" y="112209"/>
                </a:lnTo>
                <a:lnTo>
                  <a:pt x="614230" y="112485"/>
                </a:lnTo>
                <a:lnTo>
                  <a:pt x="613823" y="112755"/>
                </a:lnTo>
                <a:lnTo>
                  <a:pt x="613408" y="113017"/>
                </a:lnTo>
                <a:lnTo>
                  <a:pt x="612986" y="113273"/>
                </a:lnTo>
                <a:lnTo>
                  <a:pt x="612557" y="113522"/>
                </a:lnTo>
                <a:lnTo>
                  <a:pt x="612120" y="113762"/>
                </a:lnTo>
                <a:lnTo>
                  <a:pt x="611674" y="113993"/>
                </a:lnTo>
                <a:lnTo>
                  <a:pt x="611221" y="114213"/>
                </a:lnTo>
                <a:lnTo>
                  <a:pt x="610759" y="114422"/>
                </a:lnTo>
                <a:lnTo>
                  <a:pt x="610289" y="114622"/>
                </a:lnTo>
                <a:lnTo>
                  <a:pt x="609810" y="114811"/>
                </a:lnTo>
                <a:lnTo>
                  <a:pt x="609323" y="114990"/>
                </a:lnTo>
                <a:lnTo>
                  <a:pt x="608828" y="115159"/>
                </a:lnTo>
                <a:lnTo>
                  <a:pt x="608325" y="115318"/>
                </a:lnTo>
                <a:lnTo>
                  <a:pt x="607813" y="115466"/>
                </a:lnTo>
                <a:lnTo>
                  <a:pt x="607293" y="115604"/>
                </a:lnTo>
                <a:lnTo>
                  <a:pt x="606764" y="115732"/>
                </a:lnTo>
                <a:lnTo>
                  <a:pt x="606228" y="115850"/>
                </a:lnTo>
                <a:lnTo>
                  <a:pt x="605683" y="115957"/>
                </a:lnTo>
                <a:lnTo>
                  <a:pt x="605129" y="116054"/>
                </a:lnTo>
                <a:lnTo>
                  <a:pt x="604568" y="116141"/>
                </a:lnTo>
                <a:lnTo>
                  <a:pt x="603998" y="116218"/>
                </a:lnTo>
                <a:lnTo>
                  <a:pt x="603419" y="116284"/>
                </a:lnTo>
                <a:lnTo>
                  <a:pt x="602833" y="116341"/>
                </a:lnTo>
                <a:lnTo>
                  <a:pt x="602238" y="116387"/>
                </a:lnTo>
                <a:lnTo>
                  <a:pt x="601635" y="116423"/>
                </a:lnTo>
                <a:lnTo>
                  <a:pt x="601023" y="116448"/>
                </a:lnTo>
                <a:lnTo>
                  <a:pt x="600403" y="116463"/>
                </a:lnTo>
                <a:lnTo>
                  <a:pt x="599775" y="116469"/>
                </a:lnTo>
                <a:lnTo>
                  <a:pt x="599275" y="116464"/>
                </a:lnTo>
                <a:lnTo>
                  <a:pt x="598780" y="116451"/>
                </a:lnTo>
                <a:lnTo>
                  <a:pt x="598290" y="116429"/>
                </a:lnTo>
                <a:lnTo>
                  <a:pt x="597807" y="116398"/>
                </a:lnTo>
                <a:lnTo>
                  <a:pt x="597329" y="116358"/>
                </a:lnTo>
                <a:lnTo>
                  <a:pt x="596856" y="116310"/>
                </a:lnTo>
                <a:lnTo>
                  <a:pt x="596389" y="116252"/>
                </a:lnTo>
                <a:lnTo>
                  <a:pt x="595928" y="116186"/>
                </a:lnTo>
                <a:lnTo>
                  <a:pt x="595473" y="116111"/>
                </a:lnTo>
                <a:lnTo>
                  <a:pt x="595023" y="116027"/>
                </a:lnTo>
                <a:lnTo>
                  <a:pt x="594578" y="115935"/>
                </a:lnTo>
                <a:lnTo>
                  <a:pt x="594140" y="115833"/>
                </a:lnTo>
                <a:lnTo>
                  <a:pt x="593707" y="115723"/>
                </a:lnTo>
                <a:lnTo>
                  <a:pt x="593279" y="115604"/>
                </a:lnTo>
                <a:lnTo>
                  <a:pt x="592857" y="115476"/>
                </a:lnTo>
                <a:lnTo>
                  <a:pt x="592441" y="115339"/>
                </a:lnTo>
                <a:lnTo>
                  <a:pt x="592031" y="115193"/>
                </a:lnTo>
                <a:lnTo>
                  <a:pt x="591626" y="115039"/>
                </a:lnTo>
                <a:lnTo>
                  <a:pt x="591226" y="114876"/>
                </a:lnTo>
                <a:lnTo>
                  <a:pt x="590833" y="114704"/>
                </a:lnTo>
                <a:lnTo>
                  <a:pt x="590445" y="114523"/>
                </a:lnTo>
                <a:lnTo>
                  <a:pt x="590062" y="114333"/>
                </a:lnTo>
                <a:lnTo>
                  <a:pt x="589686" y="114134"/>
                </a:lnTo>
                <a:lnTo>
                  <a:pt x="589314" y="113927"/>
                </a:lnTo>
                <a:lnTo>
                  <a:pt x="588949" y="113712"/>
                </a:lnTo>
                <a:lnTo>
                  <a:pt x="588588" y="113490"/>
                </a:lnTo>
                <a:lnTo>
                  <a:pt x="588233" y="113262"/>
                </a:lnTo>
                <a:lnTo>
                  <a:pt x="587883" y="113027"/>
                </a:lnTo>
                <a:lnTo>
                  <a:pt x="587538" y="112785"/>
                </a:lnTo>
                <a:lnTo>
                  <a:pt x="587199" y="112537"/>
                </a:lnTo>
                <a:lnTo>
                  <a:pt x="586864" y="112282"/>
                </a:lnTo>
                <a:lnTo>
                  <a:pt x="586535" y="112020"/>
                </a:lnTo>
                <a:lnTo>
                  <a:pt x="586212" y="111752"/>
                </a:lnTo>
                <a:lnTo>
                  <a:pt x="585893" y="111477"/>
                </a:lnTo>
                <a:lnTo>
                  <a:pt x="585580" y="111195"/>
                </a:lnTo>
                <a:lnTo>
                  <a:pt x="585272" y="110907"/>
                </a:lnTo>
                <a:lnTo>
                  <a:pt x="584969" y="110612"/>
                </a:lnTo>
                <a:lnTo>
                  <a:pt x="584672" y="110310"/>
                </a:lnTo>
                <a:lnTo>
                  <a:pt x="584379" y="110002"/>
                </a:lnTo>
                <a:lnTo>
                  <a:pt x="584092" y="109687"/>
                </a:lnTo>
                <a:lnTo>
                  <a:pt x="583810" y="109366"/>
                </a:lnTo>
                <a:lnTo>
                  <a:pt x="583534" y="109037"/>
                </a:lnTo>
                <a:lnTo>
                  <a:pt x="583262" y="108703"/>
                </a:lnTo>
                <a:lnTo>
                  <a:pt x="582996" y="108361"/>
                </a:lnTo>
                <a:lnTo>
                  <a:pt x="582735" y="108013"/>
                </a:lnTo>
                <a:lnTo>
                  <a:pt x="582480" y="107658"/>
                </a:lnTo>
                <a:lnTo>
                  <a:pt x="582230" y="107297"/>
                </a:lnTo>
                <a:lnTo>
                  <a:pt x="581984" y="106929"/>
                </a:lnTo>
                <a:lnTo>
                  <a:pt x="581745" y="106555"/>
                </a:lnTo>
                <a:lnTo>
                  <a:pt x="581510" y="106175"/>
                </a:lnTo>
                <a:lnTo>
                  <a:pt x="581281" y="105790"/>
                </a:lnTo>
                <a:lnTo>
                  <a:pt x="581056" y="105400"/>
                </a:lnTo>
                <a:lnTo>
                  <a:pt x="580838" y="105004"/>
                </a:lnTo>
                <a:lnTo>
                  <a:pt x="580624" y="104603"/>
                </a:lnTo>
                <a:lnTo>
                  <a:pt x="580415" y="104197"/>
                </a:lnTo>
                <a:lnTo>
                  <a:pt x="580212" y="103785"/>
                </a:lnTo>
                <a:lnTo>
                  <a:pt x="580014" y="103368"/>
                </a:lnTo>
                <a:lnTo>
                  <a:pt x="579822" y="102946"/>
                </a:lnTo>
                <a:lnTo>
                  <a:pt x="579634" y="102518"/>
                </a:lnTo>
                <a:lnTo>
                  <a:pt x="579452" y="102085"/>
                </a:lnTo>
                <a:lnTo>
                  <a:pt x="579275" y="101646"/>
                </a:lnTo>
                <a:lnTo>
                  <a:pt x="579103" y="101202"/>
                </a:lnTo>
                <a:lnTo>
                  <a:pt x="578937" y="100753"/>
                </a:lnTo>
                <a:lnTo>
                  <a:pt x="578776" y="100299"/>
                </a:lnTo>
                <a:lnTo>
                  <a:pt x="578620" y="99838"/>
                </a:lnTo>
                <a:lnTo>
                  <a:pt x="578469" y="99373"/>
                </a:lnTo>
                <a:lnTo>
                  <a:pt x="578324" y="98902"/>
                </a:lnTo>
                <a:lnTo>
                  <a:pt x="578183" y="98426"/>
                </a:lnTo>
                <a:lnTo>
                  <a:pt x="578048" y="97945"/>
                </a:lnTo>
                <a:lnTo>
                  <a:pt x="577919" y="97458"/>
                </a:lnTo>
                <a:lnTo>
                  <a:pt x="577794" y="96965"/>
                </a:lnTo>
                <a:lnTo>
                  <a:pt x="577675" y="96468"/>
                </a:lnTo>
                <a:lnTo>
                  <a:pt x="577561" y="95966"/>
                </a:lnTo>
                <a:lnTo>
                  <a:pt x="577451" y="95461"/>
                </a:lnTo>
                <a:lnTo>
                  <a:pt x="577347" y="94952"/>
                </a:lnTo>
                <a:lnTo>
                  <a:pt x="577247" y="94441"/>
                </a:lnTo>
                <a:lnTo>
                  <a:pt x="577152" y="93926"/>
                </a:lnTo>
                <a:lnTo>
                  <a:pt x="577063" y="93408"/>
                </a:lnTo>
                <a:lnTo>
                  <a:pt x="576977" y="92887"/>
                </a:lnTo>
                <a:lnTo>
                  <a:pt x="576897" y="92363"/>
                </a:lnTo>
                <a:lnTo>
                  <a:pt x="576822" y="91835"/>
                </a:lnTo>
                <a:lnTo>
                  <a:pt x="576751" y="91305"/>
                </a:lnTo>
                <a:lnTo>
                  <a:pt x="576686" y="90771"/>
                </a:lnTo>
                <a:lnTo>
                  <a:pt x="576625" y="90234"/>
                </a:lnTo>
                <a:lnTo>
                  <a:pt x="576569" y="89693"/>
                </a:lnTo>
                <a:lnTo>
                  <a:pt x="576518" y="89150"/>
                </a:lnTo>
                <a:lnTo>
                  <a:pt x="576472" y="88603"/>
                </a:lnTo>
                <a:lnTo>
                  <a:pt x="576431" y="88053"/>
                </a:lnTo>
                <a:lnTo>
                  <a:pt x="576394" y="87500"/>
                </a:lnTo>
                <a:lnTo>
                  <a:pt x="576363" y="86944"/>
                </a:lnTo>
                <a:lnTo>
                  <a:pt x="576336" y="86384"/>
                </a:lnTo>
                <a:lnTo>
                  <a:pt x="576314" y="85822"/>
                </a:lnTo>
                <a:lnTo>
                  <a:pt x="576297" y="85256"/>
                </a:lnTo>
                <a:lnTo>
                  <a:pt x="576285" y="84687"/>
                </a:lnTo>
                <a:lnTo>
                  <a:pt x="576278" y="84115"/>
                </a:lnTo>
                <a:lnTo>
                  <a:pt x="576275" y="83539"/>
                </a:lnTo>
                <a:lnTo>
                  <a:pt x="576275" y="81992"/>
                </a:lnTo>
                <a:lnTo>
                  <a:pt x="576278" y="81411"/>
                </a:lnTo>
                <a:lnTo>
                  <a:pt x="576285" y="80833"/>
                </a:lnTo>
                <a:lnTo>
                  <a:pt x="576297" y="80259"/>
                </a:lnTo>
                <a:lnTo>
                  <a:pt x="576314" y="79688"/>
                </a:lnTo>
                <a:lnTo>
                  <a:pt x="576336" y="79121"/>
                </a:lnTo>
                <a:lnTo>
                  <a:pt x="576363" y="78557"/>
                </a:lnTo>
                <a:lnTo>
                  <a:pt x="576394" y="77997"/>
                </a:lnTo>
                <a:lnTo>
                  <a:pt x="576431" y="77441"/>
                </a:lnTo>
                <a:lnTo>
                  <a:pt x="576472" y="76888"/>
                </a:lnTo>
                <a:lnTo>
                  <a:pt x="576518" y="76339"/>
                </a:lnTo>
                <a:lnTo>
                  <a:pt x="576569" y="75794"/>
                </a:lnTo>
                <a:lnTo>
                  <a:pt x="576625" y="75252"/>
                </a:lnTo>
                <a:lnTo>
                  <a:pt x="576686" y="74713"/>
                </a:lnTo>
                <a:lnTo>
                  <a:pt x="576751" y="74178"/>
                </a:lnTo>
                <a:lnTo>
                  <a:pt x="576822" y="73647"/>
                </a:lnTo>
                <a:lnTo>
                  <a:pt x="576897" y="73119"/>
                </a:lnTo>
                <a:lnTo>
                  <a:pt x="576977" y="72595"/>
                </a:lnTo>
                <a:lnTo>
                  <a:pt x="577063" y="72075"/>
                </a:lnTo>
                <a:lnTo>
                  <a:pt x="577152" y="71558"/>
                </a:lnTo>
                <a:lnTo>
                  <a:pt x="577247" y="71044"/>
                </a:lnTo>
                <a:lnTo>
                  <a:pt x="577347" y="70534"/>
                </a:lnTo>
                <a:lnTo>
                  <a:pt x="577451" y="70028"/>
                </a:lnTo>
                <a:lnTo>
                  <a:pt x="577561" y="69526"/>
                </a:lnTo>
                <a:lnTo>
                  <a:pt x="577675" y="69027"/>
                </a:lnTo>
                <a:lnTo>
                  <a:pt x="577794" y="68532"/>
                </a:lnTo>
                <a:lnTo>
                  <a:pt x="577919" y="68042"/>
                </a:lnTo>
                <a:lnTo>
                  <a:pt x="578048" y="67558"/>
                </a:lnTo>
                <a:lnTo>
                  <a:pt x="578183" y="67078"/>
                </a:lnTo>
                <a:lnTo>
                  <a:pt x="578324" y="66604"/>
                </a:lnTo>
                <a:lnTo>
                  <a:pt x="578469" y="66135"/>
                </a:lnTo>
                <a:lnTo>
                  <a:pt x="578620" y="65671"/>
                </a:lnTo>
                <a:lnTo>
                  <a:pt x="578776" y="65212"/>
                </a:lnTo>
                <a:lnTo>
                  <a:pt x="578937" y="64758"/>
                </a:lnTo>
                <a:lnTo>
                  <a:pt x="579103" y="64310"/>
                </a:lnTo>
                <a:lnTo>
                  <a:pt x="579275" y="63866"/>
                </a:lnTo>
                <a:lnTo>
                  <a:pt x="579452" y="63428"/>
                </a:lnTo>
                <a:lnTo>
                  <a:pt x="579634" y="62995"/>
                </a:lnTo>
                <a:lnTo>
                  <a:pt x="579822" y="62566"/>
                </a:lnTo>
                <a:lnTo>
                  <a:pt x="580014" y="62143"/>
                </a:lnTo>
                <a:lnTo>
                  <a:pt x="580212" y="61725"/>
                </a:lnTo>
                <a:lnTo>
                  <a:pt x="580415" y="61312"/>
                </a:lnTo>
                <a:lnTo>
                  <a:pt x="580624" y="60905"/>
                </a:lnTo>
                <a:lnTo>
                  <a:pt x="580838" y="60502"/>
                </a:lnTo>
                <a:lnTo>
                  <a:pt x="581056" y="60105"/>
                </a:lnTo>
                <a:lnTo>
                  <a:pt x="581281" y="59712"/>
                </a:lnTo>
                <a:lnTo>
                  <a:pt x="581510" y="59325"/>
                </a:lnTo>
                <a:lnTo>
                  <a:pt x="581745" y="58943"/>
                </a:lnTo>
                <a:lnTo>
                  <a:pt x="581984" y="58566"/>
                </a:lnTo>
                <a:lnTo>
                  <a:pt x="582230" y="58195"/>
                </a:lnTo>
                <a:lnTo>
                  <a:pt x="582480" y="57830"/>
                </a:lnTo>
                <a:lnTo>
                  <a:pt x="582736" y="57473"/>
                </a:lnTo>
                <a:lnTo>
                  <a:pt x="582997" y="57122"/>
                </a:lnTo>
                <a:lnTo>
                  <a:pt x="583264" y="56778"/>
                </a:lnTo>
                <a:lnTo>
                  <a:pt x="583536" y="56441"/>
                </a:lnTo>
                <a:lnTo>
                  <a:pt x="583813" y="56111"/>
                </a:lnTo>
                <a:lnTo>
                  <a:pt x="584096" y="55787"/>
                </a:lnTo>
                <a:lnTo>
                  <a:pt x="584384" y="55470"/>
                </a:lnTo>
                <a:lnTo>
                  <a:pt x="584678" y="55160"/>
                </a:lnTo>
                <a:lnTo>
                  <a:pt x="584977" y="54857"/>
                </a:lnTo>
                <a:lnTo>
                  <a:pt x="585281" y="54560"/>
                </a:lnTo>
                <a:lnTo>
                  <a:pt x="585591" y="54270"/>
                </a:lnTo>
                <a:lnTo>
                  <a:pt x="585906" y="53987"/>
                </a:lnTo>
                <a:lnTo>
                  <a:pt x="586226" y="53711"/>
                </a:lnTo>
                <a:lnTo>
                  <a:pt x="586552" y="53442"/>
                </a:lnTo>
                <a:lnTo>
                  <a:pt x="586883" y="53179"/>
                </a:lnTo>
                <a:lnTo>
                  <a:pt x="587219" y="52923"/>
                </a:lnTo>
                <a:lnTo>
                  <a:pt x="587561" y="52674"/>
                </a:lnTo>
                <a:lnTo>
                  <a:pt x="587909" y="52432"/>
                </a:lnTo>
                <a:lnTo>
                  <a:pt x="588261" y="52196"/>
                </a:lnTo>
                <a:lnTo>
                  <a:pt x="588619" y="51968"/>
                </a:lnTo>
                <a:lnTo>
                  <a:pt x="588982" y="51746"/>
                </a:lnTo>
                <a:lnTo>
                  <a:pt x="589351" y="51531"/>
                </a:lnTo>
                <a:lnTo>
                  <a:pt x="589725" y="51323"/>
                </a:lnTo>
                <a:lnTo>
                  <a:pt x="590106" y="51125"/>
                </a:lnTo>
                <a:lnTo>
                  <a:pt x="590491" y="50935"/>
                </a:lnTo>
                <a:lnTo>
                  <a:pt x="590883" y="50754"/>
                </a:lnTo>
                <a:lnTo>
                  <a:pt x="591280" y="50582"/>
                </a:lnTo>
                <a:lnTo>
                  <a:pt x="591683" y="50419"/>
                </a:lnTo>
                <a:lnTo>
                  <a:pt x="592092" y="50264"/>
                </a:lnTo>
                <a:lnTo>
                  <a:pt x="592507" y="50119"/>
                </a:lnTo>
                <a:lnTo>
                  <a:pt x="592927" y="49982"/>
                </a:lnTo>
                <a:lnTo>
                  <a:pt x="593353" y="49854"/>
                </a:lnTo>
                <a:lnTo>
                  <a:pt x="593785" y="49735"/>
                </a:lnTo>
                <a:lnTo>
                  <a:pt x="594222" y="49624"/>
                </a:lnTo>
                <a:lnTo>
                  <a:pt x="594666" y="49523"/>
                </a:lnTo>
                <a:lnTo>
                  <a:pt x="595115" y="49430"/>
                </a:lnTo>
                <a:lnTo>
                  <a:pt x="595570" y="49346"/>
                </a:lnTo>
                <a:lnTo>
                  <a:pt x="596030" y="49271"/>
                </a:lnTo>
                <a:lnTo>
                  <a:pt x="596497" y="49205"/>
                </a:lnTo>
                <a:lnTo>
                  <a:pt x="596969" y="49148"/>
                </a:lnTo>
                <a:lnTo>
                  <a:pt x="597447" y="49099"/>
                </a:lnTo>
                <a:lnTo>
                  <a:pt x="597930" y="49060"/>
                </a:lnTo>
                <a:lnTo>
                  <a:pt x="598420" y="49029"/>
                </a:lnTo>
                <a:lnTo>
                  <a:pt x="598915" y="49007"/>
                </a:lnTo>
                <a:lnTo>
                  <a:pt x="599416" y="48993"/>
                </a:lnTo>
                <a:lnTo>
                  <a:pt x="599922" y="48989"/>
                </a:lnTo>
                <a:lnTo>
                  <a:pt x="600441" y="48993"/>
                </a:lnTo>
                <a:lnTo>
                  <a:pt x="600954" y="49004"/>
                </a:lnTo>
                <a:lnTo>
                  <a:pt x="601460" y="49023"/>
                </a:lnTo>
                <a:lnTo>
                  <a:pt x="601961" y="49049"/>
                </a:lnTo>
                <a:lnTo>
                  <a:pt x="602455" y="49083"/>
                </a:lnTo>
                <a:lnTo>
                  <a:pt x="602943" y="49125"/>
                </a:lnTo>
                <a:lnTo>
                  <a:pt x="603425" y="49174"/>
                </a:lnTo>
                <a:lnTo>
                  <a:pt x="603901" y="49230"/>
                </a:lnTo>
                <a:lnTo>
                  <a:pt x="604370" y="49295"/>
                </a:lnTo>
                <a:lnTo>
                  <a:pt x="604834" y="49366"/>
                </a:lnTo>
                <a:lnTo>
                  <a:pt x="605291" y="49446"/>
                </a:lnTo>
                <a:lnTo>
                  <a:pt x="605742" y="49532"/>
                </a:lnTo>
                <a:lnTo>
                  <a:pt x="606187" y="49627"/>
                </a:lnTo>
                <a:lnTo>
                  <a:pt x="606626" y="49728"/>
                </a:lnTo>
                <a:lnTo>
                  <a:pt x="607059" y="49838"/>
                </a:lnTo>
                <a:lnTo>
                  <a:pt x="607486" y="49955"/>
                </a:lnTo>
                <a:lnTo>
                  <a:pt x="607906" y="50079"/>
                </a:lnTo>
                <a:lnTo>
                  <a:pt x="608321" y="50211"/>
                </a:lnTo>
                <a:lnTo>
                  <a:pt x="608729" y="50351"/>
                </a:lnTo>
                <a:lnTo>
                  <a:pt x="609131" y="50498"/>
                </a:lnTo>
                <a:lnTo>
                  <a:pt x="609527" y="50653"/>
                </a:lnTo>
                <a:lnTo>
                  <a:pt x="609917" y="50815"/>
                </a:lnTo>
                <a:lnTo>
                  <a:pt x="610300" y="50985"/>
                </a:lnTo>
                <a:lnTo>
                  <a:pt x="610678" y="51162"/>
                </a:lnTo>
                <a:lnTo>
                  <a:pt x="611050" y="51346"/>
                </a:lnTo>
                <a:lnTo>
                  <a:pt x="611416" y="51534"/>
                </a:lnTo>
                <a:lnTo>
                  <a:pt x="611778" y="51726"/>
                </a:lnTo>
                <a:lnTo>
                  <a:pt x="612134" y="51923"/>
                </a:lnTo>
                <a:lnTo>
                  <a:pt x="612485" y="52125"/>
                </a:lnTo>
                <a:lnTo>
                  <a:pt x="612830" y="52332"/>
                </a:lnTo>
                <a:lnTo>
                  <a:pt x="613171" y="52543"/>
                </a:lnTo>
                <a:lnTo>
                  <a:pt x="613506" y="52758"/>
                </a:lnTo>
                <a:lnTo>
                  <a:pt x="613836" y="52979"/>
                </a:lnTo>
                <a:lnTo>
                  <a:pt x="614161" y="53203"/>
                </a:lnTo>
                <a:lnTo>
                  <a:pt x="614480" y="53433"/>
                </a:lnTo>
                <a:lnTo>
                  <a:pt x="614794" y="53667"/>
                </a:lnTo>
                <a:lnTo>
                  <a:pt x="615103" y="53906"/>
                </a:lnTo>
                <a:lnTo>
                  <a:pt x="615407" y="54149"/>
                </a:lnTo>
                <a:lnTo>
                  <a:pt x="615705" y="54397"/>
                </a:lnTo>
                <a:lnTo>
                  <a:pt x="615998" y="54649"/>
                </a:lnTo>
                <a:lnTo>
                  <a:pt x="616286" y="54906"/>
                </a:lnTo>
                <a:lnTo>
                  <a:pt x="616569" y="55168"/>
                </a:lnTo>
                <a:lnTo>
                  <a:pt x="616847" y="55434"/>
                </a:lnTo>
                <a:lnTo>
                  <a:pt x="617119" y="55705"/>
                </a:lnTo>
                <a:lnTo>
                  <a:pt x="617386" y="55981"/>
                </a:lnTo>
                <a:lnTo>
                  <a:pt x="617648" y="56261"/>
                </a:lnTo>
                <a:lnTo>
                  <a:pt x="617904" y="56545"/>
                </a:lnTo>
                <a:lnTo>
                  <a:pt x="618155" y="56835"/>
                </a:lnTo>
                <a:lnTo>
                  <a:pt x="618402" y="57127"/>
                </a:lnTo>
                <a:lnTo>
                  <a:pt x="618644" y="57422"/>
                </a:lnTo>
                <a:lnTo>
                  <a:pt x="618882" y="57718"/>
                </a:lnTo>
                <a:lnTo>
                  <a:pt x="619116" y="58016"/>
                </a:lnTo>
                <a:lnTo>
                  <a:pt x="619346" y="58317"/>
                </a:lnTo>
                <a:lnTo>
                  <a:pt x="619571" y="58619"/>
                </a:lnTo>
                <a:lnTo>
                  <a:pt x="619792" y="58923"/>
                </a:lnTo>
                <a:lnTo>
                  <a:pt x="620009" y="59229"/>
                </a:lnTo>
                <a:lnTo>
                  <a:pt x="620222" y="59537"/>
                </a:lnTo>
                <a:lnTo>
                  <a:pt x="620431" y="59847"/>
                </a:lnTo>
                <a:lnTo>
                  <a:pt x="620635" y="60158"/>
                </a:lnTo>
                <a:lnTo>
                  <a:pt x="620835" y="60472"/>
                </a:lnTo>
                <a:lnTo>
                  <a:pt x="621031" y="60788"/>
                </a:lnTo>
                <a:lnTo>
                  <a:pt x="621222" y="61105"/>
                </a:lnTo>
                <a:lnTo>
                  <a:pt x="621410" y="61424"/>
                </a:lnTo>
                <a:lnTo>
                  <a:pt x="621593" y="61746"/>
                </a:lnTo>
                <a:lnTo>
                  <a:pt x="621772" y="62069"/>
                </a:lnTo>
                <a:lnTo>
                  <a:pt x="621947" y="62394"/>
                </a:lnTo>
                <a:lnTo>
                  <a:pt x="622117" y="62721"/>
                </a:lnTo>
                <a:lnTo>
                  <a:pt x="622284" y="63050"/>
                </a:lnTo>
                <a:lnTo>
                  <a:pt x="622446" y="63381"/>
                </a:lnTo>
                <a:lnTo>
                  <a:pt x="622604" y="63714"/>
                </a:lnTo>
                <a:lnTo>
                  <a:pt x="622686" y="63893"/>
                </a:lnTo>
                <a:lnTo>
                  <a:pt x="622686" y="102496"/>
                </a:lnTo>
                <a:lnTo>
                  <a:pt x="622560" y="102746"/>
                </a:lnTo>
                <a:lnTo>
                  <a:pt x="622338" y="103174"/>
                </a:lnTo>
                <a:lnTo>
                  <a:pt x="622110" y="103598"/>
                </a:lnTo>
                <a:lnTo>
                  <a:pt x="621876" y="104020"/>
                </a:lnTo>
                <a:lnTo>
                  <a:pt x="621637" y="104438"/>
                </a:lnTo>
                <a:close/>
                <a:moveTo>
                  <a:pt x="882516" y="75242"/>
                </a:moveTo>
                <a:lnTo>
                  <a:pt x="882483" y="74595"/>
                </a:lnTo>
                <a:lnTo>
                  <a:pt x="882444" y="73953"/>
                </a:lnTo>
                <a:lnTo>
                  <a:pt x="882397" y="73316"/>
                </a:lnTo>
                <a:lnTo>
                  <a:pt x="882344" y="72683"/>
                </a:lnTo>
                <a:lnTo>
                  <a:pt x="882283" y="72055"/>
                </a:lnTo>
                <a:lnTo>
                  <a:pt x="882215" y="71432"/>
                </a:lnTo>
                <a:lnTo>
                  <a:pt x="882140" y="70814"/>
                </a:lnTo>
                <a:lnTo>
                  <a:pt x="882057" y="70200"/>
                </a:lnTo>
                <a:lnTo>
                  <a:pt x="881968" y="69591"/>
                </a:lnTo>
                <a:lnTo>
                  <a:pt x="881871" y="68987"/>
                </a:lnTo>
                <a:lnTo>
                  <a:pt x="881767" y="68387"/>
                </a:lnTo>
                <a:lnTo>
                  <a:pt x="881656" y="67793"/>
                </a:lnTo>
                <a:lnTo>
                  <a:pt x="881538" y="67203"/>
                </a:lnTo>
                <a:lnTo>
                  <a:pt x="881413" y="66617"/>
                </a:lnTo>
                <a:lnTo>
                  <a:pt x="881280" y="66037"/>
                </a:lnTo>
                <a:lnTo>
                  <a:pt x="881140" y="65461"/>
                </a:lnTo>
                <a:lnTo>
                  <a:pt x="880994" y="64890"/>
                </a:lnTo>
                <a:lnTo>
                  <a:pt x="880840" y="64323"/>
                </a:lnTo>
                <a:lnTo>
                  <a:pt x="880678" y="63762"/>
                </a:lnTo>
                <a:lnTo>
                  <a:pt x="880510" y="63205"/>
                </a:lnTo>
                <a:lnTo>
                  <a:pt x="880335" y="62653"/>
                </a:lnTo>
                <a:lnTo>
                  <a:pt x="880153" y="62108"/>
                </a:lnTo>
                <a:lnTo>
                  <a:pt x="879963" y="61568"/>
                </a:lnTo>
                <a:lnTo>
                  <a:pt x="879767" y="61035"/>
                </a:lnTo>
                <a:lnTo>
                  <a:pt x="879564" y="60508"/>
                </a:lnTo>
                <a:lnTo>
                  <a:pt x="879355" y="59987"/>
                </a:lnTo>
                <a:lnTo>
                  <a:pt x="879138" y="59472"/>
                </a:lnTo>
                <a:lnTo>
                  <a:pt x="878914" y="58964"/>
                </a:lnTo>
                <a:lnTo>
                  <a:pt x="878683" y="58461"/>
                </a:lnTo>
                <a:lnTo>
                  <a:pt x="878446" y="57965"/>
                </a:lnTo>
                <a:lnTo>
                  <a:pt x="878202" y="57475"/>
                </a:lnTo>
                <a:lnTo>
                  <a:pt x="877950" y="56991"/>
                </a:lnTo>
                <a:lnTo>
                  <a:pt x="877692" y="56513"/>
                </a:lnTo>
                <a:lnTo>
                  <a:pt x="877427" y="56041"/>
                </a:lnTo>
                <a:lnTo>
                  <a:pt x="877155" y="55575"/>
                </a:lnTo>
                <a:lnTo>
                  <a:pt x="876876" y="55115"/>
                </a:lnTo>
                <a:lnTo>
                  <a:pt x="876590" y="54662"/>
                </a:lnTo>
                <a:lnTo>
                  <a:pt x="876297" y="54215"/>
                </a:lnTo>
                <a:lnTo>
                  <a:pt x="875998" y="53773"/>
                </a:lnTo>
                <a:lnTo>
                  <a:pt x="875691" y="53338"/>
                </a:lnTo>
                <a:lnTo>
                  <a:pt x="875378" y="52909"/>
                </a:lnTo>
                <a:lnTo>
                  <a:pt x="875057" y="52487"/>
                </a:lnTo>
                <a:lnTo>
                  <a:pt x="874730" y="52070"/>
                </a:lnTo>
                <a:lnTo>
                  <a:pt x="874396" y="51659"/>
                </a:lnTo>
                <a:lnTo>
                  <a:pt x="874055" y="51256"/>
                </a:lnTo>
                <a:lnTo>
                  <a:pt x="873708" y="50860"/>
                </a:lnTo>
                <a:lnTo>
                  <a:pt x="873355" y="50471"/>
                </a:lnTo>
                <a:lnTo>
                  <a:pt x="872995" y="50091"/>
                </a:lnTo>
                <a:lnTo>
                  <a:pt x="872629" y="49718"/>
                </a:lnTo>
                <a:lnTo>
                  <a:pt x="872257" y="49352"/>
                </a:lnTo>
                <a:lnTo>
                  <a:pt x="871879" y="48995"/>
                </a:lnTo>
                <a:lnTo>
                  <a:pt x="871494" y="48645"/>
                </a:lnTo>
                <a:lnTo>
                  <a:pt x="871103" y="48302"/>
                </a:lnTo>
                <a:lnTo>
                  <a:pt x="870706" y="47968"/>
                </a:lnTo>
                <a:lnTo>
                  <a:pt x="870303" y="47641"/>
                </a:lnTo>
                <a:lnTo>
                  <a:pt x="869893" y="47321"/>
                </a:lnTo>
                <a:lnTo>
                  <a:pt x="869477" y="47009"/>
                </a:lnTo>
                <a:lnTo>
                  <a:pt x="869055" y="46705"/>
                </a:lnTo>
                <a:lnTo>
                  <a:pt x="868626" y="46409"/>
                </a:lnTo>
                <a:lnTo>
                  <a:pt x="868191" y="46120"/>
                </a:lnTo>
                <a:lnTo>
                  <a:pt x="867750" y="45839"/>
                </a:lnTo>
                <a:lnTo>
                  <a:pt x="867303" y="45565"/>
                </a:lnTo>
                <a:lnTo>
                  <a:pt x="866849" y="45300"/>
                </a:lnTo>
                <a:lnTo>
                  <a:pt x="866390" y="45042"/>
                </a:lnTo>
                <a:lnTo>
                  <a:pt x="865923" y="44791"/>
                </a:lnTo>
                <a:lnTo>
                  <a:pt x="865451" y="44548"/>
                </a:lnTo>
                <a:lnTo>
                  <a:pt x="864972" y="44313"/>
                </a:lnTo>
                <a:lnTo>
                  <a:pt x="864487" y="44085"/>
                </a:lnTo>
                <a:lnTo>
                  <a:pt x="863996" y="43866"/>
                </a:lnTo>
                <a:lnTo>
                  <a:pt x="863499" y="43657"/>
                </a:lnTo>
                <a:lnTo>
                  <a:pt x="862996" y="43456"/>
                </a:lnTo>
                <a:lnTo>
                  <a:pt x="862487" y="43265"/>
                </a:lnTo>
                <a:lnTo>
                  <a:pt x="861972" y="43084"/>
                </a:lnTo>
                <a:lnTo>
                  <a:pt x="861451" y="42911"/>
                </a:lnTo>
                <a:lnTo>
                  <a:pt x="860924" y="42748"/>
                </a:lnTo>
                <a:lnTo>
                  <a:pt x="860391" y="42594"/>
                </a:lnTo>
                <a:lnTo>
                  <a:pt x="859852" y="42450"/>
                </a:lnTo>
                <a:lnTo>
                  <a:pt x="859306" y="42315"/>
                </a:lnTo>
                <a:lnTo>
                  <a:pt x="858755" y="42189"/>
                </a:lnTo>
                <a:lnTo>
                  <a:pt x="858198" y="42072"/>
                </a:lnTo>
                <a:lnTo>
                  <a:pt x="857635" y="41965"/>
                </a:lnTo>
                <a:lnTo>
                  <a:pt x="857066" y="41867"/>
                </a:lnTo>
                <a:lnTo>
                  <a:pt x="856490" y="41779"/>
                </a:lnTo>
                <a:lnTo>
                  <a:pt x="855909" y="41699"/>
                </a:lnTo>
                <a:lnTo>
                  <a:pt x="855322" y="41630"/>
                </a:lnTo>
                <a:lnTo>
                  <a:pt x="854729" y="41569"/>
                </a:lnTo>
                <a:lnTo>
                  <a:pt x="854130" y="41518"/>
                </a:lnTo>
                <a:lnTo>
                  <a:pt x="853524" y="41476"/>
                </a:lnTo>
                <a:lnTo>
                  <a:pt x="852913" y="41443"/>
                </a:lnTo>
                <a:lnTo>
                  <a:pt x="852296" y="41420"/>
                </a:lnTo>
                <a:lnTo>
                  <a:pt x="851672" y="41406"/>
                </a:lnTo>
                <a:lnTo>
                  <a:pt x="851043" y="41401"/>
                </a:lnTo>
                <a:lnTo>
                  <a:pt x="850473" y="41406"/>
                </a:lnTo>
                <a:lnTo>
                  <a:pt x="849906" y="41421"/>
                </a:lnTo>
                <a:lnTo>
                  <a:pt x="849341" y="41445"/>
                </a:lnTo>
                <a:lnTo>
                  <a:pt x="848779" y="41479"/>
                </a:lnTo>
                <a:lnTo>
                  <a:pt x="848219" y="41523"/>
                </a:lnTo>
                <a:lnTo>
                  <a:pt x="847661" y="41576"/>
                </a:lnTo>
                <a:lnTo>
                  <a:pt x="847106" y="41639"/>
                </a:lnTo>
                <a:lnTo>
                  <a:pt x="846553" y="41712"/>
                </a:lnTo>
                <a:lnTo>
                  <a:pt x="846003" y="41795"/>
                </a:lnTo>
                <a:lnTo>
                  <a:pt x="845455" y="41887"/>
                </a:lnTo>
                <a:lnTo>
                  <a:pt x="844910" y="41989"/>
                </a:lnTo>
                <a:lnTo>
                  <a:pt x="844367" y="42101"/>
                </a:lnTo>
                <a:lnTo>
                  <a:pt x="843826" y="42223"/>
                </a:lnTo>
                <a:lnTo>
                  <a:pt x="843288" y="42354"/>
                </a:lnTo>
                <a:lnTo>
                  <a:pt x="842753" y="42495"/>
                </a:lnTo>
                <a:lnTo>
                  <a:pt x="842219" y="42645"/>
                </a:lnTo>
                <a:lnTo>
                  <a:pt x="841689" y="42806"/>
                </a:lnTo>
                <a:lnTo>
                  <a:pt x="841160" y="42976"/>
                </a:lnTo>
                <a:lnTo>
                  <a:pt x="840634" y="43156"/>
                </a:lnTo>
                <a:lnTo>
                  <a:pt x="840111" y="43345"/>
                </a:lnTo>
                <a:lnTo>
                  <a:pt x="839590" y="43544"/>
                </a:lnTo>
                <a:lnTo>
                  <a:pt x="839071" y="43753"/>
                </a:lnTo>
                <a:lnTo>
                  <a:pt x="838555" y="43972"/>
                </a:lnTo>
                <a:lnTo>
                  <a:pt x="838041" y="44201"/>
                </a:lnTo>
                <a:lnTo>
                  <a:pt x="837531" y="44438"/>
                </a:lnTo>
                <a:lnTo>
                  <a:pt x="837025" y="44685"/>
                </a:lnTo>
                <a:lnTo>
                  <a:pt x="836525" y="44940"/>
                </a:lnTo>
                <a:lnTo>
                  <a:pt x="836029" y="45204"/>
                </a:lnTo>
                <a:lnTo>
                  <a:pt x="835539" y="45477"/>
                </a:lnTo>
                <a:lnTo>
                  <a:pt x="835053" y="45759"/>
                </a:lnTo>
                <a:lnTo>
                  <a:pt x="834572" y="46050"/>
                </a:lnTo>
                <a:lnTo>
                  <a:pt x="834095" y="46349"/>
                </a:lnTo>
                <a:lnTo>
                  <a:pt x="833624" y="46658"/>
                </a:lnTo>
                <a:lnTo>
                  <a:pt x="833158" y="46975"/>
                </a:lnTo>
                <a:lnTo>
                  <a:pt x="832696" y="47301"/>
                </a:lnTo>
                <a:lnTo>
                  <a:pt x="832239" y="47635"/>
                </a:lnTo>
                <a:lnTo>
                  <a:pt x="831788" y="47979"/>
                </a:lnTo>
                <a:lnTo>
                  <a:pt x="831341" y="48331"/>
                </a:lnTo>
                <a:lnTo>
                  <a:pt x="830898" y="48693"/>
                </a:lnTo>
                <a:lnTo>
                  <a:pt x="830461" y="49063"/>
                </a:lnTo>
                <a:lnTo>
                  <a:pt x="830029" y="49442"/>
                </a:lnTo>
                <a:lnTo>
                  <a:pt x="829601" y="49829"/>
                </a:lnTo>
                <a:lnTo>
                  <a:pt x="829179" y="50226"/>
                </a:lnTo>
                <a:lnTo>
                  <a:pt x="828761" y="50631"/>
                </a:lnTo>
                <a:lnTo>
                  <a:pt x="828348" y="51045"/>
                </a:lnTo>
                <a:lnTo>
                  <a:pt x="827940" y="51468"/>
                </a:lnTo>
                <a:lnTo>
                  <a:pt x="827536" y="51900"/>
                </a:lnTo>
                <a:lnTo>
                  <a:pt x="827138" y="52341"/>
                </a:lnTo>
                <a:lnTo>
                  <a:pt x="826745" y="52790"/>
                </a:lnTo>
                <a:lnTo>
                  <a:pt x="826360" y="53246"/>
                </a:lnTo>
                <a:lnTo>
                  <a:pt x="825981" y="53709"/>
                </a:lnTo>
                <a:lnTo>
                  <a:pt x="825609" y="54179"/>
                </a:lnTo>
                <a:lnTo>
                  <a:pt x="825244" y="54657"/>
                </a:lnTo>
                <a:lnTo>
                  <a:pt x="824886" y="55143"/>
                </a:lnTo>
                <a:lnTo>
                  <a:pt x="824535" y="55635"/>
                </a:lnTo>
                <a:lnTo>
                  <a:pt x="824191" y="56135"/>
                </a:lnTo>
                <a:lnTo>
                  <a:pt x="823854" y="56642"/>
                </a:lnTo>
                <a:lnTo>
                  <a:pt x="823524" y="57156"/>
                </a:lnTo>
                <a:lnTo>
                  <a:pt x="823200" y="57678"/>
                </a:lnTo>
                <a:lnTo>
                  <a:pt x="822884" y="58207"/>
                </a:lnTo>
                <a:lnTo>
                  <a:pt x="822574" y="58743"/>
                </a:lnTo>
                <a:lnTo>
                  <a:pt x="822271" y="59286"/>
                </a:lnTo>
                <a:lnTo>
                  <a:pt x="821975" y="59837"/>
                </a:lnTo>
                <a:lnTo>
                  <a:pt x="821687" y="60395"/>
                </a:lnTo>
                <a:lnTo>
                  <a:pt x="821405" y="60961"/>
                </a:lnTo>
                <a:lnTo>
                  <a:pt x="821129" y="61533"/>
                </a:lnTo>
                <a:lnTo>
                  <a:pt x="820861" y="62113"/>
                </a:lnTo>
                <a:lnTo>
                  <a:pt x="820600" y="62700"/>
                </a:lnTo>
                <a:lnTo>
                  <a:pt x="820346" y="63295"/>
                </a:lnTo>
                <a:lnTo>
                  <a:pt x="820098" y="63897"/>
                </a:lnTo>
                <a:lnTo>
                  <a:pt x="819858" y="64506"/>
                </a:lnTo>
                <a:lnTo>
                  <a:pt x="819624" y="65122"/>
                </a:lnTo>
                <a:lnTo>
                  <a:pt x="819398" y="65745"/>
                </a:lnTo>
                <a:lnTo>
                  <a:pt x="819183" y="66375"/>
                </a:lnTo>
                <a:lnTo>
                  <a:pt x="818976" y="67010"/>
                </a:lnTo>
                <a:lnTo>
                  <a:pt x="818780" y="67651"/>
                </a:lnTo>
                <a:lnTo>
                  <a:pt x="818593" y="68299"/>
                </a:lnTo>
                <a:lnTo>
                  <a:pt x="818415" y="68953"/>
                </a:lnTo>
                <a:lnTo>
                  <a:pt x="818247" y="69613"/>
                </a:lnTo>
                <a:lnTo>
                  <a:pt x="818089" y="70279"/>
                </a:lnTo>
                <a:lnTo>
                  <a:pt x="817940" y="70951"/>
                </a:lnTo>
                <a:lnTo>
                  <a:pt x="817801" y="71630"/>
                </a:lnTo>
                <a:lnTo>
                  <a:pt x="817672" y="72314"/>
                </a:lnTo>
                <a:lnTo>
                  <a:pt x="817552" y="73005"/>
                </a:lnTo>
                <a:lnTo>
                  <a:pt x="817442" y="73701"/>
                </a:lnTo>
                <a:lnTo>
                  <a:pt x="817341" y="74404"/>
                </a:lnTo>
                <a:lnTo>
                  <a:pt x="817250" y="75113"/>
                </a:lnTo>
                <a:lnTo>
                  <a:pt x="817168" y="75829"/>
                </a:lnTo>
                <a:lnTo>
                  <a:pt x="817096" y="76550"/>
                </a:lnTo>
                <a:lnTo>
                  <a:pt x="817034" y="77277"/>
                </a:lnTo>
                <a:lnTo>
                  <a:pt x="816981" y="78011"/>
                </a:lnTo>
                <a:lnTo>
                  <a:pt x="816938" y="78751"/>
                </a:lnTo>
                <a:lnTo>
                  <a:pt x="816904" y="79497"/>
                </a:lnTo>
                <a:lnTo>
                  <a:pt x="816881" y="80249"/>
                </a:lnTo>
                <a:lnTo>
                  <a:pt x="816866" y="81007"/>
                </a:lnTo>
                <a:lnTo>
                  <a:pt x="816861" y="81771"/>
                </a:lnTo>
                <a:lnTo>
                  <a:pt x="816861" y="84939"/>
                </a:lnTo>
                <a:lnTo>
                  <a:pt x="816866" y="85649"/>
                </a:lnTo>
                <a:lnTo>
                  <a:pt x="816880" y="86354"/>
                </a:lnTo>
                <a:lnTo>
                  <a:pt x="816903" y="87054"/>
                </a:lnTo>
                <a:lnTo>
                  <a:pt x="816935" y="87749"/>
                </a:lnTo>
                <a:lnTo>
                  <a:pt x="816976" y="88440"/>
                </a:lnTo>
                <a:lnTo>
                  <a:pt x="817027" y="89126"/>
                </a:lnTo>
                <a:lnTo>
                  <a:pt x="817087" y="89808"/>
                </a:lnTo>
                <a:lnTo>
                  <a:pt x="817156" y="90484"/>
                </a:lnTo>
                <a:lnTo>
                  <a:pt x="817234" y="91156"/>
                </a:lnTo>
                <a:lnTo>
                  <a:pt x="817322" y="91823"/>
                </a:lnTo>
                <a:lnTo>
                  <a:pt x="817418" y="92486"/>
                </a:lnTo>
                <a:lnTo>
                  <a:pt x="817524" y="93144"/>
                </a:lnTo>
                <a:lnTo>
                  <a:pt x="817639" y="93797"/>
                </a:lnTo>
                <a:lnTo>
                  <a:pt x="817764" y="94445"/>
                </a:lnTo>
                <a:lnTo>
                  <a:pt x="817897" y="95088"/>
                </a:lnTo>
                <a:lnTo>
                  <a:pt x="818040" y="95727"/>
                </a:lnTo>
                <a:lnTo>
                  <a:pt x="818192" y="96361"/>
                </a:lnTo>
                <a:lnTo>
                  <a:pt x="818353" y="96990"/>
                </a:lnTo>
                <a:lnTo>
                  <a:pt x="818523" y="97615"/>
                </a:lnTo>
                <a:lnTo>
                  <a:pt x="818703" y="98235"/>
                </a:lnTo>
                <a:lnTo>
                  <a:pt x="818892" y="98850"/>
                </a:lnTo>
                <a:lnTo>
                  <a:pt x="819090" y="99460"/>
                </a:lnTo>
                <a:lnTo>
                  <a:pt x="819297" y="100066"/>
                </a:lnTo>
                <a:lnTo>
                  <a:pt x="819513" y="100667"/>
                </a:lnTo>
                <a:lnTo>
                  <a:pt x="819738" y="101262"/>
                </a:lnTo>
                <a:lnTo>
                  <a:pt x="819970" y="101850"/>
                </a:lnTo>
                <a:lnTo>
                  <a:pt x="820210" y="102432"/>
                </a:lnTo>
                <a:lnTo>
                  <a:pt x="820457" y="103007"/>
                </a:lnTo>
                <a:lnTo>
                  <a:pt x="820711" y="103575"/>
                </a:lnTo>
                <a:lnTo>
                  <a:pt x="820973" y="104136"/>
                </a:lnTo>
                <a:lnTo>
                  <a:pt x="821242" y="104691"/>
                </a:lnTo>
                <a:lnTo>
                  <a:pt x="821519" y="105238"/>
                </a:lnTo>
                <a:lnTo>
                  <a:pt x="821803" y="105779"/>
                </a:lnTo>
                <a:lnTo>
                  <a:pt x="822094" y="106313"/>
                </a:lnTo>
                <a:lnTo>
                  <a:pt x="822393" y="106841"/>
                </a:lnTo>
                <a:lnTo>
                  <a:pt x="822699" y="107361"/>
                </a:lnTo>
                <a:lnTo>
                  <a:pt x="823013" y="107875"/>
                </a:lnTo>
                <a:lnTo>
                  <a:pt x="823334" y="108382"/>
                </a:lnTo>
                <a:lnTo>
                  <a:pt x="823663" y="108883"/>
                </a:lnTo>
                <a:lnTo>
                  <a:pt x="823999" y="109376"/>
                </a:lnTo>
                <a:lnTo>
                  <a:pt x="824342" y="109863"/>
                </a:lnTo>
                <a:lnTo>
                  <a:pt x="824693" y="110343"/>
                </a:lnTo>
                <a:lnTo>
                  <a:pt x="825051" y="110816"/>
                </a:lnTo>
                <a:lnTo>
                  <a:pt x="825417" y="111282"/>
                </a:lnTo>
                <a:lnTo>
                  <a:pt x="825790" y="111742"/>
                </a:lnTo>
                <a:lnTo>
                  <a:pt x="826171" y="112195"/>
                </a:lnTo>
                <a:lnTo>
                  <a:pt x="826558" y="112641"/>
                </a:lnTo>
                <a:lnTo>
                  <a:pt x="826954" y="113080"/>
                </a:lnTo>
                <a:lnTo>
                  <a:pt x="827356" y="113512"/>
                </a:lnTo>
                <a:lnTo>
                  <a:pt x="827764" y="113935"/>
                </a:lnTo>
                <a:lnTo>
                  <a:pt x="828179" y="114351"/>
                </a:lnTo>
                <a:lnTo>
                  <a:pt x="828599" y="114758"/>
                </a:lnTo>
                <a:lnTo>
                  <a:pt x="829026" y="115157"/>
                </a:lnTo>
                <a:lnTo>
                  <a:pt x="829458" y="115548"/>
                </a:lnTo>
                <a:lnTo>
                  <a:pt x="829897" y="115930"/>
                </a:lnTo>
                <a:lnTo>
                  <a:pt x="830343" y="116305"/>
                </a:lnTo>
                <a:lnTo>
                  <a:pt x="830794" y="116671"/>
                </a:lnTo>
                <a:lnTo>
                  <a:pt x="831251" y="117029"/>
                </a:lnTo>
                <a:lnTo>
                  <a:pt x="831715" y="117379"/>
                </a:lnTo>
                <a:lnTo>
                  <a:pt x="832184" y="117721"/>
                </a:lnTo>
                <a:lnTo>
                  <a:pt x="832660" y="118054"/>
                </a:lnTo>
                <a:lnTo>
                  <a:pt x="833142" y="118380"/>
                </a:lnTo>
                <a:lnTo>
                  <a:pt x="833630" y="118697"/>
                </a:lnTo>
                <a:lnTo>
                  <a:pt x="834124" y="119006"/>
                </a:lnTo>
                <a:lnTo>
                  <a:pt x="834624" y="119307"/>
                </a:lnTo>
                <a:lnTo>
                  <a:pt x="835131" y="119599"/>
                </a:lnTo>
                <a:lnTo>
                  <a:pt x="835644" y="119884"/>
                </a:lnTo>
                <a:lnTo>
                  <a:pt x="836162" y="120160"/>
                </a:lnTo>
                <a:lnTo>
                  <a:pt x="836687" y="120428"/>
                </a:lnTo>
                <a:lnTo>
                  <a:pt x="837218" y="120688"/>
                </a:lnTo>
                <a:lnTo>
                  <a:pt x="837755" y="120940"/>
                </a:lnTo>
                <a:lnTo>
                  <a:pt x="838299" y="121183"/>
                </a:lnTo>
                <a:lnTo>
                  <a:pt x="838847" y="121418"/>
                </a:lnTo>
                <a:lnTo>
                  <a:pt x="839400" y="121642"/>
                </a:lnTo>
                <a:lnTo>
                  <a:pt x="839957" y="121857"/>
                </a:lnTo>
                <a:lnTo>
                  <a:pt x="840519" y="122061"/>
                </a:lnTo>
                <a:lnTo>
                  <a:pt x="841085" y="122256"/>
                </a:lnTo>
                <a:lnTo>
                  <a:pt x="841655" y="122440"/>
                </a:lnTo>
                <a:lnTo>
                  <a:pt x="842230" y="122615"/>
                </a:lnTo>
                <a:lnTo>
                  <a:pt x="842809" y="122779"/>
                </a:lnTo>
                <a:lnTo>
                  <a:pt x="843392" y="122934"/>
                </a:lnTo>
                <a:lnTo>
                  <a:pt x="843980" y="123079"/>
                </a:lnTo>
                <a:lnTo>
                  <a:pt x="844572" y="123213"/>
                </a:lnTo>
                <a:lnTo>
                  <a:pt x="845168" y="123338"/>
                </a:lnTo>
                <a:lnTo>
                  <a:pt x="845769" y="123453"/>
                </a:lnTo>
                <a:lnTo>
                  <a:pt x="846374" y="123558"/>
                </a:lnTo>
                <a:lnTo>
                  <a:pt x="846983" y="123652"/>
                </a:lnTo>
                <a:lnTo>
                  <a:pt x="847597" y="123737"/>
                </a:lnTo>
                <a:lnTo>
                  <a:pt x="848215" y="123812"/>
                </a:lnTo>
                <a:lnTo>
                  <a:pt x="848838" y="123877"/>
                </a:lnTo>
                <a:lnTo>
                  <a:pt x="849465" y="123932"/>
                </a:lnTo>
                <a:lnTo>
                  <a:pt x="850096" y="123977"/>
                </a:lnTo>
                <a:lnTo>
                  <a:pt x="850731" y="124011"/>
                </a:lnTo>
                <a:lnTo>
                  <a:pt x="851371" y="124036"/>
                </a:lnTo>
                <a:lnTo>
                  <a:pt x="852015" y="124051"/>
                </a:lnTo>
                <a:lnTo>
                  <a:pt x="852664" y="124056"/>
                </a:lnTo>
                <a:lnTo>
                  <a:pt x="853256" y="124053"/>
                </a:lnTo>
                <a:lnTo>
                  <a:pt x="853842" y="124043"/>
                </a:lnTo>
                <a:lnTo>
                  <a:pt x="854423" y="124026"/>
                </a:lnTo>
                <a:lnTo>
                  <a:pt x="854997" y="124002"/>
                </a:lnTo>
                <a:lnTo>
                  <a:pt x="855564" y="123972"/>
                </a:lnTo>
                <a:lnTo>
                  <a:pt x="856126" y="123934"/>
                </a:lnTo>
                <a:lnTo>
                  <a:pt x="856682" y="123890"/>
                </a:lnTo>
                <a:lnTo>
                  <a:pt x="857231" y="123839"/>
                </a:lnTo>
                <a:lnTo>
                  <a:pt x="857774" y="123782"/>
                </a:lnTo>
                <a:lnTo>
                  <a:pt x="858312" y="123717"/>
                </a:lnTo>
                <a:lnTo>
                  <a:pt x="858843" y="123646"/>
                </a:lnTo>
                <a:lnTo>
                  <a:pt x="859368" y="123568"/>
                </a:lnTo>
                <a:lnTo>
                  <a:pt x="859886" y="123484"/>
                </a:lnTo>
                <a:lnTo>
                  <a:pt x="860399" y="123392"/>
                </a:lnTo>
                <a:lnTo>
                  <a:pt x="860905" y="123294"/>
                </a:lnTo>
                <a:lnTo>
                  <a:pt x="861406" y="123189"/>
                </a:lnTo>
                <a:lnTo>
                  <a:pt x="861900" y="123077"/>
                </a:lnTo>
                <a:lnTo>
                  <a:pt x="862388" y="122958"/>
                </a:lnTo>
                <a:lnTo>
                  <a:pt x="862870" y="122833"/>
                </a:lnTo>
                <a:lnTo>
                  <a:pt x="863346" y="122701"/>
                </a:lnTo>
                <a:lnTo>
                  <a:pt x="863815" y="122562"/>
                </a:lnTo>
                <a:lnTo>
                  <a:pt x="864279" y="122416"/>
                </a:lnTo>
                <a:lnTo>
                  <a:pt x="864736" y="122263"/>
                </a:lnTo>
                <a:lnTo>
                  <a:pt x="865187" y="122104"/>
                </a:lnTo>
                <a:lnTo>
                  <a:pt x="865633" y="121939"/>
                </a:lnTo>
                <a:lnTo>
                  <a:pt x="866073" y="121770"/>
                </a:lnTo>
                <a:lnTo>
                  <a:pt x="866508" y="121597"/>
                </a:lnTo>
                <a:lnTo>
                  <a:pt x="866937" y="121419"/>
                </a:lnTo>
                <a:lnTo>
                  <a:pt x="867361" y="121236"/>
                </a:lnTo>
                <a:lnTo>
                  <a:pt x="867779" y="121050"/>
                </a:lnTo>
                <a:lnTo>
                  <a:pt x="868193" y="120859"/>
                </a:lnTo>
                <a:lnTo>
                  <a:pt x="868601" y="120664"/>
                </a:lnTo>
                <a:lnTo>
                  <a:pt x="869003" y="120464"/>
                </a:lnTo>
                <a:lnTo>
                  <a:pt x="869400" y="120260"/>
                </a:lnTo>
                <a:lnTo>
                  <a:pt x="869792" y="120052"/>
                </a:lnTo>
                <a:lnTo>
                  <a:pt x="870178" y="119839"/>
                </a:lnTo>
                <a:lnTo>
                  <a:pt x="870559" y="119622"/>
                </a:lnTo>
                <a:lnTo>
                  <a:pt x="870935" y="119400"/>
                </a:lnTo>
                <a:lnTo>
                  <a:pt x="871305" y="119175"/>
                </a:lnTo>
                <a:lnTo>
                  <a:pt x="871670" y="118945"/>
                </a:lnTo>
                <a:lnTo>
                  <a:pt x="872030" y="118710"/>
                </a:lnTo>
                <a:lnTo>
                  <a:pt x="872384" y="118471"/>
                </a:lnTo>
                <a:lnTo>
                  <a:pt x="872732" y="118228"/>
                </a:lnTo>
                <a:lnTo>
                  <a:pt x="873076" y="117981"/>
                </a:lnTo>
                <a:lnTo>
                  <a:pt x="873414" y="117729"/>
                </a:lnTo>
                <a:lnTo>
                  <a:pt x="873747" y="117473"/>
                </a:lnTo>
                <a:lnTo>
                  <a:pt x="874074" y="117212"/>
                </a:lnTo>
                <a:lnTo>
                  <a:pt x="874396" y="116947"/>
                </a:lnTo>
                <a:lnTo>
                  <a:pt x="874713" y="116679"/>
                </a:lnTo>
                <a:lnTo>
                  <a:pt x="875026" y="116409"/>
                </a:lnTo>
                <a:lnTo>
                  <a:pt x="875335" y="116136"/>
                </a:lnTo>
                <a:lnTo>
                  <a:pt x="875640" y="115862"/>
                </a:lnTo>
                <a:lnTo>
                  <a:pt x="875941" y="115585"/>
                </a:lnTo>
                <a:lnTo>
                  <a:pt x="876237" y="115306"/>
                </a:lnTo>
                <a:lnTo>
                  <a:pt x="876530" y="115025"/>
                </a:lnTo>
                <a:lnTo>
                  <a:pt x="876819" y="114741"/>
                </a:lnTo>
                <a:lnTo>
                  <a:pt x="877103" y="114456"/>
                </a:lnTo>
                <a:lnTo>
                  <a:pt x="877383" y="114168"/>
                </a:lnTo>
                <a:lnTo>
                  <a:pt x="877660" y="113878"/>
                </a:lnTo>
                <a:lnTo>
                  <a:pt x="877932" y="113586"/>
                </a:lnTo>
                <a:lnTo>
                  <a:pt x="878200" y="113292"/>
                </a:lnTo>
                <a:lnTo>
                  <a:pt x="878464" y="112996"/>
                </a:lnTo>
                <a:lnTo>
                  <a:pt x="878724" y="112697"/>
                </a:lnTo>
                <a:lnTo>
                  <a:pt x="878980" y="112396"/>
                </a:lnTo>
                <a:lnTo>
                  <a:pt x="879231" y="112093"/>
                </a:lnTo>
                <a:lnTo>
                  <a:pt x="879479" y="111788"/>
                </a:lnTo>
                <a:lnTo>
                  <a:pt x="879722" y="111481"/>
                </a:lnTo>
                <a:lnTo>
                  <a:pt x="879962" y="111172"/>
                </a:lnTo>
                <a:lnTo>
                  <a:pt x="880197" y="110860"/>
                </a:lnTo>
                <a:lnTo>
                  <a:pt x="880428" y="110546"/>
                </a:lnTo>
                <a:lnTo>
                  <a:pt x="880655" y="110230"/>
                </a:lnTo>
                <a:lnTo>
                  <a:pt x="880879" y="109912"/>
                </a:lnTo>
                <a:lnTo>
                  <a:pt x="875353" y="105639"/>
                </a:lnTo>
                <a:lnTo>
                  <a:pt x="874989" y="106107"/>
                </a:lnTo>
                <a:lnTo>
                  <a:pt x="874621" y="106564"/>
                </a:lnTo>
                <a:lnTo>
                  <a:pt x="874249" y="107010"/>
                </a:lnTo>
                <a:lnTo>
                  <a:pt x="873873" y="107445"/>
                </a:lnTo>
                <a:lnTo>
                  <a:pt x="873493" y="107870"/>
                </a:lnTo>
                <a:lnTo>
                  <a:pt x="873109" y="108285"/>
                </a:lnTo>
                <a:lnTo>
                  <a:pt x="872721" y="108688"/>
                </a:lnTo>
                <a:lnTo>
                  <a:pt x="872329" y="109081"/>
                </a:lnTo>
                <a:lnTo>
                  <a:pt x="871933" y="109464"/>
                </a:lnTo>
                <a:lnTo>
                  <a:pt x="871533" y="109836"/>
                </a:lnTo>
                <a:lnTo>
                  <a:pt x="871129" y="110197"/>
                </a:lnTo>
                <a:lnTo>
                  <a:pt x="870722" y="110548"/>
                </a:lnTo>
                <a:lnTo>
                  <a:pt x="870310" y="110888"/>
                </a:lnTo>
                <a:lnTo>
                  <a:pt x="869894" y="111217"/>
                </a:lnTo>
                <a:lnTo>
                  <a:pt x="869474" y="111536"/>
                </a:lnTo>
                <a:lnTo>
                  <a:pt x="869051" y="111844"/>
                </a:lnTo>
                <a:lnTo>
                  <a:pt x="868623" y="112141"/>
                </a:lnTo>
                <a:lnTo>
                  <a:pt x="868192" y="112428"/>
                </a:lnTo>
                <a:lnTo>
                  <a:pt x="867756" y="112705"/>
                </a:lnTo>
                <a:lnTo>
                  <a:pt x="867317" y="112970"/>
                </a:lnTo>
                <a:lnTo>
                  <a:pt x="866873" y="113225"/>
                </a:lnTo>
                <a:lnTo>
                  <a:pt x="866426" y="113470"/>
                </a:lnTo>
                <a:lnTo>
                  <a:pt x="865974" y="113704"/>
                </a:lnTo>
                <a:lnTo>
                  <a:pt x="865519" y="113927"/>
                </a:lnTo>
                <a:lnTo>
                  <a:pt x="865059" y="114140"/>
                </a:lnTo>
                <a:lnTo>
                  <a:pt x="864594" y="114345"/>
                </a:lnTo>
                <a:lnTo>
                  <a:pt x="864123" y="114540"/>
                </a:lnTo>
                <a:lnTo>
                  <a:pt x="863647" y="114726"/>
                </a:lnTo>
                <a:lnTo>
                  <a:pt x="863166" y="114903"/>
                </a:lnTo>
                <a:lnTo>
                  <a:pt x="862680" y="115071"/>
                </a:lnTo>
                <a:lnTo>
                  <a:pt x="862189" y="115230"/>
                </a:lnTo>
                <a:lnTo>
                  <a:pt x="861692" y="115380"/>
                </a:lnTo>
                <a:lnTo>
                  <a:pt x="861190" y="115521"/>
                </a:lnTo>
                <a:lnTo>
                  <a:pt x="860683" y="115652"/>
                </a:lnTo>
                <a:lnTo>
                  <a:pt x="860171" y="115775"/>
                </a:lnTo>
                <a:lnTo>
                  <a:pt x="859653" y="115888"/>
                </a:lnTo>
                <a:lnTo>
                  <a:pt x="859130" y="115993"/>
                </a:lnTo>
                <a:lnTo>
                  <a:pt x="858602" y="116088"/>
                </a:lnTo>
                <a:lnTo>
                  <a:pt x="858069" y="116174"/>
                </a:lnTo>
                <a:lnTo>
                  <a:pt x="857530" y="116252"/>
                </a:lnTo>
                <a:lnTo>
                  <a:pt x="856986" y="116320"/>
                </a:lnTo>
                <a:lnTo>
                  <a:pt x="856437" y="116379"/>
                </a:lnTo>
                <a:lnTo>
                  <a:pt x="855883" y="116429"/>
                </a:lnTo>
                <a:lnTo>
                  <a:pt x="855323" y="116470"/>
                </a:lnTo>
                <a:lnTo>
                  <a:pt x="854758" y="116501"/>
                </a:lnTo>
                <a:lnTo>
                  <a:pt x="854188" y="116524"/>
                </a:lnTo>
                <a:lnTo>
                  <a:pt x="853613" y="116538"/>
                </a:lnTo>
                <a:lnTo>
                  <a:pt x="853032" y="116542"/>
                </a:lnTo>
                <a:lnTo>
                  <a:pt x="852525" y="116538"/>
                </a:lnTo>
                <a:lnTo>
                  <a:pt x="852021" y="116525"/>
                </a:lnTo>
                <a:lnTo>
                  <a:pt x="851521" y="116504"/>
                </a:lnTo>
                <a:lnTo>
                  <a:pt x="851025" y="116474"/>
                </a:lnTo>
                <a:lnTo>
                  <a:pt x="850532" y="116435"/>
                </a:lnTo>
                <a:lnTo>
                  <a:pt x="850044" y="116388"/>
                </a:lnTo>
                <a:lnTo>
                  <a:pt x="849559" y="116332"/>
                </a:lnTo>
                <a:lnTo>
                  <a:pt x="849079" y="116268"/>
                </a:lnTo>
                <a:lnTo>
                  <a:pt x="848602" y="116195"/>
                </a:lnTo>
                <a:lnTo>
                  <a:pt x="848129" y="116114"/>
                </a:lnTo>
                <a:lnTo>
                  <a:pt x="847659" y="116024"/>
                </a:lnTo>
                <a:lnTo>
                  <a:pt x="847194" y="115925"/>
                </a:lnTo>
                <a:lnTo>
                  <a:pt x="846732" y="115818"/>
                </a:lnTo>
                <a:lnTo>
                  <a:pt x="846275" y="115702"/>
                </a:lnTo>
                <a:lnTo>
                  <a:pt x="845821" y="115578"/>
                </a:lnTo>
                <a:lnTo>
                  <a:pt x="845371" y="115445"/>
                </a:lnTo>
                <a:lnTo>
                  <a:pt x="844924" y="115304"/>
                </a:lnTo>
                <a:lnTo>
                  <a:pt x="844482" y="115154"/>
                </a:lnTo>
                <a:lnTo>
                  <a:pt x="844044" y="114996"/>
                </a:lnTo>
                <a:lnTo>
                  <a:pt x="843609" y="114828"/>
                </a:lnTo>
                <a:lnTo>
                  <a:pt x="843178" y="114653"/>
                </a:lnTo>
                <a:lnTo>
                  <a:pt x="842751" y="114469"/>
                </a:lnTo>
                <a:lnTo>
                  <a:pt x="842328" y="114276"/>
                </a:lnTo>
                <a:lnTo>
                  <a:pt x="841908" y="114074"/>
                </a:lnTo>
                <a:lnTo>
                  <a:pt x="841493" y="113866"/>
                </a:lnTo>
                <a:lnTo>
                  <a:pt x="841083" y="113650"/>
                </a:lnTo>
                <a:lnTo>
                  <a:pt x="840678" y="113429"/>
                </a:lnTo>
                <a:lnTo>
                  <a:pt x="840277" y="113201"/>
                </a:lnTo>
                <a:lnTo>
                  <a:pt x="839882" y="112966"/>
                </a:lnTo>
                <a:lnTo>
                  <a:pt x="839491" y="112725"/>
                </a:lnTo>
                <a:lnTo>
                  <a:pt x="839105" y="112478"/>
                </a:lnTo>
                <a:lnTo>
                  <a:pt x="838724" y="112224"/>
                </a:lnTo>
                <a:lnTo>
                  <a:pt x="838348" y="111964"/>
                </a:lnTo>
                <a:lnTo>
                  <a:pt x="837977" y="111698"/>
                </a:lnTo>
                <a:lnTo>
                  <a:pt x="837610" y="111425"/>
                </a:lnTo>
                <a:lnTo>
                  <a:pt x="837249" y="111146"/>
                </a:lnTo>
                <a:lnTo>
                  <a:pt x="836892" y="110860"/>
                </a:lnTo>
                <a:lnTo>
                  <a:pt x="836540" y="110569"/>
                </a:lnTo>
                <a:lnTo>
                  <a:pt x="836193" y="110270"/>
                </a:lnTo>
                <a:lnTo>
                  <a:pt x="835851" y="109965"/>
                </a:lnTo>
                <a:lnTo>
                  <a:pt x="835514" y="109654"/>
                </a:lnTo>
                <a:lnTo>
                  <a:pt x="835182" y="109337"/>
                </a:lnTo>
                <a:lnTo>
                  <a:pt x="834854" y="109013"/>
                </a:lnTo>
                <a:lnTo>
                  <a:pt x="834531" y="108682"/>
                </a:lnTo>
                <a:lnTo>
                  <a:pt x="834214" y="108346"/>
                </a:lnTo>
                <a:lnTo>
                  <a:pt x="833901" y="108002"/>
                </a:lnTo>
                <a:lnTo>
                  <a:pt x="833592" y="107653"/>
                </a:lnTo>
                <a:lnTo>
                  <a:pt x="833289" y="107297"/>
                </a:lnTo>
                <a:lnTo>
                  <a:pt x="832991" y="106935"/>
                </a:lnTo>
                <a:lnTo>
                  <a:pt x="832699" y="106569"/>
                </a:lnTo>
                <a:lnTo>
                  <a:pt x="832412" y="106197"/>
                </a:lnTo>
                <a:lnTo>
                  <a:pt x="832131" y="105821"/>
                </a:lnTo>
                <a:lnTo>
                  <a:pt x="831856" y="105439"/>
                </a:lnTo>
                <a:lnTo>
                  <a:pt x="831586" y="105052"/>
                </a:lnTo>
                <a:lnTo>
                  <a:pt x="831321" y="104661"/>
                </a:lnTo>
                <a:lnTo>
                  <a:pt x="831063" y="104264"/>
                </a:lnTo>
                <a:lnTo>
                  <a:pt x="830810" y="103863"/>
                </a:lnTo>
                <a:lnTo>
                  <a:pt x="830562" y="103456"/>
                </a:lnTo>
                <a:lnTo>
                  <a:pt x="830321" y="103045"/>
                </a:lnTo>
                <a:lnTo>
                  <a:pt x="830085" y="102628"/>
                </a:lnTo>
                <a:lnTo>
                  <a:pt x="829854" y="102207"/>
                </a:lnTo>
                <a:lnTo>
                  <a:pt x="829629" y="101780"/>
                </a:lnTo>
                <a:lnTo>
                  <a:pt x="829410" y="101349"/>
                </a:lnTo>
                <a:lnTo>
                  <a:pt x="829197" y="100912"/>
                </a:lnTo>
                <a:lnTo>
                  <a:pt x="828989" y="100471"/>
                </a:lnTo>
                <a:lnTo>
                  <a:pt x="828786" y="100025"/>
                </a:lnTo>
                <a:lnTo>
                  <a:pt x="828590" y="99573"/>
                </a:lnTo>
                <a:lnTo>
                  <a:pt x="828398" y="99117"/>
                </a:lnTo>
                <a:lnTo>
                  <a:pt x="828213" y="98655"/>
                </a:lnTo>
                <a:lnTo>
                  <a:pt x="828033" y="98189"/>
                </a:lnTo>
                <a:lnTo>
                  <a:pt x="827859" y="97718"/>
                </a:lnTo>
                <a:lnTo>
                  <a:pt x="827690" y="97241"/>
                </a:lnTo>
                <a:lnTo>
                  <a:pt x="827528" y="96761"/>
                </a:lnTo>
                <a:lnTo>
                  <a:pt x="827373" y="96278"/>
                </a:lnTo>
                <a:lnTo>
                  <a:pt x="827224" y="95792"/>
                </a:lnTo>
                <a:lnTo>
                  <a:pt x="827083" y="95303"/>
                </a:lnTo>
                <a:lnTo>
                  <a:pt x="826948" y="94812"/>
                </a:lnTo>
                <a:lnTo>
                  <a:pt x="826820" y="94318"/>
                </a:lnTo>
                <a:lnTo>
                  <a:pt x="826699" y="93820"/>
                </a:lnTo>
                <a:lnTo>
                  <a:pt x="826585" y="93321"/>
                </a:lnTo>
                <a:lnTo>
                  <a:pt x="826478" y="92818"/>
                </a:lnTo>
                <a:lnTo>
                  <a:pt x="826378" y="92312"/>
                </a:lnTo>
                <a:lnTo>
                  <a:pt x="826285" y="91804"/>
                </a:lnTo>
                <a:lnTo>
                  <a:pt x="826199" y="91293"/>
                </a:lnTo>
                <a:lnTo>
                  <a:pt x="826119" y="90779"/>
                </a:lnTo>
                <a:lnTo>
                  <a:pt x="826047" y="90262"/>
                </a:lnTo>
                <a:lnTo>
                  <a:pt x="825981" y="89742"/>
                </a:lnTo>
                <a:lnTo>
                  <a:pt x="825922" y="89220"/>
                </a:lnTo>
                <a:lnTo>
                  <a:pt x="825871" y="88694"/>
                </a:lnTo>
                <a:lnTo>
                  <a:pt x="825826" y="88166"/>
                </a:lnTo>
                <a:lnTo>
                  <a:pt x="825788" y="87635"/>
                </a:lnTo>
                <a:lnTo>
                  <a:pt x="825757" y="87102"/>
                </a:lnTo>
                <a:lnTo>
                  <a:pt x="825733" y="86565"/>
                </a:lnTo>
                <a:lnTo>
                  <a:pt x="825715" y="86026"/>
                </a:lnTo>
                <a:lnTo>
                  <a:pt x="825705" y="85484"/>
                </a:lnTo>
                <a:lnTo>
                  <a:pt x="825701" y="84939"/>
                </a:lnTo>
                <a:lnTo>
                  <a:pt x="825701" y="83244"/>
                </a:lnTo>
                <a:lnTo>
                  <a:pt x="882573" y="83244"/>
                </a:lnTo>
                <a:lnTo>
                  <a:pt x="882573" y="77876"/>
                </a:lnTo>
                <a:lnTo>
                  <a:pt x="882569" y="77210"/>
                </a:lnTo>
                <a:lnTo>
                  <a:pt x="882559" y="76549"/>
                </a:lnTo>
                <a:lnTo>
                  <a:pt x="882541" y="75893"/>
                </a:lnTo>
                <a:lnTo>
                  <a:pt x="882516" y="75242"/>
                </a:lnTo>
                <a:close/>
                <a:moveTo>
                  <a:pt x="826520" y="72620"/>
                </a:moveTo>
                <a:lnTo>
                  <a:pt x="826625" y="72086"/>
                </a:lnTo>
                <a:lnTo>
                  <a:pt x="826737" y="71557"/>
                </a:lnTo>
                <a:lnTo>
                  <a:pt x="826856" y="71032"/>
                </a:lnTo>
                <a:lnTo>
                  <a:pt x="826980" y="70511"/>
                </a:lnTo>
                <a:lnTo>
                  <a:pt x="827111" y="69995"/>
                </a:lnTo>
                <a:lnTo>
                  <a:pt x="827249" y="69484"/>
                </a:lnTo>
                <a:lnTo>
                  <a:pt x="827393" y="68977"/>
                </a:lnTo>
                <a:lnTo>
                  <a:pt x="827543" y="68474"/>
                </a:lnTo>
                <a:lnTo>
                  <a:pt x="827699" y="67977"/>
                </a:lnTo>
                <a:lnTo>
                  <a:pt x="827861" y="67485"/>
                </a:lnTo>
                <a:lnTo>
                  <a:pt x="828027" y="66998"/>
                </a:lnTo>
                <a:lnTo>
                  <a:pt x="828199" y="66518"/>
                </a:lnTo>
                <a:lnTo>
                  <a:pt x="828376" y="66043"/>
                </a:lnTo>
                <a:lnTo>
                  <a:pt x="828558" y="65573"/>
                </a:lnTo>
                <a:lnTo>
                  <a:pt x="828746" y="65110"/>
                </a:lnTo>
                <a:lnTo>
                  <a:pt x="828939" y="64652"/>
                </a:lnTo>
                <a:lnTo>
                  <a:pt x="829137" y="64199"/>
                </a:lnTo>
                <a:lnTo>
                  <a:pt x="829340" y="63752"/>
                </a:lnTo>
                <a:lnTo>
                  <a:pt x="829549" y="63311"/>
                </a:lnTo>
                <a:lnTo>
                  <a:pt x="829762" y="62875"/>
                </a:lnTo>
                <a:lnTo>
                  <a:pt x="829981" y="62445"/>
                </a:lnTo>
                <a:lnTo>
                  <a:pt x="830206" y="62021"/>
                </a:lnTo>
                <a:lnTo>
                  <a:pt x="830435" y="61602"/>
                </a:lnTo>
                <a:lnTo>
                  <a:pt x="830670" y="61189"/>
                </a:lnTo>
                <a:lnTo>
                  <a:pt x="830910" y="60782"/>
                </a:lnTo>
                <a:lnTo>
                  <a:pt x="831155" y="60380"/>
                </a:lnTo>
                <a:lnTo>
                  <a:pt x="831406" y="59984"/>
                </a:lnTo>
                <a:lnTo>
                  <a:pt x="831661" y="59593"/>
                </a:lnTo>
                <a:lnTo>
                  <a:pt x="831922" y="59208"/>
                </a:lnTo>
                <a:lnTo>
                  <a:pt x="832189" y="58829"/>
                </a:lnTo>
                <a:lnTo>
                  <a:pt x="832460" y="58455"/>
                </a:lnTo>
                <a:lnTo>
                  <a:pt x="832737" y="58087"/>
                </a:lnTo>
                <a:lnTo>
                  <a:pt x="833018" y="57725"/>
                </a:lnTo>
                <a:lnTo>
                  <a:pt x="833304" y="57370"/>
                </a:lnTo>
                <a:lnTo>
                  <a:pt x="833595" y="57023"/>
                </a:lnTo>
                <a:lnTo>
                  <a:pt x="833890" y="56682"/>
                </a:lnTo>
                <a:lnTo>
                  <a:pt x="834189" y="56349"/>
                </a:lnTo>
                <a:lnTo>
                  <a:pt x="834493" y="56022"/>
                </a:lnTo>
                <a:lnTo>
                  <a:pt x="834802" y="55702"/>
                </a:lnTo>
                <a:lnTo>
                  <a:pt x="835115" y="55390"/>
                </a:lnTo>
                <a:lnTo>
                  <a:pt x="835432" y="55084"/>
                </a:lnTo>
                <a:lnTo>
                  <a:pt x="835754" y="54786"/>
                </a:lnTo>
                <a:lnTo>
                  <a:pt x="836080" y="54495"/>
                </a:lnTo>
                <a:lnTo>
                  <a:pt x="836411" y="54210"/>
                </a:lnTo>
                <a:lnTo>
                  <a:pt x="836746" y="53933"/>
                </a:lnTo>
                <a:lnTo>
                  <a:pt x="837086" y="53663"/>
                </a:lnTo>
                <a:lnTo>
                  <a:pt x="837430" y="53399"/>
                </a:lnTo>
                <a:lnTo>
                  <a:pt x="837779" y="53143"/>
                </a:lnTo>
                <a:lnTo>
                  <a:pt x="838132" y="52894"/>
                </a:lnTo>
                <a:lnTo>
                  <a:pt x="838490" y="52652"/>
                </a:lnTo>
                <a:lnTo>
                  <a:pt x="838852" y="52417"/>
                </a:lnTo>
                <a:lnTo>
                  <a:pt x="839218" y="52188"/>
                </a:lnTo>
                <a:lnTo>
                  <a:pt x="839590" y="51967"/>
                </a:lnTo>
                <a:lnTo>
                  <a:pt x="839965" y="51753"/>
                </a:lnTo>
                <a:lnTo>
                  <a:pt x="840345" y="51546"/>
                </a:lnTo>
                <a:lnTo>
                  <a:pt x="840730" y="51346"/>
                </a:lnTo>
                <a:lnTo>
                  <a:pt x="841118" y="51154"/>
                </a:lnTo>
                <a:lnTo>
                  <a:pt x="841510" y="50970"/>
                </a:lnTo>
                <a:lnTo>
                  <a:pt x="841906" y="50794"/>
                </a:lnTo>
                <a:lnTo>
                  <a:pt x="842305" y="50626"/>
                </a:lnTo>
                <a:lnTo>
                  <a:pt x="842708" y="50466"/>
                </a:lnTo>
                <a:lnTo>
                  <a:pt x="843115" y="50315"/>
                </a:lnTo>
                <a:lnTo>
                  <a:pt x="843525" y="50172"/>
                </a:lnTo>
                <a:lnTo>
                  <a:pt x="843938" y="50037"/>
                </a:lnTo>
                <a:lnTo>
                  <a:pt x="844355" y="49910"/>
                </a:lnTo>
                <a:lnTo>
                  <a:pt x="844776" y="49791"/>
                </a:lnTo>
                <a:lnTo>
                  <a:pt x="845201" y="49681"/>
                </a:lnTo>
                <a:lnTo>
                  <a:pt x="845629" y="49578"/>
                </a:lnTo>
                <a:lnTo>
                  <a:pt x="846060" y="49484"/>
                </a:lnTo>
                <a:lnTo>
                  <a:pt x="846495" y="49398"/>
                </a:lnTo>
                <a:lnTo>
                  <a:pt x="846934" y="49320"/>
                </a:lnTo>
                <a:lnTo>
                  <a:pt x="847376" y="49251"/>
                </a:lnTo>
                <a:lnTo>
                  <a:pt x="847822" y="49190"/>
                </a:lnTo>
                <a:lnTo>
                  <a:pt x="848271" y="49136"/>
                </a:lnTo>
                <a:lnTo>
                  <a:pt x="848724" y="49091"/>
                </a:lnTo>
                <a:lnTo>
                  <a:pt x="849181" y="49054"/>
                </a:lnTo>
                <a:lnTo>
                  <a:pt x="849641" y="49026"/>
                </a:lnTo>
                <a:lnTo>
                  <a:pt x="850105" y="49005"/>
                </a:lnTo>
                <a:lnTo>
                  <a:pt x="850572" y="48993"/>
                </a:lnTo>
                <a:lnTo>
                  <a:pt x="851043" y="48989"/>
                </a:lnTo>
                <a:lnTo>
                  <a:pt x="851665" y="48995"/>
                </a:lnTo>
                <a:lnTo>
                  <a:pt x="852278" y="49015"/>
                </a:lnTo>
                <a:lnTo>
                  <a:pt x="852882" y="49046"/>
                </a:lnTo>
                <a:lnTo>
                  <a:pt x="853477" y="49091"/>
                </a:lnTo>
                <a:lnTo>
                  <a:pt x="854064" y="49148"/>
                </a:lnTo>
                <a:lnTo>
                  <a:pt x="854641" y="49219"/>
                </a:lnTo>
                <a:lnTo>
                  <a:pt x="855210" y="49302"/>
                </a:lnTo>
                <a:lnTo>
                  <a:pt x="855770" y="49397"/>
                </a:lnTo>
                <a:lnTo>
                  <a:pt x="856321" y="49506"/>
                </a:lnTo>
                <a:lnTo>
                  <a:pt x="856864" y="49627"/>
                </a:lnTo>
                <a:lnTo>
                  <a:pt x="857397" y="49761"/>
                </a:lnTo>
                <a:lnTo>
                  <a:pt x="857922" y="49908"/>
                </a:lnTo>
                <a:lnTo>
                  <a:pt x="858438" y="50067"/>
                </a:lnTo>
                <a:lnTo>
                  <a:pt x="858945" y="50239"/>
                </a:lnTo>
                <a:lnTo>
                  <a:pt x="859443" y="50424"/>
                </a:lnTo>
                <a:lnTo>
                  <a:pt x="859932" y="50622"/>
                </a:lnTo>
                <a:lnTo>
                  <a:pt x="860413" y="50832"/>
                </a:lnTo>
                <a:lnTo>
                  <a:pt x="860885" y="51056"/>
                </a:lnTo>
                <a:lnTo>
                  <a:pt x="861348" y="51292"/>
                </a:lnTo>
                <a:lnTo>
                  <a:pt x="861802" y="51541"/>
                </a:lnTo>
                <a:lnTo>
                  <a:pt x="862247" y="51802"/>
                </a:lnTo>
                <a:lnTo>
                  <a:pt x="862683" y="52076"/>
                </a:lnTo>
                <a:lnTo>
                  <a:pt x="863111" y="52363"/>
                </a:lnTo>
                <a:lnTo>
                  <a:pt x="863530" y="52663"/>
                </a:lnTo>
                <a:lnTo>
                  <a:pt x="863940" y="52973"/>
                </a:lnTo>
                <a:lnTo>
                  <a:pt x="864342" y="53290"/>
                </a:lnTo>
                <a:lnTo>
                  <a:pt x="864735" y="53615"/>
                </a:lnTo>
                <a:lnTo>
                  <a:pt x="865120" y="53947"/>
                </a:lnTo>
                <a:lnTo>
                  <a:pt x="865496" y="54287"/>
                </a:lnTo>
                <a:lnTo>
                  <a:pt x="865864" y="54635"/>
                </a:lnTo>
                <a:lnTo>
                  <a:pt x="866224" y="54990"/>
                </a:lnTo>
                <a:lnTo>
                  <a:pt x="866575" y="55352"/>
                </a:lnTo>
                <a:lnTo>
                  <a:pt x="866917" y="55722"/>
                </a:lnTo>
                <a:lnTo>
                  <a:pt x="867252" y="56100"/>
                </a:lnTo>
                <a:lnTo>
                  <a:pt x="867577" y="56485"/>
                </a:lnTo>
                <a:lnTo>
                  <a:pt x="867895" y="56877"/>
                </a:lnTo>
                <a:lnTo>
                  <a:pt x="868203" y="57277"/>
                </a:lnTo>
                <a:lnTo>
                  <a:pt x="868504" y="57685"/>
                </a:lnTo>
                <a:lnTo>
                  <a:pt x="868796" y="58100"/>
                </a:lnTo>
                <a:lnTo>
                  <a:pt x="869079" y="58523"/>
                </a:lnTo>
                <a:lnTo>
                  <a:pt x="869355" y="58953"/>
                </a:lnTo>
                <a:lnTo>
                  <a:pt x="869621" y="59391"/>
                </a:lnTo>
                <a:lnTo>
                  <a:pt x="869879" y="59836"/>
                </a:lnTo>
                <a:lnTo>
                  <a:pt x="870129" y="60289"/>
                </a:lnTo>
                <a:lnTo>
                  <a:pt x="870371" y="60749"/>
                </a:lnTo>
                <a:lnTo>
                  <a:pt x="870603" y="61217"/>
                </a:lnTo>
                <a:lnTo>
                  <a:pt x="870828" y="61693"/>
                </a:lnTo>
                <a:lnTo>
                  <a:pt x="871044" y="62176"/>
                </a:lnTo>
                <a:lnTo>
                  <a:pt x="871252" y="62664"/>
                </a:lnTo>
                <a:lnTo>
                  <a:pt x="871451" y="63155"/>
                </a:lnTo>
                <a:lnTo>
                  <a:pt x="871642" y="63649"/>
                </a:lnTo>
                <a:lnTo>
                  <a:pt x="871825" y="64146"/>
                </a:lnTo>
                <a:lnTo>
                  <a:pt x="871999" y="64646"/>
                </a:lnTo>
                <a:lnTo>
                  <a:pt x="872165" y="65149"/>
                </a:lnTo>
                <a:lnTo>
                  <a:pt x="872323" y="65654"/>
                </a:lnTo>
                <a:lnTo>
                  <a:pt x="872472" y="66163"/>
                </a:lnTo>
                <a:lnTo>
                  <a:pt x="872613" y="66675"/>
                </a:lnTo>
                <a:lnTo>
                  <a:pt x="872746" y="67189"/>
                </a:lnTo>
                <a:lnTo>
                  <a:pt x="872871" y="67707"/>
                </a:lnTo>
                <a:lnTo>
                  <a:pt x="872987" y="68227"/>
                </a:lnTo>
                <a:lnTo>
                  <a:pt x="873095" y="68751"/>
                </a:lnTo>
                <a:lnTo>
                  <a:pt x="873194" y="69277"/>
                </a:lnTo>
                <a:lnTo>
                  <a:pt x="873286" y="69806"/>
                </a:lnTo>
                <a:lnTo>
                  <a:pt x="873369" y="70338"/>
                </a:lnTo>
                <a:lnTo>
                  <a:pt x="873443" y="70873"/>
                </a:lnTo>
                <a:lnTo>
                  <a:pt x="873509" y="71411"/>
                </a:lnTo>
                <a:lnTo>
                  <a:pt x="873567" y="71952"/>
                </a:lnTo>
                <a:lnTo>
                  <a:pt x="873617" y="72496"/>
                </a:lnTo>
                <a:lnTo>
                  <a:pt x="873659" y="73043"/>
                </a:lnTo>
                <a:lnTo>
                  <a:pt x="873692" y="73593"/>
                </a:lnTo>
                <a:lnTo>
                  <a:pt x="873716" y="74146"/>
                </a:lnTo>
                <a:lnTo>
                  <a:pt x="873733" y="74701"/>
                </a:lnTo>
                <a:lnTo>
                  <a:pt x="873733" y="75657"/>
                </a:lnTo>
                <a:lnTo>
                  <a:pt x="826052" y="75657"/>
                </a:lnTo>
                <a:lnTo>
                  <a:pt x="826088" y="75357"/>
                </a:lnTo>
                <a:lnTo>
                  <a:pt x="826162" y="74800"/>
                </a:lnTo>
                <a:lnTo>
                  <a:pt x="826242" y="74248"/>
                </a:lnTo>
                <a:lnTo>
                  <a:pt x="826328" y="73701"/>
                </a:lnTo>
                <a:lnTo>
                  <a:pt x="826421" y="73158"/>
                </a:lnTo>
                <a:lnTo>
                  <a:pt x="826520" y="72620"/>
                </a:lnTo>
                <a:close/>
                <a:moveTo>
                  <a:pt x="706135" y="100441"/>
                </a:moveTo>
                <a:lnTo>
                  <a:pt x="706093" y="100578"/>
                </a:lnTo>
                <a:lnTo>
                  <a:pt x="705923" y="101103"/>
                </a:lnTo>
                <a:lnTo>
                  <a:pt x="705744" y="101624"/>
                </a:lnTo>
                <a:lnTo>
                  <a:pt x="705557" y="102142"/>
                </a:lnTo>
                <a:lnTo>
                  <a:pt x="705362" y="102656"/>
                </a:lnTo>
                <a:lnTo>
                  <a:pt x="705157" y="103164"/>
                </a:lnTo>
                <a:lnTo>
                  <a:pt x="704940" y="103664"/>
                </a:lnTo>
                <a:lnTo>
                  <a:pt x="704713" y="104156"/>
                </a:lnTo>
                <a:lnTo>
                  <a:pt x="704474" y="104639"/>
                </a:lnTo>
                <a:lnTo>
                  <a:pt x="704224" y="105113"/>
                </a:lnTo>
                <a:lnTo>
                  <a:pt x="703962" y="105580"/>
                </a:lnTo>
                <a:lnTo>
                  <a:pt x="703689" y="106037"/>
                </a:lnTo>
                <a:lnTo>
                  <a:pt x="703406" y="106487"/>
                </a:lnTo>
                <a:lnTo>
                  <a:pt x="703110" y="106927"/>
                </a:lnTo>
                <a:lnTo>
                  <a:pt x="702804" y="107360"/>
                </a:lnTo>
                <a:lnTo>
                  <a:pt x="702486" y="107784"/>
                </a:lnTo>
                <a:lnTo>
                  <a:pt x="702157" y="108199"/>
                </a:lnTo>
                <a:lnTo>
                  <a:pt x="701817" y="108606"/>
                </a:lnTo>
                <a:lnTo>
                  <a:pt x="701466" y="109005"/>
                </a:lnTo>
                <a:lnTo>
                  <a:pt x="701103" y="109395"/>
                </a:lnTo>
                <a:lnTo>
                  <a:pt x="700729" y="109777"/>
                </a:lnTo>
                <a:lnTo>
                  <a:pt x="700344" y="110150"/>
                </a:lnTo>
                <a:lnTo>
                  <a:pt x="699947" y="110515"/>
                </a:lnTo>
                <a:lnTo>
                  <a:pt x="699540" y="110872"/>
                </a:lnTo>
                <a:lnTo>
                  <a:pt x="699121" y="111220"/>
                </a:lnTo>
                <a:lnTo>
                  <a:pt x="698690" y="111559"/>
                </a:lnTo>
                <a:lnTo>
                  <a:pt x="698249" y="111890"/>
                </a:lnTo>
                <a:lnTo>
                  <a:pt x="697796" y="112213"/>
                </a:lnTo>
                <a:lnTo>
                  <a:pt x="697332" y="112527"/>
                </a:lnTo>
                <a:lnTo>
                  <a:pt x="696855" y="112831"/>
                </a:lnTo>
                <a:lnTo>
                  <a:pt x="696364" y="113122"/>
                </a:lnTo>
                <a:lnTo>
                  <a:pt x="695859" y="113399"/>
                </a:lnTo>
                <a:lnTo>
                  <a:pt x="695340" y="113664"/>
                </a:lnTo>
                <a:lnTo>
                  <a:pt x="694806" y="113916"/>
                </a:lnTo>
                <a:lnTo>
                  <a:pt x="694259" y="114155"/>
                </a:lnTo>
                <a:lnTo>
                  <a:pt x="693697" y="114381"/>
                </a:lnTo>
                <a:lnTo>
                  <a:pt x="693121" y="114594"/>
                </a:lnTo>
                <a:lnTo>
                  <a:pt x="692530" y="114794"/>
                </a:lnTo>
                <a:lnTo>
                  <a:pt x="691926" y="114982"/>
                </a:lnTo>
                <a:lnTo>
                  <a:pt x="691307" y="115156"/>
                </a:lnTo>
                <a:lnTo>
                  <a:pt x="690674" y="115318"/>
                </a:lnTo>
                <a:lnTo>
                  <a:pt x="690027" y="115466"/>
                </a:lnTo>
                <a:lnTo>
                  <a:pt x="689366" y="115602"/>
                </a:lnTo>
                <a:lnTo>
                  <a:pt x="688691" y="115724"/>
                </a:lnTo>
                <a:lnTo>
                  <a:pt x="688001" y="115834"/>
                </a:lnTo>
                <a:lnTo>
                  <a:pt x="687297" y="115931"/>
                </a:lnTo>
                <a:lnTo>
                  <a:pt x="686579" y="116015"/>
                </a:lnTo>
                <a:lnTo>
                  <a:pt x="685847" y="116086"/>
                </a:lnTo>
                <a:lnTo>
                  <a:pt x="685100" y="116144"/>
                </a:lnTo>
                <a:lnTo>
                  <a:pt x="684340" y="116189"/>
                </a:lnTo>
                <a:lnTo>
                  <a:pt x="683565" y="116222"/>
                </a:lnTo>
                <a:lnTo>
                  <a:pt x="682776" y="116241"/>
                </a:lnTo>
                <a:lnTo>
                  <a:pt x="681972" y="116248"/>
                </a:lnTo>
                <a:lnTo>
                  <a:pt x="681654" y="116246"/>
                </a:lnTo>
                <a:lnTo>
                  <a:pt x="681337" y="116240"/>
                </a:lnTo>
                <a:lnTo>
                  <a:pt x="681023" y="116230"/>
                </a:lnTo>
                <a:lnTo>
                  <a:pt x="680710" y="116217"/>
                </a:lnTo>
                <a:lnTo>
                  <a:pt x="680399" y="116200"/>
                </a:lnTo>
                <a:lnTo>
                  <a:pt x="680089" y="116179"/>
                </a:lnTo>
                <a:lnTo>
                  <a:pt x="679782" y="116154"/>
                </a:lnTo>
                <a:lnTo>
                  <a:pt x="679476" y="116125"/>
                </a:lnTo>
                <a:lnTo>
                  <a:pt x="679172" y="116092"/>
                </a:lnTo>
                <a:lnTo>
                  <a:pt x="678870" y="116056"/>
                </a:lnTo>
                <a:lnTo>
                  <a:pt x="678569" y="116015"/>
                </a:lnTo>
                <a:lnTo>
                  <a:pt x="678271" y="115971"/>
                </a:lnTo>
                <a:lnTo>
                  <a:pt x="677974" y="115923"/>
                </a:lnTo>
                <a:lnTo>
                  <a:pt x="677679" y="115872"/>
                </a:lnTo>
                <a:lnTo>
                  <a:pt x="677385" y="115816"/>
                </a:lnTo>
                <a:lnTo>
                  <a:pt x="677094" y="115756"/>
                </a:lnTo>
                <a:lnTo>
                  <a:pt x="676804" y="115693"/>
                </a:lnTo>
                <a:lnTo>
                  <a:pt x="676516" y="115626"/>
                </a:lnTo>
                <a:lnTo>
                  <a:pt x="676230" y="115555"/>
                </a:lnTo>
                <a:lnTo>
                  <a:pt x="675946" y="115480"/>
                </a:lnTo>
                <a:lnTo>
                  <a:pt x="675663" y="115402"/>
                </a:lnTo>
                <a:lnTo>
                  <a:pt x="675383" y="115319"/>
                </a:lnTo>
                <a:lnTo>
                  <a:pt x="675104" y="115233"/>
                </a:lnTo>
                <a:lnTo>
                  <a:pt x="674827" y="115143"/>
                </a:lnTo>
                <a:lnTo>
                  <a:pt x="674552" y="115048"/>
                </a:lnTo>
                <a:lnTo>
                  <a:pt x="674279" y="114948"/>
                </a:lnTo>
                <a:lnTo>
                  <a:pt x="674010" y="114844"/>
                </a:lnTo>
                <a:lnTo>
                  <a:pt x="673743" y="114734"/>
                </a:lnTo>
                <a:lnTo>
                  <a:pt x="673479" y="114620"/>
                </a:lnTo>
                <a:lnTo>
                  <a:pt x="673217" y="114500"/>
                </a:lnTo>
                <a:lnTo>
                  <a:pt x="672959" y="114376"/>
                </a:lnTo>
                <a:lnTo>
                  <a:pt x="672703" y="114246"/>
                </a:lnTo>
                <a:lnTo>
                  <a:pt x="672449" y="114112"/>
                </a:lnTo>
                <a:lnTo>
                  <a:pt x="672198" y="113972"/>
                </a:lnTo>
                <a:lnTo>
                  <a:pt x="671950" y="113828"/>
                </a:lnTo>
                <a:lnTo>
                  <a:pt x="671705" y="113678"/>
                </a:lnTo>
                <a:lnTo>
                  <a:pt x="671462" y="113524"/>
                </a:lnTo>
                <a:lnTo>
                  <a:pt x="671222" y="113365"/>
                </a:lnTo>
                <a:lnTo>
                  <a:pt x="670985" y="113200"/>
                </a:lnTo>
                <a:lnTo>
                  <a:pt x="670750" y="113031"/>
                </a:lnTo>
                <a:lnTo>
                  <a:pt x="670518" y="112856"/>
                </a:lnTo>
                <a:lnTo>
                  <a:pt x="670289" y="112677"/>
                </a:lnTo>
                <a:lnTo>
                  <a:pt x="670063" y="112493"/>
                </a:lnTo>
                <a:lnTo>
                  <a:pt x="669839" y="112303"/>
                </a:lnTo>
                <a:lnTo>
                  <a:pt x="669617" y="112109"/>
                </a:lnTo>
                <a:lnTo>
                  <a:pt x="669399" y="111910"/>
                </a:lnTo>
                <a:lnTo>
                  <a:pt x="669183" y="111705"/>
                </a:lnTo>
                <a:lnTo>
                  <a:pt x="668970" y="111496"/>
                </a:lnTo>
                <a:lnTo>
                  <a:pt x="668760" y="111281"/>
                </a:lnTo>
                <a:lnTo>
                  <a:pt x="668554" y="111060"/>
                </a:lnTo>
                <a:lnTo>
                  <a:pt x="668352" y="110833"/>
                </a:lnTo>
                <a:lnTo>
                  <a:pt x="668154" y="110600"/>
                </a:lnTo>
                <a:lnTo>
                  <a:pt x="667959" y="110360"/>
                </a:lnTo>
                <a:lnTo>
                  <a:pt x="667768" y="110115"/>
                </a:lnTo>
                <a:lnTo>
                  <a:pt x="667581" y="109863"/>
                </a:lnTo>
                <a:lnTo>
                  <a:pt x="667398" y="109605"/>
                </a:lnTo>
                <a:lnTo>
                  <a:pt x="667219" y="109341"/>
                </a:lnTo>
                <a:lnTo>
                  <a:pt x="667044" y="109071"/>
                </a:lnTo>
                <a:lnTo>
                  <a:pt x="666872" y="108795"/>
                </a:lnTo>
                <a:lnTo>
                  <a:pt x="666705" y="108512"/>
                </a:lnTo>
                <a:lnTo>
                  <a:pt x="666541" y="108224"/>
                </a:lnTo>
                <a:lnTo>
                  <a:pt x="666381" y="107929"/>
                </a:lnTo>
                <a:lnTo>
                  <a:pt x="666225" y="107628"/>
                </a:lnTo>
                <a:lnTo>
                  <a:pt x="666072" y="107322"/>
                </a:lnTo>
                <a:lnTo>
                  <a:pt x="665924" y="107008"/>
                </a:lnTo>
                <a:lnTo>
                  <a:pt x="665779" y="106689"/>
                </a:lnTo>
                <a:lnTo>
                  <a:pt x="665638" y="106364"/>
                </a:lnTo>
                <a:lnTo>
                  <a:pt x="665502" y="106032"/>
                </a:lnTo>
                <a:lnTo>
                  <a:pt x="665368" y="105695"/>
                </a:lnTo>
                <a:lnTo>
                  <a:pt x="665239" y="105351"/>
                </a:lnTo>
                <a:lnTo>
                  <a:pt x="665114" y="105001"/>
                </a:lnTo>
                <a:lnTo>
                  <a:pt x="664992" y="104645"/>
                </a:lnTo>
                <a:lnTo>
                  <a:pt x="664875" y="104282"/>
                </a:lnTo>
                <a:lnTo>
                  <a:pt x="664763" y="103913"/>
                </a:lnTo>
                <a:lnTo>
                  <a:pt x="664655" y="103536"/>
                </a:lnTo>
                <a:lnTo>
                  <a:pt x="664553" y="103152"/>
                </a:lnTo>
                <a:lnTo>
                  <a:pt x="664456" y="102761"/>
                </a:lnTo>
                <a:lnTo>
                  <a:pt x="664363" y="102364"/>
                </a:lnTo>
                <a:lnTo>
                  <a:pt x="664276" y="101959"/>
                </a:lnTo>
                <a:lnTo>
                  <a:pt x="664194" y="101547"/>
                </a:lnTo>
                <a:lnTo>
                  <a:pt x="664117" y="101128"/>
                </a:lnTo>
                <a:lnTo>
                  <a:pt x="664044" y="100702"/>
                </a:lnTo>
                <a:lnTo>
                  <a:pt x="663977" y="100269"/>
                </a:lnTo>
                <a:lnTo>
                  <a:pt x="663915" y="99829"/>
                </a:lnTo>
                <a:lnTo>
                  <a:pt x="663857" y="99382"/>
                </a:lnTo>
                <a:lnTo>
                  <a:pt x="663805" y="98928"/>
                </a:lnTo>
                <a:lnTo>
                  <a:pt x="663757" y="98467"/>
                </a:lnTo>
                <a:lnTo>
                  <a:pt x="663715" y="97998"/>
                </a:lnTo>
                <a:lnTo>
                  <a:pt x="663678" y="97523"/>
                </a:lnTo>
                <a:lnTo>
                  <a:pt x="663645" y="97041"/>
                </a:lnTo>
                <a:lnTo>
                  <a:pt x="663618" y="96552"/>
                </a:lnTo>
                <a:lnTo>
                  <a:pt x="663595" y="96055"/>
                </a:lnTo>
                <a:lnTo>
                  <a:pt x="663578" y="95552"/>
                </a:lnTo>
                <a:lnTo>
                  <a:pt x="663565" y="95042"/>
                </a:lnTo>
                <a:lnTo>
                  <a:pt x="663558" y="94524"/>
                </a:lnTo>
                <a:lnTo>
                  <a:pt x="663555" y="94000"/>
                </a:lnTo>
                <a:lnTo>
                  <a:pt x="663555" y="42875"/>
                </a:lnTo>
                <a:lnTo>
                  <a:pt x="654789" y="42875"/>
                </a:lnTo>
                <a:lnTo>
                  <a:pt x="654789" y="93853"/>
                </a:lnTo>
                <a:lnTo>
                  <a:pt x="654792" y="94530"/>
                </a:lnTo>
                <a:lnTo>
                  <a:pt x="654802" y="95199"/>
                </a:lnTo>
                <a:lnTo>
                  <a:pt x="654818" y="95859"/>
                </a:lnTo>
                <a:lnTo>
                  <a:pt x="654841" y="96511"/>
                </a:lnTo>
                <a:lnTo>
                  <a:pt x="654871" y="97154"/>
                </a:lnTo>
                <a:lnTo>
                  <a:pt x="654906" y="97789"/>
                </a:lnTo>
                <a:lnTo>
                  <a:pt x="654949" y="98416"/>
                </a:lnTo>
                <a:lnTo>
                  <a:pt x="654998" y="99034"/>
                </a:lnTo>
                <a:lnTo>
                  <a:pt x="655053" y="99644"/>
                </a:lnTo>
                <a:lnTo>
                  <a:pt x="655115" y="100245"/>
                </a:lnTo>
                <a:lnTo>
                  <a:pt x="655184" y="100838"/>
                </a:lnTo>
                <a:lnTo>
                  <a:pt x="655259" y="101422"/>
                </a:lnTo>
                <a:lnTo>
                  <a:pt x="655340" y="101998"/>
                </a:lnTo>
                <a:lnTo>
                  <a:pt x="655428" y="102565"/>
                </a:lnTo>
                <a:lnTo>
                  <a:pt x="655523" y="103124"/>
                </a:lnTo>
                <a:lnTo>
                  <a:pt x="655624" y="103675"/>
                </a:lnTo>
                <a:lnTo>
                  <a:pt x="655732" y="104217"/>
                </a:lnTo>
                <a:lnTo>
                  <a:pt x="655846" y="104751"/>
                </a:lnTo>
                <a:lnTo>
                  <a:pt x="655966" y="105276"/>
                </a:lnTo>
                <a:lnTo>
                  <a:pt x="656094" y="105793"/>
                </a:lnTo>
                <a:lnTo>
                  <a:pt x="656227" y="106301"/>
                </a:lnTo>
                <a:lnTo>
                  <a:pt x="656367" y="106801"/>
                </a:lnTo>
                <a:lnTo>
                  <a:pt x="656514" y="107293"/>
                </a:lnTo>
                <a:lnTo>
                  <a:pt x="656668" y="107776"/>
                </a:lnTo>
                <a:lnTo>
                  <a:pt x="656827" y="108251"/>
                </a:lnTo>
                <a:lnTo>
                  <a:pt x="656992" y="108718"/>
                </a:lnTo>
                <a:lnTo>
                  <a:pt x="657162" y="109178"/>
                </a:lnTo>
                <a:lnTo>
                  <a:pt x="657338" y="109631"/>
                </a:lnTo>
                <a:lnTo>
                  <a:pt x="657519" y="110076"/>
                </a:lnTo>
                <a:lnTo>
                  <a:pt x="657706" y="110513"/>
                </a:lnTo>
                <a:lnTo>
                  <a:pt x="657898" y="110943"/>
                </a:lnTo>
                <a:lnTo>
                  <a:pt x="658096" y="111365"/>
                </a:lnTo>
                <a:lnTo>
                  <a:pt x="658299" y="111780"/>
                </a:lnTo>
                <a:lnTo>
                  <a:pt x="658508" y="112187"/>
                </a:lnTo>
                <a:lnTo>
                  <a:pt x="658722" y="112587"/>
                </a:lnTo>
                <a:lnTo>
                  <a:pt x="658942" y="112979"/>
                </a:lnTo>
                <a:lnTo>
                  <a:pt x="659167" y="113363"/>
                </a:lnTo>
                <a:lnTo>
                  <a:pt x="659398" y="113740"/>
                </a:lnTo>
                <a:lnTo>
                  <a:pt x="659634" y="114109"/>
                </a:lnTo>
                <a:lnTo>
                  <a:pt x="659876" y="114471"/>
                </a:lnTo>
                <a:lnTo>
                  <a:pt x="660123" y="114826"/>
                </a:lnTo>
                <a:lnTo>
                  <a:pt x="660376" y="115172"/>
                </a:lnTo>
                <a:lnTo>
                  <a:pt x="660635" y="115512"/>
                </a:lnTo>
                <a:lnTo>
                  <a:pt x="660898" y="115843"/>
                </a:lnTo>
                <a:lnTo>
                  <a:pt x="661168" y="116168"/>
                </a:lnTo>
                <a:lnTo>
                  <a:pt x="661442" y="116484"/>
                </a:lnTo>
                <a:lnTo>
                  <a:pt x="661723" y="116793"/>
                </a:lnTo>
                <a:lnTo>
                  <a:pt x="662008" y="117095"/>
                </a:lnTo>
                <a:lnTo>
                  <a:pt x="662299" y="117389"/>
                </a:lnTo>
                <a:lnTo>
                  <a:pt x="662595" y="117677"/>
                </a:lnTo>
                <a:lnTo>
                  <a:pt x="662895" y="117959"/>
                </a:lnTo>
                <a:lnTo>
                  <a:pt x="663200" y="118234"/>
                </a:lnTo>
                <a:lnTo>
                  <a:pt x="663510" y="118502"/>
                </a:lnTo>
                <a:lnTo>
                  <a:pt x="663825" y="118764"/>
                </a:lnTo>
                <a:lnTo>
                  <a:pt x="664144" y="119019"/>
                </a:lnTo>
                <a:lnTo>
                  <a:pt x="664468" y="119268"/>
                </a:lnTo>
                <a:lnTo>
                  <a:pt x="664797" y="119510"/>
                </a:lnTo>
                <a:lnTo>
                  <a:pt x="665130" y="119746"/>
                </a:lnTo>
                <a:lnTo>
                  <a:pt x="665469" y="119975"/>
                </a:lnTo>
                <a:lnTo>
                  <a:pt x="665812" y="120198"/>
                </a:lnTo>
                <a:lnTo>
                  <a:pt x="666159" y="120414"/>
                </a:lnTo>
                <a:lnTo>
                  <a:pt x="666512" y="120624"/>
                </a:lnTo>
                <a:lnTo>
                  <a:pt x="666869" y="120827"/>
                </a:lnTo>
                <a:lnTo>
                  <a:pt x="667231" y="121024"/>
                </a:lnTo>
                <a:lnTo>
                  <a:pt x="667597" y="121214"/>
                </a:lnTo>
                <a:lnTo>
                  <a:pt x="667969" y="121397"/>
                </a:lnTo>
                <a:lnTo>
                  <a:pt x="668345" y="121574"/>
                </a:lnTo>
                <a:lnTo>
                  <a:pt x="668725" y="121745"/>
                </a:lnTo>
                <a:lnTo>
                  <a:pt x="669111" y="121909"/>
                </a:lnTo>
                <a:lnTo>
                  <a:pt x="669501" y="122067"/>
                </a:lnTo>
                <a:lnTo>
                  <a:pt x="669896" y="122218"/>
                </a:lnTo>
                <a:lnTo>
                  <a:pt x="670296" y="122362"/>
                </a:lnTo>
                <a:lnTo>
                  <a:pt x="670700" y="122500"/>
                </a:lnTo>
                <a:lnTo>
                  <a:pt x="671107" y="122633"/>
                </a:lnTo>
                <a:lnTo>
                  <a:pt x="671518" y="122759"/>
                </a:lnTo>
                <a:lnTo>
                  <a:pt x="671932" y="122880"/>
                </a:lnTo>
                <a:lnTo>
                  <a:pt x="672350" y="122994"/>
                </a:lnTo>
                <a:lnTo>
                  <a:pt x="672771" y="123103"/>
                </a:lnTo>
                <a:lnTo>
                  <a:pt x="673195" y="123206"/>
                </a:lnTo>
                <a:lnTo>
                  <a:pt x="673623" y="123303"/>
                </a:lnTo>
                <a:lnTo>
                  <a:pt x="674055" y="123394"/>
                </a:lnTo>
                <a:lnTo>
                  <a:pt x="674490" y="123480"/>
                </a:lnTo>
                <a:lnTo>
                  <a:pt x="674928" y="123559"/>
                </a:lnTo>
                <a:lnTo>
                  <a:pt x="675370" y="123633"/>
                </a:lnTo>
                <a:lnTo>
                  <a:pt x="675815" y="123700"/>
                </a:lnTo>
                <a:lnTo>
                  <a:pt x="676264" y="123762"/>
                </a:lnTo>
                <a:lnTo>
                  <a:pt x="676716" y="123818"/>
                </a:lnTo>
                <a:lnTo>
                  <a:pt x="677172" y="123868"/>
                </a:lnTo>
                <a:lnTo>
                  <a:pt x="677631" y="123912"/>
                </a:lnTo>
                <a:lnTo>
                  <a:pt x="678093" y="123950"/>
                </a:lnTo>
                <a:lnTo>
                  <a:pt x="678559" y="123983"/>
                </a:lnTo>
                <a:lnTo>
                  <a:pt x="679029" y="124009"/>
                </a:lnTo>
                <a:lnTo>
                  <a:pt x="679502" y="124030"/>
                </a:lnTo>
                <a:lnTo>
                  <a:pt x="679978" y="124045"/>
                </a:lnTo>
                <a:lnTo>
                  <a:pt x="680458" y="124053"/>
                </a:lnTo>
                <a:lnTo>
                  <a:pt x="680941" y="124056"/>
                </a:lnTo>
                <a:lnTo>
                  <a:pt x="681637" y="124052"/>
                </a:lnTo>
                <a:lnTo>
                  <a:pt x="682324" y="124038"/>
                </a:lnTo>
                <a:lnTo>
                  <a:pt x="683003" y="124015"/>
                </a:lnTo>
                <a:lnTo>
                  <a:pt x="683673" y="123984"/>
                </a:lnTo>
                <a:lnTo>
                  <a:pt x="684335" y="123943"/>
                </a:lnTo>
                <a:lnTo>
                  <a:pt x="684988" y="123893"/>
                </a:lnTo>
                <a:lnTo>
                  <a:pt x="685633" y="123834"/>
                </a:lnTo>
                <a:lnTo>
                  <a:pt x="686270" y="123766"/>
                </a:lnTo>
                <a:lnTo>
                  <a:pt x="686898" y="123689"/>
                </a:lnTo>
                <a:lnTo>
                  <a:pt x="687517" y="123602"/>
                </a:lnTo>
                <a:lnTo>
                  <a:pt x="688129" y="123507"/>
                </a:lnTo>
                <a:lnTo>
                  <a:pt x="688731" y="123403"/>
                </a:lnTo>
                <a:lnTo>
                  <a:pt x="689326" y="123289"/>
                </a:lnTo>
                <a:lnTo>
                  <a:pt x="689912" y="123166"/>
                </a:lnTo>
                <a:lnTo>
                  <a:pt x="690489" y="123035"/>
                </a:lnTo>
                <a:lnTo>
                  <a:pt x="691058" y="122894"/>
                </a:lnTo>
                <a:lnTo>
                  <a:pt x="691619" y="122744"/>
                </a:lnTo>
                <a:lnTo>
                  <a:pt x="692171" y="122585"/>
                </a:lnTo>
                <a:lnTo>
                  <a:pt x="692714" y="122417"/>
                </a:lnTo>
                <a:lnTo>
                  <a:pt x="693250" y="122240"/>
                </a:lnTo>
                <a:lnTo>
                  <a:pt x="693776" y="122054"/>
                </a:lnTo>
                <a:lnTo>
                  <a:pt x="694295" y="121859"/>
                </a:lnTo>
                <a:lnTo>
                  <a:pt x="694805" y="121655"/>
                </a:lnTo>
                <a:lnTo>
                  <a:pt x="695306" y="121441"/>
                </a:lnTo>
                <a:lnTo>
                  <a:pt x="695800" y="121220"/>
                </a:lnTo>
                <a:lnTo>
                  <a:pt x="696285" y="120991"/>
                </a:lnTo>
                <a:lnTo>
                  <a:pt x="696763" y="120755"/>
                </a:lnTo>
                <a:lnTo>
                  <a:pt x="697234" y="120512"/>
                </a:lnTo>
                <a:lnTo>
                  <a:pt x="697697" y="120262"/>
                </a:lnTo>
                <a:lnTo>
                  <a:pt x="698152" y="120005"/>
                </a:lnTo>
                <a:lnTo>
                  <a:pt x="698599" y="119740"/>
                </a:lnTo>
                <a:lnTo>
                  <a:pt x="699039" y="119468"/>
                </a:lnTo>
                <a:lnTo>
                  <a:pt x="699471" y="119190"/>
                </a:lnTo>
                <a:lnTo>
                  <a:pt x="699895" y="118904"/>
                </a:lnTo>
                <a:lnTo>
                  <a:pt x="700312" y="118611"/>
                </a:lnTo>
                <a:lnTo>
                  <a:pt x="700721" y="118310"/>
                </a:lnTo>
                <a:lnTo>
                  <a:pt x="701122" y="118003"/>
                </a:lnTo>
                <a:lnTo>
                  <a:pt x="701516" y="117688"/>
                </a:lnTo>
                <a:lnTo>
                  <a:pt x="701902" y="117366"/>
                </a:lnTo>
                <a:lnTo>
                  <a:pt x="702280" y="117037"/>
                </a:lnTo>
                <a:lnTo>
                  <a:pt x="702651" y="116701"/>
                </a:lnTo>
                <a:lnTo>
                  <a:pt x="703014" y="116358"/>
                </a:lnTo>
                <a:lnTo>
                  <a:pt x="703369" y="116008"/>
                </a:lnTo>
                <a:lnTo>
                  <a:pt x="703717" y="115650"/>
                </a:lnTo>
                <a:lnTo>
                  <a:pt x="704057" y="115285"/>
                </a:lnTo>
                <a:lnTo>
                  <a:pt x="704389" y="114913"/>
                </a:lnTo>
                <a:lnTo>
                  <a:pt x="704713" y="114534"/>
                </a:lnTo>
                <a:lnTo>
                  <a:pt x="705030" y="114148"/>
                </a:lnTo>
                <a:lnTo>
                  <a:pt x="705340" y="113755"/>
                </a:lnTo>
                <a:lnTo>
                  <a:pt x="705643" y="113357"/>
                </a:lnTo>
                <a:lnTo>
                  <a:pt x="705939" y="112952"/>
                </a:lnTo>
                <a:lnTo>
                  <a:pt x="706227" y="112542"/>
                </a:lnTo>
                <a:lnTo>
                  <a:pt x="706301" y="112434"/>
                </a:lnTo>
                <a:lnTo>
                  <a:pt x="706504" y="122583"/>
                </a:lnTo>
                <a:lnTo>
                  <a:pt x="715049" y="122583"/>
                </a:lnTo>
                <a:lnTo>
                  <a:pt x="715049" y="42875"/>
                </a:lnTo>
                <a:lnTo>
                  <a:pt x="706135" y="42875"/>
                </a:lnTo>
                <a:lnTo>
                  <a:pt x="706135" y="100441"/>
                </a:lnTo>
                <a:close/>
                <a:moveTo>
                  <a:pt x="739396" y="122583"/>
                </a:moveTo>
                <a:lnTo>
                  <a:pt x="748236" y="122583"/>
                </a:lnTo>
                <a:lnTo>
                  <a:pt x="748236" y="42875"/>
                </a:lnTo>
                <a:lnTo>
                  <a:pt x="739396" y="42875"/>
                </a:lnTo>
                <a:lnTo>
                  <a:pt x="739396" y="122583"/>
                </a:lnTo>
                <a:close/>
                <a:moveTo>
                  <a:pt x="908195" y="67684"/>
                </a:moveTo>
                <a:lnTo>
                  <a:pt x="908249" y="67502"/>
                </a:lnTo>
                <a:lnTo>
                  <a:pt x="908376" y="67093"/>
                </a:lnTo>
                <a:lnTo>
                  <a:pt x="908508" y="66686"/>
                </a:lnTo>
                <a:lnTo>
                  <a:pt x="908646" y="66280"/>
                </a:lnTo>
                <a:lnTo>
                  <a:pt x="908789" y="65877"/>
                </a:lnTo>
                <a:lnTo>
                  <a:pt x="908938" y="65476"/>
                </a:lnTo>
                <a:lnTo>
                  <a:pt x="909092" y="65077"/>
                </a:lnTo>
                <a:lnTo>
                  <a:pt x="909251" y="64680"/>
                </a:lnTo>
                <a:lnTo>
                  <a:pt x="909415" y="64285"/>
                </a:lnTo>
                <a:lnTo>
                  <a:pt x="909585" y="63892"/>
                </a:lnTo>
                <a:lnTo>
                  <a:pt x="909761" y="63502"/>
                </a:lnTo>
                <a:lnTo>
                  <a:pt x="909941" y="63113"/>
                </a:lnTo>
                <a:lnTo>
                  <a:pt x="910127" y="62726"/>
                </a:lnTo>
                <a:lnTo>
                  <a:pt x="910319" y="62341"/>
                </a:lnTo>
                <a:lnTo>
                  <a:pt x="910516" y="61959"/>
                </a:lnTo>
                <a:lnTo>
                  <a:pt x="910718" y="61578"/>
                </a:lnTo>
                <a:lnTo>
                  <a:pt x="910926" y="61199"/>
                </a:lnTo>
                <a:lnTo>
                  <a:pt x="911138" y="60823"/>
                </a:lnTo>
                <a:lnTo>
                  <a:pt x="911357" y="60448"/>
                </a:lnTo>
                <a:lnTo>
                  <a:pt x="911580" y="60076"/>
                </a:lnTo>
                <a:lnTo>
                  <a:pt x="911810" y="59706"/>
                </a:lnTo>
                <a:lnTo>
                  <a:pt x="912044" y="59337"/>
                </a:lnTo>
                <a:lnTo>
                  <a:pt x="912284" y="58971"/>
                </a:lnTo>
                <a:lnTo>
                  <a:pt x="912529" y="58609"/>
                </a:lnTo>
                <a:lnTo>
                  <a:pt x="912781" y="58252"/>
                </a:lnTo>
                <a:lnTo>
                  <a:pt x="913039" y="57900"/>
                </a:lnTo>
                <a:lnTo>
                  <a:pt x="913303" y="57555"/>
                </a:lnTo>
                <a:lnTo>
                  <a:pt x="913573" y="57215"/>
                </a:lnTo>
                <a:lnTo>
                  <a:pt x="913849" y="56881"/>
                </a:lnTo>
                <a:lnTo>
                  <a:pt x="914132" y="56552"/>
                </a:lnTo>
                <a:lnTo>
                  <a:pt x="914420" y="56229"/>
                </a:lnTo>
                <a:lnTo>
                  <a:pt x="914715" y="55911"/>
                </a:lnTo>
                <a:lnTo>
                  <a:pt x="915016" y="55600"/>
                </a:lnTo>
                <a:lnTo>
                  <a:pt x="915323" y="55293"/>
                </a:lnTo>
                <a:lnTo>
                  <a:pt x="915636" y="54993"/>
                </a:lnTo>
                <a:lnTo>
                  <a:pt x="915955" y="54698"/>
                </a:lnTo>
                <a:lnTo>
                  <a:pt x="916280" y="54409"/>
                </a:lnTo>
                <a:lnTo>
                  <a:pt x="916612" y="54125"/>
                </a:lnTo>
                <a:lnTo>
                  <a:pt x="916949" y="53847"/>
                </a:lnTo>
                <a:lnTo>
                  <a:pt x="917293" y="53575"/>
                </a:lnTo>
                <a:lnTo>
                  <a:pt x="917643" y="53308"/>
                </a:lnTo>
                <a:lnTo>
                  <a:pt x="917999" y="53047"/>
                </a:lnTo>
                <a:lnTo>
                  <a:pt x="918361" y="52791"/>
                </a:lnTo>
                <a:lnTo>
                  <a:pt x="918730" y="52541"/>
                </a:lnTo>
                <a:lnTo>
                  <a:pt x="919104" y="52297"/>
                </a:lnTo>
                <a:lnTo>
                  <a:pt x="919485" y="52058"/>
                </a:lnTo>
                <a:lnTo>
                  <a:pt x="919872" y="51825"/>
                </a:lnTo>
                <a:lnTo>
                  <a:pt x="920265" y="51600"/>
                </a:lnTo>
                <a:lnTo>
                  <a:pt x="920666" y="51384"/>
                </a:lnTo>
                <a:lnTo>
                  <a:pt x="921074" y="51178"/>
                </a:lnTo>
                <a:lnTo>
                  <a:pt x="921489" y="50981"/>
                </a:lnTo>
                <a:lnTo>
                  <a:pt x="921912" y="50794"/>
                </a:lnTo>
                <a:lnTo>
                  <a:pt x="922342" y="50617"/>
                </a:lnTo>
                <a:lnTo>
                  <a:pt x="922779" y="50449"/>
                </a:lnTo>
                <a:lnTo>
                  <a:pt x="923223" y="50290"/>
                </a:lnTo>
                <a:lnTo>
                  <a:pt x="923675" y="50142"/>
                </a:lnTo>
                <a:lnTo>
                  <a:pt x="924134" y="50003"/>
                </a:lnTo>
                <a:lnTo>
                  <a:pt x="924601" y="49873"/>
                </a:lnTo>
                <a:lnTo>
                  <a:pt x="925074" y="49753"/>
                </a:lnTo>
                <a:lnTo>
                  <a:pt x="925555" y="49643"/>
                </a:lnTo>
                <a:lnTo>
                  <a:pt x="926044" y="49542"/>
                </a:lnTo>
                <a:lnTo>
                  <a:pt x="926539" y="49451"/>
                </a:lnTo>
                <a:lnTo>
                  <a:pt x="927042" y="49370"/>
                </a:lnTo>
                <a:lnTo>
                  <a:pt x="927552" y="49298"/>
                </a:lnTo>
                <a:lnTo>
                  <a:pt x="928069" y="49235"/>
                </a:lnTo>
                <a:lnTo>
                  <a:pt x="928594" y="49183"/>
                </a:lnTo>
                <a:lnTo>
                  <a:pt x="929126" y="49139"/>
                </a:lnTo>
                <a:lnTo>
                  <a:pt x="929665" y="49106"/>
                </a:lnTo>
                <a:lnTo>
                  <a:pt x="930212" y="49082"/>
                </a:lnTo>
                <a:lnTo>
                  <a:pt x="930766" y="49067"/>
                </a:lnTo>
                <a:lnTo>
                  <a:pt x="931327" y="49063"/>
                </a:lnTo>
                <a:lnTo>
                  <a:pt x="931803" y="49066"/>
                </a:lnTo>
                <a:lnTo>
                  <a:pt x="932275" y="49076"/>
                </a:lnTo>
                <a:lnTo>
                  <a:pt x="932742" y="49093"/>
                </a:lnTo>
                <a:lnTo>
                  <a:pt x="933204" y="49116"/>
                </a:lnTo>
                <a:lnTo>
                  <a:pt x="933662" y="49146"/>
                </a:lnTo>
                <a:lnTo>
                  <a:pt x="934115" y="49182"/>
                </a:lnTo>
                <a:lnTo>
                  <a:pt x="934563" y="49226"/>
                </a:lnTo>
                <a:lnTo>
                  <a:pt x="935006" y="49275"/>
                </a:lnTo>
                <a:lnTo>
                  <a:pt x="935445" y="49332"/>
                </a:lnTo>
                <a:lnTo>
                  <a:pt x="935879" y="49395"/>
                </a:lnTo>
                <a:lnTo>
                  <a:pt x="936308" y="49465"/>
                </a:lnTo>
                <a:lnTo>
                  <a:pt x="936732" y="49542"/>
                </a:lnTo>
                <a:lnTo>
                  <a:pt x="937152" y="49625"/>
                </a:lnTo>
                <a:lnTo>
                  <a:pt x="937567" y="49714"/>
                </a:lnTo>
                <a:lnTo>
                  <a:pt x="937977" y="49811"/>
                </a:lnTo>
                <a:lnTo>
                  <a:pt x="938383" y="49914"/>
                </a:lnTo>
                <a:lnTo>
                  <a:pt x="938783" y="50024"/>
                </a:lnTo>
                <a:lnTo>
                  <a:pt x="939179" y="50140"/>
                </a:lnTo>
                <a:lnTo>
                  <a:pt x="939571" y="50263"/>
                </a:lnTo>
                <a:lnTo>
                  <a:pt x="939957" y="50393"/>
                </a:lnTo>
                <a:lnTo>
                  <a:pt x="940339" y="50529"/>
                </a:lnTo>
                <a:lnTo>
                  <a:pt x="940716" y="50672"/>
                </a:lnTo>
                <a:lnTo>
                  <a:pt x="941089" y="50822"/>
                </a:lnTo>
                <a:lnTo>
                  <a:pt x="941456" y="50978"/>
                </a:lnTo>
                <a:lnTo>
                  <a:pt x="941818" y="51142"/>
                </a:lnTo>
                <a:lnTo>
                  <a:pt x="942173" y="51315"/>
                </a:lnTo>
                <a:lnTo>
                  <a:pt x="942522" y="51497"/>
                </a:lnTo>
                <a:lnTo>
                  <a:pt x="942864" y="51688"/>
                </a:lnTo>
                <a:lnTo>
                  <a:pt x="943199" y="51888"/>
                </a:lnTo>
                <a:lnTo>
                  <a:pt x="943528" y="52097"/>
                </a:lnTo>
                <a:lnTo>
                  <a:pt x="943850" y="52315"/>
                </a:lnTo>
                <a:lnTo>
                  <a:pt x="944166" y="52541"/>
                </a:lnTo>
                <a:lnTo>
                  <a:pt x="944474" y="52777"/>
                </a:lnTo>
                <a:lnTo>
                  <a:pt x="944776" y="53022"/>
                </a:lnTo>
                <a:lnTo>
                  <a:pt x="945072" y="53275"/>
                </a:lnTo>
                <a:lnTo>
                  <a:pt x="945361" y="53538"/>
                </a:lnTo>
                <a:lnTo>
                  <a:pt x="945643" y="53809"/>
                </a:lnTo>
                <a:lnTo>
                  <a:pt x="945918" y="54090"/>
                </a:lnTo>
                <a:lnTo>
                  <a:pt x="946187" y="54379"/>
                </a:lnTo>
                <a:lnTo>
                  <a:pt x="946449" y="54678"/>
                </a:lnTo>
                <a:lnTo>
                  <a:pt x="946705" y="54985"/>
                </a:lnTo>
                <a:lnTo>
                  <a:pt x="946954" y="55301"/>
                </a:lnTo>
                <a:lnTo>
                  <a:pt x="947196" y="55627"/>
                </a:lnTo>
                <a:lnTo>
                  <a:pt x="947431" y="55961"/>
                </a:lnTo>
                <a:lnTo>
                  <a:pt x="947660" y="56304"/>
                </a:lnTo>
                <a:lnTo>
                  <a:pt x="947883" y="56656"/>
                </a:lnTo>
                <a:lnTo>
                  <a:pt x="948098" y="57017"/>
                </a:lnTo>
                <a:lnTo>
                  <a:pt x="948307" y="57387"/>
                </a:lnTo>
                <a:lnTo>
                  <a:pt x="948509" y="57768"/>
                </a:lnTo>
                <a:lnTo>
                  <a:pt x="948701" y="58160"/>
                </a:lnTo>
                <a:lnTo>
                  <a:pt x="948886" y="58565"/>
                </a:lnTo>
                <a:lnTo>
                  <a:pt x="949061" y="58981"/>
                </a:lnTo>
                <a:lnTo>
                  <a:pt x="949228" y="59410"/>
                </a:lnTo>
                <a:lnTo>
                  <a:pt x="949387" y="59850"/>
                </a:lnTo>
                <a:lnTo>
                  <a:pt x="949537" y="60303"/>
                </a:lnTo>
                <a:lnTo>
                  <a:pt x="949678" y="60768"/>
                </a:lnTo>
                <a:lnTo>
                  <a:pt x="949811" y="61244"/>
                </a:lnTo>
                <a:lnTo>
                  <a:pt x="949935" y="61733"/>
                </a:lnTo>
                <a:lnTo>
                  <a:pt x="950051" y="62234"/>
                </a:lnTo>
                <a:lnTo>
                  <a:pt x="950158" y="62746"/>
                </a:lnTo>
                <a:lnTo>
                  <a:pt x="950257" y="63271"/>
                </a:lnTo>
                <a:lnTo>
                  <a:pt x="950347" y="63808"/>
                </a:lnTo>
                <a:lnTo>
                  <a:pt x="950428" y="64357"/>
                </a:lnTo>
                <a:lnTo>
                  <a:pt x="950501" y="64918"/>
                </a:lnTo>
                <a:lnTo>
                  <a:pt x="950565" y="65490"/>
                </a:lnTo>
                <a:lnTo>
                  <a:pt x="950621" y="66075"/>
                </a:lnTo>
                <a:lnTo>
                  <a:pt x="950668" y="66672"/>
                </a:lnTo>
                <a:lnTo>
                  <a:pt x="950707" y="67281"/>
                </a:lnTo>
                <a:lnTo>
                  <a:pt x="950737" y="67902"/>
                </a:lnTo>
                <a:lnTo>
                  <a:pt x="950758" y="68535"/>
                </a:lnTo>
                <a:lnTo>
                  <a:pt x="950771" y="69180"/>
                </a:lnTo>
                <a:lnTo>
                  <a:pt x="950775" y="69837"/>
                </a:lnTo>
                <a:lnTo>
                  <a:pt x="950775" y="122583"/>
                </a:lnTo>
                <a:lnTo>
                  <a:pt x="959542" y="122583"/>
                </a:lnTo>
                <a:lnTo>
                  <a:pt x="959542" y="69801"/>
                </a:lnTo>
                <a:lnTo>
                  <a:pt x="959555" y="69661"/>
                </a:lnTo>
                <a:lnTo>
                  <a:pt x="959588" y="69358"/>
                </a:lnTo>
                <a:lnTo>
                  <a:pt x="959627" y="69054"/>
                </a:lnTo>
                <a:lnTo>
                  <a:pt x="959670" y="68750"/>
                </a:lnTo>
                <a:lnTo>
                  <a:pt x="959718" y="68445"/>
                </a:lnTo>
                <a:lnTo>
                  <a:pt x="959770" y="68140"/>
                </a:lnTo>
                <a:lnTo>
                  <a:pt x="959827" y="67835"/>
                </a:lnTo>
                <a:lnTo>
                  <a:pt x="959889" y="67528"/>
                </a:lnTo>
                <a:lnTo>
                  <a:pt x="959956" y="67222"/>
                </a:lnTo>
                <a:lnTo>
                  <a:pt x="960027" y="66915"/>
                </a:lnTo>
                <a:lnTo>
                  <a:pt x="960104" y="66607"/>
                </a:lnTo>
                <a:lnTo>
                  <a:pt x="960184" y="66299"/>
                </a:lnTo>
                <a:lnTo>
                  <a:pt x="960270" y="65990"/>
                </a:lnTo>
                <a:lnTo>
                  <a:pt x="960360" y="65681"/>
                </a:lnTo>
                <a:lnTo>
                  <a:pt x="960456" y="65371"/>
                </a:lnTo>
                <a:lnTo>
                  <a:pt x="960555" y="65061"/>
                </a:lnTo>
                <a:lnTo>
                  <a:pt x="960660" y="64750"/>
                </a:lnTo>
                <a:lnTo>
                  <a:pt x="960769" y="64438"/>
                </a:lnTo>
                <a:lnTo>
                  <a:pt x="960883" y="64127"/>
                </a:lnTo>
                <a:lnTo>
                  <a:pt x="961002" y="63814"/>
                </a:lnTo>
                <a:lnTo>
                  <a:pt x="961125" y="63502"/>
                </a:lnTo>
                <a:lnTo>
                  <a:pt x="961254" y="63189"/>
                </a:lnTo>
                <a:lnTo>
                  <a:pt x="961387" y="62879"/>
                </a:lnTo>
                <a:lnTo>
                  <a:pt x="961525" y="62570"/>
                </a:lnTo>
                <a:lnTo>
                  <a:pt x="961668" y="62262"/>
                </a:lnTo>
                <a:lnTo>
                  <a:pt x="961815" y="61957"/>
                </a:lnTo>
                <a:lnTo>
                  <a:pt x="961968" y="61653"/>
                </a:lnTo>
                <a:lnTo>
                  <a:pt x="962125" y="61351"/>
                </a:lnTo>
                <a:lnTo>
                  <a:pt x="962288" y="61050"/>
                </a:lnTo>
                <a:lnTo>
                  <a:pt x="962455" y="60751"/>
                </a:lnTo>
                <a:lnTo>
                  <a:pt x="962627" y="60454"/>
                </a:lnTo>
                <a:lnTo>
                  <a:pt x="962804" y="60158"/>
                </a:lnTo>
                <a:lnTo>
                  <a:pt x="962986" y="59864"/>
                </a:lnTo>
                <a:lnTo>
                  <a:pt x="963172" y="59572"/>
                </a:lnTo>
                <a:lnTo>
                  <a:pt x="963364" y="59281"/>
                </a:lnTo>
                <a:lnTo>
                  <a:pt x="963560" y="58992"/>
                </a:lnTo>
                <a:lnTo>
                  <a:pt x="963761" y="58705"/>
                </a:lnTo>
                <a:lnTo>
                  <a:pt x="963967" y="58419"/>
                </a:lnTo>
                <a:lnTo>
                  <a:pt x="964178" y="58135"/>
                </a:lnTo>
                <a:lnTo>
                  <a:pt x="964394" y="57853"/>
                </a:lnTo>
                <a:lnTo>
                  <a:pt x="964614" y="57572"/>
                </a:lnTo>
                <a:lnTo>
                  <a:pt x="964840" y="57293"/>
                </a:lnTo>
                <a:lnTo>
                  <a:pt x="965070" y="57016"/>
                </a:lnTo>
                <a:lnTo>
                  <a:pt x="965305" y="56740"/>
                </a:lnTo>
                <a:lnTo>
                  <a:pt x="965546" y="56466"/>
                </a:lnTo>
                <a:lnTo>
                  <a:pt x="965790" y="56195"/>
                </a:lnTo>
                <a:lnTo>
                  <a:pt x="966040" y="55929"/>
                </a:lnTo>
                <a:lnTo>
                  <a:pt x="966295" y="55666"/>
                </a:lnTo>
                <a:lnTo>
                  <a:pt x="966555" y="55408"/>
                </a:lnTo>
                <a:lnTo>
                  <a:pt x="966820" y="55155"/>
                </a:lnTo>
                <a:lnTo>
                  <a:pt x="967090" y="54905"/>
                </a:lnTo>
                <a:lnTo>
                  <a:pt x="967365" y="54661"/>
                </a:lnTo>
                <a:lnTo>
                  <a:pt x="967645" y="54420"/>
                </a:lnTo>
                <a:lnTo>
                  <a:pt x="967930" y="54184"/>
                </a:lnTo>
                <a:lnTo>
                  <a:pt x="968220" y="53952"/>
                </a:lnTo>
                <a:lnTo>
                  <a:pt x="968515" y="53724"/>
                </a:lnTo>
                <a:lnTo>
                  <a:pt x="968815" y="53501"/>
                </a:lnTo>
                <a:lnTo>
                  <a:pt x="969119" y="53282"/>
                </a:lnTo>
                <a:lnTo>
                  <a:pt x="969429" y="53068"/>
                </a:lnTo>
                <a:lnTo>
                  <a:pt x="969744" y="52858"/>
                </a:lnTo>
                <a:lnTo>
                  <a:pt x="970064" y="52652"/>
                </a:lnTo>
                <a:lnTo>
                  <a:pt x="970389" y="52450"/>
                </a:lnTo>
                <a:lnTo>
                  <a:pt x="970718" y="52253"/>
                </a:lnTo>
                <a:lnTo>
                  <a:pt x="971053" y="52061"/>
                </a:lnTo>
                <a:lnTo>
                  <a:pt x="971393" y="51872"/>
                </a:lnTo>
                <a:lnTo>
                  <a:pt x="971738" y="51688"/>
                </a:lnTo>
                <a:lnTo>
                  <a:pt x="972087" y="51509"/>
                </a:lnTo>
                <a:lnTo>
                  <a:pt x="972442" y="51333"/>
                </a:lnTo>
                <a:lnTo>
                  <a:pt x="972802" y="51162"/>
                </a:lnTo>
                <a:lnTo>
                  <a:pt x="973166" y="50997"/>
                </a:lnTo>
                <a:lnTo>
                  <a:pt x="973536" y="50838"/>
                </a:lnTo>
                <a:lnTo>
                  <a:pt x="973910" y="50686"/>
                </a:lnTo>
                <a:lnTo>
                  <a:pt x="974289" y="50541"/>
                </a:lnTo>
                <a:lnTo>
                  <a:pt x="974674" y="50403"/>
                </a:lnTo>
                <a:lnTo>
                  <a:pt x="975062" y="50271"/>
                </a:lnTo>
                <a:lnTo>
                  <a:pt x="975456" y="50147"/>
                </a:lnTo>
                <a:lnTo>
                  <a:pt x="975855" y="50029"/>
                </a:lnTo>
                <a:lnTo>
                  <a:pt x="976258" y="49917"/>
                </a:lnTo>
                <a:lnTo>
                  <a:pt x="976667" y="49813"/>
                </a:lnTo>
                <a:lnTo>
                  <a:pt x="977080" y="49715"/>
                </a:lnTo>
                <a:lnTo>
                  <a:pt x="977498" y="49624"/>
                </a:lnTo>
                <a:lnTo>
                  <a:pt x="977921" y="49540"/>
                </a:lnTo>
                <a:lnTo>
                  <a:pt x="978349" y="49463"/>
                </a:lnTo>
                <a:lnTo>
                  <a:pt x="978782" y="49392"/>
                </a:lnTo>
                <a:lnTo>
                  <a:pt x="979219" y="49329"/>
                </a:lnTo>
                <a:lnTo>
                  <a:pt x="979661" y="49272"/>
                </a:lnTo>
                <a:lnTo>
                  <a:pt x="980109" y="49222"/>
                </a:lnTo>
                <a:lnTo>
                  <a:pt x="980561" y="49178"/>
                </a:lnTo>
                <a:lnTo>
                  <a:pt x="981018" y="49141"/>
                </a:lnTo>
                <a:lnTo>
                  <a:pt x="981480" y="49112"/>
                </a:lnTo>
                <a:lnTo>
                  <a:pt x="981946" y="49088"/>
                </a:lnTo>
                <a:lnTo>
                  <a:pt x="982418" y="49072"/>
                </a:lnTo>
                <a:lnTo>
                  <a:pt x="982894" y="49063"/>
                </a:lnTo>
                <a:lnTo>
                  <a:pt x="983377" y="49066"/>
                </a:lnTo>
                <a:lnTo>
                  <a:pt x="983854" y="49075"/>
                </a:lnTo>
                <a:lnTo>
                  <a:pt x="984326" y="49091"/>
                </a:lnTo>
                <a:lnTo>
                  <a:pt x="984793" y="49114"/>
                </a:lnTo>
                <a:lnTo>
                  <a:pt x="985255" y="49143"/>
                </a:lnTo>
                <a:lnTo>
                  <a:pt x="985712" y="49178"/>
                </a:lnTo>
                <a:lnTo>
                  <a:pt x="986164" y="49219"/>
                </a:lnTo>
                <a:lnTo>
                  <a:pt x="986610" y="49267"/>
                </a:lnTo>
                <a:lnTo>
                  <a:pt x="987052" y="49322"/>
                </a:lnTo>
                <a:lnTo>
                  <a:pt x="987488" y="49382"/>
                </a:lnTo>
                <a:lnTo>
                  <a:pt x="987919" y="49450"/>
                </a:lnTo>
                <a:lnTo>
                  <a:pt x="988346" y="49523"/>
                </a:lnTo>
                <a:lnTo>
                  <a:pt x="988767" y="49603"/>
                </a:lnTo>
                <a:lnTo>
                  <a:pt x="989183" y="49689"/>
                </a:lnTo>
                <a:lnTo>
                  <a:pt x="989593" y="49782"/>
                </a:lnTo>
                <a:lnTo>
                  <a:pt x="989999" y="49881"/>
                </a:lnTo>
                <a:lnTo>
                  <a:pt x="990400" y="49987"/>
                </a:lnTo>
                <a:lnTo>
                  <a:pt x="990795" y="50099"/>
                </a:lnTo>
                <a:lnTo>
                  <a:pt x="991185" y="50217"/>
                </a:lnTo>
                <a:lnTo>
                  <a:pt x="991571" y="50342"/>
                </a:lnTo>
                <a:lnTo>
                  <a:pt x="991951" y="50473"/>
                </a:lnTo>
                <a:lnTo>
                  <a:pt x="992326" y="50610"/>
                </a:lnTo>
                <a:lnTo>
                  <a:pt x="992696" y="50754"/>
                </a:lnTo>
                <a:lnTo>
                  <a:pt x="993060" y="50904"/>
                </a:lnTo>
                <a:lnTo>
                  <a:pt x="993419" y="51063"/>
                </a:lnTo>
                <a:lnTo>
                  <a:pt x="993772" y="51231"/>
                </a:lnTo>
                <a:lnTo>
                  <a:pt x="994118" y="51409"/>
                </a:lnTo>
                <a:lnTo>
                  <a:pt x="994457" y="51597"/>
                </a:lnTo>
                <a:lnTo>
                  <a:pt x="994790" y="51795"/>
                </a:lnTo>
                <a:lnTo>
                  <a:pt x="995116" y="52002"/>
                </a:lnTo>
                <a:lnTo>
                  <a:pt x="995436" y="52220"/>
                </a:lnTo>
                <a:lnTo>
                  <a:pt x="995749" y="52447"/>
                </a:lnTo>
                <a:lnTo>
                  <a:pt x="996056" y="52684"/>
                </a:lnTo>
                <a:lnTo>
                  <a:pt x="996356" y="52931"/>
                </a:lnTo>
                <a:lnTo>
                  <a:pt x="996650" y="53188"/>
                </a:lnTo>
                <a:lnTo>
                  <a:pt x="996937" y="53455"/>
                </a:lnTo>
                <a:lnTo>
                  <a:pt x="997218" y="53732"/>
                </a:lnTo>
                <a:lnTo>
                  <a:pt x="997492" y="54018"/>
                </a:lnTo>
                <a:lnTo>
                  <a:pt x="997760" y="54314"/>
                </a:lnTo>
                <a:lnTo>
                  <a:pt x="998021" y="54620"/>
                </a:lnTo>
                <a:lnTo>
                  <a:pt x="998275" y="54936"/>
                </a:lnTo>
                <a:lnTo>
                  <a:pt x="998523" y="55262"/>
                </a:lnTo>
                <a:lnTo>
                  <a:pt x="998765" y="55598"/>
                </a:lnTo>
                <a:lnTo>
                  <a:pt x="999000" y="55943"/>
                </a:lnTo>
                <a:lnTo>
                  <a:pt x="999228" y="56299"/>
                </a:lnTo>
                <a:lnTo>
                  <a:pt x="999450" y="56664"/>
                </a:lnTo>
                <a:lnTo>
                  <a:pt x="999666" y="57039"/>
                </a:lnTo>
                <a:lnTo>
                  <a:pt x="999875" y="57424"/>
                </a:lnTo>
                <a:lnTo>
                  <a:pt x="1000076" y="57820"/>
                </a:lnTo>
                <a:lnTo>
                  <a:pt x="1000269" y="58229"/>
                </a:lnTo>
                <a:lnTo>
                  <a:pt x="1000453" y="58652"/>
                </a:lnTo>
                <a:lnTo>
                  <a:pt x="1000629" y="59087"/>
                </a:lnTo>
                <a:lnTo>
                  <a:pt x="1000796" y="59535"/>
                </a:lnTo>
                <a:lnTo>
                  <a:pt x="1000954" y="59995"/>
                </a:lnTo>
                <a:lnTo>
                  <a:pt x="1001104" y="60469"/>
                </a:lnTo>
                <a:lnTo>
                  <a:pt x="1001246" y="60956"/>
                </a:lnTo>
                <a:lnTo>
                  <a:pt x="1001378" y="61456"/>
                </a:lnTo>
                <a:lnTo>
                  <a:pt x="1001503" y="61968"/>
                </a:lnTo>
                <a:lnTo>
                  <a:pt x="1001618" y="62494"/>
                </a:lnTo>
                <a:lnTo>
                  <a:pt x="1001726" y="63032"/>
                </a:lnTo>
                <a:lnTo>
                  <a:pt x="1001824" y="63583"/>
                </a:lnTo>
                <a:lnTo>
                  <a:pt x="1001914" y="64147"/>
                </a:lnTo>
                <a:lnTo>
                  <a:pt x="1001995" y="64725"/>
                </a:lnTo>
                <a:lnTo>
                  <a:pt x="1002068" y="65315"/>
                </a:lnTo>
                <a:lnTo>
                  <a:pt x="1002133" y="65918"/>
                </a:lnTo>
                <a:lnTo>
                  <a:pt x="1002188" y="66533"/>
                </a:lnTo>
                <a:lnTo>
                  <a:pt x="1002235" y="67162"/>
                </a:lnTo>
                <a:lnTo>
                  <a:pt x="1002274" y="67804"/>
                </a:lnTo>
                <a:lnTo>
                  <a:pt x="1002304" y="68459"/>
                </a:lnTo>
                <a:lnTo>
                  <a:pt x="1002325" y="69126"/>
                </a:lnTo>
                <a:lnTo>
                  <a:pt x="1002338" y="69807"/>
                </a:lnTo>
                <a:lnTo>
                  <a:pt x="1002343" y="70500"/>
                </a:lnTo>
                <a:lnTo>
                  <a:pt x="1002343" y="122583"/>
                </a:lnTo>
                <a:lnTo>
                  <a:pt x="1011183" y="122583"/>
                </a:lnTo>
                <a:lnTo>
                  <a:pt x="1011183" y="70574"/>
                </a:lnTo>
                <a:lnTo>
                  <a:pt x="1011180" y="69933"/>
                </a:lnTo>
                <a:lnTo>
                  <a:pt x="1011170" y="69300"/>
                </a:lnTo>
                <a:lnTo>
                  <a:pt x="1011155" y="68674"/>
                </a:lnTo>
                <a:lnTo>
                  <a:pt x="1011134" y="68057"/>
                </a:lnTo>
                <a:lnTo>
                  <a:pt x="1011106" y="67447"/>
                </a:lnTo>
                <a:lnTo>
                  <a:pt x="1011072" y="66844"/>
                </a:lnTo>
                <a:lnTo>
                  <a:pt x="1011032" y="66249"/>
                </a:lnTo>
                <a:lnTo>
                  <a:pt x="1010986" y="65662"/>
                </a:lnTo>
                <a:lnTo>
                  <a:pt x="1010934" y="65083"/>
                </a:lnTo>
                <a:lnTo>
                  <a:pt x="1010876" y="64511"/>
                </a:lnTo>
                <a:lnTo>
                  <a:pt x="1010811" y="63947"/>
                </a:lnTo>
                <a:lnTo>
                  <a:pt x="1010741" y="63391"/>
                </a:lnTo>
                <a:lnTo>
                  <a:pt x="1010664" y="62842"/>
                </a:lnTo>
                <a:lnTo>
                  <a:pt x="1010581" y="62301"/>
                </a:lnTo>
                <a:lnTo>
                  <a:pt x="1010492" y="61768"/>
                </a:lnTo>
                <a:lnTo>
                  <a:pt x="1010397" y="61242"/>
                </a:lnTo>
                <a:lnTo>
                  <a:pt x="1010296" y="60724"/>
                </a:lnTo>
                <a:lnTo>
                  <a:pt x="1010188" y="60214"/>
                </a:lnTo>
                <a:lnTo>
                  <a:pt x="1010075" y="59711"/>
                </a:lnTo>
                <a:lnTo>
                  <a:pt x="1009955" y="59217"/>
                </a:lnTo>
                <a:lnTo>
                  <a:pt x="1009829" y="58729"/>
                </a:lnTo>
                <a:lnTo>
                  <a:pt x="1009697" y="58250"/>
                </a:lnTo>
                <a:lnTo>
                  <a:pt x="1009559" y="57778"/>
                </a:lnTo>
                <a:lnTo>
                  <a:pt x="1009415" y="57313"/>
                </a:lnTo>
                <a:lnTo>
                  <a:pt x="1009265" y="56856"/>
                </a:lnTo>
                <a:lnTo>
                  <a:pt x="1009109" y="56406"/>
                </a:lnTo>
                <a:lnTo>
                  <a:pt x="1008948" y="55963"/>
                </a:lnTo>
                <a:lnTo>
                  <a:pt x="1008781" y="55527"/>
                </a:lnTo>
                <a:lnTo>
                  <a:pt x="1008609" y="55098"/>
                </a:lnTo>
                <a:lnTo>
                  <a:pt x="1008432" y="54675"/>
                </a:lnTo>
                <a:lnTo>
                  <a:pt x="1008249" y="54260"/>
                </a:lnTo>
                <a:lnTo>
                  <a:pt x="1008060" y="53851"/>
                </a:lnTo>
                <a:lnTo>
                  <a:pt x="1007866" y="53449"/>
                </a:lnTo>
                <a:lnTo>
                  <a:pt x="1007666" y="53055"/>
                </a:lnTo>
                <a:lnTo>
                  <a:pt x="1007461" y="52667"/>
                </a:lnTo>
                <a:lnTo>
                  <a:pt x="1007251" y="52286"/>
                </a:lnTo>
                <a:lnTo>
                  <a:pt x="1007035" y="51912"/>
                </a:lnTo>
                <a:lnTo>
                  <a:pt x="1006813" y="51544"/>
                </a:lnTo>
                <a:lnTo>
                  <a:pt x="1006586" y="51184"/>
                </a:lnTo>
                <a:lnTo>
                  <a:pt x="1006353" y="50831"/>
                </a:lnTo>
                <a:lnTo>
                  <a:pt x="1006115" y="50484"/>
                </a:lnTo>
                <a:lnTo>
                  <a:pt x="1005872" y="50145"/>
                </a:lnTo>
                <a:lnTo>
                  <a:pt x="1005623" y="49812"/>
                </a:lnTo>
                <a:lnTo>
                  <a:pt x="1005368" y="49486"/>
                </a:lnTo>
                <a:lnTo>
                  <a:pt x="1005108" y="49167"/>
                </a:lnTo>
                <a:lnTo>
                  <a:pt x="1004842" y="48855"/>
                </a:lnTo>
                <a:lnTo>
                  <a:pt x="1004571" y="48550"/>
                </a:lnTo>
                <a:lnTo>
                  <a:pt x="1004295" y="48252"/>
                </a:lnTo>
                <a:lnTo>
                  <a:pt x="1004013" y="47961"/>
                </a:lnTo>
                <a:lnTo>
                  <a:pt x="1003726" y="47676"/>
                </a:lnTo>
                <a:lnTo>
                  <a:pt x="1003433" y="47398"/>
                </a:lnTo>
                <a:lnTo>
                  <a:pt x="1003135" y="47126"/>
                </a:lnTo>
                <a:lnTo>
                  <a:pt x="1002833" y="46860"/>
                </a:lnTo>
                <a:lnTo>
                  <a:pt x="1002524" y="46602"/>
                </a:lnTo>
                <a:lnTo>
                  <a:pt x="1002211" y="46349"/>
                </a:lnTo>
                <a:lnTo>
                  <a:pt x="1001892" y="46104"/>
                </a:lnTo>
                <a:lnTo>
                  <a:pt x="1001568" y="45864"/>
                </a:lnTo>
                <a:lnTo>
                  <a:pt x="1001239" y="45632"/>
                </a:lnTo>
                <a:lnTo>
                  <a:pt x="1000905" y="45406"/>
                </a:lnTo>
                <a:lnTo>
                  <a:pt x="1000565" y="45186"/>
                </a:lnTo>
                <a:lnTo>
                  <a:pt x="1000220" y="44973"/>
                </a:lnTo>
                <a:lnTo>
                  <a:pt x="999870" y="44766"/>
                </a:lnTo>
                <a:lnTo>
                  <a:pt x="999515" y="44566"/>
                </a:lnTo>
                <a:lnTo>
                  <a:pt x="999154" y="44372"/>
                </a:lnTo>
                <a:lnTo>
                  <a:pt x="998788" y="44185"/>
                </a:lnTo>
                <a:lnTo>
                  <a:pt x="998417" y="44005"/>
                </a:lnTo>
                <a:lnTo>
                  <a:pt x="998041" y="43831"/>
                </a:lnTo>
                <a:lnTo>
                  <a:pt x="997659" y="43663"/>
                </a:lnTo>
                <a:lnTo>
                  <a:pt x="997273" y="43502"/>
                </a:lnTo>
                <a:lnTo>
                  <a:pt x="996881" y="43348"/>
                </a:lnTo>
                <a:lnTo>
                  <a:pt x="996483" y="43200"/>
                </a:lnTo>
                <a:lnTo>
                  <a:pt x="996081" y="43059"/>
                </a:lnTo>
                <a:lnTo>
                  <a:pt x="995673" y="42924"/>
                </a:lnTo>
                <a:lnTo>
                  <a:pt x="995261" y="42794"/>
                </a:lnTo>
                <a:lnTo>
                  <a:pt x="994845" y="42670"/>
                </a:lnTo>
                <a:lnTo>
                  <a:pt x="994423" y="42552"/>
                </a:lnTo>
                <a:lnTo>
                  <a:pt x="993997" y="42440"/>
                </a:lnTo>
                <a:lnTo>
                  <a:pt x="993567" y="42334"/>
                </a:lnTo>
                <a:lnTo>
                  <a:pt x="993132" y="42233"/>
                </a:lnTo>
                <a:lnTo>
                  <a:pt x="992692" y="42138"/>
                </a:lnTo>
                <a:lnTo>
                  <a:pt x="992248" y="42049"/>
                </a:lnTo>
                <a:lnTo>
                  <a:pt x="991799" y="41965"/>
                </a:lnTo>
                <a:lnTo>
                  <a:pt x="991345" y="41888"/>
                </a:lnTo>
                <a:lnTo>
                  <a:pt x="990887" y="41816"/>
                </a:lnTo>
                <a:lnTo>
                  <a:pt x="990424" y="41749"/>
                </a:lnTo>
                <a:lnTo>
                  <a:pt x="989957" y="41689"/>
                </a:lnTo>
                <a:lnTo>
                  <a:pt x="989485" y="41634"/>
                </a:lnTo>
                <a:lnTo>
                  <a:pt x="989009" y="41585"/>
                </a:lnTo>
                <a:lnTo>
                  <a:pt x="988528" y="41542"/>
                </a:lnTo>
                <a:lnTo>
                  <a:pt x="988042" y="41505"/>
                </a:lnTo>
                <a:lnTo>
                  <a:pt x="987551" y="41473"/>
                </a:lnTo>
                <a:lnTo>
                  <a:pt x="987056" y="41447"/>
                </a:lnTo>
                <a:lnTo>
                  <a:pt x="986557" y="41427"/>
                </a:lnTo>
                <a:lnTo>
                  <a:pt x="986053" y="41413"/>
                </a:lnTo>
                <a:lnTo>
                  <a:pt x="985544" y="41404"/>
                </a:lnTo>
                <a:lnTo>
                  <a:pt x="985031" y="41401"/>
                </a:lnTo>
                <a:lnTo>
                  <a:pt x="984444" y="41405"/>
                </a:lnTo>
                <a:lnTo>
                  <a:pt x="983862" y="41418"/>
                </a:lnTo>
                <a:lnTo>
                  <a:pt x="983285" y="41439"/>
                </a:lnTo>
                <a:lnTo>
                  <a:pt x="982713" y="41469"/>
                </a:lnTo>
                <a:lnTo>
                  <a:pt x="982146" y="41507"/>
                </a:lnTo>
                <a:lnTo>
                  <a:pt x="981584" y="41553"/>
                </a:lnTo>
                <a:lnTo>
                  <a:pt x="981027" y="41608"/>
                </a:lnTo>
                <a:lnTo>
                  <a:pt x="980475" y="41671"/>
                </a:lnTo>
                <a:lnTo>
                  <a:pt x="979929" y="41743"/>
                </a:lnTo>
                <a:lnTo>
                  <a:pt x="979387" y="41823"/>
                </a:lnTo>
                <a:lnTo>
                  <a:pt x="978850" y="41912"/>
                </a:lnTo>
                <a:lnTo>
                  <a:pt x="978318" y="42009"/>
                </a:lnTo>
                <a:lnTo>
                  <a:pt x="977791" y="42114"/>
                </a:lnTo>
                <a:lnTo>
                  <a:pt x="977269" y="42228"/>
                </a:lnTo>
                <a:lnTo>
                  <a:pt x="976752" y="42351"/>
                </a:lnTo>
                <a:lnTo>
                  <a:pt x="976240" y="42482"/>
                </a:lnTo>
                <a:lnTo>
                  <a:pt x="975733" y="42621"/>
                </a:lnTo>
                <a:lnTo>
                  <a:pt x="975231" y="42769"/>
                </a:lnTo>
                <a:lnTo>
                  <a:pt x="974733" y="42925"/>
                </a:lnTo>
                <a:lnTo>
                  <a:pt x="974241" y="43089"/>
                </a:lnTo>
                <a:lnTo>
                  <a:pt x="973754" y="43262"/>
                </a:lnTo>
                <a:lnTo>
                  <a:pt x="973272" y="43444"/>
                </a:lnTo>
                <a:lnTo>
                  <a:pt x="972795" y="43634"/>
                </a:lnTo>
                <a:lnTo>
                  <a:pt x="972323" y="43832"/>
                </a:lnTo>
                <a:lnTo>
                  <a:pt x="971856" y="44038"/>
                </a:lnTo>
                <a:lnTo>
                  <a:pt x="971395" y="44249"/>
                </a:lnTo>
                <a:lnTo>
                  <a:pt x="970939" y="44467"/>
                </a:lnTo>
                <a:lnTo>
                  <a:pt x="970488" y="44691"/>
                </a:lnTo>
                <a:lnTo>
                  <a:pt x="970044" y="44920"/>
                </a:lnTo>
                <a:lnTo>
                  <a:pt x="969604" y="45156"/>
                </a:lnTo>
                <a:lnTo>
                  <a:pt x="969170" y="45398"/>
                </a:lnTo>
                <a:lnTo>
                  <a:pt x="968742" y="45645"/>
                </a:lnTo>
                <a:lnTo>
                  <a:pt x="968319" y="45899"/>
                </a:lnTo>
                <a:lnTo>
                  <a:pt x="967902" y="46159"/>
                </a:lnTo>
                <a:lnTo>
                  <a:pt x="967490" y="46424"/>
                </a:lnTo>
                <a:lnTo>
                  <a:pt x="967083" y="46696"/>
                </a:lnTo>
                <a:lnTo>
                  <a:pt x="966682" y="46974"/>
                </a:lnTo>
                <a:lnTo>
                  <a:pt x="966287" y="47258"/>
                </a:lnTo>
                <a:lnTo>
                  <a:pt x="965897" y="47547"/>
                </a:lnTo>
                <a:lnTo>
                  <a:pt x="965513" y="47843"/>
                </a:lnTo>
                <a:lnTo>
                  <a:pt x="965134" y="48145"/>
                </a:lnTo>
                <a:lnTo>
                  <a:pt x="964760" y="48453"/>
                </a:lnTo>
                <a:lnTo>
                  <a:pt x="964393" y="48766"/>
                </a:lnTo>
                <a:lnTo>
                  <a:pt x="964030" y="49086"/>
                </a:lnTo>
                <a:lnTo>
                  <a:pt x="963673" y="49412"/>
                </a:lnTo>
                <a:lnTo>
                  <a:pt x="963322" y="49744"/>
                </a:lnTo>
                <a:lnTo>
                  <a:pt x="962976" y="50082"/>
                </a:lnTo>
                <a:lnTo>
                  <a:pt x="962636" y="50426"/>
                </a:lnTo>
                <a:lnTo>
                  <a:pt x="962301" y="50774"/>
                </a:lnTo>
                <a:lnTo>
                  <a:pt x="961972" y="51127"/>
                </a:lnTo>
                <a:lnTo>
                  <a:pt x="961650" y="51484"/>
                </a:lnTo>
                <a:lnTo>
                  <a:pt x="961333" y="51845"/>
                </a:lnTo>
                <a:lnTo>
                  <a:pt x="961023" y="52209"/>
                </a:lnTo>
                <a:lnTo>
                  <a:pt x="960718" y="52578"/>
                </a:lnTo>
                <a:lnTo>
                  <a:pt x="960419" y="52951"/>
                </a:lnTo>
                <a:lnTo>
                  <a:pt x="960127" y="53327"/>
                </a:lnTo>
                <a:lnTo>
                  <a:pt x="959840" y="53708"/>
                </a:lnTo>
                <a:lnTo>
                  <a:pt x="959560" y="54092"/>
                </a:lnTo>
                <a:lnTo>
                  <a:pt x="959285" y="54481"/>
                </a:lnTo>
                <a:lnTo>
                  <a:pt x="959017" y="54873"/>
                </a:lnTo>
                <a:lnTo>
                  <a:pt x="958754" y="55270"/>
                </a:lnTo>
                <a:lnTo>
                  <a:pt x="958498" y="55670"/>
                </a:lnTo>
                <a:lnTo>
                  <a:pt x="958247" y="56074"/>
                </a:lnTo>
                <a:lnTo>
                  <a:pt x="958003" y="56483"/>
                </a:lnTo>
                <a:lnTo>
                  <a:pt x="957806" y="56823"/>
                </a:lnTo>
                <a:lnTo>
                  <a:pt x="957737" y="56614"/>
                </a:lnTo>
                <a:lnTo>
                  <a:pt x="957584" y="56172"/>
                </a:lnTo>
                <a:lnTo>
                  <a:pt x="957425" y="55737"/>
                </a:lnTo>
                <a:lnTo>
                  <a:pt x="957261" y="55309"/>
                </a:lnTo>
                <a:lnTo>
                  <a:pt x="957091" y="54889"/>
                </a:lnTo>
                <a:lnTo>
                  <a:pt x="956916" y="54475"/>
                </a:lnTo>
                <a:lnTo>
                  <a:pt x="956735" y="54067"/>
                </a:lnTo>
                <a:lnTo>
                  <a:pt x="956549" y="53667"/>
                </a:lnTo>
                <a:lnTo>
                  <a:pt x="956358" y="53274"/>
                </a:lnTo>
                <a:lnTo>
                  <a:pt x="956160" y="52888"/>
                </a:lnTo>
                <a:lnTo>
                  <a:pt x="955958" y="52508"/>
                </a:lnTo>
                <a:lnTo>
                  <a:pt x="955750" y="52136"/>
                </a:lnTo>
                <a:lnTo>
                  <a:pt x="955536" y="51770"/>
                </a:lnTo>
                <a:lnTo>
                  <a:pt x="955317" y="51411"/>
                </a:lnTo>
                <a:lnTo>
                  <a:pt x="955092" y="51059"/>
                </a:lnTo>
                <a:lnTo>
                  <a:pt x="954862" y="50714"/>
                </a:lnTo>
                <a:lnTo>
                  <a:pt x="954626" y="50376"/>
                </a:lnTo>
                <a:lnTo>
                  <a:pt x="954385" y="50045"/>
                </a:lnTo>
                <a:lnTo>
                  <a:pt x="954139" y="49721"/>
                </a:lnTo>
                <a:lnTo>
                  <a:pt x="953886" y="49404"/>
                </a:lnTo>
                <a:lnTo>
                  <a:pt x="953629" y="49093"/>
                </a:lnTo>
                <a:lnTo>
                  <a:pt x="953366" y="48790"/>
                </a:lnTo>
                <a:lnTo>
                  <a:pt x="953097" y="48493"/>
                </a:lnTo>
                <a:lnTo>
                  <a:pt x="952823" y="48204"/>
                </a:lnTo>
                <a:lnTo>
                  <a:pt x="952543" y="47921"/>
                </a:lnTo>
                <a:lnTo>
                  <a:pt x="952258" y="47645"/>
                </a:lnTo>
                <a:lnTo>
                  <a:pt x="951969" y="47374"/>
                </a:lnTo>
                <a:lnTo>
                  <a:pt x="951675" y="47110"/>
                </a:lnTo>
                <a:lnTo>
                  <a:pt x="951377" y="46853"/>
                </a:lnTo>
                <a:lnTo>
                  <a:pt x="951074" y="46601"/>
                </a:lnTo>
                <a:lnTo>
                  <a:pt x="950766" y="46355"/>
                </a:lnTo>
                <a:lnTo>
                  <a:pt x="950454" y="46116"/>
                </a:lnTo>
                <a:lnTo>
                  <a:pt x="950137" y="45883"/>
                </a:lnTo>
                <a:lnTo>
                  <a:pt x="949815" y="45656"/>
                </a:lnTo>
                <a:lnTo>
                  <a:pt x="949489" y="45435"/>
                </a:lnTo>
                <a:lnTo>
                  <a:pt x="949158" y="45220"/>
                </a:lnTo>
                <a:lnTo>
                  <a:pt x="948823" y="45011"/>
                </a:lnTo>
                <a:lnTo>
                  <a:pt x="948483" y="44808"/>
                </a:lnTo>
                <a:lnTo>
                  <a:pt x="948138" y="44612"/>
                </a:lnTo>
                <a:lnTo>
                  <a:pt x="947789" y="44422"/>
                </a:lnTo>
                <a:lnTo>
                  <a:pt x="947436" y="44237"/>
                </a:lnTo>
                <a:lnTo>
                  <a:pt x="947077" y="44059"/>
                </a:lnTo>
                <a:lnTo>
                  <a:pt x="946714" y="43888"/>
                </a:lnTo>
                <a:lnTo>
                  <a:pt x="946347" y="43722"/>
                </a:lnTo>
                <a:lnTo>
                  <a:pt x="945974" y="43562"/>
                </a:lnTo>
                <a:lnTo>
                  <a:pt x="945598" y="43409"/>
                </a:lnTo>
                <a:lnTo>
                  <a:pt x="945216" y="43261"/>
                </a:lnTo>
                <a:lnTo>
                  <a:pt x="944830" y="43120"/>
                </a:lnTo>
                <a:lnTo>
                  <a:pt x="944440" y="42985"/>
                </a:lnTo>
                <a:lnTo>
                  <a:pt x="944045" y="42856"/>
                </a:lnTo>
                <a:lnTo>
                  <a:pt x="943646" y="42732"/>
                </a:lnTo>
                <a:lnTo>
                  <a:pt x="943244" y="42614"/>
                </a:lnTo>
                <a:lnTo>
                  <a:pt x="942837" y="42501"/>
                </a:lnTo>
                <a:lnTo>
                  <a:pt x="942427" y="42394"/>
                </a:lnTo>
                <a:lnTo>
                  <a:pt x="942013" y="42292"/>
                </a:lnTo>
                <a:lnTo>
                  <a:pt x="941595" y="42196"/>
                </a:lnTo>
                <a:lnTo>
                  <a:pt x="941174" y="42105"/>
                </a:lnTo>
                <a:lnTo>
                  <a:pt x="940748" y="42020"/>
                </a:lnTo>
                <a:lnTo>
                  <a:pt x="940319" y="41940"/>
                </a:lnTo>
                <a:lnTo>
                  <a:pt x="939886" y="41866"/>
                </a:lnTo>
                <a:lnTo>
                  <a:pt x="939449" y="41797"/>
                </a:lnTo>
                <a:lnTo>
                  <a:pt x="939008" y="41734"/>
                </a:lnTo>
                <a:lnTo>
                  <a:pt x="938563" y="41676"/>
                </a:lnTo>
                <a:lnTo>
                  <a:pt x="938115" y="41624"/>
                </a:lnTo>
                <a:lnTo>
                  <a:pt x="937662" y="41577"/>
                </a:lnTo>
                <a:lnTo>
                  <a:pt x="937206" y="41536"/>
                </a:lnTo>
                <a:lnTo>
                  <a:pt x="936746" y="41500"/>
                </a:lnTo>
                <a:lnTo>
                  <a:pt x="936282" y="41470"/>
                </a:lnTo>
                <a:lnTo>
                  <a:pt x="935814" y="41445"/>
                </a:lnTo>
                <a:lnTo>
                  <a:pt x="935343" y="41426"/>
                </a:lnTo>
                <a:lnTo>
                  <a:pt x="934868" y="41412"/>
                </a:lnTo>
                <a:lnTo>
                  <a:pt x="934388" y="41404"/>
                </a:lnTo>
                <a:lnTo>
                  <a:pt x="933905" y="41401"/>
                </a:lnTo>
                <a:lnTo>
                  <a:pt x="933306" y="41406"/>
                </a:lnTo>
                <a:lnTo>
                  <a:pt x="932712" y="41420"/>
                </a:lnTo>
                <a:lnTo>
                  <a:pt x="932124" y="41443"/>
                </a:lnTo>
                <a:lnTo>
                  <a:pt x="931541" y="41475"/>
                </a:lnTo>
                <a:lnTo>
                  <a:pt x="930963" y="41516"/>
                </a:lnTo>
                <a:lnTo>
                  <a:pt x="930390" y="41567"/>
                </a:lnTo>
                <a:lnTo>
                  <a:pt x="929822" y="41627"/>
                </a:lnTo>
                <a:lnTo>
                  <a:pt x="929260" y="41696"/>
                </a:lnTo>
                <a:lnTo>
                  <a:pt x="928703" y="41774"/>
                </a:lnTo>
                <a:lnTo>
                  <a:pt x="928151" y="41862"/>
                </a:lnTo>
                <a:lnTo>
                  <a:pt x="927605" y="41958"/>
                </a:lnTo>
                <a:lnTo>
                  <a:pt x="927063" y="42064"/>
                </a:lnTo>
                <a:lnTo>
                  <a:pt x="926527" y="42179"/>
                </a:lnTo>
                <a:lnTo>
                  <a:pt x="925996" y="42304"/>
                </a:lnTo>
                <a:lnTo>
                  <a:pt x="925471" y="42437"/>
                </a:lnTo>
                <a:lnTo>
                  <a:pt x="924951" y="42580"/>
                </a:lnTo>
                <a:lnTo>
                  <a:pt x="924435" y="42732"/>
                </a:lnTo>
                <a:lnTo>
                  <a:pt x="923926" y="42893"/>
                </a:lnTo>
                <a:lnTo>
                  <a:pt x="923421" y="43063"/>
                </a:lnTo>
                <a:lnTo>
                  <a:pt x="922922" y="43243"/>
                </a:lnTo>
                <a:lnTo>
                  <a:pt x="922427" y="43432"/>
                </a:lnTo>
                <a:lnTo>
                  <a:pt x="921939" y="43630"/>
                </a:lnTo>
                <a:lnTo>
                  <a:pt x="921455" y="43837"/>
                </a:lnTo>
                <a:lnTo>
                  <a:pt x="920977" y="44053"/>
                </a:lnTo>
                <a:lnTo>
                  <a:pt x="920504" y="44278"/>
                </a:lnTo>
                <a:lnTo>
                  <a:pt x="920037" y="44510"/>
                </a:lnTo>
                <a:lnTo>
                  <a:pt x="919576" y="44749"/>
                </a:lnTo>
                <a:lnTo>
                  <a:pt x="919121" y="44995"/>
                </a:lnTo>
                <a:lnTo>
                  <a:pt x="918671" y="45248"/>
                </a:lnTo>
                <a:lnTo>
                  <a:pt x="918228" y="45508"/>
                </a:lnTo>
                <a:lnTo>
                  <a:pt x="917790" y="45776"/>
                </a:lnTo>
                <a:lnTo>
                  <a:pt x="917359" y="46050"/>
                </a:lnTo>
                <a:lnTo>
                  <a:pt x="916933" y="46332"/>
                </a:lnTo>
                <a:lnTo>
                  <a:pt x="916513" y="46621"/>
                </a:lnTo>
                <a:lnTo>
                  <a:pt x="916099" y="46918"/>
                </a:lnTo>
                <a:lnTo>
                  <a:pt x="915691" y="47221"/>
                </a:lnTo>
                <a:lnTo>
                  <a:pt x="915289" y="47531"/>
                </a:lnTo>
                <a:lnTo>
                  <a:pt x="914892" y="47849"/>
                </a:lnTo>
                <a:lnTo>
                  <a:pt x="914502" y="48174"/>
                </a:lnTo>
                <a:lnTo>
                  <a:pt x="914117" y="48506"/>
                </a:lnTo>
                <a:lnTo>
                  <a:pt x="913739" y="48845"/>
                </a:lnTo>
                <a:lnTo>
                  <a:pt x="913366" y="49192"/>
                </a:lnTo>
                <a:lnTo>
                  <a:pt x="912999" y="49545"/>
                </a:lnTo>
                <a:lnTo>
                  <a:pt x="912638" y="49906"/>
                </a:lnTo>
                <a:lnTo>
                  <a:pt x="912283" y="50274"/>
                </a:lnTo>
                <a:lnTo>
                  <a:pt x="911933" y="50649"/>
                </a:lnTo>
                <a:lnTo>
                  <a:pt x="911590" y="51031"/>
                </a:lnTo>
                <a:lnTo>
                  <a:pt x="911252" y="51420"/>
                </a:lnTo>
                <a:lnTo>
                  <a:pt x="910921" y="51815"/>
                </a:lnTo>
                <a:lnTo>
                  <a:pt x="910595" y="52216"/>
                </a:lnTo>
                <a:lnTo>
                  <a:pt x="910276" y="52622"/>
                </a:lnTo>
                <a:lnTo>
                  <a:pt x="909962" y="53033"/>
                </a:lnTo>
                <a:lnTo>
                  <a:pt x="909655" y="53448"/>
                </a:lnTo>
                <a:lnTo>
                  <a:pt x="909353" y="53869"/>
                </a:lnTo>
                <a:lnTo>
                  <a:pt x="909058" y="54296"/>
                </a:lnTo>
                <a:lnTo>
                  <a:pt x="908768" y="54727"/>
                </a:lnTo>
                <a:lnTo>
                  <a:pt x="908485" y="55163"/>
                </a:lnTo>
                <a:lnTo>
                  <a:pt x="908207" y="55605"/>
                </a:lnTo>
                <a:lnTo>
                  <a:pt x="908116" y="55755"/>
                </a:lnTo>
                <a:lnTo>
                  <a:pt x="907827" y="42875"/>
                </a:lnTo>
                <a:lnTo>
                  <a:pt x="899281" y="42875"/>
                </a:lnTo>
                <a:lnTo>
                  <a:pt x="899281" y="122583"/>
                </a:lnTo>
                <a:lnTo>
                  <a:pt x="908195" y="122583"/>
                </a:lnTo>
                <a:lnTo>
                  <a:pt x="908195" y="67684"/>
                </a:lnTo>
                <a:close/>
                <a:moveTo>
                  <a:pt x="1185406" y="50094"/>
                </a:moveTo>
                <a:lnTo>
                  <a:pt x="1200065" y="50094"/>
                </a:lnTo>
                <a:lnTo>
                  <a:pt x="1200065" y="103135"/>
                </a:lnTo>
                <a:lnTo>
                  <a:pt x="1200069" y="103792"/>
                </a:lnTo>
                <a:lnTo>
                  <a:pt x="1200081" y="104437"/>
                </a:lnTo>
                <a:lnTo>
                  <a:pt x="1200100" y="105071"/>
                </a:lnTo>
                <a:lnTo>
                  <a:pt x="1200127" y="105693"/>
                </a:lnTo>
                <a:lnTo>
                  <a:pt x="1200161" y="106303"/>
                </a:lnTo>
                <a:lnTo>
                  <a:pt x="1200204" y="106901"/>
                </a:lnTo>
                <a:lnTo>
                  <a:pt x="1200253" y="107488"/>
                </a:lnTo>
                <a:lnTo>
                  <a:pt x="1200311" y="108062"/>
                </a:lnTo>
                <a:lnTo>
                  <a:pt x="1200376" y="108625"/>
                </a:lnTo>
                <a:lnTo>
                  <a:pt x="1200449" y="109176"/>
                </a:lnTo>
                <a:lnTo>
                  <a:pt x="1200530" y="109716"/>
                </a:lnTo>
                <a:lnTo>
                  <a:pt x="1200618" y="110244"/>
                </a:lnTo>
                <a:lnTo>
                  <a:pt x="1200714" y="110760"/>
                </a:lnTo>
                <a:lnTo>
                  <a:pt x="1200817" y="111264"/>
                </a:lnTo>
                <a:lnTo>
                  <a:pt x="1200929" y="111756"/>
                </a:lnTo>
                <a:lnTo>
                  <a:pt x="1201048" y="112237"/>
                </a:lnTo>
                <a:lnTo>
                  <a:pt x="1201174" y="112706"/>
                </a:lnTo>
                <a:lnTo>
                  <a:pt x="1201309" y="113163"/>
                </a:lnTo>
                <a:lnTo>
                  <a:pt x="1201451" y="113608"/>
                </a:lnTo>
                <a:lnTo>
                  <a:pt x="1201600" y="114042"/>
                </a:lnTo>
                <a:lnTo>
                  <a:pt x="1201758" y="114463"/>
                </a:lnTo>
                <a:lnTo>
                  <a:pt x="1201923" y="114873"/>
                </a:lnTo>
                <a:lnTo>
                  <a:pt x="1202095" y="115272"/>
                </a:lnTo>
                <a:lnTo>
                  <a:pt x="1202276" y="115658"/>
                </a:lnTo>
                <a:lnTo>
                  <a:pt x="1202463" y="116034"/>
                </a:lnTo>
                <a:lnTo>
                  <a:pt x="1202656" y="116401"/>
                </a:lnTo>
                <a:lnTo>
                  <a:pt x="1202854" y="116759"/>
                </a:lnTo>
                <a:lnTo>
                  <a:pt x="1203059" y="117107"/>
                </a:lnTo>
                <a:lnTo>
                  <a:pt x="1203270" y="117446"/>
                </a:lnTo>
                <a:lnTo>
                  <a:pt x="1203486" y="117776"/>
                </a:lnTo>
                <a:lnTo>
                  <a:pt x="1203709" y="118097"/>
                </a:lnTo>
                <a:lnTo>
                  <a:pt x="1203937" y="118408"/>
                </a:lnTo>
                <a:lnTo>
                  <a:pt x="1204171" y="118711"/>
                </a:lnTo>
                <a:lnTo>
                  <a:pt x="1204411" y="119004"/>
                </a:lnTo>
                <a:lnTo>
                  <a:pt x="1204657" y="119288"/>
                </a:lnTo>
                <a:lnTo>
                  <a:pt x="1204909" y="119563"/>
                </a:lnTo>
                <a:lnTo>
                  <a:pt x="1205167" y="119828"/>
                </a:lnTo>
                <a:lnTo>
                  <a:pt x="1205430" y="120084"/>
                </a:lnTo>
                <a:lnTo>
                  <a:pt x="1205700" y="120332"/>
                </a:lnTo>
                <a:lnTo>
                  <a:pt x="1205975" y="120569"/>
                </a:lnTo>
                <a:lnTo>
                  <a:pt x="1206257" y="120798"/>
                </a:lnTo>
                <a:lnTo>
                  <a:pt x="1206544" y="121018"/>
                </a:lnTo>
                <a:lnTo>
                  <a:pt x="1206837" y="121228"/>
                </a:lnTo>
                <a:lnTo>
                  <a:pt x="1207136" y="121429"/>
                </a:lnTo>
                <a:lnTo>
                  <a:pt x="1207440" y="121621"/>
                </a:lnTo>
                <a:lnTo>
                  <a:pt x="1207751" y="121803"/>
                </a:lnTo>
                <a:lnTo>
                  <a:pt x="1208067" y="121977"/>
                </a:lnTo>
                <a:lnTo>
                  <a:pt x="1208390" y="122141"/>
                </a:lnTo>
                <a:lnTo>
                  <a:pt x="1208717" y="122297"/>
                </a:lnTo>
                <a:lnTo>
                  <a:pt x="1209049" y="122447"/>
                </a:lnTo>
                <a:lnTo>
                  <a:pt x="1209384" y="122590"/>
                </a:lnTo>
                <a:lnTo>
                  <a:pt x="1209724" y="122726"/>
                </a:lnTo>
                <a:lnTo>
                  <a:pt x="1210068" y="122856"/>
                </a:lnTo>
                <a:lnTo>
                  <a:pt x="1210416" y="122979"/>
                </a:lnTo>
                <a:lnTo>
                  <a:pt x="1210768" y="123095"/>
                </a:lnTo>
                <a:lnTo>
                  <a:pt x="1211124" y="123205"/>
                </a:lnTo>
                <a:lnTo>
                  <a:pt x="1211484" y="123308"/>
                </a:lnTo>
                <a:lnTo>
                  <a:pt x="1211848" y="123405"/>
                </a:lnTo>
                <a:lnTo>
                  <a:pt x="1212217" y="123494"/>
                </a:lnTo>
                <a:lnTo>
                  <a:pt x="1212589" y="123578"/>
                </a:lnTo>
                <a:lnTo>
                  <a:pt x="1212966" y="123654"/>
                </a:lnTo>
                <a:lnTo>
                  <a:pt x="1213346" y="123724"/>
                </a:lnTo>
                <a:lnTo>
                  <a:pt x="1213731" y="123787"/>
                </a:lnTo>
                <a:lnTo>
                  <a:pt x="1214120" y="123844"/>
                </a:lnTo>
                <a:lnTo>
                  <a:pt x="1214513" y="123893"/>
                </a:lnTo>
                <a:lnTo>
                  <a:pt x="1214910" y="123937"/>
                </a:lnTo>
                <a:lnTo>
                  <a:pt x="1215311" y="123973"/>
                </a:lnTo>
                <a:lnTo>
                  <a:pt x="1215716" y="124003"/>
                </a:lnTo>
                <a:lnTo>
                  <a:pt x="1216125" y="124026"/>
                </a:lnTo>
                <a:lnTo>
                  <a:pt x="1216538" y="124043"/>
                </a:lnTo>
                <a:lnTo>
                  <a:pt x="1216956" y="124053"/>
                </a:lnTo>
                <a:lnTo>
                  <a:pt x="1217377" y="124056"/>
                </a:lnTo>
                <a:lnTo>
                  <a:pt x="1217592" y="124056"/>
                </a:lnTo>
                <a:lnTo>
                  <a:pt x="1217807" y="124054"/>
                </a:lnTo>
                <a:lnTo>
                  <a:pt x="1218023" y="124051"/>
                </a:lnTo>
                <a:lnTo>
                  <a:pt x="1218238" y="124047"/>
                </a:lnTo>
                <a:lnTo>
                  <a:pt x="1218453" y="124042"/>
                </a:lnTo>
                <a:lnTo>
                  <a:pt x="1218669" y="124036"/>
                </a:lnTo>
                <a:lnTo>
                  <a:pt x="1218885" y="124028"/>
                </a:lnTo>
                <a:lnTo>
                  <a:pt x="1219100" y="124020"/>
                </a:lnTo>
                <a:lnTo>
                  <a:pt x="1219316" y="124010"/>
                </a:lnTo>
                <a:lnTo>
                  <a:pt x="1219532" y="123999"/>
                </a:lnTo>
                <a:lnTo>
                  <a:pt x="1219749" y="123987"/>
                </a:lnTo>
                <a:lnTo>
                  <a:pt x="1219965" y="123973"/>
                </a:lnTo>
                <a:lnTo>
                  <a:pt x="1220181" y="123959"/>
                </a:lnTo>
                <a:lnTo>
                  <a:pt x="1220398" y="123944"/>
                </a:lnTo>
                <a:lnTo>
                  <a:pt x="1220615" y="123927"/>
                </a:lnTo>
                <a:lnTo>
                  <a:pt x="1220832" y="123909"/>
                </a:lnTo>
                <a:lnTo>
                  <a:pt x="1221049" y="123890"/>
                </a:lnTo>
                <a:lnTo>
                  <a:pt x="1221266" y="123870"/>
                </a:lnTo>
                <a:lnTo>
                  <a:pt x="1221483" y="123849"/>
                </a:lnTo>
                <a:lnTo>
                  <a:pt x="1221700" y="123826"/>
                </a:lnTo>
                <a:lnTo>
                  <a:pt x="1221918" y="123803"/>
                </a:lnTo>
                <a:lnTo>
                  <a:pt x="1222135" y="123778"/>
                </a:lnTo>
                <a:lnTo>
                  <a:pt x="1222353" y="123752"/>
                </a:lnTo>
                <a:lnTo>
                  <a:pt x="1222571" y="123725"/>
                </a:lnTo>
                <a:lnTo>
                  <a:pt x="1222787" y="123697"/>
                </a:lnTo>
                <a:lnTo>
                  <a:pt x="1223000" y="123668"/>
                </a:lnTo>
                <a:lnTo>
                  <a:pt x="1223209" y="123639"/>
                </a:lnTo>
                <a:lnTo>
                  <a:pt x="1223415" y="123609"/>
                </a:lnTo>
                <a:lnTo>
                  <a:pt x="1223617" y="123579"/>
                </a:lnTo>
                <a:lnTo>
                  <a:pt x="1223816" y="123548"/>
                </a:lnTo>
                <a:lnTo>
                  <a:pt x="1224012" y="123516"/>
                </a:lnTo>
                <a:lnTo>
                  <a:pt x="1224204" y="123483"/>
                </a:lnTo>
                <a:lnTo>
                  <a:pt x="1224392" y="123450"/>
                </a:lnTo>
                <a:lnTo>
                  <a:pt x="1224578" y="123417"/>
                </a:lnTo>
                <a:lnTo>
                  <a:pt x="1224759" y="123382"/>
                </a:lnTo>
                <a:lnTo>
                  <a:pt x="1224938" y="123347"/>
                </a:lnTo>
                <a:lnTo>
                  <a:pt x="1225112" y="123312"/>
                </a:lnTo>
                <a:lnTo>
                  <a:pt x="1225284" y="123275"/>
                </a:lnTo>
                <a:lnTo>
                  <a:pt x="1225451" y="123239"/>
                </a:lnTo>
                <a:lnTo>
                  <a:pt x="1225616" y="123201"/>
                </a:lnTo>
                <a:lnTo>
                  <a:pt x="1225777" y="123163"/>
                </a:lnTo>
                <a:lnTo>
                  <a:pt x="1225934" y="123124"/>
                </a:lnTo>
                <a:lnTo>
                  <a:pt x="1226088" y="123085"/>
                </a:lnTo>
                <a:lnTo>
                  <a:pt x="1226239" y="123044"/>
                </a:lnTo>
                <a:lnTo>
                  <a:pt x="1226386" y="123004"/>
                </a:lnTo>
                <a:lnTo>
                  <a:pt x="1226530" y="122962"/>
                </a:lnTo>
                <a:lnTo>
                  <a:pt x="1226670" y="122920"/>
                </a:lnTo>
                <a:lnTo>
                  <a:pt x="1226807" y="122878"/>
                </a:lnTo>
                <a:lnTo>
                  <a:pt x="1226438" y="115437"/>
                </a:lnTo>
                <a:lnTo>
                  <a:pt x="1226309" y="115456"/>
                </a:lnTo>
                <a:lnTo>
                  <a:pt x="1226179" y="115474"/>
                </a:lnTo>
                <a:lnTo>
                  <a:pt x="1226048" y="115493"/>
                </a:lnTo>
                <a:lnTo>
                  <a:pt x="1225916" y="115512"/>
                </a:lnTo>
                <a:lnTo>
                  <a:pt x="1225783" y="115531"/>
                </a:lnTo>
                <a:lnTo>
                  <a:pt x="1225649" y="115550"/>
                </a:lnTo>
                <a:lnTo>
                  <a:pt x="1225514" y="115569"/>
                </a:lnTo>
                <a:lnTo>
                  <a:pt x="1225379" y="115589"/>
                </a:lnTo>
                <a:lnTo>
                  <a:pt x="1225242" y="115608"/>
                </a:lnTo>
                <a:lnTo>
                  <a:pt x="1225105" y="115628"/>
                </a:lnTo>
                <a:lnTo>
                  <a:pt x="1224966" y="115648"/>
                </a:lnTo>
                <a:lnTo>
                  <a:pt x="1224827" y="115667"/>
                </a:lnTo>
                <a:lnTo>
                  <a:pt x="1224687" y="115687"/>
                </a:lnTo>
                <a:lnTo>
                  <a:pt x="1224546" y="115708"/>
                </a:lnTo>
                <a:lnTo>
                  <a:pt x="1224404" y="115728"/>
                </a:lnTo>
                <a:lnTo>
                  <a:pt x="1224261" y="115748"/>
                </a:lnTo>
                <a:lnTo>
                  <a:pt x="1224118" y="115769"/>
                </a:lnTo>
                <a:lnTo>
                  <a:pt x="1223973" y="115789"/>
                </a:lnTo>
                <a:lnTo>
                  <a:pt x="1223827" y="115810"/>
                </a:lnTo>
                <a:lnTo>
                  <a:pt x="1223681" y="115831"/>
                </a:lnTo>
                <a:lnTo>
                  <a:pt x="1223534" y="115852"/>
                </a:lnTo>
                <a:lnTo>
                  <a:pt x="1223386" y="115873"/>
                </a:lnTo>
                <a:lnTo>
                  <a:pt x="1223237" y="115895"/>
                </a:lnTo>
                <a:lnTo>
                  <a:pt x="1223087" y="115916"/>
                </a:lnTo>
                <a:lnTo>
                  <a:pt x="1222936" y="115937"/>
                </a:lnTo>
                <a:lnTo>
                  <a:pt x="1222785" y="115957"/>
                </a:lnTo>
                <a:lnTo>
                  <a:pt x="1222633" y="115976"/>
                </a:lnTo>
                <a:lnTo>
                  <a:pt x="1222480" y="115995"/>
                </a:lnTo>
                <a:lnTo>
                  <a:pt x="1222327" y="116012"/>
                </a:lnTo>
                <a:lnTo>
                  <a:pt x="1222173" y="116029"/>
                </a:lnTo>
                <a:lnTo>
                  <a:pt x="1222018" y="116045"/>
                </a:lnTo>
                <a:lnTo>
                  <a:pt x="1221863" y="116059"/>
                </a:lnTo>
                <a:lnTo>
                  <a:pt x="1221707" y="116073"/>
                </a:lnTo>
                <a:lnTo>
                  <a:pt x="1221551" y="116086"/>
                </a:lnTo>
                <a:lnTo>
                  <a:pt x="1221393" y="116098"/>
                </a:lnTo>
                <a:lnTo>
                  <a:pt x="1221236" y="116109"/>
                </a:lnTo>
                <a:lnTo>
                  <a:pt x="1221077" y="116120"/>
                </a:lnTo>
                <a:lnTo>
                  <a:pt x="1220918" y="116129"/>
                </a:lnTo>
                <a:lnTo>
                  <a:pt x="1220759" y="116138"/>
                </a:lnTo>
                <a:lnTo>
                  <a:pt x="1220598" y="116145"/>
                </a:lnTo>
                <a:lnTo>
                  <a:pt x="1220437" y="116152"/>
                </a:lnTo>
                <a:lnTo>
                  <a:pt x="1220276" y="116158"/>
                </a:lnTo>
                <a:lnTo>
                  <a:pt x="1220114" y="116163"/>
                </a:lnTo>
                <a:lnTo>
                  <a:pt x="1219951" y="116167"/>
                </a:lnTo>
                <a:lnTo>
                  <a:pt x="1219787" y="116170"/>
                </a:lnTo>
                <a:lnTo>
                  <a:pt x="1219623" y="116172"/>
                </a:lnTo>
                <a:lnTo>
                  <a:pt x="1219458" y="116173"/>
                </a:lnTo>
                <a:lnTo>
                  <a:pt x="1219293" y="116174"/>
                </a:lnTo>
                <a:lnTo>
                  <a:pt x="1219066" y="116172"/>
                </a:lnTo>
                <a:lnTo>
                  <a:pt x="1218841" y="116168"/>
                </a:lnTo>
                <a:lnTo>
                  <a:pt x="1218616" y="116160"/>
                </a:lnTo>
                <a:lnTo>
                  <a:pt x="1218393" y="116148"/>
                </a:lnTo>
                <a:lnTo>
                  <a:pt x="1218171" y="116134"/>
                </a:lnTo>
                <a:lnTo>
                  <a:pt x="1217951" y="116116"/>
                </a:lnTo>
                <a:lnTo>
                  <a:pt x="1217731" y="116096"/>
                </a:lnTo>
                <a:lnTo>
                  <a:pt x="1217512" y="116072"/>
                </a:lnTo>
                <a:lnTo>
                  <a:pt x="1217295" y="116044"/>
                </a:lnTo>
                <a:lnTo>
                  <a:pt x="1217079" y="116014"/>
                </a:lnTo>
                <a:lnTo>
                  <a:pt x="1216864" y="115980"/>
                </a:lnTo>
                <a:lnTo>
                  <a:pt x="1216650" y="115944"/>
                </a:lnTo>
                <a:lnTo>
                  <a:pt x="1216437" y="115904"/>
                </a:lnTo>
                <a:lnTo>
                  <a:pt x="1216226" y="115861"/>
                </a:lnTo>
                <a:lnTo>
                  <a:pt x="1216015" y="115814"/>
                </a:lnTo>
                <a:lnTo>
                  <a:pt x="1215806" y="115765"/>
                </a:lnTo>
                <a:lnTo>
                  <a:pt x="1215598" y="115712"/>
                </a:lnTo>
                <a:lnTo>
                  <a:pt x="1215391" y="115656"/>
                </a:lnTo>
                <a:lnTo>
                  <a:pt x="1215185" y="115597"/>
                </a:lnTo>
                <a:lnTo>
                  <a:pt x="1214980" y="115534"/>
                </a:lnTo>
                <a:lnTo>
                  <a:pt x="1214777" y="115469"/>
                </a:lnTo>
                <a:lnTo>
                  <a:pt x="1214574" y="115400"/>
                </a:lnTo>
                <a:lnTo>
                  <a:pt x="1214373" y="115328"/>
                </a:lnTo>
                <a:lnTo>
                  <a:pt x="1214173" y="115253"/>
                </a:lnTo>
                <a:lnTo>
                  <a:pt x="1213975" y="115173"/>
                </a:lnTo>
                <a:lnTo>
                  <a:pt x="1213780" y="115086"/>
                </a:lnTo>
                <a:lnTo>
                  <a:pt x="1213589" y="114993"/>
                </a:lnTo>
                <a:lnTo>
                  <a:pt x="1213401" y="114893"/>
                </a:lnTo>
                <a:lnTo>
                  <a:pt x="1213217" y="114786"/>
                </a:lnTo>
                <a:lnTo>
                  <a:pt x="1213036" y="114673"/>
                </a:lnTo>
                <a:lnTo>
                  <a:pt x="1212858" y="114553"/>
                </a:lnTo>
                <a:lnTo>
                  <a:pt x="1212683" y="114426"/>
                </a:lnTo>
                <a:lnTo>
                  <a:pt x="1212512" y="114293"/>
                </a:lnTo>
                <a:lnTo>
                  <a:pt x="1212344" y="114153"/>
                </a:lnTo>
                <a:lnTo>
                  <a:pt x="1212179" y="114007"/>
                </a:lnTo>
                <a:lnTo>
                  <a:pt x="1212018" y="113853"/>
                </a:lnTo>
                <a:lnTo>
                  <a:pt x="1211860" y="113694"/>
                </a:lnTo>
                <a:lnTo>
                  <a:pt x="1211705" y="113527"/>
                </a:lnTo>
                <a:lnTo>
                  <a:pt x="1211554" y="113354"/>
                </a:lnTo>
                <a:lnTo>
                  <a:pt x="1211406" y="113174"/>
                </a:lnTo>
                <a:lnTo>
                  <a:pt x="1211262" y="112988"/>
                </a:lnTo>
                <a:lnTo>
                  <a:pt x="1211120" y="112794"/>
                </a:lnTo>
                <a:lnTo>
                  <a:pt x="1210982" y="112595"/>
                </a:lnTo>
                <a:lnTo>
                  <a:pt x="1210848" y="112388"/>
                </a:lnTo>
                <a:lnTo>
                  <a:pt x="1210716" y="112175"/>
                </a:lnTo>
                <a:lnTo>
                  <a:pt x="1210588" y="111955"/>
                </a:lnTo>
                <a:lnTo>
                  <a:pt x="1210463" y="111729"/>
                </a:lnTo>
                <a:lnTo>
                  <a:pt x="1210342" y="111496"/>
                </a:lnTo>
                <a:lnTo>
                  <a:pt x="1210225" y="111255"/>
                </a:lnTo>
                <a:lnTo>
                  <a:pt x="1210113" y="111005"/>
                </a:lnTo>
                <a:lnTo>
                  <a:pt x="1210005" y="110745"/>
                </a:lnTo>
                <a:lnTo>
                  <a:pt x="1209903" y="110476"/>
                </a:lnTo>
                <a:lnTo>
                  <a:pt x="1209806" y="110198"/>
                </a:lnTo>
                <a:lnTo>
                  <a:pt x="1209714" y="109910"/>
                </a:lnTo>
                <a:lnTo>
                  <a:pt x="1209626" y="109613"/>
                </a:lnTo>
                <a:lnTo>
                  <a:pt x="1209544" y="109306"/>
                </a:lnTo>
                <a:lnTo>
                  <a:pt x="1209467" y="108991"/>
                </a:lnTo>
                <a:lnTo>
                  <a:pt x="1209394" y="108666"/>
                </a:lnTo>
                <a:lnTo>
                  <a:pt x="1209327" y="108331"/>
                </a:lnTo>
                <a:lnTo>
                  <a:pt x="1209265" y="107988"/>
                </a:lnTo>
                <a:lnTo>
                  <a:pt x="1209207" y="107635"/>
                </a:lnTo>
                <a:lnTo>
                  <a:pt x="1209155" y="107272"/>
                </a:lnTo>
                <a:lnTo>
                  <a:pt x="1209108" y="106900"/>
                </a:lnTo>
                <a:lnTo>
                  <a:pt x="1209065" y="106519"/>
                </a:lnTo>
                <a:lnTo>
                  <a:pt x="1209028" y="106129"/>
                </a:lnTo>
                <a:lnTo>
                  <a:pt x="1208995" y="105729"/>
                </a:lnTo>
                <a:lnTo>
                  <a:pt x="1208968" y="105320"/>
                </a:lnTo>
                <a:lnTo>
                  <a:pt x="1208945" y="104902"/>
                </a:lnTo>
                <a:lnTo>
                  <a:pt x="1208928" y="104474"/>
                </a:lnTo>
                <a:lnTo>
                  <a:pt x="1208916" y="104037"/>
                </a:lnTo>
                <a:lnTo>
                  <a:pt x="1208908" y="103590"/>
                </a:lnTo>
                <a:lnTo>
                  <a:pt x="1208906" y="103135"/>
                </a:lnTo>
                <a:lnTo>
                  <a:pt x="1208906" y="50094"/>
                </a:lnTo>
                <a:lnTo>
                  <a:pt x="1225407" y="50094"/>
                </a:lnTo>
                <a:lnTo>
                  <a:pt x="1225407" y="42875"/>
                </a:lnTo>
                <a:lnTo>
                  <a:pt x="1208906" y="42875"/>
                </a:lnTo>
                <a:lnTo>
                  <a:pt x="1208906" y="22395"/>
                </a:lnTo>
                <a:lnTo>
                  <a:pt x="1200065" y="22395"/>
                </a:lnTo>
                <a:lnTo>
                  <a:pt x="1200065" y="42875"/>
                </a:lnTo>
                <a:lnTo>
                  <a:pt x="1185406" y="42875"/>
                </a:lnTo>
                <a:lnTo>
                  <a:pt x="1185406" y="50094"/>
                </a:lnTo>
                <a:close/>
                <a:moveTo>
                  <a:pt x="1311691" y="122583"/>
                </a:moveTo>
                <a:lnTo>
                  <a:pt x="1320458" y="122583"/>
                </a:lnTo>
                <a:lnTo>
                  <a:pt x="1320458" y="15323"/>
                </a:lnTo>
                <a:lnTo>
                  <a:pt x="1318984" y="15323"/>
                </a:lnTo>
                <a:lnTo>
                  <a:pt x="1282519" y="28896"/>
                </a:lnTo>
                <a:lnTo>
                  <a:pt x="1282519" y="37186"/>
                </a:lnTo>
                <a:lnTo>
                  <a:pt x="1311691" y="26401"/>
                </a:lnTo>
                <a:lnTo>
                  <a:pt x="1311691" y="122583"/>
                </a:lnTo>
                <a:close/>
                <a:moveTo>
                  <a:pt x="1377524" y="0"/>
                </a:moveTo>
                <a:lnTo>
                  <a:pt x="1353140" y="0"/>
                </a:lnTo>
                <a:lnTo>
                  <a:pt x="1353140" y="7588"/>
                </a:lnTo>
                <a:lnTo>
                  <a:pt x="1368610" y="7588"/>
                </a:lnTo>
                <a:lnTo>
                  <a:pt x="1368610" y="137980"/>
                </a:lnTo>
                <a:lnTo>
                  <a:pt x="1353140" y="137980"/>
                </a:lnTo>
                <a:lnTo>
                  <a:pt x="1353140" y="145567"/>
                </a:lnTo>
                <a:lnTo>
                  <a:pt x="1377524" y="145567"/>
                </a:lnTo>
                <a:lnTo>
                  <a:pt x="1377524" y="0"/>
                </a:lnTo>
                <a:close/>
                <a:moveTo>
                  <a:pt x="1121785" y="65877"/>
                </a:moveTo>
                <a:lnTo>
                  <a:pt x="1121960" y="65476"/>
                </a:lnTo>
                <a:lnTo>
                  <a:pt x="1122140" y="65077"/>
                </a:lnTo>
                <a:lnTo>
                  <a:pt x="1122326" y="64680"/>
                </a:lnTo>
                <a:lnTo>
                  <a:pt x="1122517" y="64285"/>
                </a:lnTo>
                <a:lnTo>
                  <a:pt x="1122713" y="63892"/>
                </a:lnTo>
                <a:lnTo>
                  <a:pt x="1122915" y="63502"/>
                </a:lnTo>
                <a:lnTo>
                  <a:pt x="1123122" y="63113"/>
                </a:lnTo>
                <a:lnTo>
                  <a:pt x="1123334" y="62726"/>
                </a:lnTo>
                <a:lnTo>
                  <a:pt x="1123551" y="62341"/>
                </a:lnTo>
                <a:lnTo>
                  <a:pt x="1123773" y="61959"/>
                </a:lnTo>
                <a:lnTo>
                  <a:pt x="1124001" y="61578"/>
                </a:lnTo>
                <a:lnTo>
                  <a:pt x="1124234" y="61199"/>
                </a:lnTo>
                <a:lnTo>
                  <a:pt x="1124472" y="60823"/>
                </a:lnTo>
                <a:lnTo>
                  <a:pt x="1124716" y="60448"/>
                </a:lnTo>
                <a:lnTo>
                  <a:pt x="1124964" y="60076"/>
                </a:lnTo>
                <a:lnTo>
                  <a:pt x="1125218" y="59706"/>
                </a:lnTo>
                <a:lnTo>
                  <a:pt x="1125478" y="59337"/>
                </a:lnTo>
                <a:lnTo>
                  <a:pt x="1125742" y="58971"/>
                </a:lnTo>
                <a:lnTo>
                  <a:pt x="1126012" y="58609"/>
                </a:lnTo>
                <a:lnTo>
                  <a:pt x="1126287" y="58252"/>
                </a:lnTo>
                <a:lnTo>
                  <a:pt x="1126567" y="57900"/>
                </a:lnTo>
                <a:lnTo>
                  <a:pt x="1126853" y="57555"/>
                </a:lnTo>
                <a:lnTo>
                  <a:pt x="1127144" y="57215"/>
                </a:lnTo>
                <a:lnTo>
                  <a:pt x="1127441" y="56881"/>
                </a:lnTo>
                <a:lnTo>
                  <a:pt x="1127743" y="56552"/>
                </a:lnTo>
                <a:lnTo>
                  <a:pt x="1128050" y="56229"/>
                </a:lnTo>
                <a:lnTo>
                  <a:pt x="1128363" y="55911"/>
                </a:lnTo>
                <a:lnTo>
                  <a:pt x="1128681" y="55600"/>
                </a:lnTo>
                <a:lnTo>
                  <a:pt x="1129004" y="55293"/>
                </a:lnTo>
                <a:lnTo>
                  <a:pt x="1129333" y="54993"/>
                </a:lnTo>
                <a:lnTo>
                  <a:pt x="1129667" y="54698"/>
                </a:lnTo>
                <a:lnTo>
                  <a:pt x="1130007" y="54409"/>
                </a:lnTo>
                <a:lnTo>
                  <a:pt x="1130352" y="54125"/>
                </a:lnTo>
                <a:lnTo>
                  <a:pt x="1130702" y="53847"/>
                </a:lnTo>
                <a:lnTo>
                  <a:pt x="1131058" y="53575"/>
                </a:lnTo>
                <a:lnTo>
                  <a:pt x="1131419" y="53308"/>
                </a:lnTo>
                <a:lnTo>
                  <a:pt x="1131785" y="53047"/>
                </a:lnTo>
                <a:lnTo>
                  <a:pt x="1132157" y="52791"/>
                </a:lnTo>
                <a:lnTo>
                  <a:pt x="1132534" y="52541"/>
                </a:lnTo>
                <a:lnTo>
                  <a:pt x="1132917" y="52297"/>
                </a:lnTo>
                <a:lnTo>
                  <a:pt x="1133305" y="52058"/>
                </a:lnTo>
                <a:lnTo>
                  <a:pt x="1133698" y="51825"/>
                </a:lnTo>
                <a:lnTo>
                  <a:pt x="1134097" y="51600"/>
                </a:lnTo>
                <a:lnTo>
                  <a:pt x="1134501" y="51384"/>
                </a:lnTo>
                <a:lnTo>
                  <a:pt x="1134911" y="51178"/>
                </a:lnTo>
                <a:lnTo>
                  <a:pt x="1135326" y="50981"/>
                </a:lnTo>
                <a:lnTo>
                  <a:pt x="1135747" y="50794"/>
                </a:lnTo>
                <a:lnTo>
                  <a:pt x="1136173" y="50617"/>
                </a:lnTo>
                <a:lnTo>
                  <a:pt x="1136605" y="50449"/>
                </a:lnTo>
                <a:lnTo>
                  <a:pt x="1137042" y="50290"/>
                </a:lnTo>
                <a:lnTo>
                  <a:pt x="1137484" y="50142"/>
                </a:lnTo>
                <a:lnTo>
                  <a:pt x="1137933" y="50003"/>
                </a:lnTo>
                <a:lnTo>
                  <a:pt x="1138386" y="49873"/>
                </a:lnTo>
                <a:lnTo>
                  <a:pt x="1138846" y="49753"/>
                </a:lnTo>
                <a:lnTo>
                  <a:pt x="1139310" y="49643"/>
                </a:lnTo>
                <a:lnTo>
                  <a:pt x="1139781" y="49542"/>
                </a:lnTo>
                <a:lnTo>
                  <a:pt x="1140256" y="49451"/>
                </a:lnTo>
                <a:lnTo>
                  <a:pt x="1140737" y="49370"/>
                </a:lnTo>
                <a:lnTo>
                  <a:pt x="1141224" y="49298"/>
                </a:lnTo>
                <a:lnTo>
                  <a:pt x="1141716" y="49235"/>
                </a:lnTo>
                <a:lnTo>
                  <a:pt x="1142214" y="49183"/>
                </a:lnTo>
                <a:lnTo>
                  <a:pt x="1142717" y="49139"/>
                </a:lnTo>
                <a:lnTo>
                  <a:pt x="1143226" y="49106"/>
                </a:lnTo>
                <a:lnTo>
                  <a:pt x="1143740" y="49082"/>
                </a:lnTo>
                <a:lnTo>
                  <a:pt x="1144260" y="49067"/>
                </a:lnTo>
                <a:lnTo>
                  <a:pt x="1144785" y="49063"/>
                </a:lnTo>
                <a:lnTo>
                  <a:pt x="1145261" y="49066"/>
                </a:lnTo>
                <a:lnTo>
                  <a:pt x="1145732" y="49076"/>
                </a:lnTo>
                <a:lnTo>
                  <a:pt x="1146197" y="49094"/>
                </a:lnTo>
                <a:lnTo>
                  <a:pt x="1146657" y="49118"/>
                </a:lnTo>
                <a:lnTo>
                  <a:pt x="1147112" y="49149"/>
                </a:lnTo>
                <a:lnTo>
                  <a:pt x="1147561" y="49187"/>
                </a:lnTo>
                <a:lnTo>
                  <a:pt x="1148005" y="49232"/>
                </a:lnTo>
                <a:lnTo>
                  <a:pt x="1148444" y="49284"/>
                </a:lnTo>
                <a:lnTo>
                  <a:pt x="1148877" y="49342"/>
                </a:lnTo>
                <a:lnTo>
                  <a:pt x="1149305" y="49408"/>
                </a:lnTo>
                <a:lnTo>
                  <a:pt x="1149727" y="49480"/>
                </a:lnTo>
                <a:lnTo>
                  <a:pt x="1150144" y="49560"/>
                </a:lnTo>
                <a:lnTo>
                  <a:pt x="1150556" y="49646"/>
                </a:lnTo>
                <a:lnTo>
                  <a:pt x="1150962" y="49739"/>
                </a:lnTo>
                <a:lnTo>
                  <a:pt x="1151363" y="49840"/>
                </a:lnTo>
                <a:lnTo>
                  <a:pt x="1151759" y="49947"/>
                </a:lnTo>
                <a:lnTo>
                  <a:pt x="1152149" y="50061"/>
                </a:lnTo>
                <a:lnTo>
                  <a:pt x="1152534" y="50181"/>
                </a:lnTo>
                <a:lnTo>
                  <a:pt x="1152913" y="50309"/>
                </a:lnTo>
                <a:lnTo>
                  <a:pt x="1153288" y="50444"/>
                </a:lnTo>
                <a:lnTo>
                  <a:pt x="1153656" y="50586"/>
                </a:lnTo>
                <a:lnTo>
                  <a:pt x="1154020" y="50734"/>
                </a:lnTo>
                <a:lnTo>
                  <a:pt x="1154378" y="50889"/>
                </a:lnTo>
                <a:lnTo>
                  <a:pt x="1154730" y="51052"/>
                </a:lnTo>
                <a:lnTo>
                  <a:pt x="1155077" y="51222"/>
                </a:lnTo>
                <a:lnTo>
                  <a:pt x="1155417" y="51402"/>
                </a:lnTo>
                <a:lnTo>
                  <a:pt x="1155750" y="51591"/>
                </a:lnTo>
                <a:lnTo>
                  <a:pt x="1156077" y="51789"/>
                </a:lnTo>
                <a:lnTo>
                  <a:pt x="1156397" y="51997"/>
                </a:lnTo>
                <a:lnTo>
                  <a:pt x="1156710" y="52214"/>
                </a:lnTo>
                <a:lnTo>
                  <a:pt x="1157017" y="52441"/>
                </a:lnTo>
                <a:lnTo>
                  <a:pt x="1157317" y="52676"/>
                </a:lnTo>
                <a:lnTo>
                  <a:pt x="1157610" y="52922"/>
                </a:lnTo>
                <a:lnTo>
                  <a:pt x="1157897" y="53176"/>
                </a:lnTo>
                <a:lnTo>
                  <a:pt x="1158177" y="53440"/>
                </a:lnTo>
                <a:lnTo>
                  <a:pt x="1158450" y="53713"/>
                </a:lnTo>
                <a:lnTo>
                  <a:pt x="1158717" y="53995"/>
                </a:lnTo>
                <a:lnTo>
                  <a:pt x="1158977" y="54287"/>
                </a:lnTo>
                <a:lnTo>
                  <a:pt x="1159231" y="54588"/>
                </a:lnTo>
                <a:lnTo>
                  <a:pt x="1159478" y="54899"/>
                </a:lnTo>
                <a:lnTo>
                  <a:pt x="1159718" y="55219"/>
                </a:lnTo>
                <a:lnTo>
                  <a:pt x="1159951" y="55548"/>
                </a:lnTo>
                <a:lnTo>
                  <a:pt x="1160178" y="55886"/>
                </a:lnTo>
                <a:lnTo>
                  <a:pt x="1160399" y="56234"/>
                </a:lnTo>
                <a:lnTo>
                  <a:pt x="1160612" y="56591"/>
                </a:lnTo>
                <a:lnTo>
                  <a:pt x="1160819" y="56958"/>
                </a:lnTo>
                <a:lnTo>
                  <a:pt x="1161019" y="57333"/>
                </a:lnTo>
                <a:lnTo>
                  <a:pt x="1161213" y="57719"/>
                </a:lnTo>
                <a:lnTo>
                  <a:pt x="1161399" y="58115"/>
                </a:lnTo>
                <a:lnTo>
                  <a:pt x="1161578" y="58523"/>
                </a:lnTo>
                <a:lnTo>
                  <a:pt x="1161748" y="58943"/>
                </a:lnTo>
                <a:lnTo>
                  <a:pt x="1161911" y="59375"/>
                </a:lnTo>
                <a:lnTo>
                  <a:pt x="1162065" y="59820"/>
                </a:lnTo>
                <a:lnTo>
                  <a:pt x="1162212" y="60276"/>
                </a:lnTo>
                <a:lnTo>
                  <a:pt x="1162351" y="60745"/>
                </a:lnTo>
                <a:lnTo>
                  <a:pt x="1162482" y="61226"/>
                </a:lnTo>
                <a:lnTo>
                  <a:pt x="1162605" y="61719"/>
                </a:lnTo>
                <a:lnTo>
                  <a:pt x="1162720" y="62224"/>
                </a:lnTo>
                <a:lnTo>
                  <a:pt x="1162827" y="62742"/>
                </a:lnTo>
                <a:lnTo>
                  <a:pt x="1162926" y="63271"/>
                </a:lnTo>
                <a:lnTo>
                  <a:pt x="1163017" y="63813"/>
                </a:lnTo>
                <a:lnTo>
                  <a:pt x="1163100" y="64367"/>
                </a:lnTo>
                <a:lnTo>
                  <a:pt x="1163176" y="64933"/>
                </a:lnTo>
                <a:lnTo>
                  <a:pt x="1163243" y="65511"/>
                </a:lnTo>
                <a:lnTo>
                  <a:pt x="1163302" y="66101"/>
                </a:lnTo>
                <a:lnTo>
                  <a:pt x="1163354" y="66704"/>
                </a:lnTo>
                <a:lnTo>
                  <a:pt x="1163398" y="67318"/>
                </a:lnTo>
                <a:lnTo>
                  <a:pt x="1163433" y="67945"/>
                </a:lnTo>
                <a:lnTo>
                  <a:pt x="1163461" y="68584"/>
                </a:lnTo>
                <a:lnTo>
                  <a:pt x="1163481" y="69235"/>
                </a:lnTo>
                <a:lnTo>
                  <a:pt x="1163493" y="69898"/>
                </a:lnTo>
                <a:lnTo>
                  <a:pt x="1163497" y="70574"/>
                </a:lnTo>
                <a:lnTo>
                  <a:pt x="1163497" y="122583"/>
                </a:lnTo>
                <a:lnTo>
                  <a:pt x="1172337" y="122583"/>
                </a:lnTo>
                <a:lnTo>
                  <a:pt x="1172337" y="70647"/>
                </a:lnTo>
                <a:lnTo>
                  <a:pt x="1172334" y="69994"/>
                </a:lnTo>
                <a:lnTo>
                  <a:pt x="1172325" y="69350"/>
                </a:lnTo>
                <a:lnTo>
                  <a:pt x="1172310" y="68713"/>
                </a:lnTo>
                <a:lnTo>
                  <a:pt x="1172289" y="68084"/>
                </a:lnTo>
                <a:lnTo>
                  <a:pt x="1172262" y="67464"/>
                </a:lnTo>
                <a:lnTo>
                  <a:pt x="1172229" y="66851"/>
                </a:lnTo>
                <a:lnTo>
                  <a:pt x="1172189" y="66247"/>
                </a:lnTo>
                <a:lnTo>
                  <a:pt x="1172144" y="65650"/>
                </a:lnTo>
                <a:lnTo>
                  <a:pt x="1172093" y="65062"/>
                </a:lnTo>
                <a:lnTo>
                  <a:pt x="1172036" y="64481"/>
                </a:lnTo>
                <a:lnTo>
                  <a:pt x="1171973" y="63909"/>
                </a:lnTo>
                <a:lnTo>
                  <a:pt x="1171904" y="63345"/>
                </a:lnTo>
                <a:lnTo>
                  <a:pt x="1171829" y="62789"/>
                </a:lnTo>
                <a:lnTo>
                  <a:pt x="1171748" y="62241"/>
                </a:lnTo>
                <a:lnTo>
                  <a:pt x="1171661" y="61701"/>
                </a:lnTo>
                <a:lnTo>
                  <a:pt x="1171567" y="61169"/>
                </a:lnTo>
                <a:lnTo>
                  <a:pt x="1171468" y="60645"/>
                </a:lnTo>
                <a:lnTo>
                  <a:pt x="1171363" y="60129"/>
                </a:lnTo>
                <a:lnTo>
                  <a:pt x="1171252" y="59621"/>
                </a:lnTo>
                <a:lnTo>
                  <a:pt x="1171135" y="59121"/>
                </a:lnTo>
                <a:lnTo>
                  <a:pt x="1171011" y="58630"/>
                </a:lnTo>
                <a:lnTo>
                  <a:pt x="1170882" y="58146"/>
                </a:lnTo>
                <a:lnTo>
                  <a:pt x="1170747" y="57670"/>
                </a:lnTo>
                <a:lnTo>
                  <a:pt x="1170606" y="57203"/>
                </a:lnTo>
                <a:lnTo>
                  <a:pt x="1170459" y="56743"/>
                </a:lnTo>
                <a:lnTo>
                  <a:pt x="1170306" y="56290"/>
                </a:lnTo>
                <a:lnTo>
                  <a:pt x="1170149" y="55845"/>
                </a:lnTo>
                <a:lnTo>
                  <a:pt x="1169986" y="55406"/>
                </a:lnTo>
                <a:lnTo>
                  <a:pt x="1169817" y="54975"/>
                </a:lnTo>
                <a:lnTo>
                  <a:pt x="1169643" y="54551"/>
                </a:lnTo>
                <a:lnTo>
                  <a:pt x="1169464" y="54134"/>
                </a:lnTo>
                <a:lnTo>
                  <a:pt x="1169280" y="53724"/>
                </a:lnTo>
                <a:lnTo>
                  <a:pt x="1169090" y="53322"/>
                </a:lnTo>
                <a:lnTo>
                  <a:pt x="1168894" y="52926"/>
                </a:lnTo>
                <a:lnTo>
                  <a:pt x="1168694" y="52538"/>
                </a:lnTo>
                <a:lnTo>
                  <a:pt x="1168488" y="52157"/>
                </a:lnTo>
                <a:lnTo>
                  <a:pt x="1168276" y="51783"/>
                </a:lnTo>
                <a:lnTo>
                  <a:pt x="1168059" y="51416"/>
                </a:lnTo>
                <a:lnTo>
                  <a:pt x="1167837" y="51056"/>
                </a:lnTo>
                <a:lnTo>
                  <a:pt x="1167610" y="50704"/>
                </a:lnTo>
                <a:lnTo>
                  <a:pt x="1167377" y="50358"/>
                </a:lnTo>
                <a:lnTo>
                  <a:pt x="1167139" y="50020"/>
                </a:lnTo>
                <a:lnTo>
                  <a:pt x="1166895" y="49689"/>
                </a:lnTo>
                <a:lnTo>
                  <a:pt x="1166646" y="49366"/>
                </a:lnTo>
                <a:lnTo>
                  <a:pt x="1166392" y="49049"/>
                </a:lnTo>
                <a:lnTo>
                  <a:pt x="1166132" y="48739"/>
                </a:lnTo>
                <a:lnTo>
                  <a:pt x="1165867" y="48437"/>
                </a:lnTo>
                <a:lnTo>
                  <a:pt x="1165596" y="48142"/>
                </a:lnTo>
                <a:lnTo>
                  <a:pt x="1165320" y="47853"/>
                </a:lnTo>
                <a:lnTo>
                  <a:pt x="1165040" y="47572"/>
                </a:lnTo>
                <a:lnTo>
                  <a:pt x="1164754" y="47296"/>
                </a:lnTo>
                <a:lnTo>
                  <a:pt x="1164464" y="47028"/>
                </a:lnTo>
                <a:lnTo>
                  <a:pt x="1164168" y="46765"/>
                </a:lnTo>
                <a:lnTo>
                  <a:pt x="1163867" y="46510"/>
                </a:lnTo>
                <a:lnTo>
                  <a:pt x="1163562" y="46260"/>
                </a:lnTo>
                <a:lnTo>
                  <a:pt x="1163251" y="46018"/>
                </a:lnTo>
                <a:lnTo>
                  <a:pt x="1162936" y="45782"/>
                </a:lnTo>
                <a:lnTo>
                  <a:pt x="1162615" y="45552"/>
                </a:lnTo>
                <a:lnTo>
                  <a:pt x="1162289" y="45329"/>
                </a:lnTo>
                <a:lnTo>
                  <a:pt x="1161959" y="45112"/>
                </a:lnTo>
                <a:lnTo>
                  <a:pt x="1161623" y="44902"/>
                </a:lnTo>
                <a:lnTo>
                  <a:pt x="1161283" y="44699"/>
                </a:lnTo>
                <a:lnTo>
                  <a:pt x="1160937" y="44502"/>
                </a:lnTo>
                <a:lnTo>
                  <a:pt x="1160587" y="44311"/>
                </a:lnTo>
                <a:lnTo>
                  <a:pt x="1160231" y="44127"/>
                </a:lnTo>
                <a:lnTo>
                  <a:pt x="1159871" y="43950"/>
                </a:lnTo>
                <a:lnTo>
                  <a:pt x="1159505" y="43779"/>
                </a:lnTo>
                <a:lnTo>
                  <a:pt x="1159135" y="43614"/>
                </a:lnTo>
                <a:lnTo>
                  <a:pt x="1158759" y="43456"/>
                </a:lnTo>
                <a:lnTo>
                  <a:pt x="1158379" y="43305"/>
                </a:lnTo>
                <a:lnTo>
                  <a:pt x="1157994" y="43160"/>
                </a:lnTo>
                <a:lnTo>
                  <a:pt x="1157603" y="43022"/>
                </a:lnTo>
                <a:lnTo>
                  <a:pt x="1157208" y="42890"/>
                </a:lnTo>
                <a:lnTo>
                  <a:pt x="1156809" y="42763"/>
                </a:lnTo>
                <a:lnTo>
                  <a:pt x="1156405" y="42642"/>
                </a:lnTo>
                <a:lnTo>
                  <a:pt x="1155997" y="42527"/>
                </a:lnTo>
                <a:lnTo>
                  <a:pt x="1155584" y="42417"/>
                </a:lnTo>
                <a:lnTo>
                  <a:pt x="1155168" y="42313"/>
                </a:lnTo>
                <a:lnTo>
                  <a:pt x="1154746" y="42214"/>
                </a:lnTo>
                <a:lnTo>
                  <a:pt x="1154321" y="42122"/>
                </a:lnTo>
                <a:lnTo>
                  <a:pt x="1153891" y="42034"/>
                </a:lnTo>
                <a:lnTo>
                  <a:pt x="1153457" y="41953"/>
                </a:lnTo>
                <a:lnTo>
                  <a:pt x="1153018" y="41877"/>
                </a:lnTo>
                <a:lnTo>
                  <a:pt x="1152575" y="41806"/>
                </a:lnTo>
                <a:lnTo>
                  <a:pt x="1152128" y="41742"/>
                </a:lnTo>
                <a:lnTo>
                  <a:pt x="1151677" y="41683"/>
                </a:lnTo>
                <a:lnTo>
                  <a:pt x="1151221" y="41629"/>
                </a:lnTo>
                <a:lnTo>
                  <a:pt x="1150760" y="41581"/>
                </a:lnTo>
                <a:lnTo>
                  <a:pt x="1150296" y="41539"/>
                </a:lnTo>
                <a:lnTo>
                  <a:pt x="1149827" y="41503"/>
                </a:lnTo>
                <a:lnTo>
                  <a:pt x="1149353" y="41472"/>
                </a:lnTo>
                <a:lnTo>
                  <a:pt x="1148876" y="41446"/>
                </a:lnTo>
                <a:lnTo>
                  <a:pt x="1148394" y="41427"/>
                </a:lnTo>
                <a:lnTo>
                  <a:pt x="1147907" y="41412"/>
                </a:lnTo>
                <a:lnTo>
                  <a:pt x="1147417" y="41404"/>
                </a:lnTo>
                <a:lnTo>
                  <a:pt x="1146921" y="41401"/>
                </a:lnTo>
                <a:lnTo>
                  <a:pt x="1146353" y="41406"/>
                </a:lnTo>
                <a:lnTo>
                  <a:pt x="1145788" y="41420"/>
                </a:lnTo>
                <a:lnTo>
                  <a:pt x="1145227" y="41443"/>
                </a:lnTo>
                <a:lnTo>
                  <a:pt x="1144670" y="41475"/>
                </a:lnTo>
                <a:lnTo>
                  <a:pt x="1144118" y="41516"/>
                </a:lnTo>
                <a:lnTo>
                  <a:pt x="1143570" y="41567"/>
                </a:lnTo>
                <a:lnTo>
                  <a:pt x="1143025" y="41627"/>
                </a:lnTo>
                <a:lnTo>
                  <a:pt x="1142485" y="41696"/>
                </a:lnTo>
                <a:lnTo>
                  <a:pt x="1141949" y="41774"/>
                </a:lnTo>
                <a:lnTo>
                  <a:pt x="1141417" y="41862"/>
                </a:lnTo>
                <a:lnTo>
                  <a:pt x="1140889" y="41958"/>
                </a:lnTo>
                <a:lnTo>
                  <a:pt x="1140365" y="42064"/>
                </a:lnTo>
                <a:lnTo>
                  <a:pt x="1139845" y="42179"/>
                </a:lnTo>
                <a:lnTo>
                  <a:pt x="1139330" y="42304"/>
                </a:lnTo>
                <a:lnTo>
                  <a:pt x="1138818" y="42437"/>
                </a:lnTo>
                <a:lnTo>
                  <a:pt x="1138310" y="42580"/>
                </a:lnTo>
                <a:lnTo>
                  <a:pt x="1137807" y="42732"/>
                </a:lnTo>
                <a:lnTo>
                  <a:pt x="1137308" y="42893"/>
                </a:lnTo>
                <a:lnTo>
                  <a:pt x="1136813" y="43063"/>
                </a:lnTo>
                <a:lnTo>
                  <a:pt x="1136321" y="43243"/>
                </a:lnTo>
                <a:lnTo>
                  <a:pt x="1135834" y="43432"/>
                </a:lnTo>
                <a:lnTo>
                  <a:pt x="1135352" y="43630"/>
                </a:lnTo>
                <a:lnTo>
                  <a:pt x="1134873" y="43837"/>
                </a:lnTo>
                <a:lnTo>
                  <a:pt x="1134398" y="44053"/>
                </a:lnTo>
                <a:lnTo>
                  <a:pt x="1133928" y="44278"/>
                </a:lnTo>
                <a:lnTo>
                  <a:pt x="1133463" y="44510"/>
                </a:lnTo>
                <a:lnTo>
                  <a:pt x="1133003" y="44749"/>
                </a:lnTo>
                <a:lnTo>
                  <a:pt x="1132549" y="44995"/>
                </a:lnTo>
                <a:lnTo>
                  <a:pt x="1132100" y="45248"/>
                </a:lnTo>
                <a:lnTo>
                  <a:pt x="1131656" y="45508"/>
                </a:lnTo>
                <a:lnTo>
                  <a:pt x="1131217" y="45776"/>
                </a:lnTo>
                <a:lnTo>
                  <a:pt x="1130784" y="46050"/>
                </a:lnTo>
                <a:lnTo>
                  <a:pt x="1130356" y="46332"/>
                </a:lnTo>
                <a:lnTo>
                  <a:pt x="1129933" y="46621"/>
                </a:lnTo>
                <a:lnTo>
                  <a:pt x="1129515" y="46918"/>
                </a:lnTo>
                <a:lnTo>
                  <a:pt x="1129103" y="47221"/>
                </a:lnTo>
                <a:lnTo>
                  <a:pt x="1128696" y="47531"/>
                </a:lnTo>
                <a:lnTo>
                  <a:pt x="1128294" y="47849"/>
                </a:lnTo>
                <a:lnTo>
                  <a:pt x="1127897" y="48174"/>
                </a:lnTo>
                <a:lnTo>
                  <a:pt x="1127506" y="48506"/>
                </a:lnTo>
                <a:lnTo>
                  <a:pt x="1127120" y="48845"/>
                </a:lnTo>
                <a:lnTo>
                  <a:pt x="1126739" y="49192"/>
                </a:lnTo>
                <a:lnTo>
                  <a:pt x="1126363" y="49545"/>
                </a:lnTo>
                <a:lnTo>
                  <a:pt x="1125993" y="49906"/>
                </a:lnTo>
                <a:lnTo>
                  <a:pt x="1125627" y="50274"/>
                </a:lnTo>
                <a:lnTo>
                  <a:pt x="1125267" y="50649"/>
                </a:lnTo>
                <a:lnTo>
                  <a:pt x="1124913" y="51031"/>
                </a:lnTo>
                <a:lnTo>
                  <a:pt x="1124563" y="51420"/>
                </a:lnTo>
                <a:lnTo>
                  <a:pt x="1124219" y="51815"/>
                </a:lnTo>
                <a:lnTo>
                  <a:pt x="1123882" y="52216"/>
                </a:lnTo>
                <a:lnTo>
                  <a:pt x="1123550" y="52622"/>
                </a:lnTo>
                <a:lnTo>
                  <a:pt x="1123224" y="53033"/>
                </a:lnTo>
                <a:lnTo>
                  <a:pt x="1122904" y="53448"/>
                </a:lnTo>
                <a:lnTo>
                  <a:pt x="1122590" y="53869"/>
                </a:lnTo>
                <a:lnTo>
                  <a:pt x="1122283" y="54296"/>
                </a:lnTo>
                <a:lnTo>
                  <a:pt x="1121981" y="54727"/>
                </a:lnTo>
                <a:lnTo>
                  <a:pt x="1121685" y="55163"/>
                </a:lnTo>
                <a:lnTo>
                  <a:pt x="1121395" y="55605"/>
                </a:lnTo>
                <a:lnTo>
                  <a:pt x="1121112" y="56051"/>
                </a:lnTo>
                <a:lnTo>
                  <a:pt x="1120914" y="56372"/>
                </a:lnTo>
                <a:lnTo>
                  <a:pt x="1120622" y="42875"/>
                </a:lnTo>
                <a:lnTo>
                  <a:pt x="1112224" y="42875"/>
                </a:lnTo>
                <a:lnTo>
                  <a:pt x="1112224" y="122583"/>
                </a:lnTo>
                <a:lnTo>
                  <a:pt x="1120990" y="122583"/>
                </a:lnTo>
                <a:lnTo>
                  <a:pt x="1120990" y="67904"/>
                </a:lnTo>
                <a:lnTo>
                  <a:pt x="1121136" y="67502"/>
                </a:lnTo>
                <a:lnTo>
                  <a:pt x="1121290" y="67093"/>
                </a:lnTo>
                <a:lnTo>
                  <a:pt x="1121450" y="66686"/>
                </a:lnTo>
                <a:lnTo>
                  <a:pt x="1121615" y="66280"/>
                </a:lnTo>
                <a:lnTo>
                  <a:pt x="1121785" y="65877"/>
                </a:lnTo>
                <a:close/>
                <a:moveTo>
                  <a:pt x="1094942" y="75242"/>
                </a:moveTo>
                <a:lnTo>
                  <a:pt x="1094910" y="74595"/>
                </a:lnTo>
                <a:lnTo>
                  <a:pt x="1094870" y="73953"/>
                </a:lnTo>
                <a:lnTo>
                  <a:pt x="1094824" y="73316"/>
                </a:lnTo>
                <a:lnTo>
                  <a:pt x="1094770" y="72683"/>
                </a:lnTo>
                <a:lnTo>
                  <a:pt x="1094709" y="72055"/>
                </a:lnTo>
                <a:lnTo>
                  <a:pt x="1094641" y="71432"/>
                </a:lnTo>
                <a:lnTo>
                  <a:pt x="1094566" y="70814"/>
                </a:lnTo>
                <a:lnTo>
                  <a:pt x="1094484" y="70200"/>
                </a:lnTo>
                <a:lnTo>
                  <a:pt x="1094394" y="69591"/>
                </a:lnTo>
                <a:lnTo>
                  <a:pt x="1094297" y="68987"/>
                </a:lnTo>
                <a:lnTo>
                  <a:pt x="1094194" y="68387"/>
                </a:lnTo>
                <a:lnTo>
                  <a:pt x="1094083" y="67793"/>
                </a:lnTo>
                <a:lnTo>
                  <a:pt x="1093964" y="67203"/>
                </a:lnTo>
                <a:lnTo>
                  <a:pt x="1093839" y="66617"/>
                </a:lnTo>
                <a:lnTo>
                  <a:pt x="1093707" y="66037"/>
                </a:lnTo>
                <a:lnTo>
                  <a:pt x="1093567" y="65461"/>
                </a:lnTo>
                <a:lnTo>
                  <a:pt x="1093420" y="64890"/>
                </a:lnTo>
                <a:lnTo>
                  <a:pt x="1093266" y="64323"/>
                </a:lnTo>
                <a:lnTo>
                  <a:pt x="1093105" y="63762"/>
                </a:lnTo>
                <a:lnTo>
                  <a:pt x="1092937" y="63205"/>
                </a:lnTo>
                <a:lnTo>
                  <a:pt x="1092761" y="62653"/>
                </a:lnTo>
                <a:lnTo>
                  <a:pt x="1092579" y="62108"/>
                </a:lnTo>
                <a:lnTo>
                  <a:pt x="1092390" y="61568"/>
                </a:lnTo>
                <a:lnTo>
                  <a:pt x="1092194" y="61035"/>
                </a:lnTo>
                <a:lnTo>
                  <a:pt x="1091991" y="60508"/>
                </a:lnTo>
                <a:lnTo>
                  <a:pt x="1091781" y="59987"/>
                </a:lnTo>
                <a:lnTo>
                  <a:pt x="1091564" y="59472"/>
                </a:lnTo>
                <a:lnTo>
                  <a:pt x="1091341" y="58964"/>
                </a:lnTo>
                <a:lnTo>
                  <a:pt x="1091110" y="58461"/>
                </a:lnTo>
                <a:lnTo>
                  <a:pt x="1090872" y="57965"/>
                </a:lnTo>
                <a:lnTo>
                  <a:pt x="1090628" y="57475"/>
                </a:lnTo>
                <a:lnTo>
                  <a:pt x="1090377" y="56991"/>
                </a:lnTo>
                <a:lnTo>
                  <a:pt x="1090119" y="56513"/>
                </a:lnTo>
                <a:lnTo>
                  <a:pt x="1089853" y="56041"/>
                </a:lnTo>
                <a:lnTo>
                  <a:pt x="1089581" y="55575"/>
                </a:lnTo>
                <a:lnTo>
                  <a:pt x="1089302" y="55115"/>
                </a:lnTo>
                <a:lnTo>
                  <a:pt x="1089017" y="54662"/>
                </a:lnTo>
                <a:lnTo>
                  <a:pt x="1088724" y="54215"/>
                </a:lnTo>
                <a:lnTo>
                  <a:pt x="1088424" y="53773"/>
                </a:lnTo>
                <a:lnTo>
                  <a:pt x="1088118" y="53338"/>
                </a:lnTo>
                <a:lnTo>
                  <a:pt x="1087804" y="52909"/>
                </a:lnTo>
                <a:lnTo>
                  <a:pt x="1087484" y="52487"/>
                </a:lnTo>
                <a:lnTo>
                  <a:pt x="1087156" y="52070"/>
                </a:lnTo>
                <a:lnTo>
                  <a:pt x="1086822" y="51659"/>
                </a:lnTo>
                <a:lnTo>
                  <a:pt x="1086481" y="51256"/>
                </a:lnTo>
                <a:lnTo>
                  <a:pt x="1086134" y="50860"/>
                </a:lnTo>
                <a:lnTo>
                  <a:pt x="1085781" y="50471"/>
                </a:lnTo>
                <a:lnTo>
                  <a:pt x="1085422" y="50091"/>
                </a:lnTo>
                <a:lnTo>
                  <a:pt x="1085056" y="49718"/>
                </a:lnTo>
                <a:lnTo>
                  <a:pt x="1084684" y="49352"/>
                </a:lnTo>
                <a:lnTo>
                  <a:pt x="1084305" y="48995"/>
                </a:lnTo>
                <a:lnTo>
                  <a:pt x="1083921" y="48645"/>
                </a:lnTo>
                <a:lnTo>
                  <a:pt x="1083530" y="48302"/>
                </a:lnTo>
                <a:lnTo>
                  <a:pt x="1083132" y="47968"/>
                </a:lnTo>
                <a:lnTo>
                  <a:pt x="1082729" y="47641"/>
                </a:lnTo>
                <a:lnTo>
                  <a:pt x="1082319" y="47321"/>
                </a:lnTo>
                <a:lnTo>
                  <a:pt x="1081903" y="47009"/>
                </a:lnTo>
                <a:lnTo>
                  <a:pt x="1081481" y="46705"/>
                </a:lnTo>
                <a:lnTo>
                  <a:pt x="1081053" y="46409"/>
                </a:lnTo>
                <a:lnTo>
                  <a:pt x="1080618" y="46120"/>
                </a:lnTo>
                <a:lnTo>
                  <a:pt x="1080177" y="45839"/>
                </a:lnTo>
                <a:lnTo>
                  <a:pt x="1079729" y="45565"/>
                </a:lnTo>
                <a:lnTo>
                  <a:pt x="1079276" y="45300"/>
                </a:lnTo>
                <a:lnTo>
                  <a:pt x="1078816" y="45042"/>
                </a:lnTo>
                <a:lnTo>
                  <a:pt x="1078350" y="44791"/>
                </a:lnTo>
                <a:lnTo>
                  <a:pt x="1077878" y="44548"/>
                </a:lnTo>
                <a:lnTo>
                  <a:pt x="1077399" y="44313"/>
                </a:lnTo>
                <a:lnTo>
                  <a:pt x="1076914" y="44085"/>
                </a:lnTo>
                <a:lnTo>
                  <a:pt x="1076423" y="43866"/>
                </a:lnTo>
                <a:lnTo>
                  <a:pt x="1075926" y="43657"/>
                </a:lnTo>
                <a:lnTo>
                  <a:pt x="1075423" y="43456"/>
                </a:lnTo>
                <a:lnTo>
                  <a:pt x="1074914" y="43265"/>
                </a:lnTo>
                <a:lnTo>
                  <a:pt x="1074399" y="43084"/>
                </a:lnTo>
                <a:lnTo>
                  <a:pt x="1073877" y="42911"/>
                </a:lnTo>
                <a:lnTo>
                  <a:pt x="1073350" y="42748"/>
                </a:lnTo>
                <a:lnTo>
                  <a:pt x="1072817" y="42594"/>
                </a:lnTo>
                <a:lnTo>
                  <a:pt x="1072278" y="42450"/>
                </a:lnTo>
                <a:lnTo>
                  <a:pt x="1071733" y="42315"/>
                </a:lnTo>
                <a:lnTo>
                  <a:pt x="1071182" y="42189"/>
                </a:lnTo>
                <a:lnTo>
                  <a:pt x="1070625" y="42072"/>
                </a:lnTo>
                <a:lnTo>
                  <a:pt x="1070061" y="41965"/>
                </a:lnTo>
                <a:lnTo>
                  <a:pt x="1069492" y="41867"/>
                </a:lnTo>
                <a:lnTo>
                  <a:pt x="1068917" y="41779"/>
                </a:lnTo>
                <a:lnTo>
                  <a:pt x="1068336" y="41699"/>
                </a:lnTo>
                <a:lnTo>
                  <a:pt x="1067749" y="41630"/>
                </a:lnTo>
                <a:lnTo>
                  <a:pt x="1067155" y="41569"/>
                </a:lnTo>
                <a:lnTo>
                  <a:pt x="1066556" y="41518"/>
                </a:lnTo>
                <a:lnTo>
                  <a:pt x="1065951" y="41476"/>
                </a:lnTo>
                <a:lnTo>
                  <a:pt x="1065340" y="41443"/>
                </a:lnTo>
                <a:lnTo>
                  <a:pt x="1064722" y="41420"/>
                </a:lnTo>
                <a:lnTo>
                  <a:pt x="1064099" y="41406"/>
                </a:lnTo>
                <a:lnTo>
                  <a:pt x="1063470" y="41401"/>
                </a:lnTo>
                <a:lnTo>
                  <a:pt x="1062900" y="41406"/>
                </a:lnTo>
                <a:lnTo>
                  <a:pt x="1062333" y="41421"/>
                </a:lnTo>
                <a:lnTo>
                  <a:pt x="1061768" y="41445"/>
                </a:lnTo>
                <a:lnTo>
                  <a:pt x="1061205" y="41479"/>
                </a:lnTo>
                <a:lnTo>
                  <a:pt x="1060645" y="41523"/>
                </a:lnTo>
                <a:lnTo>
                  <a:pt x="1060088" y="41576"/>
                </a:lnTo>
                <a:lnTo>
                  <a:pt x="1059533" y="41639"/>
                </a:lnTo>
                <a:lnTo>
                  <a:pt x="1058980" y="41712"/>
                </a:lnTo>
                <a:lnTo>
                  <a:pt x="1058430" y="41795"/>
                </a:lnTo>
                <a:lnTo>
                  <a:pt x="1057882" y="41887"/>
                </a:lnTo>
                <a:lnTo>
                  <a:pt x="1057336" y="41989"/>
                </a:lnTo>
                <a:lnTo>
                  <a:pt x="1056793" y="42101"/>
                </a:lnTo>
                <a:lnTo>
                  <a:pt x="1056253" y="42223"/>
                </a:lnTo>
                <a:lnTo>
                  <a:pt x="1055715" y="42354"/>
                </a:lnTo>
                <a:lnTo>
                  <a:pt x="1055179" y="42495"/>
                </a:lnTo>
                <a:lnTo>
                  <a:pt x="1054646" y="42645"/>
                </a:lnTo>
                <a:lnTo>
                  <a:pt x="1054115" y="42806"/>
                </a:lnTo>
                <a:lnTo>
                  <a:pt x="1053587" y="42976"/>
                </a:lnTo>
                <a:lnTo>
                  <a:pt x="1053061" y="43156"/>
                </a:lnTo>
                <a:lnTo>
                  <a:pt x="1052537" y="43345"/>
                </a:lnTo>
                <a:lnTo>
                  <a:pt x="1052016" y="43544"/>
                </a:lnTo>
                <a:lnTo>
                  <a:pt x="1051497" y="43753"/>
                </a:lnTo>
                <a:lnTo>
                  <a:pt x="1050981" y="43972"/>
                </a:lnTo>
                <a:lnTo>
                  <a:pt x="1050467" y="44201"/>
                </a:lnTo>
                <a:lnTo>
                  <a:pt x="1049957" y="44438"/>
                </a:lnTo>
                <a:lnTo>
                  <a:pt x="1049452" y="44685"/>
                </a:lnTo>
                <a:lnTo>
                  <a:pt x="1048951" y="44940"/>
                </a:lnTo>
                <a:lnTo>
                  <a:pt x="1048456" y="45204"/>
                </a:lnTo>
                <a:lnTo>
                  <a:pt x="1047965" y="45477"/>
                </a:lnTo>
                <a:lnTo>
                  <a:pt x="1047479" y="45759"/>
                </a:lnTo>
                <a:lnTo>
                  <a:pt x="1046998" y="46050"/>
                </a:lnTo>
                <a:lnTo>
                  <a:pt x="1046522" y="46349"/>
                </a:lnTo>
                <a:lnTo>
                  <a:pt x="1046051" y="46658"/>
                </a:lnTo>
                <a:lnTo>
                  <a:pt x="1045584" y="46975"/>
                </a:lnTo>
                <a:lnTo>
                  <a:pt x="1045123" y="47301"/>
                </a:lnTo>
                <a:lnTo>
                  <a:pt x="1044666" y="47635"/>
                </a:lnTo>
                <a:lnTo>
                  <a:pt x="1044214" y="47979"/>
                </a:lnTo>
                <a:lnTo>
                  <a:pt x="1043767" y="48331"/>
                </a:lnTo>
                <a:lnTo>
                  <a:pt x="1043325" y="48693"/>
                </a:lnTo>
                <a:lnTo>
                  <a:pt x="1042888" y="49063"/>
                </a:lnTo>
                <a:lnTo>
                  <a:pt x="1042455" y="49442"/>
                </a:lnTo>
                <a:lnTo>
                  <a:pt x="1042028" y="49829"/>
                </a:lnTo>
                <a:lnTo>
                  <a:pt x="1041605" y="50226"/>
                </a:lnTo>
                <a:lnTo>
                  <a:pt x="1041187" y="50631"/>
                </a:lnTo>
                <a:lnTo>
                  <a:pt x="1040774" y="51045"/>
                </a:lnTo>
                <a:lnTo>
                  <a:pt x="1040366" y="51468"/>
                </a:lnTo>
                <a:lnTo>
                  <a:pt x="1039963" y="51900"/>
                </a:lnTo>
                <a:lnTo>
                  <a:pt x="1039564" y="52341"/>
                </a:lnTo>
                <a:lnTo>
                  <a:pt x="1039172" y="52790"/>
                </a:lnTo>
                <a:lnTo>
                  <a:pt x="1038786" y="53246"/>
                </a:lnTo>
                <a:lnTo>
                  <a:pt x="1038408" y="53709"/>
                </a:lnTo>
                <a:lnTo>
                  <a:pt x="1038036" y="54179"/>
                </a:lnTo>
                <a:lnTo>
                  <a:pt x="1037671" y="54657"/>
                </a:lnTo>
                <a:lnTo>
                  <a:pt x="1037313" y="55143"/>
                </a:lnTo>
                <a:lnTo>
                  <a:pt x="1036962" y="55635"/>
                </a:lnTo>
                <a:lnTo>
                  <a:pt x="1036618" y="56135"/>
                </a:lnTo>
                <a:lnTo>
                  <a:pt x="1036280" y="56642"/>
                </a:lnTo>
                <a:lnTo>
                  <a:pt x="1035950" y="57156"/>
                </a:lnTo>
                <a:lnTo>
                  <a:pt x="1035627" y="57678"/>
                </a:lnTo>
                <a:lnTo>
                  <a:pt x="1035310" y="58207"/>
                </a:lnTo>
                <a:lnTo>
                  <a:pt x="1035001" y="58743"/>
                </a:lnTo>
                <a:lnTo>
                  <a:pt x="1034698" y="59286"/>
                </a:lnTo>
                <a:lnTo>
                  <a:pt x="1034402" y="59837"/>
                </a:lnTo>
                <a:lnTo>
                  <a:pt x="1034113" y="60395"/>
                </a:lnTo>
                <a:lnTo>
                  <a:pt x="1033831" y="60961"/>
                </a:lnTo>
                <a:lnTo>
                  <a:pt x="1033556" y="61533"/>
                </a:lnTo>
                <a:lnTo>
                  <a:pt x="1033288" y="62113"/>
                </a:lnTo>
                <a:lnTo>
                  <a:pt x="1033026" y="62700"/>
                </a:lnTo>
                <a:lnTo>
                  <a:pt x="1032772" y="63295"/>
                </a:lnTo>
                <a:lnTo>
                  <a:pt x="1032525" y="63897"/>
                </a:lnTo>
                <a:lnTo>
                  <a:pt x="1032284" y="64506"/>
                </a:lnTo>
                <a:lnTo>
                  <a:pt x="1032050" y="65122"/>
                </a:lnTo>
                <a:lnTo>
                  <a:pt x="1031825" y="65745"/>
                </a:lnTo>
                <a:lnTo>
                  <a:pt x="1031609" y="66375"/>
                </a:lnTo>
                <a:lnTo>
                  <a:pt x="1031403" y="67010"/>
                </a:lnTo>
                <a:lnTo>
                  <a:pt x="1031206" y="67651"/>
                </a:lnTo>
                <a:lnTo>
                  <a:pt x="1031019" y="68299"/>
                </a:lnTo>
                <a:lnTo>
                  <a:pt x="1030842" y="68953"/>
                </a:lnTo>
                <a:lnTo>
                  <a:pt x="1030674" y="69613"/>
                </a:lnTo>
                <a:lnTo>
                  <a:pt x="1030516" y="70279"/>
                </a:lnTo>
                <a:lnTo>
                  <a:pt x="1030367" y="70951"/>
                </a:lnTo>
                <a:lnTo>
                  <a:pt x="1030228" y="71630"/>
                </a:lnTo>
                <a:lnTo>
                  <a:pt x="1030098" y="72314"/>
                </a:lnTo>
                <a:lnTo>
                  <a:pt x="1029978" y="73005"/>
                </a:lnTo>
                <a:lnTo>
                  <a:pt x="1029868" y="73701"/>
                </a:lnTo>
                <a:lnTo>
                  <a:pt x="1029767" y="74404"/>
                </a:lnTo>
                <a:lnTo>
                  <a:pt x="1029676" y="75113"/>
                </a:lnTo>
                <a:lnTo>
                  <a:pt x="1029595" y="75829"/>
                </a:lnTo>
                <a:lnTo>
                  <a:pt x="1029523" y="76550"/>
                </a:lnTo>
                <a:lnTo>
                  <a:pt x="1029460" y="77277"/>
                </a:lnTo>
                <a:lnTo>
                  <a:pt x="1029408" y="78011"/>
                </a:lnTo>
                <a:lnTo>
                  <a:pt x="1029365" y="78751"/>
                </a:lnTo>
                <a:lnTo>
                  <a:pt x="1029331" y="79497"/>
                </a:lnTo>
                <a:lnTo>
                  <a:pt x="1029307" y="80249"/>
                </a:lnTo>
                <a:lnTo>
                  <a:pt x="1029293" y="81007"/>
                </a:lnTo>
                <a:lnTo>
                  <a:pt x="1029288" y="81771"/>
                </a:lnTo>
                <a:lnTo>
                  <a:pt x="1029288" y="84939"/>
                </a:lnTo>
                <a:lnTo>
                  <a:pt x="1029292" y="85649"/>
                </a:lnTo>
                <a:lnTo>
                  <a:pt x="1029306" y="86354"/>
                </a:lnTo>
                <a:lnTo>
                  <a:pt x="1029329" y="87054"/>
                </a:lnTo>
                <a:lnTo>
                  <a:pt x="1029361" y="87749"/>
                </a:lnTo>
                <a:lnTo>
                  <a:pt x="1029403" y="88440"/>
                </a:lnTo>
                <a:lnTo>
                  <a:pt x="1029454" y="89126"/>
                </a:lnTo>
                <a:lnTo>
                  <a:pt x="1029513" y="89808"/>
                </a:lnTo>
                <a:lnTo>
                  <a:pt x="1029582" y="90484"/>
                </a:lnTo>
                <a:lnTo>
                  <a:pt x="1029661" y="91156"/>
                </a:lnTo>
                <a:lnTo>
                  <a:pt x="1029748" y="91823"/>
                </a:lnTo>
                <a:lnTo>
                  <a:pt x="1029845" y="92486"/>
                </a:lnTo>
                <a:lnTo>
                  <a:pt x="1029951" y="93144"/>
                </a:lnTo>
                <a:lnTo>
                  <a:pt x="1030066" y="93797"/>
                </a:lnTo>
                <a:lnTo>
                  <a:pt x="1030190" y="94445"/>
                </a:lnTo>
                <a:lnTo>
                  <a:pt x="1030324" y="95088"/>
                </a:lnTo>
                <a:lnTo>
                  <a:pt x="1030466" y="95727"/>
                </a:lnTo>
                <a:lnTo>
                  <a:pt x="1030618" y="96361"/>
                </a:lnTo>
                <a:lnTo>
                  <a:pt x="1030780" y="96990"/>
                </a:lnTo>
                <a:lnTo>
                  <a:pt x="1030950" y="97615"/>
                </a:lnTo>
                <a:lnTo>
                  <a:pt x="1031130" y="98235"/>
                </a:lnTo>
                <a:lnTo>
                  <a:pt x="1031318" y="98850"/>
                </a:lnTo>
                <a:lnTo>
                  <a:pt x="1031516" y="99460"/>
                </a:lnTo>
                <a:lnTo>
                  <a:pt x="1031723" y="100066"/>
                </a:lnTo>
                <a:lnTo>
                  <a:pt x="1031940" y="100667"/>
                </a:lnTo>
                <a:lnTo>
                  <a:pt x="1032165" y="101262"/>
                </a:lnTo>
                <a:lnTo>
                  <a:pt x="1032397" y="101850"/>
                </a:lnTo>
                <a:lnTo>
                  <a:pt x="1032636" y="102432"/>
                </a:lnTo>
                <a:lnTo>
                  <a:pt x="1032883" y="103007"/>
                </a:lnTo>
                <a:lnTo>
                  <a:pt x="1033138" y="103575"/>
                </a:lnTo>
                <a:lnTo>
                  <a:pt x="1033399" y="104136"/>
                </a:lnTo>
                <a:lnTo>
                  <a:pt x="1033669" y="104691"/>
                </a:lnTo>
                <a:lnTo>
                  <a:pt x="1033945" y="105238"/>
                </a:lnTo>
                <a:lnTo>
                  <a:pt x="1034229" y="105779"/>
                </a:lnTo>
                <a:lnTo>
                  <a:pt x="1034521" y="106313"/>
                </a:lnTo>
                <a:lnTo>
                  <a:pt x="1034820" y="106841"/>
                </a:lnTo>
                <a:lnTo>
                  <a:pt x="1035126" y="107361"/>
                </a:lnTo>
                <a:lnTo>
                  <a:pt x="1035440" y="107875"/>
                </a:lnTo>
                <a:lnTo>
                  <a:pt x="1035761" y="108382"/>
                </a:lnTo>
                <a:lnTo>
                  <a:pt x="1036089" y="108883"/>
                </a:lnTo>
                <a:lnTo>
                  <a:pt x="1036425" y="109376"/>
                </a:lnTo>
                <a:lnTo>
                  <a:pt x="1036769" y="109863"/>
                </a:lnTo>
                <a:lnTo>
                  <a:pt x="1037120" y="110343"/>
                </a:lnTo>
                <a:lnTo>
                  <a:pt x="1037478" y="110816"/>
                </a:lnTo>
                <a:lnTo>
                  <a:pt x="1037843" y="111282"/>
                </a:lnTo>
                <a:lnTo>
                  <a:pt x="1038217" y="111742"/>
                </a:lnTo>
                <a:lnTo>
                  <a:pt x="1038597" y="112195"/>
                </a:lnTo>
                <a:lnTo>
                  <a:pt x="1038985" y="112641"/>
                </a:lnTo>
                <a:lnTo>
                  <a:pt x="1039380" y="113080"/>
                </a:lnTo>
                <a:lnTo>
                  <a:pt x="1039782" y="113512"/>
                </a:lnTo>
                <a:lnTo>
                  <a:pt x="1040191" y="113935"/>
                </a:lnTo>
                <a:lnTo>
                  <a:pt x="1040605" y="114351"/>
                </a:lnTo>
                <a:lnTo>
                  <a:pt x="1041026" y="114758"/>
                </a:lnTo>
                <a:lnTo>
                  <a:pt x="1041452" y="115157"/>
                </a:lnTo>
                <a:lnTo>
                  <a:pt x="1041885" y="115548"/>
                </a:lnTo>
                <a:lnTo>
                  <a:pt x="1042324" y="115930"/>
                </a:lnTo>
                <a:lnTo>
                  <a:pt x="1042769" y="116305"/>
                </a:lnTo>
                <a:lnTo>
                  <a:pt x="1043220" y="116671"/>
                </a:lnTo>
                <a:lnTo>
                  <a:pt x="1043678" y="117029"/>
                </a:lnTo>
                <a:lnTo>
                  <a:pt x="1044141" y="117379"/>
                </a:lnTo>
                <a:lnTo>
                  <a:pt x="1044611" y="117721"/>
                </a:lnTo>
                <a:lnTo>
                  <a:pt x="1045086" y="118054"/>
                </a:lnTo>
                <a:lnTo>
                  <a:pt x="1045568" y="118380"/>
                </a:lnTo>
                <a:lnTo>
                  <a:pt x="1046056" y="118697"/>
                </a:lnTo>
                <a:lnTo>
                  <a:pt x="1046551" y="119006"/>
                </a:lnTo>
                <a:lnTo>
                  <a:pt x="1047051" y="119307"/>
                </a:lnTo>
                <a:lnTo>
                  <a:pt x="1047557" y="119599"/>
                </a:lnTo>
                <a:lnTo>
                  <a:pt x="1048070" y="119884"/>
                </a:lnTo>
                <a:lnTo>
                  <a:pt x="1048589" y="120160"/>
                </a:lnTo>
                <a:lnTo>
                  <a:pt x="1049114" y="120428"/>
                </a:lnTo>
                <a:lnTo>
                  <a:pt x="1049645" y="120688"/>
                </a:lnTo>
                <a:lnTo>
                  <a:pt x="1050182" y="120940"/>
                </a:lnTo>
                <a:lnTo>
                  <a:pt x="1050725" y="121183"/>
                </a:lnTo>
                <a:lnTo>
                  <a:pt x="1051274" y="121418"/>
                </a:lnTo>
                <a:lnTo>
                  <a:pt x="1051827" y="121642"/>
                </a:lnTo>
                <a:lnTo>
                  <a:pt x="1052384" y="121857"/>
                </a:lnTo>
                <a:lnTo>
                  <a:pt x="1052945" y="122061"/>
                </a:lnTo>
                <a:lnTo>
                  <a:pt x="1053511" y="122256"/>
                </a:lnTo>
                <a:lnTo>
                  <a:pt x="1054082" y="122440"/>
                </a:lnTo>
                <a:lnTo>
                  <a:pt x="1054656" y="122615"/>
                </a:lnTo>
                <a:lnTo>
                  <a:pt x="1055235" y="122779"/>
                </a:lnTo>
                <a:lnTo>
                  <a:pt x="1055819" y="122934"/>
                </a:lnTo>
                <a:lnTo>
                  <a:pt x="1056406" y="123079"/>
                </a:lnTo>
                <a:lnTo>
                  <a:pt x="1056998" y="123213"/>
                </a:lnTo>
                <a:lnTo>
                  <a:pt x="1057595" y="123338"/>
                </a:lnTo>
                <a:lnTo>
                  <a:pt x="1058195" y="123453"/>
                </a:lnTo>
                <a:lnTo>
                  <a:pt x="1058800" y="123558"/>
                </a:lnTo>
                <a:lnTo>
                  <a:pt x="1059410" y="123652"/>
                </a:lnTo>
                <a:lnTo>
                  <a:pt x="1060024" y="123737"/>
                </a:lnTo>
                <a:lnTo>
                  <a:pt x="1060642" y="123812"/>
                </a:lnTo>
                <a:lnTo>
                  <a:pt x="1061264" y="123877"/>
                </a:lnTo>
                <a:lnTo>
                  <a:pt x="1061891" y="123932"/>
                </a:lnTo>
                <a:lnTo>
                  <a:pt x="1062522" y="123977"/>
                </a:lnTo>
                <a:lnTo>
                  <a:pt x="1063158" y="124011"/>
                </a:lnTo>
                <a:lnTo>
                  <a:pt x="1063798" y="124036"/>
                </a:lnTo>
                <a:lnTo>
                  <a:pt x="1064442" y="124051"/>
                </a:lnTo>
                <a:lnTo>
                  <a:pt x="1065090" y="124056"/>
                </a:lnTo>
                <a:lnTo>
                  <a:pt x="1065683" y="124053"/>
                </a:lnTo>
                <a:lnTo>
                  <a:pt x="1066269" y="124043"/>
                </a:lnTo>
                <a:lnTo>
                  <a:pt x="1066849" y="124026"/>
                </a:lnTo>
                <a:lnTo>
                  <a:pt x="1067423" y="124002"/>
                </a:lnTo>
                <a:lnTo>
                  <a:pt x="1067991" y="123972"/>
                </a:lnTo>
                <a:lnTo>
                  <a:pt x="1068553" y="123934"/>
                </a:lnTo>
                <a:lnTo>
                  <a:pt x="1069108" y="123890"/>
                </a:lnTo>
                <a:lnTo>
                  <a:pt x="1069658" y="123839"/>
                </a:lnTo>
                <a:lnTo>
                  <a:pt x="1070201" y="123782"/>
                </a:lnTo>
                <a:lnTo>
                  <a:pt x="1070738" y="123717"/>
                </a:lnTo>
                <a:lnTo>
                  <a:pt x="1071269" y="123646"/>
                </a:lnTo>
                <a:lnTo>
                  <a:pt x="1071794" y="123568"/>
                </a:lnTo>
                <a:lnTo>
                  <a:pt x="1072313" y="123484"/>
                </a:lnTo>
                <a:lnTo>
                  <a:pt x="1072825" y="123392"/>
                </a:lnTo>
                <a:lnTo>
                  <a:pt x="1073332" y="123294"/>
                </a:lnTo>
                <a:lnTo>
                  <a:pt x="1073832" y="123189"/>
                </a:lnTo>
                <a:lnTo>
                  <a:pt x="1074326" y="123077"/>
                </a:lnTo>
                <a:lnTo>
                  <a:pt x="1074814" y="122958"/>
                </a:lnTo>
                <a:lnTo>
                  <a:pt x="1075296" y="122833"/>
                </a:lnTo>
                <a:lnTo>
                  <a:pt x="1075772" y="122701"/>
                </a:lnTo>
                <a:lnTo>
                  <a:pt x="1076242" y="122562"/>
                </a:lnTo>
                <a:lnTo>
                  <a:pt x="1076705" y="122416"/>
                </a:lnTo>
                <a:lnTo>
                  <a:pt x="1077163" y="122263"/>
                </a:lnTo>
                <a:lnTo>
                  <a:pt x="1077614" y="122104"/>
                </a:lnTo>
                <a:lnTo>
                  <a:pt x="1078059" y="121939"/>
                </a:lnTo>
                <a:lnTo>
                  <a:pt x="1078499" y="121770"/>
                </a:lnTo>
                <a:lnTo>
                  <a:pt x="1078934" y="121597"/>
                </a:lnTo>
                <a:lnTo>
                  <a:pt x="1079363" y="121419"/>
                </a:lnTo>
                <a:lnTo>
                  <a:pt x="1079787" y="121236"/>
                </a:lnTo>
                <a:lnTo>
                  <a:pt x="1080206" y="121050"/>
                </a:lnTo>
                <a:lnTo>
                  <a:pt x="1080619" y="120859"/>
                </a:lnTo>
                <a:lnTo>
                  <a:pt x="1081027" y="120664"/>
                </a:lnTo>
                <a:lnTo>
                  <a:pt x="1081430" y="120464"/>
                </a:lnTo>
                <a:lnTo>
                  <a:pt x="1081827" y="120260"/>
                </a:lnTo>
                <a:lnTo>
                  <a:pt x="1082218" y="120052"/>
                </a:lnTo>
                <a:lnTo>
                  <a:pt x="1082605" y="119839"/>
                </a:lnTo>
                <a:lnTo>
                  <a:pt x="1082986" y="119622"/>
                </a:lnTo>
                <a:lnTo>
                  <a:pt x="1083361" y="119400"/>
                </a:lnTo>
                <a:lnTo>
                  <a:pt x="1083732" y="119175"/>
                </a:lnTo>
                <a:lnTo>
                  <a:pt x="1084097" y="118945"/>
                </a:lnTo>
                <a:lnTo>
                  <a:pt x="1084456" y="118710"/>
                </a:lnTo>
                <a:lnTo>
                  <a:pt x="1084810" y="118471"/>
                </a:lnTo>
                <a:lnTo>
                  <a:pt x="1085159" y="118228"/>
                </a:lnTo>
                <a:lnTo>
                  <a:pt x="1085502" y="117981"/>
                </a:lnTo>
                <a:lnTo>
                  <a:pt x="1085840" y="117729"/>
                </a:lnTo>
                <a:lnTo>
                  <a:pt x="1086173" y="117473"/>
                </a:lnTo>
                <a:lnTo>
                  <a:pt x="1086500" y="117212"/>
                </a:lnTo>
                <a:lnTo>
                  <a:pt x="1086822" y="116947"/>
                </a:lnTo>
                <a:lnTo>
                  <a:pt x="1087139" y="116679"/>
                </a:lnTo>
                <a:lnTo>
                  <a:pt x="1087453" y="116409"/>
                </a:lnTo>
                <a:lnTo>
                  <a:pt x="1087762" y="116136"/>
                </a:lnTo>
                <a:lnTo>
                  <a:pt x="1088066" y="115862"/>
                </a:lnTo>
                <a:lnTo>
                  <a:pt x="1088367" y="115585"/>
                </a:lnTo>
                <a:lnTo>
                  <a:pt x="1088664" y="115306"/>
                </a:lnTo>
                <a:lnTo>
                  <a:pt x="1088957" y="115025"/>
                </a:lnTo>
                <a:lnTo>
                  <a:pt x="1089245" y="114741"/>
                </a:lnTo>
                <a:lnTo>
                  <a:pt x="1089530" y="114456"/>
                </a:lnTo>
                <a:lnTo>
                  <a:pt x="1089810" y="114168"/>
                </a:lnTo>
                <a:lnTo>
                  <a:pt x="1090086" y="113878"/>
                </a:lnTo>
                <a:lnTo>
                  <a:pt x="1090358" y="113586"/>
                </a:lnTo>
                <a:lnTo>
                  <a:pt x="1090626" y="113292"/>
                </a:lnTo>
                <a:lnTo>
                  <a:pt x="1090890" y="112996"/>
                </a:lnTo>
                <a:lnTo>
                  <a:pt x="1091150" y="112697"/>
                </a:lnTo>
                <a:lnTo>
                  <a:pt x="1091406" y="112396"/>
                </a:lnTo>
                <a:lnTo>
                  <a:pt x="1091658" y="112093"/>
                </a:lnTo>
                <a:lnTo>
                  <a:pt x="1091905" y="111788"/>
                </a:lnTo>
                <a:lnTo>
                  <a:pt x="1092149" y="111481"/>
                </a:lnTo>
                <a:lnTo>
                  <a:pt x="1092388" y="111172"/>
                </a:lnTo>
                <a:lnTo>
                  <a:pt x="1092624" y="110860"/>
                </a:lnTo>
                <a:lnTo>
                  <a:pt x="1092855" y="110546"/>
                </a:lnTo>
                <a:lnTo>
                  <a:pt x="1093082" y="110230"/>
                </a:lnTo>
                <a:lnTo>
                  <a:pt x="1093305" y="109912"/>
                </a:lnTo>
                <a:lnTo>
                  <a:pt x="1087780" y="105639"/>
                </a:lnTo>
                <a:lnTo>
                  <a:pt x="1087416" y="106107"/>
                </a:lnTo>
                <a:lnTo>
                  <a:pt x="1087048" y="106564"/>
                </a:lnTo>
                <a:lnTo>
                  <a:pt x="1086675" y="107010"/>
                </a:lnTo>
                <a:lnTo>
                  <a:pt x="1086299" y="107445"/>
                </a:lnTo>
                <a:lnTo>
                  <a:pt x="1085919" y="107870"/>
                </a:lnTo>
                <a:lnTo>
                  <a:pt x="1085535" y="108285"/>
                </a:lnTo>
                <a:lnTo>
                  <a:pt x="1085147" y="108688"/>
                </a:lnTo>
                <a:lnTo>
                  <a:pt x="1084755" y="109081"/>
                </a:lnTo>
                <a:lnTo>
                  <a:pt x="1084360" y="109464"/>
                </a:lnTo>
                <a:lnTo>
                  <a:pt x="1083960" y="109836"/>
                </a:lnTo>
                <a:lnTo>
                  <a:pt x="1083556" y="110197"/>
                </a:lnTo>
                <a:lnTo>
                  <a:pt x="1083148" y="110548"/>
                </a:lnTo>
                <a:lnTo>
                  <a:pt x="1082736" y="110888"/>
                </a:lnTo>
                <a:lnTo>
                  <a:pt x="1082321" y="111217"/>
                </a:lnTo>
                <a:lnTo>
                  <a:pt x="1081901" y="111536"/>
                </a:lnTo>
                <a:lnTo>
                  <a:pt x="1081477" y="111844"/>
                </a:lnTo>
                <a:lnTo>
                  <a:pt x="1081050" y="112141"/>
                </a:lnTo>
                <a:lnTo>
                  <a:pt x="1080618" y="112428"/>
                </a:lnTo>
                <a:lnTo>
                  <a:pt x="1080183" y="112705"/>
                </a:lnTo>
                <a:lnTo>
                  <a:pt x="1079743" y="112970"/>
                </a:lnTo>
                <a:lnTo>
                  <a:pt x="1079300" y="113225"/>
                </a:lnTo>
                <a:lnTo>
                  <a:pt x="1078852" y="113470"/>
                </a:lnTo>
                <a:lnTo>
                  <a:pt x="1078401" y="113704"/>
                </a:lnTo>
                <a:lnTo>
                  <a:pt x="1077945" y="113927"/>
                </a:lnTo>
                <a:lnTo>
                  <a:pt x="1077485" y="114140"/>
                </a:lnTo>
                <a:lnTo>
                  <a:pt x="1077020" y="114345"/>
                </a:lnTo>
                <a:lnTo>
                  <a:pt x="1076550" y="114540"/>
                </a:lnTo>
                <a:lnTo>
                  <a:pt x="1076074" y="114726"/>
                </a:lnTo>
                <a:lnTo>
                  <a:pt x="1075593" y="114903"/>
                </a:lnTo>
                <a:lnTo>
                  <a:pt x="1075107" y="115071"/>
                </a:lnTo>
                <a:lnTo>
                  <a:pt x="1074615" y="115230"/>
                </a:lnTo>
                <a:lnTo>
                  <a:pt x="1074119" y="115380"/>
                </a:lnTo>
                <a:lnTo>
                  <a:pt x="1073617" y="115521"/>
                </a:lnTo>
                <a:lnTo>
                  <a:pt x="1073110" y="115652"/>
                </a:lnTo>
                <a:lnTo>
                  <a:pt x="1072597" y="115775"/>
                </a:lnTo>
                <a:lnTo>
                  <a:pt x="1072080" y="115888"/>
                </a:lnTo>
                <a:lnTo>
                  <a:pt x="1071557" y="115993"/>
                </a:lnTo>
                <a:lnTo>
                  <a:pt x="1071028" y="116088"/>
                </a:lnTo>
                <a:lnTo>
                  <a:pt x="1070495" y="116174"/>
                </a:lnTo>
                <a:lnTo>
                  <a:pt x="1069956" y="116252"/>
                </a:lnTo>
                <a:lnTo>
                  <a:pt x="1069413" y="116320"/>
                </a:lnTo>
                <a:lnTo>
                  <a:pt x="1068863" y="116379"/>
                </a:lnTo>
                <a:lnTo>
                  <a:pt x="1068309" y="116429"/>
                </a:lnTo>
                <a:lnTo>
                  <a:pt x="1067749" y="116470"/>
                </a:lnTo>
                <a:lnTo>
                  <a:pt x="1067185" y="116501"/>
                </a:lnTo>
                <a:lnTo>
                  <a:pt x="1066615" y="116524"/>
                </a:lnTo>
                <a:lnTo>
                  <a:pt x="1066039" y="116538"/>
                </a:lnTo>
                <a:lnTo>
                  <a:pt x="1065459" y="116542"/>
                </a:lnTo>
                <a:lnTo>
                  <a:pt x="1064951" y="116538"/>
                </a:lnTo>
                <a:lnTo>
                  <a:pt x="1064447" y="116525"/>
                </a:lnTo>
                <a:lnTo>
                  <a:pt x="1063947" y="116504"/>
                </a:lnTo>
                <a:lnTo>
                  <a:pt x="1063451" y="116474"/>
                </a:lnTo>
                <a:lnTo>
                  <a:pt x="1062959" y="116435"/>
                </a:lnTo>
                <a:lnTo>
                  <a:pt x="1062470" y="116388"/>
                </a:lnTo>
                <a:lnTo>
                  <a:pt x="1061986" y="116332"/>
                </a:lnTo>
                <a:lnTo>
                  <a:pt x="1061505" y="116268"/>
                </a:lnTo>
                <a:lnTo>
                  <a:pt x="1061028" y="116195"/>
                </a:lnTo>
                <a:lnTo>
                  <a:pt x="1060555" y="116114"/>
                </a:lnTo>
                <a:lnTo>
                  <a:pt x="1060086" y="116024"/>
                </a:lnTo>
                <a:lnTo>
                  <a:pt x="1059620" y="115925"/>
                </a:lnTo>
                <a:lnTo>
                  <a:pt x="1059159" y="115818"/>
                </a:lnTo>
                <a:lnTo>
                  <a:pt x="1058701" y="115702"/>
                </a:lnTo>
                <a:lnTo>
                  <a:pt x="1058247" y="115578"/>
                </a:lnTo>
                <a:lnTo>
                  <a:pt x="1057797" y="115445"/>
                </a:lnTo>
                <a:lnTo>
                  <a:pt x="1057351" y="115304"/>
                </a:lnTo>
                <a:lnTo>
                  <a:pt x="1056909" y="115154"/>
                </a:lnTo>
                <a:lnTo>
                  <a:pt x="1056470" y="114996"/>
                </a:lnTo>
                <a:lnTo>
                  <a:pt x="1056035" y="114828"/>
                </a:lnTo>
                <a:lnTo>
                  <a:pt x="1055604" y="114653"/>
                </a:lnTo>
                <a:lnTo>
                  <a:pt x="1055177" y="114469"/>
                </a:lnTo>
                <a:lnTo>
                  <a:pt x="1054754" y="114276"/>
                </a:lnTo>
                <a:lnTo>
                  <a:pt x="1054335" y="114074"/>
                </a:lnTo>
                <a:lnTo>
                  <a:pt x="1053920" y="113866"/>
                </a:lnTo>
                <a:lnTo>
                  <a:pt x="1053510" y="113650"/>
                </a:lnTo>
                <a:lnTo>
                  <a:pt x="1053104" y="113429"/>
                </a:lnTo>
                <a:lnTo>
                  <a:pt x="1052704" y="113201"/>
                </a:lnTo>
                <a:lnTo>
                  <a:pt x="1052308" y="112966"/>
                </a:lnTo>
                <a:lnTo>
                  <a:pt x="1051918" y="112725"/>
                </a:lnTo>
                <a:lnTo>
                  <a:pt x="1051532" y="112478"/>
                </a:lnTo>
                <a:lnTo>
                  <a:pt x="1051151" y="112224"/>
                </a:lnTo>
                <a:lnTo>
                  <a:pt x="1050775" y="111964"/>
                </a:lnTo>
                <a:lnTo>
                  <a:pt x="1050403" y="111698"/>
                </a:lnTo>
                <a:lnTo>
                  <a:pt x="1050037" y="111425"/>
                </a:lnTo>
                <a:lnTo>
                  <a:pt x="1049675" y="111146"/>
                </a:lnTo>
                <a:lnTo>
                  <a:pt x="1049319" y="110860"/>
                </a:lnTo>
                <a:lnTo>
                  <a:pt x="1048967" y="110569"/>
                </a:lnTo>
                <a:lnTo>
                  <a:pt x="1048620" y="110270"/>
                </a:lnTo>
                <a:lnTo>
                  <a:pt x="1048278" y="109965"/>
                </a:lnTo>
                <a:lnTo>
                  <a:pt x="1047940" y="109654"/>
                </a:lnTo>
                <a:lnTo>
                  <a:pt x="1047608" y="109337"/>
                </a:lnTo>
                <a:lnTo>
                  <a:pt x="1047281" y="109013"/>
                </a:lnTo>
                <a:lnTo>
                  <a:pt x="1046958" y="108682"/>
                </a:lnTo>
                <a:lnTo>
                  <a:pt x="1046640" y="108346"/>
                </a:lnTo>
                <a:lnTo>
                  <a:pt x="1046327" y="108002"/>
                </a:lnTo>
                <a:lnTo>
                  <a:pt x="1046019" y="107653"/>
                </a:lnTo>
                <a:lnTo>
                  <a:pt x="1045716" y="107297"/>
                </a:lnTo>
                <a:lnTo>
                  <a:pt x="1045418" y="106935"/>
                </a:lnTo>
                <a:lnTo>
                  <a:pt x="1045125" y="106569"/>
                </a:lnTo>
                <a:lnTo>
                  <a:pt x="1044839" y="106197"/>
                </a:lnTo>
                <a:lnTo>
                  <a:pt x="1044557" y="105821"/>
                </a:lnTo>
                <a:lnTo>
                  <a:pt x="1044282" y="105439"/>
                </a:lnTo>
                <a:lnTo>
                  <a:pt x="1044012" y="105052"/>
                </a:lnTo>
                <a:lnTo>
                  <a:pt x="1043748" y="104661"/>
                </a:lnTo>
                <a:lnTo>
                  <a:pt x="1043489" y="104264"/>
                </a:lnTo>
                <a:lnTo>
                  <a:pt x="1043236" y="103863"/>
                </a:lnTo>
                <a:lnTo>
                  <a:pt x="1042989" y="103456"/>
                </a:lnTo>
                <a:lnTo>
                  <a:pt x="1042747" y="103045"/>
                </a:lnTo>
                <a:lnTo>
                  <a:pt x="1042511" y="102628"/>
                </a:lnTo>
                <a:lnTo>
                  <a:pt x="1042281" y="102207"/>
                </a:lnTo>
                <a:lnTo>
                  <a:pt x="1042056" y="101780"/>
                </a:lnTo>
                <a:lnTo>
                  <a:pt x="1041837" y="101349"/>
                </a:lnTo>
                <a:lnTo>
                  <a:pt x="1041623" y="100912"/>
                </a:lnTo>
                <a:lnTo>
                  <a:pt x="1041415" y="100471"/>
                </a:lnTo>
                <a:lnTo>
                  <a:pt x="1041213" y="100025"/>
                </a:lnTo>
                <a:lnTo>
                  <a:pt x="1041016" y="99573"/>
                </a:lnTo>
                <a:lnTo>
                  <a:pt x="1040825" y="99117"/>
                </a:lnTo>
                <a:lnTo>
                  <a:pt x="1040640" y="98655"/>
                </a:lnTo>
                <a:lnTo>
                  <a:pt x="1040460" y="98189"/>
                </a:lnTo>
                <a:lnTo>
                  <a:pt x="1040286" y="97718"/>
                </a:lnTo>
                <a:lnTo>
                  <a:pt x="1040117" y="97241"/>
                </a:lnTo>
                <a:lnTo>
                  <a:pt x="1039955" y="96761"/>
                </a:lnTo>
                <a:lnTo>
                  <a:pt x="1039799" y="96278"/>
                </a:lnTo>
                <a:lnTo>
                  <a:pt x="1039651" y="95792"/>
                </a:lnTo>
                <a:lnTo>
                  <a:pt x="1039509" y="95303"/>
                </a:lnTo>
                <a:lnTo>
                  <a:pt x="1039375" y="94812"/>
                </a:lnTo>
                <a:lnTo>
                  <a:pt x="1039247" y="94318"/>
                </a:lnTo>
                <a:lnTo>
                  <a:pt x="1039126" y="93820"/>
                </a:lnTo>
                <a:lnTo>
                  <a:pt x="1039012" y="93321"/>
                </a:lnTo>
                <a:lnTo>
                  <a:pt x="1038905" y="92818"/>
                </a:lnTo>
                <a:lnTo>
                  <a:pt x="1038805" y="92312"/>
                </a:lnTo>
                <a:lnTo>
                  <a:pt x="1038712" y="91804"/>
                </a:lnTo>
                <a:lnTo>
                  <a:pt x="1038625" y="91293"/>
                </a:lnTo>
                <a:lnTo>
                  <a:pt x="1038546" y="90779"/>
                </a:lnTo>
                <a:lnTo>
                  <a:pt x="1038473" y="90262"/>
                </a:lnTo>
                <a:lnTo>
                  <a:pt x="1038408" y="89742"/>
                </a:lnTo>
                <a:lnTo>
                  <a:pt x="1038349" y="89220"/>
                </a:lnTo>
                <a:lnTo>
                  <a:pt x="1038297" y="88694"/>
                </a:lnTo>
                <a:lnTo>
                  <a:pt x="1038252" y="88166"/>
                </a:lnTo>
                <a:lnTo>
                  <a:pt x="1038214" y="87635"/>
                </a:lnTo>
                <a:lnTo>
                  <a:pt x="1038183" y="87102"/>
                </a:lnTo>
                <a:lnTo>
                  <a:pt x="1038159" y="86565"/>
                </a:lnTo>
                <a:lnTo>
                  <a:pt x="1038142" y="86026"/>
                </a:lnTo>
                <a:lnTo>
                  <a:pt x="1038131" y="85484"/>
                </a:lnTo>
                <a:lnTo>
                  <a:pt x="1038128" y="84939"/>
                </a:lnTo>
                <a:lnTo>
                  <a:pt x="1038128" y="83244"/>
                </a:lnTo>
                <a:lnTo>
                  <a:pt x="1094999" y="83244"/>
                </a:lnTo>
                <a:lnTo>
                  <a:pt x="1094999" y="77876"/>
                </a:lnTo>
                <a:lnTo>
                  <a:pt x="1094996" y="77210"/>
                </a:lnTo>
                <a:lnTo>
                  <a:pt x="1094985" y="76549"/>
                </a:lnTo>
                <a:lnTo>
                  <a:pt x="1094967" y="75893"/>
                </a:lnTo>
                <a:lnTo>
                  <a:pt x="1094942" y="75242"/>
                </a:lnTo>
                <a:close/>
                <a:moveTo>
                  <a:pt x="1038755" y="73701"/>
                </a:moveTo>
                <a:lnTo>
                  <a:pt x="1038847" y="73158"/>
                </a:lnTo>
                <a:lnTo>
                  <a:pt x="1038946" y="72620"/>
                </a:lnTo>
                <a:lnTo>
                  <a:pt x="1039052" y="72086"/>
                </a:lnTo>
                <a:lnTo>
                  <a:pt x="1039164" y="71557"/>
                </a:lnTo>
                <a:lnTo>
                  <a:pt x="1039282" y="71032"/>
                </a:lnTo>
                <a:lnTo>
                  <a:pt x="1039407" y="70511"/>
                </a:lnTo>
                <a:lnTo>
                  <a:pt x="1039538" y="69995"/>
                </a:lnTo>
                <a:lnTo>
                  <a:pt x="1039675" y="69484"/>
                </a:lnTo>
                <a:lnTo>
                  <a:pt x="1039819" y="68977"/>
                </a:lnTo>
                <a:lnTo>
                  <a:pt x="1039970" y="68474"/>
                </a:lnTo>
                <a:lnTo>
                  <a:pt x="1040126" y="67977"/>
                </a:lnTo>
                <a:lnTo>
                  <a:pt x="1040287" y="67485"/>
                </a:lnTo>
                <a:lnTo>
                  <a:pt x="1040454" y="66998"/>
                </a:lnTo>
                <a:lnTo>
                  <a:pt x="1040625" y="66518"/>
                </a:lnTo>
                <a:lnTo>
                  <a:pt x="1040803" y="66043"/>
                </a:lnTo>
                <a:lnTo>
                  <a:pt x="1040985" y="65573"/>
                </a:lnTo>
                <a:lnTo>
                  <a:pt x="1041172" y="65110"/>
                </a:lnTo>
                <a:lnTo>
                  <a:pt x="1041365" y="64652"/>
                </a:lnTo>
                <a:lnTo>
                  <a:pt x="1041563" y="64199"/>
                </a:lnTo>
                <a:lnTo>
                  <a:pt x="1041767" y="63752"/>
                </a:lnTo>
                <a:lnTo>
                  <a:pt x="1041975" y="63311"/>
                </a:lnTo>
                <a:lnTo>
                  <a:pt x="1042189" y="62875"/>
                </a:lnTo>
                <a:lnTo>
                  <a:pt x="1042408" y="62445"/>
                </a:lnTo>
                <a:lnTo>
                  <a:pt x="1042632" y="62021"/>
                </a:lnTo>
                <a:lnTo>
                  <a:pt x="1042862" y="61602"/>
                </a:lnTo>
                <a:lnTo>
                  <a:pt x="1043096" y="61189"/>
                </a:lnTo>
                <a:lnTo>
                  <a:pt x="1043336" y="60782"/>
                </a:lnTo>
                <a:lnTo>
                  <a:pt x="1043582" y="60380"/>
                </a:lnTo>
                <a:lnTo>
                  <a:pt x="1043832" y="59984"/>
                </a:lnTo>
                <a:lnTo>
                  <a:pt x="1044088" y="59593"/>
                </a:lnTo>
                <a:lnTo>
                  <a:pt x="1044349" y="59208"/>
                </a:lnTo>
                <a:lnTo>
                  <a:pt x="1044615" y="58829"/>
                </a:lnTo>
                <a:lnTo>
                  <a:pt x="1044886" y="58455"/>
                </a:lnTo>
                <a:lnTo>
                  <a:pt x="1045163" y="58087"/>
                </a:lnTo>
                <a:lnTo>
                  <a:pt x="1045445" y="57725"/>
                </a:lnTo>
                <a:lnTo>
                  <a:pt x="1045731" y="57370"/>
                </a:lnTo>
                <a:lnTo>
                  <a:pt x="1046021" y="57023"/>
                </a:lnTo>
                <a:lnTo>
                  <a:pt x="1046316" y="56682"/>
                </a:lnTo>
                <a:lnTo>
                  <a:pt x="1046616" y="56349"/>
                </a:lnTo>
                <a:lnTo>
                  <a:pt x="1046920" y="56022"/>
                </a:lnTo>
                <a:lnTo>
                  <a:pt x="1047228" y="55702"/>
                </a:lnTo>
                <a:lnTo>
                  <a:pt x="1047541" y="55390"/>
                </a:lnTo>
                <a:lnTo>
                  <a:pt x="1047858" y="55084"/>
                </a:lnTo>
                <a:lnTo>
                  <a:pt x="1048180" y="54786"/>
                </a:lnTo>
                <a:lnTo>
                  <a:pt x="1048507" y="54495"/>
                </a:lnTo>
                <a:lnTo>
                  <a:pt x="1048837" y="54210"/>
                </a:lnTo>
                <a:lnTo>
                  <a:pt x="1049173" y="53933"/>
                </a:lnTo>
                <a:lnTo>
                  <a:pt x="1049512" y="53663"/>
                </a:lnTo>
                <a:lnTo>
                  <a:pt x="1049857" y="53399"/>
                </a:lnTo>
                <a:lnTo>
                  <a:pt x="1050205" y="53143"/>
                </a:lnTo>
                <a:lnTo>
                  <a:pt x="1050559" y="52894"/>
                </a:lnTo>
                <a:lnTo>
                  <a:pt x="1050916" y="52652"/>
                </a:lnTo>
                <a:lnTo>
                  <a:pt x="1051278" y="52417"/>
                </a:lnTo>
                <a:lnTo>
                  <a:pt x="1051645" y="52188"/>
                </a:lnTo>
                <a:lnTo>
                  <a:pt x="1052016" y="51967"/>
                </a:lnTo>
                <a:lnTo>
                  <a:pt x="1052392" y="51753"/>
                </a:lnTo>
                <a:lnTo>
                  <a:pt x="1052772" y="51546"/>
                </a:lnTo>
                <a:lnTo>
                  <a:pt x="1053156" y="51346"/>
                </a:lnTo>
                <a:lnTo>
                  <a:pt x="1053545" y="51154"/>
                </a:lnTo>
                <a:lnTo>
                  <a:pt x="1053937" y="50970"/>
                </a:lnTo>
                <a:lnTo>
                  <a:pt x="1054333" y="50794"/>
                </a:lnTo>
                <a:lnTo>
                  <a:pt x="1054732" y="50626"/>
                </a:lnTo>
                <a:lnTo>
                  <a:pt x="1055135" y="50466"/>
                </a:lnTo>
                <a:lnTo>
                  <a:pt x="1055541" y="50315"/>
                </a:lnTo>
                <a:lnTo>
                  <a:pt x="1055951" y="50172"/>
                </a:lnTo>
                <a:lnTo>
                  <a:pt x="1056365" y="50037"/>
                </a:lnTo>
                <a:lnTo>
                  <a:pt x="1056782" y="49910"/>
                </a:lnTo>
                <a:lnTo>
                  <a:pt x="1057203" y="49791"/>
                </a:lnTo>
                <a:lnTo>
                  <a:pt x="1057627" y="49681"/>
                </a:lnTo>
                <a:lnTo>
                  <a:pt x="1058055" y="49578"/>
                </a:lnTo>
                <a:lnTo>
                  <a:pt x="1058487" y="49484"/>
                </a:lnTo>
                <a:lnTo>
                  <a:pt x="1058922" y="49398"/>
                </a:lnTo>
                <a:lnTo>
                  <a:pt x="1059360" y="49320"/>
                </a:lnTo>
                <a:lnTo>
                  <a:pt x="1059803" y="49251"/>
                </a:lnTo>
                <a:lnTo>
                  <a:pt x="1060248" y="49190"/>
                </a:lnTo>
                <a:lnTo>
                  <a:pt x="1060698" y="49136"/>
                </a:lnTo>
                <a:lnTo>
                  <a:pt x="1061151" y="49091"/>
                </a:lnTo>
                <a:lnTo>
                  <a:pt x="1061607" y="49054"/>
                </a:lnTo>
                <a:lnTo>
                  <a:pt x="1062068" y="49026"/>
                </a:lnTo>
                <a:lnTo>
                  <a:pt x="1062531" y="49005"/>
                </a:lnTo>
                <a:lnTo>
                  <a:pt x="1062999" y="48993"/>
                </a:lnTo>
                <a:lnTo>
                  <a:pt x="1063470" y="48989"/>
                </a:lnTo>
                <a:lnTo>
                  <a:pt x="1064091" y="48995"/>
                </a:lnTo>
                <a:lnTo>
                  <a:pt x="1064704" y="49015"/>
                </a:lnTo>
                <a:lnTo>
                  <a:pt x="1065308" y="49046"/>
                </a:lnTo>
                <a:lnTo>
                  <a:pt x="1065904" y="49091"/>
                </a:lnTo>
                <a:lnTo>
                  <a:pt x="1066490" y="49148"/>
                </a:lnTo>
                <a:lnTo>
                  <a:pt x="1067068" y="49219"/>
                </a:lnTo>
                <a:lnTo>
                  <a:pt x="1067637" y="49302"/>
                </a:lnTo>
                <a:lnTo>
                  <a:pt x="1068197" y="49397"/>
                </a:lnTo>
                <a:lnTo>
                  <a:pt x="1068748" y="49506"/>
                </a:lnTo>
                <a:lnTo>
                  <a:pt x="1069290" y="49627"/>
                </a:lnTo>
                <a:lnTo>
                  <a:pt x="1069824" y="49761"/>
                </a:lnTo>
                <a:lnTo>
                  <a:pt x="1070348" y="49908"/>
                </a:lnTo>
                <a:lnTo>
                  <a:pt x="1070864" y="50067"/>
                </a:lnTo>
                <a:lnTo>
                  <a:pt x="1071371" y="50239"/>
                </a:lnTo>
                <a:lnTo>
                  <a:pt x="1071869" y="50424"/>
                </a:lnTo>
                <a:lnTo>
                  <a:pt x="1072359" y="50622"/>
                </a:lnTo>
                <a:lnTo>
                  <a:pt x="1072839" y="50832"/>
                </a:lnTo>
                <a:lnTo>
                  <a:pt x="1073311" y="51056"/>
                </a:lnTo>
                <a:lnTo>
                  <a:pt x="1073774" y="51292"/>
                </a:lnTo>
                <a:lnTo>
                  <a:pt x="1074228" y="51541"/>
                </a:lnTo>
                <a:lnTo>
                  <a:pt x="1074673" y="51802"/>
                </a:lnTo>
                <a:lnTo>
                  <a:pt x="1075110" y="52076"/>
                </a:lnTo>
                <a:lnTo>
                  <a:pt x="1075537" y="52363"/>
                </a:lnTo>
                <a:lnTo>
                  <a:pt x="1075956" y="52663"/>
                </a:lnTo>
                <a:lnTo>
                  <a:pt x="1076366" y="52973"/>
                </a:lnTo>
                <a:lnTo>
                  <a:pt x="1076768" y="53290"/>
                </a:lnTo>
                <a:lnTo>
                  <a:pt x="1077161" y="53615"/>
                </a:lnTo>
                <a:lnTo>
                  <a:pt x="1077546" y="53947"/>
                </a:lnTo>
                <a:lnTo>
                  <a:pt x="1077923" y="54287"/>
                </a:lnTo>
                <a:lnTo>
                  <a:pt x="1078291" y="54635"/>
                </a:lnTo>
                <a:lnTo>
                  <a:pt x="1078650" y="54990"/>
                </a:lnTo>
                <a:lnTo>
                  <a:pt x="1079001" y="55352"/>
                </a:lnTo>
                <a:lnTo>
                  <a:pt x="1079344" y="55722"/>
                </a:lnTo>
                <a:lnTo>
                  <a:pt x="1079678" y="56100"/>
                </a:lnTo>
                <a:lnTo>
                  <a:pt x="1080004" y="56485"/>
                </a:lnTo>
                <a:lnTo>
                  <a:pt x="1080321" y="56877"/>
                </a:lnTo>
                <a:lnTo>
                  <a:pt x="1080630" y="57277"/>
                </a:lnTo>
                <a:lnTo>
                  <a:pt x="1080930" y="57685"/>
                </a:lnTo>
                <a:lnTo>
                  <a:pt x="1081222" y="58100"/>
                </a:lnTo>
                <a:lnTo>
                  <a:pt x="1081506" y="58523"/>
                </a:lnTo>
                <a:lnTo>
                  <a:pt x="1081781" y="58953"/>
                </a:lnTo>
                <a:lnTo>
                  <a:pt x="1082048" y="59391"/>
                </a:lnTo>
                <a:lnTo>
                  <a:pt x="1082306" y="59836"/>
                </a:lnTo>
                <a:lnTo>
                  <a:pt x="1082556" y="60289"/>
                </a:lnTo>
                <a:lnTo>
                  <a:pt x="1082797" y="60749"/>
                </a:lnTo>
                <a:lnTo>
                  <a:pt x="1083030" y="61217"/>
                </a:lnTo>
                <a:lnTo>
                  <a:pt x="1083254" y="61693"/>
                </a:lnTo>
                <a:lnTo>
                  <a:pt x="1083470" y="62176"/>
                </a:lnTo>
                <a:lnTo>
                  <a:pt x="1083678" y="62664"/>
                </a:lnTo>
                <a:lnTo>
                  <a:pt x="1083877" y="63155"/>
                </a:lnTo>
                <a:lnTo>
                  <a:pt x="1084068" y="63649"/>
                </a:lnTo>
                <a:lnTo>
                  <a:pt x="1084251" y="64146"/>
                </a:lnTo>
                <a:lnTo>
                  <a:pt x="1084425" y="64646"/>
                </a:lnTo>
                <a:lnTo>
                  <a:pt x="1084592" y="65149"/>
                </a:lnTo>
                <a:lnTo>
                  <a:pt x="1084749" y="65654"/>
                </a:lnTo>
                <a:lnTo>
                  <a:pt x="1084899" y="66163"/>
                </a:lnTo>
                <a:lnTo>
                  <a:pt x="1085040" y="66675"/>
                </a:lnTo>
                <a:lnTo>
                  <a:pt x="1085173" y="67189"/>
                </a:lnTo>
                <a:lnTo>
                  <a:pt x="1085297" y="67707"/>
                </a:lnTo>
                <a:lnTo>
                  <a:pt x="1085413" y="68227"/>
                </a:lnTo>
                <a:lnTo>
                  <a:pt x="1085521" y="68751"/>
                </a:lnTo>
                <a:lnTo>
                  <a:pt x="1085621" y="69277"/>
                </a:lnTo>
                <a:lnTo>
                  <a:pt x="1085712" y="69806"/>
                </a:lnTo>
                <a:lnTo>
                  <a:pt x="1085795" y="70338"/>
                </a:lnTo>
                <a:lnTo>
                  <a:pt x="1085870" y="70873"/>
                </a:lnTo>
                <a:lnTo>
                  <a:pt x="1085936" y="71411"/>
                </a:lnTo>
                <a:lnTo>
                  <a:pt x="1085994" y="71952"/>
                </a:lnTo>
                <a:lnTo>
                  <a:pt x="1086044" y="72496"/>
                </a:lnTo>
                <a:lnTo>
                  <a:pt x="1086085" y="73043"/>
                </a:lnTo>
                <a:lnTo>
                  <a:pt x="1086118" y="73593"/>
                </a:lnTo>
                <a:lnTo>
                  <a:pt x="1086143" y="74146"/>
                </a:lnTo>
                <a:lnTo>
                  <a:pt x="1086159" y="74701"/>
                </a:lnTo>
                <a:lnTo>
                  <a:pt x="1086159" y="75657"/>
                </a:lnTo>
                <a:lnTo>
                  <a:pt x="1038479" y="75657"/>
                </a:lnTo>
                <a:lnTo>
                  <a:pt x="1038515" y="75357"/>
                </a:lnTo>
                <a:lnTo>
                  <a:pt x="1038588" y="74800"/>
                </a:lnTo>
                <a:lnTo>
                  <a:pt x="1038668" y="74248"/>
                </a:lnTo>
                <a:lnTo>
                  <a:pt x="1038755" y="73701"/>
                </a:lnTo>
                <a:close/>
                <a:moveTo>
                  <a:pt x="1400672" y="120432"/>
                </a:moveTo>
                <a:lnTo>
                  <a:pt x="1400660" y="120749"/>
                </a:lnTo>
                <a:lnTo>
                  <a:pt x="1400645" y="121063"/>
                </a:lnTo>
                <a:lnTo>
                  <a:pt x="1400628" y="121376"/>
                </a:lnTo>
                <a:lnTo>
                  <a:pt x="1400608" y="121687"/>
                </a:lnTo>
                <a:lnTo>
                  <a:pt x="1400585" y="121996"/>
                </a:lnTo>
                <a:lnTo>
                  <a:pt x="1400560" y="122302"/>
                </a:lnTo>
                <a:lnTo>
                  <a:pt x="1400531" y="122607"/>
                </a:lnTo>
                <a:lnTo>
                  <a:pt x="1400500" y="122909"/>
                </a:lnTo>
                <a:lnTo>
                  <a:pt x="1400467" y="123210"/>
                </a:lnTo>
                <a:lnTo>
                  <a:pt x="1400431" y="123508"/>
                </a:lnTo>
                <a:lnTo>
                  <a:pt x="1400392" y="123805"/>
                </a:lnTo>
                <a:lnTo>
                  <a:pt x="1400350" y="124099"/>
                </a:lnTo>
                <a:lnTo>
                  <a:pt x="1400306" y="124391"/>
                </a:lnTo>
                <a:lnTo>
                  <a:pt x="1400259" y="124681"/>
                </a:lnTo>
                <a:lnTo>
                  <a:pt x="1400209" y="124969"/>
                </a:lnTo>
                <a:lnTo>
                  <a:pt x="1400157" y="125255"/>
                </a:lnTo>
                <a:lnTo>
                  <a:pt x="1400102" y="125539"/>
                </a:lnTo>
                <a:lnTo>
                  <a:pt x="1400044" y="125821"/>
                </a:lnTo>
                <a:lnTo>
                  <a:pt x="1399983" y="126101"/>
                </a:lnTo>
                <a:lnTo>
                  <a:pt x="1399920" y="126379"/>
                </a:lnTo>
                <a:lnTo>
                  <a:pt x="1399855" y="126656"/>
                </a:lnTo>
                <a:lnTo>
                  <a:pt x="1399786" y="126931"/>
                </a:lnTo>
                <a:lnTo>
                  <a:pt x="1399715" y="127206"/>
                </a:lnTo>
                <a:lnTo>
                  <a:pt x="1399641" y="127479"/>
                </a:lnTo>
                <a:lnTo>
                  <a:pt x="1399564" y="127752"/>
                </a:lnTo>
                <a:lnTo>
                  <a:pt x="1399485" y="128024"/>
                </a:lnTo>
                <a:lnTo>
                  <a:pt x="1399403" y="128295"/>
                </a:lnTo>
                <a:lnTo>
                  <a:pt x="1399319" y="128565"/>
                </a:lnTo>
                <a:lnTo>
                  <a:pt x="1399231" y="128834"/>
                </a:lnTo>
                <a:lnTo>
                  <a:pt x="1399141" y="129103"/>
                </a:lnTo>
                <a:lnTo>
                  <a:pt x="1399049" y="129370"/>
                </a:lnTo>
                <a:lnTo>
                  <a:pt x="1398953" y="129637"/>
                </a:lnTo>
                <a:lnTo>
                  <a:pt x="1398855" y="129902"/>
                </a:lnTo>
                <a:lnTo>
                  <a:pt x="1398755" y="130167"/>
                </a:lnTo>
                <a:lnTo>
                  <a:pt x="1398651" y="130431"/>
                </a:lnTo>
                <a:lnTo>
                  <a:pt x="1398545" y="130694"/>
                </a:lnTo>
                <a:lnTo>
                  <a:pt x="1398436" y="130956"/>
                </a:lnTo>
                <a:lnTo>
                  <a:pt x="1398325" y="131217"/>
                </a:lnTo>
                <a:lnTo>
                  <a:pt x="1398211" y="131477"/>
                </a:lnTo>
                <a:lnTo>
                  <a:pt x="1398094" y="131737"/>
                </a:lnTo>
                <a:lnTo>
                  <a:pt x="1397974" y="131995"/>
                </a:lnTo>
                <a:lnTo>
                  <a:pt x="1397852" y="132253"/>
                </a:lnTo>
                <a:lnTo>
                  <a:pt x="1397727" y="132509"/>
                </a:lnTo>
                <a:lnTo>
                  <a:pt x="1397600" y="132765"/>
                </a:lnTo>
                <a:lnTo>
                  <a:pt x="1397470" y="133021"/>
                </a:lnTo>
                <a:lnTo>
                  <a:pt x="1397337" y="133276"/>
                </a:lnTo>
                <a:lnTo>
                  <a:pt x="1397202" y="133531"/>
                </a:lnTo>
                <a:lnTo>
                  <a:pt x="1397064" y="133786"/>
                </a:lnTo>
                <a:lnTo>
                  <a:pt x="1396923" y="134040"/>
                </a:lnTo>
                <a:lnTo>
                  <a:pt x="1396780" y="134295"/>
                </a:lnTo>
                <a:lnTo>
                  <a:pt x="1396635" y="134549"/>
                </a:lnTo>
                <a:lnTo>
                  <a:pt x="1396487" y="134804"/>
                </a:lnTo>
                <a:lnTo>
                  <a:pt x="1396336" y="135058"/>
                </a:lnTo>
                <a:lnTo>
                  <a:pt x="1396183" y="135312"/>
                </a:lnTo>
                <a:lnTo>
                  <a:pt x="1396027" y="135566"/>
                </a:lnTo>
                <a:lnTo>
                  <a:pt x="1395869" y="135820"/>
                </a:lnTo>
                <a:lnTo>
                  <a:pt x="1395708" y="136073"/>
                </a:lnTo>
                <a:lnTo>
                  <a:pt x="1395544" y="136327"/>
                </a:lnTo>
                <a:lnTo>
                  <a:pt x="1395378" y="136580"/>
                </a:lnTo>
                <a:lnTo>
                  <a:pt x="1395210" y="136833"/>
                </a:lnTo>
                <a:lnTo>
                  <a:pt x="1395039" y="137086"/>
                </a:lnTo>
                <a:lnTo>
                  <a:pt x="1394865" y="137339"/>
                </a:lnTo>
                <a:lnTo>
                  <a:pt x="1394689" y="137592"/>
                </a:lnTo>
                <a:lnTo>
                  <a:pt x="1394510" y="137845"/>
                </a:lnTo>
                <a:lnTo>
                  <a:pt x="1394328" y="138097"/>
                </a:lnTo>
                <a:lnTo>
                  <a:pt x="1394145" y="138350"/>
                </a:lnTo>
                <a:lnTo>
                  <a:pt x="1393958" y="138602"/>
                </a:lnTo>
                <a:lnTo>
                  <a:pt x="1393769" y="138854"/>
                </a:lnTo>
                <a:lnTo>
                  <a:pt x="1398999" y="142768"/>
                </a:lnTo>
                <a:lnTo>
                  <a:pt x="1399395" y="142401"/>
                </a:lnTo>
                <a:lnTo>
                  <a:pt x="1399783" y="142028"/>
                </a:lnTo>
                <a:lnTo>
                  <a:pt x="1400165" y="141648"/>
                </a:lnTo>
                <a:lnTo>
                  <a:pt x="1400539" y="141261"/>
                </a:lnTo>
                <a:lnTo>
                  <a:pt x="1400907" y="140867"/>
                </a:lnTo>
                <a:lnTo>
                  <a:pt x="1401267" y="140466"/>
                </a:lnTo>
                <a:lnTo>
                  <a:pt x="1401620" y="140058"/>
                </a:lnTo>
                <a:lnTo>
                  <a:pt x="1401967" y="139643"/>
                </a:lnTo>
                <a:lnTo>
                  <a:pt x="1402306" y="139221"/>
                </a:lnTo>
                <a:lnTo>
                  <a:pt x="1402638" y="138792"/>
                </a:lnTo>
                <a:lnTo>
                  <a:pt x="1402963" y="138356"/>
                </a:lnTo>
                <a:lnTo>
                  <a:pt x="1403281" y="137914"/>
                </a:lnTo>
                <a:lnTo>
                  <a:pt x="1403593" y="137464"/>
                </a:lnTo>
                <a:lnTo>
                  <a:pt x="1403897" y="137008"/>
                </a:lnTo>
                <a:lnTo>
                  <a:pt x="1404194" y="136545"/>
                </a:lnTo>
                <a:lnTo>
                  <a:pt x="1404484" y="136074"/>
                </a:lnTo>
                <a:lnTo>
                  <a:pt x="1404767" y="135597"/>
                </a:lnTo>
                <a:lnTo>
                  <a:pt x="1405043" y="135113"/>
                </a:lnTo>
                <a:lnTo>
                  <a:pt x="1405311" y="134622"/>
                </a:lnTo>
                <a:lnTo>
                  <a:pt x="1405573" y="134124"/>
                </a:lnTo>
                <a:lnTo>
                  <a:pt x="1405828" y="133619"/>
                </a:lnTo>
                <a:lnTo>
                  <a:pt x="1406076" y="133107"/>
                </a:lnTo>
                <a:lnTo>
                  <a:pt x="1406317" y="132589"/>
                </a:lnTo>
                <a:lnTo>
                  <a:pt x="1406550" y="132063"/>
                </a:lnTo>
                <a:lnTo>
                  <a:pt x="1406776" y="131533"/>
                </a:lnTo>
                <a:lnTo>
                  <a:pt x="1406992" y="131002"/>
                </a:lnTo>
                <a:lnTo>
                  <a:pt x="1407198" y="130470"/>
                </a:lnTo>
                <a:lnTo>
                  <a:pt x="1407395" y="129936"/>
                </a:lnTo>
                <a:lnTo>
                  <a:pt x="1407582" y="129402"/>
                </a:lnTo>
                <a:lnTo>
                  <a:pt x="1407759" y="128865"/>
                </a:lnTo>
                <a:lnTo>
                  <a:pt x="1407927" y="128328"/>
                </a:lnTo>
                <a:lnTo>
                  <a:pt x="1408085" y="127789"/>
                </a:lnTo>
                <a:lnTo>
                  <a:pt x="1408234" y="127249"/>
                </a:lnTo>
                <a:lnTo>
                  <a:pt x="1408373" y="126708"/>
                </a:lnTo>
                <a:lnTo>
                  <a:pt x="1408502" y="126166"/>
                </a:lnTo>
                <a:lnTo>
                  <a:pt x="1408622" y="125622"/>
                </a:lnTo>
                <a:lnTo>
                  <a:pt x="1408733" y="125077"/>
                </a:lnTo>
                <a:lnTo>
                  <a:pt x="1408833" y="124530"/>
                </a:lnTo>
                <a:lnTo>
                  <a:pt x="1408924" y="123983"/>
                </a:lnTo>
                <a:lnTo>
                  <a:pt x="1409006" y="123434"/>
                </a:lnTo>
                <a:lnTo>
                  <a:pt x="1409078" y="122884"/>
                </a:lnTo>
                <a:lnTo>
                  <a:pt x="1409140" y="122332"/>
                </a:lnTo>
                <a:lnTo>
                  <a:pt x="1409193" y="121779"/>
                </a:lnTo>
                <a:lnTo>
                  <a:pt x="1409236" y="121225"/>
                </a:lnTo>
                <a:lnTo>
                  <a:pt x="1409270" y="120670"/>
                </a:lnTo>
                <a:lnTo>
                  <a:pt x="1409294" y="120113"/>
                </a:lnTo>
                <a:lnTo>
                  <a:pt x="1409308" y="119555"/>
                </a:lnTo>
                <a:lnTo>
                  <a:pt x="1409313" y="118996"/>
                </a:lnTo>
                <a:lnTo>
                  <a:pt x="1409313" y="108586"/>
                </a:lnTo>
                <a:lnTo>
                  <a:pt x="1400694" y="108586"/>
                </a:lnTo>
                <a:lnTo>
                  <a:pt x="1400694" y="119144"/>
                </a:lnTo>
                <a:lnTo>
                  <a:pt x="1400692" y="119469"/>
                </a:lnTo>
                <a:lnTo>
                  <a:pt x="1400688" y="119792"/>
                </a:lnTo>
                <a:lnTo>
                  <a:pt x="1400682" y="120113"/>
                </a:lnTo>
                <a:lnTo>
                  <a:pt x="1400672" y="120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[Requirement2],also">
            <a:extLst xmlns:a="http://schemas.openxmlformats.org/drawingml/2006/main">
              <a:ext uri="{FF2B5EF4-FFF2-40B4-BE49-F238E27FC236}">
                <a16:creationId xmlns:a16="http://schemas.microsoft.com/office/drawing/2014/main" id="{8C0B37DE-00AF-4F31-B0F4-C37C3180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73" y="2961259"/>
            <a:ext cx="1363430" cy="153229"/>
          </a:xfrm>
          <a:custGeom xmlns:a="http://schemas.openxmlformats.org/drawingml/2006/main">
            <a:pathLst>
              <a:path w="1363430" h="153229">
                <a:moveTo>
                  <a:pt x="376970" y="20725"/>
                </a:moveTo>
                <a:lnTo>
                  <a:pt x="377001" y="20915"/>
                </a:lnTo>
                <a:lnTo>
                  <a:pt x="377036" y="21102"/>
                </a:lnTo>
                <a:lnTo>
                  <a:pt x="377078" y="21286"/>
                </a:lnTo>
                <a:lnTo>
                  <a:pt x="377124" y="21468"/>
                </a:lnTo>
                <a:lnTo>
                  <a:pt x="377177" y="21647"/>
                </a:lnTo>
                <a:lnTo>
                  <a:pt x="377234" y="21824"/>
                </a:lnTo>
                <a:lnTo>
                  <a:pt x="377298" y="21999"/>
                </a:lnTo>
                <a:lnTo>
                  <a:pt x="377366" y="22171"/>
                </a:lnTo>
                <a:lnTo>
                  <a:pt x="377441" y="22341"/>
                </a:lnTo>
                <a:lnTo>
                  <a:pt x="377520" y="22508"/>
                </a:lnTo>
                <a:lnTo>
                  <a:pt x="377606" y="22673"/>
                </a:lnTo>
                <a:lnTo>
                  <a:pt x="377696" y="22836"/>
                </a:lnTo>
                <a:lnTo>
                  <a:pt x="377793" y="22996"/>
                </a:lnTo>
                <a:lnTo>
                  <a:pt x="377894" y="23153"/>
                </a:lnTo>
                <a:lnTo>
                  <a:pt x="378002" y="23309"/>
                </a:lnTo>
                <a:lnTo>
                  <a:pt x="378114" y="23461"/>
                </a:lnTo>
                <a:lnTo>
                  <a:pt x="378233" y="23612"/>
                </a:lnTo>
                <a:lnTo>
                  <a:pt x="378356" y="23760"/>
                </a:lnTo>
                <a:lnTo>
                  <a:pt x="378486" y="23905"/>
                </a:lnTo>
                <a:lnTo>
                  <a:pt x="378620" y="24046"/>
                </a:lnTo>
                <a:lnTo>
                  <a:pt x="378758" y="24182"/>
                </a:lnTo>
                <a:lnTo>
                  <a:pt x="378902" y="24311"/>
                </a:lnTo>
                <a:lnTo>
                  <a:pt x="379049" y="24434"/>
                </a:lnTo>
                <a:lnTo>
                  <a:pt x="379201" y="24551"/>
                </a:lnTo>
                <a:lnTo>
                  <a:pt x="379358" y="24663"/>
                </a:lnTo>
                <a:lnTo>
                  <a:pt x="379519" y="24768"/>
                </a:lnTo>
                <a:lnTo>
                  <a:pt x="379685" y="24867"/>
                </a:lnTo>
                <a:lnTo>
                  <a:pt x="379855" y="24960"/>
                </a:lnTo>
                <a:lnTo>
                  <a:pt x="380029" y="25047"/>
                </a:lnTo>
                <a:lnTo>
                  <a:pt x="380208" y="25128"/>
                </a:lnTo>
                <a:lnTo>
                  <a:pt x="380392" y="25204"/>
                </a:lnTo>
                <a:lnTo>
                  <a:pt x="380580" y="25273"/>
                </a:lnTo>
                <a:lnTo>
                  <a:pt x="380772" y="25336"/>
                </a:lnTo>
                <a:lnTo>
                  <a:pt x="380969" y="25393"/>
                </a:lnTo>
                <a:lnTo>
                  <a:pt x="381170" y="25444"/>
                </a:lnTo>
                <a:lnTo>
                  <a:pt x="381376" y="25489"/>
                </a:lnTo>
                <a:lnTo>
                  <a:pt x="381586" y="25528"/>
                </a:lnTo>
                <a:lnTo>
                  <a:pt x="381801" y="25561"/>
                </a:lnTo>
                <a:lnTo>
                  <a:pt x="382021" y="25588"/>
                </a:lnTo>
                <a:lnTo>
                  <a:pt x="382244" y="25609"/>
                </a:lnTo>
                <a:lnTo>
                  <a:pt x="382473" y="25624"/>
                </a:lnTo>
                <a:lnTo>
                  <a:pt x="382705" y="25633"/>
                </a:lnTo>
                <a:lnTo>
                  <a:pt x="382942" y="25636"/>
                </a:lnTo>
                <a:lnTo>
                  <a:pt x="383174" y="25633"/>
                </a:lnTo>
                <a:lnTo>
                  <a:pt x="383401" y="25624"/>
                </a:lnTo>
                <a:lnTo>
                  <a:pt x="383624" y="25609"/>
                </a:lnTo>
                <a:lnTo>
                  <a:pt x="383844" y="25588"/>
                </a:lnTo>
                <a:lnTo>
                  <a:pt x="384059" y="25561"/>
                </a:lnTo>
                <a:lnTo>
                  <a:pt x="384271" y="25528"/>
                </a:lnTo>
                <a:lnTo>
                  <a:pt x="384478" y="25489"/>
                </a:lnTo>
                <a:lnTo>
                  <a:pt x="384682" y="25444"/>
                </a:lnTo>
                <a:lnTo>
                  <a:pt x="384881" y="25393"/>
                </a:lnTo>
                <a:lnTo>
                  <a:pt x="385077" y="25336"/>
                </a:lnTo>
                <a:lnTo>
                  <a:pt x="385269" y="25273"/>
                </a:lnTo>
                <a:lnTo>
                  <a:pt x="385456" y="25204"/>
                </a:lnTo>
                <a:lnTo>
                  <a:pt x="385640" y="25128"/>
                </a:lnTo>
                <a:lnTo>
                  <a:pt x="385820" y="25047"/>
                </a:lnTo>
                <a:lnTo>
                  <a:pt x="385996" y="24960"/>
                </a:lnTo>
                <a:lnTo>
                  <a:pt x="386167" y="24867"/>
                </a:lnTo>
                <a:lnTo>
                  <a:pt x="386335" y="24768"/>
                </a:lnTo>
                <a:lnTo>
                  <a:pt x="386499" y="24663"/>
                </a:lnTo>
                <a:lnTo>
                  <a:pt x="386659" y="24551"/>
                </a:lnTo>
                <a:lnTo>
                  <a:pt x="386815" y="24434"/>
                </a:lnTo>
                <a:lnTo>
                  <a:pt x="386967" y="24311"/>
                </a:lnTo>
                <a:lnTo>
                  <a:pt x="387115" y="24182"/>
                </a:lnTo>
                <a:lnTo>
                  <a:pt x="387259" y="24046"/>
                </a:lnTo>
                <a:lnTo>
                  <a:pt x="387399" y="23905"/>
                </a:lnTo>
                <a:lnTo>
                  <a:pt x="387535" y="23760"/>
                </a:lnTo>
                <a:lnTo>
                  <a:pt x="387664" y="23612"/>
                </a:lnTo>
                <a:lnTo>
                  <a:pt x="387788" y="23461"/>
                </a:lnTo>
                <a:lnTo>
                  <a:pt x="387906" y="23309"/>
                </a:lnTo>
                <a:lnTo>
                  <a:pt x="388018" y="23153"/>
                </a:lnTo>
                <a:lnTo>
                  <a:pt x="388124" y="22996"/>
                </a:lnTo>
                <a:lnTo>
                  <a:pt x="388225" y="22836"/>
                </a:lnTo>
                <a:lnTo>
                  <a:pt x="388320" y="22673"/>
                </a:lnTo>
                <a:lnTo>
                  <a:pt x="388409" y="22508"/>
                </a:lnTo>
                <a:lnTo>
                  <a:pt x="388493" y="22341"/>
                </a:lnTo>
                <a:lnTo>
                  <a:pt x="388571" y="22171"/>
                </a:lnTo>
                <a:lnTo>
                  <a:pt x="388642" y="21999"/>
                </a:lnTo>
                <a:lnTo>
                  <a:pt x="388709" y="21824"/>
                </a:lnTo>
                <a:lnTo>
                  <a:pt x="388769" y="21647"/>
                </a:lnTo>
                <a:lnTo>
                  <a:pt x="388824" y="21468"/>
                </a:lnTo>
                <a:lnTo>
                  <a:pt x="388873" y="21286"/>
                </a:lnTo>
                <a:lnTo>
                  <a:pt x="388916" y="21102"/>
                </a:lnTo>
                <a:lnTo>
                  <a:pt x="388953" y="20915"/>
                </a:lnTo>
                <a:lnTo>
                  <a:pt x="388985" y="20725"/>
                </a:lnTo>
                <a:lnTo>
                  <a:pt x="389011" y="20534"/>
                </a:lnTo>
                <a:lnTo>
                  <a:pt x="389031" y="20340"/>
                </a:lnTo>
                <a:lnTo>
                  <a:pt x="389045" y="20143"/>
                </a:lnTo>
                <a:lnTo>
                  <a:pt x="389054" y="19944"/>
                </a:lnTo>
                <a:lnTo>
                  <a:pt x="389057" y="19743"/>
                </a:lnTo>
                <a:lnTo>
                  <a:pt x="389054" y="19536"/>
                </a:lnTo>
                <a:lnTo>
                  <a:pt x="389045" y="19331"/>
                </a:lnTo>
                <a:lnTo>
                  <a:pt x="389031" y="19129"/>
                </a:lnTo>
                <a:lnTo>
                  <a:pt x="389011" y="18930"/>
                </a:lnTo>
                <a:lnTo>
                  <a:pt x="388985" y="18733"/>
                </a:lnTo>
                <a:lnTo>
                  <a:pt x="388953" y="18539"/>
                </a:lnTo>
                <a:lnTo>
                  <a:pt x="388916" y="18348"/>
                </a:lnTo>
                <a:lnTo>
                  <a:pt x="388873" y="18159"/>
                </a:lnTo>
                <a:lnTo>
                  <a:pt x="388824" y="17973"/>
                </a:lnTo>
                <a:lnTo>
                  <a:pt x="388769" y="17790"/>
                </a:lnTo>
                <a:lnTo>
                  <a:pt x="388709" y="17609"/>
                </a:lnTo>
                <a:lnTo>
                  <a:pt x="388642" y="17432"/>
                </a:lnTo>
                <a:lnTo>
                  <a:pt x="388571" y="17256"/>
                </a:lnTo>
                <a:lnTo>
                  <a:pt x="388493" y="17084"/>
                </a:lnTo>
                <a:lnTo>
                  <a:pt x="388409" y="16914"/>
                </a:lnTo>
                <a:lnTo>
                  <a:pt x="388320" y="16747"/>
                </a:lnTo>
                <a:lnTo>
                  <a:pt x="388225" y="16583"/>
                </a:lnTo>
                <a:lnTo>
                  <a:pt x="388124" y="16421"/>
                </a:lnTo>
                <a:lnTo>
                  <a:pt x="388018" y="16262"/>
                </a:lnTo>
                <a:lnTo>
                  <a:pt x="387906" y="16106"/>
                </a:lnTo>
                <a:lnTo>
                  <a:pt x="387788" y="15952"/>
                </a:lnTo>
                <a:lnTo>
                  <a:pt x="387664" y="15801"/>
                </a:lnTo>
                <a:lnTo>
                  <a:pt x="387535" y="15653"/>
                </a:lnTo>
                <a:lnTo>
                  <a:pt x="387399" y="15507"/>
                </a:lnTo>
                <a:lnTo>
                  <a:pt x="387259" y="15366"/>
                </a:lnTo>
                <a:lnTo>
                  <a:pt x="387115" y="15231"/>
                </a:lnTo>
                <a:lnTo>
                  <a:pt x="386967" y="15101"/>
                </a:lnTo>
                <a:lnTo>
                  <a:pt x="386815" y="14978"/>
                </a:lnTo>
                <a:lnTo>
                  <a:pt x="386659" y="14861"/>
                </a:lnTo>
                <a:lnTo>
                  <a:pt x="386499" y="14750"/>
                </a:lnTo>
                <a:lnTo>
                  <a:pt x="386335" y="14644"/>
                </a:lnTo>
                <a:lnTo>
                  <a:pt x="386167" y="14545"/>
                </a:lnTo>
                <a:lnTo>
                  <a:pt x="385996" y="14452"/>
                </a:lnTo>
                <a:lnTo>
                  <a:pt x="385820" y="14365"/>
                </a:lnTo>
                <a:lnTo>
                  <a:pt x="385640" y="14284"/>
                </a:lnTo>
                <a:lnTo>
                  <a:pt x="385456" y="14209"/>
                </a:lnTo>
                <a:lnTo>
                  <a:pt x="385269" y="14140"/>
                </a:lnTo>
                <a:lnTo>
                  <a:pt x="385077" y="14076"/>
                </a:lnTo>
                <a:lnTo>
                  <a:pt x="384881" y="14019"/>
                </a:lnTo>
                <a:lnTo>
                  <a:pt x="384682" y="13968"/>
                </a:lnTo>
                <a:lnTo>
                  <a:pt x="384478" y="13923"/>
                </a:lnTo>
                <a:lnTo>
                  <a:pt x="384271" y="13884"/>
                </a:lnTo>
                <a:lnTo>
                  <a:pt x="384059" y="13851"/>
                </a:lnTo>
                <a:lnTo>
                  <a:pt x="383844" y="13824"/>
                </a:lnTo>
                <a:lnTo>
                  <a:pt x="383624" y="13803"/>
                </a:lnTo>
                <a:lnTo>
                  <a:pt x="383401" y="13788"/>
                </a:lnTo>
                <a:lnTo>
                  <a:pt x="383174" y="13779"/>
                </a:lnTo>
                <a:lnTo>
                  <a:pt x="382942" y="13776"/>
                </a:lnTo>
                <a:lnTo>
                  <a:pt x="382705" y="13779"/>
                </a:lnTo>
                <a:lnTo>
                  <a:pt x="382473" y="13788"/>
                </a:lnTo>
                <a:lnTo>
                  <a:pt x="382244" y="13803"/>
                </a:lnTo>
                <a:lnTo>
                  <a:pt x="382021" y="13824"/>
                </a:lnTo>
                <a:lnTo>
                  <a:pt x="381801" y="13851"/>
                </a:lnTo>
                <a:lnTo>
                  <a:pt x="381586" y="13884"/>
                </a:lnTo>
                <a:lnTo>
                  <a:pt x="381376" y="13923"/>
                </a:lnTo>
                <a:lnTo>
                  <a:pt x="381170" y="13968"/>
                </a:lnTo>
                <a:lnTo>
                  <a:pt x="380969" y="14019"/>
                </a:lnTo>
                <a:lnTo>
                  <a:pt x="380772" y="14076"/>
                </a:lnTo>
                <a:lnTo>
                  <a:pt x="380580" y="14140"/>
                </a:lnTo>
                <a:lnTo>
                  <a:pt x="380392" y="14209"/>
                </a:lnTo>
                <a:lnTo>
                  <a:pt x="380208" y="14284"/>
                </a:lnTo>
                <a:lnTo>
                  <a:pt x="380029" y="14365"/>
                </a:lnTo>
                <a:lnTo>
                  <a:pt x="379855" y="14452"/>
                </a:lnTo>
                <a:lnTo>
                  <a:pt x="379685" y="14545"/>
                </a:lnTo>
                <a:lnTo>
                  <a:pt x="379519" y="14644"/>
                </a:lnTo>
                <a:lnTo>
                  <a:pt x="379358" y="14750"/>
                </a:lnTo>
                <a:lnTo>
                  <a:pt x="379201" y="14861"/>
                </a:lnTo>
                <a:lnTo>
                  <a:pt x="379049" y="14978"/>
                </a:lnTo>
                <a:lnTo>
                  <a:pt x="378902" y="15101"/>
                </a:lnTo>
                <a:lnTo>
                  <a:pt x="378758" y="15231"/>
                </a:lnTo>
                <a:lnTo>
                  <a:pt x="378620" y="15366"/>
                </a:lnTo>
                <a:lnTo>
                  <a:pt x="378486" y="15507"/>
                </a:lnTo>
                <a:lnTo>
                  <a:pt x="378356" y="15653"/>
                </a:lnTo>
                <a:lnTo>
                  <a:pt x="378233" y="15801"/>
                </a:lnTo>
                <a:lnTo>
                  <a:pt x="378114" y="15952"/>
                </a:lnTo>
                <a:lnTo>
                  <a:pt x="378002" y="16106"/>
                </a:lnTo>
                <a:lnTo>
                  <a:pt x="377894" y="16262"/>
                </a:lnTo>
                <a:lnTo>
                  <a:pt x="377793" y="16421"/>
                </a:lnTo>
                <a:lnTo>
                  <a:pt x="377696" y="16583"/>
                </a:lnTo>
                <a:lnTo>
                  <a:pt x="377606" y="16747"/>
                </a:lnTo>
                <a:lnTo>
                  <a:pt x="377520" y="16914"/>
                </a:lnTo>
                <a:lnTo>
                  <a:pt x="377441" y="17084"/>
                </a:lnTo>
                <a:lnTo>
                  <a:pt x="377366" y="17256"/>
                </a:lnTo>
                <a:lnTo>
                  <a:pt x="377298" y="17432"/>
                </a:lnTo>
                <a:lnTo>
                  <a:pt x="377234" y="17609"/>
                </a:lnTo>
                <a:lnTo>
                  <a:pt x="377177" y="17790"/>
                </a:lnTo>
                <a:lnTo>
                  <a:pt x="377124" y="17973"/>
                </a:lnTo>
                <a:lnTo>
                  <a:pt x="377078" y="18159"/>
                </a:lnTo>
                <a:lnTo>
                  <a:pt x="377036" y="18348"/>
                </a:lnTo>
                <a:lnTo>
                  <a:pt x="377001" y="18539"/>
                </a:lnTo>
                <a:lnTo>
                  <a:pt x="376970" y="18733"/>
                </a:lnTo>
                <a:lnTo>
                  <a:pt x="376946" y="18930"/>
                </a:lnTo>
                <a:lnTo>
                  <a:pt x="376926" y="19129"/>
                </a:lnTo>
                <a:lnTo>
                  <a:pt x="376913" y="19331"/>
                </a:lnTo>
                <a:lnTo>
                  <a:pt x="376904" y="19536"/>
                </a:lnTo>
                <a:lnTo>
                  <a:pt x="376902" y="19743"/>
                </a:lnTo>
                <a:lnTo>
                  <a:pt x="376904" y="19944"/>
                </a:lnTo>
                <a:lnTo>
                  <a:pt x="376913" y="20143"/>
                </a:lnTo>
                <a:lnTo>
                  <a:pt x="376926" y="20340"/>
                </a:lnTo>
                <a:lnTo>
                  <a:pt x="376946" y="20534"/>
                </a:lnTo>
                <a:lnTo>
                  <a:pt x="376970" y="20725"/>
                </a:lnTo>
                <a:close/>
                <a:moveTo>
                  <a:pt x="89080" y="75088"/>
                </a:moveTo>
                <a:lnTo>
                  <a:pt x="89637" y="74873"/>
                </a:lnTo>
                <a:lnTo>
                  <a:pt x="90188" y="74649"/>
                </a:lnTo>
                <a:lnTo>
                  <a:pt x="90732" y="74416"/>
                </a:lnTo>
                <a:lnTo>
                  <a:pt x="91271" y="74174"/>
                </a:lnTo>
                <a:lnTo>
                  <a:pt x="91804" y="73923"/>
                </a:lnTo>
                <a:lnTo>
                  <a:pt x="92331" y="73663"/>
                </a:lnTo>
                <a:lnTo>
                  <a:pt x="92851" y="73393"/>
                </a:lnTo>
                <a:lnTo>
                  <a:pt x="93366" y="73115"/>
                </a:lnTo>
                <a:lnTo>
                  <a:pt x="93875" y="72828"/>
                </a:lnTo>
                <a:lnTo>
                  <a:pt x="94378" y="72531"/>
                </a:lnTo>
                <a:lnTo>
                  <a:pt x="94874" y="72225"/>
                </a:lnTo>
                <a:lnTo>
                  <a:pt x="95365" y="71911"/>
                </a:lnTo>
                <a:lnTo>
                  <a:pt x="95850" y="71587"/>
                </a:lnTo>
                <a:lnTo>
                  <a:pt x="96328" y="71254"/>
                </a:lnTo>
                <a:lnTo>
                  <a:pt x="96801" y="70912"/>
                </a:lnTo>
                <a:lnTo>
                  <a:pt x="97266" y="70562"/>
                </a:lnTo>
                <a:lnTo>
                  <a:pt x="97723" y="70205"/>
                </a:lnTo>
                <a:lnTo>
                  <a:pt x="98171" y="69841"/>
                </a:lnTo>
                <a:lnTo>
                  <a:pt x="98611" y="69470"/>
                </a:lnTo>
                <a:lnTo>
                  <a:pt x="99042" y="69092"/>
                </a:lnTo>
                <a:lnTo>
                  <a:pt x="99464" y="68707"/>
                </a:lnTo>
                <a:lnTo>
                  <a:pt x="99878" y="68315"/>
                </a:lnTo>
                <a:lnTo>
                  <a:pt x="100284" y="67916"/>
                </a:lnTo>
                <a:lnTo>
                  <a:pt x="100680" y="67510"/>
                </a:lnTo>
                <a:lnTo>
                  <a:pt x="101069" y="67096"/>
                </a:lnTo>
                <a:lnTo>
                  <a:pt x="101448" y="66676"/>
                </a:lnTo>
                <a:lnTo>
                  <a:pt x="101819" y="66249"/>
                </a:lnTo>
                <a:lnTo>
                  <a:pt x="102182" y="65815"/>
                </a:lnTo>
                <a:lnTo>
                  <a:pt x="102536" y="65374"/>
                </a:lnTo>
                <a:lnTo>
                  <a:pt x="102881" y="64925"/>
                </a:lnTo>
                <a:lnTo>
                  <a:pt x="103218" y="64470"/>
                </a:lnTo>
                <a:lnTo>
                  <a:pt x="103546" y="64008"/>
                </a:lnTo>
                <a:lnTo>
                  <a:pt x="103866" y="63539"/>
                </a:lnTo>
                <a:lnTo>
                  <a:pt x="104177" y="63062"/>
                </a:lnTo>
                <a:lnTo>
                  <a:pt x="104480" y="62579"/>
                </a:lnTo>
                <a:lnTo>
                  <a:pt x="104774" y="62089"/>
                </a:lnTo>
                <a:lnTo>
                  <a:pt x="105059" y="61591"/>
                </a:lnTo>
                <a:lnTo>
                  <a:pt x="105336" y="61087"/>
                </a:lnTo>
                <a:lnTo>
                  <a:pt x="105604" y="60576"/>
                </a:lnTo>
                <a:lnTo>
                  <a:pt x="105863" y="60058"/>
                </a:lnTo>
                <a:lnTo>
                  <a:pt x="106110" y="59536"/>
                </a:lnTo>
                <a:lnTo>
                  <a:pt x="106347" y="59008"/>
                </a:lnTo>
                <a:lnTo>
                  <a:pt x="106572" y="58476"/>
                </a:lnTo>
                <a:lnTo>
                  <a:pt x="106787" y="57939"/>
                </a:lnTo>
                <a:lnTo>
                  <a:pt x="106990" y="57398"/>
                </a:lnTo>
                <a:lnTo>
                  <a:pt x="107182" y="56851"/>
                </a:lnTo>
                <a:lnTo>
                  <a:pt x="107364" y="56299"/>
                </a:lnTo>
                <a:lnTo>
                  <a:pt x="107534" y="55743"/>
                </a:lnTo>
                <a:lnTo>
                  <a:pt x="107694" y="55182"/>
                </a:lnTo>
                <a:lnTo>
                  <a:pt x="107842" y="54616"/>
                </a:lnTo>
                <a:lnTo>
                  <a:pt x="107980" y="54045"/>
                </a:lnTo>
                <a:lnTo>
                  <a:pt x="108106" y="53469"/>
                </a:lnTo>
                <a:lnTo>
                  <a:pt x="108222" y="52889"/>
                </a:lnTo>
                <a:lnTo>
                  <a:pt x="108326" y="52303"/>
                </a:lnTo>
                <a:lnTo>
                  <a:pt x="108420" y="51713"/>
                </a:lnTo>
                <a:lnTo>
                  <a:pt x="108502" y="51118"/>
                </a:lnTo>
                <a:lnTo>
                  <a:pt x="108574" y="50518"/>
                </a:lnTo>
                <a:lnTo>
                  <a:pt x="108634" y="49913"/>
                </a:lnTo>
                <a:lnTo>
                  <a:pt x="108684" y="49303"/>
                </a:lnTo>
                <a:lnTo>
                  <a:pt x="108722" y="48689"/>
                </a:lnTo>
                <a:lnTo>
                  <a:pt x="108750" y="48069"/>
                </a:lnTo>
                <a:lnTo>
                  <a:pt x="108766" y="47445"/>
                </a:lnTo>
                <a:lnTo>
                  <a:pt x="108772" y="46816"/>
                </a:lnTo>
                <a:lnTo>
                  <a:pt x="108764" y="45969"/>
                </a:lnTo>
                <a:lnTo>
                  <a:pt x="108741" y="45133"/>
                </a:lnTo>
                <a:lnTo>
                  <a:pt x="108702" y="44309"/>
                </a:lnTo>
                <a:lnTo>
                  <a:pt x="108648" y="43495"/>
                </a:lnTo>
                <a:lnTo>
                  <a:pt x="108578" y="42693"/>
                </a:lnTo>
                <a:lnTo>
                  <a:pt x="108493" y="41902"/>
                </a:lnTo>
                <a:lnTo>
                  <a:pt x="108393" y="41122"/>
                </a:lnTo>
                <a:lnTo>
                  <a:pt x="108277" y="40353"/>
                </a:lnTo>
                <a:lnTo>
                  <a:pt x="108145" y="39595"/>
                </a:lnTo>
                <a:lnTo>
                  <a:pt x="107998" y="38848"/>
                </a:lnTo>
                <a:lnTo>
                  <a:pt x="107836" y="38113"/>
                </a:lnTo>
                <a:lnTo>
                  <a:pt x="107658" y="37388"/>
                </a:lnTo>
                <a:lnTo>
                  <a:pt x="107464" y="36675"/>
                </a:lnTo>
                <a:lnTo>
                  <a:pt x="107255" y="35972"/>
                </a:lnTo>
                <a:lnTo>
                  <a:pt x="107031" y="35281"/>
                </a:lnTo>
                <a:lnTo>
                  <a:pt x="106791" y="34601"/>
                </a:lnTo>
                <a:lnTo>
                  <a:pt x="106536" y="33932"/>
                </a:lnTo>
                <a:lnTo>
                  <a:pt x="106265" y="33275"/>
                </a:lnTo>
                <a:lnTo>
                  <a:pt x="105979" y="32628"/>
                </a:lnTo>
                <a:lnTo>
                  <a:pt x="105677" y="31992"/>
                </a:lnTo>
                <a:lnTo>
                  <a:pt x="105360" y="31368"/>
                </a:lnTo>
                <a:lnTo>
                  <a:pt x="105027" y="30755"/>
                </a:lnTo>
                <a:lnTo>
                  <a:pt x="104679" y="30153"/>
                </a:lnTo>
                <a:lnTo>
                  <a:pt x="104315" y="29561"/>
                </a:lnTo>
                <a:lnTo>
                  <a:pt x="103937" y="28982"/>
                </a:lnTo>
                <a:lnTo>
                  <a:pt x="103547" y="28414"/>
                </a:lnTo>
                <a:lnTo>
                  <a:pt x="103143" y="27858"/>
                </a:lnTo>
                <a:lnTo>
                  <a:pt x="102727" y="27314"/>
                </a:lnTo>
                <a:lnTo>
                  <a:pt x="102298" y="26782"/>
                </a:lnTo>
                <a:lnTo>
                  <a:pt x="101856" y="26261"/>
                </a:lnTo>
                <a:lnTo>
                  <a:pt x="101402" y="25753"/>
                </a:lnTo>
                <a:lnTo>
                  <a:pt x="100934" y="25256"/>
                </a:lnTo>
                <a:lnTo>
                  <a:pt x="100454" y="24772"/>
                </a:lnTo>
                <a:lnTo>
                  <a:pt x="99961" y="24299"/>
                </a:lnTo>
                <a:lnTo>
                  <a:pt x="99456" y="23838"/>
                </a:lnTo>
                <a:lnTo>
                  <a:pt x="98937" y="23389"/>
                </a:lnTo>
                <a:lnTo>
                  <a:pt x="98406" y="22952"/>
                </a:lnTo>
                <a:lnTo>
                  <a:pt x="97862" y="22527"/>
                </a:lnTo>
                <a:lnTo>
                  <a:pt x="97305" y="22113"/>
                </a:lnTo>
                <a:lnTo>
                  <a:pt x="96735" y="21712"/>
                </a:lnTo>
                <a:lnTo>
                  <a:pt x="96153" y="21322"/>
                </a:lnTo>
                <a:lnTo>
                  <a:pt x="95558" y="20944"/>
                </a:lnTo>
                <a:lnTo>
                  <a:pt x="94950" y="20579"/>
                </a:lnTo>
                <a:lnTo>
                  <a:pt x="94329" y="20225"/>
                </a:lnTo>
                <a:lnTo>
                  <a:pt x="93695" y="19883"/>
                </a:lnTo>
                <a:lnTo>
                  <a:pt x="93049" y="19553"/>
                </a:lnTo>
                <a:lnTo>
                  <a:pt x="92390" y="19234"/>
                </a:lnTo>
                <a:lnTo>
                  <a:pt x="91718" y="18928"/>
                </a:lnTo>
                <a:lnTo>
                  <a:pt x="91034" y="18634"/>
                </a:lnTo>
                <a:lnTo>
                  <a:pt x="90340" y="18352"/>
                </a:lnTo>
                <a:lnTo>
                  <a:pt x="89635" y="18083"/>
                </a:lnTo>
                <a:lnTo>
                  <a:pt x="88919" y="17826"/>
                </a:lnTo>
                <a:lnTo>
                  <a:pt x="88193" y="17582"/>
                </a:lnTo>
                <a:lnTo>
                  <a:pt x="87457" y="17351"/>
                </a:lnTo>
                <a:lnTo>
                  <a:pt x="86709" y="17132"/>
                </a:lnTo>
                <a:lnTo>
                  <a:pt x="85951" y="16925"/>
                </a:lnTo>
                <a:lnTo>
                  <a:pt x="85183" y="16731"/>
                </a:lnTo>
                <a:lnTo>
                  <a:pt x="84403" y="16550"/>
                </a:lnTo>
                <a:lnTo>
                  <a:pt x="83614" y="16381"/>
                </a:lnTo>
                <a:lnTo>
                  <a:pt x="82813" y="16224"/>
                </a:lnTo>
                <a:lnTo>
                  <a:pt x="82002" y="16080"/>
                </a:lnTo>
                <a:lnTo>
                  <a:pt x="81180" y="15949"/>
                </a:lnTo>
                <a:lnTo>
                  <a:pt x="80348" y="15830"/>
                </a:lnTo>
                <a:lnTo>
                  <a:pt x="79505" y="15723"/>
                </a:lnTo>
                <a:lnTo>
                  <a:pt x="78652" y="15630"/>
                </a:lnTo>
                <a:lnTo>
                  <a:pt x="77788" y="15548"/>
                </a:lnTo>
                <a:lnTo>
                  <a:pt x="76913" y="15479"/>
                </a:lnTo>
                <a:lnTo>
                  <a:pt x="76028" y="15423"/>
                </a:lnTo>
                <a:lnTo>
                  <a:pt x="75132" y="15379"/>
                </a:lnTo>
                <a:lnTo>
                  <a:pt x="74225" y="15348"/>
                </a:lnTo>
                <a:lnTo>
                  <a:pt x="73308" y="15329"/>
                </a:lnTo>
                <a:lnTo>
                  <a:pt x="72380" y="15323"/>
                </a:lnTo>
                <a:lnTo>
                  <a:pt x="37535" y="15323"/>
                </a:lnTo>
                <a:lnTo>
                  <a:pt x="37535" y="122583"/>
                </a:lnTo>
                <a:lnTo>
                  <a:pt x="46670" y="122583"/>
                </a:lnTo>
                <a:lnTo>
                  <a:pt x="46670" y="77793"/>
                </a:lnTo>
                <a:lnTo>
                  <a:pt x="77864" y="77793"/>
                </a:lnTo>
                <a:lnTo>
                  <a:pt x="103762" y="122583"/>
                </a:lnTo>
                <a:lnTo>
                  <a:pt x="113413" y="122583"/>
                </a:lnTo>
                <a:lnTo>
                  <a:pt x="113413" y="121625"/>
                </a:lnTo>
                <a:lnTo>
                  <a:pt x="86599" y="75913"/>
                </a:lnTo>
                <a:lnTo>
                  <a:pt x="86793" y="75857"/>
                </a:lnTo>
                <a:lnTo>
                  <a:pt x="87374" y="75679"/>
                </a:lnTo>
                <a:lnTo>
                  <a:pt x="87948" y="75491"/>
                </a:lnTo>
                <a:lnTo>
                  <a:pt x="88517" y="75294"/>
                </a:lnTo>
                <a:lnTo>
                  <a:pt x="89080" y="75088"/>
                </a:lnTo>
                <a:close/>
                <a:moveTo>
                  <a:pt x="74547" y="23176"/>
                </a:moveTo>
                <a:lnTo>
                  <a:pt x="75251" y="23211"/>
                </a:lnTo>
                <a:lnTo>
                  <a:pt x="75945" y="23256"/>
                </a:lnTo>
                <a:lnTo>
                  <a:pt x="76630" y="23311"/>
                </a:lnTo>
                <a:lnTo>
                  <a:pt x="77305" y="23376"/>
                </a:lnTo>
                <a:lnTo>
                  <a:pt x="77971" y="23450"/>
                </a:lnTo>
                <a:lnTo>
                  <a:pt x="78627" y="23535"/>
                </a:lnTo>
                <a:lnTo>
                  <a:pt x="79274" y="23630"/>
                </a:lnTo>
                <a:lnTo>
                  <a:pt x="79911" y="23734"/>
                </a:lnTo>
                <a:lnTo>
                  <a:pt x="80539" y="23849"/>
                </a:lnTo>
                <a:lnTo>
                  <a:pt x="81157" y="23973"/>
                </a:lnTo>
                <a:lnTo>
                  <a:pt x="81766" y="24108"/>
                </a:lnTo>
                <a:lnTo>
                  <a:pt x="82365" y="24252"/>
                </a:lnTo>
                <a:lnTo>
                  <a:pt x="82955" y="24407"/>
                </a:lnTo>
                <a:lnTo>
                  <a:pt x="83536" y="24571"/>
                </a:lnTo>
                <a:lnTo>
                  <a:pt x="84107" y="24745"/>
                </a:lnTo>
                <a:lnTo>
                  <a:pt x="84669" y="24929"/>
                </a:lnTo>
                <a:lnTo>
                  <a:pt x="85221" y="25124"/>
                </a:lnTo>
                <a:lnTo>
                  <a:pt x="85763" y="25328"/>
                </a:lnTo>
                <a:lnTo>
                  <a:pt x="86297" y="25542"/>
                </a:lnTo>
                <a:lnTo>
                  <a:pt x="86820" y="25766"/>
                </a:lnTo>
                <a:lnTo>
                  <a:pt x="87335" y="26000"/>
                </a:lnTo>
                <a:lnTo>
                  <a:pt x="87839" y="26243"/>
                </a:lnTo>
                <a:lnTo>
                  <a:pt x="88333" y="26495"/>
                </a:lnTo>
                <a:lnTo>
                  <a:pt x="88817" y="26756"/>
                </a:lnTo>
                <a:lnTo>
                  <a:pt x="89290" y="27025"/>
                </a:lnTo>
                <a:lnTo>
                  <a:pt x="89753" y="27302"/>
                </a:lnTo>
                <a:lnTo>
                  <a:pt x="90205" y="27588"/>
                </a:lnTo>
                <a:lnTo>
                  <a:pt x="90647" y="27883"/>
                </a:lnTo>
                <a:lnTo>
                  <a:pt x="91079" y="28186"/>
                </a:lnTo>
                <a:lnTo>
                  <a:pt x="91501" y="28498"/>
                </a:lnTo>
                <a:lnTo>
                  <a:pt x="91912" y="28818"/>
                </a:lnTo>
                <a:lnTo>
                  <a:pt x="92313" y="29147"/>
                </a:lnTo>
                <a:lnTo>
                  <a:pt x="92703" y="29485"/>
                </a:lnTo>
                <a:lnTo>
                  <a:pt x="93083" y="29831"/>
                </a:lnTo>
                <a:lnTo>
                  <a:pt x="93453" y="30186"/>
                </a:lnTo>
                <a:lnTo>
                  <a:pt x="93812" y="30549"/>
                </a:lnTo>
                <a:lnTo>
                  <a:pt x="94161" y="30920"/>
                </a:lnTo>
                <a:lnTo>
                  <a:pt x="94500" y="31301"/>
                </a:lnTo>
                <a:lnTo>
                  <a:pt x="94828" y="31690"/>
                </a:lnTo>
                <a:lnTo>
                  <a:pt x="95146" y="32087"/>
                </a:lnTo>
                <a:lnTo>
                  <a:pt x="95453" y="32493"/>
                </a:lnTo>
                <a:lnTo>
                  <a:pt x="95750" y="32908"/>
                </a:lnTo>
                <a:lnTo>
                  <a:pt x="96037" y="33331"/>
                </a:lnTo>
                <a:lnTo>
                  <a:pt x="96314" y="33762"/>
                </a:lnTo>
                <a:lnTo>
                  <a:pt x="96580" y="34203"/>
                </a:lnTo>
                <a:lnTo>
                  <a:pt x="96835" y="34650"/>
                </a:lnTo>
                <a:lnTo>
                  <a:pt x="97080" y="35105"/>
                </a:lnTo>
                <a:lnTo>
                  <a:pt x="97314" y="35566"/>
                </a:lnTo>
                <a:lnTo>
                  <a:pt x="97536" y="36034"/>
                </a:lnTo>
                <a:lnTo>
                  <a:pt x="97748" y="36509"/>
                </a:lnTo>
                <a:lnTo>
                  <a:pt x="97950" y="36990"/>
                </a:lnTo>
                <a:lnTo>
                  <a:pt x="98140" y="37479"/>
                </a:lnTo>
                <a:lnTo>
                  <a:pt x="98319" y="37974"/>
                </a:lnTo>
                <a:lnTo>
                  <a:pt x="98488" y="38475"/>
                </a:lnTo>
                <a:lnTo>
                  <a:pt x="98645" y="38984"/>
                </a:lnTo>
                <a:lnTo>
                  <a:pt x="98792" y="39500"/>
                </a:lnTo>
                <a:lnTo>
                  <a:pt x="98928" y="40022"/>
                </a:lnTo>
                <a:lnTo>
                  <a:pt x="99053" y="40551"/>
                </a:lnTo>
                <a:lnTo>
                  <a:pt x="99167" y="41086"/>
                </a:lnTo>
                <a:lnTo>
                  <a:pt x="99270" y="41629"/>
                </a:lnTo>
                <a:lnTo>
                  <a:pt x="99363" y="42178"/>
                </a:lnTo>
                <a:lnTo>
                  <a:pt x="99444" y="42734"/>
                </a:lnTo>
                <a:lnTo>
                  <a:pt x="99515" y="43297"/>
                </a:lnTo>
                <a:lnTo>
                  <a:pt x="99575" y="43866"/>
                </a:lnTo>
                <a:lnTo>
                  <a:pt x="99624" y="44443"/>
                </a:lnTo>
                <a:lnTo>
                  <a:pt x="99662" y="45026"/>
                </a:lnTo>
                <a:lnTo>
                  <a:pt x="99689" y="45616"/>
                </a:lnTo>
                <a:lnTo>
                  <a:pt x="99705" y="46212"/>
                </a:lnTo>
                <a:lnTo>
                  <a:pt x="99711" y="46816"/>
                </a:lnTo>
                <a:lnTo>
                  <a:pt x="99706" y="47323"/>
                </a:lnTo>
                <a:lnTo>
                  <a:pt x="99691" y="47828"/>
                </a:lnTo>
                <a:lnTo>
                  <a:pt x="99666" y="48329"/>
                </a:lnTo>
                <a:lnTo>
                  <a:pt x="99632" y="48828"/>
                </a:lnTo>
                <a:lnTo>
                  <a:pt x="99588" y="49324"/>
                </a:lnTo>
                <a:lnTo>
                  <a:pt x="99533" y="49818"/>
                </a:lnTo>
                <a:lnTo>
                  <a:pt x="99469" y="50308"/>
                </a:lnTo>
                <a:lnTo>
                  <a:pt x="99396" y="50796"/>
                </a:lnTo>
                <a:lnTo>
                  <a:pt x="99312" y="51281"/>
                </a:lnTo>
                <a:lnTo>
                  <a:pt x="99218" y="51763"/>
                </a:lnTo>
                <a:lnTo>
                  <a:pt x="99115" y="52242"/>
                </a:lnTo>
                <a:lnTo>
                  <a:pt x="99002" y="52718"/>
                </a:lnTo>
                <a:lnTo>
                  <a:pt x="98879" y="53192"/>
                </a:lnTo>
                <a:lnTo>
                  <a:pt x="98746" y="53663"/>
                </a:lnTo>
                <a:lnTo>
                  <a:pt x="98603" y="54131"/>
                </a:lnTo>
                <a:lnTo>
                  <a:pt x="98450" y="54596"/>
                </a:lnTo>
                <a:lnTo>
                  <a:pt x="98288" y="55058"/>
                </a:lnTo>
                <a:lnTo>
                  <a:pt x="98115" y="55518"/>
                </a:lnTo>
                <a:lnTo>
                  <a:pt x="97933" y="55975"/>
                </a:lnTo>
                <a:lnTo>
                  <a:pt x="97741" y="56428"/>
                </a:lnTo>
                <a:lnTo>
                  <a:pt x="97539" y="56879"/>
                </a:lnTo>
                <a:lnTo>
                  <a:pt x="97328" y="57328"/>
                </a:lnTo>
                <a:lnTo>
                  <a:pt x="97106" y="57773"/>
                </a:lnTo>
                <a:lnTo>
                  <a:pt x="96875" y="58216"/>
                </a:lnTo>
                <a:lnTo>
                  <a:pt x="96633" y="58654"/>
                </a:lnTo>
                <a:lnTo>
                  <a:pt x="96383" y="59084"/>
                </a:lnTo>
                <a:lnTo>
                  <a:pt x="96122" y="59508"/>
                </a:lnTo>
                <a:lnTo>
                  <a:pt x="95852" y="59925"/>
                </a:lnTo>
                <a:lnTo>
                  <a:pt x="95573" y="60334"/>
                </a:lnTo>
                <a:lnTo>
                  <a:pt x="95284" y="60737"/>
                </a:lnTo>
                <a:lnTo>
                  <a:pt x="94985" y="61133"/>
                </a:lnTo>
                <a:lnTo>
                  <a:pt x="94677" y="61521"/>
                </a:lnTo>
                <a:lnTo>
                  <a:pt x="94359" y="61903"/>
                </a:lnTo>
                <a:lnTo>
                  <a:pt x="94031" y="62277"/>
                </a:lnTo>
                <a:lnTo>
                  <a:pt x="93694" y="62645"/>
                </a:lnTo>
                <a:lnTo>
                  <a:pt x="93348" y="63005"/>
                </a:lnTo>
                <a:lnTo>
                  <a:pt x="92991" y="63359"/>
                </a:lnTo>
                <a:lnTo>
                  <a:pt x="92626" y="63705"/>
                </a:lnTo>
                <a:lnTo>
                  <a:pt x="92250" y="64045"/>
                </a:lnTo>
                <a:lnTo>
                  <a:pt x="91865" y="64377"/>
                </a:lnTo>
                <a:lnTo>
                  <a:pt x="91470" y="64703"/>
                </a:lnTo>
                <a:lnTo>
                  <a:pt x="91066" y="65021"/>
                </a:lnTo>
                <a:lnTo>
                  <a:pt x="90652" y="65333"/>
                </a:lnTo>
                <a:lnTo>
                  <a:pt x="90229" y="65637"/>
                </a:lnTo>
                <a:lnTo>
                  <a:pt x="89796" y="65934"/>
                </a:lnTo>
                <a:lnTo>
                  <a:pt x="89353" y="66225"/>
                </a:lnTo>
                <a:lnTo>
                  <a:pt x="88901" y="66508"/>
                </a:lnTo>
                <a:lnTo>
                  <a:pt x="88440" y="66784"/>
                </a:lnTo>
                <a:lnTo>
                  <a:pt x="87968" y="67051"/>
                </a:lnTo>
                <a:lnTo>
                  <a:pt x="87487" y="67307"/>
                </a:lnTo>
                <a:lnTo>
                  <a:pt x="86996" y="67552"/>
                </a:lnTo>
                <a:lnTo>
                  <a:pt x="86496" y="67785"/>
                </a:lnTo>
                <a:lnTo>
                  <a:pt x="85985" y="68006"/>
                </a:lnTo>
                <a:lnTo>
                  <a:pt x="85465" y="68217"/>
                </a:lnTo>
                <a:lnTo>
                  <a:pt x="84935" y="68415"/>
                </a:lnTo>
                <a:lnTo>
                  <a:pt x="84396" y="68603"/>
                </a:lnTo>
                <a:lnTo>
                  <a:pt x="83847" y="68779"/>
                </a:lnTo>
                <a:lnTo>
                  <a:pt x="83288" y="68944"/>
                </a:lnTo>
                <a:lnTo>
                  <a:pt x="82719" y="69097"/>
                </a:lnTo>
                <a:lnTo>
                  <a:pt x="82141" y="69240"/>
                </a:lnTo>
                <a:lnTo>
                  <a:pt x="81553" y="69370"/>
                </a:lnTo>
                <a:lnTo>
                  <a:pt x="80955" y="69490"/>
                </a:lnTo>
                <a:lnTo>
                  <a:pt x="80348" y="69598"/>
                </a:lnTo>
                <a:lnTo>
                  <a:pt x="79730" y="69694"/>
                </a:lnTo>
                <a:lnTo>
                  <a:pt x="79103" y="69779"/>
                </a:lnTo>
                <a:lnTo>
                  <a:pt x="78467" y="69853"/>
                </a:lnTo>
                <a:lnTo>
                  <a:pt x="77820" y="69916"/>
                </a:lnTo>
                <a:lnTo>
                  <a:pt x="77164" y="69967"/>
                </a:lnTo>
                <a:lnTo>
                  <a:pt x="76498" y="70007"/>
                </a:lnTo>
                <a:lnTo>
                  <a:pt x="75823" y="70035"/>
                </a:lnTo>
                <a:lnTo>
                  <a:pt x="75138" y="70052"/>
                </a:lnTo>
                <a:lnTo>
                  <a:pt x="74443" y="70058"/>
                </a:lnTo>
                <a:lnTo>
                  <a:pt x="46670" y="70058"/>
                </a:lnTo>
                <a:lnTo>
                  <a:pt x="46670" y="23132"/>
                </a:lnTo>
                <a:lnTo>
                  <a:pt x="72380" y="23132"/>
                </a:lnTo>
                <a:lnTo>
                  <a:pt x="73112" y="23137"/>
                </a:lnTo>
                <a:lnTo>
                  <a:pt x="73834" y="23152"/>
                </a:lnTo>
                <a:lnTo>
                  <a:pt x="74547" y="23176"/>
                </a:lnTo>
                <a:close/>
                <a:moveTo>
                  <a:pt x="8840" y="137980"/>
                </a:moveTo>
                <a:lnTo>
                  <a:pt x="8840" y="7588"/>
                </a:lnTo>
                <a:lnTo>
                  <a:pt x="24310" y="7588"/>
                </a:lnTo>
                <a:lnTo>
                  <a:pt x="24310" y="0"/>
                </a:lnTo>
                <a:lnTo>
                  <a:pt x="0" y="0"/>
                </a:lnTo>
                <a:lnTo>
                  <a:pt x="0" y="145567"/>
                </a:lnTo>
                <a:lnTo>
                  <a:pt x="24310" y="145567"/>
                </a:lnTo>
                <a:lnTo>
                  <a:pt x="24310" y="137980"/>
                </a:lnTo>
                <a:lnTo>
                  <a:pt x="8840" y="137980"/>
                </a:lnTo>
                <a:close/>
                <a:moveTo>
                  <a:pt x="192215" y="75242"/>
                </a:moveTo>
                <a:lnTo>
                  <a:pt x="192183" y="74595"/>
                </a:lnTo>
                <a:lnTo>
                  <a:pt x="192144" y="73953"/>
                </a:lnTo>
                <a:lnTo>
                  <a:pt x="192097" y="73316"/>
                </a:lnTo>
                <a:lnTo>
                  <a:pt x="192044" y="72683"/>
                </a:lnTo>
                <a:lnTo>
                  <a:pt x="191983" y="72055"/>
                </a:lnTo>
                <a:lnTo>
                  <a:pt x="191915" y="71432"/>
                </a:lnTo>
                <a:lnTo>
                  <a:pt x="191839" y="70814"/>
                </a:lnTo>
                <a:lnTo>
                  <a:pt x="191757" y="70200"/>
                </a:lnTo>
                <a:lnTo>
                  <a:pt x="191668" y="69591"/>
                </a:lnTo>
                <a:lnTo>
                  <a:pt x="191571" y="68987"/>
                </a:lnTo>
                <a:lnTo>
                  <a:pt x="191467" y="68387"/>
                </a:lnTo>
                <a:lnTo>
                  <a:pt x="191356" y="67793"/>
                </a:lnTo>
                <a:lnTo>
                  <a:pt x="191238" y="67203"/>
                </a:lnTo>
                <a:lnTo>
                  <a:pt x="191112" y="66617"/>
                </a:lnTo>
                <a:lnTo>
                  <a:pt x="190980" y="66037"/>
                </a:lnTo>
                <a:lnTo>
                  <a:pt x="190840" y="65461"/>
                </a:lnTo>
                <a:lnTo>
                  <a:pt x="190693" y="64890"/>
                </a:lnTo>
                <a:lnTo>
                  <a:pt x="190539" y="64323"/>
                </a:lnTo>
                <a:lnTo>
                  <a:pt x="190378" y="63762"/>
                </a:lnTo>
                <a:lnTo>
                  <a:pt x="190210" y="63205"/>
                </a:lnTo>
                <a:lnTo>
                  <a:pt x="190035" y="62653"/>
                </a:lnTo>
                <a:lnTo>
                  <a:pt x="189852" y="62108"/>
                </a:lnTo>
                <a:lnTo>
                  <a:pt x="189663" y="61568"/>
                </a:lnTo>
                <a:lnTo>
                  <a:pt x="189467" y="61035"/>
                </a:lnTo>
                <a:lnTo>
                  <a:pt x="189264" y="60508"/>
                </a:lnTo>
                <a:lnTo>
                  <a:pt x="189054" y="59987"/>
                </a:lnTo>
                <a:lnTo>
                  <a:pt x="188838" y="59472"/>
                </a:lnTo>
                <a:lnTo>
                  <a:pt x="188614" y="58964"/>
                </a:lnTo>
                <a:lnTo>
                  <a:pt x="188383" y="58461"/>
                </a:lnTo>
                <a:lnTo>
                  <a:pt x="188146" y="57965"/>
                </a:lnTo>
                <a:lnTo>
                  <a:pt x="187901" y="57475"/>
                </a:lnTo>
                <a:lnTo>
                  <a:pt x="187650" y="56991"/>
                </a:lnTo>
                <a:lnTo>
                  <a:pt x="187392" y="56513"/>
                </a:lnTo>
                <a:lnTo>
                  <a:pt x="187127" y="56041"/>
                </a:lnTo>
                <a:lnTo>
                  <a:pt x="186855" y="55575"/>
                </a:lnTo>
                <a:lnTo>
                  <a:pt x="186576" y="55115"/>
                </a:lnTo>
                <a:lnTo>
                  <a:pt x="186290" y="54662"/>
                </a:lnTo>
                <a:lnTo>
                  <a:pt x="185997" y="54215"/>
                </a:lnTo>
                <a:lnTo>
                  <a:pt x="185697" y="53773"/>
                </a:lnTo>
                <a:lnTo>
                  <a:pt x="185391" y="53338"/>
                </a:lnTo>
                <a:lnTo>
                  <a:pt x="185077" y="52909"/>
                </a:lnTo>
                <a:lnTo>
                  <a:pt x="184757" y="52487"/>
                </a:lnTo>
                <a:lnTo>
                  <a:pt x="184430" y="52070"/>
                </a:lnTo>
                <a:lnTo>
                  <a:pt x="184096" y="51659"/>
                </a:lnTo>
                <a:lnTo>
                  <a:pt x="183755" y="51256"/>
                </a:lnTo>
                <a:lnTo>
                  <a:pt x="183408" y="50860"/>
                </a:lnTo>
                <a:lnTo>
                  <a:pt x="183054" y="50471"/>
                </a:lnTo>
                <a:lnTo>
                  <a:pt x="182695" y="50091"/>
                </a:lnTo>
                <a:lnTo>
                  <a:pt x="182329" y="49718"/>
                </a:lnTo>
                <a:lnTo>
                  <a:pt x="181957" y="49352"/>
                </a:lnTo>
                <a:lnTo>
                  <a:pt x="181579" y="48995"/>
                </a:lnTo>
                <a:lnTo>
                  <a:pt x="181194" y="48645"/>
                </a:lnTo>
                <a:lnTo>
                  <a:pt x="180803" y="48302"/>
                </a:lnTo>
                <a:lnTo>
                  <a:pt x="180406" y="47968"/>
                </a:lnTo>
                <a:lnTo>
                  <a:pt x="180002" y="47641"/>
                </a:lnTo>
                <a:lnTo>
                  <a:pt x="179593" y="47321"/>
                </a:lnTo>
                <a:lnTo>
                  <a:pt x="179177" y="47009"/>
                </a:lnTo>
                <a:lnTo>
                  <a:pt x="178754" y="46705"/>
                </a:lnTo>
                <a:lnTo>
                  <a:pt x="178326" y="46409"/>
                </a:lnTo>
                <a:lnTo>
                  <a:pt x="177891" y="46120"/>
                </a:lnTo>
                <a:lnTo>
                  <a:pt x="177450" y="45839"/>
                </a:lnTo>
                <a:lnTo>
                  <a:pt x="177003" y="45565"/>
                </a:lnTo>
                <a:lnTo>
                  <a:pt x="176549" y="45300"/>
                </a:lnTo>
                <a:lnTo>
                  <a:pt x="176089" y="45042"/>
                </a:lnTo>
                <a:lnTo>
                  <a:pt x="175623" y="44791"/>
                </a:lnTo>
                <a:lnTo>
                  <a:pt x="175151" y="44548"/>
                </a:lnTo>
                <a:lnTo>
                  <a:pt x="174672" y="44313"/>
                </a:lnTo>
                <a:lnTo>
                  <a:pt x="174187" y="44085"/>
                </a:lnTo>
                <a:lnTo>
                  <a:pt x="173696" y="43866"/>
                </a:lnTo>
                <a:lnTo>
                  <a:pt x="173199" y="43657"/>
                </a:lnTo>
                <a:lnTo>
                  <a:pt x="172696" y="43456"/>
                </a:lnTo>
                <a:lnTo>
                  <a:pt x="172187" y="43265"/>
                </a:lnTo>
                <a:lnTo>
                  <a:pt x="171672" y="43084"/>
                </a:lnTo>
                <a:lnTo>
                  <a:pt x="171151" y="42911"/>
                </a:lnTo>
                <a:lnTo>
                  <a:pt x="170624" y="42748"/>
                </a:lnTo>
                <a:lnTo>
                  <a:pt x="170091" y="42594"/>
                </a:lnTo>
                <a:lnTo>
                  <a:pt x="169551" y="42450"/>
                </a:lnTo>
                <a:lnTo>
                  <a:pt x="169006" y="42315"/>
                </a:lnTo>
                <a:lnTo>
                  <a:pt x="168455" y="42189"/>
                </a:lnTo>
                <a:lnTo>
                  <a:pt x="167898" y="42072"/>
                </a:lnTo>
                <a:lnTo>
                  <a:pt x="167335" y="41965"/>
                </a:lnTo>
                <a:lnTo>
                  <a:pt x="166766" y="41867"/>
                </a:lnTo>
                <a:lnTo>
                  <a:pt x="166190" y="41779"/>
                </a:lnTo>
                <a:lnTo>
                  <a:pt x="165609" y="41699"/>
                </a:lnTo>
                <a:lnTo>
                  <a:pt x="165022" y="41630"/>
                </a:lnTo>
                <a:lnTo>
                  <a:pt x="164429" y="41569"/>
                </a:lnTo>
                <a:lnTo>
                  <a:pt x="163829" y="41518"/>
                </a:lnTo>
                <a:lnTo>
                  <a:pt x="163224" y="41476"/>
                </a:lnTo>
                <a:lnTo>
                  <a:pt x="162613" y="41443"/>
                </a:lnTo>
                <a:lnTo>
                  <a:pt x="161996" y="41420"/>
                </a:lnTo>
                <a:lnTo>
                  <a:pt x="161372" y="41406"/>
                </a:lnTo>
                <a:lnTo>
                  <a:pt x="160743" y="41401"/>
                </a:lnTo>
                <a:lnTo>
                  <a:pt x="160173" y="41406"/>
                </a:lnTo>
                <a:lnTo>
                  <a:pt x="159606" y="41421"/>
                </a:lnTo>
                <a:lnTo>
                  <a:pt x="159041" y="41445"/>
                </a:lnTo>
                <a:lnTo>
                  <a:pt x="158479" y="41479"/>
                </a:lnTo>
                <a:lnTo>
                  <a:pt x="157919" y="41523"/>
                </a:lnTo>
                <a:lnTo>
                  <a:pt x="157361" y="41576"/>
                </a:lnTo>
                <a:lnTo>
                  <a:pt x="156806" y="41639"/>
                </a:lnTo>
                <a:lnTo>
                  <a:pt x="156253" y="41712"/>
                </a:lnTo>
                <a:lnTo>
                  <a:pt x="155703" y="41795"/>
                </a:lnTo>
                <a:lnTo>
                  <a:pt x="155155" y="41887"/>
                </a:lnTo>
                <a:lnTo>
                  <a:pt x="154610" y="41989"/>
                </a:lnTo>
                <a:lnTo>
                  <a:pt x="154067" y="42101"/>
                </a:lnTo>
                <a:lnTo>
                  <a:pt x="153526" y="42223"/>
                </a:lnTo>
                <a:lnTo>
                  <a:pt x="152988" y="42354"/>
                </a:lnTo>
                <a:lnTo>
                  <a:pt x="152452" y="42495"/>
                </a:lnTo>
                <a:lnTo>
                  <a:pt x="151919" y="42645"/>
                </a:lnTo>
                <a:lnTo>
                  <a:pt x="151388" y="42806"/>
                </a:lnTo>
                <a:lnTo>
                  <a:pt x="150860" y="42976"/>
                </a:lnTo>
                <a:lnTo>
                  <a:pt x="150334" y="43156"/>
                </a:lnTo>
                <a:lnTo>
                  <a:pt x="149810" y="43345"/>
                </a:lnTo>
                <a:lnTo>
                  <a:pt x="149289" y="43544"/>
                </a:lnTo>
                <a:lnTo>
                  <a:pt x="148771" y="43753"/>
                </a:lnTo>
                <a:lnTo>
                  <a:pt x="148254" y="43972"/>
                </a:lnTo>
                <a:lnTo>
                  <a:pt x="147741" y="44201"/>
                </a:lnTo>
                <a:lnTo>
                  <a:pt x="147230" y="44438"/>
                </a:lnTo>
                <a:lnTo>
                  <a:pt x="146725" y="44685"/>
                </a:lnTo>
                <a:lnTo>
                  <a:pt x="146225" y="44940"/>
                </a:lnTo>
                <a:lnTo>
                  <a:pt x="145729" y="45204"/>
                </a:lnTo>
                <a:lnTo>
                  <a:pt x="145238" y="45477"/>
                </a:lnTo>
                <a:lnTo>
                  <a:pt x="144752" y="45759"/>
                </a:lnTo>
                <a:lnTo>
                  <a:pt x="144271" y="46050"/>
                </a:lnTo>
                <a:lnTo>
                  <a:pt x="143795" y="46349"/>
                </a:lnTo>
                <a:lnTo>
                  <a:pt x="143324" y="46658"/>
                </a:lnTo>
                <a:lnTo>
                  <a:pt x="142858" y="46975"/>
                </a:lnTo>
                <a:lnTo>
                  <a:pt x="142396" y="47301"/>
                </a:lnTo>
                <a:lnTo>
                  <a:pt x="141939" y="47635"/>
                </a:lnTo>
                <a:lnTo>
                  <a:pt x="141487" y="47979"/>
                </a:lnTo>
                <a:lnTo>
                  <a:pt x="141040" y="48331"/>
                </a:lnTo>
                <a:lnTo>
                  <a:pt x="140598" y="48693"/>
                </a:lnTo>
                <a:lnTo>
                  <a:pt x="140161" y="49063"/>
                </a:lnTo>
                <a:lnTo>
                  <a:pt x="139729" y="49442"/>
                </a:lnTo>
                <a:lnTo>
                  <a:pt x="139301" y="49829"/>
                </a:lnTo>
                <a:lnTo>
                  <a:pt x="138878" y="50226"/>
                </a:lnTo>
                <a:lnTo>
                  <a:pt x="138461" y="50631"/>
                </a:lnTo>
                <a:lnTo>
                  <a:pt x="138048" y="51045"/>
                </a:lnTo>
                <a:lnTo>
                  <a:pt x="137639" y="51468"/>
                </a:lnTo>
                <a:lnTo>
                  <a:pt x="137236" y="51900"/>
                </a:lnTo>
                <a:lnTo>
                  <a:pt x="136838" y="52341"/>
                </a:lnTo>
                <a:lnTo>
                  <a:pt x="136445" y="52790"/>
                </a:lnTo>
                <a:lnTo>
                  <a:pt x="136060" y="53246"/>
                </a:lnTo>
                <a:lnTo>
                  <a:pt x="135681" y="53709"/>
                </a:lnTo>
                <a:lnTo>
                  <a:pt x="135309" y="54179"/>
                </a:lnTo>
                <a:lnTo>
                  <a:pt x="134944" y="54657"/>
                </a:lnTo>
                <a:lnTo>
                  <a:pt x="134586" y="55143"/>
                </a:lnTo>
                <a:lnTo>
                  <a:pt x="134235" y="55635"/>
                </a:lnTo>
                <a:lnTo>
                  <a:pt x="133891" y="56135"/>
                </a:lnTo>
                <a:lnTo>
                  <a:pt x="133554" y="56642"/>
                </a:lnTo>
                <a:lnTo>
                  <a:pt x="133223" y="57156"/>
                </a:lnTo>
                <a:lnTo>
                  <a:pt x="132900" y="57678"/>
                </a:lnTo>
                <a:lnTo>
                  <a:pt x="132583" y="58207"/>
                </a:lnTo>
                <a:lnTo>
                  <a:pt x="132274" y="58743"/>
                </a:lnTo>
                <a:lnTo>
                  <a:pt x="131971" y="59286"/>
                </a:lnTo>
                <a:lnTo>
                  <a:pt x="131675" y="59837"/>
                </a:lnTo>
                <a:lnTo>
                  <a:pt x="131386" y="60395"/>
                </a:lnTo>
                <a:lnTo>
                  <a:pt x="131104" y="60961"/>
                </a:lnTo>
                <a:lnTo>
                  <a:pt x="130829" y="61533"/>
                </a:lnTo>
                <a:lnTo>
                  <a:pt x="130561" y="62113"/>
                </a:lnTo>
                <a:lnTo>
                  <a:pt x="130300" y="62700"/>
                </a:lnTo>
                <a:lnTo>
                  <a:pt x="130045" y="63295"/>
                </a:lnTo>
                <a:lnTo>
                  <a:pt x="129798" y="63897"/>
                </a:lnTo>
                <a:lnTo>
                  <a:pt x="129557" y="64506"/>
                </a:lnTo>
                <a:lnTo>
                  <a:pt x="129324" y="65122"/>
                </a:lnTo>
                <a:lnTo>
                  <a:pt x="129098" y="65745"/>
                </a:lnTo>
                <a:lnTo>
                  <a:pt x="128882" y="66375"/>
                </a:lnTo>
                <a:lnTo>
                  <a:pt x="128676" y="67010"/>
                </a:lnTo>
                <a:lnTo>
                  <a:pt x="128480" y="67651"/>
                </a:lnTo>
                <a:lnTo>
                  <a:pt x="128293" y="68299"/>
                </a:lnTo>
                <a:lnTo>
                  <a:pt x="128115" y="68953"/>
                </a:lnTo>
                <a:lnTo>
                  <a:pt x="127947" y="69613"/>
                </a:lnTo>
                <a:lnTo>
                  <a:pt x="127789" y="70279"/>
                </a:lnTo>
                <a:lnTo>
                  <a:pt x="127640" y="70951"/>
                </a:lnTo>
                <a:lnTo>
                  <a:pt x="127501" y="71630"/>
                </a:lnTo>
                <a:lnTo>
                  <a:pt x="127372" y="72314"/>
                </a:lnTo>
                <a:lnTo>
                  <a:pt x="127252" y="73005"/>
                </a:lnTo>
                <a:lnTo>
                  <a:pt x="127141" y="73701"/>
                </a:lnTo>
                <a:lnTo>
                  <a:pt x="127041" y="74404"/>
                </a:lnTo>
                <a:lnTo>
                  <a:pt x="126950" y="75113"/>
                </a:lnTo>
                <a:lnTo>
                  <a:pt x="126868" y="75829"/>
                </a:lnTo>
                <a:lnTo>
                  <a:pt x="126796" y="76550"/>
                </a:lnTo>
                <a:lnTo>
                  <a:pt x="126734" y="77277"/>
                </a:lnTo>
                <a:lnTo>
                  <a:pt x="126681" y="78011"/>
                </a:lnTo>
                <a:lnTo>
                  <a:pt x="126638" y="78751"/>
                </a:lnTo>
                <a:lnTo>
                  <a:pt x="126604" y="79497"/>
                </a:lnTo>
                <a:lnTo>
                  <a:pt x="126580" y="80249"/>
                </a:lnTo>
                <a:lnTo>
                  <a:pt x="126566" y="81007"/>
                </a:lnTo>
                <a:lnTo>
                  <a:pt x="126561" y="81771"/>
                </a:lnTo>
                <a:lnTo>
                  <a:pt x="126561" y="84939"/>
                </a:lnTo>
                <a:lnTo>
                  <a:pt x="126566" y="85649"/>
                </a:lnTo>
                <a:lnTo>
                  <a:pt x="126580" y="86354"/>
                </a:lnTo>
                <a:lnTo>
                  <a:pt x="126603" y="87054"/>
                </a:lnTo>
                <a:lnTo>
                  <a:pt x="126635" y="87749"/>
                </a:lnTo>
                <a:lnTo>
                  <a:pt x="126676" y="88440"/>
                </a:lnTo>
                <a:lnTo>
                  <a:pt x="126727" y="89126"/>
                </a:lnTo>
                <a:lnTo>
                  <a:pt x="126787" y="89808"/>
                </a:lnTo>
                <a:lnTo>
                  <a:pt x="126856" y="90484"/>
                </a:lnTo>
                <a:lnTo>
                  <a:pt x="126934" y="91156"/>
                </a:lnTo>
                <a:lnTo>
                  <a:pt x="127022" y="91823"/>
                </a:lnTo>
                <a:lnTo>
                  <a:pt x="127118" y="92486"/>
                </a:lnTo>
                <a:lnTo>
                  <a:pt x="127224" y="93144"/>
                </a:lnTo>
                <a:lnTo>
                  <a:pt x="127339" y="93797"/>
                </a:lnTo>
                <a:lnTo>
                  <a:pt x="127464" y="94445"/>
                </a:lnTo>
                <a:lnTo>
                  <a:pt x="127597" y="95088"/>
                </a:lnTo>
                <a:lnTo>
                  <a:pt x="127740" y="95727"/>
                </a:lnTo>
                <a:lnTo>
                  <a:pt x="127892" y="96361"/>
                </a:lnTo>
                <a:lnTo>
                  <a:pt x="128053" y="96990"/>
                </a:lnTo>
                <a:lnTo>
                  <a:pt x="128223" y="97615"/>
                </a:lnTo>
                <a:lnTo>
                  <a:pt x="128403" y="98235"/>
                </a:lnTo>
                <a:lnTo>
                  <a:pt x="128592" y="98850"/>
                </a:lnTo>
                <a:lnTo>
                  <a:pt x="128790" y="99460"/>
                </a:lnTo>
                <a:lnTo>
                  <a:pt x="128997" y="100066"/>
                </a:lnTo>
                <a:lnTo>
                  <a:pt x="129213" y="100667"/>
                </a:lnTo>
                <a:lnTo>
                  <a:pt x="129438" y="101262"/>
                </a:lnTo>
                <a:lnTo>
                  <a:pt x="129670" y="101850"/>
                </a:lnTo>
                <a:lnTo>
                  <a:pt x="129910" y="102432"/>
                </a:lnTo>
                <a:lnTo>
                  <a:pt x="130157" y="103007"/>
                </a:lnTo>
                <a:lnTo>
                  <a:pt x="130411" y="103575"/>
                </a:lnTo>
                <a:lnTo>
                  <a:pt x="130673" y="104136"/>
                </a:lnTo>
                <a:lnTo>
                  <a:pt x="130942" y="104691"/>
                </a:lnTo>
                <a:lnTo>
                  <a:pt x="131219" y="105238"/>
                </a:lnTo>
                <a:lnTo>
                  <a:pt x="131503" y="105779"/>
                </a:lnTo>
                <a:lnTo>
                  <a:pt x="131794" y="106313"/>
                </a:lnTo>
                <a:lnTo>
                  <a:pt x="132093" y="106841"/>
                </a:lnTo>
                <a:lnTo>
                  <a:pt x="132399" y="107361"/>
                </a:lnTo>
                <a:lnTo>
                  <a:pt x="132713" y="107875"/>
                </a:lnTo>
                <a:lnTo>
                  <a:pt x="133034" y="108382"/>
                </a:lnTo>
                <a:lnTo>
                  <a:pt x="133363" y="108883"/>
                </a:lnTo>
                <a:lnTo>
                  <a:pt x="133699" y="109376"/>
                </a:lnTo>
                <a:lnTo>
                  <a:pt x="134042" y="109863"/>
                </a:lnTo>
                <a:lnTo>
                  <a:pt x="134393" y="110343"/>
                </a:lnTo>
                <a:lnTo>
                  <a:pt x="134751" y="110816"/>
                </a:lnTo>
                <a:lnTo>
                  <a:pt x="135117" y="111282"/>
                </a:lnTo>
                <a:lnTo>
                  <a:pt x="135490" y="111742"/>
                </a:lnTo>
                <a:lnTo>
                  <a:pt x="135870" y="112195"/>
                </a:lnTo>
                <a:lnTo>
                  <a:pt x="136258" y="112641"/>
                </a:lnTo>
                <a:lnTo>
                  <a:pt x="136654" y="113080"/>
                </a:lnTo>
                <a:lnTo>
                  <a:pt x="137056" y="113512"/>
                </a:lnTo>
                <a:lnTo>
                  <a:pt x="137464" y="113935"/>
                </a:lnTo>
                <a:lnTo>
                  <a:pt x="137878" y="114351"/>
                </a:lnTo>
                <a:lnTo>
                  <a:pt x="138299" y="114758"/>
                </a:lnTo>
                <a:lnTo>
                  <a:pt x="138726" y="115157"/>
                </a:lnTo>
                <a:lnTo>
                  <a:pt x="139158" y="115548"/>
                </a:lnTo>
                <a:lnTo>
                  <a:pt x="139597" y="115930"/>
                </a:lnTo>
                <a:lnTo>
                  <a:pt x="140042" y="116305"/>
                </a:lnTo>
                <a:lnTo>
                  <a:pt x="140494" y="116671"/>
                </a:lnTo>
                <a:lnTo>
                  <a:pt x="140951" y="117029"/>
                </a:lnTo>
                <a:lnTo>
                  <a:pt x="141414" y="117379"/>
                </a:lnTo>
                <a:lnTo>
                  <a:pt x="141884" y="117721"/>
                </a:lnTo>
                <a:lnTo>
                  <a:pt x="142360" y="118054"/>
                </a:lnTo>
                <a:lnTo>
                  <a:pt x="142842" y="118380"/>
                </a:lnTo>
                <a:lnTo>
                  <a:pt x="143330" y="118697"/>
                </a:lnTo>
                <a:lnTo>
                  <a:pt x="143824" y="119006"/>
                </a:lnTo>
                <a:lnTo>
                  <a:pt x="144324" y="119307"/>
                </a:lnTo>
                <a:lnTo>
                  <a:pt x="144831" y="119599"/>
                </a:lnTo>
                <a:lnTo>
                  <a:pt x="145343" y="119884"/>
                </a:lnTo>
                <a:lnTo>
                  <a:pt x="145862" y="120160"/>
                </a:lnTo>
                <a:lnTo>
                  <a:pt x="146387" y="120428"/>
                </a:lnTo>
                <a:lnTo>
                  <a:pt x="146918" y="120688"/>
                </a:lnTo>
                <a:lnTo>
                  <a:pt x="147455" y="120940"/>
                </a:lnTo>
                <a:lnTo>
                  <a:pt x="147998" y="121183"/>
                </a:lnTo>
                <a:lnTo>
                  <a:pt x="148547" y="121418"/>
                </a:lnTo>
                <a:lnTo>
                  <a:pt x="149100" y="121642"/>
                </a:lnTo>
                <a:lnTo>
                  <a:pt x="149657" y="121857"/>
                </a:lnTo>
                <a:lnTo>
                  <a:pt x="150219" y="122061"/>
                </a:lnTo>
                <a:lnTo>
                  <a:pt x="150785" y="122256"/>
                </a:lnTo>
                <a:lnTo>
                  <a:pt x="151355" y="122440"/>
                </a:lnTo>
                <a:lnTo>
                  <a:pt x="151930" y="122615"/>
                </a:lnTo>
                <a:lnTo>
                  <a:pt x="152509" y="122779"/>
                </a:lnTo>
                <a:lnTo>
                  <a:pt x="153092" y="122934"/>
                </a:lnTo>
                <a:lnTo>
                  <a:pt x="153680" y="123079"/>
                </a:lnTo>
                <a:lnTo>
                  <a:pt x="154272" y="123213"/>
                </a:lnTo>
                <a:lnTo>
                  <a:pt x="154868" y="123338"/>
                </a:lnTo>
                <a:lnTo>
                  <a:pt x="155469" y="123453"/>
                </a:lnTo>
                <a:lnTo>
                  <a:pt x="156074" y="123558"/>
                </a:lnTo>
                <a:lnTo>
                  <a:pt x="156683" y="123652"/>
                </a:lnTo>
                <a:lnTo>
                  <a:pt x="157297" y="123737"/>
                </a:lnTo>
                <a:lnTo>
                  <a:pt x="157915" y="123812"/>
                </a:lnTo>
                <a:lnTo>
                  <a:pt x="158538" y="123877"/>
                </a:lnTo>
                <a:lnTo>
                  <a:pt x="159164" y="123932"/>
                </a:lnTo>
                <a:lnTo>
                  <a:pt x="159795" y="123977"/>
                </a:lnTo>
                <a:lnTo>
                  <a:pt x="160431" y="124011"/>
                </a:lnTo>
                <a:lnTo>
                  <a:pt x="161071" y="124036"/>
                </a:lnTo>
                <a:lnTo>
                  <a:pt x="161715" y="124051"/>
                </a:lnTo>
                <a:lnTo>
                  <a:pt x="162364" y="124056"/>
                </a:lnTo>
                <a:lnTo>
                  <a:pt x="162956" y="124053"/>
                </a:lnTo>
                <a:lnTo>
                  <a:pt x="163542" y="124043"/>
                </a:lnTo>
                <a:lnTo>
                  <a:pt x="164122" y="124026"/>
                </a:lnTo>
                <a:lnTo>
                  <a:pt x="164696" y="124002"/>
                </a:lnTo>
                <a:lnTo>
                  <a:pt x="165264" y="123972"/>
                </a:lnTo>
                <a:lnTo>
                  <a:pt x="165826" y="123934"/>
                </a:lnTo>
                <a:lnTo>
                  <a:pt x="166382" y="123890"/>
                </a:lnTo>
                <a:lnTo>
                  <a:pt x="166931" y="123839"/>
                </a:lnTo>
                <a:lnTo>
                  <a:pt x="167474" y="123782"/>
                </a:lnTo>
                <a:lnTo>
                  <a:pt x="168011" y="123717"/>
                </a:lnTo>
                <a:lnTo>
                  <a:pt x="168543" y="123646"/>
                </a:lnTo>
                <a:lnTo>
                  <a:pt x="169067" y="123568"/>
                </a:lnTo>
                <a:lnTo>
                  <a:pt x="169586" y="123484"/>
                </a:lnTo>
                <a:lnTo>
                  <a:pt x="170099" y="123392"/>
                </a:lnTo>
                <a:lnTo>
                  <a:pt x="170605" y="123294"/>
                </a:lnTo>
                <a:lnTo>
                  <a:pt x="171106" y="123189"/>
                </a:lnTo>
                <a:lnTo>
                  <a:pt x="171600" y="123077"/>
                </a:lnTo>
                <a:lnTo>
                  <a:pt x="172088" y="122958"/>
                </a:lnTo>
                <a:lnTo>
                  <a:pt x="172570" y="122833"/>
                </a:lnTo>
                <a:lnTo>
                  <a:pt x="173045" y="122701"/>
                </a:lnTo>
                <a:lnTo>
                  <a:pt x="173515" y="122562"/>
                </a:lnTo>
                <a:lnTo>
                  <a:pt x="173979" y="122416"/>
                </a:lnTo>
                <a:lnTo>
                  <a:pt x="174436" y="122263"/>
                </a:lnTo>
                <a:lnTo>
                  <a:pt x="174887" y="122104"/>
                </a:lnTo>
                <a:lnTo>
                  <a:pt x="175333" y="121939"/>
                </a:lnTo>
                <a:lnTo>
                  <a:pt x="175773" y="121770"/>
                </a:lnTo>
                <a:lnTo>
                  <a:pt x="176207" y="121597"/>
                </a:lnTo>
                <a:lnTo>
                  <a:pt x="176637" y="121419"/>
                </a:lnTo>
                <a:lnTo>
                  <a:pt x="177061" y="121236"/>
                </a:lnTo>
                <a:lnTo>
                  <a:pt x="177479" y="121050"/>
                </a:lnTo>
                <a:lnTo>
                  <a:pt x="177893" y="120859"/>
                </a:lnTo>
                <a:lnTo>
                  <a:pt x="178300" y="120664"/>
                </a:lnTo>
                <a:lnTo>
                  <a:pt x="178703" y="120464"/>
                </a:lnTo>
                <a:lnTo>
                  <a:pt x="179100" y="120260"/>
                </a:lnTo>
                <a:lnTo>
                  <a:pt x="179492" y="120052"/>
                </a:lnTo>
                <a:lnTo>
                  <a:pt x="179878" y="119839"/>
                </a:lnTo>
                <a:lnTo>
                  <a:pt x="180259" y="119622"/>
                </a:lnTo>
                <a:lnTo>
                  <a:pt x="180635" y="119400"/>
                </a:lnTo>
                <a:lnTo>
                  <a:pt x="181005" y="119175"/>
                </a:lnTo>
                <a:lnTo>
                  <a:pt x="181370" y="118945"/>
                </a:lnTo>
                <a:lnTo>
                  <a:pt x="181729" y="118710"/>
                </a:lnTo>
                <a:lnTo>
                  <a:pt x="182084" y="118471"/>
                </a:lnTo>
                <a:lnTo>
                  <a:pt x="182432" y="118228"/>
                </a:lnTo>
                <a:lnTo>
                  <a:pt x="182776" y="117981"/>
                </a:lnTo>
                <a:lnTo>
                  <a:pt x="183114" y="117729"/>
                </a:lnTo>
                <a:lnTo>
                  <a:pt x="183446" y="117473"/>
                </a:lnTo>
                <a:lnTo>
                  <a:pt x="183774" y="117212"/>
                </a:lnTo>
                <a:lnTo>
                  <a:pt x="184096" y="116947"/>
                </a:lnTo>
                <a:lnTo>
                  <a:pt x="184413" y="116679"/>
                </a:lnTo>
                <a:lnTo>
                  <a:pt x="184726" y="116409"/>
                </a:lnTo>
                <a:lnTo>
                  <a:pt x="185035" y="116136"/>
                </a:lnTo>
                <a:lnTo>
                  <a:pt x="185340" y="115862"/>
                </a:lnTo>
                <a:lnTo>
                  <a:pt x="185641" y="115585"/>
                </a:lnTo>
                <a:lnTo>
                  <a:pt x="185937" y="115306"/>
                </a:lnTo>
                <a:lnTo>
                  <a:pt x="186230" y="115025"/>
                </a:lnTo>
                <a:lnTo>
                  <a:pt x="186518" y="114741"/>
                </a:lnTo>
                <a:lnTo>
                  <a:pt x="186803" y="114456"/>
                </a:lnTo>
                <a:lnTo>
                  <a:pt x="187083" y="114168"/>
                </a:lnTo>
                <a:lnTo>
                  <a:pt x="187359" y="113878"/>
                </a:lnTo>
                <a:lnTo>
                  <a:pt x="187632" y="113586"/>
                </a:lnTo>
                <a:lnTo>
                  <a:pt x="187900" y="113292"/>
                </a:lnTo>
                <a:lnTo>
                  <a:pt x="188164" y="112996"/>
                </a:lnTo>
                <a:lnTo>
                  <a:pt x="188424" y="112697"/>
                </a:lnTo>
                <a:lnTo>
                  <a:pt x="188679" y="112396"/>
                </a:lnTo>
                <a:lnTo>
                  <a:pt x="188931" y="112093"/>
                </a:lnTo>
                <a:lnTo>
                  <a:pt x="189179" y="111788"/>
                </a:lnTo>
                <a:lnTo>
                  <a:pt x="189422" y="111481"/>
                </a:lnTo>
                <a:lnTo>
                  <a:pt x="189662" y="111172"/>
                </a:lnTo>
                <a:lnTo>
                  <a:pt x="189897" y="110860"/>
                </a:lnTo>
                <a:lnTo>
                  <a:pt x="190128" y="110546"/>
                </a:lnTo>
                <a:lnTo>
                  <a:pt x="190355" y="110230"/>
                </a:lnTo>
                <a:lnTo>
                  <a:pt x="190578" y="109912"/>
                </a:lnTo>
                <a:lnTo>
                  <a:pt x="185053" y="105639"/>
                </a:lnTo>
                <a:lnTo>
                  <a:pt x="184689" y="106107"/>
                </a:lnTo>
                <a:lnTo>
                  <a:pt x="184321" y="106564"/>
                </a:lnTo>
                <a:lnTo>
                  <a:pt x="183949" y="107010"/>
                </a:lnTo>
                <a:lnTo>
                  <a:pt x="183573" y="107445"/>
                </a:lnTo>
                <a:lnTo>
                  <a:pt x="183193" y="107870"/>
                </a:lnTo>
                <a:lnTo>
                  <a:pt x="182809" y="108285"/>
                </a:lnTo>
                <a:lnTo>
                  <a:pt x="182421" y="108688"/>
                </a:lnTo>
                <a:lnTo>
                  <a:pt x="182029" y="109081"/>
                </a:lnTo>
                <a:lnTo>
                  <a:pt x="181633" y="109464"/>
                </a:lnTo>
                <a:lnTo>
                  <a:pt x="181233" y="109836"/>
                </a:lnTo>
                <a:lnTo>
                  <a:pt x="180829" y="110197"/>
                </a:lnTo>
                <a:lnTo>
                  <a:pt x="180421" y="110548"/>
                </a:lnTo>
                <a:lnTo>
                  <a:pt x="180010" y="110888"/>
                </a:lnTo>
                <a:lnTo>
                  <a:pt x="179594" y="111217"/>
                </a:lnTo>
                <a:lnTo>
                  <a:pt x="179174" y="111536"/>
                </a:lnTo>
                <a:lnTo>
                  <a:pt x="178751" y="111844"/>
                </a:lnTo>
                <a:lnTo>
                  <a:pt x="178323" y="112141"/>
                </a:lnTo>
                <a:lnTo>
                  <a:pt x="177891" y="112428"/>
                </a:lnTo>
                <a:lnTo>
                  <a:pt x="177456" y="112705"/>
                </a:lnTo>
                <a:lnTo>
                  <a:pt x="177016" y="112970"/>
                </a:lnTo>
                <a:lnTo>
                  <a:pt x="176573" y="113225"/>
                </a:lnTo>
                <a:lnTo>
                  <a:pt x="176125" y="113470"/>
                </a:lnTo>
                <a:lnTo>
                  <a:pt x="175674" y="113704"/>
                </a:lnTo>
                <a:lnTo>
                  <a:pt x="175219" y="113927"/>
                </a:lnTo>
                <a:lnTo>
                  <a:pt x="174759" y="114140"/>
                </a:lnTo>
                <a:lnTo>
                  <a:pt x="174293" y="114345"/>
                </a:lnTo>
                <a:lnTo>
                  <a:pt x="173823" y="114540"/>
                </a:lnTo>
                <a:lnTo>
                  <a:pt x="173347" y="114726"/>
                </a:lnTo>
                <a:lnTo>
                  <a:pt x="172866" y="114903"/>
                </a:lnTo>
                <a:lnTo>
                  <a:pt x="172380" y="115071"/>
                </a:lnTo>
                <a:lnTo>
                  <a:pt x="171889" y="115230"/>
                </a:lnTo>
                <a:lnTo>
                  <a:pt x="171392" y="115380"/>
                </a:lnTo>
                <a:lnTo>
                  <a:pt x="170890" y="115521"/>
                </a:lnTo>
                <a:lnTo>
                  <a:pt x="170383" y="115652"/>
                </a:lnTo>
                <a:lnTo>
                  <a:pt x="169871" y="115775"/>
                </a:lnTo>
                <a:lnTo>
                  <a:pt x="169353" y="115888"/>
                </a:lnTo>
                <a:lnTo>
                  <a:pt x="168830" y="115993"/>
                </a:lnTo>
                <a:lnTo>
                  <a:pt x="168302" y="116088"/>
                </a:lnTo>
                <a:lnTo>
                  <a:pt x="167768" y="116174"/>
                </a:lnTo>
                <a:lnTo>
                  <a:pt x="167230" y="116252"/>
                </a:lnTo>
                <a:lnTo>
                  <a:pt x="166686" y="116320"/>
                </a:lnTo>
                <a:lnTo>
                  <a:pt x="166137" y="116379"/>
                </a:lnTo>
                <a:lnTo>
                  <a:pt x="165582" y="116429"/>
                </a:lnTo>
                <a:lnTo>
                  <a:pt x="165023" y="116470"/>
                </a:lnTo>
                <a:lnTo>
                  <a:pt x="164458" y="116501"/>
                </a:lnTo>
                <a:lnTo>
                  <a:pt x="163888" y="116524"/>
                </a:lnTo>
                <a:lnTo>
                  <a:pt x="163313" y="116538"/>
                </a:lnTo>
                <a:lnTo>
                  <a:pt x="162732" y="116542"/>
                </a:lnTo>
                <a:lnTo>
                  <a:pt x="162224" y="116538"/>
                </a:lnTo>
                <a:lnTo>
                  <a:pt x="161721" y="116525"/>
                </a:lnTo>
                <a:lnTo>
                  <a:pt x="161221" y="116504"/>
                </a:lnTo>
                <a:lnTo>
                  <a:pt x="160725" y="116474"/>
                </a:lnTo>
                <a:lnTo>
                  <a:pt x="160232" y="116435"/>
                </a:lnTo>
                <a:lnTo>
                  <a:pt x="159744" y="116388"/>
                </a:lnTo>
                <a:lnTo>
                  <a:pt x="159259" y="116332"/>
                </a:lnTo>
                <a:lnTo>
                  <a:pt x="158778" y="116268"/>
                </a:lnTo>
                <a:lnTo>
                  <a:pt x="158302" y="116195"/>
                </a:lnTo>
                <a:lnTo>
                  <a:pt x="157828" y="116114"/>
                </a:lnTo>
                <a:lnTo>
                  <a:pt x="157359" y="116024"/>
                </a:lnTo>
                <a:lnTo>
                  <a:pt x="156894" y="115925"/>
                </a:lnTo>
                <a:lnTo>
                  <a:pt x="156432" y="115818"/>
                </a:lnTo>
                <a:lnTo>
                  <a:pt x="155974" y="115702"/>
                </a:lnTo>
                <a:lnTo>
                  <a:pt x="155521" y="115578"/>
                </a:lnTo>
                <a:lnTo>
                  <a:pt x="155071" y="115445"/>
                </a:lnTo>
                <a:lnTo>
                  <a:pt x="154624" y="115304"/>
                </a:lnTo>
                <a:lnTo>
                  <a:pt x="154182" y="115154"/>
                </a:lnTo>
                <a:lnTo>
                  <a:pt x="153743" y="114996"/>
                </a:lnTo>
                <a:lnTo>
                  <a:pt x="153309" y="114828"/>
                </a:lnTo>
                <a:lnTo>
                  <a:pt x="152878" y="114653"/>
                </a:lnTo>
                <a:lnTo>
                  <a:pt x="152451" y="114469"/>
                </a:lnTo>
                <a:lnTo>
                  <a:pt x="152028" y="114276"/>
                </a:lnTo>
                <a:lnTo>
                  <a:pt x="151608" y="114074"/>
                </a:lnTo>
                <a:lnTo>
                  <a:pt x="151193" y="113866"/>
                </a:lnTo>
                <a:lnTo>
                  <a:pt x="150783" y="113650"/>
                </a:lnTo>
                <a:lnTo>
                  <a:pt x="150378" y="113429"/>
                </a:lnTo>
                <a:lnTo>
                  <a:pt x="149977" y="113201"/>
                </a:lnTo>
                <a:lnTo>
                  <a:pt x="149582" y="112966"/>
                </a:lnTo>
                <a:lnTo>
                  <a:pt x="149191" y="112725"/>
                </a:lnTo>
                <a:lnTo>
                  <a:pt x="148805" y="112478"/>
                </a:lnTo>
                <a:lnTo>
                  <a:pt x="148424" y="112224"/>
                </a:lnTo>
                <a:lnTo>
                  <a:pt x="148048" y="111964"/>
                </a:lnTo>
                <a:lnTo>
                  <a:pt x="147677" y="111698"/>
                </a:lnTo>
                <a:lnTo>
                  <a:pt x="147310" y="111425"/>
                </a:lnTo>
                <a:lnTo>
                  <a:pt x="146949" y="111146"/>
                </a:lnTo>
                <a:lnTo>
                  <a:pt x="146592" y="110860"/>
                </a:lnTo>
                <a:lnTo>
                  <a:pt x="146240" y="110569"/>
                </a:lnTo>
                <a:lnTo>
                  <a:pt x="145893" y="110270"/>
                </a:lnTo>
                <a:lnTo>
                  <a:pt x="145551" y="109965"/>
                </a:lnTo>
                <a:lnTo>
                  <a:pt x="145214" y="109654"/>
                </a:lnTo>
                <a:lnTo>
                  <a:pt x="144881" y="109337"/>
                </a:lnTo>
                <a:lnTo>
                  <a:pt x="144554" y="109013"/>
                </a:lnTo>
                <a:lnTo>
                  <a:pt x="144231" y="108682"/>
                </a:lnTo>
                <a:lnTo>
                  <a:pt x="143913" y="108346"/>
                </a:lnTo>
                <a:lnTo>
                  <a:pt x="143600" y="108002"/>
                </a:lnTo>
                <a:lnTo>
                  <a:pt x="143292" y="107653"/>
                </a:lnTo>
                <a:lnTo>
                  <a:pt x="142989" y="107297"/>
                </a:lnTo>
                <a:lnTo>
                  <a:pt x="142691" y="106935"/>
                </a:lnTo>
                <a:lnTo>
                  <a:pt x="142399" y="106569"/>
                </a:lnTo>
                <a:lnTo>
                  <a:pt x="142112" y="106197"/>
                </a:lnTo>
                <a:lnTo>
                  <a:pt x="141831" y="105821"/>
                </a:lnTo>
                <a:lnTo>
                  <a:pt x="141555" y="105439"/>
                </a:lnTo>
                <a:lnTo>
                  <a:pt x="141285" y="105052"/>
                </a:lnTo>
                <a:lnTo>
                  <a:pt x="141021" y="104661"/>
                </a:lnTo>
                <a:lnTo>
                  <a:pt x="140763" y="104264"/>
                </a:lnTo>
                <a:lnTo>
                  <a:pt x="140510" y="103863"/>
                </a:lnTo>
                <a:lnTo>
                  <a:pt x="140262" y="103456"/>
                </a:lnTo>
                <a:lnTo>
                  <a:pt x="140021" y="103045"/>
                </a:lnTo>
                <a:lnTo>
                  <a:pt x="139784" y="102628"/>
                </a:lnTo>
                <a:lnTo>
                  <a:pt x="139554" y="102207"/>
                </a:lnTo>
                <a:lnTo>
                  <a:pt x="139329" y="101780"/>
                </a:lnTo>
                <a:lnTo>
                  <a:pt x="139110" y="101349"/>
                </a:lnTo>
                <a:lnTo>
                  <a:pt x="138896" y="100912"/>
                </a:lnTo>
                <a:lnTo>
                  <a:pt x="138688" y="100471"/>
                </a:lnTo>
                <a:lnTo>
                  <a:pt x="138486" y="100025"/>
                </a:lnTo>
                <a:lnTo>
                  <a:pt x="138289" y="99573"/>
                </a:lnTo>
                <a:lnTo>
                  <a:pt x="138098" y="99117"/>
                </a:lnTo>
                <a:lnTo>
                  <a:pt x="137913" y="98655"/>
                </a:lnTo>
                <a:lnTo>
                  <a:pt x="137733" y="98189"/>
                </a:lnTo>
                <a:lnTo>
                  <a:pt x="137559" y="97718"/>
                </a:lnTo>
                <a:lnTo>
                  <a:pt x="137390" y="97241"/>
                </a:lnTo>
                <a:lnTo>
                  <a:pt x="137228" y="96761"/>
                </a:lnTo>
                <a:lnTo>
                  <a:pt x="137073" y="96278"/>
                </a:lnTo>
                <a:lnTo>
                  <a:pt x="136924" y="95792"/>
                </a:lnTo>
                <a:lnTo>
                  <a:pt x="136783" y="95303"/>
                </a:lnTo>
                <a:lnTo>
                  <a:pt x="136648" y="94812"/>
                </a:lnTo>
                <a:lnTo>
                  <a:pt x="136520" y="94318"/>
                </a:lnTo>
                <a:lnTo>
                  <a:pt x="136399" y="93820"/>
                </a:lnTo>
                <a:lnTo>
                  <a:pt x="136285" y="93321"/>
                </a:lnTo>
                <a:lnTo>
                  <a:pt x="136178" y="92818"/>
                </a:lnTo>
                <a:lnTo>
                  <a:pt x="136078" y="92312"/>
                </a:lnTo>
                <a:lnTo>
                  <a:pt x="135985" y="91804"/>
                </a:lnTo>
                <a:lnTo>
                  <a:pt x="135899" y="91293"/>
                </a:lnTo>
                <a:lnTo>
                  <a:pt x="135819" y="90779"/>
                </a:lnTo>
                <a:lnTo>
                  <a:pt x="135747" y="90262"/>
                </a:lnTo>
                <a:lnTo>
                  <a:pt x="135681" y="89742"/>
                </a:lnTo>
                <a:lnTo>
                  <a:pt x="135622" y="89220"/>
                </a:lnTo>
                <a:lnTo>
                  <a:pt x="135570" y="88694"/>
                </a:lnTo>
                <a:lnTo>
                  <a:pt x="135526" y="88166"/>
                </a:lnTo>
                <a:lnTo>
                  <a:pt x="135488" y="87635"/>
                </a:lnTo>
                <a:lnTo>
                  <a:pt x="135457" y="87102"/>
                </a:lnTo>
                <a:lnTo>
                  <a:pt x="135432" y="86565"/>
                </a:lnTo>
                <a:lnTo>
                  <a:pt x="135415" y="86026"/>
                </a:lnTo>
                <a:lnTo>
                  <a:pt x="135405" y="85484"/>
                </a:lnTo>
                <a:lnTo>
                  <a:pt x="135401" y="84939"/>
                </a:lnTo>
                <a:lnTo>
                  <a:pt x="135401" y="83244"/>
                </a:lnTo>
                <a:lnTo>
                  <a:pt x="192273" y="83244"/>
                </a:lnTo>
                <a:lnTo>
                  <a:pt x="192273" y="77876"/>
                </a:lnTo>
                <a:lnTo>
                  <a:pt x="192269" y="77210"/>
                </a:lnTo>
                <a:lnTo>
                  <a:pt x="192258" y="76549"/>
                </a:lnTo>
                <a:lnTo>
                  <a:pt x="192240" y="75893"/>
                </a:lnTo>
                <a:lnTo>
                  <a:pt x="192215" y="75242"/>
                </a:lnTo>
                <a:close/>
                <a:moveTo>
                  <a:pt x="136220" y="72620"/>
                </a:moveTo>
                <a:lnTo>
                  <a:pt x="136325" y="72086"/>
                </a:lnTo>
                <a:lnTo>
                  <a:pt x="136437" y="71557"/>
                </a:lnTo>
                <a:lnTo>
                  <a:pt x="136556" y="71032"/>
                </a:lnTo>
                <a:lnTo>
                  <a:pt x="136680" y="70511"/>
                </a:lnTo>
                <a:lnTo>
                  <a:pt x="136811" y="69995"/>
                </a:lnTo>
                <a:lnTo>
                  <a:pt x="136949" y="69484"/>
                </a:lnTo>
                <a:lnTo>
                  <a:pt x="137093" y="68977"/>
                </a:lnTo>
                <a:lnTo>
                  <a:pt x="137243" y="68474"/>
                </a:lnTo>
                <a:lnTo>
                  <a:pt x="137399" y="67977"/>
                </a:lnTo>
                <a:lnTo>
                  <a:pt x="137560" y="67485"/>
                </a:lnTo>
                <a:lnTo>
                  <a:pt x="137727" y="66998"/>
                </a:lnTo>
                <a:lnTo>
                  <a:pt x="137899" y="66518"/>
                </a:lnTo>
                <a:lnTo>
                  <a:pt x="138076" y="66043"/>
                </a:lnTo>
                <a:lnTo>
                  <a:pt x="138258" y="65573"/>
                </a:lnTo>
                <a:lnTo>
                  <a:pt x="138446" y="65110"/>
                </a:lnTo>
                <a:lnTo>
                  <a:pt x="138639" y="64652"/>
                </a:lnTo>
                <a:lnTo>
                  <a:pt x="138837" y="64199"/>
                </a:lnTo>
                <a:lnTo>
                  <a:pt x="139040" y="63752"/>
                </a:lnTo>
                <a:lnTo>
                  <a:pt x="139248" y="63311"/>
                </a:lnTo>
                <a:lnTo>
                  <a:pt x="139462" y="62875"/>
                </a:lnTo>
                <a:lnTo>
                  <a:pt x="139681" y="62445"/>
                </a:lnTo>
                <a:lnTo>
                  <a:pt x="139905" y="62021"/>
                </a:lnTo>
                <a:lnTo>
                  <a:pt x="140135" y="61602"/>
                </a:lnTo>
                <a:lnTo>
                  <a:pt x="140370" y="61189"/>
                </a:lnTo>
                <a:lnTo>
                  <a:pt x="140610" y="60782"/>
                </a:lnTo>
                <a:lnTo>
                  <a:pt x="140855" y="60380"/>
                </a:lnTo>
                <a:lnTo>
                  <a:pt x="141105" y="59984"/>
                </a:lnTo>
                <a:lnTo>
                  <a:pt x="141361" y="59593"/>
                </a:lnTo>
                <a:lnTo>
                  <a:pt x="141622" y="59208"/>
                </a:lnTo>
                <a:lnTo>
                  <a:pt x="141888" y="58829"/>
                </a:lnTo>
                <a:lnTo>
                  <a:pt x="142160" y="58455"/>
                </a:lnTo>
                <a:lnTo>
                  <a:pt x="142437" y="58087"/>
                </a:lnTo>
                <a:lnTo>
                  <a:pt x="142718" y="57725"/>
                </a:lnTo>
                <a:lnTo>
                  <a:pt x="143004" y="57370"/>
                </a:lnTo>
                <a:lnTo>
                  <a:pt x="143295" y="57023"/>
                </a:lnTo>
                <a:lnTo>
                  <a:pt x="143590" y="56682"/>
                </a:lnTo>
                <a:lnTo>
                  <a:pt x="143889" y="56349"/>
                </a:lnTo>
                <a:lnTo>
                  <a:pt x="144193" y="56022"/>
                </a:lnTo>
                <a:lnTo>
                  <a:pt x="144501" y="55702"/>
                </a:lnTo>
                <a:lnTo>
                  <a:pt x="144814" y="55390"/>
                </a:lnTo>
                <a:lnTo>
                  <a:pt x="145132" y="55084"/>
                </a:lnTo>
                <a:lnTo>
                  <a:pt x="145454" y="54786"/>
                </a:lnTo>
                <a:lnTo>
                  <a:pt x="145780" y="54495"/>
                </a:lnTo>
                <a:lnTo>
                  <a:pt x="146111" y="54210"/>
                </a:lnTo>
                <a:lnTo>
                  <a:pt x="146446" y="53933"/>
                </a:lnTo>
                <a:lnTo>
                  <a:pt x="146786" y="53663"/>
                </a:lnTo>
                <a:lnTo>
                  <a:pt x="147130" y="53399"/>
                </a:lnTo>
                <a:lnTo>
                  <a:pt x="147479" y="53143"/>
                </a:lnTo>
                <a:lnTo>
                  <a:pt x="147832" y="52894"/>
                </a:lnTo>
                <a:lnTo>
                  <a:pt x="148190" y="52652"/>
                </a:lnTo>
                <a:lnTo>
                  <a:pt x="148552" y="52417"/>
                </a:lnTo>
                <a:lnTo>
                  <a:pt x="148918" y="52188"/>
                </a:lnTo>
                <a:lnTo>
                  <a:pt x="149289" y="51967"/>
                </a:lnTo>
                <a:lnTo>
                  <a:pt x="149665" y="51753"/>
                </a:lnTo>
                <a:lnTo>
                  <a:pt x="150045" y="51546"/>
                </a:lnTo>
                <a:lnTo>
                  <a:pt x="150429" y="51346"/>
                </a:lnTo>
                <a:lnTo>
                  <a:pt x="150818" y="51154"/>
                </a:lnTo>
                <a:lnTo>
                  <a:pt x="151210" y="50970"/>
                </a:lnTo>
                <a:lnTo>
                  <a:pt x="151606" y="50794"/>
                </a:lnTo>
                <a:lnTo>
                  <a:pt x="152005" y="50626"/>
                </a:lnTo>
                <a:lnTo>
                  <a:pt x="152408" y="50466"/>
                </a:lnTo>
                <a:lnTo>
                  <a:pt x="152814" y="50315"/>
                </a:lnTo>
                <a:lnTo>
                  <a:pt x="153224" y="50172"/>
                </a:lnTo>
                <a:lnTo>
                  <a:pt x="153638" y="50037"/>
                </a:lnTo>
                <a:lnTo>
                  <a:pt x="154055" y="49910"/>
                </a:lnTo>
                <a:lnTo>
                  <a:pt x="154476" y="49791"/>
                </a:lnTo>
                <a:lnTo>
                  <a:pt x="154900" y="49681"/>
                </a:lnTo>
                <a:lnTo>
                  <a:pt x="155328" y="49578"/>
                </a:lnTo>
                <a:lnTo>
                  <a:pt x="155760" y="49484"/>
                </a:lnTo>
                <a:lnTo>
                  <a:pt x="156195" y="49398"/>
                </a:lnTo>
                <a:lnTo>
                  <a:pt x="156634" y="49320"/>
                </a:lnTo>
                <a:lnTo>
                  <a:pt x="157076" y="49251"/>
                </a:lnTo>
                <a:lnTo>
                  <a:pt x="157522" y="49190"/>
                </a:lnTo>
                <a:lnTo>
                  <a:pt x="157971" y="49136"/>
                </a:lnTo>
                <a:lnTo>
                  <a:pt x="158424" y="49091"/>
                </a:lnTo>
                <a:lnTo>
                  <a:pt x="158881" y="49054"/>
                </a:lnTo>
                <a:lnTo>
                  <a:pt x="159341" y="49026"/>
                </a:lnTo>
                <a:lnTo>
                  <a:pt x="159805" y="49005"/>
                </a:lnTo>
                <a:lnTo>
                  <a:pt x="160272" y="48993"/>
                </a:lnTo>
                <a:lnTo>
                  <a:pt x="160743" y="48989"/>
                </a:lnTo>
                <a:lnTo>
                  <a:pt x="161365" y="48995"/>
                </a:lnTo>
                <a:lnTo>
                  <a:pt x="161978" y="49015"/>
                </a:lnTo>
                <a:lnTo>
                  <a:pt x="162582" y="49046"/>
                </a:lnTo>
                <a:lnTo>
                  <a:pt x="163177" y="49091"/>
                </a:lnTo>
                <a:lnTo>
                  <a:pt x="163764" y="49148"/>
                </a:lnTo>
                <a:lnTo>
                  <a:pt x="164341" y="49219"/>
                </a:lnTo>
                <a:lnTo>
                  <a:pt x="164910" y="49302"/>
                </a:lnTo>
                <a:lnTo>
                  <a:pt x="165470" y="49397"/>
                </a:lnTo>
                <a:lnTo>
                  <a:pt x="166021" y="49506"/>
                </a:lnTo>
                <a:lnTo>
                  <a:pt x="166563" y="49627"/>
                </a:lnTo>
                <a:lnTo>
                  <a:pt x="167097" y="49761"/>
                </a:lnTo>
                <a:lnTo>
                  <a:pt x="167622" y="49908"/>
                </a:lnTo>
                <a:lnTo>
                  <a:pt x="168138" y="50067"/>
                </a:lnTo>
                <a:lnTo>
                  <a:pt x="168645" y="50239"/>
                </a:lnTo>
                <a:lnTo>
                  <a:pt x="169143" y="50424"/>
                </a:lnTo>
                <a:lnTo>
                  <a:pt x="169632" y="50622"/>
                </a:lnTo>
                <a:lnTo>
                  <a:pt x="170113" y="50832"/>
                </a:lnTo>
                <a:lnTo>
                  <a:pt x="170584" y="51056"/>
                </a:lnTo>
                <a:lnTo>
                  <a:pt x="171047" y="51292"/>
                </a:lnTo>
                <a:lnTo>
                  <a:pt x="171501" y="51541"/>
                </a:lnTo>
                <a:lnTo>
                  <a:pt x="171947" y="51802"/>
                </a:lnTo>
                <a:lnTo>
                  <a:pt x="172383" y="52076"/>
                </a:lnTo>
                <a:lnTo>
                  <a:pt x="172811" y="52363"/>
                </a:lnTo>
                <a:lnTo>
                  <a:pt x="173230" y="52663"/>
                </a:lnTo>
                <a:lnTo>
                  <a:pt x="173640" y="52973"/>
                </a:lnTo>
                <a:lnTo>
                  <a:pt x="174041" y="53290"/>
                </a:lnTo>
                <a:lnTo>
                  <a:pt x="174435" y="53615"/>
                </a:lnTo>
                <a:lnTo>
                  <a:pt x="174820" y="53947"/>
                </a:lnTo>
                <a:lnTo>
                  <a:pt x="175196" y="54287"/>
                </a:lnTo>
                <a:lnTo>
                  <a:pt x="175564" y="54635"/>
                </a:lnTo>
                <a:lnTo>
                  <a:pt x="175923" y="54990"/>
                </a:lnTo>
                <a:lnTo>
                  <a:pt x="176275" y="55352"/>
                </a:lnTo>
                <a:lnTo>
                  <a:pt x="176617" y="55722"/>
                </a:lnTo>
                <a:lnTo>
                  <a:pt x="176951" y="56100"/>
                </a:lnTo>
                <a:lnTo>
                  <a:pt x="177277" y="56485"/>
                </a:lnTo>
                <a:lnTo>
                  <a:pt x="177594" y="56877"/>
                </a:lnTo>
                <a:lnTo>
                  <a:pt x="177903" y="57277"/>
                </a:lnTo>
                <a:lnTo>
                  <a:pt x="178204" y="57685"/>
                </a:lnTo>
                <a:lnTo>
                  <a:pt x="178496" y="58100"/>
                </a:lnTo>
                <a:lnTo>
                  <a:pt x="178779" y="58523"/>
                </a:lnTo>
                <a:lnTo>
                  <a:pt x="179054" y="58953"/>
                </a:lnTo>
                <a:lnTo>
                  <a:pt x="179321" y="59391"/>
                </a:lnTo>
                <a:lnTo>
                  <a:pt x="179579" y="59836"/>
                </a:lnTo>
                <a:lnTo>
                  <a:pt x="179829" y="60289"/>
                </a:lnTo>
                <a:lnTo>
                  <a:pt x="180070" y="60749"/>
                </a:lnTo>
                <a:lnTo>
                  <a:pt x="180303" y="61217"/>
                </a:lnTo>
                <a:lnTo>
                  <a:pt x="180528" y="61693"/>
                </a:lnTo>
                <a:lnTo>
                  <a:pt x="180744" y="62176"/>
                </a:lnTo>
                <a:lnTo>
                  <a:pt x="180951" y="62664"/>
                </a:lnTo>
                <a:lnTo>
                  <a:pt x="181151" y="63155"/>
                </a:lnTo>
                <a:lnTo>
                  <a:pt x="181342" y="63649"/>
                </a:lnTo>
                <a:lnTo>
                  <a:pt x="181524" y="64146"/>
                </a:lnTo>
                <a:lnTo>
                  <a:pt x="181699" y="64646"/>
                </a:lnTo>
                <a:lnTo>
                  <a:pt x="181865" y="65149"/>
                </a:lnTo>
                <a:lnTo>
                  <a:pt x="182023" y="65654"/>
                </a:lnTo>
                <a:lnTo>
                  <a:pt x="182172" y="66163"/>
                </a:lnTo>
                <a:lnTo>
                  <a:pt x="182313" y="66675"/>
                </a:lnTo>
                <a:lnTo>
                  <a:pt x="182446" y="67189"/>
                </a:lnTo>
                <a:lnTo>
                  <a:pt x="182571" y="67707"/>
                </a:lnTo>
                <a:lnTo>
                  <a:pt x="182687" y="68227"/>
                </a:lnTo>
                <a:lnTo>
                  <a:pt x="182795" y="68751"/>
                </a:lnTo>
                <a:lnTo>
                  <a:pt x="182894" y="69277"/>
                </a:lnTo>
                <a:lnTo>
                  <a:pt x="182985" y="69806"/>
                </a:lnTo>
                <a:lnTo>
                  <a:pt x="183068" y="70338"/>
                </a:lnTo>
                <a:lnTo>
                  <a:pt x="183143" y="70873"/>
                </a:lnTo>
                <a:lnTo>
                  <a:pt x="183209" y="71411"/>
                </a:lnTo>
                <a:lnTo>
                  <a:pt x="183267" y="71952"/>
                </a:lnTo>
                <a:lnTo>
                  <a:pt x="183317" y="72496"/>
                </a:lnTo>
                <a:lnTo>
                  <a:pt x="183358" y="73043"/>
                </a:lnTo>
                <a:lnTo>
                  <a:pt x="183391" y="73593"/>
                </a:lnTo>
                <a:lnTo>
                  <a:pt x="183416" y="74146"/>
                </a:lnTo>
                <a:lnTo>
                  <a:pt x="183433" y="74701"/>
                </a:lnTo>
                <a:lnTo>
                  <a:pt x="183433" y="75657"/>
                </a:lnTo>
                <a:lnTo>
                  <a:pt x="135752" y="75657"/>
                </a:lnTo>
                <a:lnTo>
                  <a:pt x="135788" y="75357"/>
                </a:lnTo>
                <a:lnTo>
                  <a:pt x="135862" y="74800"/>
                </a:lnTo>
                <a:lnTo>
                  <a:pt x="135942" y="74248"/>
                </a:lnTo>
                <a:lnTo>
                  <a:pt x="136028" y="73701"/>
                </a:lnTo>
                <a:lnTo>
                  <a:pt x="136121" y="73158"/>
                </a:lnTo>
                <a:lnTo>
                  <a:pt x="136220" y="72620"/>
                </a:lnTo>
                <a:close/>
                <a:moveTo>
                  <a:pt x="261587" y="53270"/>
                </a:moveTo>
                <a:lnTo>
                  <a:pt x="261297" y="52872"/>
                </a:lnTo>
                <a:lnTo>
                  <a:pt x="261002" y="52479"/>
                </a:lnTo>
                <a:lnTo>
                  <a:pt x="260701" y="52092"/>
                </a:lnTo>
                <a:lnTo>
                  <a:pt x="260396" y="51711"/>
                </a:lnTo>
                <a:lnTo>
                  <a:pt x="260085" y="51335"/>
                </a:lnTo>
                <a:lnTo>
                  <a:pt x="259770" y="50965"/>
                </a:lnTo>
                <a:lnTo>
                  <a:pt x="259449" y="50600"/>
                </a:lnTo>
                <a:lnTo>
                  <a:pt x="259123" y="50241"/>
                </a:lnTo>
                <a:lnTo>
                  <a:pt x="258792" y="49889"/>
                </a:lnTo>
                <a:lnTo>
                  <a:pt x="258456" y="49543"/>
                </a:lnTo>
                <a:lnTo>
                  <a:pt x="258115" y="49204"/>
                </a:lnTo>
                <a:lnTo>
                  <a:pt x="257769" y="48872"/>
                </a:lnTo>
                <a:lnTo>
                  <a:pt x="257417" y="48547"/>
                </a:lnTo>
                <a:lnTo>
                  <a:pt x="257061" y="48229"/>
                </a:lnTo>
                <a:lnTo>
                  <a:pt x="256699" y="47918"/>
                </a:lnTo>
                <a:lnTo>
                  <a:pt x="256332" y="47614"/>
                </a:lnTo>
                <a:lnTo>
                  <a:pt x="255960" y="47317"/>
                </a:lnTo>
                <a:lnTo>
                  <a:pt x="255583" y="47026"/>
                </a:lnTo>
                <a:lnTo>
                  <a:pt x="255201" y="46743"/>
                </a:lnTo>
                <a:lnTo>
                  <a:pt x="254814" y="46466"/>
                </a:lnTo>
                <a:lnTo>
                  <a:pt x="254421" y="46196"/>
                </a:lnTo>
                <a:lnTo>
                  <a:pt x="254024" y="45933"/>
                </a:lnTo>
                <a:lnTo>
                  <a:pt x="253621" y="45677"/>
                </a:lnTo>
                <a:lnTo>
                  <a:pt x="253213" y="45428"/>
                </a:lnTo>
                <a:lnTo>
                  <a:pt x="252801" y="45186"/>
                </a:lnTo>
                <a:lnTo>
                  <a:pt x="252383" y="44951"/>
                </a:lnTo>
                <a:lnTo>
                  <a:pt x="251960" y="44723"/>
                </a:lnTo>
                <a:lnTo>
                  <a:pt x="251531" y="44501"/>
                </a:lnTo>
                <a:lnTo>
                  <a:pt x="251098" y="44287"/>
                </a:lnTo>
                <a:lnTo>
                  <a:pt x="250660" y="44079"/>
                </a:lnTo>
                <a:lnTo>
                  <a:pt x="250216" y="43879"/>
                </a:lnTo>
                <a:lnTo>
                  <a:pt x="249767" y="43685"/>
                </a:lnTo>
                <a:lnTo>
                  <a:pt x="249313" y="43499"/>
                </a:lnTo>
                <a:lnTo>
                  <a:pt x="248853" y="43320"/>
                </a:lnTo>
                <a:lnTo>
                  <a:pt x="248388" y="43150"/>
                </a:lnTo>
                <a:lnTo>
                  <a:pt x="247917" y="42987"/>
                </a:lnTo>
                <a:lnTo>
                  <a:pt x="247439" y="42833"/>
                </a:lnTo>
                <a:lnTo>
                  <a:pt x="246957" y="42686"/>
                </a:lnTo>
                <a:lnTo>
                  <a:pt x="246468" y="42547"/>
                </a:lnTo>
                <a:lnTo>
                  <a:pt x="245974" y="42416"/>
                </a:lnTo>
                <a:lnTo>
                  <a:pt x="245473" y="42293"/>
                </a:lnTo>
                <a:lnTo>
                  <a:pt x="244967" y="42178"/>
                </a:lnTo>
                <a:lnTo>
                  <a:pt x="244456" y="42071"/>
                </a:lnTo>
                <a:lnTo>
                  <a:pt x="243938" y="41972"/>
                </a:lnTo>
                <a:lnTo>
                  <a:pt x="243415" y="41881"/>
                </a:lnTo>
                <a:lnTo>
                  <a:pt x="242886" y="41798"/>
                </a:lnTo>
                <a:lnTo>
                  <a:pt x="242352" y="41722"/>
                </a:lnTo>
                <a:lnTo>
                  <a:pt x="241811" y="41655"/>
                </a:lnTo>
                <a:lnTo>
                  <a:pt x="241265" y="41595"/>
                </a:lnTo>
                <a:lnTo>
                  <a:pt x="240713" y="41544"/>
                </a:lnTo>
                <a:lnTo>
                  <a:pt x="240155" y="41500"/>
                </a:lnTo>
                <a:lnTo>
                  <a:pt x="239592" y="41465"/>
                </a:lnTo>
                <a:lnTo>
                  <a:pt x="239023" y="41437"/>
                </a:lnTo>
                <a:lnTo>
                  <a:pt x="238448" y="41417"/>
                </a:lnTo>
                <a:lnTo>
                  <a:pt x="237867" y="41405"/>
                </a:lnTo>
                <a:lnTo>
                  <a:pt x="237281" y="41401"/>
                </a:lnTo>
                <a:lnTo>
                  <a:pt x="236676" y="41406"/>
                </a:lnTo>
                <a:lnTo>
                  <a:pt x="236076" y="41421"/>
                </a:lnTo>
                <a:lnTo>
                  <a:pt x="235482" y="41446"/>
                </a:lnTo>
                <a:lnTo>
                  <a:pt x="234894" y="41480"/>
                </a:lnTo>
                <a:lnTo>
                  <a:pt x="234311" y="41524"/>
                </a:lnTo>
                <a:lnTo>
                  <a:pt x="233733" y="41578"/>
                </a:lnTo>
                <a:lnTo>
                  <a:pt x="233161" y="41642"/>
                </a:lnTo>
                <a:lnTo>
                  <a:pt x="232595" y="41716"/>
                </a:lnTo>
                <a:lnTo>
                  <a:pt x="232034" y="41800"/>
                </a:lnTo>
                <a:lnTo>
                  <a:pt x="231478" y="41894"/>
                </a:lnTo>
                <a:lnTo>
                  <a:pt x="230928" y="41997"/>
                </a:lnTo>
                <a:lnTo>
                  <a:pt x="230384" y="42110"/>
                </a:lnTo>
                <a:lnTo>
                  <a:pt x="229845" y="42233"/>
                </a:lnTo>
                <a:lnTo>
                  <a:pt x="229311" y="42366"/>
                </a:lnTo>
                <a:lnTo>
                  <a:pt x="228783" y="42509"/>
                </a:lnTo>
                <a:lnTo>
                  <a:pt x="228261" y="42662"/>
                </a:lnTo>
                <a:lnTo>
                  <a:pt x="227744" y="42824"/>
                </a:lnTo>
                <a:lnTo>
                  <a:pt x="227232" y="42997"/>
                </a:lnTo>
                <a:lnTo>
                  <a:pt x="226726" y="43179"/>
                </a:lnTo>
                <a:lnTo>
                  <a:pt x="226225" y="43371"/>
                </a:lnTo>
                <a:lnTo>
                  <a:pt x="225730" y="43573"/>
                </a:lnTo>
                <a:lnTo>
                  <a:pt x="225241" y="43784"/>
                </a:lnTo>
                <a:lnTo>
                  <a:pt x="224757" y="44006"/>
                </a:lnTo>
                <a:lnTo>
                  <a:pt x="224278" y="44237"/>
                </a:lnTo>
                <a:lnTo>
                  <a:pt x="223806" y="44478"/>
                </a:lnTo>
                <a:lnTo>
                  <a:pt x="223339" y="44728"/>
                </a:lnTo>
                <a:lnTo>
                  <a:pt x="222878" y="44986"/>
                </a:lnTo>
                <a:lnTo>
                  <a:pt x="222422" y="45252"/>
                </a:lnTo>
                <a:lnTo>
                  <a:pt x="221973" y="45528"/>
                </a:lnTo>
                <a:lnTo>
                  <a:pt x="221530" y="45812"/>
                </a:lnTo>
                <a:lnTo>
                  <a:pt x="221092" y="46105"/>
                </a:lnTo>
                <a:lnTo>
                  <a:pt x="220660" y="46407"/>
                </a:lnTo>
                <a:lnTo>
                  <a:pt x="220235" y="46717"/>
                </a:lnTo>
                <a:lnTo>
                  <a:pt x="219815" y="47036"/>
                </a:lnTo>
                <a:lnTo>
                  <a:pt x="219401" y="47363"/>
                </a:lnTo>
                <a:lnTo>
                  <a:pt x="218993" y="47700"/>
                </a:lnTo>
                <a:lnTo>
                  <a:pt x="218591" y="48045"/>
                </a:lnTo>
                <a:lnTo>
                  <a:pt x="218194" y="48399"/>
                </a:lnTo>
                <a:lnTo>
                  <a:pt x="217804" y="48761"/>
                </a:lnTo>
                <a:lnTo>
                  <a:pt x="217419" y="49132"/>
                </a:lnTo>
                <a:lnTo>
                  <a:pt x="217040" y="49512"/>
                </a:lnTo>
                <a:lnTo>
                  <a:pt x="216668" y="49901"/>
                </a:lnTo>
                <a:lnTo>
                  <a:pt x="216301" y="50298"/>
                </a:lnTo>
                <a:lnTo>
                  <a:pt x="215940" y="50704"/>
                </a:lnTo>
                <a:lnTo>
                  <a:pt x="215584" y="51118"/>
                </a:lnTo>
                <a:lnTo>
                  <a:pt x="215235" y="51542"/>
                </a:lnTo>
                <a:lnTo>
                  <a:pt x="214892" y="51974"/>
                </a:lnTo>
                <a:lnTo>
                  <a:pt x="214554" y="52415"/>
                </a:lnTo>
                <a:lnTo>
                  <a:pt x="214223" y="52863"/>
                </a:lnTo>
                <a:lnTo>
                  <a:pt x="213899" y="53320"/>
                </a:lnTo>
                <a:lnTo>
                  <a:pt x="213581" y="53783"/>
                </a:lnTo>
                <a:lnTo>
                  <a:pt x="213270" y="54254"/>
                </a:lnTo>
                <a:lnTo>
                  <a:pt x="212966" y="54733"/>
                </a:lnTo>
                <a:lnTo>
                  <a:pt x="212669" y="55219"/>
                </a:lnTo>
                <a:lnTo>
                  <a:pt x="212378" y="55712"/>
                </a:lnTo>
                <a:lnTo>
                  <a:pt x="212095" y="56213"/>
                </a:lnTo>
                <a:lnTo>
                  <a:pt x="211818" y="56721"/>
                </a:lnTo>
                <a:lnTo>
                  <a:pt x="211547" y="57236"/>
                </a:lnTo>
                <a:lnTo>
                  <a:pt x="211284" y="57759"/>
                </a:lnTo>
                <a:lnTo>
                  <a:pt x="211027" y="58290"/>
                </a:lnTo>
                <a:lnTo>
                  <a:pt x="210778" y="58827"/>
                </a:lnTo>
                <a:lnTo>
                  <a:pt x="210535" y="59373"/>
                </a:lnTo>
                <a:lnTo>
                  <a:pt x="210298" y="59925"/>
                </a:lnTo>
                <a:lnTo>
                  <a:pt x="210069" y="60485"/>
                </a:lnTo>
                <a:lnTo>
                  <a:pt x="209846" y="61053"/>
                </a:lnTo>
                <a:lnTo>
                  <a:pt x="209630" y="61628"/>
                </a:lnTo>
                <a:lnTo>
                  <a:pt x="209421" y="62210"/>
                </a:lnTo>
                <a:lnTo>
                  <a:pt x="209218" y="62800"/>
                </a:lnTo>
                <a:lnTo>
                  <a:pt x="209023" y="63397"/>
                </a:lnTo>
                <a:lnTo>
                  <a:pt x="208834" y="64001"/>
                </a:lnTo>
                <a:lnTo>
                  <a:pt x="208652" y="64613"/>
                </a:lnTo>
                <a:lnTo>
                  <a:pt x="208477" y="65233"/>
                </a:lnTo>
                <a:lnTo>
                  <a:pt x="208308" y="65859"/>
                </a:lnTo>
                <a:lnTo>
                  <a:pt x="208147" y="66491"/>
                </a:lnTo>
                <a:lnTo>
                  <a:pt x="207993" y="67130"/>
                </a:lnTo>
                <a:lnTo>
                  <a:pt x="207846" y="67775"/>
                </a:lnTo>
                <a:lnTo>
                  <a:pt x="207707" y="68427"/>
                </a:lnTo>
                <a:lnTo>
                  <a:pt x="207574" y="69084"/>
                </a:lnTo>
                <a:lnTo>
                  <a:pt x="207449" y="69748"/>
                </a:lnTo>
                <a:lnTo>
                  <a:pt x="207331" y="70418"/>
                </a:lnTo>
                <a:lnTo>
                  <a:pt x="207220" y="71094"/>
                </a:lnTo>
                <a:lnTo>
                  <a:pt x="207116" y="71777"/>
                </a:lnTo>
                <a:lnTo>
                  <a:pt x="207019" y="72466"/>
                </a:lnTo>
                <a:lnTo>
                  <a:pt x="206930" y="73161"/>
                </a:lnTo>
                <a:lnTo>
                  <a:pt x="206847" y="73863"/>
                </a:lnTo>
                <a:lnTo>
                  <a:pt x="206772" y="74570"/>
                </a:lnTo>
                <a:lnTo>
                  <a:pt x="206704" y="75284"/>
                </a:lnTo>
                <a:lnTo>
                  <a:pt x="206643" y="76005"/>
                </a:lnTo>
                <a:lnTo>
                  <a:pt x="206589" y="76731"/>
                </a:lnTo>
                <a:lnTo>
                  <a:pt x="206543" y="77464"/>
                </a:lnTo>
                <a:lnTo>
                  <a:pt x="206504" y="78203"/>
                </a:lnTo>
                <a:lnTo>
                  <a:pt x="206471" y="78948"/>
                </a:lnTo>
                <a:lnTo>
                  <a:pt x="206446" y="79700"/>
                </a:lnTo>
                <a:lnTo>
                  <a:pt x="206428" y="80458"/>
                </a:lnTo>
                <a:lnTo>
                  <a:pt x="206418" y="81222"/>
                </a:lnTo>
                <a:lnTo>
                  <a:pt x="206414" y="81992"/>
                </a:lnTo>
                <a:lnTo>
                  <a:pt x="206414" y="83539"/>
                </a:lnTo>
                <a:lnTo>
                  <a:pt x="206418" y="84279"/>
                </a:lnTo>
                <a:lnTo>
                  <a:pt x="206429" y="85014"/>
                </a:lnTo>
                <a:lnTo>
                  <a:pt x="206447" y="85744"/>
                </a:lnTo>
                <a:lnTo>
                  <a:pt x="206472" y="86468"/>
                </a:lnTo>
                <a:lnTo>
                  <a:pt x="206505" y="87188"/>
                </a:lnTo>
                <a:lnTo>
                  <a:pt x="206545" y="87902"/>
                </a:lnTo>
                <a:lnTo>
                  <a:pt x="206593" y="88610"/>
                </a:lnTo>
                <a:lnTo>
                  <a:pt x="206647" y="89314"/>
                </a:lnTo>
                <a:lnTo>
                  <a:pt x="206709" y="90012"/>
                </a:lnTo>
                <a:lnTo>
                  <a:pt x="206778" y="90705"/>
                </a:lnTo>
                <a:lnTo>
                  <a:pt x="206855" y="91393"/>
                </a:lnTo>
                <a:lnTo>
                  <a:pt x="206939" y="92075"/>
                </a:lnTo>
                <a:lnTo>
                  <a:pt x="207030" y="92753"/>
                </a:lnTo>
                <a:lnTo>
                  <a:pt x="207128" y="93425"/>
                </a:lnTo>
                <a:lnTo>
                  <a:pt x="207234" y="94091"/>
                </a:lnTo>
                <a:lnTo>
                  <a:pt x="207347" y="94753"/>
                </a:lnTo>
                <a:lnTo>
                  <a:pt x="207467" y="95409"/>
                </a:lnTo>
                <a:lnTo>
                  <a:pt x="207595" y="96060"/>
                </a:lnTo>
                <a:lnTo>
                  <a:pt x="207730" y="96706"/>
                </a:lnTo>
                <a:lnTo>
                  <a:pt x="207872" y="97347"/>
                </a:lnTo>
                <a:lnTo>
                  <a:pt x="208021" y="97982"/>
                </a:lnTo>
                <a:lnTo>
                  <a:pt x="208178" y="98612"/>
                </a:lnTo>
                <a:lnTo>
                  <a:pt x="208342" y="99237"/>
                </a:lnTo>
                <a:lnTo>
                  <a:pt x="208514" y="99857"/>
                </a:lnTo>
                <a:lnTo>
                  <a:pt x="208692" y="100470"/>
                </a:lnTo>
                <a:lnTo>
                  <a:pt x="208876" y="101077"/>
                </a:lnTo>
                <a:lnTo>
                  <a:pt x="209067" y="101676"/>
                </a:lnTo>
                <a:lnTo>
                  <a:pt x="209265" y="102269"/>
                </a:lnTo>
                <a:lnTo>
                  <a:pt x="209468" y="102855"/>
                </a:lnTo>
                <a:lnTo>
                  <a:pt x="209678" y="103434"/>
                </a:lnTo>
                <a:lnTo>
                  <a:pt x="209895" y="104006"/>
                </a:lnTo>
                <a:lnTo>
                  <a:pt x="210118" y="104571"/>
                </a:lnTo>
                <a:lnTo>
                  <a:pt x="210347" y="105130"/>
                </a:lnTo>
                <a:lnTo>
                  <a:pt x="210583" y="105681"/>
                </a:lnTo>
                <a:lnTo>
                  <a:pt x="210825" y="106225"/>
                </a:lnTo>
                <a:lnTo>
                  <a:pt x="211073" y="106763"/>
                </a:lnTo>
                <a:lnTo>
                  <a:pt x="211328" y="107293"/>
                </a:lnTo>
                <a:lnTo>
                  <a:pt x="211590" y="107817"/>
                </a:lnTo>
                <a:lnTo>
                  <a:pt x="211857" y="108334"/>
                </a:lnTo>
                <a:lnTo>
                  <a:pt x="212131" y="108844"/>
                </a:lnTo>
                <a:lnTo>
                  <a:pt x="212412" y="109347"/>
                </a:lnTo>
                <a:lnTo>
                  <a:pt x="212699" y="109843"/>
                </a:lnTo>
                <a:lnTo>
                  <a:pt x="212992" y="110332"/>
                </a:lnTo>
                <a:lnTo>
                  <a:pt x="213292" y="110815"/>
                </a:lnTo>
                <a:lnTo>
                  <a:pt x="213598" y="111290"/>
                </a:lnTo>
                <a:lnTo>
                  <a:pt x="213910" y="111758"/>
                </a:lnTo>
                <a:lnTo>
                  <a:pt x="214229" y="112220"/>
                </a:lnTo>
                <a:lnTo>
                  <a:pt x="214554" y="112675"/>
                </a:lnTo>
                <a:lnTo>
                  <a:pt x="214886" y="113122"/>
                </a:lnTo>
                <a:lnTo>
                  <a:pt x="215223" y="113560"/>
                </a:lnTo>
                <a:lnTo>
                  <a:pt x="215567" y="113990"/>
                </a:lnTo>
                <a:lnTo>
                  <a:pt x="215917" y="114412"/>
                </a:lnTo>
                <a:lnTo>
                  <a:pt x="216273" y="114825"/>
                </a:lnTo>
                <a:lnTo>
                  <a:pt x="216635" y="115230"/>
                </a:lnTo>
                <a:lnTo>
                  <a:pt x="217004" y="115626"/>
                </a:lnTo>
                <a:lnTo>
                  <a:pt x="217378" y="116014"/>
                </a:lnTo>
                <a:lnTo>
                  <a:pt x="217759" y="116394"/>
                </a:lnTo>
                <a:lnTo>
                  <a:pt x="218146" y="116765"/>
                </a:lnTo>
                <a:lnTo>
                  <a:pt x="218538" y="117127"/>
                </a:lnTo>
                <a:lnTo>
                  <a:pt x="218937" y="117482"/>
                </a:lnTo>
                <a:lnTo>
                  <a:pt x="219343" y="117827"/>
                </a:lnTo>
                <a:lnTo>
                  <a:pt x="219754" y="118164"/>
                </a:lnTo>
                <a:lnTo>
                  <a:pt x="220171" y="118493"/>
                </a:lnTo>
                <a:lnTo>
                  <a:pt x="220595" y="118814"/>
                </a:lnTo>
                <a:lnTo>
                  <a:pt x="221025" y="119126"/>
                </a:lnTo>
                <a:lnTo>
                  <a:pt x="221461" y="119429"/>
                </a:lnTo>
                <a:lnTo>
                  <a:pt x="221903" y="119724"/>
                </a:lnTo>
                <a:lnTo>
                  <a:pt x="222351" y="120011"/>
                </a:lnTo>
                <a:lnTo>
                  <a:pt x="222805" y="120289"/>
                </a:lnTo>
                <a:lnTo>
                  <a:pt x="223265" y="120559"/>
                </a:lnTo>
                <a:lnTo>
                  <a:pt x="223732" y="120820"/>
                </a:lnTo>
                <a:lnTo>
                  <a:pt x="224205" y="121073"/>
                </a:lnTo>
                <a:lnTo>
                  <a:pt x="224683" y="121316"/>
                </a:lnTo>
                <a:lnTo>
                  <a:pt x="225167" y="121549"/>
                </a:lnTo>
                <a:lnTo>
                  <a:pt x="225656" y="121772"/>
                </a:lnTo>
                <a:lnTo>
                  <a:pt x="226150" y="121984"/>
                </a:lnTo>
                <a:lnTo>
                  <a:pt x="226649" y="122186"/>
                </a:lnTo>
                <a:lnTo>
                  <a:pt x="227154" y="122378"/>
                </a:lnTo>
                <a:lnTo>
                  <a:pt x="227664" y="122559"/>
                </a:lnTo>
                <a:lnTo>
                  <a:pt x="228179" y="122730"/>
                </a:lnTo>
                <a:lnTo>
                  <a:pt x="228699" y="122891"/>
                </a:lnTo>
                <a:lnTo>
                  <a:pt x="229225" y="123041"/>
                </a:lnTo>
                <a:lnTo>
                  <a:pt x="229755" y="123181"/>
                </a:lnTo>
                <a:lnTo>
                  <a:pt x="230292" y="123310"/>
                </a:lnTo>
                <a:lnTo>
                  <a:pt x="230833" y="123430"/>
                </a:lnTo>
                <a:lnTo>
                  <a:pt x="231379" y="123538"/>
                </a:lnTo>
                <a:lnTo>
                  <a:pt x="231931" y="123637"/>
                </a:lnTo>
                <a:lnTo>
                  <a:pt x="232488" y="123725"/>
                </a:lnTo>
                <a:lnTo>
                  <a:pt x="233051" y="123803"/>
                </a:lnTo>
                <a:lnTo>
                  <a:pt x="233618" y="123870"/>
                </a:lnTo>
                <a:lnTo>
                  <a:pt x="234191" y="123927"/>
                </a:lnTo>
                <a:lnTo>
                  <a:pt x="234769" y="123973"/>
                </a:lnTo>
                <a:lnTo>
                  <a:pt x="235352" y="124010"/>
                </a:lnTo>
                <a:lnTo>
                  <a:pt x="235941" y="124036"/>
                </a:lnTo>
                <a:lnTo>
                  <a:pt x="236534" y="124051"/>
                </a:lnTo>
                <a:lnTo>
                  <a:pt x="237133" y="124056"/>
                </a:lnTo>
                <a:lnTo>
                  <a:pt x="237732" y="124052"/>
                </a:lnTo>
                <a:lnTo>
                  <a:pt x="238325" y="124040"/>
                </a:lnTo>
                <a:lnTo>
                  <a:pt x="238912" y="124021"/>
                </a:lnTo>
                <a:lnTo>
                  <a:pt x="239494" y="123993"/>
                </a:lnTo>
                <a:lnTo>
                  <a:pt x="240070" y="123957"/>
                </a:lnTo>
                <a:lnTo>
                  <a:pt x="240640" y="123914"/>
                </a:lnTo>
                <a:lnTo>
                  <a:pt x="241204" y="123862"/>
                </a:lnTo>
                <a:lnTo>
                  <a:pt x="241762" y="123803"/>
                </a:lnTo>
                <a:lnTo>
                  <a:pt x="242315" y="123735"/>
                </a:lnTo>
                <a:lnTo>
                  <a:pt x="242862" y="123660"/>
                </a:lnTo>
                <a:lnTo>
                  <a:pt x="243403" y="123577"/>
                </a:lnTo>
                <a:lnTo>
                  <a:pt x="243938" y="123485"/>
                </a:lnTo>
                <a:lnTo>
                  <a:pt x="244468" y="123386"/>
                </a:lnTo>
                <a:lnTo>
                  <a:pt x="244992" y="123279"/>
                </a:lnTo>
                <a:lnTo>
                  <a:pt x="245510" y="123164"/>
                </a:lnTo>
                <a:lnTo>
                  <a:pt x="246023" y="123041"/>
                </a:lnTo>
                <a:lnTo>
                  <a:pt x="246529" y="122911"/>
                </a:lnTo>
                <a:lnTo>
                  <a:pt x="247030" y="122772"/>
                </a:lnTo>
                <a:lnTo>
                  <a:pt x="247525" y="122625"/>
                </a:lnTo>
                <a:lnTo>
                  <a:pt x="248015" y="122470"/>
                </a:lnTo>
                <a:lnTo>
                  <a:pt x="248498" y="122308"/>
                </a:lnTo>
                <a:lnTo>
                  <a:pt x="248976" y="122137"/>
                </a:lnTo>
                <a:lnTo>
                  <a:pt x="249448" y="121959"/>
                </a:lnTo>
                <a:lnTo>
                  <a:pt x="249915" y="121773"/>
                </a:lnTo>
                <a:lnTo>
                  <a:pt x="250375" y="121579"/>
                </a:lnTo>
                <a:lnTo>
                  <a:pt x="250831" y="121379"/>
                </a:lnTo>
                <a:lnTo>
                  <a:pt x="251280" y="121173"/>
                </a:lnTo>
                <a:lnTo>
                  <a:pt x="251725" y="120960"/>
                </a:lnTo>
                <a:lnTo>
                  <a:pt x="252163" y="120741"/>
                </a:lnTo>
                <a:lnTo>
                  <a:pt x="252597" y="120516"/>
                </a:lnTo>
                <a:lnTo>
                  <a:pt x="253024" y="120284"/>
                </a:lnTo>
                <a:lnTo>
                  <a:pt x="253447" y="120046"/>
                </a:lnTo>
                <a:lnTo>
                  <a:pt x="253863" y="119801"/>
                </a:lnTo>
                <a:lnTo>
                  <a:pt x="254275" y="119550"/>
                </a:lnTo>
                <a:lnTo>
                  <a:pt x="254680" y="119292"/>
                </a:lnTo>
                <a:lnTo>
                  <a:pt x="255081" y="119029"/>
                </a:lnTo>
                <a:lnTo>
                  <a:pt x="255475" y="118758"/>
                </a:lnTo>
                <a:lnTo>
                  <a:pt x="255865" y="118482"/>
                </a:lnTo>
                <a:lnTo>
                  <a:pt x="256248" y="118199"/>
                </a:lnTo>
                <a:lnTo>
                  <a:pt x="256627" y="117909"/>
                </a:lnTo>
                <a:lnTo>
                  <a:pt x="256999" y="117613"/>
                </a:lnTo>
                <a:lnTo>
                  <a:pt x="257367" y="117311"/>
                </a:lnTo>
                <a:lnTo>
                  <a:pt x="257728" y="117003"/>
                </a:lnTo>
                <a:lnTo>
                  <a:pt x="258085" y="116688"/>
                </a:lnTo>
                <a:lnTo>
                  <a:pt x="258435" y="116366"/>
                </a:lnTo>
                <a:lnTo>
                  <a:pt x="258781" y="116038"/>
                </a:lnTo>
                <a:lnTo>
                  <a:pt x="259120" y="115704"/>
                </a:lnTo>
                <a:lnTo>
                  <a:pt x="259455" y="115364"/>
                </a:lnTo>
                <a:lnTo>
                  <a:pt x="259783" y="115017"/>
                </a:lnTo>
                <a:lnTo>
                  <a:pt x="260107" y="114665"/>
                </a:lnTo>
                <a:lnTo>
                  <a:pt x="260424" y="114308"/>
                </a:lnTo>
                <a:lnTo>
                  <a:pt x="260737" y="113945"/>
                </a:lnTo>
                <a:lnTo>
                  <a:pt x="261043" y="113578"/>
                </a:lnTo>
                <a:lnTo>
                  <a:pt x="261345" y="113204"/>
                </a:lnTo>
                <a:lnTo>
                  <a:pt x="261640" y="112825"/>
                </a:lnTo>
                <a:lnTo>
                  <a:pt x="261738" y="112696"/>
                </a:lnTo>
                <a:lnTo>
                  <a:pt x="261738" y="153229"/>
                </a:lnTo>
                <a:lnTo>
                  <a:pt x="270579" y="153229"/>
                </a:lnTo>
                <a:lnTo>
                  <a:pt x="270579" y="42875"/>
                </a:lnTo>
                <a:lnTo>
                  <a:pt x="262328" y="42875"/>
                </a:lnTo>
                <a:lnTo>
                  <a:pt x="261910" y="53730"/>
                </a:lnTo>
                <a:lnTo>
                  <a:pt x="261872" y="53674"/>
                </a:lnTo>
                <a:lnTo>
                  <a:pt x="261587" y="53270"/>
                </a:lnTo>
                <a:close/>
                <a:moveTo>
                  <a:pt x="260689" y="104438"/>
                </a:moveTo>
                <a:lnTo>
                  <a:pt x="260443" y="104854"/>
                </a:lnTo>
                <a:lnTo>
                  <a:pt x="260191" y="105267"/>
                </a:lnTo>
                <a:lnTo>
                  <a:pt x="259934" y="105676"/>
                </a:lnTo>
                <a:lnTo>
                  <a:pt x="259669" y="106081"/>
                </a:lnTo>
                <a:lnTo>
                  <a:pt x="259397" y="106479"/>
                </a:lnTo>
                <a:lnTo>
                  <a:pt x="259119" y="106870"/>
                </a:lnTo>
                <a:lnTo>
                  <a:pt x="258833" y="107255"/>
                </a:lnTo>
                <a:lnTo>
                  <a:pt x="258539" y="107633"/>
                </a:lnTo>
                <a:lnTo>
                  <a:pt x="258239" y="108004"/>
                </a:lnTo>
                <a:lnTo>
                  <a:pt x="257932" y="108368"/>
                </a:lnTo>
                <a:lnTo>
                  <a:pt x="257617" y="108725"/>
                </a:lnTo>
                <a:lnTo>
                  <a:pt x="257295" y="109076"/>
                </a:lnTo>
                <a:lnTo>
                  <a:pt x="256966" y="109420"/>
                </a:lnTo>
                <a:lnTo>
                  <a:pt x="256630" y="109757"/>
                </a:lnTo>
                <a:lnTo>
                  <a:pt x="256287" y="110087"/>
                </a:lnTo>
                <a:lnTo>
                  <a:pt x="255937" y="110411"/>
                </a:lnTo>
                <a:lnTo>
                  <a:pt x="255579" y="110727"/>
                </a:lnTo>
                <a:lnTo>
                  <a:pt x="255214" y="111037"/>
                </a:lnTo>
                <a:lnTo>
                  <a:pt x="254842" y="111340"/>
                </a:lnTo>
                <a:lnTo>
                  <a:pt x="254463" y="111637"/>
                </a:lnTo>
                <a:lnTo>
                  <a:pt x="254077" y="111927"/>
                </a:lnTo>
                <a:lnTo>
                  <a:pt x="253684" y="112209"/>
                </a:lnTo>
                <a:lnTo>
                  <a:pt x="253283" y="112485"/>
                </a:lnTo>
                <a:lnTo>
                  <a:pt x="252875" y="112755"/>
                </a:lnTo>
                <a:lnTo>
                  <a:pt x="252460" y="113017"/>
                </a:lnTo>
                <a:lnTo>
                  <a:pt x="252038" y="113273"/>
                </a:lnTo>
                <a:lnTo>
                  <a:pt x="251609" y="113522"/>
                </a:lnTo>
                <a:lnTo>
                  <a:pt x="251172" y="113762"/>
                </a:lnTo>
                <a:lnTo>
                  <a:pt x="250727" y="113993"/>
                </a:lnTo>
                <a:lnTo>
                  <a:pt x="250273" y="114213"/>
                </a:lnTo>
                <a:lnTo>
                  <a:pt x="249811" y="114422"/>
                </a:lnTo>
                <a:lnTo>
                  <a:pt x="249341" y="114622"/>
                </a:lnTo>
                <a:lnTo>
                  <a:pt x="248863" y="114811"/>
                </a:lnTo>
                <a:lnTo>
                  <a:pt x="248376" y="114990"/>
                </a:lnTo>
                <a:lnTo>
                  <a:pt x="247881" y="115159"/>
                </a:lnTo>
                <a:lnTo>
                  <a:pt x="247377" y="115318"/>
                </a:lnTo>
                <a:lnTo>
                  <a:pt x="246865" y="115466"/>
                </a:lnTo>
                <a:lnTo>
                  <a:pt x="246345" y="115604"/>
                </a:lnTo>
                <a:lnTo>
                  <a:pt x="245817" y="115732"/>
                </a:lnTo>
                <a:lnTo>
                  <a:pt x="245280" y="115850"/>
                </a:lnTo>
                <a:lnTo>
                  <a:pt x="244735" y="115957"/>
                </a:lnTo>
                <a:lnTo>
                  <a:pt x="244182" y="116054"/>
                </a:lnTo>
                <a:lnTo>
                  <a:pt x="243620" y="116141"/>
                </a:lnTo>
                <a:lnTo>
                  <a:pt x="243050" y="116218"/>
                </a:lnTo>
                <a:lnTo>
                  <a:pt x="242472" y="116284"/>
                </a:lnTo>
                <a:lnTo>
                  <a:pt x="241885" y="116341"/>
                </a:lnTo>
                <a:lnTo>
                  <a:pt x="241291" y="116387"/>
                </a:lnTo>
                <a:lnTo>
                  <a:pt x="240687" y="116423"/>
                </a:lnTo>
                <a:lnTo>
                  <a:pt x="240076" y="116448"/>
                </a:lnTo>
                <a:lnTo>
                  <a:pt x="239456" y="116463"/>
                </a:lnTo>
                <a:lnTo>
                  <a:pt x="238828" y="116469"/>
                </a:lnTo>
                <a:lnTo>
                  <a:pt x="238327" y="116464"/>
                </a:lnTo>
                <a:lnTo>
                  <a:pt x="237832" y="116451"/>
                </a:lnTo>
                <a:lnTo>
                  <a:pt x="237343" y="116429"/>
                </a:lnTo>
                <a:lnTo>
                  <a:pt x="236859" y="116398"/>
                </a:lnTo>
                <a:lnTo>
                  <a:pt x="236381" y="116358"/>
                </a:lnTo>
                <a:lnTo>
                  <a:pt x="235909" y="116310"/>
                </a:lnTo>
                <a:lnTo>
                  <a:pt x="235442" y="116252"/>
                </a:lnTo>
                <a:lnTo>
                  <a:pt x="234981" y="116186"/>
                </a:lnTo>
                <a:lnTo>
                  <a:pt x="234525" y="116111"/>
                </a:lnTo>
                <a:lnTo>
                  <a:pt x="234075" y="116027"/>
                </a:lnTo>
                <a:lnTo>
                  <a:pt x="233631" y="115935"/>
                </a:lnTo>
                <a:lnTo>
                  <a:pt x="233192" y="115833"/>
                </a:lnTo>
                <a:lnTo>
                  <a:pt x="232759" y="115723"/>
                </a:lnTo>
                <a:lnTo>
                  <a:pt x="232332" y="115604"/>
                </a:lnTo>
                <a:lnTo>
                  <a:pt x="231910" y="115476"/>
                </a:lnTo>
                <a:lnTo>
                  <a:pt x="231494" y="115339"/>
                </a:lnTo>
                <a:lnTo>
                  <a:pt x="231083" y="115193"/>
                </a:lnTo>
                <a:lnTo>
                  <a:pt x="230678" y="115039"/>
                </a:lnTo>
                <a:lnTo>
                  <a:pt x="230279" y="114876"/>
                </a:lnTo>
                <a:lnTo>
                  <a:pt x="229885" y="114704"/>
                </a:lnTo>
                <a:lnTo>
                  <a:pt x="229497" y="114523"/>
                </a:lnTo>
                <a:lnTo>
                  <a:pt x="229115" y="114333"/>
                </a:lnTo>
                <a:lnTo>
                  <a:pt x="228738" y="114134"/>
                </a:lnTo>
                <a:lnTo>
                  <a:pt x="228367" y="113927"/>
                </a:lnTo>
                <a:lnTo>
                  <a:pt x="228001" y="113712"/>
                </a:lnTo>
                <a:lnTo>
                  <a:pt x="227641" y="113490"/>
                </a:lnTo>
                <a:lnTo>
                  <a:pt x="227286" y="113262"/>
                </a:lnTo>
                <a:lnTo>
                  <a:pt x="226936" y="113027"/>
                </a:lnTo>
                <a:lnTo>
                  <a:pt x="226591" y="112785"/>
                </a:lnTo>
                <a:lnTo>
                  <a:pt x="226251" y="112537"/>
                </a:lnTo>
                <a:lnTo>
                  <a:pt x="225917" y="112282"/>
                </a:lnTo>
                <a:lnTo>
                  <a:pt x="225588" y="112020"/>
                </a:lnTo>
                <a:lnTo>
                  <a:pt x="225264" y="111752"/>
                </a:lnTo>
                <a:lnTo>
                  <a:pt x="224946" y="111477"/>
                </a:lnTo>
                <a:lnTo>
                  <a:pt x="224632" y="111195"/>
                </a:lnTo>
                <a:lnTo>
                  <a:pt x="224324" y="110907"/>
                </a:lnTo>
                <a:lnTo>
                  <a:pt x="224022" y="110612"/>
                </a:lnTo>
                <a:lnTo>
                  <a:pt x="223724" y="110310"/>
                </a:lnTo>
                <a:lnTo>
                  <a:pt x="223432" y="110002"/>
                </a:lnTo>
                <a:lnTo>
                  <a:pt x="223145" y="109687"/>
                </a:lnTo>
                <a:lnTo>
                  <a:pt x="222863" y="109366"/>
                </a:lnTo>
                <a:lnTo>
                  <a:pt x="222586" y="109037"/>
                </a:lnTo>
                <a:lnTo>
                  <a:pt x="222315" y="108703"/>
                </a:lnTo>
                <a:lnTo>
                  <a:pt x="222049" y="108361"/>
                </a:lnTo>
                <a:lnTo>
                  <a:pt x="221788" y="108013"/>
                </a:lnTo>
                <a:lnTo>
                  <a:pt x="221532" y="107658"/>
                </a:lnTo>
                <a:lnTo>
                  <a:pt x="221282" y="107297"/>
                </a:lnTo>
                <a:lnTo>
                  <a:pt x="221037" y="106929"/>
                </a:lnTo>
                <a:lnTo>
                  <a:pt x="220797" y="106555"/>
                </a:lnTo>
                <a:lnTo>
                  <a:pt x="220563" y="106175"/>
                </a:lnTo>
                <a:lnTo>
                  <a:pt x="220333" y="105790"/>
                </a:lnTo>
                <a:lnTo>
                  <a:pt x="220109" y="105400"/>
                </a:lnTo>
                <a:lnTo>
                  <a:pt x="219890" y="105004"/>
                </a:lnTo>
                <a:lnTo>
                  <a:pt x="219676" y="104603"/>
                </a:lnTo>
                <a:lnTo>
                  <a:pt x="219468" y="104197"/>
                </a:lnTo>
                <a:lnTo>
                  <a:pt x="219265" y="103785"/>
                </a:lnTo>
                <a:lnTo>
                  <a:pt x="219067" y="103368"/>
                </a:lnTo>
                <a:lnTo>
                  <a:pt x="218874" y="102946"/>
                </a:lnTo>
                <a:lnTo>
                  <a:pt x="218687" y="102518"/>
                </a:lnTo>
                <a:lnTo>
                  <a:pt x="218505" y="102085"/>
                </a:lnTo>
                <a:lnTo>
                  <a:pt x="218328" y="101646"/>
                </a:lnTo>
                <a:lnTo>
                  <a:pt x="218156" y="101202"/>
                </a:lnTo>
                <a:lnTo>
                  <a:pt x="217990" y="100753"/>
                </a:lnTo>
                <a:lnTo>
                  <a:pt x="217828" y="100299"/>
                </a:lnTo>
                <a:lnTo>
                  <a:pt x="217672" y="99838"/>
                </a:lnTo>
                <a:lnTo>
                  <a:pt x="217522" y="99373"/>
                </a:lnTo>
                <a:lnTo>
                  <a:pt x="217376" y="98902"/>
                </a:lnTo>
                <a:lnTo>
                  <a:pt x="217236" y="98426"/>
                </a:lnTo>
                <a:lnTo>
                  <a:pt x="217101" y="97945"/>
                </a:lnTo>
                <a:lnTo>
                  <a:pt x="216971" y="97458"/>
                </a:lnTo>
                <a:lnTo>
                  <a:pt x="216847" y="96965"/>
                </a:lnTo>
                <a:lnTo>
                  <a:pt x="216727" y="96468"/>
                </a:lnTo>
                <a:lnTo>
                  <a:pt x="216613" y="95966"/>
                </a:lnTo>
                <a:lnTo>
                  <a:pt x="216504" y="95461"/>
                </a:lnTo>
                <a:lnTo>
                  <a:pt x="216399" y="94952"/>
                </a:lnTo>
                <a:lnTo>
                  <a:pt x="216300" y="94441"/>
                </a:lnTo>
                <a:lnTo>
                  <a:pt x="216205" y="93926"/>
                </a:lnTo>
                <a:lnTo>
                  <a:pt x="216115" y="93408"/>
                </a:lnTo>
                <a:lnTo>
                  <a:pt x="216030" y="92887"/>
                </a:lnTo>
                <a:lnTo>
                  <a:pt x="215950" y="92363"/>
                </a:lnTo>
                <a:lnTo>
                  <a:pt x="215875" y="91835"/>
                </a:lnTo>
                <a:lnTo>
                  <a:pt x="215804" y="91305"/>
                </a:lnTo>
                <a:lnTo>
                  <a:pt x="215738" y="90771"/>
                </a:lnTo>
                <a:lnTo>
                  <a:pt x="215678" y="90234"/>
                </a:lnTo>
                <a:lnTo>
                  <a:pt x="215622" y="89693"/>
                </a:lnTo>
                <a:lnTo>
                  <a:pt x="215571" y="89150"/>
                </a:lnTo>
                <a:lnTo>
                  <a:pt x="215525" y="88603"/>
                </a:lnTo>
                <a:lnTo>
                  <a:pt x="215483" y="88053"/>
                </a:lnTo>
                <a:lnTo>
                  <a:pt x="215447" y="87500"/>
                </a:lnTo>
                <a:lnTo>
                  <a:pt x="215415" y="86944"/>
                </a:lnTo>
                <a:lnTo>
                  <a:pt x="215389" y="86384"/>
                </a:lnTo>
                <a:lnTo>
                  <a:pt x="215367" y="85822"/>
                </a:lnTo>
                <a:lnTo>
                  <a:pt x="215350" y="85256"/>
                </a:lnTo>
                <a:lnTo>
                  <a:pt x="215337" y="84687"/>
                </a:lnTo>
                <a:lnTo>
                  <a:pt x="215330" y="84115"/>
                </a:lnTo>
                <a:lnTo>
                  <a:pt x="215328" y="83539"/>
                </a:lnTo>
                <a:lnTo>
                  <a:pt x="215328" y="81992"/>
                </a:lnTo>
                <a:lnTo>
                  <a:pt x="215330" y="81411"/>
                </a:lnTo>
                <a:lnTo>
                  <a:pt x="215337" y="80833"/>
                </a:lnTo>
                <a:lnTo>
                  <a:pt x="215350" y="80259"/>
                </a:lnTo>
                <a:lnTo>
                  <a:pt x="215367" y="79688"/>
                </a:lnTo>
                <a:lnTo>
                  <a:pt x="215389" y="79121"/>
                </a:lnTo>
                <a:lnTo>
                  <a:pt x="215415" y="78557"/>
                </a:lnTo>
                <a:lnTo>
                  <a:pt x="215447" y="77997"/>
                </a:lnTo>
                <a:lnTo>
                  <a:pt x="215483" y="77441"/>
                </a:lnTo>
                <a:lnTo>
                  <a:pt x="215525" y="76888"/>
                </a:lnTo>
                <a:lnTo>
                  <a:pt x="215571" y="76339"/>
                </a:lnTo>
                <a:lnTo>
                  <a:pt x="215622" y="75794"/>
                </a:lnTo>
                <a:lnTo>
                  <a:pt x="215678" y="75252"/>
                </a:lnTo>
                <a:lnTo>
                  <a:pt x="215738" y="74713"/>
                </a:lnTo>
                <a:lnTo>
                  <a:pt x="215804" y="74178"/>
                </a:lnTo>
                <a:lnTo>
                  <a:pt x="215875" y="73647"/>
                </a:lnTo>
                <a:lnTo>
                  <a:pt x="215950" y="73119"/>
                </a:lnTo>
                <a:lnTo>
                  <a:pt x="216030" y="72595"/>
                </a:lnTo>
                <a:lnTo>
                  <a:pt x="216115" y="72075"/>
                </a:lnTo>
                <a:lnTo>
                  <a:pt x="216205" y="71558"/>
                </a:lnTo>
                <a:lnTo>
                  <a:pt x="216300" y="71044"/>
                </a:lnTo>
                <a:lnTo>
                  <a:pt x="216399" y="70534"/>
                </a:lnTo>
                <a:lnTo>
                  <a:pt x="216504" y="70028"/>
                </a:lnTo>
                <a:lnTo>
                  <a:pt x="216613" y="69526"/>
                </a:lnTo>
                <a:lnTo>
                  <a:pt x="216727" y="69027"/>
                </a:lnTo>
                <a:lnTo>
                  <a:pt x="216847" y="68532"/>
                </a:lnTo>
                <a:lnTo>
                  <a:pt x="216971" y="68042"/>
                </a:lnTo>
                <a:lnTo>
                  <a:pt x="217101" y="67558"/>
                </a:lnTo>
                <a:lnTo>
                  <a:pt x="217236" y="67078"/>
                </a:lnTo>
                <a:lnTo>
                  <a:pt x="217376" y="66604"/>
                </a:lnTo>
                <a:lnTo>
                  <a:pt x="217522" y="66135"/>
                </a:lnTo>
                <a:lnTo>
                  <a:pt x="217672" y="65671"/>
                </a:lnTo>
                <a:lnTo>
                  <a:pt x="217828" y="65212"/>
                </a:lnTo>
                <a:lnTo>
                  <a:pt x="217990" y="64758"/>
                </a:lnTo>
                <a:lnTo>
                  <a:pt x="218156" y="64310"/>
                </a:lnTo>
                <a:lnTo>
                  <a:pt x="218328" y="63866"/>
                </a:lnTo>
                <a:lnTo>
                  <a:pt x="218505" y="63428"/>
                </a:lnTo>
                <a:lnTo>
                  <a:pt x="218687" y="62995"/>
                </a:lnTo>
                <a:lnTo>
                  <a:pt x="218874" y="62566"/>
                </a:lnTo>
                <a:lnTo>
                  <a:pt x="219067" y="62143"/>
                </a:lnTo>
                <a:lnTo>
                  <a:pt x="219265" y="61725"/>
                </a:lnTo>
                <a:lnTo>
                  <a:pt x="219468" y="61312"/>
                </a:lnTo>
                <a:lnTo>
                  <a:pt x="219676" y="60905"/>
                </a:lnTo>
                <a:lnTo>
                  <a:pt x="219890" y="60502"/>
                </a:lnTo>
                <a:lnTo>
                  <a:pt x="220109" y="60105"/>
                </a:lnTo>
                <a:lnTo>
                  <a:pt x="220333" y="59712"/>
                </a:lnTo>
                <a:lnTo>
                  <a:pt x="220563" y="59325"/>
                </a:lnTo>
                <a:lnTo>
                  <a:pt x="220797" y="58943"/>
                </a:lnTo>
                <a:lnTo>
                  <a:pt x="221037" y="58566"/>
                </a:lnTo>
                <a:lnTo>
                  <a:pt x="221282" y="58195"/>
                </a:lnTo>
                <a:lnTo>
                  <a:pt x="221533" y="57830"/>
                </a:lnTo>
                <a:lnTo>
                  <a:pt x="221789" y="57473"/>
                </a:lnTo>
                <a:lnTo>
                  <a:pt x="222050" y="57122"/>
                </a:lnTo>
                <a:lnTo>
                  <a:pt x="222317" y="56778"/>
                </a:lnTo>
                <a:lnTo>
                  <a:pt x="222589" y="56441"/>
                </a:lnTo>
                <a:lnTo>
                  <a:pt x="222866" y="56111"/>
                </a:lnTo>
                <a:lnTo>
                  <a:pt x="223149" y="55787"/>
                </a:lnTo>
                <a:lnTo>
                  <a:pt x="223437" y="55470"/>
                </a:lnTo>
                <a:lnTo>
                  <a:pt x="223730" y="55160"/>
                </a:lnTo>
                <a:lnTo>
                  <a:pt x="224029" y="54857"/>
                </a:lnTo>
                <a:lnTo>
                  <a:pt x="224334" y="54560"/>
                </a:lnTo>
                <a:lnTo>
                  <a:pt x="224643" y="54270"/>
                </a:lnTo>
                <a:lnTo>
                  <a:pt x="224958" y="53987"/>
                </a:lnTo>
                <a:lnTo>
                  <a:pt x="225279" y="53711"/>
                </a:lnTo>
                <a:lnTo>
                  <a:pt x="225604" y="53442"/>
                </a:lnTo>
                <a:lnTo>
                  <a:pt x="225936" y="53179"/>
                </a:lnTo>
                <a:lnTo>
                  <a:pt x="226272" y="52923"/>
                </a:lnTo>
                <a:lnTo>
                  <a:pt x="226614" y="52674"/>
                </a:lnTo>
                <a:lnTo>
                  <a:pt x="226961" y="52432"/>
                </a:lnTo>
                <a:lnTo>
                  <a:pt x="227314" y="52196"/>
                </a:lnTo>
                <a:lnTo>
                  <a:pt x="227672" y="51968"/>
                </a:lnTo>
                <a:lnTo>
                  <a:pt x="228035" y="51746"/>
                </a:lnTo>
                <a:lnTo>
                  <a:pt x="228404" y="51531"/>
                </a:lnTo>
                <a:lnTo>
                  <a:pt x="228778" y="51323"/>
                </a:lnTo>
                <a:lnTo>
                  <a:pt x="229158" y="51125"/>
                </a:lnTo>
                <a:lnTo>
                  <a:pt x="229544" y="50935"/>
                </a:lnTo>
                <a:lnTo>
                  <a:pt x="229935" y="50754"/>
                </a:lnTo>
                <a:lnTo>
                  <a:pt x="230333" y="50582"/>
                </a:lnTo>
                <a:lnTo>
                  <a:pt x="230736" y="50419"/>
                </a:lnTo>
                <a:lnTo>
                  <a:pt x="231145" y="50264"/>
                </a:lnTo>
                <a:lnTo>
                  <a:pt x="231559" y="50119"/>
                </a:lnTo>
                <a:lnTo>
                  <a:pt x="231980" y="49982"/>
                </a:lnTo>
                <a:lnTo>
                  <a:pt x="232406" y="49854"/>
                </a:lnTo>
                <a:lnTo>
                  <a:pt x="232837" y="49735"/>
                </a:lnTo>
                <a:lnTo>
                  <a:pt x="233275" y="49624"/>
                </a:lnTo>
                <a:lnTo>
                  <a:pt x="233718" y="49523"/>
                </a:lnTo>
                <a:lnTo>
                  <a:pt x="234168" y="49430"/>
                </a:lnTo>
                <a:lnTo>
                  <a:pt x="234622" y="49346"/>
                </a:lnTo>
                <a:lnTo>
                  <a:pt x="235083" y="49271"/>
                </a:lnTo>
                <a:lnTo>
                  <a:pt x="235549" y="49205"/>
                </a:lnTo>
                <a:lnTo>
                  <a:pt x="236021" y="49148"/>
                </a:lnTo>
                <a:lnTo>
                  <a:pt x="236499" y="49099"/>
                </a:lnTo>
                <a:lnTo>
                  <a:pt x="236983" y="49060"/>
                </a:lnTo>
                <a:lnTo>
                  <a:pt x="237472" y="49029"/>
                </a:lnTo>
                <a:lnTo>
                  <a:pt x="237968" y="49007"/>
                </a:lnTo>
                <a:lnTo>
                  <a:pt x="238468" y="48993"/>
                </a:lnTo>
                <a:lnTo>
                  <a:pt x="238975" y="48989"/>
                </a:lnTo>
                <a:lnTo>
                  <a:pt x="239494" y="48993"/>
                </a:lnTo>
                <a:lnTo>
                  <a:pt x="240006" y="49004"/>
                </a:lnTo>
                <a:lnTo>
                  <a:pt x="240513" y="49023"/>
                </a:lnTo>
                <a:lnTo>
                  <a:pt x="241013" y="49049"/>
                </a:lnTo>
                <a:lnTo>
                  <a:pt x="241507" y="49083"/>
                </a:lnTo>
                <a:lnTo>
                  <a:pt x="241995" y="49125"/>
                </a:lnTo>
                <a:lnTo>
                  <a:pt x="242477" y="49174"/>
                </a:lnTo>
                <a:lnTo>
                  <a:pt x="242953" y="49230"/>
                </a:lnTo>
                <a:lnTo>
                  <a:pt x="243423" y="49295"/>
                </a:lnTo>
                <a:lnTo>
                  <a:pt x="243886" y="49366"/>
                </a:lnTo>
                <a:lnTo>
                  <a:pt x="244344" y="49446"/>
                </a:lnTo>
                <a:lnTo>
                  <a:pt x="244795" y="49532"/>
                </a:lnTo>
                <a:lnTo>
                  <a:pt x="245240" y="49627"/>
                </a:lnTo>
                <a:lnTo>
                  <a:pt x="245679" y="49728"/>
                </a:lnTo>
                <a:lnTo>
                  <a:pt x="246112" y="49838"/>
                </a:lnTo>
                <a:lnTo>
                  <a:pt x="246538" y="49955"/>
                </a:lnTo>
                <a:lnTo>
                  <a:pt x="246959" y="50079"/>
                </a:lnTo>
                <a:lnTo>
                  <a:pt x="247373" y="50211"/>
                </a:lnTo>
                <a:lnTo>
                  <a:pt x="247781" y="50351"/>
                </a:lnTo>
                <a:lnTo>
                  <a:pt x="248184" y="50498"/>
                </a:lnTo>
                <a:lnTo>
                  <a:pt x="248580" y="50653"/>
                </a:lnTo>
                <a:lnTo>
                  <a:pt x="248969" y="50815"/>
                </a:lnTo>
                <a:lnTo>
                  <a:pt x="249353" y="50985"/>
                </a:lnTo>
                <a:lnTo>
                  <a:pt x="249731" y="51162"/>
                </a:lnTo>
                <a:lnTo>
                  <a:pt x="250102" y="51346"/>
                </a:lnTo>
                <a:lnTo>
                  <a:pt x="250469" y="51534"/>
                </a:lnTo>
                <a:lnTo>
                  <a:pt x="250830" y="51726"/>
                </a:lnTo>
                <a:lnTo>
                  <a:pt x="251187" y="51923"/>
                </a:lnTo>
                <a:lnTo>
                  <a:pt x="251537" y="52125"/>
                </a:lnTo>
                <a:lnTo>
                  <a:pt x="251883" y="52332"/>
                </a:lnTo>
                <a:lnTo>
                  <a:pt x="252223" y="52543"/>
                </a:lnTo>
                <a:lnTo>
                  <a:pt x="252559" y="52758"/>
                </a:lnTo>
                <a:lnTo>
                  <a:pt x="252888" y="52979"/>
                </a:lnTo>
                <a:lnTo>
                  <a:pt x="253213" y="53203"/>
                </a:lnTo>
                <a:lnTo>
                  <a:pt x="253533" y="53433"/>
                </a:lnTo>
                <a:lnTo>
                  <a:pt x="253847" y="53667"/>
                </a:lnTo>
                <a:lnTo>
                  <a:pt x="254156" y="53906"/>
                </a:lnTo>
                <a:lnTo>
                  <a:pt x="254459" y="54149"/>
                </a:lnTo>
                <a:lnTo>
                  <a:pt x="254758" y="54397"/>
                </a:lnTo>
                <a:lnTo>
                  <a:pt x="255051" y="54649"/>
                </a:lnTo>
                <a:lnTo>
                  <a:pt x="255339" y="54906"/>
                </a:lnTo>
                <a:lnTo>
                  <a:pt x="255622" y="55168"/>
                </a:lnTo>
                <a:lnTo>
                  <a:pt x="255899" y="55434"/>
                </a:lnTo>
                <a:lnTo>
                  <a:pt x="256171" y="55705"/>
                </a:lnTo>
                <a:lnTo>
                  <a:pt x="256438" y="55981"/>
                </a:lnTo>
                <a:lnTo>
                  <a:pt x="256700" y="56261"/>
                </a:lnTo>
                <a:lnTo>
                  <a:pt x="256957" y="56545"/>
                </a:lnTo>
                <a:lnTo>
                  <a:pt x="257208" y="56835"/>
                </a:lnTo>
                <a:lnTo>
                  <a:pt x="257454" y="57127"/>
                </a:lnTo>
                <a:lnTo>
                  <a:pt x="257697" y="57422"/>
                </a:lnTo>
                <a:lnTo>
                  <a:pt x="257935" y="57718"/>
                </a:lnTo>
                <a:lnTo>
                  <a:pt x="258169" y="58016"/>
                </a:lnTo>
                <a:lnTo>
                  <a:pt x="258398" y="58317"/>
                </a:lnTo>
                <a:lnTo>
                  <a:pt x="258624" y="58619"/>
                </a:lnTo>
                <a:lnTo>
                  <a:pt x="258845" y="58923"/>
                </a:lnTo>
                <a:lnTo>
                  <a:pt x="259062" y="59229"/>
                </a:lnTo>
                <a:lnTo>
                  <a:pt x="259275" y="59537"/>
                </a:lnTo>
                <a:lnTo>
                  <a:pt x="259483" y="59847"/>
                </a:lnTo>
                <a:lnTo>
                  <a:pt x="259687" y="60158"/>
                </a:lnTo>
                <a:lnTo>
                  <a:pt x="259887" y="60472"/>
                </a:lnTo>
                <a:lnTo>
                  <a:pt x="260083" y="60788"/>
                </a:lnTo>
                <a:lnTo>
                  <a:pt x="260275" y="61105"/>
                </a:lnTo>
                <a:lnTo>
                  <a:pt x="260462" y="61424"/>
                </a:lnTo>
                <a:lnTo>
                  <a:pt x="260646" y="61746"/>
                </a:lnTo>
                <a:lnTo>
                  <a:pt x="260825" y="62069"/>
                </a:lnTo>
                <a:lnTo>
                  <a:pt x="260999" y="62394"/>
                </a:lnTo>
                <a:lnTo>
                  <a:pt x="261170" y="62721"/>
                </a:lnTo>
                <a:lnTo>
                  <a:pt x="261336" y="63050"/>
                </a:lnTo>
                <a:lnTo>
                  <a:pt x="261498" y="63381"/>
                </a:lnTo>
                <a:lnTo>
                  <a:pt x="261656" y="63714"/>
                </a:lnTo>
                <a:lnTo>
                  <a:pt x="261738" y="63893"/>
                </a:lnTo>
                <a:lnTo>
                  <a:pt x="261738" y="102496"/>
                </a:lnTo>
                <a:lnTo>
                  <a:pt x="261613" y="102746"/>
                </a:lnTo>
                <a:lnTo>
                  <a:pt x="261391" y="103174"/>
                </a:lnTo>
                <a:lnTo>
                  <a:pt x="261163" y="103598"/>
                </a:lnTo>
                <a:lnTo>
                  <a:pt x="260929" y="104020"/>
                </a:lnTo>
                <a:lnTo>
                  <a:pt x="260689" y="104438"/>
                </a:lnTo>
                <a:close/>
                <a:moveTo>
                  <a:pt x="345188" y="100441"/>
                </a:moveTo>
                <a:lnTo>
                  <a:pt x="345146" y="100578"/>
                </a:lnTo>
                <a:lnTo>
                  <a:pt x="344976" y="101103"/>
                </a:lnTo>
                <a:lnTo>
                  <a:pt x="344797" y="101624"/>
                </a:lnTo>
                <a:lnTo>
                  <a:pt x="344610" y="102142"/>
                </a:lnTo>
                <a:lnTo>
                  <a:pt x="344415" y="102656"/>
                </a:lnTo>
                <a:lnTo>
                  <a:pt x="344209" y="103164"/>
                </a:lnTo>
                <a:lnTo>
                  <a:pt x="343993" y="103664"/>
                </a:lnTo>
                <a:lnTo>
                  <a:pt x="343765" y="104156"/>
                </a:lnTo>
                <a:lnTo>
                  <a:pt x="343526" y="104639"/>
                </a:lnTo>
                <a:lnTo>
                  <a:pt x="343276" y="105113"/>
                </a:lnTo>
                <a:lnTo>
                  <a:pt x="343015" y="105580"/>
                </a:lnTo>
                <a:lnTo>
                  <a:pt x="342742" y="106037"/>
                </a:lnTo>
                <a:lnTo>
                  <a:pt x="342458" y="106487"/>
                </a:lnTo>
                <a:lnTo>
                  <a:pt x="342163" y="106927"/>
                </a:lnTo>
                <a:lnTo>
                  <a:pt x="341857" y="107360"/>
                </a:lnTo>
                <a:lnTo>
                  <a:pt x="341539" y="107784"/>
                </a:lnTo>
                <a:lnTo>
                  <a:pt x="341210" y="108199"/>
                </a:lnTo>
                <a:lnTo>
                  <a:pt x="340870" y="108606"/>
                </a:lnTo>
                <a:lnTo>
                  <a:pt x="340518" y="109005"/>
                </a:lnTo>
                <a:lnTo>
                  <a:pt x="340156" y="109395"/>
                </a:lnTo>
                <a:lnTo>
                  <a:pt x="339782" y="109777"/>
                </a:lnTo>
                <a:lnTo>
                  <a:pt x="339396" y="110150"/>
                </a:lnTo>
                <a:lnTo>
                  <a:pt x="339000" y="110515"/>
                </a:lnTo>
                <a:lnTo>
                  <a:pt x="338592" y="110872"/>
                </a:lnTo>
                <a:lnTo>
                  <a:pt x="338173" y="111220"/>
                </a:lnTo>
                <a:lnTo>
                  <a:pt x="337743" y="111559"/>
                </a:lnTo>
                <a:lnTo>
                  <a:pt x="337301" y="111890"/>
                </a:lnTo>
                <a:lnTo>
                  <a:pt x="336849" y="112213"/>
                </a:lnTo>
                <a:lnTo>
                  <a:pt x="336385" y="112527"/>
                </a:lnTo>
                <a:lnTo>
                  <a:pt x="335908" y="112831"/>
                </a:lnTo>
                <a:lnTo>
                  <a:pt x="335417" y="113122"/>
                </a:lnTo>
                <a:lnTo>
                  <a:pt x="334912" y="113399"/>
                </a:lnTo>
                <a:lnTo>
                  <a:pt x="334393" y="113664"/>
                </a:lnTo>
                <a:lnTo>
                  <a:pt x="333859" y="113916"/>
                </a:lnTo>
                <a:lnTo>
                  <a:pt x="333311" y="114155"/>
                </a:lnTo>
                <a:lnTo>
                  <a:pt x="332749" y="114381"/>
                </a:lnTo>
                <a:lnTo>
                  <a:pt x="332173" y="114594"/>
                </a:lnTo>
                <a:lnTo>
                  <a:pt x="331583" y="114794"/>
                </a:lnTo>
                <a:lnTo>
                  <a:pt x="330979" y="114982"/>
                </a:lnTo>
                <a:lnTo>
                  <a:pt x="330360" y="115156"/>
                </a:lnTo>
                <a:lnTo>
                  <a:pt x="329727" y="115318"/>
                </a:lnTo>
                <a:lnTo>
                  <a:pt x="329080" y="115466"/>
                </a:lnTo>
                <a:lnTo>
                  <a:pt x="328419" y="115602"/>
                </a:lnTo>
                <a:lnTo>
                  <a:pt x="327743" y="115724"/>
                </a:lnTo>
                <a:lnTo>
                  <a:pt x="327053" y="115834"/>
                </a:lnTo>
                <a:lnTo>
                  <a:pt x="326350" y="115931"/>
                </a:lnTo>
                <a:lnTo>
                  <a:pt x="325632" y="116015"/>
                </a:lnTo>
                <a:lnTo>
                  <a:pt x="324899" y="116086"/>
                </a:lnTo>
                <a:lnTo>
                  <a:pt x="324153" y="116144"/>
                </a:lnTo>
                <a:lnTo>
                  <a:pt x="323392" y="116189"/>
                </a:lnTo>
                <a:lnTo>
                  <a:pt x="322617" y="116222"/>
                </a:lnTo>
                <a:lnTo>
                  <a:pt x="321828" y="116241"/>
                </a:lnTo>
                <a:lnTo>
                  <a:pt x="321025" y="116248"/>
                </a:lnTo>
                <a:lnTo>
                  <a:pt x="320707" y="116246"/>
                </a:lnTo>
                <a:lnTo>
                  <a:pt x="320390" y="116240"/>
                </a:lnTo>
                <a:lnTo>
                  <a:pt x="320075" y="116230"/>
                </a:lnTo>
                <a:lnTo>
                  <a:pt x="319762" y="116217"/>
                </a:lnTo>
                <a:lnTo>
                  <a:pt x="319451" y="116200"/>
                </a:lnTo>
                <a:lnTo>
                  <a:pt x="319142" y="116179"/>
                </a:lnTo>
                <a:lnTo>
                  <a:pt x="318834" y="116154"/>
                </a:lnTo>
                <a:lnTo>
                  <a:pt x="318529" y="116125"/>
                </a:lnTo>
                <a:lnTo>
                  <a:pt x="318224" y="116092"/>
                </a:lnTo>
                <a:lnTo>
                  <a:pt x="317922" y="116056"/>
                </a:lnTo>
                <a:lnTo>
                  <a:pt x="317622" y="116015"/>
                </a:lnTo>
                <a:lnTo>
                  <a:pt x="317323" y="115971"/>
                </a:lnTo>
                <a:lnTo>
                  <a:pt x="317026" y="115923"/>
                </a:lnTo>
                <a:lnTo>
                  <a:pt x="316731" y="115872"/>
                </a:lnTo>
                <a:lnTo>
                  <a:pt x="316438" y="115816"/>
                </a:lnTo>
                <a:lnTo>
                  <a:pt x="316147" y="115756"/>
                </a:lnTo>
                <a:lnTo>
                  <a:pt x="315857" y="115693"/>
                </a:lnTo>
                <a:lnTo>
                  <a:pt x="315569" y="115626"/>
                </a:lnTo>
                <a:lnTo>
                  <a:pt x="315283" y="115555"/>
                </a:lnTo>
                <a:lnTo>
                  <a:pt x="314999" y="115480"/>
                </a:lnTo>
                <a:lnTo>
                  <a:pt x="314716" y="115402"/>
                </a:lnTo>
                <a:lnTo>
                  <a:pt x="314435" y="115319"/>
                </a:lnTo>
                <a:lnTo>
                  <a:pt x="314156" y="115233"/>
                </a:lnTo>
                <a:lnTo>
                  <a:pt x="313879" y="115143"/>
                </a:lnTo>
                <a:lnTo>
                  <a:pt x="313604" y="115048"/>
                </a:lnTo>
                <a:lnTo>
                  <a:pt x="313332" y="114948"/>
                </a:lnTo>
                <a:lnTo>
                  <a:pt x="313063" y="114844"/>
                </a:lnTo>
                <a:lnTo>
                  <a:pt x="312796" y="114734"/>
                </a:lnTo>
                <a:lnTo>
                  <a:pt x="312532" y="114620"/>
                </a:lnTo>
                <a:lnTo>
                  <a:pt x="312270" y="114500"/>
                </a:lnTo>
                <a:lnTo>
                  <a:pt x="312011" y="114376"/>
                </a:lnTo>
                <a:lnTo>
                  <a:pt x="311755" y="114246"/>
                </a:lnTo>
                <a:lnTo>
                  <a:pt x="311502" y="114112"/>
                </a:lnTo>
                <a:lnTo>
                  <a:pt x="311251" y="113972"/>
                </a:lnTo>
                <a:lnTo>
                  <a:pt x="311003" y="113828"/>
                </a:lnTo>
                <a:lnTo>
                  <a:pt x="310758" y="113678"/>
                </a:lnTo>
                <a:lnTo>
                  <a:pt x="310515" y="113524"/>
                </a:lnTo>
                <a:lnTo>
                  <a:pt x="310275" y="113365"/>
                </a:lnTo>
                <a:lnTo>
                  <a:pt x="310038" y="113200"/>
                </a:lnTo>
                <a:lnTo>
                  <a:pt x="309803" y="113031"/>
                </a:lnTo>
                <a:lnTo>
                  <a:pt x="309571" y="112856"/>
                </a:lnTo>
                <a:lnTo>
                  <a:pt x="309342" y="112677"/>
                </a:lnTo>
                <a:lnTo>
                  <a:pt x="309115" y="112493"/>
                </a:lnTo>
                <a:lnTo>
                  <a:pt x="308891" y="112303"/>
                </a:lnTo>
                <a:lnTo>
                  <a:pt x="308670" y="112109"/>
                </a:lnTo>
                <a:lnTo>
                  <a:pt x="308452" y="111910"/>
                </a:lnTo>
                <a:lnTo>
                  <a:pt x="308236" y="111705"/>
                </a:lnTo>
                <a:lnTo>
                  <a:pt x="308023" y="111496"/>
                </a:lnTo>
                <a:lnTo>
                  <a:pt x="307813" y="111281"/>
                </a:lnTo>
                <a:lnTo>
                  <a:pt x="307607" y="111060"/>
                </a:lnTo>
                <a:lnTo>
                  <a:pt x="307405" y="110833"/>
                </a:lnTo>
                <a:lnTo>
                  <a:pt x="307206" y="110600"/>
                </a:lnTo>
                <a:lnTo>
                  <a:pt x="307012" y="110360"/>
                </a:lnTo>
                <a:lnTo>
                  <a:pt x="306821" y="110115"/>
                </a:lnTo>
                <a:lnTo>
                  <a:pt x="306634" y="109863"/>
                </a:lnTo>
                <a:lnTo>
                  <a:pt x="306451" y="109605"/>
                </a:lnTo>
                <a:lnTo>
                  <a:pt x="306272" y="109341"/>
                </a:lnTo>
                <a:lnTo>
                  <a:pt x="306097" y="109071"/>
                </a:lnTo>
                <a:lnTo>
                  <a:pt x="305925" y="108795"/>
                </a:lnTo>
                <a:lnTo>
                  <a:pt x="305757" y="108512"/>
                </a:lnTo>
                <a:lnTo>
                  <a:pt x="305594" y="108224"/>
                </a:lnTo>
                <a:lnTo>
                  <a:pt x="305434" y="107929"/>
                </a:lnTo>
                <a:lnTo>
                  <a:pt x="305277" y="107628"/>
                </a:lnTo>
                <a:lnTo>
                  <a:pt x="305125" y="107322"/>
                </a:lnTo>
                <a:lnTo>
                  <a:pt x="304977" y="107008"/>
                </a:lnTo>
                <a:lnTo>
                  <a:pt x="304832" y="106689"/>
                </a:lnTo>
                <a:lnTo>
                  <a:pt x="304691" y="106364"/>
                </a:lnTo>
                <a:lnTo>
                  <a:pt x="304554" y="106032"/>
                </a:lnTo>
                <a:lnTo>
                  <a:pt x="304421" y="105695"/>
                </a:lnTo>
                <a:lnTo>
                  <a:pt x="304292" y="105351"/>
                </a:lnTo>
                <a:lnTo>
                  <a:pt x="304166" y="105001"/>
                </a:lnTo>
                <a:lnTo>
                  <a:pt x="304045" y="104645"/>
                </a:lnTo>
                <a:lnTo>
                  <a:pt x="303927" y="104282"/>
                </a:lnTo>
                <a:lnTo>
                  <a:pt x="303815" y="103913"/>
                </a:lnTo>
                <a:lnTo>
                  <a:pt x="303708" y="103536"/>
                </a:lnTo>
                <a:lnTo>
                  <a:pt x="303606" y="103152"/>
                </a:lnTo>
                <a:lnTo>
                  <a:pt x="303508" y="102761"/>
                </a:lnTo>
                <a:lnTo>
                  <a:pt x="303416" y="102364"/>
                </a:lnTo>
                <a:lnTo>
                  <a:pt x="303329" y="101959"/>
                </a:lnTo>
                <a:lnTo>
                  <a:pt x="303247" y="101547"/>
                </a:lnTo>
                <a:lnTo>
                  <a:pt x="303169" y="101128"/>
                </a:lnTo>
                <a:lnTo>
                  <a:pt x="303097" y="100702"/>
                </a:lnTo>
                <a:lnTo>
                  <a:pt x="303030" y="100269"/>
                </a:lnTo>
                <a:lnTo>
                  <a:pt x="302967" y="99829"/>
                </a:lnTo>
                <a:lnTo>
                  <a:pt x="302910" y="99382"/>
                </a:lnTo>
                <a:lnTo>
                  <a:pt x="302858" y="98928"/>
                </a:lnTo>
                <a:lnTo>
                  <a:pt x="302810" y="98467"/>
                </a:lnTo>
                <a:lnTo>
                  <a:pt x="302768" y="97998"/>
                </a:lnTo>
                <a:lnTo>
                  <a:pt x="302730" y="97523"/>
                </a:lnTo>
                <a:lnTo>
                  <a:pt x="302698" y="97041"/>
                </a:lnTo>
                <a:lnTo>
                  <a:pt x="302670" y="96552"/>
                </a:lnTo>
                <a:lnTo>
                  <a:pt x="302648" y="96055"/>
                </a:lnTo>
                <a:lnTo>
                  <a:pt x="302631" y="95552"/>
                </a:lnTo>
                <a:lnTo>
                  <a:pt x="302618" y="95042"/>
                </a:lnTo>
                <a:lnTo>
                  <a:pt x="302611" y="94524"/>
                </a:lnTo>
                <a:lnTo>
                  <a:pt x="302608" y="94000"/>
                </a:lnTo>
                <a:lnTo>
                  <a:pt x="302608" y="42875"/>
                </a:lnTo>
                <a:lnTo>
                  <a:pt x="293842" y="42875"/>
                </a:lnTo>
                <a:lnTo>
                  <a:pt x="293842" y="93853"/>
                </a:lnTo>
                <a:lnTo>
                  <a:pt x="293845" y="94530"/>
                </a:lnTo>
                <a:lnTo>
                  <a:pt x="293855" y="95199"/>
                </a:lnTo>
                <a:lnTo>
                  <a:pt x="293871" y="95859"/>
                </a:lnTo>
                <a:lnTo>
                  <a:pt x="293894" y="96511"/>
                </a:lnTo>
                <a:lnTo>
                  <a:pt x="293923" y="97154"/>
                </a:lnTo>
                <a:lnTo>
                  <a:pt x="293959" y="97789"/>
                </a:lnTo>
                <a:lnTo>
                  <a:pt x="294001" y="98416"/>
                </a:lnTo>
                <a:lnTo>
                  <a:pt x="294050" y="99034"/>
                </a:lnTo>
                <a:lnTo>
                  <a:pt x="294106" y="99644"/>
                </a:lnTo>
                <a:lnTo>
                  <a:pt x="294168" y="100245"/>
                </a:lnTo>
                <a:lnTo>
                  <a:pt x="294236" y="100838"/>
                </a:lnTo>
                <a:lnTo>
                  <a:pt x="294311" y="101422"/>
                </a:lnTo>
                <a:lnTo>
                  <a:pt x="294393" y="101998"/>
                </a:lnTo>
                <a:lnTo>
                  <a:pt x="294481" y="102565"/>
                </a:lnTo>
                <a:lnTo>
                  <a:pt x="294575" y="103124"/>
                </a:lnTo>
                <a:lnTo>
                  <a:pt x="294677" y="103675"/>
                </a:lnTo>
                <a:lnTo>
                  <a:pt x="294784" y="104217"/>
                </a:lnTo>
                <a:lnTo>
                  <a:pt x="294898" y="104751"/>
                </a:lnTo>
                <a:lnTo>
                  <a:pt x="295019" y="105276"/>
                </a:lnTo>
                <a:lnTo>
                  <a:pt x="295146" y="105793"/>
                </a:lnTo>
                <a:lnTo>
                  <a:pt x="295280" y="106301"/>
                </a:lnTo>
                <a:lnTo>
                  <a:pt x="295420" y="106801"/>
                </a:lnTo>
                <a:lnTo>
                  <a:pt x="295567" y="107293"/>
                </a:lnTo>
                <a:lnTo>
                  <a:pt x="295720" y="107776"/>
                </a:lnTo>
                <a:lnTo>
                  <a:pt x="295879" y="108251"/>
                </a:lnTo>
                <a:lnTo>
                  <a:pt x="296044" y="108718"/>
                </a:lnTo>
                <a:lnTo>
                  <a:pt x="296215" y="109178"/>
                </a:lnTo>
                <a:lnTo>
                  <a:pt x="296390" y="109631"/>
                </a:lnTo>
                <a:lnTo>
                  <a:pt x="296572" y="110076"/>
                </a:lnTo>
                <a:lnTo>
                  <a:pt x="296758" y="110513"/>
                </a:lnTo>
                <a:lnTo>
                  <a:pt x="296951" y="110943"/>
                </a:lnTo>
                <a:lnTo>
                  <a:pt x="297149" y="111365"/>
                </a:lnTo>
                <a:lnTo>
                  <a:pt x="297352" y="111780"/>
                </a:lnTo>
                <a:lnTo>
                  <a:pt x="297561" y="112187"/>
                </a:lnTo>
                <a:lnTo>
                  <a:pt x="297775" y="112587"/>
                </a:lnTo>
                <a:lnTo>
                  <a:pt x="297995" y="112979"/>
                </a:lnTo>
                <a:lnTo>
                  <a:pt x="298220" y="113363"/>
                </a:lnTo>
                <a:lnTo>
                  <a:pt x="298451" y="113740"/>
                </a:lnTo>
                <a:lnTo>
                  <a:pt x="298687" y="114109"/>
                </a:lnTo>
                <a:lnTo>
                  <a:pt x="298929" y="114471"/>
                </a:lnTo>
                <a:lnTo>
                  <a:pt x="299176" y="114826"/>
                </a:lnTo>
                <a:lnTo>
                  <a:pt x="299429" y="115172"/>
                </a:lnTo>
                <a:lnTo>
                  <a:pt x="299687" y="115512"/>
                </a:lnTo>
                <a:lnTo>
                  <a:pt x="299951" y="115843"/>
                </a:lnTo>
                <a:lnTo>
                  <a:pt x="300220" y="116168"/>
                </a:lnTo>
                <a:lnTo>
                  <a:pt x="300495" y="116484"/>
                </a:lnTo>
                <a:lnTo>
                  <a:pt x="300775" y="116793"/>
                </a:lnTo>
                <a:lnTo>
                  <a:pt x="301061" y="117095"/>
                </a:lnTo>
                <a:lnTo>
                  <a:pt x="301352" y="117389"/>
                </a:lnTo>
                <a:lnTo>
                  <a:pt x="301648" y="117677"/>
                </a:lnTo>
                <a:lnTo>
                  <a:pt x="301948" y="117959"/>
                </a:lnTo>
                <a:lnTo>
                  <a:pt x="302253" y="118234"/>
                </a:lnTo>
                <a:lnTo>
                  <a:pt x="302563" y="118502"/>
                </a:lnTo>
                <a:lnTo>
                  <a:pt x="302877" y="118764"/>
                </a:lnTo>
                <a:lnTo>
                  <a:pt x="303197" y="119019"/>
                </a:lnTo>
                <a:lnTo>
                  <a:pt x="303521" y="119268"/>
                </a:lnTo>
                <a:lnTo>
                  <a:pt x="303850" y="119510"/>
                </a:lnTo>
                <a:lnTo>
                  <a:pt x="304183" y="119746"/>
                </a:lnTo>
                <a:lnTo>
                  <a:pt x="304521" y="119975"/>
                </a:lnTo>
                <a:lnTo>
                  <a:pt x="304864" y="120198"/>
                </a:lnTo>
                <a:lnTo>
                  <a:pt x="305212" y="120414"/>
                </a:lnTo>
                <a:lnTo>
                  <a:pt x="305564" y="120624"/>
                </a:lnTo>
                <a:lnTo>
                  <a:pt x="305921" y="120827"/>
                </a:lnTo>
                <a:lnTo>
                  <a:pt x="306283" y="121024"/>
                </a:lnTo>
                <a:lnTo>
                  <a:pt x="306650" y="121214"/>
                </a:lnTo>
                <a:lnTo>
                  <a:pt x="307021" y="121397"/>
                </a:lnTo>
                <a:lnTo>
                  <a:pt x="307397" y="121574"/>
                </a:lnTo>
                <a:lnTo>
                  <a:pt x="307778" y="121745"/>
                </a:lnTo>
                <a:lnTo>
                  <a:pt x="308164" y="121909"/>
                </a:lnTo>
                <a:lnTo>
                  <a:pt x="308554" y="122067"/>
                </a:lnTo>
                <a:lnTo>
                  <a:pt x="308949" y="122218"/>
                </a:lnTo>
                <a:lnTo>
                  <a:pt x="309349" y="122362"/>
                </a:lnTo>
                <a:lnTo>
                  <a:pt x="309753" y="122500"/>
                </a:lnTo>
                <a:lnTo>
                  <a:pt x="310160" y="122633"/>
                </a:lnTo>
                <a:lnTo>
                  <a:pt x="310571" y="122759"/>
                </a:lnTo>
                <a:lnTo>
                  <a:pt x="310985" y="122880"/>
                </a:lnTo>
                <a:lnTo>
                  <a:pt x="311402" y="122994"/>
                </a:lnTo>
                <a:lnTo>
                  <a:pt x="311823" y="123103"/>
                </a:lnTo>
                <a:lnTo>
                  <a:pt x="312248" y="123206"/>
                </a:lnTo>
                <a:lnTo>
                  <a:pt x="312676" y="123303"/>
                </a:lnTo>
                <a:lnTo>
                  <a:pt x="313107" y="123394"/>
                </a:lnTo>
                <a:lnTo>
                  <a:pt x="313542" y="123480"/>
                </a:lnTo>
                <a:lnTo>
                  <a:pt x="313981" y="123559"/>
                </a:lnTo>
                <a:lnTo>
                  <a:pt x="314423" y="123633"/>
                </a:lnTo>
                <a:lnTo>
                  <a:pt x="314868" y="123700"/>
                </a:lnTo>
                <a:lnTo>
                  <a:pt x="315317" y="123762"/>
                </a:lnTo>
                <a:lnTo>
                  <a:pt x="315769" y="123818"/>
                </a:lnTo>
                <a:lnTo>
                  <a:pt x="316224" y="123868"/>
                </a:lnTo>
                <a:lnTo>
                  <a:pt x="316683" y="123912"/>
                </a:lnTo>
                <a:lnTo>
                  <a:pt x="317146" y="123950"/>
                </a:lnTo>
                <a:lnTo>
                  <a:pt x="317612" y="123983"/>
                </a:lnTo>
                <a:lnTo>
                  <a:pt x="318081" y="124009"/>
                </a:lnTo>
                <a:lnTo>
                  <a:pt x="318554" y="124030"/>
                </a:lnTo>
                <a:lnTo>
                  <a:pt x="319031" y="124045"/>
                </a:lnTo>
                <a:lnTo>
                  <a:pt x="319510" y="124053"/>
                </a:lnTo>
                <a:lnTo>
                  <a:pt x="319994" y="124056"/>
                </a:lnTo>
                <a:lnTo>
                  <a:pt x="320689" y="124052"/>
                </a:lnTo>
                <a:lnTo>
                  <a:pt x="321376" y="124038"/>
                </a:lnTo>
                <a:lnTo>
                  <a:pt x="322055" y="124015"/>
                </a:lnTo>
                <a:lnTo>
                  <a:pt x="322726" y="123984"/>
                </a:lnTo>
                <a:lnTo>
                  <a:pt x="323387" y="123943"/>
                </a:lnTo>
                <a:lnTo>
                  <a:pt x="324041" y="123893"/>
                </a:lnTo>
                <a:lnTo>
                  <a:pt x="324686" y="123834"/>
                </a:lnTo>
                <a:lnTo>
                  <a:pt x="325322" y="123766"/>
                </a:lnTo>
                <a:lnTo>
                  <a:pt x="325950" y="123689"/>
                </a:lnTo>
                <a:lnTo>
                  <a:pt x="326570" y="123602"/>
                </a:lnTo>
                <a:lnTo>
                  <a:pt x="327181" y="123507"/>
                </a:lnTo>
                <a:lnTo>
                  <a:pt x="327784" y="123403"/>
                </a:lnTo>
                <a:lnTo>
                  <a:pt x="328378" y="123289"/>
                </a:lnTo>
                <a:lnTo>
                  <a:pt x="328964" y="123166"/>
                </a:lnTo>
                <a:lnTo>
                  <a:pt x="329542" y="123035"/>
                </a:lnTo>
                <a:lnTo>
                  <a:pt x="330111" y="122894"/>
                </a:lnTo>
                <a:lnTo>
                  <a:pt x="330671" y="122744"/>
                </a:lnTo>
                <a:lnTo>
                  <a:pt x="331223" y="122585"/>
                </a:lnTo>
                <a:lnTo>
                  <a:pt x="331767" y="122417"/>
                </a:lnTo>
                <a:lnTo>
                  <a:pt x="332302" y="122240"/>
                </a:lnTo>
                <a:lnTo>
                  <a:pt x="332829" y="122054"/>
                </a:lnTo>
                <a:lnTo>
                  <a:pt x="333347" y="121859"/>
                </a:lnTo>
                <a:lnTo>
                  <a:pt x="333857" y="121655"/>
                </a:lnTo>
                <a:lnTo>
                  <a:pt x="334359" y="121441"/>
                </a:lnTo>
                <a:lnTo>
                  <a:pt x="334852" y="121220"/>
                </a:lnTo>
                <a:lnTo>
                  <a:pt x="335338" y="120991"/>
                </a:lnTo>
                <a:lnTo>
                  <a:pt x="335816" y="120755"/>
                </a:lnTo>
                <a:lnTo>
                  <a:pt x="336287" y="120512"/>
                </a:lnTo>
                <a:lnTo>
                  <a:pt x="336749" y="120262"/>
                </a:lnTo>
                <a:lnTo>
                  <a:pt x="337204" y="120005"/>
                </a:lnTo>
                <a:lnTo>
                  <a:pt x="337652" y="119740"/>
                </a:lnTo>
                <a:lnTo>
                  <a:pt x="338091" y="119468"/>
                </a:lnTo>
                <a:lnTo>
                  <a:pt x="338523" y="119190"/>
                </a:lnTo>
                <a:lnTo>
                  <a:pt x="338948" y="118904"/>
                </a:lnTo>
                <a:lnTo>
                  <a:pt x="339364" y="118611"/>
                </a:lnTo>
                <a:lnTo>
                  <a:pt x="339773" y="118310"/>
                </a:lnTo>
                <a:lnTo>
                  <a:pt x="340175" y="118003"/>
                </a:lnTo>
                <a:lnTo>
                  <a:pt x="340568" y="117688"/>
                </a:lnTo>
                <a:lnTo>
                  <a:pt x="340954" y="117366"/>
                </a:lnTo>
                <a:lnTo>
                  <a:pt x="341333" y="117037"/>
                </a:lnTo>
                <a:lnTo>
                  <a:pt x="341703" y="116701"/>
                </a:lnTo>
                <a:lnTo>
                  <a:pt x="342066" y="116358"/>
                </a:lnTo>
                <a:lnTo>
                  <a:pt x="342422" y="116008"/>
                </a:lnTo>
                <a:lnTo>
                  <a:pt x="342769" y="115650"/>
                </a:lnTo>
                <a:lnTo>
                  <a:pt x="343109" y="115285"/>
                </a:lnTo>
                <a:lnTo>
                  <a:pt x="343441" y="114913"/>
                </a:lnTo>
                <a:lnTo>
                  <a:pt x="343766" y="114534"/>
                </a:lnTo>
                <a:lnTo>
                  <a:pt x="344083" y="114148"/>
                </a:lnTo>
                <a:lnTo>
                  <a:pt x="344393" y="113755"/>
                </a:lnTo>
                <a:lnTo>
                  <a:pt x="344695" y="113357"/>
                </a:lnTo>
                <a:lnTo>
                  <a:pt x="344991" y="112952"/>
                </a:lnTo>
                <a:lnTo>
                  <a:pt x="345280" y="112542"/>
                </a:lnTo>
                <a:lnTo>
                  <a:pt x="345353" y="112434"/>
                </a:lnTo>
                <a:lnTo>
                  <a:pt x="345556" y="122583"/>
                </a:lnTo>
                <a:lnTo>
                  <a:pt x="354102" y="122583"/>
                </a:lnTo>
                <a:lnTo>
                  <a:pt x="354102" y="42875"/>
                </a:lnTo>
                <a:lnTo>
                  <a:pt x="345188" y="42875"/>
                </a:lnTo>
                <a:lnTo>
                  <a:pt x="345188" y="100441"/>
                </a:lnTo>
                <a:close/>
                <a:moveTo>
                  <a:pt x="378449" y="122583"/>
                </a:moveTo>
                <a:lnTo>
                  <a:pt x="387289" y="122583"/>
                </a:lnTo>
                <a:lnTo>
                  <a:pt x="387289" y="42875"/>
                </a:lnTo>
                <a:lnTo>
                  <a:pt x="378449" y="42875"/>
                </a:lnTo>
                <a:lnTo>
                  <a:pt x="378449" y="122583"/>
                </a:lnTo>
                <a:close/>
                <a:moveTo>
                  <a:pt x="824911" y="50094"/>
                </a:moveTo>
                <a:lnTo>
                  <a:pt x="839571" y="50094"/>
                </a:lnTo>
                <a:lnTo>
                  <a:pt x="839571" y="103135"/>
                </a:lnTo>
                <a:lnTo>
                  <a:pt x="839574" y="103792"/>
                </a:lnTo>
                <a:lnTo>
                  <a:pt x="839586" y="104437"/>
                </a:lnTo>
                <a:lnTo>
                  <a:pt x="839605" y="105071"/>
                </a:lnTo>
                <a:lnTo>
                  <a:pt x="839632" y="105693"/>
                </a:lnTo>
                <a:lnTo>
                  <a:pt x="839667" y="106303"/>
                </a:lnTo>
                <a:lnTo>
                  <a:pt x="839709" y="106901"/>
                </a:lnTo>
                <a:lnTo>
                  <a:pt x="839759" y="107488"/>
                </a:lnTo>
                <a:lnTo>
                  <a:pt x="839816" y="108062"/>
                </a:lnTo>
                <a:lnTo>
                  <a:pt x="839881" y="108625"/>
                </a:lnTo>
                <a:lnTo>
                  <a:pt x="839954" y="109176"/>
                </a:lnTo>
                <a:lnTo>
                  <a:pt x="840035" y="109716"/>
                </a:lnTo>
                <a:lnTo>
                  <a:pt x="840123" y="110244"/>
                </a:lnTo>
                <a:lnTo>
                  <a:pt x="840219" y="110760"/>
                </a:lnTo>
                <a:lnTo>
                  <a:pt x="840323" y="111264"/>
                </a:lnTo>
                <a:lnTo>
                  <a:pt x="840434" y="111756"/>
                </a:lnTo>
                <a:lnTo>
                  <a:pt x="840553" y="112237"/>
                </a:lnTo>
                <a:lnTo>
                  <a:pt x="840679" y="112706"/>
                </a:lnTo>
                <a:lnTo>
                  <a:pt x="840814" y="113163"/>
                </a:lnTo>
                <a:lnTo>
                  <a:pt x="840956" y="113608"/>
                </a:lnTo>
                <a:lnTo>
                  <a:pt x="841105" y="114042"/>
                </a:lnTo>
                <a:lnTo>
                  <a:pt x="841263" y="114463"/>
                </a:lnTo>
                <a:lnTo>
                  <a:pt x="841428" y="114873"/>
                </a:lnTo>
                <a:lnTo>
                  <a:pt x="841600" y="115272"/>
                </a:lnTo>
                <a:lnTo>
                  <a:pt x="841781" y="115658"/>
                </a:lnTo>
                <a:lnTo>
                  <a:pt x="841968" y="116034"/>
                </a:lnTo>
                <a:lnTo>
                  <a:pt x="842161" y="116401"/>
                </a:lnTo>
                <a:lnTo>
                  <a:pt x="842360" y="116759"/>
                </a:lnTo>
                <a:lnTo>
                  <a:pt x="842564" y="117107"/>
                </a:lnTo>
                <a:lnTo>
                  <a:pt x="842775" y="117446"/>
                </a:lnTo>
                <a:lnTo>
                  <a:pt x="842992" y="117776"/>
                </a:lnTo>
                <a:lnTo>
                  <a:pt x="843214" y="118097"/>
                </a:lnTo>
                <a:lnTo>
                  <a:pt x="843442" y="118408"/>
                </a:lnTo>
                <a:lnTo>
                  <a:pt x="843676" y="118711"/>
                </a:lnTo>
                <a:lnTo>
                  <a:pt x="843916" y="119004"/>
                </a:lnTo>
                <a:lnTo>
                  <a:pt x="844162" y="119288"/>
                </a:lnTo>
                <a:lnTo>
                  <a:pt x="844414" y="119563"/>
                </a:lnTo>
                <a:lnTo>
                  <a:pt x="844672" y="119828"/>
                </a:lnTo>
                <a:lnTo>
                  <a:pt x="844936" y="120084"/>
                </a:lnTo>
                <a:lnTo>
                  <a:pt x="845205" y="120332"/>
                </a:lnTo>
                <a:lnTo>
                  <a:pt x="845480" y="120569"/>
                </a:lnTo>
                <a:lnTo>
                  <a:pt x="845762" y="120798"/>
                </a:lnTo>
                <a:lnTo>
                  <a:pt x="846049" y="121018"/>
                </a:lnTo>
                <a:lnTo>
                  <a:pt x="846342" y="121228"/>
                </a:lnTo>
                <a:lnTo>
                  <a:pt x="846641" y="121429"/>
                </a:lnTo>
                <a:lnTo>
                  <a:pt x="846945" y="121621"/>
                </a:lnTo>
                <a:lnTo>
                  <a:pt x="847256" y="121803"/>
                </a:lnTo>
                <a:lnTo>
                  <a:pt x="847573" y="121977"/>
                </a:lnTo>
                <a:lnTo>
                  <a:pt x="847895" y="122141"/>
                </a:lnTo>
                <a:lnTo>
                  <a:pt x="848222" y="122297"/>
                </a:lnTo>
                <a:lnTo>
                  <a:pt x="848554" y="122447"/>
                </a:lnTo>
                <a:lnTo>
                  <a:pt x="848890" y="122590"/>
                </a:lnTo>
                <a:lnTo>
                  <a:pt x="849229" y="122726"/>
                </a:lnTo>
                <a:lnTo>
                  <a:pt x="849573" y="122856"/>
                </a:lnTo>
                <a:lnTo>
                  <a:pt x="849921" y="122979"/>
                </a:lnTo>
                <a:lnTo>
                  <a:pt x="850273" y="123095"/>
                </a:lnTo>
                <a:lnTo>
                  <a:pt x="850629" y="123205"/>
                </a:lnTo>
                <a:lnTo>
                  <a:pt x="850989" y="123308"/>
                </a:lnTo>
                <a:lnTo>
                  <a:pt x="851353" y="123405"/>
                </a:lnTo>
                <a:lnTo>
                  <a:pt x="851722" y="123494"/>
                </a:lnTo>
                <a:lnTo>
                  <a:pt x="852094" y="123578"/>
                </a:lnTo>
                <a:lnTo>
                  <a:pt x="852471" y="123654"/>
                </a:lnTo>
                <a:lnTo>
                  <a:pt x="852851" y="123724"/>
                </a:lnTo>
                <a:lnTo>
                  <a:pt x="853236" y="123787"/>
                </a:lnTo>
                <a:lnTo>
                  <a:pt x="853625" y="123844"/>
                </a:lnTo>
                <a:lnTo>
                  <a:pt x="854018" y="123893"/>
                </a:lnTo>
                <a:lnTo>
                  <a:pt x="854415" y="123937"/>
                </a:lnTo>
                <a:lnTo>
                  <a:pt x="854816" y="123973"/>
                </a:lnTo>
                <a:lnTo>
                  <a:pt x="855221" y="124003"/>
                </a:lnTo>
                <a:lnTo>
                  <a:pt x="855630" y="124026"/>
                </a:lnTo>
                <a:lnTo>
                  <a:pt x="856043" y="124043"/>
                </a:lnTo>
                <a:lnTo>
                  <a:pt x="856461" y="124053"/>
                </a:lnTo>
                <a:lnTo>
                  <a:pt x="856882" y="124056"/>
                </a:lnTo>
                <a:lnTo>
                  <a:pt x="857097" y="124056"/>
                </a:lnTo>
                <a:lnTo>
                  <a:pt x="857312" y="124054"/>
                </a:lnTo>
                <a:lnTo>
                  <a:pt x="857528" y="124051"/>
                </a:lnTo>
                <a:lnTo>
                  <a:pt x="857743" y="124047"/>
                </a:lnTo>
                <a:lnTo>
                  <a:pt x="857958" y="124042"/>
                </a:lnTo>
                <a:lnTo>
                  <a:pt x="858174" y="124036"/>
                </a:lnTo>
                <a:lnTo>
                  <a:pt x="858390" y="124028"/>
                </a:lnTo>
                <a:lnTo>
                  <a:pt x="858605" y="124020"/>
                </a:lnTo>
                <a:lnTo>
                  <a:pt x="858821" y="124010"/>
                </a:lnTo>
                <a:lnTo>
                  <a:pt x="859038" y="123999"/>
                </a:lnTo>
                <a:lnTo>
                  <a:pt x="859254" y="123987"/>
                </a:lnTo>
                <a:lnTo>
                  <a:pt x="859470" y="123973"/>
                </a:lnTo>
                <a:lnTo>
                  <a:pt x="859687" y="123959"/>
                </a:lnTo>
                <a:lnTo>
                  <a:pt x="859903" y="123944"/>
                </a:lnTo>
                <a:lnTo>
                  <a:pt x="860120" y="123927"/>
                </a:lnTo>
                <a:lnTo>
                  <a:pt x="860337" y="123909"/>
                </a:lnTo>
                <a:lnTo>
                  <a:pt x="860554" y="123890"/>
                </a:lnTo>
                <a:lnTo>
                  <a:pt x="860771" y="123870"/>
                </a:lnTo>
                <a:lnTo>
                  <a:pt x="860988" y="123849"/>
                </a:lnTo>
                <a:lnTo>
                  <a:pt x="861205" y="123826"/>
                </a:lnTo>
                <a:lnTo>
                  <a:pt x="861423" y="123803"/>
                </a:lnTo>
                <a:lnTo>
                  <a:pt x="861640" y="123778"/>
                </a:lnTo>
                <a:lnTo>
                  <a:pt x="861858" y="123752"/>
                </a:lnTo>
                <a:lnTo>
                  <a:pt x="862076" y="123725"/>
                </a:lnTo>
                <a:lnTo>
                  <a:pt x="862292" y="123697"/>
                </a:lnTo>
                <a:lnTo>
                  <a:pt x="862505" y="123668"/>
                </a:lnTo>
                <a:lnTo>
                  <a:pt x="862714" y="123639"/>
                </a:lnTo>
                <a:lnTo>
                  <a:pt x="862920" y="123609"/>
                </a:lnTo>
                <a:lnTo>
                  <a:pt x="863123" y="123579"/>
                </a:lnTo>
                <a:lnTo>
                  <a:pt x="863321" y="123548"/>
                </a:lnTo>
                <a:lnTo>
                  <a:pt x="863517" y="123516"/>
                </a:lnTo>
                <a:lnTo>
                  <a:pt x="863709" y="123483"/>
                </a:lnTo>
                <a:lnTo>
                  <a:pt x="863898" y="123450"/>
                </a:lnTo>
                <a:lnTo>
                  <a:pt x="864083" y="123417"/>
                </a:lnTo>
                <a:lnTo>
                  <a:pt x="864264" y="123382"/>
                </a:lnTo>
                <a:lnTo>
                  <a:pt x="864443" y="123347"/>
                </a:lnTo>
                <a:lnTo>
                  <a:pt x="864617" y="123312"/>
                </a:lnTo>
                <a:lnTo>
                  <a:pt x="864789" y="123275"/>
                </a:lnTo>
                <a:lnTo>
                  <a:pt x="864957" y="123239"/>
                </a:lnTo>
                <a:lnTo>
                  <a:pt x="865121" y="123201"/>
                </a:lnTo>
                <a:lnTo>
                  <a:pt x="865282" y="123163"/>
                </a:lnTo>
                <a:lnTo>
                  <a:pt x="865439" y="123124"/>
                </a:lnTo>
                <a:lnTo>
                  <a:pt x="865593" y="123085"/>
                </a:lnTo>
                <a:lnTo>
                  <a:pt x="865744" y="123044"/>
                </a:lnTo>
                <a:lnTo>
                  <a:pt x="865891" y="123004"/>
                </a:lnTo>
                <a:lnTo>
                  <a:pt x="866035" y="122962"/>
                </a:lnTo>
                <a:lnTo>
                  <a:pt x="866175" y="122920"/>
                </a:lnTo>
                <a:lnTo>
                  <a:pt x="866312" y="122878"/>
                </a:lnTo>
                <a:lnTo>
                  <a:pt x="865944" y="115437"/>
                </a:lnTo>
                <a:lnTo>
                  <a:pt x="865814" y="115456"/>
                </a:lnTo>
                <a:lnTo>
                  <a:pt x="865684" y="115474"/>
                </a:lnTo>
                <a:lnTo>
                  <a:pt x="865553" y="115493"/>
                </a:lnTo>
                <a:lnTo>
                  <a:pt x="865421" y="115512"/>
                </a:lnTo>
                <a:lnTo>
                  <a:pt x="865288" y="115531"/>
                </a:lnTo>
                <a:lnTo>
                  <a:pt x="865154" y="115550"/>
                </a:lnTo>
                <a:lnTo>
                  <a:pt x="865019" y="115569"/>
                </a:lnTo>
                <a:lnTo>
                  <a:pt x="864884" y="115589"/>
                </a:lnTo>
                <a:lnTo>
                  <a:pt x="864747" y="115608"/>
                </a:lnTo>
                <a:lnTo>
                  <a:pt x="864610" y="115628"/>
                </a:lnTo>
                <a:lnTo>
                  <a:pt x="864471" y="115648"/>
                </a:lnTo>
                <a:lnTo>
                  <a:pt x="864332" y="115667"/>
                </a:lnTo>
                <a:lnTo>
                  <a:pt x="864192" y="115687"/>
                </a:lnTo>
                <a:lnTo>
                  <a:pt x="864051" y="115708"/>
                </a:lnTo>
                <a:lnTo>
                  <a:pt x="863909" y="115728"/>
                </a:lnTo>
                <a:lnTo>
                  <a:pt x="863766" y="115748"/>
                </a:lnTo>
                <a:lnTo>
                  <a:pt x="863623" y="115769"/>
                </a:lnTo>
                <a:lnTo>
                  <a:pt x="863478" y="115789"/>
                </a:lnTo>
                <a:lnTo>
                  <a:pt x="863333" y="115810"/>
                </a:lnTo>
                <a:lnTo>
                  <a:pt x="863186" y="115831"/>
                </a:lnTo>
                <a:lnTo>
                  <a:pt x="863039" y="115852"/>
                </a:lnTo>
                <a:lnTo>
                  <a:pt x="862891" y="115873"/>
                </a:lnTo>
                <a:lnTo>
                  <a:pt x="862742" y="115895"/>
                </a:lnTo>
                <a:lnTo>
                  <a:pt x="862592" y="115916"/>
                </a:lnTo>
                <a:lnTo>
                  <a:pt x="862441" y="115937"/>
                </a:lnTo>
                <a:lnTo>
                  <a:pt x="862290" y="115957"/>
                </a:lnTo>
                <a:lnTo>
                  <a:pt x="862138" y="115976"/>
                </a:lnTo>
                <a:lnTo>
                  <a:pt x="861985" y="115995"/>
                </a:lnTo>
                <a:lnTo>
                  <a:pt x="861832" y="116012"/>
                </a:lnTo>
                <a:lnTo>
                  <a:pt x="861678" y="116029"/>
                </a:lnTo>
                <a:lnTo>
                  <a:pt x="861523" y="116045"/>
                </a:lnTo>
                <a:lnTo>
                  <a:pt x="861368" y="116059"/>
                </a:lnTo>
                <a:lnTo>
                  <a:pt x="861212" y="116073"/>
                </a:lnTo>
                <a:lnTo>
                  <a:pt x="861056" y="116086"/>
                </a:lnTo>
                <a:lnTo>
                  <a:pt x="860899" y="116098"/>
                </a:lnTo>
                <a:lnTo>
                  <a:pt x="860741" y="116109"/>
                </a:lnTo>
                <a:lnTo>
                  <a:pt x="860582" y="116120"/>
                </a:lnTo>
                <a:lnTo>
                  <a:pt x="860423" y="116129"/>
                </a:lnTo>
                <a:lnTo>
                  <a:pt x="860264" y="116138"/>
                </a:lnTo>
                <a:lnTo>
                  <a:pt x="860103" y="116145"/>
                </a:lnTo>
                <a:lnTo>
                  <a:pt x="859942" y="116152"/>
                </a:lnTo>
                <a:lnTo>
                  <a:pt x="859781" y="116158"/>
                </a:lnTo>
                <a:lnTo>
                  <a:pt x="859619" y="116163"/>
                </a:lnTo>
                <a:lnTo>
                  <a:pt x="859456" y="116167"/>
                </a:lnTo>
                <a:lnTo>
                  <a:pt x="859292" y="116170"/>
                </a:lnTo>
                <a:lnTo>
                  <a:pt x="859128" y="116172"/>
                </a:lnTo>
                <a:lnTo>
                  <a:pt x="858963" y="116173"/>
                </a:lnTo>
                <a:lnTo>
                  <a:pt x="858798" y="116174"/>
                </a:lnTo>
                <a:lnTo>
                  <a:pt x="858571" y="116172"/>
                </a:lnTo>
                <a:lnTo>
                  <a:pt x="858346" y="116168"/>
                </a:lnTo>
                <a:lnTo>
                  <a:pt x="858122" y="116160"/>
                </a:lnTo>
                <a:lnTo>
                  <a:pt x="857898" y="116148"/>
                </a:lnTo>
                <a:lnTo>
                  <a:pt x="857677" y="116134"/>
                </a:lnTo>
                <a:lnTo>
                  <a:pt x="857456" y="116116"/>
                </a:lnTo>
                <a:lnTo>
                  <a:pt x="857236" y="116096"/>
                </a:lnTo>
                <a:lnTo>
                  <a:pt x="857018" y="116072"/>
                </a:lnTo>
                <a:lnTo>
                  <a:pt x="856800" y="116044"/>
                </a:lnTo>
                <a:lnTo>
                  <a:pt x="856584" y="116014"/>
                </a:lnTo>
                <a:lnTo>
                  <a:pt x="856369" y="115980"/>
                </a:lnTo>
                <a:lnTo>
                  <a:pt x="856155" y="115944"/>
                </a:lnTo>
                <a:lnTo>
                  <a:pt x="855942" y="115904"/>
                </a:lnTo>
                <a:lnTo>
                  <a:pt x="855731" y="115861"/>
                </a:lnTo>
                <a:lnTo>
                  <a:pt x="855520" y="115814"/>
                </a:lnTo>
                <a:lnTo>
                  <a:pt x="855311" y="115765"/>
                </a:lnTo>
                <a:lnTo>
                  <a:pt x="855103" y="115712"/>
                </a:lnTo>
                <a:lnTo>
                  <a:pt x="854896" y="115656"/>
                </a:lnTo>
                <a:lnTo>
                  <a:pt x="854690" y="115597"/>
                </a:lnTo>
                <a:lnTo>
                  <a:pt x="854485" y="115534"/>
                </a:lnTo>
                <a:lnTo>
                  <a:pt x="854282" y="115469"/>
                </a:lnTo>
                <a:lnTo>
                  <a:pt x="854079" y="115400"/>
                </a:lnTo>
                <a:lnTo>
                  <a:pt x="853878" y="115328"/>
                </a:lnTo>
                <a:lnTo>
                  <a:pt x="853678" y="115253"/>
                </a:lnTo>
                <a:lnTo>
                  <a:pt x="853480" y="115173"/>
                </a:lnTo>
                <a:lnTo>
                  <a:pt x="853286" y="115086"/>
                </a:lnTo>
                <a:lnTo>
                  <a:pt x="853094" y="114993"/>
                </a:lnTo>
                <a:lnTo>
                  <a:pt x="852906" y="114893"/>
                </a:lnTo>
                <a:lnTo>
                  <a:pt x="852722" y="114786"/>
                </a:lnTo>
                <a:lnTo>
                  <a:pt x="852541" y="114673"/>
                </a:lnTo>
                <a:lnTo>
                  <a:pt x="852363" y="114553"/>
                </a:lnTo>
                <a:lnTo>
                  <a:pt x="852188" y="114426"/>
                </a:lnTo>
                <a:lnTo>
                  <a:pt x="852017" y="114293"/>
                </a:lnTo>
                <a:lnTo>
                  <a:pt x="851849" y="114153"/>
                </a:lnTo>
                <a:lnTo>
                  <a:pt x="851684" y="114007"/>
                </a:lnTo>
                <a:lnTo>
                  <a:pt x="851523" y="113853"/>
                </a:lnTo>
                <a:lnTo>
                  <a:pt x="851365" y="113694"/>
                </a:lnTo>
                <a:lnTo>
                  <a:pt x="851211" y="113527"/>
                </a:lnTo>
                <a:lnTo>
                  <a:pt x="851059" y="113354"/>
                </a:lnTo>
                <a:lnTo>
                  <a:pt x="850911" y="113174"/>
                </a:lnTo>
                <a:lnTo>
                  <a:pt x="850767" y="112988"/>
                </a:lnTo>
                <a:lnTo>
                  <a:pt x="850625" y="112794"/>
                </a:lnTo>
                <a:lnTo>
                  <a:pt x="850487" y="112595"/>
                </a:lnTo>
                <a:lnTo>
                  <a:pt x="850353" y="112388"/>
                </a:lnTo>
                <a:lnTo>
                  <a:pt x="850221" y="112175"/>
                </a:lnTo>
                <a:lnTo>
                  <a:pt x="850093" y="111955"/>
                </a:lnTo>
                <a:lnTo>
                  <a:pt x="849969" y="111729"/>
                </a:lnTo>
                <a:lnTo>
                  <a:pt x="849847" y="111496"/>
                </a:lnTo>
                <a:lnTo>
                  <a:pt x="849730" y="111255"/>
                </a:lnTo>
                <a:lnTo>
                  <a:pt x="849618" y="111005"/>
                </a:lnTo>
                <a:lnTo>
                  <a:pt x="849511" y="110745"/>
                </a:lnTo>
                <a:lnTo>
                  <a:pt x="849408" y="110476"/>
                </a:lnTo>
                <a:lnTo>
                  <a:pt x="849311" y="110198"/>
                </a:lnTo>
                <a:lnTo>
                  <a:pt x="849219" y="109910"/>
                </a:lnTo>
                <a:lnTo>
                  <a:pt x="849131" y="109613"/>
                </a:lnTo>
                <a:lnTo>
                  <a:pt x="849049" y="109306"/>
                </a:lnTo>
                <a:lnTo>
                  <a:pt x="848972" y="108991"/>
                </a:lnTo>
                <a:lnTo>
                  <a:pt x="848900" y="108666"/>
                </a:lnTo>
                <a:lnTo>
                  <a:pt x="848832" y="108331"/>
                </a:lnTo>
                <a:lnTo>
                  <a:pt x="848770" y="107988"/>
                </a:lnTo>
                <a:lnTo>
                  <a:pt x="848712" y="107635"/>
                </a:lnTo>
                <a:lnTo>
                  <a:pt x="848660" y="107272"/>
                </a:lnTo>
                <a:lnTo>
                  <a:pt x="848613" y="106900"/>
                </a:lnTo>
                <a:lnTo>
                  <a:pt x="848570" y="106519"/>
                </a:lnTo>
                <a:lnTo>
                  <a:pt x="848533" y="106129"/>
                </a:lnTo>
                <a:lnTo>
                  <a:pt x="848500" y="105729"/>
                </a:lnTo>
                <a:lnTo>
                  <a:pt x="848473" y="105320"/>
                </a:lnTo>
                <a:lnTo>
                  <a:pt x="848451" y="104902"/>
                </a:lnTo>
                <a:lnTo>
                  <a:pt x="848433" y="104474"/>
                </a:lnTo>
                <a:lnTo>
                  <a:pt x="848421" y="104037"/>
                </a:lnTo>
                <a:lnTo>
                  <a:pt x="848413" y="103590"/>
                </a:lnTo>
                <a:lnTo>
                  <a:pt x="848411" y="103135"/>
                </a:lnTo>
                <a:lnTo>
                  <a:pt x="848411" y="50094"/>
                </a:lnTo>
                <a:lnTo>
                  <a:pt x="864912" y="50094"/>
                </a:lnTo>
                <a:lnTo>
                  <a:pt x="864912" y="42875"/>
                </a:lnTo>
                <a:lnTo>
                  <a:pt x="848411" y="42875"/>
                </a:lnTo>
                <a:lnTo>
                  <a:pt x="848411" y="22395"/>
                </a:lnTo>
                <a:lnTo>
                  <a:pt x="839571" y="22395"/>
                </a:lnTo>
                <a:lnTo>
                  <a:pt x="839571" y="42875"/>
                </a:lnTo>
                <a:lnTo>
                  <a:pt x="824911" y="42875"/>
                </a:lnTo>
                <a:lnTo>
                  <a:pt x="824911" y="50094"/>
                </a:lnTo>
                <a:close/>
                <a:moveTo>
                  <a:pt x="420498" y="66448"/>
                </a:moveTo>
                <a:lnTo>
                  <a:pt x="420630" y="66039"/>
                </a:lnTo>
                <a:lnTo>
                  <a:pt x="420766" y="65634"/>
                </a:lnTo>
                <a:lnTo>
                  <a:pt x="420906" y="65233"/>
                </a:lnTo>
                <a:lnTo>
                  <a:pt x="421052" y="64837"/>
                </a:lnTo>
                <a:lnTo>
                  <a:pt x="421202" y="64444"/>
                </a:lnTo>
                <a:lnTo>
                  <a:pt x="421357" y="64056"/>
                </a:lnTo>
                <a:lnTo>
                  <a:pt x="421517" y="63672"/>
                </a:lnTo>
                <a:lnTo>
                  <a:pt x="421681" y="63293"/>
                </a:lnTo>
                <a:lnTo>
                  <a:pt x="421850" y="62917"/>
                </a:lnTo>
                <a:lnTo>
                  <a:pt x="422024" y="62546"/>
                </a:lnTo>
                <a:lnTo>
                  <a:pt x="422203" y="62179"/>
                </a:lnTo>
                <a:lnTo>
                  <a:pt x="422386" y="61816"/>
                </a:lnTo>
                <a:lnTo>
                  <a:pt x="422574" y="61458"/>
                </a:lnTo>
                <a:lnTo>
                  <a:pt x="422767" y="61103"/>
                </a:lnTo>
                <a:lnTo>
                  <a:pt x="422964" y="60753"/>
                </a:lnTo>
                <a:lnTo>
                  <a:pt x="423167" y="60407"/>
                </a:lnTo>
                <a:lnTo>
                  <a:pt x="423374" y="60066"/>
                </a:lnTo>
                <a:lnTo>
                  <a:pt x="423585" y="59728"/>
                </a:lnTo>
                <a:lnTo>
                  <a:pt x="423802" y="59395"/>
                </a:lnTo>
                <a:lnTo>
                  <a:pt x="424023" y="59066"/>
                </a:lnTo>
                <a:lnTo>
                  <a:pt x="424249" y="58741"/>
                </a:lnTo>
                <a:lnTo>
                  <a:pt x="424480" y="58421"/>
                </a:lnTo>
                <a:lnTo>
                  <a:pt x="424715" y="58104"/>
                </a:lnTo>
                <a:lnTo>
                  <a:pt x="424955" y="57792"/>
                </a:lnTo>
                <a:lnTo>
                  <a:pt x="425200" y="57485"/>
                </a:lnTo>
                <a:lnTo>
                  <a:pt x="425450" y="57183"/>
                </a:lnTo>
                <a:lnTo>
                  <a:pt x="425705" y="56888"/>
                </a:lnTo>
                <a:lnTo>
                  <a:pt x="425965" y="56597"/>
                </a:lnTo>
                <a:lnTo>
                  <a:pt x="426230" y="56313"/>
                </a:lnTo>
                <a:lnTo>
                  <a:pt x="426500" y="56033"/>
                </a:lnTo>
                <a:lnTo>
                  <a:pt x="426775" y="55760"/>
                </a:lnTo>
                <a:lnTo>
                  <a:pt x="427055" y="55492"/>
                </a:lnTo>
                <a:lnTo>
                  <a:pt x="427340" y="55230"/>
                </a:lnTo>
                <a:lnTo>
                  <a:pt x="427629" y="54973"/>
                </a:lnTo>
                <a:lnTo>
                  <a:pt x="427924" y="54723"/>
                </a:lnTo>
                <a:lnTo>
                  <a:pt x="428224" y="54477"/>
                </a:lnTo>
                <a:lnTo>
                  <a:pt x="428529" y="54238"/>
                </a:lnTo>
                <a:lnTo>
                  <a:pt x="428839" y="54004"/>
                </a:lnTo>
                <a:lnTo>
                  <a:pt x="429154" y="53775"/>
                </a:lnTo>
                <a:lnTo>
                  <a:pt x="429473" y="53552"/>
                </a:lnTo>
                <a:lnTo>
                  <a:pt x="429798" y="53335"/>
                </a:lnTo>
                <a:lnTo>
                  <a:pt x="430128" y="53124"/>
                </a:lnTo>
                <a:lnTo>
                  <a:pt x="430463" y="52918"/>
                </a:lnTo>
                <a:lnTo>
                  <a:pt x="430802" y="52717"/>
                </a:lnTo>
                <a:lnTo>
                  <a:pt x="431147" y="52523"/>
                </a:lnTo>
                <a:lnTo>
                  <a:pt x="431497" y="52334"/>
                </a:lnTo>
                <a:lnTo>
                  <a:pt x="431852" y="52150"/>
                </a:lnTo>
                <a:lnTo>
                  <a:pt x="432211" y="51973"/>
                </a:lnTo>
                <a:lnTo>
                  <a:pt x="432576" y="51801"/>
                </a:lnTo>
                <a:lnTo>
                  <a:pt x="432945" y="51637"/>
                </a:lnTo>
                <a:lnTo>
                  <a:pt x="433319" y="51480"/>
                </a:lnTo>
                <a:lnTo>
                  <a:pt x="433697" y="51331"/>
                </a:lnTo>
                <a:lnTo>
                  <a:pt x="434080" y="51189"/>
                </a:lnTo>
                <a:lnTo>
                  <a:pt x="434467" y="51054"/>
                </a:lnTo>
                <a:lnTo>
                  <a:pt x="434860" y="50926"/>
                </a:lnTo>
                <a:lnTo>
                  <a:pt x="435256" y="50806"/>
                </a:lnTo>
                <a:lnTo>
                  <a:pt x="435658" y="50693"/>
                </a:lnTo>
                <a:lnTo>
                  <a:pt x="436064" y="50587"/>
                </a:lnTo>
                <a:lnTo>
                  <a:pt x="436474" y="50489"/>
                </a:lnTo>
                <a:lnTo>
                  <a:pt x="436889" y="50398"/>
                </a:lnTo>
                <a:lnTo>
                  <a:pt x="437309" y="50314"/>
                </a:lnTo>
                <a:lnTo>
                  <a:pt x="437733" y="50238"/>
                </a:lnTo>
                <a:lnTo>
                  <a:pt x="438162" y="50168"/>
                </a:lnTo>
                <a:lnTo>
                  <a:pt x="438596" y="50106"/>
                </a:lnTo>
                <a:lnTo>
                  <a:pt x="439034" y="50052"/>
                </a:lnTo>
                <a:lnTo>
                  <a:pt x="439477" y="50004"/>
                </a:lnTo>
                <a:lnTo>
                  <a:pt x="439924" y="49964"/>
                </a:lnTo>
                <a:lnTo>
                  <a:pt x="440376" y="49931"/>
                </a:lnTo>
                <a:lnTo>
                  <a:pt x="440833" y="49906"/>
                </a:lnTo>
                <a:lnTo>
                  <a:pt x="441294" y="49888"/>
                </a:lnTo>
                <a:lnTo>
                  <a:pt x="441760" y="49877"/>
                </a:lnTo>
                <a:lnTo>
                  <a:pt x="442230" y="49873"/>
                </a:lnTo>
                <a:lnTo>
                  <a:pt x="442371" y="49873"/>
                </a:lnTo>
                <a:lnTo>
                  <a:pt x="442511" y="49874"/>
                </a:lnTo>
                <a:lnTo>
                  <a:pt x="442649" y="49875"/>
                </a:lnTo>
                <a:lnTo>
                  <a:pt x="442787" y="49877"/>
                </a:lnTo>
                <a:lnTo>
                  <a:pt x="442923" y="49879"/>
                </a:lnTo>
                <a:lnTo>
                  <a:pt x="443059" y="49882"/>
                </a:lnTo>
                <a:lnTo>
                  <a:pt x="443193" y="49886"/>
                </a:lnTo>
                <a:lnTo>
                  <a:pt x="443327" y="49889"/>
                </a:lnTo>
                <a:lnTo>
                  <a:pt x="443460" y="49894"/>
                </a:lnTo>
                <a:lnTo>
                  <a:pt x="443591" y="49899"/>
                </a:lnTo>
                <a:lnTo>
                  <a:pt x="443721" y="49904"/>
                </a:lnTo>
                <a:lnTo>
                  <a:pt x="443851" y="49910"/>
                </a:lnTo>
                <a:lnTo>
                  <a:pt x="443979" y="49916"/>
                </a:lnTo>
                <a:lnTo>
                  <a:pt x="444107" y="49923"/>
                </a:lnTo>
                <a:lnTo>
                  <a:pt x="444233" y="49931"/>
                </a:lnTo>
                <a:lnTo>
                  <a:pt x="444358" y="49938"/>
                </a:lnTo>
                <a:lnTo>
                  <a:pt x="444483" y="49947"/>
                </a:lnTo>
                <a:lnTo>
                  <a:pt x="444606" y="49956"/>
                </a:lnTo>
                <a:lnTo>
                  <a:pt x="444728" y="49965"/>
                </a:lnTo>
                <a:lnTo>
                  <a:pt x="444849" y="49975"/>
                </a:lnTo>
                <a:lnTo>
                  <a:pt x="444970" y="49986"/>
                </a:lnTo>
                <a:lnTo>
                  <a:pt x="445089" y="49997"/>
                </a:lnTo>
                <a:lnTo>
                  <a:pt x="445207" y="50008"/>
                </a:lnTo>
                <a:lnTo>
                  <a:pt x="445324" y="50020"/>
                </a:lnTo>
                <a:lnTo>
                  <a:pt x="445441" y="50033"/>
                </a:lnTo>
                <a:lnTo>
                  <a:pt x="445558" y="50045"/>
                </a:lnTo>
                <a:lnTo>
                  <a:pt x="445674" y="50058"/>
                </a:lnTo>
                <a:lnTo>
                  <a:pt x="445791" y="50071"/>
                </a:lnTo>
                <a:lnTo>
                  <a:pt x="445907" y="50085"/>
                </a:lnTo>
                <a:lnTo>
                  <a:pt x="446024" y="50099"/>
                </a:lnTo>
                <a:lnTo>
                  <a:pt x="446141" y="50113"/>
                </a:lnTo>
                <a:lnTo>
                  <a:pt x="446257" y="50127"/>
                </a:lnTo>
                <a:lnTo>
                  <a:pt x="446374" y="50141"/>
                </a:lnTo>
                <a:lnTo>
                  <a:pt x="446491" y="50156"/>
                </a:lnTo>
                <a:lnTo>
                  <a:pt x="446607" y="50171"/>
                </a:lnTo>
                <a:lnTo>
                  <a:pt x="446724" y="50186"/>
                </a:lnTo>
                <a:lnTo>
                  <a:pt x="446841" y="50202"/>
                </a:lnTo>
                <a:lnTo>
                  <a:pt x="446957" y="50217"/>
                </a:lnTo>
                <a:lnTo>
                  <a:pt x="447074" y="50233"/>
                </a:lnTo>
                <a:lnTo>
                  <a:pt x="447190" y="50250"/>
                </a:lnTo>
                <a:lnTo>
                  <a:pt x="447307" y="50266"/>
                </a:lnTo>
                <a:lnTo>
                  <a:pt x="447424" y="50283"/>
                </a:lnTo>
                <a:lnTo>
                  <a:pt x="447540" y="50300"/>
                </a:lnTo>
                <a:lnTo>
                  <a:pt x="447657" y="50317"/>
                </a:lnTo>
                <a:lnTo>
                  <a:pt x="447774" y="50335"/>
                </a:lnTo>
                <a:lnTo>
                  <a:pt x="447890" y="50352"/>
                </a:lnTo>
                <a:lnTo>
                  <a:pt x="448007" y="50370"/>
                </a:lnTo>
                <a:lnTo>
                  <a:pt x="448124" y="50389"/>
                </a:lnTo>
                <a:lnTo>
                  <a:pt x="448418" y="42285"/>
                </a:lnTo>
                <a:lnTo>
                  <a:pt x="448343" y="42255"/>
                </a:lnTo>
                <a:lnTo>
                  <a:pt x="448266" y="42225"/>
                </a:lnTo>
                <a:lnTo>
                  <a:pt x="448185" y="42195"/>
                </a:lnTo>
                <a:lnTo>
                  <a:pt x="448102" y="42166"/>
                </a:lnTo>
                <a:lnTo>
                  <a:pt x="448016" y="42137"/>
                </a:lnTo>
                <a:lnTo>
                  <a:pt x="447928" y="42108"/>
                </a:lnTo>
                <a:lnTo>
                  <a:pt x="447837" y="42080"/>
                </a:lnTo>
                <a:lnTo>
                  <a:pt x="447743" y="42052"/>
                </a:lnTo>
                <a:lnTo>
                  <a:pt x="447646" y="42025"/>
                </a:lnTo>
                <a:lnTo>
                  <a:pt x="447547" y="41997"/>
                </a:lnTo>
                <a:lnTo>
                  <a:pt x="447445" y="41971"/>
                </a:lnTo>
                <a:lnTo>
                  <a:pt x="447341" y="41945"/>
                </a:lnTo>
                <a:lnTo>
                  <a:pt x="447234" y="41919"/>
                </a:lnTo>
                <a:lnTo>
                  <a:pt x="447124" y="41893"/>
                </a:lnTo>
                <a:lnTo>
                  <a:pt x="447011" y="41868"/>
                </a:lnTo>
                <a:lnTo>
                  <a:pt x="446896" y="41843"/>
                </a:lnTo>
                <a:lnTo>
                  <a:pt x="446778" y="41819"/>
                </a:lnTo>
                <a:lnTo>
                  <a:pt x="446657" y="41795"/>
                </a:lnTo>
                <a:lnTo>
                  <a:pt x="446534" y="41771"/>
                </a:lnTo>
                <a:lnTo>
                  <a:pt x="446408" y="41748"/>
                </a:lnTo>
                <a:lnTo>
                  <a:pt x="446279" y="41725"/>
                </a:lnTo>
                <a:lnTo>
                  <a:pt x="446148" y="41703"/>
                </a:lnTo>
                <a:lnTo>
                  <a:pt x="446014" y="41681"/>
                </a:lnTo>
                <a:lnTo>
                  <a:pt x="445877" y="41659"/>
                </a:lnTo>
                <a:lnTo>
                  <a:pt x="445739" y="41638"/>
                </a:lnTo>
                <a:lnTo>
                  <a:pt x="445601" y="41618"/>
                </a:lnTo>
                <a:lnTo>
                  <a:pt x="445463" y="41599"/>
                </a:lnTo>
                <a:lnTo>
                  <a:pt x="445325" y="41580"/>
                </a:lnTo>
                <a:lnTo>
                  <a:pt x="445188" y="41563"/>
                </a:lnTo>
                <a:lnTo>
                  <a:pt x="445050" y="41546"/>
                </a:lnTo>
                <a:lnTo>
                  <a:pt x="444913" y="41531"/>
                </a:lnTo>
                <a:lnTo>
                  <a:pt x="444776" y="41516"/>
                </a:lnTo>
                <a:lnTo>
                  <a:pt x="444639" y="41502"/>
                </a:lnTo>
                <a:lnTo>
                  <a:pt x="444502" y="41489"/>
                </a:lnTo>
                <a:lnTo>
                  <a:pt x="444365" y="41477"/>
                </a:lnTo>
                <a:lnTo>
                  <a:pt x="444228" y="41466"/>
                </a:lnTo>
                <a:lnTo>
                  <a:pt x="444092" y="41455"/>
                </a:lnTo>
                <a:lnTo>
                  <a:pt x="443955" y="41446"/>
                </a:lnTo>
                <a:lnTo>
                  <a:pt x="443819" y="41437"/>
                </a:lnTo>
                <a:lnTo>
                  <a:pt x="443683" y="41430"/>
                </a:lnTo>
                <a:lnTo>
                  <a:pt x="443547" y="41423"/>
                </a:lnTo>
                <a:lnTo>
                  <a:pt x="443411" y="41417"/>
                </a:lnTo>
                <a:lnTo>
                  <a:pt x="443275" y="41412"/>
                </a:lnTo>
                <a:lnTo>
                  <a:pt x="443140" y="41408"/>
                </a:lnTo>
                <a:lnTo>
                  <a:pt x="443004" y="41405"/>
                </a:lnTo>
                <a:lnTo>
                  <a:pt x="442869" y="41403"/>
                </a:lnTo>
                <a:lnTo>
                  <a:pt x="442734" y="41402"/>
                </a:lnTo>
                <a:lnTo>
                  <a:pt x="442599" y="41401"/>
                </a:lnTo>
                <a:lnTo>
                  <a:pt x="442019" y="41406"/>
                </a:lnTo>
                <a:lnTo>
                  <a:pt x="441445" y="41421"/>
                </a:lnTo>
                <a:lnTo>
                  <a:pt x="440878" y="41445"/>
                </a:lnTo>
                <a:lnTo>
                  <a:pt x="440318" y="41479"/>
                </a:lnTo>
                <a:lnTo>
                  <a:pt x="439764" y="41523"/>
                </a:lnTo>
                <a:lnTo>
                  <a:pt x="439217" y="41576"/>
                </a:lnTo>
                <a:lnTo>
                  <a:pt x="438676" y="41639"/>
                </a:lnTo>
                <a:lnTo>
                  <a:pt x="438142" y="41712"/>
                </a:lnTo>
                <a:lnTo>
                  <a:pt x="437614" y="41795"/>
                </a:lnTo>
                <a:lnTo>
                  <a:pt x="437093" y="41887"/>
                </a:lnTo>
                <a:lnTo>
                  <a:pt x="436578" y="41989"/>
                </a:lnTo>
                <a:lnTo>
                  <a:pt x="436070" y="42101"/>
                </a:lnTo>
                <a:lnTo>
                  <a:pt x="435568" y="42223"/>
                </a:lnTo>
                <a:lnTo>
                  <a:pt x="435073" y="42354"/>
                </a:lnTo>
                <a:lnTo>
                  <a:pt x="434584" y="42495"/>
                </a:lnTo>
                <a:lnTo>
                  <a:pt x="434102" y="42645"/>
                </a:lnTo>
                <a:lnTo>
                  <a:pt x="433627" y="42806"/>
                </a:lnTo>
                <a:lnTo>
                  <a:pt x="433158" y="42976"/>
                </a:lnTo>
                <a:lnTo>
                  <a:pt x="432695" y="43156"/>
                </a:lnTo>
                <a:lnTo>
                  <a:pt x="432239" y="43345"/>
                </a:lnTo>
                <a:lnTo>
                  <a:pt x="431790" y="43544"/>
                </a:lnTo>
                <a:lnTo>
                  <a:pt x="431347" y="43753"/>
                </a:lnTo>
                <a:lnTo>
                  <a:pt x="430910" y="43972"/>
                </a:lnTo>
                <a:lnTo>
                  <a:pt x="430480" y="44201"/>
                </a:lnTo>
                <a:lnTo>
                  <a:pt x="430057" y="44438"/>
                </a:lnTo>
                <a:lnTo>
                  <a:pt x="429639" y="44683"/>
                </a:lnTo>
                <a:lnTo>
                  <a:pt x="429228" y="44936"/>
                </a:lnTo>
                <a:lnTo>
                  <a:pt x="428824" y="45196"/>
                </a:lnTo>
                <a:lnTo>
                  <a:pt x="428425" y="45465"/>
                </a:lnTo>
                <a:lnTo>
                  <a:pt x="428033" y="45741"/>
                </a:lnTo>
                <a:lnTo>
                  <a:pt x="427647" y="46025"/>
                </a:lnTo>
                <a:lnTo>
                  <a:pt x="427267" y="46316"/>
                </a:lnTo>
                <a:lnTo>
                  <a:pt x="426894" y="46616"/>
                </a:lnTo>
                <a:lnTo>
                  <a:pt x="426527" y="46923"/>
                </a:lnTo>
                <a:lnTo>
                  <a:pt x="426166" y="47239"/>
                </a:lnTo>
                <a:lnTo>
                  <a:pt x="425812" y="47562"/>
                </a:lnTo>
                <a:lnTo>
                  <a:pt x="425463" y="47892"/>
                </a:lnTo>
                <a:lnTo>
                  <a:pt x="425121" y="48231"/>
                </a:lnTo>
                <a:lnTo>
                  <a:pt x="424785" y="48577"/>
                </a:lnTo>
                <a:lnTo>
                  <a:pt x="424456" y="48932"/>
                </a:lnTo>
                <a:lnTo>
                  <a:pt x="424133" y="49294"/>
                </a:lnTo>
                <a:lnTo>
                  <a:pt x="423816" y="49664"/>
                </a:lnTo>
                <a:lnTo>
                  <a:pt x="423505" y="50041"/>
                </a:lnTo>
                <a:lnTo>
                  <a:pt x="423200" y="50427"/>
                </a:lnTo>
                <a:lnTo>
                  <a:pt x="422902" y="50820"/>
                </a:lnTo>
                <a:lnTo>
                  <a:pt x="422610" y="51221"/>
                </a:lnTo>
                <a:lnTo>
                  <a:pt x="422325" y="51630"/>
                </a:lnTo>
                <a:lnTo>
                  <a:pt x="422045" y="52046"/>
                </a:lnTo>
                <a:lnTo>
                  <a:pt x="421772" y="52470"/>
                </a:lnTo>
                <a:lnTo>
                  <a:pt x="421505" y="52899"/>
                </a:lnTo>
                <a:lnTo>
                  <a:pt x="421243" y="53334"/>
                </a:lnTo>
                <a:lnTo>
                  <a:pt x="420987" y="53774"/>
                </a:lnTo>
                <a:lnTo>
                  <a:pt x="420738" y="54221"/>
                </a:lnTo>
                <a:lnTo>
                  <a:pt x="420494" y="54673"/>
                </a:lnTo>
                <a:lnTo>
                  <a:pt x="420256" y="55131"/>
                </a:lnTo>
                <a:lnTo>
                  <a:pt x="420122" y="55397"/>
                </a:lnTo>
                <a:lnTo>
                  <a:pt x="419983" y="42875"/>
                </a:lnTo>
                <a:lnTo>
                  <a:pt x="411363" y="42875"/>
                </a:lnTo>
                <a:lnTo>
                  <a:pt x="411363" y="122583"/>
                </a:lnTo>
                <a:lnTo>
                  <a:pt x="420130" y="122583"/>
                </a:lnTo>
                <a:lnTo>
                  <a:pt x="420130" y="67703"/>
                </a:lnTo>
                <a:lnTo>
                  <a:pt x="420132" y="67695"/>
                </a:lnTo>
                <a:lnTo>
                  <a:pt x="420250" y="67276"/>
                </a:lnTo>
                <a:lnTo>
                  <a:pt x="420372" y="66861"/>
                </a:lnTo>
                <a:lnTo>
                  <a:pt x="420498" y="66448"/>
                </a:lnTo>
                <a:close/>
                <a:moveTo>
                  <a:pt x="547850" y="66280"/>
                </a:moveTo>
                <a:lnTo>
                  <a:pt x="547993" y="65877"/>
                </a:lnTo>
                <a:lnTo>
                  <a:pt x="548141" y="65476"/>
                </a:lnTo>
                <a:lnTo>
                  <a:pt x="548295" y="65077"/>
                </a:lnTo>
                <a:lnTo>
                  <a:pt x="548454" y="64680"/>
                </a:lnTo>
                <a:lnTo>
                  <a:pt x="548619" y="64285"/>
                </a:lnTo>
                <a:lnTo>
                  <a:pt x="548789" y="63892"/>
                </a:lnTo>
                <a:lnTo>
                  <a:pt x="548964" y="63502"/>
                </a:lnTo>
                <a:lnTo>
                  <a:pt x="549145" y="63113"/>
                </a:lnTo>
                <a:lnTo>
                  <a:pt x="549331" y="62726"/>
                </a:lnTo>
                <a:lnTo>
                  <a:pt x="549522" y="62341"/>
                </a:lnTo>
                <a:lnTo>
                  <a:pt x="549719" y="61959"/>
                </a:lnTo>
                <a:lnTo>
                  <a:pt x="549921" y="61578"/>
                </a:lnTo>
                <a:lnTo>
                  <a:pt x="550129" y="61199"/>
                </a:lnTo>
                <a:lnTo>
                  <a:pt x="550342" y="60823"/>
                </a:lnTo>
                <a:lnTo>
                  <a:pt x="550560" y="60448"/>
                </a:lnTo>
                <a:lnTo>
                  <a:pt x="550784" y="60076"/>
                </a:lnTo>
                <a:lnTo>
                  <a:pt x="551013" y="59706"/>
                </a:lnTo>
                <a:lnTo>
                  <a:pt x="551248" y="59337"/>
                </a:lnTo>
                <a:lnTo>
                  <a:pt x="551487" y="58971"/>
                </a:lnTo>
                <a:lnTo>
                  <a:pt x="551733" y="58609"/>
                </a:lnTo>
                <a:lnTo>
                  <a:pt x="551985" y="58252"/>
                </a:lnTo>
                <a:lnTo>
                  <a:pt x="552242" y="57900"/>
                </a:lnTo>
                <a:lnTo>
                  <a:pt x="552506" y="57555"/>
                </a:lnTo>
                <a:lnTo>
                  <a:pt x="552776" y="57215"/>
                </a:lnTo>
                <a:lnTo>
                  <a:pt x="553053" y="56881"/>
                </a:lnTo>
                <a:lnTo>
                  <a:pt x="553335" y="56552"/>
                </a:lnTo>
                <a:lnTo>
                  <a:pt x="553624" y="56229"/>
                </a:lnTo>
                <a:lnTo>
                  <a:pt x="553918" y="55911"/>
                </a:lnTo>
                <a:lnTo>
                  <a:pt x="554219" y="55600"/>
                </a:lnTo>
                <a:lnTo>
                  <a:pt x="554526" y="55293"/>
                </a:lnTo>
                <a:lnTo>
                  <a:pt x="554839" y="54993"/>
                </a:lnTo>
                <a:lnTo>
                  <a:pt x="555158" y="54698"/>
                </a:lnTo>
                <a:lnTo>
                  <a:pt x="555484" y="54409"/>
                </a:lnTo>
                <a:lnTo>
                  <a:pt x="555815" y="54125"/>
                </a:lnTo>
                <a:lnTo>
                  <a:pt x="556153" y="53847"/>
                </a:lnTo>
                <a:lnTo>
                  <a:pt x="556497" y="53575"/>
                </a:lnTo>
                <a:lnTo>
                  <a:pt x="556847" y="53308"/>
                </a:lnTo>
                <a:lnTo>
                  <a:pt x="557203" y="53047"/>
                </a:lnTo>
                <a:lnTo>
                  <a:pt x="557565" y="52791"/>
                </a:lnTo>
                <a:lnTo>
                  <a:pt x="557933" y="52541"/>
                </a:lnTo>
                <a:lnTo>
                  <a:pt x="558308" y="52297"/>
                </a:lnTo>
                <a:lnTo>
                  <a:pt x="558688" y="52058"/>
                </a:lnTo>
                <a:lnTo>
                  <a:pt x="559075" y="51825"/>
                </a:lnTo>
                <a:lnTo>
                  <a:pt x="559469" y="51600"/>
                </a:lnTo>
                <a:lnTo>
                  <a:pt x="559869" y="51384"/>
                </a:lnTo>
                <a:lnTo>
                  <a:pt x="560277" y="51178"/>
                </a:lnTo>
                <a:lnTo>
                  <a:pt x="560693" y="50981"/>
                </a:lnTo>
                <a:lnTo>
                  <a:pt x="561115" y="50794"/>
                </a:lnTo>
                <a:lnTo>
                  <a:pt x="561545" y="50617"/>
                </a:lnTo>
                <a:lnTo>
                  <a:pt x="561982" y="50449"/>
                </a:lnTo>
                <a:lnTo>
                  <a:pt x="562427" y="50290"/>
                </a:lnTo>
                <a:lnTo>
                  <a:pt x="562879" y="50142"/>
                </a:lnTo>
                <a:lnTo>
                  <a:pt x="563338" y="50003"/>
                </a:lnTo>
                <a:lnTo>
                  <a:pt x="563804" y="49873"/>
                </a:lnTo>
                <a:lnTo>
                  <a:pt x="564278" y="49753"/>
                </a:lnTo>
                <a:lnTo>
                  <a:pt x="564759" y="49643"/>
                </a:lnTo>
                <a:lnTo>
                  <a:pt x="565247" y="49542"/>
                </a:lnTo>
                <a:lnTo>
                  <a:pt x="565743" y="49451"/>
                </a:lnTo>
                <a:lnTo>
                  <a:pt x="566245" y="49370"/>
                </a:lnTo>
                <a:lnTo>
                  <a:pt x="566756" y="49298"/>
                </a:lnTo>
                <a:lnTo>
                  <a:pt x="567273" y="49235"/>
                </a:lnTo>
                <a:lnTo>
                  <a:pt x="567798" y="49183"/>
                </a:lnTo>
                <a:lnTo>
                  <a:pt x="568330" y="49139"/>
                </a:lnTo>
                <a:lnTo>
                  <a:pt x="568869" y="49106"/>
                </a:lnTo>
                <a:lnTo>
                  <a:pt x="569415" y="49082"/>
                </a:lnTo>
                <a:lnTo>
                  <a:pt x="569969" y="49067"/>
                </a:lnTo>
                <a:lnTo>
                  <a:pt x="570530" y="49063"/>
                </a:lnTo>
                <a:lnTo>
                  <a:pt x="571007" y="49066"/>
                </a:lnTo>
                <a:lnTo>
                  <a:pt x="571479" y="49076"/>
                </a:lnTo>
                <a:lnTo>
                  <a:pt x="571946" y="49093"/>
                </a:lnTo>
                <a:lnTo>
                  <a:pt x="572408" y="49116"/>
                </a:lnTo>
                <a:lnTo>
                  <a:pt x="572865" y="49146"/>
                </a:lnTo>
                <a:lnTo>
                  <a:pt x="573318" y="49182"/>
                </a:lnTo>
                <a:lnTo>
                  <a:pt x="573766" y="49226"/>
                </a:lnTo>
                <a:lnTo>
                  <a:pt x="574210" y="49275"/>
                </a:lnTo>
                <a:lnTo>
                  <a:pt x="574648" y="49332"/>
                </a:lnTo>
                <a:lnTo>
                  <a:pt x="575082" y="49395"/>
                </a:lnTo>
                <a:lnTo>
                  <a:pt x="575511" y="49465"/>
                </a:lnTo>
                <a:lnTo>
                  <a:pt x="575936" y="49542"/>
                </a:lnTo>
                <a:lnTo>
                  <a:pt x="576355" y="49625"/>
                </a:lnTo>
                <a:lnTo>
                  <a:pt x="576770" y="49714"/>
                </a:lnTo>
                <a:lnTo>
                  <a:pt x="577181" y="49811"/>
                </a:lnTo>
                <a:lnTo>
                  <a:pt x="577586" y="49914"/>
                </a:lnTo>
                <a:lnTo>
                  <a:pt x="577987" y="50024"/>
                </a:lnTo>
                <a:lnTo>
                  <a:pt x="578383" y="50140"/>
                </a:lnTo>
                <a:lnTo>
                  <a:pt x="578774" y="50263"/>
                </a:lnTo>
                <a:lnTo>
                  <a:pt x="579161" y="50393"/>
                </a:lnTo>
                <a:lnTo>
                  <a:pt x="579543" y="50529"/>
                </a:lnTo>
                <a:lnTo>
                  <a:pt x="579920" y="50672"/>
                </a:lnTo>
                <a:lnTo>
                  <a:pt x="580292" y="50822"/>
                </a:lnTo>
                <a:lnTo>
                  <a:pt x="580660" y="50978"/>
                </a:lnTo>
                <a:lnTo>
                  <a:pt x="581022" y="51142"/>
                </a:lnTo>
                <a:lnTo>
                  <a:pt x="581377" y="51315"/>
                </a:lnTo>
                <a:lnTo>
                  <a:pt x="581726" y="51497"/>
                </a:lnTo>
                <a:lnTo>
                  <a:pt x="582068" y="51688"/>
                </a:lnTo>
                <a:lnTo>
                  <a:pt x="582403" y="51888"/>
                </a:lnTo>
                <a:lnTo>
                  <a:pt x="582732" y="52097"/>
                </a:lnTo>
                <a:lnTo>
                  <a:pt x="583054" y="52315"/>
                </a:lnTo>
                <a:lnTo>
                  <a:pt x="583369" y="52541"/>
                </a:lnTo>
                <a:lnTo>
                  <a:pt x="583678" y="52777"/>
                </a:lnTo>
                <a:lnTo>
                  <a:pt x="583980" y="53022"/>
                </a:lnTo>
                <a:lnTo>
                  <a:pt x="584275" y="53275"/>
                </a:lnTo>
                <a:lnTo>
                  <a:pt x="584564" y="53538"/>
                </a:lnTo>
                <a:lnTo>
                  <a:pt x="584846" y="53809"/>
                </a:lnTo>
                <a:lnTo>
                  <a:pt x="585122" y="54090"/>
                </a:lnTo>
                <a:lnTo>
                  <a:pt x="585391" y="54379"/>
                </a:lnTo>
                <a:lnTo>
                  <a:pt x="585653" y="54678"/>
                </a:lnTo>
                <a:lnTo>
                  <a:pt x="585908" y="54985"/>
                </a:lnTo>
                <a:lnTo>
                  <a:pt x="586157" y="55301"/>
                </a:lnTo>
                <a:lnTo>
                  <a:pt x="586399" y="55627"/>
                </a:lnTo>
                <a:lnTo>
                  <a:pt x="586635" y="55961"/>
                </a:lnTo>
                <a:lnTo>
                  <a:pt x="586864" y="56304"/>
                </a:lnTo>
                <a:lnTo>
                  <a:pt x="587086" y="56656"/>
                </a:lnTo>
                <a:lnTo>
                  <a:pt x="587302" y="57017"/>
                </a:lnTo>
                <a:lnTo>
                  <a:pt x="587511" y="57387"/>
                </a:lnTo>
                <a:lnTo>
                  <a:pt x="587712" y="57768"/>
                </a:lnTo>
                <a:lnTo>
                  <a:pt x="587905" y="58160"/>
                </a:lnTo>
                <a:lnTo>
                  <a:pt x="588089" y="58565"/>
                </a:lnTo>
                <a:lnTo>
                  <a:pt x="588265" y="58981"/>
                </a:lnTo>
                <a:lnTo>
                  <a:pt x="588432" y="59410"/>
                </a:lnTo>
                <a:lnTo>
                  <a:pt x="588590" y="59850"/>
                </a:lnTo>
                <a:lnTo>
                  <a:pt x="588740" y="60303"/>
                </a:lnTo>
                <a:lnTo>
                  <a:pt x="588882" y="60768"/>
                </a:lnTo>
                <a:lnTo>
                  <a:pt x="589015" y="61244"/>
                </a:lnTo>
                <a:lnTo>
                  <a:pt x="589139" y="61733"/>
                </a:lnTo>
                <a:lnTo>
                  <a:pt x="589255" y="62234"/>
                </a:lnTo>
                <a:lnTo>
                  <a:pt x="589362" y="62746"/>
                </a:lnTo>
                <a:lnTo>
                  <a:pt x="589460" y="63271"/>
                </a:lnTo>
                <a:lnTo>
                  <a:pt x="589550" y="63808"/>
                </a:lnTo>
                <a:lnTo>
                  <a:pt x="589632" y="64357"/>
                </a:lnTo>
                <a:lnTo>
                  <a:pt x="589704" y="64918"/>
                </a:lnTo>
                <a:lnTo>
                  <a:pt x="589769" y="65490"/>
                </a:lnTo>
                <a:lnTo>
                  <a:pt x="589824" y="66075"/>
                </a:lnTo>
                <a:lnTo>
                  <a:pt x="589872" y="66672"/>
                </a:lnTo>
                <a:lnTo>
                  <a:pt x="589910" y="67281"/>
                </a:lnTo>
                <a:lnTo>
                  <a:pt x="589940" y="67902"/>
                </a:lnTo>
                <a:lnTo>
                  <a:pt x="589962" y="68535"/>
                </a:lnTo>
                <a:lnTo>
                  <a:pt x="589974" y="69180"/>
                </a:lnTo>
                <a:lnTo>
                  <a:pt x="589979" y="69837"/>
                </a:lnTo>
                <a:lnTo>
                  <a:pt x="589979" y="122583"/>
                </a:lnTo>
                <a:lnTo>
                  <a:pt x="598745" y="122583"/>
                </a:lnTo>
                <a:lnTo>
                  <a:pt x="598745" y="69801"/>
                </a:lnTo>
                <a:lnTo>
                  <a:pt x="598758" y="69661"/>
                </a:lnTo>
                <a:lnTo>
                  <a:pt x="598792" y="69358"/>
                </a:lnTo>
                <a:lnTo>
                  <a:pt x="598830" y="69054"/>
                </a:lnTo>
                <a:lnTo>
                  <a:pt x="598873" y="68750"/>
                </a:lnTo>
                <a:lnTo>
                  <a:pt x="598921" y="68445"/>
                </a:lnTo>
                <a:lnTo>
                  <a:pt x="598974" y="68140"/>
                </a:lnTo>
                <a:lnTo>
                  <a:pt x="599031" y="67835"/>
                </a:lnTo>
                <a:lnTo>
                  <a:pt x="599093" y="67528"/>
                </a:lnTo>
                <a:lnTo>
                  <a:pt x="599159" y="67222"/>
                </a:lnTo>
                <a:lnTo>
                  <a:pt x="599231" y="66915"/>
                </a:lnTo>
                <a:lnTo>
                  <a:pt x="599307" y="66607"/>
                </a:lnTo>
                <a:lnTo>
                  <a:pt x="599388" y="66299"/>
                </a:lnTo>
                <a:lnTo>
                  <a:pt x="599474" y="65990"/>
                </a:lnTo>
                <a:lnTo>
                  <a:pt x="599564" y="65681"/>
                </a:lnTo>
                <a:lnTo>
                  <a:pt x="599659" y="65371"/>
                </a:lnTo>
                <a:lnTo>
                  <a:pt x="599759" y="65061"/>
                </a:lnTo>
                <a:lnTo>
                  <a:pt x="599863" y="64750"/>
                </a:lnTo>
                <a:lnTo>
                  <a:pt x="599973" y="64438"/>
                </a:lnTo>
                <a:lnTo>
                  <a:pt x="600087" y="64127"/>
                </a:lnTo>
                <a:lnTo>
                  <a:pt x="600205" y="63814"/>
                </a:lnTo>
                <a:lnTo>
                  <a:pt x="600329" y="63502"/>
                </a:lnTo>
                <a:lnTo>
                  <a:pt x="600457" y="63189"/>
                </a:lnTo>
                <a:lnTo>
                  <a:pt x="600590" y="62879"/>
                </a:lnTo>
                <a:lnTo>
                  <a:pt x="600728" y="62570"/>
                </a:lnTo>
                <a:lnTo>
                  <a:pt x="600871" y="62262"/>
                </a:lnTo>
                <a:lnTo>
                  <a:pt x="601019" y="61957"/>
                </a:lnTo>
                <a:lnTo>
                  <a:pt x="601172" y="61653"/>
                </a:lnTo>
                <a:lnTo>
                  <a:pt x="601329" y="61351"/>
                </a:lnTo>
                <a:lnTo>
                  <a:pt x="601491" y="61050"/>
                </a:lnTo>
                <a:lnTo>
                  <a:pt x="601658" y="60751"/>
                </a:lnTo>
                <a:lnTo>
                  <a:pt x="601830" y="60454"/>
                </a:lnTo>
                <a:lnTo>
                  <a:pt x="602007" y="60158"/>
                </a:lnTo>
                <a:lnTo>
                  <a:pt x="602189" y="59864"/>
                </a:lnTo>
                <a:lnTo>
                  <a:pt x="602376" y="59572"/>
                </a:lnTo>
                <a:lnTo>
                  <a:pt x="602567" y="59281"/>
                </a:lnTo>
                <a:lnTo>
                  <a:pt x="602763" y="58992"/>
                </a:lnTo>
                <a:lnTo>
                  <a:pt x="602965" y="58705"/>
                </a:lnTo>
                <a:lnTo>
                  <a:pt x="603171" y="58419"/>
                </a:lnTo>
                <a:lnTo>
                  <a:pt x="603382" y="58135"/>
                </a:lnTo>
                <a:lnTo>
                  <a:pt x="603597" y="57853"/>
                </a:lnTo>
                <a:lnTo>
                  <a:pt x="603818" y="57572"/>
                </a:lnTo>
                <a:lnTo>
                  <a:pt x="604043" y="57293"/>
                </a:lnTo>
                <a:lnTo>
                  <a:pt x="604274" y="57016"/>
                </a:lnTo>
                <a:lnTo>
                  <a:pt x="604509" y="56740"/>
                </a:lnTo>
                <a:lnTo>
                  <a:pt x="604749" y="56466"/>
                </a:lnTo>
                <a:lnTo>
                  <a:pt x="604994" y="56195"/>
                </a:lnTo>
                <a:lnTo>
                  <a:pt x="605244" y="55929"/>
                </a:lnTo>
                <a:lnTo>
                  <a:pt x="605499" y="55666"/>
                </a:lnTo>
                <a:lnTo>
                  <a:pt x="605759" y="55408"/>
                </a:lnTo>
                <a:lnTo>
                  <a:pt x="606024" y="55155"/>
                </a:lnTo>
                <a:lnTo>
                  <a:pt x="606294" y="54905"/>
                </a:lnTo>
                <a:lnTo>
                  <a:pt x="606569" y="54661"/>
                </a:lnTo>
                <a:lnTo>
                  <a:pt x="606849" y="54420"/>
                </a:lnTo>
                <a:lnTo>
                  <a:pt x="607133" y="54184"/>
                </a:lnTo>
                <a:lnTo>
                  <a:pt x="607423" y="53952"/>
                </a:lnTo>
                <a:lnTo>
                  <a:pt x="607718" y="53724"/>
                </a:lnTo>
                <a:lnTo>
                  <a:pt x="608018" y="53501"/>
                </a:lnTo>
                <a:lnTo>
                  <a:pt x="608323" y="53282"/>
                </a:lnTo>
                <a:lnTo>
                  <a:pt x="608633" y="53068"/>
                </a:lnTo>
                <a:lnTo>
                  <a:pt x="608948" y="52858"/>
                </a:lnTo>
                <a:lnTo>
                  <a:pt x="609267" y="52652"/>
                </a:lnTo>
                <a:lnTo>
                  <a:pt x="609592" y="52450"/>
                </a:lnTo>
                <a:lnTo>
                  <a:pt x="609922" y="52253"/>
                </a:lnTo>
                <a:lnTo>
                  <a:pt x="610257" y="52061"/>
                </a:lnTo>
                <a:lnTo>
                  <a:pt x="610596" y="51872"/>
                </a:lnTo>
                <a:lnTo>
                  <a:pt x="610941" y="51688"/>
                </a:lnTo>
                <a:lnTo>
                  <a:pt x="611291" y="51509"/>
                </a:lnTo>
                <a:lnTo>
                  <a:pt x="611646" y="51333"/>
                </a:lnTo>
                <a:lnTo>
                  <a:pt x="612005" y="51162"/>
                </a:lnTo>
                <a:lnTo>
                  <a:pt x="612370" y="50997"/>
                </a:lnTo>
                <a:lnTo>
                  <a:pt x="612739" y="50838"/>
                </a:lnTo>
                <a:lnTo>
                  <a:pt x="613114" y="50686"/>
                </a:lnTo>
                <a:lnTo>
                  <a:pt x="613493" y="50541"/>
                </a:lnTo>
                <a:lnTo>
                  <a:pt x="613877" y="50403"/>
                </a:lnTo>
                <a:lnTo>
                  <a:pt x="614266" y="50271"/>
                </a:lnTo>
                <a:lnTo>
                  <a:pt x="614660" y="50147"/>
                </a:lnTo>
                <a:lnTo>
                  <a:pt x="615058" y="50029"/>
                </a:lnTo>
                <a:lnTo>
                  <a:pt x="615462" y="49917"/>
                </a:lnTo>
                <a:lnTo>
                  <a:pt x="615870" y="49813"/>
                </a:lnTo>
                <a:lnTo>
                  <a:pt x="616284" y="49715"/>
                </a:lnTo>
                <a:lnTo>
                  <a:pt x="616702" y="49624"/>
                </a:lnTo>
                <a:lnTo>
                  <a:pt x="617125" y="49540"/>
                </a:lnTo>
                <a:lnTo>
                  <a:pt x="617552" y="49463"/>
                </a:lnTo>
                <a:lnTo>
                  <a:pt x="617985" y="49392"/>
                </a:lnTo>
                <a:lnTo>
                  <a:pt x="618423" y="49329"/>
                </a:lnTo>
                <a:lnTo>
                  <a:pt x="618865" y="49272"/>
                </a:lnTo>
                <a:lnTo>
                  <a:pt x="619312" y="49222"/>
                </a:lnTo>
                <a:lnTo>
                  <a:pt x="619764" y="49178"/>
                </a:lnTo>
                <a:lnTo>
                  <a:pt x="620221" y="49141"/>
                </a:lnTo>
                <a:lnTo>
                  <a:pt x="620683" y="49112"/>
                </a:lnTo>
                <a:lnTo>
                  <a:pt x="621150" y="49088"/>
                </a:lnTo>
                <a:lnTo>
                  <a:pt x="621621" y="49072"/>
                </a:lnTo>
                <a:lnTo>
                  <a:pt x="622098" y="49063"/>
                </a:lnTo>
                <a:lnTo>
                  <a:pt x="622580" y="49066"/>
                </a:lnTo>
                <a:lnTo>
                  <a:pt x="623057" y="49075"/>
                </a:lnTo>
                <a:lnTo>
                  <a:pt x="623530" y="49091"/>
                </a:lnTo>
                <a:lnTo>
                  <a:pt x="623997" y="49114"/>
                </a:lnTo>
                <a:lnTo>
                  <a:pt x="624459" y="49143"/>
                </a:lnTo>
                <a:lnTo>
                  <a:pt x="624916" y="49178"/>
                </a:lnTo>
                <a:lnTo>
                  <a:pt x="625367" y="49219"/>
                </a:lnTo>
                <a:lnTo>
                  <a:pt x="625814" y="49267"/>
                </a:lnTo>
                <a:lnTo>
                  <a:pt x="626255" y="49322"/>
                </a:lnTo>
                <a:lnTo>
                  <a:pt x="626692" y="49382"/>
                </a:lnTo>
                <a:lnTo>
                  <a:pt x="627123" y="49450"/>
                </a:lnTo>
                <a:lnTo>
                  <a:pt x="627549" y="49523"/>
                </a:lnTo>
                <a:lnTo>
                  <a:pt x="627970" y="49603"/>
                </a:lnTo>
                <a:lnTo>
                  <a:pt x="628386" y="49689"/>
                </a:lnTo>
                <a:lnTo>
                  <a:pt x="628797" y="49782"/>
                </a:lnTo>
                <a:lnTo>
                  <a:pt x="629203" y="49881"/>
                </a:lnTo>
                <a:lnTo>
                  <a:pt x="629603" y="49987"/>
                </a:lnTo>
                <a:lnTo>
                  <a:pt x="629999" y="50099"/>
                </a:lnTo>
                <a:lnTo>
                  <a:pt x="630389" y="50217"/>
                </a:lnTo>
                <a:lnTo>
                  <a:pt x="630774" y="50342"/>
                </a:lnTo>
                <a:lnTo>
                  <a:pt x="631154" y="50473"/>
                </a:lnTo>
                <a:lnTo>
                  <a:pt x="631529" y="50610"/>
                </a:lnTo>
                <a:lnTo>
                  <a:pt x="631899" y="50754"/>
                </a:lnTo>
                <a:lnTo>
                  <a:pt x="632264" y="50904"/>
                </a:lnTo>
                <a:lnTo>
                  <a:pt x="632623" y="51063"/>
                </a:lnTo>
                <a:lnTo>
                  <a:pt x="632975" y="51231"/>
                </a:lnTo>
                <a:lnTo>
                  <a:pt x="633321" y="51409"/>
                </a:lnTo>
                <a:lnTo>
                  <a:pt x="633661" y="51597"/>
                </a:lnTo>
                <a:lnTo>
                  <a:pt x="633993" y="51795"/>
                </a:lnTo>
                <a:lnTo>
                  <a:pt x="634320" y="52002"/>
                </a:lnTo>
                <a:lnTo>
                  <a:pt x="634639" y="52220"/>
                </a:lnTo>
                <a:lnTo>
                  <a:pt x="634953" y="52447"/>
                </a:lnTo>
                <a:lnTo>
                  <a:pt x="635260" y="52684"/>
                </a:lnTo>
                <a:lnTo>
                  <a:pt x="635560" y="52931"/>
                </a:lnTo>
                <a:lnTo>
                  <a:pt x="635853" y="53188"/>
                </a:lnTo>
                <a:lnTo>
                  <a:pt x="636141" y="53455"/>
                </a:lnTo>
                <a:lnTo>
                  <a:pt x="636421" y="53732"/>
                </a:lnTo>
                <a:lnTo>
                  <a:pt x="636695" y="54018"/>
                </a:lnTo>
                <a:lnTo>
                  <a:pt x="636963" y="54314"/>
                </a:lnTo>
                <a:lnTo>
                  <a:pt x="637224" y="54620"/>
                </a:lnTo>
                <a:lnTo>
                  <a:pt x="637479" y="54936"/>
                </a:lnTo>
                <a:lnTo>
                  <a:pt x="637727" y="55262"/>
                </a:lnTo>
                <a:lnTo>
                  <a:pt x="637968" y="55598"/>
                </a:lnTo>
                <a:lnTo>
                  <a:pt x="638203" y="55943"/>
                </a:lnTo>
                <a:lnTo>
                  <a:pt x="638432" y="56299"/>
                </a:lnTo>
                <a:lnTo>
                  <a:pt x="638654" y="56664"/>
                </a:lnTo>
                <a:lnTo>
                  <a:pt x="638869" y="57039"/>
                </a:lnTo>
                <a:lnTo>
                  <a:pt x="639078" y="57424"/>
                </a:lnTo>
                <a:lnTo>
                  <a:pt x="639280" y="57820"/>
                </a:lnTo>
                <a:lnTo>
                  <a:pt x="639472" y="58229"/>
                </a:lnTo>
                <a:lnTo>
                  <a:pt x="639657" y="58652"/>
                </a:lnTo>
                <a:lnTo>
                  <a:pt x="639832" y="59087"/>
                </a:lnTo>
                <a:lnTo>
                  <a:pt x="639999" y="59535"/>
                </a:lnTo>
                <a:lnTo>
                  <a:pt x="640158" y="59995"/>
                </a:lnTo>
                <a:lnTo>
                  <a:pt x="640308" y="60469"/>
                </a:lnTo>
                <a:lnTo>
                  <a:pt x="640449" y="60956"/>
                </a:lnTo>
                <a:lnTo>
                  <a:pt x="640582" y="61456"/>
                </a:lnTo>
                <a:lnTo>
                  <a:pt x="640706" y="61968"/>
                </a:lnTo>
                <a:lnTo>
                  <a:pt x="640822" y="62494"/>
                </a:lnTo>
                <a:lnTo>
                  <a:pt x="640929" y="63032"/>
                </a:lnTo>
                <a:lnTo>
                  <a:pt x="641028" y="63583"/>
                </a:lnTo>
                <a:lnTo>
                  <a:pt x="641118" y="64147"/>
                </a:lnTo>
                <a:lnTo>
                  <a:pt x="641199" y="64725"/>
                </a:lnTo>
                <a:lnTo>
                  <a:pt x="641272" y="65315"/>
                </a:lnTo>
                <a:lnTo>
                  <a:pt x="641336" y="65918"/>
                </a:lnTo>
                <a:lnTo>
                  <a:pt x="641392" y="66533"/>
                </a:lnTo>
                <a:lnTo>
                  <a:pt x="641439" y="67162"/>
                </a:lnTo>
                <a:lnTo>
                  <a:pt x="641477" y="67804"/>
                </a:lnTo>
                <a:lnTo>
                  <a:pt x="641507" y="68459"/>
                </a:lnTo>
                <a:lnTo>
                  <a:pt x="641529" y="69126"/>
                </a:lnTo>
                <a:lnTo>
                  <a:pt x="641542" y="69807"/>
                </a:lnTo>
                <a:lnTo>
                  <a:pt x="641546" y="70500"/>
                </a:lnTo>
                <a:lnTo>
                  <a:pt x="641546" y="122583"/>
                </a:lnTo>
                <a:lnTo>
                  <a:pt x="650386" y="122583"/>
                </a:lnTo>
                <a:lnTo>
                  <a:pt x="650386" y="70574"/>
                </a:lnTo>
                <a:lnTo>
                  <a:pt x="650383" y="69933"/>
                </a:lnTo>
                <a:lnTo>
                  <a:pt x="650374" y="69300"/>
                </a:lnTo>
                <a:lnTo>
                  <a:pt x="650359" y="68674"/>
                </a:lnTo>
                <a:lnTo>
                  <a:pt x="650337" y="68057"/>
                </a:lnTo>
                <a:lnTo>
                  <a:pt x="650309" y="67447"/>
                </a:lnTo>
                <a:lnTo>
                  <a:pt x="650276" y="66844"/>
                </a:lnTo>
                <a:lnTo>
                  <a:pt x="650236" y="66249"/>
                </a:lnTo>
                <a:lnTo>
                  <a:pt x="650190" y="65662"/>
                </a:lnTo>
                <a:lnTo>
                  <a:pt x="650138" y="65083"/>
                </a:lnTo>
                <a:lnTo>
                  <a:pt x="650079" y="64511"/>
                </a:lnTo>
                <a:lnTo>
                  <a:pt x="650015" y="63947"/>
                </a:lnTo>
                <a:lnTo>
                  <a:pt x="649944" y="63391"/>
                </a:lnTo>
                <a:lnTo>
                  <a:pt x="649867" y="62842"/>
                </a:lnTo>
                <a:lnTo>
                  <a:pt x="649785" y="62301"/>
                </a:lnTo>
                <a:lnTo>
                  <a:pt x="649696" y="61768"/>
                </a:lnTo>
                <a:lnTo>
                  <a:pt x="649600" y="61242"/>
                </a:lnTo>
                <a:lnTo>
                  <a:pt x="649499" y="60724"/>
                </a:lnTo>
                <a:lnTo>
                  <a:pt x="649392" y="60214"/>
                </a:lnTo>
                <a:lnTo>
                  <a:pt x="649278" y="59711"/>
                </a:lnTo>
                <a:lnTo>
                  <a:pt x="649158" y="59217"/>
                </a:lnTo>
                <a:lnTo>
                  <a:pt x="649033" y="58729"/>
                </a:lnTo>
                <a:lnTo>
                  <a:pt x="648901" y="58250"/>
                </a:lnTo>
                <a:lnTo>
                  <a:pt x="648762" y="57778"/>
                </a:lnTo>
                <a:lnTo>
                  <a:pt x="648618" y="57313"/>
                </a:lnTo>
                <a:lnTo>
                  <a:pt x="648468" y="56856"/>
                </a:lnTo>
                <a:lnTo>
                  <a:pt x="648312" y="56406"/>
                </a:lnTo>
                <a:lnTo>
                  <a:pt x="648151" y="55963"/>
                </a:lnTo>
                <a:lnTo>
                  <a:pt x="647985" y="55527"/>
                </a:lnTo>
                <a:lnTo>
                  <a:pt x="647813" y="55098"/>
                </a:lnTo>
                <a:lnTo>
                  <a:pt x="647635" y="54675"/>
                </a:lnTo>
                <a:lnTo>
                  <a:pt x="647452" y="54260"/>
                </a:lnTo>
                <a:lnTo>
                  <a:pt x="647263" y="53851"/>
                </a:lnTo>
                <a:lnTo>
                  <a:pt x="647069" y="53449"/>
                </a:lnTo>
                <a:lnTo>
                  <a:pt x="646870" y="53055"/>
                </a:lnTo>
                <a:lnTo>
                  <a:pt x="646665" y="52667"/>
                </a:lnTo>
                <a:lnTo>
                  <a:pt x="646454" y="52286"/>
                </a:lnTo>
                <a:lnTo>
                  <a:pt x="646238" y="51912"/>
                </a:lnTo>
                <a:lnTo>
                  <a:pt x="646016" y="51544"/>
                </a:lnTo>
                <a:lnTo>
                  <a:pt x="645789" y="51184"/>
                </a:lnTo>
                <a:lnTo>
                  <a:pt x="645557" y="50831"/>
                </a:lnTo>
                <a:lnTo>
                  <a:pt x="645319" y="50484"/>
                </a:lnTo>
                <a:lnTo>
                  <a:pt x="645075" y="50145"/>
                </a:lnTo>
                <a:lnTo>
                  <a:pt x="644826" y="49812"/>
                </a:lnTo>
                <a:lnTo>
                  <a:pt x="644572" y="49486"/>
                </a:lnTo>
                <a:lnTo>
                  <a:pt x="644311" y="49167"/>
                </a:lnTo>
                <a:lnTo>
                  <a:pt x="644046" y="48855"/>
                </a:lnTo>
                <a:lnTo>
                  <a:pt x="643775" y="48550"/>
                </a:lnTo>
                <a:lnTo>
                  <a:pt x="643498" y="48252"/>
                </a:lnTo>
                <a:lnTo>
                  <a:pt x="643216" y="47961"/>
                </a:lnTo>
                <a:lnTo>
                  <a:pt x="642929" y="47676"/>
                </a:lnTo>
                <a:lnTo>
                  <a:pt x="642637" y="47398"/>
                </a:lnTo>
                <a:lnTo>
                  <a:pt x="642339" y="47126"/>
                </a:lnTo>
                <a:lnTo>
                  <a:pt x="642036" y="46860"/>
                </a:lnTo>
                <a:lnTo>
                  <a:pt x="641728" y="46602"/>
                </a:lnTo>
                <a:lnTo>
                  <a:pt x="641414" y="46349"/>
                </a:lnTo>
                <a:lnTo>
                  <a:pt x="641096" y="46104"/>
                </a:lnTo>
                <a:lnTo>
                  <a:pt x="640772" y="45864"/>
                </a:lnTo>
                <a:lnTo>
                  <a:pt x="640443" y="45632"/>
                </a:lnTo>
                <a:lnTo>
                  <a:pt x="640108" y="45406"/>
                </a:lnTo>
                <a:lnTo>
                  <a:pt x="639769" y="45186"/>
                </a:lnTo>
                <a:lnTo>
                  <a:pt x="639424" y="44973"/>
                </a:lnTo>
                <a:lnTo>
                  <a:pt x="639074" y="44766"/>
                </a:lnTo>
                <a:lnTo>
                  <a:pt x="638718" y="44566"/>
                </a:lnTo>
                <a:lnTo>
                  <a:pt x="638358" y="44372"/>
                </a:lnTo>
                <a:lnTo>
                  <a:pt x="637992" y="44185"/>
                </a:lnTo>
                <a:lnTo>
                  <a:pt x="637621" y="44005"/>
                </a:lnTo>
                <a:lnTo>
                  <a:pt x="637245" y="43831"/>
                </a:lnTo>
                <a:lnTo>
                  <a:pt x="636863" y="43663"/>
                </a:lnTo>
                <a:lnTo>
                  <a:pt x="636476" y="43502"/>
                </a:lnTo>
                <a:lnTo>
                  <a:pt x="636084" y="43348"/>
                </a:lnTo>
                <a:lnTo>
                  <a:pt x="635687" y="43200"/>
                </a:lnTo>
                <a:lnTo>
                  <a:pt x="635284" y="43059"/>
                </a:lnTo>
                <a:lnTo>
                  <a:pt x="634877" y="42924"/>
                </a:lnTo>
                <a:lnTo>
                  <a:pt x="634465" y="42794"/>
                </a:lnTo>
                <a:lnTo>
                  <a:pt x="634048" y="42670"/>
                </a:lnTo>
                <a:lnTo>
                  <a:pt x="633627" y="42552"/>
                </a:lnTo>
                <a:lnTo>
                  <a:pt x="633201" y="42440"/>
                </a:lnTo>
                <a:lnTo>
                  <a:pt x="632770" y="42334"/>
                </a:lnTo>
                <a:lnTo>
                  <a:pt x="632335" y="42233"/>
                </a:lnTo>
                <a:lnTo>
                  <a:pt x="631896" y="42138"/>
                </a:lnTo>
                <a:lnTo>
                  <a:pt x="631451" y="42049"/>
                </a:lnTo>
                <a:lnTo>
                  <a:pt x="631002" y="41965"/>
                </a:lnTo>
                <a:lnTo>
                  <a:pt x="630549" y="41888"/>
                </a:lnTo>
                <a:lnTo>
                  <a:pt x="630091" y="41816"/>
                </a:lnTo>
                <a:lnTo>
                  <a:pt x="629628" y="41749"/>
                </a:lnTo>
                <a:lnTo>
                  <a:pt x="629161" y="41689"/>
                </a:lnTo>
                <a:lnTo>
                  <a:pt x="628689" y="41634"/>
                </a:lnTo>
                <a:lnTo>
                  <a:pt x="628212" y="41585"/>
                </a:lnTo>
                <a:lnTo>
                  <a:pt x="627731" y="41542"/>
                </a:lnTo>
                <a:lnTo>
                  <a:pt x="627245" y="41505"/>
                </a:lnTo>
                <a:lnTo>
                  <a:pt x="626755" y="41473"/>
                </a:lnTo>
                <a:lnTo>
                  <a:pt x="626260" y="41447"/>
                </a:lnTo>
                <a:lnTo>
                  <a:pt x="625760" y="41427"/>
                </a:lnTo>
                <a:lnTo>
                  <a:pt x="625256" y="41413"/>
                </a:lnTo>
                <a:lnTo>
                  <a:pt x="624748" y="41404"/>
                </a:lnTo>
                <a:lnTo>
                  <a:pt x="624234" y="41401"/>
                </a:lnTo>
                <a:lnTo>
                  <a:pt x="623647" y="41405"/>
                </a:lnTo>
                <a:lnTo>
                  <a:pt x="623065" y="41418"/>
                </a:lnTo>
                <a:lnTo>
                  <a:pt x="622489" y="41439"/>
                </a:lnTo>
                <a:lnTo>
                  <a:pt x="621917" y="41469"/>
                </a:lnTo>
                <a:lnTo>
                  <a:pt x="621350" y="41507"/>
                </a:lnTo>
                <a:lnTo>
                  <a:pt x="620788" y="41553"/>
                </a:lnTo>
                <a:lnTo>
                  <a:pt x="620231" y="41608"/>
                </a:lnTo>
                <a:lnTo>
                  <a:pt x="619679" y="41671"/>
                </a:lnTo>
                <a:lnTo>
                  <a:pt x="619132" y="41743"/>
                </a:lnTo>
                <a:lnTo>
                  <a:pt x="618590" y="41823"/>
                </a:lnTo>
                <a:lnTo>
                  <a:pt x="618053" y="41912"/>
                </a:lnTo>
                <a:lnTo>
                  <a:pt x="617521" y="42009"/>
                </a:lnTo>
                <a:lnTo>
                  <a:pt x="616994" y="42114"/>
                </a:lnTo>
                <a:lnTo>
                  <a:pt x="616472" y="42228"/>
                </a:lnTo>
                <a:lnTo>
                  <a:pt x="615955" y="42351"/>
                </a:lnTo>
                <a:lnTo>
                  <a:pt x="615443" y="42482"/>
                </a:lnTo>
                <a:lnTo>
                  <a:pt x="614936" y="42621"/>
                </a:lnTo>
                <a:lnTo>
                  <a:pt x="614434" y="42769"/>
                </a:lnTo>
                <a:lnTo>
                  <a:pt x="613937" y="42925"/>
                </a:lnTo>
                <a:lnTo>
                  <a:pt x="613445" y="43089"/>
                </a:lnTo>
                <a:lnTo>
                  <a:pt x="612958" y="43262"/>
                </a:lnTo>
                <a:lnTo>
                  <a:pt x="612476" y="43444"/>
                </a:lnTo>
                <a:lnTo>
                  <a:pt x="611999" y="43634"/>
                </a:lnTo>
                <a:lnTo>
                  <a:pt x="611526" y="43832"/>
                </a:lnTo>
                <a:lnTo>
                  <a:pt x="611060" y="44038"/>
                </a:lnTo>
                <a:lnTo>
                  <a:pt x="610598" y="44249"/>
                </a:lnTo>
                <a:lnTo>
                  <a:pt x="610142" y="44467"/>
                </a:lnTo>
                <a:lnTo>
                  <a:pt x="609692" y="44691"/>
                </a:lnTo>
                <a:lnTo>
                  <a:pt x="609247" y="44920"/>
                </a:lnTo>
                <a:lnTo>
                  <a:pt x="608808" y="45156"/>
                </a:lnTo>
                <a:lnTo>
                  <a:pt x="608374" y="45398"/>
                </a:lnTo>
                <a:lnTo>
                  <a:pt x="607945" y="45645"/>
                </a:lnTo>
                <a:lnTo>
                  <a:pt x="607523" y="45899"/>
                </a:lnTo>
                <a:lnTo>
                  <a:pt x="607105" y="46159"/>
                </a:lnTo>
                <a:lnTo>
                  <a:pt x="606693" y="46424"/>
                </a:lnTo>
                <a:lnTo>
                  <a:pt x="606287" y="46696"/>
                </a:lnTo>
                <a:lnTo>
                  <a:pt x="605886" y="46974"/>
                </a:lnTo>
                <a:lnTo>
                  <a:pt x="605491" y="47258"/>
                </a:lnTo>
                <a:lnTo>
                  <a:pt x="605101" y="47547"/>
                </a:lnTo>
                <a:lnTo>
                  <a:pt x="604716" y="47843"/>
                </a:lnTo>
                <a:lnTo>
                  <a:pt x="604337" y="48145"/>
                </a:lnTo>
                <a:lnTo>
                  <a:pt x="603964" y="48453"/>
                </a:lnTo>
                <a:lnTo>
                  <a:pt x="603596" y="48766"/>
                </a:lnTo>
                <a:lnTo>
                  <a:pt x="603234" y="49086"/>
                </a:lnTo>
                <a:lnTo>
                  <a:pt x="602877" y="49412"/>
                </a:lnTo>
                <a:lnTo>
                  <a:pt x="602525" y="49744"/>
                </a:lnTo>
                <a:lnTo>
                  <a:pt x="602180" y="50082"/>
                </a:lnTo>
                <a:lnTo>
                  <a:pt x="601839" y="50426"/>
                </a:lnTo>
                <a:lnTo>
                  <a:pt x="601505" y="50774"/>
                </a:lnTo>
                <a:lnTo>
                  <a:pt x="601176" y="51127"/>
                </a:lnTo>
                <a:lnTo>
                  <a:pt x="600853" y="51484"/>
                </a:lnTo>
                <a:lnTo>
                  <a:pt x="600537" y="51845"/>
                </a:lnTo>
                <a:lnTo>
                  <a:pt x="600226" y="52209"/>
                </a:lnTo>
                <a:lnTo>
                  <a:pt x="599921" y="52578"/>
                </a:lnTo>
                <a:lnTo>
                  <a:pt x="599623" y="52951"/>
                </a:lnTo>
                <a:lnTo>
                  <a:pt x="599330" y="53327"/>
                </a:lnTo>
                <a:lnTo>
                  <a:pt x="599044" y="53708"/>
                </a:lnTo>
                <a:lnTo>
                  <a:pt x="598763" y="54092"/>
                </a:lnTo>
                <a:lnTo>
                  <a:pt x="598489" y="54481"/>
                </a:lnTo>
                <a:lnTo>
                  <a:pt x="598220" y="54873"/>
                </a:lnTo>
                <a:lnTo>
                  <a:pt x="597958" y="55270"/>
                </a:lnTo>
                <a:lnTo>
                  <a:pt x="597701" y="55670"/>
                </a:lnTo>
                <a:lnTo>
                  <a:pt x="597451" y="56074"/>
                </a:lnTo>
                <a:lnTo>
                  <a:pt x="597206" y="56483"/>
                </a:lnTo>
                <a:lnTo>
                  <a:pt x="597009" y="56823"/>
                </a:lnTo>
                <a:lnTo>
                  <a:pt x="596940" y="56614"/>
                </a:lnTo>
                <a:lnTo>
                  <a:pt x="596787" y="56172"/>
                </a:lnTo>
                <a:lnTo>
                  <a:pt x="596628" y="55737"/>
                </a:lnTo>
                <a:lnTo>
                  <a:pt x="596464" y="55309"/>
                </a:lnTo>
                <a:lnTo>
                  <a:pt x="596295" y="54889"/>
                </a:lnTo>
                <a:lnTo>
                  <a:pt x="596119" y="54475"/>
                </a:lnTo>
                <a:lnTo>
                  <a:pt x="595939" y="54067"/>
                </a:lnTo>
                <a:lnTo>
                  <a:pt x="595753" y="53667"/>
                </a:lnTo>
                <a:lnTo>
                  <a:pt x="595561" y="53274"/>
                </a:lnTo>
                <a:lnTo>
                  <a:pt x="595364" y="52888"/>
                </a:lnTo>
                <a:lnTo>
                  <a:pt x="595161" y="52508"/>
                </a:lnTo>
                <a:lnTo>
                  <a:pt x="594953" y="52136"/>
                </a:lnTo>
                <a:lnTo>
                  <a:pt x="594739" y="51770"/>
                </a:lnTo>
                <a:lnTo>
                  <a:pt x="594520" y="51411"/>
                </a:lnTo>
                <a:lnTo>
                  <a:pt x="594296" y="51059"/>
                </a:lnTo>
                <a:lnTo>
                  <a:pt x="594065" y="50714"/>
                </a:lnTo>
                <a:lnTo>
                  <a:pt x="593830" y="50376"/>
                </a:lnTo>
                <a:lnTo>
                  <a:pt x="593589" y="50045"/>
                </a:lnTo>
                <a:lnTo>
                  <a:pt x="593342" y="49721"/>
                </a:lnTo>
                <a:lnTo>
                  <a:pt x="593090" y="49404"/>
                </a:lnTo>
                <a:lnTo>
                  <a:pt x="592832" y="49093"/>
                </a:lnTo>
                <a:lnTo>
                  <a:pt x="592569" y="48790"/>
                </a:lnTo>
                <a:lnTo>
                  <a:pt x="592300" y="48493"/>
                </a:lnTo>
                <a:lnTo>
                  <a:pt x="592026" y="48204"/>
                </a:lnTo>
                <a:lnTo>
                  <a:pt x="591747" y="47921"/>
                </a:lnTo>
                <a:lnTo>
                  <a:pt x="591462" y="47645"/>
                </a:lnTo>
                <a:lnTo>
                  <a:pt x="591173" y="47374"/>
                </a:lnTo>
                <a:lnTo>
                  <a:pt x="590879" y="47110"/>
                </a:lnTo>
                <a:lnTo>
                  <a:pt x="590580" y="46853"/>
                </a:lnTo>
                <a:lnTo>
                  <a:pt x="590277" y="46601"/>
                </a:lnTo>
                <a:lnTo>
                  <a:pt x="589969" y="46355"/>
                </a:lnTo>
                <a:lnTo>
                  <a:pt x="589657" y="46116"/>
                </a:lnTo>
                <a:lnTo>
                  <a:pt x="589340" y="45883"/>
                </a:lnTo>
                <a:lnTo>
                  <a:pt x="589019" y="45656"/>
                </a:lnTo>
                <a:lnTo>
                  <a:pt x="588693" y="45435"/>
                </a:lnTo>
                <a:lnTo>
                  <a:pt x="588362" y="45220"/>
                </a:lnTo>
                <a:lnTo>
                  <a:pt x="588026" y="45011"/>
                </a:lnTo>
                <a:lnTo>
                  <a:pt x="587687" y="44808"/>
                </a:lnTo>
                <a:lnTo>
                  <a:pt x="587342" y="44612"/>
                </a:lnTo>
                <a:lnTo>
                  <a:pt x="586993" y="44422"/>
                </a:lnTo>
                <a:lnTo>
                  <a:pt x="586639" y="44237"/>
                </a:lnTo>
                <a:lnTo>
                  <a:pt x="586281" y="44059"/>
                </a:lnTo>
                <a:lnTo>
                  <a:pt x="585918" y="43888"/>
                </a:lnTo>
                <a:lnTo>
                  <a:pt x="585550" y="43722"/>
                </a:lnTo>
                <a:lnTo>
                  <a:pt x="585178" y="43562"/>
                </a:lnTo>
                <a:lnTo>
                  <a:pt x="584801" y="43409"/>
                </a:lnTo>
                <a:lnTo>
                  <a:pt x="584420" y="43261"/>
                </a:lnTo>
                <a:lnTo>
                  <a:pt x="584034" y="43120"/>
                </a:lnTo>
                <a:lnTo>
                  <a:pt x="583643" y="42985"/>
                </a:lnTo>
                <a:lnTo>
                  <a:pt x="583248" y="42856"/>
                </a:lnTo>
                <a:lnTo>
                  <a:pt x="582850" y="42732"/>
                </a:lnTo>
                <a:lnTo>
                  <a:pt x="582447" y="42614"/>
                </a:lnTo>
                <a:lnTo>
                  <a:pt x="582041" y="42501"/>
                </a:lnTo>
                <a:lnTo>
                  <a:pt x="581631" y="42394"/>
                </a:lnTo>
                <a:lnTo>
                  <a:pt x="581217" y="42292"/>
                </a:lnTo>
                <a:lnTo>
                  <a:pt x="580799" y="42196"/>
                </a:lnTo>
                <a:lnTo>
                  <a:pt x="580377" y="42105"/>
                </a:lnTo>
                <a:lnTo>
                  <a:pt x="579952" y="42020"/>
                </a:lnTo>
                <a:lnTo>
                  <a:pt x="579522" y="41940"/>
                </a:lnTo>
                <a:lnTo>
                  <a:pt x="579089" y="41866"/>
                </a:lnTo>
                <a:lnTo>
                  <a:pt x="578652" y="41797"/>
                </a:lnTo>
                <a:lnTo>
                  <a:pt x="578211" y="41734"/>
                </a:lnTo>
                <a:lnTo>
                  <a:pt x="577767" y="41676"/>
                </a:lnTo>
                <a:lnTo>
                  <a:pt x="577318" y="41624"/>
                </a:lnTo>
                <a:lnTo>
                  <a:pt x="576866" y="41577"/>
                </a:lnTo>
                <a:lnTo>
                  <a:pt x="576410" y="41536"/>
                </a:lnTo>
                <a:lnTo>
                  <a:pt x="575950" y="41500"/>
                </a:lnTo>
                <a:lnTo>
                  <a:pt x="575486" y="41470"/>
                </a:lnTo>
                <a:lnTo>
                  <a:pt x="575018" y="41445"/>
                </a:lnTo>
                <a:lnTo>
                  <a:pt x="574546" y="41426"/>
                </a:lnTo>
                <a:lnTo>
                  <a:pt x="574071" y="41412"/>
                </a:lnTo>
                <a:lnTo>
                  <a:pt x="573592" y="41404"/>
                </a:lnTo>
                <a:lnTo>
                  <a:pt x="573109" y="41401"/>
                </a:lnTo>
                <a:lnTo>
                  <a:pt x="572510" y="41406"/>
                </a:lnTo>
                <a:lnTo>
                  <a:pt x="571916" y="41420"/>
                </a:lnTo>
                <a:lnTo>
                  <a:pt x="571328" y="41443"/>
                </a:lnTo>
                <a:lnTo>
                  <a:pt x="570744" y="41475"/>
                </a:lnTo>
                <a:lnTo>
                  <a:pt x="570166" y="41516"/>
                </a:lnTo>
                <a:lnTo>
                  <a:pt x="569593" y="41567"/>
                </a:lnTo>
                <a:lnTo>
                  <a:pt x="569026" y="41627"/>
                </a:lnTo>
                <a:lnTo>
                  <a:pt x="568464" y="41696"/>
                </a:lnTo>
                <a:lnTo>
                  <a:pt x="567907" y="41774"/>
                </a:lnTo>
                <a:lnTo>
                  <a:pt x="567355" y="41862"/>
                </a:lnTo>
                <a:lnTo>
                  <a:pt x="566808" y="41958"/>
                </a:lnTo>
                <a:lnTo>
                  <a:pt x="566267" y="42064"/>
                </a:lnTo>
                <a:lnTo>
                  <a:pt x="565731" y="42179"/>
                </a:lnTo>
                <a:lnTo>
                  <a:pt x="565200" y="42304"/>
                </a:lnTo>
                <a:lnTo>
                  <a:pt x="564674" y="42437"/>
                </a:lnTo>
                <a:lnTo>
                  <a:pt x="564154" y="42580"/>
                </a:lnTo>
                <a:lnTo>
                  <a:pt x="563639" y="42732"/>
                </a:lnTo>
                <a:lnTo>
                  <a:pt x="563129" y="42893"/>
                </a:lnTo>
                <a:lnTo>
                  <a:pt x="562624" y="43063"/>
                </a:lnTo>
                <a:lnTo>
                  <a:pt x="562125" y="43243"/>
                </a:lnTo>
                <a:lnTo>
                  <a:pt x="561631" y="43432"/>
                </a:lnTo>
                <a:lnTo>
                  <a:pt x="561142" y="43630"/>
                </a:lnTo>
                <a:lnTo>
                  <a:pt x="560658" y="43837"/>
                </a:lnTo>
                <a:lnTo>
                  <a:pt x="560180" y="44053"/>
                </a:lnTo>
                <a:lnTo>
                  <a:pt x="559707" y="44278"/>
                </a:lnTo>
                <a:lnTo>
                  <a:pt x="559240" y="44510"/>
                </a:lnTo>
                <a:lnTo>
                  <a:pt x="558779" y="44749"/>
                </a:lnTo>
                <a:lnTo>
                  <a:pt x="558324" y="44995"/>
                </a:lnTo>
                <a:lnTo>
                  <a:pt x="557875" y="45248"/>
                </a:lnTo>
                <a:lnTo>
                  <a:pt x="557431" y="45508"/>
                </a:lnTo>
                <a:lnTo>
                  <a:pt x="556994" y="45776"/>
                </a:lnTo>
                <a:lnTo>
                  <a:pt x="556562" y="46050"/>
                </a:lnTo>
                <a:lnTo>
                  <a:pt x="556136" y="46332"/>
                </a:lnTo>
                <a:lnTo>
                  <a:pt x="555717" y="46621"/>
                </a:lnTo>
                <a:lnTo>
                  <a:pt x="555303" y="46918"/>
                </a:lnTo>
                <a:lnTo>
                  <a:pt x="554894" y="47221"/>
                </a:lnTo>
                <a:lnTo>
                  <a:pt x="554492" y="47531"/>
                </a:lnTo>
                <a:lnTo>
                  <a:pt x="554096" y="47849"/>
                </a:lnTo>
                <a:lnTo>
                  <a:pt x="553705" y="48174"/>
                </a:lnTo>
                <a:lnTo>
                  <a:pt x="553321" y="48506"/>
                </a:lnTo>
                <a:lnTo>
                  <a:pt x="552942" y="48845"/>
                </a:lnTo>
                <a:lnTo>
                  <a:pt x="552569" y="49192"/>
                </a:lnTo>
                <a:lnTo>
                  <a:pt x="552202" y="49545"/>
                </a:lnTo>
                <a:lnTo>
                  <a:pt x="551841" y="49906"/>
                </a:lnTo>
                <a:lnTo>
                  <a:pt x="551486" y="50274"/>
                </a:lnTo>
                <a:lnTo>
                  <a:pt x="551137" y="50649"/>
                </a:lnTo>
                <a:lnTo>
                  <a:pt x="550793" y="51031"/>
                </a:lnTo>
                <a:lnTo>
                  <a:pt x="550456" y="51420"/>
                </a:lnTo>
                <a:lnTo>
                  <a:pt x="550124" y="51815"/>
                </a:lnTo>
                <a:lnTo>
                  <a:pt x="549799" y="52216"/>
                </a:lnTo>
                <a:lnTo>
                  <a:pt x="549479" y="52622"/>
                </a:lnTo>
                <a:lnTo>
                  <a:pt x="549166" y="53033"/>
                </a:lnTo>
                <a:lnTo>
                  <a:pt x="548858" y="53448"/>
                </a:lnTo>
                <a:lnTo>
                  <a:pt x="548557" y="53869"/>
                </a:lnTo>
                <a:lnTo>
                  <a:pt x="548261" y="54296"/>
                </a:lnTo>
                <a:lnTo>
                  <a:pt x="547972" y="54727"/>
                </a:lnTo>
                <a:lnTo>
                  <a:pt x="547688" y="55163"/>
                </a:lnTo>
                <a:lnTo>
                  <a:pt x="547411" y="55605"/>
                </a:lnTo>
                <a:lnTo>
                  <a:pt x="547319" y="55755"/>
                </a:lnTo>
                <a:lnTo>
                  <a:pt x="547030" y="42875"/>
                </a:lnTo>
                <a:lnTo>
                  <a:pt x="538485" y="42875"/>
                </a:lnTo>
                <a:lnTo>
                  <a:pt x="538485" y="122583"/>
                </a:lnTo>
                <a:lnTo>
                  <a:pt x="547399" y="122583"/>
                </a:lnTo>
                <a:lnTo>
                  <a:pt x="547399" y="67684"/>
                </a:lnTo>
                <a:lnTo>
                  <a:pt x="547452" y="67502"/>
                </a:lnTo>
                <a:lnTo>
                  <a:pt x="547579" y="67093"/>
                </a:lnTo>
                <a:lnTo>
                  <a:pt x="547712" y="66686"/>
                </a:lnTo>
                <a:lnTo>
                  <a:pt x="547850" y="66280"/>
                </a:lnTo>
                <a:close/>
                <a:moveTo>
                  <a:pt x="760837" y="65877"/>
                </a:moveTo>
                <a:lnTo>
                  <a:pt x="761013" y="65476"/>
                </a:lnTo>
                <a:lnTo>
                  <a:pt x="761193" y="65077"/>
                </a:lnTo>
                <a:lnTo>
                  <a:pt x="761379" y="64680"/>
                </a:lnTo>
                <a:lnTo>
                  <a:pt x="761570" y="64285"/>
                </a:lnTo>
                <a:lnTo>
                  <a:pt x="761766" y="63892"/>
                </a:lnTo>
                <a:lnTo>
                  <a:pt x="761968" y="63502"/>
                </a:lnTo>
                <a:lnTo>
                  <a:pt x="762174" y="63113"/>
                </a:lnTo>
                <a:lnTo>
                  <a:pt x="762386" y="62726"/>
                </a:lnTo>
                <a:lnTo>
                  <a:pt x="762604" y="62341"/>
                </a:lnTo>
                <a:lnTo>
                  <a:pt x="762826" y="61959"/>
                </a:lnTo>
                <a:lnTo>
                  <a:pt x="763054" y="61578"/>
                </a:lnTo>
                <a:lnTo>
                  <a:pt x="763287" y="61199"/>
                </a:lnTo>
                <a:lnTo>
                  <a:pt x="763525" y="60823"/>
                </a:lnTo>
                <a:lnTo>
                  <a:pt x="763768" y="60448"/>
                </a:lnTo>
                <a:lnTo>
                  <a:pt x="764017" y="60076"/>
                </a:lnTo>
                <a:lnTo>
                  <a:pt x="764271" y="59706"/>
                </a:lnTo>
                <a:lnTo>
                  <a:pt x="764530" y="59337"/>
                </a:lnTo>
                <a:lnTo>
                  <a:pt x="764795" y="58971"/>
                </a:lnTo>
                <a:lnTo>
                  <a:pt x="765064" y="58609"/>
                </a:lnTo>
                <a:lnTo>
                  <a:pt x="765340" y="58252"/>
                </a:lnTo>
                <a:lnTo>
                  <a:pt x="765620" y="57900"/>
                </a:lnTo>
                <a:lnTo>
                  <a:pt x="765906" y="57555"/>
                </a:lnTo>
                <a:lnTo>
                  <a:pt x="766197" y="57215"/>
                </a:lnTo>
                <a:lnTo>
                  <a:pt x="766494" y="56881"/>
                </a:lnTo>
                <a:lnTo>
                  <a:pt x="766796" y="56552"/>
                </a:lnTo>
                <a:lnTo>
                  <a:pt x="767103" y="56229"/>
                </a:lnTo>
                <a:lnTo>
                  <a:pt x="767416" y="55911"/>
                </a:lnTo>
                <a:lnTo>
                  <a:pt x="767734" y="55600"/>
                </a:lnTo>
                <a:lnTo>
                  <a:pt x="768057" y="55293"/>
                </a:lnTo>
                <a:lnTo>
                  <a:pt x="768386" y="54993"/>
                </a:lnTo>
                <a:lnTo>
                  <a:pt x="768720" y="54698"/>
                </a:lnTo>
                <a:lnTo>
                  <a:pt x="769060" y="54409"/>
                </a:lnTo>
                <a:lnTo>
                  <a:pt x="769405" y="54125"/>
                </a:lnTo>
                <a:lnTo>
                  <a:pt x="769755" y="53847"/>
                </a:lnTo>
                <a:lnTo>
                  <a:pt x="770111" y="53575"/>
                </a:lnTo>
                <a:lnTo>
                  <a:pt x="770472" y="53308"/>
                </a:lnTo>
                <a:lnTo>
                  <a:pt x="770838" y="53047"/>
                </a:lnTo>
                <a:lnTo>
                  <a:pt x="771210" y="52791"/>
                </a:lnTo>
                <a:lnTo>
                  <a:pt x="771587" y="52541"/>
                </a:lnTo>
                <a:lnTo>
                  <a:pt x="771970" y="52297"/>
                </a:lnTo>
                <a:lnTo>
                  <a:pt x="772358" y="52058"/>
                </a:lnTo>
                <a:lnTo>
                  <a:pt x="772751" y="51825"/>
                </a:lnTo>
                <a:lnTo>
                  <a:pt x="773149" y="51600"/>
                </a:lnTo>
                <a:lnTo>
                  <a:pt x="773554" y="51384"/>
                </a:lnTo>
                <a:lnTo>
                  <a:pt x="773963" y="51178"/>
                </a:lnTo>
                <a:lnTo>
                  <a:pt x="774379" y="50981"/>
                </a:lnTo>
                <a:lnTo>
                  <a:pt x="774799" y="50794"/>
                </a:lnTo>
                <a:lnTo>
                  <a:pt x="775226" y="50617"/>
                </a:lnTo>
                <a:lnTo>
                  <a:pt x="775657" y="50449"/>
                </a:lnTo>
                <a:lnTo>
                  <a:pt x="776094" y="50290"/>
                </a:lnTo>
                <a:lnTo>
                  <a:pt x="776537" y="50142"/>
                </a:lnTo>
                <a:lnTo>
                  <a:pt x="776985" y="50003"/>
                </a:lnTo>
                <a:lnTo>
                  <a:pt x="777439" y="49873"/>
                </a:lnTo>
                <a:lnTo>
                  <a:pt x="777898" y="49753"/>
                </a:lnTo>
                <a:lnTo>
                  <a:pt x="778363" y="49643"/>
                </a:lnTo>
                <a:lnTo>
                  <a:pt x="778833" y="49542"/>
                </a:lnTo>
                <a:lnTo>
                  <a:pt x="779309" y="49451"/>
                </a:lnTo>
                <a:lnTo>
                  <a:pt x="779790" y="49370"/>
                </a:lnTo>
                <a:lnTo>
                  <a:pt x="780277" y="49298"/>
                </a:lnTo>
                <a:lnTo>
                  <a:pt x="780769" y="49235"/>
                </a:lnTo>
                <a:lnTo>
                  <a:pt x="781267" y="49183"/>
                </a:lnTo>
                <a:lnTo>
                  <a:pt x="781770" y="49139"/>
                </a:lnTo>
                <a:lnTo>
                  <a:pt x="782279" y="49106"/>
                </a:lnTo>
                <a:lnTo>
                  <a:pt x="782793" y="49082"/>
                </a:lnTo>
                <a:lnTo>
                  <a:pt x="783313" y="49067"/>
                </a:lnTo>
                <a:lnTo>
                  <a:pt x="783838" y="49063"/>
                </a:lnTo>
                <a:lnTo>
                  <a:pt x="784314" y="49066"/>
                </a:lnTo>
                <a:lnTo>
                  <a:pt x="784785" y="49076"/>
                </a:lnTo>
                <a:lnTo>
                  <a:pt x="785250" y="49094"/>
                </a:lnTo>
                <a:lnTo>
                  <a:pt x="785710" y="49118"/>
                </a:lnTo>
                <a:lnTo>
                  <a:pt x="786165" y="49149"/>
                </a:lnTo>
                <a:lnTo>
                  <a:pt x="786614" y="49187"/>
                </a:lnTo>
                <a:lnTo>
                  <a:pt x="787058" y="49232"/>
                </a:lnTo>
                <a:lnTo>
                  <a:pt x="787497" y="49284"/>
                </a:lnTo>
                <a:lnTo>
                  <a:pt x="787930" y="49342"/>
                </a:lnTo>
                <a:lnTo>
                  <a:pt x="788358" y="49408"/>
                </a:lnTo>
                <a:lnTo>
                  <a:pt x="788780" y="49480"/>
                </a:lnTo>
                <a:lnTo>
                  <a:pt x="789197" y="49560"/>
                </a:lnTo>
                <a:lnTo>
                  <a:pt x="789609" y="49646"/>
                </a:lnTo>
                <a:lnTo>
                  <a:pt x="790015" y="49739"/>
                </a:lnTo>
                <a:lnTo>
                  <a:pt x="790416" y="49840"/>
                </a:lnTo>
                <a:lnTo>
                  <a:pt x="790812" y="49947"/>
                </a:lnTo>
                <a:lnTo>
                  <a:pt x="791202" y="50061"/>
                </a:lnTo>
                <a:lnTo>
                  <a:pt x="791587" y="50181"/>
                </a:lnTo>
                <a:lnTo>
                  <a:pt x="791966" y="50309"/>
                </a:lnTo>
                <a:lnTo>
                  <a:pt x="792340" y="50444"/>
                </a:lnTo>
                <a:lnTo>
                  <a:pt x="792709" y="50586"/>
                </a:lnTo>
                <a:lnTo>
                  <a:pt x="793072" y="50734"/>
                </a:lnTo>
                <a:lnTo>
                  <a:pt x="793430" y="50889"/>
                </a:lnTo>
                <a:lnTo>
                  <a:pt x="793783" y="51052"/>
                </a:lnTo>
                <a:lnTo>
                  <a:pt x="794129" y="51222"/>
                </a:lnTo>
                <a:lnTo>
                  <a:pt x="794469" y="51402"/>
                </a:lnTo>
                <a:lnTo>
                  <a:pt x="794803" y="51591"/>
                </a:lnTo>
                <a:lnTo>
                  <a:pt x="795129" y="51789"/>
                </a:lnTo>
                <a:lnTo>
                  <a:pt x="795449" y="51997"/>
                </a:lnTo>
                <a:lnTo>
                  <a:pt x="795763" y="52214"/>
                </a:lnTo>
                <a:lnTo>
                  <a:pt x="796069" y="52441"/>
                </a:lnTo>
                <a:lnTo>
                  <a:pt x="796369" y="52676"/>
                </a:lnTo>
                <a:lnTo>
                  <a:pt x="796663" y="52922"/>
                </a:lnTo>
                <a:lnTo>
                  <a:pt x="796950" y="53176"/>
                </a:lnTo>
                <a:lnTo>
                  <a:pt x="797230" y="53440"/>
                </a:lnTo>
                <a:lnTo>
                  <a:pt x="797503" y="53713"/>
                </a:lnTo>
                <a:lnTo>
                  <a:pt x="797770" y="53995"/>
                </a:lnTo>
                <a:lnTo>
                  <a:pt x="798030" y="54287"/>
                </a:lnTo>
                <a:lnTo>
                  <a:pt x="798284" y="54588"/>
                </a:lnTo>
                <a:lnTo>
                  <a:pt x="798530" y="54899"/>
                </a:lnTo>
                <a:lnTo>
                  <a:pt x="798771" y="55219"/>
                </a:lnTo>
                <a:lnTo>
                  <a:pt x="799004" y="55548"/>
                </a:lnTo>
                <a:lnTo>
                  <a:pt x="799231" y="55886"/>
                </a:lnTo>
                <a:lnTo>
                  <a:pt x="799451" y="56234"/>
                </a:lnTo>
                <a:lnTo>
                  <a:pt x="799665" y="56591"/>
                </a:lnTo>
                <a:lnTo>
                  <a:pt x="799872" y="56958"/>
                </a:lnTo>
                <a:lnTo>
                  <a:pt x="800072" y="57333"/>
                </a:lnTo>
                <a:lnTo>
                  <a:pt x="800266" y="57719"/>
                </a:lnTo>
                <a:lnTo>
                  <a:pt x="800452" y="58115"/>
                </a:lnTo>
                <a:lnTo>
                  <a:pt x="800630" y="58523"/>
                </a:lnTo>
                <a:lnTo>
                  <a:pt x="800801" y="58943"/>
                </a:lnTo>
                <a:lnTo>
                  <a:pt x="800963" y="59375"/>
                </a:lnTo>
                <a:lnTo>
                  <a:pt x="801118" y="59820"/>
                </a:lnTo>
                <a:lnTo>
                  <a:pt x="801265" y="60276"/>
                </a:lnTo>
                <a:lnTo>
                  <a:pt x="801404" y="60745"/>
                </a:lnTo>
                <a:lnTo>
                  <a:pt x="801534" y="61226"/>
                </a:lnTo>
                <a:lnTo>
                  <a:pt x="801657" y="61719"/>
                </a:lnTo>
                <a:lnTo>
                  <a:pt x="801772" y="62224"/>
                </a:lnTo>
                <a:lnTo>
                  <a:pt x="801879" y="62742"/>
                </a:lnTo>
                <a:lnTo>
                  <a:pt x="801978" y="63271"/>
                </a:lnTo>
                <a:lnTo>
                  <a:pt x="802070" y="63813"/>
                </a:lnTo>
                <a:lnTo>
                  <a:pt x="802153" y="64367"/>
                </a:lnTo>
                <a:lnTo>
                  <a:pt x="802228" y="64933"/>
                </a:lnTo>
                <a:lnTo>
                  <a:pt x="802296" y="65511"/>
                </a:lnTo>
                <a:lnTo>
                  <a:pt x="802355" y="66101"/>
                </a:lnTo>
                <a:lnTo>
                  <a:pt x="802407" y="66704"/>
                </a:lnTo>
                <a:lnTo>
                  <a:pt x="802450" y="67318"/>
                </a:lnTo>
                <a:lnTo>
                  <a:pt x="802486" y="67945"/>
                </a:lnTo>
                <a:lnTo>
                  <a:pt x="802514" y="68584"/>
                </a:lnTo>
                <a:lnTo>
                  <a:pt x="802533" y="69235"/>
                </a:lnTo>
                <a:lnTo>
                  <a:pt x="802545" y="69898"/>
                </a:lnTo>
                <a:lnTo>
                  <a:pt x="802549" y="70574"/>
                </a:lnTo>
                <a:lnTo>
                  <a:pt x="802549" y="122583"/>
                </a:lnTo>
                <a:lnTo>
                  <a:pt x="811389" y="122583"/>
                </a:lnTo>
                <a:lnTo>
                  <a:pt x="811389" y="70647"/>
                </a:lnTo>
                <a:lnTo>
                  <a:pt x="811386" y="69994"/>
                </a:lnTo>
                <a:lnTo>
                  <a:pt x="811377" y="69350"/>
                </a:lnTo>
                <a:lnTo>
                  <a:pt x="811362" y="68713"/>
                </a:lnTo>
                <a:lnTo>
                  <a:pt x="811341" y="68084"/>
                </a:lnTo>
                <a:lnTo>
                  <a:pt x="811314" y="67464"/>
                </a:lnTo>
                <a:lnTo>
                  <a:pt x="811281" y="66851"/>
                </a:lnTo>
                <a:lnTo>
                  <a:pt x="811242" y="66247"/>
                </a:lnTo>
                <a:lnTo>
                  <a:pt x="811197" y="65650"/>
                </a:lnTo>
                <a:lnTo>
                  <a:pt x="811146" y="65062"/>
                </a:lnTo>
                <a:lnTo>
                  <a:pt x="811089" y="64481"/>
                </a:lnTo>
                <a:lnTo>
                  <a:pt x="811026" y="63909"/>
                </a:lnTo>
                <a:lnTo>
                  <a:pt x="810957" y="63345"/>
                </a:lnTo>
                <a:lnTo>
                  <a:pt x="810882" y="62789"/>
                </a:lnTo>
                <a:lnTo>
                  <a:pt x="810800" y="62241"/>
                </a:lnTo>
                <a:lnTo>
                  <a:pt x="810713" y="61701"/>
                </a:lnTo>
                <a:lnTo>
                  <a:pt x="810620" y="61169"/>
                </a:lnTo>
                <a:lnTo>
                  <a:pt x="810521" y="60645"/>
                </a:lnTo>
                <a:lnTo>
                  <a:pt x="810416" y="60129"/>
                </a:lnTo>
                <a:lnTo>
                  <a:pt x="810304" y="59621"/>
                </a:lnTo>
                <a:lnTo>
                  <a:pt x="810187" y="59121"/>
                </a:lnTo>
                <a:lnTo>
                  <a:pt x="810064" y="58630"/>
                </a:lnTo>
                <a:lnTo>
                  <a:pt x="809935" y="58146"/>
                </a:lnTo>
                <a:lnTo>
                  <a:pt x="809800" y="57670"/>
                </a:lnTo>
                <a:lnTo>
                  <a:pt x="809658" y="57203"/>
                </a:lnTo>
                <a:lnTo>
                  <a:pt x="809511" y="56743"/>
                </a:lnTo>
                <a:lnTo>
                  <a:pt x="809359" y="56290"/>
                </a:lnTo>
                <a:lnTo>
                  <a:pt x="809201" y="55845"/>
                </a:lnTo>
                <a:lnTo>
                  <a:pt x="809038" y="55406"/>
                </a:lnTo>
                <a:lnTo>
                  <a:pt x="808870" y="54975"/>
                </a:lnTo>
                <a:lnTo>
                  <a:pt x="808696" y="54551"/>
                </a:lnTo>
                <a:lnTo>
                  <a:pt x="808517" y="54134"/>
                </a:lnTo>
                <a:lnTo>
                  <a:pt x="808332" y="53724"/>
                </a:lnTo>
                <a:lnTo>
                  <a:pt x="808142" y="53322"/>
                </a:lnTo>
                <a:lnTo>
                  <a:pt x="807947" y="52926"/>
                </a:lnTo>
                <a:lnTo>
                  <a:pt x="807746" y="52538"/>
                </a:lnTo>
                <a:lnTo>
                  <a:pt x="807540" y="52157"/>
                </a:lnTo>
                <a:lnTo>
                  <a:pt x="807329" y="51783"/>
                </a:lnTo>
                <a:lnTo>
                  <a:pt x="807112" y="51416"/>
                </a:lnTo>
                <a:lnTo>
                  <a:pt x="806890" y="51056"/>
                </a:lnTo>
                <a:lnTo>
                  <a:pt x="806662" y="50704"/>
                </a:lnTo>
                <a:lnTo>
                  <a:pt x="806430" y="50358"/>
                </a:lnTo>
                <a:lnTo>
                  <a:pt x="806191" y="50020"/>
                </a:lnTo>
                <a:lnTo>
                  <a:pt x="805948" y="49689"/>
                </a:lnTo>
                <a:lnTo>
                  <a:pt x="805699" y="49366"/>
                </a:lnTo>
                <a:lnTo>
                  <a:pt x="805444" y="49049"/>
                </a:lnTo>
                <a:lnTo>
                  <a:pt x="805185" y="48739"/>
                </a:lnTo>
                <a:lnTo>
                  <a:pt x="804919" y="48437"/>
                </a:lnTo>
                <a:lnTo>
                  <a:pt x="804649" y="48142"/>
                </a:lnTo>
                <a:lnTo>
                  <a:pt x="804373" y="47853"/>
                </a:lnTo>
                <a:lnTo>
                  <a:pt x="804093" y="47572"/>
                </a:lnTo>
                <a:lnTo>
                  <a:pt x="803807" y="47296"/>
                </a:lnTo>
                <a:lnTo>
                  <a:pt x="803516" y="47028"/>
                </a:lnTo>
                <a:lnTo>
                  <a:pt x="803221" y="46765"/>
                </a:lnTo>
                <a:lnTo>
                  <a:pt x="802920" y="46510"/>
                </a:lnTo>
                <a:lnTo>
                  <a:pt x="802614" y="46260"/>
                </a:lnTo>
                <a:lnTo>
                  <a:pt x="802304" y="46018"/>
                </a:lnTo>
                <a:lnTo>
                  <a:pt x="801988" y="45782"/>
                </a:lnTo>
                <a:lnTo>
                  <a:pt x="801668" y="45552"/>
                </a:lnTo>
                <a:lnTo>
                  <a:pt x="801342" y="45329"/>
                </a:lnTo>
                <a:lnTo>
                  <a:pt x="801012" y="45112"/>
                </a:lnTo>
                <a:lnTo>
                  <a:pt x="800676" y="44902"/>
                </a:lnTo>
                <a:lnTo>
                  <a:pt x="800335" y="44699"/>
                </a:lnTo>
                <a:lnTo>
                  <a:pt x="799990" y="44502"/>
                </a:lnTo>
                <a:lnTo>
                  <a:pt x="799639" y="44311"/>
                </a:lnTo>
                <a:lnTo>
                  <a:pt x="799284" y="44127"/>
                </a:lnTo>
                <a:lnTo>
                  <a:pt x="798924" y="43950"/>
                </a:lnTo>
                <a:lnTo>
                  <a:pt x="798558" y="43779"/>
                </a:lnTo>
                <a:lnTo>
                  <a:pt x="798188" y="43614"/>
                </a:lnTo>
                <a:lnTo>
                  <a:pt x="797812" y="43456"/>
                </a:lnTo>
                <a:lnTo>
                  <a:pt x="797432" y="43305"/>
                </a:lnTo>
                <a:lnTo>
                  <a:pt x="797046" y="43160"/>
                </a:lnTo>
                <a:lnTo>
                  <a:pt x="796656" y="43022"/>
                </a:lnTo>
                <a:lnTo>
                  <a:pt x="796261" y="42890"/>
                </a:lnTo>
                <a:lnTo>
                  <a:pt x="795861" y="42763"/>
                </a:lnTo>
                <a:lnTo>
                  <a:pt x="795458" y="42642"/>
                </a:lnTo>
                <a:lnTo>
                  <a:pt x="795050" y="42527"/>
                </a:lnTo>
                <a:lnTo>
                  <a:pt x="794637" y="42417"/>
                </a:lnTo>
                <a:lnTo>
                  <a:pt x="794220" y="42313"/>
                </a:lnTo>
                <a:lnTo>
                  <a:pt x="793799" y="42214"/>
                </a:lnTo>
                <a:lnTo>
                  <a:pt x="793374" y="42122"/>
                </a:lnTo>
                <a:lnTo>
                  <a:pt x="792944" y="42034"/>
                </a:lnTo>
                <a:lnTo>
                  <a:pt x="792510" y="41953"/>
                </a:lnTo>
                <a:lnTo>
                  <a:pt x="792071" y="41877"/>
                </a:lnTo>
                <a:lnTo>
                  <a:pt x="791628" y="41806"/>
                </a:lnTo>
                <a:lnTo>
                  <a:pt x="791181" y="41742"/>
                </a:lnTo>
                <a:lnTo>
                  <a:pt x="790729" y="41683"/>
                </a:lnTo>
                <a:lnTo>
                  <a:pt x="790273" y="41629"/>
                </a:lnTo>
                <a:lnTo>
                  <a:pt x="789813" y="41581"/>
                </a:lnTo>
                <a:lnTo>
                  <a:pt x="789348" y="41539"/>
                </a:lnTo>
                <a:lnTo>
                  <a:pt x="788879" y="41503"/>
                </a:lnTo>
                <a:lnTo>
                  <a:pt x="788406" y="41472"/>
                </a:lnTo>
                <a:lnTo>
                  <a:pt x="787928" y="41446"/>
                </a:lnTo>
                <a:lnTo>
                  <a:pt x="787446" y="41427"/>
                </a:lnTo>
                <a:lnTo>
                  <a:pt x="786960" y="41412"/>
                </a:lnTo>
                <a:lnTo>
                  <a:pt x="786469" y="41404"/>
                </a:lnTo>
                <a:lnTo>
                  <a:pt x="785974" y="41401"/>
                </a:lnTo>
                <a:lnTo>
                  <a:pt x="785405" y="41406"/>
                </a:lnTo>
                <a:lnTo>
                  <a:pt x="784840" y="41420"/>
                </a:lnTo>
                <a:lnTo>
                  <a:pt x="784280" y="41443"/>
                </a:lnTo>
                <a:lnTo>
                  <a:pt x="783723" y="41475"/>
                </a:lnTo>
                <a:lnTo>
                  <a:pt x="783171" y="41516"/>
                </a:lnTo>
                <a:lnTo>
                  <a:pt x="782622" y="41567"/>
                </a:lnTo>
                <a:lnTo>
                  <a:pt x="782078" y="41627"/>
                </a:lnTo>
                <a:lnTo>
                  <a:pt x="781538" y="41696"/>
                </a:lnTo>
                <a:lnTo>
                  <a:pt x="781002" y="41774"/>
                </a:lnTo>
                <a:lnTo>
                  <a:pt x="780470" y="41862"/>
                </a:lnTo>
                <a:lnTo>
                  <a:pt x="779942" y="41958"/>
                </a:lnTo>
                <a:lnTo>
                  <a:pt x="779418" y="42064"/>
                </a:lnTo>
                <a:lnTo>
                  <a:pt x="778898" y="42179"/>
                </a:lnTo>
                <a:lnTo>
                  <a:pt x="778382" y="42304"/>
                </a:lnTo>
                <a:lnTo>
                  <a:pt x="777871" y="42437"/>
                </a:lnTo>
                <a:lnTo>
                  <a:pt x="777363" y="42580"/>
                </a:lnTo>
                <a:lnTo>
                  <a:pt x="776860" y="42732"/>
                </a:lnTo>
                <a:lnTo>
                  <a:pt x="776360" y="42893"/>
                </a:lnTo>
                <a:lnTo>
                  <a:pt x="775865" y="43063"/>
                </a:lnTo>
                <a:lnTo>
                  <a:pt x="775374" y="43243"/>
                </a:lnTo>
                <a:lnTo>
                  <a:pt x="774887" y="43432"/>
                </a:lnTo>
                <a:lnTo>
                  <a:pt x="774404" y="43630"/>
                </a:lnTo>
                <a:lnTo>
                  <a:pt x="773925" y="43837"/>
                </a:lnTo>
                <a:lnTo>
                  <a:pt x="773451" y="44053"/>
                </a:lnTo>
                <a:lnTo>
                  <a:pt x="772981" y="44278"/>
                </a:lnTo>
                <a:lnTo>
                  <a:pt x="772516" y="44510"/>
                </a:lnTo>
                <a:lnTo>
                  <a:pt x="772056" y="44749"/>
                </a:lnTo>
                <a:lnTo>
                  <a:pt x="771602" y="44995"/>
                </a:lnTo>
                <a:lnTo>
                  <a:pt x="771153" y="45248"/>
                </a:lnTo>
                <a:lnTo>
                  <a:pt x="770709" y="45508"/>
                </a:lnTo>
                <a:lnTo>
                  <a:pt x="770270" y="45776"/>
                </a:lnTo>
                <a:lnTo>
                  <a:pt x="769837" y="46050"/>
                </a:lnTo>
                <a:lnTo>
                  <a:pt x="769409" y="46332"/>
                </a:lnTo>
                <a:lnTo>
                  <a:pt x="768986" y="46621"/>
                </a:lnTo>
                <a:lnTo>
                  <a:pt x="768568" y="46918"/>
                </a:lnTo>
                <a:lnTo>
                  <a:pt x="768156" y="47221"/>
                </a:lnTo>
                <a:lnTo>
                  <a:pt x="767749" y="47531"/>
                </a:lnTo>
                <a:lnTo>
                  <a:pt x="767347" y="47849"/>
                </a:lnTo>
                <a:lnTo>
                  <a:pt x="766950" y="48174"/>
                </a:lnTo>
                <a:lnTo>
                  <a:pt x="766559" y="48506"/>
                </a:lnTo>
                <a:lnTo>
                  <a:pt x="766172" y="48845"/>
                </a:lnTo>
                <a:lnTo>
                  <a:pt x="765791" y="49192"/>
                </a:lnTo>
                <a:lnTo>
                  <a:pt x="765416" y="49545"/>
                </a:lnTo>
                <a:lnTo>
                  <a:pt x="765045" y="49906"/>
                </a:lnTo>
                <a:lnTo>
                  <a:pt x="764680" y="50274"/>
                </a:lnTo>
                <a:lnTo>
                  <a:pt x="764320" y="50649"/>
                </a:lnTo>
                <a:lnTo>
                  <a:pt x="763965" y="51031"/>
                </a:lnTo>
                <a:lnTo>
                  <a:pt x="763616" y="51420"/>
                </a:lnTo>
                <a:lnTo>
                  <a:pt x="763272" y="51815"/>
                </a:lnTo>
                <a:lnTo>
                  <a:pt x="762934" y="52216"/>
                </a:lnTo>
                <a:lnTo>
                  <a:pt x="762602" y="52622"/>
                </a:lnTo>
                <a:lnTo>
                  <a:pt x="762277" y="53033"/>
                </a:lnTo>
                <a:lnTo>
                  <a:pt x="761957" y="53448"/>
                </a:lnTo>
                <a:lnTo>
                  <a:pt x="761643" y="53869"/>
                </a:lnTo>
                <a:lnTo>
                  <a:pt x="761335" y="54296"/>
                </a:lnTo>
                <a:lnTo>
                  <a:pt x="761034" y="54727"/>
                </a:lnTo>
                <a:lnTo>
                  <a:pt x="760738" y="55163"/>
                </a:lnTo>
                <a:lnTo>
                  <a:pt x="760448" y="55605"/>
                </a:lnTo>
                <a:lnTo>
                  <a:pt x="760164" y="56051"/>
                </a:lnTo>
                <a:lnTo>
                  <a:pt x="759967" y="56372"/>
                </a:lnTo>
                <a:lnTo>
                  <a:pt x="759675" y="42875"/>
                </a:lnTo>
                <a:lnTo>
                  <a:pt x="751277" y="42875"/>
                </a:lnTo>
                <a:lnTo>
                  <a:pt x="751277" y="122583"/>
                </a:lnTo>
                <a:lnTo>
                  <a:pt x="760043" y="122583"/>
                </a:lnTo>
                <a:lnTo>
                  <a:pt x="760043" y="67904"/>
                </a:lnTo>
                <a:lnTo>
                  <a:pt x="760189" y="67502"/>
                </a:lnTo>
                <a:lnTo>
                  <a:pt x="760343" y="67093"/>
                </a:lnTo>
                <a:lnTo>
                  <a:pt x="760503" y="66686"/>
                </a:lnTo>
                <a:lnTo>
                  <a:pt x="760667" y="66280"/>
                </a:lnTo>
                <a:lnTo>
                  <a:pt x="760837" y="65877"/>
                </a:lnTo>
                <a:close/>
                <a:moveTo>
                  <a:pt x="521719" y="75242"/>
                </a:moveTo>
                <a:lnTo>
                  <a:pt x="521686" y="74595"/>
                </a:lnTo>
                <a:lnTo>
                  <a:pt x="521647" y="73953"/>
                </a:lnTo>
                <a:lnTo>
                  <a:pt x="521600" y="73316"/>
                </a:lnTo>
                <a:lnTo>
                  <a:pt x="521547" y="72683"/>
                </a:lnTo>
                <a:lnTo>
                  <a:pt x="521486" y="72055"/>
                </a:lnTo>
                <a:lnTo>
                  <a:pt x="521418" y="71432"/>
                </a:lnTo>
                <a:lnTo>
                  <a:pt x="521343" y="70814"/>
                </a:lnTo>
                <a:lnTo>
                  <a:pt x="521260" y="70200"/>
                </a:lnTo>
                <a:lnTo>
                  <a:pt x="521171" y="69591"/>
                </a:lnTo>
                <a:lnTo>
                  <a:pt x="521074" y="68987"/>
                </a:lnTo>
                <a:lnTo>
                  <a:pt x="520970" y="68387"/>
                </a:lnTo>
                <a:lnTo>
                  <a:pt x="520859" y="67793"/>
                </a:lnTo>
                <a:lnTo>
                  <a:pt x="520741" y="67203"/>
                </a:lnTo>
                <a:lnTo>
                  <a:pt x="520616" y="66617"/>
                </a:lnTo>
                <a:lnTo>
                  <a:pt x="520483" y="66037"/>
                </a:lnTo>
                <a:lnTo>
                  <a:pt x="520343" y="65461"/>
                </a:lnTo>
                <a:lnTo>
                  <a:pt x="520197" y="64890"/>
                </a:lnTo>
                <a:lnTo>
                  <a:pt x="520043" y="64323"/>
                </a:lnTo>
                <a:lnTo>
                  <a:pt x="519882" y="63762"/>
                </a:lnTo>
                <a:lnTo>
                  <a:pt x="519713" y="63205"/>
                </a:lnTo>
                <a:lnTo>
                  <a:pt x="519538" y="62653"/>
                </a:lnTo>
                <a:lnTo>
                  <a:pt x="519356" y="62108"/>
                </a:lnTo>
                <a:lnTo>
                  <a:pt x="519166" y="61568"/>
                </a:lnTo>
                <a:lnTo>
                  <a:pt x="518970" y="61035"/>
                </a:lnTo>
                <a:lnTo>
                  <a:pt x="518767" y="60508"/>
                </a:lnTo>
                <a:lnTo>
                  <a:pt x="518558" y="59987"/>
                </a:lnTo>
                <a:lnTo>
                  <a:pt x="518341" y="59472"/>
                </a:lnTo>
                <a:lnTo>
                  <a:pt x="518117" y="58964"/>
                </a:lnTo>
                <a:lnTo>
                  <a:pt x="517886" y="58461"/>
                </a:lnTo>
                <a:lnTo>
                  <a:pt x="517649" y="57965"/>
                </a:lnTo>
                <a:lnTo>
                  <a:pt x="517405" y="57475"/>
                </a:lnTo>
                <a:lnTo>
                  <a:pt x="517153" y="56991"/>
                </a:lnTo>
                <a:lnTo>
                  <a:pt x="516895" y="56513"/>
                </a:lnTo>
                <a:lnTo>
                  <a:pt x="516630" y="56041"/>
                </a:lnTo>
                <a:lnTo>
                  <a:pt x="516358" y="55575"/>
                </a:lnTo>
                <a:lnTo>
                  <a:pt x="516079" y="55115"/>
                </a:lnTo>
                <a:lnTo>
                  <a:pt x="515793" y="54662"/>
                </a:lnTo>
                <a:lnTo>
                  <a:pt x="515500" y="54215"/>
                </a:lnTo>
                <a:lnTo>
                  <a:pt x="515201" y="53773"/>
                </a:lnTo>
                <a:lnTo>
                  <a:pt x="514894" y="53338"/>
                </a:lnTo>
                <a:lnTo>
                  <a:pt x="514581" y="52909"/>
                </a:lnTo>
                <a:lnTo>
                  <a:pt x="514260" y="52487"/>
                </a:lnTo>
                <a:lnTo>
                  <a:pt x="513933" y="52070"/>
                </a:lnTo>
                <a:lnTo>
                  <a:pt x="513599" y="51659"/>
                </a:lnTo>
                <a:lnTo>
                  <a:pt x="513258" y="51256"/>
                </a:lnTo>
                <a:lnTo>
                  <a:pt x="512911" y="50860"/>
                </a:lnTo>
                <a:lnTo>
                  <a:pt x="512558" y="50471"/>
                </a:lnTo>
                <a:lnTo>
                  <a:pt x="512198" y="50091"/>
                </a:lnTo>
                <a:lnTo>
                  <a:pt x="511832" y="49718"/>
                </a:lnTo>
                <a:lnTo>
                  <a:pt x="511460" y="49352"/>
                </a:lnTo>
                <a:lnTo>
                  <a:pt x="511082" y="48995"/>
                </a:lnTo>
                <a:lnTo>
                  <a:pt x="510697" y="48645"/>
                </a:lnTo>
                <a:lnTo>
                  <a:pt x="510306" y="48302"/>
                </a:lnTo>
                <a:lnTo>
                  <a:pt x="509909" y="47968"/>
                </a:lnTo>
                <a:lnTo>
                  <a:pt x="509506" y="47641"/>
                </a:lnTo>
                <a:lnTo>
                  <a:pt x="509096" y="47321"/>
                </a:lnTo>
                <a:lnTo>
                  <a:pt x="508680" y="47009"/>
                </a:lnTo>
                <a:lnTo>
                  <a:pt x="508258" y="46705"/>
                </a:lnTo>
                <a:lnTo>
                  <a:pt x="507829" y="46409"/>
                </a:lnTo>
                <a:lnTo>
                  <a:pt x="507394" y="46120"/>
                </a:lnTo>
                <a:lnTo>
                  <a:pt x="506953" y="45839"/>
                </a:lnTo>
                <a:lnTo>
                  <a:pt x="506506" y="45565"/>
                </a:lnTo>
                <a:lnTo>
                  <a:pt x="506052" y="45300"/>
                </a:lnTo>
                <a:lnTo>
                  <a:pt x="505593" y="45042"/>
                </a:lnTo>
                <a:lnTo>
                  <a:pt x="505126" y="44791"/>
                </a:lnTo>
                <a:lnTo>
                  <a:pt x="504654" y="44548"/>
                </a:lnTo>
                <a:lnTo>
                  <a:pt x="504175" y="44313"/>
                </a:lnTo>
                <a:lnTo>
                  <a:pt x="503691" y="44085"/>
                </a:lnTo>
                <a:lnTo>
                  <a:pt x="503199" y="43866"/>
                </a:lnTo>
                <a:lnTo>
                  <a:pt x="502702" y="43657"/>
                </a:lnTo>
                <a:lnTo>
                  <a:pt x="502199" y="43456"/>
                </a:lnTo>
                <a:lnTo>
                  <a:pt x="501690" y="43265"/>
                </a:lnTo>
                <a:lnTo>
                  <a:pt x="501175" y="43084"/>
                </a:lnTo>
                <a:lnTo>
                  <a:pt x="500654" y="42911"/>
                </a:lnTo>
                <a:lnTo>
                  <a:pt x="500127" y="42748"/>
                </a:lnTo>
                <a:lnTo>
                  <a:pt x="499594" y="42594"/>
                </a:lnTo>
                <a:lnTo>
                  <a:pt x="499055" y="42450"/>
                </a:lnTo>
                <a:lnTo>
                  <a:pt x="498509" y="42315"/>
                </a:lnTo>
                <a:lnTo>
                  <a:pt x="497958" y="42189"/>
                </a:lnTo>
                <a:lnTo>
                  <a:pt x="497401" y="42072"/>
                </a:lnTo>
                <a:lnTo>
                  <a:pt x="496838" y="41965"/>
                </a:lnTo>
                <a:lnTo>
                  <a:pt x="496269" y="41867"/>
                </a:lnTo>
                <a:lnTo>
                  <a:pt x="495694" y="41779"/>
                </a:lnTo>
                <a:lnTo>
                  <a:pt x="495112" y="41699"/>
                </a:lnTo>
                <a:lnTo>
                  <a:pt x="494525" y="41630"/>
                </a:lnTo>
                <a:lnTo>
                  <a:pt x="493932" y="41569"/>
                </a:lnTo>
                <a:lnTo>
                  <a:pt x="493333" y="41518"/>
                </a:lnTo>
                <a:lnTo>
                  <a:pt x="492727" y="41476"/>
                </a:lnTo>
                <a:lnTo>
                  <a:pt x="492116" y="41443"/>
                </a:lnTo>
                <a:lnTo>
                  <a:pt x="491499" y="41420"/>
                </a:lnTo>
                <a:lnTo>
                  <a:pt x="490875" y="41406"/>
                </a:lnTo>
                <a:lnTo>
                  <a:pt x="490246" y="41401"/>
                </a:lnTo>
                <a:lnTo>
                  <a:pt x="489676" y="41406"/>
                </a:lnTo>
                <a:lnTo>
                  <a:pt x="489109" y="41421"/>
                </a:lnTo>
                <a:lnTo>
                  <a:pt x="488544" y="41445"/>
                </a:lnTo>
                <a:lnTo>
                  <a:pt x="487982" y="41479"/>
                </a:lnTo>
                <a:lnTo>
                  <a:pt x="487422" y="41523"/>
                </a:lnTo>
                <a:lnTo>
                  <a:pt x="486864" y="41576"/>
                </a:lnTo>
                <a:lnTo>
                  <a:pt x="486309" y="41639"/>
                </a:lnTo>
                <a:lnTo>
                  <a:pt x="485757" y="41712"/>
                </a:lnTo>
                <a:lnTo>
                  <a:pt x="485206" y="41795"/>
                </a:lnTo>
                <a:lnTo>
                  <a:pt x="484658" y="41887"/>
                </a:lnTo>
                <a:lnTo>
                  <a:pt x="484113" y="41989"/>
                </a:lnTo>
                <a:lnTo>
                  <a:pt x="483570" y="42101"/>
                </a:lnTo>
                <a:lnTo>
                  <a:pt x="483029" y="42223"/>
                </a:lnTo>
                <a:lnTo>
                  <a:pt x="482491" y="42354"/>
                </a:lnTo>
                <a:lnTo>
                  <a:pt x="481956" y="42495"/>
                </a:lnTo>
                <a:lnTo>
                  <a:pt x="481422" y="42645"/>
                </a:lnTo>
                <a:lnTo>
                  <a:pt x="480892" y="42806"/>
                </a:lnTo>
                <a:lnTo>
                  <a:pt x="480363" y="42976"/>
                </a:lnTo>
                <a:lnTo>
                  <a:pt x="479837" y="43156"/>
                </a:lnTo>
                <a:lnTo>
                  <a:pt x="479314" y="43345"/>
                </a:lnTo>
                <a:lnTo>
                  <a:pt x="478793" y="43544"/>
                </a:lnTo>
                <a:lnTo>
                  <a:pt x="478274" y="43753"/>
                </a:lnTo>
                <a:lnTo>
                  <a:pt x="477758" y="43972"/>
                </a:lnTo>
                <a:lnTo>
                  <a:pt x="477244" y="44201"/>
                </a:lnTo>
                <a:lnTo>
                  <a:pt x="476734" y="44438"/>
                </a:lnTo>
                <a:lnTo>
                  <a:pt x="476228" y="44685"/>
                </a:lnTo>
                <a:lnTo>
                  <a:pt x="475728" y="44940"/>
                </a:lnTo>
                <a:lnTo>
                  <a:pt x="475232" y="45204"/>
                </a:lnTo>
                <a:lnTo>
                  <a:pt x="474742" y="45477"/>
                </a:lnTo>
                <a:lnTo>
                  <a:pt x="474256" y="45759"/>
                </a:lnTo>
                <a:lnTo>
                  <a:pt x="473775" y="46050"/>
                </a:lnTo>
                <a:lnTo>
                  <a:pt x="473299" y="46349"/>
                </a:lnTo>
                <a:lnTo>
                  <a:pt x="472827" y="46658"/>
                </a:lnTo>
                <a:lnTo>
                  <a:pt x="472361" y="46975"/>
                </a:lnTo>
                <a:lnTo>
                  <a:pt x="471899" y="47301"/>
                </a:lnTo>
                <a:lnTo>
                  <a:pt x="471442" y="47635"/>
                </a:lnTo>
                <a:lnTo>
                  <a:pt x="470991" y="47979"/>
                </a:lnTo>
                <a:lnTo>
                  <a:pt x="470544" y="48331"/>
                </a:lnTo>
                <a:lnTo>
                  <a:pt x="470102" y="48693"/>
                </a:lnTo>
                <a:lnTo>
                  <a:pt x="469664" y="49063"/>
                </a:lnTo>
                <a:lnTo>
                  <a:pt x="469232" y="49442"/>
                </a:lnTo>
                <a:lnTo>
                  <a:pt x="468804" y="49829"/>
                </a:lnTo>
                <a:lnTo>
                  <a:pt x="468382" y="50226"/>
                </a:lnTo>
                <a:lnTo>
                  <a:pt x="467964" y="50631"/>
                </a:lnTo>
                <a:lnTo>
                  <a:pt x="467551" y="51045"/>
                </a:lnTo>
                <a:lnTo>
                  <a:pt x="467143" y="51468"/>
                </a:lnTo>
                <a:lnTo>
                  <a:pt x="466739" y="51900"/>
                </a:lnTo>
                <a:lnTo>
                  <a:pt x="466341" y="52341"/>
                </a:lnTo>
                <a:lnTo>
                  <a:pt x="465948" y="52790"/>
                </a:lnTo>
                <a:lnTo>
                  <a:pt x="465563" y="53246"/>
                </a:lnTo>
                <a:lnTo>
                  <a:pt x="465184" y="53709"/>
                </a:lnTo>
                <a:lnTo>
                  <a:pt x="464812" y="54179"/>
                </a:lnTo>
                <a:lnTo>
                  <a:pt x="464448" y="54657"/>
                </a:lnTo>
                <a:lnTo>
                  <a:pt x="464090" y="55143"/>
                </a:lnTo>
                <a:lnTo>
                  <a:pt x="463738" y="55635"/>
                </a:lnTo>
                <a:lnTo>
                  <a:pt x="463394" y="56135"/>
                </a:lnTo>
                <a:lnTo>
                  <a:pt x="463057" y="56642"/>
                </a:lnTo>
                <a:lnTo>
                  <a:pt x="462727" y="57156"/>
                </a:lnTo>
                <a:lnTo>
                  <a:pt x="462403" y="57678"/>
                </a:lnTo>
                <a:lnTo>
                  <a:pt x="462087" y="58207"/>
                </a:lnTo>
                <a:lnTo>
                  <a:pt x="461777" y="58743"/>
                </a:lnTo>
                <a:lnTo>
                  <a:pt x="461474" y="59286"/>
                </a:lnTo>
                <a:lnTo>
                  <a:pt x="461179" y="59837"/>
                </a:lnTo>
                <a:lnTo>
                  <a:pt x="460890" y="60395"/>
                </a:lnTo>
                <a:lnTo>
                  <a:pt x="460608" y="60961"/>
                </a:lnTo>
                <a:lnTo>
                  <a:pt x="460332" y="61533"/>
                </a:lnTo>
                <a:lnTo>
                  <a:pt x="460064" y="62113"/>
                </a:lnTo>
                <a:lnTo>
                  <a:pt x="459803" y="62700"/>
                </a:lnTo>
                <a:lnTo>
                  <a:pt x="459549" y="63295"/>
                </a:lnTo>
                <a:lnTo>
                  <a:pt x="459301" y="63897"/>
                </a:lnTo>
                <a:lnTo>
                  <a:pt x="459061" y="64506"/>
                </a:lnTo>
                <a:lnTo>
                  <a:pt x="458827" y="65122"/>
                </a:lnTo>
                <a:lnTo>
                  <a:pt x="458601" y="65745"/>
                </a:lnTo>
                <a:lnTo>
                  <a:pt x="458386" y="66375"/>
                </a:lnTo>
                <a:lnTo>
                  <a:pt x="458179" y="67010"/>
                </a:lnTo>
                <a:lnTo>
                  <a:pt x="457983" y="67651"/>
                </a:lnTo>
                <a:lnTo>
                  <a:pt x="457796" y="68299"/>
                </a:lnTo>
                <a:lnTo>
                  <a:pt x="457618" y="68953"/>
                </a:lnTo>
                <a:lnTo>
                  <a:pt x="457450" y="69613"/>
                </a:lnTo>
                <a:lnTo>
                  <a:pt x="457292" y="70279"/>
                </a:lnTo>
                <a:lnTo>
                  <a:pt x="457143" y="70951"/>
                </a:lnTo>
                <a:lnTo>
                  <a:pt x="457004" y="71630"/>
                </a:lnTo>
                <a:lnTo>
                  <a:pt x="456875" y="72314"/>
                </a:lnTo>
                <a:lnTo>
                  <a:pt x="456755" y="73005"/>
                </a:lnTo>
                <a:lnTo>
                  <a:pt x="456645" y="73701"/>
                </a:lnTo>
                <a:lnTo>
                  <a:pt x="456544" y="74404"/>
                </a:lnTo>
                <a:lnTo>
                  <a:pt x="456453" y="75113"/>
                </a:lnTo>
                <a:lnTo>
                  <a:pt x="456371" y="75829"/>
                </a:lnTo>
                <a:lnTo>
                  <a:pt x="456299" y="76550"/>
                </a:lnTo>
                <a:lnTo>
                  <a:pt x="456237" y="77277"/>
                </a:lnTo>
                <a:lnTo>
                  <a:pt x="456184" y="78011"/>
                </a:lnTo>
                <a:lnTo>
                  <a:pt x="456141" y="78751"/>
                </a:lnTo>
                <a:lnTo>
                  <a:pt x="456108" y="79497"/>
                </a:lnTo>
                <a:lnTo>
                  <a:pt x="456084" y="80249"/>
                </a:lnTo>
                <a:lnTo>
                  <a:pt x="456069" y="81007"/>
                </a:lnTo>
                <a:lnTo>
                  <a:pt x="456064" y="81771"/>
                </a:lnTo>
                <a:lnTo>
                  <a:pt x="456064" y="84939"/>
                </a:lnTo>
                <a:lnTo>
                  <a:pt x="456069" y="85649"/>
                </a:lnTo>
                <a:lnTo>
                  <a:pt x="456083" y="86354"/>
                </a:lnTo>
                <a:lnTo>
                  <a:pt x="456106" y="87054"/>
                </a:lnTo>
                <a:lnTo>
                  <a:pt x="456138" y="87749"/>
                </a:lnTo>
                <a:lnTo>
                  <a:pt x="456179" y="88440"/>
                </a:lnTo>
                <a:lnTo>
                  <a:pt x="456230" y="89126"/>
                </a:lnTo>
                <a:lnTo>
                  <a:pt x="456290" y="89808"/>
                </a:lnTo>
                <a:lnTo>
                  <a:pt x="456359" y="90484"/>
                </a:lnTo>
                <a:lnTo>
                  <a:pt x="456437" y="91156"/>
                </a:lnTo>
                <a:lnTo>
                  <a:pt x="456525" y="91823"/>
                </a:lnTo>
                <a:lnTo>
                  <a:pt x="456621" y="92486"/>
                </a:lnTo>
                <a:lnTo>
                  <a:pt x="456727" y="93144"/>
                </a:lnTo>
                <a:lnTo>
                  <a:pt x="456842" y="93797"/>
                </a:lnTo>
                <a:lnTo>
                  <a:pt x="456967" y="94445"/>
                </a:lnTo>
                <a:lnTo>
                  <a:pt x="457100" y="95088"/>
                </a:lnTo>
                <a:lnTo>
                  <a:pt x="457243" y="95727"/>
                </a:lnTo>
                <a:lnTo>
                  <a:pt x="457395" y="96361"/>
                </a:lnTo>
                <a:lnTo>
                  <a:pt x="457556" y="96990"/>
                </a:lnTo>
                <a:lnTo>
                  <a:pt x="457726" y="97615"/>
                </a:lnTo>
                <a:lnTo>
                  <a:pt x="457906" y="98235"/>
                </a:lnTo>
                <a:lnTo>
                  <a:pt x="458095" y="98850"/>
                </a:lnTo>
                <a:lnTo>
                  <a:pt x="458293" y="99460"/>
                </a:lnTo>
                <a:lnTo>
                  <a:pt x="458500" y="100066"/>
                </a:lnTo>
                <a:lnTo>
                  <a:pt x="458716" y="100667"/>
                </a:lnTo>
                <a:lnTo>
                  <a:pt x="458941" y="101262"/>
                </a:lnTo>
                <a:lnTo>
                  <a:pt x="459173" y="101850"/>
                </a:lnTo>
                <a:lnTo>
                  <a:pt x="459413" y="102432"/>
                </a:lnTo>
                <a:lnTo>
                  <a:pt x="459660" y="103007"/>
                </a:lnTo>
                <a:lnTo>
                  <a:pt x="459914" y="103575"/>
                </a:lnTo>
                <a:lnTo>
                  <a:pt x="460176" y="104136"/>
                </a:lnTo>
                <a:lnTo>
                  <a:pt x="460445" y="104691"/>
                </a:lnTo>
                <a:lnTo>
                  <a:pt x="460722" y="105238"/>
                </a:lnTo>
                <a:lnTo>
                  <a:pt x="461006" y="105779"/>
                </a:lnTo>
                <a:lnTo>
                  <a:pt x="461297" y="106313"/>
                </a:lnTo>
                <a:lnTo>
                  <a:pt x="461596" y="106841"/>
                </a:lnTo>
                <a:lnTo>
                  <a:pt x="461903" y="107361"/>
                </a:lnTo>
                <a:lnTo>
                  <a:pt x="462216" y="107875"/>
                </a:lnTo>
                <a:lnTo>
                  <a:pt x="462537" y="108382"/>
                </a:lnTo>
                <a:lnTo>
                  <a:pt x="462866" y="108883"/>
                </a:lnTo>
                <a:lnTo>
                  <a:pt x="463202" y="109376"/>
                </a:lnTo>
                <a:lnTo>
                  <a:pt x="463545" y="109863"/>
                </a:lnTo>
                <a:lnTo>
                  <a:pt x="463896" y="110343"/>
                </a:lnTo>
                <a:lnTo>
                  <a:pt x="464254" y="110816"/>
                </a:lnTo>
                <a:lnTo>
                  <a:pt x="464620" y="111282"/>
                </a:lnTo>
                <a:lnTo>
                  <a:pt x="464993" y="111742"/>
                </a:lnTo>
                <a:lnTo>
                  <a:pt x="465374" y="112195"/>
                </a:lnTo>
                <a:lnTo>
                  <a:pt x="465762" y="112641"/>
                </a:lnTo>
                <a:lnTo>
                  <a:pt x="466157" y="113080"/>
                </a:lnTo>
                <a:lnTo>
                  <a:pt x="466559" y="113512"/>
                </a:lnTo>
                <a:lnTo>
                  <a:pt x="466967" y="113935"/>
                </a:lnTo>
                <a:lnTo>
                  <a:pt x="467382" y="114351"/>
                </a:lnTo>
                <a:lnTo>
                  <a:pt x="467802" y="114758"/>
                </a:lnTo>
                <a:lnTo>
                  <a:pt x="468229" y="115157"/>
                </a:lnTo>
                <a:lnTo>
                  <a:pt x="468662" y="115548"/>
                </a:lnTo>
                <a:lnTo>
                  <a:pt x="469100" y="115930"/>
                </a:lnTo>
                <a:lnTo>
                  <a:pt x="469546" y="116305"/>
                </a:lnTo>
                <a:lnTo>
                  <a:pt x="469997" y="116671"/>
                </a:lnTo>
                <a:lnTo>
                  <a:pt x="470454" y="117029"/>
                </a:lnTo>
                <a:lnTo>
                  <a:pt x="470918" y="117379"/>
                </a:lnTo>
                <a:lnTo>
                  <a:pt x="471387" y="117721"/>
                </a:lnTo>
                <a:lnTo>
                  <a:pt x="471863" y="118054"/>
                </a:lnTo>
                <a:lnTo>
                  <a:pt x="472345" y="118380"/>
                </a:lnTo>
                <a:lnTo>
                  <a:pt x="472833" y="118697"/>
                </a:lnTo>
                <a:lnTo>
                  <a:pt x="473327" y="119006"/>
                </a:lnTo>
                <a:lnTo>
                  <a:pt x="473827" y="119307"/>
                </a:lnTo>
                <a:lnTo>
                  <a:pt x="474334" y="119599"/>
                </a:lnTo>
                <a:lnTo>
                  <a:pt x="474847" y="119884"/>
                </a:lnTo>
                <a:lnTo>
                  <a:pt x="475365" y="120160"/>
                </a:lnTo>
                <a:lnTo>
                  <a:pt x="475890" y="120428"/>
                </a:lnTo>
                <a:lnTo>
                  <a:pt x="476421" y="120688"/>
                </a:lnTo>
                <a:lnTo>
                  <a:pt x="476958" y="120940"/>
                </a:lnTo>
                <a:lnTo>
                  <a:pt x="477502" y="121183"/>
                </a:lnTo>
                <a:lnTo>
                  <a:pt x="478050" y="121418"/>
                </a:lnTo>
                <a:lnTo>
                  <a:pt x="478603" y="121642"/>
                </a:lnTo>
                <a:lnTo>
                  <a:pt x="479160" y="121857"/>
                </a:lnTo>
                <a:lnTo>
                  <a:pt x="479722" y="122061"/>
                </a:lnTo>
                <a:lnTo>
                  <a:pt x="480288" y="122256"/>
                </a:lnTo>
                <a:lnTo>
                  <a:pt x="480858" y="122440"/>
                </a:lnTo>
                <a:lnTo>
                  <a:pt x="481433" y="122615"/>
                </a:lnTo>
                <a:lnTo>
                  <a:pt x="482012" y="122779"/>
                </a:lnTo>
                <a:lnTo>
                  <a:pt x="482595" y="122934"/>
                </a:lnTo>
                <a:lnTo>
                  <a:pt x="483183" y="123079"/>
                </a:lnTo>
                <a:lnTo>
                  <a:pt x="483775" y="123213"/>
                </a:lnTo>
                <a:lnTo>
                  <a:pt x="484371" y="123338"/>
                </a:lnTo>
                <a:lnTo>
                  <a:pt x="484972" y="123453"/>
                </a:lnTo>
                <a:lnTo>
                  <a:pt x="485577" y="123558"/>
                </a:lnTo>
                <a:lnTo>
                  <a:pt x="486186" y="123652"/>
                </a:lnTo>
                <a:lnTo>
                  <a:pt x="486800" y="123737"/>
                </a:lnTo>
                <a:lnTo>
                  <a:pt x="487418" y="123812"/>
                </a:lnTo>
                <a:lnTo>
                  <a:pt x="488041" y="123877"/>
                </a:lnTo>
                <a:lnTo>
                  <a:pt x="488668" y="123932"/>
                </a:lnTo>
                <a:lnTo>
                  <a:pt x="489299" y="123977"/>
                </a:lnTo>
                <a:lnTo>
                  <a:pt x="489934" y="124011"/>
                </a:lnTo>
                <a:lnTo>
                  <a:pt x="490574" y="124036"/>
                </a:lnTo>
                <a:lnTo>
                  <a:pt x="491218" y="124051"/>
                </a:lnTo>
                <a:lnTo>
                  <a:pt x="491867" y="124056"/>
                </a:lnTo>
                <a:lnTo>
                  <a:pt x="492459" y="124053"/>
                </a:lnTo>
                <a:lnTo>
                  <a:pt x="493046" y="124043"/>
                </a:lnTo>
                <a:lnTo>
                  <a:pt x="493626" y="124026"/>
                </a:lnTo>
                <a:lnTo>
                  <a:pt x="494200" y="124002"/>
                </a:lnTo>
                <a:lnTo>
                  <a:pt x="494768" y="123972"/>
                </a:lnTo>
                <a:lnTo>
                  <a:pt x="495329" y="123934"/>
                </a:lnTo>
                <a:lnTo>
                  <a:pt x="495885" y="123890"/>
                </a:lnTo>
                <a:lnTo>
                  <a:pt x="496434" y="123839"/>
                </a:lnTo>
                <a:lnTo>
                  <a:pt x="496978" y="123782"/>
                </a:lnTo>
                <a:lnTo>
                  <a:pt x="497515" y="123717"/>
                </a:lnTo>
                <a:lnTo>
                  <a:pt x="498046" y="123646"/>
                </a:lnTo>
                <a:lnTo>
                  <a:pt x="498571" y="123568"/>
                </a:lnTo>
                <a:lnTo>
                  <a:pt x="499089" y="123484"/>
                </a:lnTo>
                <a:lnTo>
                  <a:pt x="499602" y="123392"/>
                </a:lnTo>
                <a:lnTo>
                  <a:pt x="500108" y="123294"/>
                </a:lnTo>
                <a:lnTo>
                  <a:pt x="500609" y="123189"/>
                </a:lnTo>
                <a:lnTo>
                  <a:pt x="501103" y="123077"/>
                </a:lnTo>
                <a:lnTo>
                  <a:pt x="501591" y="122958"/>
                </a:lnTo>
                <a:lnTo>
                  <a:pt x="502073" y="122833"/>
                </a:lnTo>
                <a:lnTo>
                  <a:pt x="502549" y="122701"/>
                </a:lnTo>
                <a:lnTo>
                  <a:pt x="503018" y="122562"/>
                </a:lnTo>
                <a:lnTo>
                  <a:pt x="503482" y="122416"/>
                </a:lnTo>
                <a:lnTo>
                  <a:pt x="503939" y="122263"/>
                </a:lnTo>
                <a:lnTo>
                  <a:pt x="504390" y="122104"/>
                </a:lnTo>
                <a:lnTo>
                  <a:pt x="504836" y="121939"/>
                </a:lnTo>
                <a:lnTo>
                  <a:pt x="505276" y="121770"/>
                </a:lnTo>
                <a:lnTo>
                  <a:pt x="505711" y="121597"/>
                </a:lnTo>
                <a:lnTo>
                  <a:pt x="506140" y="121419"/>
                </a:lnTo>
                <a:lnTo>
                  <a:pt x="506564" y="121236"/>
                </a:lnTo>
                <a:lnTo>
                  <a:pt x="506983" y="121050"/>
                </a:lnTo>
                <a:lnTo>
                  <a:pt x="507396" y="120859"/>
                </a:lnTo>
                <a:lnTo>
                  <a:pt x="507804" y="120664"/>
                </a:lnTo>
                <a:lnTo>
                  <a:pt x="508206" y="120464"/>
                </a:lnTo>
                <a:lnTo>
                  <a:pt x="508603" y="120260"/>
                </a:lnTo>
                <a:lnTo>
                  <a:pt x="508995" y="120052"/>
                </a:lnTo>
                <a:lnTo>
                  <a:pt x="509381" y="119839"/>
                </a:lnTo>
                <a:lnTo>
                  <a:pt x="509762" y="119622"/>
                </a:lnTo>
                <a:lnTo>
                  <a:pt x="510138" y="119400"/>
                </a:lnTo>
                <a:lnTo>
                  <a:pt x="510508" y="119175"/>
                </a:lnTo>
                <a:lnTo>
                  <a:pt x="510873" y="118945"/>
                </a:lnTo>
                <a:lnTo>
                  <a:pt x="511233" y="118710"/>
                </a:lnTo>
                <a:lnTo>
                  <a:pt x="511587" y="118471"/>
                </a:lnTo>
                <a:lnTo>
                  <a:pt x="511936" y="118228"/>
                </a:lnTo>
                <a:lnTo>
                  <a:pt x="512279" y="117981"/>
                </a:lnTo>
                <a:lnTo>
                  <a:pt x="512617" y="117729"/>
                </a:lnTo>
                <a:lnTo>
                  <a:pt x="512950" y="117473"/>
                </a:lnTo>
                <a:lnTo>
                  <a:pt x="513277" y="117212"/>
                </a:lnTo>
                <a:lnTo>
                  <a:pt x="513599" y="116947"/>
                </a:lnTo>
                <a:lnTo>
                  <a:pt x="513916" y="116679"/>
                </a:lnTo>
                <a:lnTo>
                  <a:pt x="514229" y="116409"/>
                </a:lnTo>
                <a:lnTo>
                  <a:pt x="514538" y="116136"/>
                </a:lnTo>
                <a:lnTo>
                  <a:pt x="514843" y="115862"/>
                </a:lnTo>
                <a:lnTo>
                  <a:pt x="515144" y="115585"/>
                </a:lnTo>
                <a:lnTo>
                  <a:pt x="515440" y="115306"/>
                </a:lnTo>
                <a:lnTo>
                  <a:pt x="515733" y="115025"/>
                </a:lnTo>
                <a:lnTo>
                  <a:pt x="516022" y="114741"/>
                </a:lnTo>
                <a:lnTo>
                  <a:pt x="516306" y="114456"/>
                </a:lnTo>
                <a:lnTo>
                  <a:pt x="516586" y="114168"/>
                </a:lnTo>
                <a:lnTo>
                  <a:pt x="516863" y="113878"/>
                </a:lnTo>
                <a:lnTo>
                  <a:pt x="517135" y="113586"/>
                </a:lnTo>
                <a:lnTo>
                  <a:pt x="517403" y="113292"/>
                </a:lnTo>
                <a:lnTo>
                  <a:pt x="517667" y="112996"/>
                </a:lnTo>
                <a:lnTo>
                  <a:pt x="517927" y="112697"/>
                </a:lnTo>
                <a:lnTo>
                  <a:pt x="518183" y="112396"/>
                </a:lnTo>
                <a:lnTo>
                  <a:pt x="518434" y="112093"/>
                </a:lnTo>
                <a:lnTo>
                  <a:pt x="518682" y="111788"/>
                </a:lnTo>
                <a:lnTo>
                  <a:pt x="518925" y="111481"/>
                </a:lnTo>
                <a:lnTo>
                  <a:pt x="519165" y="111172"/>
                </a:lnTo>
                <a:lnTo>
                  <a:pt x="519400" y="110860"/>
                </a:lnTo>
                <a:lnTo>
                  <a:pt x="519631" y="110546"/>
                </a:lnTo>
                <a:lnTo>
                  <a:pt x="519859" y="110230"/>
                </a:lnTo>
                <a:lnTo>
                  <a:pt x="520082" y="109912"/>
                </a:lnTo>
                <a:lnTo>
                  <a:pt x="514556" y="105639"/>
                </a:lnTo>
                <a:lnTo>
                  <a:pt x="514192" y="106107"/>
                </a:lnTo>
                <a:lnTo>
                  <a:pt x="513824" y="106564"/>
                </a:lnTo>
                <a:lnTo>
                  <a:pt x="513452" y="107010"/>
                </a:lnTo>
                <a:lnTo>
                  <a:pt x="513076" y="107445"/>
                </a:lnTo>
                <a:lnTo>
                  <a:pt x="512696" y="107870"/>
                </a:lnTo>
                <a:lnTo>
                  <a:pt x="512312" y="108285"/>
                </a:lnTo>
                <a:lnTo>
                  <a:pt x="511924" y="108688"/>
                </a:lnTo>
                <a:lnTo>
                  <a:pt x="511532" y="109081"/>
                </a:lnTo>
                <a:lnTo>
                  <a:pt x="511136" y="109464"/>
                </a:lnTo>
                <a:lnTo>
                  <a:pt x="510736" y="109836"/>
                </a:lnTo>
                <a:lnTo>
                  <a:pt x="510332" y="110197"/>
                </a:lnTo>
                <a:lnTo>
                  <a:pt x="509925" y="110548"/>
                </a:lnTo>
                <a:lnTo>
                  <a:pt x="509513" y="110888"/>
                </a:lnTo>
                <a:lnTo>
                  <a:pt x="509097" y="111217"/>
                </a:lnTo>
                <a:lnTo>
                  <a:pt x="508677" y="111536"/>
                </a:lnTo>
                <a:lnTo>
                  <a:pt x="508254" y="111844"/>
                </a:lnTo>
                <a:lnTo>
                  <a:pt x="507826" y="112141"/>
                </a:lnTo>
                <a:lnTo>
                  <a:pt x="507395" y="112428"/>
                </a:lnTo>
                <a:lnTo>
                  <a:pt x="506959" y="112705"/>
                </a:lnTo>
                <a:lnTo>
                  <a:pt x="506520" y="112970"/>
                </a:lnTo>
                <a:lnTo>
                  <a:pt x="506076" y="113225"/>
                </a:lnTo>
                <a:lnTo>
                  <a:pt x="505629" y="113470"/>
                </a:lnTo>
                <a:lnTo>
                  <a:pt x="505177" y="113704"/>
                </a:lnTo>
                <a:lnTo>
                  <a:pt x="504722" y="113927"/>
                </a:lnTo>
                <a:lnTo>
                  <a:pt x="504262" y="114140"/>
                </a:lnTo>
                <a:lnTo>
                  <a:pt x="503797" y="114345"/>
                </a:lnTo>
                <a:lnTo>
                  <a:pt x="503326" y="114540"/>
                </a:lnTo>
                <a:lnTo>
                  <a:pt x="502850" y="114726"/>
                </a:lnTo>
                <a:lnTo>
                  <a:pt x="502370" y="114903"/>
                </a:lnTo>
                <a:lnTo>
                  <a:pt x="501883" y="115071"/>
                </a:lnTo>
                <a:lnTo>
                  <a:pt x="501392" y="115230"/>
                </a:lnTo>
                <a:lnTo>
                  <a:pt x="500895" y="115380"/>
                </a:lnTo>
                <a:lnTo>
                  <a:pt x="500393" y="115521"/>
                </a:lnTo>
                <a:lnTo>
                  <a:pt x="499886" y="115652"/>
                </a:lnTo>
                <a:lnTo>
                  <a:pt x="499374" y="115775"/>
                </a:lnTo>
                <a:lnTo>
                  <a:pt x="498856" y="115888"/>
                </a:lnTo>
                <a:lnTo>
                  <a:pt x="498333" y="115993"/>
                </a:lnTo>
                <a:lnTo>
                  <a:pt x="497805" y="116088"/>
                </a:lnTo>
                <a:lnTo>
                  <a:pt x="497272" y="116174"/>
                </a:lnTo>
                <a:lnTo>
                  <a:pt x="496733" y="116252"/>
                </a:lnTo>
                <a:lnTo>
                  <a:pt x="496189" y="116320"/>
                </a:lnTo>
                <a:lnTo>
                  <a:pt x="495640" y="116379"/>
                </a:lnTo>
                <a:lnTo>
                  <a:pt x="495086" y="116429"/>
                </a:lnTo>
                <a:lnTo>
                  <a:pt x="494526" y="116470"/>
                </a:lnTo>
                <a:lnTo>
                  <a:pt x="493961" y="116501"/>
                </a:lnTo>
                <a:lnTo>
                  <a:pt x="493391" y="116524"/>
                </a:lnTo>
                <a:lnTo>
                  <a:pt x="492816" y="116538"/>
                </a:lnTo>
                <a:lnTo>
                  <a:pt x="492235" y="116542"/>
                </a:lnTo>
                <a:lnTo>
                  <a:pt x="491728" y="116538"/>
                </a:lnTo>
                <a:lnTo>
                  <a:pt x="491224" y="116525"/>
                </a:lnTo>
                <a:lnTo>
                  <a:pt x="490724" y="116504"/>
                </a:lnTo>
                <a:lnTo>
                  <a:pt x="490228" y="116474"/>
                </a:lnTo>
                <a:lnTo>
                  <a:pt x="489735" y="116435"/>
                </a:lnTo>
                <a:lnTo>
                  <a:pt x="489247" y="116388"/>
                </a:lnTo>
                <a:lnTo>
                  <a:pt x="488762" y="116332"/>
                </a:lnTo>
                <a:lnTo>
                  <a:pt x="488282" y="116268"/>
                </a:lnTo>
                <a:lnTo>
                  <a:pt x="487805" y="116195"/>
                </a:lnTo>
                <a:lnTo>
                  <a:pt x="487332" y="116114"/>
                </a:lnTo>
                <a:lnTo>
                  <a:pt x="486862" y="116024"/>
                </a:lnTo>
                <a:lnTo>
                  <a:pt x="486397" y="115925"/>
                </a:lnTo>
                <a:lnTo>
                  <a:pt x="485935" y="115818"/>
                </a:lnTo>
                <a:lnTo>
                  <a:pt x="485478" y="115702"/>
                </a:lnTo>
                <a:lnTo>
                  <a:pt x="485024" y="115578"/>
                </a:lnTo>
                <a:lnTo>
                  <a:pt x="484574" y="115445"/>
                </a:lnTo>
                <a:lnTo>
                  <a:pt x="484128" y="115304"/>
                </a:lnTo>
                <a:lnTo>
                  <a:pt x="483685" y="115154"/>
                </a:lnTo>
                <a:lnTo>
                  <a:pt x="483247" y="114996"/>
                </a:lnTo>
                <a:lnTo>
                  <a:pt x="482812" y="114828"/>
                </a:lnTo>
                <a:lnTo>
                  <a:pt x="482381" y="114653"/>
                </a:lnTo>
                <a:lnTo>
                  <a:pt x="481954" y="114469"/>
                </a:lnTo>
                <a:lnTo>
                  <a:pt x="481531" y="114276"/>
                </a:lnTo>
                <a:lnTo>
                  <a:pt x="481111" y="114074"/>
                </a:lnTo>
                <a:lnTo>
                  <a:pt x="480696" y="113866"/>
                </a:lnTo>
                <a:lnTo>
                  <a:pt x="480286" y="113650"/>
                </a:lnTo>
                <a:lnTo>
                  <a:pt x="479881" y="113429"/>
                </a:lnTo>
                <a:lnTo>
                  <a:pt x="479480" y="113201"/>
                </a:lnTo>
                <a:lnTo>
                  <a:pt x="479085" y="112966"/>
                </a:lnTo>
                <a:lnTo>
                  <a:pt x="478694" y="112725"/>
                </a:lnTo>
                <a:lnTo>
                  <a:pt x="478308" y="112478"/>
                </a:lnTo>
                <a:lnTo>
                  <a:pt x="477927" y="112224"/>
                </a:lnTo>
                <a:lnTo>
                  <a:pt x="477551" y="111964"/>
                </a:lnTo>
                <a:lnTo>
                  <a:pt x="477180" y="111698"/>
                </a:lnTo>
                <a:lnTo>
                  <a:pt x="476813" y="111425"/>
                </a:lnTo>
                <a:lnTo>
                  <a:pt x="476452" y="111146"/>
                </a:lnTo>
                <a:lnTo>
                  <a:pt x="476095" y="110860"/>
                </a:lnTo>
                <a:lnTo>
                  <a:pt x="475743" y="110569"/>
                </a:lnTo>
                <a:lnTo>
                  <a:pt x="475396" y="110270"/>
                </a:lnTo>
                <a:lnTo>
                  <a:pt x="475054" y="109965"/>
                </a:lnTo>
                <a:lnTo>
                  <a:pt x="474717" y="109654"/>
                </a:lnTo>
                <a:lnTo>
                  <a:pt x="474385" y="109337"/>
                </a:lnTo>
                <a:lnTo>
                  <a:pt x="474057" y="109013"/>
                </a:lnTo>
                <a:lnTo>
                  <a:pt x="473734" y="108682"/>
                </a:lnTo>
                <a:lnTo>
                  <a:pt x="473417" y="108346"/>
                </a:lnTo>
                <a:lnTo>
                  <a:pt x="473104" y="108002"/>
                </a:lnTo>
                <a:lnTo>
                  <a:pt x="472795" y="107653"/>
                </a:lnTo>
                <a:lnTo>
                  <a:pt x="472492" y="107297"/>
                </a:lnTo>
                <a:lnTo>
                  <a:pt x="472194" y="106935"/>
                </a:lnTo>
                <a:lnTo>
                  <a:pt x="471902" y="106569"/>
                </a:lnTo>
                <a:lnTo>
                  <a:pt x="471615" y="106197"/>
                </a:lnTo>
                <a:lnTo>
                  <a:pt x="471334" y="105821"/>
                </a:lnTo>
                <a:lnTo>
                  <a:pt x="471059" y="105439"/>
                </a:lnTo>
                <a:lnTo>
                  <a:pt x="470789" y="105052"/>
                </a:lnTo>
                <a:lnTo>
                  <a:pt x="470524" y="104661"/>
                </a:lnTo>
                <a:lnTo>
                  <a:pt x="470266" y="104264"/>
                </a:lnTo>
                <a:lnTo>
                  <a:pt x="470013" y="103863"/>
                </a:lnTo>
                <a:lnTo>
                  <a:pt x="469766" y="103456"/>
                </a:lnTo>
                <a:lnTo>
                  <a:pt x="469524" y="103045"/>
                </a:lnTo>
                <a:lnTo>
                  <a:pt x="469288" y="102628"/>
                </a:lnTo>
                <a:lnTo>
                  <a:pt x="469057" y="102207"/>
                </a:lnTo>
                <a:lnTo>
                  <a:pt x="468832" y="101780"/>
                </a:lnTo>
                <a:lnTo>
                  <a:pt x="468613" y="101349"/>
                </a:lnTo>
                <a:lnTo>
                  <a:pt x="468400" y="100912"/>
                </a:lnTo>
                <a:lnTo>
                  <a:pt x="468192" y="100471"/>
                </a:lnTo>
                <a:lnTo>
                  <a:pt x="467989" y="100025"/>
                </a:lnTo>
                <a:lnTo>
                  <a:pt x="467793" y="99573"/>
                </a:lnTo>
                <a:lnTo>
                  <a:pt x="467602" y="99117"/>
                </a:lnTo>
                <a:lnTo>
                  <a:pt x="467416" y="98655"/>
                </a:lnTo>
                <a:lnTo>
                  <a:pt x="467236" y="98189"/>
                </a:lnTo>
                <a:lnTo>
                  <a:pt x="467062" y="97718"/>
                </a:lnTo>
                <a:lnTo>
                  <a:pt x="466894" y="97241"/>
                </a:lnTo>
                <a:lnTo>
                  <a:pt x="466731" y="96761"/>
                </a:lnTo>
                <a:lnTo>
                  <a:pt x="466576" y="96278"/>
                </a:lnTo>
                <a:lnTo>
                  <a:pt x="466427" y="95792"/>
                </a:lnTo>
                <a:lnTo>
                  <a:pt x="466286" y="95303"/>
                </a:lnTo>
                <a:lnTo>
                  <a:pt x="466151" y="94812"/>
                </a:lnTo>
                <a:lnTo>
                  <a:pt x="466023" y="94318"/>
                </a:lnTo>
                <a:lnTo>
                  <a:pt x="465902" y="93820"/>
                </a:lnTo>
                <a:lnTo>
                  <a:pt x="465788" y="93321"/>
                </a:lnTo>
                <a:lnTo>
                  <a:pt x="465681" y="92818"/>
                </a:lnTo>
                <a:lnTo>
                  <a:pt x="465581" y="92312"/>
                </a:lnTo>
                <a:lnTo>
                  <a:pt x="465488" y="91804"/>
                </a:lnTo>
                <a:lnTo>
                  <a:pt x="465402" y="91293"/>
                </a:lnTo>
                <a:lnTo>
                  <a:pt x="465322" y="90779"/>
                </a:lnTo>
                <a:lnTo>
                  <a:pt x="465250" y="90262"/>
                </a:lnTo>
                <a:lnTo>
                  <a:pt x="465184" y="89742"/>
                </a:lnTo>
                <a:lnTo>
                  <a:pt x="465125" y="89220"/>
                </a:lnTo>
                <a:lnTo>
                  <a:pt x="465074" y="88694"/>
                </a:lnTo>
                <a:lnTo>
                  <a:pt x="465029" y="88166"/>
                </a:lnTo>
                <a:lnTo>
                  <a:pt x="464991" y="87635"/>
                </a:lnTo>
                <a:lnTo>
                  <a:pt x="464960" y="87102"/>
                </a:lnTo>
                <a:lnTo>
                  <a:pt x="464936" y="86565"/>
                </a:lnTo>
                <a:lnTo>
                  <a:pt x="464918" y="86026"/>
                </a:lnTo>
                <a:lnTo>
                  <a:pt x="464908" y="85484"/>
                </a:lnTo>
                <a:lnTo>
                  <a:pt x="464904" y="84939"/>
                </a:lnTo>
                <a:lnTo>
                  <a:pt x="464904" y="83244"/>
                </a:lnTo>
                <a:lnTo>
                  <a:pt x="521776" y="83244"/>
                </a:lnTo>
                <a:lnTo>
                  <a:pt x="521776" y="77876"/>
                </a:lnTo>
                <a:lnTo>
                  <a:pt x="521772" y="77210"/>
                </a:lnTo>
                <a:lnTo>
                  <a:pt x="521762" y="76549"/>
                </a:lnTo>
                <a:lnTo>
                  <a:pt x="521744" y="75893"/>
                </a:lnTo>
                <a:lnTo>
                  <a:pt x="521719" y="75242"/>
                </a:lnTo>
                <a:close/>
                <a:moveTo>
                  <a:pt x="465365" y="74800"/>
                </a:moveTo>
                <a:lnTo>
                  <a:pt x="465445" y="74248"/>
                </a:lnTo>
                <a:lnTo>
                  <a:pt x="465531" y="73701"/>
                </a:lnTo>
                <a:lnTo>
                  <a:pt x="465624" y="73158"/>
                </a:lnTo>
                <a:lnTo>
                  <a:pt x="465723" y="72620"/>
                </a:lnTo>
                <a:lnTo>
                  <a:pt x="465829" y="72086"/>
                </a:lnTo>
                <a:lnTo>
                  <a:pt x="465940" y="71557"/>
                </a:lnTo>
                <a:lnTo>
                  <a:pt x="466059" y="71032"/>
                </a:lnTo>
                <a:lnTo>
                  <a:pt x="466183" y="70511"/>
                </a:lnTo>
                <a:lnTo>
                  <a:pt x="466315" y="69995"/>
                </a:lnTo>
                <a:lnTo>
                  <a:pt x="466452" y="69484"/>
                </a:lnTo>
                <a:lnTo>
                  <a:pt x="466596" y="68977"/>
                </a:lnTo>
                <a:lnTo>
                  <a:pt x="466746" y="68474"/>
                </a:lnTo>
                <a:lnTo>
                  <a:pt x="466902" y="67977"/>
                </a:lnTo>
                <a:lnTo>
                  <a:pt x="467064" y="67485"/>
                </a:lnTo>
                <a:lnTo>
                  <a:pt x="467230" y="66998"/>
                </a:lnTo>
                <a:lnTo>
                  <a:pt x="467402" y="66518"/>
                </a:lnTo>
                <a:lnTo>
                  <a:pt x="467579" y="66043"/>
                </a:lnTo>
                <a:lnTo>
                  <a:pt x="467761" y="65573"/>
                </a:lnTo>
                <a:lnTo>
                  <a:pt x="467949" y="65110"/>
                </a:lnTo>
                <a:lnTo>
                  <a:pt x="468142" y="64652"/>
                </a:lnTo>
                <a:lnTo>
                  <a:pt x="468340" y="64199"/>
                </a:lnTo>
                <a:lnTo>
                  <a:pt x="468543" y="63752"/>
                </a:lnTo>
                <a:lnTo>
                  <a:pt x="468752" y="63311"/>
                </a:lnTo>
                <a:lnTo>
                  <a:pt x="468965" y="62875"/>
                </a:lnTo>
                <a:lnTo>
                  <a:pt x="469184" y="62445"/>
                </a:lnTo>
                <a:lnTo>
                  <a:pt x="469409" y="62021"/>
                </a:lnTo>
                <a:lnTo>
                  <a:pt x="469638" y="61602"/>
                </a:lnTo>
                <a:lnTo>
                  <a:pt x="469873" y="61189"/>
                </a:lnTo>
                <a:lnTo>
                  <a:pt x="470113" y="60782"/>
                </a:lnTo>
                <a:lnTo>
                  <a:pt x="470358" y="60380"/>
                </a:lnTo>
                <a:lnTo>
                  <a:pt x="470609" y="59984"/>
                </a:lnTo>
                <a:lnTo>
                  <a:pt x="470864" y="59593"/>
                </a:lnTo>
                <a:lnTo>
                  <a:pt x="471125" y="59208"/>
                </a:lnTo>
                <a:lnTo>
                  <a:pt x="471392" y="58829"/>
                </a:lnTo>
                <a:lnTo>
                  <a:pt x="471663" y="58455"/>
                </a:lnTo>
                <a:lnTo>
                  <a:pt x="471940" y="58087"/>
                </a:lnTo>
                <a:lnTo>
                  <a:pt x="472221" y="57725"/>
                </a:lnTo>
                <a:lnTo>
                  <a:pt x="472507" y="57370"/>
                </a:lnTo>
                <a:lnTo>
                  <a:pt x="472798" y="57023"/>
                </a:lnTo>
                <a:lnTo>
                  <a:pt x="473093" y="56682"/>
                </a:lnTo>
                <a:lnTo>
                  <a:pt x="473392" y="56349"/>
                </a:lnTo>
                <a:lnTo>
                  <a:pt x="473696" y="56022"/>
                </a:lnTo>
                <a:lnTo>
                  <a:pt x="474005" y="55702"/>
                </a:lnTo>
                <a:lnTo>
                  <a:pt x="474318" y="55390"/>
                </a:lnTo>
                <a:lnTo>
                  <a:pt x="474635" y="55084"/>
                </a:lnTo>
                <a:lnTo>
                  <a:pt x="474957" y="54786"/>
                </a:lnTo>
                <a:lnTo>
                  <a:pt x="475283" y="54495"/>
                </a:lnTo>
                <a:lnTo>
                  <a:pt x="475614" y="54210"/>
                </a:lnTo>
                <a:lnTo>
                  <a:pt x="475949" y="53933"/>
                </a:lnTo>
                <a:lnTo>
                  <a:pt x="476289" y="53663"/>
                </a:lnTo>
                <a:lnTo>
                  <a:pt x="476633" y="53399"/>
                </a:lnTo>
                <a:lnTo>
                  <a:pt x="476982" y="53143"/>
                </a:lnTo>
                <a:lnTo>
                  <a:pt x="477335" y="52894"/>
                </a:lnTo>
                <a:lnTo>
                  <a:pt x="477693" y="52652"/>
                </a:lnTo>
                <a:lnTo>
                  <a:pt x="478055" y="52417"/>
                </a:lnTo>
                <a:lnTo>
                  <a:pt x="478421" y="52188"/>
                </a:lnTo>
                <a:lnTo>
                  <a:pt x="478793" y="51967"/>
                </a:lnTo>
                <a:lnTo>
                  <a:pt x="479168" y="51753"/>
                </a:lnTo>
                <a:lnTo>
                  <a:pt x="479548" y="51546"/>
                </a:lnTo>
                <a:lnTo>
                  <a:pt x="479933" y="51346"/>
                </a:lnTo>
                <a:lnTo>
                  <a:pt x="480321" y="51154"/>
                </a:lnTo>
                <a:lnTo>
                  <a:pt x="480713" y="50970"/>
                </a:lnTo>
                <a:lnTo>
                  <a:pt x="481109" y="50794"/>
                </a:lnTo>
                <a:lnTo>
                  <a:pt x="481508" y="50626"/>
                </a:lnTo>
                <a:lnTo>
                  <a:pt x="481911" y="50466"/>
                </a:lnTo>
                <a:lnTo>
                  <a:pt x="482318" y="50315"/>
                </a:lnTo>
                <a:lnTo>
                  <a:pt x="482728" y="50172"/>
                </a:lnTo>
                <a:lnTo>
                  <a:pt x="483141" y="50037"/>
                </a:lnTo>
                <a:lnTo>
                  <a:pt x="483559" y="49910"/>
                </a:lnTo>
                <a:lnTo>
                  <a:pt x="483979" y="49791"/>
                </a:lnTo>
                <a:lnTo>
                  <a:pt x="484404" y="49681"/>
                </a:lnTo>
                <a:lnTo>
                  <a:pt x="484832" y="49578"/>
                </a:lnTo>
                <a:lnTo>
                  <a:pt x="485263" y="49484"/>
                </a:lnTo>
                <a:lnTo>
                  <a:pt x="485698" y="49398"/>
                </a:lnTo>
                <a:lnTo>
                  <a:pt x="486137" y="49320"/>
                </a:lnTo>
                <a:lnTo>
                  <a:pt x="486579" y="49251"/>
                </a:lnTo>
                <a:lnTo>
                  <a:pt x="487025" y="49190"/>
                </a:lnTo>
                <a:lnTo>
                  <a:pt x="487474" y="49136"/>
                </a:lnTo>
                <a:lnTo>
                  <a:pt x="487927" y="49091"/>
                </a:lnTo>
                <a:lnTo>
                  <a:pt x="488384" y="49054"/>
                </a:lnTo>
                <a:lnTo>
                  <a:pt x="488844" y="49026"/>
                </a:lnTo>
                <a:lnTo>
                  <a:pt x="489308" y="49005"/>
                </a:lnTo>
                <a:lnTo>
                  <a:pt x="489775" y="48993"/>
                </a:lnTo>
                <a:lnTo>
                  <a:pt x="490246" y="48989"/>
                </a:lnTo>
                <a:lnTo>
                  <a:pt x="490868" y="48995"/>
                </a:lnTo>
                <a:lnTo>
                  <a:pt x="491481" y="49015"/>
                </a:lnTo>
                <a:lnTo>
                  <a:pt x="492085" y="49046"/>
                </a:lnTo>
                <a:lnTo>
                  <a:pt x="492680" y="49091"/>
                </a:lnTo>
                <a:lnTo>
                  <a:pt x="493267" y="49148"/>
                </a:lnTo>
                <a:lnTo>
                  <a:pt x="493844" y="49219"/>
                </a:lnTo>
                <a:lnTo>
                  <a:pt x="494413" y="49302"/>
                </a:lnTo>
                <a:lnTo>
                  <a:pt x="494973" y="49397"/>
                </a:lnTo>
                <a:lnTo>
                  <a:pt x="495524" y="49506"/>
                </a:lnTo>
                <a:lnTo>
                  <a:pt x="496067" y="49627"/>
                </a:lnTo>
                <a:lnTo>
                  <a:pt x="496600" y="49761"/>
                </a:lnTo>
                <a:lnTo>
                  <a:pt x="497125" y="49908"/>
                </a:lnTo>
                <a:lnTo>
                  <a:pt x="497641" y="50067"/>
                </a:lnTo>
                <a:lnTo>
                  <a:pt x="498148" y="50239"/>
                </a:lnTo>
                <a:lnTo>
                  <a:pt x="498646" y="50424"/>
                </a:lnTo>
                <a:lnTo>
                  <a:pt x="499135" y="50622"/>
                </a:lnTo>
                <a:lnTo>
                  <a:pt x="499616" y="50832"/>
                </a:lnTo>
                <a:lnTo>
                  <a:pt x="500088" y="51056"/>
                </a:lnTo>
                <a:lnTo>
                  <a:pt x="500551" y="51292"/>
                </a:lnTo>
                <a:lnTo>
                  <a:pt x="501005" y="51541"/>
                </a:lnTo>
                <a:lnTo>
                  <a:pt x="501450" y="51802"/>
                </a:lnTo>
                <a:lnTo>
                  <a:pt x="501886" y="52076"/>
                </a:lnTo>
                <a:lnTo>
                  <a:pt x="502314" y="52363"/>
                </a:lnTo>
                <a:lnTo>
                  <a:pt x="502733" y="52663"/>
                </a:lnTo>
                <a:lnTo>
                  <a:pt x="503143" y="52973"/>
                </a:lnTo>
                <a:lnTo>
                  <a:pt x="503545" y="53290"/>
                </a:lnTo>
                <a:lnTo>
                  <a:pt x="503938" y="53615"/>
                </a:lnTo>
                <a:lnTo>
                  <a:pt x="504323" y="53947"/>
                </a:lnTo>
                <a:lnTo>
                  <a:pt x="504699" y="54287"/>
                </a:lnTo>
                <a:lnTo>
                  <a:pt x="505067" y="54635"/>
                </a:lnTo>
                <a:lnTo>
                  <a:pt x="505427" y="54990"/>
                </a:lnTo>
                <a:lnTo>
                  <a:pt x="505778" y="55352"/>
                </a:lnTo>
                <a:lnTo>
                  <a:pt x="506120" y="55722"/>
                </a:lnTo>
                <a:lnTo>
                  <a:pt x="506455" y="56100"/>
                </a:lnTo>
                <a:lnTo>
                  <a:pt x="506780" y="56485"/>
                </a:lnTo>
                <a:lnTo>
                  <a:pt x="507098" y="56877"/>
                </a:lnTo>
                <a:lnTo>
                  <a:pt x="507407" y="57277"/>
                </a:lnTo>
                <a:lnTo>
                  <a:pt x="507707" y="57685"/>
                </a:lnTo>
                <a:lnTo>
                  <a:pt x="507999" y="58100"/>
                </a:lnTo>
                <a:lnTo>
                  <a:pt x="508282" y="58523"/>
                </a:lnTo>
                <a:lnTo>
                  <a:pt x="508558" y="58953"/>
                </a:lnTo>
                <a:lnTo>
                  <a:pt x="508824" y="59391"/>
                </a:lnTo>
                <a:lnTo>
                  <a:pt x="509082" y="59836"/>
                </a:lnTo>
                <a:lnTo>
                  <a:pt x="509332" y="60289"/>
                </a:lnTo>
                <a:lnTo>
                  <a:pt x="509574" y="60749"/>
                </a:lnTo>
                <a:lnTo>
                  <a:pt x="509806" y="61217"/>
                </a:lnTo>
                <a:lnTo>
                  <a:pt x="510031" y="61693"/>
                </a:lnTo>
                <a:lnTo>
                  <a:pt x="510247" y="62176"/>
                </a:lnTo>
                <a:lnTo>
                  <a:pt x="510455" y="62664"/>
                </a:lnTo>
                <a:lnTo>
                  <a:pt x="510654" y="63155"/>
                </a:lnTo>
                <a:lnTo>
                  <a:pt x="510845" y="63649"/>
                </a:lnTo>
                <a:lnTo>
                  <a:pt x="511028" y="64146"/>
                </a:lnTo>
                <a:lnTo>
                  <a:pt x="511202" y="64646"/>
                </a:lnTo>
                <a:lnTo>
                  <a:pt x="511368" y="65149"/>
                </a:lnTo>
                <a:lnTo>
                  <a:pt x="511526" y="65654"/>
                </a:lnTo>
                <a:lnTo>
                  <a:pt x="511675" y="66163"/>
                </a:lnTo>
                <a:lnTo>
                  <a:pt x="511816" y="66675"/>
                </a:lnTo>
                <a:lnTo>
                  <a:pt x="511949" y="67189"/>
                </a:lnTo>
                <a:lnTo>
                  <a:pt x="512074" y="67707"/>
                </a:lnTo>
                <a:lnTo>
                  <a:pt x="512190" y="68227"/>
                </a:lnTo>
                <a:lnTo>
                  <a:pt x="512298" y="68751"/>
                </a:lnTo>
                <a:lnTo>
                  <a:pt x="512397" y="69277"/>
                </a:lnTo>
                <a:lnTo>
                  <a:pt x="512489" y="69806"/>
                </a:lnTo>
                <a:lnTo>
                  <a:pt x="512572" y="70338"/>
                </a:lnTo>
                <a:lnTo>
                  <a:pt x="512646" y="70873"/>
                </a:lnTo>
                <a:lnTo>
                  <a:pt x="512712" y="71411"/>
                </a:lnTo>
                <a:lnTo>
                  <a:pt x="512770" y="71952"/>
                </a:lnTo>
                <a:lnTo>
                  <a:pt x="512820" y="72496"/>
                </a:lnTo>
                <a:lnTo>
                  <a:pt x="512862" y="73043"/>
                </a:lnTo>
                <a:lnTo>
                  <a:pt x="512895" y="73593"/>
                </a:lnTo>
                <a:lnTo>
                  <a:pt x="512919" y="74146"/>
                </a:lnTo>
                <a:lnTo>
                  <a:pt x="512936" y="74701"/>
                </a:lnTo>
                <a:lnTo>
                  <a:pt x="512936" y="75657"/>
                </a:lnTo>
                <a:lnTo>
                  <a:pt x="465255" y="75657"/>
                </a:lnTo>
                <a:lnTo>
                  <a:pt x="465291" y="75357"/>
                </a:lnTo>
                <a:lnTo>
                  <a:pt x="465365" y="74800"/>
                </a:lnTo>
                <a:close/>
                <a:moveTo>
                  <a:pt x="734020" y="75893"/>
                </a:moveTo>
                <a:lnTo>
                  <a:pt x="733995" y="75242"/>
                </a:lnTo>
                <a:lnTo>
                  <a:pt x="733963" y="74595"/>
                </a:lnTo>
                <a:lnTo>
                  <a:pt x="733923" y="73953"/>
                </a:lnTo>
                <a:lnTo>
                  <a:pt x="733877" y="73316"/>
                </a:lnTo>
                <a:lnTo>
                  <a:pt x="733823" y="72683"/>
                </a:lnTo>
                <a:lnTo>
                  <a:pt x="733762" y="72055"/>
                </a:lnTo>
                <a:lnTo>
                  <a:pt x="733694" y="71432"/>
                </a:lnTo>
                <a:lnTo>
                  <a:pt x="733619" y="70814"/>
                </a:lnTo>
                <a:lnTo>
                  <a:pt x="733536" y="70200"/>
                </a:lnTo>
                <a:lnTo>
                  <a:pt x="733447" y="69591"/>
                </a:lnTo>
                <a:lnTo>
                  <a:pt x="733350" y="68987"/>
                </a:lnTo>
                <a:lnTo>
                  <a:pt x="733246" y="68387"/>
                </a:lnTo>
                <a:lnTo>
                  <a:pt x="733135" y="67793"/>
                </a:lnTo>
                <a:lnTo>
                  <a:pt x="733017" y="67203"/>
                </a:lnTo>
                <a:lnTo>
                  <a:pt x="732892" y="66617"/>
                </a:lnTo>
                <a:lnTo>
                  <a:pt x="732759" y="66037"/>
                </a:lnTo>
                <a:lnTo>
                  <a:pt x="732620" y="65461"/>
                </a:lnTo>
                <a:lnTo>
                  <a:pt x="732473" y="64890"/>
                </a:lnTo>
                <a:lnTo>
                  <a:pt x="732319" y="64323"/>
                </a:lnTo>
                <a:lnTo>
                  <a:pt x="732158" y="63762"/>
                </a:lnTo>
                <a:lnTo>
                  <a:pt x="731989" y="63205"/>
                </a:lnTo>
                <a:lnTo>
                  <a:pt x="731814" y="62653"/>
                </a:lnTo>
                <a:lnTo>
                  <a:pt x="731632" y="62108"/>
                </a:lnTo>
                <a:lnTo>
                  <a:pt x="731443" y="61568"/>
                </a:lnTo>
                <a:lnTo>
                  <a:pt x="731247" y="61035"/>
                </a:lnTo>
                <a:lnTo>
                  <a:pt x="731044" y="60508"/>
                </a:lnTo>
                <a:lnTo>
                  <a:pt x="730834" y="59987"/>
                </a:lnTo>
                <a:lnTo>
                  <a:pt x="730617" y="59472"/>
                </a:lnTo>
                <a:lnTo>
                  <a:pt x="730393" y="58964"/>
                </a:lnTo>
                <a:lnTo>
                  <a:pt x="730163" y="58461"/>
                </a:lnTo>
                <a:lnTo>
                  <a:pt x="729925" y="57965"/>
                </a:lnTo>
                <a:lnTo>
                  <a:pt x="729681" y="57475"/>
                </a:lnTo>
                <a:lnTo>
                  <a:pt x="729430" y="56991"/>
                </a:lnTo>
                <a:lnTo>
                  <a:pt x="729171" y="56513"/>
                </a:lnTo>
                <a:lnTo>
                  <a:pt x="728906" y="56041"/>
                </a:lnTo>
                <a:lnTo>
                  <a:pt x="728634" y="55575"/>
                </a:lnTo>
                <a:lnTo>
                  <a:pt x="728355" y="55115"/>
                </a:lnTo>
                <a:lnTo>
                  <a:pt x="728069" y="54662"/>
                </a:lnTo>
                <a:lnTo>
                  <a:pt x="727777" y="54215"/>
                </a:lnTo>
                <a:lnTo>
                  <a:pt x="727477" y="53773"/>
                </a:lnTo>
                <a:lnTo>
                  <a:pt x="727170" y="53338"/>
                </a:lnTo>
                <a:lnTo>
                  <a:pt x="726857" y="52909"/>
                </a:lnTo>
                <a:lnTo>
                  <a:pt x="726537" y="52487"/>
                </a:lnTo>
                <a:lnTo>
                  <a:pt x="726209" y="52070"/>
                </a:lnTo>
                <a:lnTo>
                  <a:pt x="725875" y="51659"/>
                </a:lnTo>
                <a:lnTo>
                  <a:pt x="725534" y="51256"/>
                </a:lnTo>
                <a:lnTo>
                  <a:pt x="725187" y="50860"/>
                </a:lnTo>
                <a:lnTo>
                  <a:pt x="724834" y="50471"/>
                </a:lnTo>
                <a:lnTo>
                  <a:pt x="724474" y="50091"/>
                </a:lnTo>
                <a:lnTo>
                  <a:pt x="724108" y="49718"/>
                </a:lnTo>
                <a:lnTo>
                  <a:pt x="723736" y="49352"/>
                </a:lnTo>
                <a:lnTo>
                  <a:pt x="723358" y="48995"/>
                </a:lnTo>
                <a:lnTo>
                  <a:pt x="722973" y="48645"/>
                </a:lnTo>
                <a:lnTo>
                  <a:pt x="722582" y="48302"/>
                </a:lnTo>
                <a:lnTo>
                  <a:pt x="722185" y="47968"/>
                </a:lnTo>
                <a:lnTo>
                  <a:pt x="721782" y="47641"/>
                </a:lnTo>
                <a:lnTo>
                  <a:pt x="721372" y="47321"/>
                </a:lnTo>
                <a:lnTo>
                  <a:pt x="720956" y="47009"/>
                </a:lnTo>
                <a:lnTo>
                  <a:pt x="720534" y="46705"/>
                </a:lnTo>
                <a:lnTo>
                  <a:pt x="720105" y="46409"/>
                </a:lnTo>
                <a:lnTo>
                  <a:pt x="719671" y="46120"/>
                </a:lnTo>
                <a:lnTo>
                  <a:pt x="719230" y="45839"/>
                </a:lnTo>
                <a:lnTo>
                  <a:pt x="718782" y="45565"/>
                </a:lnTo>
                <a:lnTo>
                  <a:pt x="718329" y="45300"/>
                </a:lnTo>
                <a:lnTo>
                  <a:pt x="717869" y="45042"/>
                </a:lnTo>
                <a:lnTo>
                  <a:pt x="717403" y="44791"/>
                </a:lnTo>
                <a:lnTo>
                  <a:pt x="716930" y="44548"/>
                </a:lnTo>
                <a:lnTo>
                  <a:pt x="716452" y="44313"/>
                </a:lnTo>
                <a:lnTo>
                  <a:pt x="715967" y="44085"/>
                </a:lnTo>
                <a:lnTo>
                  <a:pt x="715476" y="43866"/>
                </a:lnTo>
                <a:lnTo>
                  <a:pt x="714979" y="43657"/>
                </a:lnTo>
                <a:lnTo>
                  <a:pt x="714476" y="43456"/>
                </a:lnTo>
                <a:lnTo>
                  <a:pt x="713966" y="43265"/>
                </a:lnTo>
                <a:lnTo>
                  <a:pt x="713451" y="43084"/>
                </a:lnTo>
                <a:lnTo>
                  <a:pt x="712930" y="42911"/>
                </a:lnTo>
                <a:lnTo>
                  <a:pt x="712403" y="42748"/>
                </a:lnTo>
                <a:lnTo>
                  <a:pt x="711870" y="42594"/>
                </a:lnTo>
                <a:lnTo>
                  <a:pt x="711331" y="42450"/>
                </a:lnTo>
                <a:lnTo>
                  <a:pt x="710786" y="42315"/>
                </a:lnTo>
                <a:lnTo>
                  <a:pt x="710235" y="42189"/>
                </a:lnTo>
                <a:lnTo>
                  <a:pt x="709677" y="42072"/>
                </a:lnTo>
                <a:lnTo>
                  <a:pt x="709114" y="41965"/>
                </a:lnTo>
                <a:lnTo>
                  <a:pt x="708545" y="41867"/>
                </a:lnTo>
                <a:lnTo>
                  <a:pt x="707970" y="41779"/>
                </a:lnTo>
                <a:lnTo>
                  <a:pt x="707389" y="41699"/>
                </a:lnTo>
                <a:lnTo>
                  <a:pt x="706801" y="41630"/>
                </a:lnTo>
                <a:lnTo>
                  <a:pt x="706208" y="41569"/>
                </a:lnTo>
                <a:lnTo>
                  <a:pt x="705609" y="41518"/>
                </a:lnTo>
                <a:lnTo>
                  <a:pt x="705004" y="41476"/>
                </a:lnTo>
                <a:lnTo>
                  <a:pt x="704392" y="41443"/>
                </a:lnTo>
                <a:lnTo>
                  <a:pt x="703775" y="41420"/>
                </a:lnTo>
                <a:lnTo>
                  <a:pt x="703152" y="41406"/>
                </a:lnTo>
                <a:lnTo>
                  <a:pt x="702522" y="41401"/>
                </a:lnTo>
                <a:lnTo>
                  <a:pt x="701953" y="41406"/>
                </a:lnTo>
                <a:lnTo>
                  <a:pt x="701385" y="41421"/>
                </a:lnTo>
                <a:lnTo>
                  <a:pt x="700821" y="41445"/>
                </a:lnTo>
                <a:lnTo>
                  <a:pt x="700258" y="41479"/>
                </a:lnTo>
                <a:lnTo>
                  <a:pt x="699698" y="41523"/>
                </a:lnTo>
                <a:lnTo>
                  <a:pt x="699141" y="41576"/>
                </a:lnTo>
                <a:lnTo>
                  <a:pt x="698585" y="41639"/>
                </a:lnTo>
                <a:lnTo>
                  <a:pt x="698033" y="41712"/>
                </a:lnTo>
                <a:lnTo>
                  <a:pt x="697482" y="41795"/>
                </a:lnTo>
                <a:lnTo>
                  <a:pt x="696935" y="41887"/>
                </a:lnTo>
                <a:lnTo>
                  <a:pt x="696389" y="41989"/>
                </a:lnTo>
                <a:lnTo>
                  <a:pt x="695846" y="42101"/>
                </a:lnTo>
                <a:lnTo>
                  <a:pt x="695306" y="42223"/>
                </a:lnTo>
                <a:lnTo>
                  <a:pt x="694768" y="42354"/>
                </a:lnTo>
                <a:lnTo>
                  <a:pt x="694232" y="42495"/>
                </a:lnTo>
                <a:lnTo>
                  <a:pt x="693699" y="42645"/>
                </a:lnTo>
                <a:lnTo>
                  <a:pt x="693168" y="42806"/>
                </a:lnTo>
                <a:lnTo>
                  <a:pt x="692639" y="42976"/>
                </a:lnTo>
                <a:lnTo>
                  <a:pt x="692113" y="43156"/>
                </a:lnTo>
                <a:lnTo>
                  <a:pt x="691590" y="43345"/>
                </a:lnTo>
                <a:lnTo>
                  <a:pt x="691069" y="43544"/>
                </a:lnTo>
                <a:lnTo>
                  <a:pt x="690550" y="43753"/>
                </a:lnTo>
                <a:lnTo>
                  <a:pt x="690034" y="43972"/>
                </a:lnTo>
                <a:lnTo>
                  <a:pt x="689520" y="44201"/>
                </a:lnTo>
                <a:lnTo>
                  <a:pt x="689010" y="44438"/>
                </a:lnTo>
                <a:lnTo>
                  <a:pt x="688505" y="44685"/>
                </a:lnTo>
                <a:lnTo>
                  <a:pt x="688004" y="44940"/>
                </a:lnTo>
                <a:lnTo>
                  <a:pt x="687509" y="45204"/>
                </a:lnTo>
                <a:lnTo>
                  <a:pt x="687018" y="45477"/>
                </a:lnTo>
                <a:lnTo>
                  <a:pt x="686532" y="45759"/>
                </a:lnTo>
                <a:lnTo>
                  <a:pt x="686051" y="46050"/>
                </a:lnTo>
                <a:lnTo>
                  <a:pt x="685575" y="46349"/>
                </a:lnTo>
                <a:lnTo>
                  <a:pt x="685103" y="46658"/>
                </a:lnTo>
                <a:lnTo>
                  <a:pt x="684637" y="46975"/>
                </a:lnTo>
                <a:lnTo>
                  <a:pt x="684175" y="47301"/>
                </a:lnTo>
                <a:lnTo>
                  <a:pt x="683719" y="47635"/>
                </a:lnTo>
                <a:lnTo>
                  <a:pt x="683267" y="47979"/>
                </a:lnTo>
                <a:lnTo>
                  <a:pt x="682820" y="48331"/>
                </a:lnTo>
                <a:lnTo>
                  <a:pt x="682378" y="48693"/>
                </a:lnTo>
                <a:lnTo>
                  <a:pt x="681940" y="49063"/>
                </a:lnTo>
                <a:lnTo>
                  <a:pt x="681508" y="49442"/>
                </a:lnTo>
                <a:lnTo>
                  <a:pt x="681081" y="49829"/>
                </a:lnTo>
                <a:lnTo>
                  <a:pt x="680658" y="50226"/>
                </a:lnTo>
                <a:lnTo>
                  <a:pt x="680240" y="50631"/>
                </a:lnTo>
                <a:lnTo>
                  <a:pt x="679827" y="51045"/>
                </a:lnTo>
                <a:lnTo>
                  <a:pt x="679419" y="51468"/>
                </a:lnTo>
                <a:lnTo>
                  <a:pt x="679016" y="51900"/>
                </a:lnTo>
                <a:lnTo>
                  <a:pt x="678617" y="52341"/>
                </a:lnTo>
                <a:lnTo>
                  <a:pt x="678225" y="52790"/>
                </a:lnTo>
                <a:lnTo>
                  <a:pt x="677839" y="53246"/>
                </a:lnTo>
                <a:lnTo>
                  <a:pt x="677460" y="53709"/>
                </a:lnTo>
                <a:lnTo>
                  <a:pt x="677089" y="54179"/>
                </a:lnTo>
                <a:lnTo>
                  <a:pt x="676724" y="54657"/>
                </a:lnTo>
                <a:lnTo>
                  <a:pt x="676366" y="55143"/>
                </a:lnTo>
                <a:lnTo>
                  <a:pt x="676015" y="55635"/>
                </a:lnTo>
                <a:lnTo>
                  <a:pt x="675671" y="56135"/>
                </a:lnTo>
                <a:lnTo>
                  <a:pt x="675333" y="56642"/>
                </a:lnTo>
                <a:lnTo>
                  <a:pt x="675003" y="57156"/>
                </a:lnTo>
                <a:lnTo>
                  <a:pt x="674679" y="57678"/>
                </a:lnTo>
                <a:lnTo>
                  <a:pt x="674363" y="58207"/>
                </a:lnTo>
                <a:lnTo>
                  <a:pt x="674053" y="58743"/>
                </a:lnTo>
                <a:lnTo>
                  <a:pt x="673751" y="59286"/>
                </a:lnTo>
                <a:lnTo>
                  <a:pt x="673455" y="59837"/>
                </a:lnTo>
                <a:lnTo>
                  <a:pt x="673166" y="60395"/>
                </a:lnTo>
                <a:lnTo>
                  <a:pt x="672884" y="60961"/>
                </a:lnTo>
                <a:lnTo>
                  <a:pt x="672609" y="61533"/>
                </a:lnTo>
                <a:lnTo>
                  <a:pt x="672341" y="62113"/>
                </a:lnTo>
                <a:lnTo>
                  <a:pt x="672079" y="62700"/>
                </a:lnTo>
                <a:lnTo>
                  <a:pt x="671825" y="63295"/>
                </a:lnTo>
                <a:lnTo>
                  <a:pt x="671577" y="63897"/>
                </a:lnTo>
                <a:lnTo>
                  <a:pt x="671337" y="64506"/>
                </a:lnTo>
                <a:lnTo>
                  <a:pt x="671103" y="65122"/>
                </a:lnTo>
                <a:lnTo>
                  <a:pt x="670878" y="65745"/>
                </a:lnTo>
                <a:lnTo>
                  <a:pt x="670662" y="66375"/>
                </a:lnTo>
                <a:lnTo>
                  <a:pt x="670456" y="67010"/>
                </a:lnTo>
                <a:lnTo>
                  <a:pt x="670259" y="67651"/>
                </a:lnTo>
                <a:lnTo>
                  <a:pt x="670072" y="68299"/>
                </a:lnTo>
                <a:lnTo>
                  <a:pt x="669895" y="68953"/>
                </a:lnTo>
                <a:lnTo>
                  <a:pt x="669727" y="69613"/>
                </a:lnTo>
                <a:lnTo>
                  <a:pt x="669568" y="70279"/>
                </a:lnTo>
                <a:lnTo>
                  <a:pt x="669420" y="70951"/>
                </a:lnTo>
                <a:lnTo>
                  <a:pt x="669281" y="71630"/>
                </a:lnTo>
                <a:lnTo>
                  <a:pt x="669151" y="72314"/>
                </a:lnTo>
                <a:lnTo>
                  <a:pt x="669031" y="73005"/>
                </a:lnTo>
                <a:lnTo>
                  <a:pt x="668921" y="73701"/>
                </a:lnTo>
                <a:lnTo>
                  <a:pt x="668820" y="74404"/>
                </a:lnTo>
                <a:lnTo>
                  <a:pt x="668729" y="75113"/>
                </a:lnTo>
                <a:lnTo>
                  <a:pt x="668648" y="75829"/>
                </a:lnTo>
                <a:lnTo>
                  <a:pt x="668576" y="76550"/>
                </a:lnTo>
                <a:lnTo>
                  <a:pt x="668513" y="77277"/>
                </a:lnTo>
                <a:lnTo>
                  <a:pt x="668461" y="78011"/>
                </a:lnTo>
                <a:lnTo>
                  <a:pt x="668417" y="78751"/>
                </a:lnTo>
                <a:lnTo>
                  <a:pt x="668384" y="79497"/>
                </a:lnTo>
                <a:lnTo>
                  <a:pt x="668360" y="80249"/>
                </a:lnTo>
                <a:lnTo>
                  <a:pt x="668345" y="81007"/>
                </a:lnTo>
                <a:lnTo>
                  <a:pt x="668341" y="81771"/>
                </a:lnTo>
                <a:lnTo>
                  <a:pt x="668341" y="84939"/>
                </a:lnTo>
                <a:lnTo>
                  <a:pt x="668345" y="85649"/>
                </a:lnTo>
                <a:lnTo>
                  <a:pt x="668359" y="86354"/>
                </a:lnTo>
                <a:lnTo>
                  <a:pt x="668382" y="87054"/>
                </a:lnTo>
                <a:lnTo>
                  <a:pt x="668414" y="87749"/>
                </a:lnTo>
                <a:lnTo>
                  <a:pt x="668456" y="88440"/>
                </a:lnTo>
                <a:lnTo>
                  <a:pt x="668506" y="89126"/>
                </a:lnTo>
                <a:lnTo>
                  <a:pt x="668566" y="89808"/>
                </a:lnTo>
                <a:lnTo>
                  <a:pt x="668635" y="90484"/>
                </a:lnTo>
                <a:lnTo>
                  <a:pt x="668714" y="91156"/>
                </a:lnTo>
                <a:lnTo>
                  <a:pt x="668801" y="91823"/>
                </a:lnTo>
                <a:lnTo>
                  <a:pt x="668898" y="92486"/>
                </a:lnTo>
                <a:lnTo>
                  <a:pt x="669004" y="93144"/>
                </a:lnTo>
                <a:lnTo>
                  <a:pt x="669119" y="93797"/>
                </a:lnTo>
                <a:lnTo>
                  <a:pt x="669243" y="94445"/>
                </a:lnTo>
                <a:lnTo>
                  <a:pt x="669377" y="95088"/>
                </a:lnTo>
                <a:lnTo>
                  <a:pt x="669519" y="95727"/>
                </a:lnTo>
                <a:lnTo>
                  <a:pt x="669671" y="96361"/>
                </a:lnTo>
                <a:lnTo>
                  <a:pt x="669832" y="96990"/>
                </a:lnTo>
                <a:lnTo>
                  <a:pt x="670003" y="97615"/>
                </a:lnTo>
                <a:lnTo>
                  <a:pt x="670182" y="98235"/>
                </a:lnTo>
                <a:lnTo>
                  <a:pt x="670371" y="98850"/>
                </a:lnTo>
                <a:lnTo>
                  <a:pt x="670569" y="99460"/>
                </a:lnTo>
                <a:lnTo>
                  <a:pt x="670776" y="100066"/>
                </a:lnTo>
                <a:lnTo>
                  <a:pt x="670993" y="100667"/>
                </a:lnTo>
                <a:lnTo>
                  <a:pt x="671217" y="101262"/>
                </a:lnTo>
                <a:lnTo>
                  <a:pt x="671449" y="101850"/>
                </a:lnTo>
                <a:lnTo>
                  <a:pt x="671689" y="102432"/>
                </a:lnTo>
                <a:lnTo>
                  <a:pt x="671936" y="103007"/>
                </a:lnTo>
                <a:lnTo>
                  <a:pt x="672190" y="103575"/>
                </a:lnTo>
                <a:lnTo>
                  <a:pt x="672452" y="104136"/>
                </a:lnTo>
                <a:lnTo>
                  <a:pt x="672721" y="104691"/>
                </a:lnTo>
                <a:lnTo>
                  <a:pt x="672998" y="105238"/>
                </a:lnTo>
                <a:lnTo>
                  <a:pt x="673282" y="105779"/>
                </a:lnTo>
                <a:lnTo>
                  <a:pt x="673574" y="106313"/>
                </a:lnTo>
                <a:lnTo>
                  <a:pt x="673872" y="106841"/>
                </a:lnTo>
                <a:lnTo>
                  <a:pt x="674179" y="107361"/>
                </a:lnTo>
                <a:lnTo>
                  <a:pt x="674492" y="107875"/>
                </a:lnTo>
                <a:lnTo>
                  <a:pt x="674814" y="108382"/>
                </a:lnTo>
                <a:lnTo>
                  <a:pt x="675142" y="108883"/>
                </a:lnTo>
                <a:lnTo>
                  <a:pt x="675478" y="109376"/>
                </a:lnTo>
                <a:lnTo>
                  <a:pt x="675822" y="109863"/>
                </a:lnTo>
                <a:lnTo>
                  <a:pt x="676172" y="110343"/>
                </a:lnTo>
                <a:lnTo>
                  <a:pt x="676531" y="110816"/>
                </a:lnTo>
                <a:lnTo>
                  <a:pt x="676896" y="111282"/>
                </a:lnTo>
                <a:lnTo>
                  <a:pt x="677269" y="111742"/>
                </a:lnTo>
                <a:lnTo>
                  <a:pt x="677650" y="112195"/>
                </a:lnTo>
                <a:lnTo>
                  <a:pt x="678038" y="112641"/>
                </a:lnTo>
                <a:lnTo>
                  <a:pt x="678433" y="113080"/>
                </a:lnTo>
                <a:lnTo>
                  <a:pt x="678835" y="113512"/>
                </a:lnTo>
                <a:lnTo>
                  <a:pt x="679243" y="113935"/>
                </a:lnTo>
                <a:lnTo>
                  <a:pt x="679658" y="114351"/>
                </a:lnTo>
                <a:lnTo>
                  <a:pt x="680078" y="114758"/>
                </a:lnTo>
                <a:lnTo>
                  <a:pt x="680505" y="115157"/>
                </a:lnTo>
                <a:lnTo>
                  <a:pt x="680938" y="115548"/>
                </a:lnTo>
                <a:lnTo>
                  <a:pt x="681377" y="115930"/>
                </a:lnTo>
                <a:lnTo>
                  <a:pt x="681822" y="116305"/>
                </a:lnTo>
                <a:lnTo>
                  <a:pt x="682273" y="116671"/>
                </a:lnTo>
                <a:lnTo>
                  <a:pt x="682730" y="117029"/>
                </a:lnTo>
                <a:lnTo>
                  <a:pt x="683194" y="117379"/>
                </a:lnTo>
                <a:lnTo>
                  <a:pt x="683663" y="117721"/>
                </a:lnTo>
                <a:lnTo>
                  <a:pt x="684139" y="118054"/>
                </a:lnTo>
                <a:lnTo>
                  <a:pt x="684621" y="118380"/>
                </a:lnTo>
                <a:lnTo>
                  <a:pt x="685109" y="118697"/>
                </a:lnTo>
                <a:lnTo>
                  <a:pt x="685603" y="119006"/>
                </a:lnTo>
                <a:lnTo>
                  <a:pt x="686104" y="119307"/>
                </a:lnTo>
                <a:lnTo>
                  <a:pt x="686610" y="119599"/>
                </a:lnTo>
                <a:lnTo>
                  <a:pt x="687123" y="119884"/>
                </a:lnTo>
                <a:lnTo>
                  <a:pt x="687642" y="120160"/>
                </a:lnTo>
                <a:lnTo>
                  <a:pt x="688166" y="120428"/>
                </a:lnTo>
                <a:lnTo>
                  <a:pt x="688697" y="120688"/>
                </a:lnTo>
                <a:lnTo>
                  <a:pt x="689235" y="120940"/>
                </a:lnTo>
                <a:lnTo>
                  <a:pt x="689778" y="121183"/>
                </a:lnTo>
                <a:lnTo>
                  <a:pt x="690326" y="121418"/>
                </a:lnTo>
                <a:lnTo>
                  <a:pt x="690879" y="121642"/>
                </a:lnTo>
                <a:lnTo>
                  <a:pt x="691437" y="121857"/>
                </a:lnTo>
                <a:lnTo>
                  <a:pt x="691998" y="122061"/>
                </a:lnTo>
                <a:lnTo>
                  <a:pt x="692564" y="122256"/>
                </a:lnTo>
                <a:lnTo>
                  <a:pt x="693134" y="122440"/>
                </a:lnTo>
                <a:lnTo>
                  <a:pt x="693709" y="122615"/>
                </a:lnTo>
                <a:lnTo>
                  <a:pt x="694288" y="122779"/>
                </a:lnTo>
                <a:lnTo>
                  <a:pt x="694871" y="122934"/>
                </a:lnTo>
                <a:lnTo>
                  <a:pt x="695459" y="123079"/>
                </a:lnTo>
                <a:lnTo>
                  <a:pt x="696051" y="123213"/>
                </a:lnTo>
                <a:lnTo>
                  <a:pt x="696647" y="123338"/>
                </a:lnTo>
                <a:lnTo>
                  <a:pt x="697248" y="123453"/>
                </a:lnTo>
                <a:lnTo>
                  <a:pt x="697853" y="123558"/>
                </a:lnTo>
                <a:lnTo>
                  <a:pt x="698463" y="123652"/>
                </a:lnTo>
                <a:lnTo>
                  <a:pt x="699076" y="123737"/>
                </a:lnTo>
                <a:lnTo>
                  <a:pt x="699695" y="123812"/>
                </a:lnTo>
                <a:lnTo>
                  <a:pt x="700317" y="123877"/>
                </a:lnTo>
                <a:lnTo>
                  <a:pt x="700944" y="123932"/>
                </a:lnTo>
                <a:lnTo>
                  <a:pt x="701575" y="123977"/>
                </a:lnTo>
                <a:lnTo>
                  <a:pt x="702210" y="124011"/>
                </a:lnTo>
                <a:lnTo>
                  <a:pt x="702850" y="124036"/>
                </a:lnTo>
                <a:lnTo>
                  <a:pt x="703495" y="124051"/>
                </a:lnTo>
                <a:lnTo>
                  <a:pt x="704143" y="124056"/>
                </a:lnTo>
                <a:lnTo>
                  <a:pt x="704736" y="124053"/>
                </a:lnTo>
                <a:lnTo>
                  <a:pt x="705322" y="124043"/>
                </a:lnTo>
                <a:lnTo>
                  <a:pt x="705902" y="124026"/>
                </a:lnTo>
                <a:lnTo>
                  <a:pt x="706476" y="124002"/>
                </a:lnTo>
                <a:lnTo>
                  <a:pt x="707044" y="123972"/>
                </a:lnTo>
                <a:lnTo>
                  <a:pt x="707605" y="123934"/>
                </a:lnTo>
                <a:lnTo>
                  <a:pt x="708161" y="123890"/>
                </a:lnTo>
                <a:lnTo>
                  <a:pt x="708710" y="123839"/>
                </a:lnTo>
                <a:lnTo>
                  <a:pt x="709254" y="123782"/>
                </a:lnTo>
                <a:lnTo>
                  <a:pt x="709791" y="123717"/>
                </a:lnTo>
                <a:lnTo>
                  <a:pt x="710322" y="123646"/>
                </a:lnTo>
                <a:lnTo>
                  <a:pt x="710847" y="123568"/>
                </a:lnTo>
                <a:lnTo>
                  <a:pt x="711366" y="123484"/>
                </a:lnTo>
                <a:lnTo>
                  <a:pt x="711878" y="123392"/>
                </a:lnTo>
                <a:lnTo>
                  <a:pt x="712385" y="123294"/>
                </a:lnTo>
                <a:lnTo>
                  <a:pt x="712885" y="123189"/>
                </a:lnTo>
                <a:lnTo>
                  <a:pt x="713379" y="123077"/>
                </a:lnTo>
                <a:lnTo>
                  <a:pt x="713867" y="122958"/>
                </a:lnTo>
                <a:lnTo>
                  <a:pt x="714349" y="122833"/>
                </a:lnTo>
                <a:lnTo>
                  <a:pt x="714825" y="122701"/>
                </a:lnTo>
                <a:lnTo>
                  <a:pt x="715295" y="122562"/>
                </a:lnTo>
                <a:lnTo>
                  <a:pt x="715758" y="122416"/>
                </a:lnTo>
                <a:lnTo>
                  <a:pt x="716215" y="122263"/>
                </a:lnTo>
                <a:lnTo>
                  <a:pt x="716667" y="122104"/>
                </a:lnTo>
                <a:lnTo>
                  <a:pt x="717112" y="121939"/>
                </a:lnTo>
                <a:lnTo>
                  <a:pt x="717552" y="121770"/>
                </a:lnTo>
                <a:lnTo>
                  <a:pt x="717987" y="121597"/>
                </a:lnTo>
                <a:lnTo>
                  <a:pt x="718416" y="121419"/>
                </a:lnTo>
                <a:lnTo>
                  <a:pt x="718840" y="121236"/>
                </a:lnTo>
                <a:lnTo>
                  <a:pt x="719259" y="121050"/>
                </a:lnTo>
                <a:lnTo>
                  <a:pt x="719672" y="120859"/>
                </a:lnTo>
                <a:lnTo>
                  <a:pt x="720080" y="120664"/>
                </a:lnTo>
                <a:lnTo>
                  <a:pt x="720482" y="120464"/>
                </a:lnTo>
                <a:lnTo>
                  <a:pt x="720879" y="120260"/>
                </a:lnTo>
                <a:lnTo>
                  <a:pt x="721271" y="120052"/>
                </a:lnTo>
                <a:lnTo>
                  <a:pt x="721658" y="119839"/>
                </a:lnTo>
                <a:lnTo>
                  <a:pt x="722039" y="119622"/>
                </a:lnTo>
                <a:lnTo>
                  <a:pt x="722414" y="119400"/>
                </a:lnTo>
                <a:lnTo>
                  <a:pt x="722784" y="119175"/>
                </a:lnTo>
                <a:lnTo>
                  <a:pt x="723149" y="118945"/>
                </a:lnTo>
                <a:lnTo>
                  <a:pt x="723509" y="118710"/>
                </a:lnTo>
                <a:lnTo>
                  <a:pt x="723863" y="118471"/>
                </a:lnTo>
                <a:lnTo>
                  <a:pt x="724212" y="118228"/>
                </a:lnTo>
                <a:lnTo>
                  <a:pt x="724555" y="117981"/>
                </a:lnTo>
                <a:lnTo>
                  <a:pt x="724893" y="117729"/>
                </a:lnTo>
                <a:lnTo>
                  <a:pt x="725226" y="117473"/>
                </a:lnTo>
                <a:lnTo>
                  <a:pt x="725553" y="117212"/>
                </a:lnTo>
                <a:lnTo>
                  <a:pt x="725875" y="116947"/>
                </a:lnTo>
                <a:lnTo>
                  <a:pt x="726192" y="116679"/>
                </a:lnTo>
                <a:lnTo>
                  <a:pt x="726505" y="116409"/>
                </a:lnTo>
                <a:lnTo>
                  <a:pt x="726814" y="116136"/>
                </a:lnTo>
                <a:lnTo>
                  <a:pt x="727119" y="115862"/>
                </a:lnTo>
                <a:lnTo>
                  <a:pt x="727420" y="115585"/>
                </a:lnTo>
                <a:lnTo>
                  <a:pt x="727717" y="115306"/>
                </a:lnTo>
                <a:lnTo>
                  <a:pt x="728009" y="115025"/>
                </a:lnTo>
                <a:lnTo>
                  <a:pt x="728298" y="114741"/>
                </a:lnTo>
                <a:lnTo>
                  <a:pt x="728582" y="114456"/>
                </a:lnTo>
                <a:lnTo>
                  <a:pt x="728863" y="114168"/>
                </a:lnTo>
                <a:lnTo>
                  <a:pt x="729139" y="113878"/>
                </a:lnTo>
                <a:lnTo>
                  <a:pt x="729411" y="113586"/>
                </a:lnTo>
                <a:lnTo>
                  <a:pt x="729679" y="113292"/>
                </a:lnTo>
                <a:lnTo>
                  <a:pt x="729943" y="112996"/>
                </a:lnTo>
                <a:lnTo>
                  <a:pt x="730203" y="112697"/>
                </a:lnTo>
                <a:lnTo>
                  <a:pt x="730459" y="112396"/>
                </a:lnTo>
                <a:lnTo>
                  <a:pt x="730711" y="112093"/>
                </a:lnTo>
                <a:lnTo>
                  <a:pt x="730958" y="111788"/>
                </a:lnTo>
                <a:lnTo>
                  <a:pt x="731202" y="111481"/>
                </a:lnTo>
                <a:lnTo>
                  <a:pt x="731441" y="111172"/>
                </a:lnTo>
                <a:lnTo>
                  <a:pt x="731676" y="110860"/>
                </a:lnTo>
                <a:lnTo>
                  <a:pt x="731908" y="110546"/>
                </a:lnTo>
                <a:lnTo>
                  <a:pt x="732135" y="110230"/>
                </a:lnTo>
                <a:lnTo>
                  <a:pt x="732358" y="109912"/>
                </a:lnTo>
                <a:lnTo>
                  <a:pt x="726833" y="105639"/>
                </a:lnTo>
                <a:lnTo>
                  <a:pt x="726469" y="106107"/>
                </a:lnTo>
                <a:lnTo>
                  <a:pt x="726100" y="106564"/>
                </a:lnTo>
                <a:lnTo>
                  <a:pt x="725728" y="107010"/>
                </a:lnTo>
                <a:lnTo>
                  <a:pt x="725352" y="107445"/>
                </a:lnTo>
                <a:lnTo>
                  <a:pt x="724972" y="107870"/>
                </a:lnTo>
                <a:lnTo>
                  <a:pt x="724588" y="108285"/>
                </a:lnTo>
                <a:lnTo>
                  <a:pt x="724200" y="108688"/>
                </a:lnTo>
                <a:lnTo>
                  <a:pt x="723808" y="109081"/>
                </a:lnTo>
                <a:lnTo>
                  <a:pt x="723412" y="109464"/>
                </a:lnTo>
                <a:lnTo>
                  <a:pt x="723012" y="109836"/>
                </a:lnTo>
                <a:lnTo>
                  <a:pt x="722609" y="110197"/>
                </a:lnTo>
                <a:lnTo>
                  <a:pt x="722201" y="110548"/>
                </a:lnTo>
                <a:lnTo>
                  <a:pt x="721789" y="110888"/>
                </a:lnTo>
                <a:lnTo>
                  <a:pt x="721373" y="111217"/>
                </a:lnTo>
                <a:lnTo>
                  <a:pt x="720954" y="111536"/>
                </a:lnTo>
                <a:lnTo>
                  <a:pt x="720530" y="111844"/>
                </a:lnTo>
                <a:lnTo>
                  <a:pt x="720102" y="112141"/>
                </a:lnTo>
                <a:lnTo>
                  <a:pt x="719671" y="112428"/>
                </a:lnTo>
                <a:lnTo>
                  <a:pt x="719235" y="112705"/>
                </a:lnTo>
                <a:lnTo>
                  <a:pt x="718796" y="112970"/>
                </a:lnTo>
                <a:lnTo>
                  <a:pt x="718352" y="113225"/>
                </a:lnTo>
                <a:lnTo>
                  <a:pt x="717905" y="113470"/>
                </a:lnTo>
                <a:lnTo>
                  <a:pt x="717453" y="113704"/>
                </a:lnTo>
                <a:lnTo>
                  <a:pt x="716998" y="113927"/>
                </a:lnTo>
                <a:lnTo>
                  <a:pt x="716538" y="114140"/>
                </a:lnTo>
                <a:lnTo>
                  <a:pt x="716073" y="114345"/>
                </a:lnTo>
                <a:lnTo>
                  <a:pt x="715602" y="114540"/>
                </a:lnTo>
                <a:lnTo>
                  <a:pt x="715127" y="114726"/>
                </a:lnTo>
                <a:lnTo>
                  <a:pt x="714646" y="114903"/>
                </a:lnTo>
                <a:lnTo>
                  <a:pt x="714160" y="115071"/>
                </a:lnTo>
                <a:lnTo>
                  <a:pt x="713668" y="115230"/>
                </a:lnTo>
                <a:lnTo>
                  <a:pt x="713171" y="115380"/>
                </a:lnTo>
                <a:lnTo>
                  <a:pt x="712670" y="115521"/>
                </a:lnTo>
                <a:lnTo>
                  <a:pt x="712162" y="115652"/>
                </a:lnTo>
                <a:lnTo>
                  <a:pt x="711650" y="115775"/>
                </a:lnTo>
                <a:lnTo>
                  <a:pt x="711132" y="115888"/>
                </a:lnTo>
                <a:lnTo>
                  <a:pt x="710609" y="115993"/>
                </a:lnTo>
                <a:lnTo>
                  <a:pt x="710081" y="116088"/>
                </a:lnTo>
                <a:lnTo>
                  <a:pt x="709548" y="116174"/>
                </a:lnTo>
                <a:lnTo>
                  <a:pt x="709009" y="116252"/>
                </a:lnTo>
                <a:lnTo>
                  <a:pt x="708465" y="116320"/>
                </a:lnTo>
                <a:lnTo>
                  <a:pt x="707916" y="116379"/>
                </a:lnTo>
                <a:lnTo>
                  <a:pt x="707362" y="116429"/>
                </a:lnTo>
                <a:lnTo>
                  <a:pt x="706802" y="116470"/>
                </a:lnTo>
                <a:lnTo>
                  <a:pt x="706237" y="116501"/>
                </a:lnTo>
                <a:lnTo>
                  <a:pt x="705667" y="116524"/>
                </a:lnTo>
                <a:lnTo>
                  <a:pt x="705092" y="116538"/>
                </a:lnTo>
                <a:lnTo>
                  <a:pt x="704511" y="116542"/>
                </a:lnTo>
                <a:lnTo>
                  <a:pt x="704004" y="116538"/>
                </a:lnTo>
                <a:lnTo>
                  <a:pt x="703500" y="116525"/>
                </a:lnTo>
                <a:lnTo>
                  <a:pt x="703000" y="116504"/>
                </a:lnTo>
                <a:lnTo>
                  <a:pt x="702504" y="116474"/>
                </a:lnTo>
                <a:lnTo>
                  <a:pt x="702012" y="116435"/>
                </a:lnTo>
                <a:lnTo>
                  <a:pt x="701523" y="116388"/>
                </a:lnTo>
                <a:lnTo>
                  <a:pt x="701039" y="116332"/>
                </a:lnTo>
                <a:lnTo>
                  <a:pt x="700558" y="116268"/>
                </a:lnTo>
                <a:lnTo>
                  <a:pt x="700081" y="116195"/>
                </a:lnTo>
                <a:lnTo>
                  <a:pt x="699608" y="116114"/>
                </a:lnTo>
                <a:lnTo>
                  <a:pt x="699139" y="116024"/>
                </a:lnTo>
                <a:lnTo>
                  <a:pt x="698673" y="115925"/>
                </a:lnTo>
                <a:lnTo>
                  <a:pt x="698212" y="115818"/>
                </a:lnTo>
                <a:lnTo>
                  <a:pt x="697754" y="115702"/>
                </a:lnTo>
                <a:lnTo>
                  <a:pt x="697300" y="115578"/>
                </a:lnTo>
                <a:lnTo>
                  <a:pt x="696850" y="115445"/>
                </a:lnTo>
                <a:lnTo>
                  <a:pt x="696404" y="115304"/>
                </a:lnTo>
                <a:lnTo>
                  <a:pt x="695961" y="115154"/>
                </a:lnTo>
                <a:lnTo>
                  <a:pt x="695523" y="114996"/>
                </a:lnTo>
                <a:lnTo>
                  <a:pt x="695088" y="114828"/>
                </a:lnTo>
                <a:lnTo>
                  <a:pt x="694657" y="114653"/>
                </a:lnTo>
                <a:lnTo>
                  <a:pt x="694230" y="114469"/>
                </a:lnTo>
                <a:lnTo>
                  <a:pt x="693807" y="114276"/>
                </a:lnTo>
                <a:lnTo>
                  <a:pt x="693388" y="114074"/>
                </a:lnTo>
                <a:lnTo>
                  <a:pt x="692973" y="113866"/>
                </a:lnTo>
                <a:lnTo>
                  <a:pt x="692562" y="113650"/>
                </a:lnTo>
                <a:lnTo>
                  <a:pt x="692157" y="113429"/>
                </a:lnTo>
                <a:lnTo>
                  <a:pt x="691757" y="113201"/>
                </a:lnTo>
                <a:lnTo>
                  <a:pt x="691361" y="112966"/>
                </a:lnTo>
                <a:lnTo>
                  <a:pt x="690970" y="112725"/>
                </a:lnTo>
                <a:lnTo>
                  <a:pt x="690585" y="112478"/>
                </a:lnTo>
                <a:lnTo>
                  <a:pt x="690204" y="112224"/>
                </a:lnTo>
                <a:lnTo>
                  <a:pt x="689827" y="111964"/>
                </a:lnTo>
                <a:lnTo>
                  <a:pt x="689456" y="111698"/>
                </a:lnTo>
                <a:lnTo>
                  <a:pt x="689090" y="111425"/>
                </a:lnTo>
                <a:lnTo>
                  <a:pt x="688728" y="111146"/>
                </a:lnTo>
                <a:lnTo>
                  <a:pt x="688371" y="110860"/>
                </a:lnTo>
                <a:lnTo>
                  <a:pt x="688020" y="110569"/>
                </a:lnTo>
                <a:lnTo>
                  <a:pt x="687673" y="110270"/>
                </a:lnTo>
                <a:lnTo>
                  <a:pt x="687330" y="109965"/>
                </a:lnTo>
                <a:lnTo>
                  <a:pt x="686993" y="109654"/>
                </a:lnTo>
                <a:lnTo>
                  <a:pt x="686661" y="109337"/>
                </a:lnTo>
                <a:lnTo>
                  <a:pt x="686333" y="109013"/>
                </a:lnTo>
                <a:lnTo>
                  <a:pt x="686011" y="108682"/>
                </a:lnTo>
                <a:lnTo>
                  <a:pt x="685693" y="108346"/>
                </a:lnTo>
                <a:lnTo>
                  <a:pt x="685380" y="108002"/>
                </a:lnTo>
                <a:lnTo>
                  <a:pt x="685072" y="107653"/>
                </a:lnTo>
                <a:lnTo>
                  <a:pt x="684768" y="107297"/>
                </a:lnTo>
                <a:lnTo>
                  <a:pt x="684470" y="106935"/>
                </a:lnTo>
                <a:lnTo>
                  <a:pt x="684178" y="106569"/>
                </a:lnTo>
                <a:lnTo>
                  <a:pt x="683891" y="106197"/>
                </a:lnTo>
                <a:lnTo>
                  <a:pt x="683610" y="105821"/>
                </a:lnTo>
                <a:lnTo>
                  <a:pt x="683335" y="105439"/>
                </a:lnTo>
                <a:lnTo>
                  <a:pt x="683065" y="105052"/>
                </a:lnTo>
                <a:lnTo>
                  <a:pt x="682801" y="104661"/>
                </a:lnTo>
                <a:lnTo>
                  <a:pt x="682542" y="104264"/>
                </a:lnTo>
                <a:lnTo>
                  <a:pt x="682289" y="103863"/>
                </a:lnTo>
                <a:lnTo>
                  <a:pt x="682042" y="103456"/>
                </a:lnTo>
                <a:lnTo>
                  <a:pt x="681800" y="103045"/>
                </a:lnTo>
                <a:lnTo>
                  <a:pt x="681564" y="102628"/>
                </a:lnTo>
                <a:lnTo>
                  <a:pt x="681333" y="102207"/>
                </a:lnTo>
                <a:lnTo>
                  <a:pt x="681109" y="101780"/>
                </a:lnTo>
                <a:lnTo>
                  <a:pt x="680889" y="101349"/>
                </a:lnTo>
                <a:lnTo>
                  <a:pt x="680676" y="100912"/>
                </a:lnTo>
                <a:lnTo>
                  <a:pt x="680468" y="100471"/>
                </a:lnTo>
                <a:lnTo>
                  <a:pt x="680266" y="100025"/>
                </a:lnTo>
                <a:lnTo>
                  <a:pt x="680069" y="99573"/>
                </a:lnTo>
                <a:lnTo>
                  <a:pt x="679878" y="99117"/>
                </a:lnTo>
                <a:lnTo>
                  <a:pt x="679692" y="98655"/>
                </a:lnTo>
                <a:lnTo>
                  <a:pt x="679513" y="98189"/>
                </a:lnTo>
                <a:lnTo>
                  <a:pt x="679338" y="97718"/>
                </a:lnTo>
                <a:lnTo>
                  <a:pt x="679170" y="97241"/>
                </a:lnTo>
                <a:lnTo>
                  <a:pt x="679007" y="96761"/>
                </a:lnTo>
                <a:lnTo>
                  <a:pt x="678852" y="96278"/>
                </a:lnTo>
                <a:lnTo>
                  <a:pt x="678704" y="95792"/>
                </a:lnTo>
                <a:lnTo>
                  <a:pt x="678562" y="95303"/>
                </a:lnTo>
                <a:lnTo>
                  <a:pt x="678427" y="94812"/>
                </a:lnTo>
                <a:lnTo>
                  <a:pt x="678300" y="94318"/>
                </a:lnTo>
                <a:lnTo>
                  <a:pt x="678179" y="93820"/>
                </a:lnTo>
                <a:lnTo>
                  <a:pt x="678065" y="93321"/>
                </a:lnTo>
                <a:lnTo>
                  <a:pt x="677958" y="92818"/>
                </a:lnTo>
                <a:lnTo>
                  <a:pt x="677858" y="92312"/>
                </a:lnTo>
                <a:lnTo>
                  <a:pt x="677764" y="91804"/>
                </a:lnTo>
                <a:lnTo>
                  <a:pt x="677678" y="91293"/>
                </a:lnTo>
                <a:lnTo>
                  <a:pt x="677599" y="90779"/>
                </a:lnTo>
                <a:lnTo>
                  <a:pt x="677526" y="90262"/>
                </a:lnTo>
                <a:lnTo>
                  <a:pt x="677460" y="89742"/>
                </a:lnTo>
                <a:lnTo>
                  <a:pt x="677402" y="89220"/>
                </a:lnTo>
                <a:lnTo>
                  <a:pt x="677350" y="88694"/>
                </a:lnTo>
                <a:lnTo>
                  <a:pt x="677305" y="88166"/>
                </a:lnTo>
                <a:lnTo>
                  <a:pt x="677267" y="87635"/>
                </a:lnTo>
                <a:lnTo>
                  <a:pt x="677236" y="87102"/>
                </a:lnTo>
                <a:lnTo>
                  <a:pt x="677212" y="86565"/>
                </a:lnTo>
                <a:lnTo>
                  <a:pt x="677195" y="86026"/>
                </a:lnTo>
                <a:lnTo>
                  <a:pt x="677184" y="85484"/>
                </a:lnTo>
                <a:lnTo>
                  <a:pt x="677181" y="84939"/>
                </a:lnTo>
                <a:lnTo>
                  <a:pt x="677181" y="83244"/>
                </a:lnTo>
                <a:lnTo>
                  <a:pt x="734052" y="83244"/>
                </a:lnTo>
                <a:lnTo>
                  <a:pt x="734052" y="77876"/>
                </a:lnTo>
                <a:lnTo>
                  <a:pt x="734049" y="77210"/>
                </a:lnTo>
                <a:lnTo>
                  <a:pt x="734038" y="76549"/>
                </a:lnTo>
                <a:lnTo>
                  <a:pt x="734020" y="75893"/>
                </a:lnTo>
                <a:close/>
                <a:moveTo>
                  <a:pt x="677807" y="73701"/>
                </a:moveTo>
                <a:lnTo>
                  <a:pt x="677900" y="73158"/>
                </a:lnTo>
                <a:lnTo>
                  <a:pt x="677999" y="72620"/>
                </a:lnTo>
                <a:lnTo>
                  <a:pt x="678105" y="72086"/>
                </a:lnTo>
                <a:lnTo>
                  <a:pt x="678217" y="71557"/>
                </a:lnTo>
                <a:lnTo>
                  <a:pt x="678335" y="71032"/>
                </a:lnTo>
                <a:lnTo>
                  <a:pt x="678460" y="70511"/>
                </a:lnTo>
                <a:lnTo>
                  <a:pt x="678591" y="69995"/>
                </a:lnTo>
                <a:lnTo>
                  <a:pt x="678728" y="69484"/>
                </a:lnTo>
                <a:lnTo>
                  <a:pt x="678872" y="68977"/>
                </a:lnTo>
                <a:lnTo>
                  <a:pt x="679022" y="68474"/>
                </a:lnTo>
                <a:lnTo>
                  <a:pt x="679179" y="67977"/>
                </a:lnTo>
                <a:lnTo>
                  <a:pt x="679340" y="67485"/>
                </a:lnTo>
                <a:lnTo>
                  <a:pt x="679506" y="66998"/>
                </a:lnTo>
                <a:lnTo>
                  <a:pt x="679678" y="66518"/>
                </a:lnTo>
                <a:lnTo>
                  <a:pt x="679855" y="66043"/>
                </a:lnTo>
                <a:lnTo>
                  <a:pt x="680038" y="65573"/>
                </a:lnTo>
                <a:lnTo>
                  <a:pt x="680225" y="65110"/>
                </a:lnTo>
                <a:lnTo>
                  <a:pt x="680418" y="64652"/>
                </a:lnTo>
                <a:lnTo>
                  <a:pt x="680616" y="64199"/>
                </a:lnTo>
                <a:lnTo>
                  <a:pt x="680819" y="63752"/>
                </a:lnTo>
                <a:lnTo>
                  <a:pt x="681028" y="63311"/>
                </a:lnTo>
                <a:lnTo>
                  <a:pt x="681242" y="62875"/>
                </a:lnTo>
                <a:lnTo>
                  <a:pt x="681461" y="62445"/>
                </a:lnTo>
                <a:lnTo>
                  <a:pt x="681685" y="62021"/>
                </a:lnTo>
                <a:lnTo>
                  <a:pt x="681914" y="61602"/>
                </a:lnTo>
                <a:lnTo>
                  <a:pt x="682149" y="61189"/>
                </a:lnTo>
                <a:lnTo>
                  <a:pt x="682389" y="60782"/>
                </a:lnTo>
                <a:lnTo>
                  <a:pt x="682634" y="60380"/>
                </a:lnTo>
                <a:lnTo>
                  <a:pt x="682885" y="59984"/>
                </a:lnTo>
                <a:lnTo>
                  <a:pt x="683141" y="59593"/>
                </a:lnTo>
                <a:lnTo>
                  <a:pt x="683402" y="59208"/>
                </a:lnTo>
                <a:lnTo>
                  <a:pt x="683668" y="58829"/>
                </a:lnTo>
                <a:lnTo>
                  <a:pt x="683939" y="58455"/>
                </a:lnTo>
                <a:lnTo>
                  <a:pt x="684216" y="58087"/>
                </a:lnTo>
                <a:lnTo>
                  <a:pt x="684498" y="57725"/>
                </a:lnTo>
                <a:lnTo>
                  <a:pt x="684784" y="57370"/>
                </a:lnTo>
                <a:lnTo>
                  <a:pt x="685074" y="57023"/>
                </a:lnTo>
                <a:lnTo>
                  <a:pt x="685369" y="56682"/>
                </a:lnTo>
                <a:lnTo>
                  <a:pt x="685669" y="56349"/>
                </a:lnTo>
                <a:lnTo>
                  <a:pt x="685973" y="56022"/>
                </a:lnTo>
                <a:lnTo>
                  <a:pt x="686281" y="55702"/>
                </a:lnTo>
                <a:lnTo>
                  <a:pt x="686594" y="55390"/>
                </a:lnTo>
                <a:lnTo>
                  <a:pt x="686911" y="55084"/>
                </a:lnTo>
                <a:lnTo>
                  <a:pt x="687233" y="54786"/>
                </a:lnTo>
                <a:lnTo>
                  <a:pt x="687559" y="54495"/>
                </a:lnTo>
                <a:lnTo>
                  <a:pt x="687890" y="54210"/>
                </a:lnTo>
                <a:lnTo>
                  <a:pt x="688225" y="53933"/>
                </a:lnTo>
                <a:lnTo>
                  <a:pt x="688565" y="53663"/>
                </a:lnTo>
                <a:lnTo>
                  <a:pt x="688909" y="53399"/>
                </a:lnTo>
                <a:lnTo>
                  <a:pt x="689258" y="53143"/>
                </a:lnTo>
                <a:lnTo>
                  <a:pt x="689611" y="52894"/>
                </a:lnTo>
                <a:lnTo>
                  <a:pt x="689969" y="52652"/>
                </a:lnTo>
                <a:lnTo>
                  <a:pt x="690331" y="52417"/>
                </a:lnTo>
                <a:lnTo>
                  <a:pt x="690698" y="52188"/>
                </a:lnTo>
                <a:lnTo>
                  <a:pt x="691069" y="51967"/>
                </a:lnTo>
                <a:lnTo>
                  <a:pt x="691444" y="51753"/>
                </a:lnTo>
                <a:lnTo>
                  <a:pt x="691824" y="51546"/>
                </a:lnTo>
                <a:lnTo>
                  <a:pt x="692209" y="51346"/>
                </a:lnTo>
                <a:lnTo>
                  <a:pt x="692597" y="51154"/>
                </a:lnTo>
                <a:lnTo>
                  <a:pt x="692990" y="50970"/>
                </a:lnTo>
                <a:lnTo>
                  <a:pt x="693385" y="50794"/>
                </a:lnTo>
                <a:lnTo>
                  <a:pt x="693785" y="50626"/>
                </a:lnTo>
                <a:lnTo>
                  <a:pt x="694187" y="50466"/>
                </a:lnTo>
                <a:lnTo>
                  <a:pt x="694594" y="50315"/>
                </a:lnTo>
                <a:lnTo>
                  <a:pt x="695004" y="50172"/>
                </a:lnTo>
                <a:lnTo>
                  <a:pt x="695418" y="50037"/>
                </a:lnTo>
                <a:lnTo>
                  <a:pt x="695835" y="49910"/>
                </a:lnTo>
                <a:lnTo>
                  <a:pt x="696256" y="49791"/>
                </a:lnTo>
                <a:lnTo>
                  <a:pt x="696680" y="49681"/>
                </a:lnTo>
                <a:lnTo>
                  <a:pt x="697108" y="49578"/>
                </a:lnTo>
                <a:lnTo>
                  <a:pt x="697539" y="49484"/>
                </a:lnTo>
                <a:lnTo>
                  <a:pt x="697974" y="49398"/>
                </a:lnTo>
                <a:lnTo>
                  <a:pt x="698413" y="49320"/>
                </a:lnTo>
                <a:lnTo>
                  <a:pt x="698855" y="49251"/>
                </a:lnTo>
                <a:lnTo>
                  <a:pt x="699301" y="49190"/>
                </a:lnTo>
                <a:lnTo>
                  <a:pt x="699751" y="49136"/>
                </a:lnTo>
                <a:lnTo>
                  <a:pt x="700204" y="49091"/>
                </a:lnTo>
                <a:lnTo>
                  <a:pt x="700660" y="49054"/>
                </a:lnTo>
                <a:lnTo>
                  <a:pt x="701120" y="49026"/>
                </a:lnTo>
                <a:lnTo>
                  <a:pt x="701584" y="49005"/>
                </a:lnTo>
                <a:lnTo>
                  <a:pt x="702051" y="48993"/>
                </a:lnTo>
                <a:lnTo>
                  <a:pt x="702522" y="48989"/>
                </a:lnTo>
                <a:lnTo>
                  <a:pt x="703144" y="48995"/>
                </a:lnTo>
                <a:lnTo>
                  <a:pt x="703757" y="49015"/>
                </a:lnTo>
                <a:lnTo>
                  <a:pt x="704361" y="49046"/>
                </a:lnTo>
                <a:lnTo>
                  <a:pt x="704957" y="49091"/>
                </a:lnTo>
                <a:lnTo>
                  <a:pt x="705543" y="49148"/>
                </a:lnTo>
                <a:lnTo>
                  <a:pt x="706121" y="49219"/>
                </a:lnTo>
                <a:lnTo>
                  <a:pt x="706689" y="49302"/>
                </a:lnTo>
                <a:lnTo>
                  <a:pt x="707249" y="49397"/>
                </a:lnTo>
                <a:lnTo>
                  <a:pt x="707801" y="49506"/>
                </a:lnTo>
                <a:lnTo>
                  <a:pt x="708343" y="49627"/>
                </a:lnTo>
                <a:lnTo>
                  <a:pt x="708876" y="49761"/>
                </a:lnTo>
                <a:lnTo>
                  <a:pt x="709401" y="49908"/>
                </a:lnTo>
                <a:lnTo>
                  <a:pt x="709917" y="50067"/>
                </a:lnTo>
                <a:lnTo>
                  <a:pt x="710424" y="50239"/>
                </a:lnTo>
                <a:lnTo>
                  <a:pt x="710922" y="50424"/>
                </a:lnTo>
                <a:lnTo>
                  <a:pt x="711412" y="50622"/>
                </a:lnTo>
                <a:lnTo>
                  <a:pt x="711892" y="50832"/>
                </a:lnTo>
                <a:lnTo>
                  <a:pt x="712364" y="51056"/>
                </a:lnTo>
                <a:lnTo>
                  <a:pt x="712827" y="51292"/>
                </a:lnTo>
                <a:lnTo>
                  <a:pt x="713281" y="51541"/>
                </a:lnTo>
                <a:lnTo>
                  <a:pt x="713726" y="51802"/>
                </a:lnTo>
                <a:lnTo>
                  <a:pt x="714163" y="52076"/>
                </a:lnTo>
                <a:lnTo>
                  <a:pt x="714590" y="52363"/>
                </a:lnTo>
                <a:lnTo>
                  <a:pt x="715009" y="52663"/>
                </a:lnTo>
                <a:lnTo>
                  <a:pt x="715419" y="52973"/>
                </a:lnTo>
                <a:lnTo>
                  <a:pt x="715821" y="53290"/>
                </a:lnTo>
                <a:lnTo>
                  <a:pt x="716214" y="53615"/>
                </a:lnTo>
                <a:lnTo>
                  <a:pt x="716599" y="53947"/>
                </a:lnTo>
                <a:lnTo>
                  <a:pt x="716975" y="54287"/>
                </a:lnTo>
                <a:lnTo>
                  <a:pt x="717343" y="54635"/>
                </a:lnTo>
                <a:lnTo>
                  <a:pt x="717703" y="54990"/>
                </a:lnTo>
                <a:lnTo>
                  <a:pt x="718054" y="55352"/>
                </a:lnTo>
                <a:lnTo>
                  <a:pt x="718397" y="55722"/>
                </a:lnTo>
                <a:lnTo>
                  <a:pt x="718731" y="56100"/>
                </a:lnTo>
                <a:lnTo>
                  <a:pt x="719057" y="56485"/>
                </a:lnTo>
                <a:lnTo>
                  <a:pt x="719374" y="56877"/>
                </a:lnTo>
                <a:lnTo>
                  <a:pt x="719683" y="57277"/>
                </a:lnTo>
                <a:lnTo>
                  <a:pt x="719983" y="57685"/>
                </a:lnTo>
                <a:lnTo>
                  <a:pt x="720275" y="58100"/>
                </a:lnTo>
                <a:lnTo>
                  <a:pt x="720559" y="58523"/>
                </a:lnTo>
                <a:lnTo>
                  <a:pt x="720834" y="58953"/>
                </a:lnTo>
                <a:lnTo>
                  <a:pt x="721100" y="59391"/>
                </a:lnTo>
                <a:lnTo>
                  <a:pt x="721359" y="59836"/>
                </a:lnTo>
                <a:lnTo>
                  <a:pt x="721608" y="60289"/>
                </a:lnTo>
                <a:lnTo>
                  <a:pt x="721850" y="60749"/>
                </a:lnTo>
                <a:lnTo>
                  <a:pt x="722083" y="61217"/>
                </a:lnTo>
                <a:lnTo>
                  <a:pt x="722307" y="61693"/>
                </a:lnTo>
                <a:lnTo>
                  <a:pt x="722523" y="62176"/>
                </a:lnTo>
                <a:lnTo>
                  <a:pt x="722731" y="62664"/>
                </a:lnTo>
                <a:lnTo>
                  <a:pt x="722930" y="63155"/>
                </a:lnTo>
                <a:lnTo>
                  <a:pt x="723121" y="63649"/>
                </a:lnTo>
                <a:lnTo>
                  <a:pt x="723304" y="64146"/>
                </a:lnTo>
                <a:lnTo>
                  <a:pt x="723478" y="64646"/>
                </a:lnTo>
                <a:lnTo>
                  <a:pt x="723644" y="65149"/>
                </a:lnTo>
                <a:lnTo>
                  <a:pt x="723802" y="65654"/>
                </a:lnTo>
                <a:lnTo>
                  <a:pt x="723952" y="66163"/>
                </a:lnTo>
                <a:lnTo>
                  <a:pt x="724093" y="66675"/>
                </a:lnTo>
                <a:lnTo>
                  <a:pt x="724225" y="67189"/>
                </a:lnTo>
                <a:lnTo>
                  <a:pt x="724350" y="67707"/>
                </a:lnTo>
                <a:lnTo>
                  <a:pt x="724466" y="68227"/>
                </a:lnTo>
                <a:lnTo>
                  <a:pt x="724574" y="68751"/>
                </a:lnTo>
                <a:lnTo>
                  <a:pt x="724674" y="69277"/>
                </a:lnTo>
                <a:lnTo>
                  <a:pt x="724765" y="69806"/>
                </a:lnTo>
                <a:lnTo>
                  <a:pt x="724848" y="70338"/>
                </a:lnTo>
                <a:lnTo>
                  <a:pt x="724922" y="70873"/>
                </a:lnTo>
                <a:lnTo>
                  <a:pt x="724989" y="71411"/>
                </a:lnTo>
                <a:lnTo>
                  <a:pt x="725047" y="71952"/>
                </a:lnTo>
                <a:lnTo>
                  <a:pt x="725096" y="72496"/>
                </a:lnTo>
                <a:lnTo>
                  <a:pt x="725138" y="73043"/>
                </a:lnTo>
                <a:lnTo>
                  <a:pt x="725171" y="73593"/>
                </a:lnTo>
                <a:lnTo>
                  <a:pt x="725196" y="74146"/>
                </a:lnTo>
                <a:lnTo>
                  <a:pt x="725212" y="74701"/>
                </a:lnTo>
                <a:lnTo>
                  <a:pt x="725212" y="75657"/>
                </a:lnTo>
                <a:lnTo>
                  <a:pt x="677532" y="75657"/>
                </a:lnTo>
                <a:lnTo>
                  <a:pt x="677568" y="75357"/>
                </a:lnTo>
                <a:lnTo>
                  <a:pt x="677641" y="74800"/>
                </a:lnTo>
                <a:lnTo>
                  <a:pt x="677721" y="74248"/>
                </a:lnTo>
                <a:lnTo>
                  <a:pt x="677807" y="73701"/>
                </a:lnTo>
                <a:close/>
                <a:moveTo>
                  <a:pt x="1187723" y="122583"/>
                </a:moveTo>
                <a:lnTo>
                  <a:pt x="1196563" y="122583"/>
                </a:lnTo>
                <a:lnTo>
                  <a:pt x="1196563" y="9429"/>
                </a:lnTo>
                <a:lnTo>
                  <a:pt x="1187723" y="9429"/>
                </a:lnTo>
                <a:lnTo>
                  <a:pt x="1187723" y="122583"/>
                </a:lnTo>
                <a:close/>
                <a:moveTo>
                  <a:pt x="960805" y="79704"/>
                </a:moveTo>
                <a:lnTo>
                  <a:pt x="961143" y="79315"/>
                </a:lnTo>
                <a:lnTo>
                  <a:pt x="961480" y="78926"/>
                </a:lnTo>
                <a:lnTo>
                  <a:pt x="961816" y="78536"/>
                </a:lnTo>
                <a:lnTo>
                  <a:pt x="962150" y="78145"/>
                </a:lnTo>
                <a:lnTo>
                  <a:pt x="962483" y="77754"/>
                </a:lnTo>
                <a:lnTo>
                  <a:pt x="962814" y="77362"/>
                </a:lnTo>
                <a:lnTo>
                  <a:pt x="963145" y="76970"/>
                </a:lnTo>
                <a:lnTo>
                  <a:pt x="963474" y="76578"/>
                </a:lnTo>
                <a:lnTo>
                  <a:pt x="963802" y="76184"/>
                </a:lnTo>
                <a:lnTo>
                  <a:pt x="964128" y="75791"/>
                </a:lnTo>
                <a:lnTo>
                  <a:pt x="964453" y="75397"/>
                </a:lnTo>
                <a:lnTo>
                  <a:pt x="964777" y="75002"/>
                </a:lnTo>
                <a:lnTo>
                  <a:pt x="965100" y="74607"/>
                </a:lnTo>
                <a:lnTo>
                  <a:pt x="965421" y="74211"/>
                </a:lnTo>
                <a:lnTo>
                  <a:pt x="965742" y="73815"/>
                </a:lnTo>
                <a:lnTo>
                  <a:pt x="966060" y="73418"/>
                </a:lnTo>
                <a:lnTo>
                  <a:pt x="966378" y="73021"/>
                </a:lnTo>
                <a:lnTo>
                  <a:pt x="966694" y="72623"/>
                </a:lnTo>
                <a:lnTo>
                  <a:pt x="967009" y="72225"/>
                </a:lnTo>
                <a:lnTo>
                  <a:pt x="967323" y="71826"/>
                </a:lnTo>
                <a:lnTo>
                  <a:pt x="967635" y="71427"/>
                </a:lnTo>
                <a:lnTo>
                  <a:pt x="967944" y="71027"/>
                </a:lnTo>
                <a:lnTo>
                  <a:pt x="968250" y="70627"/>
                </a:lnTo>
                <a:lnTo>
                  <a:pt x="968554" y="70227"/>
                </a:lnTo>
                <a:lnTo>
                  <a:pt x="968855" y="69826"/>
                </a:lnTo>
                <a:lnTo>
                  <a:pt x="969153" y="69425"/>
                </a:lnTo>
                <a:lnTo>
                  <a:pt x="969449" y="69023"/>
                </a:lnTo>
                <a:lnTo>
                  <a:pt x="969742" y="68621"/>
                </a:lnTo>
                <a:lnTo>
                  <a:pt x="970032" y="68219"/>
                </a:lnTo>
                <a:lnTo>
                  <a:pt x="970320" y="67816"/>
                </a:lnTo>
                <a:lnTo>
                  <a:pt x="970604" y="67413"/>
                </a:lnTo>
                <a:lnTo>
                  <a:pt x="970887" y="67010"/>
                </a:lnTo>
                <a:lnTo>
                  <a:pt x="971166" y="66606"/>
                </a:lnTo>
                <a:lnTo>
                  <a:pt x="971443" y="66202"/>
                </a:lnTo>
                <a:lnTo>
                  <a:pt x="971717" y="65797"/>
                </a:lnTo>
                <a:lnTo>
                  <a:pt x="971989" y="65392"/>
                </a:lnTo>
                <a:lnTo>
                  <a:pt x="972257" y="64987"/>
                </a:lnTo>
                <a:lnTo>
                  <a:pt x="972523" y="64581"/>
                </a:lnTo>
                <a:lnTo>
                  <a:pt x="972787" y="64175"/>
                </a:lnTo>
                <a:lnTo>
                  <a:pt x="973048" y="63769"/>
                </a:lnTo>
                <a:lnTo>
                  <a:pt x="973306" y="63362"/>
                </a:lnTo>
                <a:lnTo>
                  <a:pt x="973561" y="62954"/>
                </a:lnTo>
                <a:lnTo>
                  <a:pt x="973814" y="62547"/>
                </a:lnTo>
                <a:lnTo>
                  <a:pt x="974064" y="62139"/>
                </a:lnTo>
                <a:lnTo>
                  <a:pt x="974310" y="61730"/>
                </a:lnTo>
                <a:lnTo>
                  <a:pt x="974552" y="61322"/>
                </a:lnTo>
                <a:lnTo>
                  <a:pt x="974790" y="60913"/>
                </a:lnTo>
                <a:lnTo>
                  <a:pt x="975023" y="60505"/>
                </a:lnTo>
                <a:lnTo>
                  <a:pt x="975252" y="60096"/>
                </a:lnTo>
                <a:lnTo>
                  <a:pt x="975477" y="59687"/>
                </a:lnTo>
                <a:lnTo>
                  <a:pt x="975697" y="59278"/>
                </a:lnTo>
                <a:lnTo>
                  <a:pt x="975913" y="58869"/>
                </a:lnTo>
                <a:lnTo>
                  <a:pt x="976125" y="58459"/>
                </a:lnTo>
                <a:lnTo>
                  <a:pt x="976332" y="58050"/>
                </a:lnTo>
                <a:lnTo>
                  <a:pt x="976535" y="57640"/>
                </a:lnTo>
                <a:lnTo>
                  <a:pt x="976734" y="57231"/>
                </a:lnTo>
                <a:lnTo>
                  <a:pt x="976928" y="56821"/>
                </a:lnTo>
                <a:lnTo>
                  <a:pt x="977118" y="56411"/>
                </a:lnTo>
                <a:lnTo>
                  <a:pt x="977304" y="56001"/>
                </a:lnTo>
                <a:lnTo>
                  <a:pt x="977485" y="55590"/>
                </a:lnTo>
                <a:lnTo>
                  <a:pt x="977662" y="55180"/>
                </a:lnTo>
                <a:lnTo>
                  <a:pt x="977834" y="54770"/>
                </a:lnTo>
                <a:lnTo>
                  <a:pt x="978003" y="54359"/>
                </a:lnTo>
                <a:lnTo>
                  <a:pt x="978166" y="53948"/>
                </a:lnTo>
                <a:lnTo>
                  <a:pt x="978326" y="53537"/>
                </a:lnTo>
                <a:lnTo>
                  <a:pt x="978481" y="53126"/>
                </a:lnTo>
                <a:lnTo>
                  <a:pt x="978632" y="52715"/>
                </a:lnTo>
                <a:lnTo>
                  <a:pt x="978778" y="52304"/>
                </a:lnTo>
                <a:lnTo>
                  <a:pt x="978920" y="51893"/>
                </a:lnTo>
                <a:lnTo>
                  <a:pt x="979055" y="51482"/>
                </a:lnTo>
                <a:lnTo>
                  <a:pt x="979184" y="51072"/>
                </a:lnTo>
                <a:lnTo>
                  <a:pt x="979307" y="50663"/>
                </a:lnTo>
                <a:lnTo>
                  <a:pt x="979425" y="50254"/>
                </a:lnTo>
                <a:lnTo>
                  <a:pt x="979536" y="49845"/>
                </a:lnTo>
                <a:lnTo>
                  <a:pt x="979641" y="49437"/>
                </a:lnTo>
                <a:lnTo>
                  <a:pt x="979740" y="49030"/>
                </a:lnTo>
                <a:lnTo>
                  <a:pt x="979833" y="48623"/>
                </a:lnTo>
                <a:lnTo>
                  <a:pt x="979920" y="48217"/>
                </a:lnTo>
                <a:lnTo>
                  <a:pt x="980002" y="47811"/>
                </a:lnTo>
                <a:lnTo>
                  <a:pt x="980077" y="47405"/>
                </a:lnTo>
                <a:lnTo>
                  <a:pt x="980146" y="47000"/>
                </a:lnTo>
                <a:lnTo>
                  <a:pt x="980209" y="46596"/>
                </a:lnTo>
                <a:lnTo>
                  <a:pt x="980266" y="46192"/>
                </a:lnTo>
                <a:lnTo>
                  <a:pt x="980317" y="45789"/>
                </a:lnTo>
                <a:lnTo>
                  <a:pt x="980362" y="45386"/>
                </a:lnTo>
                <a:lnTo>
                  <a:pt x="980401" y="44983"/>
                </a:lnTo>
                <a:lnTo>
                  <a:pt x="980434" y="44581"/>
                </a:lnTo>
                <a:lnTo>
                  <a:pt x="980461" y="44180"/>
                </a:lnTo>
                <a:lnTo>
                  <a:pt x="980482" y="43779"/>
                </a:lnTo>
                <a:lnTo>
                  <a:pt x="980497" y="43379"/>
                </a:lnTo>
                <a:lnTo>
                  <a:pt x="980506" y="42979"/>
                </a:lnTo>
                <a:lnTo>
                  <a:pt x="980510" y="42580"/>
                </a:lnTo>
                <a:lnTo>
                  <a:pt x="980503" y="41829"/>
                </a:lnTo>
                <a:lnTo>
                  <a:pt x="980483" y="41088"/>
                </a:lnTo>
                <a:lnTo>
                  <a:pt x="980450" y="40356"/>
                </a:lnTo>
                <a:lnTo>
                  <a:pt x="980404" y="39633"/>
                </a:lnTo>
                <a:lnTo>
                  <a:pt x="980345" y="38920"/>
                </a:lnTo>
                <a:lnTo>
                  <a:pt x="980272" y="38215"/>
                </a:lnTo>
                <a:lnTo>
                  <a:pt x="980187" y="37520"/>
                </a:lnTo>
                <a:lnTo>
                  <a:pt x="980088" y="36834"/>
                </a:lnTo>
                <a:lnTo>
                  <a:pt x="979976" y="36157"/>
                </a:lnTo>
                <a:lnTo>
                  <a:pt x="979851" y="35489"/>
                </a:lnTo>
                <a:lnTo>
                  <a:pt x="979713" y="34831"/>
                </a:lnTo>
                <a:lnTo>
                  <a:pt x="979561" y="34182"/>
                </a:lnTo>
                <a:lnTo>
                  <a:pt x="979396" y="33542"/>
                </a:lnTo>
                <a:lnTo>
                  <a:pt x="979219" y="32911"/>
                </a:lnTo>
                <a:lnTo>
                  <a:pt x="979028" y="32289"/>
                </a:lnTo>
                <a:lnTo>
                  <a:pt x="978823" y="31677"/>
                </a:lnTo>
                <a:lnTo>
                  <a:pt x="978606" y="31074"/>
                </a:lnTo>
                <a:lnTo>
                  <a:pt x="978375" y="30480"/>
                </a:lnTo>
                <a:lnTo>
                  <a:pt x="978132" y="29895"/>
                </a:lnTo>
                <a:lnTo>
                  <a:pt x="977875" y="29320"/>
                </a:lnTo>
                <a:lnTo>
                  <a:pt x="977605" y="28753"/>
                </a:lnTo>
                <a:lnTo>
                  <a:pt x="977322" y="28196"/>
                </a:lnTo>
                <a:lnTo>
                  <a:pt x="977025" y="27648"/>
                </a:lnTo>
                <a:lnTo>
                  <a:pt x="976716" y="27110"/>
                </a:lnTo>
                <a:lnTo>
                  <a:pt x="976394" y="26581"/>
                </a:lnTo>
                <a:lnTo>
                  <a:pt x="976061" y="26062"/>
                </a:lnTo>
                <a:lnTo>
                  <a:pt x="975717" y="25554"/>
                </a:lnTo>
                <a:lnTo>
                  <a:pt x="975362" y="25056"/>
                </a:lnTo>
                <a:lnTo>
                  <a:pt x="974996" y="24569"/>
                </a:lnTo>
                <a:lnTo>
                  <a:pt x="974618" y="24092"/>
                </a:lnTo>
                <a:lnTo>
                  <a:pt x="974230" y="23625"/>
                </a:lnTo>
                <a:lnTo>
                  <a:pt x="973830" y="23168"/>
                </a:lnTo>
                <a:lnTo>
                  <a:pt x="973420" y="22722"/>
                </a:lnTo>
                <a:lnTo>
                  <a:pt x="972998" y="22287"/>
                </a:lnTo>
                <a:lnTo>
                  <a:pt x="972565" y="21861"/>
                </a:lnTo>
                <a:lnTo>
                  <a:pt x="972121" y="21446"/>
                </a:lnTo>
                <a:lnTo>
                  <a:pt x="971665" y="21042"/>
                </a:lnTo>
                <a:lnTo>
                  <a:pt x="971199" y="20648"/>
                </a:lnTo>
                <a:lnTo>
                  <a:pt x="970721" y="20264"/>
                </a:lnTo>
                <a:lnTo>
                  <a:pt x="970233" y="19890"/>
                </a:lnTo>
                <a:lnTo>
                  <a:pt x="969733" y="19527"/>
                </a:lnTo>
                <a:lnTo>
                  <a:pt x="969222" y="19174"/>
                </a:lnTo>
                <a:lnTo>
                  <a:pt x="968700" y="18832"/>
                </a:lnTo>
                <a:lnTo>
                  <a:pt x="968167" y="18500"/>
                </a:lnTo>
                <a:lnTo>
                  <a:pt x="967623" y="18178"/>
                </a:lnTo>
                <a:lnTo>
                  <a:pt x="967067" y="17867"/>
                </a:lnTo>
                <a:lnTo>
                  <a:pt x="966501" y="17566"/>
                </a:lnTo>
                <a:lnTo>
                  <a:pt x="965923" y="17275"/>
                </a:lnTo>
                <a:lnTo>
                  <a:pt x="965335" y="16996"/>
                </a:lnTo>
                <a:lnTo>
                  <a:pt x="964738" y="16728"/>
                </a:lnTo>
                <a:lnTo>
                  <a:pt x="964132" y="16472"/>
                </a:lnTo>
                <a:lnTo>
                  <a:pt x="963517" y="16228"/>
                </a:lnTo>
                <a:lnTo>
                  <a:pt x="962892" y="15996"/>
                </a:lnTo>
                <a:lnTo>
                  <a:pt x="962258" y="15776"/>
                </a:lnTo>
                <a:lnTo>
                  <a:pt x="961615" y="15568"/>
                </a:lnTo>
                <a:lnTo>
                  <a:pt x="960963" y="15372"/>
                </a:lnTo>
                <a:lnTo>
                  <a:pt x="960302" y="15188"/>
                </a:lnTo>
                <a:lnTo>
                  <a:pt x="959631" y="15015"/>
                </a:lnTo>
                <a:lnTo>
                  <a:pt x="958951" y="14855"/>
                </a:lnTo>
                <a:lnTo>
                  <a:pt x="958262" y="14706"/>
                </a:lnTo>
                <a:lnTo>
                  <a:pt x="957564" y="14569"/>
                </a:lnTo>
                <a:lnTo>
                  <a:pt x="956856" y="14444"/>
                </a:lnTo>
                <a:lnTo>
                  <a:pt x="956139" y="14331"/>
                </a:lnTo>
                <a:lnTo>
                  <a:pt x="955413" y="14230"/>
                </a:lnTo>
                <a:lnTo>
                  <a:pt x="954678" y="14141"/>
                </a:lnTo>
                <a:lnTo>
                  <a:pt x="953934" y="14064"/>
                </a:lnTo>
                <a:lnTo>
                  <a:pt x="953180" y="13998"/>
                </a:lnTo>
                <a:lnTo>
                  <a:pt x="952418" y="13945"/>
                </a:lnTo>
                <a:lnTo>
                  <a:pt x="951646" y="13903"/>
                </a:lnTo>
                <a:lnTo>
                  <a:pt x="950864" y="13873"/>
                </a:lnTo>
                <a:lnTo>
                  <a:pt x="950074" y="13855"/>
                </a:lnTo>
                <a:lnTo>
                  <a:pt x="949274" y="13850"/>
                </a:lnTo>
                <a:lnTo>
                  <a:pt x="948420" y="13857"/>
                </a:lnTo>
                <a:lnTo>
                  <a:pt x="947576" y="13880"/>
                </a:lnTo>
                <a:lnTo>
                  <a:pt x="946742" y="13918"/>
                </a:lnTo>
                <a:lnTo>
                  <a:pt x="945918" y="13971"/>
                </a:lnTo>
                <a:lnTo>
                  <a:pt x="945105" y="14039"/>
                </a:lnTo>
                <a:lnTo>
                  <a:pt x="944302" y="14123"/>
                </a:lnTo>
                <a:lnTo>
                  <a:pt x="943509" y="14222"/>
                </a:lnTo>
                <a:lnTo>
                  <a:pt x="942726" y="14336"/>
                </a:lnTo>
                <a:lnTo>
                  <a:pt x="941954" y="14465"/>
                </a:lnTo>
                <a:lnTo>
                  <a:pt x="941191" y="14609"/>
                </a:lnTo>
                <a:lnTo>
                  <a:pt x="940439" y="14768"/>
                </a:lnTo>
                <a:lnTo>
                  <a:pt x="939698" y="14943"/>
                </a:lnTo>
                <a:lnTo>
                  <a:pt x="938966" y="15133"/>
                </a:lnTo>
                <a:lnTo>
                  <a:pt x="938245" y="15338"/>
                </a:lnTo>
                <a:lnTo>
                  <a:pt x="937534" y="15558"/>
                </a:lnTo>
                <a:lnTo>
                  <a:pt x="936833" y="15794"/>
                </a:lnTo>
                <a:lnTo>
                  <a:pt x="936142" y="16044"/>
                </a:lnTo>
                <a:lnTo>
                  <a:pt x="935462" y="16310"/>
                </a:lnTo>
                <a:lnTo>
                  <a:pt x="934792" y="16591"/>
                </a:lnTo>
                <a:lnTo>
                  <a:pt x="934132" y="16887"/>
                </a:lnTo>
                <a:lnTo>
                  <a:pt x="933482" y="17198"/>
                </a:lnTo>
                <a:lnTo>
                  <a:pt x="932842" y="17525"/>
                </a:lnTo>
                <a:lnTo>
                  <a:pt x="932213" y="17867"/>
                </a:lnTo>
                <a:lnTo>
                  <a:pt x="931594" y="18224"/>
                </a:lnTo>
                <a:lnTo>
                  <a:pt x="930986" y="18593"/>
                </a:lnTo>
                <a:lnTo>
                  <a:pt x="930390" y="18973"/>
                </a:lnTo>
                <a:lnTo>
                  <a:pt x="929806" y="19363"/>
                </a:lnTo>
                <a:lnTo>
                  <a:pt x="929234" y="19764"/>
                </a:lnTo>
                <a:lnTo>
                  <a:pt x="928673" y="20174"/>
                </a:lnTo>
                <a:lnTo>
                  <a:pt x="928125" y="20596"/>
                </a:lnTo>
                <a:lnTo>
                  <a:pt x="927588" y="21027"/>
                </a:lnTo>
                <a:lnTo>
                  <a:pt x="927064" y="21469"/>
                </a:lnTo>
                <a:lnTo>
                  <a:pt x="926551" y="21921"/>
                </a:lnTo>
                <a:lnTo>
                  <a:pt x="926050" y="22384"/>
                </a:lnTo>
                <a:lnTo>
                  <a:pt x="925561" y="22857"/>
                </a:lnTo>
                <a:lnTo>
                  <a:pt x="925084" y="23340"/>
                </a:lnTo>
                <a:lnTo>
                  <a:pt x="924619" y="23834"/>
                </a:lnTo>
                <a:lnTo>
                  <a:pt x="924165" y="24338"/>
                </a:lnTo>
                <a:lnTo>
                  <a:pt x="923724" y="24852"/>
                </a:lnTo>
                <a:lnTo>
                  <a:pt x="923294" y="25376"/>
                </a:lnTo>
                <a:lnTo>
                  <a:pt x="922877" y="25911"/>
                </a:lnTo>
                <a:lnTo>
                  <a:pt x="922471" y="26457"/>
                </a:lnTo>
                <a:lnTo>
                  <a:pt x="922077" y="27012"/>
                </a:lnTo>
                <a:lnTo>
                  <a:pt x="921695" y="27578"/>
                </a:lnTo>
                <a:lnTo>
                  <a:pt x="921325" y="28155"/>
                </a:lnTo>
                <a:lnTo>
                  <a:pt x="920967" y="28741"/>
                </a:lnTo>
                <a:lnTo>
                  <a:pt x="920621" y="29339"/>
                </a:lnTo>
                <a:lnTo>
                  <a:pt x="920286" y="29946"/>
                </a:lnTo>
                <a:lnTo>
                  <a:pt x="919965" y="30561"/>
                </a:lnTo>
                <a:lnTo>
                  <a:pt x="919657" y="31181"/>
                </a:lnTo>
                <a:lnTo>
                  <a:pt x="919362" y="31807"/>
                </a:lnTo>
                <a:lnTo>
                  <a:pt x="919082" y="32437"/>
                </a:lnTo>
                <a:lnTo>
                  <a:pt x="918815" y="33072"/>
                </a:lnTo>
                <a:lnTo>
                  <a:pt x="918562" y="33713"/>
                </a:lnTo>
                <a:lnTo>
                  <a:pt x="918322" y="34359"/>
                </a:lnTo>
                <a:lnTo>
                  <a:pt x="918097" y="35010"/>
                </a:lnTo>
                <a:lnTo>
                  <a:pt x="917885" y="35665"/>
                </a:lnTo>
                <a:lnTo>
                  <a:pt x="917686" y="36326"/>
                </a:lnTo>
                <a:lnTo>
                  <a:pt x="917501" y="36993"/>
                </a:lnTo>
                <a:lnTo>
                  <a:pt x="917330" y="37664"/>
                </a:lnTo>
                <a:lnTo>
                  <a:pt x="917173" y="38340"/>
                </a:lnTo>
                <a:lnTo>
                  <a:pt x="917029" y="39021"/>
                </a:lnTo>
                <a:lnTo>
                  <a:pt x="916899" y="39708"/>
                </a:lnTo>
                <a:lnTo>
                  <a:pt x="916783" y="40400"/>
                </a:lnTo>
                <a:lnTo>
                  <a:pt x="916680" y="41096"/>
                </a:lnTo>
                <a:lnTo>
                  <a:pt x="916591" y="41798"/>
                </a:lnTo>
                <a:lnTo>
                  <a:pt x="916516" y="42505"/>
                </a:lnTo>
                <a:lnTo>
                  <a:pt x="916454" y="43217"/>
                </a:lnTo>
                <a:lnTo>
                  <a:pt x="916407" y="43934"/>
                </a:lnTo>
                <a:lnTo>
                  <a:pt x="916372" y="44656"/>
                </a:lnTo>
                <a:lnTo>
                  <a:pt x="916352" y="45384"/>
                </a:lnTo>
                <a:lnTo>
                  <a:pt x="916345" y="46116"/>
                </a:lnTo>
                <a:lnTo>
                  <a:pt x="925111" y="46116"/>
                </a:lnTo>
                <a:lnTo>
                  <a:pt x="925117" y="45525"/>
                </a:lnTo>
                <a:lnTo>
                  <a:pt x="925132" y="44939"/>
                </a:lnTo>
                <a:lnTo>
                  <a:pt x="925157" y="44358"/>
                </a:lnTo>
                <a:lnTo>
                  <a:pt x="925193" y="43783"/>
                </a:lnTo>
                <a:lnTo>
                  <a:pt x="925239" y="43213"/>
                </a:lnTo>
                <a:lnTo>
                  <a:pt x="925296" y="42648"/>
                </a:lnTo>
                <a:lnTo>
                  <a:pt x="925362" y="42088"/>
                </a:lnTo>
                <a:lnTo>
                  <a:pt x="925439" y="41533"/>
                </a:lnTo>
                <a:lnTo>
                  <a:pt x="925526" y="40984"/>
                </a:lnTo>
                <a:lnTo>
                  <a:pt x="925623" y="40440"/>
                </a:lnTo>
                <a:lnTo>
                  <a:pt x="925730" y="39901"/>
                </a:lnTo>
                <a:lnTo>
                  <a:pt x="925848" y="39368"/>
                </a:lnTo>
                <a:lnTo>
                  <a:pt x="925976" y="38840"/>
                </a:lnTo>
                <a:lnTo>
                  <a:pt x="926114" y="38317"/>
                </a:lnTo>
                <a:lnTo>
                  <a:pt x="926262" y="37799"/>
                </a:lnTo>
                <a:lnTo>
                  <a:pt x="926421" y="37286"/>
                </a:lnTo>
                <a:lnTo>
                  <a:pt x="926590" y="36779"/>
                </a:lnTo>
                <a:lnTo>
                  <a:pt x="926769" y="36277"/>
                </a:lnTo>
                <a:lnTo>
                  <a:pt x="926958" y="35780"/>
                </a:lnTo>
                <a:lnTo>
                  <a:pt x="927158" y="35288"/>
                </a:lnTo>
                <a:lnTo>
                  <a:pt x="927367" y="34802"/>
                </a:lnTo>
                <a:lnTo>
                  <a:pt x="927587" y="34320"/>
                </a:lnTo>
                <a:lnTo>
                  <a:pt x="927818" y="33844"/>
                </a:lnTo>
                <a:lnTo>
                  <a:pt x="928058" y="33374"/>
                </a:lnTo>
                <a:lnTo>
                  <a:pt x="928308" y="32910"/>
                </a:lnTo>
                <a:lnTo>
                  <a:pt x="928566" y="32454"/>
                </a:lnTo>
                <a:lnTo>
                  <a:pt x="928833" y="32007"/>
                </a:lnTo>
                <a:lnTo>
                  <a:pt x="929109" y="31569"/>
                </a:lnTo>
                <a:lnTo>
                  <a:pt x="929393" y="31139"/>
                </a:lnTo>
                <a:lnTo>
                  <a:pt x="929686" y="30718"/>
                </a:lnTo>
                <a:lnTo>
                  <a:pt x="929987" y="30305"/>
                </a:lnTo>
                <a:lnTo>
                  <a:pt x="930297" y="29901"/>
                </a:lnTo>
                <a:lnTo>
                  <a:pt x="930615" y="29505"/>
                </a:lnTo>
                <a:lnTo>
                  <a:pt x="930942" y="29118"/>
                </a:lnTo>
                <a:lnTo>
                  <a:pt x="931278" y="28740"/>
                </a:lnTo>
                <a:lnTo>
                  <a:pt x="931622" y="28370"/>
                </a:lnTo>
                <a:lnTo>
                  <a:pt x="931974" y="28008"/>
                </a:lnTo>
                <a:lnTo>
                  <a:pt x="932336" y="27655"/>
                </a:lnTo>
                <a:lnTo>
                  <a:pt x="932706" y="27311"/>
                </a:lnTo>
                <a:lnTo>
                  <a:pt x="933084" y="26975"/>
                </a:lnTo>
                <a:lnTo>
                  <a:pt x="933471" y="26648"/>
                </a:lnTo>
                <a:lnTo>
                  <a:pt x="933866" y="26329"/>
                </a:lnTo>
                <a:lnTo>
                  <a:pt x="934270" y="26019"/>
                </a:lnTo>
                <a:lnTo>
                  <a:pt x="934683" y="25717"/>
                </a:lnTo>
                <a:lnTo>
                  <a:pt x="935104" y="25424"/>
                </a:lnTo>
                <a:lnTo>
                  <a:pt x="935534" y="25139"/>
                </a:lnTo>
                <a:lnTo>
                  <a:pt x="935972" y="24863"/>
                </a:lnTo>
                <a:lnTo>
                  <a:pt x="936419" y="24596"/>
                </a:lnTo>
                <a:lnTo>
                  <a:pt x="936874" y="24338"/>
                </a:lnTo>
                <a:lnTo>
                  <a:pt x="937336" y="24091"/>
                </a:lnTo>
                <a:lnTo>
                  <a:pt x="937805" y="23856"/>
                </a:lnTo>
                <a:lnTo>
                  <a:pt x="938281" y="23631"/>
                </a:lnTo>
                <a:lnTo>
                  <a:pt x="938763" y="23417"/>
                </a:lnTo>
                <a:lnTo>
                  <a:pt x="939253" y="23214"/>
                </a:lnTo>
                <a:lnTo>
                  <a:pt x="939750" y="23022"/>
                </a:lnTo>
                <a:lnTo>
                  <a:pt x="940254" y="22841"/>
                </a:lnTo>
                <a:lnTo>
                  <a:pt x="940765" y="22671"/>
                </a:lnTo>
                <a:lnTo>
                  <a:pt x="941283" y="22512"/>
                </a:lnTo>
                <a:lnTo>
                  <a:pt x="941808" y="22364"/>
                </a:lnTo>
                <a:lnTo>
                  <a:pt x="942340" y="22227"/>
                </a:lnTo>
                <a:lnTo>
                  <a:pt x="942880" y="22101"/>
                </a:lnTo>
                <a:lnTo>
                  <a:pt x="943426" y="21986"/>
                </a:lnTo>
                <a:lnTo>
                  <a:pt x="943979" y="21881"/>
                </a:lnTo>
                <a:lnTo>
                  <a:pt x="944539" y="21788"/>
                </a:lnTo>
                <a:lnTo>
                  <a:pt x="945106" y="21706"/>
                </a:lnTo>
                <a:lnTo>
                  <a:pt x="945681" y="21635"/>
                </a:lnTo>
                <a:lnTo>
                  <a:pt x="946262" y="21574"/>
                </a:lnTo>
                <a:lnTo>
                  <a:pt x="946851" y="21525"/>
                </a:lnTo>
                <a:lnTo>
                  <a:pt x="947446" y="21487"/>
                </a:lnTo>
                <a:lnTo>
                  <a:pt x="948048" y="21459"/>
                </a:lnTo>
                <a:lnTo>
                  <a:pt x="948658" y="21443"/>
                </a:lnTo>
                <a:lnTo>
                  <a:pt x="949274" y="21437"/>
                </a:lnTo>
                <a:lnTo>
                  <a:pt x="949878" y="21442"/>
                </a:lnTo>
                <a:lnTo>
                  <a:pt x="950474" y="21457"/>
                </a:lnTo>
                <a:lnTo>
                  <a:pt x="951062" y="21481"/>
                </a:lnTo>
                <a:lnTo>
                  <a:pt x="951642" y="21515"/>
                </a:lnTo>
                <a:lnTo>
                  <a:pt x="952214" y="21559"/>
                </a:lnTo>
                <a:lnTo>
                  <a:pt x="952778" y="21612"/>
                </a:lnTo>
                <a:lnTo>
                  <a:pt x="953334" y="21675"/>
                </a:lnTo>
                <a:lnTo>
                  <a:pt x="953883" y="21748"/>
                </a:lnTo>
                <a:lnTo>
                  <a:pt x="954423" y="21831"/>
                </a:lnTo>
                <a:lnTo>
                  <a:pt x="954956" y="21923"/>
                </a:lnTo>
                <a:lnTo>
                  <a:pt x="955480" y="22025"/>
                </a:lnTo>
                <a:lnTo>
                  <a:pt x="955997" y="22137"/>
                </a:lnTo>
                <a:lnTo>
                  <a:pt x="956505" y="22259"/>
                </a:lnTo>
                <a:lnTo>
                  <a:pt x="957006" y="22390"/>
                </a:lnTo>
                <a:lnTo>
                  <a:pt x="957499" y="22531"/>
                </a:lnTo>
                <a:lnTo>
                  <a:pt x="957984" y="22681"/>
                </a:lnTo>
                <a:lnTo>
                  <a:pt x="958460" y="22842"/>
                </a:lnTo>
                <a:lnTo>
                  <a:pt x="958929" y="23012"/>
                </a:lnTo>
                <a:lnTo>
                  <a:pt x="959391" y="23192"/>
                </a:lnTo>
                <a:lnTo>
                  <a:pt x="959844" y="23381"/>
                </a:lnTo>
                <a:lnTo>
                  <a:pt x="960289" y="23581"/>
                </a:lnTo>
                <a:lnTo>
                  <a:pt x="960726" y="23790"/>
                </a:lnTo>
                <a:lnTo>
                  <a:pt x="961155" y="24008"/>
                </a:lnTo>
                <a:lnTo>
                  <a:pt x="961577" y="24237"/>
                </a:lnTo>
                <a:lnTo>
                  <a:pt x="961990" y="24474"/>
                </a:lnTo>
                <a:lnTo>
                  <a:pt x="962395" y="24718"/>
                </a:lnTo>
                <a:lnTo>
                  <a:pt x="962791" y="24970"/>
                </a:lnTo>
                <a:lnTo>
                  <a:pt x="963178" y="25229"/>
                </a:lnTo>
                <a:lnTo>
                  <a:pt x="963557" y="25496"/>
                </a:lnTo>
                <a:lnTo>
                  <a:pt x="963927" y="25770"/>
                </a:lnTo>
                <a:lnTo>
                  <a:pt x="964289" y="26051"/>
                </a:lnTo>
                <a:lnTo>
                  <a:pt x="964642" y="26340"/>
                </a:lnTo>
                <a:lnTo>
                  <a:pt x="964987" y="26637"/>
                </a:lnTo>
                <a:lnTo>
                  <a:pt x="965323" y="26940"/>
                </a:lnTo>
                <a:lnTo>
                  <a:pt x="965650" y="27252"/>
                </a:lnTo>
                <a:lnTo>
                  <a:pt x="965969" y="27570"/>
                </a:lnTo>
                <a:lnTo>
                  <a:pt x="966280" y="27896"/>
                </a:lnTo>
                <a:lnTo>
                  <a:pt x="966581" y="28230"/>
                </a:lnTo>
                <a:lnTo>
                  <a:pt x="966875" y="28570"/>
                </a:lnTo>
                <a:lnTo>
                  <a:pt x="967159" y="28919"/>
                </a:lnTo>
                <a:lnTo>
                  <a:pt x="967435" y="29274"/>
                </a:lnTo>
                <a:lnTo>
                  <a:pt x="967703" y="29637"/>
                </a:lnTo>
                <a:lnTo>
                  <a:pt x="967962" y="30008"/>
                </a:lnTo>
                <a:lnTo>
                  <a:pt x="968212" y="30386"/>
                </a:lnTo>
                <a:lnTo>
                  <a:pt x="968454" y="30771"/>
                </a:lnTo>
                <a:lnTo>
                  <a:pt x="968687" y="31164"/>
                </a:lnTo>
                <a:lnTo>
                  <a:pt x="968912" y="31564"/>
                </a:lnTo>
                <a:lnTo>
                  <a:pt x="969128" y="31972"/>
                </a:lnTo>
                <a:lnTo>
                  <a:pt x="969335" y="32386"/>
                </a:lnTo>
                <a:lnTo>
                  <a:pt x="969534" y="32805"/>
                </a:lnTo>
                <a:lnTo>
                  <a:pt x="969724" y="33230"/>
                </a:lnTo>
                <a:lnTo>
                  <a:pt x="969904" y="33660"/>
                </a:lnTo>
                <a:lnTo>
                  <a:pt x="970077" y="34095"/>
                </a:lnTo>
                <a:lnTo>
                  <a:pt x="970240" y="34536"/>
                </a:lnTo>
                <a:lnTo>
                  <a:pt x="970394" y="34983"/>
                </a:lnTo>
                <a:lnTo>
                  <a:pt x="970540" y="35434"/>
                </a:lnTo>
                <a:lnTo>
                  <a:pt x="970677" y="35891"/>
                </a:lnTo>
                <a:lnTo>
                  <a:pt x="970805" y="36353"/>
                </a:lnTo>
                <a:lnTo>
                  <a:pt x="970924" y="36821"/>
                </a:lnTo>
                <a:lnTo>
                  <a:pt x="971034" y="37294"/>
                </a:lnTo>
                <a:lnTo>
                  <a:pt x="971135" y="37773"/>
                </a:lnTo>
                <a:lnTo>
                  <a:pt x="971228" y="38257"/>
                </a:lnTo>
                <a:lnTo>
                  <a:pt x="971312" y="38746"/>
                </a:lnTo>
                <a:lnTo>
                  <a:pt x="971387" y="39240"/>
                </a:lnTo>
                <a:lnTo>
                  <a:pt x="971453" y="39740"/>
                </a:lnTo>
                <a:lnTo>
                  <a:pt x="971511" y="40246"/>
                </a:lnTo>
                <a:lnTo>
                  <a:pt x="971559" y="40756"/>
                </a:lnTo>
                <a:lnTo>
                  <a:pt x="971599" y="41272"/>
                </a:lnTo>
                <a:lnTo>
                  <a:pt x="971630" y="41794"/>
                </a:lnTo>
                <a:lnTo>
                  <a:pt x="971652" y="42321"/>
                </a:lnTo>
                <a:lnTo>
                  <a:pt x="971665" y="42853"/>
                </a:lnTo>
                <a:lnTo>
                  <a:pt x="971669" y="43390"/>
                </a:lnTo>
                <a:lnTo>
                  <a:pt x="971666" y="43759"/>
                </a:lnTo>
                <a:lnTo>
                  <a:pt x="971657" y="44128"/>
                </a:lnTo>
                <a:lnTo>
                  <a:pt x="971642" y="44499"/>
                </a:lnTo>
                <a:lnTo>
                  <a:pt x="971621" y="44870"/>
                </a:lnTo>
                <a:lnTo>
                  <a:pt x="971594" y="45242"/>
                </a:lnTo>
                <a:lnTo>
                  <a:pt x="971561" y="45614"/>
                </a:lnTo>
                <a:lnTo>
                  <a:pt x="971522" y="45987"/>
                </a:lnTo>
                <a:lnTo>
                  <a:pt x="971477" y="46362"/>
                </a:lnTo>
                <a:lnTo>
                  <a:pt x="971426" y="46736"/>
                </a:lnTo>
                <a:lnTo>
                  <a:pt x="971369" y="47112"/>
                </a:lnTo>
                <a:lnTo>
                  <a:pt x="971306" y="47488"/>
                </a:lnTo>
                <a:lnTo>
                  <a:pt x="971237" y="47866"/>
                </a:lnTo>
                <a:lnTo>
                  <a:pt x="971161" y="48243"/>
                </a:lnTo>
                <a:lnTo>
                  <a:pt x="971080" y="48622"/>
                </a:lnTo>
                <a:lnTo>
                  <a:pt x="970993" y="49002"/>
                </a:lnTo>
                <a:lnTo>
                  <a:pt x="970900" y="49382"/>
                </a:lnTo>
                <a:lnTo>
                  <a:pt x="970801" y="49763"/>
                </a:lnTo>
                <a:lnTo>
                  <a:pt x="970696" y="50145"/>
                </a:lnTo>
                <a:lnTo>
                  <a:pt x="970584" y="50527"/>
                </a:lnTo>
                <a:lnTo>
                  <a:pt x="970467" y="50910"/>
                </a:lnTo>
                <a:lnTo>
                  <a:pt x="970344" y="51295"/>
                </a:lnTo>
                <a:lnTo>
                  <a:pt x="970215" y="51679"/>
                </a:lnTo>
                <a:lnTo>
                  <a:pt x="970079" y="52065"/>
                </a:lnTo>
                <a:lnTo>
                  <a:pt x="969938" y="52451"/>
                </a:lnTo>
                <a:lnTo>
                  <a:pt x="969790" y="52840"/>
                </a:lnTo>
                <a:lnTo>
                  <a:pt x="969635" y="53232"/>
                </a:lnTo>
                <a:lnTo>
                  <a:pt x="969471" y="53627"/>
                </a:lnTo>
                <a:lnTo>
                  <a:pt x="969301" y="54026"/>
                </a:lnTo>
                <a:lnTo>
                  <a:pt x="969123" y="54428"/>
                </a:lnTo>
                <a:lnTo>
                  <a:pt x="968937" y="54834"/>
                </a:lnTo>
                <a:lnTo>
                  <a:pt x="968743" y="55243"/>
                </a:lnTo>
                <a:lnTo>
                  <a:pt x="968543" y="55656"/>
                </a:lnTo>
                <a:lnTo>
                  <a:pt x="968334" y="56072"/>
                </a:lnTo>
                <a:lnTo>
                  <a:pt x="968118" y="56492"/>
                </a:lnTo>
                <a:lnTo>
                  <a:pt x="967895" y="56915"/>
                </a:lnTo>
                <a:lnTo>
                  <a:pt x="967664" y="57341"/>
                </a:lnTo>
                <a:lnTo>
                  <a:pt x="967425" y="57771"/>
                </a:lnTo>
                <a:lnTo>
                  <a:pt x="967179" y="58204"/>
                </a:lnTo>
                <a:lnTo>
                  <a:pt x="966925" y="58641"/>
                </a:lnTo>
                <a:lnTo>
                  <a:pt x="966664" y="59081"/>
                </a:lnTo>
                <a:lnTo>
                  <a:pt x="966395" y="59525"/>
                </a:lnTo>
                <a:lnTo>
                  <a:pt x="966119" y="59972"/>
                </a:lnTo>
                <a:lnTo>
                  <a:pt x="965835" y="60423"/>
                </a:lnTo>
                <a:lnTo>
                  <a:pt x="965544" y="60877"/>
                </a:lnTo>
                <a:lnTo>
                  <a:pt x="965245" y="61335"/>
                </a:lnTo>
                <a:lnTo>
                  <a:pt x="964938" y="61796"/>
                </a:lnTo>
                <a:lnTo>
                  <a:pt x="964624" y="62260"/>
                </a:lnTo>
                <a:lnTo>
                  <a:pt x="964303" y="62728"/>
                </a:lnTo>
                <a:lnTo>
                  <a:pt x="963973" y="63201"/>
                </a:lnTo>
                <a:lnTo>
                  <a:pt x="963633" y="63680"/>
                </a:lnTo>
                <a:lnTo>
                  <a:pt x="963285" y="64166"/>
                </a:lnTo>
                <a:lnTo>
                  <a:pt x="962927" y="64659"/>
                </a:lnTo>
                <a:lnTo>
                  <a:pt x="962561" y="65158"/>
                </a:lnTo>
                <a:lnTo>
                  <a:pt x="962185" y="65663"/>
                </a:lnTo>
                <a:lnTo>
                  <a:pt x="961799" y="66175"/>
                </a:lnTo>
                <a:lnTo>
                  <a:pt x="961405" y="66694"/>
                </a:lnTo>
                <a:lnTo>
                  <a:pt x="961001" y="67219"/>
                </a:lnTo>
                <a:lnTo>
                  <a:pt x="960589" y="67750"/>
                </a:lnTo>
                <a:lnTo>
                  <a:pt x="960166" y="68289"/>
                </a:lnTo>
                <a:lnTo>
                  <a:pt x="959735" y="68833"/>
                </a:lnTo>
                <a:lnTo>
                  <a:pt x="959295" y="69384"/>
                </a:lnTo>
                <a:lnTo>
                  <a:pt x="958845" y="69942"/>
                </a:lnTo>
                <a:lnTo>
                  <a:pt x="958386" y="70506"/>
                </a:lnTo>
                <a:lnTo>
                  <a:pt x="957918" y="71077"/>
                </a:lnTo>
                <a:lnTo>
                  <a:pt x="957441" y="71654"/>
                </a:lnTo>
                <a:lnTo>
                  <a:pt x="956954" y="72238"/>
                </a:lnTo>
                <a:lnTo>
                  <a:pt x="956459" y="72828"/>
                </a:lnTo>
                <a:lnTo>
                  <a:pt x="955954" y="73425"/>
                </a:lnTo>
                <a:lnTo>
                  <a:pt x="955439" y="74029"/>
                </a:lnTo>
                <a:lnTo>
                  <a:pt x="954916" y="74638"/>
                </a:lnTo>
                <a:lnTo>
                  <a:pt x="954384" y="75255"/>
                </a:lnTo>
                <a:lnTo>
                  <a:pt x="953842" y="75878"/>
                </a:lnTo>
                <a:lnTo>
                  <a:pt x="918702" y="115658"/>
                </a:lnTo>
                <a:lnTo>
                  <a:pt x="918702" y="122583"/>
                </a:lnTo>
                <a:lnTo>
                  <a:pt x="985887" y="122583"/>
                </a:lnTo>
                <a:lnTo>
                  <a:pt x="985887" y="114995"/>
                </a:lnTo>
                <a:lnTo>
                  <a:pt x="929531" y="114995"/>
                </a:lnTo>
                <a:lnTo>
                  <a:pt x="959441" y="81255"/>
                </a:lnTo>
                <a:lnTo>
                  <a:pt x="959784" y="80868"/>
                </a:lnTo>
                <a:lnTo>
                  <a:pt x="960126" y="80481"/>
                </a:lnTo>
                <a:lnTo>
                  <a:pt x="960466" y="80093"/>
                </a:lnTo>
                <a:lnTo>
                  <a:pt x="960805" y="79704"/>
                </a:lnTo>
                <a:close/>
                <a:moveTo>
                  <a:pt x="1016727" y="145567"/>
                </a:moveTo>
                <a:lnTo>
                  <a:pt x="1016727" y="0"/>
                </a:lnTo>
                <a:lnTo>
                  <a:pt x="992343" y="0"/>
                </a:lnTo>
                <a:lnTo>
                  <a:pt x="992343" y="7588"/>
                </a:lnTo>
                <a:lnTo>
                  <a:pt x="1007814" y="7588"/>
                </a:lnTo>
                <a:lnTo>
                  <a:pt x="1007814" y="137980"/>
                </a:lnTo>
                <a:lnTo>
                  <a:pt x="992343" y="137980"/>
                </a:lnTo>
                <a:lnTo>
                  <a:pt x="992343" y="145567"/>
                </a:lnTo>
                <a:lnTo>
                  <a:pt x="1016727" y="145567"/>
                </a:lnTo>
                <a:close/>
                <a:moveTo>
                  <a:pt x="1154439" y="112321"/>
                </a:moveTo>
                <a:lnTo>
                  <a:pt x="1154461" y="112641"/>
                </a:lnTo>
                <a:lnTo>
                  <a:pt x="1154485" y="112962"/>
                </a:lnTo>
                <a:lnTo>
                  <a:pt x="1154511" y="113284"/>
                </a:lnTo>
                <a:lnTo>
                  <a:pt x="1154538" y="113609"/>
                </a:lnTo>
                <a:lnTo>
                  <a:pt x="1154568" y="113934"/>
                </a:lnTo>
                <a:lnTo>
                  <a:pt x="1154598" y="114261"/>
                </a:lnTo>
                <a:lnTo>
                  <a:pt x="1154631" y="114589"/>
                </a:lnTo>
                <a:lnTo>
                  <a:pt x="1154665" y="114919"/>
                </a:lnTo>
                <a:lnTo>
                  <a:pt x="1154701" y="115250"/>
                </a:lnTo>
                <a:lnTo>
                  <a:pt x="1154738" y="115582"/>
                </a:lnTo>
                <a:lnTo>
                  <a:pt x="1154777" y="115916"/>
                </a:lnTo>
                <a:lnTo>
                  <a:pt x="1154818" y="116248"/>
                </a:lnTo>
                <a:lnTo>
                  <a:pt x="1154860" y="116576"/>
                </a:lnTo>
                <a:lnTo>
                  <a:pt x="1154903" y="116898"/>
                </a:lnTo>
                <a:lnTo>
                  <a:pt x="1154948" y="117217"/>
                </a:lnTo>
                <a:lnTo>
                  <a:pt x="1154994" y="117530"/>
                </a:lnTo>
                <a:lnTo>
                  <a:pt x="1155042" y="117838"/>
                </a:lnTo>
                <a:lnTo>
                  <a:pt x="1155091" y="118142"/>
                </a:lnTo>
                <a:lnTo>
                  <a:pt x="1155141" y="118441"/>
                </a:lnTo>
                <a:lnTo>
                  <a:pt x="1155193" y="118736"/>
                </a:lnTo>
                <a:lnTo>
                  <a:pt x="1155246" y="119025"/>
                </a:lnTo>
                <a:lnTo>
                  <a:pt x="1155301" y="119310"/>
                </a:lnTo>
                <a:lnTo>
                  <a:pt x="1155357" y="119590"/>
                </a:lnTo>
                <a:lnTo>
                  <a:pt x="1155415" y="119866"/>
                </a:lnTo>
                <a:lnTo>
                  <a:pt x="1155474" y="120136"/>
                </a:lnTo>
                <a:lnTo>
                  <a:pt x="1155534" y="120402"/>
                </a:lnTo>
                <a:lnTo>
                  <a:pt x="1155596" y="120664"/>
                </a:lnTo>
                <a:lnTo>
                  <a:pt x="1155659" y="120920"/>
                </a:lnTo>
                <a:lnTo>
                  <a:pt x="1155723" y="121172"/>
                </a:lnTo>
                <a:lnTo>
                  <a:pt x="1155789" y="121419"/>
                </a:lnTo>
                <a:lnTo>
                  <a:pt x="1155857" y="121661"/>
                </a:lnTo>
                <a:lnTo>
                  <a:pt x="1155925" y="121899"/>
                </a:lnTo>
                <a:lnTo>
                  <a:pt x="1155995" y="122132"/>
                </a:lnTo>
                <a:lnTo>
                  <a:pt x="1156067" y="122360"/>
                </a:lnTo>
                <a:lnTo>
                  <a:pt x="1156140" y="122583"/>
                </a:lnTo>
                <a:lnTo>
                  <a:pt x="1165569" y="122583"/>
                </a:lnTo>
                <a:lnTo>
                  <a:pt x="1165569" y="121625"/>
                </a:lnTo>
                <a:lnTo>
                  <a:pt x="1165472" y="121389"/>
                </a:lnTo>
                <a:lnTo>
                  <a:pt x="1165377" y="121147"/>
                </a:lnTo>
                <a:lnTo>
                  <a:pt x="1165283" y="120900"/>
                </a:lnTo>
                <a:lnTo>
                  <a:pt x="1165192" y="120647"/>
                </a:lnTo>
                <a:lnTo>
                  <a:pt x="1165102" y="120389"/>
                </a:lnTo>
                <a:lnTo>
                  <a:pt x="1165015" y="120124"/>
                </a:lnTo>
                <a:lnTo>
                  <a:pt x="1164929" y="119854"/>
                </a:lnTo>
                <a:lnTo>
                  <a:pt x="1164845" y="119579"/>
                </a:lnTo>
                <a:lnTo>
                  <a:pt x="1164763" y="119298"/>
                </a:lnTo>
                <a:lnTo>
                  <a:pt x="1164683" y="119011"/>
                </a:lnTo>
                <a:lnTo>
                  <a:pt x="1164605" y="118719"/>
                </a:lnTo>
                <a:lnTo>
                  <a:pt x="1164529" y="118421"/>
                </a:lnTo>
                <a:lnTo>
                  <a:pt x="1164455" y="118117"/>
                </a:lnTo>
                <a:lnTo>
                  <a:pt x="1164382" y="117808"/>
                </a:lnTo>
                <a:lnTo>
                  <a:pt x="1164312" y="117493"/>
                </a:lnTo>
                <a:lnTo>
                  <a:pt x="1164243" y="117173"/>
                </a:lnTo>
                <a:lnTo>
                  <a:pt x="1164177" y="116846"/>
                </a:lnTo>
                <a:lnTo>
                  <a:pt x="1164112" y="116515"/>
                </a:lnTo>
                <a:lnTo>
                  <a:pt x="1164049" y="116177"/>
                </a:lnTo>
                <a:lnTo>
                  <a:pt x="1163989" y="115834"/>
                </a:lnTo>
                <a:lnTo>
                  <a:pt x="1163930" y="115486"/>
                </a:lnTo>
                <a:lnTo>
                  <a:pt x="1163873" y="115131"/>
                </a:lnTo>
                <a:lnTo>
                  <a:pt x="1163818" y="114771"/>
                </a:lnTo>
                <a:lnTo>
                  <a:pt x="1163765" y="114406"/>
                </a:lnTo>
                <a:lnTo>
                  <a:pt x="1163713" y="114038"/>
                </a:lnTo>
                <a:lnTo>
                  <a:pt x="1163665" y="113671"/>
                </a:lnTo>
                <a:lnTo>
                  <a:pt x="1163618" y="113305"/>
                </a:lnTo>
                <a:lnTo>
                  <a:pt x="1163573" y="112941"/>
                </a:lnTo>
                <a:lnTo>
                  <a:pt x="1163531" y="112577"/>
                </a:lnTo>
                <a:lnTo>
                  <a:pt x="1163491" y="112214"/>
                </a:lnTo>
                <a:lnTo>
                  <a:pt x="1163453" y="111853"/>
                </a:lnTo>
                <a:lnTo>
                  <a:pt x="1163417" y="111492"/>
                </a:lnTo>
                <a:lnTo>
                  <a:pt x="1163383" y="111132"/>
                </a:lnTo>
                <a:lnTo>
                  <a:pt x="1163351" y="110774"/>
                </a:lnTo>
                <a:lnTo>
                  <a:pt x="1163322" y="110416"/>
                </a:lnTo>
                <a:lnTo>
                  <a:pt x="1163295" y="110059"/>
                </a:lnTo>
                <a:lnTo>
                  <a:pt x="1163270" y="109704"/>
                </a:lnTo>
                <a:lnTo>
                  <a:pt x="1163247" y="109349"/>
                </a:lnTo>
                <a:lnTo>
                  <a:pt x="1163226" y="108996"/>
                </a:lnTo>
                <a:lnTo>
                  <a:pt x="1163208" y="108643"/>
                </a:lnTo>
                <a:lnTo>
                  <a:pt x="1163192" y="108292"/>
                </a:lnTo>
                <a:lnTo>
                  <a:pt x="1163177" y="107942"/>
                </a:lnTo>
                <a:lnTo>
                  <a:pt x="1163166" y="107592"/>
                </a:lnTo>
                <a:lnTo>
                  <a:pt x="1163156" y="107244"/>
                </a:lnTo>
                <a:lnTo>
                  <a:pt x="1163148" y="106896"/>
                </a:lnTo>
                <a:lnTo>
                  <a:pt x="1163143" y="106550"/>
                </a:lnTo>
                <a:lnTo>
                  <a:pt x="1163139" y="106205"/>
                </a:lnTo>
                <a:lnTo>
                  <a:pt x="1163138" y="105860"/>
                </a:lnTo>
                <a:lnTo>
                  <a:pt x="1163138" y="67332"/>
                </a:lnTo>
                <a:lnTo>
                  <a:pt x="1163132" y="66613"/>
                </a:lnTo>
                <a:lnTo>
                  <a:pt x="1163113" y="65904"/>
                </a:lnTo>
                <a:lnTo>
                  <a:pt x="1163080" y="65205"/>
                </a:lnTo>
                <a:lnTo>
                  <a:pt x="1163035" y="64516"/>
                </a:lnTo>
                <a:lnTo>
                  <a:pt x="1162977" y="63838"/>
                </a:lnTo>
                <a:lnTo>
                  <a:pt x="1162906" y="63170"/>
                </a:lnTo>
                <a:lnTo>
                  <a:pt x="1162822" y="62512"/>
                </a:lnTo>
                <a:lnTo>
                  <a:pt x="1162725" y="61864"/>
                </a:lnTo>
                <a:lnTo>
                  <a:pt x="1162615" y="61227"/>
                </a:lnTo>
                <a:lnTo>
                  <a:pt x="1162492" y="60600"/>
                </a:lnTo>
                <a:lnTo>
                  <a:pt x="1162357" y="59983"/>
                </a:lnTo>
                <a:lnTo>
                  <a:pt x="1162208" y="59376"/>
                </a:lnTo>
                <a:lnTo>
                  <a:pt x="1162047" y="58780"/>
                </a:lnTo>
                <a:lnTo>
                  <a:pt x="1161872" y="58193"/>
                </a:lnTo>
                <a:lnTo>
                  <a:pt x="1161685" y="57617"/>
                </a:lnTo>
                <a:lnTo>
                  <a:pt x="1161485" y="57052"/>
                </a:lnTo>
                <a:lnTo>
                  <a:pt x="1161272" y="56496"/>
                </a:lnTo>
                <a:lnTo>
                  <a:pt x="1161046" y="55951"/>
                </a:lnTo>
                <a:lnTo>
                  <a:pt x="1160807" y="55415"/>
                </a:lnTo>
                <a:lnTo>
                  <a:pt x="1160555" y="54891"/>
                </a:lnTo>
                <a:lnTo>
                  <a:pt x="1160290" y="54376"/>
                </a:lnTo>
                <a:lnTo>
                  <a:pt x="1160012" y="53872"/>
                </a:lnTo>
                <a:lnTo>
                  <a:pt x="1159722" y="53377"/>
                </a:lnTo>
                <a:lnTo>
                  <a:pt x="1159418" y="52893"/>
                </a:lnTo>
                <a:lnTo>
                  <a:pt x="1159103" y="52420"/>
                </a:lnTo>
                <a:lnTo>
                  <a:pt x="1158779" y="51956"/>
                </a:lnTo>
                <a:lnTo>
                  <a:pt x="1158444" y="51502"/>
                </a:lnTo>
                <a:lnTo>
                  <a:pt x="1158100" y="51058"/>
                </a:lnTo>
                <a:lnTo>
                  <a:pt x="1157747" y="50624"/>
                </a:lnTo>
                <a:lnTo>
                  <a:pt x="1157383" y="50200"/>
                </a:lnTo>
                <a:lnTo>
                  <a:pt x="1157010" y="49786"/>
                </a:lnTo>
                <a:lnTo>
                  <a:pt x="1156627" y="49382"/>
                </a:lnTo>
                <a:lnTo>
                  <a:pt x="1156234" y="48988"/>
                </a:lnTo>
                <a:lnTo>
                  <a:pt x="1155832" y="48604"/>
                </a:lnTo>
                <a:lnTo>
                  <a:pt x="1155420" y="48230"/>
                </a:lnTo>
                <a:lnTo>
                  <a:pt x="1154998" y="47866"/>
                </a:lnTo>
                <a:lnTo>
                  <a:pt x="1154567" y="47511"/>
                </a:lnTo>
                <a:lnTo>
                  <a:pt x="1154125" y="47167"/>
                </a:lnTo>
                <a:lnTo>
                  <a:pt x="1153674" y="46833"/>
                </a:lnTo>
                <a:lnTo>
                  <a:pt x="1153214" y="46509"/>
                </a:lnTo>
                <a:lnTo>
                  <a:pt x="1152743" y="46195"/>
                </a:lnTo>
                <a:lnTo>
                  <a:pt x="1152263" y="45890"/>
                </a:lnTo>
                <a:lnTo>
                  <a:pt x="1151773" y="45596"/>
                </a:lnTo>
                <a:lnTo>
                  <a:pt x="1151274" y="45312"/>
                </a:lnTo>
                <a:lnTo>
                  <a:pt x="1150764" y="45037"/>
                </a:lnTo>
                <a:lnTo>
                  <a:pt x="1150245" y="44773"/>
                </a:lnTo>
                <a:lnTo>
                  <a:pt x="1149717" y="44519"/>
                </a:lnTo>
                <a:lnTo>
                  <a:pt x="1149178" y="44274"/>
                </a:lnTo>
                <a:lnTo>
                  <a:pt x="1148632" y="44040"/>
                </a:lnTo>
                <a:lnTo>
                  <a:pt x="1148078" y="43815"/>
                </a:lnTo>
                <a:lnTo>
                  <a:pt x="1147518" y="43601"/>
                </a:lnTo>
                <a:lnTo>
                  <a:pt x="1146951" y="43396"/>
                </a:lnTo>
                <a:lnTo>
                  <a:pt x="1146377" y="43202"/>
                </a:lnTo>
                <a:lnTo>
                  <a:pt x="1145797" y="43017"/>
                </a:lnTo>
                <a:lnTo>
                  <a:pt x="1145209" y="42843"/>
                </a:lnTo>
                <a:lnTo>
                  <a:pt x="1144615" y="42678"/>
                </a:lnTo>
                <a:lnTo>
                  <a:pt x="1144014" y="42524"/>
                </a:lnTo>
                <a:lnTo>
                  <a:pt x="1143406" y="42379"/>
                </a:lnTo>
                <a:lnTo>
                  <a:pt x="1142792" y="42244"/>
                </a:lnTo>
                <a:lnTo>
                  <a:pt x="1142171" y="42119"/>
                </a:lnTo>
                <a:lnTo>
                  <a:pt x="1141543" y="42005"/>
                </a:lnTo>
                <a:lnTo>
                  <a:pt x="1140908" y="41900"/>
                </a:lnTo>
                <a:lnTo>
                  <a:pt x="1140266" y="41805"/>
                </a:lnTo>
                <a:lnTo>
                  <a:pt x="1139618" y="41720"/>
                </a:lnTo>
                <a:lnTo>
                  <a:pt x="1138963" y="41646"/>
                </a:lnTo>
                <a:lnTo>
                  <a:pt x="1138301" y="41581"/>
                </a:lnTo>
                <a:lnTo>
                  <a:pt x="1137632" y="41526"/>
                </a:lnTo>
                <a:lnTo>
                  <a:pt x="1136957" y="41481"/>
                </a:lnTo>
                <a:lnTo>
                  <a:pt x="1136274" y="41446"/>
                </a:lnTo>
                <a:lnTo>
                  <a:pt x="1135585" y="41421"/>
                </a:lnTo>
                <a:lnTo>
                  <a:pt x="1134890" y="41406"/>
                </a:lnTo>
                <a:lnTo>
                  <a:pt x="1134187" y="41401"/>
                </a:lnTo>
                <a:lnTo>
                  <a:pt x="1133618" y="41405"/>
                </a:lnTo>
                <a:lnTo>
                  <a:pt x="1133054" y="41415"/>
                </a:lnTo>
                <a:lnTo>
                  <a:pt x="1132493" y="41432"/>
                </a:lnTo>
                <a:lnTo>
                  <a:pt x="1131937" y="41455"/>
                </a:lnTo>
                <a:lnTo>
                  <a:pt x="1131385" y="41486"/>
                </a:lnTo>
                <a:lnTo>
                  <a:pt x="1130837" y="41523"/>
                </a:lnTo>
                <a:lnTo>
                  <a:pt x="1130294" y="41567"/>
                </a:lnTo>
                <a:lnTo>
                  <a:pt x="1129755" y="41618"/>
                </a:lnTo>
                <a:lnTo>
                  <a:pt x="1129220" y="41676"/>
                </a:lnTo>
                <a:lnTo>
                  <a:pt x="1128689" y="41740"/>
                </a:lnTo>
                <a:lnTo>
                  <a:pt x="1128162" y="41811"/>
                </a:lnTo>
                <a:lnTo>
                  <a:pt x="1127640" y="41889"/>
                </a:lnTo>
                <a:lnTo>
                  <a:pt x="1127122" y="41974"/>
                </a:lnTo>
                <a:lnTo>
                  <a:pt x="1126608" y="42066"/>
                </a:lnTo>
                <a:lnTo>
                  <a:pt x="1126098" y="42164"/>
                </a:lnTo>
                <a:lnTo>
                  <a:pt x="1125592" y="42269"/>
                </a:lnTo>
                <a:lnTo>
                  <a:pt x="1125091" y="42381"/>
                </a:lnTo>
                <a:lnTo>
                  <a:pt x="1124594" y="42499"/>
                </a:lnTo>
                <a:lnTo>
                  <a:pt x="1124101" y="42625"/>
                </a:lnTo>
                <a:lnTo>
                  <a:pt x="1123613" y="42757"/>
                </a:lnTo>
                <a:lnTo>
                  <a:pt x="1123128" y="42896"/>
                </a:lnTo>
                <a:lnTo>
                  <a:pt x="1122648" y="43042"/>
                </a:lnTo>
                <a:lnTo>
                  <a:pt x="1122172" y="43194"/>
                </a:lnTo>
                <a:lnTo>
                  <a:pt x="1121700" y="43353"/>
                </a:lnTo>
                <a:lnTo>
                  <a:pt x="1121233" y="43518"/>
                </a:lnTo>
                <a:lnTo>
                  <a:pt x="1120772" y="43688"/>
                </a:lnTo>
                <a:lnTo>
                  <a:pt x="1120316" y="43863"/>
                </a:lnTo>
                <a:lnTo>
                  <a:pt x="1119866" y="44042"/>
                </a:lnTo>
                <a:lnTo>
                  <a:pt x="1119421" y="44226"/>
                </a:lnTo>
                <a:lnTo>
                  <a:pt x="1118981" y="44415"/>
                </a:lnTo>
                <a:lnTo>
                  <a:pt x="1118548" y="44608"/>
                </a:lnTo>
                <a:lnTo>
                  <a:pt x="1118119" y="44806"/>
                </a:lnTo>
                <a:lnTo>
                  <a:pt x="1117696" y="45009"/>
                </a:lnTo>
                <a:lnTo>
                  <a:pt x="1117279" y="45217"/>
                </a:lnTo>
                <a:lnTo>
                  <a:pt x="1116867" y="45429"/>
                </a:lnTo>
                <a:lnTo>
                  <a:pt x="1116461" y="45646"/>
                </a:lnTo>
                <a:lnTo>
                  <a:pt x="1116060" y="45868"/>
                </a:lnTo>
                <a:lnTo>
                  <a:pt x="1115664" y="46095"/>
                </a:lnTo>
                <a:lnTo>
                  <a:pt x="1115275" y="46326"/>
                </a:lnTo>
                <a:lnTo>
                  <a:pt x="1114890" y="46562"/>
                </a:lnTo>
                <a:lnTo>
                  <a:pt x="1114511" y="46803"/>
                </a:lnTo>
                <a:lnTo>
                  <a:pt x="1114138" y="47048"/>
                </a:lnTo>
                <a:lnTo>
                  <a:pt x="1113770" y="47299"/>
                </a:lnTo>
                <a:lnTo>
                  <a:pt x="1113408" y="47553"/>
                </a:lnTo>
                <a:lnTo>
                  <a:pt x="1113051" y="47813"/>
                </a:lnTo>
                <a:lnTo>
                  <a:pt x="1112699" y="48078"/>
                </a:lnTo>
                <a:lnTo>
                  <a:pt x="1112353" y="48347"/>
                </a:lnTo>
                <a:lnTo>
                  <a:pt x="1112013" y="48621"/>
                </a:lnTo>
                <a:lnTo>
                  <a:pt x="1111679" y="48898"/>
                </a:lnTo>
                <a:lnTo>
                  <a:pt x="1111351" y="49179"/>
                </a:lnTo>
                <a:lnTo>
                  <a:pt x="1111029" y="49463"/>
                </a:lnTo>
                <a:lnTo>
                  <a:pt x="1110715" y="49750"/>
                </a:lnTo>
                <a:lnTo>
                  <a:pt x="1110406" y="50040"/>
                </a:lnTo>
                <a:lnTo>
                  <a:pt x="1110105" y="50333"/>
                </a:lnTo>
                <a:lnTo>
                  <a:pt x="1109809" y="50630"/>
                </a:lnTo>
                <a:lnTo>
                  <a:pt x="1109521" y="50929"/>
                </a:lnTo>
                <a:lnTo>
                  <a:pt x="1109238" y="51231"/>
                </a:lnTo>
                <a:lnTo>
                  <a:pt x="1108963" y="51537"/>
                </a:lnTo>
                <a:lnTo>
                  <a:pt x="1108694" y="51845"/>
                </a:lnTo>
                <a:lnTo>
                  <a:pt x="1108431" y="52157"/>
                </a:lnTo>
                <a:lnTo>
                  <a:pt x="1108175" y="52471"/>
                </a:lnTo>
                <a:lnTo>
                  <a:pt x="1107925" y="52789"/>
                </a:lnTo>
                <a:lnTo>
                  <a:pt x="1107682" y="53110"/>
                </a:lnTo>
                <a:lnTo>
                  <a:pt x="1107446" y="53434"/>
                </a:lnTo>
                <a:lnTo>
                  <a:pt x="1107216" y="53761"/>
                </a:lnTo>
                <a:lnTo>
                  <a:pt x="1106992" y="54090"/>
                </a:lnTo>
                <a:lnTo>
                  <a:pt x="1106775" y="54424"/>
                </a:lnTo>
                <a:lnTo>
                  <a:pt x="1106565" y="54760"/>
                </a:lnTo>
                <a:lnTo>
                  <a:pt x="1106361" y="55099"/>
                </a:lnTo>
                <a:lnTo>
                  <a:pt x="1106163" y="55441"/>
                </a:lnTo>
                <a:lnTo>
                  <a:pt x="1105972" y="55786"/>
                </a:lnTo>
                <a:lnTo>
                  <a:pt x="1105788" y="56135"/>
                </a:lnTo>
                <a:lnTo>
                  <a:pt x="1105611" y="56485"/>
                </a:lnTo>
                <a:lnTo>
                  <a:pt x="1105441" y="56837"/>
                </a:lnTo>
                <a:lnTo>
                  <a:pt x="1105279" y="57189"/>
                </a:lnTo>
                <a:lnTo>
                  <a:pt x="1105124" y="57543"/>
                </a:lnTo>
                <a:lnTo>
                  <a:pt x="1104977" y="57897"/>
                </a:lnTo>
                <a:lnTo>
                  <a:pt x="1104837" y="58253"/>
                </a:lnTo>
                <a:lnTo>
                  <a:pt x="1104705" y="58609"/>
                </a:lnTo>
                <a:lnTo>
                  <a:pt x="1104581" y="58967"/>
                </a:lnTo>
                <a:lnTo>
                  <a:pt x="1104464" y="59325"/>
                </a:lnTo>
                <a:lnTo>
                  <a:pt x="1104354" y="59685"/>
                </a:lnTo>
                <a:lnTo>
                  <a:pt x="1104253" y="60046"/>
                </a:lnTo>
                <a:lnTo>
                  <a:pt x="1104158" y="60407"/>
                </a:lnTo>
                <a:lnTo>
                  <a:pt x="1104071" y="60770"/>
                </a:lnTo>
                <a:lnTo>
                  <a:pt x="1103992" y="61134"/>
                </a:lnTo>
                <a:lnTo>
                  <a:pt x="1103920" y="61499"/>
                </a:lnTo>
                <a:lnTo>
                  <a:pt x="1103856" y="61864"/>
                </a:lnTo>
                <a:lnTo>
                  <a:pt x="1103800" y="62231"/>
                </a:lnTo>
                <a:lnTo>
                  <a:pt x="1103751" y="62599"/>
                </a:lnTo>
                <a:lnTo>
                  <a:pt x="1103709" y="62968"/>
                </a:lnTo>
                <a:lnTo>
                  <a:pt x="1103675" y="63338"/>
                </a:lnTo>
                <a:lnTo>
                  <a:pt x="1103649" y="63709"/>
                </a:lnTo>
                <a:lnTo>
                  <a:pt x="1103630" y="64081"/>
                </a:lnTo>
                <a:lnTo>
                  <a:pt x="1103619" y="64454"/>
                </a:lnTo>
                <a:lnTo>
                  <a:pt x="1103615" y="64828"/>
                </a:lnTo>
                <a:lnTo>
                  <a:pt x="1112381" y="64901"/>
                </a:lnTo>
                <a:lnTo>
                  <a:pt x="1112386" y="64534"/>
                </a:lnTo>
                <a:lnTo>
                  <a:pt x="1112401" y="64170"/>
                </a:lnTo>
                <a:lnTo>
                  <a:pt x="1112425" y="63808"/>
                </a:lnTo>
                <a:lnTo>
                  <a:pt x="1112458" y="63449"/>
                </a:lnTo>
                <a:lnTo>
                  <a:pt x="1112501" y="63093"/>
                </a:lnTo>
                <a:lnTo>
                  <a:pt x="1112554" y="62740"/>
                </a:lnTo>
                <a:lnTo>
                  <a:pt x="1112616" y="62389"/>
                </a:lnTo>
                <a:lnTo>
                  <a:pt x="1112688" y="62040"/>
                </a:lnTo>
                <a:lnTo>
                  <a:pt x="1112770" y="61695"/>
                </a:lnTo>
                <a:lnTo>
                  <a:pt x="1112861" y="61352"/>
                </a:lnTo>
                <a:lnTo>
                  <a:pt x="1112962" y="61012"/>
                </a:lnTo>
                <a:lnTo>
                  <a:pt x="1113072" y="60675"/>
                </a:lnTo>
                <a:lnTo>
                  <a:pt x="1113192" y="60340"/>
                </a:lnTo>
                <a:lnTo>
                  <a:pt x="1113321" y="60008"/>
                </a:lnTo>
                <a:lnTo>
                  <a:pt x="1113460" y="59678"/>
                </a:lnTo>
                <a:lnTo>
                  <a:pt x="1113609" y="59352"/>
                </a:lnTo>
                <a:lnTo>
                  <a:pt x="1113767" y="59028"/>
                </a:lnTo>
                <a:lnTo>
                  <a:pt x="1113935" y="58706"/>
                </a:lnTo>
                <a:lnTo>
                  <a:pt x="1114113" y="58388"/>
                </a:lnTo>
                <a:lnTo>
                  <a:pt x="1114300" y="58072"/>
                </a:lnTo>
                <a:lnTo>
                  <a:pt x="1114496" y="57758"/>
                </a:lnTo>
                <a:lnTo>
                  <a:pt x="1114703" y="57448"/>
                </a:lnTo>
                <a:lnTo>
                  <a:pt x="1114918" y="57140"/>
                </a:lnTo>
                <a:lnTo>
                  <a:pt x="1115144" y="56835"/>
                </a:lnTo>
                <a:lnTo>
                  <a:pt x="1115378" y="56533"/>
                </a:lnTo>
                <a:lnTo>
                  <a:pt x="1115619" y="56237"/>
                </a:lnTo>
                <a:lnTo>
                  <a:pt x="1115867" y="55946"/>
                </a:lnTo>
                <a:lnTo>
                  <a:pt x="1116122" y="55660"/>
                </a:lnTo>
                <a:lnTo>
                  <a:pt x="1116384" y="55379"/>
                </a:lnTo>
                <a:lnTo>
                  <a:pt x="1116654" y="55103"/>
                </a:lnTo>
                <a:lnTo>
                  <a:pt x="1116931" y="54833"/>
                </a:lnTo>
                <a:lnTo>
                  <a:pt x="1117215" y="54567"/>
                </a:lnTo>
                <a:lnTo>
                  <a:pt x="1117506" y="54307"/>
                </a:lnTo>
                <a:lnTo>
                  <a:pt x="1117804" y="54052"/>
                </a:lnTo>
                <a:lnTo>
                  <a:pt x="1118110" y="53801"/>
                </a:lnTo>
                <a:lnTo>
                  <a:pt x="1118422" y="53556"/>
                </a:lnTo>
                <a:lnTo>
                  <a:pt x="1118742" y="53316"/>
                </a:lnTo>
                <a:lnTo>
                  <a:pt x="1119069" y="53082"/>
                </a:lnTo>
                <a:lnTo>
                  <a:pt x="1119403" y="52852"/>
                </a:lnTo>
                <a:lnTo>
                  <a:pt x="1119744" y="52627"/>
                </a:lnTo>
                <a:lnTo>
                  <a:pt x="1120092" y="52408"/>
                </a:lnTo>
                <a:lnTo>
                  <a:pt x="1120448" y="52194"/>
                </a:lnTo>
                <a:lnTo>
                  <a:pt x="1120811" y="51984"/>
                </a:lnTo>
                <a:lnTo>
                  <a:pt x="1121181" y="51780"/>
                </a:lnTo>
                <a:lnTo>
                  <a:pt x="1121558" y="51581"/>
                </a:lnTo>
                <a:lnTo>
                  <a:pt x="1121942" y="51387"/>
                </a:lnTo>
                <a:lnTo>
                  <a:pt x="1122333" y="51199"/>
                </a:lnTo>
                <a:lnTo>
                  <a:pt x="1122732" y="51015"/>
                </a:lnTo>
                <a:lnTo>
                  <a:pt x="1123136" y="50838"/>
                </a:lnTo>
                <a:lnTo>
                  <a:pt x="1123545" y="50668"/>
                </a:lnTo>
                <a:lnTo>
                  <a:pt x="1123959" y="50506"/>
                </a:lnTo>
                <a:lnTo>
                  <a:pt x="1124378" y="50351"/>
                </a:lnTo>
                <a:lnTo>
                  <a:pt x="1124801" y="50204"/>
                </a:lnTo>
                <a:lnTo>
                  <a:pt x="1125229" y="50064"/>
                </a:lnTo>
                <a:lnTo>
                  <a:pt x="1125662" y="49932"/>
                </a:lnTo>
                <a:lnTo>
                  <a:pt x="1126100" y="49808"/>
                </a:lnTo>
                <a:lnTo>
                  <a:pt x="1126542" y="49691"/>
                </a:lnTo>
                <a:lnTo>
                  <a:pt x="1126989" y="49581"/>
                </a:lnTo>
                <a:lnTo>
                  <a:pt x="1127441" y="49479"/>
                </a:lnTo>
                <a:lnTo>
                  <a:pt x="1127898" y="49385"/>
                </a:lnTo>
                <a:lnTo>
                  <a:pt x="1128359" y="49298"/>
                </a:lnTo>
                <a:lnTo>
                  <a:pt x="1128825" y="49219"/>
                </a:lnTo>
                <a:lnTo>
                  <a:pt x="1129296" y="49147"/>
                </a:lnTo>
                <a:lnTo>
                  <a:pt x="1129771" y="49083"/>
                </a:lnTo>
                <a:lnTo>
                  <a:pt x="1130251" y="49027"/>
                </a:lnTo>
                <a:lnTo>
                  <a:pt x="1130736" y="48977"/>
                </a:lnTo>
                <a:lnTo>
                  <a:pt x="1131226" y="48936"/>
                </a:lnTo>
                <a:lnTo>
                  <a:pt x="1131720" y="48902"/>
                </a:lnTo>
                <a:lnTo>
                  <a:pt x="1132219" y="48876"/>
                </a:lnTo>
                <a:lnTo>
                  <a:pt x="1132723" y="48857"/>
                </a:lnTo>
                <a:lnTo>
                  <a:pt x="1133232" y="48845"/>
                </a:lnTo>
                <a:lnTo>
                  <a:pt x="1133745" y="48842"/>
                </a:lnTo>
                <a:lnTo>
                  <a:pt x="1134300" y="48845"/>
                </a:lnTo>
                <a:lnTo>
                  <a:pt x="1134847" y="48857"/>
                </a:lnTo>
                <a:lnTo>
                  <a:pt x="1135388" y="48876"/>
                </a:lnTo>
                <a:lnTo>
                  <a:pt x="1135920" y="48903"/>
                </a:lnTo>
                <a:lnTo>
                  <a:pt x="1136445" y="48938"/>
                </a:lnTo>
                <a:lnTo>
                  <a:pt x="1136963" y="48980"/>
                </a:lnTo>
                <a:lnTo>
                  <a:pt x="1137474" y="49030"/>
                </a:lnTo>
                <a:lnTo>
                  <a:pt x="1137977" y="49087"/>
                </a:lnTo>
                <a:lnTo>
                  <a:pt x="1138472" y="49152"/>
                </a:lnTo>
                <a:lnTo>
                  <a:pt x="1138961" y="49225"/>
                </a:lnTo>
                <a:lnTo>
                  <a:pt x="1139441" y="49306"/>
                </a:lnTo>
                <a:lnTo>
                  <a:pt x="1139915" y="49394"/>
                </a:lnTo>
                <a:lnTo>
                  <a:pt x="1140381" y="49490"/>
                </a:lnTo>
                <a:lnTo>
                  <a:pt x="1140839" y="49594"/>
                </a:lnTo>
                <a:lnTo>
                  <a:pt x="1141290" y="49705"/>
                </a:lnTo>
                <a:lnTo>
                  <a:pt x="1141734" y="49824"/>
                </a:lnTo>
                <a:lnTo>
                  <a:pt x="1142170" y="49951"/>
                </a:lnTo>
                <a:lnTo>
                  <a:pt x="1142599" y="50085"/>
                </a:lnTo>
                <a:lnTo>
                  <a:pt x="1143020" y="50227"/>
                </a:lnTo>
                <a:lnTo>
                  <a:pt x="1143434" y="50376"/>
                </a:lnTo>
                <a:lnTo>
                  <a:pt x="1143841" y="50534"/>
                </a:lnTo>
                <a:lnTo>
                  <a:pt x="1144240" y="50699"/>
                </a:lnTo>
                <a:lnTo>
                  <a:pt x="1144632" y="50871"/>
                </a:lnTo>
                <a:lnTo>
                  <a:pt x="1145016" y="51052"/>
                </a:lnTo>
                <a:lnTo>
                  <a:pt x="1145393" y="51239"/>
                </a:lnTo>
                <a:lnTo>
                  <a:pt x="1145762" y="51433"/>
                </a:lnTo>
                <a:lnTo>
                  <a:pt x="1146123" y="51634"/>
                </a:lnTo>
                <a:lnTo>
                  <a:pt x="1146477" y="51842"/>
                </a:lnTo>
                <a:lnTo>
                  <a:pt x="1146823" y="52056"/>
                </a:lnTo>
                <a:lnTo>
                  <a:pt x="1147162" y="52276"/>
                </a:lnTo>
                <a:lnTo>
                  <a:pt x="1147492" y="52504"/>
                </a:lnTo>
                <a:lnTo>
                  <a:pt x="1147815" y="52738"/>
                </a:lnTo>
                <a:lnTo>
                  <a:pt x="1148131" y="52979"/>
                </a:lnTo>
                <a:lnTo>
                  <a:pt x="1148439" y="53226"/>
                </a:lnTo>
                <a:lnTo>
                  <a:pt x="1148739" y="53480"/>
                </a:lnTo>
                <a:lnTo>
                  <a:pt x="1149031" y="53741"/>
                </a:lnTo>
                <a:lnTo>
                  <a:pt x="1149316" y="54008"/>
                </a:lnTo>
                <a:lnTo>
                  <a:pt x="1149593" y="54282"/>
                </a:lnTo>
                <a:lnTo>
                  <a:pt x="1149862" y="54562"/>
                </a:lnTo>
                <a:lnTo>
                  <a:pt x="1150124" y="54850"/>
                </a:lnTo>
                <a:lnTo>
                  <a:pt x="1150378" y="55144"/>
                </a:lnTo>
                <a:lnTo>
                  <a:pt x="1150624" y="55444"/>
                </a:lnTo>
                <a:lnTo>
                  <a:pt x="1150863" y="55751"/>
                </a:lnTo>
                <a:lnTo>
                  <a:pt x="1151094" y="56065"/>
                </a:lnTo>
                <a:lnTo>
                  <a:pt x="1151317" y="56386"/>
                </a:lnTo>
                <a:lnTo>
                  <a:pt x="1151533" y="56713"/>
                </a:lnTo>
                <a:lnTo>
                  <a:pt x="1151741" y="57047"/>
                </a:lnTo>
                <a:lnTo>
                  <a:pt x="1151941" y="57387"/>
                </a:lnTo>
                <a:lnTo>
                  <a:pt x="1152133" y="57734"/>
                </a:lnTo>
                <a:lnTo>
                  <a:pt x="1152317" y="58085"/>
                </a:lnTo>
                <a:lnTo>
                  <a:pt x="1152493" y="58443"/>
                </a:lnTo>
                <a:lnTo>
                  <a:pt x="1152661" y="58805"/>
                </a:lnTo>
                <a:lnTo>
                  <a:pt x="1152821" y="59173"/>
                </a:lnTo>
                <a:lnTo>
                  <a:pt x="1152972" y="59546"/>
                </a:lnTo>
                <a:lnTo>
                  <a:pt x="1153115" y="59925"/>
                </a:lnTo>
                <a:lnTo>
                  <a:pt x="1153251" y="60309"/>
                </a:lnTo>
                <a:lnTo>
                  <a:pt x="1153377" y="60699"/>
                </a:lnTo>
                <a:lnTo>
                  <a:pt x="1153496" y="61094"/>
                </a:lnTo>
                <a:lnTo>
                  <a:pt x="1153607" y="61494"/>
                </a:lnTo>
                <a:lnTo>
                  <a:pt x="1153709" y="61899"/>
                </a:lnTo>
                <a:lnTo>
                  <a:pt x="1153803" y="62310"/>
                </a:lnTo>
                <a:lnTo>
                  <a:pt x="1153889" y="62726"/>
                </a:lnTo>
                <a:lnTo>
                  <a:pt x="1153967" y="63148"/>
                </a:lnTo>
                <a:lnTo>
                  <a:pt x="1154036" y="63575"/>
                </a:lnTo>
                <a:lnTo>
                  <a:pt x="1154098" y="64008"/>
                </a:lnTo>
                <a:lnTo>
                  <a:pt x="1154151" y="64445"/>
                </a:lnTo>
                <a:lnTo>
                  <a:pt x="1154196" y="64889"/>
                </a:lnTo>
                <a:lnTo>
                  <a:pt x="1154233" y="65337"/>
                </a:lnTo>
                <a:lnTo>
                  <a:pt x="1154261" y="65791"/>
                </a:lnTo>
                <a:lnTo>
                  <a:pt x="1154282" y="66250"/>
                </a:lnTo>
                <a:lnTo>
                  <a:pt x="1154294" y="66715"/>
                </a:lnTo>
                <a:lnTo>
                  <a:pt x="1154298" y="67185"/>
                </a:lnTo>
                <a:lnTo>
                  <a:pt x="1154298" y="76172"/>
                </a:lnTo>
                <a:lnTo>
                  <a:pt x="1138018" y="76172"/>
                </a:lnTo>
                <a:lnTo>
                  <a:pt x="1137321" y="76175"/>
                </a:lnTo>
                <a:lnTo>
                  <a:pt x="1136630" y="76184"/>
                </a:lnTo>
                <a:lnTo>
                  <a:pt x="1135944" y="76199"/>
                </a:lnTo>
                <a:lnTo>
                  <a:pt x="1135264" y="76220"/>
                </a:lnTo>
                <a:lnTo>
                  <a:pt x="1134590" y="76247"/>
                </a:lnTo>
                <a:lnTo>
                  <a:pt x="1133922" y="76281"/>
                </a:lnTo>
                <a:lnTo>
                  <a:pt x="1133260" y="76320"/>
                </a:lnTo>
                <a:lnTo>
                  <a:pt x="1132603" y="76365"/>
                </a:lnTo>
                <a:lnTo>
                  <a:pt x="1131952" y="76416"/>
                </a:lnTo>
                <a:lnTo>
                  <a:pt x="1131307" y="76473"/>
                </a:lnTo>
                <a:lnTo>
                  <a:pt x="1130668" y="76536"/>
                </a:lnTo>
                <a:lnTo>
                  <a:pt x="1130034" y="76605"/>
                </a:lnTo>
                <a:lnTo>
                  <a:pt x="1129406" y="76680"/>
                </a:lnTo>
                <a:lnTo>
                  <a:pt x="1128784" y="76761"/>
                </a:lnTo>
                <a:lnTo>
                  <a:pt x="1128168" y="76849"/>
                </a:lnTo>
                <a:lnTo>
                  <a:pt x="1127557" y="76942"/>
                </a:lnTo>
                <a:lnTo>
                  <a:pt x="1126952" y="77041"/>
                </a:lnTo>
                <a:lnTo>
                  <a:pt x="1126353" y="77146"/>
                </a:lnTo>
                <a:lnTo>
                  <a:pt x="1125760" y="77257"/>
                </a:lnTo>
                <a:lnTo>
                  <a:pt x="1125172" y="77375"/>
                </a:lnTo>
                <a:lnTo>
                  <a:pt x="1124590" y="77498"/>
                </a:lnTo>
                <a:lnTo>
                  <a:pt x="1124014" y="77627"/>
                </a:lnTo>
                <a:lnTo>
                  <a:pt x="1123444" y="77762"/>
                </a:lnTo>
                <a:lnTo>
                  <a:pt x="1122879" y="77904"/>
                </a:lnTo>
                <a:lnTo>
                  <a:pt x="1122321" y="78051"/>
                </a:lnTo>
                <a:lnTo>
                  <a:pt x="1121770" y="78203"/>
                </a:lnTo>
                <a:lnTo>
                  <a:pt x="1121225" y="78361"/>
                </a:lnTo>
                <a:lnTo>
                  <a:pt x="1120688" y="78524"/>
                </a:lnTo>
                <a:lnTo>
                  <a:pt x="1120158" y="78692"/>
                </a:lnTo>
                <a:lnTo>
                  <a:pt x="1119635" y="78866"/>
                </a:lnTo>
                <a:lnTo>
                  <a:pt x="1119119" y="79045"/>
                </a:lnTo>
                <a:lnTo>
                  <a:pt x="1118610" y="79230"/>
                </a:lnTo>
                <a:lnTo>
                  <a:pt x="1118108" y="79419"/>
                </a:lnTo>
                <a:lnTo>
                  <a:pt x="1117614" y="79615"/>
                </a:lnTo>
                <a:lnTo>
                  <a:pt x="1117126" y="79815"/>
                </a:lnTo>
                <a:lnTo>
                  <a:pt x="1116645" y="80021"/>
                </a:lnTo>
                <a:lnTo>
                  <a:pt x="1116171" y="80233"/>
                </a:lnTo>
                <a:lnTo>
                  <a:pt x="1115704" y="80450"/>
                </a:lnTo>
                <a:lnTo>
                  <a:pt x="1115245" y="80672"/>
                </a:lnTo>
                <a:lnTo>
                  <a:pt x="1114792" y="80899"/>
                </a:lnTo>
                <a:lnTo>
                  <a:pt x="1114346" y="81132"/>
                </a:lnTo>
                <a:lnTo>
                  <a:pt x="1113908" y="81371"/>
                </a:lnTo>
                <a:lnTo>
                  <a:pt x="1113476" y="81614"/>
                </a:lnTo>
                <a:lnTo>
                  <a:pt x="1113052" y="81863"/>
                </a:lnTo>
                <a:lnTo>
                  <a:pt x="1112634" y="82118"/>
                </a:lnTo>
                <a:lnTo>
                  <a:pt x="1112224" y="82377"/>
                </a:lnTo>
                <a:lnTo>
                  <a:pt x="1111820" y="82642"/>
                </a:lnTo>
                <a:lnTo>
                  <a:pt x="1111424" y="82913"/>
                </a:lnTo>
                <a:lnTo>
                  <a:pt x="1111035" y="83189"/>
                </a:lnTo>
                <a:lnTo>
                  <a:pt x="1110653" y="83469"/>
                </a:lnTo>
                <a:lnTo>
                  <a:pt x="1110280" y="83754"/>
                </a:lnTo>
                <a:lnTo>
                  <a:pt x="1109913" y="84045"/>
                </a:lnTo>
                <a:lnTo>
                  <a:pt x="1109555" y="84340"/>
                </a:lnTo>
                <a:lnTo>
                  <a:pt x="1109204" y="84640"/>
                </a:lnTo>
                <a:lnTo>
                  <a:pt x="1108861" y="84944"/>
                </a:lnTo>
                <a:lnTo>
                  <a:pt x="1108526" y="85254"/>
                </a:lnTo>
                <a:lnTo>
                  <a:pt x="1108198" y="85568"/>
                </a:lnTo>
                <a:lnTo>
                  <a:pt x="1107878" y="85888"/>
                </a:lnTo>
                <a:lnTo>
                  <a:pt x="1107566" y="86212"/>
                </a:lnTo>
                <a:lnTo>
                  <a:pt x="1107261" y="86541"/>
                </a:lnTo>
                <a:lnTo>
                  <a:pt x="1106964" y="86875"/>
                </a:lnTo>
                <a:lnTo>
                  <a:pt x="1106675" y="87214"/>
                </a:lnTo>
                <a:lnTo>
                  <a:pt x="1106394" y="87557"/>
                </a:lnTo>
                <a:lnTo>
                  <a:pt x="1106120" y="87906"/>
                </a:lnTo>
                <a:lnTo>
                  <a:pt x="1105853" y="88259"/>
                </a:lnTo>
                <a:lnTo>
                  <a:pt x="1105595" y="88618"/>
                </a:lnTo>
                <a:lnTo>
                  <a:pt x="1105344" y="88981"/>
                </a:lnTo>
                <a:lnTo>
                  <a:pt x="1105101" y="89349"/>
                </a:lnTo>
                <a:lnTo>
                  <a:pt x="1104865" y="89721"/>
                </a:lnTo>
                <a:lnTo>
                  <a:pt x="1104637" y="90099"/>
                </a:lnTo>
                <a:lnTo>
                  <a:pt x="1104417" y="90482"/>
                </a:lnTo>
                <a:lnTo>
                  <a:pt x="1104204" y="90869"/>
                </a:lnTo>
                <a:lnTo>
                  <a:pt x="1104000" y="91261"/>
                </a:lnTo>
                <a:lnTo>
                  <a:pt x="1103804" y="91657"/>
                </a:lnTo>
                <a:lnTo>
                  <a:pt x="1103617" y="92056"/>
                </a:lnTo>
                <a:lnTo>
                  <a:pt x="1103439" y="92460"/>
                </a:lnTo>
                <a:lnTo>
                  <a:pt x="1103269" y="92868"/>
                </a:lnTo>
                <a:lnTo>
                  <a:pt x="1103108" y="93279"/>
                </a:lnTo>
                <a:lnTo>
                  <a:pt x="1102956" y="93695"/>
                </a:lnTo>
                <a:lnTo>
                  <a:pt x="1102813" y="94115"/>
                </a:lnTo>
                <a:lnTo>
                  <a:pt x="1102678" y="94538"/>
                </a:lnTo>
                <a:lnTo>
                  <a:pt x="1102552" y="94966"/>
                </a:lnTo>
                <a:lnTo>
                  <a:pt x="1102434" y="95397"/>
                </a:lnTo>
                <a:lnTo>
                  <a:pt x="1102326" y="95832"/>
                </a:lnTo>
                <a:lnTo>
                  <a:pt x="1102226" y="96272"/>
                </a:lnTo>
                <a:lnTo>
                  <a:pt x="1102134" y="96715"/>
                </a:lnTo>
                <a:lnTo>
                  <a:pt x="1102052" y="97162"/>
                </a:lnTo>
                <a:lnTo>
                  <a:pt x="1101978" y="97614"/>
                </a:lnTo>
                <a:lnTo>
                  <a:pt x="1101913" y="98069"/>
                </a:lnTo>
                <a:lnTo>
                  <a:pt x="1101856" y="98528"/>
                </a:lnTo>
                <a:lnTo>
                  <a:pt x="1101808" y="98991"/>
                </a:lnTo>
                <a:lnTo>
                  <a:pt x="1101769" y="99459"/>
                </a:lnTo>
                <a:lnTo>
                  <a:pt x="1101739" y="99930"/>
                </a:lnTo>
                <a:lnTo>
                  <a:pt x="1101717" y="100405"/>
                </a:lnTo>
                <a:lnTo>
                  <a:pt x="1101704" y="100884"/>
                </a:lnTo>
                <a:lnTo>
                  <a:pt x="1101700" y="101367"/>
                </a:lnTo>
                <a:lnTo>
                  <a:pt x="1101705" y="101905"/>
                </a:lnTo>
                <a:lnTo>
                  <a:pt x="1101722" y="102438"/>
                </a:lnTo>
                <a:lnTo>
                  <a:pt x="1101749" y="102966"/>
                </a:lnTo>
                <a:lnTo>
                  <a:pt x="1101788" y="103490"/>
                </a:lnTo>
                <a:lnTo>
                  <a:pt x="1101837" y="104009"/>
                </a:lnTo>
                <a:lnTo>
                  <a:pt x="1101898" y="104523"/>
                </a:lnTo>
                <a:lnTo>
                  <a:pt x="1101969" y="105032"/>
                </a:lnTo>
                <a:lnTo>
                  <a:pt x="1102051" y="105537"/>
                </a:lnTo>
                <a:lnTo>
                  <a:pt x="1102145" y="106037"/>
                </a:lnTo>
                <a:lnTo>
                  <a:pt x="1102249" y="106532"/>
                </a:lnTo>
                <a:lnTo>
                  <a:pt x="1102365" y="107023"/>
                </a:lnTo>
                <a:lnTo>
                  <a:pt x="1102491" y="107509"/>
                </a:lnTo>
                <a:lnTo>
                  <a:pt x="1102629" y="107990"/>
                </a:lnTo>
                <a:lnTo>
                  <a:pt x="1102777" y="108466"/>
                </a:lnTo>
                <a:lnTo>
                  <a:pt x="1102937" y="108938"/>
                </a:lnTo>
                <a:lnTo>
                  <a:pt x="1103107" y="109405"/>
                </a:lnTo>
                <a:lnTo>
                  <a:pt x="1103289" y="109867"/>
                </a:lnTo>
                <a:lnTo>
                  <a:pt x="1103481" y="110324"/>
                </a:lnTo>
                <a:lnTo>
                  <a:pt x="1103685" y="110777"/>
                </a:lnTo>
                <a:lnTo>
                  <a:pt x="1103899" y="111225"/>
                </a:lnTo>
                <a:lnTo>
                  <a:pt x="1104125" y="111668"/>
                </a:lnTo>
                <a:lnTo>
                  <a:pt x="1104361" y="112107"/>
                </a:lnTo>
                <a:lnTo>
                  <a:pt x="1104609" y="112540"/>
                </a:lnTo>
                <a:lnTo>
                  <a:pt x="1104867" y="112969"/>
                </a:lnTo>
                <a:lnTo>
                  <a:pt x="1105136" y="113392"/>
                </a:lnTo>
                <a:lnTo>
                  <a:pt x="1105414" y="113808"/>
                </a:lnTo>
                <a:lnTo>
                  <a:pt x="1105701" y="114216"/>
                </a:lnTo>
                <a:lnTo>
                  <a:pt x="1105997" y="114617"/>
                </a:lnTo>
                <a:lnTo>
                  <a:pt x="1106302" y="115010"/>
                </a:lnTo>
                <a:lnTo>
                  <a:pt x="1106617" y="115396"/>
                </a:lnTo>
                <a:lnTo>
                  <a:pt x="1106941" y="115774"/>
                </a:lnTo>
                <a:lnTo>
                  <a:pt x="1107274" y="116145"/>
                </a:lnTo>
                <a:lnTo>
                  <a:pt x="1107616" y="116509"/>
                </a:lnTo>
                <a:lnTo>
                  <a:pt x="1107967" y="116865"/>
                </a:lnTo>
                <a:lnTo>
                  <a:pt x="1108328" y="117214"/>
                </a:lnTo>
                <a:lnTo>
                  <a:pt x="1108698" y="117555"/>
                </a:lnTo>
                <a:lnTo>
                  <a:pt x="1109077" y="117889"/>
                </a:lnTo>
                <a:lnTo>
                  <a:pt x="1109465" y="118216"/>
                </a:lnTo>
                <a:lnTo>
                  <a:pt x="1109863" y="118535"/>
                </a:lnTo>
                <a:lnTo>
                  <a:pt x="1110270" y="118846"/>
                </a:lnTo>
                <a:lnTo>
                  <a:pt x="1110685" y="119151"/>
                </a:lnTo>
                <a:lnTo>
                  <a:pt x="1111111" y="119448"/>
                </a:lnTo>
                <a:lnTo>
                  <a:pt x="1111545" y="119737"/>
                </a:lnTo>
                <a:lnTo>
                  <a:pt x="1111988" y="120019"/>
                </a:lnTo>
                <a:lnTo>
                  <a:pt x="1112441" y="120294"/>
                </a:lnTo>
                <a:lnTo>
                  <a:pt x="1112903" y="120561"/>
                </a:lnTo>
                <a:lnTo>
                  <a:pt x="1113374" y="120820"/>
                </a:lnTo>
                <a:lnTo>
                  <a:pt x="1113855" y="121073"/>
                </a:lnTo>
                <a:lnTo>
                  <a:pt x="1114343" y="121316"/>
                </a:lnTo>
                <a:lnTo>
                  <a:pt x="1114838" y="121549"/>
                </a:lnTo>
                <a:lnTo>
                  <a:pt x="1115340" y="121772"/>
                </a:lnTo>
                <a:lnTo>
                  <a:pt x="1115848" y="121984"/>
                </a:lnTo>
                <a:lnTo>
                  <a:pt x="1116363" y="122186"/>
                </a:lnTo>
                <a:lnTo>
                  <a:pt x="1116884" y="122378"/>
                </a:lnTo>
                <a:lnTo>
                  <a:pt x="1117412" y="122559"/>
                </a:lnTo>
                <a:lnTo>
                  <a:pt x="1117947" y="122730"/>
                </a:lnTo>
                <a:lnTo>
                  <a:pt x="1118489" y="122891"/>
                </a:lnTo>
                <a:lnTo>
                  <a:pt x="1119037" y="123041"/>
                </a:lnTo>
                <a:lnTo>
                  <a:pt x="1119592" y="123181"/>
                </a:lnTo>
                <a:lnTo>
                  <a:pt x="1120153" y="123310"/>
                </a:lnTo>
                <a:lnTo>
                  <a:pt x="1120721" y="123430"/>
                </a:lnTo>
                <a:lnTo>
                  <a:pt x="1121296" y="123538"/>
                </a:lnTo>
                <a:lnTo>
                  <a:pt x="1121878" y="123637"/>
                </a:lnTo>
                <a:lnTo>
                  <a:pt x="1122466" y="123725"/>
                </a:lnTo>
                <a:lnTo>
                  <a:pt x="1123060" y="123803"/>
                </a:lnTo>
                <a:lnTo>
                  <a:pt x="1123662" y="123870"/>
                </a:lnTo>
                <a:lnTo>
                  <a:pt x="1124270" y="123927"/>
                </a:lnTo>
                <a:lnTo>
                  <a:pt x="1124884" y="123973"/>
                </a:lnTo>
                <a:lnTo>
                  <a:pt x="1125506" y="124010"/>
                </a:lnTo>
                <a:lnTo>
                  <a:pt x="1126134" y="124036"/>
                </a:lnTo>
                <a:lnTo>
                  <a:pt x="1126768" y="124051"/>
                </a:lnTo>
                <a:lnTo>
                  <a:pt x="1127410" y="124056"/>
                </a:lnTo>
                <a:lnTo>
                  <a:pt x="1127990" y="124053"/>
                </a:lnTo>
                <a:lnTo>
                  <a:pt x="1128565" y="124042"/>
                </a:lnTo>
                <a:lnTo>
                  <a:pt x="1129136" y="124024"/>
                </a:lnTo>
                <a:lnTo>
                  <a:pt x="1129700" y="123998"/>
                </a:lnTo>
                <a:lnTo>
                  <a:pt x="1130260" y="123965"/>
                </a:lnTo>
                <a:lnTo>
                  <a:pt x="1130814" y="123925"/>
                </a:lnTo>
                <a:lnTo>
                  <a:pt x="1131363" y="123878"/>
                </a:lnTo>
                <a:lnTo>
                  <a:pt x="1131907" y="123823"/>
                </a:lnTo>
                <a:lnTo>
                  <a:pt x="1132446" y="123761"/>
                </a:lnTo>
                <a:lnTo>
                  <a:pt x="1132979" y="123692"/>
                </a:lnTo>
                <a:lnTo>
                  <a:pt x="1133508" y="123615"/>
                </a:lnTo>
                <a:lnTo>
                  <a:pt x="1134030" y="123531"/>
                </a:lnTo>
                <a:lnTo>
                  <a:pt x="1134548" y="123440"/>
                </a:lnTo>
                <a:lnTo>
                  <a:pt x="1135060" y="123342"/>
                </a:lnTo>
                <a:lnTo>
                  <a:pt x="1135568" y="123236"/>
                </a:lnTo>
                <a:lnTo>
                  <a:pt x="1136070" y="123123"/>
                </a:lnTo>
                <a:lnTo>
                  <a:pt x="1136566" y="123003"/>
                </a:lnTo>
                <a:lnTo>
                  <a:pt x="1137058" y="122875"/>
                </a:lnTo>
                <a:lnTo>
                  <a:pt x="1137544" y="122740"/>
                </a:lnTo>
                <a:lnTo>
                  <a:pt x="1138025" y="122598"/>
                </a:lnTo>
                <a:lnTo>
                  <a:pt x="1138501" y="122449"/>
                </a:lnTo>
                <a:lnTo>
                  <a:pt x="1138971" y="122292"/>
                </a:lnTo>
                <a:lnTo>
                  <a:pt x="1139436" y="122128"/>
                </a:lnTo>
                <a:lnTo>
                  <a:pt x="1139896" y="121957"/>
                </a:lnTo>
                <a:lnTo>
                  <a:pt x="1140351" y="121780"/>
                </a:lnTo>
                <a:lnTo>
                  <a:pt x="1140801" y="121598"/>
                </a:lnTo>
                <a:lnTo>
                  <a:pt x="1141245" y="121412"/>
                </a:lnTo>
                <a:lnTo>
                  <a:pt x="1141685" y="121222"/>
                </a:lnTo>
                <a:lnTo>
                  <a:pt x="1142119" y="121028"/>
                </a:lnTo>
                <a:lnTo>
                  <a:pt x="1142548" y="120829"/>
                </a:lnTo>
                <a:lnTo>
                  <a:pt x="1142972" y="120626"/>
                </a:lnTo>
                <a:lnTo>
                  <a:pt x="1143391" y="120418"/>
                </a:lnTo>
                <a:lnTo>
                  <a:pt x="1143805" y="120206"/>
                </a:lnTo>
                <a:lnTo>
                  <a:pt x="1144214" y="119990"/>
                </a:lnTo>
                <a:lnTo>
                  <a:pt x="1144618" y="119769"/>
                </a:lnTo>
                <a:lnTo>
                  <a:pt x="1145016" y="119544"/>
                </a:lnTo>
                <a:lnTo>
                  <a:pt x="1145410" y="119315"/>
                </a:lnTo>
                <a:lnTo>
                  <a:pt x="1145798" y="119081"/>
                </a:lnTo>
                <a:lnTo>
                  <a:pt x="1146181" y="118843"/>
                </a:lnTo>
                <a:lnTo>
                  <a:pt x="1146559" y="118601"/>
                </a:lnTo>
                <a:lnTo>
                  <a:pt x="1146932" y="118354"/>
                </a:lnTo>
                <a:lnTo>
                  <a:pt x="1147300" y="118103"/>
                </a:lnTo>
                <a:lnTo>
                  <a:pt x="1147663" y="117848"/>
                </a:lnTo>
                <a:lnTo>
                  <a:pt x="1148020" y="117588"/>
                </a:lnTo>
                <a:lnTo>
                  <a:pt x="1148373" y="117324"/>
                </a:lnTo>
                <a:lnTo>
                  <a:pt x="1148720" y="117055"/>
                </a:lnTo>
                <a:lnTo>
                  <a:pt x="1149062" y="116783"/>
                </a:lnTo>
                <a:lnTo>
                  <a:pt x="1149399" y="116505"/>
                </a:lnTo>
                <a:lnTo>
                  <a:pt x="1149731" y="116225"/>
                </a:lnTo>
                <a:lnTo>
                  <a:pt x="1150058" y="115943"/>
                </a:lnTo>
                <a:lnTo>
                  <a:pt x="1150380" y="115659"/>
                </a:lnTo>
                <a:lnTo>
                  <a:pt x="1150697" y="115373"/>
                </a:lnTo>
                <a:lnTo>
                  <a:pt x="1151008" y="115085"/>
                </a:lnTo>
                <a:lnTo>
                  <a:pt x="1151315" y="114795"/>
                </a:lnTo>
                <a:lnTo>
                  <a:pt x="1151616" y="114503"/>
                </a:lnTo>
                <a:lnTo>
                  <a:pt x="1151912" y="114209"/>
                </a:lnTo>
                <a:lnTo>
                  <a:pt x="1152203" y="113914"/>
                </a:lnTo>
                <a:lnTo>
                  <a:pt x="1152489" y="113616"/>
                </a:lnTo>
                <a:lnTo>
                  <a:pt x="1152770" y="113317"/>
                </a:lnTo>
                <a:lnTo>
                  <a:pt x="1153046" y="113015"/>
                </a:lnTo>
                <a:lnTo>
                  <a:pt x="1153317" y="112712"/>
                </a:lnTo>
                <a:lnTo>
                  <a:pt x="1153582" y="112407"/>
                </a:lnTo>
                <a:lnTo>
                  <a:pt x="1153842" y="112100"/>
                </a:lnTo>
                <a:lnTo>
                  <a:pt x="1154098" y="111791"/>
                </a:lnTo>
                <a:lnTo>
                  <a:pt x="1154348" y="111480"/>
                </a:lnTo>
                <a:lnTo>
                  <a:pt x="1154385" y="111432"/>
                </a:lnTo>
                <a:lnTo>
                  <a:pt x="1154399" y="111685"/>
                </a:lnTo>
                <a:lnTo>
                  <a:pt x="1154418" y="112002"/>
                </a:lnTo>
                <a:lnTo>
                  <a:pt x="1154439" y="112321"/>
                </a:lnTo>
                <a:close/>
                <a:moveTo>
                  <a:pt x="1153966" y="101276"/>
                </a:moveTo>
                <a:lnTo>
                  <a:pt x="1153764" y="101680"/>
                </a:lnTo>
                <a:lnTo>
                  <a:pt x="1153554" y="102080"/>
                </a:lnTo>
                <a:lnTo>
                  <a:pt x="1153336" y="102478"/>
                </a:lnTo>
                <a:lnTo>
                  <a:pt x="1153109" y="102873"/>
                </a:lnTo>
                <a:lnTo>
                  <a:pt x="1152874" y="103266"/>
                </a:lnTo>
                <a:lnTo>
                  <a:pt x="1152630" y="103655"/>
                </a:lnTo>
                <a:lnTo>
                  <a:pt x="1152378" y="104042"/>
                </a:lnTo>
                <a:lnTo>
                  <a:pt x="1152118" y="104426"/>
                </a:lnTo>
                <a:lnTo>
                  <a:pt x="1151849" y="104807"/>
                </a:lnTo>
                <a:lnTo>
                  <a:pt x="1151571" y="105185"/>
                </a:lnTo>
                <a:lnTo>
                  <a:pt x="1151286" y="105560"/>
                </a:lnTo>
                <a:lnTo>
                  <a:pt x="1150991" y="105933"/>
                </a:lnTo>
                <a:lnTo>
                  <a:pt x="1150689" y="106302"/>
                </a:lnTo>
                <a:lnTo>
                  <a:pt x="1150378" y="106668"/>
                </a:lnTo>
                <a:lnTo>
                  <a:pt x="1150061" y="107027"/>
                </a:lnTo>
                <a:lnTo>
                  <a:pt x="1149737" y="107380"/>
                </a:lnTo>
                <a:lnTo>
                  <a:pt x="1149407" y="107728"/>
                </a:lnTo>
                <a:lnTo>
                  <a:pt x="1149069" y="108069"/>
                </a:lnTo>
                <a:lnTo>
                  <a:pt x="1148725" y="108404"/>
                </a:lnTo>
                <a:lnTo>
                  <a:pt x="1148374" y="108734"/>
                </a:lnTo>
                <a:lnTo>
                  <a:pt x="1148016" y="109057"/>
                </a:lnTo>
                <a:lnTo>
                  <a:pt x="1147651" y="109374"/>
                </a:lnTo>
                <a:lnTo>
                  <a:pt x="1147280" y="109685"/>
                </a:lnTo>
                <a:lnTo>
                  <a:pt x="1146902" y="109990"/>
                </a:lnTo>
                <a:lnTo>
                  <a:pt x="1146517" y="110290"/>
                </a:lnTo>
                <a:lnTo>
                  <a:pt x="1146125" y="110583"/>
                </a:lnTo>
                <a:lnTo>
                  <a:pt x="1145727" y="110870"/>
                </a:lnTo>
                <a:lnTo>
                  <a:pt x="1145322" y="111151"/>
                </a:lnTo>
                <a:lnTo>
                  <a:pt x="1144910" y="111426"/>
                </a:lnTo>
                <a:lnTo>
                  <a:pt x="1144491" y="111696"/>
                </a:lnTo>
                <a:lnTo>
                  <a:pt x="1144065" y="111959"/>
                </a:lnTo>
                <a:lnTo>
                  <a:pt x="1143633" y="112216"/>
                </a:lnTo>
                <a:lnTo>
                  <a:pt x="1143194" y="112467"/>
                </a:lnTo>
                <a:lnTo>
                  <a:pt x="1142748" y="112712"/>
                </a:lnTo>
                <a:lnTo>
                  <a:pt x="1142295" y="112951"/>
                </a:lnTo>
                <a:lnTo>
                  <a:pt x="1141836" y="113184"/>
                </a:lnTo>
                <a:lnTo>
                  <a:pt x="1141370" y="113411"/>
                </a:lnTo>
                <a:lnTo>
                  <a:pt x="1140897" y="113631"/>
                </a:lnTo>
                <a:lnTo>
                  <a:pt x="1140419" y="113841"/>
                </a:lnTo>
                <a:lnTo>
                  <a:pt x="1139935" y="114042"/>
                </a:lnTo>
                <a:lnTo>
                  <a:pt x="1139445" y="114233"/>
                </a:lnTo>
                <a:lnTo>
                  <a:pt x="1138949" y="114415"/>
                </a:lnTo>
                <a:lnTo>
                  <a:pt x="1138448" y="114588"/>
                </a:lnTo>
                <a:lnTo>
                  <a:pt x="1137941" y="114751"/>
                </a:lnTo>
                <a:lnTo>
                  <a:pt x="1137428" y="114905"/>
                </a:lnTo>
                <a:lnTo>
                  <a:pt x="1136910" y="115050"/>
                </a:lnTo>
                <a:lnTo>
                  <a:pt x="1136385" y="115185"/>
                </a:lnTo>
                <a:lnTo>
                  <a:pt x="1135855" y="115311"/>
                </a:lnTo>
                <a:lnTo>
                  <a:pt x="1135320" y="115428"/>
                </a:lnTo>
                <a:lnTo>
                  <a:pt x="1134778" y="115535"/>
                </a:lnTo>
                <a:lnTo>
                  <a:pt x="1134231" y="115633"/>
                </a:lnTo>
                <a:lnTo>
                  <a:pt x="1133678" y="115722"/>
                </a:lnTo>
                <a:lnTo>
                  <a:pt x="1133119" y="115801"/>
                </a:lnTo>
                <a:lnTo>
                  <a:pt x="1132554" y="115871"/>
                </a:lnTo>
                <a:lnTo>
                  <a:pt x="1131984" y="115932"/>
                </a:lnTo>
                <a:lnTo>
                  <a:pt x="1131408" y="115984"/>
                </a:lnTo>
                <a:lnTo>
                  <a:pt x="1130826" y="116026"/>
                </a:lnTo>
                <a:lnTo>
                  <a:pt x="1130238" y="116058"/>
                </a:lnTo>
                <a:lnTo>
                  <a:pt x="1129645" y="116082"/>
                </a:lnTo>
                <a:lnTo>
                  <a:pt x="1129046" y="116096"/>
                </a:lnTo>
                <a:lnTo>
                  <a:pt x="1128441" y="116100"/>
                </a:lnTo>
                <a:lnTo>
                  <a:pt x="1127983" y="116097"/>
                </a:lnTo>
                <a:lnTo>
                  <a:pt x="1127530" y="116086"/>
                </a:lnTo>
                <a:lnTo>
                  <a:pt x="1127083" y="116068"/>
                </a:lnTo>
                <a:lnTo>
                  <a:pt x="1126640" y="116043"/>
                </a:lnTo>
                <a:lnTo>
                  <a:pt x="1126203" y="116011"/>
                </a:lnTo>
                <a:lnTo>
                  <a:pt x="1125770" y="115971"/>
                </a:lnTo>
                <a:lnTo>
                  <a:pt x="1125343" y="115925"/>
                </a:lnTo>
                <a:lnTo>
                  <a:pt x="1124921" y="115871"/>
                </a:lnTo>
                <a:lnTo>
                  <a:pt x="1124504" y="115810"/>
                </a:lnTo>
                <a:lnTo>
                  <a:pt x="1124092" y="115742"/>
                </a:lnTo>
                <a:lnTo>
                  <a:pt x="1123686" y="115667"/>
                </a:lnTo>
                <a:lnTo>
                  <a:pt x="1123284" y="115585"/>
                </a:lnTo>
                <a:lnTo>
                  <a:pt x="1122888" y="115495"/>
                </a:lnTo>
                <a:lnTo>
                  <a:pt x="1122496" y="115398"/>
                </a:lnTo>
                <a:lnTo>
                  <a:pt x="1122110" y="115294"/>
                </a:lnTo>
                <a:lnTo>
                  <a:pt x="1121729" y="115183"/>
                </a:lnTo>
                <a:lnTo>
                  <a:pt x="1121353" y="115065"/>
                </a:lnTo>
                <a:lnTo>
                  <a:pt x="1120982" y="114940"/>
                </a:lnTo>
                <a:lnTo>
                  <a:pt x="1120616" y="114807"/>
                </a:lnTo>
                <a:lnTo>
                  <a:pt x="1120256" y="114668"/>
                </a:lnTo>
                <a:lnTo>
                  <a:pt x="1119900" y="114521"/>
                </a:lnTo>
                <a:lnTo>
                  <a:pt x="1119550" y="114367"/>
                </a:lnTo>
                <a:lnTo>
                  <a:pt x="1119204" y="114206"/>
                </a:lnTo>
                <a:lnTo>
                  <a:pt x="1118864" y="114038"/>
                </a:lnTo>
                <a:lnTo>
                  <a:pt x="1118530" y="113863"/>
                </a:lnTo>
                <a:lnTo>
                  <a:pt x="1118202" y="113684"/>
                </a:lnTo>
                <a:lnTo>
                  <a:pt x="1117881" y="113499"/>
                </a:lnTo>
                <a:lnTo>
                  <a:pt x="1117567" y="113309"/>
                </a:lnTo>
                <a:lnTo>
                  <a:pt x="1117259" y="113114"/>
                </a:lnTo>
                <a:lnTo>
                  <a:pt x="1116958" y="112914"/>
                </a:lnTo>
                <a:lnTo>
                  <a:pt x="1116664" y="112709"/>
                </a:lnTo>
                <a:lnTo>
                  <a:pt x="1116376" y="112499"/>
                </a:lnTo>
                <a:lnTo>
                  <a:pt x="1116095" y="112283"/>
                </a:lnTo>
                <a:lnTo>
                  <a:pt x="1115820" y="112063"/>
                </a:lnTo>
                <a:lnTo>
                  <a:pt x="1115552" y="111837"/>
                </a:lnTo>
                <a:lnTo>
                  <a:pt x="1115291" y="111607"/>
                </a:lnTo>
                <a:lnTo>
                  <a:pt x="1115037" y="111371"/>
                </a:lnTo>
                <a:lnTo>
                  <a:pt x="1114789" y="111130"/>
                </a:lnTo>
                <a:lnTo>
                  <a:pt x="1114548" y="110884"/>
                </a:lnTo>
                <a:lnTo>
                  <a:pt x="1114313" y="110632"/>
                </a:lnTo>
                <a:lnTo>
                  <a:pt x="1114085" y="110376"/>
                </a:lnTo>
                <a:lnTo>
                  <a:pt x="1113864" y="110115"/>
                </a:lnTo>
                <a:lnTo>
                  <a:pt x="1113649" y="109848"/>
                </a:lnTo>
                <a:lnTo>
                  <a:pt x="1113441" y="109577"/>
                </a:lnTo>
                <a:lnTo>
                  <a:pt x="1113240" y="109300"/>
                </a:lnTo>
                <a:lnTo>
                  <a:pt x="1113045" y="109018"/>
                </a:lnTo>
                <a:lnTo>
                  <a:pt x="1112857" y="108731"/>
                </a:lnTo>
                <a:lnTo>
                  <a:pt x="1112676" y="108439"/>
                </a:lnTo>
                <a:lnTo>
                  <a:pt x="1112502" y="108143"/>
                </a:lnTo>
                <a:lnTo>
                  <a:pt x="1112335" y="107844"/>
                </a:lnTo>
                <a:lnTo>
                  <a:pt x="1112175" y="107543"/>
                </a:lnTo>
                <a:lnTo>
                  <a:pt x="1112023" y="107240"/>
                </a:lnTo>
                <a:lnTo>
                  <a:pt x="1111879" y="106933"/>
                </a:lnTo>
                <a:lnTo>
                  <a:pt x="1111741" y="106625"/>
                </a:lnTo>
                <a:lnTo>
                  <a:pt x="1111612" y="106313"/>
                </a:lnTo>
                <a:lnTo>
                  <a:pt x="1111489" y="106000"/>
                </a:lnTo>
                <a:lnTo>
                  <a:pt x="1111374" y="105683"/>
                </a:lnTo>
                <a:lnTo>
                  <a:pt x="1111267" y="105364"/>
                </a:lnTo>
                <a:lnTo>
                  <a:pt x="1111166" y="105043"/>
                </a:lnTo>
                <a:lnTo>
                  <a:pt x="1111074" y="104719"/>
                </a:lnTo>
                <a:lnTo>
                  <a:pt x="1110988" y="104392"/>
                </a:lnTo>
                <a:lnTo>
                  <a:pt x="1110911" y="104063"/>
                </a:lnTo>
                <a:lnTo>
                  <a:pt x="1110840" y="103731"/>
                </a:lnTo>
                <a:lnTo>
                  <a:pt x="1110777" y="103397"/>
                </a:lnTo>
                <a:lnTo>
                  <a:pt x="1110721" y="103060"/>
                </a:lnTo>
                <a:lnTo>
                  <a:pt x="1110673" y="102720"/>
                </a:lnTo>
                <a:lnTo>
                  <a:pt x="1110632" y="102378"/>
                </a:lnTo>
                <a:lnTo>
                  <a:pt x="1110599" y="102034"/>
                </a:lnTo>
                <a:lnTo>
                  <a:pt x="1110573" y="101687"/>
                </a:lnTo>
                <a:lnTo>
                  <a:pt x="1110554" y="101337"/>
                </a:lnTo>
                <a:lnTo>
                  <a:pt x="1110543" y="100985"/>
                </a:lnTo>
                <a:lnTo>
                  <a:pt x="1110540" y="100630"/>
                </a:lnTo>
                <a:lnTo>
                  <a:pt x="1110543" y="100288"/>
                </a:lnTo>
                <a:lnTo>
                  <a:pt x="1110553" y="99948"/>
                </a:lnTo>
                <a:lnTo>
                  <a:pt x="1110570" y="99612"/>
                </a:lnTo>
                <a:lnTo>
                  <a:pt x="1110594" y="99278"/>
                </a:lnTo>
                <a:lnTo>
                  <a:pt x="1110624" y="98948"/>
                </a:lnTo>
                <a:lnTo>
                  <a:pt x="1110662" y="98620"/>
                </a:lnTo>
                <a:lnTo>
                  <a:pt x="1110706" y="98296"/>
                </a:lnTo>
                <a:lnTo>
                  <a:pt x="1110757" y="97974"/>
                </a:lnTo>
                <a:lnTo>
                  <a:pt x="1110814" y="97655"/>
                </a:lnTo>
                <a:lnTo>
                  <a:pt x="1110879" y="97339"/>
                </a:lnTo>
                <a:lnTo>
                  <a:pt x="1110950" y="97026"/>
                </a:lnTo>
                <a:lnTo>
                  <a:pt x="1111028" y="96716"/>
                </a:lnTo>
                <a:lnTo>
                  <a:pt x="1111112" y="96409"/>
                </a:lnTo>
                <a:lnTo>
                  <a:pt x="1111204" y="96105"/>
                </a:lnTo>
                <a:lnTo>
                  <a:pt x="1111302" y="95804"/>
                </a:lnTo>
                <a:lnTo>
                  <a:pt x="1111407" y="95506"/>
                </a:lnTo>
                <a:lnTo>
                  <a:pt x="1111519" y="95211"/>
                </a:lnTo>
                <a:lnTo>
                  <a:pt x="1111638" y="94918"/>
                </a:lnTo>
                <a:lnTo>
                  <a:pt x="1111763" y="94629"/>
                </a:lnTo>
                <a:lnTo>
                  <a:pt x="1111895" y="94343"/>
                </a:lnTo>
                <a:lnTo>
                  <a:pt x="1112034" y="94059"/>
                </a:lnTo>
                <a:lnTo>
                  <a:pt x="1112180" y="93779"/>
                </a:lnTo>
                <a:lnTo>
                  <a:pt x="1112333" y="93501"/>
                </a:lnTo>
                <a:lnTo>
                  <a:pt x="1112492" y="93226"/>
                </a:lnTo>
                <a:lnTo>
                  <a:pt x="1112658" y="92955"/>
                </a:lnTo>
                <a:lnTo>
                  <a:pt x="1112829" y="92687"/>
                </a:lnTo>
                <a:lnTo>
                  <a:pt x="1113007" y="92422"/>
                </a:lnTo>
                <a:lnTo>
                  <a:pt x="1113191" y="92161"/>
                </a:lnTo>
                <a:lnTo>
                  <a:pt x="1113380" y="91904"/>
                </a:lnTo>
                <a:lnTo>
                  <a:pt x="1113576" y="91649"/>
                </a:lnTo>
                <a:lnTo>
                  <a:pt x="1113778" y="91399"/>
                </a:lnTo>
                <a:lnTo>
                  <a:pt x="1113986" y="91151"/>
                </a:lnTo>
                <a:lnTo>
                  <a:pt x="1114199" y="90908"/>
                </a:lnTo>
                <a:lnTo>
                  <a:pt x="1114419" y="90667"/>
                </a:lnTo>
                <a:lnTo>
                  <a:pt x="1114645" y="90430"/>
                </a:lnTo>
                <a:lnTo>
                  <a:pt x="1114877" y="90197"/>
                </a:lnTo>
                <a:lnTo>
                  <a:pt x="1115115" y="89967"/>
                </a:lnTo>
                <a:lnTo>
                  <a:pt x="1115358" y="89740"/>
                </a:lnTo>
                <a:lnTo>
                  <a:pt x="1115608" y="89517"/>
                </a:lnTo>
                <a:lnTo>
                  <a:pt x="1115864" y="89297"/>
                </a:lnTo>
                <a:lnTo>
                  <a:pt x="1116126" y="89081"/>
                </a:lnTo>
                <a:lnTo>
                  <a:pt x="1116394" y="88869"/>
                </a:lnTo>
                <a:lnTo>
                  <a:pt x="1116668" y="88659"/>
                </a:lnTo>
                <a:lnTo>
                  <a:pt x="1116948" y="88453"/>
                </a:lnTo>
                <a:lnTo>
                  <a:pt x="1117234" y="88251"/>
                </a:lnTo>
                <a:lnTo>
                  <a:pt x="1117526" y="88052"/>
                </a:lnTo>
                <a:lnTo>
                  <a:pt x="1117823" y="87857"/>
                </a:lnTo>
                <a:lnTo>
                  <a:pt x="1118127" y="87665"/>
                </a:lnTo>
                <a:lnTo>
                  <a:pt x="1118437" y="87476"/>
                </a:lnTo>
                <a:lnTo>
                  <a:pt x="1118753" y="87291"/>
                </a:lnTo>
                <a:lnTo>
                  <a:pt x="1119074" y="87110"/>
                </a:lnTo>
                <a:lnTo>
                  <a:pt x="1119401" y="86933"/>
                </a:lnTo>
                <a:lnTo>
                  <a:pt x="1119734" y="86759"/>
                </a:lnTo>
                <a:lnTo>
                  <a:pt x="1120073" y="86589"/>
                </a:lnTo>
                <a:lnTo>
                  <a:pt x="1120417" y="86423"/>
                </a:lnTo>
                <a:lnTo>
                  <a:pt x="1120767" y="86261"/>
                </a:lnTo>
                <a:lnTo>
                  <a:pt x="1121123" y="86102"/>
                </a:lnTo>
                <a:lnTo>
                  <a:pt x="1121485" y="85947"/>
                </a:lnTo>
                <a:lnTo>
                  <a:pt x="1121852" y="85796"/>
                </a:lnTo>
                <a:lnTo>
                  <a:pt x="1122225" y="85648"/>
                </a:lnTo>
                <a:lnTo>
                  <a:pt x="1122604" y="85504"/>
                </a:lnTo>
                <a:lnTo>
                  <a:pt x="1122989" y="85364"/>
                </a:lnTo>
                <a:lnTo>
                  <a:pt x="1123379" y="85227"/>
                </a:lnTo>
                <a:lnTo>
                  <a:pt x="1123775" y="85094"/>
                </a:lnTo>
                <a:lnTo>
                  <a:pt x="1124177" y="84965"/>
                </a:lnTo>
                <a:lnTo>
                  <a:pt x="1124585" y="84840"/>
                </a:lnTo>
                <a:lnTo>
                  <a:pt x="1124998" y="84718"/>
                </a:lnTo>
                <a:lnTo>
                  <a:pt x="1125417" y="84600"/>
                </a:lnTo>
                <a:lnTo>
                  <a:pt x="1125842" y="84486"/>
                </a:lnTo>
                <a:lnTo>
                  <a:pt x="1126273" y="84375"/>
                </a:lnTo>
                <a:lnTo>
                  <a:pt x="1126710" y="84268"/>
                </a:lnTo>
                <a:lnTo>
                  <a:pt x="1127152" y="84165"/>
                </a:lnTo>
                <a:lnTo>
                  <a:pt x="1127599" y="84066"/>
                </a:lnTo>
                <a:lnTo>
                  <a:pt x="1128052" y="83971"/>
                </a:lnTo>
                <a:lnTo>
                  <a:pt x="1128509" y="83880"/>
                </a:lnTo>
                <a:lnTo>
                  <a:pt x="1128972" y="83794"/>
                </a:lnTo>
                <a:lnTo>
                  <a:pt x="1129439" y="83712"/>
                </a:lnTo>
                <a:lnTo>
                  <a:pt x="1129912" y="83634"/>
                </a:lnTo>
                <a:lnTo>
                  <a:pt x="1130389" y="83560"/>
                </a:lnTo>
                <a:lnTo>
                  <a:pt x="1130872" y="83490"/>
                </a:lnTo>
                <a:lnTo>
                  <a:pt x="1131359" y="83425"/>
                </a:lnTo>
                <a:lnTo>
                  <a:pt x="1131852" y="83363"/>
                </a:lnTo>
                <a:lnTo>
                  <a:pt x="1132349" y="83306"/>
                </a:lnTo>
                <a:lnTo>
                  <a:pt x="1132852" y="83254"/>
                </a:lnTo>
                <a:lnTo>
                  <a:pt x="1133359" y="83205"/>
                </a:lnTo>
                <a:lnTo>
                  <a:pt x="1133872" y="83161"/>
                </a:lnTo>
                <a:lnTo>
                  <a:pt x="1134389" y="83121"/>
                </a:lnTo>
                <a:lnTo>
                  <a:pt x="1134911" y="83085"/>
                </a:lnTo>
                <a:lnTo>
                  <a:pt x="1135439" y="83053"/>
                </a:lnTo>
                <a:lnTo>
                  <a:pt x="1135971" y="83026"/>
                </a:lnTo>
                <a:lnTo>
                  <a:pt x="1136508" y="83003"/>
                </a:lnTo>
                <a:lnTo>
                  <a:pt x="1137051" y="82984"/>
                </a:lnTo>
                <a:lnTo>
                  <a:pt x="1137598" y="82969"/>
                </a:lnTo>
                <a:lnTo>
                  <a:pt x="1138150" y="82958"/>
                </a:lnTo>
                <a:lnTo>
                  <a:pt x="1138708" y="82952"/>
                </a:lnTo>
                <a:lnTo>
                  <a:pt x="1139270" y="82950"/>
                </a:lnTo>
                <a:lnTo>
                  <a:pt x="1154298" y="82950"/>
                </a:lnTo>
                <a:lnTo>
                  <a:pt x="1154298" y="100560"/>
                </a:lnTo>
                <a:lnTo>
                  <a:pt x="1154159" y="100870"/>
                </a:lnTo>
                <a:lnTo>
                  <a:pt x="1153966" y="101276"/>
                </a:lnTo>
                <a:close/>
                <a:moveTo>
                  <a:pt x="1268272" y="103768"/>
                </a:moveTo>
                <a:lnTo>
                  <a:pt x="1268227" y="104067"/>
                </a:lnTo>
                <a:lnTo>
                  <a:pt x="1268174" y="104365"/>
                </a:lnTo>
                <a:lnTo>
                  <a:pt x="1268113" y="104661"/>
                </a:lnTo>
                <a:lnTo>
                  <a:pt x="1268043" y="104956"/>
                </a:lnTo>
                <a:lnTo>
                  <a:pt x="1267965" y="105250"/>
                </a:lnTo>
                <a:lnTo>
                  <a:pt x="1267879" y="105542"/>
                </a:lnTo>
                <a:lnTo>
                  <a:pt x="1267785" y="105833"/>
                </a:lnTo>
                <a:lnTo>
                  <a:pt x="1267683" y="106122"/>
                </a:lnTo>
                <a:lnTo>
                  <a:pt x="1267572" y="106410"/>
                </a:lnTo>
                <a:lnTo>
                  <a:pt x="1267454" y="106697"/>
                </a:lnTo>
                <a:lnTo>
                  <a:pt x="1267327" y="106982"/>
                </a:lnTo>
                <a:lnTo>
                  <a:pt x="1267192" y="107266"/>
                </a:lnTo>
                <a:lnTo>
                  <a:pt x="1267049" y="107548"/>
                </a:lnTo>
                <a:lnTo>
                  <a:pt x="1266897" y="107829"/>
                </a:lnTo>
                <a:lnTo>
                  <a:pt x="1266737" y="108108"/>
                </a:lnTo>
                <a:lnTo>
                  <a:pt x="1266570" y="108386"/>
                </a:lnTo>
                <a:lnTo>
                  <a:pt x="1266394" y="108663"/>
                </a:lnTo>
                <a:lnTo>
                  <a:pt x="1266210" y="108938"/>
                </a:lnTo>
                <a:lnTo>
                  <a:pt x="1266017" y="109212"/>
                </a:lnTo>
                <a:lnTo>
                  <a:pt x="1265817" y="109483"/>
                </a:lnTo>
                <a:lnTo>
                  <a:pt x="1265609" y="109750"/>
                </a:lnTo>
                <a:lnTo>
                  <a:pt x="1265393" y="110012"/>
                </a:lnTo>
                <a:lnTo>
                  <a:pt x="1265170" y="110269"/>
                </a:lnTo>
                <a:lnTo>
                  <a:pt x="1264939" y="110522"/>
                </a:lnTo>
                <a:lnTo>
                  <a:pt x="1264700" y="110771"/>
                </a:lnTo>
                <a:lnTo>
                  <a:pt x="1264454" y="111015"/>
                </a:lnTo>
                <a:lnTo>
                  <a:pt x="1264200" y="111255"/>
                </a:lnTo>
                <a:lnTo>
                  <a:pt x="1263938" y="111490"/>
                </a:lnTo>
                <a:lnTo>
                  <a:pt x="1263669" y="111720"/>
                </a:lnTo>
                <a:lnTo>
                  <a:pt x="1263392" y="111947"/>
                </a:lnTo>
                <a:lnTo>
                  <a:pt x="1263107" y="112168"/>
                </a:lnTo>
                <a:lnTo>
                  <a:pt x="1262815" y="112385"/>
                </a:lnTo>
                <a:lnTo>
                  <a:pt x="1262515" y="112598"/>
                </a:lnTo>
                <a:lnTo>
                  <a:pt x="1262207" y="112806"/>
                </a:lnTo>
                <a:lnTo>
                  <a:pt x="1261892" y="113010"/>
                </a:lnTo>
                <a:lnTo>
                  <a:pt x="1261569" y="113210"/>
                </a:lnTo>
                <a:lnTo>
                  <a:pt x="1261238" y="113404"/>
                </a:lnTo>
                <a:lnTo>
                  <a:pt x="1260900" y="113595"/>
                </a:lnTo>
                <a:lnTo>
                  <a:pt x="1260553" y="113781"/>
                </a:lnTo>
                <a:lnTo>
                  <a:pt x="1260200" y="113962"/>
                </a:lnTo>
                <a:lnTo>
                  <a:pt x="1259838" y="114139"/>
                </a:lnTo>
                <a:lnTo>
                  <a:pt x="1259469" y="114312"/>
                </a:lnTo>
                <a:lnTo>
                  <a:pt x="1259092" y="114480"/>
                </a:lnTo>
                <a:lnTo>
                  <a:pt x="1258708" y="114642"/>
                </a:lnTo>
                <a:lnTo>
                  <a:pt x="1258316" y="114797"/>
                </a:lnTo>
                <a:lnTo>
                  <a:pt x="1257917" y="114946"/>
                </a:lnTo>
                <a:lnTo>
                  <a:pt x="1257511" y="115087"/>
                </a:lnTo>
                <a:lnTo>
                  <a:pt x="1257097" y="115222"/>
                </a:lnTo>
                <a:lnTo>
                  <a:pt x="1256675" y="115350"/>
                </a:lnTo>
                <a:lnTo>
                  <a:pt x="1256246" y="115471"/>
                </a:lnTo>
                <a:lnTo>
                  <a:pt x="1255810" y="115585"/>
                </a:lnTo>
                <a:lnTo>
                  <a:pt x="1255366" y="115692"/>
                </a:lnTo>
                <a:lnTo>
                  <a:pt x="1254915" y="115792"/>
                </a:lnTo>
                <a:lnTo>
                  <a:pt x="1254457" y="115885"/>
                </a:lnTo>
                <a:lnTo>
                  <a:pt x="1253991" y="115971"/>
                </a:lnTo>
                <a:lnTo>
                  <a:pt x="1253518" y="116051"/>
                </a:lnTo>
                <a:lnTo>
                  <a:pt x="1253037" y="116123"/>
                </a:lnTo>
                <a:lnTo>
                  <a:pt x="1252549" y="116189"/>
                </a:lnTo>
                <a:lnTo>
                  <a:pt x="1252053" y="116248"/>
                </a:lnTo>
                <a:lnTo>
                  <a:pt x="1251550" y="116299"/>
                </a:lnTo>
                <a:lnTo>
                  <a:pt x="1251040" y="116344"/>
                </a:lnTo>
                <a:lnTo>
                  <a:pt x="1250522" y="116382"/>
                </a:lnTo>
                <a:lnTo>
                  <a:pt x="1249997" y="116413"/>
                </a:lnTo>
                <a:lnTo>
                  <a:pt x="1249464" y="116437"/>
                </a:lnTo>
                <a:lnTo>
                  <a:pt x="1248924" y="116455"/>
                </a:lnTo>
                <a:lnTo>
                  <a:pt x="1248376" y="116465"/>
                </a:lnTo>
                <a:lnTo>
                  <a:pt x="1247821" y="116469"/>
                </a:lnTo>
                <a:lnTo>
                  <a:pt x="1247404" y="116466"/>
                </a:lnTo>
                <a:lnTo>
                  <a:pt x="1246986" y="116458"/>
                </a:lnTo>
                <a:lnTo>
                  <a:pt x="1246569" y="116446"/>
                </a:lnTo>
                <a:lnTo>
                  <a:pt x="1246151" y="116428"/>
                </a:lnTo>
                <a:lnTo>
                  <a:pt x="1245734" y="116405"/>
                </a:lnTo>
                <a:lnTo>
                  <a:pt x="1245317" y="116376"/>
                </a:lnTo>
                <a:lnTo>
                  <a:pt x="1244899" y="116343"/>
                </a:lnTo>
                <a:lnTo>
                  <a:pt x="1244482" y="116305"/>
                </a:lnTo>
                <a:lnTo>
                  <a:pt x="1244064" y="116261"/>
                </a:lnTo>
                <a:lnTo>
                  <a:pt x="1243647" y="116213"/>
                </a:lnTo>
                <a:lnTo>
                  <a:pt x="1243229" y="116159"/>
                </a:lnTo>
                <a:lnTo>
                  <a:pt x="1242812" y="116100"/>
                </a:lnTo>
                <a:lnTo>
                  <a:pt x="1242394" y="116036"/>
                </a:lnTo>
                <a:lnTo>
                  <a:pt x="1241977" y="115967"/>
                </a:lnTo>
                <a:lnTo>
                  <a:pt x="1241560" y="115893"/>
                </a:lnTo>
                <a:lnTo>
                  <a:pt x="1241142" y="115814"/>
                </a:lnTo>
                <a:lnTo>
                  <a:pt x="1240725" y="115729"/>
                </a:lnTo>
                <a:lnTo>
                  <a:pt x="1240307" y="115640"/>
                </a:lnTo>
                <a:lnTo>
                  <a:pt x="1239890" y="115545"/>
                </a:lnTo>
                <a:lnTo>
                  <a:pt x="1239472" y="115445"/>
                </a:lnTo>
                <a:lnTo>
                  <a:pt x="1239055" y="115341"/>
                </a:lnTo>
                <a:lnTo>
                  <a:pt x="1238637" y="115231"/>
                </a:lnTo>
                <a:lnTo>
                  <a:pt x="1238220" y="115115"/>
                </a:lnTo>
                <a:lnTo>
                  <a:pt x="1237802" y="114995"/>
                </a:lnTo>
                <a:lnTo>
                  <a:pt x="1237388" y="114869"/>
                </a:lnTo>
                <a:lnTo>
                  <a:pt x="1236978" y="114735"/>
                </a:lnTo>
                <a:lnTo>
                  <a:pt x="1236574" y="114594"/>
                </a:lnTo>
                <a:lnTo>
                  <a:pt x="1236175" y="114446"/>
                </a:lnTo>
                <a:lnTo>
                  <a:pt x="1235781" y="114290"/>
                </a:lnTo>
                <a:lnTo>
                  <a:pt x="1235392" y="114127"/>
                </a:lnTo>
                <a:lnTo>
                  <a:pt x="1235009" y="113957"/>
                </a:lnTo>
                <a:lnTo>
                  <a:pt x="1234631" y="113780"/>
                </a:lnTo>
                <a:lnTo>
                  <a:pt x="1234258" y="113595"/>
                </a:lnTo>
                <a:lnTo>
                  <a:pt x="1233890" y="113403"/>
                </a:lnTo>
                <a:lnTo>
                  <a:pt x="1233528" y="113204"/>
                </a:lnTo>
                <a:lnTo>
                  <a:pt x="1233171" y="112997"/>
                </a:lnTo>
                <a:lnTo>
                  <a:pt x="1232819" y="112783"/>
                </a:lnTo>
                <a:lnTo>
                  <a:pt x="1232472" y="112562"/>
                </a:lnTo>
                <a:lnTo>
                  <a:pt x="1232131" y="112333"/>
                </a:lnTo>
                <a:lnTo>
                  <a:pt x="1231794" y="112098"/>
                </a:lnTo>
                <a:lnTo>
                  <a:pt x="1231464" y="111855"/>
                </a:lnTo>
                <a:lnTo>
                  <a:pt x="1231138" y="111604"/>
                </a:lnTo>
                <a:lnTo>
                  <a:pt x="1230817" y="111347"/>
                </a:lnTo>
                <a:lnTo>
                  <a:pt x="1230502" y="111082"/>
                </a:lnTo>
                <a:lnTo>
                  <a:pt x="1230192" y="110809"/>
                </a:lnTo>
                <a:lnTo>
                  <a:pt x="1229888" y="110530"/>
                </a:lnTo>
                <a:lnTo>
                  <a:pt x="1229588" y="110243"/>
                </a:lnTo>
                <a:lnTo>
                  <a:pt x="1229294" y="109949"/>
                </a:lnTo>
                <a:lnTo>
                  <a:pt x="1229008" y="109647"/>
                </a:lnTo>
                <a:lnTo>
                  <a:pt x="1228732" y="109335"/>
                </a:lnTo>
                <a:lnTo>
                  <a:pt x="1228468" y="109014"/>
                </a:lnTo>
                <a:lnTo>
                  <a:pt x="1228214" y="108683"/>
                </a:lnTo>
                <a:lnTo>
                  <a:pt x="1227972" y="108344"/>
                </a:lnTo>
                <a:lnTo>
                  <a:pt x="1227740" y="107994"/>
                </a:lnTo>
                <a:lnTo>
                  <a:pt x="1227519" y="107636"/>
                </a:lnTo>
                <a:lnTo>
                  <a:pt x="1227309" y="107268"/>
                </a:lnTo>
                <a:lnTo>
                  <a:pt x="1227110" y="106891"/>
                </a:lnTo>
                <a:lnTo>
                  <a:pt x="1226921" y="106505"/>
                </a:lnTo>
                <a:lnTo>
                  <a:pt x="1226744" y="106109"/>
                </a:lnTo>
                <a:lnTo>
                  <a:pt x="1226577" y="105704"/>
                </a:lnTo>
                <a:lnTo>
                  <a:pt x="1226422" y="105289"/>
                </a:lnTo>
                <a:lnTo>
                  <a:pt x="1226277" y="104866"/>
                </a:lnTo>
                <a:lnTo>
                  <a:pt x="1226143" y="104433"/>
                </a:lnTo>
                <a:lnTo>
                  <a:pt x="1226020" y="103990"/>
                </a:lnTo>
                <a:lnTo>
                  <a:pt x="1225907" y="103538"/>
                </a:lnTo>
                <a:lnTo>
                  <a:pt x="1225806" y="103077"/>
                </a:lnTo>
                <a:lnTo>
                  <a:pt x="1225716" y="102607"/>
                </a:lnTo>
                <a:lnTo>
                  <a:pt x="1225636" y="102127"/>
                </a:lnTo>
                <a:lnTo>
                  <a:pt x="1225567" y="101638"/>
                </a:lnTo>
                <a:lnTo>
                  <a:pt x="1225509" y="101139"/>
                </a:lnTo>
                <a:lnTo>
                  <a:pt x="1225462" y="100631"/>
                </a:lnTo>
                <a:lnTo>
                  <a:pt x="1225426" y="100114"/>
                </a:lnTo>
                <a:lnTo>
                  <a:pt x="1216586" y="100114"/>
                </a:lnTo>
                <a:lnTo>
                  <a:pt x="1216592" y="100635"/>
                </a:lnTo>
                <a:lnTo>
                  <a:pt x="1216611" y="101152"/>
                </a:lnTo>
                <a:lnTo>
                  <a:pt x="1216642" y="101667"/>
                </a:lnTo>
                <a:lnTo>
                  <a:pt x="1216685" y="102179"/>
                </a:lnTo>
                <a:lnTo>
                  <a:pt x="1216741" y="102688"/>
                </a:lnTo>
                <a:lnTo>
                  <a:pt x="1216809" y="103195"/>
                </a:lnTo>
                <a:lnTo>
                  <a:pt x="1216890" y="103698"/>
                </a:lnTo>
                <a:lnTo>
                  <a:pt x="1216983" y="104199"/>
                </a:lnTo>
                <a:lnTo>
                  <a:pt x="1217089" y="104697"/>
                </a:lnTo>
                <a:lnTo>
                  <a:pt x="1217206" y="105192"/>
                </a:lnTo>
                <a:lnTo>
                  <a:pt x="1217337" y="105684"/>
                </a:lnTo>
                <a:lnTo>
                  <a:pt x="1217479" y="106174"/>
                </a:lnTo>
                <a:lnTo>
                  <a:pt x="1217634" y="106660"/>
                </a:lnTo>
                <a:lnTo>
                  <a:pt x="1217802" y="107144"/>
                </a:lnTo>
                <a:lnTo>
                  <a:pt x="1217982" y="107625"/>
                </a:lnTo>
                <a:lnTo>
                  <a:pt x="1218174" y="108103"/>
                </a:lnTo>
                <a:lnTo>
                  <a:pt x="1218379" y="108579"/>
                </a:lnTo>
                <a:lnTo>
                  <a:pt x="1218596" y="109051"/>
                </a:lnTo>
                <a:lnTo>
                  <a:pt x="1218825" y="109521"/>
                </a:lnTo>
                <a:lnTo>
                  <a:pt x="1219067" y="109988"/>
                </a:lnTo>
                <a:lnTo>
                  <a:pt x="1219322" y="110452"/>
                </a:lnTo>
                <a:lnTo>
                  <a:pt x="1219588" y="110913"/>
                </a:lnTo>
                <a:lnTo>
                  <a:pt x="1219868" y="111372"/>
                </a:lnTo>
                <a:lnTo>
                  <a:pt x="1220159" y="111828"/>
                </a:lnTo>
                <a:lnTo>
                  <a:pt x="1220463" y="112278"/>
                </a:lnTo>
                <a:lnTo>
                  <a:pt x="1220778" y="112722"/>
                </a:lnTo>
                <a:lnTo>
                  <a:pt x="1221106" y="113158"/>
                </a:lnTo>
                <a:lnTo>
                  <a:pt x="1221445" y="113587"/>
                </a:lnTo>
                <a:lnTo>
                  <a:pt x="1221796" y="114009"/>
                </a:lnTo>
                <a:lnTo>
                  <a:pt x="1222160" y="114424"/>
                </a:lnTo>
                <a:lnTo>
                  <a:pt x="1222535" y="114832"/>
                </a:lnTo>
                <a:lnTo>
                  <a:pt x="1222922" y="115233"/>
                </a:lnTo>
                <a:lnTo>
                  <a:pt x="1223320" y="115626"/>
                </a:lnTo>
                <a:lnTo>
                  <a:pt x="1223731" y="116012"/>
                </a:lnTo>
                <a:lnTo>
                  <a:pt x="1224154" y="116391"/>
                </a:lnTo>
                <a:lnTo>
                  <a:pt x="1224588" y="116763"/>
                </a:lnTo>
                <a:lnTo>
                  <a:pt x="1225035" y="117128"/>
                </a:lnTo>
                <a:lnTo>
                  <a:pt x="1225493" y="117486"/>
                </a:lnTo>
                <a:lnTo>
                  <a:pt x="1225963" y="117836"/>
                </a:lnTo>
                <a:lnTo>
                  <a:pt x="1226445" y="118179"/>
                </a:lnTo>
                <a:lnTo>
                  <a:pt x="1226939" y="118515"/>
                </a:lnTo>
                <a:lnTo>
                  <a:pt x="1227445" y="118844"/>
                </a:lnTo>
                <a:lnTo>
                  <a:pt x="1227963" y="119166"/>
                </a:lnTo>
                <a:lnTo>
                  <a:pt x="1228493" y="119481"/>
                </a:lnTo>
                <a:lnTo>
                  <a:pt x="1229034" y="119788"/>
                </a:lnTo>
                <a:lnTo>
                  <a:pt x="1229588" y="120089"/>
                </a:lnTo>
                <a:lnTo>
                  <a:pt x="1230153" y="120382"/>
                </a:lnTo>
                <a:lnTo>
                  <a:pt x="1230730" y="120668"/>
                </a:lnTo>
                <a:lnTo>
                  <a:pt x="1231319" y="120944"/>
                </a:lnTo>
                <a:lnTo>
                  <a:pt x="1231918" y="121209"/>
                </a:lnTo>
                <a:lnTo>
                  <a:pt x="1232528" y="121462"/>
                </a:lnTo>
                <a:lnTo>
                  <a:pt x="1233149" y="121703"/>
                </a:lnTo>
                <a:lnTo>
                  <a:pt x="1233781" y="121933"/>
                </a:lnTo>
                <a:lnTo>
                  <a:pt x="1234423" y="122150"/>
                </a:lnTo>
                <a:lnTo>
                  <a:pt x="1235076" y="122356"/>
                </a:lnTo>
                <a:lnTo>
                  <a:pt x="1235740" y="122550"/>
                </a:lnTo>
                <a:lnTo>
                  <a:pt x="1236414" y="122733"/>
                </a:lnTo>
                <a:lnTo>
                  <a:pt x="1237100" y="122903"/>
                </a:lnTo>
                <a:lnTo>
                  <a:pt x="1237796" y="123062"/>
                </a:lnTo>
                <a:lnTo>
                  <a:pt x="1238502" y="123209"/>
                </a:lnTo>
                <a:lnTo>
                  <a:pt x="1239220" y="123344"/>
                </a:lnTo>
                <a:lnTo>
                  <a:pt x="1239948" y="123468"/>
                </a:lnTo>
                <a:lnTo>
                  <a:pt x="1240687" y="123580"/>
                </a:lnTo>
                <a:lnTo>
                  <a:pt x="1241437" y="123680"/>
                </a:lnTo>
                <a:lnTo>
                  <a:pt x="1242197" y="123768"/>
                </a:lnTo>
                <a:lnTo>
                  <a:pt x="1242968" y="123845"/>
                </a:lnTo>
                <a:lnTo>
                  <a:pt x="1243750" y="123909"/>
                </a:lnTo>
                <a:lnTo>
                  <a:pt x="1244543" y="123962"/>
                </a:lnTo>
                <a:lnTo>
                  <a:pt x="1245346" y="124003"/>
                </a:lnTo>
                <a:lnTo>
                  <a:pt x="1246161" y="124033"/>
                </a:lnTo>
                <a:lnTo>
                  <a:pt x="1246986" y="124050"/>
                </a:lnTo>
                <a:lnTo>
                  <a:pt x="1247821" y="124056"/>
                </a:lnTo>
                <a:lnTo>
                  <a:pt x="1248378" y="124054"/>
                </a:lnTo>
                <a:lnTo>
                  <a:pt x="1248930" y="124045"/>
                </a:lnTo>
                <a:lnTo>
                  <a:pt x="1249477" y="124031"/>
                </a:lnTo>
                <a:lnTo>
                  <a:pt x="1250020" y="124011"/>
                </a:lnTo>
                <a:lnTo>
                  <a:pt x="1250559" y="123986"/>
                </a:lnTo>
                <a:lnTo>
                  <a:pt x="1251093" y="123955"/>
                </a:lnTo>
                <a:lnTo>
                  <a:pt x="1251622" y="123918"/>
                </a:lnTo>
                <a:lnTo>
                  <a:pt x="1252147" y="123876"/>
                </a:lnTo>
                <a:lnTo>
                  <a:pt x="1252668" y="123828"/>
                </a:lnTo>
                <a:lnTo>
                  <a:pt x="1253184" y="123775"/>
                </a:lnTo>
                <a:lnTo>
                  <a:pt x="1253696" y="123716"/>
                </a:lnTo>
                <a:lnTo>
                  <a:pt x="1254203" y="123651"/>
                </a:lnTo>
                <a:lnTo>
                  <a:pt x="1254705" y="123581"/>
                </a:lnTo>
                <a:lnTo>
                  <a:pt x="1255204" y="123505"/>
                </a:lnTo>
                <a:lnTo>
                  <a:pt x="1255697" y="123423"/>
                </a:lnTo>
                <a:lnTo>
                  <a:pt x="1256187" y="123336"/>
                </a:lnTo>
                <a:lnTo>
                  <a:pt x="1256671" y="123243"/>
                </a:lnTo>
                <a:lnTo>
                  <a:pt x="1257152" y="123145"/>
                </a:lnTo>
                <a:lnTo>
                  <a:pt x="1257628" y="123041"/>
                </a:lnTo>
                <a:lnTo>
                  <a:pt x="1258099" y="122931"/>
                </a:lnTo>
                <a:lnTo>
                  <a:pt x="1258566" y="122816"/>
                </a:lnTo>
                <a:lnTo>
                  <a:pt x="1259028" y="122695"/>
                </a:lnTo>
                <a:lnTo>
                  <a:pt x="1259486" y="122568"/>
                </a:lnTo>
                <a:lnTo>
                  <a:pt x="1259940" y="122436"/>
                </a:lnTo>
                <a:lnTo>
                  <a:pt x="1260388" y="122298"/>
                </a:lnTo>
                <a:lnTo>
                  <a:pt x="1260831" y="122156"/>
                </a:lnTo>
                <a:lnTo>
                  <a:pt x="1261269" y="122009"/>
                </a:lnTo>
                <a:lnTo>
                  <a:pt x="1261701" y="121858"/>
                </a:lnTo>
                <a:lnTo>
                  <a:pt x="1262129" y="121701"/>
                </a:lnTo>
                <a:lnTo>
                  <a:pt x="1262550" y="121540"/>
                </a:lnTo>
                <a:lnTo>
                  <a:pt x="1262966" y="121374"/>
                </a:lnTo>
                <a:lnTo>
                  <a:pt x="1263377" y="121204"/>
                </a:lnTo>
                <a:lnTo>
                  <a:pt x="1263783" y="121028"/>
                </a:lnTo>
                <a:lnTo>
                  <a:pt x="1264183" y="120848"/>
                </a:lnTo>
                <a:lnTo>
                  <a:pt x="1264578" y="120664"/>
                </a:lnTo>
                <a:lnTo>
                  <a:pt x="1264967" y="120474"/>
                </a:lnTo>
                <a:lnTo>
                  <a:pt x="1265351" y="120280"/>
                </a:lnTo>
                <a:lnTo>
                  <a:pt x="1265730" y="120081"/>
                </a:lnTo>
                <a:lnTo>
                  <a:pt x="1266104" y="119877"/>
                </a:lnTo>
                <a:lnTo>
                  <a:pt x="1266471" y="119669"/>
                </a:lnTo>
                <a:lnTo>
                  <a:pt x="1266834" y="119456"/>
                </a:lnTo>
                <a:lnTo>
                  <a:pt x="1267191" y="119238"/>
                </a:lnTo>
                <a:lnTo>
                  <a:pt x="1267543" y="119015"/>
                </a:lnTo>
                <a:lnTo>
                  <a:pt x="1267890" y="118788"/>
                </a:lnTo>
                <a:lnTo>
                  <a:pt x="1268231" y="118556"/>
                </a:lnTo>
                <a:lnTo>
                  <a:pt x="1268566" y="118319"/>
                </a:lnTo>
                <a:lnTo>
                  <a:pt x="1268897" y="118078"/>
                </a:lnTo>
                <a:lnTo>
                  <a:pt x="1269222" y="117831"/>
                </a:lnTo>
                <a:lnTo>
                  <a:pt x="1269541" y="117581"/>
                </a:lnTo>
                <a:lnTo>
                  <a:pt x="1269854" y="117326"/>
                </a:lnTo>
                <a:lnTo>
                  <a:pt x="1270160" y="117068"/>
                </a:lnTo>
                <a:lnTo>
                  <a:pt x="1270461" y="116806"/>
                </a:lnTo>
                <a:lnTo>
                  <a:pt x="1270755" y="116540"/>
                </a:lnTo>
                <a:lnTo>
                  <a:pt x="1271043" y="116271"/>
                </a:lnTo>
                <a:lnTo>
                  <a:pt x="1271324" y="115997"/>
                </a:lnTo>
                <a:lnTo>
                  <a:pt x="1271600" y="115720"/>
                </a:lnTo>
                <a:lnTo>
                  <a:pt x="1271869" y="115438"/>
                </a:lnTo>
                <a:lnTo>
                  <a:pt x="1272131" y="115153"/>
                </a:lnTo>
                <a:lnTo>
                  <a:pt x="1272388" y="114864"/>
                </a:lnTo>
                <a:lnTo>
                  <a:pt x="1272638" y="114572"/>
                </a:lnTo>
                <a:lnTo>
                  <a:pt x="1272882" y="114275"/>
                </a:lnTo>
                <a:lnTo>
                  <a:pt x="1273120" y="113975"/>
                </a:lnTo>
                <a:lnTo>
                  <a:pt x="1273351" y="113670"/>
                </a:lnTo>
                <a:lnTo>
                  <a:pt x="1273576" y="113362"/>
                </a:lnTo>
                <a:lnTo>
                  <a:pt x="1273795" y="113050"/>
                </a:lnTo>
                <a:lnTo>
                  <a:pt x="1274008" y="112735"/>
                </a:lnTo>
                <a:lnTo>
                  <a:pt x="1274214" y="112415"/>
                </a:lnTo>
                <a:lnTo>
                  <a:pt x="1274414" y="112091"/>
                </a:lnTo>
                <a:lnTo>
                  <a:pt x="1274608" y="111764"/>
                </a:lnTo>
                <a:lnTo>
                  <a:pt x="1274796" y="111433"/>
                </a:lnTo>
                <a:lnTo>
                  <a:pt x="1274977" y="111098"/>
                </a:lnTo>
                <a:lnTo>
                  <a:pt x="1275152" y="110759"/>
                </a:lnTo>
                <a:lnTo>
                  <a:pt x="1275320" y="110417"/>
                </a:lnTo>
                <a:lnTo>
                  <a:pt x="1275481" y="110072"/>
                </a:lnTo>
                <a:lnTo>
                  <a:pt x="1275635" y="109724"/>
                </a:lnTo>
                <a:lnTo>
                  <a:pt x="1275782" y="109373"/>
                </a:lnTo>
                <a:lnTo>
                  <a:pt x="1275922" y="109019"/>
                </a:lnTo>
                <a:lnTo>
                  <a:pt x="1276054" y="108662"/>
                </a:lnTo>
                <a:lnTo>
                  <a:pt x="1276180" y="108302"/>
                </a:lnTo>
                <a:lnTo>
                  <a:pt x="1276298" y="107939"/>
                </a:lnTo>
                <a:lnTo>
                  <a:pt x="1276409" y="107574"/>
                </a:lnTo>
                <a:lnTo>
                  <a:pt x="1276513" y="107205"/>
                </a:lnTo>
                <a:lnTo>
                  <a:pt x="1276609" y="106834"/>
                </a:lnTo>
                <a:lnTo>
                  <a:pt x="1276699" y="106459"/>
                </a:lnTo>
                <a:lnTo>
                  <a:pt x="1276781" y="106081"/>
                </a:lnTo>
                <a:lnTo>
                  <a:pt x="1276857" y="105701"/>
                </a:lnTo>
                <a:lnTo>
                  <a:pt x="1276925" y="105318"/>
                </a:lnTo>
                <a:lnTo>
                  <a:pt x="1276985" y="104931"/>
                </a:lnTo>
                <a:lnTo>
                  <a:pt x="1277039" y="104542"/>
                </a:lnTo>
                <a:lnTo>
                  <a:pt x="1277086" y="104150"/>
                </a:lnTo>
                <a:lnTo>
                  <a:pt x="1277125" y="103755"/>
                </a:lnTo>
                <a:lnTo>
                  <a:pt x="1277157" y="103357"/>
                </a:lnTo>
                <a:lnTo>
                  <a:pt x="1277182" y="102956"/>
                </a:lnTo>
                <a:lnTo>
                  <a:pt x="1277200" y="102552"/>
                </a:lnTo>
                <a:lnTo>
                  <a:pt x="1277211" y="102145"/>
                </a:lnTo>
                <a:lnTo>
                  <a:pt x="1277215" y="101735"/>
                </a:lnTo>
                <a:lnTo>
                  <a:pt x="1277209" y="101210"/>
                </a:lnTo>
                <a:lnTo>
                  <a:pt x="1277194" y="100692"/>
                </a:lnTo>
                <a:lnTo>
                  <a:pt x="1277168" y="100181"/>
                </a:lnTo>
                <a:lnTo>
                  <a:pt x="1277132" y="99676"/>
                </a:lnTo>
                <a:lnTo>
                  <a:pt x="1277085" y="99178"/>
                </a:lnTo>
                <a:lnTo>
                  <a:pt x="1277028" y="98687"/>
                </a:lnTo>
                <a:lnTo>
                  <a:pt x="1276961" y="98202"/>
                </a:lnTo>
                <a:lnTo>
                  <a:pt x="1276883" y="97724"/>
                </a:lnTo>
                <a:lnTo>
                  <a:pt x="1276795" y="97253"/>
                </a:lnTo>
                <a:lnTo>
                  <a:pt x="1276697" y="96788"/>
                </a:lnTo>
                <a:lnTo>
                  <a:pt x="1276588" y="96330"/>
                </a:lnTo>
                <a:lnTo>
                  <a:pt x="1276469" y="95878"/>
                </a:lnTo>
                <a:lnTo>
                  <a:pt x="1276339" y="95434"/>
                </a:lnTo>
                <a:lnTo>
                  <a:pt x="1276199" y="94995"/>
                </a:lnTo>
                <a:lnTo>
                  <a:pt x="1276049" y="94564"/>
                </a:lnTo>
                <a:lnTo>
                  <a:pt x="1275889" y="94139"/>
                </a:lnTo>
                <a:lnTo>
                  <a:pt x="1275718" y="93721"/>
                </a:lnTo>
                <a:lnTo>
                  <a:pt x="1275536" y="93309"/>
                </a:lnTo>
                <a:lnTo>
                  <a:pt x="1275345" y="92904"/>
                </a:lnTo>
                <a:lnTo>
                  <a:pt x="1275143" y="92506"/>
                </a:lnTo>
                <a:lnTo>
                  <a:pt x="1274930" y="92115"/>
                </a:lnTo>
                <a:lnTo>
                  <a:pt x="1274708" y="91730"/>
                </a:lnTo>
                <a:lnTo>
                  <a:pt x="1274475" y="91351"/>
                </a:lnTo>
                <a:lnTo>
                  <a:pt x="1274231" y="90980"/>
                </a:lnTo>
                <a:lnTo>
                  <a:pt x="1273977" y="90614"/>
                </a:lnTo>
                <a:lnTo>
                  <a:pt x="1273712" y="90252"/>
                </a:lnTo>
                <a:lnTo>
                  <a:pt x="1273436" y="89896"/>
                </a:lnTo>
                <a:lnTo>
                  <a:pt x="1273149" y="89544"/>
                </a:lnTo>
                <a:lnTo>
                  <a:pt x="1272850" y="89197"/>
                </a:lnTo>
                <a:lnTo>
                  <a:pt x="1272541" y="88855"/>
                </a:lnTo>
                <a:lnTo>
                  <a:pt x="1272221" y="88517"/>
                </a:lnTo>
                <a:lnTo>
                  <a:pt x="1271890" y="88184"/>
                </a:lnTo>
                <a:lnTo>
                  <a:pt x="1271548" y="87856"/>
                </a:lnTo>
                <a:lnTo>
                  <a:pt x="1271195" y="87533"/>
                </a:lnTo>
                <a:lnTo>
                  <a:pt x="1270831" y="87214"/>
                </a:lnTo>
                <a:lnTo>
                  <a:pt x="1270456" y="86900"/>
                </a:lnTo>
                <a:lnTo>
                  <a:pt x="1270070" y="86591"/>
                </a:lnTo>
                <a:lnTo>
                  <a:pt x="1269672" y="86287"/>
                </a:lnTo>
                <a:lnTo>
                  <a:pt x="1269264" y="85987"/>
                </a:lnTo>
                <a:lnTo>
                  <a:pt x="1268845" y="85692"/>
                </a:lnTo>
                <a:lnTo>
                  <a:pt x="1268415" y="85402"/>
                </a:lnTo>
                <a:lnTo>
                  <a:pt x="1267974" y="85116"/>
                </a:lnTo>
                <a:lnTo>
                  <a:pt x="1267522" y="84835"/>
                </a:lnTo>
                <a:lnTo>
                  <a:pt x="1267059" y="84559"/>
                </a:lnTo>
                <a:lnTo>
                  <a:pt x="1266585" y="84288"/>
                </a:lnTo>
                <a:lnTo>
                  <a:pt x="1266100" y="84021"/>
                </a:lnTo>
                <a:lnTo>
                  <a:pt x="1265603" y="83759"/>
                </a:lnTo>
                <a:lnTo>
                  <a:pt x="1265096" y="83502"/>
                </a:lnTo>
                <a:lnTo>
                  <a:pt x="1264578" y="83249"/>
                </a:lnTo>
                <a:lnTo>
                  <a:pt x="1264047" y="82999"/>
                </a:lnTo>
                <a:lnTo>
                  <a:pt x="1263504" y="82751"/>
                </a:lnTo>
                <a:lnTo>
                  <a:pt x="1262949" y="82507"/>
                </a:lnTo>
                <a:lnTo>
                  <a:pt x="1262381" y="82265"/>
                </a:lnTo>
                <a:lnTo>
                  <a:pt x="1261802" y="82027"/>
                </a:lnTo>
                <a:lnTo>
                  <a:pt x="1261210" y="81791"/>
                </a:lnTo>
                <a:lnTo>
                  <a:pt x="1260607" y="81558"/>
                </a:lnTo>
                <a:lnTo>
                  <a:pt x="1259991" y="81329"/>
                </a:lnTo>
                <a:lnTo>
                  <a:pt x="1259363" y="81102"/>
                </a:lnTo>
                <a:lnTo>
                  <a:pt x="1258723" y="80878"/>
                </a:lnTo>
                <a:lnTo>
                  <a:pt x="1258070" y="80657"/>
                </a:lnTo>
                <a:lnTo>
                  <a:pt x="1257406" y="80439"/>
                </a:lnTo>
                <a:lnTo>
                  <a:pt x="1256729" y="80224"/>
                </a:lnTo>
                <a:lnTo>
                  <a:pt x="1256040" y="80012"/>
                </a:lnTo>
                <a:lnTo>
                  <a:pt x="1255339" y="79803"/>
                </a:lnTo>
                <a:lnTo>
                  <a:pt x="1254626" y="79596"/>
                </a:lnTo>
                <a:lnTo>
                  <a:pt x="1253901" y="79393"/>
                </a:lnTo>
                <a:lnTo>
                  <a:pt x="1253164" y="79193"/>
                </a:lnTo>
                <a:lnTo>
                  <a:pt x="1252414" y="78995"/>
                </a:lnTo>
                <a:lnTo>
                  <a:pt x="1251653" y="78801"/>
                </a:lnTo>
                <a:lnTo>
                  <a:pt x="1250879" y="78609"/>
                </a:lnTo>
                <a:lnTo>
                  <a:pt x="1250093" y="78421"/>
                </a:lnTo>
                <a:lnTo>
                  <a:pt x="1249295" y="78235"/>
                </a:lnTo>
                <a:lnTo>
                  <a:pt x="1248746" y="78112"/>
                </a:lnTo>
                <a:lnTo>
                  <a:pt x="1248206" y="77988"/>
                </a:lnTo>
                <a:lnTo>
                  <a:pt x="1247675" y="77864"/>
                </a:lnTo>
                <a:lnTo>
                  <a:pt x="1247152" y="77740"/>
                </a:lnTo>
                <a:lnTo>
                  <a:pt x="1246638" y="77615"/>
                </a:lnTo>
                <a:lnTo>
                  <a:pt x="1246132" y="77489"/>
                </a:lnTo>
                <a:lnTo>
                  <a:pt x="1245634" y="77363"/>
                </a:lnTo>
                <a:lnTo>
                  <a:pt x="1245145" y="77236"/>
                </a:lnTo>
                <a:lnTo>
                  <a:pt x="1244664" y="77109"/>
                </a:lnTo>
                <a:lnTo>
                  <a:pt x="1244192" y="76982"/>
                </a:lnTo>
                <a:lnTo>
                  <a:pt x="1243728" y="76854"/>
                </a:lnTo>
                <a:lnTo>
                  <a:pt x="1243272" y="76725"/>
                </a:lnTo>
                <a:lnTo>
                  <a:pt x="1242825" y="76596"/>
                </a:lnTo>
                <a:lnTo>
                  <a:pt x="1242387" y="76466"/>
                </a:lnTo>
                <a:lnTo>
                  <a:pt x="1241957" y="76336"/>
                </a:lnTo>
                <a:lnTo>
                  <a:pt x="1241535" y="76205"/>
                </a:lnTo>
                <a:lnTo>
                  <a:pt x="1241122" y="76074"/>
                </a:lnTo>
                <a:lnTo>
                  <a:pt x="1240717" y="75942"/>
                </a:lnTo>
                <a:lnTo>
                  <a:pt x="1240321" y="75810"/>
                </a:lnTo>
                <a:lnTo>
                  <a:pt x="1239933" y="75677"/>
                </a:lnTo>
                <a:lnTo>
                  <a:pt x="1239553" y="75544"/>
                </a:lnTo>
                <a:lnTo>
                  <a:pt x="1239182" y="75410"/>
                </a:lnTo>
                <a:lnTo>
                  <a:pt x="1238820" y="75276"/>
                </a:lnTo>
                <a:lnTo>
                  <a:pt x="1238465" y="75141"/>
                </a:lnTo>
                <a:lnTo>
                  <a:pt x="1238119" y="75006"/>
                </a:lnTo>
                <a:lnTo>
                  <a:pt x="1237779" y="74869"/>
                </a:lnTo>
                <a:lnTo>
                  <a:pt x="1237446" y="74732"/>
                </a:lnTo>
                <a:lnTo>
                  <a:pt x="1237119" y="74595"/>
                </a:lnTo>
                <a:lnTo>
                  <a:pt x="1236799" y="74456"/>
                </a:lnTo>
                <a:lnTo>
                  <a:pt x="1236486" y="74317"/>
                </a:lnTo>
                <a:lnTo>
                  <a:pt x="1236179" y="74177"/>
                </a:lnTo>
                <a:lnTo>
                  <a:pt x="1235879" y="74036"/>
                </a:lnTo>
                <a:lnTo>
                  <a:pt x="1235586" y="73894"/>
                </a:lnTo>
                <a:lnTo>
                  <a:pt x="1235299" y="73752"/>
                </a:lnTo>
                <a:lnTo>
                  <a:pt x="1235019" y="73609"/>
                </a:lnTo>
                <a:lnTo>
                  <a:pt x="1234745" y="73465"/>
                </a:lnTo>
                <a:lnTo>
                  <a:pt x="1234478" y="73320"/>
                </a:lnTo>
                <a:lnTo>
                  <a:pt x="1234218" y="73175"/>
                </a:lnTo>
                <a:lnTo>
                  <a:pt x="1233965" y="73029"/>
                </a:lnTo>
                <a:lnTo>
                  <a:pt x="1233718" y="72882"/>
                </a:lnTo>
                <a:lnTo>
                  <a:pt x="1233478" y="72734"/>
                </a:lnTo>
                <a:lnTo>
                  <a:pt x="1233244" y="72586"/>
                </a:lnTo>
                <a:lnTo>
                  <a:pt x="1233017" y="72436"/>
                </a:lnTo>
                <a:lnTo>
                  <a:pt x="1232797" y="72286"/>
                </a:lnTo>
                <a:lnTo>
                  <a:pt x="1232584" y="72136"/>
                </a:lnTo>
                <a:lnTo>
                  <a:pt x="1232377" y="71984"/>
                </a:lnTo>
                <a:lnTo>
                  <a:pt x="1232176" y="71832"/>
                </a:lnTo>
                <a:lnTo>
                  <a:pt x="1231983" y="71679"/>
                </a:lnTo>
                <a:lnTo>
                  <a:pt x="1231795" y="71525"/>
                </a:lnTo>
                <a:lnTo>
                  <a:pt x="1231612" y="71369"/>
                </a:lnTo>
                <a:lnTo>
                  <a:pt x="1231435" y="71213"/>
                </a:lnTo>
                <a:lnTo>
                  <a:pt x="1231262" y="71056"/>
                </a:lnTo>
                <a:lnTo>
                  <a:pt x="1231095" y="70897"/>
                </a:lnTo>
                <a:lnTo>
                  <a:pt x="1230933" y="70737"/>
                </a:lnTo>
                <a:lnTo>
                  <a:pt x="1230776" y="70576"/>
                </a:lnTo>
                <a:lnTo>
                  <a:pt x="1230624" y="70414"/>
                </a:lnTo>
                <a:lnTo>
                  <a:pt x="1230477" y="70251"/>
                </a:lnTo>
                <a:lnTo>
                  <a:pt x="1230335" y="70086"/>
                </a:lnTo>
                <a:lnTo>
                  <a:pt x="1230199" y="69921"/>
                </a:lnTo>
                <a:lnTo>
                  <a:pt x="1230067" y="69754"/>
                </a:lnTo>
                <a:lnTo>
                  <a:pt x="1229941" y="69586"/>
                </a:lnTo>
                <a:lnTo>
                  <a:pt x="1229820" y="69417"/>
                </a:lnTo>
                <a:lnTo>
                  <a:pt x="1229704" y="69247"/>
                </a:lnTo>
                <a:lnTo>
                  <a:pt x="1229593" y="69076"/>
                </a:lnTo>
                <a:lnTo>
                  <a:pt x="1229487" y="68903"/>
                </a:lnTo>
                <a:lnTo>
                  <a:pt x="1229386" y="68730"/>
                </a:lnTo>
                <a:lnTo>
                  <a:pt x="1229290" y="68555"/>
                </a:lnTo>
                <a:lnTo>
                  <a:pt x="1229200" y="68379"/>
                </a:lnTo>
                <a:lnTo>
                  <a:pt x="1229114" y="68202"/>
                </a:lnTo>
                <a:lnTo>
                  <a:pt x="1229034" y="68024"/>
                </a:lnTo>
                <a:lnTo>
                  <a:pt x="1228959" y="67844"/>
                </a:lnTo>
                <a:lnTo>
                  <a:pt x="1228889" y="67664"/>
                </a:lnTo>
                <a:lnTo>
                  <a:pt x="1228823" y="67482"/>
                </a:lnTo>
                <a:lnTo>
                  <a:pt x="1228759" y="67298"/>
                </a:lnTo>
                <a:lnTo>
                  <a:pt x="1228699" y="67113"/>
                </a:lnTo>
                <a:lnTo>
                  <a:pt x="1228641" y="66926"/>
                </a:lnTo>
                <a:lnTo>
                  <a:pt x="1228586" y="66737"/>
                </a:lnTo>
                <a:lnTo>
                  <a:pt x="1228534" y="66547"/>
                </a:lnTo>
                <a:lnTo>
                  <a:pt x="1228485" y="66355"/>
                </a:lnTo>
                <a:lnTo>
                  <a:pt x="1228438" y="66162"/>
                </a:lnTo>
                <a:lnTo>
                  <a:pt x="1228395" y="65967"/>
                </a:lnTo>
                <a:lnTo>
                  <a:pt x="1228354" y="65770"/>
                </a:lnTo>
                <a:lnTo>
                  <a:pt x="1228316" y="65571"/>
                </a:lnTo>
                <a:lnTo>
                  <a:pt x="1228281" y="65371"/>
                </a:lnTo>
                <a:lnTo>
                  <a:pt x="1228249" y="65169"/>
                </a:lnTo>
                <a:lnTo>
                  <a:pt x="1228219" y="64965"/>
                </a:lnTo>
                <a:lnTo>
                  <a:pt x="1228192" y="64760"/>
                </a:lnTo>
                <a:lnTo>
                  <a:pt x="1228168" y="64553"/>
                </a:lnTo>
                <a:lnTo>
                  <a:pt x="1228147" y="64345"/>
                </a:lnTo>
                <a:lnTo>
                  <a:pt x="1228129" y="64135"/>
                </a:lnTo>
                <a:lnTo>
                  <a:pt x="1228113" y="63923"/>
                </a:lnTo>
                <a:lnTo>
                  <a:pt x="1228101" y="63709"/>
                </a:lnTo>
                <a:lnTo>
                  <a:pt x="1228091" y="63494"/>
                </a:lnTo>
                <a:lnTo>
                  <a:pt x="1228084" y="63277"/>
                </a:lnTo>
                <a:lnTo>
                  <a:pt x="1228080" y="63059"/>
                </a:lnTo>
                <a:lnTo>
                  <a:pt x="1228078" y="62839"/>
                </a:lnTo>
                <a:lnTo>
                  <a:pt x="1228082" y="62557"/>
                </a:lnTo>
                <a:lnTo>
                  <a:pt x="1228092" y="62275"/>
                </a:lnTo>
                <a:lnTo>
                  <a:pt x="1228109" y="61995"/>
                </a:lnTo>
                <a:lnTo>
                  <a:pt x="1228133" y="61715"/>
                </a:lnTo>
                <a:lnTo>
                  <a:pt x="1228163" y="61436"/>
                </a:lnTo>
                <a:lnTo>
                  <a:pt x="1228200" y="61158"/>
                </a:lnTo>
                <a:lnTo>
                  <a:pt x="1228244" y="60881"/>
                </a:lnTo>
                <a:lnTo>
                  <a:pt x="1228295" y="60604"/>
                </a:lnTo>
                <a:lnTo>
                  <a:pt x="1228353" y="60328"/>
                </a:lnTo>
                <a:lnTo>
                  <a:pt x="1228417" y="60053"/>
                </a:lnTo>
                <a:lnTo>
                  <a:pt x="1228488" y="59779"/>
                </a:lnTo>
                <a:lnTo>
                  <a:pt x="1228566" y="59505"/>
                </a:lnTo>
                <a:lnTo>
                  <a:pt x="1228651" y="59232"/>
                </a:lnTo>
                <a:lnTo>
                  <a:pt x="1228743" y="58960"/>
                </a:lnTo>
                <a:lnTo>
                  <a:pt x="1228841" y="58689"/>
                </a:lnTo>
                <a:lnTo>
                  <a:pt x="1228946" y="58418"/>
                </a:lnTo>
                <a:lnTo>
                  <a:pt x="1229058" y="58149"/>
                </a:lnTo>
                <a:lnTo>
                  <a:pt x="1229176" y="57880"/>
                </a:lnTo>
                <a:lnTo>
                  <a:pt x="1229302" y="57612"/>
                </a:lnTo>
                <a:lnTo>
                  <a:pt x="1229434" y="57344"/>
                </a:lnTo>
                <a:lnTo>
                  <a:pt x="1229573" y="57077"/>
                </a:lnTo>
                <a:lnTo>
                  <a:pt x="1229719" y="56812"/>
                </a:lnTo>
                <a:lnTo>
                  <a:pt x="1229871" y="56546"/>
                </a:lnTo>
                <a:lnTo>
                  <a:pt x="1230031" y="56282"/>
                </a:lnTo>
                <a:lnTo>
                  <a:pt x="1230197" y="56020"/>
                </a:lnTo>
                <a:lnTo>
                  <a:pt x="1230372" y="55762"/>
                </a:lnTo>
                <a:lnTo>
                  <a:pt x="1230554" y="55507"/>
                </a:lnTo>
                <a:lnTo>
                  <a:pt x="1230745" y="55257"/>
                </a:lnTo>
                <a:lnTo>
                  <a:pt x="1230943" y="55010"/>
                </a:lnTo>
                <a:lnTo>
                  <a:pt x="1231149" y="54767"/>
                </a:lnTo>
                <a:lnTo>
                  <a:pt x="1231364" y="54528"/>
                </a:lnTo>
                <a:lnTo>
                  <a:pt x="1231586" y="54293"/>
                </a:lnTo>
                <a:lnTo>
                  <a:pt x="1231816" y="54062"/>
                </a:lnTo>
                <a:lnTo>
                  <a:pt x="1232054" y="53834"/>
                </a:lnTo>
                <a:lnTo>
                  <a:pt x="1232300" y="53610"/>
                </a:lnTo>
                <a:lnTo>
                  <a:pt x="1232554" y="53391"/>
                </a:lnTo>
                <a:lnTo>
                  <a:pt x="1232815" y="53175"/>
                </a:lnTo>
                <a:lnTo>
                  <a:pt x="1233085" y="52962"/>
                </a:lnTo>
                <a:lnTo>
                  <a:pt x="1233363" y="52754"/>
                </a:lnTo>
                <a:lnTo>
                  <a:pt x="1233648" y="52550"/>
                </a:lnTo>
                <a:lnTo>
                  <a:pt x="1233942" y="52349"/>
                </a:lnTo>
                <a:lnTo>
                  <a:pt x="1234243" y="52152"/>
                </a:lnTo>
                <a:lnTo>
                  <a:pt x="1234553" y="51959"/>
                </a:lnTo>
                <a:lnTo>
                  <a:pt x="1234870" y="51770"/>
                </a:lnTo>
                <a:lnTo>
                  <a:pt x="1235195" y="51585"/>
                </a:lnTo>
                <a:lnTo>
                  <a:pt x="1235528" y="51403"/>
                </a:lnTo>
                <a:lnTo>
                  <a:pt x="1235870" y="51225"/>
                </a:lnTo>
                <a:lnTo>
                  <a:pt x="1236219" y="51052"/>
                </a:lnTo>
                <a:lnTo>
                  <a:pt x="1236576" y="50883"/>
                </a:lnTo>
                <a:lnTo>
                  <a:pt x="1236943" y="50722"/>
                </a:lnTo>
                <a:lnTo>
                  <a:pt x="1237318" y="50568"/>
                </a:lnTo>
                <a:lnTo>
                  <a:pt x="1237703" y="50421"/>
                </a:lnTo>
                <a:lnTo>
                  <a:pt x="1238097" y="50282"/>
                </a:lnTo>
                <a:lnTo>
                  <a:pt x="1238500" y="50149"/>
                </a:lnTo>
                <a:lnTo>
                  <a:pt x="1238912" y="50024"/>
                </a:lnTo>
                <a:lnTo>
                  <a:pt x="1239333" y="49906"/>
                </a:lnTo>
                <a:lnTo>
                  <a:pt x="1239763" y="49795"/>
                </a:lnTo>
                <a:lnTo>
                  <a:pt x="1240203" y="49691"/>
                </a:lnTo>
                <a:lnTo>
                  <a:pt x="1240651" y="49594"/>
                </a:lnTo>
                <a:lnTo>
                  <a:pt x="1241108" y="49505"/>
                </a:lnTo>
                <a:lnTo>
                  <a:pt x="1241575" y="49422"/>
                </a:lnTo>
                <a:lnTo>
                  <a:pt x="1242050" y="49347"/>
                </a:lnTo>
                <a:lnTo>
                  <a:pt x="1242535" y="49279"/>
                </a:lnTo>
                <a:lnTo>
                  <a:pt x="1243029" y="49218"/>
                </a:lnTo>
                <a:lnTo>
                  <a:pt x="1243532" y="49164"/>
                </a:lnTo>
                <a:lnTo>
                  <a:pt x="1244043" y="49118"/>
                </a:lnTo>
                <a:lnTo>
                  <a:pt x="1244564" y="49079"/>
                </a:lnTo>
                <a:lnTo>
                  <a:pt x="1245095" y="49046"/>
                </a:lnTo>
                <a:lnTo>
                  <a:pt x="1245634" y="49021"/>
                </a:lnTo>
                <a:lnTo>
                  <a:pt x="1246182" y="49003"/>
                </a:lnTo>
                <a:lnTo>
                  <a:pt x="1246739" y="48993"/>
                </a:lnTo>
                <a:lnTo>
                  <a:pt x="1247306" y="48989"/>
                </a:lnTo>
                <a:lnTo>
                  <a:pt x="1247855" y="48993"/>
                </a:lnTo>
                <a:lnTo>
                  <a:pt x="1248397" y="49005"/>
                </a:lnTo>
                <a:lnTo>
                  <a:pt x="1248931" y="49026"/>
                </a:lnTo>
                <a:lnTo>
                  <a:pt x="1249459" y="49054"/>
                </a:lnTo>
                <a:lnTo>
                  <a:pt x="1249980" y="49091"/>
                </a:lnTo>
                <a:lnTo>
                  <a:pt x="1250494" y="49136"/>
                </a:lnTo>
                <a:lnTo>
                  <a:pt x="1251001" y="49190"/>
                </a:lnTo>
                <a:lnTo>
                  <a:pt x="1251501" y="49251"/>
                </a:lnTo>
                <a:lnTo>
                  <a:pt x="1251993" y="49320"/>
                </a:lnTo>
                <a:lnTo>
                  <a:pt x="1252479" y="49398"/>
                </a:lnTo>
                <a:lnTo>
                  <a:pt x="1252958" y="49484"/>
                </a:lnTo>
                <a:lnTo>
                  <a:pt x="1253429" y="49578"/>
                </a:lnTo>
                <a:lnTo>
                  <a:pt x="1253894" y="49681"/>
                </a:lnTo>
                <a:lnTo>
                  <a:pt x="1254351" y="49791"/>
                </a:lnTo>
                <a:lnTo>
                  <a:pt x="1254802" y="49910"/>
                </a:lnTo>
                <a:lnTo>
                  <a:pt x="1255245" y="50037"/>
                </a:lnTo>
                <a:lnTo>
                  <a:pt x="1255682" y="50172"/>
                </a:lnTo>
                <a:lnTo>
                  <a:pt x="1256111" y="50315"/>
                </a:lnTo>
                <a:lnTo>
                  <a:pt x="1256534" y="50466"/>
                </a:lnTo>
                <a:lnTo>
                  <a:pt x="1256949" y="50626"/>
                </a:lnTo>
                <a:lnTo>
                  <a:pt x="1257357" y="50794"/>
                </a:lnTo>
                <a:lnTo>
                  <a:pt x="1257758" y="50970"/>
                </a:lnTo>
                <a:lnTo>
                  <a:pt x="1258153" y="51154"/>
                </a:lnTo>
                <a:lnTo>
                  <a:pt x="1258540" y="51346"/>
                </a:lnTo>
                <a:lnTo>
                  <a:pt x="1258920" y="51545"/>
                </a:lnTo>
                <a:lnTo>
                  <a:pt x="1259292" y="51748"/>
                </a:lnTo>
                <a:lnTo>
                  <a:pt x="1259656" y="51956"/>
                </a:lnTo>
                <a:lnTo>
                  <a:pt x="1260013" y="52169"/>
                </a:lnTo>
                <a:lnTo>
                  <a:pt x="1260362" y="52386"/>
                </a:lnTo>
                <a:lnTo>
                  <a:pt x="1260704" y="52608"/>
                </a:lnTo>
                <a:lnTo>
                  <a:pt x="1261038" y="52834"/>
                </a:lnTo>
                <a:lnTo>
                  <a:pt x="1261364" y="53065"/>
                </a:lnTo>
                <a:lnTo>
                  <a:pt x="1261682" y="53301"/>
                </a:lnTo>
                <a:lnTo>
                  <a:pt x="1261993" y="53541"/>
                </a:lnTo>
                <a:lnTo>
                  <a:pt x="1262296" y="53786"/>
                </a:lnTo>
                <a:lnTo>
                  <a:pt x="1262592" y="54035"/>
                </a:lnTo>
                <a:lnTo>
                  <a:pt x="1262879" y="54289"/>
                </a:lnTo>
                <a:lnTo>
                  <a:pt x="1263159" y="54548"/>
                </a:lnTo>
                <a:lnTo>
                  <a:pt x="1263432" y="54811"/>
                </a:lnTo>
                <a:lnTo>
                  <a:pt x="1263697" y="55079"/>
                </a:lnTo>
                <a:lnTo>
                  <a:pt x="1263954" y="55351"/>
                </a:lnTo>
                <a:lnTo>
                  <a:pt x="1264203" y="55628"/>
                </a:lnTo>
                <a:lnTo>
                  <a:pt x="1264445" y="55910"/>
                </a:lnTo>
                <a:lnTo>
                  <a:pt x="1264679" y="56196"/>
                </a:lnTo>
                <a:lnTo>
                  <a:pt x="1264905" y="56487"/>
                </a:lnTo>
                <a:lnTo>
                  <a:pt x="1265124" y="56782"/>
                </a:lnTo>
                <a:lnTo>
                  <a:pt x="1265335" y="57082"/>
                </a:lnTo>
                <a:lnTo>
                  <a:pt x="1265538" y="57387"/>
                </a:lnTo>
                <a:lnTo>
                  <a:pt x="1265734" y="57695"/>
                </a:lnTo>
                <a:lnTo>
                  <a:pt x="1265921" y="58004"/>
                </a:lnTo>
                <a:lnTo>
                  <a:pt x="1266099" y="58315"/>
                </a:lnTo>
                <a:lnTo>
                  <a:pt x="1266270" y="58627"/>
                </a:lnTo>
                <a:lnTo>
                  <a:pt x="1266432" y="58941"/>
                </a:lnTo>
                <a:lnTo>
                  <a:pt x="1266586" y="59256"/>
                </a:lnTo>
                <a:lnTo>
                  <a:pt x="1266731" y="59573"/>
                </a:lnTo>
                <a:lnTo>
                  <a:pt x="1266868" y="59892"/>
                </a:lnTo>
                <a:lnTo>
                  <a:pt x="1266997" y="60212"/>
                </a:lnTo>
                <a:lnTo>
                  <a:pt x="1267118" y="60533"/>
                </a:lnTo>
                <a:lnTo>
                  <a:pt x="1267230" y="60856"/>
                </a:lnTo>
                <a:lnTo>
                  <a:pt x="1267334" y="61181"/>
                </a:lnTo>
                <a:lnTo>
                  <a:pt x="1267430" y="61507"/>
                </a:lnTo>
                <a:lnTo>
                  <a:pt x="1267517" y="61835"/>
                </a:lnTo>
                <a:lnTo>
                  <a:pt x="1267596" y="62164"/>
                </a:lnTo>
                <a:lnTo>
                  <a:pt x="1267667" y="62495"/>
                </a:lnTo>
                <a:lnTo>
                  <a:pt x="1267729" y="62827"/>
                </a:lnTo>
                <a:lnTo>
                  <a:pt x="1267783" y="63161"/>
                </a:lnTo>
                <a:lnTo>
                  <a:pt x="1267829" y="63496"/>
                </a:lnTo>
                <a:lnTo>
                  <a:pt x="1267866" y="63833"/>
                </a:lnTo>
                <a:lnTo>
                  <a:pt x="1267895" y="64171"/>
                </a:lnTo>
                <a:lnTo>
                  <a:pt x="1267916" y="64511"/>
                </a:lnTo>
                <a:lnTo>
                  <a:pt x="1267928" y="64853"/>
                </a:lnTo>
                <a:lnTo>
                  <a:pt x="1267933" y="65196"/>
                </a:lnTo>
                <a:lnTo>
                  <a:pt x="1276773" y="65196"/>
                </a:lnTo>
                <a:lnTo>
                  <a:pt x="1276767" y="64634"/>
                </a:lnTo>
                <a:lnTo>
                  <a:pt x="1276748" y="64076"/>
                </a:lnTo>
                <a:lnTo>
                  <a:pt x="1276717" y="63523"/>
                </a:lnTo>
                <a:lnTo>
                  <a:pt x="1276674" y="62976"/>
                </a:lnTo>
                <a:lnTo>
                  <a:pt x="1276619" y="62433"/>
                </a:lnTo>
                <a:lnTo>
                  <a:pt x="1276552" y="61895"/>
                </a:lnTo>
                <a:lnTo>
                  <a:pt x="1276472" y="61361"/>
                </a:lnTo>
                <a:lnTo>
                  <a:pt x="1276380" y="60833"/>
                </a:lnTo>
                <a:lnTo>
                  <a:pt x="1276275" y="60310"/>
                </a:lnTo>
                <a:lnTo>
                  <a:pt x="1276159" y="59791"/>
                </a:lnTo>
                <a:lnTo>
                  <a:pt x="1276030" y="59277"/>
                </a:lnTo>
                <a:lnTo>
                  <a:pt x="1275889" y="58768"/>
                </a:lnTo>
                <a:lnTo>
                  <a:pt x="1275735" y="58264"/>
                </a:lnTo>
                <a:lnTo>
                  <a:pt x="1275569" y="57765"/>
                </a:lnTo>
                <a:lnTo>
                  <a:pt x="1275391" y="57271"/>
                </a:lnTo>
                <a:lnTo>
                  <a:pt x="1275201" y="56781"/>
                </a:lnTo>
                <a:lnTo>
                  <a:pt x="1274998" y="56297"/>
                </a:lnTo>
                <a:lnTo>
                  <a:pt x="1274784" y="55817"/>
                </a:lnTo>
                <a:lnTo>
                  <a:pt x="1274556" y="55342"/>
                </a:lnTo>
                <a:lnTo>
                  <a:pt x="1274317" y="54872"/>
                </a:lnTo>
                <a:lnTo>
                  <a:pt x="1274065" y="54407"/>
                </a:lnTo>
                <a:lnTo>
                  <a:pt x="1273801" y="53947"/>
                </a:lnTo>
                <a:lnTo>
                  <a:pt x="1273525" y="53491"/>
                </a:lnTo>
                <a:lnTo>
                  <a:pt x="1273237" y="53041"/>
                </a:lnTo>
                <a:lnTo>
                  <a:pt x="1272937" y="52596"/>
                </a:lnTo>
                <a:lnTo>
                  <a:pt x="1272626" y="52160"/>
                </a:lnTo>
                <a:lnTo>
                  <a:pt x="1272305" y="51731"/>
                </a:lnTo>
                <a:lnTo>
                  <a:pt x="1271974" y="51311"/>
                </a:lnTo>
                <a:lnTo>
                  <a:pt x="1271632" y="50898"/>
                </a:lnTo>
                <a:lnTo>
                  <a:pt x="1271280" y="50492"/>
                </a:lnTo>
                <a:lnTo>
                  <a:pt x="1270917" y="50095"/>
                </a:lnTo>
                <a:lnTo>
                  <a:pt x="1270544" y="49705"/>
                </a:lnTo>
                <a:lnTo>
                  <a:pt x="1270160" y="49323"/>
                </a:lnTo>
                <a:lnTo>
                  <a:pt x="1269766" y="48949"/>
                </a:lnTo>
                <a:lnTo>
                  <a:pt x="1269361" y="48583"/>
                </a:lnTo>
                <a:lnTo>
                  <a:pt x="1268945" y="48225"/>
                </a:lnTo>
                <a:lnTo>
                  <a:pt x="1268520" y="47874"/>
                </a:lnTo>
                <a:lnTo>
                  <a:pt x="1268083" y="47531"/>
                </a:lnTo>
                <a:lnTo>
                  <a:pt x="1267637" y="47196"/>
                </a:lnTo>
                <a:lnTo>
                  <a:pt x="1267179" y="46869"/>
                </a:lnTo>
                <a:lnTo>
                  <a:pt x="1266712" y="46550"/>
                </a:lnTo>
                <a:lnTo>
                  <a:pt x="1266234" y="46238"/>
                </a:lnTo>
                <a:lnTo>
                  <a:pt x="1265745" y="45934"/>
                </a:lnTo>
                <a:lnTo>
                  <a:pt x="1265246" y="45638"/>
                </a:lnTo>
                <a:lnTo>
                  <a:pt x="1264736" y="45350"/>
                </a:lnTo>
                <a:lnTo>
                  <a:pt x="1264216" y="45070"/>
                </a:lnTo>
                <a:lnTo>
                  <a:pt x="1263685" y="44797"/>
                </a:lnTo>
                <a:lnTo>
                  <a:pt x="1263144" y="44532"/>
                </a:lnTo>
                <a:lnTo>
                  <a:pt x="1262593" y="44277"/>
                </a:lnTo>
                <a:lnTo>
                  <a:pt x="1262032" y="44032"/>
                </a:lnTo>
                <a:lnTo>
                  <a:pt x="1261462" y="43798"/>
                </a:lnTo>
                <a:lnTo>
                  <a:pt x="1260883" y="43575"/>
                </a:lnTo>
                <a:lnTo>
                  <a:pt x="1260294" y="43363"/>
                </a:lnTo>
                <a:lnTo>
                  <a:pt x="1259696" y="43162"/>
                </a:lnTo>
                <a:lnTo>
                  <a:pt x="1259088" y="42972"/>
                </a:lnTo>
                <a:lnTo>
                  <a:pt x="1258470" y="42793"/>
                </a:lnTo>
                <a:lnTo>
                  <a:pt x="1257844" y="42624"/>
                </a:lnTo>
                <a:lnTo>
                  <a:pt x="1257207" y="42467"/>
                </a:lnTo>
                <a:lnTo>
                  <a:pt x="1256561" y="42320"/>
                </a:lnTo>
                <a:lnTo>
                  <a:pt x="1255906" y="42184"/>
                </a:lnTo>
                <a:lnTo>
                  <a:pt x="1255242" y="42059"/>
                </a:lnTo>
                <a:lnTo>
                  <a:pt x="1254567" y="41945"/>
                </a:lnTo>
                <a:lnTo>
                  <a:pt x="1253884" y="41842"/>
                </a:lnTo>
                <a:lnTo>
                  <a:pt x="1253191" y="41749"/>
                </a:lnTo>
                <a:lnTo>
                  <a:pt x="1252488" y="41668"/>
                </a:lnTo>
                <a:lnTo>
                  <a:pt x="1251776" y="41597"/>
                </a:lnTo>
                <a:lnTo>
                  <a:pt x="1251055" y="41537"/>
                </a:lnTo>
                <a:lnTo>
                  <a:pt x="1250324" y="41488"/>
                </a:lnTo>
                <a:lnTo>
                  <a:pt x="1249584" y="41450"/>
                </a:lnTo>
                <a:lnTo>
                  <a:pt x="1248834" y="41423"/>
                </a:lnTo>
                <a:lnTo>
                  <a:pt x="1248074" y="41407"/>
                </a:lnTo>
                <a:lnTo>
                  <a:pt x="1247306" y="41401"/>
                </a:lnTo>
                <a:lnTo>
                  <a:pt x="1246768" y="41404"/>
                </a:lnTo>
                <a:lnTo>
                  <a:pt x="1246234" y="41413"/>
                </a:lnTo>
                <a:lnTo>
                  <a:pt x="1245705" y="41428"/>
                </a:lnTo>
                <a:lnTo>
                  <a:pt x="1245180" y="41448"/>
                </a:lnTo>
                <a:lnTo>
                  <a:pt x="1244660" y="41475"/>
                </a:lnTo>
                <a:lnTo>
                  <a:pt x="1244145" y="41507"/>
                </a:lnTo>
                <a:lnTo>
                  <a:pt x="1243634" y="41545"/>
                </a:lnTo>
                <a:lnTo>
                  <a:pt x="1243127" y="41589"/>
                </a:lnTo>
                <a:lnTo>
                  <a:pt x="1242625" y="41639"/>
                </a:lnTo>
                <a:lnTo>
                  <a:pt x="1242127" y="41695"/>
                </a:lnTo>
                <a:lnTo>
                  <a:pt x="1241634" y="41757"/>
                </a:lnTo>
                <a:lnTo>
                  <a:pt x="1241145" y="41825"/>
                </a:lnTo>
                <a:lnTo>
                  <a:pt x="1240661" y="41898"/>
                </a:lnTo>
                <a:lnTo>
                  <a:pt x="1240181" y="41978"/>
                </a:lnTo>
                <a:lnTo>
                  <a:pt x="1239706" y="42063"/>
                </a:lnTo>
                <a:lnTo>
                  <a:pt x="1239235" y="42154"/>
                </a:lnTo>
                <a:lnTo>
                  <a:pt x="1238769" y="42251"/>
                </a:lnTo>
                <a:lnTo>
                  <a:pt x="1238307" y="42354"/>
                </a:lnTo>
                <a:lnTo>
                  <a:pt x="1237849" y="42463"/>
                </a:lnTo>
                <a:lnTo>
                  <a:pt x="1237396" y="42578"/>
                </a:lnTo>
                <a:lnTo>
                  <a:pt x="1236948" y="42698"/>
                </a:lnTo>
                <a:lnTo>
                  <a:pt x="1236504" y="42825"/>
                </a:lnTo>
                <a:lnTo>
                  <a:pt x="1236064" y="42957"/>
                </a:lnTo>
                <a:lnTo>
                  <a:pt x="1235629" y="43096"/>
                </a:lnTo>
                <a:lnTo>
                  <a:pt x="1235199" y="43239"/>
                </a:lnTo>
                <a:lnTo>
                  <a:pt x="1234774" y="43387"/>
                </a:lnTo>
                <a:lnTo>
                  <a:pt x="1234355" y="43539"/>
                </a:lnTo>
                <a:lnTo>
                  <a:pt x="1233941" y="43696"/>
                </a:lnTo>
                <a:lnTo>
                  <a:pt x="1233532" y="43858"/>
                </a:lnTo>
                <a:lnTo>
                  <a:pt x="1233129" y="44023"/>
                </a:lnTo>
                <a:lnTo>
                  <a:pt x="1232731" y="44194"/>
                </a:lnTo>
                <a:lnTo>
                  <a:pt x="1232339" y="44368"/>
                </a:lnTo>
                <a:lnTo>
                  <a:pt x="1231952" y="44548"/>
                </a:lnTo>
                <a:lnTo>
                  <a:pt x="1231570" y="44731"/>
                </a:lnTo>
                <a:lnTo>
                  <a:pt x="1231193" y="44920"/>
                </a:lnTo>
                <a:lnTo>
                  <a:pt x="1230822" y="45112"/>
                </a:lnTo>
                <a:lnTo>
                  <a:pt x="1230457" y="45309"/>
                </a:lnTo>
                <a:lnTo>
                  <a:pt x="1230097" y="45511"/>
                </a:lnTo>
                <a:lnTo>
                  <a:pt x="1229742" y="45717"/>
                </a:lnTo>
                <a:lnTo>
                  <a:pt x="1229392" y="45928"/>
                </a:lnTo>
                <a:lnTo>
                  <a:pt x="1229048" y="46143"/>
                </a:lnTo>
                <a:lnTo>
                  <a:pt x="1228709" y="46362"/>
                </a:lnTo>
                <a:lnTo>
                  <a:pt x="1228376" y="46586"/>
                </a:lnTo>
                <a:lnTo>
                  <a:pt x="1228048" y="46815"/>
                </a:lnTo>
                <a:lnTo>
                  <a:pt x="1227725" y="47048"/>
                </a:lnTo>
                <a:lnTo>
                  <a:pt x="1227408" y="47285"/>
                </a:lnTo>
                <a:lnTo>
                  <a:pt x="1227096" y="47527"/>
                </a:lnTo>
                <a:lnTo>
                  <a:pt x="1226789" y="47773"/>
                </a:lnTo>
                <a:lnTo>
                  <a:pt x="1226488" y="48024"/>
                </a:lnTo>
                <a:lnTo>
                  <a:pt x="1226193" y="48277"/>
                </a:lnTo>
                <a:lnTo>
                  <a:pt x="1225904" y="48534"/>
                </a:lnTo>
                <a:lnTo>
                  <a:pt x="1225621" y="48795"/>
                </a:lnTo>
                <a:lnTo>
                  <a:pt x="1225343" y="49058"/>
                </a:lnTo>
                <a:lnTo>
                  <a:pt x="1225072" y="49325"/>
                </a:lnTo>
                <a:lnTo>
                  <a:pt x="1224806" y="49595"/>
                </a:lnTo>
                <a:lnTo>
                  <a:pt x="1224546" y="49869"/>
                </a:lnTo>
                <a:lnTo>
                  <a:pt x="1224293" y="50146"/>
                </a:lnTo>
                <a:lnTo>
                  <a:pt x="1224045" y="50426"/>
                </a:lnTo>
                <a:lnTo>
                  <a:pt x="1223802" y="50710"/>
                </a:lnTo>
                <a:lnTo>
                  <a:pt x="1223566" y="50996"/>
                </a:lnTo>
                <a:lnTo>
                  <a:pt x="1223336" y="51287"/>
                </a:lnTo>
                <a:lnTo>
                  <a:pt x="1223111" y="51580"/>
                </a:lnTo>
                <a:lnTo>
                  <a:pt x="1222893" y="51877"/>
                </a:lnTo>
                <a:lnTo>
                  <a:pt x="1222680" y="52177"/>
                </a:lnTo>
                <a:lnTo>
                  <a:pt x="1222473" y="52481"/>
                </a:lnTo>
                <a:lnTo>
                  <a:pt x="1222272" y="52787"/>
                </a:lnTo>
                <a:lnTo>
                  <a:pt x="1222077" y="53098"/>
                </a:lnTo>
                <a:lnTo>
                  <a:pt x="1221888" y="53411"/>
                </a:lnTo>
                <a:lnTo>
                  <a:pt x="1221705" y="53728"/>
                </a:lnTo>
                <a:lnTo>
                  <a:pt x="1221528" y="54048"/>
                </a:lnTo>
                <a:lnTo>
                  <a:pt x="1221356" y="54371"/>
                </a:lnTo>
                <a:lnTo>
                  <a:pt x="1221190" y="54698"/>
                </a:lnTo>
                <a:lnTo>
                  <a:pt x="1221031" y="55028"/>
                </a:lnTo>
                <a:lnTo>
                  <a:pt x="1220879" y="55358"/>
                </a:lnTo>
                <a:lnTo>
                  <a:pt x="1220733" y="55691"/>
                </a:lnTo>
                <a:lnTo>
                  <a:pt x="1220594" y="56025"/>
                </a:lnTo>
                <a:lnTo>
                  <a:pt x="1220462" y="56361"/>
                </a:lnTo>
                <a:lnTo>
                  <a:pt x="1220336" y="56699"/>
                </a:lnTo>
                <a:lnTo>
                  <a:pt x="1220218" y="57038"/>
                </a:lnTo>
                <a:lnTo>
                  <a:pt x="1220106" y="57379"/>
                </a:lnTo>
                <a:lnTo>
                  <a:pt x="1220001" y="57721"/>
                </a:lnTo>
                <a:lnTo>
                  <a:pt x="1219902" y="58066"/>
                </a:lnTo>
                <a:lnTo>
                  <a:pt x="1219811" y="58412"/>
                </a:lnTo>
                <a:lnTo>
                  <a:pt x="1219726" y="58759"/>
                </a:lnTo>
                <a:lnTo>
                  <a:pt x="1219648" y="59108"/>
                </a:lnTo>
                <a:lnTo>
                  <a:pt x="1219577" y="59459"/>
                </a:lnTo>
                <a:lnTo>
                  <a:pt x="1219513" y="59812"/>
                </a:lnTo>
                <a:lnTo>
                  <a:pt x="1219455" y="60166"/>
                </a:lnTo>
                <a:lnTo>
                  <a:pt x="1219404" y="60522"/>
                </a:lnTo>
                <a:lnTo>
                  <a:pt x="1219360" y="60879"/>
                </a:lnTo>
                <a:lnTo>
                  <a:pt x="1219323" y="61239"/>
                </a:lnTo>
                <a:lnTo>
                  <a:pt x="1219292" y="61599"/>
                </a:lnTo>
                <a:lnTo>
                  <a:pt x="1219269" y="61962"/>
                </a:lnTo>
                <a:lnTo>
                  <a:pt x="1219252" y="62326"/>
                </a:lnTo>
                <a:lnTo>
                  <a:pt x="1219242" y="62692"/>
                </a:lnTo>
                <a:lnTo>
                  <a:pt x="1219238" y="63060"/>
                </a:lnTo>
                <a:lnTo>
                  <a:pt x="1219241" y="63469"/>
                </a:lnTo>
                <a:lnTo>
                  <a:pt x="1219251" y="63873"/>
                </a:lnTo>
                <a:lnTo>
                  <a:pt x="1219267" y="64273"/>
                </a:lnTo>
                <a:lnTo>
                  <a:pt x="1219289" y="64668"/>
                </a:lnTo>
                <a:lnTo>
                  <a:pt x="1219318" y="65059"/>
                </a:lnTo>
                <a:lnTo>
                  <a:pt x="1219353" y="65445"/>
                </a:lnTo>
                <a:lnTo>
                  <a:pt x="1219395" y="65826"/>
                </a:lnTo>
                <a:lnTo>
                  <a:pt x="1219443" y="66203"/>
                </a:lnTo>
                <a:lnTo>
                  <a:pt x="1219497" y="66575"/>
                </a:lnTo>
                <a:lnTo>
                  <a:pt x="1219558" y="66942"/>
                </a:lnTo>
                <a:lnTo>
                  <a:pt x="1219625" y="67305"/>
                </a:lnTo>
                <a:lnTo>
                  <a:pt x="1219699" y="67664"/>
                </a:lnTo>
                <a:lnTo>
                  <a:pt x="1219779" y="68018"/>
                </a:lnTo>
                <a:lnTo>
                  <a:pt x="1219865" y="68367"/>
                </a:lnTo>
                <a:lnTo>
                  <a:pt x="1219958" y="68711"/>
                </a:lnTo>
                <a:lnTo>
                  <a:pt x="1220057" y="69051"/>
                </a:lnTo>
                <a:lnTo>
                  <a:pt x="1220162" y="69386"/>
                </a:lnTo>
                <a:lnTo>
                  <a:pt x="1220274" y="69717"/>
                </a:lnTo>
                <a:lnTo>
                  <a:pt x="1220392" y="70043"/>
                </a:lnTo>
                <a:lnTo>
                  <a:pt x="1220517" y="70365"/>
                </a:lnTo>
                <a:lnTo>
                  <a:pt x="1220648" y="70682"/>
                </a:lnTo>
                <a:lnTo>
                  <a:pt x="1220786" y="70994"/>
                </a:lnTo>
                <a:lnTo>
                  <a:pt x="1220930" y="71302"/>
                </a:lnTo>
                <a:lnTo>
                  <a:pt x="1221080" y="71605"/>
                </a:lnTo>
                <a:lnTo>
                  <a:pt x="1221236" y="71904"/>
                </a:lnTo>
                <a:lnTo>
                  <a:pt x="1221399" y="72199"/>
                </a:lnTo>
                <a:lnTo>
                  <a:pt x="1221567" y="72491"/>
                </a:lnTo>
                <a:lnTo>
                  <a:pt x="1221741" y="72780"/>
                </a:lnTo>
                <a:lnTo>
                  <a:pt x="1221921" y="73064"/>
                </a:lnTo>
                <a:lnTo>
                  <a:pt x="1222107" y="73345"/>
                </a:lnTo>
                <a:lnTo>
                  <a:pt x="1222298" y="73623"/>
                </a:lnTo>
                <a:lnTo>
                  <a:pt x="1222496" y="73897"/>
                </a:lnTo>
                <a:lnTo>
                  <a:pt x="1222699" y="74167"/>
                </a:lnTo>
                <a:lnTo>
                  <a:pt x="1222909" y="74434"/>
                </a:lnTo>
                <a:lnTo>
                  <a:pt x="1223124" y="74697"/>
                </a:lnTo>
                <a:lnTo>
                  <a:pt x="1223345" y="74957"/>
                </a:lnTo>
                <a:lnTo>
                  <a:pt x="1223572" y="75213"/>
                </a:lnTo>
                <a:lnTo>
                  <a:pt x="1223805" y="75465"/>
                </a:lnTo>
                <a:lnTo>
                  <a:pt x="1224044" y="75714"/>
                </a:lnTo>
                <a:lnTo>
                  <a:pt x="1224289" y="75960"/>
                </a:lnTo>
                <a:lnTo>
                  <a:pt x="1224539" y="76201"/>
                </a:lnTo>
                <a:lnTo>
                  <a:pt x="1224796" y="76439"/>
                </a:lnTo>
                <a:lnTo>
                  <a:pt x="1225058" y="76674"/>
                </a:lnTo>
                <a:lnTo>
                  <a:pt x="1225326" y="76905"/>
                </a:lnTo>
                <a:lnTo>
                  <a:pt x="1225600" y="77132"/>
                </a:lnTo>
                <a:lnTo>
                  <a:pt x="1225880" y="77356"/>
                </a:lnTo>
                <a:lnTo>
                  <a:pt x="1226166" y="77576"/>
                </a:lnTo>
                <a:lnTo>
                  <a:pt x="1226458" y="77793"/>
                </a:lnTo>
                <a:lnTo>
                  <a:pt x="1226755" y="78007"/>
                </a:lnTo>
                <a:lnTo>
                  <a:pt x="1227058" y="78218"/>
                </a:lnTo>
                <a:lnTo>
                  <a:pt x="1227368" y="78426"/>
                </a:lnTo>
                <a:lnTo>
                  <a:pt x="1227682" y="78632"/>
                </a:lnTo>
                <a:lnTo>
                  <a:pt x="1228003" y="78835"/>
                </a:lnTo>
                <a:lnTo>
                  <a:pt x="1228329" y="79036"/>
                </a:lnTo>
                <a:lnTo>
                  <a:pt x="1228661" y="79234"/>
                </a:lnTo>
                <a:lnTo>
                  <a:pt x="1228999" y="79430"/>
                </a:lnTo>
                <a:lnTo>
                  <a:pt x="1229343" y="79623"/>
                </a:lnTo>
                <a:lnTo>
                  <a:pt x="1229692" y="79814"/>
                </a:lnTo>
                <a:lnTo>
                  <a:pt x="1230047" y="80002"/>
                </a:lnTo>
                <a:lnTo>
                  <a:pt x="1230408" y="80187"/>
                </a:lnTo>
                <a:lnTo>
                  <a:pt x="1230775" y="80370"/>
                </a:lnTo>
                <a:lnTo>
                  <a:pt x="1231147" y="80550"/>
                </a:lnTo>
                <a:lnTo>
                  <a:pt x="1231525" y="80728"/>
                </a:lnTo>
                <a:lnTo>
                  <a:pt x="1231909" y="80903"/>
                </a:lnTo>
                <a:lnTo>
                  <a:pt x="1232299" y="81076"/>
                </a:lnTo>
                <a:lnTo>
                  <a:pt x="1232694" y="81246"/>
                </a:lnTo>
                <a:lnTo>
                  <a:pt x="1233095" y="81414"/>
                </a:lnTo>
                <a:lnTo>
                  <a:pt x="1233502" y="81579"/>
                </a:lnTo>
                <a:lnTo>
                  <a:pt x="1233915" y="81741"/>
                </a:lnTo>
                <a:lnTo>
                  <a:pt x="1234333" y="81901"/>
                </a:lnTo>
                <a:lnTo>
                  <a:pt x="1234757" y="82058"/>
                </a:lnTo>
                <a:lnTo>
                  <a:pt x="1235187" y="82213"/>
                </a:lnTo>
                <a:lnTo>
                  <a:pt x="1235623" y="82366"/>
                </a:lnTo>
                <a:lnTo>
                  <a:pt x="1236063" y="82518"/>
                </a:lnTo>
                <a:lnTo>
                  <a:pt x="1236509" y="82668"/>
                </a:lnTo>
                <a:lnTo>
                  <a:pt x="1236960" y="82817"/>
                </a:lnTo>
                <a:lnTo>
                  <a:pt x="1237417" y="82964"/>
                </a:lnTo>
                <a:lnTo>
                  <a:pt x="1237878" y="83111"/>
                </a:lnTo>
                <a:lnTo>
                  <a:pt x="1238345" y="83256"/>
                </a:lnTo>
                <a:lnTo>
                  <a:pt x="1238817" y="83400"/>
                </a:lnTo>
                <a:lnTo>
                  <a:pt x="1239295" y="83543"/>
                </a:lnTo>
                <a:lnTo>
                  <a:pt x="1239777" y="83684"/>
                </a:lnTo>
                <a:lnTo>
                  <a:pt x="1240265" y="83824"/>
                </a:lnTo>
                <a:lnTo>
                  <a:pt x="1240758" y="83963"/>
                </a:lnTo>
                <a:lnTo>
                  <a:pt x="1241257" y="84100"/>
                </a:lnTo>
                <a:lnTo>
                  <a:pt x="1241760" y="84236"/>
                </a:lnTo>
                <a:lnTo>
                  <a:pt x="1242269" y="84371"/>
                </a:lnTo>
                <a:lnTo>
                  <a:pt x="1242783" y="84505"/>
                </a:lnTo>
                <a:lnTo>
                  <a:pt x="1243303" y="84637"/>
                </a:lnTo>
                <a:lnTo>
                  <a:pt x="1243827" y="84768"/>
                </a:lnTo>
                <a:lnTo>
                  <a:pt x="1244357" y="84898"/>
                </a:lnTo>
                <a:lnTo>
                  <a:pt x="1244892" y="85027"/>
                </a:lnTo>
                <a:lnTo>
                  <a:pt x="1245432" y="85154"/>
                </a:lnTo>
                <a:lnTo>
                  <a:pt x="1245978" y="85280"/>
                </a:lnTo>
                <a:lnTo>
                  <a:pt x="1246529" y="85405"/>
                </a:lnTo>
                <a:lnTo>
                  <a:pt x="1247085" y="85528"/>
                </a:lnTo>
                <a:lnTo>
                  <a:pt x="1247814" y="85683"/>
                </a:lnTo>
                <a:lnTo>
                  <a:pt x="1248529" y="85841"/>
                </a:lnTo>
                <a:lnTo>
                  <a:pt x="1249228" y="86001"/>
                </a:lnTo>
                <a:lnTo>
                  <a:pt x="1249914" y="86165"/>
                </a:lnTo>
                <a:lnTo>
                  <a:pt x="1250584" y="86331"/>
                </a:lnTo>
                <a:lnTo>
                  <a:pt x="1251240" y="86500"/>
                </a:lnTo>
                <a:lnTo>
                  <a:pt x="1251881" y="86671"/>
                </a:lnTo>
                <a:lnTo>
                  <a:pt x="1252507" y="86846"/>
                </a:lnTo>
                <a:lnTo>
                  <a:pt x="1253119" y="87023"/>
                </a:lnTo>
                <a:lnTo>
                  <a:pt x="1253716" y="87204"/>
                </a:lnTo>
                <a:lnTo>
                  <a:pt x="1254298" y="87387"/>
                </a:lnTo>
                <a:lnTo>
                  <a:pt x="1254866" y="87572"/>
                </a:lnTo>
                <a:lnTo>
                  <a:pt x="1255419" y="87761"/>
                </a:lnTo>
                <a:lnTo>
                  <a:pt x="1255957" y="87953"/>
                </a:lnTo>
                <a:lnTo>
                  <a:pt x="1256480" y="88147"/>
                </a:lnTo>
                <a:lnTo>
                  <a:pt x="1256989" y="88344"/>
                </a:lnTo>
                <a:lnTo>
                  <a:pt x="1257483" y="88544"/>
                </a:lnTo>
                <a:lnTo>
                  <a:pt x="1257962" y="88747"/>
                </a:lnTo>
                <a:lnTo>
                  <a:pt x="1258427" y="88952"/>
                </a:lnTo>
                <a:lnTo>
                  <a:pt x="1258877" y="89160"/>
                </a:lnTo>
                <a:lnTo>
                  <a:pt x="1259312" y="89372"/>
                </a:lnTo>
                <a:lnTo>
                  <a:pt x="1259732" y="89586"/>
                </a:lnTo>
                <a:lnTo>
                  <a:pt x="1260138" y="89802"/>
                </a:lnTo>
                <a:lnTo>
                  <a:pt x="1260529" y="90022"/>
                </a:lnTo>
                <a:lnTo>
                  <a:pt x="1260907" y="90244"/>
                </a:lnTo>
                <a:lnTo>
                  <a:pt x="1261276" y="90467"/>
                </a:lnTo>
                <a:lnTo>
                  <a:pt x="1261633" y="90692"/>
                </a:lnTo>
                <a:lnTo>
                  <a:pt x="1261981" y="90919"/>
                </a:lnTo>
                <a:lnTo>
                  <a:pt x="1262318" y="91148"/>
                </a:lnTo>
                <a:lnTo>
                  <a:pt x="1262645" y="91378"/>
                </a:lnTo>
                <a:lnTo>
                  <a:pt x="1262961" y="91610"/>
                </a:lnTo>
                <a:lnTo>
                  <a:pt x="1263267" y="91843"/>
                </a:lnTo>
                <a:lnTo>
                  <a:pt x="1263563" y="92078"/>
                </a:lnTo>
                <a:lnTo>
                  <a:pt x="1263848" y="92315"/>
                </a:lnTo>
                <a:lnTo>
                  <a:pt x="1264123" y="92554"/>
                </a:lnTo>
                <a:lnTo>
                  <a:pt x="1264387" y="92794"/>
                </a:lnTo>
                <a:lnTo>
                  <a:pt x="1264641" y="93035"/>
                </a:lnTo>
                <a:lnTo>
                  <a:pt x="1264885" y="93279"/>
                </a:lnTo>
                <a:lnTo>
                  <a:pt x="1265119" y="93524"/>
                </a:lnTo>
                <a:lnTo>
                  <a:pt x="1265342" y="93771"/>
                </a:lnTo>
                <a:lnTo>
                  <a:pt x="1265555" y="94019"/>
                </a:lnTo>
                <a:lnTo>
                  <a:pt x="1265757" y="94269"/>
                </a:lnTo>
                <a:lnTo>
                  <a:pt x="1265949" y="94521"/>
                </a:lnTo>
                <a:lnTo>
                  <a:pt x="1266131" y="94774"/>
                </a:lnTo>
                <a:lnTo>
                  <a:pt x="1266302" y="95030"/>
                </a:lnTo>
                <a:lnTo>
                  <a:pt x="1266463" y="95286"/>
                </a:lnTo>
                <a:lnTo>
                  <a:pt x="1266614" y="95545"/>
                </a:lnTo>
                <a:lnTo>
                  <a:pt x="1266754" y="95805"/>
                </a:lnTo>
                <a:lnTo>
                  <a:pt x="1266886" y="96066"/>
                </a:lnTo>
                <a:lnTo>
                  <a:pt x="1267013" y="96328"/>
                </a:lnTo>
                <a:lnTo>
                  <a:pt x="1267134" y="96590"/>
                </a:lnTo>
                <a:lnTo>
                  <a:pt x="1267249" y="96854"/>
                </a:lnTo>
                <a:lnTo>
                  <a:pt x="1267359" y="97117"/>
                </a:lnTo>
                <a:lnTo>
                  <a:pt x="1267463" y="97382"/>
                </a:lnTo>
                <a:lnTo>
                  <a:pt x="1267561" y="97647"/>
                </a:lnTo>
                <a:lnTo>
                  <a:pt x="1267654" y="97913"/>
                </a:lnTo>
                <a:lnTo>
                  <a:pt x="1267741" y="98179"/>
                </a:lnTo>
                <a:lnTo>
                  <a:pt x="1267823" y="98446"/>
                </a:lnTo>
                <a:lnTo>
                  <a:pt x="1267899" y="98713"/>
                </a:lnTo>
                <a:lnTo>
                  <a:pt x="1267969" y="98982"/>
                </a:lnTo>
                <a:lnTo>
                  <a:pt x="1268034" y="99251"/>
                </a:lnTo>
                <a:lnTo>
                  <a:pt x="1268093" y="99520"/>
                </a:lnTo>
                <a:lnTo>
                  <a:pt x="1268147" y="99790"/>
                </a:lnTo>
                <a:lnTo>
                  <a:pt x="1268194" y="100061"/>
                </a:lnTo>
                <a:lnTo>
                  <a:pt x="1268237" y="100333"/>
                </a:lnTo>
                <a:lnTo>
                  <a:pt x="1268273" y="100605"/>
                </a:lnTo>
                <a:lnTo>
                  <a:pt x="1268304" y="100877"/>
                </a:lnTo>
                <a:lnTo>
                  <a:pt x="1268330" y="101151"/>
                </a:lnTo>
                <a:lnTo>
                  <a:pt x="1268349" y="101425"/>
                </a:lnTo>
                <a:lnTo>
                  <a:pt x="1268363" y="101699"/>
                </a:lnTo>
                <a:lnTo>
                  <a:pt x="1268372" y="101975"/>
                </a:lnTo>
                <a:lnTo>
                  <a:pt x="1268375" y="102251"/>
                </a:lnTo>
                <a:lnTo>
                  <a:pt x="1268370" y="102557"/>
                </a:lnTo>
                <a:lnTo>
                  <a:pt x="1268358" y="102862"/>
                </a:lnTo>
                <a:lnTo>
                  <a:pt x="1268338" y="103165"/>
                </a:lnTo>
                <a:lnTo>
                  <a:pt x="1268309" y="103467"/>
                </a:lnTo>
                <a:lnTo>
                  <a:pt x="1268272" y="103768"/>
                </a:lnTo>
                <a:close/>
                <a:moveTo>
                  <a:pt x="1292426" y="88169"/>
                </a:moveTo>
                <a:lnTo>
                  <a:pt x="1292484" y="88862"/>
                </a:lnTo>
                <a:lnTo>
                  <a:pt x="1292550" y="89551"/>
                </a:lnTo>
                <a:lnTo>
                  <a:pt x="1292625" y="90235"/>
                </a:lnTo>
                <a:lnTo>
                  <a:pt x="1292709" y="90915"/>
                </a:lnTo>
                <a:lnTo>
                  <a:pt x="1292801" y="91590"/>
                </a:lnTo>
                <a:lnTo>
                  <a:pt x="1292903" y="92260"/>
                </a:lnTo>
                <a:lnTo>
                  <a:pt x="1293013" y="92925"/>
                </a:lnTo>
                <a:lnTo>
                  <a:pt x="1293132" y="93585"/>
                </a:lnTo>
                <a:lnTo>
                  <a:pt x="1293260" y="94241"/>
                </a:lnTo>
                <a:lnTo>
                  <a:pt x="1293397" y="94892"/>
                </a:lnTo>
                <a:lnTo>
                  <a:pt x="1293543" y="95538"/>
                </a:lnTo>
                <a:lnTo>
                  <a:pt x="1293697" y="96180"/>
                </a:lnTo>
                <a:lnTo>
                  <a:pt x="1293860" y="96817"/>
                </a:lnTo>
                <a:lnTo>
                  <a:pt x="1294032" y="97449"/>
                </a:lnTo>
                <a:lnTo>
                  <a:pt x="1294213" y="98076"/>
                </a:lnTo>
                <a:lnTo>
                  <a:pt x="1294403" y="98699"/>
                </a:lnTo>
                <a:lnTo>
                  <a:pt x="1294602" y="99317"/>
                </a:lnTo>
                <a:lnTo>
                  <a:pt x="1294809" y="99930"/>
                </a:lnTo>
                <a:lnTo>
                  <a:pt x="1295024" y="100538"/>
                </a:lnTo>
                <a:lnTo>
                  <a:pt x="1295247" y="101139"/>
                </a:lnTo>
                <a:lnTo>
                  <a:pt x="1295478" y="101733"/>
                </a:lnTo>
                <a:lnTo>
                  <a:pt x="1295715" y="102320"/>
                </a:lnTo>
                <a:lnTo>
                  <a:pt x="1295961" y="102901"/>
                </a:lnTo>
                <a:lnTo>
                  <a:pt x="1296213" y="103475"/>
                </a:lnTo>
                <a:lnTo>
                  <a:pt x="1296473" y="104043"/>
                </a:lnTo>
                <a:lnTo>
                  <a:pt x="1296741" y="104604"/>
                </a:lnTo>
                <a:lnTo>
                  <a:pt x="1297015" y="105158"/>
                </a:lnTo>
                <a:lnTo>
                  <a:pt x="1297298" y="105706"/>
                </a:lnTo>
                <a:lnTo>
                  <a:pt x="1297587" y="106247"/>
                </a:lnTo>
                <a:lnTo>
                  <a:pt x="1297885" y="106781"/>
                </a:lnTo>
                <a:lnTo>
                  <a:pt x="1298189" y="107309"/>
                </a:lnTo>
                <a:lnTo>
                  <a:pt x="1298501" y="107830"/>
                </a:lnTo>
                <a:lnTo>
                  <a:pt x="1298820" y="108344"/>
                </a:lnTo>
                <a:lnTo>
                  <a:pt x="1299147" y="108852"/>
                </a:lnTo>
                <a:lnTo>
                  <a:pt x="1299481" y="109353"/>
                </a:lnTo>
                <a:lnTo>
                  <a:pt x="1299823" y="109848"/>
                </a:lnTo>
                <a:lnTo>
                  <a:pt x="1300172" y="110335"/>
                </a:lnTo>
                <a:lnTo>
                  <a:pt x="1300528" y="110817"/>
                </a:lnTo>
                <a:lnTo>
                  <a:pt x="1300892" y="111291"/>
                </a:lnTo>
                <a:lnTo>
                  <a:pt x="1301264" y="111759"/>
                </a:lnTo>
                <a:lnTo>
                  <a:pt x="1301642" y="112220"/>
                </a:lnTo>
                <a:lnTo>
                  <a:pt x="1302028" y="112675"/>
                </a:lnTo>
                <a:lnTo>
                  <a:pt x="1302421" y="113122"/>
                </a:lnTo>
                <a:lnTo>
                  <a:pt x="1302821" y="113560"/>
                </a:lnTo>
                <a:lnTo>
                  <a:pt x="1303227" y="113990"/>
                </a:lnTo>
                <a:lnTo>
                  <a:pt x="1303640" y="114412"/>
                </a:lnTo>
                <a:lnTo>
                  <a:pt x="1304059" y="114825"/>
                </a:lnTo>
                <a:lnTo>
                  <a:pt x="1304485" y="115230"/>
                </a:lnTo>
                <a:lnTo>
                  <a:pt x="1304917" y="115626"/>
                </a:lnTo>
                <a:lnTo>
                  <a:pt x="1305356" y="116014"/>
                </a:lnTo>
                <a:lnTo>
                  <a:pt x="1305801" y="116394"/>
                </a:lnTo>
                <a:lnTo>
                  <a:pt x="1306253" y="116765"/>
                </a:lnTo>
                <a:lnTo>
                  <a:pt x="1306711" y="117127"/>
                </a:lnTo>
                <a:lnTo>
                  <a:pt x="1307176" y="117482"/>
                </a:lnTo>
                <a:lnTo>
                  <a:pt x="1307647" y="117827"/>
                </a:lnTo>
                <a:lnTo>
                  <a:pt x="1308125" y="118164"/>
                </a:lnTo>
                <a:lnTo>
                  <a:pt x="1308610" y="118493"/>
                </a:lnTo>
                <a:lnTo>
                  <a:pt x="1309100" y="118814"/>
                </a:lnTo>
                <a:lnTo>
                  <a:pt x="1309598" y="119126"/>
                </a:lnTo>
                <a:lnTo>
                  <a:pt x="1310102" y="119429"/>
                </a:lnTo>
                <a:lnTo>
                  <a:pt x="1310612" y="119724"/>
                </a:lnTo>
                <a:lnTo>
                  <a:pt x="1311129" y="120011"/>
                </a:lnTo>
                <a:lnTo>
                  <a:pt x="1311653" y="120289"/>
                </a:lnTo>
                <a:lnTo>
                  <a:pt x="1312183" y="120559"/>
                </a:lnTo>
                <a:lnTo>
                  <a:pt x="1312720" y="120820"/>
                </a:lnTo>
                <a:lnTo>
                  <a:pt x="1313263" y="121073"/>
                </a:lnTo>
                <a:lnTo>
                  <a:pt x="1313812" y="121316"/>
                </a:lnTo>
                <a:lnTo>
                  <a:pt x="1314366" y="121549"/>
                </a:lnTo>
                <a:lnTo>
                  <a:pt x="1314926" y="121772"/>
                </a:lnTo>
                <a:lnTo>
                  <a:pt x="1315491" y="121984"/>
                </a:lnTo>
                <a:lnTo>
                  <a:pt x="1316062" y="122186"/>
                </a:lnTo>
                <a:lnTo>
                  <a:pt x="1316638" y="122378"/>
                </a:lnTo>
                <a:lnTo>
                  <a:pt x="1317219" y="122559"/>
                </a:lnTo>
                <a:lnTo>
                  <a:pt x="1317806" y="122730"/>
                </a:lnTo>
                <a:lnTo>
                  <a:pt x="1318398" y="122891"/>
                </a:lnTo>
                <a:lnTo>
                  <a:pt x="1318995" y="123041"/>
                </a:lnTo>
                <a:lnTo>
                  <a:pt x="1319598" y="123181"/>
                </a:lnTo>
                <a:lnTo>
                  <a:pt x="1320206" y="123310"/>
                </a:lnTo>
                <a:lnTo>
                  <a:pt x="1320819" y="123430"/>
                </a:lnTo>
                <a:lnTo>
                  <a:pt x="1321438" y="123538"/>
                </a:lnTo>
                <a:lnTo>
                  <a:pt x="1322063" y="123637"/>
                </a:lnTo>
                <a:lnTo>
                  <a:pt x="1322692" y="123725"/>
                </a:lnTo>
                <a:lnTo>
                  <a:pt x="1323327" y="123803"/>
                </a:lnTo>
                <a:lnTo>
                  <a:pt x="1323968" y="123870"/>
                </a:lnTo>
                <a:lnTo>
                  <a:pt x="1324613" y="123927"/>
                </a:lnTo>
                <a:lnTo>
                  <a:pt x="1325264" y="123973"/>
                </a:lnTo>
                <a:lnTo>
                  <a:pt x="1325921" y="124010"/>
                </a:lnTo>
                <a:lnTo>
                  <a:pt x="1326583" y="124036"/>
                </a:lnTo>
                <a:lnTo>
                  <a:pt x="1327250" y="124051"/>
                </a:lnTo>
                <a:lnTo>
                  <a:pt x="1327923" y="124056"/>
                </a:lnTo>
                <a:lnTo>
                  <a:pt x="1328595" y="124051"/>
                </a:lnTo>
                <a:lnTo>
                  <a:pt x="1329262" y="124036"/>
                </a:lnTo>
                <a:lnTo>
                  <a:pt x="1329924" y="124010"/>
                </a:lnTo>
                <a:lnTo>
                  <a:pt x="1330580" y="123973"/>
                </a:lnTo>
                <a:lnTo>
                  <a:pt x="1331230" y="123927"/>
                </a:lnTo>
                <a:lnTo>
                  <a:pt x="1331875" y="123870"/>
                </a:lnTo>
                <a:lnTo>
                  <a:pt x="1332515" y="123803"/>
                </a:lnTo>
                <a:lnTo>
                  <a:pt x="1333149" y="123725"/>
                </a:lnTo>
                <a:lnTo>
                  <a:pt x="1333777" y="123637"/>
                </a:lnTo>
                <a:lnTo>
                  <a:pt x="1334400" y="123538"/>
                </a:lnTo>
                <a:lnTo>
                  <a:pt x="1335018" y="123430"/>
                </a:lnTo>
                <a:lnTo>
                  <a:pt x="1335630" y="123310"/>
                </a:lnTo>
                <a:lnTo>
                  <a:pt x="1336237" y="123181"/>
                </a:lnTo>
                <a:lnTo>
                  <a:pt x="1336838" y="123041"/>
                </a:lnTo>
                <a:lnTo>
                  <a:pt x="1337433" y="122891"/>
                </a:lnTo>
                <a:lnTo>
                  <a:pt x="1338023" y="122730"/>
                </a:lnTo>
                <a:lnTo>
                  <a:pt x="1338608" y="122559"/>
                </a:lnTo>
                <a:lnTo>
                  <a:pt x="1339187" y="122378"/>
                </a:lnTo>
                <a:lnTo>
                  <a:pt x="1339760" y="122186"/>
                </a:lnTo>
                <a:lnTo>
                  <a:pt x="1340328" y="121984"/>
                </a:lnTo>
                <a:lnTo>
                  <a:pt x="1340891" y="121772"/>
                </a:lnTo>
                <a:lnTo>
                  <a:pt x="1341448" y="121549"/>
                </a:lnTo>
                <a:lnTo>
                  <a:pt x="1342000" y="121316"/>
                </a:lnTo>
                <a:lnTo>
                  <a:pt x="1342546" y="121073"/>
                </a:lnTo>
                <a:lnTo>
                  <a:pt x="1343086" y="120820"/>
                </a:lnTo>
                <a:lnTo>
                  <a:pt x="1343619" y="120559"/>
                </a:lnTo>
                <a:lnTo>
                  <a:pt x="1344147" y="120289"/>
                </a:lnTo>
                <a:lnTo>
                  <a:pt x="1344668" y="120011"/>
                </a:lnTo>
                <a:lnTo>
                  <a:pt x="1345182" y="119724"/>
                </a:lnTo>
                <a:lnTo>
                  <a:pt x="1345690" y="119429"/>
                </a:lnTo>
                <a:lnTo>
                  <a:pt x="1346192" y="119126"/>
                </a:lnTo>
                <a:lnTo>
                  <a:pt x="1346687" y="118814"/>
                </a:lnTo>
                <a:lnTo>
                  <a:pt x="1347176" y="118493"/>
                </a:lnTo>
                <a:lnTo>
                  <a:pt x="1347659" y="118164"/>
                </a:lnTo>
                <a:lnTo>
                  <a:pt x="1348135" y="117827"/>
                </a:lnTo>
                <a:lnTo>
                  <a:pt x="1348605" y="117482"/>
                </a:lnTo>
                <a:lnTo>
                  <a:pt x="1349068" y="117127"/>
                </a:lnTo>
                <a:lnTo>
                  <a:pt x="1349525" y="116765"/>
                </a:lnTo>
                <a:lnTo>
                  <a:pt x="1349976" y="116394"/>
                </a:lnTo>
                <a:lnTo>
                  <a:pt x="1350420" y="116014"/>
                </a:lnTo>
                <a:lnTo>
                  <a:pt x="1350858" y="115626"/>
                </a:lnTo>
                <a:lnTo>
                  <a:pt x="1351289" y="115230"/>
                </a:lnTo>
                <a:lnTo>
                  <a:pt x="1351714" y="114825"/>
                </a:lnTo>
                <a:lnTo>
                  <a:pt x="1352133" y="114412"/>
                </a:lnTo>
                <a:lnTo>
                  <a:pt x="1352545" y="113990"/>
                </a:lnTo>
                <a:lnTo>
                  <a:pt x="1352951" y="113560"/>
                </a:lnTo>
                <a:lnTo>
                  <a:pt x="1353350" y="113122"/>
                </a:lnTo>
                <a:lnTo>
                  <a:pt x="1353743" y="112675"/>
                </a:lnTo>
                <a:lnTo>
                  <a:pt x="1354129" y="112220"/>
                </a:lnTo>
                <a:lnTo>
                  <a:pt x="1354508" y="111759"/>
                </a:lnTo>
                <a:lnTo>
                  <a:pt x="1354879" y="111291"/>
                </a:lnTo>
                <a:lnTo>
                  <a:pt x="1355242" y="110817"/>
                </a:lnTo>
                <a:lnTo>
                  <a:pt x="1355598" y="110335"/>
                </a:lnTo>
                <a:lnTo>
                  <a:pt x="1355946" y="109848"/>
                </a:lnTo>
                <a:lnTo>
                  <a:pt x="1356287" y="109353"/>
                </a:lnTo>
                <a:lnTo>
                  <a:pt x="1356620" y="108852"/>
                </a:lnTo>
                <a:lnTo>
                  <a:pt x="1356946" y="108344"/>
                </a:lnTo>
                <a:lnTo>
                  <a:pt x="1357264" y="107830"/>
                </a:lnTo>
                <a:lnTo>
                  <a:pt x="1357575" y="107309"/>
                </a:lnTo>
                <a:lnTo>
                  <a:pt x="1357878" y="106781"/>
                </a:lnTo>
                <a:lnTo>
                  <a:pt x="1358173" y="106247"/>
                </a:lnTo>
                <a:lnTo>
                  <a:pt x="1358461" y="105706"/>
                </a:lnTo>
                <a:lnTo>
                  <a:pt x="1358742" y="105158"/>
                </a:lnTo>
                <a:lnTo>
                  <a:pt x="1359014" y="104604"/>
                </a:lnTo>
                <a:lnTo>
                  <a:pt x="1359280" y="104043"/>
                </a:lnTo>
                <a:lnTo>
                  <a:pt x="1359537" y="103475"/>
                </a:lnTo>
                <a:lnTo>
                  <a:pt x="1359788" y="102901"/>
                </a:lnTo>
                <a:lnTo>
                  <a:pt x="1360030" y="102320"/>
                </a:lnTo>
                <a:lnTo>
                  <a:pt x="1360266" y="101733"/>
                </a:lnTo>
                <a:lnTo>
                  <a:pt x="1360493" y="101139"/>
                </a:lnTo>
                <a:lnTo>
                  <a:pt x="1360713" y="100538"/>
                </a:lnTo>
                <a:lnTo>
                  <a:pt x="1360926" y="99930"/>
                </a:lnTo>
                <a:lnTo>
                  <a:pt x="1361130" y="99317"/>
                </a:lnTo>
                <a:lnTo>
                  <a:pt x="1361326" y="98699"/>
                </a:lnTo>
                <a:lnTo>
                  <a:pt x="1361513" y="98076"/>
                </a:lnTo>
                <a:lnTo>
                  <a:pt x="1361691" y="97449"/>
                </a:lnTo>
                <a:lnTo>
                  <a:pt x="1361861" y="96817"/>
                </a:lnTo>
                <a:lnTo>
                  <a:pt x="1362021" y="96180"/>
                </a:lnTo>
                <a:lnTo>
                  <a:pt x="1362174" y="95538"/>
                </a:lnTo>
                <a:lnTo>
                  <a:pt x="1362317" y="94892"/>
                </a:lnTo>
                <a:lnTo>
                  <a:pt x="1362452" y="94241"/>
                </a:lnTo>
                <a:lnTo>
                  <a:pt x="1362578" y="93585"/>
                </a:lnTo>
                <a:lnTo>
                  <a:pt x="1362695" y="92925"/>
                </a:lnTo>
                <a:lnTo>
                  <a:pt x="1362804" y="92260"/>
                </a:lnTo>
                <a:lnTo>
                  <a:pt x="1362904" y="91590"/>
                </a:lnTo>
                <a:lnTo>
                  <a:pt x="1362996" y="90915"/>
                </a:lnTo>
                <a:lnTo>
                  <a:pt x="1363078" y="90235"/>
                </a:lnTo>
                <a:lnTo>
                  <a:pt x="1363152" y="89551"/>
                </a:lnTo>
                <a:lnTo>
                  <a:pt x="1363217" y="88862"/>
                </a:lnTo>
                <a:lnTo>
                  <a:pt x="1363274" y="88169"/>
                </a:lnTo>
                <a:lnTo>
                  <a:pt x="1363322" y="87470"/>
                </a:lnTo>
                <a:lnTo>
                  <a:pt x="1363361" y="86767"/>
                </a:lnTo>
                <a:lnTo>
                  <a:pt x="1363391" y="86059"/>
                </a:lnTo>
                <a:lnTo>
                  <a:pt x="1363413" y="85347"/>
                </a:lnTo>
                <a:lnTo>
                  <a:pt x="1363426" y="84629"/>
                </a:lnTo>
                <a:lnTo>
                  <a:pt x="1363430" y="83907"/>
                </a:lnTo>
                <a:lnTo>
                  <a:pt x="1363430" y="81550"/>
                </a:lnTo>
                <a:lnTo>
                  <a:pt x="1363426" y="80828"/>
                </a:lnTo>
                <a:lnTo>
                  <a:pt x="1363413" y="80111"/>
                </a:lnTo>
                <a:lnTo>
                  <a:pt x="1363391" y="79398"/>
                </a:lnTo>
                <a:lnTo>
                  <a:pt x="1363361" y="78689"/>
                </a:lnTo>
                <a:lnTo>
                  <a:pt x="1363322" y="77986"/>
                </a:lnTo>
                <a:lnTo>
                  <a:pt x="1363274" y="77287"/>
                </a:lnTo>
                <a:lnTo>
                  <a:pt x="1363217" y="76592"/>
                </a:lnTo>
                <a:lnTo>
                  <a:pt x="1363152" y="75902"/>
                </a:lnTo>
                <a:lnTo>
                  <a:pt x="1363078" y="75217"/>
                </a:lnTo>
                <a:lnTo>
                  <a:pt x="1362996" y="74536"/>
                </a:lnTo>
                <a:lnTo>
                  <a:pt x="1362904" y="73860"/>
                </a:lnTo>
                <a:lnTo>
                  <a:pt x="1362804" y="73189"/>
                </a:lnTo>
                <a:lnTo>
                  <a:pt x="1362695" y="72522"/>
                </a:lnTo>
                <a:lnTo>
                  <a:pt x="1362578" y="71860"/>
                </a:lnTo>
                <a:lnTo>
                  <a:pt x="1362452" y="71202"/>
                </a:lnTo>
                <a:lnTo>
                  <a:pt x="1362317" y="70549"/>
                </a:lnTo>
                <a:lnTo>
                  <a:pt x="1362174" y="69901"/>
                </a:lnTo>
                <a:lnTo>
                  <a:pt x="1362021" y="69257"/>
                </a:lnTo>
                <a:lnTo>
                  <a:pt x="1361861" y="68618"/>
                </a:lnTo>
                <a:lnTo>
                  <a:pt x="1361691" y="67983"/>
                </a:lnTo>
                <a:lnTo>
                  <a:pt x="1361513" y="67353"/>
                </a:lnTo>
                <a:lnTo>
                  <a:pt x="1361326" y="66728"/>
                </a:lnTo>
                <a:lnTo>
                  <a:pt x="1361130" y="66107"/>
                </a:lnTo>
                <a:lnTo>
                  <a:pt x="1360926" y="65491"/>
                </a:lnTo>
                <a:lnTo>
                  <a:pt x="1360713" y="64880"/>
                </a:lnTo>
                <a:lnTo>
                  <a:pt x="1360493" y="64277"/>
                </a:lnTo>
                <a:lnTo>
                  <a:pt x="1360266" y="63680"/>
                </a:lnTo>
                <a:lnTo>
                  <a:pt x="1360030" y="63090"/>
                </a:lnTo>
                <a:lnTo>
                  <a:pt x="1359788" y="62507"/>
                </a:lnTo>
                <a:lnTo>
                  <a:pt x="1359537" y="61931"/>
                </a:lnTo>
                <a:lnTo>
                  <a:pt x="1359280" y="61362"/>
                </a:lnTo>
                <a:lnTo>
                  <a:pt x="1359014" y="60800"/>
                </a:lnTo>
                <a:lnTo>
                  <a:pt x="1358742" y="60245"/>
                </a:lnTo>
                <a:lnTo>
                  <a:pt x="1358461" y="59697"/>
                </a:lnTo>
                <a:lnTo>
                  <a:pt x="1358173" y="59156"/>
                </a:lnTo>
                <a:lnTo>
                  <a:pt x="1357878" y="58621"/>
                </a:lnTo>
                <a:lnTo>
                  <a:pt x="1357575" y="58093"/>
                </a:lnTo>
                <a:lnTo>
                  <a:pt x="1357264" y="57573"/>
                </a:lnTo>
                <a:lnTo>
                  <a:pt x="1356946" y="57059"/>
                </a:lnTo>
                <a:lnTo>
                  <a:pt x="1356620" y="56552"/>
                </a:lnTo>
                <a:lnTo>
                  <a:pt x="1356287" y="56052"/>
                </a:lnTo>
                <a:lnTo>
                  <a:pt x="1355946" y="55559"/>
                </a:lnTo>
                <a:lnTo>
                  <a:pt x="1355598" y="55073"/>
                </a:lnTo>
                <a:lnTo>
                  <a:pt x="1355242" y="54594"/>
                </a:lnTo>
                <a:lnTo>
                  <a:pt x="1354879" y="54122"/>
                </a:lnTo>
                <a:lnTo>
                  <a:pt x="1354508" y="53656"/>
                </a:lnTo>
                <a:lnTo>
                  <a:pt x="1354129" y="53198"/>
                </a:lnTo>
                <a:lnTo>
                  <a:pt x="1353743" y="52746"/>
                </a:lnTo>
                <a:lnTo>
                  <a:pt x="1353350" y="52302"/>
                </a:lnTo>
                <a:lnTo>
                  <a:pt x="1352950" y="51866"/>
                </a:lnTo>
                <a:lnTo>
                  <a:pt x="1352544" y="51439"/>
                </a:lnTo>
                <a:lnTo>
                  <a:pt x="1352131" y="51020"/>
                </a:lnTo>
                <a:lnTo>
                  <a:pt x="1351711" y="50609"/>
                </a:lnTo>
                <a:lnTo>
                  <a:pt x="1351284" y="50207"/>
                </a:lnTo>
                <a:lnTo>
                  <a:pt x="1350851" y="49813"/>
                </a:lnTo>
                <a:lnTo>
                  <a:pt x="1350412" y="49427"/>
                </a:lnTo>
                <a:lnTo>
                  <a:pt x="1349965" y="49049"/>
                </a:lnTo>
                <a:lnTo>
                  <a:pt x="1349512" y="48680"/>
                </a:lnTo>
                <a:lnTo>
                  <a:pt x="1349053" y="48319"/>
                </a:lnTo>
                <a:lnTo>
                  <a:pt x="1348586" y="47967"/>
                </a:lnTo>
                <a:lnTo>
                  <a:pt x="1348113" y="47623"/>
                </a:lnTo>
                <a:lnTo>
                  <a:pt x="1347634" y="47287"/>
                </a:lnTo>
                <a:lnTo>
                  <a:pt x="1347147" y="46959"/>
                </a:lnTo>
                <a:lnTo>
                  <a:pt x="1346655" y="46640"/>
                </a:lnTo>
                <a:lnTo>
                  <a:pt x="1346155" y="46329"/>
                </a:lnTo>
                <a:lnTo>
                  <a:pt x="1345649" y="46026"/>
                </a:lnTo>
                <a:lnTo>
                  <a:pt x="1345136" y="45732"/>
                </a:lnTo>
                <a:lnTo>
                  <a:pt x="1344616" y="45446"/>
                </a:lnTo>
                <a:lnTo>
                  <a:pt x="1344090" y="45168"/>
                </a:lnTo>
                <a:lnTo>
                  <a:pt x="1343557" y="44899"/>
                </a:lnTo>
                <a:lnTo>
                  <a:pt x="1343018" y="44638"/>
                </a:lnTo>
                <a:lnTo>
                  <a:pt x="1342472" y="44385"/>
                </a:lnTo>
                <a:lnTo>
                  <a:pt x="1341920" y="44141"/>
                </a:lnTo>
                <a:lnTo>
                  <a:pt x="1341363" y="43908"/>
                </a:lnTo>
                <a:lnTo>
                  <a:pt x="1340800" y="43685"/>
                </a:lnTo>
                <a:lnTo>
                  <a:pt x="1340232" y="43473"/>
                </a:lnTo>
                <a:lnTo>
                  <a:pt x="1339659" y="43271"/>
                </a:lnTo>
                <a:lnTo>
                  <a:pt x="1339081" y="43079"/>
                </a:lnTo>
                <a:lnTo>
                  <a:pt x="1338497" y="42898"/>
                </a:lnTo>
                <a:lnTo>
                  <a:pt x="1337909" y="42727"/>
                </a:lnTo>
                <a:lnTo>
                  <a:pt x="1337315" y="42567"/>
                </a:lnTo>
                <a:lnTo>
                  <a:pt x="1336715" y="42416"/>
                </a:lnTo>
                <a:lnTo>
                  <a:pt x="1336111" y="42277"/>
                </a:lnTo>
                <a:lnTo>
                  <a:pt x="1335501" y="42147"/>
                </a:lnTo>
                <a:lnTo>
                  <a:pt x="1334886" y="42028"/>
                </a:lnTo>
                <a:lnTo>
                  <a:pt x="1334266" y="41919"/>
                </a:lnTo>
                <a:lnTo>
                  <a:pt x="1333640" y="41821"/>
                </a:lnTo>
                <a:lnTo>
                  <a:pt x="1333010" y="41733"/>
                </a:lnTo>
                <a:lnTo>
                  <a:pt x="1332374" y="41655"/>
                </a:lnTo>
                <a:lnTo>
                  <a:pt x="1331733" y="41588"/>
                </a:lnTo>
                <a:lnTo>
                  <a:pt x="1331086" y="41531"/>
                </a:lnTo>
                <a:lnTo>
                  <a:pt x="1330434" y="41484"/>
                </a:lnTo>
                <a:lnTo>
                  <a:pt x="1329777" y="41448"/>
                </a:lnTo>
                <a:lnTo>
                  <a:pt x="1329115" y="41422"/>
                </a:lnTo>
                <a:lnTo>
                  <a:pt x="1328448" y="41406"/>
                </a:lnTo>
                <a:lnTo>
                  <a:pt x="1327775" y="41401"/>
                </a:lnTo>
                <a:lnTo>
                  <a:pt x="1327109" y="41406"/>
                </a:lnTo>
                <a:lnTo>
                  <a:pt x="1326447" y="41422"/>
                </a:lnTo>
                <a:lnTo>
                  <a:pt x="1325791" y="41448"/>
                </a:lnTo>
                <a:lnTo>
                  <a:pt x="1325140" y="41484"/>
                </a:lnTo>
                <a:lnTo>
                  <a:pt x="1324493" y="41531"/>
                </a:lnTo>
                <a:lnTo>
                  <a:pt x="1323852" y="41588"/>
                </a:lnTo>
                <a:lnTo>
                  <a:pt x="1323217" y="41655"/>
                </a:lnTo>
                <a:lnTo>
                  <a:pt x="1322586" y="41733"/>
                </a:lnTo>
                <a:lnTo>
                  <a:pt x="1321960" y="41821"/>
                </a:lnTo>
                <a:lnTo>
                  <a:pt x="1321340" y="41919"/>
                </a:lnTo>
                <a:lnTo>
                  <a:pt x="1320724" y="42028"/>
                </a:lnTo>
                <a:lnTo>
                  <a:pt x="1320114" y="42147"/>
                </a:lnTo>
                <a:lnTo>
                  <a:pt x="1319509" y="42277"/>
                </a:lnTo>
                <a:lnTo>
                  <a:pt x="1318908" y="42416"/>
                </a:lnTo>
                <a:lnTo>
                  <a:pt x="1318314" y="42567"/>
                </a:lnTo>
                <a:lnTo>
                  <a:pt x="1317724" y="42727"/>
                </a:lnTo>
                <a:lnTo>
                  <a:pt x="1317139" y="42898"/>
                </a:lnTo>
                <a:lnTo>
                  <a:pt x="1316559" y="43079"/>
                </a:lnTo>
                <a:lnTo>
                  <a:pt x="1315985" y="43271"/>
                </a:lnTo>
                <a:lnTo>
                  <a:pt x="1315415" y="43473"/>
                </a:lnTo>
                <a:lnTo>
                  <a:pt x="1314851" y="43685"/>
                </a:lnTo>
                <a:lnTo>
                  <a:pt x="1314292" y="43908"/>
                </a:lnTo>
                <a:lnTo>
                  <a:pt x="1313738" y="44141"/>
                </a:lnTo>
                <a:lnTo>
                  <a:pt x="1313189" y="44385"/>
                </a:lnTo>
                <a:lnTo>
                  <a:pt x="1312646" y="44638"/>
                </a:lnTo>
                <a:lnTo>
                  <a:pt x="1312110" y="44899"/>
                </a:lnTo>
                <a:lnTo>
                  <a:pt x="1311580" y="45168"/>
                </a:lnTo>
                <a:lnTo>
                  <a:pt x="1311057" y="45446"/>
                </a:lnTo>
                <a:lnTo>
                  <a:pt x="1310540" y="45732"/>
                </a:lnTo>
                <a:lnTo>
                  <a:pt x="1310031" y="46026"/>
                </a:lnTo>
                <a:lnTo>
                  <a:pt x="1309527" y="46329"/>
                </a:lnTo>
                <a:lnTo>
                  <a:pt x="1309031" y="46640"/>
                </a:lnTo>
                <a:lnTo>
                  <a:pt x="1308541" y="46959"/>
                </a:lnTo>
                <a:lnTo>
                  <a:pt x="1308058" y="47287"/>
                </a:lnTo>
                <a:lnTo>
                  <a:pt x="1307581" y="47623"/>
                </a:lnTo>
                <a:lnTo>
                  <a:pt x="1307111" y="47967"/>
                </a:lnTo>
                <a:lnTo>
                  <a:pt x="1306648" y="48319"/>
                </a:lnTo>
                <a:lnTo>
                  <a:pt x="1306192" y="48680"/>
                </a:lnTo>
                <a:lnTo>
                  <a:pt x="1305742" y="49049"/>
                </a:lnTo>
                <a:lnTo>
                  <a:pt x="1305298" y="49427"/>
                </a:lnTo>
                <a:lnTo>
                  <a:pt x="1304862" y="49813"/>
                </a:lnTo>
                <a:lnTo>
                  <a:pt x="1304432" y="50207"/>
                </a:lnTo>
                <a:lnTo>
                  <a:pt x="1304008" y="50609"/>
                </a:lnTo>
                <a:lnTo>
                  <a:pt x="1303592" y="51020"/>
                </a:lnTo>
                <a:lnTo>
                  <a:pt x="1303182" y="51439"/>
                </a:lnTo>
                <a:lnTo>
                  <a:pt x="1302778" y="51866"/>
                </a:lnTo>
                <a:lnTo>
                  <a:pt x="1302382" y="52302"/>
                </a:lnTo>
                <a:lnTo>
                  <a:pt x="1301992" y="52746"/>
                </a:lnTo>
                <a:lnTo>
                  <a:pt x="1301608" y="53198"/>
                </a:lnTo>
                <a:lnTo>
                  <a:pt x="1301233" y="53656"/>
                </a:lnTo>
                <a:lnTo>
                  <a:pt x="1300864" y="54122"/>
                </a:lnTo>
                <a:lnTo>
                  <a:pt x="1300503" y="54594"/>
                </a:lnTo>
                <a:lnTo>
                  <a:pt x="1300149" y="55073"/>
                </a:lnTo>
                <a:lnTo>
                  <a:pt x="1299802" y="55559"/>
                </a:lnTo>
                <a:lnTo>
                  <a:pt x="1299463" y="56052"/>
                </a:lnTo>
                <a:lnTo>
                  <a:pt x="1299131" y="56552"/>
                </a:lnTo>
                <a:lnTo>
                  <a:pt x="1298806" y="57059"/>
                </a:lnTo>
                <a:lnTo>
                  <a:pt x="1298488" y="57573"/>
                </a:lnTo>
                <a:lnTo>
                  <a:pt x="1298178" y="58093"/>
                </a:lnTo>
                <a:lnTo>
                  <a:pt x="1297875" y="58621"/>
                </a:lnTo>
                <a:lnTo>
                  <a:pt x="1297580" y="59156"/>
                </a:lnTo>
                <a:lnTo>
                  <a:pt x="1297291" y="59697"/>
                </a:lnTo>
                <a:lnTo>
                  <a:pt x="1297010" y="60245"/>
                </a:lnTo>
                <a:lnTo>
                  <a:pt x="1296737" y="60800"/>
                </a:lnTo>
                <a:lnTo>
                  <a:pt x="1296470" y="61362"/>
                </a:lnTo>
                <a:lnTo>
                  <a:pt x="1296211" y="61931"/>
                </a:lnTo>
                <a:lnTo>
                  <a:pt x="1295959" y="62507"/>
                </a:lnTo>
                <a:lnTo>
                  <a:pt x="1295714" y="63090"/>
                </a:lnTo>
                <a:lnTo>
                  <a:pt x="1295477" y="63680"/>
                </a:lnTo>
                <a:lnTo>
                  <a:pt x="1295247" y="64277"/>
                </a:lnTo>
                <a:lnTo>
                  <a:pt x="1295024" y="64880"/>
                </a:lnTo>
                <a:lnTo>
                  <a:pt x="1294809" y="65491"/>
                </a:lnTo>
                <a:lnTo>
                  <a:pt x="1294602" y="66107"/>
                </a:lnTo>
                <a:lnTo>
                  <a:pt x="1294403" y="66728"/>
                </a:lnTo>
                <a:lnTo>
                  <a:pt x="1294213" y="67353"/>
                </a:lnTo>
                <a:lnTo>
                  <a:pt x="1294032" y="67983"/>
                </a:lnTo>
                <a:lnTo>
                  <a:pt x="1293860" y="68618"/>
                </a:lnTo>
                <a:lnTo>
                  <a:pt x="1293697" y="69257"/>
                </a:lnTo>
                <a:lnTo>
                  <a:pt x="1293543" y="69901"/>
                </a:lnTo>
                <a:lnTo>
                  <a:pt x="1293397" y="70549"/>
                </a:lnTo>
                <a:lnTo>
                  <a:pt x="1293260" y="71202"/>
                </a:lnTo>
                <a:lnTo>
                  <a:pt x="1293132" y="71860"/>
                </a:lnTo>
                <a:lnTo>
                  <a:pt x="1293013" y="72522"/>
                </a:lnTo>
                <a:lnTo>
                  <a:pt x="1292903" y="73189"/>
                </a:lnTo>
                <a:lnTo>
                  <a:pt x="1292801" y="73860"/>
                </a:lnTo>
                <a:lnTo>
                  <a:pt x="1292709" y="74536"/>
                </a:lnTo>
                <a:lnTo>
                  <a:pt x="1292625" y="75217"/>
                </a:lnTo>
                <a:lnTo>
                  <a:pt x="1292550" y="75902"/>
                </a:lnTo>
                <a:lnTo>
                  <a:pt x="1292484" y="76592"/>
                </a:lnTo>
                <a:lnTo>
                  <a:pt x="1292426" y="77287"/>
                </a:lnTo>
                <a:lnTo>
                  <a:pt x="1292378" y="77986"/>
                </a:lnTo>
                <a:lnTo>
                  <a:pt x="1292338" y="78689"/>
                </a:lnTo>
                <a:lnTo>
                  <a:pt x="1292307" y="79398"/>
                </a:lnTo>
                <a:lnTo>
                  <a:pt x="1292285" y="80111"/>
                </a:lnTo>
                <a:lnTo>
                  <a:pt x="1292272" y="80828"/>
                </a:lnTo>
                <a:lnTo>
                  <a:pt x="1292267" y="81550"/>
                </a:lnTo>
                <a:lnTo>
                  <a:pt x="1292267" y="83907"/>
                </a:lnTo>
                <a:lnTo>
                  <a:pt x="1292272" y="84629"/>
                </a:lnTo>
                <a:lnTo>
                  <a:pt x="1292285" y="85347"/>
                </a:lnTo>
                <a:lnTo>
                  <a:pt x="1292307" y="86059"/>
                </a:lnTo>
                <a:lnTo>
                  <a:pt x="1292338" y="86767"/>
                </a:lnTo>
                <a:lnTo>
                  <a:pt x="1292378" y="87470"/>
                </a:lnTo>
                <a:lnTo>
                  <a:pt x="1292426" y="88169"/>
                </a:lnTo>
                <a:close/>
                <a:moveTo>
                  <a:pt x="1301216" y="78350"/>
                </a:moveTo>
                <a:lnTo>
                  <a:pt x="1301255" y="77825"/>
                </a:lnTo>
                <a:lnTo>
                  <a:pt x="1301300" y="77302"/>
                </a:lnTo>
                <a:lnTo>
                  <a:pt x="1301351" y="76781"/>
                </a:lnTo>
                <a:lnTo>
                  <a:pt x="1301408" y="76263"/>
                </a:lnTo>
                <a:lnTo>
                  <a:pt x="1301471" y="75747"/>
                </a:lnTo>
                <a:lnTo>
                  <a:pt x="1301540" y="75233"/>
                </a:lnTo>
                <a:lnTo>
                  <a:pt x="1301615" y="74722"/>
                </a:lnTo>
                <a:lnTo>
                  <a:pt x="1301697" y="74212"/>
                </a:lnTo>
                <a:lnTo>
                  <a:pt x="1301784" y="73706"/>
                </a:lnTo>
                <a:lnTo>
                  <a:pt x="1301877" y="73201"/>
                </a:lnTo>
                <a:lnTo>
                  <a:pt x="1301976" y="72699"/>
                </a:lnTo>
                <a:lnTo>
                  <a:pt x="1302081" y="72199"/>
                </a:lnTo>
                <a:lnTo>
                  <a:pt x="1302193" y="71701"/>
                </a:lnTo>
                <a:lnTo>
                  <a:pt x="1302310" y="71206"/>
                </a:lnTo>
                <a:lnTo>
                  <a:pt x="1302433" y="70713"/>
                </a:lnTo>
                <a:lnTo>
                  <a:pt x="1302562" y="70222"/>
                </a:lnTo>
                <a:lnTo>
                  <a:pt x="1302697" y="69734"/>
                </a:lnTo>
                <a:lnTo>
                  <a:pt x="1302839" y="69248"/>
                </a:lnTo>
                <a:lnTo>
                  <a:pt x="1302986" y="68765"/>
                </a:lnTo>
                <a:lnTo>
                  <a:pt x="1303139" y="68286"/>
                </a:lnTo>
                <a:lnTo>
                  <a:pt x="1303298" y="67812"/>
                </a:lnTo>
                <a:lnTo>
                  <a:pt x="1303463" y="67342"/>
                </a:lnTo>
                <a:lnTo>
                  <a:pt x="1303634" y="66877"/>
                </a:lnTo>
                <a:lnTo>
                  <a:pt x="1303810" y="66416"/>
                </a:lnTo>
                <a:lnTo>
                  <a:pt x="1303993" y="65959"/>
                </a:lnTo>
                <a:lnTo>
                  <a:pt x="1304181" y="65507"/>
                </a:lnTo>
                <a:lnTo>
                  <a:pt x="1304375" y="65059"/>
                </a:lnTo>
                <a:lnTo>
                  <a:pt x="1304576" y="64615"/>
                </a:lnTo>
                <a:lnTo>
                  <a:pt x="1304782" y="64176"/>
                </a:lnTo>
                <a:lnTo>
                  <a:pt x="1304993" y="63741"/>
                </a:lnTo>
                <a:lnTo>
                  <a:pt x="1305211" y="63310"/>
                </a:lnTo>
                <a:lnTo>
                  <a:pt x="1305435" y="62884"/>
                </a:lnTo>
                <a:lnTo>
                  <a:pt x="1305665" y="62462"/>
                </a:lnTo>
                <a:lnTo>
                  <a:pt x="1305900" y="62045"/>
                </a:lnTo>
                <a:lnTo>
                  <a:pt x="1306141" y="61631"/>
                </a:lnTo>
                <a:lnTo>
                  <a:pt x="1306389" y="61222"/>
                </a:lnTo>
                <a:lnTo>
                  <a:pt x="1306642" y="60818"/>
                </a:lnTo>
                <a:lnTo>
                  <a:pt x="1306901" y="60418"/>
                </a:lnTo>
                <a:lnTo>
                  <a:pt x="1307166" y="60022"/>
                </a:lnTo>
                <a:lnTo>
                  <a:pt x="1307436" y="59630"/>
                </a:lnTo>
                <a:lnTo>
                  <a:pt x="1307713" y="59243"/>
                </a:lnTo>
                <a:lnTo>
                  <a:pt x="1307995" y="58860"/>
                </a:lnTo>
                <a:lnTo>
                  <a:pt x="1308284" y="58483"/>
                </a:lnTo>
                <a:lnTo>
                  <a:pt x="1308577" y="58113"/>
                </a:lnTo>
                <a:lnTo>
                  <a:pt x="1308876" y="57749"/>
                </a:lnTo>
                <a:lnTo>
                  <a:pt x="1309180" y="57391"/>
                </a:lnTo>
                <a:lnTo>
                  <a:pt x="1309490" y="57041"/>
                </a:lnTo>
                <a:lnTo>
                  <a:pt x="1309805" y="56696"/>
                </a:lnTo>
                <a:lnTo>
                  <a:pt x="1310125" y="56359"/>
                </a:lnTo>
                <a:lnTo>
                  <a:pt x="1310451" y="56028"/>
                </a:lnTo>
                <a:lnTo>
                  <a:pt x="1310782" y="55704"/>
                </a:lnTo>
                <a:lnTo>
                  <a:pt x="1311119" y="55387"/>
                </a:lnTo>
                <a:lnTo>
                  <a:pt x="1311461" y="55076"/>
                </a:lnTo>
                <a:lnTo>
                  <a:pt x="1311808" y="54772"/>
                </a:lnTo>
                <a:lnTo>
                  <a:pt x="1312160" y="54474"/>
                </a:lnTo>
                <a:lnTo>
                  <a:pt x="1312518" y="54184"/>
                </a:lnTo>
                <a:lnTo>
                  <a:pt x="1312882" y="53899"/>
                </a:lnTo>
                <a:lnTo>
                  <a:pt x="1313250" y="53622"/>
                </a:lnTo>
                <a:lnTo>
                  <a:pt x="1313624" y="53351"/>
                </a:lnTo>
                <a:lnTo>
                  <a:pt x="1314004" y="53087"/>
                </a:lnTo>
                <a:lnTo>
                  <a:pt x="1314389" y="52829"/>
                </a:lnTo>
                <a:lnTo>
                  <a:pt x="1314779" y="52578"/>
                </a:lnTo>
                <a:lnTo>
                  <a:pt x="1315175" y="52334"/>
                </a:lnTo>
                <a:lnTo>
                  <a:pt x="1315576" y="52096"/>
                </a:lnTo>
                <a:lnTo>
                  <a:pt x="1315982" y="51865"/>
                </a:lnTo>
                <a:lnTo>
                  <a:pt x="1316394" y="51641"/>
                </a:lnTo>
                <a:lnTo>
                  <a:pt x="1316810" y="51425"/>
                </a:lnTo>
                <a:lnTo>
                  <a:pt x="1317232" y="51217"/>
                </a:lnTo>
                <a:lnTo>
                  <a:pt x="1317659" y="51019"/>
                </a:lnTo>
                <a:lnTo>
                  <a:pt x="1318091" y="50831"/>
                </a:lnTo>
                <a:lnTo>
                  <a:pt x="1318528" y="50651"/>
                </a:lnTo>
                <a:lnTo>
                  <a:pt x="1318970" y="50481"/>
                </a:lnTo>
                <a:lnTo>
                  <a:pt x="1319416" y="50320"/>
                </a:lnTo>
                <a:lnTo>
                  <a:pt x="1319868" y="50168"/>
                </a:lnTo>
                <a:lnTo>
                  <a:pt x="1320325" y="50025"/>
                </a:lnTo>
                <a:lnTo>
                  <a:pt x="1320787" y="49891"/>
                </a:lnTo>
                <a:lnTo>
                  <a:pt x="1321254" y="49767"/>
                </a:lnTo>
                <a:lnTo>
                  <a:pt x="1321725" y="49652"/>
                </a:lnTo>
                <a:lnTo>
                  <a:pt x="1322202" y="49546"/>
                </a:lnTo>
                <a:lnTo>
                  <a:pt x="1322684" y="49449"/>
                </a:lnTo>
                <a:lnTo>
                  <a:pt x="1323170" y="49362"/>
                </a:lnTo>
                <a:lnTo>
                  <a:pt x="1323662" y="49284"/>
                </a:lnTo>
                <a:lnTo>
                  <a:pt x="1324159" y="49215"/>
                </a:lnTo>
                <a:lnTo>
                  <a:pt x="1324660" y="49155"/>
                </a:lnTo>
                <a:lnTo>
                  <a:pt x="1325167" y="49104"/>
                </a:lnTo>
                <a:lnTo>
                  <a:pt x="1325679" y="49063"/>
                </a:lnTo>
                <a:lnTo>
                  <a:pt x="1326195" y="49030"/>
                </a:lnTo>
                <a:lnTo>
                  <a:pt x="1326717" y="49007"/>
                </a:lnTo>
                <a:lnTo>
                  <a:pt x="1327244" y="48994"/>
                </a:lnTo>
                <a:lnTo>
                  <a:pt x="1327775" y="48989"/>
                </a:lnTo>
                <a:lnTo>
                  <a:pt x="1328313" y="48994"/>
                </a:lnTo>
                <a:lnTo>
                  <a:pt x="1328845" y="49007"/>
                </a:lnTo>
                <a:lnTo>
                  <a:pt x="1329373" y="49030"/>
                </a:lnTo>
                <a:lnTo>
                  <a:pt x="1329895" y="49063"/>
                </a:lnTo>
                <a:lnTo>
                  <a:pt x="1330412" y="49104"/>
                </a:lnTo>
                <a:lnTo>
                  <a:pt x="1330924" y="49155"/>
                </a:lnTo>
                <a:lnTo>
                  <a:pt x="1331431" y="49215"/>
                </a:lnTo>
                <a:lnTo>
                  <a:pt x="1331933" y="49284"/>
                </a:lnTo>
                <a:lnTo>
                  <a:pt x="1332430" y="49362"/>
                </a:lnTo>
                <a:lnTo>
                  <a:pt x="1332922" y="49449"/>
                </a:lnTo>
                <a:lnTo>
                  <a:pt x="1333408" y="49546"/>
                </a:lnTo>
                <a:lnTo>
                  <a:pt x="1333890" y="49652"/>
                </a:lnTo>
                <a:lnTo>
                  <a:pt x="1334366" y="49767"/>
                </a:lnTo>
                <a:lnTo>
                  <a:pt x="1334837" y="49891"/>
                </a:lnTo>
                <a:lnTo>
                  <a:pt x="1335303" y="50025"/>
                </a:lnTo>
                <a:lnTo>
                  <a:pt x="1335764" y="50168"/>
                </a:lnTo>
                <a:lnTo>
                  <a:pt x="1336220" y="50320"/>
                </a:lnTo>
                <a:lnTo>
                  <a:pt x="1336671" y="50481"/>
                </a:lnTo>
                <a:lnTo>
                  <a:pt x="1337116" y="50651"/>
                </a:lnTo>
                <a:lnTo>
                  <a:pt x="1337557" y="50831"/>
                </a:lnTo>
                <a:lnTo>
                  <a:pt x="1337992" y="51019"/>
                </a:lnTo>
                <a:lnTo>
                  <a:pt x="1338422" y="51217"/>
                </a:lnTo>
                <a:lnTo>
                  <a:pt x="1338847" y="51425"/>
                </a:lnTo>
                <a:lnTo>
                  <a:pt x="1339267" y="51641"/>
                </a:lnTo>
                <a:lnTo>
                  <a:pt x="1339682" y="51865"/>
                </a:lnTo>
                <a:lnTo>
                  <a:pt x="1340091" y="52096"/>
                </a:lnTo>
                <a:lnTo>
                  <a:pt x="1340495" y="52334"/>
                </a:lnTo>
                <a:lnTo>
                  <a:pt x="1340893" y="52578"/>
                </a:lnTo>
                <a:lnTo>
                  <a:pt x="1341286" y="52829"/>
                </a:lnTo>
                <a:lnTo>
                  <a:pt x="1341673" y="53087"/>
                </a:lnTo>
                <a:lnTo>
                  <a:pt x="1342055" y="53351"/>
                </a:lnTo>
                <a:lnTo>
                  <a:pt x="1342431" y="53622"/>
                </a:lnTo>
                <a:lnTo>
                  <a:pt x="1342802" y="53899"/>
                </a:lnTo>
                <a:lnTo>
                  <a:pt x="1343167" y="54184"/>
                </a:lnTo>
                <a:lnTo>
                  <a:pt x="1343527" y="54474"/>
                </a:lnTo>
                <a:lnTo>
                  <a:pt x="1343881" y="54772"/>
                </a:lnTo>
                <a:lnTo>
                  <a:pt x="1344230" y="55076"/>
                </a:lnTo>
                <a:lnTo>
                  <a:pt x="1344573" y="55387"/>
                </a:lnTo>
                <a:lnTo>
                  <a:pt x="1344910" y="55704"/>
                </a:lnTo>
                <a:lnTo>
                  <a:pt x="1345243" y="56028"/>
                </a:lnTo>
                <a:lnTo>
                  <a:pt x="1345569" y="56359"/>
                </a:lnTo>
                <a:lnTo>
                  <a:pt x="1345891" y="56696"/>
                </a:lnTo>
                <a:lnTo>
                  <a:pt x="1346206" y="57041"/>
                </a:lnTo>
                <a:lnTo>
                  <a:pt x="1346516" y="57391"/>
                </a:lnTo>
                <a:lnTo>
                  <a:pt x="1346821" y="57749"/>
                </a:lnTo>
                <a:lnTo>
                  <a:pt x="1347120" y="58113"/>
                </a:lnTo>
                <a:lnTo>
                  <a:pt x="1347414" y="58483"/>
                </a:lnTo>
                <a:lnTo>
                  <a:pt x="1347702" y="58860"/>
                </a:lnTo>
                <a:lnTo>
                  <a:pt x="1347985" y="59243"/>
                </a:lnTo>
                <a:lnTo>
                  <a:pt x="1348261" y="59630"/>
                </a:lnTo>
                <a:lnTo>
                  <a:pt x="1348532" y="60022"/>
                </a:lnTo>
                <a:lnTo>
                  <a:pt x="1348797" y="60418"/>
                </a:lnTo>
                <a:lnTo>
                  <a:pt x="1349056" y="60818"/>
                </a:lnTo>
                <a:lnTo>
                  <a:pt x="1349309" y="61222"/>
                </a:lnTo>
                <a:lnTo>
                  <a:pt x="1349556" y="61631"/>
                </a:lnTo>
                <a:lnTo>
                  <a:pt x="1349798" y="62045"/>
                </a:lnTo>
                <a:lnTo>
                  <a:pt x="1350033" y="62462"/>
                </a:lnTo>
                <a:lnTo>
                  <a:pt x="1350263" y="62884"/>
                </a:lnTo>
                <a:lnTo>
                  <a:pt x="1350486" y="63310"/>
                </a:lnTo>
                <a:lnTo>
                  <a:pt x="1350704" y="63741"/>
                </a:lnTo>
                <a:lnTo>
                  <a:pt x="1350916" y="64176"/>
                </a:lnTo>
                <a:lnTo>
                  <a:pt x="1351122" y="64615"/>
                </a:lnTo>
                <a:lnTo>
                  <a:pt x="1351322" y="65059"/>
                </a:lnTo>
                <a:lnTo>
                  <a:pt x="1351517" y="65507"/>
                </a:lnTo>
                <a:lnTo>
                  <a:pt x="1351705" y="65959"/>
                </a:lnTo>
                <a:lnTo>
                  <a:pt x="1351888" y="66416"/>
                </a:lnTo>
                <a:lnTo>
                  <a:pt x="1352064" y="66877"/>
                </a:lnTo>
                <a:lnTo>
                  <a:pt x="1352235" y="67342"/>
                </a:lnTo>
                <a:lnTo>
                  <a:pt x="1352400" y="67812"/>
                </a:lnTo>
                <a:lnTo>
                  <a:pt x="1352559" y="68286"/>
                </a:lnTo>
                <a:lnTo>
                  <a:pt x="1352712" y="68765"/>
                </a:lnTo>
                <a:lnTo>
                  <a:pt x="1352859" y="69248"/>
                </a:lnTo>
                <a:lnTo>
                  <a:pt x="1353000" y="69734"/>
                </a:lnTo>
                <a:lnTo>
                  <a:pt x="1353136" y="70222"/>
                </a:lnTo>
                <a:lnTo>
                  <a:pt x="1353265" y="70713"/>
                </a:lnTo>
                <a:lnTo>
                  <a:pt x="1353388" y="71206"/>
                </a:lnTo>
                <a:lnTo>
                  <a:pt x="1353505" y="71701"/>
                </a:lnTo>
                <a:lnTo>
                  <a:pt x="1353616" y="72199"/>
                </a:lnTo>
                <a:lnTo>
                  <a:pt x="1353722" y="72699"/>
                </a:lnTo>
                <a:lnTo>
                  <a:pt x="1353821" y="73201"/>
                </a:lnTo>
                <a:lnTo>
                  <a:pt x="1353914" y="73706"/>
                </a:lnTo>
                <a:lnTo>
                  <a:pt x="1354001" y="74212"/>
                </a:lnTo>
                <a:lnTo>
                  <a:pt x="1354082" y="74722"/>
                </a:lnTo>
                <a:lnTo>
                  <a:pt x="1354157" y="75233"/>
                </a:lnTo>
                <a:lnTo>
                  <a:pt x="1354227" y="75747"/>
                </a:lnTo>
                <a:lnTo>
                  <a:pt x="1354290" y="76263"/>
                </a:lnTo>
                <a:lnTo>
                  <a:pt x="1354347" y="76781"/>
                </a:lnTo>
                <a:lnTo>
                  <a:pt x="1354398" y="77302"/>
                </a:lnTo>
                <a:lnTo>
                  <a:pt x="1354443" y="77825"/>
                </a:lnTo>
                <a:lnTo>
                  <a:pt x="1354482" y="78350"/>
                </a:lnTo>
                <a:lnTo>
                  <a:pt x="1354515" y="78878"/>
                </a:lnTo>
                <a:lnTo>
                  <a:pt x="1354542" y="79408"/>
                </a:lnTo>
                <a:lnTo>
                  <a:pt x="1354563" y="79940"/>
                </a:lnTo>
                <a:lnTo>
                  <a:pt x="1354578" y="80474"/>
                </a:lnTo>
                <a:lnTo>
                  <a:pt x="1354587" y="81011"/>
                </a:lnTo>
                <a:lnTo>
                  <a:pt x="1354590" y="81550"/>
                </a:lnTo>
                <a:lnTo>
                  <a:pt x="1354590" y="83907"/>
                </a:lnTo>
                <a:lnTo>
                  <a:pt x="1354587" y="84453"/>
                </a:lnTo>
                <a:lnTo>
                  <a:pt x="1354578" y="84995"/>
                </a:lnTo>
                <a:lnTo>
                  <a:pt x="1354563" y="85536"/>
                </a:lnTo>
                <a:lnTo>
                  <a:pt x="1354542" y="86073"/>
                </a:lnTo>
                <a:lnTo>
                  <a:pt x="1354515" y="86609"/>
                </a:lnTo>
                <a:lnTo>
                  <a:pt x="1354482" y="87142"/>
                </a:lnTo>
                <a:lnTo>
                  <a:pt x="1354443" y="87673"/>
                </a:lnTo>
                <a:lnTo>
                  <a:pt x="1354398" y="88201"/>
                </a:lnTo>
                <a:lnTo>
                  <a:pt x="1354347" y="88726"/>
                </a:lnTo>
                <a:lnTo>
                  <a:pt x="1354290" y="89250"/>
                </a:lnTo>
                <a:lnTo>
                  <a:pt x="1354227" y="89771"/>
                </a:lnTo>
                <a:lnTo>
                  <a:pt x="1354157" y="90289"/>
                </a:lnTo>
                <a:lnTo>
                  <a:pt x="1354082" y="90805"/>
                </a:lnTo>
                <a:lnTo>
                  <a:pt x="1354001" y="91318"/>
                </a:lnTo>
                <a:lnTo>
                  <a:pt x="1353914" y="91830"/>
                </a:lnTo>
                <a:lnTo>
                  <a:pt x="1353821" y="92338"/>
                </a:lnTo>
                <a:lnTo>
                  <a:pt x="1353722" y="92845"/>
                </a:lnTo>
                <a:lnTo>
                  <a:pt x="1353616" y="93348"/>
                </a:lnTo>
                <a:lnTo>
                  <a:pt x="1353505" y="93850"/>
                </a:lnTo>
                <a:lnTo>
                  <a:pt x="1353388" y="94349"/>
                </a:lnTo>
                <a:lnTo>
                  <a:pt x="1353265" y="94845"/>
                </a:lnTo>
                <a:lnTo>
                  <a:pt x="1353136" y="95340"/>
                </a:lnTo>
                <a:lnTo>
                  <a:pt x="1353000" y="95831"/>
                </a:lnTo>
                <a:lnTo>
                  <a:pt x="1352859" y="96320"/>
                </a:lnTo>
                <a:lnTo>
                  <a:pt x="1352712" y="96806"/>
                </a:lnTo>
                <a:lnTo>
                  <a:pt x="1352559" y="97287"/>
                </a:lnTo>
                <a:lnTo>
                  <a:pt x="1352400" y="97764"/>
                </a:lnTo>
                <a:lnTo>
                  <a:pt x="1352236" y="98236"/>
                </a:lnTo>
                <a:lnTo>
                  <a:pt x="1352066" y="98703"/>
                </a:lnTo>
                <a:lnTo>
                  <a:pt x="1351890" y="99166"/>
                </a:lnTo>
                <a:lnTo>
                  <a:pt x="1351708" y="99624"/>
                </a:lnTo>
                <a:lnTo>
                  <a:pt x="1351521" y="100078"/>
                </a:lnTo>
                <a:lnTo>
                  <a:pt x="1351328" y="100526"/>
                </a:lnTo>
                <a:lnTo>
                  <a:pt x="1351129" y="100971"/>
                </a:lnTo>
                <a:lnTo>
                  <a:pt x="1350924" y="101410"/>
                </a:lnTo>
                <a:lnTo>
                  <a:pt x="1350713" y="101846"/>
                </a:lnTo>
                <a:lnTo>
                  <a:pt x="1350497" y="102276"/>
                </a:lnTo>
                <a:lnTo>
                  <a:pt x="1350275" y="102702"/>
                </a:lnTo>
                <a:lnTo>
                  <a:pt x="1350048" y="103123"/>
                </a:lnTo>
                <a:lnTo>
                  <a:pt x="1349814" y="103540"/>
                </a:lnTo>
                <a:lnTo>
                  <a:pt x="1349575" y="103952"/>
                </a:lnTo>
                <a:lnTo>
                  <a:pt x="1349330" y="104359"/>
                </a:lnTo>
                <a:lnTo>
                  <a:pt x="1349079" y="104762"/>
                </a:lnTo>
                <a:lnTo>
                  <a:pt x="1348823" y="105161"/>
                </a:lnTo>
                <a:lnTo>
                  <a:pt x="1348560" y="105554"/>
                </a:lnTo>
                <a:lnTo>
                  <a:pt x="1348292" y="105943"/>
                </a:lnTo>
                <a:lnTo>
                  <a:pt x="1348019" y="106328"/>
                </a:lnTo>
                <a:lnTo>
                  <a:pt x="1347739" y="106708"/>
                </a:lnTo>
                <a:lnTo>
                  <a:pt x="1347454" y="107082"/>
                </a:lnTo>
                <a:lnTo>
                  <a:pt x="1347163" y="107449"/>
                </a:lnTo>
                <a:lnTo>
                  <a:pt x="1346867" y="107810"/>
                </a:lnTo>
                <a:lnTo>
                  <a:pt x="1346566" y="108165"/>
                </a:lnTo>
                <a:lnTo>
                  <a:pt x="1346258" y="108512"/>
                </a:lnTo>
                <a:lnTo>
                  <a:pt x="1345946" y="108853"/>
                </a:lnTo>
                <a:lnTo>
                  <a:pt x="1345628" y="109187"/>
                </a:lnTo>
                <a:lnTo>
                  <a:pt x="1345304" y="109515"/>
                </a:lnTo>
                <a:lnTo>
                  <a:pt x="1344975" y="109836"/>
                </a:lnTo>
                <a:lnTo>
                  <a:pt x="1344640" y="110151"/>
                </a:lnTo>
                <a:lnTo>
                  <a:pt x="1344300" y="110458"/>
                </a:lnTo>
                <a:lnTo>
                  <a:pt x="1343954" y="110759"/>
                </a:lnTo>
                <a:lnTo>
                  <a:pt x="1343603" y="111054"/>
                </a:lnTo>
                <a:lnTo>
                  <a:pt x="1343247" y="111342"/>
                </a:lnTo>
                <a:lnTo>
                  <a:pt x="1342885" y="111623"/>
                </a:lnTo>
                <a:lnTo>
                  <a:pt x="1342517" y="111897"/>
                </a:lnTo>
                <a:lnTo>
                  <a:pt x="1342144" y="112165"/>
                </a:lnTo>
                <a:lnTo>
                  <a:pt x="1341765" y="112426"/>
                </a:lnTo>
                <a:lnTo>
                  <a:pt x="1341381" y="112681"/>
                </a:lnTo>
                <a:lnTo>
                  <a:pt x="1340991" y="112928"/>
                </a:lnTo>
                <a:lnTo>
                  <a:pt x="1340596" y="113170"/>
                </a:lnTo>
                <a:lnTo>
                  <a:pt x="1340196" y="113404"/>
                </a:lnTo>
                <a:lnTo>
                  <a:pt x="1339789" y="113632"/>
                </a:lnTo>
                <a:lnTo>
                  <a:pt x="1339378" y="113853"/>
                </a:lnTo>
                <a:lnTo>
                  <a:pt x="1338961" y="114067"/>
                </a:lnTo>
                <a:lnTo>
                  <a:pt x="1338539" y="114271"/>
                </a:lnTo>
                <a:lnTo>
                  <a:pt x="1338111" y="114466"/>
                </a:lnTo>
                <a:lnTo>
                  <a:pt x="1337678" y="114652"/>
                </a:lnTo>
                <a:lnTo>
                  <a:pt x="1337240" y="114830"/>
                </a:lnTo>
                <a:lnTo>
                  <a:pt x="1336797" y="114998"/>
                </a:lnTo>
                <a:lnTo>
                  <a:pt x="1336349" y="115156"/>
                </a:lnTo>
                <a:lnTo>
                  <a:pt x="1335895" y="115306"/>
                </a:lnTo>
                <a:lnTo>
                  <a:pt x="1335436" y="115447"/>
                </a:lnTo>
                <a:lnTo>
                  <a:pt x="1334972" y="115579"/>
                </a:lnTo>
                <a:lnTo>
                  <a:pt x="1334502" y="115701"/>
                </a:lnTo>
                <a:lnTo>
                  <a:pt x="1334028" y="115815"/>
                </a:lnTo>
                <a:lnTo>
                  <a:pt x="1333548" y="115919"/>
                </a:lnTo>
                <a:lnTo>
                  <a:pt x="1333063" y="116015"/>
                </a:lnTo>
                <a:lnTo>
                  <a:pt x="1332572" y="116101"/>
                </a:lnTo>
                <a:lnTo>
                  <a:pt x="1332077" y="116178"/>
                </a:lnTo>
                <a:lnTo>
                  <a:pt x="1331576" y="116246"/>
                </a:lnTo>
                <a:lnTo>
                  <a:pt x="1331070" y="116305"/>
                </a:lnTo>
                <a:lnTo>
                  <a:pt x="1330558" y="116355"/>
                </a:lnTo>
                <a:lnTo>
                  <a:pt x="1330042" y="116396"/>
                </a:lnTo>
                <a:lnTo>
                  <a:pt x="1329520" y="116428"/>
                </a:lnTo>
                <a:lnTo>
                  <a:pt x="1328993" y="116450"/>
                </a:lnTo>
                <a:lnTo>
                  <a:pt x="1328460" y="116464"/>
                </a:lnTo>
                <a:lnTo>
                  <a:pt x="1327923" y="116469"/>
                </a:lnTo>
                <a:lnTo>
                  <a:pt x="1327385" y="116464"/>
                </a:lnTo>
                <a:lnTo>
                  <a:pt x="1326852" y="116450"/>
                </a:lnTo>
                <a:lnTo>
                  <a:pt x="1326325" y="116428"/>
                </a:lnTo>
                <a:lnTo>
                  <a:pt x="1325803" y="116396"/>
                </a:lnTo>
                <a:lnTo>
                  <a:pt x="1325285" y="116355"/>
                </a:lnTo>
                <a:lnTo>
                  <a:pt x="1324773" y="116305"/>
                </a:lnTo>
                <a:lnTo>
                  <a:pt x="1324266" y="116246"/>
                </a:lnTo>
                <a:lnTo>
                  <a:pt x="1323764" y="116178"/>
                </a:lnTo>
                <a:lnTo>
                  <a:pt x="1323268" y="116101"/>
                </a:lnTo>
                <a:lnTo>
                  <a:pt x="1322776" y="116015"/>
                </a:lnTo>
                <a:lnTo>
                  <a:pt x="1322290" y="115919"/>
                </a:lnTo>
                <a:lnTo>
                  <a:pt x="1321808" y="115815"/>
                </a:lnTo>
                <a:lnTo>
                  <a:pt x="1321332" y="115701"/>
                </a:lnTo>
                <a:lnTo>
                  <a:pt x="1320861" y="115579"/>
                </a:lnTo>
                <a:lnTo>
                  <a:pt x="1320395" y="115447"/>
                </a:lnTo>
                <a:lnTo>
                  <a:pt x="1319934" y="115306"/>
                </a:lnTo>
                <a:lnTo>
                  <a:pt x="1319478" y="115156"/>
                </a:lnTo>
                <a:lnTo>
                  <a:pt x="1319027" y="114998"/>
                </a:lnTo>
                <a:lnTo>
                  <a:pt x="1318582" y="114830"/>
                </a:lnTo>
                <a:lnTo>
                  <a:pt x="1318141" y="114652"/>
                </a:lnTo>
                <a:lnTo>
                  <a:pt x="1317706" y="114466"/>
                </a:lnTo>
                <a:lnTo>
                  <a:pt x="1317276" y="114271"/>
                </a:lnTo>
                <a:lnTo>
                  <a:pt x="1316850" y="114067"/>
                </a:lnTo>
                <a:lnTo>
                  <a:pt x="1316430" y="113853"/>
                </a:lnTo>
                <a:lnTo>
                  <a:pt x="1316016" y="113632"/>
                </a:lnTo>
                <a:lnTo>
                  <a:pt x="1315606" y="113404"/>
                </a:lnTo>
                <a:lnTo>
                  <a:pt x="1315203" y="113170"/>
                </a:lnTo>
                <a:lnTo>
                  <a:pt x="1314805" y="112928"/>
                </a:lnTo>
                <a:lnTo>
                  <a:pt x="1314412" y="112681"/>
                </a:lnTo>
                <a:lnTo>
                  <a:pt x="1314025" y="112426"/>
                </a:lnTo>
                <a:lnTo>
                  <a:pt x="1313643" y="112165"/>
                </a:lnTo>
                <a:lnTo>
                  <a:pt x="1313267" y="111897"/>
                </a:lnTo>
                <a:lnTo>
                  <a:pt x="1312896" y="111623"/>
                </a:lnTo>
                <a:lnTo>
                  <a:pt x="1312531" y="111342"/>
                </a:lnTo>
                <a:lnTo>
                  <a:pt x="1312171" y="111054"/>
                </a:lnTo>
                <a:lnTo>
                  <a:pt x="1311817" y="110759"/>
                </a:lnTo>
                <a:lnTo>
                  <a:pt x="1311468" y="110458"/>
                </a:lnTo>
                <a:lnTo>
                  <a:pt x="1311125" y="110151"/>
                </a:lnTo>
                <a:lnTo>
                  <a:pt x="1310787" y="109836"/>
                </a:lnTo>
                <a:lnTo>
                  <a:pt x="1310455" y="109515"/>
                </a:lnTo>
                <a:lnTo>
                  <a:pt x="1310128" y="109187"/>
                </a:lnTo>
                <a:lnTo>
                  <a:pt x="1309807" y="108853"/>
                </a:lnTo>
                <a:lnTo>
                  <a:pt x="1309491" y="108512"/>
                </a:lnTo>
                <a:lnTo>
                  <a:pt x="1309181" y="108165"/>
                </a:lnTo>
                <a:lnTo>
                  <a:pt x="1308877" y="107810"/>
                </a:lnTo>
                <a:lnTo>
                  <a:pt x="1308577" y="107449"/>
                </a:lnTo>
                <a:lnTo>
                  <a:pt x="1308284" y="107082"/>
                </a:lnTo>
                <a:lnTo>
                  <a:pt x="1307995" y="106708"/>
                </a:lnTo>
                <a:lnTo>
                  <a:pt x="1307713" y="106328"/>
                </a:lnTo>
                <a:lnTo>
                  <a:pt x="1307436" y="105943"/>
                </a:lnTo>
                <a:lnTo>
                  <a:pt x="1307166" y="105554"/>
                </a:lnTo>
                <a:lnTo>
                  <a:pt x="1306901" y="105161"/>
                </a:lnTo>
                <a:lnTo>
                  <a:pt x="1306642" y="104762"/>
                </a:lnTo>
                <a:lnTo>
                  <a:pt x="1306389" y="104359"/>
                </a:lnTo>
                <a:lnTo>
                  <a:pt x="1306141" y="103952"/>
                </a:lnTo>
                <a:lnTo>
                  <a:pt x="1305900" y="103540"/>
                </a:lnTo>
                <a:lnTo>
                  <a:pt x="1305665" y="103123"/>
                </a:lnTo>
                <a:lnTo>
                  <a:pt x="1305435" y="102702"/>
                </a:lnTo>
                <a:lnTo>
                  <a:pt x="1305211" y="102276"/>
                </a:lnTo>
                <a:lnTo>
                  <a:pt x="1304993" y="101846"/>
                </a:lnTo>
                <a:lnTo>
                  <a:pt x="1304782" y="101410"/>
                </a:lnTo>
                <a:lnTo>
                  <a:pt x="1304576" y="100971"/>
                </a:lnTo>
                <a:lnTo>
                  <a:pt x="1304375" y="100526"/>
                </a:lnTo>
                <a:lnTo>
                  <a:pt x="1304181" y="100078"/>
                </a:lnTo>
                <a:lnTo>
                  <a:pt x="1303993" y="99624"/>
                </a:lnTo>
                <a:lnTo>
                  <a:pt x="1303810" y="99166"/>
                </a:lnTo>
                <a:lnTo>
                  <a:pt x="1303634" y="98703"/>
                </a:lnTo>
                <a:lnTo>
                  <a:pt x="1303463" y="98236"/>
                </a:lnTo>
                <a:lnTo>
                  <a:pt x="1303298" y="97764"/>
                </a:lnTo>
                <a:lnTo>
                  <a:pt x="1303139" y="97287"/>
                </a:lnTo>
                <a:lnTo>
                  <a:pt x="1302986" y="96806"/>
                </a:lnTo>
                <a:lnTo>
                  <a:pt x="1302839" y="96320"/>
                </a:lnTo>
                <a:lnTo>
                  <a:pt x="1302697" y="95831"/>
                </a:lnTo>
                <a:lnTo>
                  <a:pt x="1302562" y="95340"/>
                </a:lnTo>
                <a:lnTo>
                  <a:pt x="1302433" y="94845"/>
                </a:lnTo>
                <a:lnTo>
                  <a:pt x="1302310" y="94349"/>
                </a:lnTo>
                <a:lnTo>
                  <a:pt x="1302193" y="93850"/>
                </a:lnTo>
                <a:lnTo>
                  <a:pt x="1302081" y="93348"/>
                </a:lnTo>
                <a:lnTo>
                  <a:pt x="1301976" y="92845"/>
                </a:lnTo>
                <a:lnTo>
                  <a:pt x="1301877" y="92338"/>
                </a:lnTo>
                <a:lnTo>
                  <a:pt x="1301784" y="91830"/>
                </a:lnTo>
                <a:lnTo>
                  <a:pt x="1301697" y="91318"/>
                </a:lnTo>
                <a:lnTo>
                  <a:pt x="1301615" y="90805"/>
                </a:lnTo>
                <a:lnTo>
                  <a:pt x="1301540" y="90289"/>
                </a:lnTo>
                <a:lnTo>
                  <a:pt x="1301471" y="89771"/>
                </a:lnTo>
                <a:lnTo>
                  <a:pt x="1301408" y="89250"/>
                </a:lnTo>
                <a:lnTo>
                  <a:pt x="1301351" y="88726"/>
                </a:lnTo>
                <a:lnTo>
                  <a:pt x="1301300" y="88201"/>
                </a:lnTo>
                <a:lnTo>
                  <a:pt x="1301255" y="87673"/>
                </a:lnTo>
                <a:lnTo>
                  <a:pt x="1301216" y="87142"/>
                </a:lnTo>
                <a:lnTo>
                  <a:pt x="1301183" y="86609"/>
                </a:lnTo>
                <a:lnTo>
                  <a:pt x="1301156" y="86073"/>
                </a:lnTo>
                <a:lnTo>
                  <a:pt x="1301135" y="85536"/>
                </a:lnTo>
                <a:lnTo>
                  <a:pt x="1301120" y="84995"/>
                </a:lnTo>
                <a:lnTo>
                  <a:pt x="1301111" y="84453"/>
                </a:lnTo>
                <a:lnTo>
                  <a:pt x="1301108" y="83907"/>
                </a:lnTo>
                <a:lnTo>
                  <a:pt x="1301108" y="81550"/>
                </a:lnTo>
                <a:lnTo>
                  <a:pt x="1301111" y="81011"/>
                </a:lnTo>
                <a:lnTo>
                  <a:pt x="1301120" y="80474"/>
                </a:lnTo>
                <a:lnTo>
                  <a:pt x="1301135" y="79940"/>
                </a:lnTo>
                <a:lnTo>
                  <a:pt x="1301156" y="79408"/>
                </a:lnTo>
                <a:lnTo>
                  <a:pt x="1301183" y="78878"/>
                </a:lnTo>
                <a:lnTo>
                  <a:pt x="1301216" y="78350"/>
                </a:lnTo>
                <a:close/>
                <a:moveTo>
                  <a:pt x="1039876" y="120432"/>
                </a:moveTo>
                <a:lnTo>
                  <a:pt x="1039864" y="120749"/>
                </a:lnTo>
                <a:lnTo>
                  <a:pt x="1039849" y="121063"/>
                </a:lnTo>
                <a:lnTo>
                  <a:pt x="1039832" y="121376"/>
                </a:lnTo>
                <a:lnTo>
                  <a:pt x="1039811" y="121687"/>
                </a:lnTo>
                <a:lnTo>
                  <a:pt x="1039789" y="121996"/>
                </a:lnTo>
                <a:lnTo>
                  <a:pt x="1039763" y="122302"/>
                </a:lnTo>
                <a:lnTo>
                  <a:pt x="1039735" y="122607"/>
                </a:lnTo>
                <a:lnTo>
                  <a:pt x="1039704" y="122909"/>
                </a:lnTo>
                <a:lnTo>
                  <a:pt x="1039670" y="123210"/>
                </a:lnTo>
                <a:lnTo>
                  <a:pt x="1039634" y="123508"/>
                </a:lnTo>
                <a:lnTo>
                  <a:pt x="1039595" y="123805"/>
                </a:lnTo>
                <a:lnTo>
                  <a:pt x="1039554" y="124099"/>
                </a:lnTo>
                <a:lnTo>
                  <a:pt x="1039509" y="124391"/>
                </a:lnTo>
                <a:lnTo>
                  <a:pt x="1039462" y="124681"/>
                </a:lnTo>
                <a:lnTo>
                  <a:pt x="1039413" y="124969"/>
                </a:lnTo>
                <a:lnTo>
                  <a:pt x="1039360" y="125255"/>
                </a:lnTo>
                <a:lnTo>
                  <a:pt x="1039305" y="125539"/>
                </a:lnTo>
                <a:lnTo>
                  <a:pt x="1039247" y="125821"/>
                </a:lnTo>
                <a:lnTo>
                  <a:pt x="1039187" y="126101"/>
                </a:lnTo>
                <a:lnTo>
                  <a:pt x="1039124" y="126379"/>
                </a:lnTo>
                <a:lnTo>
                  <a:pt x="1039058" y="126656"/>
                </a:lnTo>
                <a:lnTo>
                  <a:pt x="1038990" y="126931"/>
                </a:lnTo>
                <a:lnTo>
                  <a:pt x="1038918" y="127206"/>
                </a:lnTo>
                <a:lnTo>
                  <a:pt x="1038845" y="127479"/>
                </a:lnTo>
                <a:lnTo>
                  <a:pt x="1038768" y="127752"/>
                </a:lnTo>
                <a:lnTo>
                  <a:pt x="1038689" y="128024"/>
                </a:lnTo>
                <a:lnTo>
                  <a:pt x="1038607" y="128295"/>
                </a:lnTo>
                <a:lnTo>
                  <a:pt x="1038522" y="128565"/>
                </a:lnTo>
                <a:lnTo>
                  <a:pt x="1038435" y="128834"/>
                </a:lnTo>
                <a:lnTo>
                  <a:pt x="1038345" y="129103"/>
                </a:lnTo>
                <a:lnTo>
                  <a:pt x="1038252" y="129370"/>
                </a:lnTo>
                <a:lnTo>
                  <a:pt x="1038157" y="129637"/>
                </a:lnTo>
                <a:lnTo>
                  <a:pt x="1038059" y="129902"/>
                </a:lnTo>
                <a:lnTo>
                  <a:pt x="1037958" y="130167"/>
                </a:lnTo>
                <a:lnTo>
                  <a:pt x="1037855" y="130431"/>
                </a:lnTo>
                <a:lnTo>
                  <a:pt x="1037749" y="130694"/>
                </a:lnTo>
                <a:lnTo>
                  <a:pt x="1037640" y="130956"/>
                </a:lnTo>
                <a:lnTo>
                  <a:pt x="1037529" y="131217"/>
                </a:lnTo>
                <a:lnTo>
                  <a:pt x="1037414" y="131477"/>
                </a:lnTo>
                <a:lnTo>
                  <a:pt x="1037298" y="131737"/>
                </a:lnTo>
                <a:lnTo>
                  <a:pt x="1037178" y="131995"/>
                </a:lnTo>
                <a:lnTo>
                  <a:pt x="1037056" y="132253"/>
                </a:lnTo>
                <a:lnTo>
                  <a:pt x="1036931" y="132509"/>
                </a:lnTo>
                <a:lnTo>
                  <a:pt x="1036803" y="132765"/>
                </a:lnTo>
                <a:lnTo>
                  <a:pt x="1036673" y="133021"/>
                </a:lnTo>
                <a:lnTo>
                  <a:pt x="1036540" y="133276"/>
                </a:lnTo>
                <a:lnTo>
                  <a:pt x="1036405" y="133531"/>
                </a:lnTo>
                <a:lnTo>
                  <a:pt x="1036267" y="133786"/>
                </a:lnTo>
                <a:lnTo>
                  <a:pt x="1036127" y="134040"/>
                </a:lnTo>
                <a:lnTo>
                  <a:pt x="1035984" y="134295"/>
                </a:lnTo>
                <a:lnTo>
                  <a:pt x="1035838" y="134549"/>
                </a:lnTo>
                <a:lnTo>
                  <a:pt x="1035690" y="134804"/>
                </a:lnTo>
                <a:lnTo>
                  <a:pt x="1035540" y="135058"/>
                </a:lnTo>
                <a:lnTo>
                  <a:pt x="1035386" y="135312"/>
                </a:lnTo>
                <a:lnTo>
                  <a:pt x="1035231" y="135566"/>
                </a:lnTo>
                <a:lnTo>
                  <a:pt x="1035072" y="135820"/>
                </a:lnTo>
                <a:lnTo>
                  <a:pt x="1034911" y="136073"/>
                </a:lnTo>
                <a:lnTo>
                  <a:pt x="1034748" y="136327"/>
                </a:lnTo>
                <a:lnTo>
                  <a:pt x="1034582" y="136580"/>
                </a:lnTo>
                <a:lnTo>
                  <a:pt x="1034413" y="136833"/>
                </a:lnTo>
                <a:lnTo>
                  <a:pt x="1034242" y="137086"/>
                </a:lnTo>
                <a:lnTo>
                  <a:pt x="1034068" y="137339"/>
                </a:lnTo>
                <a:lnTo>
                  <a:pt x="1033892" y="137592"/>
                </a:lnTo>
                <a:lnTo>
                  <a:pt x="1033713" y="137845"/>
                </a:lnTo>
                <a:lnTo>
                  <a:pt x="1033532" y="138097"/>
                </a:lnTo>
                <a:lnTo>
                  <a:pt x="1033348" y="138350"/>
                </a:lnTo>
                <a:lnTo>
                  <a:pt x="1033162" y="138602"/>
                </a:lnTo>
                <a:lnTo>
                  <a:pt x="1032973" y="138854"/>
                </a:lnTo>
                <a:lnTo>
                  <a:pt x="1038203" y="142768"/>
                </a:lnTo>
                <a:lnTo>
                  <a:pt x="1038599" y="142401"/>
                </a:lnTo>
                <a:lnTo>
                  <a:pt x="1038987" y="142028"/>
                </a:lnTo>
                <a:lnTo>
                  <a:pt x="1039369" y="141648"/>
                </a:lnTo>
                <a:lnTo>
                  <a:pt x="1039743" y="141261"/>
                </a:lnTo>
                <a:lnTo>
                  <a:pt x="1040110" y="140867"/>
                </a:lnTo>
                <a:lnTo>
                  <a:pt x="1040471" y="140466"/>
                </a:lnTo>
                <a:lnTo>
                  <a:pt x="1040824" y="140058"/>
                </a:lnTo>
                <a:lnTo>
                  <a:pt x="1041170" y="139643"/>
                </a:lnTo>
                <a:lnTo>
                  <a:pt x="1041509" y="139221"/>
                </a:lnTo>
                <a:lnTo>
                  <a:pt x="1041842" y="138792"/>
                </a:lnTo>
                <a:lnTo>
                  <a:pt x="1042167" y="138356"/>
                </a:lnTo>
                <a:lnTo>
                  <a:pt x="1042485" y="137914"/>
                </a:lnTo>
                <a:lnTo>
                  <a:pt x="1042796" y="137464"/>
                </a:lnTo>
                <a:lnTo>
                  <a:pt x="1043100" y="137008"/>
                </a:lnTo>
                <a:lnTo>
                  <a:pt x="1043397" y="136545"/>
                </a:lnTo>
                <a:lnTo>
                  <a:pt x="1043687" y="136074"/>
                </a:lnTo>
                <a:lnTo>
                  <a:pt x="1043970" y="135597"/>
                </a:lnTo>
                <a:lnTo>
                  <a:pt x="1044246" y="135113"/>
                </a:lnTo>
                <a:lnTo>
                  <a:pt x="1044515" y="134622"/>
                </a:lnTo>
                <a:lnTo>
                  <a:pt x="1044777" y="134124"/>
                </a:lnTo>
                <a:lnTo>
                  <a:pt x="1045032" y="133619"/>
                </a:lnTo>
                <a:lnTo>
                  <a:pt x="1045280" y="133107"/>
                </a:lnTo>
                <a:lnTo>
                  <a:pt x="1045520" y="132589"/>
                </a:lnTo>
                <a:lnTo>
                  <a:pt x="1045754" y="132063"/>
                </a:lnTo>
                <a:lnTo>
                  <a:pt x="1045979" y="131533"/>
                </a:lnTo>
                <a:lnTo>
                  <a:pt x="1046195" y="131002"/>
                </a:lnTo>
                <a:lnTo>
                  <a:pt x="1046401" y="130470"/>
                </a:lnTo>
                <a:lnTo>
                  <a:pt x="1046598" y="129936"/>
                </a:lnTo>
                <a:lnTo>
                  <a:pt x="1046785" y="129402"/>
                </a:lnTo>
                <a:lnTo>
                  <a:pt x="1046963" y="128865"/>
                </a:lnTo>
                <a:lnTo>
                  <a:pt x="1047130" y="128328"/>
                </a:lnTo>
                <a:lnTo>
                  <a:pt x="1047289" y="127789"/>
                </a:lnTo>
                <a:lnTo>
                  <a:pt x="1047437" y="127249"/>
                </a:lnTo>
                <a:lnTo>
                  <a:pt x="1047577" y="126708"/>
                </a:lnTo>
                <a:lnTo>
                  <a:pt x="1047706" y="126166"/>
                </a:lnTo>
                <a:lnTo>
                  <a:pt x="1047826" y="125622"/>
                </a:lnTo>
                <a:lnTo>
                  <a:pt x="1047936" y="125077"/>
                </a:lnTo>
                <a:lnTo>
                  <a:pt x="1048037" y="124530"/>
                </a:lnTo>
                <a:lnTo>
                  <a:pt x="1048128" y="123983"/>
                </a:lnTo>
                <a:lnTo>
                  <a:pt x="1048210" y="123434"/>
                </a:lnTo>
                <a:lnTo>
                  <a:pt x="1048282" y="122884"/>
                </a:lnTo>
                <a:lnTo>
                  <a:pt x="1048344" y="122332"/>
                </a:lnTo>
                <a:lnTo>
                  <a:pt x="1048397" y="121779"/>
                </a:lnTo>
                <a:lnTo>
                  <a:pt x="1048440" y="121225"/>
                </a:lnTo>
                <a:lnTo>
                  <a:pt x="1048473" y="120670"/>
                </a:lnTo>
                <a:lnTo>
                  <a:pt x="1048497" y="120113"/>
                </a:lnTo>
                <a:lnTo>
                  <a:pt x="1048512" y="119555"/>
                </a:lnTo>
                <a:lnTo>
                  <a:pt x="1048517" y="118996"/>
                </a:lnTo>
                <a:lnTo>
                  <a:pt x="1048517" y="108586"/>
                </a:lnTo>
                <a:lnTo>
                  <a:pt x="1039897" y="108586"/>
                </a:lnTo>
                <a:lnTo>
                  <a:pt x="1039897" y="119144"/>
                </a:lnTo>
                <a:lnTo>
                  <a:pt x="1039896" y="119469"/>
                </a:lnTo>
                <a:lnTo>
                  <a:pt x="1039892" y="119792"/>
                </a:lnTo>
                <a:lnTo>
                  <a:pt x="1039885" y="120113"/>
                </a:lnTo>
                <a:lnTo>
                  <a:pt x="1039876" y="120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[Requirement3].">
            <a:extLst xmlns:a="http://schemas.openxmlformats.org/drawingml/2006/main">
              <a:ext uri="{FF2B5EF4-FFF2-40B4-BE49-F238E27FC236}">
                <a16:creationId xmlns:a16="http://schemas.microsoft.com/office/drawing/2014/main" id="{0B52AE6F-8938-47F2-8DBD-89D604A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73" y="3147000"/>
            <a:ext cx="1051758" cy="153229"/>
          </a:xfrm>
          <a:custGeom xmlns:a="http://schemas.openxmlformats.org/drawingml/2006/main">
            <a:pathLst>
              <a:path w="1051758" h="153229">
                <a:moveTo>
                  <a:pt x="89080" y="75088"/>
                </a:moveTo>
                <a:lnTo>
                  <a:pt x="89637" y="74873"/>
                </a:lnTo>
                <a:lnTo>
                  <a:pt x="90188" y="74649"/>
                </a:lnTo>
                <a:lnTo>
                  <a:pt x="90732" y="74416"/>
                </a:lnTo>
                <a:lnTo>
                  <a:pt x="91271" y="74174"/>
                </a:lnTo>
                <a:lnTo>
                  <a:pt x="91804" y="73923"/>
                </a:lnTo>
                <a:lnTo>
                  <a:pt x="92331" y="73663"/>
                </a:lnTo>
                <a:lnTo>
                  <a:pt x="92851" y="73393"/>
                </a:lnTo>
                <a:lnTo>
                  <a:pt x="93366" y="73115"/>
                </a:lnTo>
                <a:lnTo>
                  <a:pt x="93875" y="72828"/>
                </a:lnTo>
                <a:lnTo>
                  <a:pt x="94378" y="72531"/>
                </a:lnTo>
                <a:lnTo>
                  <a:pt x="94874" y="72225"/>
                </a:lnTo>
                <a:lnTo>
                  <a:pt x="95365" y="71911"/>
                </a:lnTo>
                <a:lnTo>
                  <a:pt x="95850" y="71587"/>
                </a:lnTo>
                <a:lnTo>
                  <a:pt x="96328" y="71254"/>
                </a:lnTo>
                <a:lnTo>
                  <a:pt x="96801" y="70912"/>
                </a:lnTo>
                <a:lnTo>
                  <a:pt x="97266" y="70562"/>
                </a:lnTo>
                <a:lnTo>
                  <a:pt x="97723" y="70205"/>
                </a:lnTo>
                <a:lnTo>
                  <a:pt x="98171" y="69841"/>
                </a:lnTo>
                <a:lnTo>
                  <a:pt x="98611" y="69470"/>
                </a:lnTo>
                <a:lnTo>
                  <a:pt x="99042" y="69092"/>
                </a:lnTo>
                <a:lnTo>
                  <a:pt x="99464" y="68707"/>
                </a:lnTo>
                <a:lnTo>
                  <a:pt x="99878" y="68315"/>
                </a:lnTo>
                <a:lnTo>
                  <a:pt x="100284" y="67916"/>
                </a:lnTo>
                <a:lnTo>
                  <a:pt x="100680" y="67510"/>
                </a:lnTo>
                <a:lnTo>
                  <a:pt x="101069" y="67096"/>
                </a:lnTo>
                <a:lnTo>
                  <a:pt x="101448" y="66676"/>
                </a:lnTo>
                <a:lnTo>
                  <a:pt x="101819" y="66249"/>
                </a:lnTo>
                <a:lnTo>
                  <a:pt x="102182" y="65815"/>
                </a:lnTo>
                <a:lnTo>
                  <a:pt x="102536" y="65374"/>
                </a:lnTo>
                <a:lnTo>
                  <a:pt x="102881" y="64925"/>
                </a:lnTo>
                <a:lnTo>
                  <a:pt x="103218" y="64470"/>
                </a:lnTo>
                <a:lnTo>
                  <a:pt x="103546" y="64008"/>
                </a:lnTo>
                <a:lnTo>
                  <a:pt x="103866" y="63539"/>
                </a:lnTo>
                <a:lnTo>
                  <a:pt x="104177" y="63062"/>
                </a:lnTo>
                <a:lnTo>
                  <a:pt x="104480" y="62579"/>
                </a:lnTo>
                <a:lnTo>
                  <a:pt x="104774" y="62089"/>
                </a:lnTo>
                <a:lnTo>
                  <a:pt x="105059" y="61591"/>
                </a:lnTo>
                <a:lnTo>
                  <a:pt x="105336" y="61087"/>
                </a:lnTo>
                <a:lnTo>
                  <a:pt x="105604" y="60576"/>
                </a:lnTo>
                <a:lnTo>
                  <a:pt x="105863" y="60058"/>
                </a:lnTo>
                <a:lnTo>
                  <a:pt x="106110" y="59536"/>
                </a:lnTo>
                <a:lnTo>
                  <a:pt x="106347" y="59008"/>
                </a:lnTo>
                <a:lnTo>
                  <a:pt x="106572" y="58476"/>
                </a:lnTo>
                <a:lnTo>
                  <a:pt x="106787" y="57939"/>
                </a:lnTo>
                <a:lnTo>
                  <a:pt x="106990" y="57398"/>
                </a:lnTo>
                <a:lnTo>
                  <a:pt x="107182" y="56851"/>
                </a:lnTo>
                <a:lnTo>
                  <a:pt x="107364" y="56299"/>
                </a:lnTo>
                <a:lnTo>
                  <a:pt x="107534" y="55743"/>
                </a:lnTo>
                <a:lnTo>
                  <a:pt x="107694" y="55182"/>
                </a:lnTo>
                <a:lnTo>
                  <a:pt x="107842" y="54616"/>
                </a:lnTo>
                <a:lnTo>
                  <a:pt x="107980" y="54045"/>
                </a:lnTo>
                <a:lnTo>
                  <a:pt x="108106" y="53469"/>
                </a:lnTo>
                <a:lnTo>
                  <a:pt x="108222" y="52889"/>
                </a:lnTo>
                <a:lnTo>
                  <a:pt x="108326" y="52303"/>
                </a:lnTo>
                <a:lnTo>
                  <a:pt x="108420" y="51713"/>
                </a:lnTo>
                <a:lnTo>
                  <a:pt x="108502" y="51118"/>
                </a:lnTo>
                <a:lnTo>
                  <a:pt x="108574" y="50518"/>
                </a:lnTo>
                <a:lnTo>
                  <a:pt x="108634" y="49913"/>
                </a:lnTo>
                <a:lnTo>
                  <a:pt x="108684" y="49303"/>
                </a:lnTo>
                <a:lnTo>
                  <a:pt x="108722" y="48689"/>
                </a:lnTo>
                <a:lnTo>
                  <a:pt x="108750" y="48069"/>
                </a:lnTo>
                <a:lnTo>
                  <a:pt x="108766" y="47445"/>
                </a:lnTo>
                <a:lnTo>
                  <a:pt x="108772" y="46816"/>
                </a:lnTo>
                <a:lnTo>
                  <a:pt x="108764" y="45969"/>
                </a:lnTo>
                <a:lnTo>
                  <a:pt x="108741" y="45133"/>
                </a:lnTo>
                <a:lnTo>
                  <a:pt x="108702" y="44309"/>
                </a:lnTo>
                <a:lnTo>
                  <a:pt x="108648" y="43495"/>
                </a:lnTo>
                <a:lnTo>
                  <a:pt x="108578" y="42693"/>
                </a:lnTo>
                <a:lnTo>
                  <a:pt x="108493" y="41902"/>
                </a:lnTo>
                <a:lnTo>
                  <a:pt x="108393" y="41122"/>
                </a:lnTo>
                <a:lnTo>
                  <a:pt x="108277" y="40353"/>
                </a:lnTo>
                <a:lnTo>
                  <a:pt x="108145" y="39595"/>
                </a:lnTo>
                <a:lnTo>
                  <a:pt x="107998" y="38848"/>
                </a:lnTo>
                <a:lnTo>
                  <a:pt x="107836" y="38113"/>
                </a:lnTo>
                <a:lnTo>
                  <a:pt x="107658" y="37388"/>
                </a:lnTo>
                <a:lnTo>
                  <a:pt x="107464" y="36675"/>
                </a:lnTo>
                <a:lnTo>
                  <a:pt x="107255" y="35972"/>
                </a:lnTo>
                <a:lnTo>
                  <a:pt x="107031" y="35281"/>
                </a:lnTo>
                <a:lnTo>
                  <a:pt x="106791" y="34601"/>
                </a:lnTo>
                <a:lnTo>
                  <a:pt x="106536" y="33932"/>
                </a:lnTo>
                <a:lnTo>
                  <a:pt x="106265" y="33275"/>
                </a:lnTo>
                <a:lnTo>
                  <a:pt x="105979" y="32628"/>
                </a:lnTo>
                <a:lnTo>
                  <a:pt x="105677" y="31992"/>
                </a:lnTo>
                <a:lnTo>
                  <a:pt x="105360" y="31368"/>
                </a:lnTo>
                <a:lnTo>
                  <a:pt x="105027" y="30755"/>
                </a:lnTo>
                <a:lnTo>
                  <a:pt x="104679" y="30153"/>
                </a:lnTo>
                <a:lnTo>
                  <a:pt x="104315" y="29561"/>
                </a:lnTo>
                <a:lnTo>
                  <a:pt x="103937" y="28982"/>
                </a:lnTo>
                <a:lnTo>
                  <a:pt x="103547" y="28414"/>
                </a:lnTo>
                <a:lnTo>
                  <a:pt x="103143" y="27858"/>
                </a:lnTo>
                <a:lnTo>
                  <a:pt x="102727" y="27314"/>
                </a:lnTo>
                <a:lnTo>
                  <a:pt x="102298" y="26782"/>
                </a:lnTo>
                <a:lnTo>
                  <a:pt x="101856" y="26261"/>
                </a:lnTo>
                <a:lnTo>
                  <a:pt x="101402" y="25753"/>
                </a:lnTo>
                <a:lnTo>
                  <a:pt x="100934" y="25256"/>
                </a:lnTo>
                <a:lnTo>
                  <a:pt x="100454" y="24772"/>
                </a:lnTo>
                <a:lnTo>
                  <a:pt x="99961" y="24299"/>
                </a:lnTo>
                <a:lnTo>
                  <a:pt x="99456" y="23838"/>
                </a:lnTo>
                <a:lnTo>
                  <a:pt x="98937" y="23389"/>
                </a:lnTo>
                <a:lnTo>
                  <a:pt x="98406" y="22952"/>
                </a:lnTo>
                <a:lnTo>
                  <a:pt x="97862" y="22527"/>
                </a:lnTo>
                <a:lnTo>
                  <a:pt x="97305" y="22113"/>
                </a:lnTo>
                <a:lnTo>
                  <a:pt x="96735" y="21712"/>
                </a:lnTo>
                <a:lnTo>
                  <a:pt x="96153" y="21322"/>
                </a:lnTo>
                <a:lnTo>
                  <a:pt x="95558" y="20944"/>
                </a:lnTo>
                <a:lnTo>
                  <a:pt x="94950" y="20579"/>
                </a:lnTo>
                <a:lnTo>
                  <a:pt x="94329" y="20225"/>
                </a:lnTo>
                <a:lnTo>
                  <a:pt x="93695" y="19883"/>
                </a:lnTo>
                <a:lnTo>
                  <a:pt x="93049" y="19553"/>
                </a:lnTo>
                <a:lnTo>
                  <a:pt x="92390" y="19234"/>
                </a:lnTo>
                <a:lnTo>
                  <a:pt x="91718" y="18928"/>
                </a:lnTo>
                <a:lnTo>
                  <a:pt x="91034" y="18634"/>
                </a:lnTo>
                <a:lnTo>
                  <a:pt x="90340" y="18352"/>
                </a:lnTo>
                <a:lnTo>
                  <a:pt x="89635" y="18083"/>
                </a:lnTo>
                <a:lnTo>
                  <a:pt x="88919" y="17826"/>
                </a:lnTo>
                <a:lnTo>
                  <a:pt x="88193" y="17582"/>
                </a:lnTo>
                <a:lnTo>
                  <a:pt x="87457" y="17351"/>
                </a:lnTo>
                <a:lnTo>
                  <a:pt x="86709" y="17132"/>
                </a:lnTo>
                <a:lnTo>
                  <a:pt x="85951" y="16925"/>
                </a:lnTo>
                <a:lnTo>
                  <a:pt x="85183" y="16731"/>
                </a:lnTo>
                <a:lnTo>
                  <a:pt x="84403" y="16550"/>
                </a:lnTo>
                <a:lnTo>
                  <a:pt x="83614" y="16381"/>
                </a:lnTo>
                <a:lnTo>
                  <a:pt x="82813" y="16224"/>
                </a:lnTo>
                <a:lnTo>
                  <a:pt x="82002" y="16080"/>
                </a:lnTo>
                <a:lnTo>
                  <a:pt x="81180" y="15949"/>
                </a:lnTo>
                <a:lnTo>
                  <a:pt x="80348" y="15830"/>
                </a:lnTo>
                <a:lnTo>
                  <a:pt x="79505" y="15723"/>
                </a:lnTo>
                <a:lnTo>
                  <a:pt x="78652" y="15630"/>
                </a:lnTo>
                <a:lnTo>
                  <a:pt x="77788" y="15548"/>
                </a:lnTo>
                <a:lnTo>
                  <a:pt x="76913" y="15479"/>
                </a:lnTo>
                <a:lnTo>
                  <a:pt x="76028" y="15423"/>
                </a:lnTo>
                <a:lnTo>
                  <a:pt x="75132" y="15379"/>
                </a:lnTo>
                <a:lnTo>
                  <a:pt x="74225" y="15348"/>
                </a:lnTo>
                <a:lnTo>
                  <a:pt x="73308" y="15329"/>
                </a:lnTo>
                <a:lnTo>
                  <a:pt x="72380" y="15323"/>
                </a:lnTo>
                <a:lnTo>
                  <a:pt x="37535" y="15323"/>
                </a:lnTo>
                <a:lnTo>
                  <a:pt x="37535" y="122583"/>
                </a:lnTo>
                <a:lnTo>
                  <a:pt x="46670" y="122583"/>
                </a:lnTo>
                <a:lnTo>
                  <a:pt x="46670" y="77793"/>
                </a:lnTo>
                <a:lnTo>
                  <a:pt x="77864" y="77793"/>
                </a:lnTo>
                <a:lnTo>
                  <a:pt x="103762" y="122583"/>
                </a:lnTo>
                <a:lnTo>
                  <a:pt x="113413" y="122583"/>
                </a:lnTo>
                <a:lnTo>
                  <a:pt x="113413" y="121625"/>
                </a:lnTo>
                <a:lnTo>
                  <a:pt x="86599" y="75913"/>
                </a:lnTo>
                <a:lnTo>
                  <a:pt x="86793" y="75857"/>
                </a:lnTo>
                <a:lnTo>
                  <a:pt x="87374" y="75679"/>
                </a:lnTo>
                <a:lnTo>
                  <a:pt x="87948" y="75491"/>
                </a:lnTo>
                <a:lnTo>
                  <a:pt x="88517" y="75294"/>
                </a:lnTo>
                <a:lnTo>
                  <a:pt x="89080" y="75088"/>
                </a:lnTo>
                <a:close/>
                <a:moveTo>
                  <a:pt x="74547" y="23176"/>
                </a:moveTo>
                <a:lnTo>
                  <a:pt x="75251" y="23211"/>
                </a:lnTo>
                <a:lnTo>
                  <a:pt x="75945" y="23256"/>
                </a:lnTo>
                <a:lnTo>
                  <a:pt x="76630" y="23311"/>
                </a:lnTo>
                <a:lnTo>
                  <a:pt x="77305" y="23376"/>
                </a:lnTo>
                <a:lnTo>
                  <a:pt x="77971" y="23450"/>
                </a:lnTo>
                <a:lnTo>
                  <a:pt x="78627" y="23535"/>
                </a:lnTo>
                <a:lnTo>
                  <a:pt x="79274" y="23630"/>
                </a:lnTo>
                <a:lnTo>
                  <a:pt x="79911" y="23734"/>
                </a:lnTo>
                <a:lnTo>
                  <a:pt x="80539" y="23849"/>
                </a:lnTo>
                <a:lnTo>
                  <a:pt x="81157" y="23973"/>
                </a:lnTo>
                <a:lnTo>
                  <a:pt x="81766" y="24108"/>
                </a:lnTo>
                <a:lnTo>
                  <a:pt x="82365" y="24252"/>
                </a:lnTo>
                <a:lnTo>
                  <a:pt x="82955" y="24407"/>
                </a:lnTo>
                <a:lnTo>
                  <a:pt x="83536" y="24571"/>
                </a:lnTo>
                <a:lnTo>
                  <a:pt x="84107" y="24745"/>
                </a:lnTo>
                <a:lnTo>
                  <a:pt x="84669" y="24929"/>
                </a:lnTo>
                <a:lnTo>
                  <a:pt x="85221" y="25124"/>
                </a:lnTo>
                <a:lnTo>
                  <a:pt x="85763" y="25328"/>
                </a:lnTo>
                <a:lnTo>
                  <a:pt x="86297" y="25542"/>
                </a:lnTo>
                <a:lnTo>
                  <a:pt x="86820" y="25766"/>
                </a:lnTo>
                <a:lnTo>
                  <a:pt x="87335" y="26000"/>
                </a:lnTo>
                <a:lnTo>
                  <a:pt x="87839" y="26243"/>
                </a:lnTo>
                <a:lnTo>
                  <a:pt x="88333" y="26495"/>
                </a:lnTo>
                <a:lnTo>
                  <a:pt x="88817" y="26756"/>
                </a:lnTo>
                <a:lnTo>
                  <a:pt x="89290" y="27025"/>
                </a:lnTo>
                <a:lnTo>
                  <a:pt x="89753" y="27302"/>
                </a:lnTo>
                <a:lnTo>
                  <a:pt x="90205" y="27588"/>
                </a:lnTo>
                <a:lnTo>
                  <a:pt x="90647" y="27883"/>
                </a:lnTo>
                <a:lnTo>
                  <a:pt x="91079" y="28186"/>
                </a:lnTo>
                <a:lnTo>
                  <a:pt x="91501" y="28498"/>
                </a:lnTo>
                <a:lnTo>
                  <a:pt x="91912" y="28818"/>
                </a:lnTo>
                <a:lnTo>
                  <a:pt x="92313" y="29147"/>
                </a:lnTo>
                <a:lnTo>
                  <a:pt x="92703" y="29485"/>
                </a:lnTo>
                <a:lnTo>
                  <a:pt x="93083" y="29831"/>
                </a:lnTo>
                <a:lnTo>
                  <a:pt x="93453" y="30186"/>
                </a:lnTo>
                <a:lnTo>
                  <a:pt x="93812" y="30549"/>
                </a:lnTo>
                <a:lnTo>
                  <a:pt x="94161" y="30920"/>
                </a:lnTo>
                <a:lnTo>
                  <a:pt x="94500" y="31301"/>
                </a:lnTo>
                <a:lnTo>
                  <a:pt x="94828" y="31690"/>
                </a:lnTo>
                <a:lnTo>
                  <a:pt x="95146" y="32087"/>
                </a:lnTo>
                <a:lnTo>
                  <a:pt x="95453" y="32493"/>
                </a:lnTo>
                <a:lnTo>
                  <a:pt x="95750" y="32908"/>
                </a:lnTo>
                <a:lnTo>
                  <a:pt x="96037" y="33331"/>
                </a:lnTo>
                <a:lnTo>
                  <a:pt x="96314" y="33762"/>
                </a:lnTo>
                <a:lnTo>
                  <a:pt x="96580" y="34203"/>
                </a:lnTo>
                <a:lnTo>
                  <a:pt x="96835" y="34650"/>
                </a:lnTo>
                <a:lnTo>
                  <a:pt x="97080" y="35105"/>
                </a:lnTo>
                <a:lnTo>
                  <a:pt x="97314" y="35566"/>
                </a:lnTo>
                <a:lnTo>
                  <a:pt x="97536" y="36034"/>
                </a:lnTo>
                <a:lnTo>
                  <a:pt x="97748" y="36509"/>
                </a:lnTo>
                <a:lnTo>
                  <a:pt x="97950" y="36990"/>
                </a:lnTo>
                <a:lnTo>
                  <a:pt x="98140" y="37479"/>
                </a:lnTo>
                <a:lnTo>
                  <a:pt x="98319" y="37974"/>
                </a:lnTo>
                <a:lnTo>
                  <a:pt x="98488" y="38475"/>
                </a:lnTo>
                <a:lnTo>
                  <a:pt x="98645" y="38984"/>
                </a:lnTo>
                <a:lnTo>
                  <a:pt x="98792" y="39500"/>
                </a:lnTo>
                <a:lnTo>
                  <a:pt x="98928" y="40022"/>
                </a:lnTo>
                <a:lnTo>
                  <a:pt x="99053" y="40551"/>
                </a:lnTo>
                <a:lnTo>
                  <a:pt x="99167" y="41086"/>
                </a:lnTo>
                <a:lnTo>
                  <a:pt x="99270" y="41629"/>
                </a:lnTo>
                <a:lnTo>
                  <a:pt x="99363" y="42178"/>
                </a:lnTo>
                <a:lnTo>
                  <a:pt x="99444" y="42734"/>
                </a:lnTo>
                <a:lnTo>
                  <a:pt x="99515" y="43297"/>
                </a:lnTo>
                <a:lnTo>
                  <a:pt x="99575" y="43866"/>
                </a:lnTo>
                <a:lnTo>
                  <a:pt x="99624" y="44443"/>
                </a:lnTo>
                <a:lnTo>
                  <a:pt x="99662" y="45026"/>
                </a:lnTo>
                <a:lnTo>
                  <a:pt x="99689" y="45616"/>
                </a:lnTo>
                <a:lnTo>
                  <a:pt x="99705" y="46212"/>
                </a:lnTo>
                <a:lnTo>
                  <a:pt x="99711" y="46816"/>
                </a:lnTo>
                <a:lnTo>
                  <a:pt x="99706" y="47323"/>
                </a:lnTo>
                <a:lnTo>
                  <a:pt x="99691" y="47828"/>
                </a:lnTo>
                <a:lnTo>
                  <a:pt x="99666" y="48329"/>
                </a:lnTo>
                <a:lnTo>
                  <a:pt x="99632" y="48828"/>
                </a:lnTo>
                <a:lnTo>
                  <a:pt x="99588" y="49324"/>
                </a:lnTo>
                <a:lnTo>
                  <a:pt x="99533" y="49818"/>
                </a:lnTo>
                <a:lnTo>
                  <a:pt x="99469" y="50308"/>
                </a:lnTo>
                <a:lnTo>
                  <a:pt x="99396" y="50796"/>
                </a:lnTo>
                <a:lnTo>
                  <a:pt x="99312" y="51281"/>
                </a:lnTo>
                <a:lnTo>
                  <a:pt x="99218" y="51763"/>
                </a:lnTo>
                <a:lnTo>
                  <a:pt x="99115" y="52242"/>
                </a:lnTo>
                <a:lnTo>
                  <a:pt x="99002" y="52718"/>
                </a:lnTo>
                <a:lnTo>
                  <a:pt x="98879" y="53192"/>
                </a:lnTo>
                <a:lnTo>
                  <a:pt x="98746" y="53663"/>
                </a:lnTo>
                <a:lnTo>
                  <a:pt x="98603" y="54131"/>
                </a:lnTo>
                <a:lnTo>
                  <a:pt x="98450" y="54596"/>
                </a:lnTo>
                <a:lnTo>
                  <a:pt x="98288" y="55058"/>
                </a:lnTo>
                <a:lnTo>
                  <a:pt x="98115" y="55518"/>
                </a:lnTo>
                <a:lnTo>
                  <a:pt x="97933" y="55975"/>
                </a:lnTo>
                <a:lnTo>
                  <a:pt x="97741" y="56428"/>
                </a:lnTo>
                <a:lnTo>
                  <a:pt x="97539" y="56879"/>
                </a:lnTo>
                <a:lnTo>
                  <a:pt x="97328" y="57328"/>
                </a:lnTo>
                <a:lnTo>
                  <a:pt x="97106" y="57773"/>
                </a:lnTo>
                <a:lnTo>
                  <a:pt x="96875" y="58216"/>
                </a:lnTo>
                <a:lnTo>
                  <a:pt x="96633" y="58654"/>
                </a:lnTo>
                <a:lnTo>
                  <a:pt x="96383" y="59084"/>
                </a:lnTo>
                <a:lnTo>
                  <a:pt x="96122" y="59508"/>
                </a:lnTo>
                <a:lnTo>
                  <a:pt x="95852" y="59925"/>
                </a:lnTo>
                <a:lnTo>
                  <a:pt x="95573" y="60334"/>
                </a:lnTo>
                <a:lnTo>
                  <a:pt x="95284" y="60737"/>
                </a:lnTo>
                <a:lnTo>
                  <a:pt x="94985" y="61133"/>
                </a:lnTo>
                <a:lnTo>
                  <a:pt x="94677" y="61521"/>
                </a:lnTo>
                <a:lnTo>
                  <a:pt x="94359" y="61903"/>
                </a:lnTo>
                <a:lnTo>
                  <a:pt x="94031" y="62277"/>
                </a:lnTo>
                <a:lnTo>
                  <a:pt x="93694" y="62645"/>
                </a:lnTo>
                <a:lnTo>
                  <a:pt x="93348" y="63005"/>
                </a:lnTo>
                <a:lnTo>
                  <a:pt x="92991" y="63359"/>
                </a:lnTo>
                <a:lnTo>
                  <a:pt x="92626" y="63705"/>
                </a:lnTo>
                <a:lnTo>
                  <a:pt x="92250" y="64045"/>
                </a:lnTo>
                <a:lnTo>
                  <a:pt x="91865" y="64377"/>
                </a:lnTo>
                <a:lnTo>
                  <a:pt x="91470" y="64703"/>
                </a:lnTo>
                <a:lnTo>
                  <a:pt x="91066" y="65021"/>
                </a:lnTo>
                <a:lnTo>
                  <a:pt x="90652" y="65333"/>
                </a:lnTo>
                <a:lnTo>
                  <a:pt x="90229" y="65637"/>
                </a:lnTo>
                <a:lnTo>
                  <a:pt x="89796" y="65934"/>
                </a:lnTo>
                <a:lnTo>
                  <a:pt x="89353" y="66225"/>
                </a:lnTo>
                <a:lnTo>
                  <a:pt x="88901" y="66508"/>
                </a:lnTo>
                <a:lnTo>
                  <a:pt x="88440" y="66784"/>
                </a:lnTo>
                <a:lnTo>
                  <a:pt x="87968" y="67051"/>
                </a:lnTo>
                <a:lnTo>
                  <a:pt x="87487" y="67307"/>
                </a:lnTo>
                <a:lnTo>
                  <a:pt x="86996" y="67552"/>
                </a:lnTo>
                <a:lnTo>
                  <a:pt x="86496" y="67785"/>
                </a:lnTo>
                <a:lnTo>
                  <a:pt x="85985" y="68006"/>
                </a:lnTo>
                <a:lnTo>
                  <a:pt x="85465" y="68217"/>
                </a:lnTo>
                <a:lnTo>
                  <a:pt x="84935" y="68415"/>
                </a:lnTo>
                <a:lnTo>
                  <a:pt x="84396" y="68603"/>
                </a:lnTo>
                <a:lnTo>
                  <a:pt x="83847" y="68779"/>
                </a:lnTo>
                <a:lnTo>
                  <a:pt x="83288" y="68944"/>
                </a:lnTo>
                <a:lnTo>
                  <a:pt x="82719" y="69097"/>
                </a:lnTo>
                <a:lnTo>
                  <a:pt x="82141" y="69240"/>
                </a:lnTo>
                <a:lnTo>
                  <a:pt x="81553" y="69370"/>
                </a:lnTo>
                <a:lnTo>
                  <a:pt x="80955" y="69490"/>
                </a:lnTo>
                <a:lnTo>
                  <a:pt x="80348" y="69598"/>
                </a:lnTo>
                <a:lnTo>
                  <a:pt x="79730" y="69694"/>
                </a:lnTo>
                <a:lnTo>
                  <a:pt x="79103" y="69779"/>
                </a:lnTo>
                <a:lnTo>
                  <a:pt x="78467" y="69853"/>
                </a:lnTo>
                <a:lnTo>
                  <a:pt x="77820" y="69916"/>
                </a:lnTo>
                <a:lnTo>
                  <a:pt x="77164" y="69967"/>
                </a:lnTo>
                <a:lnTo>
                  <a:pt x="76498" y="70007"/>
                </a:lnTo>
                <a:lnTo>
                  <a:pt x="75823" y="70035"/>
                </a:lnTo>
                <a:lnTo>
                  <a:pt x="75138" y="70052"/>
                </a:lnTo>
                <a:lnTo>
                  <a:pt x="74443" y="70058"/>
                </a:lnTo>
                <a:lnTo>
                  <a:pt x="46670" y="70058"/>
                </a:lnTo>
                <a:lnTo>
                  <a:pt x="46670" y="23132"/>
                </a:lnTo>
                <a:lnTo>
                  <a:pt x="72380" y="23132"/>
                </a:lnTo>
                <a:lnTo>
                  <a:pt x="73112" y="23137"/>
                </a:lnTo>
                <a:lnTo>
                  <a:pt x="73834" y="23152"/>
                </a:lnTo>
                <a:lnTo>
                  <a:pt x="74547" y="23176"/>
                </a:lnTo>
                <a:close/>
                <a:moveTo>
                  <a:pt x="8840" y="137980"/>
                </a:moveTo>
                <a:lnTo>
                  <a:pt x="8840" y="7588"/>
                </a:lnTo>
                <a:lnTo>
                  <a:pt x="24310" y="7588"/>
                </a:lnTo>
                <a:lnTo>
                  <a:pt x="24310" y="0"/>
                </a:lnTo>
                <a:lnTo>
                  <a:pt x="0" y="0"/>
                </a:lnTo>
                <a:lnTo>
                  <a:pt x="0" y="145567"/>
                </a:lnTo>
                <a:lnTo>
                  <a:pt x="24310" y="145567"/>
                </a:lnTo>
                <a:lnTo>
                  <a:pt x="24310" y="137980"/>
                </a:lnTo>
                <a:lnTo>
                  <a:pt x="8840" y="137980"/>
                </a:lnTo>
                <a:close/>
                <a:moveTo>
                  <a:pt x="192240" y="75893"/>
                </a:moveTo>
                <a:lnTo>
                  <a:pt x="192215" y="75242"/>
                </a:lnTo>
                <a:lnTo>
                  <a:pt x="192183" y="74595"/>
                </a:lnTo>
                <a:lnTo>
                  <a:pt x="192144" y="73953"/>
                </a:lnTo>
                <a:lnTo>
                  <a:pt x="192097" y="73316"/>
                </a:lnTo>
                <a:lnTo>
                  <a:pt x="192044" y="72683"/>
                </a:lnTo>
                <a:lnTo>
                  <a:pt x="191983" y="72055"/>
                </a:lnTo>
                <a:lnTo>
                  <a:pt x="191915" y="71432"/>
                </a:lnTo>
                <a:lnTo>
                  <a:pt x="191839" y="70814"/>
                </a:lnTo>
                <a:lnTo>
                  <a:pt x="191757" y="70200"/>
                </a:lnTo>
                <a:lnTo>
                  <a:pt x="191668" y="69591"/>
                </a:lnTo>
                <a:lnTo>
                  <a:pt x="191571" y="68987"/>
                </a:lnTo>
                <a:lnTo>
                  <a:pt x="191467" y="68387"/>
                </a:lnTo>
                <a:lnTo>
                  <a:pt x="191356" y="67793"/>
                </a:lnTo>
                <a:lnTo>
                  <a:pt x="191238" y="67203"/>
                </a:lnTo>
                <a:lnTo>
                  <a:pt x="191112" y="66617"/>
                </a:lnTo>
                <a:lnTo>
                  <a:pt x="190980" y="66037"/>
                </a:lnTo>
                <a:lnTo>
                  <a:pt x="190840" y="65461"/>
                </a:lnTo>
                <a:lnTo>
                  <a:pt x="190693" y="64890"/>
                </a:lnTo>
                <a:lnTo>
                  <a:pt x="190539" y="64323"/>
                </a:lnTo>
                <a:lnTo>
                  <a:pt x="190378" y="63762"/>
                </a:lnTo>
                <a:lnTo>
                  <a:pt x="190210" y="63205"/>
                </a:lnTo>
                <a:lnTo>
                  <a:pt x="190035" y="62653"/>
                </a:lnTo>
                <a:lnTo>
                  <a:pt x="189852" y="62108"/>
                </a:lnTo>
                <a:lnTo>
                  <a:pt x="189663" y="61568"/>
                </a:lnTo>
                <a:lnTo>
                  <a:pt x="189467" y="61035"/>
                </a:lnTo>
                <a:lnTo>
                  <a:pt x="189264" y="60508"/>
                </a:lnTo>
                <a:lnTo>
                  <a:pt x="189054" y="59987"/>
                </a:lnTo>
                <a:lnTo>
                  <a:pt x="188838" y="59472"/>
                </a:lnTo>
                <a:lnTo>
                  <a:pt x="188614" y="58964"/>
                </a:lnTo>
                <a:lnTo>
                  <a:pt x="188383" y="58461"/>
                </a:lnTo>
                <a:lnTo>
                  <a:pt x="188146" y="57965"/>
                </a:lnTo>
                <a:lnTo>
                  <a:pt x="187901" y="57475"/>
                </a:lnTo>
                <a:lnTo>
                  <a:pt x="187650" y="56991"/>
                </a:lnTo>
                <a:lnTo>
                  <a:pt x="187392" y="56513"/>
                </a:lnTo>
                <a:lnTo>
                  <a:pt x="187127" y="56041"/>
                </a:lnTo>
                <a:lnTo>
                  <a:pt x="186855" y="55575"/>
                </a:lnTo>
                <a:lnTo>
                  <a:pt x="186576" y="55115"/>
                </a:lnTo>
                <a:lnTo>
                  <a:pt x="186290" y="54662"/>
                </a:lnTo>
                <a:lnTo>
                  <a:pt x="185997" y="54215"/>
                </a:lnTo>
                <a:lnTo>
                  <a:pt x="185697" y="53773"/>
                </a:lnTo>
                <a:lnTo>
                  <a:pt x="185391" y="53338"/>
                </a:lnTo>
                <a:lnTo>
                  <a:pt x="185077" y="52909"/>
                </a:lnTo>
                <a:lnTo>
                  <a:pt x="184757" y="52487"/>
                </a:lnTo>
                <a:lnTo>
                  <a:pt x="184430" y="52070"/>
                </a:lnTo>
                <a:lnTo>
                  <a:pt x="184096" y="51659"/>
                </a:lnTo>
                <a:lnTo>
                  <a:pt x="183755" y="51256"/>
                </a:lnTo>
                <a:lnTo>
                  <a:pt x="183408" y="50860"/>
                </a:lnTo>
                <a:lnTo>
                  <a:pt x="183054" y="50471"/>
                </a:lnTo>
                <a:lnTo>
                  <a:pt x="182695" y="50091"/>
                </a:lnTo>
                <a:lnTo>
                  <a:pt x="182329" y="49718"/>
                </a:lnTo>
                <a:lnTo>
                  <a:pt x="181957" y="49352"/>
                </a:lnTo>
                <a:lnTo>
                  <a:pt x="181579" y="48995"/>
                </a:lnTo>
                <a:lnTo>
                  <a:pt x="181194" y="48645"/>
                </a:lnTo>
                <a:lnTo>
                  <a:pt x="180803" y="48302"/>
                </a:lnTo>
                <a:lnTo>
                  <a:pt x="180406" y="47968"/>
                </a:lnTo>
                <a:lnTo>
                  <a:pt x="180002" y="47641"/>
                </a:lnTo>
                <a:lnTo>
                  <a:pt x="179593" y="47321"/>
                </a:lnTo>
                <a:lnTo>
                  <a:pt x="179177" y="47009"/>
                </a:lnTo>
                <a:lnTo>
                  <a:pt x="178754" y="46705"/>
                </a:lnTo>
                <a:lnTo>
                  <a:pt x="178326" y="46409"/>
                </a:lnTo>
                <a:lnTo>
                  <a:pt x="177891" y="46120"/>
                </a:lnTo>
                <a:lnTo>
                  <a:pt x="177450" y="45839"/>
                </a:lnTo>
                <a:lnTo>
                  <a:pt x="177003" y="45565"/>
                </a:lnTo>
                <a:lnTo>
                  <a:pt x="176549" y="45300"/>
                </a:lnTo>
                <a:lnTo>
                  <a:pt x="176089" y="45042"/>
                </a:lnTo>
                <a:lnTo>
                  <a:pt x="175623" y="44791"/>
                </a:lnTo>
                <a:lnTo>
                  <a:pt x="175151" y="44548"/>
                </a:lnTo>
                <a:lnTo>
                  <a:pt x="174672" y="44313"/>
                </a:lnTo>
                <a:lnTo>
                  <a:pt x="174187" y="44085"/>
                </a:lnTo>
                <a:lnTo>
                  <a:pt x="173696" y="43866"/>
                </a:lnTo>
                <a:lnTo>
                  <a:pt x="173199" y="43657"/>
                </a:lnTo>
                <a:lnTo>
                  <a:pt x="172696" y="43456"/>
                </a:lnTo>
                <a:lnTo>
                  <a:pt x="172187" y="43265"/>
                </a:lnTo>
                <a:lnTo>
                  <a:pt x="171672" y="43084"/>
                </a:lnTo>
                <a:lnTo>
                  <a:pt x="171151" y="42911"/>
                </a:lnTo>
                <a:lnTo>
                  <a:pt x="170624" y="42748"/>
                </a:lnTo>
                <a:lnTo>
                  <a:pt x="170091" y="42594"/>
                </a:lnTo>
                <a:lnTo>
                  <a:pt x="169551" y="42450"/>
                </a:lnTo>
                <a:lnTo>
                  <a:pt x="169006" y="42315"/>
                </a:lnTo>
                <a:lnTo>
                  <a:pt x="168455" y="42189"/>
                </a:lnTo>
                <a:lnTo>
                  <a:pt x="167898" y="42072"/>
                </a:lnTo>
                <a:lnTo>
                  <a:pt x="167335" y="41965"/>
                </a:lnTo>
                <a:lnTo>
                  <a:pt x="166766" y="41867"/>
                </a:lnTo>
                <a:lnTo>
                  <a:pt x="166190" y="41779"/>
                </a:lnTo>
                <a:lnTo>
                  <a:pt x="165609" y="41699"/>
                </a:lnTo>
                <a:lnTo>
                  <a:pt x="165022" y="41630"/>
                </a:lnTo>
                <a:lnTo>
                  <a:pt x="164429" y="41569"/>
                </a:lnTo>
                <a:lnTo>
                  <a:pt x="163829" y="41518"/>
                </a:lnTo>
                <a:lnTo>
                  <a:pt x="163224" y="41476"/>
                </a:lnTo>
                <a:lnTo>
                  <a:pt x="162613" y="41443"/>
                </a:lnTo>
                <a:lnTo>
                  <a:pt x="161996" y="41420"/>
                </a:lnTo>
                <a:lnTo>
                  <a:pt x="161372" y="41406"/>
                </a:lnTo>
                <a:lnTo>
                  <a:pt x="160743" y="41401"/>
                </a:lnTo>
                <a:lnTo>
                  <a:pt x="160173" y="41406"/>
                </a:lnTo>
                <a:lnTo>
                  <a:pt x="159606" y="41421"/>
                </a:lnTo>
                <a:lnTo>
                  <a:pt x="159041" y="41445"/>
                </a:lnTo>
                <a:lnTo>
                  <a:pt x="158479" y="41479"/>
                </a:lnTo>
                <a:lnTo>
                  <a:pt x="157919" y="41523"/>
                </a:lnTo>
                <a:lnTo>
                  <a:pt x="157361" y="41576"/>
                </a:lnTo>
                <a:lnTo>
                  <a:pt x="156806" y="41639"/>
                </a:lnTo>
                <a:lnTo>
                  <a:pt x="156253" y="41712"/>
                </a:lnTo>
                <a:lnTo>
                  <a:pt x="155703" y="41795"/>
                </a:lnTo>
                <a:lnTo>
                  <a:pt x="155155" y="41887"/>
                </a:lnTo>
                <a:lnTo>
                  <a:pt x="154610" y="41989"/>
                </a:lnTo>
                <a:lnTo>
                  <a:pt x="154067" y="42101"/>
                </a:lnTo>
                <a:lnTo>
                  <a:pt x="153526" y="42223"/>
                </a:lnTo>
                <a:lnTo>
                  <a:pt x="152988" y="42354"/>
                </a:lnTo>
                <a:lnTo>
                  <a:pt x="152452" y="42495"/>
                </a:lnTo>
                <a:lnTo>
                  <a:pt x="151919" y="42645"/>
                </a:lnTo>
                <a:lnTo>
                  <a:pt x="151388" y="42806"/>
                </a:lnTo>
                <a:lnTo>
                  <a:pt x="150860" y="42976"/>
                </a:lnTo>
                <a:lnTo>
                  <a:pt x="150334" y="43156"/>
                </a:lnTo>
                <a:lnTo>
                  <a:pt x="149810" y="43345"/>
                </a:lnTo>
                <a:lnTo>
                  <a:pt x="149289" y="43544"/>
                </a:lnTo>
                <a:lnTo>
                  <a:pt x="148771" y="43753"/>
                </a:lnTo>
                <a:lnTo>
                  <a:pt x="148254" y="43972"/>
                </a:lnTo>
                <a:lnTo>
                  <a:pt x="147741" y="44201"/>
                </a:lnTo>
                <a:lnTo>
                  <a:pt x="147230" y="44438"/>
                </a:lnTo>
                <a:lnTo>
                  <a:pt x="146725" y="44685"/>
                </a:lnTo>
                <a:lnTo>
                  <a:pt x="146225" y="44940"/>
                </a:lnTo>
                <a:lnTo>
                  <a:pt x="145729" y="45204"/>
                </a:lnTo>
                <a:lnTo>
                  <a:pt x="145238" y="45477"/>
                </a:lnTo>
                <a:lnTo>
                  <a:pt x="144752" y="45759"/>
                </a:lnTo>
                <a:lnTo>
                  <a:pt x="144271" y="46050"/>
                </a:lnTo>
                <a:lnTo>
                  <a:pt x="143795" y="46349"/>
                </a:lnTo>
                <a:lnTo>
                  <a:pt x="143324" y="46658"/>
                </a:lnTo>
                <a:lnTo>
                  <a:pt x="142858" y="46975"/>
                </a:lnTo>
                <a:lnTo>
                  <a:pt x="142396" y="47301"/>
                </a:lnTo>
                <a:lnTo>
                  <a:pt x="141939" y="47635"/>
                </a:lnTo>
                <a:lnTo>
                  <a:pt x="141487" y="47979"/>
                </a:lnTo>
                <a:lnTo>
                  <a:pt x="141040" y="48331"/>
                </a:lnTo>
                <a:lnTo>
                  <a:pt x="140598" y="48693"/>
                </a:lnTo>
                <a:lnTo>
                  <a:pt x="140161" y="49063"/>
                </a:lnTo>
                <a:lnTo>
                  <a:pt x="139729" y="49442"/>
                </a:lnTo>
                <a:lnTo>
                  <a:pt x="139301" y="49829"/>
                </a:lnTo>
                <a:lnTo>
                  <a:pt x="138878" y="50226"/>
                </a:lnTo>
                <a:lnTo>
                  <a:pt x="138461" y="50631"/>
                </a:lnTo>
                <a:lnTo>
                  <a:pt x="138048" y="51045"/>
                </a:lnTo>
                <a:lnTo>
                  <a:pt x="137639" y="51468"/>
                </a:lnTo>
                <a:lnTo>
                  <a:pt x="137236" y="51900"/>
                </a:lnTo>
                <a:lnTo>
                  <a:pt x="136838" y="52341"/>
                </a:lnTo>
                <a:lnTo>
                  <a:pt x="136445" y="52790"/>
                </a:lnTo>
                <a:lnTo>
                  <a:pt x="136060" y="53246"/>
                </a:lnTo>
                <a:lnTo>
                  <a:pt x="135681" y="53709"/>
                </a:lnTo>
                <a:lnTo>
                  <a:pt x="135309" y="54179"/>
                </a:lnTo>
                <a:lnTo>
                  <a:pt x="134944" y="54657"/>
                </a:lnTo>
                <a:lnTo>
                  <a:pt x="134586" y="55143"/>
                </a:lnTo>
                <a:lnTo>
                  <a:pt x="134235" y="55635"/>
                </a:lnTo>
                <a:lnTo>
                  <a:pt x="133891" y="56135"/>
                </a:lnTo>
                <a:lnTo>
                  <a:pt x="133554" y="56642"/>
                </a:lnTo>
                <a:lnTo>
                  <a:pt x="133223" y="57156"/>
                </a:lnTo>
                <a:lnTo>
                  <a:pt x="132900" y="57678"/>
                </a:lnTo>
                <a:lnTo>
                  <a:pt x="132583" y="58207"/>
                </a:lnTo>
                <a:lnTo>
                  <a:pt x="132274" y="58743"/>
                </a:lnTo>
                <a:lnTo>
                  <a:pt x="131971" y="59286"/>
                </a:lnTo>
                <a:lnTo>
                  <a:pt x="131675" y="59837"/>
                </a:lnTo>
                <a:lnTo>
                  <a:pt x="131386" y="60395"/>
                </a:lnTo>
                <a:lnTo>
                  <a:pt x="131104" y="60961"/>
                </a:lnTo>
                <a:lnTo>
                  <a:pt x="130829" y="61533"/>
                </a:lnTo>
                <a:lnTo>
                  <a:pt x="130561" y="62113"/>
                </a:lnTo>
                <a:lnTo>
                  <a:pt x="130300" y="62700"/>
                </a:lnTo>
                <a:lnTo>
                  <a:pt x="130045" y="63295"/>
                </a:lnTo>
                <a:lnTo>
                  <a:pt x="129798" y="63897"/>
                </a:lnTo>
                <a:lnTo>
                  <a:pt x="129557" y="64506"/>
                </a:lnTo>
                <a:lnTo>
                  <a:pt x="129324" y="65122"/>
                </a:lnTo>
                <a:lnTo>
                  <a:pt x="129098" y="65745"/>
                </a:lnTo>
                <a:lnTo>
                  <a:pt x="128882" y="66375"/>
                </a:lnTo>
                <a:lnTo>
                  <a:pt x="128676" y="67010"/>
                </a:lnTo>
                <a:lnTo>
                  <a:pt x="128480" y="67651"/>
                </a:lnTo>
                <a:lnTo>
                  <a:pt x="128293" y="68299"/>
                </a:lnTo>
                <a:lnTo>
                  <a:pt x="128115" y="68953"/>
                </a:lnTo>
                <a:lnTo>
                  <a:pt x="127947" y="69613"/>
                </a:lnTo>
                <a:lnTo>
                  <a:pt x="127789" y="70279"/>
                </a:lnTo>
                <a:lnTo>
                  <a:pt x="127640" y="70951"/>
                </a:lnTo>
                <a:lnTo>
                  <a:pt x="127501" y="71630"/>
                </a:lnTo>
                <a:lnTo>
                  <a:pt x="127372" y="72314"/>
                </a:lnTo>
                <a:lnTo>
                  <a:pt x="127252" y="73005"/>
                </a:lnTo>
                <a:lnTo>
                  <a:pt x="127141" y="73701"/>
                </a:lnTo>
                <a:lnTo>
                  <a:pt x="127041" y="74404"/>
                </a:lnTo>
                <a:lnTo>
                  <a:pt x="126950" y="75113"/>
                </a:lnTo>
                <a:lnTo>
                  <a:pt x="126868" y="75829"/>
                </a:lnTo>
                <a:lnTo>
                  <a:pt x="126796" y="76550"/>
                </a:lnTo>
                <a:lnTo>
                  <a:pt x="126734" y="77277"/>
                </a:lnTo>
                <a:lnTo>
                  <a:pt x="126681" y="78011"/>
                </a:lnTo>
                <a:lnTo>
                  <a:pt x="126638" y="78751"/>
                </a:lnTo>
                <a:lnTo>
                  <a:pt x="126604" y="79497"/>
                </a:lnTo>
                <a:lnTo>
                  <a:pt x="126580" y="80249"/>
                </a:lnTo>
                <a:lnTo>
                  <a:pt x="126566" y="81007"/>
                </a:lnTo>
                <a:lnTo>
                  <a:pt x="126561" y="81771"/>
                </a:lnTo>
                <a:lnTo>
                  <a:pt x="126561" y="84939"/>
                </a:lnTo>
                <a:lnTo>
                  <a:pt x="126566" y="85649"/>
                </a:lnTo>
                <a:lnTo>
                  <a:pt x="126580" y="86354"/>
                </a:lnTo>
                <a:lnTo>
                  <a:pt x="126603" y="87054"/>
                </a:lnTo>
                <a:lnTo>
                  <a:pt x="126635" y="87749"/>
                </a:lnTo>
                <a:lnTo>
                  <a:pt x="126676" y="88440"/>
                </a:lnTo>
                <a:lnTo>
                  <a:pt x="126727" y="89126"/>
                </a:lnTo>
                <a:lnTo>
                  <a:pt x="126787" y="89808"/>
                </a:lnTo>
                <a:lnTo>
                  <a:pt x="126856" y="90484"/>
                </a:lnTo>
                <a:lnTo>
                  <a:pt x="126934" y="91156"/>
                </a:lnTo>
                <a:lnTo>
                  <a:pt x="127022" y="91823"/>
                </a:lnTo>
                <a:lnTo>
                  <a:pt x="127118" y="92486"/>
                </a:lnTo>
                <a:lnTo>
                  <a:pt x="127224" y="93144"/>
                </a:lnTo>
                <a:lnTo>
                  <a:pt x="127339" y="93797"/>
                </a:lnTo>
                <a:lnTo>
                  <a:pt x="127464" y="94445"/>
                </a:lnTo>
                <a:lnTo>
                  <a:pt x="127597" y="95088"/>
                </a:lnTo>
                <a:lnTo>
                  <a:pt x="127740" y="95727"/>
                </a:lnTo>
                <a:lnTo>
                  <a:pt x="127892" y="96361"/>
                </a:lnTo>
                <a:lnTo>
                  <a:pt x="128053" y="96990"/>
                </a:lnTo>
                <a:lnTo>
                  <a:pt x="128223" y="97615"/>
                </a:lnTo>
                <a:lnTo>
                  <a:pt x="128403" y="98235"/>
                </a:lnTo>
                <a:lnTo>
                  <a:pt x="128592" y="98850"/>
                </a:lnTo>
                <a:lnTo>
                  <a:pt x="128790" y="99460"/>
                </a:lnTo>
                <a:lnTo>
                  <a:pt x="128997" y="100066"/>
                </a:lnTo>
                <a:lnTo>
                  <a:pt x="129213" y="100667"/>
                </a:lnTo>
                <a:lnTo>
                  <a:pt x="129438" y="101262"/>
                </a:lnTo>
                <a:lnTo>
                  <a:pt x="129670" y="101850"/>
                </a:lnTo>
                <a:lnTo>
                  <a:pt x="129910" y="102432"/>
                </a:lnTo>
                <a:lnTo>
                  <a:pt x="130157" y="103007"/>
                </a:lnTo>
                <a:lnTo>
                  <a:pt x="130411" y="103575"/>
                </a:lnTo>
                <a:lnTo>
                  <a:pt x="130673" y="104136"/>
                </a:lnTo>
                <a:lnTo>
                  <a:pt x="130942" y="104691"/>
                </a:lnTo>
                <a:lnTo>
                  <a:pt x="131219" y="105238"/>
                </a:lnTo>
                <a:lnTo>
                  <a:pt x="131503" y="105779"/>
                </a:lnTo>
                <a:lnTo>
                  <a:pt x="131794" y="106313"/>
                </a:lnTo>
                <a:lnTo>
                  <a:pt x="132093" y="106841"/>
                </a:lnTo>
                <a:lnTo>
                  <a:pt x="132399" y="107361"/>
                </a:lnTo>
                <a:lnTo>
                  <a:pt x="132713" y="107875"/>
                </a:lnTo>
                <a:lnTo>
                  <a:pt x="133034" y="108382"/>
                </a:lnTo>
                <a:lnTo>
                  <a:pt x="133363" y="108883"/>
                </a:lnTo>
                <a:lnTo>
                  <a:pt x="133699" y="109376"/>
                </a:lnTo>
                <a:lnTo>
                  <a:pt x="134042" y="109863"/>
                </a:lnTo>
                <a:lnTo>
                  <a:pt x="134393" y="110343"/>
                </a:lnTo>
                <a:lnTo>
                  <a:pt x="134751" y="110816"/>
                </a:lnTo>
                <a:lnTo>
                  <a:pt x="135117" y="111282"/>
                </a:lnTo>
                <a:lnTo>
                  <a:pt x="135490" y="111742"/>
                </a:lnTo>
                <a:lnTo>
                  <a:pt x="135870" y="112195"/>
                </a:lnTo>
                <a:lnTo>
                  <a:pt x="136258" y="112641"/>
                </a:lnTo>
                <a:lnTo>
                  <a:pt x="136654" y="113080"/>
                </a:lnTo>
                <a:lnTo>
                  <a:pt x="137056" y="113512"/>
                </a:lnTo>
                <a:lnTo>
                  <a:pt x="137464" y="113935"/>
                </a:lnTo>
                <a:lnTo>
                  <a:pt x="137878" y="114351"/>
                </a:lnTo>
                <a:lnTo>
                  <a:pt x="138299" y="114758"/>
                </a:lnTo>
                <a:lnTo>
                  <a:pt x="138726" y="115157"/>
                </a:lnTo>
                <a:lnTo>
                  <a:pt x="139158" y="115548"/>
                </a:lnTo>
                <a:lnTo>
                  <a:pt x="139597" y="115930"/>
                </a:lnTo>
                <a:lnTo>
                  <a:pt x="140042" y="116305"/>
                </a:lnTo>
                <a:lnTo>
                  <a:pt x="140494" y="116671"/>
                </a:lnTo>
                <a:lnTo>
                  <a:pt x="140951" y="117029"/>
                </a:lnTo>
                <a:lnTo>
                  <a:pt x="141414" y="117379"/>
                </a:lnTo>
                <a:lnTo>
                  <a:pt x="141884" y="117721"/>
                </a:lnTo>
                <a:lnTo>
                  <a:pt x="142360" y="118054"/>
                </a:lnTo>
                <a:lnTo>
                  <a:pt x="142842" y="118380"/>
                </a:lnTo>
                <a:lnTo>
                  <a:pt x="143330" y="118697"/>
                </a:lnTo>
                <a:lnTo>
                  <a:pt x="143824" y="119006"/>
                </a:lnTo>
                <a:lnTo>
                  <a:pt x="144324" y="119307"/>
                </a:lnTo>
                <a:lnTo>
                  <a:pt x="144831" y="119599"/>
                </a:lnTo>
                <a:lnTo>
                  <a:pt x="145343" y="119884"/>
                </a:lnTo>
                <a:lnTo>
                  <a:pt x="145862" y="120160"/>
                </a:lnTo>
                <a:lnTo>
                  <a:pt x="146387" y="120428"/>
                </a:lnTo>
                <a:lnTo>
                  <a:pt x="146918" y="120688"/>
                </a:lnTo>
                <a:lnTo>
                  <a:pt x="147455" y="120940"/>
                </a:lnTo>
                <a:lnTo>
                  <a:pt x="147998" y="121183"/>
                </a:lnTo>
                <a:lnTo>
                  <a:pt x="148547" y="121418"/>
                </a:lnTo>
                <a:lnTo>
                  <a:pt x="149100" y="121642"/>
                </a:lnTo>
                <a:lnTo>
                  <a:pt x="149657" y="121857"/>
                </a:lnTo>
                <a:lnTo>
                  <a:pt x="150219" y="122061"/>
                </a:lnTo>
                <a:lnTo>
                  <a:pt x="150785" y="122256"/>
                </a:lnTo>
                <a:lnTo>
                  <a:pt x="151355" y="122440"/>
                </a:lnTo>
                <a:lnTo>
                  <a:pt x="151930" y="122615"/>
                </a:lnTo>
                <a:lnTo>
                  <a:pt x="152509" y="122779"/>
                </a:lnTo>
                <a:lnTo>
                  <a:pt x="153092" y="122934"/>
                </a:lnTo>
                <a:lnTo>
                  <a:pt x="153680" y="123079"/>
                </a:lnTo>
                <a:lnTo>
                  <a:pt x="154272" y="123213"/>
                </a:lnTo>
                <a:lnTo>
                  <a:pt x="154868" y="123338"/>
                </a:lnTo>
                <a:lnTo>
                  <a:pt x="155469" y="123453"/>
                </a:lnTo>
                <a:lnTo>
                  <a:pt x="156074" y="123558"/>
                </a:lnTo>
                <a:lnTo>
                  <a:pt x="156683" y="123652"/>
                </a:lnTo>
                <a:lnTo>
                  <a:pt x="157297" y="123737"/>
                </a:lnTo>
                <a:lnTo>
                  <a:pt x="157915" y="123812"/>
                </a:lnTo>
                <a:lnTo>
                  <a:pt x="158538" y="123877"/>
                </a:lnTo>
                <a:lnTo>
                  <a:pt x="159164" y="123932"/>
                </a:lnTo>
                <a:lnTo>
                  <a:pt x="159795" y="123977"/>
                </a:lnTo>
                <a:lnTo>
                  <a:pt x="160431" y="124011"/>
                </a:lnTo>
                <a:lnTo>
                  <a:pt x="161071" y="124036"/>
                </a:lnTo>
                <a:lnTo>
                  <a:pt x="161715" y="124051"/>
                </a:lnTo>
                <a:lnTo>
                  <a:pt x="162364" y="124056"/>
                </a:lnTo>
                <a:lnTo>
                  <a:pt x="162956" y="124053"/>
                </a:lnTo>
                <a:lnTo>
                  <a:pt x="163542" y="124043"/>
                </a:lnTo>
                <a:lnTo>
                  <a:pt x="164122" y="124026"/>
                </a:lnTo>
                <a:lnTo>
                  <a:pt x="164696" y="124002"/>
                </a:lnTo>
                <a:lnTo>
                  <a:pt x="165264" y="123972"/>
                </a:lnTo>
                <a:lnTo>
                  <a:pt x="165826" y="123934"/>
                </a:lnTo>
                <a:lnTo>
                  <a:pt x="166382" y="123890"/>
                </a:lnTo>
                <a:lnTo>
                  <a:pt x="166931" y="123839"/>
                </a:lnTo>
                <a:lnTo>
                  <a:pt x="167474" y="123782"/>
                </a:lnTo>
                <a:lnTo>
                  <a:pt x="168011" y="123717"/>
                </a:lnTo>
                <a:lnTo>
                  <a:pt x="168543" y="123646"/>
                </a:lnTo>
                <a:lnTo>
                  <a:pt x="169067" y="123568"/>
                </a:lnTo>
                <a:lnTo>
                  <a:pt x="169586" y="123484"/>
                </a:lnTo>
                <a:lnTo>
                  <a:pt x="170099" y="123392"/>
                </a:lnTo>
                <a:lnTo>
                  <a:pt x="170605" y="123294"/>
                </a:lnTo>
                <a:lnTo>
                  <a:pt x="171106" y="123189"/>
                </a:lnTo>
                <a:lnTo>
                  <a:pt x="171600" y="123077"/>
                </a:lnTo>
                <a:lnTo>
                  <a:pt x="172088" y="122958"/>
                </a:lnTo>
                <a:lnTo>
                  <a:pt x="172570" y="122833"/>
                </a:lnTo>
                <a:lnTo>
                  <a:pt x="173045" y="122701"/>
                </a:lnTo>
                <a:lnTo>
                  <a:pt x="173515" y="122562"/>
                </a:lnTo>
                <a:lnTo>
                  <a:pt x="173979" y="122416"/>
                </a:lnTo>
                <a:lnTo>
                  <a:pt x="174436" y="122263"/>
                </a:lnTo>
                <a:lnTo>
                  <a:pt x="174887" y="122104"/>
                </a:lnTo>
                <a:lnTo>
                  <a:pt x="175333" y="121939"/>
                </a:lnTo>
                <a:lnTo>
                  <a:pt x="175773" y="121770"/>
                </a:lnTo>
                <a:lnTo>
                  <a:pt x="176207" y="121597"/>
                </a:lnTo>
                <a:lnTo>
                  <a:pt x="176637" y="121419"/>
                </a:lnTo>
                <a:lnTo>
                  <a:pt x="177061" y="121236"/>
                </a:lnTo>
                <a:lnTo>
                  <a:pt x="177479" y="121050"/>
                </a:lnTo>
                <a:lnTo>
                  <a:pt x="177893" y="120859"/>
                </a:lnTo>
                <a:lnTo>
                  <a:pt x="178300" y="120664"/>
                </a:lnTo>
                <a:lnTo>
                  <a:pt x="178703" y="120464"/>
                </a:lnTo>
                <a:lnTo>
                  <a:pt x="179100" y="120260"/>
                </a:lnTo>
                <a:lnTo>
                  <a:pt x="179492" y="120052"/>
                </a:lnTo>
                <a:lnTo>
                  <a:pt x="179878" y="119839"/>
                </a:lnTo>
                <a:lnTo>
                  <a:pt x="180259" y="119622"/>
                </a:lnTo>
                <a:lnTo>
                  <a:pt x="180635" y="119400"/>
                </a:lnTo>
                <a:lnTo>
                  <a:pt x="181005" y="119175"/>
                </a:lnTo>
                <a:lnTo>
                  <a:pt x="181370" y="118945"/>
                </a:lnTo>
                <a:lnTo>
                  <a:pt x="181729" y="118710"/>
                </a:lnTo>
                <a:lnTo>
                  <a:pt x="182084" y="118471"/>
                </a:lnTo>
                <a:lnTo>
                  <a:pt x="182432" y="118228"/>
                </a:lnTo>
                <a:lnTo>
                  <a:pt x="182776" y="117981"/>
                </a:lnTo>
                <a:lnTo>
                  <a:pt x="183114" y="117729"/>
                </a:lnTo>
                <a:lnTo>
                  <a:pt x="183446" y="117473"/>
                </a:lnTo>
                <a:lnTo>
                  <a:pt x="183774" y="117212"/>
                </a:lnTo>
                <a:lnTo>
                  <a:pt x="184096" y="116947"/>
                </a:lnTo>
                <a:lnTo>
                  <a:pt x="184413" y="116679"/>
                </a:lnTo>
                <a:lnTo>
                  <a:pt x="184726" y="116409"/>
                </a:lnTo>
                <a:lnTo>
                  <a:pt x="185035" y="116136"/>
                </a:lnTo>
                <a:lnTo>
                  <a:pt x="185340" y="115862"/>
                </a:lnTo>
                <a:lnTo>
                  <a:pt x="185641" y="115585"/>
                </a:lnTo>
                <a:lnTo>
                  <a:pt x="185937" y="115306"/>
                </a:lnTo>
                <a:lnTo>
                  <a:pt x="186230" y="115025"/>
                </a:lnTo>
                <a:lnTo>
                  <a:pt x="186518" y="114741"/>
                </a:lnTo>
                <a:lnTo>
                  <a:pt x="186803" y="114456"/>
                </a:lnTo>
                <a:lnTo>
                  <a:pt x="187083" y="114168"/>
                </a:lnTo>
                <a:lnTo>
                  <a:pt x="187359" y="113878"/>
                </a:lnTo>
                <a:lnTo>
                  <a:pt x="187632" y="113586"/>
                </a:lnTo>
                <a:lnTo>
                  <a:pt x="187900" y="113292"/>
                </a:lnTo>
                <a:lnTo>
                  <a:pt x="188164" y="112996"/>
                </a:lnTo>
                <a:lnTo>
                  <a:pt x="188424" y="112697"/>
                </a:lnTo>
                <a:lnTo>
                  <a:pt x="188679" y="112396"/>
                </a:lnTo>
                <a:lnTo>
                  <a:pt x="188931" y="112093"/>
                </a:lnTo>
                <a:lnTo>
                  <a:pt x="189179" y="111788"/>
                </a:lnTo>
                <a:lnTo>
                  <a:pt x="189422" y="111481"/>
                </a:lnTo>
                <a:lnTo>
                  <a:pt x="189662" y="111172"/>
                </a:lnTo>
                <a:lnTo>
                  <a:pt x="189897" y="110860"/>
                </a:lnTo>
                <a:lnTo>
                  <a:pt x="190128" y="110546"/>
                </a:lnTo>
                <a:lnTo>
                  <a:pt x="190355" y="110230"/>
                </a:lnTo>
                <a:lnTo>
                  <a:pt x="190578" y="109912"/>
                </a:lnTo>
                <a:lnTo>
                  <a:pt x="185053" y="105639"/>
                </a:lnTo>
                <a:lnTo>
                  <a:pt x="184689" y="106107"/>
                </a:lnTo>
                <a:lnTo>
                  <a:pt x="184321" y="106564"/>
                </a:lnTo>
                <a:lnTo>
                  <a:pt x="183949" y="107010"/>
                </a:lnTo>
                <a:lnTo>
                  <a:pt x="183573" y="107445"/>
                </a:lnTo>
                <a:lnTo>
                  <a:pt x="183193" y="107870"/>
                </a:lnTo>
                <a:lnTo>
                  <a:pt x="182809" y="108285"/>
                </a:lnTo>
                <a:lnTo>
                  <a:pt x="182421" y="108688"/>
                </a:lnTo>
                <a:lnTo>
                  <a:pt x="182029" y="109081"/>
                </a:lnTo>
                <a:lnTo>
                  <a:pt x="181633" y="109464"/>
                </a:lnTo>
                <a:lnTo>
                  <a:pt x="181233" y="109836"/>
                </a:lnTo>
                <a:lnTo>
                  <a:pt x="180829" y="110197"/>
                </a:lnTo>
                <a:lnTo>
                  <a:pt x="180421" y="110548"/>
                </a:lnTo>
                <a:lnTo>
                  <a:pt x="180010" y="110888"/>
                </a:lnTo>
                <a:lnTo>
                  <a:pt x="179594" y="111217"/>
                </a:lnTo>
                <a:lnTo>
                  <a:pt x="179174" y="111536"/>
                </a:lnTo>
                <a:lnTo>
                  <a:pt x="178751" y="111844"/>
                </a:lnTo>
                <a:lnTo>
                  <a:pt x="178323" y="112141"/>
                </a:lnTo>
                <a:lnTo>
                  <a:pt x="177891" y="112428"/>
                </a:lnTo>
                <a:lnTo>
                  <a:pt x="177456" y="112705"/>
                </a:lnTo>
                <a:lnTo>
                  <a:pt x="177016" y="112970"/>
                </a:lnTo>
                <a:lnTo>
                  <a:pt x="176573" y="113225"/>
                </a:lnTo>
                <a:lnTo>
                  <a:pt x="176125" y="113470"/>
                </a:lnTo>
                <a:lnTo>
                  <a:pt x="175674" y="113704"/>
                </a:lnTo>
                <a:lnTo>
                  <a:pt x="175219" y="113927"/>
                </a:lnTo>
                <a:lnTo>
                  <a:pt x="174759" y="114140"/>
                </a:lnTo>
                <a:lnTo>
                  <a:pt x="174293" y="114345"/>
                </a:lnTo>
                <a:lnTo>
                  <a:pt x="173823" y="114540"/>
                </a:lnTo>
                <a:lnTo>
                  <a:pt x="173347" y="114726"/>
                </a:lnTo>
                <a:lnTo>
                  <a:pt x="172866" y="114903"/>
                </a:lnTo>
                <a:lnTo>
                  <a:pt x="172380" y="115071"/>
                </a:lnTo>
                <a:lnTo>
                  <a:pt x="171889" y="115230"/>
                </a:lnTo>
                <a:lnTo>
                  <a:pt x="171392" y="115380"/>
                </a:lnTo>
                <a:lnTo>
                  <a:pt x="170890" y="115521"/>
                </a:lnTo>
                <a:lnTo>
                  <a:pt x="170383" y="115652"/>
                </a:lnTo>
                <a:lnTo>
                  <a:pt x="169871" y="115775"/>
                </a:lnTo>
                <a:lnTo>
                  <a:pt x="169353" y="115888"/>
                </a:lnTo>
                <a:lnTo>
                  <a:pt x="168830" y="115993"/>
                </a:lnTo>
                <a:lnTo>
                  <a:pt x="168302" y="116088"/>
                </a:lnTo>
                <a:lnTo>
                  <a:pt x="167768" y="116174"/>
                </a:lnTo>
                <a:lnTo>
                  <a:pt x="167230" y="116252"/>
                </a:lnTo>
                <a:lnTo>
                  <a:pt x="166686" y="116320"/>
                </a:lnTo>
                <a:lnTo>
                  <a:pt x="166137" y="116379"/>
                </a:lnTo>
                <a:lnTo>
                  <a:pt x="165582" y="116429"/>
                </a:lnTo>
                <a:lnTo>
                  <a:pt x="165023" y="116470"/>
                </a:lnTo>
                <a:lnTo>
                  <a:pt x="164458" y="116501"/>
                </a:lnTo>
                <a:lnTo>
                  <a:pt x="163888" y="116524"/>
                </a:lnTo>
                <a:lnTo>
                  <a:pt x="163313" y="116538"/>
                </a:lnTo>
                <a:lnTo>
                  <a:pt x="162732" y="116542"/>
                </a:lnTo>
                <a:lnTo>
                  <a:pt x="162224" y="116538"/>
                </a:lnTo>
                <a:lnTo>
                  <a:pt x="161721" y="116525"/>
                </a:lnTo>
                <a:lnTo>
                  <a:pt x="161221" y="116504"/>
                </a:lnTo>
                <a:lnTo>
                  <a:pt x="160725" y="116474"/>
                </a:lnTo>
                <a:lnTo>
                  <a:pt x="160232" y="116435"/>
                </a:lnTo>
                <a:lnTo>
                  <a:pt x="159744" y="116388"/>
                </a:lnTo>
                <a:lnTo>
                  <a:pt x="159259" y="116332"/>
                </a:lnTo>
                <a:lnTo>
                  <a:pt x="158778" y="116268"/>
                </a:lnTo>
                <a:lnTo>
                  <a:pt x="158302" y="116195"/>
                </a:lnTo>
                <a:lnTo>
                  <a:pt x="157828" y="116114"/>
                </a:lnTo>
                <a:lnTo>
                  <a:pt x="157359" y="116024"/>
                </a:lnTo>
                <a:lnTo>
                  <a:pt x="156894" y="115925"/>
                </a:lnTo>
                <a:lnTo>
                  <a:pt x="156432" y="115818"/>
                </a:lnTo>
                <a:lnTo>
                  <a:pt x="155974" y="115702"/>
                </a:lnTo>
                <a:lnTo>
                  <a:pt x="155521" y="115578"/>
                </a:lnTo>
                <a:lnTo>
                  <a:pt x="155071" y="115445"/>
                </a:lnTo>
                <a:lnTo>
                  <a:pt x="154624" y="115304"/>
                </a:lnTo>
                <a:lnTo>
                  <a:pt x="154182" y="115154"/>
                </a:lnTo>
                <a:lnTo>
                  <a:pt x="153743" y="114996"/>
                </a:lnTo>
                <a:lnTo>
                  <a:pt x="153309" y="114828"/>
                </a:lnTo>
                <a:lnTo>
                  <a:pt x="152878" y="114653"/>
                </a:lnTo>
                <a:lnTo>
                  <a:pt x="152451" y="114469"/>
                </a:lnTo>
                <a:lnTo>
                  <a:pt x="152028" y="114276"/>
                </a:lnTo>
                <a:lnTo>
                  <a:pt x="151608" y="114074"/>
                </a:lnTo>
                <a:lnTo>
                  <a:pt x="151193" y="113866"/>
                </a:lnTo>
                <a:lnTo>
                  <a:pt x="150783" y="113650"/>
                </a:lnTo>
                <a:lnTo>
                  <a:pt x="150378" y="113429"/>
                </a:lnTo>
                <a:lnTo>
                  <a:pt x="149977" y="113201"/>
                </a:lnTo>
                <a:lnTo>
                  <a:pt x="149582" y="112966"/>
                </a:lnTo>
                <a:lnTo>
                  <a:pt x="149191" y="112725"/>
                </a:lnTo>
                <a:lnTo>
                  <a:pt x="148805" y="112478"/>
                </a:lnTo>
                <a:lnTo>
                  <a:pt x="148424" y="112224"/>
                </a:lnTo>
                <a:lnTo>
                  <a:pt x="148048" y="111964"/>
                </a:lnTo>
                <a:lnTo>
                  <a:pt x="147677" y="111698"/>
                </a:lnTo>
                <a:lnTo>
                  <a:pt x="147310" y="111425"/>
                </a:lnTo>
                <a:lnTo>
                  <a:pt x="146949" y="111146"/>
                </a:lnTo>
                <a:lnTo>
                  <a:pt x="146592" y="110860"/>
                </a:lnTo>
                <a:lnTo>
                  <a:pt x="146240" y="110569"/>
                </a:lnTo>
                <a:lnTo>
                  <a:pt x="145893" y="110270"/>
                </a:lnTo>
                <a:lnTo>
                  <a:pt x="145551" y="109965"/>
                </a:lnTo>
                <a:lnTo>
                  <a:pt x="145214" y="109654"/>
                </a:lnTo>
                <a:lnTo>
                  <a:pt x="144881" y="109337"/>
                </a:lnTo>
                <a:lnTo>
                  <a:pt x="144554" y="109013"/>
                </a:lnTo>
                <a:lnTo>
                  <a:pt x="144231" y="108682"/>
                </a:lnTo>
                <a:lnTo>
                  <a:pt x="143913" y="108346"/>
                </a:lnTo>
                <a:lnTo>
                  <a:pt x="143600" y="108002"/>
                </a:lnTo>
                <a:lnTo>
                  <a:pt x="143292" y="107653"/>
                </a:lnTo>
                <a:lnTo>
                  <a:pt x="142989" y="107297"/>
                </a:lnTo>
                <a:lnTo>
                  <a:pt x="142691" y="106935"/>
                </a:lnTo>
                <a:lnTo>
                  <a:pt x="142399" y="106569"/>
                </a:lnTo>
                <a:lnTo>
                  <a:pt x="142112" y="106197"/>
                </a:lnTo>
                <a:lnTo>
                  <a:pt x="141831" y="105821"/>
                </a:lnTo>
                <a:lnTo>
                  <a:pt x="141555" y="105439"/>
                </a:lnTo>
                <a:lnTo>
                  <a:pt x="141285" y="105052"/>
                </a:lnTo>
                <a:lnTo>
                  <a:pt x="141021" y="104661"/>
                </a:lnTo>
                <a:lnTo>
                  <a:pt x="140763" y="104264"/>
                </a:lnTo>
                <a:lnTo>
                  <a:pt x="140510" y="103863"/>
                </a:lnTo>
                <a:lnTo>
                  <a:pt x="140262" y="103456"/>
                </a:lnTo>
                <a:lnTo>
                  <a:pt x="140021" y="103045"/>
                </a:lnTo>
                <a:lnTo>
                  <a:pt x="139784" y="102628"/>
                </a:lnTo>
                <a:lnTo>
                  <a:pt x="139554" y="102207"/>
                </a:lnTo>
                <a:lnTo>
                  <a:pt x="139329" y="101780"/>
                </a:lnTo>
                <a:lnTo>
                  <a:pt x="139110" y="101349"/>
                </a:lnTo>
                <a:lnTo>
                  <a:pt x="138896" y="100912"/>
                </a:lnTo>
                <a:lnTo>
                  <a:pt x="138688" y="100471"/>
                </a:lnTo>
                <a:lnTo>
                  <a:pt x="138486" y="100025"/>
                </a:lnTo>
                <a:lnTo>
                  <a:pt x="138289" y="99573"/>
                </a:lnTo>
                <a:lnTo>
                  <a:pt x="138098" y="99117"/>
                </a:lnTo>
                <a:lnTo>
                  <a:pt x="137913" y="98655"/>
                </a:lnTo>
                <a:lnTo>
                  <a:pt x="137733" y="98189"/>
                </a:lnTo>
                <a:lnTo>
                  <a:pt x="137559" y="97718"/>
                </a:lnTo>
                <a:lnTo>
                  <a:pt x="137390" y="97241"/>
                </a:lnTo>
                <a:lnTo>
                  <a:pt x="137228" y="96761"/>
                </a:lnTo>
                <a:lnTo>
                  <a:pt x="137073" y="96278"/>
                </a:lnTo>
                <a:lnTo>
                  <a:pt x="136924" y="95792"/>
                </a:lnTo>
                <a:lnTo>
                  <a:pt x="136783" y="95303"/>
                </a:lnTo>
                <a:lnTo>
                  <a:pt x="136648" y="94812"/>
                </a:lnTo>
                <a:lnTo>
                  <a:pt x="136520" y="94318"/>
                </a:lnTo>
                <a:lnTo>
                  <a:pt x="136399" y="93820"/>
                </a:lnTo>
                <a:lnTo>
                  <a:pt x="136285" y="93321"/>
                </a:lnTo>
                <a:lnTo>
                  <a:pt x="136178" y="92818"/>
                </a:lnTo>
                <a:lnTo>
                  <a:pt x="136078" y="92312"/>
                </a:lnTo>
                <a:lnTo>
                  <a:pt x="135985" y="91804"/>
                </a:lnTo>
                <a:lnTo>
                  <a:pt x="135899" y="91293"/>
                </a:lnTo>
                <a:lnTo>
                  <a:pt x="135819" y="90779"/>
                </a:lnTo>
                <a:lnTo>
                  <a:pt x="135747" y="90262"/>
                </a:lnTo>
                <a:lnTo>
                  <a:pt x="135681" y="89742"/>
                </a:lnTo>
                <a:lnTo>
                  <a:pt x="135622" y="89220"/>
                </a:lnTo>
                <a:lnTo>
                  <a:pt x="135570" y="88694"/>
                </a:lnTo>
                <a:lnTo>
                  <a:pt x="135526" y="88166"/>
                </a:lnTo>
                <a:lnTo>
                  <a:pt x="135488" y="87635"/>
                </a:lnTo>
                <a:lnTo>
                  <a:pt x="135457" y="87102"/>
                </a:lnTo>
                <a:lnTo>
                  <a:pt x="135432" y="86565"/>
                </a:lnTo>
                <a:lnTo>
                  <a:pt x="135415" y="86026"/>
                </a:lnTo>
                <a:lnTo>
                  <a:pt x="135405" y="85484"/>
                </a:lnTo>
                <a:lnTo>
                  <a:pt x="135401" y="84939"/>
                </a:lnTo>
                <a:lnTo>
                  <a:pt x="135401" y="83244"/>
                </a:lnTo>
                <a:lnTo>
                  <a:pt x="192273" y="83244"/>
                </a:lnTo>
                <a:lnTo>
                  <a:pt x="192273" y="77876"/>
                </a:lnTo>
                <a:lnTo>
                  <a:pt x="192269" y="77210"/>
                </a:lnTo>
                <a:lnTo>
                  <a:pt x="192258" y="76549"/>
                </a:lnTo>
                <a:lnTo>
                  <a:pt x="192240" y="75893"/>
                </a:lnTo>
                <a:close/>
                <a:moveTo>
                  <a:pt x="136028" y="73701"/>
                </a:moveTo>
                <a:lnTo>
                  <a:pt x="136121" y="73158"/>
                </a:lnTo>
                <a:lnTo>
                  <a:pt x="136220" y="72620"/>
                </a:lnTo>
                <a:lnTo>
                  <a:pt x="136325" y="72086"/>
                </a:lnTo>
                <a:lnTo>
                  <a:pt x="136437" y="71557"/>
                </a:lnTo>
                <a:lnTo>
                  <a:pt x="136556" y="71032"/>
                </a:lnTo>
                <a:lnTo>
                  <a:pt x="136680" y="70511"/>
                </a:lnTo>
                <a:lnTo>
                  <a:pt x="136811" y="69995"/>
                </a:lnTo>
                <a:lnTo>
                  <a:pt x="136949" y="69484"/>
                </a:lnTo>
                <a:lnTo>
                  <a:pt x="137093" y="68977"/>
                </a:lnTo>
                <a:lnTo>
                  <a:pt x="137243" y="68474"/>
                </a:lnTo>
                <a:lnTo>
                  <a:pt x="137399" y="67977"/>
                </a:lnTo>
                <a:lnTo>
                  <a:pt x="137560" y="67485"/>
                </a:lnTo>
                <a:lnTo>
                  <a:pt x="137727" y="66998"/>
                </a:lnTo>
                <a:lnTo>
                  <a:pt x="137899" y="66518"/>
                </a:lnTo>
                <a:lnTo>
                  <a:pt x="138076" y="66043"/>
                </a:lnTo>
                <a:lnTo>
                  <a:pt x="138258" y="65573"/>
                </a:lnTo>
                <a:lnTo>
                  <a:pt x="138446" y="65110"/>
                </a:lnTo>
                <a:lnTo>
                  <a:pt x="138639" y="64652"/>
                </a:lnTo>
                <a:lnTo>
                  <a:pt x="138837" y="64199"/>
                </a:lnTo>
                <a:lnTo>
                  <a:pt x="139040" y="63752"/>
                </a:lnTo>
                <a:lnTo>
                  <a:pt x="139248" y="63311"/>
                </a:lnTo>
                <a:lnTo>
                  <a:pt x="139462" y="62875"/>
                </a:lnTo>
                <a:lnTo>
                  <a:pt x="139681" y="62445"/>
                </a:lnTo>
                <a:lnTo>
                  <a:pt x="139905" y="62021"/>
                </a:lnTo>
                <a:lnTo>
                  <a:pt x="140135" y="61602"/>
                </a:lnTo>
                <a:lnTo>
                  <a:pt x="140370" y="61189"/>
                </a:lnTo>
                <a:lnTo>
                  <a:pt x="140610" y="60782"/>
                </a:lnTo>
                <a:lnTo>
                  <a:pt x="140855" y="60380"/>
                </a:lnTo>
                <a:lnTo>
                  <a:pt x="141105" y="59984"/>
                </a:lnTo>
                <a:lnTo>
                  <a:pt x="141361" y="59593"/>
                </a:lnTo>
                <a:lnTo>
                  <a:pt x="141622" y="59208"/>
                </a:lnTo>
                <a:lnTo>
                  <a:pt x="141888" y="58829"/>
                </a:lnTo>
                <a:lnTo>
                  <a:pt x="142160" y="58455"/>
                </a:lnTo>
                <a:lnTo>
                  <a:pt x="142437" y="58087"/>
                </a:lnTo>
                <a:lnTo>
                  <a:pt x="142718" y="57725"/>
                </a:lnTo>
                <a:lnTo>
                  <a:pt x="143004" y="57370"/>
                </a:lnTo>
                <a:lnTo>
                  <a:pt x="143295" y="57023"/>
                </a:lnTo>
                <a:lnTo>
                  <a:pt x="143590" y="56682"/>
                </a:lnTo>
                <a:lnTo>
                  <a:pt x="143889" y="56349"/>
                </a:lnTo>
                <a:lnTo>
                  <a:pt x="144193" y="56022"/>
                </a:lnTo>
                <a:lnTo>
                  <a:pt x="144501" y="55702"/>
                </a:lnTo>
                <a:lnTo>
                  <a:pt x="144814" y="55390"/>
                </a:lnTo>
                <a:lnTo>
                  <a:pt x="145132" y="55084"/>
                </a:lnTo>
                <a:lnTo>
                  <a:pt x="145454" y="54786"/>
                </a:lnTo>
                <a:lnTo>
                  <a:pt x="145780" y="54495"/>
                </a:lnTo>
                <a:lnTo>
                  <a:pt x="146111" y="54210"/>
                </a:lnTo>
                <a:lnTo>
                  <a:pt x="146446" y="53933"/>
                </a:lnTo>
                <a:lnTo>
                  <a:pt x="146786" y="53663"/>
                </a:lnTo>
                <a:lnTo>
                  <a:pt x="147130" y="53399"/>
                </a:lnTo>
                <a:lnTo>
                  <a:pt x="147479" y="53143"/>
                </a:lnTo>
                <a:lnTo>
                  <a:pt x="147832" y="52894"/>
                </a:lnTo>
                <a:lnTo>
                  <a:pt x="148190" y="52652"/>
                </a:lnTo>
                <a:lnTo>
                  <a:pt x="148552" y="52417"/>
                </a:lnTo>
                <a:lnTo>
                  <a:pt x="148918" y="52188"/>
                </a:lnTo>
                <a:lnTo>
                  <a:pt x="149289" y="51967"/>
                </a:lnTo>
                <a:lnTo>
                  <a:pt x="149665" y="51753"/>
                </a:lnTo>
                <a:lnTo>
                  <a:pt x="150045" y="51546"/>
                </a:lnTo>
                <a:lnTo>
                  <a:pt x="150429" y="51346"/>
                </a:lnTo>
                <a:lnTo>
                  <a:pt x="150818" y="51154"/>
                </a:lnTo>
                <a:lnTo>
                  <a:pt x="151210" y="50970"/>
                </a:lnTo>
                <a:lnTo>
                  <a:pt x="151606" y="50794"/>
                </a:lnTo>
                <a:lnTo>
                  <a:pt x="152005" y="50626"/>
                </a:lnTo>
                <a:lnTo>
                  <a:pt x="152408" y="50466"/>
                </a:lnTo>
                <a:lnTo>
                  <a:pt x="152814" y="50315"/>
                </a:lnTo>
                <a:lnTo>
                  <a:pt x="153224" y="50172"/>
                </a:lnTo>
                <a:lnTo>
                  <a:pt x="153638" y="50037"/>
                </a:lnTo>
                <a:lnTo>
                  <a:pt x="154055" y="49910"/>
                </a:lnTo>
                <a:lnTo>
                  <a:pt x="154476" y="49791"/>
                </a:lnTo>
                <a:lnTo>
                  <a:pt x="154900" y="49681"/>
                </a:lnTo>
                <a:lnTo>
                  <a:pt x="155328" y="49578"/>
                </a:lnTo>
                <a:lnTo>
                  <a:pt x="155760" y="49484"/>
                </a:lnTo>
                <a:lnTo>
                  <a:pt x="156195" y="49398"/>
                </a:lnTo>
                <a:lnTo>
                  <a:pt x="156634" y="49320"/>
                </a:lnTo>
                <a:lnTo>
                  <a:pt x="157076" y="49251"/>
                </a:lnTo>
                <a:lnTo>
                  <a:pt x="157522" y="49190"/>
                </a:lnTo>
                <a:lnTo>
                  <a:pt x="157971" y="49136"/>
                </a:lnTo>
                <a:lnTo>
                  <a:pt x="158424" y="49091"/>
                </a:lnTo>
                <a:lnTo>
                  <a:pt x="158881" y="49054"/>
                </a:lnTo>
                <a:lnTo>
                  <a:pt x="159341" y="49026"/>
                </a:lnTo>
                <a:lnTo>
                  <a:pt x="159805" y="49005"/>
                </a:lnTo>
                <a:lnTo>
                  <a:pt x="160272" y="48993"/>
                </a:lnTo>
                <a:lnTo>
                  <a:pt x="160743" y="48989"/>
                </a:lnTo>
                <a:lnTo>
                  <a:pt x="161365" y="48995"/>
                </a:lnTo>
                <a:lnTo>
                  <a:pt x="161978" y="49015"/>
                </a:lnTo>
                <a:lnTo>
                  <a:pt x="162582" y="49046"/>
                </a:lnTo>
                <a:lnTo>
                  <a:pt x="163177" y="49091"/>
                </a:lnTo>
                <a:lnTo>
                  <a:pt x="163764" y="49148"/>
                </a:lnTo>
                <a:lnTo>
                  <a:pt x="164341" y="49219"/>
                </a:lnTo>
                <a:lnTo>
                  <a:pt x="164910" y="49302"/>
                </a:lnTo>
                <a:lnTo>
                  <a:pt x="165470" y="49397"/>
                </a:lnTo>
                <a:lnTo>
                  <a:pt x="166021" y="49506"/>
                </a:lnTo>
                <a:lnTo>
                  <a:pt x="166563" y="49627"/>
                </a:lnTo>
                <a:lnTo>
                  <a:pt x="167097" y="49761"/>
                </a:lnTo>
                <a:lnTo>
                  <a:pt x="167622" y="49908"/>
                </a:lnTo>
                <a:lnTo>
                  <a:pt x="168138" y="50067"/>
                </a:lnTo>
                <a:lnTo>
                  <a:pt x="168645" y="50239"/>
                </a:lnTo>
                <a:lnTo>
                  <a:pt x="169143" y="50424"/>
                </a:lnTo>
                <a:lnTo>
                  <a:pt x="169632" y="50622"/>
                </a:lnTo>
                <a:lnTo>
                  <a:pt x="170113" y="50832"/>
                </a:lnTo>
                <a:lnTo>
                  <a:pt x="170584" y="51056"/>
                </a:lnTo>
                <a:lnTo>
                  <a:pt x="171047" y="51292"/>
                </a:lnTo>
                <a:lnTo>
                  <a:pt x="171501" y="51541"/>
                </a:lnTo>
                <a:lnTo>
                  <a:pt x="171947" y="51802"/>
                </a:lnTo>
                <a:lnTo>
                  <a:pt x="172383" y="52076"/>
                </a:lnTo>
                <a:lnTo>
                  <a:pt x="172811" y="52363"/>
                </a:lnTo>
                <a:lnTo>
                  <a:pt x="173230" y="52663"/>
                </a:lnTo>
                <a:lnTo>
                  <a:pt x="173640" y="52973"/>
                </a:lnTo>
                <a:lnTo>
                  <a:pt x="174041" y="53290"/>
                </a:lnTo>
                <a:lnTo>
                  <a:pt x="174435" y="53615"/>
                </a:lnTo>
                <a:lnTo>
                  <a:pt x="174820" y="53947"/>
                </a:lnTo>
                <a:lnTo>
                  <a:pt x="175196" y="54287"/>
                </a:lnTo>
                <a:lnTo>
                  <a:pt x="175564" y="54635"/>
                </a:lnTo>
                <a:lnTo>
                  <a:pt x="175923" y="54990"/>
                </a:lnTo>
                <a:lnTo>
                  <a:pt x="176275" y="55352"/>
                </a:lnTo>
                <a:lnTo>
                  <a:pt x="176617" y="55722"/>
                </a:lnTo>
                <a:lnTo>
                  <a:pt x="176951" y="56100"/>
                </a:lnTo>
                <a:lnTo>
                  <a:pt x="177277" y="56485"/>
                </a:lnTo>
                <a:lnTo>
                  <a:pt x="177594" y="56877"/>
                </a:lnTo>
                <a:lnTo>
                  <a:pt x="177903" y="57277"/>
                </a:lnTo>
                <a:lnTo>
                  <a:pt x="178204" y="57685"/>
                </a:lnTo>
                <a:lnTo>
                  <a:pt x="178496" y="58100"/>
                </a:lnTo>
                <a:lnTo>
                  <a:pt x="178779" y="58523"/>
                </a:lnTo>
                <a:lnTo>
                  <a:pt x="179054" y="58953"/>
                </a:lnTo>
                <a:lnTo>
                  <a:pt x="179321" y="59391"/>
                </a:lnTo>
                <a:lnTo>
                  <a:pt x="179579" y="59836"/>
                </a:lnTo>
                <a:lnTo>
                  <a:pt x="179829" y="60289"/>
                </a:lnTo>
                <a:lnTo>
                  <a:pt x="180070" y="60749"/>
                </a:lnTo>
                <a:lnTo>
                  <a:pt x="180303" y="61217"/>
                </a:lnTo>
                <a:lnTo>
                  <a:pt x="180528" y="61693"/>
                </a:lnTo>
                <a:lnTo>
                  <a:pt x="180744" y="62176"/>
                </a:lnTo>
                <a:lnTo>
                  <a:pt x="180951" y="62664"/>
                </a:lnTo>
                <a:lnTo>
                  <a:pt x="181151" y="63155"/>
                </a:lnTo>
                <a:lnTo>
                  <a:pt x="181342" y="63649"/>
                </a:lnTo>
                <a:lnTo>
                  <a:pt x="181524" y="64146"/>
                </a:lnTo>
                <a:lnTo>
                  <a:pt x="181699" y="64646"/>
                </a:lnTo>
                <a:lnTo>
                  <a:pt x="181865" y="65149"/>
                </a:lnTo>
                <a:lnTo>
                  <a:pt x="182023" y="65654"/>
                </a:lnTo>
                <a:lnTo>
                  <a:pt x="182172" y="66163"/>
                </a:lnTo>
                <a:lnTo>
                  <a:pt x="182313" y="66675"/>
                </a:lnTo>
                <a:lnTo>
                  <a:pt x="182446" y="67189"/>
                </a:lnTo>
                <a:lnTo>
                  <a:pt x="182571" y="67707"/>
                </a:lnTo>
                <a:lnTo>
                  <a:pt x="182687" y="68227"/>
                </a:lnTo>
                <a:lnTo>
                  <a:pt x="182795" y="68751"/>
                </a:lnTo>
                <a:lnTo>
                  <a:pt x="182894" y="69277"/>
                </a:lnTo>
                <a:lnTo>
                  <a:pt x="182985" y="69806"/>
                </a:lnTo>
                <a:lnTo>
                  <a:pt x="183068" y="70338"/>
                </a:lnTo>
                <a:lnTo>
                  <a:pt x="183143" y="70873"/>
                </a:lnTo>
                <a:lnTo>
                  <a:pt x="183209" y="71411"/>
                </a:lnTo>
                <a:lnTo>
                  <a:pt x="183267" y="71952"/>
                </a:lnTo>
                <a:lnTo>
                  <a:pt x="183317" y="72496"/>
                </a:lnTo>
                <a:lnTo>
                  <a:pt x="183358" y="73043"/>
                </a:lnTo>
                <a:lnTo>
                  <a:pt x="183391" y="73593"/>
                </a:lnTo>
                <a:lnTo>
                  <a:pt x="183416" y="74146"/>
                </a:lnTo>
                <a:lnTo>
                  <a:pt x="183433" y="74701"/>
                </a:lnTo>
                <a:lnTo>
                  <a:pt x="183433" y="75657"/>
                </a:lnTo>
                <a:lnTo>
                  <a:pt x="135752" y="75657"/>
                </a:lnTo>
                <a:lnTo>
                  <a:pt x="135788" y="75357"/>
                </a:lnTo>
                <a:lnTo>
                  <a:pt x="135862" y="74800"/>
                </a:lnTo>
                <a:lnTo>
                  <a:pt x="135942" y="74248"/>
                </a:lnTo>
                <a:lnTo>
                  <a:pt x="136028" y="73701"/>
                </a:lnTo>
                <a:close/>
                <a:moveTo>
                  <a:pt x="261002" y="52479"/>
                </a:moveTo>
                <a:lnTo>
                  <a:pt x="260701" y="52092"/>
                </a:lnTo>
                <a:lnTo>
                  <a:pt x="260396" y="51711"/>
                </a:lnTo>
                <a:lnTo>
                  <a:pt x="260085" y="51335"/>
                </a:lnTo>
                <a:lnTo>
                  <a:pt x="259770" y="50965"/>
                </a:lnTo>
                <a:lnTo>
                  <a:pt x="259449" y="50600"/>
                </a:lnTo>
                <a:lnTo>
                  <a:pt x="259123" y="50241"/>
                </a:lnTo>
                <a:lnTo>
                  <a:pt x="258792" y="49889"/>
                </a:lnTo>
                <a:lnTo>
                  <a:pt x="258456" y="49543"/>
                </a:lnTo>
                <a:lnTo>
                  <a:pt x="258115" y="49204"/>
                </a:lnTo>
                <a:lnTo>
                  <a:pt x="257769" y="48872"/>
                </a:lnTo>
                <a:lnTo>
                  <a:pt x="257417" y="48547"/>
                </a:lnTo>
                <a:lnTo>
                  <a:pt x="257061" y="48229"/>
                </a:lnTo>
                <a:lnTo>
                  <a:pt x="256699" y="47918"/>
                </a:lnTo>
                <a:lnTo>
                  <a:pt x="256332" y="47614"/>
                </a:lnTo>
                <a:lnTo>
                  <a:pt x="255960" y="47317"/>
                </a:lnTo>
                <a:lnTo>
                  <a:pt x="255583" y="47026"/>
                </a:lnTo>
                <a:lnTo>
                  <a:pt x="255201" y="46743"/>
                </a:lnTo>
                <a:lnTo>
                  <a:pt x="254814" y="46466"/>
                </a:lnTo>
                <a:lnTo>
                  <a:pt x="254421" y="46196"/>
                </a:lnTo>
                <a:lnTo>
                  <a:pt x="254024" y="45933"/>
                </a:lnTo>
                <a:lnTo>
                  <a:pt x="253621" y="45677"/>
                </a:lnTo>
                <a:lnTo>
                  <a:pt x="253213" y="45428"/>
                </a:lnTo>
                <a:lnTo>
                  <a:pt x="252801" y="45186"/>
                </a:lnTo>
                <a:lnTo>
                  <a:pt x="252383" y="44951"/>
                </a:lnTo>
                <a:lnTo>
                  <a:pt x="251960" y="44723"/>
                </a:lnTo>
                <a:lnTo>
                  <a:pt x="251531" y="44501"/>
                </a:lnTo>
                <a:lnTo>
                  <a:pt x="251098" y="44287"/>
                </a:lnTo>
                <a:lnTo>
                  <a:pt x="250660" y="44079"/>
                </a:lnTo>
                <a:lnTo>
                  <a:pt x="250216" y="43879"/>
                </a:lnTo>
                <a:lnTo>
                  <a:pt x="249767" y="43685"/>
                </a:lnTo>
                <a:lnTo>
                  <a:pt x="249313" y="43499"/>
                </a:lnTo>
                <a:lnTo>
                  <a:pt x="248853" y="43320"/>
                </a:lnTo>
                <a:lnTo>
                  <a:pt x="248388" y="43150"/>
                </a:lnTo>
                <a:lnTo>
                  <a:pt x="247917" y="42987"/>
                </a:lnTo>
                <a:lnTo>
                  <a:pt x="247439" y="42833"/>
                </a:lnTo>
                <a:lnTo>
                  <a:pt x="246957" y="42686"/>
                </a:lnTo>
                <a:lnTo>
                  <a:pt x="246468" y="42547"/>
                </a:lnTo>
                <a:lnTo>
                  <a:pt x="245974" y="42416"/>
                </a:lnTo>
                <a:lnTo>
                  <a:pt x="245473" y="42293"/>
                </a:lnTo>
                <a:lnTo>
                  <a:pt x="244967" y="42178"/>
                </a:lnTo>
                <a:lnTo>
                  <a:pt x="244456" y="42071"/>
                </a:lnTo>
                <a:lnTo>
                  <a:pt x="243938" y="41972"/>
                </a:lnTo>
                <a:lnTo>
                  <a:pt x="243415" y="41881"/>
                </a:lnTo>
                <a:lnTo>
                  <a:pt x="242886" y="41798"/>
                </a:lnTo>
                <a:lnTo>
                  <a:pt x="242352" y="41722"/>
                </a:lnTo>
                <a:lnTo>
                  <a:pt x="241811" y="41655"/>
                </a:lnTo>
                <a:lnTo>
                  <a:pt x="241265" y="41595"/>
                </a:lnTo>
                <a:lnTo>
                  <a:pt x="240713" y="41544"/>
                </a:lnTo>
                <a:lnTo>
                  <a:pt x="240155" y="41500"/>
                </a:lnTo>
                <a:lnTo>
                  <a:pt x="239592" y="41465"/>
                </a:lnTo>
                <a:lnTo>
                  <a:pt x="239023" y="41437"/>
                </a:lnTo>
                <a:lnTo>
                  <a:pt x="238448" y="41417"/>
                </a:lnTo>
                <a:lnTo>
                  <a:pt x="237867" y="41405"/>
                </a:lnTo>
                <a:lnTo>
                  <a:pt x="237281" y="41401"/>
                </a:lnTo>
                <a:lnTo>
                  <a:pt x="236676" y="41406"/>
                </a:lnTo>
                <a:lnTo>
                  <a:pt x="236076" y="41421"/>
                </a:lnTo>
                <a:lnTo>
                  <a:pt x="235482" y="41446"/>
                </a:lnTo>
                <a:lnTo>
                  <a:pt x="234894" y="41480"/>
                </a:lnTo>
                <a:lnTo>
                  <a:pt x="234311" y="41524"/>
                </a:lnTo>
                <a:lnTo>
                  <a:pt x="233733" y="41578"/>
                </a:lnTo>
                <a:lnTo>
                  <a:pt x="233161" y="41642"/>
                </a:lnTo>
                <a:lnTo>
                  <a:pt x="232595" y="41716"/>
                </a:lnTo>
                <a:lnTo>
                  <a:pt x="232034" y="41800"/>
                </a:lnTo>
                <a:lnTo>
                  <a:pt x="231478" y="41894"/>
                </a:lnTo>
                <a:lnTo>
                  <a:pt x="230928" y="41997"/>
                </a:lnTo>
                <a:lnTo>
                  <a:pt x="230384" y="42110"/>
                </a:lnTo>
                <a:lnTo>
                  <a:pt x="229845" y="42233"/>
                </a:lnTo>
                <a:lnTo>
                  <a:pt x="229311" y="42366"/>
                </a:lnTo>
                <a:lnTo>
                  <a:pt x="228783" y="42509"/>
                </a:lnTo>
                <a:lnTo>
                  <a:pt x="228261" y="42662"/>
                </a:lnTo>
                <a:lnTo>
                  <a:pt x="227744" y="42824"/>
                </a:lnTo>
                <a:lnTo>
                  <a:pt x="227232" y="42997"/>
                </a:lnTo>
                <a:lnTo>
                  <a:pt x="226726" y="43179"/>
                </a:lnTo>
                <a:lnTo>
                  <a:pt x="226225" y="43371"/>
                </a:lnTo>
                <a:lnTo>
                  <a:pt x="225730" y="43573"/>
                </a:lnTo>
                <a:lnTo>
                  <a:pt x="225241" y="43784"/>
                </a:lnTo>
                <a:lnTo>
                  <a:pt x="224757" y="44006"/>
                </a:lnTo>
                <a:lnTo>
                  <a:pt x="224278" y="44237"/>
                </a:lnTo>
                <a:lnTo>
                  <a:pt x="223806" y="44478"/>
                </a:lnTo>
                <a:lnTo>
                  <a:pt x="223339" y="44728"/>
                </a:lnTo>
                <a:lnTo>
                  <a:pt x="222878" y="44986"/>
                </a:lnTo>
                <a:lnTo>
                  <a:pt x="222422" y="45252"/>
                </a:lnTo>
                <a:lnTo>
                  <a:pt x="221973" y="45528"/>
                </a:lnTo>
                <a:lnTo>
                  <a:pt x="221530" y="45812"/>
                </a:lnTo>
                <a:lnTo>
                  <a:pt x="221092" y="46105"/>
                </a:lnTo>
                <a:lnTo>
                  <a:pt x="220660" y="46407"/>
                </a:lnTo>
                <a:lnTo>
                  <a:pt x="220235" y="46717"/>
                </a:lnTo>
                <a:lnTo>
                  <a:pt x="219815" y="47036"/>
                </a:lnTo>
                <a:lnTo>
                  <a:pt x="219401" y="47363"/>
                </a:lnTo>
                <a:lnTo>
                  <a:pt x="218993" y="47700"/>
                </a:lnTo>
                <a:lnTo>
                  <a:pt x="218591" y="48045"/>
                </a:lnTo>
                <a:lnTo>
                  <a:pt x="218194" y="48399"/>
                </a:lnTo>
                <a:lnTo>
                  <a:pt x="217804" y="48761"/>
                </a:lnTo>
                <a:lnTo>
                  <a:pt x="217419" y="49132"/>
                </a:lnTo>
                <a:lnTo>
                  <a:pt x="217040" y="49512"/>
                </a:lnTo>
                <a:lnTo>
                  <a:pt x="216668" y="49901"/>
                </a:lnTo>
                <a:lnTo>
                  <a:pt x="216301" y="50298"/>
                </a:lnTo>
                <a:lnTo>
                  <a:pt x="215940" y="50704"/>
                </a:lnTo>
                <a:lnTo>
                  <a:pt x="215584" y="51118"/>
                </a:lnTo>
                <a:lnTo>
                  <a:pt x="215235" y="51542"/>
                </a:lnTo>
                <a:lnTo>
                  <a:pt x="214892" y="51974"/>
                </a:lnTo>
                <a:lnTo>
                  <a:pt x="214554" y="52415"/>
                </a:lnTo>
                <a:lnTo>
                  <a:pt x="214223" y="52863"/>
                </a:lnTo>
                <a:lnTo>
                  <a:pt x="213899" y="53320"/>
                </a:lnTo>
                <a:lnTo>
                  <a:pt x="213581" y="53783"/>
                </a:lnTo>
                <a:lnTo>
                  <a:pt x="213270" y="54254"/>
                </a:lnTo>
                <a:lnTo>
                  <a:pt x="212966" y="54733"/>
                </a:lnTo>
                <a:lnTo>
                  <a:pt x="212669" y="55219"/>
                </a:lnTo>
                <a:lnTo>
                  <a:pt x="212378" y="55712"/>
                </a:lnTo>
                <a:lnTo>
                  <a:pt x="212095" y="56213"/>
                </a:lnTo>
                <a:lnTo>
                  <a:pt x="211818" y="56721"/>
                </a:lnTo>
                <a:lnTo>
                  <a:pt x="211547" y="57236"/>
                </a:lnTo>
                <a:lnTo>
                  <a:pt x="211284" y="57759"/>
                </a:lnTo>
                <a:lnTo>
                  <a:pt x="211027" y="58290"/>
                </a:lnTo>
                <a:lnTo>
                  <a:pt x="210778" y="58827"/>
                </a:lnTo>
                <a:lnTo>
                  <a:pt x="210535" y="59373"/>
                </a:lnTo>
                <a:lnTo>
                  <a:pt x="210298" y="59925"/>
                </a:lnTo>
                <a:lnTo>
                  <a:pt x="210069" y="60485"/>
                </a:lnTo>
                <a:lnTo>
                  <a:pt x="209846" y="61053"/>
                </a:lnTo>
                <a:lnTo>
                  <a:pt x="209630" y="61628"/>
                </a:lnTo>
                <a:lnTo>
                  <a:pt x="209421" y="62210"/>
                </a:lnTo>
                <a:lnTo>
                  <a:pt x="209218" y="62800"/>
                </a:lnTo>
                <a:lnTo>
                  <a:pt x="209023" y="63397"/>
                </a:lnTo>
                <a:lnTo>
                  <a:pt x="208834" y="64001"/>
                </a:lnTo>
                <a:lnTo>
                  <a:pt x="208652" y="64613"/>
                </a:lnTo>
                <a:lnTo>
                  <a:pt x="208477" y="65233"/>
                </a:lnTo>
                <a:lnTo>
                  <a:pt x="208308" y="65859"/>
                </a:lnTo>
                <a:lnTo>
                  <a:pt x="208147" y="66491"/>
                </a:lnTo>
                <a:lnTo>
                  <a:pt x="207993" y="67130"/>
                </a:lnTo>
                <a:lnTo>
                  <a:pt x="207846" y="67775"/>
                </a:lnTo>
                <a:lnTo>
                  <a:pt x="207707" y="68427"/>
                </a:lnTo>
                <a:lnTo>
                  <a:pt x="207574" y="69084"/>
                </a:lnTo>
                <a:lnTo>
                  <a:pt x="207449" y="69748"/>
                </a:lnTo>
                <a:lnTo>
                  <a:pt x="207331" y="70418"/>
                </a:lnTo>
                <a:lnTo>
                  <a:pt x="207220" y="71094"/>
                </a:lnTo>
                <a:lnTo>
                  <a:pt x="207116" y="71777"/>
                </a:lnTo>
                <a:lnTo>
                  <a:pt x="207019" y="72466"/>
                </a:lnTo>
                <a:lnTo>
                  <a:pt x="206930" y="73161"/>
                </a:lnTo>
                <a:lnTo>
                  <a:pt x="206847" y="73863"/>
                </a:lnTo>
                <a:lnTo>
                  <a:pt x="206772" y="74570"/>
                </a:lnTo>
                <a:lnTo>
                  <a:pt x="206704" y="75284"/>
                </a:lnTo>
                <a:lnTo>
                  <a:pt x="206643" y="76005"/>
                </a:lnTo>
                <a:lnTo>
                  <a:pt x="206589" y="76731"/>
                </a:lnTo>
                <a:lnTo>
                  <a:pt x="206543" y="77464"/>
                </a:lnTo>
                <a:lnTo>
                  <a:pt x="206504" y="78203"/>
                </a:lnTo>
                <a:lnTo>
                  <a:pt x="206471" y="78948"/>
                </a:lnTo>
                <a:lnTo>
                  <a:pt x="206446" y="79700"/>
                </a:lnTo>
                <a:lnTo>
                  <a:pt x="206428" y="80458"/>
                </a:lnTo>
                <a:lnTo>
                  <a:pt x="206418" y="81222"/>
                </a:lnTo>
                <a:lnTo>
                  <a:pt x="206414" y="81992"/>
                </a:lnTo>
                <a:lnTo>
                  <a:pt x="206414" y="83539"/>
                </a:lnTo>
                <a:lnTo>
                  <a:pt x="206418" y="84279"/>
                </a:lnTo>
                <a:lnTo>
                  <a:pt x="206429" y="85014"/>
                </a:lnTo>
                <a:lnTo>
                  <a:pt x="206447" y="85744"/>
                </a:lnTo>
                <a:lnTo>
                  <a:pt x="206472" y="86468"/>
                </a:lnTo>
                <a:lnTo>
                  <a:pt x="206505" y="87188"/>
                </a:lnTo>
                <a:lnTo>
                  <a:pt x="206545" y="87902"/>
                </a:lnTo>
                <a:lnTo>
                  <a:pt x="206593" y="88610"/>
                </a:lnTo>
                <a:lnTo>
                  <a:pt x="206647" y="89314"/>
                </a:lnTo>
                <a:lnTo>
                  <a:pt x="206709" y="90012"/>
                </a:lnTo>
                <a:lnTo>
                  <a:pt x="206778" y="90705"/>
                </a:lnTo>
                <a:lnTo>
                  <a:pt x="206855" y="91393"/>
                </a:lnTo>
                <a:lnTo>
                  <a:pt x="206939" y="92075"/>
                </a:lnTo>
                <a:lnTo>
                  <a:pt x="207030" y="92753"/>
                </a:lnTo>
                <a:lnTo>
                  <a:pt x="207128" y="93425"/>
                </a:lnTo>
                <a:lnTo>
                  <a:pt x="207234" y="94091"/>
                </a:lnTo>
                <a:lnTo>
                  <a:pt x="207347" y="94753"/>
                </a:lnTo>
                <a:lnTo>
                  <a:pt x="207467" y="95409"/>
                </a:lnTo>
                <a:lnTo>
                  <a:pt x="207595" y="96060"/>
                </a:lnTo>
                <a:lnTo>
                  <a:pt x="207730" y="96706"/>
                </a:lnTo>
                <a:lnTo>
                  <a:pt x="207872" y="97347"/>
                </a:lnTo>
                <a:lnTo>
                  <a:pt x="208021" y="97982"/>
                </a:lnTo>
                <a:lnTo>
                  <a:pt x="208178" y="98612"/>
                </a:lnTo>
                <a:lnTo>
                  <a:pt x="208342" y="99237"/>
                </a:lnTo>
                <a:lnTo>
                  <a:pt x="208514" y="99857"/>
                </a:lnTo>
                <a:lnTo>
                  <a:pt x="208692" y="100470"/>
                </a:lnTo>
                <a:lnTo>
                  <a:pt x="208876" y="101077"/>
                </a:lnTo>
                <a:lnTo>
                  <a:pt x="209067" y="101676"/>
                </a:lnTo>
                <a:lnTo>
                  <a:pt x="209265" y="102269"/>
                </a:lnTo>
                <a:lnTo>
                  <a:pt x="209468" y="102855"/>
                </a:lnTo>
                <a:lnTo>
                  <a:pt x="209678" y="103434"/>
                </a:lnTo>
                <a:lnTo>
                  <a:pt x="209895" y="104006"/>
                </a:lnTo>
                <a:lnTo>
                  <a:pt x="210118" y="104571"/>
                </a:lnTo>
                <a:lnTo>
                  <a:pt x="210347" y="105130"/>
                </a:lnTo>
                <a:lnTo>
                  <a:pt x="210583" y="105681"/>
                </a:lnTo>
                <a:lnTo>
                  <a:pt x="210825" y="106225"/>
                </a:lnTo>
                <a:lnTo>
                  <a:pt x="211073" y="106763"/>
                </a:lnTo>
                <a:lnTo>
                  <a:pt x="211328" y="107293"/>
                </a:lnTo>
                <a:lnTo>
                  <a:pt x="211590" y="107817"/>
                </a:lnTo>
                <a:lnTo>
                  <a:pt x="211857" y="108334"/>
                </a:lnTo>
                <a:lnTo>
                  <a:pt x="212131" y="108844"/>
                </a:lnTo>
                <a:lnTo>
                  <a:pt x="212412" y="109347"/>
                </a:lnTo>
                <a:lnTo>
                  <a:pt x="212699" y="109843"/>
                </a:lnTo>
                <a:lnTo>
                  <a:pt x="212992" y="110332"/>
                </a:lnTo>
                <a:lnTo>
                  <a:pt x="213292" y="110815"/>
                </a:lnTo>
                <a:lnTo>
                  <a:pt x="213598" y="111290"/>
                </a:lnTo>
                <a:lnTo>
                  <a:pt x="213910" y="111758"/>
                </a:lnTo>
                <a:lnTo>
                  <a:pt x="214229" y="112220"/>
                </a:lnTo>
                <a:lnTo>
                  <a:pt x="214554" y="112675"/>
                </a:lnTo>
                <a:lnTo>
                  <a:pt x="214886" y="113122"/>
                </a:lnTo>
                <a:lnTo>
                  <a:pt x="215223" y="113560"/>
                </a:lnTo>
                <a:lnTo>
                  <a:pt x="215567" y="113990"/>
                </a:lnTo>
                <a:lnTo>
                  <a:pt x="215917" y="114412"/>
                </a:lnTo>
                <a:lnTo>
                  <a:pt x="216273" y="114825"/>
                </a:lnTo>
                <a:lnTo>
                  <a:pt x="216635" y="115230"/>
                </a:lnTo>
                <a:lnTo>
                  <a:pt x="217004" y="115626"/>
                </a:lnTo>
                <a:lnTo>
                  <a:pt x="217378" y="116014"/>
                </a:lnTo>
                <a:lnTo>
                  <a:pt x="217759" y="116394"/>
                </a:lnTo>
                <a:lnTo>
                  <a:pt x="218146" y="116765"/>
                </a:lnTo>
                <a:lnTo>
                  <a:pt x="218538" y="117127"/>
                </a:lnTo>
                <a:lnTo>
                  <a:pt x="218937" y="117482"/>
                </a:lnTo>
                <a:lnTo>
                  <a:pt x="219343" y="117827"/>
                </a:lnTo>
                <a:lnTo>
                  <a:pt x="219754" y="118164"/>
                </a:lnTo>
                <a:lnTo>
                  <a:pt x="220171" y="118493"/>
                </a:lnTo>
                <a:lnTo>
                  <a:pt x="220595" y="118814"/>
                </a:lnTo>
                <a:lnTo>
                  <a:pt x="221025" y="119126"/>
                </a:lnTo>
                <a:lnTo>
                  <a:pt x="221461" y="119429"/>
                </a:lnTo>
                <a:lnTo>
                  <a:pt x="221903" y="119724"/>
                </a:lnTo>
                <a:lnTo>
                  <a:pt x="222351" y="120011"/>
                </a:lnTo>
                <a:lnTo>
                  <a:pt x="222805" y="120289"/>
                </a:lnTo>
                <a:lnTo>
                  <a:pt x="223265" y="120559"/>
                </a:lnTo>
                <a:lnTo>
                  <a:pt x="223732" y="120820"/>
                </a:lnTo>
                <a:lnTo>
                  <a:pt x="224205" y="121073"/>
                </a:lnTo>
                <a:lnTo>
                  <a:pt x="224683" y="121316"/>
                </a:lnTo>
                <a:lnTo>
                  <a:pt x="225167" y="121549"/>
                </a:lnTo>
                <a:lnTo>
                  <a:pt x="225656" y="121772"/>
                </a:lnTo>
                <a:lnTo>
                  <a:pt x="226150" y="121984"/>
                </a:lnTo>
                <a:lnTo>
                  <a:pt x="226649" y="122186"/>
                </a:lnTo>
                <a:lnTo>
                  <a:pt x="227154" y="122378"/>
                </a:lnTo>
                <a:lnTo>
                  <a:pt x="227664" y="122559"/>
                </a:lnTo>
                <a:lnTo>
                  <a:pt x="228179" y="122730"/>
                </a:lnTo>
                <a:lnTo>
                  <a:pt x="228699" y="122891"/>
                </a:lnTo>
                <a:lnTo>
                  <a:pt x="229225" y="123041"/>
                </a:lnTo>
                <a:lnTo>
                  <a:pt x="229755" y="123181"/>
                </a:lnTo>
                <a:lnTo>
                  <a:pt x="230292" y="123310"/>
                </a:lnTo>
                <a:lnTo>
                  <a:pt x="230833" y="123430"/>
                </a:lnTo>
                <a:lnTo>
                  <a:pt x="231379" y="123538"/>
                </a:lnTo>
                <a:lnTo>
                  <a:pt x="231931" y="123637"/>
                </a:lnTo>
                <a:lnTo>
                  <a:pt x="232488" y="123725"/>
                </a:lnTo>
                <a:lnTo>
                  <a:pt x="233051" y="123803"/>
                </a:lnTo>
                <a:lnTo>
                  <a:pt x="233618" y="123870"/>
                </a:lnTo>
                <a:lnTo>
                  <a:pt x="234191" y="123927"/>
                </a:lnTo>
                <a:lnTo>
                  <a:pt x="234769" y="123973"/>
                </a:lnTo>
                <a:lnTo>
                  <a:pt x="235352" y="124010"/>
                </a:lnTo>
                <a:lnTo>
                  <a:pt x="235941" y="124036"/>
                </a:lnTo>
                <a:lnTo>
                  <a:pt x="236534" y="124051"/>
                </a:lnTo>
                <a:lnTo>
                  <a:pt x="237133" y="124056"/>
                </a:lnTo>
                <a:lnTo>
                  <a:pt x="237732" y="124052"/>
                </a:lnTo>
                <a:lnTo>
                  <a:pt x="238325" y="124040"/>
                </a:lnTo>
                <a:lnTo>
                  <a:pt x="238912" y="124021"/>
                </a:lnTo>
                <a:lnTo>
                  <a:pt x="239494" y="123993"/>
                </a:lnTo>
                <a:lnTo>
                  <a:pt x="240070" y="123957"/>
                </a:lnTo>
                <a:lnTo>
                  <a:pt x="240640" y="123914"/>
                </a:lnTo>
                <a:lnTo>
                  <a:pt x="241204" y="123862"/>
                </a:lnTo>
                <a:lnTo>
                  <a:pt x="241762" y="123803"/>
                </a:lnTo>
                <a:lnTo>
                  <a:pt x="242315" y="123735"/>
                </a:lnTo>
                <a:lnTo>
                  <a:pt x="242862" y="123660"/>
                </a:lnTo>
                <a:lnTo>
                  <a:pt x="243403" y="123577"/>
                </a:lnTo>
                <a:lnTo>
                  <a:pt x="243938" y="123485"/>
                </a:lnTo>
                <a:lnTo>
                  <a:pt x="244468" y="123386"/>
                </a:lnTo>
                <a:lnTo>
                  <a:pt x="244992" y="123279"/>
                </a:lnTo>
                <a:lnTo>
                  <a:pt x="245510" y="123164"/>
                </a:lnTo>
                <a:lnTo>
                  <a:pt x="246023" y="123041"/>
                </a:lnTo>
                <a:lnTo>
                  <a:pt x="246529" y="122911"/>
                </a:lnTo>
                <a:lnTo>
                  <a:pt x="247030" y="122772"/>
                </a:lnTo>
                <a:lnTo>
                  <a:pt x="247525" y="122625"/>
                </a:lnTo>
                <a:lnTo>
                  <a:pt x="248015" y="122470"/>
                </a:lnTo>
                <a:lnTo>
                  <a:pt x="248498" y="122308"/>
                </a:lnTo>
                <a:lnTo>
                  <a:pt x="248976" y="122137"/>
                </a:lnTo>
                <a:lnTo>
                  <a:pt x="249448" y="121959"/>
                </a:lnTo>
                <a:lnTo>
                  <a:pt x="249915" y="121773"/>
                </a:lnTo>
                <a:lnTo>
                  <a:pt x="250375" y="121579"/>
                </a:lnTo>
                <a:lnTo>
                  <a:pt x="250831" y="121379"/>
                </a:lnTo>
                <a:lnTo>
                  <a:pt x="251280" y="121173"/>
                </a:lnTo>
                <a:lnTo>
                  <a:pt x="251725" y="120960"/>
                </a:lnTo>
                <a:lnTo>
                  <a:pt x="252163" y="120741"/>
                </a:lnTo>
                <a:lnTo>
                  <a:pt x="252597" y="120516"/>
                </a:lnTo>
                <a:lnTo>
                  <a:pt x="253024" y="120284"/>
                </a:lnTo>
                <a:lnTo>
                  <a:pt x="253447" y="120046"/>
                </a:lnTo>
                <a:lnTo>
                  <a:pt x="253863" y="119801"/>
                </a:lnTo>
                <a:lnTo>
                  <a:pt x="254275" y="119550"/>
                </a:lnTo>
                <a:lnTo>
                  <a:pt x="254680" y="119292"/>
                </a:lnTo>
                <a:lnTo>
                  <a:pt x="255081" y="119029"/>
                </a:lnTo>
                <a:lnTo>
                  <a:pt x="255475" y="118758"/>
                </a:lnTo>
                <a:lnTo>
                  <a:pt x="255865" y="118482"/>
                </a:lnTo>
                <a:lnTo>
                  <a:pt x="256248" y="118199"/>
                </a:lnTo>
                <a:lnTo>
                  <a:pt x="256627" y="117909"/>
                </a:lnTo>
                <a:lnTo>
                  <a:pt x="256999" y="117613"/>
                </a:lnTo>
                <a:lnTo>
                  <a:pt x="257367" y="117311"/>
                </a:lnTo>
                <a:lnTo>
                  <a:pt x="257728" y="117003"/>
                </a:lnTo>
                <a:lnTo>
                  <a:pt x="258085" y="116688"/>
                </a:lnTo>
                <a:lnTo>
                  <a:pt x="258435" y="116366"/>
                </a:lnTo>
                <a:lnTo>
                  <a:pt x="258781" y="116038"/>
                </a:lnTo>
                <a:lnTo>
                  <a:pt x="259120" y="115704"/>
                </a:lnTo>
                <a:lnTo>
                  <a:pt x="259455" y="115364"/>
                </a:lnTo>
                <a:lnTo>
                  <a:pt x="259783" y="115017"/>
                </a:lnTo>
                <a:lnTo>
                  <a:pt x="260107" y="114665"/>
                </a:lnTo>
                <a:lnTo>
                  <a:pt x="260424" y="114308"/>
                </a:lnTo>
                <a:lnTo>
                  <a:pt x="260737" y="113945"/>
                </a:lnTo>
                <a:lnTo>
                  <a:pt x="261043" y="113578"/>
                </a:lnTo>
                <a:lnTo>
                  <a:pt x="261345" y="113204"/>
                </a:lnTo>
                <a:lnTo>
                  <a:pt x="261640" y="112825"/>
                </a:lnTo>
                <a:lnTo>
                  <a:pt x="261738" y="112696"/>
                </a:lnTo>
                <a:lnTo>
                  <a:pt x="261738" y="153229"/>
                </a:lnTo>
                <a:lnTo>
                  <a:pt x="270579" y="153229"/>
                </a:lnTo>
                <a:lnTo>
                  <a:pt x="270579" y="42875"/>
                </a:lnTo>
                <a:lnTo>
                  <a:pt x="262328" y="42875"/>
                </a:lnTo>
                <a:lnTo>
                  <a:pt x="261910" y="53730"/>
                </a:lnTo>
                <a:lnTo>
                  <a:pt x="261872" y="53674"/>
                </a:lnTo>
                <a:lnTo>
                  <a:pt x="261587" y="53270"/>
                </a:lnTo>
                <a:lnTo>
                  <a:pt x="261297" y="52872"/>
                </a:lnTo>
                <a:lnTo>
                  <a:pt x="261002" y="52479"/>
                </a:lnTo>
                <a:close/>
                <a:moveTo>
                  <a:pt x="260929" y="104020"/>
                </a:moveTo>
                <a:lnTo>
                  <a:pt x="260689" y="104438"/>
                </a:lnTo>
                <a:lnTo>
                  <a:pt x="260443" y="104854"/>
                </a:lnTo>
                <a:lnTo>
                  <a:pt x="260191" y="105267"/>
                </a:lnTo>
                <a:lnTo>
                  <a:pt x="259934" y="105676"/>
                </a:lnTo>
                <a:lnTo>
                  <a:pt x="259669" y="106081"/>
                </a:lnTo>
                <a:lnTo>
                  <a:pt x="259397" y="106479"/>
                </a:lnTo>
                <a:lnTo>
                  <a:pt x="259119" y="106870"/>
                </a:lnTo>
                <a:lnTo>
                  <a:pt x="258833" y="107255"/>
                </a:lnTo>
                <a:lnTo>
                  <a:pt x="258539" y="107633"/>
                </a:lnTo>
                <a:lnTo>
                  <a:pt x="258239" y="108004"/>
                </a:lnTo>
                <a:lnTo>
                  <a:pt x="257932" y="108368"/>
                </a:lnTo>
                <a:lnTo>
                  <a:pt x="257617" y="108725"/>
                </a:lnTo>
                <a:lnTo>
                  <a:pt x="257295" y="109076"/>
                </a:lnTo>
                <a:lnTo>
                  <a:pt x="256966" y="109420"/>
                </a:lnTo>
                <a:lnTo>
                  <a:pt x="256630" y="109757"/>
                </a:lnTo>
                <a:lnTo>
                  <a:pt x="256287" y="110087"/>
                </a:lnTo>
                <a:lnTo>
                  <a:pt x="255937" y="110411"/>
                </a:lnTo>
                <a:lnTo>
                  <a:pt x="255579" y="110727"/>
                </a:lnTo>
                <a:lnTo>
                  <a:pt x="255214" y="111037"/>
                </a:lnTo>
                <a:lnTo>
                  <a:pt x="254842" y="111340"/>
                </a:lnTo>
                <a:lnTo>
                  <a:pt x="254463" y="111637"/>
                </a:lnTo>
                <a:lnTo>
                  <a:pt x="254077" y="111927"/>
                </a:lnTo>
                <a:lnTo>
                  <a:pt x="253684" y="112209"/>
                </a:lnTo>
                <a:lnTo>
                  <a:pt x="253283" y="112485"/>
                </a:lnTo>
                <a:lnTo>
                  <a:pt x="252875" y="112755"/>
                </a:lnTo>
                <a:lnTo>
                  <a:pt x="252460" y="113017"/>
                </a:lnTo>
                <a:lnTo>
                  <a:pt x="252038" y="113273"/>
                </a:lnTo>
                <a:lnTo>
                  <a:pt x="251609" y="113522"/>
                </a:lnTo>
                <a:lnTo>
                  <a:pt x="251172" y="113762"/>
                </a:lnTo>
                <a:lnTo>
                  <a:pt x="250727" y="113993"/>
                </a:lnTo>
                <a:lnTo>
                  <a:pt x="250273" y="114213"/>
                </a:lnTo>
                <a:lnTo>
                  <a:pt x="249811" y="114422"/>
                </a:lnTo>
                <a:lnTo>
                  <a:pt x="249341" y="114622"/>
                </a:lnTo>
                <a:lnTo>
                  <a:pt x="248863" y="114811"/>
                </a:lnTo>
                <a:lnTo>
                  <a:pt x="248376" y="114990"/>
                </a:lnTo>
                <a:lnTo>
                  <a:pt x="247881" y="115159"/>
                </a:lnTo>
                <a:lnTo>
                  <a:pt x="247377" y="115318"/>
                </a:lnTo>
                <a:lnTo>
                  <a:pt x="246865" y="115466"/>
                </a:lnTo>
                <a:lnTo>
                  <a:pt x="246345" y="115604"/>
                </a:lnTo>
                <a:lnTo>
                  <a:pt x="245817" y="115732"/>
                </a:lnTo>
                <a:lnTo>
                  <a:pt x="245280" y="115850"/>
                </a:lnTo>
                <a:lnTo>
                  <a:pt x="244735" y="115957"/>
                </a:lnTo>
                <a:lnTo>
                  <a:pt x="244182" y="116054"/>
                </a:lnTo>
                <a:lnTo>
                  <a:pt x="243620" y="116141"/>
                </a:lnTo>
                <a:lnTo>
                  <a:pt x="243050" y="116218"/>
                </a:lnTo>
                <a:lnTo>
                  <a:pt x="242472" y="116284"/>
                </a:lnTo>
                <a:lnTo>
                  <a:pt x="241885" y="116341"/>
                </a:lnTo>
                <a:lnTo>
                  <a:pt x="241291" y="116387"/>
                </a:lnTo>
                <a:lnTo>
                  <a:pt x="240687" y="116423"/>
                </a:lnTo>
                <a:lnTo>
                  <a:pt x="240076" y="116448"/>
                </a:lnTo>
                <a:lnTo>
                  <a:pt x="239456" y="116463"/>
                </a:lnTo>
                <a:lnTo>
                  <a:pt x="238828" y="116469"/>
                </a:lnTo>
                <a:lnTo>
                  <a:pt x="238327" y="116464"/>
                </a:lnTo>
                <a:lnTo>
                  <a:pt x="237832" y="116451"/>
                </a:lnTo>
                <a:lnTo>
                  <a:pt x="237343" y="116429"/>
                </a:lnTo>
                <a:lnTo>
                  <a:pt x="236859" y="116398"/>
                </a:lnTo>
                <a:lnTo>
                  <a:pt x="236381" y="116358"/>
                </a:lnTo>
                <a:lnTo>
                  <a:pt x="235909" y="116310"/>
                </a:lnTo>
                <a:lnTo>
                  <a:pt x="235442" y="116252"/>
                </a:lnTo>
                <a:lnTo>
                  <a:pt x="234981" y="116186"/>
                </a:lnTo>
                <a:lnTo>
                  <a:pt x="234525" y="116111"/>
                </a:lnTo>
                <a:lnTo>
                  <a:pt x="234075" y="116027"/>
                </a:lnTo>
                <a:lnTo>
                  <a:pt x="233631" y="115935"/>
                </a:lnTo>
                <a:lnTo>
                  <a:pt x="233192" y="115833"/>
                </a:lnTo>
                <a:lnTo>
                  <a:pt x="232759" y="115723"/>
                </a:lnTo>
                <a:lnTo>
                  <a:pt x="232332" y="115604"/>
                </a:lnTo>
                <a:lnTo>
                  <a:pt x="231910" y="115476"/>
                </a:lnTo>
                <a:lnTo>
                  <a:pt x="231494" y="115339"/>
                </a:lnTo>
                <a:lnTo>
                  <a:pt x="231083" y="115193"/>
                </a:lnTo>
                <a:lnTo>
                  <a:pt x="230678" y="115039"/>
                </a:lnTo>
                <a:lnTo>
                  <a:pt x="230279" y="114876"/>
                </a:lnTo>
                <a:lnTo>
                  <a:pt x="229885" y="114704"/>
                </a:lnTo>
                <a:lnTo>
                  <a:pt x="229497" y="114523"/>
                </a:lnTo>
                <a:lnTo>
                  <a:pt x="229115" y="114333"/>
                </a:lnTo>
                <a:lnTo>
                  <a:pt x="228738" y="114134"/>
                </a:lnTo>
                <a:lnTo>
                  <a:pt x="228367" y="113927"/>
                </a:lnTo>
                <a:lnTo>
                  <a:pt x="228001" y="113712"/>
                </a:lnTo>
                <a:lnTo>
                  <a:pt x="227641" y="113490"/>
                </a:lnTo>
                <a:lnTo>
                  <a:pt x="227286" y="113262"/>
                </a:lnTo>
                <a:lnTo>
                  <a:pt x="226936" y="113027"/>
                </a:lnTo>
                <a:lnTo>
                  <a:pt x="226591" y="112785"/>
                </a:lnTo>
                <a:lnTo>
                  <a:pt x="226251" y="112537"/>
                </a:lnTo>
                <a:lnTo>
                  <a:pt x="225917" y="112282"/>
                </a:lnTo>
                <a:lnTo>
                  <a:pt x="225588" y="112020"/>
                </a:lnTo>
                <a:lnTo>
                  <a:pt x="225264" y="111752"/>
                </a:lnTo>
                <a:lnTo>
                  <a:pt x="224946" y="111477"/>
                </a:lnTo>
                <a:lnTo>
                  <a:pt x="224632" y="111195"/>
                </a:lnTo>
                <a:lnTo>
                  <a:pt x="224324" y="110907"/>
                </a:lnTo>
                <a:lnTo>
                  <a:pt x="224022" y="110612"/>
                </a:lnTo>
                <a:lnTo>
                  <a:pt x="223724" y="110310"/>
                </a:lnTo>
                <a:lnTo>
                  <a:pt x="223432" y="110002"/>
                </a:lnTo>
                <a:lnTo>
                  <a:pt x="223145" y="109687"/>
                </a:lnTo>
                <a:lnTo>
                  <a:pt x="222863" y="109366"/>
                </a:lnTo>
                <a:lnTo>
                  <a:pt x="222586" y="109037"/>
                </a:lnTo>
                <a:lnTo>
                  <a:pt x="222315" y="108703"/>
                </a:lnTo>
                <a:lnTo>
                  <a:pt x="222049" y="108361"/>
                </a:lnTo>
                <a:lnTo>
                  <a:pt x="221788" y="108013"/>
                </a:lnTo>
                <a:lnTo>
                  <a:pt x="221532" y="107658"/>
                </a:lnTo>
                <a:lnTo>
                  <a:pt x="221282" y="107297"/>
                </a:lnTo>
                <a:lnTo>
                  <a:pt x="221037" y="106929"/>
                </a:lnTo>
                <a:lnTo>
                  <a:pt x="220797" y="106555"/>
                </a:lnTo>
                <a:lnTo>
                  <a:pt x="220563" y="106175"/>
                </a:lnTo>
                <a:lnTo>
                  <a:pt x="220333" y="105790"/>
                </a:lnTo>
                <a:lnTo>
                  <a:pt x="220109" y="105400"/>
                </a:lnTo>
                <a:lnTo>
                  <a:pt x="219890" y="105004"/>
                </a:lnTo>
                <a:lnTo>
                  <a:pt x="219676" y="104603"/>
                </a:lnTo>
                <a:lnTo>
                  <a:pt x="219468" y="104197"/>
                </a:lnTo>
                <a:lnTo>
                  <a:pt x="219265" y="103785"/>
                </a:lnTo>
                <a:lnTo>
                  <a:pt x="219067" y="103368"/>
                </a:lnTo>
                <a:lnTo>
                  <a:pt x="218874" y="102946"/>
                </a:lnTo>
                <a:lnTo>
                  <a:pt x="218687" y="102518"/>
                </a:lnTo>
                <a:lnTo>
                  <a:pt x="218505" y="102085"/>
                </a:lnTo>
                <a:lnTo>
                  <a:pt x="218328" y="101646"/>
                </a:lnTo>
                <a:lnTo>
                  <a:pt x="218156" y="101202"/>
                </a:lnTo>
                <a:lnTo>
                  <a:pt x="217990" y="100753"/>
                </a:lnTo>
                <a:lnTo>
                  <a:pt x="217828" y="100299"/>
                </a:lnTo>
                <a:lnTo>
                  <a:pt x="217672" y="99838"/>
                </a:lnTo>
                <a:lnTo>
                  <a:pt x="217522" y="99373"/>
                </a:lnTo>
                <a:lnTo>
                  <a:pt x="217376" y="98902"/>
                </a:lnTo>
                <a:lnTo>
                  <a:pt x="217236" y="98426"/>
                </a:lnTo>
                <a:lnTo>
                  <a:pt x="217101" y="97945"/>
                </a:lnTo>
                <a:lnTo>
                  <a:pt x="216971" y="97458"/>
                </a:lnTo>
                <a:lnTo>
                  <a:pt x="216847" y="96965"/>
                </a:lnTo>
                <a:lnTo>
                  <a:pt x="216727" y="96468"/>
                </a:lnTo>
                <a:lnTo>
                  <a:pt x="216613" y="95966"/>
                </a:lnTo>
                <a:lnTo>
                  <a:pt x="216504" y="95461"/>
                </a:lnTo>
                <a:lnTo>
                  <a:pt x="216399" y="94952"/>
                </a:lnTo>
                <a:lnTo>
                  <a:pt x="216300" y="94441"/>
                </a:lnTo>
                <a:lnTo>
                  <a:pt x="216205" y="93926"/>
                </a:lnTo>
                <a:lnTo>
                  <a:pt x="216115" y="93408"/>
                </a:lnTo>
                <a:lnTo>
                  <a:pt x="216030" y="92887"/>
                </a:lnTo>
                <a:lnTo>
                  <a:pt x="215950" y="92363"/>
                </a:lnTo>
                <a:lnTo>
                  <a:pt x="215875" y="91835"/>
                </a:lnTo>
                <a:lnTo>
                  <a:pt x="215804" y="91305"/>
                </a:lnTo>
                <a:lnTo>
                  <a:pt x="215738" y="90771"/>
                </a:lnTo>
                <a:lnTo>
                  <a:pt x="215678" y="90234"/>
                </a:lnTo>
                <a:lnTo>
                  <a:pt x="215622" y="89693"/>
                </a:lnTo>
                <a:lnTo>
                  <a:pt x="215571" y="89150"/>
                </a:lnTo>
                <a:lnTo>
                  <a:pt x="215525" y="88603"/>
                </a:lnTo>
                <a:lnTo>
                  <a:pt x="215483" y="88053"/>
                </a:lnTo>
                <a:lnTo>
                  <a:pt x="215447" y="87500"/>
                </a:lnTo>
                <a:lnTo>
                  <a:pt x="215415" y="86944"/>
                </a:lnTo>
                <a:lnTo>
                  <a:pt x="215389" y="86384"/>
                </a:lnTo>
                <a:lnTo>
                  <a:pt x="215367" y="85822"/>
                </a:lnTo>
                <a:lnTo>
                  <a:pt x="215350" y="85256"/>
                </a:lnTo>
                <a:lnTo>
                  <a:pt x="215337" y="84687"/>
                </a:lnTo>
                <a:lnTo>
                  <a:pt x="215330" y="84115"/>
                </a:lnTo>
                <a:lnTo>
                  <a:pt x="215328" y="83539"/>
                </a:lnTo>
                <a:lnTo>
                  <a:pt x="215328" y="81992"/>
                </a:lnTo>
                <a:lnTo>
                  <a:pt x="215330" y="81411"/>
                </a:lnTo>
                <a:lnTo>
                  <a:pt x="215337" y="80833"/>
                </a:lnTo>
                <a:lnTo>
                  <a:pt x="215350" y="80259"/>
                </a:lnTo>
                <a:lnTo>
                  <a:pt x="215367" y="79688"/>
                </a:lnTo>
                <a:lnTo>
                  <a:pt x="215389" y="79121"/>
                </a:lnTo>
                <a:lnTo>
                  <a:pt x="215415" y="78557"/>
                </a:lnTo>
                <a:lnTo>
                  <a:pt x="215447" y="77997"/>
                </a:lnTo>
                <a:lnTo>
                  <a:pt x="215483" y="77441"/>
                </a:lnTo>
                <a:lnTo>
                  <a:pt x="215525" y="76888"/>
                </a:lnTo>
                <a:lnTo>
                  <a:pt x="215571" y="76339"/>
                </a:lnTo>
                <a:lnTo>
                  <a:pt x="215622" y="75794"/>
                </a:lnTo>
                <a:lnTo>
                  <a:pt x="215678" y="75252"/>
                </a:lnTo>
                <a:lnTo>
                  <a:pt x="215738" y="74713"/>
                </a:lnTo>
                <a:lnTo>
                  <a:pt x="215804" y="74178"/>
                </a:lnTo>
                <a:lnTo>
                  <a:pt x="215875" y="73647"/>
                </a:lnTo>
                <a:lnTo>
                  <a:pt x="215950" y="73119"/>
                </a:lnTo>
                <a:lnTo>
                  <a:pt x="216030" y="72595"/>
                </a:lnTo>
                <a:lnTo>
                  <a:pt x="216115" y="72075"/>
                </a:lnTo>
                <a:lnTo>
                  <a:pt x="216205" y="71558"/>
                </a:lnTo>
                <a:lnTo>
                  <a:pt x="216300" y="71044"/>
                </a:lnTo>
                <a:lnTo>
                  <a:pt x="216399" y="70534"/>
                </a:lnTo>
                <a:lnTo>
                  <a:pt x="216504" y="70028"/>
                </a:lnTo>
                <a:lnTo>
                  <a:pt x="216613" y="69526"/>
                </a:lnTo>
                <a:lnTo>
                  <a:pt x="216727" y="69027"/>
                </a:lnTo>
                <a:lnTo>
                  <a:pt x="216847" y="68532"/>
                </a:lnTo>
                <a:lnTo>
                  <a:pt x="216971" y="68042"/>
                </a:lnTo>
                <a:lnTo>
                  <a:pt x="217101" y="67558"/>
                </a:lnTo>
                <a:lnTo>
                  <a:pt x="217236" y="67078"/>
                </a:lnTo>
                <a:lnTo>
                  <a:pt x="217376" y="66604"/>
                </a:lnTo>
                <a:lnTo>
                  <a:pt x="217522" y="66135"/>
                </a:lnTo>
                <a:lnTo>
                  <a:pt x="217672" y="65671"/>
                </a:lnTo>
                <a:lnTo>
                  <a:pt x="217828" y="65212"/>
                </a:lnTo>
                <a:lnTo>
                  <a:pt x="217990" y="64758"/>
                </a:lnTo>
                <a:lnTo>
                  <a:pt x="218156" y="64310"/>
                </a:lnTo>
                <a:lnTo>
                  <a:pt x="218328" y="63866"/>
                </a:lnTo>
                <a:lnTo>
                  <a:pt x="218505" y="63428"/>
                </a:lnTo>
                <a:lnTo>
                  <a:pt x="218687" y="62995"/>
                </a:lnTo>
                <a:lnTo>
                  <a:pt x="218874" y="62566"/>
                </a:lnTo>
                <a:lnTo>
                  <a:pt x="219067" y="62143"/>
                </a:lnTo>
                <a:lnTo>
                  <a:pt x="219265" y="61725"/>
                </a:lnTo>
                <a:lnTo>
                  <a:pt x="219468" y="61312"/>
                </a:lnTo>
                <a:lnTo>
                  <a:pt x="219676" y="60905"/>
                </a:lnTo>
                <a:lnTo>
                  <a:pt x="219890" y="60502"/>
                </a:lnTo>
                <a:lnTo>
                  <a:pt x="220109" y="60105"/>
                </a:lnTo>
                <a:lnTo>
                  <a:pt x="220333" y="59712"/>
                </a:lnTo>
                <a:lnTo>
                  <a:pt x="220563" y="59325"/>
                </a:lnTo>
                <a:lnTo>
                  <a:pt x="220797" y="58943"/>
                </a:lnTo>
                <a:lnTo>
                  <a:pt x="221037" y="58566"/>
                </a:lnTo>
                <a:lnTo>
                  <a:pt x="221282" y="58195"/>
                </a:lnTo>
                <a:lnTo>
                  <a:pt x="221533" y="57830"/>
                </a:lnTo>
                <a:lnTo>
                  <a:pt x="221789" y="57473"/>
                </a:lnTo>
                <a:lnTo>
                  <a:pt x="222050" y="57122"/>
                </a:lnTo>
                <a:lnTo>
                  <a:pt x="222317" y="56778"/>
                </a:lnTo>
                <a:lnTo>
                  <a:pt x="222589" y="56441"/>
                </a:lnTo>
                <a:lnTo>
                  <a:pt x="222866" y="56111"/>
                </a:lnTo>
                <a:lnTo>
                  <a:pt x="223149" y="55787"/>
                </a:lnTo>
                <a:lnTo>
                  <a:pt x="223437" y="55470"/>
                </a:lnTo>
                <a:lnTo>
                  <a:pt x="223730" y="55160"/>
                </a:lnTo>
                <a:lnTo>
                  <a:pt x="224029" y="54857"/>
                </a:lnTo>
                <a:lnTo>
                  <a:pt x="224334" y="54560"/>
                </a:lnTo>
                <a:lnTo>
                  <a:pt x="224643" y="54270"/>
                </a:lnTo>
                <a:lnTo>
                  <a:pt x="224958" y="53987"/>
                </a:lnTo>
                <a:lnTo>
                  <a:pt x="225279" y="53711"/>
                </a:lnTo>
                <a:lnTo>
                  <a:pt x="225604" y="53442"/>
                </a:lnTo>
                <a:lnTo>
                  <a:pt x="225936" y="53179"/>
                </a:lnTo>
                <a:lnTo>
                  <a:pt x="226272" y="52923"/>
                </a:lnTo>
                <a:lnTo>
                  <a:pt x="226614" y="52674"/>
                </a:lnTo>
                <a:lnTo>
                  <a:pt x="226961" y="52432"/>
                </a:lnTo>
                <a:lnTo>
                  <a:pt x="227314" y="52196"/>
                </a:lnTo>
                <a:lnTo>
                  <a:pt x="227672" y="51968"/>
                </a:lnTo>
                <a:lnTo>
                  <a:pt x="228035" y="51746"/>
                </a:lnTo>
                <a:lnTo>
                  <a:pt x="228404" y="51531"/>
                </a:lnTo>
                <a:lnTo>
                  <a:pt x="228778" y="51323"/>
                </a:lnTo>
                <a:lnTo>
                  <a:pt x="229158" y="51125"/>
                </a:lnTo>
                <a:lnTo>
                  <a:pt x="229544" y="50935"/>
                </a:lnTo>
                <a:lnTo>
                  <a:pt x="229935" y="50754"/>
                </a:lnTo>
                <a:lnTo>
                  <a:pt x="230333" y="50582"/>
                </a:lnTo>
                <a:lnTo>
                  <a:pt x="230736" y="50419"/>
                </a:lnTo>
                <a:lnTo>
                  <a:pt x="231145" y="50264"/>
                </a:lnTo>
                <a:lnTo>
                  <a:pt x="231559" y="50119"/>
                </a:lnTo>
                <a:lnTo>
                  <a:pt x="231980" y="49982"/>
                </a:lnTo>
                <a:lnTo>
                  <a:pt x="232406" y="49854"/>
                </a:lnTo>
                <a:lnTo>
                  <a:pt x="232837" y="49735"/>
                </a:lnTo>
                <a:lnTo>
                  <a:pt x="233275" y="49624"/>
                </a:lnTo>
                <a:lnTo>
                  <a:pt x="233718" y="49523"/>
                </a:lnTo>
                <a:lnTo>
                  <a:pt x="234168" y="49430"/>
                </a:lnTo>
                <a:lnTo>
                  <a:pt x="234622" y="49346"/>
                </a:lnTo>
                <a:lnTo>
                  <a:pt x="235083" y="49271"/>
                </a:lnTo>
                <a:lnTo>
                  <a:pt x="235549" y="49205"/>
                </a:lnTo>
                <a:lnTo>
                  <a:pt x="236021" y="49148"/>
                </a:lnTo>
                <a:lnTo>
                  <a:pt x="236499" y="49099"/>
                </a:lnTo>
                <a:lnTo>
                  <a:pt x="236983" y="49060"/>
                </a:lnTo>
                <a:lnTo>
                  <a:pt x="237472" y="49029"/>
                </a:lnTo>
                <a:lnTo>
                  <a:pt x="237968" y="49007"/>
                </a:lnTo>
                <a:lnTo>
                  <a:pt x="238468" y="48993"/>
                </a:lnTo>
                <a:lnTo>
                  <a:pt x="238975" y="48989"/>
                </a:lnTo>
                <a:lnTo>
                  <a:pt x="239494" y="48993"/>
                </a:lnTo>
                <a:lnTo>
                  <a:pt x="240006" y="49004"/>
                </a:lnTo>
                <a:lnTo>
                  <a:pt x="240513" y="49023"/>
                </a:lnTo>
                <a:lnTo>
                  <a:pt x="241013" y="49049"/>
                </a:lnTo>
                <a:lnTo>
                  <a:pt x="241507" y="49083"/>
                </a:lnTo>
                <a:lnTo>
                  <a:pt x="241995" y="49125"/>
                </a:lnTo>
                <a:lnTo>
                  <a:pt x="242477" y="49174"/>
                </a:lnTo>
                <a:lnTo>
                  <a:pt x="242953" y="49230"/>
                </a:lnTo>
                <a:lnTo>
                  <a:pt x="243423" y="49295"/>
                </a:lnTo>
                <a:lnTo>
                  <a:pt x="243886" y="49366"/>
                </a:lnTo>
                <a:lnTo>
                  <a:pt x="244344" y="49446"/>
                </a:lnTo>
                <a:lnTo>
                  <a:pt x="244795" y="49532"/>
                </a:lnTo>
                <a:lnTo>
                  <a:pt x="245240" y="49627"/>
                </a:lnTo>
                <a:lnTo>
                  <a:pt x="245679" y="49728"/>
                </a:lnTo>
                <a:lnTo>
                  <a:pt x="246112" y="49838"/>
                </a:lnTo>
                <a:lnTo>
                  <a:pt x="246538" y="49955"/>
                </a:lnTo>
                <a:lnTo>
                  <a:pt x="246959" y="50079"/>
                </a:lnTo>
                <a:lnTo>
                  <a:pt x="247373" y="50211"/>
                </a:lnTo>
                <a:lnTo>
                  <a:pt x="247781" y="50351"/>
                </a:lnTo>
                <a:lnTo>
                  <a:pt x="248184" y="50498"/>
                </a:lnTo>
                <a:lnTo>
                  <a:pt x="248580" y="50653"/>
                </a:lnTo>
                <a:lnTo>
                  <a:pt x="248969" y="50815"/>
                </a:lnTo>
                <a:lnTo>
                  <a:pt x="249353" y="50985"/>
                </a:lnTo>
                <a:lnTo>
                  <a:pt x="249731" y="51162"/>
                </a:lnTo>
                <a:lnTo>
                  <a:pt x="250102" y="51346"/>
                </a:lnTo>
                <a:lnTo>
                  <a:pt x="250469" y="51534"/>
                </a:lnTo>
                <a:lnTo>
                  <a:pt x="250830" y="51726"/>
                </a:lnTo>
                <a:lnTo>
                  <a:pt x="251187" y="51923"/>
                </a:lnTo>
                <a:lnTo>
                  <a:pt x="251537" y="52125"/>
                </a:lnTo>
                <a:lnTo>
                  <a:pt x="251883" y="52332"/>
                </a:lnTo>
                <a:lnTo>
                  <a:pt x="252223" y="52543"/>
                </a:lnTo>
                <a:lnTo>
                  <a:pt x="252559" y="52758"/>
                </a:lnTo>
                <a:lnTo>
                  <a:pt x="252888" y="52979"/>
                </a:lnTo>
                <a:lnTo>
                  <a:pt x="253213" y="53203"/>
                </a:lnTo>
                <a:lnTo>
                  <a:pt x="253533" y="53433"/>
                </a:lnTo>
                <a:lnTo>
                  <a:pt x="253847" y="53667"/>
                </a:lnTo>
                <a:lnTo>
                  <a:pt x="254156" y="53906"/>
                </a:lnTo>
                <a:lnTo>
                  <a:pt x="254459" y="54149"/>
                </a:lnTo>
                <a:lnTo>
                  <a:pt x="254758" y="54397"/>
                </a:lnTo>
                <a:lnTo>
                  <a:pt x="255051" y="54649"/>
                </a:lnTo>
                <a:lnTo>
                  <a:pt x="255339" y="54906"/>
                </a:lnTo>
                <a:lnTo>
                  <a:pt x="255622" y="55168"/>
                </a:lnTo>
                <a:lnTo>
                  <a:pt x="255899" y="55434"/>
                </a:lnTo>
                <a:lnTo>
                  <a:pt x="256171" y="55705"/>
                </a:lnTo>
                <a:lnTo>
                  <a:pt x="256438" y="55981"/>
                </a:lnTo>
                <a:lnTo>
                  <a:pt x="256700" y="56261"/>
                </a:lnTo>
                <a:lnTo>
                  <a:pt x="256957" y="56545"/>
                </a:lnTo>
                <a:lnTo>
                  <a:pt x="257208" y="56835"/>
                </a:lnTo>
                <a:lnTo>
                  <a:pt x="257454" y="57127"/>
                </a:lnTo>
                <a:lnTo>
                  <a:pt x="257697" y="57422"/>
                </a:lnTo>
                <a:lnTo>
                  <a:pt x="257935" y="57718"/>
                </a:lnTo>
                <a:lnTo>
                  <a:pt x="258169" y="58016"/>
                </a:lnTo>
                <a:lnTo>
                  <a:pt x="258398" y="58317"/>
                </a:lnTo>
                <a:lnTo>
                  <a:pt x="258624" y="58619"/>
                </a:lnTo>
                <a:lnTo>
                  <a:pt x="258845" y="58923"/>
                </a:lnTo>
                <a:lnTo>
                  <a:pt x="259062" y="59229"/>
                </a:lnTo>
                <a:lnTo>
                  <a:pt x="259275" y="59537"/>
                </a:lnTo>
                <a:lnTo>
                  <a:pt x="259483" y="59847"/>
                </a:lnTo>
                <a:lnTo>
                  <a:pt x="259687" y="60158"/>
                </a:lnTo>
                <a:lnTo>
                  <a:pt x="259887" y="60472"/>
                </a:lnTo>
                <a:lnTo>
                  <a:pt x="260083" y="60788"/>
                </a:lnTo>
                <a:lnTo>
                  <a:pt x="260275" y="61105"/>
                </a:lnTo>
                <a:lnTo>
                  <a:pt x="260462" y="61424"/>
                </a:lnTo>
                <a:lnTo>
                  <a:pt x="260646" y="61746"/>
                </a:lnTo>
                <a:lnTo>
                  <a:pt x="260825" y="62069"/>
                </a:lnTo>
                <a:lnTo>
                  <a:pt x="260999" y="62394"/>
                </a:lnTo>
                <a:lnTo>
                  <a:pt x="261170" y="62721"/>
                </a:lnTo>
                <a:lnTo>
                  <a:pt x="261336" y="63050"/>
                </a:lnTo>
                <a:lnTo>
                  <a:pt x="261498" y="63381"/>
                </a:lnTo>
                <a:lnTo>
                  <a:pt x="261656" y="63714"/>
                </a:lnTo>
                <a:lnTo>
                  <a:pt x="261738" y="63893"/>
                </a:lnTo>
                <a:lnTo>
                  <a:pt x="261738" y="102496"/>
                </a:lnTo>
                <a:lnTo>
                  <a:pt x="261613" y="102746"/>
                </a:lnTo>
                <a:lnTo>
                  <a:pt x="261391" y="103174"/>
                </a:lnTo>
                <a:lnTo>
                  <a:pt x="261163" y="103598"/>
                </a:lnTo>
                <a:lnTo>
                  <a:pt x="260929" y="104020"/>
                </a:lnTo>
                <a:close/>
                <a:moveTo>
                  <a:pt x="345188" y="100441"/>
                </a:moveTo>
                <a:lnTo>
                  <a:pt x="345146" y="100578"/>
                </a:lnTo>
                <a:lnTo>
                  <a:pt x="344976" y="101103"/>
                </a:lnTo>
                <a:lnTo>
                  <a:pt x="344797" y="101624"/>
                </a:lnTo>
                <a:lnTo>
                  <a:pt x="344610" y="102142"/>
                </a:lnTo>
                <a:lnTo>
                  <a:pt x="344415" y="102656"/>
                </a:lnTo>
                <a:lnTo>
                  <a:pt x="344209" y="103164"/>
                </a:lnTo>
                <a:lnTo>
                  <a:pt x="343993" y="103664"/>
                </a:lnTo>
                <a:lnTo>
                  <a:pt x="343765" y="104156"/>
                </a:lnTo>
                <a:lnTo>
                  <a:pt x="343526" y="104639"/>
                </a:lnTo>
                <a:lnTo>
                  <a:pt x="343276" y="105113"/>
                </a:lnTo>
                <a:lnTo>
                  <a:pt x="343015" y="105580"/>
                </a:lnTo>
                <a:lnTo>
                  <a:pt x="342742" y="106037"/>
                </a:lnTo>
                <a:lnTo>
                  <a:pt x="342458" y="106487"/>
                </a:lnTo>
                <a:lnTo>
                  <a:pt x="342163" y="106927"/>
                </a:lnTo>
                <a:lnTo>
                  <a:pt x="341857" y="107360"/>
                </a:lnTo>
                <a:lnTo>
                  <a:pt x="341539" y="107784"/>
                </a:lnTo>
                <a:lnTo>
                  <a:pt x="341210" y="108199"/>
                </a:lnTo>
                <a:lnTo>
                  <a:pt x="340870" y="108606"/>
                </a:lnTo>
                <a:lnTo>
                  <a:pt x="340518" y="109005"/>
                </a:lnTo>
                <a:lnTo>
                  <a:pt x="340156" y="109395"/>
                </a:lnTo>
                <a:lnTo>
                  <a:pt x="339782" y="109777"/>
                </a:lnTo>
                <a:lnTo>
                  <a:pt x="339396" y="110150"/>
                </a:lnTo>
                <a:lnTo>
                  <a:pt x="339000" y="110515"/>
                </a:lnTo>
                <a:lnTo>
                  <a:pt x="338592" y="110872"/>
                </a:lnTo>
                <a:lnTo>
                  <a:pt x="338173" y="111220"/>
                </a:lnTo>
                <a:lnTo>
                  <a:pt x="337743" y="111559"/>
                </a:lnTo>
                <a:lnTo>
                  <a:pt x="337301" y="111890"/>
                </a:lnTo>
                <a:lnTo>
                  <a:pt x="336849" y="112213"/>
                </a:lnTo>
                <a:lnTo>
                  <a:pt x="336385" y="112527"/>
                </a:lnTo>
                <a:lnTo>
                  <a:pt x="335908" y="112831"/>
                </a:lnTo>
                <a:lnTo>
                  <a:pt x="335417" y="113122"/>
                </a:lnTo>
                <a:lnTo>
                  <a:pt x="334912" y="113399"/>
                </a:lnTo>
                <a:lnTo>
                  <a:pt x="334393" y="113664"/>
                </a:lnTo>
                <a:lnTo>
                  <a:pt x="333859" y="113916"/>
                </a:lnTo>
                <a:lnTo>
                  <a:pt x="333311" y="114155"/>
                </a:lnTo>
                <a:lnTo>
                  <a:pt x="332749" y="114381"/>
                </a:lnTo>
                <a:lnTo>
                  <a:pt x="332173" y="114594"/>
                </a:lnTo>
                <a:lnTo>
                  <a:pt x="331583" y="114794"/>
                </a:lnTo>
                <a:lnTo>
                  <a:pt x="330979" y="114982"/>
                </a:lnTo>
                <a:lnTo>
                  <a:pt x="330360" y="115156"/>
                </a:lnTo>
                <a:lnTo>
                  <a:pt x="329727" y="115318"/>
                </a:lnTo>
                <a:lnTo>
                  <a:pt x="329080" y="115466"/>
                </a:lnTo>
                <a:lnTo>
                  <a:pt x="328419" y="115602"/>
                </a:lnTo>
                <a:lnTo>
                  <a:pt x="327743" y="115724"/>
                </a:lnTo>
                <a:lnTo>
                  <a:pt x="327053" y="115834"/>
                </a:lnTo>
                <a:lnTo>
                  <a:pt x="326350" y="115931"/>
                </a:lnTo>
                <a:lnTo>
                  <a:pt x="325632" y="116015"/>
                </a:lnTo>
                <a:lnTo>
                  <a:pt x="324899" y="116086"/>
                </a:lnTo>
                <a:lnTo>
                  <a:pt x="324153" y="116144"/>
                </a:lnTo>
                <a:lnTo>
                  <a:pt x="323392" y="116189"/>
                </a:lnTo>
                <a:lnTo>
                  <a:pt x="322617" y="116222"/>
                </a:lnTo>
                <a:lnTo>
                  <a:pt x="321828" y="116241"/>
                </a:lnTo>
                <a:lnTo>
                  <a:pt x="321025" y="116248"/>
                </a:lnTo>
                <a:lnTo>
                  <a:pt x="320707" y="116246"/>
                </a:lnTo>
                <a:lnTo>
                  <a:pt x="320390" y="116240"/>
                </a:lnTo>
                <a:lnTo>
                  <a:pt x="320075" y="116230"/>
                </a:lnTo>
                <a:lnTo>
                  <a:pt x="319762" y="116217"/>
                </a:lnTo>
                <a:lnTo>
                  <a:pt x="319451" y="116200"/>
                </a:lnTo>
                <a:lnTo>
                  <a:pt x="319142" y="116179"/>
                </a:lnTo>
                <a:lnTo>
                  <a:pt x="318834" y="116154"/>
                </a:lnTo>
                <a:lnTo>
                  <a:pt x="318529" y="116125"/>
                </a:lnTo>
                <a:lnTo>
                  <a:pt x="318224" y="116092"/>
                </a:lnTo>
                <a:lnTo>
                  <a:pt x="317922" y="116056"/>
                </a:lnTo>
                <a:lnTo>
                  <a:pt x="317622" y="116015"/>
                </a:lnTo>
                <a:lnTo>
                  <a:pt x="317323" y="115971"/>
                </a:lnTo>
                <a:lnTo>
                  <a:pt x="317026" y="115923"/>
                </a:lnTo>
                <a:lnTo>
                  <a:pt x="316731" y="115872"/>
                </a:lnTo>
                <a:lnTo>
                  <a:pt x="316438" y="115816"/>
                </a:lnTo>
                <a:lnTo>
                  <a:pt x="316147" y="115756"/>
                </a:lnTo>
                <a:lnTo>
                  <a:pt x="315857" y="115693"/>
                </a:lnTo>
                <a:lnTo>
                  <a:pt x="315569" y="115626"/>
                </a:lnTo>
                <a:lnTo>
                  <a:pt x="315283" y="115555"/>
                </a:lnTo>
                <a:lnTo>
                  <a:pt x="314999" y="115480"/>
                </a:lnTo>
                <a:lnTo>
                  <a:pt x="314716" y="115402"/>
                </a:lnTo>
                <a:lnTo>
                  <a:pt x="314435" y="115319"/>
                </a:lnTo>
                <a:lnTo>
                  <a:pt x="314156" y="115233"/>
                </a:lnTo>
                <a:lnTo>
                  <a:pt x="313879" y="115143"/>
                </a:lnTo>
                <a:lnTo>
                  <a:pt x="313604" y="115048"/>
                </a:lnTo>
                <a:lnTo>
                  <a:pt x="313332" y="114948"/>
                </a:lnTo>
                <a:lnTo>
                  <a:pt x="313063" y="114844"/>
                </a:lnTo>
                <a:lnTo>
                  <a:pt x="312796" y="114734"/>
                </a:lnTo>
                <a:lnTo>
                  <a:pt x="312532" y="114620"/>
                </a:lnTo>
                <a:lnTo>
                  <a:pt x="312270" y="114500"/>
                </a:lnTo>
                <a:lnTo>
                  <a:pt x="312011" y="114376"/>
                </a:lnTo>
                <a:lnTo>
                  <a:pt x="311755" y="114246"/>
                </a:lnTo>
                <a:lnTo>
                  <a:pt x="311502" y="114112"/>
                </a:lnTo>
                <a:lnTo>
                  <a:pt x="311251" y="113972"/>
                </a:lnTo>
                <a:lnTo>
                  <a:pt x="311003" y="113828"/>
                </a:lnTo>
                <a:lnTo>
                  <a:pt x="310758" y="113678"/>
                </a:lnTo>
                <a:lnTo>
                  <a:pt x="310515" y="113524"/>
                </a:lnTo>
                <a:lnTo>
                  <a:pt x="310275" y="113365"/>
                </a:lnTo>
                <a:lnTo>
                  <a:pt x="310038" y="113200"/>
                </a:lnTo>
                <a:lnTo>
                  <a:pt x="309803" y="113031"/>
                </a:lnTo>
                <a:lnTo>
                  <a:pt x="309571" y="112856"/>
                </a:lnTo>
                <a:lnTo>
                  <a:pt x="309342" y="112677"/>
                </a:lnTo>
                <a:lnTo>
                  <a:pt x="309115" y="112493"/>
                </a:lnTo>
                <a:lnTo>
                  <a:pt x="308891" y="112303"/>
                </a:lnTo>
                <a:lnTo>
                  <a:pt x="308670" y="112109"/>
                </a:lnTo>
                <a:lnTo>
                  <a:pt x="308452" y="111910"/>
                </a:lnTo>
                <a:lnTo>
                  <a:pt x="308236" y="111705"/>
                </a:lnTo>
                <a:lnTo>
                  <a:pt x="308023" y="111496"/>
                </a:lnTo>
                <a:lnTo>
                  <a:pt x="307813" y="111281"/>
                </a:lnTo>
                <a:lnTo>
                  <a:pt x="307607" y="111060"/>
                </a:lnTo>
                <a:lnTo>
                  <a:pt x="307405" y="110833"/>
                </a:lnTo>
                <a:lnTo>
                  <a:pt x="307206" y="110600"/>
                </a:lnTo>
                <a:lnTo>
                  <a:pt x="307012" y="110360"/>
                </a:lnTo>
                <a:lnTo>
                  <a:pt x="306821" y="110115"/>
                </a:lnTo>
                <a:lnTo>
                  <a:pt x="306634" y="109863"/>
                </a:lnTo>
                <a:lnTo>
                  <a:pt x="306451" y="109605"/>
                </a:lnTo>
                <a:lnTo>
                  <a:pt x="306272" y="109341"/>
                </a:lnTo>
                <a:lnTo>
                  <a:pt x="306097" y="109071"/>
                </a:lnTo>
                <a:lnTo>
                  <a:pt x="305925" y="108795"/>
                </a:lnTo>
                <a:lnTo>
                  <a:pt x="305757" y="108512"/>
                </a:lnTo>
                <a:lnTo>
                  <a:pt x="305594" y="108224"/>
                </a:lnTo>
                <a:lnTo>
                  <a:pt x="305434" y="107929"/>
                </a:lnTo>
                <a:lnTo>
                  <a:pt x="305277" y="107628"/>
                </a:lnTo>
                <a:lnTo>
                  <a:pt x="305125" y="107322"/>
                </a:lnTo>
                <a:lnTo>
                  <a:pt x="304977" y="107008"/>
                </a:lnTo>
                <a:lnTo>
                  <a:pt x="304832" y="106689"/>
                </a:lnTo>
                <a:lnTo>
                  <a:pt x="304691" y="106364"/>
                </a:lnTo>
                <a:lnTo>
                  <a:pt x="304554" y="106032"/>
                </a:lnTo>
                <a:lnTo>
                  <a:pt x="304421" y="105695"/>
                </a:lnTo>
                <a:lnTo>
                  <a:pt x="304292" y="105351"/>
                </a:lnTo>
                <a:lnTo>
                  <a:pt x="304166" y="105001"/>
                </a:lnTo>
                <a:lnTo>
                  <a:pt x="304045" y="104645"/>
                </a:lnTo>
                <a:lnTo>
                  <a:pt x="303927" y="104282"/>
                </a:lnTo>
                <a:lnTo>
                  <a:pt x="303815" y="103913"/>
                </a:lnTo>
                <a:lnTo>
                  <a:pt x="303708" y="103536"/>
                </a:lnTo>
                <a:lnTo>
                  <a:pt x="303606" y="103152"/>
                </a:lnTo>
                <a:lnTo>
                  <a:pt x="303508" y="102761"/>
                </a:lnTo>
                <a:lnTo>
                  <a:pt x="303416" y="102364"/>
                </a:lnTo>
                <a:lnTo>
                  <a:pt x="303329" y="101959"/>
                </a:lnTo>
                <a:lnTo>
                  <a:pt x="303247" y="101547"/>
                </a:lnTo>
                <a:lnTo>
                  <a:pt x="303169" y="101128"/>
                </a:lnTo>
                <a:lnTo>
                  <a:pt x="303097" y="100702"/>
                </a:lnTo>
                <a:lnTo>
                  <a:pt x="303030" y="100269"/>
                </a:lnTo>
                <a:lnTo>
                  <a:pt x="302967" y="99829"/>
                </a:lnTo>
                <a:lnTo>
                  <a:pt x="302910" y="99382"/>
                </a:lnTo>
                <a:lnTo>
                  <a:pt x="302858" y="98928"/>
                </a:lnTo>
                <a:lnTo>
                  <a:pt x="302810" y="98467"/>
                </a:lnTo>
                <a:lnTo>
                  <a:pt x="302768" y="97998"/>
                </a:lnTo>
                <a:lnTo>
                  <a:pt x="302730" y="97523"/>
                </a:lnTo>
                <a:lnTo>
                  <a:pt x="302698" y="97041"/>
                </a:lnTo>
                <a:lnTo>
                  <a:pt x="302670" y="96552"/>
                </a:lnTo>
                <a:lnTo>
                  <a:pt x="302648" y="96055"/>
                </a:lnTo>
                <a:lnTo>
                  <a:pt x="302631" y="95552"/>
                </a:lnTo>
                <a:lnTo>
                  <a:pt x="302618" y="95042"/>
                </a:lnTo>
                <a:lnTo>
                  <a:pt x="302611" y="94524"/>
                </a:lnTo>
                <a:lnTo>
                  <a:pt x="302608" y="94000"/>
                </a:lnTo>
                <a:lnTo>
                  <a:pt x="302608" y="42875"/>
                </a:lnTo>
                <a:lnTo>
                  <a:pt x="293842" y="42875"/>
                </a:lnTo>
                <a:lnTo>
                  <a:pt x="293842" y="93853"/>
                </a:lnTo>
                <a:lnTo>
                  <a:pt x="293845" y="94530"/>
                </a:lnTo>
                <a:lnTo>
                  <a:pt x="293855" y="95199"/>
                </a:lnTo>
                <a:lnTo>
                  <a:pt x="293871" y="95859"/>
                </a:lnTo>
                <a:lnTo>
                  <a:pt x="293894" y="96511"/>
                </a:lnTo>
                <a:lnTo>
                  <a:pt x="293923" y="97154"/>
                </a:lnTo>
                <a:lnTo>
                  <a:pt x="293959" y="97789"/>
                </a:lnTo>
                <a:lnTo>
                  <a:pt x="294001" y="98416"/>
                </a:lnTo>
                <a:lnTo>
                  <a:pt x="294050" y="99034"/>
                </a:lnTo>
                <a:lnTo>
                  <a:pt x="294106" y="99644"/>
                </a:lnTo>
                <a:lnTo>
                  <a:pt x="294168" y="100245"/>
                </a:lnTo>
                <a:lnTo>
                  <a:pt x="294236" y="100838"/>
                </a:lnTo>
                <a:lnTo>
                  <a:pt x="294311" y="101422"/>
                </a:lnTo>
                <a:lnTo>
                  <a:pt x="294393" y="101998"/>
                </a:lnTo>
                <a:lnTo>
                  <a:pt x="294481" y="102565"/>
                </a:lnTo>
                <a:lnTo>
                  <a:pt x="294575" y="103124"/>
                </a:lnTo>
                <a:lnTo>
                  <a:pt x="294677" y="103675"/>
                </a:lnTo>
                <a:lnTo>
                  <a:pt x="294784" y="104217"/>
                </a:lnTo>
                <a:lnTo>
                  <a:pt x="294898" y="104751"/>
                </a:lnTo>
                <a:lnTo>
                  <a:pt x="295019" y="105276"/>
                </a:lnTo>
                <a:lnTo>
                  <a:pt x="295146" y="105793"/>
                </a:lnTo>
                <a:lnTo>
                  <a:pt x="295280" y="106301"/>
                </a:lnTo>
                <a:lnTo>
                  <a:pt x="295420" y="106801"/>
                </a:lnTo>
                <a:lnTo>
                  <a:pt x="295567" y="107293"/>
                </a:lnTo>
                <a:lnTo>
                  <a:pt x="295720" y="107776"/>
                </a:lnTo>
                <a:lnTo>
                  <a:pt x="295879" y="108251"/>
                </a:lnTo>
                <a:lnTo>
                  <a:pt x="296044" y="108718"/>
                </a:lnTo>
                <a:lnTo>
                  <a:pt x="296215" y="109178"/>
                </a:lnTo>
                <a:lnTo>
                  <a:pt x="296390" y="109631"/>
                </a:lnTo>
                <a:lnTo>
                  <a:pt x="296572" y="110076"/>
                </a:lnTo>
                <a:lnTo>
                  <a:pt x="296758" y="110513"/>
                </a:lnTo>
                <a:lnTo>
                  <a:pt x="296951" y="110943"/>
                </a:lnTo>
                <a:lnTo>
                  <a:pt x="297149" y="111365"/>
                </a:lnTo>
                <a:lnTo>
                  <a:pt x="297352" y="111780"/>
                </a:lnTo>
                <a:lnTo>
                  <a:pt x="297561" y="112187"/>
                </a:lnTo>
                <a:lnTo>
                  <a:pt x="297775" y="112587"/>
                </a:lnTo>
                <a:lnTo>
                  <a:pt x="297995" y="112979"/>
                </a:lnTo>
                <a:lnTo>
                  <a:pt x="298220" y="113363"/>
                </a:lnTo>
                <a:lnTo>
                  <a:pt x="298451" y="113740"/>
                </a:lnTo>
                <a:lnTo>
                  <a:pt x="298687" y="114109"/>
                </a:lnTo>
                <a:lnTo>
                  <a:pt x="298929" y="114471"/>
                </a:lnTo>
                <a:lnTo>
                  <a:pt x="299176" y="114826"/>
                </a:lnTo>
                <a:lnTo>
                  <a:pt x="299429" y="115172"/>
                </a:lnTo>
                <a:lnTo>
                  <a:pt x="299687" y="115512"/>
                </a:lnTo>
                <a:lnTo>
                  <a:pt x="299951" y="115843"/>
                </a:lnTo>
                <a:lnTo>
                  <a:pt x="300220" y="116168"/>
                </a:lnTo>
                <a:lnTo>
                  <a:pt x="300495" y="116484"/>
                </a:lnTo>
                <a:lnTo>
                  <a:pt x="300775" y="116793"/>
                </a:lnTo>
                <a:lnTo>
                  <a:pt x="301061" y="117095"/>
                </a:lnTo>
                <a:lnTo>
                  <a:pt x="301352" y="117389"/>
                </a:lnTo>
                <a:lnTo>
                  <a:pt x="301648" y="117677"/>
                </a:lnTo>
                <a:lnTo>
                  <a:pt x="301948" y="117959"/>
                </a:lnTo>
                <a:lnTo>
                  <a:pt x="302253" y="118234"/>
                </a:lnTo>
                <a:lnTo>
                  <a:pt x="302563" y="118502"/>
                </a:lnTo>
                <a:lnTo>
                  <a:pt x="302877" y="118764"/>
                </a:lnTo>
                <a:lnTo>
                  <a:pt x="303197" y="119019"/>
                </a:lnTo>
                <a:lnTo>
                  <a:pt x="303521" y="119268"/>
                </a:lnTo>
                <a:lnTo>
                  <a:pt x="303850" y="119510"/>
                </a:lnTo>
                <a:lnTo>
                  <a:pt x="304183" y="119746"/>
                </a:lnTo>
                <a:lnTo>
                  <a:pt x="304521" y="119975"/>
                </a:lnTo>
                <a:lnTo>
                  <a:pt x="304864" y="120198"/>
                </a:lnTo>
                <a:lnTo>
                  <a:pt x="305212" y="120414"/>
                </a:lnTo>
                <a:lnTo>
                  <a:pt x="305564" y="120624"/>
                </a:lnTo>
                <a:lnTo>
                  <a:pt x="305921" y="120827"/>
                </a:lnTo>
                <a:lnTo>
                  <a:pt x="306283" y="121024"/>
                </a:lnTo>
                <a:lnTo>
                  <a:pt x="306650" y="121214"/>
                </a:lnTo>
                <a:lnTo>
                  <a:pt x="307021" y="121397"/>
                </a:lnTo>
                <a:lnTo>
                  <a:pt x="307397" y="121574"/>
                </a:lnTo>
                <a:lnTo>
                  <a:pt x="307778" y="121745"/>
                </a:lnTo>
                <a:lnTo>
                  <a:pt x="308164" y="121909"/>
                </a:lnTo>
                <a:lnTo>
                  <a:pt x="308554" y="122067"/>
                </a:lnTo>
                <a:lnTo>
                  <a:pt x="308949" y="122218"/>
                </a:lnTo>
                <a:lnTo>
                  <a:pt x="309349" y="122362"/>
                </a:lnTo>
                <a:lnTo>
                  <a:pt x="309753" y="122500"/>
                </a:lnTo>
                <a:lnTo>
                  <a:pt x="310160" y="122633"/>
                </a:lnTo>
                <a:lnTo>
                  <a:pt x="310571" y="122759"/>
                </a:lnTo>
                <a:lnTo>
                  <a:pt x="310985" y="122880"/>
                </a:lnTo>
                <a:lnTo>
                  <a:pt x="311402" y="122994"/>
                </a:lnTo>
                <a:lnTo>
                  <a:pt x="311823" y="123103"/>
                </a:lnTo>
                <a:lnTo>
                  <a:pt x="312248" y="123206"/>
                </a:lnTo>
                <a:lnTo>
                  <a:pt x="312676" y="123303"/>
                </a:lnTo>
                <a:lnTo>
                  <a:pt x="313107" y="123394"/>
                </a:lnTo>
                <a:lnTo>
                  <a:pt x="313542" y="123480"/>
                </a:lnTo>
                <a:lnTo>
                  <a:pt x="313981" y="123559"/>
                </a:lnTo>
                <a:lnTo>
                  <a:pt x="314423" y="123633"/>
                </a:lnTo>
                <a:lnTo>
                  <a:pt x="314868" y="123700"/>
                </a:lnTo>
                <a:lnTo>
                  <a:pt x="315317" y="123762"/>
                </a:lnTo>
                <a:lnTo>
                  <a:pt x="315769" y="123818"/>
                </a:lnTo>
                <a:lnTo>
                  <a:pt x="316224" y="123868"/>
                </a:lnTo>
                <a:lnTo>
                  <a:pt x="316683" y="123912"/>
                </a:lnTo>
                <a:lnTo>
                  <a:pt x="317146" y="123950"/>
                </a:lnTo>
                <a:lnTo>
                  <a:pt x="317612" y="123983"/>
                </a:lnTo>
                <a:lnTo>
                  <a:pt x="318081" y="124009"/>
                </a:lnTo>
                <a:lnTo>
                  <a:pt x="318554" y="124030"/>
                </a:lnTo>
                <a:lnTo>
                  <a:pt x="319031" y="124045"/>
                </a:lnTo>
                <a:lnTo>
                  <a:pt x="319510" y="124053"/>
                </a:lnTo>
                <a:lnTo>
                  <a:pt x="319994" y="124056"/>
                </a:lnTo>
                <a:lnTo>
                  <a:pt x="320689" y="124052"/>
                </a:lnTo>
                <a:lnTo>
                  <a:pt x="321376" y="124038"/>
                </a:lnTo>
                <a:lnTo>
                  <a:pt x="322055" y="124015"/>
                </a:lnTo>
                <a:lnTo>
                  <a:pt x="322726" y="123984"/>
                </a:lnTo>
                <a:lnTo>
                  <a:pt x="323387" y="123943"/>
                </a:lnTo>
                <a:lnTo>
                  <a:pt x="324041" y="123893"/>
                </a:lnTo>
                <a:lnTo>
                  <a:pt x="324686" y="123834"/>
                </a:lnTo>
                <a:lnTo>
                  <a:pt x="325322" y="123766"/>
                </a:lnTo>
                <a:lnTo>
                  <a:pt x="325950" y="123689"/>
                </a:lnTo>
                <a:lnTo>
                  <a:pt x="326570" y="123602"/>
                </a:lnTo>
                <a:lnTo>
                  <a:pt x="327181" y="123507"/>
                </a:lnTo>
                <a:lnTo>
                  <a:pt x="327784" y="123403"/>
                </a:lnTo>
                <a:lnTo>
                  <a:pt x="328378" y="123289"/>
                </a:lnTo>
                <a:lnTo>
                  <a:pt x="328964" y="123166"/>
                </a:lnTo>
                <a:lnTo>
                  <a:pt x="329542" y="123035"/>
                </a:lnTo>
                <a:lnTo>
                  <a:pt x="330111" y="122894"/>
                </a:lnTo>
                <a:lnTo>
                  <a:pt x="330671" y="122744"/>
                </a:lnTo>
                <a:lnTo>
                  <a:pt x="331223" y="122585"/>
                </a:lnTo>
                <a:lnTo>
                  <a:pt x="331767" y="122417"/>
                </a:lnTo>
                <a:lnTo>
                  <a:pt x="332302" y="122240"/>
                </a:lnTo>
                <a:lnTo>
                  <a:pt x="332829" y="122054"/>
                </a:lnTo>
                <a:lnTo>
                  <a:pt x="333347" y="121859"/>
                </a:lnTo>
                <a:lnTo>
                  <a:pt x="333857" y="121655"/>
                </a:lnTo>
                <a:lnTo>
                  <a:pt x="334359" y="121441"/>
                </a:lnTo>
                <a:lnTo>
                  <a:pt x="334852" y="121220"/>
                </a:lnTo>
                <a:lnTo>
                  <a:pt x="335338" y="120991"/>
                </a:lnTo>
                <a:lnTo>
                  <a:pt x="335816" y="120755"/>
                </a:lnTo>
                <a:lnTo>
                  <a:pt x="336287" y="120512"/>
                </a:lnTo>
                <a:lnTo>
                  <a:pt x="336749" y="120262"/>
                </a:lnTo>
                <a:lnTo>
                  <a:pt x="337204" y="120005"/>
                </a:lnTo>
                <a:lnTo>
                  <a:pt x="337652" y="119740"/>
                </a:lnTo>
                <a:lnTo>
                  <a:pt x="338091" y="119468"/>
                </a:lnTo>
                <a:lnTo>
                  <a:pt x="338523" y="119190"/>
                </a:lnTo>
                <a:lnTo>
                  <a:pt x="338948" y="118904"/>
                </a:lnTo>
                <a:lnTo>
                  <a:pt x="339364" y="118611"/>
                </a:lnTo>
                <a:lnTo>
                  <a:pt x="339773" y="118310"/>
                </a:lnTo>
                <a:lnTo>
                  <a:pt x="340175" y="118003"/>
                </a:lnTo>
                <a:lnTo>
                  <a:pt x="340568" y="117688"/>
                </a:lnTo>
                <a:lnTo>
                  <a:pt x="340954" y="117366"/>
                </a:lnTo>
                <a:lnTo>
                  <a:pt x="341333" y="117037"/>
                </a:lnTo>
                <a:lnTo>
                  <a:pt x="341703" y="116701"/>
                </a:lnTo>
                <a:lnTo>
                  <a:pt x="342066" y="116358"/>
                </a:lnTo>
                <a:lnTo>
                  <a:pt x="342422" y="116008"/>
                </a:lnTo>
                <a:lnTo>
                  <a:pt x="342769" y="115650"/>
                </a:lnTo>
                <a:lnTo>
                  <a:pt x="343109" y="115285"/>
                </a:lnTo>
                <a:lnTo>
                  <a:pt x="343441" y="114913"/>
                </a:lnTo>
                <a:lnTo>
                  <a:pt x="343766" y="114534"/>
                </a:lnTo>
                <a:lnTo>
                  <a:pt x="344083" y="114148"/>
                </a:lnTo>
                <a:lnTo>
                  <a:pt x="344393" y="113755"/>
                </a:lnTo>
                <a:lnTo>
                  <a:pt x="344695" y="113357"/>
                </a:lnTo>
                <a:lnTo>
                  <a:pt x="344991" y="112952"/>
                </a:lnTo>
                <a:lnTo>
                  <a:pt x="345280" y="112542"/>
                </a:lnTo>
                <a:lnTo>
                  <a:pt x="345353" y="112434"/>
                </a:lnTo>
                <a:lnTo>
                  <a:pt x="345556" y="122583"/>
                </a:lnTo>
                <a:lnTo>
                  <a:pt x="354102" y="122583"/>
                </a:lnTo>
                <a:lnTo>
                  <a:pt x="354102" y="42875"/>
                </a:lnTo>
                <a:lnTo>
                  <a:pt x="345188" y="42875"/>
                </a:lnTo>
                <a:lnTo>
                  <a:pt x="345188" y="100441"/>
                </a:lnTo>
                <a:close/>
                <a:moveTo>
                  <a:pt x="377001" y="20915"/>
                </a:moveTo>
                <a:lnTo>
                  <a:pt x="377036" y="21102"/>
                </a:lnTo>
                <a:lnTo>
                  <a:pt x="377078" y="21286"/>
                </a:lnTo>
                <a:lnTo>
                  <a:pt x="377124" y="21468"/>
                </a:lnTo>
                <a:lnTo>
                  <a:pt x="377177" y="21647"/>
                </a:lnTo>
                <a:lnTo>
                  <a:pt x="377234" y="21824"/>
                </a:lnTo>
                <a:lnTo>
                  <a:pt x="377298" y="21999"/>
                </a:lnTo>
                <a:lnTo>
                  <a:pt x="377366" y="22171"/>
                </a:lnTo>
                <a:lnTo>
                  <a:pt x="377441" y="22341"/>
                </a:lnTo>
                <a:lnTo>
                  <a:pt x="377520" y="22508"/>
                </a:lnTo>
                <a:lnTo>
                  <a:pt x="377606" y="22673"/>
                </a:lnTo>
                <a:lnTo>
                  <a:pt x="377696" y="22836"/>
                </a:lnTo>
                <a:lnTo>
                  <a:pt x="377793" y="22996"/>
                </a:lnTo>
                <a:lnTo>
                  <a:pt x="377894" y="23153"/>
                </a:lnTo>
                <a:lnTo>
                  <a:pt x="378002" y="23309"/>
                </a:lnTo>
                <a:lnTo>
                  <a:pt x="378114" y="23461"/>
                </a:lnTo>
                <a:lnTo>
                  <a:pt x="378233" y="23612"/>
                </a:lnTo>
                <a:lnTo>
                  <a:pt x="378356" y="23760"/>
                </a:lnTo>
                <a:lnTo>
                  <a:pt x="378486" y="23905"/>
                </a:lnTo>
                <a:lnTo>
                  <a:pt x="378620" y="24046"/>
                </a:lnTo>
                <a:lnTo>
                  <a:pt x="378758" y="24182"/>
                </a:lnTo>
                <a:lnTo>
                  <a:pt x="378902" y="24311"/>
                </a:lnTo>
                <a:lnTo>
                  <a:pt x="379049" y="24434"/>
                </a:lnTo>
                <a:lnTo>
                  <a:pt x="379201" y="24551"/>
                </a:lnTo>
                <a:lnTo>
                  <a:pt x="379358" y="24663"/>
                </a:lnTo>
                <a:lnTo>
                  <a:pt x="379519" y="24768"/>
                </a:lnTo>
                <a:lnTo>
                  <a:pt x="379685" y="24867"/>
                </a:lnTo>
                <a:lnTo>
                  <a:pt x="379855" y="24960"/>
                </a:lnTo>
                <a:lnTo>
                  <a:pt x="380029" y="25047"/>
                </a:lnTo>
                <a:lnTo>
                  <a:pt x="380208" y="25128"/>
                </a:lnTo>
                <a:lnTo>
                  <a:pt x="380392" y="25204"/>
                </a:lnTo>
                <a:lnTo>
                  <a:pt x="380580" y="25273"/>
                </a:lnTo>
                <a:lnTo>
                  <a:pt x="380772" y="25336"/>
                </a:lnTo>
                <a:lnTo>
                  <a:pt x="380969" y="25393"/>
                </a:lnTo>
                <a:lnTo>
                  <a:pt x="381170" y="25444"/>
                </a:lnTo>
                <a:lnTo>
                  <a:pt x="381376" y="25489"/>
                </a:lnTo>
                <a:lnTo>
                  <a:pt x="381586" y="25528"/>
                </a:lnTo>
                <a:lnTo>
                  <a:pt x="381801" y="25561"/>
                </a:lnTo>
                <a:lnTo>
                  <a:pt x="382021" y="25588"/>
                </a:lnTo>
                <a:lnTo>
                  <a:pt x="382244" y="25609"/>
                </a:lnTo>
                <a:lnTo>
                  <a:pt x="382473" y="25624"/>
                </a:lnTo>
                <a:lnTo>
                  <a:pt x="382705" y="25633"/>
                </a:lnTo>
                <a:lnTo>
                  <a:pt x="382942" y="25636"/>
                </a:lnTo>
                <a:lnTo>
                  <a:pt x="383174" y="25633"/>
                </a:lnTo>
                <a:lnTo>
                  <a:pt x="383401" y="25624"/>
                </a:lnTo>
                <a:lnTo>
                  <a:pt x="383624" y="25609"/>
                </a:lnTo>
                <a:lnTo>
                  <a:pt x="383844" y="25588"/>
                </a:lnTo>
                <a:lnTo>
                  <a:pt x="384059" y="25561"/>
                </a:lnTo>
                <a:lnTo>
                  <a:pt x="384271" y="25528"/>
                </a:lnTo>
                <a:lnTo>
                  <a:pt x="384478" y="25489"/>
                </a:lnTo>
                <a:lnTo>
                  <a:pt x="384682" y="25444"/>
                </a:lnTo>
                <a:lnTo>
                  <a:pt x="384881" y="25393"/>
                </a:lnTo>
                <a:lnTo>
                  <a:pt x="385077" y="25336"/>
                </a:lnTo>
                <a:lnTo>
                  <a:pt x="385269" y="25273"/>
                </a:lnTo>
                <a:lnTo>
                  <a:pt x="385456" y="25204"/>
                </a:lnTo>
                <a:lnTo>
                  <a:pt x="385640" y="25128"/>
                </a:lnTo>
                <a:lnTo>
                  <a:pt x="385820" y="25047"/>
                </a:lnTo>
                <a:lnTo>
                  <a:pt x="385996" y="24960"/>
                </a:lnTo>
                <a:lnTo>
                  <a:pt x="386167" y="24867"/>
                </a:lnTo>
                <a:lnTo>
                  <a:pt x="386335" y="24768"/>
                </a:lnTo>
                <a:lnTo>
                  <a:pt x="386499" y="24663"/>
                </a:lnTo>
                <a:lnTo>
                  <a:pt x="386659" y="24551"/>
                </a:lnTo>
                <a:lnTo>
                  <a:pt x="386815" y="24434"/>
                </a:lnTo>
                <a:lnTo>
                  <a:pt x="386967" y="24311"/>
                </a:lnTo>
                <a:lnTo>
                  <a:pt x="387115" y="24182"/>
                </a:lnTo>
                <a:lnTo>
                  <a:pt x="387259" y="24046"/>
                </a:lnTo>
                <a:lnTo>
                  <a:pt x="387399" y="23905"/>
                </a:lnTo>
                <a:lnTo>
                  <a:pt x="387535" y="23760"/>
                </a:lnTo>
                <a:lnTo>
                  <a:pt x="387664" y="23612"/>
                </a:lnTo>
                <a:lnTo>
                  <a:pt x="387788" y="23461"/>
                </a:lnTo>
                <a:lnTo>
                  <a:pt x="387906" y="23309"/>
                </a:lnTo>
                <a:lnTo>
                  <a:pt x="388018" y="23153"/>
                </a:lnTo>
                <a:lnTo>
                  <a:pt x="388124" y="22996"/>
                </a:lnTo>
                <a:lnTo>
                  <a:pt x="388225" y="22836"/>
                </a:lnTo>
                <a:lnTo>
                  <a:pt x="388320" y="22673"/>
                </a:lnTo>
                <a:lnTo>
                  <a:pt x="388409" y="22508"/>
                </a:lnTo>
                <a:lnTo>
                  <a:pt x="388493" y="22341"/>
                </a:lnTo>
                <a:lnTo>
                  <a:pt x="388571" y="22171"/>
                </a:lnTo>
                <a:lnTo>
                  <a:pt x="388642" y="21999"/>
                </a:lnTo>
                <a:lnTo>
                  <a:pt x="388709" y="21824"/>
                </a:lnTo>
                <a:lnTo>
                  <a:pt x="388769" y="21647"/>
                </a:lnTo>
                <a:lnTo>
                  <a:pt x="388824" y="21468"/>
                </a:lnTo>
                <a:lnTo>
                  <a:pt x="388873" y="21286"/>
                </a:lnTo>
                <a:lnTo>
                  <a:pt x="388916" y="21102"/>
                </a:lnTo>
                <a:lnTo>
                  <a:pt x="388953" y="20915"/>
                </a:lnTo>
                <a:lnTo>
                  <a:pt x="388985" y="20725"/>
                </a:lnTo>
                <a:lnTo>
                  <a:pt x="389011" y="20534"/>
                </a:lnTo>
                <a:lnTo>
                  <a:pt x="389031" y="20340"/>
                </a:lnTo>
                <a:lnTo>
                  <a:pt x="389045" y="20143"/>
                </a:lnTo>
                <a:lnTo>
                  <a:pt x="389054" y="19944"/>
                </a:lnTo>
                <a:lnTo>
                  <a:pt x="389057" y="19743"/>
                </a:lnTo>
                <a:lnTo>
                  <a:pt x="389054" y="19536"/>
                </a:lnTo>
                <a:lnTo>
                  <a:pt x="389045" y="19331"/>
                </a:lnTo>
                <a:lnTo>
                  <a:pt x="389031" y="19129"/>
                </a:lnTo>
                <a:lnTo>
                  <a:pt x="389011" y="18930"/>
                </a:lnTo>
                <a:lnTo>
                  <a:pt x="388985" y="18733"/>
                </a:lnTo>
                <a:lnTo>
                  <a:pt x="388953" y="18539"/>
                </a:lnTo>
                <a:lnTo>
                  <a:pt x="388916" y="18348"/>
                </a:lnTo>
                <a:lnTo>
                  <a:pt x="388873" y="18159"/>
                </a:lnTo>
                <a:lnTo>
                  <a:pt x="388824" y="17973"/>
                </a:lnTo>
                <a:lnTo>
                  <a:pt x="388769" y="17790"/>
                </a:lnTo>
                <a:lnTo>
                  <a:pt x="388709" y="17609"/>
                </a:lnTo>
                <a:lnTo>
                  <a:pt x="388642" y="17432"/>
                </a:lnTo>
                <a:lnTo>
                  <a:pt x="388571" y="17256"/>
                </a:lnTo>
                <a:lnTo>
                  <a:pt x="388493" y="17084"/>
                </a:lnTo>
                <a:lnTo>
                  <a:pt x="388409" y="16914"/>
                </a:lnTo>
                <a:lnTo>
                  <a:pt x="388320" y="16747"/>
                </a:lnTo>
                <a:lnTo>
                  <a:pt x="388225" y="16583"/>
                </a:lnTo>
                <a:lnTo>
                  <a:pt x="388124" y="16421"/>
                </a:lnTo>
                <a:lnTo>
                  <a:pt x="388018" y="16262"/>
                </a:lnTo>
                <a:lnTo>
                  <a:pt x="387906" y="16106"/>
                </a:lnTo>
                <a:lnTo>
                  <a:pt x="387788" y="15952"/>
                </a:lnTo>
                <a:lnTo>
                  <a:pt x="387664" y="15801"/>
                </a:lnTo>
                <a:lnTo>
                  <a:pt x="387535" y="15653"/>
                </a:lnTo>
                <a:lnTo>
                  <a:pt x="387399" y="15507"/>
                </a:lnTo>
                <a:lnTo>
                  <a:pt x="387259" y="15366"/>
                </a:lnTo>
                <a:lnTo>
                  <a:pt x="387115" y="15231"/>
                </a:lnTo>
                <a:lnTo>
                  <a:pt x="386967" y="15101"/>
                </a:lnTo>
                <a:lnTo>
                  <a:pt x="386815" y="14978"/>
                </a:lnTo>
                <a:lnTo>
                  <a:pt x="386659" y="14861"/>
                </a:lnTo>
                <a:lnTo>
                  <a:pt x="386499" y="14750"/>
                </a:lnTo>
                <a:lnTo>
                  <a:pt x="386335" y="14644"/>
                </a:lnTo>
                <a:lnTo>
                  <a:pt x="386167" y="14545"/>
                </a:lnTo>
                <a:lnTo>
                  <a:pt x="385996" y="14452"/>
                </a:lnTo>
                <a:lnTo>
                  <a:pt x="385820" y="14365"/>
                </a:lnTo>
                <a:lnTo>
                  <a:pt x="385640" y="14284"/>
                </a:lnTo>
                <a:lnTo>
                  <a:pt x="385456" y="14209"/>
                </a:lnTo>
                <a:lnTo>
                  <a:pt x="385269" y="14140"/>
                </a:lnTo>
                <a:lnTo>
                  <a:pt x="385077" y="14076"/>
                </a:lnTo>
                <a:lnTo>
                  <a:pt x="384881" y="14019"/>
                </a:lnTo>
                <a:lnTo>
                  <a:pt x="384682" y="13968"/>
                </a:lnTo>
                <a:lnTo>
                  <a:pt x="384478" y="13923"/>
                </a:lnTo>
                <a:lnTo>
                  <a:pt x="384271" y="13884"/>
                </a:lnTo>
                <a:lnTo>
                  <a:pt x="384059" y="13851"/>
                </a:lnTo>
                <a:lnTo>
                  <a:pt x="383844" y="13824"/>
                </a:lnTo>
                <a:lnTo>
                  <a:pt x="383624" y="13803"/>
                </a:lnTo>
                <a:lnTo>
                  <a:pt x="383401" y="13788"/>
                </a:lnTo>
                <a:lnTo>
                  <a:pt x="383174" y="13779"/>
                </a:lnTo>
                <a:lnTo>
                  <a:pt x="382942" y="13776"/>
                </a:lnTo>
                <a:lnTo>
                  <a:pt x="382705" y="13779"/>
                </a:lnTo>
                <a:lnTo>
                  <a:pt x="382473" y="13788"/>
                </a:lnTo>
                <a:lnTo>
                  <a:pt x="382244" y="13803"/>
                </a:lnTo>
                <a:lnTo>
                  <a:pt x="382021" y="13824"/>
                </a:lnTo>
                <a:lnTo>
                  <a:pt x="381801" y="13851"/>
                </a:lnTo>
                <a:lnTo>
                  <a:pt x="381586" y="13884"/>
                </a:lnTo>
                <a:lnTo>
                  <a:pt x="381376" y="13923"/>
                </a:lnTo>
                <a:lnTo>
                  <a:pt x="381170" y="13968"/>
                </a:lnTo>
                <a:lnTo>
                  <a:pt x="380969" y="14019"/>
                </a:lnTo>
                <a:lnTo>
                  <a:pt x="380772" y="14076"/>
                </a:lnTo>
                <a:lnTo>
                  <a:pt x="380580" y="14140"/>
                </a:lnTo>
                <a:lnTo>
                  <a:pt x="380392" y="14209"/>
                </a:lnTo>
                <a:lnTo>
                  <a:pt x="380208" y="14284"/>
                </a:lnTo>
                <a:lnTo>
                  <a:pt x="380029" y="14365"/>
                </a:lnTo>
                <a:lnTo>
                  <a:pt x="379855" y="14452"/>
                </a:lnTo>
                <a:lnTo>
                  <a:pt x="379685" y="14545"/>
                </a:lnTo>
                <a:lnTo>
                  <a:pt x="379519" y="14644"/>
                </a:lnTo>
                <a:lnTo>
                  <a:pt x="379358" y="14750"/>
                </a:lnTo>
                <a:lnTo>
                  <a:pt x="379201" y="14861"/>
                </a:lnTo>
                <a:lnTo>
                  <a:pt x="379049" y="14978"/>
                </a:lnTo>
                <a:lnTo>
                  <a:pt x="378902" y="15101"/>
                </a:lnTo>
                <a:lnTo>
                  <a:pt x="378758" y="15231"/>
                </a:lnTo>
                <a:lnTo>
                  <a:pt x="378620" y="15366"/>
                </a:lnTo>
                <a:lnTo>
                  <a:pt x="378486" y="15507"/>
                </a:lnTo>
                <a:lnTo>
                  <a:pt x="378356" y="15653"/>
                </a:lnTo>
                <a:lnTo>
                  <a:pt x="378233" y="15801"/>
                </a:lnTo>
                <a:lnTo>
                  <a:pt x="378114" y="15952"/>
                </a:lnTo>
                <a:lnTo>
                  <a:pt x="378002" y="16106"/>
                </a:lnTo>
                <a:lnTo>
                  <a:pt x="377894" y="16262"/>
                </a:lnTo>
                <a:lnTo>
                  <a:pt x="377793" y="16421"/>
                </a:lnTo>
                <a:lnTo>
                  <a:pt x="377696" y="16583"/>
                </a:lnTo>
                <a:lnTo>
                  <a:pt x="377606" y="16747"/>
                </a:lnTo>
                <a:lnTo>
                  <a:pt x="377520" y="16914"/>
                </a:lnTo>
                <a:lnTo>
                  <a:pt x="377441" y="17084"/>
                </a:lnTo>
                <a:lnTo>
                  <a:pt x="377366" y="17256"/>
                </a:lnTo>
                <a:lnTo>
                  <a:pt x="377298" y="17432"/>
                </a:lnTo>
                <a:lnTo>
                  <a:pt x="377234" y="17609"/>
                </a:lnTo>
                <a:lnTo>
                  <a:pt x="377177" y="17790"/>
                </a:lnTo>
                <a:lnTo>
                  <a:pt x="377124" y="17973"/>
                </a:lnTo>
                <a:lnTo>
                  <a:pt x="377078" y="18159"/>
                </a:lnTo>
                <a:lnTo>
                  <a:pt x="377036" y="18348"/>
                </a:lnTo>
                <a:lnTo>
                  <a:pt x="377001" y="18539"/>
                </a:lnTo>
                <a:lnTo>
                  <a:pt x="376970" y="18733"/>
                </a:lnTo>
                <a:lnTo>
                  <a:pt x="376946" y="18930"/>
                </a:lnTo>
                <a:lnTo>
                  <a:pt x="376926" y="19129"/>
                </a:lnTo>
                <a:lnTo>
                  <a:pt x="376913" y="19331"/>
                </a:lnTo>
                <a:lnTo>
                  <a:pt x="376904" y="19536"/>
                </a:lnTo>
                <a:lnTo>
                  <a:pt x="376902" y="19743"/>
                </a:lnTo>
                <a:lnTo>
                  <a:pt x="376904" y="19944"/>
                </a:lnTo>
                <a:lnTo>
                  <a:pt x="376913" y="20143"/>
                </a:lnTo>
                <a:lnTo>
                  <a:pt x="376926" y="20340"/>
                </a:lnTo>
                <a:lnTo>
                  <a:pt x="376946" y="20534"/>
                </a:lnTo>
                <a:lnTo>
                  <a:pt x="376970" y="20725"/>
                </a:lnTo>
                <a:lnTo>
                  <a:pt x="377001" y="20915"/>
                </a:lnTo>
                <a:close/>
                <a:moveTo>
                  <a:pt x="420498" y="66448"/>
                </a:moveTo>
                <a:lnTo>
                  <a:pt x="420630" y="66039"/>
                </a:lnTo>
                <a:lnTo>
                  <a:pt x="420766" y="65634"/>
                </a:lnTo>
                <a:lnTo>
                  <a:pt x="420906" y="65233"/>
                </a:lnTo>
                <a:lnTo>
                  <a:pt x="421052" y="64837"/>
                </a:lnTo>
                <a:lnTo>
                  <a:pt x="421202" y="64444"/>
                </a:lnTo>
                <a:lnTo>
                  <a:pt x="421357" y="64056"/>
                </a:lnTo>
                <a:lnTo>
                  <a:pt x="421517" y="63672"/>
                </a:lnTo>
                <a:lnTo>
                  <a:pt x="421681" y="63293"/>
                </a:lnTo>
                <a:lnTo>
                  <a:pt x="421850" y="62917"/>
                </a:lnTo>
                <a:lnTo>
                  <a:pt x="422024" y="62546"/>
                </a:lnTo>
                <a:lnTo>
                  <a:pt x="422203" y="62179"/>
                </a:lnTo>
                <a:lnTo>
                  <a:pt x="422386" y="61816"/>
                </a:lnTo>
                <a:lnTo>
                  <a:pt x="422574" y="61458"/>
                </a:lnTo>
                <a:lnTo>
                  <a:pt x="422767" y="61103"/>
                </a:lnTo>
                <a:lnTo>
                  <a:pt x="422964" y="60753"/>
                </a:lnTo>
                <a:lnTo>
                  <a:pt x="423167" y="60407"/>
                </a:lnTo>
                <a:lnTo>
                  <a:pt x="423374" y="60066"/>
                </a:lnTo>
                <a:lnTo>
                  <a:pt x="423585" y="59728"/>
                </a:lnTo>
                <a:lnTo>
                  <a:pt x="423802" y="59395"/>
                </a:lnTo>
                <a:lnTo>
                  <a:pt x="424023" y="59066"/>
                </a:lnTo>
                <a:lnTo>
                  <a:pt x="424249" y="58741"/>
                </a:lnTo>
                <a:lnTo>
                  <a:pt x="424480" y="58421"/>
                </a:lnTo>
                <a:lnTo>
                  <a:pt x="424715" y="58104"/>
                </a:lnTo>
                <a:lnTo>
                  <a:pt x="424955" y="57792"/>
                </a:lnTo>
                <a:lnTo>
                  <a:pt x="425200" y="57485"/>
                </a:lnTo>
                <a:lnTo>
                  <a:pt x="425450" y="57183"/>
                </a:lnTo>
                <a:lnTo>
                  <a:pt x="425705" y="56888"/>
                </a:lnTo>
                <a:lnTo>
                  <a:pt x="425965" y="56597"/>
                </a:lnTo>
                <a:lnTo>
                  <a:pt x="426230" y="56313"/>
                </a:lnTo>
                <a:lnTo>
                  <a:pt x="426500" y="56033"/>
                </a:lnTo>
                <a:lnTo>
                  <a:pt x="426775" y="55760"/>
                </a:lnTo>
                <a:lnTo>
                  <a:pt x="427055" y="55492"/>
                </a:lnTo>
                <a:lnTo>
                  <a:pt x="427340" y="55230"/>
                </a:lnTo>
                <a:lnTo>
                  <a:pt x="427629" y="54973"/>
                </a:lnTo>
                <a:lnTo>
                  <a:pt x="427924" y="54723"/>
                </a:lnTo>
                <a:lnTo>
                  <a:pt x="428224" y="54477"/>
                </a:lnTo>
                <a:lnTo>
                  <a:pt x="428529" y="54238"/>
                </a:lnTo>
                <a:lnTo>
                  <a:pt x="428839" y="54004"/>
                </a:lnTo>
                <a:lnTo>
                  <a:pt x="429154" y="53775"/>
                </a:lnTo>
                <a:lnTo>
                  <a:pt x="429473" y="53552"/>
                </a:lnTo>
                <a:lnTo>
                  <a:pt x="429798" y="53335"/>
                </a:lnTo>
                <a:lnTo>
                  <a:pt x="430128" y="53124"/>
                </a:lnTo>
                <a:lnTo>
                  <a:pt x="430463" y="52918"/>
                </a:lnTo>
                <a:lnTo>
                  <a:pt x="430802" y="52717"/>
                </a:lnTo>
                <a:lnTo>
                  <a:pt x="431147" y="52523"/>
                </a:lnTo>
                <a:lnTo>
                  <a:pt x="431497" y="52334"/>
                </a:lnTo>
                <a:lnTo>
                  <a:pt x="431852" y="52150"/>
                </a:lnTo>
                <a:lnTo>
                  <a:pt x="432211" y="51973"/>
                </a:lnTo>
                <a:lnTo>
                  <a:pt x="432576" y="51801"/>
                </a:lnTo>
                <a:lnTo>
                  <a:pt x="432945" y="51637"/>
                </a:lnTo>
                <a:lnTo>
                  <a:pt x="433319" y="51480"/>
                </a:lnTo>
                <a:lnTo>
                  <a:pt x="433697" y="51331"/>
                </a:lnTo>
                <a:lnTo>
                  <a:pt x="434080" y="51189"/>
                </a:lnTo>
                <a:lnTo>
                  <a:pt x="434467" y="51054"/>
                </a:lnTo>
                <a:lnTo>
                  <a:pt x="434860" y="50926"/>
                </a:lnTo>
                <a:lnTo>
                  <a:pt x="435256" y="50806"/>
                </a:lnTo>
                <a:lnTo>
                  <a:pt x="435658" y="50693"/>
                </a:lnTo>
                <a:lnTo>
                  <a:pt x="436064" y="50587"/>
                </a:lnTo>
                <a:lnTo>
                  <a:pt x="436474" y="50489"/>
                </a:lnTo>
                <a:lnTo>
                  <a:pt x="436889" y="50398"/>
                </a:lnTo>
                <a:lnTo>
                  <a:pt x="437309" y="50314"/>
                </a:lnTo>
                <a:lnTo>
                  <a:pt x="437733" y="50238"/>
                </a:lnTo>
                <a:lnTo>
                  <a:pt x="438162" y="50168"/>
                </a:lnTo>
                <a:lnTo>
                  <a:pt x="438596" y="50106"/>
                </a:lnTo>
                <a:lnTo>
                  <a:pt x="439034" y="50052"/>
                </a:lnTo>
                <a:lnTo>
                  <a:pt x="439477" y="50004"/>
                </a:lnTo>
                <a:lnTo>
                  <a:pt x="439924" y="49964"/>
                </a:lnTo>
                <a:lnTo>
                  <a:pt x="440376" y="49931"/>
                </a:lnTo>
                <a:lnTo>
                  <a:pt x="440833" y="49906"/>
                </a:lnTo>
                <a:lnTo>
                  <a:pt x="441294" y="49888"/>
                </a:lnTo>
                <a:lnTo>
                  <a:pt x="441760" y="49877"/>
                </a:lnTo>
                <a:lnTo>
                  <a:pt x="442230" y="49873"/>
                </a:lnTo>
                <a:lnTo>
                  <a:pt x="442371" y="49873"/>
                </a:lnTo>
                <a:lnTo>
                  <a:pt x="442511" y="49874"/>
                </a:lnTo>
                <a:lnTo>
                  <a:pt x="442649" y="49875"/>
                </a:lnTo>
                <a:lnTo>
                  <a:pt x="442787" y="49877"/>
                </a:lnTo>
                <a:lnTo>
                  <a:pt x="442923" y="49879"/>
                </a:lnTo>
                <a:lnTo>
                  <a:pt x="443059" y="49882"/>
                </a:lnTo>
                <a:lnTo>
                  <a:pt x="443193" y="49886"/>
                </a:lnTo>
                <a:lnTo>
                  <a:pt x="443327" y="49889"/>
                </a:lnTo>
                <a:lnTo>
                  <a:pt x="443460" y="49894"/>
                </a:lnTo>
                <a:lnTo>
                  <a:pt x="443591" y="49899"/>
                </a:lnTo>
                <a:lnTo>
                  <a:pt x="443721" y="49904"/>
                </a:lnTo>
                <a:lnTo>
                  <a:pt x="443851" y="49910"/>
                </a:lnTo>
                <a:lnTo>
                  <a:pt x="443979" y="49916"/>
                </a:lnTo>
                <a:lnTo>
                  <a:pt x="444107" y="49923"/>
                </a:lnTo>
                <a:lnTo>
                  <a:pt x="444233" y="49931"/>
                </a:lnTo>
                <a:lnTo>
                  <a:pt x="444358" y="49938"/>
                </a:lnTo>
                <a:lnTo>
                  <a:pt x="444483" y="49947"/>
                </a:lnTo>
                <a:lnTo>
                  <a:pt x="444606" y="49956"/>
                </a:lnTo>
                <a:lnTo>
                  <a:pt x="444728" y="49965"/>
                </a:lnTo>
                <a:lnTo>
                  <a:pt x="444849" y="49975"/>
                </a:lnTo>
                <a:lnTo>
                  <a:pt x="444970" y="49986"/>
                </a:lnTo>
                <a:lnTo>
                  <a:pt x="445089" y="49997"/>
                </a:lnTo>
                <a:lnTo>
                  <a:pt x="445207" y="50008"/>
                </a:lnTo>
                <a:lnTo>
                  <a:pt x="445324" y="50020"/>
                </a:lnTo>
                <a:lnTo>
                  <a:pt x="445441" y="50033"/>
                </a:lnTo>
                <a:lnTo>
                  <a:pt x="445558" y="50045"/>
                </a:lnTo>
                <a:lnTo>
                  <a:pt x="445674" y="50058"/>
                </a:lnTo>
                <a:lnTo>
                  <a:pt x="445791" y="50071"/>
                </a:lnTo>
                <a:lnTo>
                  <a:pt x="445907" y="50085"/>
                </a:lnTo>
                <a:lnTo>
                  <a:pt x="446024" y="50099"/>
                </a:lnTo>
                <a:lnTo>
                  <a:pt x="446141" y="50113"/>
                </a:lnTo>
                <a:lnTo>
                  <a:pt x="446257" y="50127"/>
                </a:lnTo>
                <a:lnTo>
                  <a:pt x="446374" y="50141"/>
                </a:lnTo>
                <a:lnTo>
                  <a:pt x="446491" y="50156"/>
                </a:lnTo>
                <a:lnTo>
                  <a:pt x="446607" y="50171"/>
                </a:lnTo>
                <a:lnTo>
                  <a:pt x="446724" y="50186"/>
                </a:lnTo>
                <a:lnTo>
                  <a:pt x="446841" y="50202"/>
                </a:lnTo>
                <a:lnTo>
                  <a:pt x="446957" y="50217"/>
                </a:lnTo>
                <a:lnTo>
                  <a:pt x="447074" y="50233"/>
                </a:lnTo>
                <a:lnTo>
                  <a:pt x="447190" y="50250"/>
                </a:lnTo>
                <a:lnTo>
                  <a:pt x="447307" y="50266"/>
                </a:lnTo>
                <a:lnTo>
                  <a:pt x="447424" y="50283"/>
                </a:lnTo>
                <a:lnTo>
                  <a:pt x="447540" y="50300"/>
                </a:lnTo>
                <a:lnTo>
                  <a:pt x="447657" y="50317"/>
                </a:lnTo>
                <a:lnTo>
                  <a:pt x="447774" y="50335"/>
                </a:lnTo>
                <a:lnTo>
                  <a:pt x="447890" y="50352"/>
                </a:lnTo>
                <a:lnTo>
                  <a:pt x="448007" y="50370"/>
                </a:lnTo>
                <a:lnTo>
                  <a:pt x="448124" y="50389"/>
                </a:lnTo>
                <a:lnTo>
                  <a:pt x="448418" y="42285"/>
                </a:lnTo>
                <a:lnTo>
                  <a:pt x="448343" y="42255"/>
                </a:lnTo>
                <a:lnTo>
                  <a:pt x="448266" y="42225"/>
                </a:lnTo>
                <a:lnTo>
                  <a:pt x="448185" y="42195"/>
                </a:lnTo>
                <a:lnTo>
                  <a:pt x="448102" y="42166"/>
                </a:lnTo>
                <a:lnTo>
                  <a:pt x="448016" y="42137"/>
                </a:lnTo>
                <a:lnTo>
                  <a:pt x="447928" y="42108"/>
                </a:lnTo>
                <a:lnTo>
                  <a:pt x="447837" y="42080"/>
                </a:lnTo>
                <a:lnTo>
                  <a:pt x="447743" y="42052"/>
                </a:lnTo>
                <a:lnTo>
                  <a:pt x="447646" y="42025"/>
                </a:lnTo>
                <a:lnTo>
                  <a:pt x="447547" y="41997"/>
                </a:lnTo>
                <a:lnTo>
                  <a:pt x="447445" y="41971"/>
                </a:lnTo>
                <a:lnTo>
                  <a:pt x="447341" y="41945"/>
                </a:lnTo>
                <a:lnTo>
                  <a:pt x="447234" y="41919"/>
                </a:lnTo>
                <a:lnTo>
                  <a:pt x="447124" y="41893"/>
                </a:lnTo>
                <a:lnTo>
                  <a:pt x="447011" y="41868"/>
                </a:lnTo>
                <a:lnTo>
                  <a:pt x="446896" y="41843"/>
                </a:lnTo>
                <a:lnTo>
                  <a:pt x="446778" y="41819"/>
                </a:lnTo>
                <a:lnTo>
                  <a:pt x="446657" y="41795"/>
                </a:lnTo>
                <a:lnTo>
                  <a:pt x="446534" y="41771"/>
                </a:lnTo>
                <a:lnTo>
                  <a:pt x="446408" y="41748"/>
                </a:lnTo>
                <a:lnTo>
                  <a:pt x="446279" y="41725"/>
                </a:lnTo>
                <a:lnTo>
                  <a:pt x="446148" y="41703"/>
                </a:lnTo>
                <a:lnTo>
                  <a:pt x="446014" y="41681"/>
                </a:lnTo>
                <a:lnTo>
                  <a:pt x="445877" y="41659"/>
                </a:lnTo>
                <a:lnTo>
                  <a:pt x="445739" y="41638"/>
                </a:lnTo>
                <a:lnTo>
                  <a:pt x="445601" y="41618"/>
                </a:lnTo>
                <a:lnTo>
                  <a:pt x="445463" y="41599"/>
                </a:lnTo>
                <a:lnTo>
                  <a:pt x="445325" y="41580"/>
                </a:lnTo>
                <a:lnTo>
                  <a:pt x="445188" y="41563"/>
                </a:lnTo>
                <a:lnTo>
                  <a:pt x="445050" y="41546"/>
                </a:lnTo>
                <a:lnTo>
                  <a:pt x="444913" y="41531"/>
                </a:lnTo>
                <a:lnTo>
                  <a:pt x="444776" y="41516"/>
                </a:lnTo>
                <a:lnTo>
                  <a:pt x="444639" y="41502"/>
                </a:lnTo>
                <a:lnTo>
                  <a:pt x="444502" y="41489"/>
                </a:lnTo>
                <a:lnTo>
                  <a:pt x="444365" y="41477"/>
                </a:lnTo>
                <a:lnTo>
                  <a:pt x="444228" y="41466"/>
                </a:lnTo>
                <a:lnTo>
                  <a:pt x="444092" y="41455"/>
                </a:lnTo>
                <a:lnTo>
                  <a:pt x="443955" y="41446"/>
                </a:lnTo>
                <a:lnTo>
                  <a:pt x="443819" y="41437"/>
                </a:lnTo>
                <a:lnTo>
                  <a:pt x="443683" y="41430"/>
                </a:lnTo>
                <a:lnTo>
                  <a:pt x="443547" y="41423"/>
                </a:lnTo>
                <a:lnTo>
                  <a:pt x="443411" y="41417"/>
                </a:lnTo>
                <a:lnTo>
                  <a:pt x="443275" y="41412"/>
                </a:lnTo>
                <a:lnTo>
                  <a:pt x="443140" y="41408"/>
                </a:lnTo>
                <a:lnTo>
                  <a:pt x="443004" y="41405"/>
                </a:lnTo>
                <a:lnTo>
                  <a:pt x="442869" y="41403"/>
                </a:lnTo>
                <a:lnTo>
                  <a:pt x="442734" y="41402"/>
                </a:lnTo>
                <a:lnTo>
                  <a:pt x="442599" y="41401"/>
                </a:lnTo>
                <a:lnTo>
                  <a:pt x="442019" y="41406"/>
                </a:lnTo>
                <a:lnTo>
                  <a:pt x="441445" y="41421"/>
                </a:lnTo>
                <a:lnTo>
                  <a:pt x="440878" y="41445"/>
                </a:lnTo>
                <a:lnTo>
                  <a:pt x="440318" y="41479"/>
                </a:lnTo>
                <a:lnTo>
                  <a:pt x="439764" y="41523"/>
                </a:lnTo>
                <a:lnTo>
                  <a:pt x="439217" y="41576"/>
                </a:lnTo>
                <a:lnTo>
                  <a:pt x="438676" y="41639"/>
                </a:lnTo>
                <a:lnTo>
                  <a:pt x="438142" y="41712"/>
                </a:lnTo>
                <a:lnTo>
                  <a:pt x="437614" y="41795"/>
                </a:lnTo>
                <a:lnTo>
                  <a:pt x="437093" y="41887"/>
                </a:lnTo>
                <a:lnTo>
                  <a:pt x="436578" y="41989"/>
                </a:lnTo>
                <a:lnTo>
                  <a:pt x="436070" y="42101"/>
                </a:lnTo>
                <a:lnTo>
                  <a:pt x="435568" y="42223"/>
                </a:lnTo>
                <a:lnTo>
                  <a:pt x="435073" y="42354"/>
                </a:lnTo>
                <a:lnTo>
                  <a:pt x="434584" y="42495"/>
                </a:lnTo>
                <a:lnTo>
                  <a:pt x="434102" y="42645"/>
                </a:lnTo>
                <a:lnTo>
                  <a:pt x="433627" y="42806"/>
                </a:lnTo>
                <a:lnTo>
                  <a:pt x="433158" y="42976"/>
                </a:lnTo>
                <a:lnTo>
                  <a:pt x="432695" y="43156"/>
                </a:lnTo>
                <a:lnTo>
                  <a:pt x="432239" y="43345"/>
                </a:lnTo>
                <a:lnTo>
                  <a:pt x="431790" y="43544"/>
                </a:lnTo>
                <a:lnTo>
                  <a:pt x="431347" y="43753"/>
                </a:lnTo>
                <a:lnTo>
                  <a:pt x="430910" y="43972"/>
                </a:lnTo>
                <a:lnTo>
                  <a:pt x="430480" y="44201"/>
                </a:lnTo>
                <a:lnTo>
                  <a:pt x="430057" y="44438"/>
                </a:lnTo>
                <a:lnTo>
                  <a:pt x="429639" y="44683"/>
                </a:lnTo>
                <a:lnTo>
                  <a:pt x="429228" y="44936"/>
                </a:lnTo>
                <a:lnTo>
                  <a:pt x="428824" y="45196"/>
                </a:lnTo>
                <a:lnTo>
                  <a:pt x="428425" y="45465"/>
                </a:lnTo>
                <a:lnTo>
                  <a:pt x="428033" y="45741"/>
                </a:lnTo>
                <a:lnTo>
                  <a:pt x="427647" y="46025"/>
                </a:lnTo>
                <a:lnTo>
                  <a:pt x="427267" y="46316"/>
                </a:lnTo>
                <a:lnTo>
                  <a:pt x="426894" y="46616"/>
                </a:lnTo>
                <a:lnTo>
                  <a:pt x="426527" y="46923"/>
                </a:lnTo>
                <a:lnTo>
                  <a:pt x="426166" y="47239"/>
                </a:lnTo>
                <a:lnTo>
                  <a:pt x="425812" y="47562"/>
                </a:lnTo>
                <a:lnTo>
                  <a:pt x="425463" y="47892"/>
                </a:lnTo>
                <a:lnTo>
                  <a:pt x="425121" y="48231"/>
                </a:lnTo>
                <a:lnTo>
                  <a:pt x="424785" y="48577"/>
                </a:lnTo>
                <a:lnTo>
                  <a:pt x="424456" y="48932"/>
                </a:lnTo>
                <a:lnTo>
                  <a:pt x="424133" y="49294"/>
                </a:lnTo>
                <a:lnTo>
                  <a:pt x="423816" y="49664"/>
                </a:lnTo>
                <a:lnTo>
                  <a:pt x="423505" y="50041"/>
                </a:lnTo>
                <a:lnTo>
                  <a:pt x="423200" y="50427"/>
                </a:lnTo>
                <a:lnTo>
                  <a:pt x="422902" y="50820"/>
                </a:lnTo>
                <a:lnTo>
                  <a:pt x="422610" y="51221"/>
                </a:lnTo>
                <a:lnTo>
                  <a:pt x="422325" y="51630"/>
                </a:lnTo>
                <a:lnTo>
                  <a:pt x="422045" y="52046"/>
                </a:lnTo>
                <a:lnTo>
                  <a:pt x="421772" y="52470"/>
                </a:lnTo>
                <a:lnTo>
                  <a:pt x="421505" y="52899"/>
                </a:lnTo>
                <a:lnTo>
                  <a:pt x="421243" y="53334"/>
                </a:lnTo>
                <a:lnTo>
                  <a:pt x="420987" y="53774"/>
                </a:lnTo>
                <a:lnTo>
                  <a:pt x="420738" y="54221"/>
                </a:lnTo>
                <a:lnTo>
                  <a:pt x="420494" y="54673"/>
                </a:lnTo>
                <a:lnTo>
                  <a:pt x="420256" y="55131"/>
                </a:lnTo>
                <a:lnTo>
                  <a:pt x="420122" y="55397"/>
                </a:lnTo>
                <a:lnTo>
                  <a:pt x="419983" y="42875"/>
                </a:lnTo>
                <a:lnTo>
                  <a:pt x="411363" y="42875"/>
                </a:lnTo>
                <a:lnTo>
                  <a:pt x="411363" y="122583"/>
                </a:lnTo>
                <a:lnTo>
                  <a:pt x="420130" y="122583"/>
                </a:lnTo>
                <a:lnTo>
                  <a:pt x="420130" y="67703"/>
                </a:lnTo>
                <a:lnTo>
                  <a:pt x="420132" y="67695"/>
                </a:lnTo>
                <a:lnTo>
                  <a:pt x="420250" y="67276"/>
                </a:lnTo>
                <a:lnTo>
                  <a:pt x="420372" y="66861"/>
                </a:lnTo>
                <a:lnTo>
                  <a:pt x="420498" y="66448"/>
                </a:lnTo>
                <a:close/>
                <a:moveTo>
                  <a:pt x="547850" y="66280"/>
                </a:moveTo>
                <a:lnTo>
                  <a:pt x="547993" y="65877"/>
                </a:lnTo>
                <a:lnTo>
                  <a:pt x="548141" y="65476"/>
                </a:lnTo>
                <a:lnTo>
                  <a:pt x="548295" y="65077"/>
                </a:lnTo>
                <a:lnTo>
                  <a:pt x="548454" y="64680"/>
                </a:lnTo>
                <a:lnTo>
                  <a:pt x="548619" y="64285"/>
                </a:lnTo>
                <a:lnTo>
                  <a:pt x="548789" y="63892"/>
                </a:lnTo>
                <a:lnTo>
                  <a:pt x="548964" y="63502"/>
                </a:lnTo>
                <a:lnTo>
                  <a:pt x="549145" y="63113"/>
                </a:lnTo>
                <a:lnTo>
                  <a:pt x="549331" y="62726"/>
                </a:lnTo>
                <a:lnTo>
                  <a:pt x="549522" y="62341"/>
                </a:lnTo>
                <a:lnTo>
                  <a:pt x="549719" y="61959"/>
                </a:lnTo>
                <a:lnTo>
                  <a:pt x="549921" y="61578"/>
                </a:lnTo>
                <a:lnTo>
                  <a:pt x="550129" y="61199"/>
                </a:lnTo>
                <a:lnTo>
                  <a:pt x="550342" y="60823"/>
                </a:lnTo>
                <a:lnTo>
                  <a:pt x="550560" y="60448"/>
                </a:lnTo>
                <a:lnTo>
                  <a:pt x="550784" y="60076"/>
                </a:lnTo>
                <a:lnTo>
                  <a:pt x="551013" y="59706"/>
                </a:lnTo>
                <a:lnTo>
                  <a:pt x="551248" y="59337"/>
                </a:lnTo>
                <a:lnTo>
                  <a:pt x="551487" y="58971"/>
                </a:lnTo>
                <a:lnTo>
                  <a:pt x="551733" y="58609"/>
                </a:lnTo>
                <a:lnTo>
                  <a:pt x="551985" y="58252"/>
                </a:lnTo>
                <a:lnTo>
                  <a:pt x="552242" y="57900"/>
                </a:lnTo>
                <a:lnTo>
                  <a:pt x="552506" y="57555"/>
                </a:lnTo>
                <a:lnTo>
                  <a:pt x="552776" y="57215"/>
                </a:lnTo>
                <a:lnTo>
                  <a:pt x="553053" y="56881"/>
                </a:lnTo>
                <a:lnTo>
                  <a:pt x="553335" y="56552"/>
                </a:lnTo>
                <a:lnTo>
                  <a:pt x="553624" y="56229"/>
                </a:lnTo>
                <a:lnTo>
                  <a:pt x="553918" y="55911"/>
                </a:lnTo>
                <a:lnTo>
                  <a:pt x="554219" y="55600"/>
                </a:lnTo>
                <a:lnTo>
                  <a:pt x="554526" y="55293"/>
                </a:lnTo>
                <a:lnTo>
                  <a:pt x="554839" y="54993"/>
                </a:lnTo>
                <a:lnTo>
                  <a:pt x="555158" y="54698"/>
                </a:lnTo>
                <a:lnTo>
                  <a:pt x="555484" y="54409"/>
                </a:lnTo>
                <a:lnTo>
                  <a:pt x="555815" y="54125"/>
                </a:lnTo>
                <a:lnTo>
                  <a:pt x="556153" y="53847"/>
                </a:lnTo>
                <a:lnTo>
                  <a:pt x="556497" y="53575"/>
                </a:lnTo>
                <a:lnTo>
                  <a:pt x="556847" y="53308"/>
                </a:lnTo>
                <a:lnTo>
                  <a:pt x="557203" y="53047"/>
                </a:lnTo>
                <a:lnTo>
                  <a:pt x="557565" y="52791"/>
                </a:lnTo>
                <a:lnTo>
                  <a:pt x="557933" y="52541"/>
                </a:lnTo>
                <a:lnTo>
                  <a:pt x="558308" y="52297"/>
                </a:lnTo>
                <a:lnTo>
                  <a:pt x="558688" y="52058"/>
                </a:lnTo>
                <a:lnTo>
                  <a:pt x="559075" y="51825"/>
                </a:lnTo>
                <a:lnTo>
                  <a:pt x="559469" y="51600"/>
                </a:lnTo>
                <a:lnTo>
                  <a:pt x="559869" y="51384"/>
                </a:lnTo>
                <a:lnTo>
                  <a:pt x="560277" y="51178"/>
                </a:lnTo>
                <a:lnTo>
                  <a:pt x="560693" y="50981"/>
                </a:lnTo>
                <a:lnTo>
                  <a:pt x="561115" y="50794"/>
                </a:lnTo>
                <a:lnTo>
                  <a:pt x="561545" y="50617"/>
                </a:lnTo>
                <a:lnTo>
                  <a:pt x="561982" y="50449"/>
                </a:lnTo>
                <a:lnTo>
                  <a:pt x="562427" y="50290"/>
                </a:lnTo>
                <a:lnTo>
                  <a:pt x="562879" y="50142"/>
                </a:lnTo>
                <a:lnTo>
                  <a:pt x="563338" y="50003"/>
                </a:lnTo>
                <a:lnTo>
                  <a:pt x="563804" y="49873"/>
                </a:lnTo>
                <a:lnTo>
                  <a:pt x="564278" y="49753"/>
                </a:lnTo>
                <a:lnTo>
                  <a:pt x="564759" y="49643"/>
                </a:lnTo>
                <a:lnTo>
                  <a:pt x="565247" y="49542"/>
                </a:lnTo>
                <a:lnTo>
                  <a:pt x="565743" y="49451"/>
                </a:lnTo>
                <a:lnTo>
                  <a:pt x="566245" y="49370"/>
                </a:lnTo>
                <a:lnTo>
                  <a:pt x="566756" y="49298"/>
                </a:lnTo>
                <a:lnTo>
                  <a:pt x="567273" y="49235"/>
                </a:lnTo>
                <a:lnTo>
                  <a:pt x="567798" y="49183"/>
                </a:lnTo>
                <a:lnTo>
                  <a:pt x="568330" y="49139"/>
                </a:lnTo>
                <a:lnTo>
                  <a:pt x="568869" y="49106"/>
                </a:lnTo>
                <a:lnTo>
                  <a:pt x="569415" y="49082"/>
                </a:lnTo>
                <a:lnTo>
                  <a:pt x="569969" y="49067"/>
                </a:lnTo>
                <a:lnTo>
                  <a:pt x="570530" y="49063"/>
                </a:lnTo>
                <a:lnTo>
                  <a:pt x="571007" y="49066"/>
                </a:lnTo>
                <a:lnTo>
                  <a:pt x="571479" y="49076"/>
                </a:lnTo>
                <a:lnTo>
                  <a:pt x="571946" y="49093"/>
                </a:lnTo>
                <a:lnTo>
                  <a:pt x="572408" y="49116"/>
                </a:lnTo>
                <a:lnTo>
                  <a:pt x="572865" y="49146"/>
                </a:lnTo>
                <a:lnTo>
                  <a:pt x="573318" y="49182"/>
                </a:lnTo>
                <a:lnTo>
                  <a:pt x="573766" y="49226"/>
                </a:lnTo>
                <a:lnTo>
                  <a:pt x="574210" y="49275"/>
                </a:lnTo>
                <a:lnTo>
                  <a:pt x="574648" y="49332"/>
                </a:lnTo>
                <a:lnTo>
                  <a:pt x="575082" y="49395"/>
                </a:lnTo>
                <a:lnTo>
                  <a:pt x="575511" y="49465"/>
                </a:lnTo>
                <a:lnTo>
                  <a:pt x="575936" y="49542"/>
                </a:lnTo>
                <a:lnTo>
                  <a:pt x="576355" y="49625"/>
                </a:lnTo>
                <a:lnTo>
                  <a:pt x="576770" y="49714"/>
                </a:lnTo>
                <a:lnTo>
                  <a:pt x="577181" y="49811"/>
                </a:lnTo>
                <a:lnTo>
                  <a:pt x="577586" y="49914"/>
                </a:lnTo>
                <a:lnTo>
                  <a:pt x="577987" y="50024"/>
                </a:lnTo>
                <a:lnTo>
                  <a:pt x="578383" y="50140"/>
                </a:lnTo>
                <a:lnTo>
                  <a:pt x="578774" y="50263"/>
                </a:lnTo>
                <a:lnTo>
                  <a:pt x="579161" y="50393"/>
                </a:lnTo>
                <a:lnTo>
                  <a:pt x="579543" y="50529"/>
                </a:lnTo>
                <a:lnTo>
                  <a:pt x="579920" y="50672"/>
                </a:lnTo>
                <a:lnTo>
                  <a:pt x="580292" y="50822"/>
                </a:lnTo>
                <a:lnTo>
                  <a:pt x="580660" y="50978"/>
                </a:lnTo>
                <a:lnTo>
                  <a:pt x="581022" y="51142"/>
                </a:lnTo>
                <a:lnTo>
                  <a:pt x="581377" y="51315"/>
                </a:lnTo>
                <a:lnTo>
                  <a:pt x="581726" y="51497"/>
                </a:lnTo>
                <a:lnTo>
                  <a:pt x="582068" y="51688"/>
                </a:lnTo>
                <a:lnTo>
                  <a:pt x="582403" y="51888"/>
                </a:lnTo>
                <a:lnTo>
                  <a:pt x="582732" y="52097"/>
                </a:lnTo>
                <a:lnTo>
                  <a:pt x="583054" y="52315"/>
                </a:lnTo>
                <a:lnTo>
                  <a:pt x="583369" y="52541"/>
                </a:lnTo>
                <a:lnTo>
                  <a:pt x="583678" y="52777"/>
                </a:lnTo>
                <a:lnTo>
                  <a:pt x="583980" y="53022"/>
                </a:lnTo>
                <a:lnTo>
                  <a:pt x="584275" y="53275"/>
                </a:lnTo>
                <a:lnTo>
                  <a:pt x="584564" y="53538"/>
                </a:lnTo>
                <a:lnTo>
                  <a:pt x="584846" y="53809"/>
                </a:lnTo>
                <a:lnTo>
                  <a:pt x="585122" y="54090"/>
                </a:lnTo>
                <a:lnTo>
                  <a:pt x="585391" y="54379"/>
                </a:lnTo>
                <a:lnTo>
                  <a:pt x="585653" y="54678"/>
                </a:lnTo>
                <a:lnTo>
                  <a:pt x="585908" y="54985"/>
                </a:lnTo>
                <a:lnTo>
                  <a:pt x="586157" y="55301"/>
                </a:lnTo>
                <a:lnTo>
                  <a:pt x="586399" y="55627"/>
                </a:lnTo>
                <a:lnTo>
                  <a:pt x="586635" y="55961"/>
                </a:lnTo>
                <a:lnTo>
                  <a:pt x="586864" y="56304"/>
                </a:lnTo>
                <a:lnTo>
                  <a:pt x="587086" y="56656"/>
                </a:lnTo>
                <a:lnTo>
                  <a:pt x="587302" y="57017"/>
                </a:lnTo>
                <a:lnTo>
                  <a:pt x="587511" y="57387"/>
                </a:lnTo>
                <a:lnTo>
                  <a:pt x="587712" y="57768"/>
                </a:lnTo>
                <a:lnTo>
                  <a:pt x="587905" y="58160"/>
                </a:lnTo>
                <a:lnTo>
                  <a:pt x="588089" y="58565"/>
                </a:lnTo>
                <a:lnTo>
                  <a:pt x="588265" y="58981"/>
                </a:lnTo>
                <a:lnTo>
                  <a:pt x="588432" y="59410"/>
                </a:lnTo>
                <a:lnTo>
                  <a:pt x="588590" y="59850"/>
                </a:lnTo>
                <a:lnTo>
                  <a:pt x="588740" y="60303"/>
                </a:lnTo>
                <a:lnTo>
                  <a:pt x="588882" y="60768"/>
                </a:lnTo>
                <a:lnTo>
                  <a:pt x="589015" y="61244"/>
                </a:lnTo>
                <a:lnTo>
                  <a:pt x="589139" y="61733"/>
                </a:lnTo>
                <a:lnTo>
                  <a:pt x="589255" y="62234"/>
                </a:lnTo>
                <a:lnTo>
                  <a:pt x="589362" y="62746"/>
                </a:lnTo>
                <a:lnTo>
                  <a:pt x="589460" y="63271"/>
                </a:lnTo>
                <a:lnTo>
                  <a:pt x="589550" y="63808"/>
                </a:lnTo>
                <a:lnTo>
                  <a:pt x="589632" y="64357"/>
                </a:lnTo>
                <a:lnTo>
                  <a:pt x="589704" y="64918"/>
                </a:lnTo>
                <a:lnTo>
                  <a:pt x="589769" y="65490"/>
                </a:lnTo>
                <a:lnTo>
                  <a:pt x="589824" y="66075"/>
                </a:lnTo>
                <a:lnTo>
                  <a:pt x="589872" y="66672"/>
                </a:lnTo>
                <a:lnTo>
                  <a:pt x="589910" y="67281"/>
                </a:lnTo>
                <a:lnTo>
                  <a:pt x="589940" y="67902"/>
                </a:lnTo>
                <a:lnTo>
                  <a:pt x="589962" y="68535"/>
                </a:lnTo>
                <a:lnTo>
                  <a:pt x="589974" y="69180"/>
                </a:lnTo>
                <a:lnTo>
                  <a:pt x="589979" y="69837"/>
                </a:lnTo>
                <a:lnTo>
                  <a:pt x="589979" y="122583"/>
                </a:lnTo>
                <a:lnTo>
                  <a:pt x="598745" y="122583"/>
                </a:lnTo>
                <a:lnTo>
                  <a:pt x="598745" y="69801"/>
                </a:lnTo>
                <a:lnTo>
                  <a:pt x="598758" y="69661"/>
                </a:lnTo>
                <a:lnTo>
                  <a:pt x="598792" y="69358"/>
                </a:lnTo>
                <a:lnTo>
                  <a:pt x="598830" y="69054"/>
                </a:lnTo>
                <a:lnTo>
                  <a:pt x="598873" y="68750"/>
                </a:lnTo>
                <a:lnTo>
                  <a:pt x="598921" y="68445"/>
                </a:lnTo>
                <a:lnTo>
                  <a:pt x="598974" y="68140"/>
                </a:lnTo>
                <a:lnTo>
                  <a:pt x="599031" y="67835"/>
                </a:lnTo>
                <a:lnTo>
                  <a:pt x="599093" y="67528"/>
                </a:lnTo>
                <a:lnTo>
                  <a:pt x="599159" y="67222"/>
                </a:lnTo>
                <a:lnTo>
                  <a:pt x="599231" y="66915"/>
                </a:lnTo>
                <a:lnTo>
                  <a:pt x="599307" y="66607"/>
                </a:lnTo>
                <a:lnTo>
                  <a:pt x="599388" y="66299"/>
                </a:lnTo>
                <a:lnTo>
                  <a:pt x="599474" y="65990"/>
                </a:lnTo>
                <a:lnTo>
                  <a:pt x="599564" y="65681"/>
                </a:lnTo>
                <a:lnTo>
                  <a:pt x="599659" y="65371"/>
                </a:lnTo>
                <a:lnTo>
                  <a:pt x="599759" y="65061"/>
                </a:lnTo>
                <a:lnTo>
                  <a:pt x="599863" y="64750"/>
                </a:lnTo>
                <a:lnTo>
                  <a:pt x="599973" y="64438"/>
                </a:lnTo>
                <a:lnTo>
                  <a:pt x="600087" y="64127"/>
                </a:lnTo>
                <a:lnTo>
                  <a:pt x="600205" y="63814"/>
                </a:lnTo>
                <a:lnTo>
                  <a:pt x="600329" y="63502"/>
                </a:lnTo>
                <a:lnTo>
                  <a:pt x="600457" y="63189"/>
                </a:lnTo>
                <a:lnTo>
                  <a:pt x="600590" y="62879"/>
                </a:lnTo>
                <a:lnTo>
                  <a:pt x="600728" y="62570"/>
                </a:lnTo>
                <a:lnTo>
                  <a:pt x="600871" y="62262"/>
                </a:lnTo>
                <a:lnTo>
                  <a:pt x="601019" y="61957"/>
                </a:lnTo>
                <a:lnTo>
                  <a:pt x="601172" y="61653"/>
                </a:lnTo>
                <a:lnTo>
                  <a:pt x="601329" y="61351"/>
                </a:lnTo>
                <a:lnTo>
                  <a:pt x="601491" y="61050"/>
                </a:lnTo>
                <a:lnTo>
                  <a:pt x="601658" y="60751"/>
                </a:lnTo>
                <a:lnTo>
                  <a:pt x="601830" y="60454"/>
                </a:lnTo>
                <a:lnTo>
                  <a:pt x="602007" y="60158"/>
                </a:lnTo>
                <a:lnTo>
                  <a:pt x="602189" y="59864"/>
                </a:lnTo>
                <a:lnTo>
                  <a:pt x="602376" y="59572"/>
                </a:lnTo>
                <a:lnTo>
                  <a:pt x="602567" y="59281"/>
                </a:lnTo>
                <a:lnTo>
                  <a:pt x="602763" y="58992"/>
                </a:lnTo>
                <a:lnTo>
                  <a:pt x="602965" y="58705"/>
                </a:lnTo>
                <a:lnTo>
                  <a:pt x="603171" y="58419"/>
                </a:lnTo>
                <a:lnTo>
                  <a:pt x="603382" y="58135"/>
                </a:lnTo>
                <a:lnTo>
                  <a:pt x="603597" y="57853"/>
                </a:lnTo>
                <a:lnTo>
                  <a:pt x="603818" y="57572"/>
                </a:lnTo>
                <a:lnTo>
                  <a:pt x="604043" y="57293"/>
                </a:lnTo>
                <a:lnTo>
                  <a:pt x="604274" y="57016"/>
                </a:lnTo>
                <a:lnTo>
                  <a:pt x="604509" y="56740"/>
                </a:lnTo>
                <a:lnTo>
                  <a:pt x="604749" y="56466"/>
                </a:lnTo>
                <a:lnTo>
                  <a:pt x="604994" y="56195"/>
                </a:lnTo>
                <a:lnTo>
                  <a:pt x="605244" y="55929"/>
                </a:lnTo>
                <a:lnTo>
                  <a:pt x="605499" y="55666"/>
                </a:lnTo>
                <a:lnTo>
                  <a:pt x="605759" y="55408"/>
                </a:lnTo>
                <a:lnTo>
                  <a:pt x="606024" y="55155"/>
                </a:lnTo>
                <a:lnTo>
                  <a:pt x="606294" y="54905"/>
                </a:lnTo>
                <a:lnTo>
                  <a:pt x="606569" y="54661"/>
                </a:lnTo>
                <a:lnTo>
                  <a:pt x="606849" y="54420"/>
                </a:lnTo>
                <a:lnTo>
                  <a:pt x="607133" y="54184"/>
                </a:lnTo>
                <a:lnTo>
                  <a:pt x="607423" y="53952"/>
                </a:lnTo>
                <a:lnTo>
                  <a:pt x="607718" y="53724"/>
                </a:lnTo>
                <a:lnTo>
                  <a:pt x="608018" y="53501"/>
                </a:lnTo>
                <a:lnTo>
                  <a:pt x="608323" y="53282"/>
                </a:lnTo>
                <a:lnTo>
                  <a:pt x="608633" y="53068"/>
                </a:lnTo>
                <a:lnTo>
                  <a:pt x="608948" y="52858"/>
                </a:lnTo>
                <a:lnTo>
                  <a:pt x="609267" y="52652"/>
                </a:lnTo>
                <a:lnTo>
                  <a:pt x="609592" y="52450"/>
                </a:lnTo>
                <a:lnTo>
                  <a:pt x="609922" y="52253"/>
                </a:lnTo>
                <a:lnTo>
                  <a:pt x="610257" y="52061"/>
                </a:lnTo>
                <a:lnTo>
                  <a:pt x="610596" y="51872"/>
                </a:lnTo>
                <a:lnTo>
                  <a:pt x="610941" y="51688"/>
                </a:lnTo>
                <a:lnTo>
                  <a:pt x="611291" y="51509"/>
                </a:lnTo>
                <a:lnTo>
                  <a:pt x="611646" y="51333"/>
                </a:lnTo>
                <a:lnTo>
                  <a:pt x="612005" y="51162"/>
                </a:lnTo>
                <a:lnTo>
                  <a:pt x="612370" y="50997"/>
                </a:lnTo>
                <a:lnTo>
                  <a:pt x="612739" y="50838"/>
                </a:lnTo>
                <a:lnTo>
                  <a:pt x="613114" y="50686"/>
                </a:lnTo>
                <a:lnTo>
                  <a:pt x="613493" y="50541"/>
                </a:lnTo>
                <a:lnTo>
                  <a:pt x="613877" y="50403"/>
                </a:lnTo>
                <a:lnTo>
                  <a:pt x="614266" y="50271"/>
                </a:lnTo>
                <a:lnTo>
                  <a:pt x="614660" y="50147"/>
                </a:lnTo>
                <a:lnTo>
                  <a:pt x="615058" y="50029"/>
                </a:lnTo>
                <a:lnTo>
                  <a:pt x="615462" y="49917"/>
                </a:lnTo>
                <a:lnTo>
                  <a:pt x="615870" y="49813"/>
                </a:lnTo>
                <a:lnTo>
                  <a:pt x="616284" y="49715"/>
                </a:lnTo>
                <a:lnTo>
                  <a:pt x="616702" y="49624"/>
                </a:lnTo>
                <a:lnTo>
                  <a:pt x="617125" y="49540"/>
                </a:lnTo>
                <a:lnTo>
                  <a:pt x="617552" y="49463"/>
                </a:lnTo>
                <a:lnTo>
                  <a:pt x="617985" y="49392"/>
                </a:lnTo>
                <a:lnTo>
                  <a:pt x="618423" y="49329"/>
                </a:lnTo>
                <a:lnTo>
                  <a:pt x="618865" y="49272"/>
                </a:lnTo>
                <a:lnTo>
                  <a:pt x="619312" y="49222"/>
                </a:lnTo>
                <a:lnTo>
                  <a:pt x="619764" y="49178"/>
                </a:lnTo>
                <a:lnTo>
                  <a:pt x="620221" y="49141"/>
                </a:lnTo>
                <a:lnTo>
                  <a:pt x="620683" y="49112"/>
                </a:lnTo>
                <a:lnTo>
                  <a:pt x="621150" y="49088"/>
                </a:lnTo>
                <a:lnTo>
                  <a:pt x="621621" y="49072"/>
                </a:lnTo>
                <a:lnTo>
                  <a:pt x="622098" y="49063"/>
                </a:lnTo>
                <a:lnTo>
                  <a:pt x="622580" y="49066"/>
                </a:lnTo>
                <a:lnTo>
                  <a:pt x="623057" y="49075"/>
                </a:lnTo>
                <a:lnTo>
                  <a:pt x="623530" y="49091"/>
                </a:lnTo>
                <a:lnTo>
                  <a:pt x="623997" y="49114"/>
                </a:lnTo>
                <a:lnTo>
                  <a:pt x="624459" y="49143"/>
                </a:lnTo>
                <a:lnTo>
                  <a:pt x="624916" y="49178"/>
                </a:lnTo>
                <a:lnTo>
                  <a:pt x="625367" y="49219"/>
                </a:lnTo>
                <a:lnTo>
                  <a:pt x="625814" y="49267"/>
                </a:lnTo>
                <a:lnTo>
                  <a:pt x="626255" y="49322"/>
                </a:lnTo>
                <a:lnTo>
                  <a:pt x="626692" y="49382"/>
                </a:lnTo>
                <a:lnTo>
                  <a:pt x="627123" y="49450"/>
                </a:lnTo>
                <a:lnTo>
                  <a:pt x="627549" y="49523"/>
                </a:lnTo>
                <a:lnTo>
                  <a:pt x="627970" y="49603"/>
                </a:lnTo>
                <a:lnTo>
                  <a:pt x="628386" y="49689"/>
                </a:lnTo>
                <a:lnTo>
                  <a:pt x="628797" y="49782"/>
                </a:lnTo>
                <a:lnTo>
                  <a:pt x="629203" y="49881"/>
                </a:lnTo>
                <a:lnTo>
                  <a:pt x="629603" y="49987"/>
                </a:lnTo>
                <a:lnTo>
                  <a:pt x="629999" y="50099"/>
                </a:lnTo>
                <a:lnTo>
                  <a:pt x="630389" y="50217"/>
                </a:lnTo>
                <a:lnTo>
                  <a:pt x="630774" y="50342"/>
                </a:lnTo>
                <a:lnTo>
                  <a:pt x="631154" y="50473"/>
                </a:lnTo>
                <a:lnTo>
                  <a:pt x="631529" y="50610"/>
                </a:lnTo>
                <a:lnTo>
                  <a:pt x="631899" y="50754"/>
                </a:lnTo>
                <a:lnTo>
                  <a:pt x="632264" y="50904"/>
                </a:lnTo>
                <a:lnTo>
                  <a:pt x="632623" y="51063"/>
                </a:lnTo>
                <a:lnTo>
                  <a:pt x="632975" y="51231"/>
                </a:lnTo>
                <a:lnTo>
                  <a:pt x="633321" y="51409"/>
                </a:lnTo>
                <a:lnTo>
                  <a:pt x="633661" y="51597"/>
                </a:lnTo>
                <a:lnTo>
                  <a:pt x="633993" y="51795"/>
                </a:lnTo>
                <a:lnTo>
                  <a:pt x="634320" y="52002"/>
                </a:lnTo>
                <a:lnTo>
                  <a:pt x="634639" y="52220"/>
                </a:lnTo>
                <a:lnTo>
                  <a:pt x="634953" y="52447"/>
                </a:lnTo>
                <a:lnTo>
                  <a:pt x="635260" y="52684"/>
                </a:lnTo>
                <a:lnTo>
                  <a:pt x="635560" y="52931"/>
                </a:lnTo>
                <a:lnTo>
                  <a:pt x="635853" y="53188"/>
                </a:lnTo>
                <a:lnTo>
                  <a:pt x="636141" y="53455"/>
                </a:lnTo>
                <a:lnTo>
                  <a:pt x="636421" y="53732"/>
                </a:lnTo>
                <a:lnTo>
                  <a:pt x="636695" y="54018"/>
                </a:lnTo>
                <a:lnTo>
                  <a:pt x="636963" y="54314"/>
                </a:lnTo>
                <a:lnTo>
                  <a:pt x="637224" y="54620"/>
                </a:lnTo>
                <a:lnTo>
                  <a:pt x="637479" y="54936"/>
                </a:lnTo>
                <a:lnTo>
                  <a:pt x="637727" y="55262"/>
                </a:lnTo>
                <a:lnTo>
                  <a:pt x="637968" y="55598"/>
                </a:lnTo>
                <a:lnTo>
                  <a:pt x="638203" y="55943"/>
                </a:lnTo>
                <a:lnTo>
                  <a:pt x="638432" y="56299"/>
                </a:lnTo>
                <a:lnTo>
                  <a:pt x="638654" y="56664"/>
                </a:lnTo>
                <a:lnTo>
                  <a:pt x="638869" y="57039"/>
                </a:lnTo>
                <a:lnTo>
                  <a:pt x="639078" y="57424"/>
                </a:lnTo>
                <a:lnTo>
                  <a:pt x="639280" y="57820"/>
                </a:lnTo>
                <a:lnTo>
                  <a:pt x="639472" y="58229"/>
                </a:lnTo>
                <a:lnTo>
                  <a:pt x="639657" y="58652"/>
                </a:lnTo>
                <a:lnTo>
                  <a:pt x="639832" y="59087"/>
                </a:lnTo>
                <a:lnTo>
                  <a:pt x="639999" y="59535"/>
                </a:lnTo>
                <a:lnTo>
                  <a:pt x="640158" y="59995"/>
                </a:lnTo>
                <a:lnTo>
                  <a:pt x="640308" y="60469"/>
                </a:lnTo>
                <a:lnTo>
                  <a:pt x="640449" y="60956"/>
                </a:lnTo>
                <a:lnTo>
                  <a:pt x="640582" y="61456"/>
                </a:lnTo>
                <a:lnTo>
                  <a:pt x="640706" y="61968"/>
                </a:lnTo>
                <a:lnTo>
                  <a:pt x="640822" y="62494"/>
                </a:lnTo>
                <a:lnTo>
                  <a:pt x="640929" y="63032"/>
                </a:lnTo>
                <a:lnTo>
                  <a:pt x="641028" y="63583"/>
                </a:lnTo>
                <a:lnTo>
                  <a:pt x="641118" y="64147"/>
                </a:lnTo>
                <a:lnTo>
                  <a:pt x="641199" y="64725"/>
                </a:lnTo>
                <a:lnTo>
                  <a:pt x="641272" y="65315"/>
                </a:lnTo>
                <a:lnTo>
                  <a:pt x="641336" y="65918"/>
                </a:lnTo>
                <a:lnTo>
                  <a:pt x="641392" y="66533"/>
                </a:lnTo>
                <a:lnTo>
                  <a:pt x="641439" y="67162"/>
                </a:lnTo>
                <a:lnTo>
                  <a:pt x="641477" y="67804"/>
                </a:lnTo>
                <a:lnTo>
                  <a:pt x="641507" y="68459"/>
                </a:lnTo>
                <a:lnTo>
                  <a:pt x="641529" y="69126"/>
                </a:lnTo>
                <a:lnTo>
                  <a:pt x="641542" y="69807"/>
                </a:lnTo>
                <a:lnTo>
                  <a:pt x="641546" y="70500"/>
                </a:lnTo>
                <a:lnTo>
                  <a:pt x="641546" y="122583"/>
                </a:lnTo>
                <a:lnTo>
                  <a:pt x="650386" y="122583"/>
                </a:lnTo>
                <a:lnTo>
                  <a:pt x="650386" y="70574"/>
                </a:lnTo>
                <a:lnTo>
                  <a:pt x="650383" y="69933"/>
                </a:lnTo>
                <a:lnTo>
                  <a:pt x="650374" y="69300"/>
                </a:lnTo>
                <a:lnTo>
                  <a:pt x="650359" y="68674"/>
                </a:lnTo>
                <a:lnTo>
                  <a:pt x="650337" y="68057"/>
                </a:lnTo>
                <a:lnTo>
                  <a:pt x="650309" y="67447"/>
                </a:lnTo>
                <a:lnTo>
                  <a:pt x="650276" y="66844"/>
                </a:lnTo>
                <a:lnTo>
                  <a:pt x="650236" y="66249"/>
                </a:lnTo>
                <a:lnTo>
                  <a:pt x="650190" y="65662"/>
                </a:lnTo>
                <a:lnTo>
                  <a:pt x="650138" y="65083"/>
                </a:lnTo>
                <a:lnTo>
                  <a:pt x="650079" y="64511"/>
                </a:lnTo>
                <a:lnTo>
                  <a:pt x="650015" y="63947"/>
                </a:lnTo>
                <a:lnTo>
                  <a:pt x="649944" y="63391"/>
                </a:lnTo>
                <a:lnTo>
                  <a:pt x="649867" y="62842"/>
                </a:lnTo>
                <a:lnTo>
                  <a:pt x="649785" y="62301"/>
                </a:lnTo>
                <a:lnTo>
                  <a:pt x="649696" y="61768"/>
                </a:lnTo>
                <a:lnTo>
                  <a:pt x="649600" y="61242"/>
                </a:lnTo>
                <a:lnTo>
                  <a:pt x="649499" y="60724"/>
                </a:lnTo>
                <a:lnTo>
                  <a:pt x="649392" y="60214"/>
                </a:lnTo>
                <a:lnTo>
                  <a:pt x="649278" y="59711"/>
                </a:lnTo>
                <a:lnTo>
                  <a:pt x="649158" y="59217"/>
                </a:lnTo>
                <a:lnTo>
                  <a:pt x="649033" y="58729"/>
                </a:lnTo>
                <a:lnTo>
                  <a:pt x="648901" y="58250"/>
                </a:lnTo>
                <a:lnTo>
                  <a:pt x="648762" y="57778"/>
                </a:lnTo>
                <a:lnTo>
                  <a:pt x="648618" y="57313"/>
                </a:lnTo>
                <a:lnTo>
                  <a:pt x="648468" y="56856"/>
                </a:lnTo>
                <a:lnTo>
                  <a:pt x="648312" y="56406"/>
                </a:lnTo>
                <a:lnTo>
                  <a:pt x="648151" y="55963"/>
                </a:lnTo>
                <a:lnTo>
                  <a:pt x="647985" y="55527"/>
                </a:lnTo>
                <a:lnTo>
                  <a:pt x="647813" y="55098"/>
                </a:lnTo>
                <a:lnTo>
                  <a:pt x="647635" y="54675"/>
                </a:lnTo>
                <a:lnTo>
                  <a:pt x="647452" y="54260"/>
                </a:lnTo>
                <a:lnTo>
                  <a:pt x="647263" y="53851"/>
                </a:lnTo>
                <a:lnTo>
                  <a:pt x="647069" y="53449"/>
                </a:lnTo>
                <a:lnTo>
                  <a:pt x="646870" y="53055"/>
                </a:lnTo>
                <a:lnTo>
                  <a:pt x="646665" y="52667"/>
                </a:lnTo>
                <a:lnTo>
                  <a:pt x="646454" y="52286"/>
                </a:lnTo>
                <a:lnTo>
                  <a:pt x="646238" y="51912"/>
                </a:lnTo>
                <a:lnTo>
                  <a:pt x="646016" y="51544"/>
                </a:lnTo>
                <a:lnTo>
                  <a:pt x="645789" y="51184"/>
                </a:lnTo>
                <a:lnTo>
                  <a:pt x="645557" y="50831"/>
                </a:lnTo>
                <a:lnTo>
                  <a:pt x="645319" y="50484"/>
                </a:lnTo>
                <a:lnTo>
                  <a:pt x="645075" y="50145"/>
                </a:lnTo>
                <a:lnTo>
                  <a:pt x="644826" y="49812"/>
                </a:lnTo>
                <a:lnTo>
                  <a:pt x="644572" y="49486"/>
                </a:lnTo>
                <a:lnTo>
                  <a:pt x="644311" y="49167"/>
                </a:lnTo>
                <a:lnTo>
                  <a:pt x="644046" y="48855"/>
                </a:lnTo>
                <a:lnTo>
                  <a:pt x="643775" y="48550"/>
                </a:lnTo>
                <a:lnTo>
                  <a:pt x="643498" y="48252"/>
                </a:lnTo>
                <a:lnTo>
                  <a:pt x="643216" y="47961"/>
                </a:lnTo>
                <a:lnTo>
                  <a:pt x="642929" y="47676"/>
                </a:lnTo>
                <a:lnTo>
                  <a:pt x="642637" y="47398"/>
                </a:lnTo>
                <a:lnTo>
                  <a:pt x="642339" y="47126"/>
                </a:lnTo>
                <a:lnTo>
                  <a:pt x="642036" y="46860"/>
                </a:lnTo>
                <a:lnTo>
                  <a:pt x="641728" y="46602"/>
                </a:lnTo>
                <a:lnTo>
                  <a:pt x="641414" y="46349"/>
                </a:lnTo>
                <a:lnTo>
                  <a:pt x="641096" y="46104"/>
                </a:lnTo>
                <a:lnTo>
                  <a:pt x="640772" y="45864"/>
                </a:lnTo>
                <a:lnTo>
                  <a:pt x="640443" y="45632"/>
                </a:lnTo>
                <a:lnTo>
                  <a:pt x="640108" y="45406"/>
                </a:lnTo>
                <a:lnTo>
                  <a:pt x="639769" y="45186"/>
                </a:lnTo>
                <a:lnTo>
                  <a:pt x="639424" y="44973"/>
                </a:lnTo>
                <a:lnTo>
                  <a:pt x="639074" y="44766"/>
                </a:lnTo>
                <a:lnTo>
                  <a:pt x="638718" y="44566"/>
                </a:lnTo>
                <a:lnTo>
                  <a:pt x="638358" y="44372"/>
                </a:lnTo>
                <a:lnTo>
                  <a:pt x="637992" y="44185"/>
                </a:lnTo>
                <a:lnTo>
                  <a:pt x="637621" y="44005"/>
                </a:lnTo>
                <a:lnTo>
                  <a:pt x="637245" y="43831"/>
                </a:lnTo>
                <a:lnTo>
                  <a:pt x="636863" y="43663"/>
                </a:lnTo>
                <a:lnTo>
                  <a:pt x="636476" y="43502"/>
                </a:lnTo>
                <a:lnTo>
                  <a:pt x="636084" y="43348"/>
                </a:lnTo>
                <a:lnTo>
                  <a:pt x="635687" y="43200"/>
                </a:lnTo>
                <a:lnTo>
                  <a:pt x="635284" y="43059"/>
                </a:lnTo>
                <a:lnTo>
                  <a:pt x="634877" y="42924"/>
                </a:lnTo>
                <a:lnTo>
                  <a:pt x="634465" y="42794"/>
                </a:lnTo>
                <a:lnTo>
                  <a:pt x="634048" y="42670"/>
                </a:lnTo>
                <a:lnTo>
                  <a:pt x="633627" y="42552"/>
                </a:lnTo>
                <a:lnTo>
                  <a:pt x="633201" y="42440"/>
                </a:lnTo>
                <a:lnTo>
                  <a:pt x="632770" y="42334"/>
                </a:lnTo>
                <a:lnTo>
                  <a:pt x="632335" y="42233"/>
                </a:lnTo>
                <a:lnTo>
                  <a:pt x="631896" y="42138"/>
                </a:lnTo>
                <a:lnTo>
                  <a:pt x="631451" y="42049"/>
                </a:lnTo>
                <a:lnTo>
                  <a:pt x="631002" y="41965"/>
                </a:lnTo>
                <a:lnTo>
                  <a:pt x="630549" y="41888"/>
                </a:lnTo>
                <a:lnTo>
                  <a:pt x="630091" y="41816"/>
                </a:lnTo>
                <a:lnTo>
                  <a:pt x="629628" y="41749"/>
                </a:lnTo>
                <a:lnTo>
                  <a:pt x="629161" y="41689"/>
                </a:lnTo>
                <a:lnTo>
                  <a:pt x="628689" y="41634"/>
                </a:lnTo>
                <a:lnTo>
                  <a:pt x="628212" y="41585"/>
                </a:lnTo>
                <a:lnTo>
                  <a:pt x="627731" y="41542"/>
                </a:lnTo>
                <a:lnTo>
                  <a:pt x="627245" y="41505"/>
                </a:lnTo>
                <a:lnTo>
                  <a:pt x="626755" y="41473"/>
                </a:lnTo>
                <a:lnTo>
                  <a:pt x="626260" y="41447"/>
                </a:lnTo>
                <a:lnTo>
                  <a:pt x="625760" y="41427"/>
                </a:lnTo>
                <a:lnTo>
                  <a:pt x="625256" y="41413"/>
                </a:lnTo>
                <a:lnTo>
                  <a:pt x="624748" y="41404"/>
                </a:lnTo>
                <a:lnTo>
                  <a:pt x="624234" y="41401"/>
                </a:lnTo>
                <a:lnTo>
                  <a:pt x="623647" y="41405"/>
                </a:lnTo>
                <a:lnTo>
                  <a:pt x="623065" y="41418"/>
                </a:lnTo>
                <a:lnTo>
                  <a:pt x="622489" y="41439"/>
                </a:lnTo>
                <a:lnTo>
                  <a:pt x="621917" y="41469"/>
                </a:lnTo>
                <a:lnTo>
                  <a:pt x="621350" y="41507"/>
                </a:lnTo>
                <a:lnTo>
                  <a:pt x="620788" y="41553"/>
                </a:lnTo>
                <a:lnTo>
                  <a:pt x="620231" y="41608"/>
                </a:lnTo>
                <a:lnTo>
                  <a:pt x="619679" y="41671"/>
                </a:lnTo>
                <a:lnTo>
                  <a:pt x="619132" y="41743"/>
                </a:lnTo>
                <a:lnTo>
                  <a:pt x="618590" y="41823"/>
                </a:lnTo>
                <a:lnTo>
                  <a:pt x="618053" y="41912"/>
                </a:lnTo>
                <a:lnTo>
                  <a:pt x="617521" y="42009"/>
                </a:lnTo>
                <a:lnTo>
                  <a:pt x="616994" y="42114"/>
                </a:lnTo>
                <a:lnTo>
                  <a:pt x="616472" y="42228"/>
                </a:lnTo>
                <a:lnTo>
                  <a:pt x="615955" y="42351"/>
                </a:lnTo>
                <a:lnTo>
                  <a:pt x="615443" y="42482"/>
                </a:lnTo>
                <a:lnTo>
                  <a:pt x="614936" y="42621"/>
                </a:lnTo>
                <a:lnTo>
                  <a:pt x="614434" y="42769"/>
                </a:lnTo>
                <a:lnTo>
                  <a:pt x="613937" y="42925"/>
                </a:lnTo>
                <a:lnTo>
                  <a:pt x="613445" y="43089"/>
                </a:lnTo>
                <a:lnTo>
                  <a:pt x="612958" y="43262"/>
                </a:lnTo>
                <a:lnTo>
                  <a:pt x="612476" y="43444"/>
                </a:lnTo>
                <a:lnTo>
                  <a:pt x="611999" y="43634"/>
                </a:lnTo>
                <a:lnTo>
                  <a:pt x="611526" y="43832"/>
                </a:lnTo>
                <a:lnTo>
                  <a:pt x="611060" y="44038"/>
                </a:lnTo>
                <a:lnTo>
                  <a:pt x="610598" y="44249"/>
                </a:lnTo>
                <a:lnTo>
                  <a:pt x="610142" y="44467"/>
                </a:lnTo>
                <a:lnTo>
                  <a:pt x="609692" y="44691"/>
                </a:lnTo>
                <a:lnTo>
                  <a:pt x="609247" y="44920"/>
                </a:lnTo>
                <a:lnTo>
                  <a:pt x="608808" y="45156"/>
                </a:lnTo>
                <a:lnTo>
                  <a:pt x="608374" y="45398"/>
                </a:lnTo>
                <a:lnTo>
                  <a:pt x="607945" y="45645"/>
                </a:lnTo>
                <a:lnTo>
                  <a:pt x="607523" y="45899"/>
                </a:lnTo>
                <a:lnTo>
                  <a:pt x="607105" y="46159"/>
                </a:lnTo>
                <a:lnTo>
                  <a:pt x="606693" y="46424"/>
                </a:lnTo>
                <a:lnTo>
                  <a:pt x="606287" y="46696"/>
                </a:lnTo>
                <a:lnTo>
                  <a:pt x="605886" y="46974"/>
                </a:lnTo>
                <a:lnTo>
                  <a:pt x="605491" y="47258"/>
                </a:lnTo>
                <a:lnTo>
                  <a:pt x="605101" y="47547"/>
                </a:lnTo>
                <a:lnTo>
                  <a:pt x="604716" y="47843"/>
                </a:lnTo>
                <a:lnTo>
                  <a:pt x="604337" y="48145"/>
                </a:lnTo>
                <a:lnTo>
                  <a:pt x="603964" y="48453"/>
                </a:lnTo>
                <a:lnTo>
                  <a:pt x="603596" y="48766"/>
                </a:lnTo>
                <a:lnTo>
                  <a:pt x="603234" y="49086"/>
                </a:lnTo>
                <a:lnTo>
                  <a:pt x="602877" y="49412"/>
                </a:lnTo>
                <a:lnTo>
                  <a:pt x="602525" y="49744"/>
                </a:lnTo>
                <a:lnTo>
                  <a:pt x="602180" y="50082"/>
                </a:lnTo>
                <a:lnTo>
                  <a:pt x="601839" y="50426"/>
                </a:lnTo>
                <a:lnTo>
                  <a:pt x="601505" y="50774"/>
                </a:lnTo>
                <a:lnTo>
                  <a:pt x="601176" y="51127"/>
                </a:lnTo>
                <a:lnTo>
                  <a:pt x="600853" y="51484"/>
                </a:lnTo>
                <a:lnTo>
                  <a:pt x="600537" y="51845"/>
                </a:lnTo>
                <a:lnTo>
                  <a:pt x="600226" y="52209"/>
                </a:lnTo>
                <a:lnTo>
                  <a:pt x="599921" y="52578"/>
                </a:lnTo>
                <a:lnTo>
                  <a:pt x="599623" y="52951"/>
                </a:lnTo>
                <a:lnTo>
                  <a:pt x="599330" y="53327"/>
                </a:lnTo>
                <a:lnTo>
                  <a:pt x="599044" y="53708"/>
                </a:lnTo>
                <a:lnTo>
                  <a:pt x="598763" y="54092"/>
                </a:lnTo>
                <a:lnTo>
                  <a:pt x="598489" y="54481"/>
                </a:lnTo>
                <a:lnTo>
                  <a:pt x="598220" y="54873"/>
                </a:lnTo>
                <a:lnTo>
                  <a:pt x="597958" y="55270"/>
                </a:lnTo>
                <a:lnTo>
                  <a:pt x="597701" y="55670"/>
                </a:lnTo>
                <a:lnTo>
                  <a:pt x="597451" y="56074"/>
                </a:lnTo>
                <a:lnTo>
                  <a:pt x="597206" y="56483"/>
                </a:lnTo>
                <a:lnTo>
                  <a:pt x="597009" y="56823"/>
                </a:lnTo>
                <a:lnTo>
                  <a:pt x="596940" y="56614"/>
                </a:lnTo>
                <a:lnTo>
                  <a:pt x="596787" y="56172"/>
                </a:lnTo>
                <a:lnTo>
                  <a:pt x="596628" y="55737"/>
                </a:lnTo>
                <a:lnTo>
                  <a:pt x="596464" y="55309"/>
                </a:lnTo>
                <a:lnTo>
                  <a:pt x="596295" y="54889"/>
                </a:lnTo>
                <a:lnTo>
                  <a:pt x="596119" y="54475"/>
                </a:lnTo>
                <a:lnTo>
                  <a:pt x="595939" y="54067"/>
                </a:lnTo>
                <a:lnTo>
                  <a:pt x="595753" y="53667"/>
                </a:lnTo>
                <a:lnTo>
                  <a:pt x="595561" y="53274"/>
                </a:lnTo>
                <a:lnTo>
                  <a:pt x="595364" y="52888"/>
                </a:lnTo>
                <a:lnTo>
                  <a:pt x="595161" y="52508"/>
                </a:lnTo>
                <a:lnTo>
                  <a:pt x="594953" y="52136"/>
                </a:lnTo>
                <a:lnTo>
                  <a:pt x="594739" y="51770"/>
                </a:lnTo>
                <a:lnTo>
                  <a:pt x="594520" y="51411"/>
                </a:lnTo>
                <a:lnTo>
                  <a:pt x="594296" y="51059"/>
                </a:lnTo>
                <a:lnTo>
                  <a:pt x="594065" y="50714"/>
                </a:lnTo>
                <a:lnTo>
                  <a:pt x="593830" y="50376"/>
                </a:lnTo>
                <a:lnTo>
                  <a:pt x="593589" y="50045"/>
                </a:lnTo>
                <a:lnTo>
                  <a:pt x="593342" y="49721"/>
                </a:lnTo>
                <a:lnTo>
                  <a:pt x="593090" y="49404"/>
                </a:lnTo>
                <a:lnTo>
                  <a:pt x="592832" y="49093"/>
                </a:lnTo>
                <a:lnTo>
                  <a:pt x="592569" y="48790"/>
                </a:lnTo>
                <a:lnTo>
                  <a:pt x="592300" y="48493"/>
                </a:lnTo>
                <a:lnTo>
                  <a:pt x="592026" y="48204"/>
                </a:lnTo>
                <a:lnTo>
                  <a:pt x="591747" y="47921"/>
                </a:lnTo>
                <a:lnTo>
                  <a:pt x="591462" y="47645"/>
                </a:lnTo>
                <a:lnTo>
                  <a:pt x="591173" y="47374"/>
                </a:lnTo>
                <a:lnTo>
                  <a:pt x="590879" y="47110"/>
                </a:lnTo>
                <a:lnTo>
                  <a:pt x="590580" y="46853"/>
                </a:lnTo>
                <a:lnTo>
                  <a:pt x="590277" y="46601"/>
                </a:lnTo>
                <a:lnTo>
                  <a:pt x="589969" y="46355"/>
                </a:lnTo>
                <a:lnTo>
                  <a:pt x="589657" y="46116"/>
                </a:lnTo>
                <a:lnTo>
                  <a:pt x="589340" y="45883"/>
                </a:lnTo>
                <a:lnTo>
                  <a:pt x="589019" y="45656"/>
                </a:lnTo>
                <a:lnTo>
                  <a:pt x="588693" y="45435"/>
                </a:lnTo>
                <a:lnTo>
                  <a:pt x="588362" y="45220"/>
                </a:lnTo>
                <a:lnTo>
                  <a:pt x="588026" y="45011"/>
                </a:lnTo>
                <a:lnTo>
                  <a:pt x="587687" y="44808"/>
                </a:lnTo>
                <a:lnTo>
                  <a:pt x="587342" y="44612"/>
                </a:lnTo>
                <a:lnTo>
                  <a:pt x="586993" y="44422"/>
                </a:lnTo>
                <a:lnTo>
                  <a:pt x="586639" y="44237"/>
                </a:lnTo>
                <a:lnTo>
                  <a:pt x="586281" y="44059"/>
                </a:lnTo>
                <a:lnTo>
                  <a:pt x="585918" y="43888"/>
                </a:lnTo>
                <a:lnTo>
                  <a:pt x="585550" y="43722"/>
                </a:lnTo>
                <a:lnTo>
                  <a:pt x="585178" y="43562"/>
                </a:lnTo>
                <a:lnTo>
                  <a:pt x="584801" y="43409"/>
                </a:lnTo>
                <a:lnTo>
                  <a:pt x="584420" y="43261"/>
                </a:lnTo>
                <a:lnTo>
                  <a:pt x="584034" y="43120"/>
                </a:lnTo>
                <a:lnTo>
                  <a:pt x="583643" y="42985"/>
                </a:lnTo>
                <a:lnTo>
                  <a:pt x="583248" y="42856"/>
                </a:lnTo>
                <a:lnTo>
                  <a:pt x="582850" y="42732"/>
                </a:lnTo>
                <a:lnTo>
                  <a:pt x="582447" y="42614"/>
                </a:lnTo>
                <a:lnTo>
                  <a:pt x="582041" y="42501"/>
                </a:lnTo>
                <a:lnTo>
                  <a:pt x="581631" y="42394"/>
                </a:lnTo>
                <a:lnTo>
                  <a:pt x="581217" y="42292"/>
                </a:lnTo>
                <a:lnTo>
                  <a:pt x="580799" y="42196"/>
                </a:lnTo>
                <a:lnTo>
                  <a:pt x="580377" y="42105"/>
                </a:lnTo>
                <a:lnTo>
                  <a:pt x="579952" y="42020"/>
                </a:lnTo>
                <a:lnTo>
                  <a:pt x="579522" y="41940"/>
                </a:lnTo>
                <a:lnTo>
                  <a:pt x="579089" y="41866"/>
                </a:lnTo>
                <a:lnTo>
                  <a:pt x="578652" y="41797"/>
                </a:lnTo>
                <a:lnTo>
                  <a:pt x="578211" y="41734"/>
                </a:lnTo>
                <a:lnTo>
                  <a:pt x="577767" y="41676"/>
                </a:lnTo>
                <a:lnTo>
                  <a:pt x="577318" y="41624"/>
                </a:lnTo>
                <a:lnTo>
                  <a:pt x="576866" y="41577"/>
                </a:lnTo>
                <a:lnTo>
                  <a:pt x="576410" y="41536"/>
                </a:lnTo>
                <a:lnTo>
                  <a:pt x="575950" y="41500"/>
                </a:lnTo>
                <a:lnTo>
                  <a:pt x="575486" y="41470"/>
                </a:lnTo>
                <a:lnTo>
                  <a:pt x="575018" y="41445"/>
                </a:lnTo>
                <a:lnTo>
                  <a:pt x="574546" y="41426"/>
                </a:lnTo>
                <a:lnTo>
                  <a:pt x="574071" y="41412"/>
                </a:lnTo>
                <a:lnTo>
                  <a:pt x="573592" y="41404"/>
                </a:lnTo>
                <a:lnTo>
                  <a:pt x="573109" y="41401"/>
                </a:lnTo>
                <a:lnTo>
                  <a:pt x="572510" y="41406"/>
                </a:lnTo>
                <a:lnTo>
                  <a:pt x="571916" y="41420"/>
                </a:lnTo>
                <a:lnTo>
                  <a:pt x="571328" y="41443"/>
                </a:lnTo>
                <a:lnTo>
                  <a:pt x="570744" y="41475"/>
                </a:lnTo>
                <a:lnTo>
                  <a:pt x="570166" y="41516"/>
                </a:lnTo>
                <a:lnTo>
                  <a:pt x="569593" y="41567"/>
                </a:lnTo>
                <a:lnTo>
                  <a:pt x="569026" y="41627"/>
                </a:lnTo>
                <a:lnTo>
                  <a:pt x="568464" y="41696"/>
                </a:lnTo>
                <a:lnTo>
                  <a:pt x="567907" y="41774"/>
                </a:lnTo>
                <a:lnTo>
                  <a:pt x="567355" y="41862"/>
                </a:lnTo>
                <a:lnTo>
                  <a:pt x="566808" y="41958"/>
                </a:lnTo>
                <a:lnTo>
                  <a:pt x="566267" y="42064"/>
                </a:lnTo>
                <a:lnTo>
                  <a:pt x="565731" y="42179"/>
                </a:lnTo>
                <a:lnTo>
                  <a:pt x="565200" y="42304"/>
                </a:lnTo>
                <a:lnTo>
                  <a:pt x="564674" y="42437"/>
                </a:lnTo>
                <a:lnTo>
                  <a:pt x="564154" y="42580"/>
                </a:lnTo>
                <a:lnTo>
                  <a:pt x="563639" y="42732"/>
                </a:lnTo>
                <a:lnTo>
                  <a:pt x="563129" y="42893"/>
                </a:lnTo>
                <a:lnTo>
                  <a:pt x="562624" y="43063"/>
                </a:lnTo>
                <a:lnTo>
                  <a:pt x="562125" y="43243"/>
                </a:lnTo>
                <a:lnTo>
                  <a:pt x="561631" y="43432"/>
                </a:lnTo>
                <a:lnTo>
                  <a:pt x="561142" y="43630"/>
                </a:lnTo>
                <a:lnTo>
                  <a:pt x="560658" y="43837"/>
                </a:lnTo>
                <a:lnTo>
                  <a:pt x="560180" y="44053"/>
                </a:lnTo>
                <a:lnTo>
                  <a:pt x="559707" y="44278"/>
                </a:lnTo>
                <a:lnTo>
                  <a:pt x="559240" y="44510"/>
                </a:lnTo>
                <a:lnTo>
                  <a:pt x="558779" y="44749"/>
                </a:lnTo>
                <a:lnTo>
                  <a:pt x="558324" y="44995"/>
                </a:lnTo>
                <a:lnTo>
                  <a:pt x="557875" y="45248"/>
                </a:lnTo>
                <a:lnTo>
                  <a:pt x="557431" y="45508"/>
                </a:lnTo>
                <a:lnTo>
                  <a:pt x="556994" y="45776"/>
                </a:lnTo>
                <a:lnTo>
                  <a:pt x="556562" y="46050"/>
                </a:lnTo>
                <a:lnTo>
                  <a:pt x="556136" y="46332"/>
                </a:lnTo>
                <a:lnTo>
                  <a:pt x="555717" y="46621"/>
                </a:lnTo>
                <a:lnTo>
                  <a:pt x="555303" y="46918"/>
                </a:lnTo>
                <a:lnTo>
                  <a:pt x="554894" y="47221"/>
                </a:lnTo>
                <a:lnTo>
                  <a:pt x="554492" y="47531"/>
                </a:lnTo>
                <a:lnTo>
                  <a:pt x="554096" y="47849"/>
                </a:lnTo>
                <a:lnTo>
                  <a:pt x="553705" y="48174"/>
                </a:lnTo>
                <a:lnTo>
                  <a:pt x="553321" y="48506"/>
                </a:lnTo>
                <a:lnTo>
                  <a:pt x="552942" y="48845"/>
                </a:lnTo>
                <a:lnTo>
                  <a:pt x="552569" y="49192"/>
                </a:lnTo>
                <a:lnTo>
                  <a:pt x="552202" y="49545"/>
                </a:lnTo>
                <a:lnTo>
                  <a:pt x="551841" y="49906"/>
                </a:lnTo>
                <a:lnTo>
                  <a:pt x="551486" y="50274"/>
                </a:lnTo>
                <a:lnTo>
                  <a:pt x="551137" y="50649"/>
                </a:lnTo>
                <a:lnTo>
                  <a:pt x="550793" y="51031"/>
                </a:lnTo>
                <a:lnTo>
                  <a:pt x="550456" y="51420"/>
                </a:lnTo>
                <a:lnTo>
                  <a:pt x="550124" y="51815"/>
                </a:lnTo>
                <a:lnTo>
                  <a:pt x="549799" y="52216"/>
                </a:lnTo>
                <a:lnTo>
                  <a:pt x="549479" y="52622"/>
                </a:lnTo>
                <a:lnTo>
                  <a:pt x="549166" y="53033"/>
                </a:lnTo>
                <a:lnTo>
                  <a:pt x="548858" y="53448"/>
                </a:lnTo>
                <a:lnTo>
                  <a:pt x="548557" y="53869"/>
                </a:lnTo>
                <a:lnTo>
                  <a:pt x="548261" y="54296"/>
                </a:lnTo>
                <a:lnTo>
                  <a:pt x="547972" y="54727"/>
                </a:lnTo>
                <a:lnTo>
                  <a:pt x="547688" y="55163"/>
                </a:lnTo>
                <a:lnTo>
                  <a:pt x="547411" y="55605"/>
                </a:lnTo>
                <a:lnTo>
                  <a:pt x="547319" y="55755"/>
                </a:lnTo>
                <a:lnTo>
                  <a:pt x="547030" y="42875"/>
                </a:lnTo>
                <a:lnTo>
                  <a:pt x="538485" y="42875"/>
                </a:lnTo>
                <a:lnTo>
                  <a:pt x="538485" y="122583"/>
                </a:lnTo>
                <a:lnTo>
                  <a:pt x="547399" y="122583"/>
                </a:lnTo>
                <a:lnTo>
                  <a:pt x="547399" y="67684"/>
                </a:lnTo>
                <a:lnTo>
                  <a:pt x="547452" y="67502"/>
                </a:lnTo>
                <a:lnTo>
                  <a:pt x="547579" y="67093"/>
                </a:lnTo>
                <a:lnTo>
                  <a:pt x="547712" y="66686"/>
                </a:lnTo>
                <a:lnTo>
                  <a:pt x="547850" y="66280"/>
                </a:lnTo>
                <a:close/>
                <a:moveTo>
                  <a:pt x="521719" y="75242"/>
                </a:moveTo>
                <a:lnTo>
                  <a:pt x="521686" y="74595"/>
                </a:lnTo>
                <a:lnTo>
                  <a:pt x="521647" y="73953"/>
                </a:lnTo>
                <a:lnTo>
                  <a:pt x="521600" y="73316"/>
                </a:lnTo>
                <a:lnTo>
                  <a:pt x="521547" y="72683"/>
                </a:lnTo>
                <a:lnTo>
                  <a:pt x="521486" y="72055"/>
                </a:lnTo>
                <a:lnTo>
                  <a:pt x="521418" y="71432"/>
                </a:lnTo>
                <a:lnTo>
                  <a:pt x="521343" y="70814"/>
                </a:lnTo>
                <a:lnTo>
                  <a:pt x="521260" y="70200"/>
                </a:lnTo>
                <a:lnTo>
                  <a:pt x="521171" y="69591"/>
                </a:lnTo>
                <a:lnTo>
                  <a:pt x="521074" y="68987"/>
                </a:lnTo>
                <a:lnTo>
                  <a:pt x="520970" y="68387"/>
                </a:lnTo>
                <a:lnTo>
                  <a:pt x="520859" y="67793"/>
                </a:lnTo>
                <a:lnTo>
                  <a:pt x="520741" y="67203"/>
                </a:lnTo>
                <a:lnTo>
                  <a:pt x="520616" y="66617"/>
                </a:lnTo>
                <a:lnTo>
                  <a:pt x="520483" y="66037"/>
                </a:lnTo>
                <a:lnTo>
                  <a:pt x="520343" y="65461"/>
                </a:lnTo>
                <a:lnTo>
                  <a:pt x="520197" y="64890"/>
                </a:lnTo>
                <a:lnTo>
                  <a:pt x="520043" y="64323"/>
                </a:lnTo>
                <a:lnTo>
                  <a:pt x="519882" y="63762"/>
                </a:lnTo>
                <a:lnTo>
                  <a:pt x="519713" y="63205"/>
                </a:lnTo>
                <a:lnTo>
                  <a:pt x="519538" y="62653"/>
                </a:lnTo>
                <a:lnTo>
                  <a:pt x="519356" y="62108"/>
                </a:lnTo>
                <a:lnTo>
                  <a:pt x="519166" y="61568"/>
                </a:lnTo>
                <a:lnTo>
                  <a:pt x="518970" y="61035"/>
                </a:lnTo>
                <a:lnTo>
                  <a:pt x="518767" y="60508"/>
                </a:lnTo>
                <a:lnTo>
                  <a:pt x="518558" y="59987"/>
                </a:lnTo>
                <a:lnTo>
                  <a:pt x="518341" y="59472"/>
                </a:lnTo>
                <a:lnTo>
                  <a:pt x="518117" y="58964"/>
                </a:lnTo>
                <a:lnTo>
                  <a:pt x="517886" y="58461"/>
                </a:lnTo>
                <a:lnTo>
                  <a:pt x="517649" y="57965"/>
                </a:lnTo>
                <a:lnTo>
                  <a:pt x="517405" y="57475"/>
                </a:lnTo>
                <a:lnTo>
                  <a:pt x="517153" y="56991"/>
                </a:lnTo>
                <a:lnTo>
                  <a:pt x="516895" y="56513"/>
                </a:lnTo>
                <a:lnTo>
                  <a:pt x="516630" y="56041"/>
                </a:lnTo>
                <a:lnTo>
                  <a:pt x="516358" y="55575"/>
                </a:lnTo>
                <a:lnTo>
                  <a:pt x="516079" y="55115"/>
                </a:lnTo>
                <a:lnTo>
                  <a:pt x="515793" y="54662"/>
                </a:lnTo>
                <a:lnTo>
                  <a:pt x="515500" y="54215"/>
                </a:lnTo>
                <a:lnTo>
                  <a:pt x="515201" y="53773"/>
                </a:lnTo>
                <a:lnTo>
                  <a:pt x="514894" y="53338"/>
                </a:lnTo>
                <a:lnTo>
                  <a:pt x="514581" y="52909"/>
                </a:lnTo>
                <a:lnTo>
                  <a:pt x="514260" y="52487"/>
                </a:lnTo>
                <a:lnTo>
                  <a:pt x="513933" y="52070"/>
                </a:lnTo>
                <a:lnTo>
                  <a:pt x="513599" y="51659"/>
                </a:lnTo>
                <a:lnTo>
                  <a:pt x="513258" y="51256"/>
                </a:lnTo>
                <a:lnTo>
                  <a:pt x="512911" y="50860"/>
                </a:lnTo>
                <a:lnTo>
                  <a:pt x="512558" y="50471"/>
                </a:lnTo>
                <a:lnTo>
                  <a:pt x="512198" y="50091"/>
                </a:lnTo>
                <a:lnTo>
                  <a:pt x="511832" y="49718"/>
                </a:lnTo>
                <a:lnTo>
                  <a:pt x="511460" y="49352"/>
                </a:lnTo>
                <a:lnTo>
                  <a:pt x="511082" y="48995"/>
                </a:lnTo>
                <a:lnTo>
                  <a:pt x="510697" y="48645"/>
                </a:lnTo>
                <a:lnTo>
                  <a:pt x="510306" y="48302"/>
                </a:lnTo>
                <a:lnTo>
                  <a:pt x="509909" y="47968"/>
                </a:lnTo>
                <a:lnTo>
                  <a:pt x="509506" y="47641"/>
                </a:lnTo>
                <a:lnTo>
                  <a:pt x="509096" y="47321"/>
                </a:lnTo>
                <a:lnTo>
                  <a:pt x="508680" y="47009"/>
                </a:lnTo>
                <a:lnTo>
                  <a:pt x="508258" y="46705"/>
                </a:lnTo>
                <a:lnTo>
                  <a:pt x="507829" y="46409"/>
                </a:lnTo>
                <a:lnTo>
                  <a:pt x="507394" y="46120"/>
                </a:lnTo>
                <a:lnTo>
                  <a:pt x="506953" y="45839"/>
                </a:lnTo>
                <a:lnTo>
                  <a:pt x="506506" y="45565"/>
                </a:lnTo>
                <a:lnTo>
                  <a:pt x="506052" y="45300"/>
                </a:lnTo>
                <a:lnTo>
                  <a:pt x="505593" y="45042"/>
                </a:lnTo>
                <a:lnTo>
                  <a:pt x="505126" y="44791"/>
                </a:lnTo>
                <a:lnTo>
                  <a:pt x="504654" y="44548"/>
                </a:lnTo>
                <a:lnTo>
                  <a:pt x="504175" y="44313"/>
                </a:lnTo>
                <a:lnTo>
                  <a:pt x="503691" y="44085"/>
                </a:lnTo>
                <a:lnTo>
                  <a:pt x="503199" y="43866"/>
                </a:lnTo>
                <a:lnTo>
                  <a:pt x="502702" y="43657"/>
                </a:lnTo>
                <a:lnTo>
                  <a:pt x="502199" y="43456"/>
                </a:lnTo>
                <a:lnTo>
                  <a:pt x="501690" y="43265"/>
                </a:lnTo>
                <a:lnTo>
                  <a:pt x="501175" y="43084"/>
                </a:lnTo>
                <a:lnTo>
                  <a:pt x="500654" y="42911"/>
                </a:lnTo>
                <a:lnTo>
                  <a:pt x="500127" y="42748"/>
                </a:lnTo>
                <a:lnTo>
                  <a:pt x="499594" y="42594"/>
                </a:lnTo>
                <a:lnTo>
                  <a:pt x="499055" y="42450"/>
                </a:lnTo>
                <a:lnTo>
                  <a:pt x="498509" y="42315"/>
                </a:lnTo>
                <a:lnTo>
                  <a:pt x="497958" y="42189"/>
                </a:lnTo>
                <a:lnTo>
                  <a:pt x="497401" y="42072"/>
                </a:lnTo>
                <a:lnTo>
                  <a:pt x="496838" y="41965"/>
                </a:lnTo>
                <a:lnTo>
                  <a:pt x="496269" y="41867"/>
                </a:lnTo>
                <a:lnTo>
                  <a:pt x="495694" y="41779"/>
                </a:lnTo>
                <a:lnTo>
                  <a:pt x="495112" y="41699"/>
                </a:lnTo>
                <a:lnTo>
                  <a:pt x="494525" y="41630"/>
                </a:lnTo>
                <a:lnTo>
                  <a:pt x="493932" y="41569"/>
                </a:lnTo>
                <a:lnTo>
                  <a:pt x="493333" y="41518"/>
                </a:lnTo>
                <a:lnTo>
                  <a:pt x="492727" y="41476"/>
                </a:lnTo>
                <a:lnTo>
                  <a:pt x="492116" y="41443"/>
                </a:lnTo>
                <a:lnTo>
                  <a:pt x="491499" y="41420"/>
                </a:lnTo>
                <a:lnTo>
                  <a:pt x="490875" y="41406"/>
                </a:lnTo>
                <a:lnTo>
                  <a:pt x="490246" y="41401"/>
                </a:lnTo>
                <a:lnTo>
                  <a:pt x="489676" y="41406"/>
                </a:lnTo>
                <a:lnTo>
                  <a:pt x="489109" y="41421"/>
                </a:lnTo>
                <a:lnTo>
                  <a:pt x="488544" y="41445"/>
                </a:lnTo>
                <a:lnTo>
                  <a:pt x="487982" y="41479"/>
                </a:lnTo>
                <a:lnTo>
                  <a:pt x="487422" y="41523"/>
                </a:lnTo>
                <a:lnTo>
                  <a:pt x="486864" y="41576"/>
                </a:lnTo>
                <a:lnTo>
                  <a:pt x="486309" y="41639"/>
                </a:lnTo>
                <a:lnTo>
                  <a:pt x="485757" y="41712"/>
                </a:lnTo>
                <a:lnTo>
                  <a:pt x="485206" y="41795"/>
                </a:lnTo>
                <a:lnTo>
                  <a:pt x="484658" y="41887"/>
                </a:lnTo>
                <a:lnTo>
                  <a:pt x="484113" y="41989"/>
                </a:lnTo>
                <a:lnTo>
                  <a:pt x="483570" y="42101"/>
                </a:lnTo>
                <a:lnTo>
                  <a:pt x="483029" y="42223"/>
                </a:lnTo>
                <a:lnTo>
                  <a:pt x="482491" y="42354"/>
                </a:lnTo>
                <a:lnTo>
                  <a:pt x="481956" y="42495"/>
                </a:lnTo>
                <a:lnTo>
                  <a:pt x="481422" y="42645"/>
                </a:lnTo>
                <a:lnTo>
                  <a:pt x="480892" y="42806"/>
                </a:lnTo>
                <a:lnTo>
                  <a:pt x="480363" y="42976"/>
                </a:lnTo>
                <a:lnTo>
                  <a:pt x="479837" y="43156"/>
                </a:lnTo>
                <a:lnTo>
                  <a:pt x="479314" y="43345"/>
                </a:lnTo>
                <a:lnTo>
                  <a:pt x="478793" y="43544"/>
                </a:lnTo>
                <a:lnTo>
                  <a:pt x="478274" y="43753"/>
                </a:lnTo>
                <a:lnTo>
                  <a:pt x="477758" y="43972"/>
                </a:lnTo>
                <a:lnTo>
                  <a:pt x="477244" y="44201"/>
                </a:lnTo>
                <a:lnTo>
                  <a:pt x="476734" y="44438"/>
                </a:lnTo>
                <a:lnTo>
                  <a:pt x="476228" y="44685"/>
                </a:lnTo>
                <a:lnTo>
                  <a:pt x="475728" y="44940"/>
                </a:lnTo>
                <a:lnTo>
                  <a:pt x="475232" y="45204"/>
                </a:lnTo>
                <a:lnTo>
                  <a:pt x="474742" y="45477"/>
                </a:lnTo>
                <a:lnTo>
                  <a:pt x="474256" y="45759"/>
                </a:lnTo>
                <a:lnTo>
                  <a:pt x="473775" y="46050"/>
                </a:lnTo>
                <a:lnTo>
                  <a:pt x="473299" y="46349"/>
                </a:lnTo>
                <a:lnTo>
                  <a:pt x="472827" y="46658"/>
                </a:lnTo>
                <a:lnTo>
                  <a:pt x="472361" y="46975"/>
                </a:lnTo>
                <a:lnTo>
                  <a:pt x="471899" y="47301"/>
                </a:lnTo>
                <a:lnTo>
                  <a:pt x="471442" y="47635"/>
                </a:lnTo>
                <a:lnTo>
                  <a:pt x="470991" y="47979"/>
                </a:lnTo>
                <a:lnTo>
                  <a:pt x="470544" y="48331"/>
                </a:lnTo>
                <a:lnTo>
                  <a:pt x="470102" y="48693"/>
                </a:lnTo>
                <a:lnTo>
                  <a:pt x="469664" y="49063"/>
                </a:lnTo>
                <a:lnTo>
                  <a:pt x="469232" y="49442"/>
                </a:lnTo>
                <a:lnTo>
                  <a:pt x="468804" y="49829"/>
                </a:lnTo>
                <a:lnTo>
                  <a:pt x="468382" y="50226"/>
                </a:lnTo>
                <a:lnTo>
                  <a:pt x="467964" y="50631"/>
                </a:lnTo>
                <a:lnTo>
                  <a:pt x="467551" y="51045"/>
                </a:lnTo>
                <a:lnTo>
                  <a:pt x="467143" y="51468"/>
                </a:lnTo>
                <a:lnTo>
                  <a:pt x="466739" y="51900"/>
                </a:lnTo>
                <a:lnTo>
                  <a:pt x="466341" y="52341"/>
                </a:lnTo>
                <a:lnTo>
                  <a:pt x="465948" y="52790"/>
                </a:lnTo>
                <a:lnTo>
                  <a:pt x="465563" y="53246"/>
                </a:lnTo>
                <a:lnTo>
                  <a:pt x="465184" y="53709"/>
                </a:lnTo>
                <a:lnTo>
                  <a:pt x="464812" y="54179"/>
                </a:lnTo>
                <a:lnTo>
                  <a:pt x="464448" y="54657"/>
                </a:lnTo>
                <a:lnTo>
                  <a:pt x="464090" y="55143"/>
                </a:lnTo>
                <a:lnTo>
                  <a:pt x="463738" y="55635"/>
                </a:lnTo>
                <a:lnTo>
                  <a:pt x="463394" y="56135"/>
                </a:lnTo>
                <a:lnTo>
                  <a:pt x="463057" y="56642"/>
                </a:lnTo>
                <a:lnTo>
                  <a:pt x="462727" y="57156"/>
                </a:lnTo>
                <a:lnTo>
                  <a:pt x="462403" y="57678"/>
                </a:lnTo>
                <a:lnTo>
                  <a:pt x="462087" y="58207"/>
                </a:lnTo>
                <a:lnTo>
                  <a:pt x="461777" y="58743"/>
                </a:lnTo>
                <a:lnTo>
                  <a:pt x="461474" y="59286"/>
                </a:lnTo>
                <a:lnTo>
                  <a:pt x="461179" y="59837"/>
                </a:lnTo>
                <a:lnTo>
                  <a:pt x="460890" y="60395"/>
                </a:lnTo>
                <a:lnTo>
                  <a:pt x="460608" y="60961"/>
                </a:lnTo>
                <a:lnTo>
                  <a:pt x="460332" y="61533"/>
                </a:lnTo>
                <a:lnTo>
                  <a:pt x="460064" y="62113"/>
                </a:lnTo>
                <a:lnTo>
                  <a:pt x="459803" y="62700"/>
                </a:lnTo>
                <a:lnTo>
                  <a:pt x="459549" y="63295"/>
                </a:lnTo>
                <a:lnTo>
                  <a:pt x="459301" y="63897"/>
                </a:lnTo>
                <a:lnTo>
                  <a:pt x="459061" y="64506"/>
                </a:lnTo>
                <a:lnTo>
                  <a:pt x="458827" y="65122"/>
                </a:lnTo>
                <a:lnTo>
                  <a:pt x="458601" y="65745"/>
                </a:lnTo>
                <a:lnTo>
                  <a:pt x="458386" y="66375"/>
                </a:lnTo>
                <a:lnTo>
                  <a:pt x="458179" y="67010"/>
                </a:lnTo>
                <a:lnTo>
                  <a:pt x="457983" y="67651"/>
                </a:lnTo>
                <a:lnTo>
                  <a:pt x="457796" y="68299"/>
                </a:lnTo>
                <a:lnTo>
                  <a:pt x="457618" y="68953"/>
                </a:lnTo>
                <a:lnTo>
                  <a:pt x="457450" y="69613"/>
                </a:lnTo>
                <a:lnTo>
                  <a:pt x="457292" y="70279"/>
                </a:lnTo>
                <a:lnTo>
                  <a:pt x="457143" y="70951"/>
                </a:lnTo>
                <a:lnTo>
                  <a:pt x="457004" y="71630"/>
                </a:lnTo>
                <a:lnTo>
                  <a:pt x="456875" y="72314"/>
                </a:lnTo>
                <a:lnTo>
                  <a:pt x="456755" y="73005"/>
                </a:lnTo>
                <a:lnTo>
                  <a:pt x="456645" y="73701"/>
                </a:lnTo>
                <a:lnTo>
                  <a:pt x="456544" y="74404"/>
                </a:lnTo>
                <a:lnTo>
                  <a:pt x="456453" y="75113"/>
                </a:lnTo>
                <a:lnTo>
                  <a:pt x="456371" y="75829"/>
                </a:lnTo>
                <a:lnTo>
                  <a:pt x="456299" y="76550"/>
                </a:lnTo>
                <a:lnTo>
                  <a:pt x="456237" y="77277"/>
                </a:lnTo>
                <a:lnTo>
                  <a:pt x="456184" y="78011"/>
                </a:lnTo>
                <a:lnTo>
                  <a:pt x="456141" y="78751"/>
                </a:lnTo>
                <a:lnTo>
                  <a:pt x="456108" y="79497"/>
                </a:lnTo>
                <a:lnTo>
                  <a:pt x="456084" y="80249"/>
                </a:lnTo>
                <a:lnTo>
                  <a:pt x="456069" y="81007"/>
                </a:lnTo>
                <a:lnTo>
                  <a:pt x="456064" y="81771"/>
                </a:lnTo>
                <a:lnTo>
                  <a:pt x="456064" y="84939"/>
                </a:lnTo>
                <a:lnTo>
                  <a:pt x="456069" y="85649"/>
                </a:lnTo>
                <a:lnTo>
                  <a:pt x="456083" y="86354"/>
                </a:lnTo>
                <a:lnTo>
                  <a:pt x="456106" y="87054"/>
                </a:lnTo>
                <a:lnTo>
                  <a:pt x="456138" y="87749"/>
                </a:lnTo>
                <a:lnTo>
                  <a:pt x="456179" y="88440"/>
                </a:lnTo>
                <a:lnTo>
                  <a:pt x="456230" y="89126"/>
                </a:lnTo>
                <a:lnTo>
                  <a:pt x="456290" y="89808"/>
                </a:lnTo>
                <a:lnTo>
                  <a:pt x="456359" y="90484"/>
                </a:lnTo>
                <a:lnTo>
                  <a:pt x="456437" y="91156"/>
                </a:lnTo>
                <a:lnTo>
                  <a:pt x="456525" y="91823"/>
                </a:lnTo>
                <a:lnTo>
                  <a:pt x="456621" y="92486"/>
                </a:lnTo>
                <a:lnTo>
                  <a:pt x="456727" y="93144"/>
                </a:lnTo>
                <a:lnTo>
                  <a:pt x="456842" y="93797"/>
                </a:lnTo>
                <a:lnTo>
                  <a:pt x="456967" y="94445"/>
                </a:lnTo>
                <a:lnTo>
                  <a:pt x="457100" y="95088"/>
                </a:lnTo>
                <a:lnTo>
                  <a:pt x="457243" y="95727"/>
                </a:lnTo>
                <a:lnTo>
                  <a:pt x="457395" y="96361"/>
                </a:lnTo>
                <a:lnTo>
                  <a:pt x="457556" y="96990"/>
                </a:lnTo>
                <a:lnTo>
                  <a:pt x="457726" y="97615"/>
                </a:lnTo>
                <a:lnTo>
                  <a:pt x="457906" y="98235"/>
                </a:lnTo>
                <a:lnTo>
                  <a:pt x="458095" y="98850"/>
                </a:lnTo>
                <a:lnTo>
                  <a:pt x="458293" y="99460"/>
                </a:lnTo>
                <a:lnTo>
                  <a:pt x="458500" y="100066"/>
                </a:lnTo>
                <a:lnTo>
                  <a:pt x="458716" y="100667"/>
                </a:lnTo>
                <a:lnTo>
                  <a:pt x="458941" y="101262"/>
                </a:lnTo>
                <a:lnTo>
                  <a:pt x="459173" y="101850"/>
                </a:lnTo>
                <a:lnTo>
                  <a:pt x="459413" y="102432"/>
                </a:lnTo>
                <a:lnTo>
                  <a:pt x="459660" y="103007"/>
                </a:lnTo>
                <a:lnTo>
                  <a:pt x="459914" y="103575"/>
                </a:lnTo>
                <a:lnTo>
                  <a:pt x="460176" y="104136"/>
                </a:lnTo>
                <a:lnTo>
                  <a:pt x="460445" y="104691"/>
                </a:lnTo>
                <a:lnTo>
                  <a:pt x="460722" y="105238"/>
                </a:lnTo>
                <a:lnTo>
                  <a:pt x="461006" y="105779"/>
                </a:lnTo>
                <a:lnTo>
                  <a:pt x="461297" y="106313"/>
                </a:lnTo>
                <a:lnTo>
                  <a:pt x="461596" y="106841"/>
                </a:lnTo>
                <a:lnTo>
                  <a:pt x="461903" y="107361"/>
                </a:lnTo>
                <a:lnTo>
                  <a:pt x="462216" y="107875"/>
                </a:lnTo>
                <a:lnTo>
                  <a:pt x="462537" y="108382"/>
                </a:lnTo>
                <a:lnTo>
                  <a:pt x="462866" y="108883"/>
                </a:lnTo>
                <a:lnTo>
                  <a:pt x="463202" y="109376"/>
                </a:lnTo>
                <a:lnTo>
                  <a:pt x="463545" y="109863"/>
                </a:lnTo>
                <a:lnTo>
                  <a:pt x="463896" y="110343"/>
                </a:lnTo>
                <a:lnTo>
                  <a:pt x="464254" y="110816"/>
                </a:lnTo>
                <a:lnTo>
                  <a:pt x="464620" y="111282"/>
                </a:lnTo>
                <a:lnTo>
                  <a:pt x="464993" y="111742"/>
                </a:lnTo>
                <a:lnTo>
                  <a:pt x="465374" y="112195"/>
                </a:lnTo>
                <a:lnTo>
                  <a:pt x="465762" y="112641"/>
                </a:lnTo>
                <a:lnTo>
                  <a:pt x="466157" y="113080"/>
                </a:lnTo>
                <a:lnTo>
                  <a:pt x="466559" y="113512"/>
                </a:lnTo>
                <a:lnTo>
                  <a:pt x="466967" y="113935"/>
                </a:lnTo>
                <a:lnTo>
                  <a:pt x="467382" y="114351"/>
                </a:lnTo>
                <a:lnTo>
                  <a:pt x="467802" y="114758"/>
                </a:lnTo>
                <a:lnTo>
                  <a:pt x="468229" y="115157"/>
                </a:lnTo>
                <a:lnTo>
                  <a:pt x="468662" y="115548"/>
                </a:lnTo>
                <a:lnTo>
                  <a:pt x="469100" y="115930"/>
                </a:lnTo>
                <a:lnTo>
                  <a:pt x="469546" y="116305"/>
                </a:lnTo>
                <a:lnTo>
                  <a:pt x="469997" y="116671"/>
                </a:lnTo>
                <a:lnTo>
                  <a:pt x="470454" y="117029"/>
                </a:lnTo>
                <a:lnTo>
                  <a:pt x="470918" y="117379"/>
                </a:lnTo>
                <a:lnTo>
                  <a:pt x="471387" y="117721"/>
                </a:lnTo>
                <a:lnTo>
                  <a:pt x="471863" y="118054"/>
                </a:lnTo>
                <a:lnTo>
                  <a:pt x="472345" y="118380"/>
                </a:lnTo>
                <a:lnTo>
                  <a:pt x="472833" y="118697"/>
                </a:lnTo>
                <a:lnTo>
                  <a:pt x="473327" y="119006"/>
                </a:lnTo>
                <a:lnTo>
                  <a:pt x="473827" y="119307"/>
                </a:lnTo>
                <a:lnTo>
                  <a:pt x="474334" y="119599"/>
                </a:lnTo>
                <a:lnTo>
                  <a:pt x="474847" y="119884"/>
                </a:lnTo>
                <a:lnTo>
                  <a:pt x="475365" y="120160"/>
                </a:lnTo>
                <a:lnTo>
                  <a:pt x="475890" y="120428"/>
                </a:lnTo>
                <a:lnTo>
                  <a:pt x="476421" y="120688"/>
                </a:lnTo>
                <a:lnTo>
                  <a:pt x="476958" y="120940"/>
                </a:lnTo>
                <a:lnTo>
                  <a:pt x="477502" y="121183"/>
                </a:lnTo>
                <a:lnTo>
                  <a:pt x="478050" y="121418"/>
                </a:lnTo>
                <a:lnTo>
                  <a:pt x="478603" y="121642"/>
                </a:lnTo>
                <a:lnTo>
                  <a:pt x="479160" y="121857"/>
                </a:lnTo>
                <a:lnTo>
                  <a:pt x="479722" y="122061"/>
                </a:lnTo>
                <a:lnTo>
                  <a:pt x="480288" y="122256"/>
                </a:lnTo>
                <a:lnTo>
                  <a:pt x="480858" y="122440"/>
                </a:lnTo>
                <a:lnTo>
                  <a:pt x="481433" y="122615"/>
                </a:lnTo>
                <a:lnTo>
                  <a:pt x="482012" y="122779"/>
                </a:lnTo>
                <a:lnTo>
                  <a:pt x="482595" y="122934"/>
                </a:lnTo>
                <a:lnTo>
                  <a:pt x="483183" y="123079"/>
                </a:lnTo>
                <a:lnTo>
                  <a:pt x="483775" y="123213"/>
                </a:lnTo>
                <a:lnTo>
                  <a:pt x="484371" y="123338"/>
                </a:lnTo>
                <a:lnTo>
                  <a:pt x="484972" y="123453"/>
                </a:lnTo>
                <a:lnTo>
                  <a:pt x="485577" y="123558"/>
                </a:lnTo>
                <a:lnTo>
                  <a:pt x="486186" y="123652"/>
                </a:lnTo>
                <a:lnTo>
                  <a:pt x="486800" y="123737"/>
                </a:lnTo>
                <a:lnTo>
                  <a:pt x="487418" y="123812"/>
                </a:lnTo>
                <a:lnTo>
                  <a:pt x="488041" y="123877"/>
                </a:lnTo>
                <a:lnTo>
                  <a:pt x="488668" y="123932"/>
                </a:lnTo>
                <a:lnTo>
                  <a:pt x="489299" y="123977"/>
                </a:lnTo>
                <a:lnTo>
                  <a:pt x="489934" y="124011"/>
                </a:lnTo>
                <a:lnTo>
                  <a:pt x="490574" y="124036"/>
                </a:lnTo>
                <a:lnTo>
                  <a:pt x="491218" y="124051"/>
                </a:lnTo>
                <a:lnTo>
                  <a:pt x="491867" y="124056"/>
                </a:lnTo>
                <a:lnTo>
                  <a:pt x="492459" y="124053"/>
                </a:lnTo>
                <a:lnTo>
                  <a:pt x="493046" y="124043"/>
                </a:lnTo>
                <a:lnTo>
                  <a:pt x="493626" y="124026"/>
                </a:lnTo>
                <a:lnTo>
                  <a:pt x="494200" y="124002"/>
                </a:lnTo>
                <a:lnTo>
                  <a:pt x="494768" y="123972"/>
                </a:lnTo>
                <a:lnTo>
                  <a:pt x="495329" y="123934"/>
                </a:lnTo>
                <a:lnTo>
                  <a:pt x="495885" y="123890"/>
                </a:lnTo>
                <a:lnTo>
                  <a:pt x="496434" y="123839"/>
                </a:lnTo>
                <a:lnTo>
                  <a:pt x="496978" y="123782"/>
                </a:lnTo>
                <a:lnTo>
                  <a:pt x="497515" y="123717"/>
                </a:lnTo>
                <a:lnTo>
                  <a:pt x="498046" y="123646"/>
                </a:lnTo>
                <a:lnTo>
                  <a:pt x="498571" y="123568"/>
                </a:lnTo>
                <a:lnTo>
                  <a:pt x="499089" y="123484"/>
                </a:lnTo>
                <a:lnTo>
                  <a:pt x="499602" y="123392"/>
                </a:lnTo>
                <a:lnTo>
                  <a:pt x="500108" y="123294"/>
                </a:lnTo>
                <a:lnTo>
                  <a:pt x="500609" y="123189"/>
                </a:lnTo>
                <a:lnTo>
                  <a:pt x="501103" y="123077"/>
                </a:lnTo>
                <a:lnTo>
                  <a:pt x="501591" y="122958"/>
                </a:lnTo>
                <a:lnTo>
                  <a:pt x="502073" y="122833"/>
                </a:lnTo>
                <a:lnTo>
                  <a:pt x="502549" y="122701"/>
                </a:lnTo>
                <a:lnTo>
                  <a:pt x="503018" y="122562"/>
                </a:lnTo>
                <a:lnTo>
                  <a:pt x="503482" y="122416"/>
                </a:lnTo>
                <a:lnTo>
                  <a:pt x="503939" y="122263"/>
                </a:lnTo>
                <a:lnTo>
                  <a:pt x="504390" y="122104"/>
                </a:lnTo>
                <a:lnTo>
                  <a:pt x="504836" y="121939"/>
                </a:lnTo>
                <a:lnTo>
                  <a:pt x="505276" y="121770"/>
                </a:lnTo>
                <a:lnTo>
                  <a:pt x="505711" y="121597"/>
                </a:lnTo>
                <a:lnTo>
                  <a:pt x="506140" y="121419"/>
                </a:lnTo>
                <a:lnTo>
                  <a:pt x="506564" y="121236"/>
                </a:lnTo>
                <a:lnTo>
                  <a:pt x="506983" y="121050"/>
                </a:lnTo>
                <a:lnTo>
                  <a:pt x="507396" y="120859"/>
                </a:lnTo>
                <a:lnTo>
                  <a:pt x="507804" y="120664"/>
                </a:lnTo>
                <a:lnTo>
                  <a:pt x="508206" y="120464"/>
                </a:lnTo>
                <a:lnTo>
                  <a:pt x="508603" y="120260"/>
                </a:lnTo>
                <a:lnTo>
                  <a:pt x="508995" y="120052"/>
                </a:lnTo>
                <a:lnTo>
                  <a:pt x="509381" y="119839"/>
                </a:lnTo>
                <a:lnTo>
                  <a:pt x="509762" y="119622"/>
                </a:lnTo>
                <a:lnTo>
                  <a:pt x="510138" y="119400"/>
                </a:lnTo>
                <a:lnTo>
                  <a:pt x="510508" y="119175"/>
                </a:lnTo>
                <a:lnTo>
                  <a:pt x="510873" y="118945"/>
                </a:lnTo>
                <a:lnTo>
                  <a:pt x="511233" y="118710"/>
                </a:lnTo>
                <a:lnTo>
                  <a:pt x="511587" y="118471"/>
                </a:lnTo>
                <a:lnTo>
                  <a:pt x="511936" y="118228"/>
                </a:lnTo>
                <a:lnTo>
                  <a:pt x="512279" y="117981"/>
                </a:lnTo>
                <a:lnTo>
                  <a:pt x="512617" y="117729"/>
                </a:lnTo>
                <a:lnTo>
                  <a:pt x="512950" y="117473"/>
                </a:lnTo>
                <a:lnTo>
                  <a:pt x="513277" y="117212"/>
                </a:lnTo>
                <a:lnTo>
                  <a:pt x="513599" y="116947"/>
                </a:lnTo>
                <a:lnTo>
                  <a:pt x="513916" y="116679"/>
                </a:lnTo>
                <a:lnTo>
                  <a:pt x="514229" y="116409"/>
                </a:lnTo>
                <a:lnTo>
                  <a:pt x="514538" y="116136"/>
                </a:lnTo>
                <a:lnTo>
                  <a:pt x="514843" y="115862"/>
                </a:lnTo>
                <a:lnTo>
                  <a:pt x="515144" y="115585"/>
                </a:lnTo>
                <a:lnTo>
                  <a:pt x="515440" y="115306"/>
                </a:lnTo>
                <a:lnTo>
                  <a:pt x="515733" y="115025"/>
                </a:lnTo>
                <a:lnTo>
                  <a:pt x="516022" y="114741"/>
                </a:lnTo>
                <a:lnTo>
                  <a:pt x="516306" y="114456"/>
                </a:lnTo>
                <a:lnTo>
                  <a:pt x="516586" y="114168"/>
                </a:lnTo>
                <a:lnTo>
                  <a:pt x="516863" y="113878"/>
                </a:lnTo>
                <a:lnTo>
                  <a:pt x="517135" y="113586"/>
                </a:lnTo>
                <a:lnTo>
                  <a:pt x="517403" y="113292"/>
                </a:lnTo>
                <a:lnTo>
                  <a:pt x="517667" y="112996"/>
                </a:lnTo>
                <a:lnTo>
                  <a:pt x="517927" y="112697"/>
                </a:lnTo>
                <a:lnTo>
                  <a:pt x="518183" y="112396"/>
                </a:lnTo>
                <a:lnTo>
                  <a:pt x="518434" y="112093"/>
                </a:lnTo>
                <a:lnTo>
                  <a:pt x="518682" y="111788"/>
                </a:lnTo>
                <a:lnTo>
                  <a:pt x="518925" y="111481"/>
                </a:lnTo>
                <a:lnTo>
                  <a:pt x="519165" y="111172"/>
                </a:lnTo>
                <a:lnTo>
                  <a:pt x="519400" y="110860"/>
                </a:lnTo>
                <a:lnTo>
                  <a:pt x="519631" y="110546"/>
                </a:lnTo>
                <a:lnTo>
                  <a:pt x="519859" y="110230"/>
                </a:lnTo>
                <a:lnTo>
                  <a:pt x="520082" y="109912"/>
                </a:lnTo>
                <a:lnTo>
                  <a:pt x="514556" y="105639"/>
                </a:lnTo>
                <a:lnTo>
                  <a:pt x="514192" y="106107"/>
                </a:lnTo>
                <a:lnTo>
                  <a:pt x="513824" y="106564"/>
                </a:lnTo>
                <a:lnTo>
                  <a:pt x="513452" y="107010"/>
                </a:lnTo>
                <a:lnTo>
                  <a:pt x="513076" y="107445"/>
                </a:lnTo>
                <a:lnTo>
                  <a:pt x="512696" y="107870"/>
                </a:lnTo>
                <a:lnTo>
                  <a:pt x="512312" y="108285"/>
                </a:lnTo>
                <a:lnTo>
                  <a:pt x="511924" y="108688"/>
                </a:lnTo>
                <a:lnTo>
                  <a:pt x="511532" y="109081"/>
                </a:lnTo>
                <a:lnTo>
                  <a:pt x="511136" y="109464"/>
                </a:lnTo>
                <a:lnTo>
                  <a:pt x="510736" y="109836"/>
                </a:lnTo>
                <a:lnTo>
                  <a:pt x="510332" y="110197"/>
                </a:lnTo>
                <a:lnTo>
                  <a:pt x="509925" y="110548"/>
                </a:lnTo>
                <a:lnTo>
                  <a:pt x="509513" y="110888"/>
                </a:lnTo>
                <a:lnTo>
                  <a:pt x="509097" y="111217"/>
                </a:lnTo>
                <a:lnTo>
                  <a:pt x="508677" y="111536"/>
                </a:lnTo>
                <a:lnTo>
                  <a:pt x="508254" y="111844"/>
                </a:lnTo>
                <a:lnTo>
                  <a:pt x="507826" y="112141"/>
                </a:lnTo>
                <a:lnTo>
                  <a:pt x="507395" y="112428"/>
                </a:lnTo>
                <a:lnTo>
                  <a:pt x="506959" y="112705"/>
                </a:lnTo>
                <a:lnTo>
                  <a:pt x="506520" y="112970"/>
                </a:lnTo>
                <a:lnTo>
                  <a:pt x="506076" y="113225"/>
                </a:lnTo>
                <a:lnTo>
                  <a:pt x="505629" y="113470"/>
                </a:lnTo>
                <a:lnTo>
                  <a:pt x="505177" y="113704"/>
                </a:lnTo>
                <a:lnTo>
                  <a:pt x="504722" y="113927"/>
                </a:lnTo>
                <a:lnTo>
                  <a:pt x="504262" y="114140"/>
                </a:lnTo>
                <a:lnTo>
                  <a:pt x="503797" y="114345"/>
                </a:lnTo>
                <a:lnTo>
                  <a:pt x="503326" y="114540"/>
                </a:lnTo>
                <a:lnTo>
                  <a:pt x="502850" y="114726"/>
                </a:lnTo>
                <a:lnTo>
                  <a:pt x="502370" y="114903"/>
                </a:lnTo>
                <a:lnTo>
                  <a:pt x="501883" y="115071"/>
                </a:lnTo>
                <a:lnTo>
                  <a:pt x="501392" y="115230"/>
                </a:lnTo>
                <a:lnTo>
                  <a:pt x="500895" y="115380"/>
                </a:lnTo>
                <a:lnTo>
                  <a:pt x="500393" y="115521"/>
                </a:lnTo>
                <a:lnTo>
                  <a:pt x="499886" y="115652"/>
                </a:lnTo>
                <a:lnTo>
                  <a:pt x="499374" y="115775"/>
                </a:lnTo>
                <a:lnTo>
                  <a:pt x="498856" y="115888"/>
                </a:lnTo>
                <a:lnTo>
                  <a:pt x="498333" y="115993"/>
                </a:lnTo>
                <a:lnTo>
                  <a:pt x="497805" y="116088"/>
                </a:lnTo>
                <a:lnTo>
                  <a:pt x="497272" y="116174"/>
                </a:lnTo>
                <a:lnTo>
                  <a:pt x="496733" y="116252"/>
                </a:lnTo>
                <a:lnTo>
                  <a:pt x="496189" y="116320"/>
                </a:lnTo>
                <a:lnTo>
                  <a:pt x="495640" y="116379"/>
                </a:lnTo>
                <a:lnTo>
                  <a:pt x="495086" y="116429"/>
                </a:lnTo>
                <a:lnTo>
                  <a:pt x="494526" y="116470"/>
                </a:lnTo>
                <a:lnTo>
                  <a:pt x="493961" y="116501"/>
                </a:lnTo>
                <a:lnTo>
                  <a:pt x="493391" y="116524"/>
                </a:lnTo>
                <a:lnTo>
                  <a:pt x="492816" y="116538"/>
                </a:lnTo>
                <a:lnTo>
                  <a:pt x="492235" y="116542"/>
                </a:lnTo>
                <a:lnTo>
                  <a:pt x="491728" y="116538"/>
                </a:lnTo>
                <a:lnTo>
                  <a:pt x="491224" y="116525"/>
                </a:lnTo>
                <a:lnTo>
                  <a:pt x="490724" y="116504"/>
                </a:lnTo>
                <a:lnTo>
                  <a:pt x="490228" y="116474"/>
                </a:lnTo>
                <a:lnTo>
                  <a:pt x="489735" y="116435"/>
                </a:lnTo>
                <a:lnTo>
                  <a:pt x="489247" y="116388"/>
                </a:lnTo>
                <a:lnTo>
                  <a:pt x="488762" y="116332"/>
                </a:lnTo>
                <a:lnTo>
                  <a:pt x="488282" y="116268"/>
                </a:lnTo>
                <a:lnTo>
                  <a:pt x="487805" y="116195"/>
                </a:lnTo>
                <a:lnTo>
                  <a:pt x="487332" y="116114"/>
                </a:lnTo>
                <a:lnTo>
                  <a:pt x="486862" y="116024"/>
                </a:lnTo>
                <a:lnTo>
                  <a:pt x="486397" y="115925"/>
                </a:lnTo>
                <a:lnTo>
                  <a:pt x="485935" y="115818"/>
                </a:lnTo>
                <a:lnTo>
                  <a:pt x="485478" y="115702"/>
                </a:lnTo>
                <a:lnTo>
                  <a:pt x="485024" y="115578"/>
                </a:lnTo>
                <a:lnTo>
                  <a:pt x="484574" y="115445"/>
                </a:lnTo>
                <a:lnTo>
                  <a:pt x="484128" y="115304"/>
                </a:lnTo>
                <a:lnTo>
                  <a:pt x="483685" y="115154"/>
                </a:lnTo>
                <a:lnTo>
                  <a:pt x="483247" y="114996"/>
                </a:lnTo>
                <a:lnTo>
                  <a:pt x="482812" y="114828"/>
                </a:lnTo>
                <a:lnTo>
                  <a:pt x="482381" y="114653"/>
                </a:lnTo>
                <a:lnTo>
                  <a:pt x="481954" y="114469"/>
                </a:lnTo>
                <a:lnTo>
                  <a:pt x="481531" y="114276"/>
                </a:lnTo>
                <a:lnTo>
                  <a:pt x="481111" y="114074"/>
                </a:lnTo>
                <a:lnTo>
                  <a:pt x="480696" y="113866"/>
                </a:lnTo>
                <a:lnTo>
                  <a:pt x="480286" y="113650"/>
                </a:lnTo>
                <a:lnTo>
                  <a:pt x="479881" y="113429"/>
                </a:lnTo>
                <a:lnTo>
                  <a:pt x="479480" y="113201"/>
                </a:lnTo>
                <a:lnTo>
                  <a:pt x="479085" y="112966"/>
                </a:lnTo>
                <a:lnTo>
                  <a:pt x="478694" y="112725"/>
                </a:lnTo>
                <a:lnTo>
                  <a:pt x="478308" y="112478"/>
                </a:lnTo>
                <a:lnTo>
                  <a:pt x="477927" y="112224"/>
                </a:lnTo>
                <a:lnTo>
                  <a:pt x="477551" y="111964"/>
                </a:lnTo>
                <a:lnTo>
                  <a:pt x="477180" y="111698"/>
                </a:lnTo>
                <a:lnTo>
                  <a:pt x="476813" y="111425"/>
                </a:lnTo>
                <a:lnTo>
                  <a:pt x="476452" y="111146"/>
                </a:lnTo>
                <a:lnTo>
                  <a:pt x="476095" y="110860"/>
                </a:lnTo>
                <a:lnTo>
                  <a:pt x="475743" y="110569"/>
                </a:lnTo>
                <a:lnTo>
                  <a:pt x="475396" y="110270"/>
                </a:lnTo>
                <a:lnTo>
                  <a:pt x="475054" y="109965"/>
                </a:lnTo>
                <a:lnTo>
                  <a:pt x="474717" y="109654"/>
                </a:lnTo>
                <a:lnTo>
                  <a:pt x="474385" y="109337"/>
                </a:lnTo>
                <a:lnTo>
                  <a:pt x="474057" y="109013"/>
                </a:lnTo>
                <a:lnTo>
                  <a:pt x="473734" y="108682"/>
                </a:lnTo>
                <a:lnTo>
                  <a:pt x="473417" y="108346"/>
                </a:lnTo>
                <a:lnTo>
                  <a:pt x="473104" y="108002"/>
                </a:lnTo>
                <a:lnTo>
                  <a:pt x="472795" y="107653"/>
                </a:lnTo>
                <a:lnTo>
                  <a:pt x="472492" y="107297"/>
                </a:lnTo>
                <a:lnTo>
                  <a:pt x="472194" y="106935"/>
                </a:lnTo>
                <a:lnTo>
                  <a:pt x="471902" y="106569"/>
                </a:lnTo>
                <a:lnTo>
                  <a:pt x="471615" y="106197"/>
                </a:lnTo>
                <a:lnTo>
                  <a:pt x="471334" y="105821"/>
                </a:lnTo>
                <a:lnTo>
                  <a:pt x="471059" y="105439"/>
                </a:lnTo>
                <a:lnTo>
                  <a:pt x="470789" y="105052"/>
                </a:lnTo>
                <a:lnTo>
                  <a:pt x="470524" y="104661"/>
                </a:lnTo>
                <a:lnTo>
                  <a:pt x="470266" y="104264"/>
                </a:lnTo>
                <a:lnTo>
                  <a:pt x="470013" y="103863"/>
                </a:lnTo>
                <a:lnTo>
                  <a:pt x="469766" y="103456"/>
                </a:lnTo>
                <a:lnTo>
                  <a:pt x="469524" y="103045"/>
                </a:lnTo>
                <a:lnTo>
                  <a:pt x="469288" y="102628"/>
                </a:lnTo>
                <a:lnTo>
                  <a:pt x="469057" y="102207"/>
                </a:lnTo>
                <a:lnTo>
                  <a:pt x="468832" y="101780"/>
                </a:lnTo>
                <a:lnTo>
                  <a:pt x="468613" y="101349"/>
                </a:lnTo>
                <a:lnTo>
                  <a:pt x="468400" y="100912"/>
                </a:lnTo>
                <a:lnTo>
                  <a:pt x="468192" y="100471"/>
                </a:lnTo>
                <a:lnTo>
                  <a:pt x="467989" y="100025"/>
                </a:lnTo>
                <a:lnTo>
                  <a:pt x="467793" y="99573"/>
                </a:lnTo>
                <a:lnTo>
                  <a:pt x="467602" y="99117"/>
                </a:lnTo>
                <a:lnTo>
                  <a:pt x="467416" y="98655"/>
                </a:lnTo>
                <a:lnTo>
                  <a:pt x="467236" y="98189"/>
                </a:lnTo>
                <a:lnTo>
                  <a:pt x="467062" y="97718"/>
                </a:lnTo>
                <a:lnTo>
                  <a:pt x="466894" y="97241"/>
                </a:lnTo>
                <a:lnTo>
                  <a:pt x="466731" y="96761"/>
                </a:lnTo>
                <a:lnTo>
                  <a:pt x="466576" y="96278"/>
                </a:lnTo>
                <a:lnTo>
                  <a:pt x="466427" y="95792"/>
                </a:lnTo>
                <a:lnTo>
                  <a:pt x="466286" y="95303"/>
                </a:lnTo>
                <a:lnTo>
                  <a:pt x="466151" y="94812"/>
                </a:lnTo>
                <a:lnTo>
                  <a:pt x="466023" y="94318"/>
                </a:lnTo>
                <a:lnTo>
                  <a:pt x="465902" y="93820"/>
                </a:lnTo>
                <a:lnTo>
                  <a:pt x="465788" y="93321"/>
                </a:lnTo>
                <a:lnTo>
                  <a:pt x="465681" y="92818"/>
                </a:lnTo>
                <a:lnTo>
                  <a:pt x="465581" y="92312"/>
                </a:lnTo>
                <a:lnTo>
                  <a:pt x="465488" y="91804"/>
                </a:lnTo>
                <a:lnTo>
                  <a:pt x="465402" y="91293"/>
                </a:lnTo>
                <a:lnTo>
                  <a:pt x="465322" y="90779"/>
                </a:lnTo>
                <a:lnTo>
                  <a:pt x="465250" y="90262"/>
                </a:lnTo>
                <a:lnTo>
                  <a:pt x="465184" y="89742"/>
                </a:lnTo>
                <a:lnTo>
                  <a:pt x="465125" y="89220"/>
                </a:lnTo>
                <a:lnTo>
                  <a:pt x="465074" y="88694"/>
                </a:lnTo>
                <a:lnTo>
                  <a:pt x="465029" y="88166"/>
                </a:lnTo>
                <a:lnTo>
                  <a:pt x="464991" y="87635"/>
                </a:lnTo>
                <a:lnTo>
                  <a:pt x="464960" y="87102"/>
                </a:lnTo>
                <a:lnTo>
                  <a:pt x="464936" y="86565"/>
                </a:lnTo>
                <a:lnTo>
                  <a:pt x="464918" y="86026"/>
                </a:lnTo>
                <a:lnTo>
                  <a:pt x="464908" y="85484"/>
                </a:lnTo>
                <a:lnTo>
                  <a:pt x="464904" y="84939"/>
                </a:lnTo>
                <a:lnTo>
                  <a:pt x="464904" y="83244"/>
                </a:lnTo>
                <a:lnTo>
                  <a:pt x="521776" y="83244"/>
                </a:lnTo>
                <a:lnTo>
                  <a:pt x="521776" y="77876"/>
                </a:lnTo>
                <a:lnTo>
                  <a:pt x="521772" y="77210"/>
                </a:lnTo>
                <a:lnTo>
                  <a:pt x="521762" y="76549"/>
                </a:lnTo>
                <a:lnTo>
                  <a:pt x="521744" y="75893"/>
                </a:lnTo>
                <a:lnTo>
                  <a:pt x="521719" y="75242"/>
                </a:lnTo>
                <a:close/>
                <a:moveTo>
                  <a:pt x="465365" y="74800"/>
                </a:moveTo>
                <a:lnTo>
                  <a:pt x="465445" y="74248"/>
                </a:lnTo>
                <a:lnTo>
                  <a:pt x="465531" y="73701"/>
                </a:lnTo>
                <a:lnTo>
                  <a:pt x="465624" y="73158"/>
                </a:lnTo>
                <a:lnTo>
                  <a:pt x="465723" y="72620"/>
                </a:lnTo>
                <a:lnTo>
                  <a:pt x="465829" y="72086"/>
                </a:lnTo>
                <a:lnTo>
                  <a:pt x="465940" y="71557"/>
                </a:lnTo>
                <a:lnTo>
                  <a:pt x="466059" y="71032"/>
                </a:lnTo>
                <a:lnTo>
                  <a:pt x="466183" y="70511"/>
                </a:lnTo>
                <a:lnTo>
                  <a:pt x="466315" y="69995"/>
                </a:lnTo>
                <a:lnTo>
                  <a:pt x="466452" y="69484"/>
                </a:lnTo>
                <a:lnTo>
                  <a:pt x="466596" y="68977"/>
                </a:lnTo>
                <a:lnTo>
                  <a:pt x="466746" y="68474"/>
                </a:lnTo>
                <a:lnTo>
                  <a:pt x="466902" y="67977"/>
                </a:lnTo>
                <a:lnTo>
                  <a:pt x="467064" y="67485"/>
                </a:lnTo>
                <a:lnTo>
                  <a:pt x="467230" y="66998"/>
                </a:lnTo>
                <a:lnTo>
                  <a:pt x="467402" y="66518"/>
                </a:lnTo>
                <a:lnTo>
                  <a:pt x="467579" y="66043"/>
                </a:lnTo>
                <a:lnTo>
                  <a:pt x="467761" y="65573"/>
                </a:lnTo>
                <a:lnTo>
                  <a:pt x="467949" y="65110"/>
                </a:lnTo>
                <a:lnTo>
                  <a:pt x="468142" y="64652"/>
                </a:lnTo>
                <a:lnTo>
                  <a:pt x="468340" y="64199"/>
                </a:lnTo>
                <a:lnTo>
                  <a:pt x="468543" y="63752"/>
                </a:lnTo>
                <a:lnTo>
                  <a:pt x="468752" y="63311"/>
                </a:lnTo>
                <a:lnTo>
                  <a:pt x="468965" y="62875"/>
                </a:lnTo>
                <a:lnTo>
                  <a:pt x="469184" y="62445"/>
                </a:lnTo>
                <a:lnTo>
                  <a:pt x="469409" y="62021"/>
                </a:lnTo>
                <a:lnTo>
                  <a:pt x="469638" y="61602"/>
                </a:lnTo>
                <a:lnTo>
                  <a:pt x="469873" y="61189"/>
                </a:lnTo>
                <a:lnTo>
                  <a:pt x="470113" y="60782"/>
                </a:lnTo>
                <a:lnTo>
                  <a:pt x="470358" y="60380"/>
                </a:lnTo>
                <a:lnTo>
                  <a:pt x="470609" y="59984"/>
                </a:lnTo>
                <a:lnTo>
                  <a:pt x="470864" y="59593"/>
                </a:lnTo>
                <a:lnTo>
                  <a:pt x="471125" y="59208"/>
                </a:lnTo>
                <a:lnTo>
                  <a:pt x="471392" y="58829"/>
                </a:lnTo>
                <a:lnTo>
                  <a:pt x="471663" y="58455"/>
                </a:lnTo>
                <a:lnTo>
                  <a:pt x="471940" y="58087"/>
                </a:lnTo>
                <a:lnTo>
                  <a:pt x="472221" y="57725"/>
                </a:lnTo>
                <a:lnTo>
                  <a:pt x="472507" y="57370"/>
                </a:lnTo>
                <a:lnTo>
                  <a:pt x="472798" y="57023"/>
                </a:lnTo>
                <a:lnTo>
                  <a:pt x="473093" y="56682"/>
                </a:lnTo>
                <a:lnTo>
                  <a:pt x="473392" y="56349"/>
                </a:lnTo>
                <a:lnTo>
                  <a:pt x="473696" y="56022"/>
                </a:lnTo>
                <a:lnTo>
                  <a:pt x="474005" y="55702"/>
                </a:lnTo>
                <a:lnTo>
                  <a:pt x="474318" y="55390"/>
                </a:lnTo>
                <a:lnTo>
                  <a:pt x="474635" y="55084"/>
                </a:lnTo>
                <a:lnTo>
                  <a:pt x="474957" y="54786"/>
                </a:lnTo>
                <a:lnTo>
                  <a:pt x="475283" y="54495"/>
                </a:lnTo>
                <a:lnTo>
                  <a:pt x="475614" y="54210"/>
                </a:lnTo>
                <a:lnTo>
                  <a:pt x="475949" y="53933"/>
                </a:lnTo>
                <a:lnTo>
                  <a:pt x="476289" y="53663"/>
                </a:lnTo>
                <a:lnTo>
                  <a:pt x="476633" y="53399"/>
                </a:lnTo>
                <a:lnTo>
                  <a:pt x="476982" y="53143"/>
                </a:lnTo>
                <a:lnTo>
                  <a:pt x="477335" y="52894"/>
                </a:lnTo>
                <a:lnTo>
                  <a:pt x="477693" y="52652"/>
                </a:lnTo>
                <a:lnTo>
                  <a:pt x="478055" y="52417"/>
                </a:lnTo>
                <a:lnTo>
                  <a:pt x="478421" y="52188"/>
                </a:lnTo>
                <a:lnTo>
                  <a:pt x="478793" y="51967"/>
                </a:lnTo>
                <a:lnTo>
                  <a:pt x="479168" y="51753"/>
                </a:lnTo>
                <a:lnTo>
                  <a:pt x="479548" y="51546"/>
                </a:lnTo>
                <a:lnTo>
                  <a:pt x="479933" y="51346"/>
                </a:lnTo>
                <a:lnTo>
                  <a:pt x="480321" y="51154"/>
                </a:lnTo>
                <a:lnTo>
                  <a:pt x="480713" y="50970"/>
                </a:lnTo>
                <a:lnTo>
                  <a:pt x="481109" y="50794"/>
                </a:lnTo>
                <a:lnTo>
                  <a:pt x="481508" y="50626"/>
                </a:lnTo>
                <a:lnTo>
                  <a:pt x="481911" y="50466"/>
                </a:lnTo>
                <a:lnTo>
                  <a:pt x="482318" y="50315"/>
                </a:lnTo>
                <a:lnTo>
                  <a:pt x="482728" y="50172"/>
                </a:lnTo>
                <a:lnTo>
                  <a:pt x="483141" y="50037"/>
                </a:lnTo>
                <a:lnTo>
                  <a:pt x="483559" y="49910"/>
                </a:lnTo>
                <a:lnTo>
                  <a:pt x="483979" y="49791"/>
                </a:lnTo>
                <a:lnTo>
                  <a:pt x="484404" y="49681"/>
                </a:lnTo>
                <a:lnTo>
                  <a:pt x="484832" y="49578"/>
                </a:lnTo>
                <a:lnTo>
                  <a:pt x="485263" y="49484"/>
                </a:lnTo>
                <a:lnTo>
                  <a:pt x="485698" y="49398"/>
                </a:lnTo>
                <a:lnTo>
                  <a:pt x="486137" y="49320"/>
                </a:lnTo>
                <a:lnTo>
                  <a:pt x="486579" y="49251"/>
                </a:lnTo>
                <a:lnTo>
                  <a:pt x="487025" y="49190"/>
                </a:lnTo>
                <a:lnTo>
                  <a:pt x="487474" y="49136"/>
                </a:lnTo>
                <a:lnTo>
                  <a:pt x="487927" y="49091"/>
                </a:lnTo>
                <a:lnTo>
                  <a:pt x="488384" y="49054"/>
                </a:lnTo>
                <a:lnTo>
                  <a:pt x="488844" y="49026"/>
                </a:lnTo>
                <a:lnTo>
                  <a:pt x="489308" y="49005"/>
                </a:lnTo>
                <a:lnTo>
                  <a:pt x="489775" y="48993"/>
                </a:lnTo>
                <a:lnTo>
                  <a:pt x="490246" y="48989"/>
                </a:lnTo>
                <a:lnTo>
                  <a:pt x="490868" y="48995"/>
                </a:lnTo>
                <a:lnTo>
                  <a:pt x="491481" y="49015"/>
                </a:lnTo>
                <a:lnTo>
                  <a:pt x="492085" y="49046"/>
                </a:lnTo>
                <a:lnTo>
                  <a:pt x="492680" y="49091"/>
                </a:lnTo>
                <a:lnTo>
                  <a:pt x="493267" y="49148"/>
                </a:lnTo>
                <a:lnTo>
                  <a:pt x="493844" y="49219"/>
                </a:lnTo>
                <a:lnTo>
                  <a:pt x="494413" y="49302"/>
                </a:lnTo>
                <a:lnTo>
                  <a:pt x="494973" y="49397"/>
                </a:lnTo>
                <a:lnTo>
                  <a:pt x="495524" y="49506"/>
                </a:lnTo>
                <a:lnTo>
                  <a:pt x="496067" y="49627"/>
                </a:lnTo>
                <a:lnTo>
                  <a:pt x="496600" y="49761"/>
                </a:lnTo>
                <a:lnTo>
                  <a:pt x="497125" y="49908"/>
                </a:lnTo>
                <a:lnTo>
                  <a:pt x="497641" y="50067"/>
                </a:lnTo>
                <a:lnTo>
                  <a:pt x="498148" y="50239"/>
                </a:lnTo>
                <a:lnTo>
                  <a:pt x="498646" y="50424"/>
                </a:lnTo>
                <a:lnTo>
                  <a:pt x="499135" y="50622"/>
                </a:lnTo>
                <a:lnTo>
                  <a:pt x="499616" y="50832"/>
                </a:lnTo>
                <a:lnTo>
                  <a:pt x="500088" y="51056"/>
                </a:lnTo>
                <a:lnTo>
                  <a:pt x="500551" y="51292"/>
                </a:lnTo>
                <a:lnTo>
                  <a:pt x="501005" y="51541"/>
                </a:lnTo>
                <a:lnTo>
                  <a:pt x="501450" y="51802"/>
                </a:lnTo>
                <a:lnTo>
                  <a:pt x="501886" y="52076"/>
                </a:lnTo>
                <a:lnTo>
                  <a:pt x="502314" y="52363"/>
                </a:lnTo>
                <a:lnTo>
                  <a:pt x="502733" y="52663"/>
                </a:lnTo>
                <a:lnTo>
                  <a:pt x="503143" y="52973"/>
                </a:lnTo>
                <a:lnTo>
                  <a:pt x="503545" y="53290"/>
                </a:lnTo>
                <a:lnTo>
                  <a:pt x="503938" y="53615"/>
                </a:lnTo>
                <a:lnTo>
                  <a:pt x="504323" y="53947"/>
                </a:lnTo>
                <a:lnTo>
                  <a:pt x="504699" y="54287"/>
                </a:lnTo>
                <a:lnTo>
                  <a:pt x="505067" y="54635"/>
                </a:lnTo>
                <a:lnTo>
                  <a:pt x="505427" y="54990"/>
                </a:lnTo>
                <a:lnTo>
                  <a:pt x="505778" y="55352"/>
                </a:lnTo>
                <a:lnTo>
                  <a:pt x="506120" y="55722"/>
                </a:lnTo>
                <a:lnTo>
                  <a:pt x="506455" y="56100"/>
                </a:lnTo>
                <a:lnTo>
                  <a:pt x="506780" y="56485"/>
                </a:lnTo>
                <a:lnTo>
                  <a:pt x="507098" y="56877"/>
                </a:lnTo>
                <a:lnTo>
                  <a:pt x="507407" y="57277"/>
                </a:lnTo>
                <a:lnTo>
                  <a:pt x="507707" y="57685"/>
                </a:lnTo>
                <a:lnTo>
                  <a:pt x="507999" y="58100"/>
                </a:lnTo>
                <a:lnTo>
                  <a:pt x="508282" y="58523"/>
                </a:lnTo>
                <a:lnTo>
                  <a:pt x="508558" y="58953"/>
                </a:lnTo>
                <a:lnTo>
                  <a:pt x="508824" y="59391"/>
                </a:lnTo>
                <a:lnTo>
                  <a:pt x="509082" y="59836"/>
                </a:lnTo>
                <a:lnTo>
                  <a:pt x="509332" y="60289"/>
                </a:lnTo>
                <a:lnTo>
                  <a:pt x="509574" y="60749"/>
                </a:lnTo>
                <a:lnTo>
                  <a:pt x="509806" y="61217"/>
                </a:lnTo>
                <a:lnTo>
                  <a:pt x="510031" y="61693"/>
                </a:lnTo>
                <a:lnTo>
                  <a:pt x="510247" y="62176"/>
                </a:lnTo>
                <a:lnTo>
                  <a:pt x="510455" y="62664"/>
                </a:lnTo>
                <a:lnTo>
                  <a:pt x="510654" y="63155"/>
                </a:lnTo>
                <a:lnTo>
                  <a:pt x="510845" y="63649"/>
                </a:lnTo>
                <a:lnTo>
                  <a:pt x="511028" y="64146"/>
                </a:lnTo>
                <a:lnTo>
                  <a:pt x="511202" y="64646"/>
                </a:lnTo>
                <a:lnTo>
                  <a:pt x="511368" y="65149"/>
                </a:lnTo>
                <a:lnTo>
                  <a:pt x="511526" y="65654"/>
                </a:lnTo>
                <a:lnTo>
                  <a:pt x="511675" y="66163"/>
                </a:lnTo>
                <a:lnTo>
                  <a:pt x="511816" y="66675"/>
                </a:lnTo>
                <a:lnTo>
                  <a:pt x="511949" y="67189"/>
                </a:lnTo>
                <a:lnTo>
                  <a:pt x="512074" y="67707"/>
                </a:lnTo>
                <a:lnTo>
                  <a:pt x="512190" y="68227"/>
                </a:lnTo>
                <a:lnTo>
                  <a:pt x="512298" y="68751"/>
                </a:lnTo>
                <a:lnTo>
                  <a:pt x="512397" y="69277"/>
                </a:lnTo>
                <a:lnTo>
                  <a:pt x="512489" y="69806"/>
                </a:lnTo>
                <a:lnTo>
                  <a:pt x="512572" y="70338"/>
                </a:lnTo>
                <a:lnTo>
                  <a:pt x="512646" y="70873"/>
                </a:lnTo>
                <a:lnTo>
                  <a:pt x="512712" y="71411"/>
                </a:lnTo>
                <a:lnTo>
                  <a:pt x="512770" y="71952"/>
                </a:lnTo>
                <a:lnTo>
                  <a:pt x="512820" y="72496"/>
                </a:lnTo>
                <a:lnTo>
                  <a:pt x="512862" y="73043"/>
                </a:lnTo>
                <a:lnTo>
                  <a:pt x="512895" y="73593"/>
                </a:lnTo>
                <a:lnTo>
                  <a:pt x="512919" y="74146"/>
                </a:lnTo>
                <a:lnTo>
                  <a:pt x="512936" y="74701"/>
                </a:lnTo>
                <a:lnTo>
                  <a:pt x="512936" y="75657"/>
                </a:lnTo>
                <a:lnTo>
                  <a:pt x="465255" y="75657"/>
                </a:lnTo>
                <a:lnTo>
                  <a:pt x="465291" y="75357"/>
                </a:lnTo>
                <a:lnTo>
                  <a:pt x="465365" y="74800"/>
                </a:lnTo>
                <a:close/>
                <a:moveTo>
                  <a:pt x="733995" y="75242"/>
                </a:moveTo>
                <a:lnTo>
                  <a:pt x="733963" y="74595"/>
                </a:lnTo>
                <a:lnTo>
                  <a:pt x="733923" y="73953"/>
                </a:lnTo>
                <a:lnTo>
                  <a:pt x="733877" y="73316"/>
                </a:lnTo>
                <a:lnTo>
                  <a:pt x="733823" y="72683"/>
                </a:lnTo>
                <a:lnTo>
                  <a:pt x="733762" y="72055"/>
                </a:lnTo>
                <a:lnTo>
                  <a:pt x="733694" y="71432"/>
                </a:lnTo>
                <a:lnTo>
                  <a:pt x="733619" y="70814"/>
                </a:lnTo>
                <a:lnTo>
                  <a:pt x="733536" y="70200"/>
                </a:lnTo>
                <a:lnTo>
                  <a:pt x="733447" y="69591"/>
                </a:lnTo>
                <a:lnTo>
                  <a:pt x="733350" y="68987"/>
                </a:lnTo>
                <a:lnTo>
                  <a:pt x="733246" y="68387"/>
                </a:lnTo>
                <a:lnTo>
                  <a:pt x="733135" y="67793"/>
                </a:lnTo>
                <a:lnTo>
                  <a:pt x="733017" y="67203"/>
                </a:lnTo>
                <a:lnTo>
                  <a:pt x="732892" y="66617"/>
                </a:lnTo>
                <a:lnTo>
                  <a:pt x="732759" y="66037"/>
                </a:lnTo>
                <a:lnTo>
                  <a:pt x="732620" y="65461"/>
                </a:lnTo>
                <a:lnTo>
                  <a:pt x="732473" y="64890"/>
                </a:lnTo>
                <a:lnTo>
                  <a:pt x="732319" y="64323"/>
                </a:lnTo>
                <a:lnTo>
                  <a:pt x="732158" y="63762"/>
                </a:lnTo>
                <a:lnTo>
                  <a:pt x="731989" y="63205"/>
                </a:lnTo>
                <a:lnTo>
                  <a:pt x="731814" y="62653"/>
                </a:lnTo>
                <a:lnTo>
                  <a:pt x="731632" y="62108"/>
                </a:lnTo>
                <a:lnTo>
                  <a:pt x="731443" y="61568"/>
                </a:lnTo>
                <a:lnTo>
                  <a:pt x="731247" y="61035"/>
                </a:lnTo>
                <a:lnTo>
                  <a:pt x="731044" y="60508"/>
                </a:lnTo>
                <a:lnTo>
                  <a:pt x="730834" y="59987"/>
                </a:lnTo>
                <a:lnTo>
                  <a:pt x="730617" y="59472"/>
                </a:lnTo>
                <a:lnTo>
                  <a:pt x="730393" y="58964"/>
                </a:lnTo>
                <a:lnTo>
                  <a:pt x="730163" y="58461"/>
                </a:lnTo>
                <a:lnTo>
                  <a:pt x="729925" y="57965"/>
                </a:lnTo>
                <a:lnTo>
                  <a:pt x="729681" y="57475"/>
                </a:lnTo>
                <a:lnTo>
                  <a:pt x="729430" y="56991"/>
                </a:lnTo>
                <a:lnTo>
                  <a:pt x="729171" y="56513"/>
                </a:lnTo>
                <a:lnTo>
                  <a:pt x="728906" y="56041"/>
                </a:lnTo>
                <a:lnTo>
                  <a:pt x="728634" y="55575"/>
                </a:lnTo>
                <a:lnTo>
                  <a:pt x="728355" y="55115"/>
                </a:lnTo>
                <a:lnTo>
                  <a:pt x="728069" y="54662"/>
                </a:lnTo>
                <a:lnTo>
                  <a:pt x="727777" y="54215"/>
                </a:lnTo>
                <a:lnTo>
                  <a:pt x="727477" y="53773"/>
                </a:lnTo>
                <a:lnTo>
                  <a:pt x="727170" y="53338"/>
                </a:lnTo>
                <a:lnTo>
                  <a:pt x="726857" y="52909"/>
                </a:lnTo>
                <a:lnTo>
                  <a:pt x="726537" y="52487"/>
                </a:lnTo>
                <a:lnTo>
                  <a:pt x="726209" y="52070"/>
                </a:lnTo>
                <a:lnTo>
                  <a:pt x="725875" y="51659"/>
                </a:lnTo>
                <a:lnTo>
                  <a:pt x="725534" y="51256"/>
                </a:lnTo>
                <a:lnTo>
                  <a:pt x="725187" y="50860"/>
                </a:lnTo>
                <a:lnTo>
                  <a:pt x="724834" y="50471"/>
                </a:lnTo>
                <a:lnTo>
                  <a:pt x="724474" y="50091"/>
                </a:lnTo>
                <a:lnTo>
                  <a:pt x="724108" y="49718"/>
                </a:lnTo>
                <a:lnTo>
                  <a:pt x="723736" y="49352"/>
                </a:lnTo>
                <a:lnTo>
                  <a:pt x="723358" y="48995"/>
                </a:lnTo>
                <a:lnTo>
                  <a:pt x="722973" y="48645"/>
                </a:lnTo>
                <a:lnTo>
                  <a:pt x="722582" y="48302"/>
                </a:lnTo>
                <a:lnTo>
                  <a:pt x="722185" y="47968"/>
                </a:lnTo>
                <a:lnTo>
                  <a:pt x="721782" y="47641"/>
                </a:lnTo>
                <a:lnTo>
                  <a:pt x="721372" y="47321"/>
                </a:lnTo>
                <a:lnTo>
                  <a:pt x="720956" y="47009"/>
                </a:lnTo>
                <a:lnTo>
                  <a:pt x="720534" y="46705"/>
                </a:lnTo>
                <a:lnTo>
                  <a:pt x="720105" y="46409"/>
                </a:lnTo>
                <a:lnTo>
                  <a:pt x="719671" y="46120"/>
                </a:lnTo>
                <a:lnTo>
                  <a:pt x="719230" y="45839"/>
                </a:lnTo>
                <a:lnTo>
                  <a:pt x="718782" y="45565"/>
                </a:lnTo>
                <a:lnTo>
                  <a:pt x="718329" y="45300"/>
                </a:lnTo>
                <a:lnTo>
                  <a:pt x="717869" y="45042"/>
                </a:lnTo>
                <a:lnTo>
                  <a:pt x="717403" y="44791"/>
                </a:lnTo>
                <a:lnTo>
                  <a:pt x="716930" y="44548"/>
                </a:lnTo>
                <a:lnTo>
                  <a:pt x="716452" y="44313"/>
                </a:lnTo>
                <a:lnTo>
                  <a:pt x="715967" y="44085"/>
                </a:lnTo>
                <a:lnTo>
                  <a:pt x="715476" y="43866"/>
                </a:lnTo>
                <a:lnTo>
                  <a:pt x="714979" y="43657"/>
                </a:lnTo>
                <a:lnTo>
                  <a:pt x="714476" y="43456"/>
                </a:lnTo>
                <a:lnTo>
                  <a:pt x="713966" y="43265"/>
                </a:lnTo>
                <a:lnTo>
                  <a:pt x="713451" y="43084"/>
                </a:lnTo>
                <a:lnTo>
                  <a:pt x="712930" y="42911"/>
                </a:lnTo>
                <a:lnTo>
                  <a:pt x="712403" y="42748"/>
                </a:lnTo>
                <a:lnTo>
                  <a:pt x="711870" y="42594"/>
                </a:lnTo>
                <a:lnTo>
                  <a:pt x="711331" y="42450"/>
                </a:lnTo>
                <a:lnTo>
                  <a:pt x="710786" y="42315"/>
                </a:lnTo>
                <a:lnTo>
                  <a:pt x="710235" y="42189"/>
                </a:lnTo>
                <a:lnTo>
                  <a:pt x="709677" y="42072"/>
                </a:lnTo>
                <a:lnTo>
                  <a:pt x="709114" y="41965"/>
                </a:lnTo>
                <a:lnTo>
                  <a:pt x="708545" y="41867"/>
                </a:lnTo>
                <a:lnTo>
                  <a:pt x="707970" y="41779"/>
                </a:lnTo>
                <a:lnTo>
                  <a:pt x="707389" y="41699"/>
                </a:lnTo>
                <a:lnTo>
                  <a:pt x="706801" y="41630"/>
                </a:lnTo>
                <a:lnTo>
                  <a:pt x="706208" y="41569"/>
                </a:lnTo>
                <a:lnTo>
                  <a:pt x="705609" y="41518"/>
                </a:lnTo>
                <a:lnTo>
                  <a:pt x="705004" y="41476"/>
                </a:lnTo>
                <a:lnTo>
                  <a:pt x="704392" y="41443"/>
                </a:lnTo>
                <a:lnTo>
                  <a:pt x="703775" y="41420"/>
                </a:lnTo>
                <a:lnTo>
                  <a:pt x="703152" y="41406"/>
                </a:lnTo>
                <a:lnTo>
                  <a:pt x="702522" y="41401"/>
                </a:lnTo>
                <a:lnTo>
                  <a:pt x="701953" y="41406"/>
                </a:lnTo>
                <a:lnTo>
                  <a:pt x="701385" y="41421"/>
                </a:lnTo>
                <a:lnTo>
                  <a:pt x="700821" y="41445"/>
                </a:lnTo>
                <a:lnTo>
                  <a:pt x="700258" y="41479"/>
                </a:lnTo>
                <a:lnTo>
                  <a:pt x="699698" y="41523"/>
                </a:lnTo>
                <a:lnTo>
                  <a:pt x="699141" y="41576"/>
                </a:lnTo>
                <a:lnTo>
                  <a:pt x="698585" y="41639"/>
                </a:lnTo>
                <a:lnTo>
                  <a:pt x="698033" y="41712"/>
                </a:lnTo>
                <a:lnTo>
                  <a:pt x="697482" y="41795"/>
                </a:lnTo>
                <a:lnTo>
                  <a:pt x="696935" y="41887"/>
                </a:lnTo>
                <a:lnTo>
                  <a:pt x="696389" y="41989"/>
                </a:lnTo>
                <a:lnTo>
                  <a:pt x="695846" y="42101"/>
                </a:lnTo>
                <a:lnTo>
                  <a:pt x="695306" y="42223"/>
                </a:lnTo>
                <a:lnTo>
                  <a:pt x="694768" y="42354"/>
                </a:lnTo>
                <a:lnTo>
                  <a:pt x="694232" y="42495"/>
                </a:lnTo>
                <a:lnTo>
                  <a:pt x="693699" y="42645"/>
                </a:lnTo>
                <a:lnTo>
                  <a:pt x="693168" y="42806"/>
                </a:lnTo>
                <a:lnTo>
                  <a:pt x="692639" y="42976"/>
                </a:lnTo>
                <a:lnTo>
                  <a:pt x="692113" y="43156"/>
                </a:lnTo>
                <a:lnTo>
                  <a:pt x="691590" y="43345"/>
                </a:lnTo>
                <a:lnTo>
                  <a:pt x="691069" y="43544"/>
                </a:lnTo>
                <a:lnTo>
                  <a:pt x="690550" y="43753"/>
                </a:lnTo>
                <a:lnTo>
                  <a:pt x="690034" y="43972"/>
                </a:lnTo>
                <a:lnTo>
                  <a:pt x="689520" y="44201"/>
                </a:lnTo>
                <a:lnTo>
                  <a:pt x="689010" y="44438"/>
                </a:lnTo>
                <a:lnTo>
                  <a:pt x="688505" y="44685"/>
                </a:lnTo>
                <a:lnTo>
                  <a:pt x="688004" y="44940"/>
                </a:lnTo>
                <a:lnTo>
                  <a:pt x="687509" y="45204"/>
                </a:lnTo>
                <a:lnTo>
                  <a:pt x="687018" y="45477"/>
                </a:lnTo>
                <a:lnTo>
                  <a:pt x="686532" y="45759"/>
                </a:lnTo>
                <a:lnTo>
                  <a:pt x="686051" y="46050"/>
                </a:lnTo>
                <a:lnTo>
                  <a:pt x="685575" y="46349"/>
                </a:lnTo>
                <a:lnTo>
                  <a:pt x="685103" y="46658"/>
                </a:lnTo>
                <a:lnTo>
                  <a:pt x="684637" y="46975"/>
                </a:lnTo>
                <a:lnTo>
                  <a:pt x="684175" y="47301"/>
                </a:lnTo>
                <a:lnTo>
                  <a:pt x="683719" y="47635"/>
                </a:lnTo>
                <a:lnTo>
                  <a:pt x="683267" y="47979"/>
                </a:lnTo>
                <a:lnTo>
                  <a:pt x="682820" y="48331"/>
                </a:lnTo>
                <a:lnTo>
                  <a:pt x="682378" y="48693"/>
                </a:lnTo>
                <a:lnTo>
                  <a:pt x="681940" y="49063"/>
                </a:lnTo>
                <a:lnTo>
                  <a:pt x="681508" y="49442"/>
                </a:lnTo>
                <a:lnTo>
                  <a:pt x="681081" y="49829"/>
                </a:lnTo>
                <a:lnTo>
                  <a:pt x="680658" y="50226"/>
                </a:lnTo>
                <a:lnTo>
                  <a:pt x="680240" y="50631"/>
                </a:lnTo>
                <a:lnTo>
                  <a:pt x="679827" y="51045"/>
                </a:lnTo>
                <a:lnTo>
                  <a:pt x="679419" y="51468"/>
                </a:lnTo>
                <a:lnTo>
                  <a:pt x="679016" y="51900"/>
                </a:lnTo>
                <a:lnTo>
                  <a:pt x="678617" y="52341"/>
                </a:lnTo>
                <a:lnTo>
                  <a:pt x="678225" y="52790"/>
                </a:lnTo>
                <a:lnTo>
                  <a:pt x="677839" y="53246"/>
                </a:lnTo>
                <a:lnTo>
                  <a:pt x="677460" y="53709"/>
                </a:lnTo>
                <a:lnTo>
                  <a:pt x="677089" y="54179"/>
                </a:lnTo>
                <a:lnTo>
                  <a:pt x="676724" y="54657"/>
                </a:lnTo>
                <a:lnTo>
                  <a:pt x="676366" y="55143"/>
                </a:lnTo>
                <a:lnTo>
                  <a:pt x="676015" y="55635"/>
                </a:lnTo>
                <a:lnTo>
                  <a:pt x="675671" y="56135"/>
                </a:lnTo>
                <a:lnTo>
                  <a:pt x="675333" y="56642"/>
                </a:lnTo>
                <a:lnTo>
                  <a:pt x="675003" y="57156"/>
                </a:lnTo>
                <a:lnTo>
                  <a:pt x="674679" y="57678"/>
                </a:lnTo>
                <a:lnTo>
                  <a:pt x="674363" y="58207"/>
                </a:lnTo>
                <a:lnTo>
                  <a:pt x="674053" y="58743"/>
                </a:lnTo>
                <a:lnTo>
                  <a:pt x="673751" y="59286"/>
                </a:lnTo>
                <a:lnTo>
                  <a:pt x="673455" y="59837"/>
                </a:lnTo>
                <a:lnTo>
                  <a:pt x="673166" y="60395"/>
                </a:lnTo>
                <a:lnTo>
                  <a:pt x="672884" y="60961"/>
                </a:lnTo>
                <a:lnTo>
                  <a:pt x="672609" y="61533"/>
                </a:lnTo>
                <a:lnTo>
                  <a:pt x="672341" y="62113"/>
                </a:lnTo>
                <a:lnTo>
                  <a:pt x="672079" y="62700"/>
                </a:lnTo>
                <a:lnTo>
                  <a:pt x="671825" y="63295"/>
                </a:lnTo>
                <a:lnTo>
                  <a:pt x="671577" y="63897"/>
                </a:lnTo>
                <a:lnTo>
                  <a:pt x="671337" y="64506"/>
                </a:lnTo>
                <a:lnTo>
                  <a:pt x="671103" y="65122"/>
                </a:lnTo>
                <a:lnTo>
                  <a:pt x="670878" y="65745"/>
                </a:lnTo>
                <a:lnTo>
                  <a:pt x="670662" y="66375"/>
                </a:lnTo>
                <a:lnTo>
                  <a:pt x="670456" y="67010"/>
                </a:lnTo>
                <a:lnTo>
                  <a:pt x="670259" y="67651"/>
                </a:lnTo>
                <a:lnTo>
                  <a:pt x="670072" y="68299"/>
                </a:lnTo>
                <a:lnTo>
                  <a:pt x="669895" y="68953"/>
                </a:lnTo>
                <a:lnTo>
                  <a:pt x="669727" y="69613"/>
                </a:lnTo>
                <a:lnTo>
                  <a:pt x="669568" y="70279"/>
                </a:lnTo>
                <a:lnTo>
                  <a:pt x="669420" y="70951"/>
                </a:lnTo>
                <a:lnTo>
                  <a:pt x="669281" y="71630"/>
                </a:lnTo>
                <a:lnTo>
                  <a:pt x="669151" y="72314"/>
                </a:lnTo>
                <a:lnTo>
                  <a:pt x="669031" y="73005"/>
                </a:lnTo>
                <a:lnTo>
                  <a:pt x="668921" y="73701"/>
                </a:lnTo>
                <a:lnTo>
                  <a:pt x="668820" y="74404"/>
                </a:lnTo>
                <a:lnTo>
                  <a:pt x="668729" y="75113"/>
                </a:lnTo>
                <a:lnTo>
                  <a:pt x="668648" y="75829"/>
                </a:lnTo>
                <a:lnTo>
                  <a:pt x="668576" y="76550"/>
                </a:lnTo>
                <a:lnTo>
                  <a:pt x="668513" y="77277"/>
                </a:lnTo>
                <a:lnTo>
                  <a:pt x="668461" y="78011"/>
                </a:lnTo>
                <a:lnTo>
                  <a:pt x="668417" y="78751"/>
                </a:lnTo>
                <a:lnTo>
                  <a:pt x="668384" y="79497"/>
                </a:lnTo>
                <a:lnTo>
                  <a:pt x="668360" y="80249"/>
                </a:lnTo>
                <a:lnTo>
                  <a:pt x="668345" y="81007"/>
                </a:lnTo>
                <a:lnTo>
                  <a:pt x="668341" y="81771"/>
                </a:lnTo>
                <a:lnTo>
                  <a:pt x="668341" y="84939"/>
                </a:lnTo>
                <a:lnTo>
                  <a:pt x="668345" y="85649"/>
                </a:lnTo>
                <a:lnTo>
                  <a:pt x="668359" y="86354"/>
                </a:lnTo>
                <a:lnTo>
                  <a:pt x="668382" y="87054"/>
                </a:lnTo>
                <a:lnTo>
                  <a:pt x="668414" y="87749"/>
                </a:lnTo>
                <a:lnTo>
                  <a:pt x="668456" y="88440"/>
                </a:lnTo>
                <a:lnTo>
                  <a:pt x="668506" y="89126"/>
                </a:lnTo>
                <a:lnTo>
                  <a:pt x="668566" y="89808"/>
                </a:lnTo>
                <a:lnTo>
                  <a:pt x="668635" y="90484"/>
                </a:lnTo>
                <a:lnTo>
                  <a:pt x="668714" y="91156"/>
                </a:lnTo>
                <a:lnTo>
                  <a:pt x="668801" y="91823"/>
                </a:lnTo>
                <a:lnTo>
                  <a:pt x="668898" y="92486"/>
                </a:lnTo>
                <a:lnTo>
                  <a:pt x="669004" y="93144"/>
                </a:lnTo>
                <a:lnTo>
                  <a:pt x="669119" y="93797"/>
                </a:lnTo>
                <a:lnTo>
                  <a:pt x="669243" y="94445"/>
                </a:lnTo>
                <a:lnTo>
                  <a:pt x="669377" y="95088"/>
                </a:lnTo>
                <a:lnTo>
                  <a:pt x="669519" y="95727"/>
                </a:lnTo>
                <a:lnTo>
                  <a:pt x="669671" y="96361"/>
                </a:lnTo>
                <a:lnTo>
                  <a:pt x="669832" y="96990"/>
                </a:lnTo>
                <a:lnTo>
                  <a:pt x="670003" y="97615"/>
                </a:lnTo>
                <a:lnTo>
                  <a:pt x="670182" y="98235"/>
                </a:lnTo>
                <a:lnTo>
                  <a:pt x="670371" y="98850"/>
                </a:lnTo>
                <a:lnTo>
                  <a:pt x="670569" y="99460"/>
                </a:lnTo>
                <a:lnTo>
                  <a:pt x="670776" y="100066"/>
                </a:lnTo>
                <a:lnTo>
                  <a:pt x="670993" y="100667"/>
                </a:lnTo>
                <a:lnTo>
                  <a:pt x="671217" y="101262"/>
                </a:lnTo>
                <a:lnTo>
                  <a:pt x="671449" y="101850"/>
                </a:lnTo>
                <a:lnTo>
                  <a:pt x="671689" y="102432"/>
                </a:lnTo>
                <a:lnTo>
                  <a:pt x="671936" y="103007"/>
                </a:lnTo>
                <a:lnTo>
                  <a:pt x="672190" y="103575"/>
                </a:lnTo>
                <a:lnTo>
                  <a:pt x="672452" y="104136"/>
                </a:lnTo>
                <a:lnTo>
                  <a:pt x="672721" y="104691"/>
                </a:lnTo>
                <a:lnTo>
                  <a:pt x="672998" y="105238"/>
                </a:lnTo>
                <a:lnTo>
                  <a:pt x="673282" y="105779"/>
                </a:lnTo>
                <a:lnTo>
                  <a:pt x="673574" y="106313"/>
                </a:lnTo>
                <a:lnTo>
                  <a:pt x="673872" y="106841"/>
                </a:lnTo>
                <a:lnTo>
                  <a:pt x="674179" y="107361"/>
                </a:lnTo>
                <a:lnTo>
                  <a:pt x="674492" y="107875"/>
                </a:lnTo>
                <a:lnTo>
                  <a:pt x="674814" y="108382"/>
                </a:lnTo>
                <a:lnTo>
                  <a:pt x="675142" y="108883"/>
                </a:lnTo>
                <a:lnTo>
                  <a:pt x="675478" y="109376"/>
                </a:lnTo>
                <a:lnTo>
                  <a:pt x="675822" y="109863"/>
                </a:lnTo>
                <a:lnTo>
                  <a:pt x="676172" y="110343"/>
                </a:lnTo>
                <a:lnTo>
                  <a:pt x="676531" y="110816"/>
                </a:lnTo>
                <a:lnTo>
                  <a:pt x="676896" y="111282"/>
                </a:lnTo>
                <a:lnTo>
                  <a:pt x="677269" y="111742"/>
                </a:lnTo>
                <a:lnTo>
                  <a:pt x="677650" y="112195"/>
                </a:lnTo>
                <a:lnTo>
                  <a:pt x="678038" y="112641"/>
                </a:lnTo>
                <a:lnTo>
                  <a:pt x="678433" y="113080"/>
                </a:lnTo>
                <a:lnTo>
                  <a:pt x="678835" y="113512"/>
                </a:lnTo>
                <a:lnTo>
                  <a:pt x="679243" y="113935"/>
                </a:lnTo>
                <a:lnTo>
                  <a:pt x="679658" y="114351"/>
                </a:lnTo>
                <a:lnTo>
                  <a:pt x="680078" y="114758"/>
                </a:lnTo>
                <a:lnTo>
                  <a:pt x="680505" y="115157"/>
                </a:lnTo>
                <a:lnTo>
                  <a:pt x="680938" y="115548"/>
                </a:lnTo>
                <a:lnTo>
                  <a:pt x="681377" y="115930"/>
                </a:lnTo>
                <a:lnTo>
                  <a:pt x="681822" y="116305"/>
                </a:lnTo>
                <a:lnTo>
                  <a:pt x="682273" y="116671"/>
                </a:lnTo>
                <a:lnTo>
                  <a:pt x="682730" y="117029"/>
                </a:lnTo>
                <a:lnTo>
                  <a:pt x="683194" y="117379"/>
                </a:lnTo>
                <a:lnTo>
                  <a:pt x="683663" y="117721"/>
                </a:lnTo>
                <a:lnTo>
                  <a:pt x="684139" y="118054"/>
                </a:lnTo>
                <a:lnTo>
                  <a:pt x="684621" y="118380"/>
                </a:lnTo>
                <a:lnTo>
                  <a:pt x="685109" y="118697"/>
                </a:lnTo>
                <a:lnTo>
                  <a:pt x="685603" y="119006"/>
                </a:lnTo>
                <a:lnTo>
                  <a:pt x="686104" y="119307"/>
                </a:lnTo>
                <a:lnTo>
                  <a:pt x="686610" y="119599"/>
                </a:lnTo>
                <a:lnTo>
                  <a:pt x="687123" y="119884"/>
                </a:lnTo>
                <a:lnTo>
                  <a:pt x="687642" y="120160"/>
                </a:lnTo>
                <a:lnTo>
                  <a:pt x="688166" y="120428"/>
                </a:lnTo>
                <a:lnTo>
                  <a:pt x="688697" y="120688"/>
                </a:lnTo>
                <a:lnTo>
                  <a:pt x="689235" y="120940"/>
                </a:lnTo>
                <a:lnTo>
                  <a:pt x="689778" y="121183"/>
                </a:lnTo>
                <a:lnTo>
                  <a:pt x="690326" y="121418"/>
                </a:lnTo>
                <a:lnTo>
                  <a:pt x="690879" y="121642"/>
                </a:lnTo>
                <a:lnTo>
                  <a:pt x="691437" y="121857"/>
                </a:lnTo>
                <a:lnTo>
                  <a:pt x="691998" y="122061"/>
                </a:lnTo>
                <a:lnTo>
                  <a:pt x="692564" y="122256"/>
                </a:lnTo>
                <a:lnTo>
                  <a:pt x="693134" y="122440"/>
                </a:lnTo>
                <a:lnTo>
                  <a:pt x="693709" y="122615"/>
                </a:lnTo>
                <a:lnTo>
                  <a:pt x="694288" y="122779"/>
                </a:lnTo>
                <a:lnTo>
                  <a:pt x="694871" y="122934"/>
                </a:lnTo>
                <a:lnTo>
                  <a:pt x="695459" y="123079"/>
                </a:lnTo>
                <a:lnTo>
                  <a:pt x="696051" y="123213"/>
                </a:lnTo>
                <a:lnTo>
                  <a:pt x="696647" y="123338"/>
                </a:lnTo>
                <a:lnTo>
                  <a:pt x="697248" y="123453"/>
                </a:lnTo>
                <a:lnTo>
                  <a:pt x="697853" y="123558"/>
                </a:lnTo>
                <a:lnTo>
                  <a:pt x="698463" y="123652"/>
                </a:lnTo>
                <a:lnTo>
                  <a:pt x="699076" y="123737"/>
                </a:lnTo>
                <a:lnTo>
                  <a:pt x="699695" y="123812"/>
                </a:lnTo>
                <a:lnTo>
                  <a:pt x="700317" y="123877"/>
                </a:lnTo>
                <a:lnTo>
                  <a:pt x="700944" y="123932"/>
                </a:lnTo>
                <a:lnTo>
                  <a:pt x="701575" y="123977"/>
                </a:lnTo>
                <a:lnTo>
                  <a:pt x="702210" y="124011"/>
                </a:lnTo>
                <a:lnTo>
                  <a:pt x="702850" y="124036"/>
                </a:lnTo>
                <a:lnTo>
                  <a:pt x="703495" y="124051"/>
                </a:lnTo>
                <a:lnTo>
                  <a:pt x="704143" y="124056"/>
                </a:lnTo>
                <a:lnTo>
                  <a:pt x="704736" y="124053"/>
                </a:lnTo>
                <a:lnTo>
                  <a:pt x="705322" y="124043"/>
                </a:lnTo>
                <a:lnTo>
                  <a:pt x="705902" y="124026"/>
                </a:lnTo>
                <a:lnTo>
                  <a:pt x="706476" y="124002"/>
                </a:lnTo>
                <a:lnTo>
                  <a:pt x="707044" y="123972"/>
                </a:lnTo>
                <a:lnTo>
                  <a:pt x="707605" y="123934"/>
                </a:lnTo>
                <a:lnTo>
                  <a:pt x="708161" y="123890"/>
                </a:lnTo>
                <a:lnTo>
                  <a:pt x="708710" y="123839"/>
                </a:lnTo>
                <a:lnTo>
                  <a:pt x="709254" y="123782"/>
                </a:lnTo>
                <a:lnTo>
                  <a:pt x="709791" y="123717"/>
                </a:lnTo>
                <a:lnTo>
                  <a:pt x="710322" y="123646"/>
                </a:lnTo>
                <a:lnTo>
                  <a:pt x="710847" y="123568"/>
                </a:lnTo>
                <a:lnTo>
                  <a:pt x="711366" y="123484"/>
                </a:lnTo>
                <a:lnTo>
                  <a:pt x="711878" y="123392"/>
                </a:lnTo>
                <a:lnTo>
                  <a:pt x="712385" y="123294"/>
                </a:lnTo>
                <a:lnTo>
                  <a:pt x="712885" y="123189"/>
                </a:lnTo>
                <a:lnTo>
                  <a:pt x="713379" y="123077"/>
                </a:lnTo>
                <a:lnTo>
                  <a:pt x="713867" y="122958"/>
                </a:lnTo>
                <a:lnTo>
                  <a:pt x="714349" y="122833"/>
                </a:lnTo>
                <a:lnTo>
                  <a:pt x="714825" y="122701"/>
                </a:lnTo>
                <a:lnTo>
                  <a:pt x="715295" y="122562"/>
                </a:lnTo>
                <a:lnTo>
                  <a:pt x="715758" y="122416"/>
                </a:lnTo>
                <a:lnTo>
                  <a:pt x="716215" y="122263"/>
                </a:lnTo>
                <a:lnTo>
                  <a:pt x="716667" y="122104"/>
                </a:lnTo>
                <a:lnTo>
                  <a:pt x="717112" y="121939"/>
                </a:lnTo>
                <a:lnTo>
                  <a:pt x="717552" y="121770"/>
                </a:lnTo>
                <a:lnTo>
                  <a:pt x="717987" y="121597"/>
                </a:lnTo>
                <a:lnTo>
                  <a:pt x="718416" y="121419"/>
                </a:lnTo>
                <a:lnTo>
                  <a:pt x="718840" y="121236"/>
                </a:lnTo>
                <a:lnTo>
                  <a:pt x="719259" y="121050"/>
                </a:lnTo>
                <a:lnTo>
                  <a:pt x="719672" y="120859"/>
                </a:lnTo>
                <a:lnTo>
                  <a:pt x="720080" y="120664"/>
                </a:lnTo>
                <a:lnTo>
                  <a:pt x="720482" y="120464"/>
                </a:lnTo>
                <a:lnTo>
                  <a:pt x="720879" y="120260"/>
                </a:lnTo>
                <a:lnTo>
                  <a:pt x="721271" y="120052"/>
                </a:lnTo>
                <a:lnTo>
                  <a:pt x="721658" y="119839"/>
                </a:lnTo>
                <a:lnTo>
                  <a:pt x="722039" y="119622"/>
                </a:lnTo>
                <a:lnTo>
                  <a:pt x="722414" y="119400"/>
                </a:lnTo>
                <a:lnTo>
                  <a:pt x="722784" y="119175"/>
                </a:lnTo>
                <a:lnTo>
                  <a:pt x="723149" y="118945"/>
                </a:lnTo>
                <a:lnTo>
                  <a:pt x="723509" y="118710"/>
                </a:lnTo>
                <a:lnTo>
                  <a:pt x="723863" y="118471"/>
                </a:lnTo>
                <a:lnTo>
                  <a:pt x="724212" y="118228"/>
                </a:lnTo>
                <a:lnTo>
                  <a:pt x="724555" y="117981"/>
                </a:lnTo>
                <a:lnTo>
                  <a:pt x="724893" y="117729"/>
                </a:lnTo>
                <a:lnTo>
                  <a:pt x="725226" y="117473"/>
                </a:lnTo>
                <a:lnTo>
                  <a:pt x="725553" y="117212"/>
                </a:lnTo>
                <a:lnTo>
                  <a:pt x="725875" y="116947"/>
                </a:lnTo>
                <a:lnTo>
                  <a:pt x="726192" y="116679"/>
                </a:lnTo>
                <a:lnTo>
                  <a:pt x="726505" y="116409"/>
                </a:lnTo>
                <a:lnTo>
                  <a:pt x="726814" y="116136"/>
                </a:lnTo>
                <a:lnTo>
                  <a:pt x="727119" y="115862"/>
                </a:lnTo>
                <a:lnTo>
                  <a:pt x="727420" y="115585"/>
                </a:lnTo>
                <a:lnTo>
                  <a:pt x="727717" y="115306"/>
                </a:lnTo>
                <a:lnTo>
                  <a:pt x="728009" y="115025"/>
                </a:lnTo>
                <a:lnTo>
                  <a:pt x="728298" y="114741"/>
                </a:lnTo>
                <a:lnTo>
                  <a:pt x="728582" y="114456"/>
                </a:lnTo>
                <a:lnTo>
                  <a:pt x="728863" y="114168"/>
                </a:lnTo>
                <a:lnTo>
                  <a:pt x="729139" y="113878"/>
                </a:lnTo>
                <a:lnTo>
                  <a:pt x="729411" y="113586"/>
                </a:lnTo>
                <a:lnTo>
                  <a:pt x="729679" y="113292"/>
                </a:lnTo>
                <a:lnTo>
                  <a:pt x="729943" y="112996"/>
                </a:lnTo>
                <a:lnTo>
                  <a:pt x="730203" y="112697"/>
                </a:lnTo>
                <a:lnTo>
                  <a:pt x="730459" y="112396"/>
                </a:lnTo>
                <a:lnTo>
                  <a:pt x="730711" y="112093"/>
                </a:lnTo>
                <a:lnTo>
                  <a:pt x="730958" y="111788"/>
                </a:lnTo>
                <a:lnTo>
                  <a:pt x="731202" y="111481"/>
                </a:lnTo>
                <a:lnTo>
                  <a:pt x="731441" y="111172"/>
                </a:lnTo>
                <a:lnTo>
                  <a:pt x="731676" y="110860"/>
                </a:lnTo>
                <a:lnTo>
                  <a:pt x="731908" y="110546"/>
                </a:lnTo>
                <a:lnTo>
                  <a:pt x="732135" y="110230"/>
                </a:lnTo>
                <a:lnTo>
                  <a:pt x="732358" y="109912"/>
                </a:lnTo>
                <a:lnTo>
                  <a:pt x="726833" y="105639"/>
                </a:lnTo>
                <a:lnTo>
                  <a:pt x="726469" y="106107"/>
                </a:lnTo>
                <a:lnTo>
                  <a:pt x="726100" y="106564"/>
                </a:lnTo>
                <a:lnTo>
                  <a:pt x="725728" y="107010"/>
                </a:lnTo>
                <a:lnTo>
                  <a:pt x="725352" y="107445"/>
                </a:lnTo>
                <a:lnTo>
                  <a:pt x="724972" y="107870"/>
                </a:lnTo>
                <a:lnTo>
                  <a:pt x="724588" y="108285"/>
                </a:lnTo>
                <a:lnTo>
                  <a:pt x="724200" y="108688"/>
                </a:lnTo>
                <a:lnTo>
                  <a:pt x="723808" y="109081"/>
                </a:lnTo>
                <a:lnTo>
                  <a:pt x="723412" y="109464"/>
                </a:lnTo>
                <a:lnTo>
                  <a:pt x="723012" y="109836"/>
                </a:lnTo>
                <a:lnTo>
                  <a:pt x="722609" y="110197"/>
                </a:lnTo>
                <a:lnTo>
                  <a:pt x="722201" y="110548"/>
                </a:lnTo>
                <a:lnTo>
                  <a:pt x="721789" y="110888"/>
                </a:lnTo>
                <a:lnTo>
                  <a:pt x="721373" y="111217"/>
                </a:lnTo>
                <a:lnTo>
                  <a:pt x="720954" y="111536"/>
                </a:lnTo>
                <a:lnTo>
                  <a:pt x="720530" y="111844"/>
                </a:lnTo>
                <a:lnTo>
                  <a:pt x="720102" y="112141"/>
                </a:lnTo>
                <a:lnTo>
                  <a:pt x="719671" y="112428"/>
                </a:lnTo>
                <a:lnTo>
                  <a:pt x="719235" y="112705"/>
                </a:lnTo>
                <a:lnTo>
                  <a:pt x="718796" y="112970"/>
                </a:lnTo>
                <a:lnTo>
                  <a:pt x="718352" y="113225"/>
                </a:lnTo>
                <a:lnTo>
                  <a:pt x="717905" y="113470"/>
                </a:lnTo>
                <a:lnTo>
                  <a:pt x="717453" y="113704"/>
                </a:lnTo>
                <a:lnTo>
                  <a:pt x="716998" y="113927"/>
                </a:lnTo>
                <a:lnTo>
                  <a:pt x="716538" y="114140"/>
                </a:lnTo>
                <a:lnTo>
                  <a:pt x="716073" y="114345"/>
                </a:lnTo>
                <a:lnTo>
                  <a:pt x="715602" y="114540"/>
                </a:lnTo>
                <a:lnTo>
                  <a:pt x="715127" y="114726"/>
                </a:lnTo>
                <a:lnTo>
                  <a:pt x="714646" y="114903"/>
                </a:lnTo>
                <a:lnTo>
                  <a:pt x="714160" y="115071"/>
                </a:lnTo>
                <a:lnTo>
                  <a:pt x="713668" y="115230"/>
                </a:lnTo>
                <a:lnTo>
                  <a:pt x="713171" y="115380"/>
                </a:lnTo>
                <a:lnTo>
                  <a:pt x="712670" y="115521"/>
                </a:lnTo>
                <a:lnTo>
                  <a:pt x="712162" y="115652"/>
                </a:lnTo>
                <a:lnTo>
                  <a:pt x="711650" y="115775"/>
                </a:lnTo>
                <a:lnTo>
                  <a:pt x="711132" y="115888"/>
                </a:lnTo>
                <a:lnTo>
                  <a:pt x="710609" y="115993"/>
                </a:lnTo>
                <a:lnTo>
                  <a:pt x="710081" y="116088"/>
                </a:lnTo>
                <a:lnTo>
                  <a:pt x="709548" y="116174"/>
                </a:lnTo>
                <a:lnTo>
                  <a:pt x="709009" y="116252"/>
                </a:lnTo>
                <a:lnTo>
                  <a:pt x="708465" y="116320"/>
                </a:lnTo>
                <a:lnTo>
                  <a:pt x="707916" y="116379"/>
                </a:lnTo>
                <a:lnTo>
                  <a:pt x="707362" y="116429"/>
                </a:lnTo>
                <a:lnTo>
                  <a:pt x="706802" y="116470"/>
                </a:lnTo>
                <a:lnTo>
                  <a:pt x="706237" y="116501"/>
                </a:lnTo>
                <a:lnTo>
                  <a:pt x="705667" y="116524"/>
                </a:lnTo>
                <a:lnTo>
                  <a:pt x="705092" y="116538"/>
                </a:lnTo>
                <a:lnTo>
                  <a:pt x="704511" y="116542"/>
                </a:lnTo>
                <a:lnTo>
                  <a:pt x="704004" y="116538"/>
                </a:lnTo>
                <a:lnTo>
                  <a:pt x="703500" y="116525"/>
                </a:lnTo>
                <a:lnTo>
                  <a:pt x="703000" y="116504"/>
                </a:lnTo>
                <a:lnTo>
                  <a:pt x="702504" y="116474"/>
                </a:lnTo>
                <a:lnTo>
                  <a:pt x="702012" y="116435"/>
                </a:lnTo>
                <a:lnTo>
                  <a:pt x="701523" y="116388"/>
                </a:lnTo>
                <a:lnTo>
                  <a:pt x="701039" y="116332"/>
                </a:lnTo>
                <a:lnTo>
                  <a:pt x="700558" y="116268"/>
                </a:lnTo>
                <a:lnTo>
                  <a:pt x="700081" y="116195"/>
                </a:lnTo>
                <a:lnTo>
                  <a:pt x="699608" y="116114"/>
                </a:lnTo>
                <a:lnTo>
                  <a:pt x="699139" y="116024"/>
                </a:lnTo>
                <a:lnTo>
                  <a:pt x="698673" y="115925"/>
                </a:lnTo>
                <a:lnTo>
                  <a:pt x="698212" y="115818"/>
                </a:lnTo>
                <a:lnTo>
                  <a:pt x="697754" y="115702"/>
                </a:lnTo>
                <a:lnTo>
                  <a:pt x="697300" y="115578"/>
                </a:lnTo>
                <a:lnTo>
                  <a:pt x="696850" y="115445"/>
                </a:lnTo>
                <a:lnTo>
                  <a:pt x="696404" y="115304"/>
                </a:lnTo>
                <a:lnTo>
                  <a:pt x="695961" y="115154"/>
                </a:lnTo>
                <a:lnTo>
                  <a:pt x="695523" y="114996"/>
                </a:lnTo>
                <a:lnTo>
                  <a:pt x="695088" y="114828"/>
                </a:lnTo>
                <a:lnTo>
                  <a:pt x="694657" y="114653"/>
                </a:lnTo>
                <a:lnTo>
                  <a:pt x="694230" y="114469"/>
                </a:lnTo>
                <a:lnTo>
                  <a:pt x="693807" y="114276"/>
                </a:lnTo>
                <a:lnTo>
                  <a:pt x="693388" y="114074"/>
                </a:lnTo>
                <a:lnTo>
                  <a:pt x="692973" y="113866"/>
                </a:lnTo>
                <a:lnTo>
                  <a:pt x="692562" y="113650"/>
                </a:lnTo>
                <a:lnTo>
                  <a:pt x="692157" y="113429"/>
                </a:lnTo>
                <a:lnTo>
                  <a:pt x="691757" y="113201"/>
                </a:lnTo>
                <a:lnTo>
                  <a:pt x="691361" y="112966"/>
                </a:lnTo>
                <a:lnTo>
                  <a:pt x="690970" y="112725"/>
                </a:lnTo>
                <a:lnTo>
                  <a:pt x="690585" y="112478"/>
                </a:lnTo>
                <a:lnTo>
                  <a:pt x="690204" y="112224"/>
                </a:lnTo>
                <a:lnTo>
                  <a:pt x="689827" y="111964"/>
                </a:lnTo>
                <a:lnTo>
                  <a:pt x="689456" y="111698"/>
                </a:lnTo>
                <a:lnTo>
                  <a:pt x="689090" y="111425"/>
                </a:lnTo>
                <a:lnTo>
                  <a:pt x="688728" y="111146"/>
                </a:lnTo>
                <a:lnTo>
                  <a:pt x="688371" y="110860"/>
                </a:lnTo>
                <a:lnTo>
                  <a:pt x="688020" y="110569"/>
                </a:lnTo>
                <a:lnTo>
                  <a:pt x="687673" y="110270"/>
                </a:lnTo>
                <a:lnTo>
                  <a:pt x="687330" y="109965"/>
                </a:lnTo>
                <a:lnTo>
                  <a:pt x="686993" y="109654"/>
                </a:lnTo>
                <a:lnTo>
                  <a:pt x="686661" y="109337"/>
                </a:lnTo>
                <a:lnTo>
                  <a:pt x="686333" y="109013"/>
                </a:lnTo>
                <a:lnTo>
                  <a:pt x="686011" y="108682"/>
                </a:lnTo>
                <a:lnTo>
                  <a:pt x="685693" y="108346"/>
                </a:lnTo>
                <a:lnTo>
                  <a:pt x="685380" y="108002"/>
                </a:lnTo>
                <a:lnTo>
                  <a:pt x="685072" y="107653"/>
                </a:lnTo>
                <a:lnTo>
                  <a:pt x="684768" y="107297"/>
                </a:lnTo>
                <a:lnTo>
                  <a:pt x="684470" y="106935"/>
                </a:lnTo>
                <a:lnTo>
                  <a:pt x="684178" y="106569"/>
                </a:lnTo>
                <a:lnTo>
                  <a:pt x="683891" y="106197"/>
                </a:lnTo>
                <a:lnTo>
                  <a:pt x="683610" y="105821"/>
                </a:lnTo>
                <a:lnTo>
                  <a:pt x="683335" y="105439"/>
                </a:lnTo>
                <a:lnTo>
                  <a:pt x="683065" y="105052"/>
                </a:lnTo>
                <a:lnTo>
                  <a:pt x="682801" y="104661"/>
                </a:lnTo>
                <a:lnTo>
                  <a:pt x="682542" y="104264"/>
                </a:lnTo>
                <a:lnTo>
                  <a:pt x="682289" y="103863"/>
                </a:lnTo>
                <a:lnTo>
                  <a:pt x="682042" y="103456"/>
                </a:lnTo>
                <a:lnTo>
                  <a:pt x="681800" y="103045"/>
                </a:lnTo>
                <a:lnTo>
                  <a:pt x="681564" y="102628"/>
                </a:lnTo>
                <a:lnTo>
                  <a:pt x="681333" y="102207"/>
                </a:lnTo>
                <a:lnTo>
                  <a:pt x="681109" y="101780"/>
                </a:lnTo>
                <a:lnTo>
                  <a:pt x="680889" y="101349"/>
                </a:lnTo>
                <a:lnTo>
                  <a:pt x="680676" y="100912"/>
                </a:lnTo>
                <a:lnTo>
                  <a:pt x="680468" y="100471"/>
                </a:lnTo>
                <a:lnTo>
                  <a:pt x="680266" y="100025"/>
                </a:lnTo>
                <a:lnTo>
                  <a:pt x="680069" y="99573"/>
                </a:lnTo>
                <a:lnTo>
                  <a:pt x="679878" y="99117"/>
                </a:lnTo>
                <a:lnTo>
                  <a:pt x="679692" y="98655"/>
                </a:lnTo>
                <a:lnTo>
                  <a:pt x="679513" y="98189"/>
                </a:lnTo>
                <a:lnTo>
                  <a:pt x="679338" y="97718"/>
                </a:lnTo>
                <a:lnTo>
                  <a:pt x="679170" y="97241"/>
                </a:lnTo>
                <a:lnTo>
                  <a:pt x="679007" y="96761"/>
                </a:lnTo>
                <a:lnTo>
                  <a:pt x="678852" y="96278"/>
                </a:lnTo>
                <a:lnTo>
                  <a:pt x="678704" y="95792"/>
                </a:lnTo>
                <a:lnTo>
                  <a:pt x="678562" y="95303"/>
                </a:lnTo>
                <a:lnTo>
                  <a:pt x="678427" y="94812"/>
                </a:lnTo>
                <a:lnTo>
                  <a:pt x="678300" y="94318"/>
                </a:lnTo>
                <a:lnTo>
                  <a:pt x="678179" y="93820"/>
                </a:lnTo>
                <a:lnTo>
                  <a:pt x="678065" y="93321"/>
                </a:lnTo>
                <a:lnTo>
                  <a:pt x="677958" y="92818"/>
                </a:lnTo>
                <a:lnTo>
                  <a:pt x="677858" y="92312"/>
                </a:lnTo>
                <a:lnTo>
                  <a:pt x="677764" y="91804"/>
                </a:lnTo>
                <a:lnTo>
                  <a:pt x="677678" y="91293"/>
                </a:lnTo>
                <a:lnTo>
                  <a:pt x="677599" y="90779"/>
                </a:lnTo>
                <a:lnTo>
                  <a:pt x="677526" y="90262"/>
                </a:lnTo>
                <a:lnTo>
                  <a:pt x="677460" y="89742"/>
                </a:lnTo>
                <a:lnTo>
                  <a:pt x="677402" y="89220"/>
                </a:lnTo>
                <a:lnTo>
                  <a:pt x="677350" y="88694"/>
                </a:lnTo>
                <a:lnTo>
                  <a:pt x="677305" y="88166"/>
                </a:lnTo>
                <a:lnTo>
                  <a:pt x="677267" y="87635"/>
                </a:lnTo>
                <a:lnTo>
                  <a:pt x="677236" y="87102"/>
                </a:lnTo>
                <a:lnTo>
                  <a:pt x="677212" y="86565"/>
                </a:lnTo>
                <a:lnTo>
                  <a:pt x="677195" y="86026"/>
                </a:lnTo>
                <a:lnTo>
                  <a:pt x="677184" y="85484"/>
                </a:lnTo>
                <a:lnTo>
                  <a:pt x="677181" y="84939"/>
                </a:lnTo>
                <a:lnTo>
                  <a:pt x="677181" y="83244"/>
                </a:lnTo>
                <a:lnTo>
                  <a:pt x="734052" y="83244"/>
                </a:lnTo>
                <a:lnTo>
                  <a:pt x="734052" y="77876"/>
                </a:lnTo>
                <a:lnTo>
                  <a:pt x="734049" y="77210"/>
                </a:lnTo>
                <a:lnTo>
                  <a:pt x="734038" y="76549"/>
                </a:lnTo>
                <a:lnTo>
                  <a:pt x="734020" y="75893"/>
                </a:lnTo>
                <a:lnTo>
                  <a:pt x="733995" y="75242"/>
                </a:lnTo>
                <a:close/>
                <a:moveTo>
                  <a:pt x="677900" y="73158"/>
                </a:moveTo>
                <a:lnTo>
                  <a:pt x="677999" y="72620"/>
                </a:lnTo>
                <a:lnTo>
                  <a:pt x="678105" y="72086"/>
                </a:lnTo>
                <a:lnTo>
                  <a:pt x="678217" y="71557"/>
                </a:lnTo>
                <a:lnTo>
                  <a:pt x="678335" y="71032"/>
                </a:lnTo>
                <a:lnTo>
                  <a:pt x="678460" y="70511"/>
                </a:lnTo>
                <a:lnTo>
                  <a:pt x="678591" y="69995"/>
                </a:lnTo>
                <a:lnTo>
                  <a:pt x="678728" y="69484"/>
                </a:lnTo>
                <a:lnTo>
                  <a:pt x="678872" y="68977"/>
                </a:lnTo>
                <a:lnTo>
                  <a:pt x="679022" y="68474"/>
                </a:lnTo>
                <a:lnTo>
                  <a:pt x="679179" y="67977"/>
                </a:lnTo>
                <a:lnTo>
                  <a:pt x="679340" y="67485"/>
                </a:lnTo>
                <a:lnTo>
                  <a:pt x="679506" y="66998"/>
                </a:lnTo>
                <a:lnTo>
                  <a:pt x="679678" y="66518"/>
                </a:lnTo>
                <a:lnTo>
                  <a:pt x="679855" y="66043"/>
                </a:lnTo>
                <a:lnTo>
                  <a:pt x="680038" y="65573"/>
                </a:lnTo>
                <a:lnTo>
                  <a:pt x="680225" y="65110"/>
                </a:lnTo>
                <a:lnTo>
                  <a:pt x="680418" y="64652"/>
                </a:lnTo>
                <a:lnTo>
                  <a:pt x="680616" y="64199"/>
                </a:lnTo>
                <a:lnTo>
                  <a:pt x="680819" y="63752"/>
                </a:lnTo>
                <a:lnTo>
                  <a:pt x="681028" y="63311"/>
                </a:lnTo>
                <a:lnTo>
                  <a:pt x="681242" y="62875"/>
                </a:lnTo>
                <a:lnTo>
                  <a:pt x="681461" y="62445"/>
                </a:lnTo>
                <a:lnTo>
                  <a:pt x="681685" y="62021"/>
                </a:lnTo>
                <a:lnTo>
                  <a:pt x="681914" y="61602"/>
                </a:lnTo>
                <a:lnTo>
                  <a:pt x="682149" y="61189"/>
                </a:lnTo>
                <a:lnTo>
                  <a:pt x="682389" y="60782"/>
                </a:lnTo>
                <a:lnTo>
                  <a:pt x="682634" y="60380"/>
                </a:lnTo>
                <a:lnTo>
                  <a:pt x="682885" y="59984"/>
                </a:lnTo>
                <a:lnTo>
                  <a:pt x="683141" y="59593"/>
                </a:lnTo>
                <a:lnTo>
                  <a:pt x="683402" y="59208"/>
                </a:lnTo>
                <a:lnTo>
                  <a:pt x="683668" y="58829"/>
                </a:lnTo>
                <a:lnTo>
                  <a:pt x="683939" y="58455"/>
                </a:lnTo>
                <a:lnTo>
                  <a:pt x="684216" y="58087"/>
                </a:lnTo>
                <a:lnTo>
                  <a:pt x="684498" y="57725"/>
                </a:lnTo>
                <a:lnTo>
                  <a:pt x="684784" y="57370"/>
                </a:lnTo>
                <a:lnTo>
                  <a:pt x="685074" y="57023"/>
                </a:lnTo>
                <a:lnTo>
                  <a:pt x="685369" y="56682"/>
                </a:lnTo>
                <a:lnTo>
                  <a:pt x="685669" y="56349"/>
                </a:lnTo>
                <a:lnTo>
                  <a:pt x="685973" y="56022"/>
                </a:lnTo>
                <a:lnTo>
                  <a:pt x="686281" y="55702"/>
                </a:lnTo>
                <a:lnTo>
                  <a:pt x="686594" y="55390"/>
                </a:lnTo>
                <a:lnTo>
                  <a:pt x="686911" y="55084"/>
                </a:lnTo>
                <a:lnTo>
                  <a:pt x="687233" y="54786"/>
                </a:lnTo>
                <a:lnTo>
                  <a:pt x="687559" y="54495"/>
                </a:lnTo>
                <a:lnTo>
                  <a:pt x="687890" y="54210"/>
                </a:lnTo>
                <a:lnTo>
                  <a:pt x="688225" y="53933"/>
                </a:lnTo>
                <a:lnTo>
                  <a:pt x="688565" y="53663"/>
                </a:lnTo>
                <a:lnTo>
                  <a:pt x="688909" y="53399"/>
                </a:lnTo>
                <a:lnTo>
                  <a:pt x="689258" y="53143"/>
                </a:lnTo>
                <a:lnTo>
                  <a:pt x="689611" y="52894"/>
                </a:lnTo>
                <a:lnTo>
                  <a:pt x="689969" y="52652"/>
                </a:lnTo>
                <a:lnTo>
                  <a:pt x="690331" y="52417"/>
                </a:lnTo>
                <a:lnTo>
                  <a:pt x="690698" y="52188"/>
                </a:lnTo>
                <a:lnTo>
                  <a:pt x="691069" y="51967"/>
                </a:lnTo>
                <a:lnTo>
                  <a:pt x="691444" y="51753"/>
                </a:lnTo>
                <a:lnTo>
                  <a:pt x="691824" y="51546"/>
                </a:lnTo>
                <a:lnTo>
                  <a:pt x="692209" y="51346"/>
                </a:lnTo>
                <a:lnTo>
                  <a:pt x="692597" y="51154"/>
                </a:lnTo>
                <a:lnTo>
                  <a:pt x="692990" y="50970"/>
                </a:lnTo>
                <a:lnTo>
                  <a:pt x="693385" y="50794"/>
                </a:lnTo>
                <a:lnTo>
                  <a:pt x="693785" y="50626"/>
                </a:lnTo>
                <a:lnTo>
                  <a:pt x="694187" y="50466"/>
                </a:lnTo>
                <a:lnTo>
                  <a:pt x="694594" y="50315"/>
                </a:lnTo>
                <a:lnTo>
                  <a:pt x="695004" y="50172"/>
                </a:lnTo>
                <a:lnTo>
                  <a:pt x="695418" y="50037"/>
                </a:lnTo>
                <a:lnTo>
                  <a:pt x="695835" y="49910"/>
                </a:lnTo>
                <a:lnTo>
                  <a:pt x="696256" y="49791"/>
                </a:lnTo>
                <a:lnTo>
                  <a:pt x="696680" y="49681"/>
                </a:lnTo>
                <a:lnTo>
                  <a:pt x="697108" y="49578"/>
                </a:lnTo>
                <a:lnTo>
                  <a:pt x="697539" y="49484"/>
                </a:lnTo>
                <a:lnTo>
                  <a:pt x="697974" y="49398"/>
                </a:lnTo>
                <a:lnTo>
                  <a:pt x="698413" y="49320"/>
                </a:lnTo>
                <a:lnTo>
                  <a:pt x="698855" y="49251"/>
                </a:lnTo>
                <a:lnTo>
                  <a:pt x="699301" y="49190"/>
                </a:lnTo>
                <a:lnTo>
                  <a:pt x="699751" y="49136"/>
                </a:lnTo>
                <a:lnTo>
                  <a:pt x="700204" y="49091"/>
                </a:lnTo>
                <a:lnTo>
                  <a:pt x="700660" y="49054"/>
                </a:lnTo>
                <a:lnTo>
                  <a:pt x="701120" y="49026"/>
                </a:lnTo>
                <a:lnTo>
                  <a:pt x="701584" y="49005"/>
                </a:lnTo>
                <a:lnTo>
                  <a:pt x="702051" y="48993"/>
                </a:lnTo>
                <a:lnTo>
                  <a:pt x="702522" y="48989"/>
                </a:lnTo>
                <a:lnTo>
                  <a:pt x="703144" y="48995"/>
                </a:lnTo>
                <a:lnTo>
                  <a:pt x="703757" y="49015"/>
                </a:lnTo>
                <a:lnTo>
                  <a:pt x="704361" y="49046"/>
                </a:lnTo>
                <a:lnTo>
                  <a:pt x="704957" y="49091"/>
                </a:lnTo>
                <a:lnTo>
                  <a:pt x="705543" y="49148"/>
                </a:lnTo>
                <a:lnTo>
                  <a:pt x="706121" y="49219"/>
                </a:lnTo>
                <a:lnTo>
                  <a:pt x="706689" y="49302"/>
                </a:lnTo>
                <a:lnTo>
                  <a:pt x="707249" y="49397"/>
                </a:lnTo>
                <a:lnTo>
                  <a:pt x="707801" y="49506"/>
                </a:lnTo>
                <a:lnTo>
                  <a:pt x="708343" y="49627"/>
                </a:lnTo>
                <a:lnTo>
                  <a:pt x="708876" y="49761"/>
                </a:lnTo>
                <a:lnTo>
                  <a:pt x="709401" y="49908"/>
                </a:lnTo>
                <a:lnTo>
                  <a:pt x="709917" y="50067"/>
                </a:lnTo>
                <a:lnTo>
                  <a:pt x="710424" y="50239"/>
                </a:lnTo>
                <a:lnTo>
                  <a:pt x="710922" y="50424"/>
                </a:lnTo>
                <a:lnTo>
                  <a:pt x="711412" y="50622"/>
                </a:lnTo>
                <a:lnTo>
                  <a:pt x="711892" y="50832"/>
                </a:lnTo>
                <a:lnTo>
                  <a:pt x="712364" y="51056"/>
                </a:lnTo>
                <a:lnTo>
                  <a:pt x="712827" y="51292"/>
                </a:lnTo>
                <a:lnTo>
                  <a:pt x="713281" y="51541"/>
                </a:lnTo>
                <a:lnTo>
                  <a:pt x="713726" y="51802"/>
                </a:lnTo>
                <a:lnTo>
                  <a:pt x="714163" y="52076"/>
                </a:lnTo>
                <a:lnTo>
                  <a:pt x="714590" y="52363"/>
                </a:lnTo>
                <a:lnTo>
                  <a:pt x="715009" y="52663"/>
                </a:lnTo>
                <a:lnTo>
                  <a:pt x="715419" y="52973"/>
                </a:lnTo>
                <a:lnTo>
                  <a:pt x="715821" y="53290"/>
                </a:lnTo>
                <a:lnTo>
                  <a:pt x="716214" y="53615"/>
                </a:lnTo>
                <a:lnTo>
                  <a:pt x="716599" y="53947"/>
                </a:lnTo>
                <a:lnTo>
                  <a:pt x="716975" y="54287"/>
                </a:lnTo>
                <a:lnTo>
                  <a:pt x="717343" y="54635"/>
                </a:lnTo>
                <a:lnTo>
                  <a:pt x="717703" y="54990"/>
                </a:lnTo>
                <a:lnTo>
                  <a:pt x="718054" y="55352"/>
                </a:lnTo>
                <a:lnTo>
                  <a:pt x="718397" y="55722"/>
                </a:lnTo>
                <a:lnTo>
                  <a:pt x="718731" y="56100"/>
                </a:lnTo>
                <a:lnTo>
                  <a:pt x="719057" y="56485"/>
                </a:lnTo>
                <a:lnTo>
                  <a:pt x="719374" y="56877"/>
                </a:lnTo>
                <a:lnTo>
                  <a:pt x="719683" y="57277"/>
                </a:lnTo>
                <a:lnTo>
                  <a:pt x="719983" y="57685"/>
                </a:lnTo>
                <a:lnTo>
                  <a:pt x="720275" y="58100"/>
                </a:lnTo>
                <a:lnTo>
                  <a:pt x="720559" y="58523"/>
                </a:lnTo>
                <a:lnTo>
                  <a:pt x="720834" y="58953"/>
                </a:lnTo>
                <a:lnTo>
                  <a:pt x="721100" y="59391"/>
                </a:lnTo>
                <a:lnTo>
                  <a:pt x="721359" y="59836"/>
                </a:lnTo>
                <a:lnTo>
                  <a:pt x="721608" y="60289"/>
                </a:lnTo>
                <a:lnTo>
                  <a:pt x="721850" y="60749"/>
                </a:lnTo>
                <a:lnTo>
                  <a:pt x="722083" y="61217"/>
                </a:lnTo>
                <a:lnTo>
                  <a:pt x="722307" y="61693"/>
                </a:lnTo>
                <a:lnTo>
                  <a:pt x="722523" y="62176"/>
                </a:lnTo>
                <a:lnTo>
                  <a:pt x="722731" y="62664"/>
                </a:lnTo>
                <a:lnTo>
                  <a:pt x="722930" y="63155"/>
                </a:lnTo>
                <a:lnTo>
                  <a:pt x="723121" y="63649"/>
                </a:lnTo>
                <a:lnTo>
                  <a:pt x="723304" y="64146"/>
                </a:lnTo>
                <a:lnTo>
                  <a:pt x="723478" y="64646"/>
                </a:lnTo>
                <a:lnTo>
                  <a:pt x="723644" y="65149"/>
                </a:lnTo>
                <a:lnTo>
                  <a:pt x="723802" y="65654"/>
                </a:lnTo>
                <a:lnTo>
                  <a:pt x="723952" y="66163"/>
                </a:lnTo>
                <a:lnTo>
                  <a:pt x="724093" y="66675"/>
                </a:lnTo>
                <a:lnTo>
                  <a:pt x="724225" y="67189"/>
                </a:lnTo>
                <a:lnTo>
                  <a:pt x="724350" y="67707"/>
                </a:lnTo>
                <a:lnTo>
                  <a:pt x="724466" y="68227"/>
                </a:lnTo>
                <a:lnTo>
                  <a:pt x="724574" y="68751"/>
                </a:lnTo>
                <a:lnTo>
                  <a:pt x="724674" y="69277"/>
                </a:lnTo>
                <a:lnTo>
                  <a:pt x="724765" y="69806"/>
                </a:lnTo>
                <a:lnTo>
                  <a:pt x="724848" y="70338"/>
                </a:lnTo>
                <a:lnTo>
                  <a:pt x="724922" y="70873"/>
                </a:lnTo>
                <a:lnTo>
                  <a:pt x="724989" y="71411"/>
                </a:lnTo>
                <a:lnTo>
                  <a:pt x="725047" y="71952"/>
                </a:lnTo>
                <a:lnTo>
                  <a:pt x="725096" y="72496"/>
                </a:lnTo>
                <a:lnTo>
                  <a:pt x="725138" y="73043"/>
                </a:lnTo>
                <a:lnTo>
                  <a:pt x="725171" y="73593"/>
                </a:lnTo>
                <a:lnTo>
                  <a:pt x="725196" y="74146"/>
                </a:lnTo>
                <a:lnTo>
                  <a:pt x="725212" y="74701"/>
                </a:lnTo>
                <a:lnTo>
                  <a:pt x="725212" y="75657"/>
                </a:lnTo>
                <a:lnTo>
                  <a:pt x="677532" y="75657"/>
                </a:lnTo>
                <a:lnTo>
                  <a:pt x="677568" y="75357"/>
                </a:lnTo>
                <a:lnTo>
                  <a:pt x="677641" y="74800"/>
                </a:lnTo>
                <a:lnTo>
                  <a:pt x="677721" y="74248"/>
                </a:lnTo>
                <a:lnTo>
                  <a:pt x="677807" y="73701"/>
                </a:lnTo>
                <a:lnTo>
                  <a:pt x="677900" y="73158"/>
                </a:lnTo>
                <a:close/>
                <a:moveTo>
                  <a:pt x="378449" y="42875"/>
                </a:moveTo>
                <a:lnTo>
                  <a:pt x="378449" y="122583"/>
                </a:lnTo>
                <a:lnTo>
                  <a:pt x="387289" y="122583"/>
                </a:lnTo>
                <a:lnTo>
                  <a:pt x="387289" y="42875"/>
                </a:lnTo>
                <a:lnTo>
                  <a:pt x="378449" y="42875"/>
                </a:lnTo>
                <a:close/>
                <a:moveTo>
                  <a:pt x="839571" y="22395"/>
                </a:moveTo>
                <a:lnTo>
                  <a:pt x="839571" y="42875"/>
                </a:lnTo>
                <a:lnTo>
                  <a:pt x="824911" y="42875"/>
                </a:lnTo>
                <a:lnTo>
                  <a:pt x="824911" y="50094"/>
                </a:lnTo>
                <a:lnTo>
                  <a:pt x="839571" y="50094"/>
                </a:lnTo>
                <a:lnTo>
                  <a:pt x="839571" y="103135"/>
                </a:lnTo>
                <a:lnTo>
                  <a:pt x="839574" y="103792"/>
                </a:lnTo>
                <a:lnTo>
                  <a:pt x="839586" y="104437"/>
                </a:lnTo>
                <a:lnTo>
                  <a:pt x="839605" y="105071"/>
                </a:lnTo>
                <a:lnTo>
                  <a:pt x="839632" y="105693"/>
                </a:lnTo>
                <a:lnTo>
                  <a:pt x="839667" y="106303"/>
                </a:lnTo>
                <a:lnTo>
                  <a:pt x="839709" y="106901"/>
                </a:lnTo>
                <a:lnTo>
                  <a:pt x="839759" y="107488"/>
                </a:lnTo>
                <a:lnTo>
                  <a:pt x="839816" y="108062"/>
                </a:lnTo>
                <a:lnTo>
                  <a:pt x="839881" y="108625"/>
                </a:lnTo>
                <a:lnTo>
                  <a:pt x="839954" y="109176"/>
                </a:lnTo>
                <a:lnTo>
                  <a:pt x="840035" y="109716"/>
                </a:lnTo>
                <a:lnTo>
                  <a:pt x="840123" y="110244"/>
                </a:lnTo>
                <a:lnTo>
                  <a:pt x="840219" y="110760"/>
                </a:lnTo>
                <a:lnTo>
                  <a:pt x="840323" y="111264"/>
                </a:lnTo>
                <a:lnTo>
                  <a:pt x="840434" y="111756"/>
                </a:lnTo>
                <a:lnTo>
                  <a:pt x="840553" y="112237"/>
                </a:lnTo>
                <a:lnTo>
                  <a:pt x="840679" y="112706"/>
                </a:lnTo>
                <a:lnTo>
                  <a:pt x="840814" y="113163"/>
                </a:lnTo>
                <a:lnTo>
                  <a:pt x="840956" y="113608"/>
                </a:lnTo>
                <a:lnTo>
                  <a:pt x="841105" y="114042"/>
                </a:lnTo>
                <a:lnTo>
                  <a:pt x="841263" y="114463"/>
                </a:lnTo>
                <a:lnTo>
                  <a:pt x="841428" y="114873"/>
                </a:lnTo>
                <a:lnTo>
                  <a:pt x="841600" y="115272"/>
                </a:lnTo>
                <a:lnTo>
                  <a:pt x="841781" y="115658"/>
                </a:lnTo>
                <a:lnTo>
                  <a:pt x="841968" y="116034"/>
                </a:lnTo>
                <a:lnTo>
                  <a:pt x="842161" y="116401"/>
                </a:lnTo>
                <a:lnTo>
                  <a:pt x="842360" y="116759"/>
                </a:lnTo>
                <a:lnTo>
                  <a:pt x="842564" y="117107"/>
                </a:lnTo>
                <a:lnTo>
                  <a:pt x="842775" y="117446"/>
                </a:lnTo>
                <a:lnTo>
                  <a:pt x="842992" y="117776"/>
                </a:lnTo>
                <a:lnTo>
                  <a:pt x="843214" y="118097"/>
                </a:lnTo>
                <a:lnTo>
                  <a:pt x="843442" y="118408"/>
                </a:lnTo>
                <a:lnTo>
                  <a:pt x="843676" y="118711"/>
                </a:lnTo>
                <a:lnTo>
                  <a:pt x="843916" y="119004"/>
                </a:lnTo>
                <a:lnTo>
                  <a:pt x="844162" y="119288"/>
                </a:lnTo>
                <a:lnTo>
                  <a:pt x="844414" y="119563"/>
                </a:lnTo>
                <a:lnTo>
                  <a:pt x="844672" y="119828"/>
                </a:lnTo>
                <a:lnTo>
                  <a:pt x="844936" y="120084"/>
                </a:lnTo>
                <a:lnTo>
                  <a:pt x="845205" y="120332"/>
                </a:lnTo>
                <a:lnTo>
                  <a:pt x="845480" y="120569"/>
                </a:lnTo>
                <a:lnTo>
                  <a:pt x="845762" y="120798"/>
                </a:lnTo>
                <a:lnTo>
                  <a:pt x="846049" y="121018"/>
                </a:lnTo>
                <a:lnTo>
                  <a:pt x="846342" y="121228"/>
                </a:lnTo>
                <a:lnTo>
                  <a:pt x="846641" y="121429"/>
                </a:lnTo>
                <a:lnTo>
                  <a:pt x="846945" y="121621"/>
                </a:lnTo>
                <a:lnTo>
                  <a:pt x="847256" y="121803"/>
                </a:lnTo>
                <a:lnTo>
                  <a:pt x="847573" y="121977"/>
                </a:lnTo>
                <a:lnTo>
                  <a:pt x="847895" y="122141"/>
                </a:lnTo>
                <a:lnTo>
                  <a:pt x="848222" y="122297"/>
                </a:lnTo>
                <a:lnTo>
                  <a:pt x="848554" y="122447"/>
                </a:lnTo>
                <a:lnTo>
                  <a:pt x="848890" y="122590"/>
                </a:lnTo>
                <a:lnTo>
                  <a:pt x="849229" y="122726"/>
                </a:lnTo>
                <a:lnTo>
                  <a:pt x="849573" y="122856"/>
                </a:lnTo>
                <a:lnTo>
                  <a:pt x="849921" y="122979"/>
                </a:lnTo>
                <a:lnTo>
                  <a:pt x="850273" y="123095"/>
                </a:lnTo>
                <a:lnTo>
                  <a:pt x="850629" y="123205"/>
                </a:lnTo>
                <a:lnTo>
                  <a:pt x="850989" y="123308"/>
                </a:lnTo>
                <a:lnTo>
                  <a:pt x="851353" y="123405"/>
                </a:lnTo>
                <a:lnTo>
                  <a:pt x="851722" y="123494"/>
                </a:lnTo>
                <a:lnTo>
                  <a:pt x="852094" y="123578"/>
                </a:lnTo>
                <a:lnTo>
                  <a:pt x="852471" y="123654"/>
                </a:lnTo>
                <a:lnTo>
                  <a:pt x="852851" y="123724"/>
                </a:lnTo>
                <a:lnTo>
                  <a:pt x="853236" y="123787"/>
                </a:lnTo>
                <a:lnTo>
                  <a:pt x="853625" y="123844"/>
                </a:lnTo>
                <a:lnTo>
                  <a:pt x="854018" y="123893"/>
                </a:lnTo>
                <a:lnTo>
                  <a:pt x="854415" y="123937"/>
                </a:lnTo>
                <a:lnTo>
                  <a:pt x="854816" y="123973"/>
                </a:lnTo>
                <a:lnTo>
                  <a:pt x="855221" y="124003"/>
                </a:lnTo>
                <a:lnTo>
                  <a:pt x="855630" y="124026"/>
                </a:lnTo>
                <a:lnTo>
                  <a:pt x="856043" y="124043"/>
                </a:lnTo>
                <a:lnTo>
                  <a:pt x="856461" y="124053"/>
                </a:lnTo>
                <a:lnTo>
                  <a:pt x="856882" y="124056"/>
                </a:lnTo>
                <a:lnTo>
                  <a:pt x="857097" y="124056"/>
                </a:lnTo>
                <a:lnTo>
                  <a:pt x="857312" y="124054"/>
                </a:lnTo>
                <a:lnTo>
                  <a:pt x="857528" y="124051"/>
                </a:lnTo>
                <a:lnTo>
                  <a:pt x="857743" y="124047"/>
                </a:lnTo>
                <a:lnTo>
                  <a:pt x="857958" y="124042"/>
                </a:lnTo>
                <a:lnTo>
                  <a:pt x="858174" y="124036"/>
                </a:lnTo>
                <a:lnTo>
                  <a:pt x="858390" y="124028"/>
                </a:lnTo>
                <a:lnTo>
                  <a:pt x="858605" y="124020"/>
                </a:lnTo>
                <a:lnTo>
                  <a:pt x="858821" y="124010"/>
                </a:lnTo>
                <a:lnTo>
                  <a:pt x="859038" y="123999"/>
                </a:lnTo>
                <a:lnTo>
                  <a:pt x="859254" y="123987"/>
                </a:lnTo>
                <a:lnTo>
                  <a:pt x="859470" y="123973"/>
                </a:lnTo>
                <a:lnTo>
                  <a:pt x="859687" y="123959"/>
                </a:lnTo>
                <a:lnTo>
                  <a:pt x="859903" y="123944"/>
                </a:lnTo>
                <a:lnTo>
                  <a:pt x="860120" y="123927"/>
                </a:lnTo>
                <a:lnTo>
                  <a:pt x="860337" y="123909"/>
                </a:lnTo>
                <a:lnTo>
                  <a:pt x="860554" y="123890"/>
                </a:lnTo>
                <a:lnTo>
                  <a:pt x="860771" y="123870"/>
                </a:lnTo>
                <a:lnTo>
                  <a:pt x="860988" y="123849"/>
                </a:lnTo>
                <a:lnTo>
                  <a:pt x="861205" y="123826"/>
                </a:lnTo>
                <a:lnTo>
                  <a:pt x="861423" y="123803"/>
                </a:lnTo>
                <a:lnTo>
                  <a:pt x="861640" y="123778"/>
                </a:lnTo>
                <a:lnTo>
                  <a:pt x="861858" y="123752"/>
                </a:lnTo>
                <a:lnTo>
                  <a:pt x="862076" y="123725"/>
                </a:lnTo>
                <a:lnTo>
                  <a:pt x="862292" y="123697"/>
                </a:lnTo>
                <a:lnTo>
                  <a:pt x="862505" y="123668"/>
                </a:lnTo>
                <a:lnTo>
                  <a:pt x="862714" y="123639"/>
                </a:lnTo>
                <a:lnTo>
                  <a:pt x="862920" y="123609"/>
                </a:lnTo>
                <a:lnTo>
                  <a:pt x="863123" y="123579"/>
                </a:lnTo>
                <a:lnTo>
                  <a:pt x="863321" y="123548"/>
                </a:lnTo>
                <a:lnTo>
                  <a:pt x="863517" y="123516"/>
                </a:lnTo>
                <a:lnTo>
                  <a:pt x="863709" y="123483"/>
                </a:lnTo>
                <a:lnTo>
                  <a:pt x="863898" y="123450"/>
                </a:lnTo>
                <a:lnTo>
                  <a:pt x="864083" y="123417"/>
                </a:lnTo>
                <a:lnTo>
                  <a:pt x="864264" y="123382"/>
                </a:lnTo>
                <a:lnTo>
                  <a:pt x="864443" y="123347"/>
                </a:lnTo>
                <a:lnTo>
                  <a:pt x="864617" y="123312"/>
                </a:lnTo>
                <a:lnTo>
                  <a:pt x="864789" y="123275"/>
                </a:lnTo>
                <a:lnTo>
                  <a:pt x="864957" y="123239"/>
                </a:lnTo>
                <a:lnTo>
                  <a:pt x="865121" y="123201"/>
                </a:lnTo>
                <a:lnTo>
                  <a:pt x="865282" y="123163"/>
                </a:lnTo>
                <a:lnTo>
                  <a:pt x="865439" y="123124"/>
                </a:lnTo>
                <a:lnTo>
                  <a:pt x="865593" y="123085"/>
                </a:lnTo>
                <a:lnTo>
                  <a:pt x="865744" y="123044"/>
                </a:lnTo>
                <a:lnTo>
                  <a:pt x="865891" y="123004"/>
                </a:lnTo>
                <a:lnTo>
                  <a:pt x="866035" y="122962"/>
                </a:lnTo>
                <a:lnTo>
                  <a:pt x="866175" y="122920"/>
                </a:lnTo>
                <a:lnTo>
                  <a:pt x="866312" y="122878"/>
                </a:lnTo>
                <a:lnTo>
                  <a:pt x="865944" y="115437"/>
                </a:lnTo>
                <a:lnTo>
                  <a:pt x="865814" y="115456"/>
                </a:lnTo>
                <a:lnTo>
                  <a:pt x="865684" y="115474"/>
                </a:lnTo>
                <a:lnTo>
                  <a:pt x="865553" y="115493"/>
                </a:lnTo>
                <a:lnTo>
                  <a:pt x="865421" y="115512"/>
                </a:lnTo>
                <a:lnTo>
                  <a:pt x="865288" y="115531"/>
                </a:lnTo>
                <a:lnTo>
                  <a:pt x="865154" y="115550"/>
                </a:lnTo>
                <a:lnTo>
                  <a:pt x="865019" y="115569"/>
                </a:lnTo>
                <a:lnTo>
                  <a:pt x="864884" y="115589"/>
                </a:lnTo>
                <a:lnTo>
                  <a:pt x="864747" y="115608"/>
                </a:lnTo>
                <a:lnTo>
                  <a:pt x="864610" y="115628"/>
                </a:lnTo>
                <a:lnTo>
                  <a:pt x="864471" y="115648"/>
                </a:lnTo>
                <a:lnTo>
                  <a:pt x="864332" y="115667"/>
                </a:lnTo>
                <a:lnTo>
                  <a:pt x="864192" y="115687"/>
                </a:lnTo>
                <a:lnTo>
                  <a:pt x="864051" y="115708"/>
                </a:lnTo>
                <a:lnTo>
                  <a:pt x="863909" y="115728"/>
                </a:lnTo>
                <a:lnTo>
                  <a:pt x="863766" y="115748"/>
                </a:lnTo>
                <a:lnTo>
                  <a:pt x="863623" y="115769"/>
                </a:lnTo>
                <a:lnTo>
                  <a:pt x="863478" y="115789"/>
                </a:lnTo>
                <a:lnTo>
                  <a:pt x="863333" y="115810"/>
                </a:lnTo>
                <a:lnTo>
                  <a:pt x="863186" y="115831"/>
                </a:lnTo>
                <a:lnTo>
                  <a:pt x="863039" y="115852"/>
                </a:lnTo>
                <a:lnTo>
                  <a:pt x="862891" y="115873"/>
                </a:lnTo>
                <a:lnTo>
                  <a:pt x="862742" y="115895"/>
                </a:lnTo>
                <a:lnTo>
                  <a:pt x="862592" y="115916"/>
                </a:lnTo>
                <a:lnTo>
                  <a:pt x="862441" y="115937"/>
                </a:lnTo>
                <a:lnTo>
                  <a:pt x="862290" y="115957"/>
                </a:lnTo>
                <a:lnTo>
                  <a:pt x="862138" y="115976"/>
                </a:lnTo>
                <a:lnTo>
                  <a:pt x="861985" y="115995"/>
                </a:lnTo>
                <a:lnTo>
                  <a:pt x="861832" y="116012"/>
                </a:lnTo>
                <a:lnTo>
                  <a:pt x="861678" y="116029"/>
                </a:lnTo>
                <a:lnTo>
                  <a:pt x="861523" y="116045"/>
                </a:lnTo>
                <a:lnTo>
                  <a:pt x="861368" y="116059"/>
                </a:lnTo>
                <a:lnTo>
                  <a:pt x="861212" y="116073"/>
                </a:lnTo>
                <a:lnTo>
                  <a:pt x="861056" y="116086"/>
                </a:lnTo>
                <a:lnTo>
                  <a:pt x="860899" y="116098"/>
                </a:lnTo>
                <a:lnTo>
                  <a:pt x="860741" y="116109"/>
                </a:lnTo>
                <a:lnTo>
                  <a:pt x="860582" y="116120"/>
                </a:lnTo>
                <a:lnTo>
                  <a:pt x="860423" y="116129"/>
                </a:lnTo>
                <a:lnTo>
                  <a:pt x="860264" y="116138"/>
                </a:lnTo>
                <a:lnTo>
                  <a:pt x="860103" y="116145"/>
                </a:lnTo>
                <a:lnTo>
                  <a:pt x="859942" y="116152"/>
                </a:lnTo>
                <a:lnTo>
                  <a:pt x="859781" y="116158"/>
                </a:lnTo>
                <a:lnTo>
                  <a:pt x="859619" y="116163"/>
                </a:lnTo>
                <a:lnTo>
                  <a:pt x="859456" y="116167"/>
                </a:lnTo>
                <a:lnTo>
                  <a:pt x="859292" y="116170"/>
                </a:lnTo>
                <a:lnTo>
                  <a:pt x="859128" y="116172"/>
                </a:lnTo>
                <a:lnTo>
                  <a:pt x="858963" y="116173"/>
                </a:lnTo>
                <a:lnTo>
                  <a:pt x="858798" y="116174"/>
                </a:lnTo>
                <a:lnTo>
                  <a:pt x="858571" y="116172"/>
                </a:lnTo>
                <a:lnTo>
                  <a:pt x="858346" y="116168"/>
                </a:lnTo>
                <a:lnTo>
                  <a:pt x="858122" y="116160"/>
                </a:lnTo>
                <a:lnTo>
                  <a:pt x="857898" y="116148"/>
                </a:lnTo>
                <a:lnTo>
                  <a:pt x="857677" y="116134"/>
                </a:lnTo>
                <a:lnTo>
                  <a:pt x="857456" y="116116"/>
                </a:lnTo>
                <a:lnTo>
                  <a:pt x="857236" y="116096"/>
                </a:lnTo>
                <a:lnTo>
                  <a:pt x="857018" y="116072"/>
                </a:lnTo>
                <a:lnTo>
                  <a:pt x="856800" y="116044"/>
                </a:lnTo>
                <a:lnTo>
                  <a:pt x="856584" y="116014"/>
                </a:lnTo>
                <a:lnTo>
                  <a:pt x="856369" y="115980"/>
                </a:lnTo>
                <a:lnTo>
                  <a:pt x="856155" y="115944"/>
                </a:lnTo>
                <a:lnTo>
                  <a:pt x="855942" y="115904"/>
                </a:lnTo>
                <a:lnTo>
                  <a:pt x="855731" y="115861"/>
                </a:lnTo>
                <a:lnTo>
                  <a:pt x="855520" y="115814"/>
                </a:lnTo>
                <a:lnTo>
                  <a:pt x="855311" y="115765"/>
                </a:lnTo>
                <a:lnTo>
                  <a:pt x="855103" y="115712"/>
                </a:lnTo>
                <a:lnTo>
                  <a:pt x="854896" y="115656"/>
                </a:lnTo>
                <a:lnTo>
                  <a:pt x="854690" y="115597"/>
                </a:lnTo>
                <a:lnTo>
                  <a:pt x="854485" y="115534"/>
                </a:lnTo>
                <a:lnTo>
                  <a:pt x="854282" y="115469"/>
                </a:lnTo>
                <a:lnTo>
                  <a:pt x="854079" y="115400"/>
                </a:lnTo>
                <a:lnTo>
                  <a:pt x="853878" y="115328"/>
                </a:lnTo>
                <a:lnTo>
                  <a:pt x="853678" y="115253"/>
                </a:lnTo>
                <a:lnTo>
                  <a:pt x="853480" y="115173"/>
                </a:lnTo>
                <a:lnTo>
                  <a:pt x="853286" y="115086"/>
                </a:lnTo>
                <a:lnTo>
                  <a:pt x="853094" y="114993"/>
                </a:lnTo>
                <a:lnTo>
                  <a:pt x="852906" y="114893"/>
                </a:lnTo>
                <a:lnTo>
                  <a:pt x="852722" y="114786"/>
                </a:lnTo>
                <a:lnTo>
                  <a:pt x="852541" y="114673"/>
                </a:lnTo>
                <a:lnTo>
                  <a:pt x="852363" y="114553"/>
                </a:lnTo>
                <a:lnTo>
                  <a:pt x="852188" y="114426"/>
                </a:lnTo>
                <a:lnTo>
                  <a:pt x="852017" y="114293"/>
                </a:lnTo>
                <a:lnTo>
                  <a:pt x="851849" y="114153"/>
                </a:lnTo>
                <a:lnTo>
                  <a:pt x="851684" y="114007"/>
                </a:lnTo>
                <a:lnTo>
                  <a:pt x="851523" y="113853"/>
                </a:lnTo>
                <a:lnTo>
                  <a:pt x="851365" y="113694"/>
                </a:lnTo>
                <a:lnTo>
                  <a:pt x="851211" y="113527"/>
                </a:lnTo>
                <a:lnTo>
                  <a:pt x="851059" y="113354"/>
                </a:lnTo>
                <a:lnTo>
                  <a:pt x="850911" y="113174"/>
                </a:lnTo>
                <a:lnTo>
                  <a:pt x="850767" y="112988"/>
                </a:lnTo>
                <a:lnTo>
                  <a:pt x="850625" y="112794"/>
                </a:lnTo>
                <a:lnTo>
                  <a:pt x="850487" y="112595"/>
                </a:lnTo>
                <a:lnTo>
                  <a:pt x="850353" y="112388"/>
                </a:lnTo>
                <a:lnTo>
                  <a:pt x="850221" y="112175"/>
                </a:lnTo>
                <a:lnTo>
                  <a:pt x="850093" y="111955"/>
                </a:lnTo>
                <a:lnTo>
                  <a:pt x="849969" y="111729"/>
                </a:lnTo>
                <a:lnTo>
                  <a:pt x="849847" y="111496"/>
                </a:lnTo>
                <a:lnTo>
                  <a:pt x="849730" y="111255"/>
                </a:lnTo>
                <a:lnTo>
                  <a:pt x="849618" y="111005"/>
                </a:lnTo>
                <a:lnTo>
                  <a:pt x="849511" y="110745"/>
                </a:lnTo>
                <a:lnTo>
                  <a:pt x="849408" y="110476"/>
                </a:lnTo>
                <a:lnTo>
                  <a:pt x="849311" y="110198"/>
                </a:lnTo>
                <a:lnTo>
                  <a:pt x="849219" y="109910"/>
                </a:lnTo>
                <a:lnTo>
                  <a:pt x="849131" y="109613"/>
                </a:lnTo>
                <a:lnTo>
                  <a:pt x="849049" y="109306"/>
                </a:lnTo>
                <a:lnTo>
                  <a:pt x="848972" y="108991"/>
                </a:lnTo>
                <a:lnTo>
                  <a:pt x="848900" y="108666"/>
                </a:lnTo>
                <a:lnTo>
                  <a:pt x="848832" y="108331"/>
                </a:lnTo>
                <a:lnTo>
                  <a:pt x="848770" y="107988"/>
                </a:lnTo>
                <a:lnTo>
                  <a:pt x="848712" y="107635"/>
                </a:lnTo>
                <a:lnTo>
                  <a:pt x="848660" y="107272"/>
                </a:lnTo>
                <a:lnTo>
                  <a:pt x="848613" y="106900"/>
                </a:lnTo>
                <a:lnTo>
                  <a:pt x="848570" y="106519"/>
                </a:lnTo>
                <a:lnTo>
                  <a:pt x="848533" y="106129"/>
                </a:lnTo>
                <a:lnTo>
                  <a:pt x="848500" y="105729"/>
                </a:lnTo>
                <a:lnTo>
                  <a:pt x="848473" y="105320"/>
                </a:lnTo>
                <a:lnTo>
                  <a:pt x="848451" y="104902"/>
                </a:lnTo>
                <a:lnTo>
                  <a:pt x="848433" y="104474"/>
                </a:lnTo>
                <a:lnTo>
                  <a:pt x="848421" y="104037"/>
                </a:lnTo>
                <a:lnTo>
                  <a:pt x="848413" y="103590"/>
                </a:lnTo>
                <a:lnTo>
                  <a:pt x="848411" y="103135"/>
                </a:lnTo>
                <a:lnTo>
                  <a:pt x="848411" y="50094"/>
                </a:lnTo>
                <a:lnTo>
                  <a:pt x="864912" y="50094"/>
                </a:lnTo>
                <a:lnTo>
                  <a:pt x="864912" y="42875"/>
                </a:lnTo>
                <a:lnTo>
                  <a:pt x="848411" y="42875"/>
                </a:lnTo>
                <a:lnTo>
                  <a:pt x="848411" y="22395"/>
                </a:lnTo>
                <a:lnTo>
                  <a:pt x="839571" y="22395"/>
                </a:lnTo>
                <a:close/>
                <a:moveTo>
                  <a:pt x="965520" y="66394"/>
                </a:moveTo>
                <a:lnTo>
                  <a:pt x="965987" y="66169"/>
                </a:lnTo>
                <a:lnTo>
                  <a:pt x="966447" y="65939"/>
                </a:lnTo>
                <a:lnTo>
                  <a:pt x="966900" y="65703"/>
                </a:lnTo>
                <a:lnTo>
                  <a:pt x="967346" y="65462"/>
                </a:lnTo>
                <a:lnTo>
                  <a:pt x="967785" y="65216"/>
                </a:lnTo>
                <a:lnTo>
                  <a:pt x="968216" y="64964"/>
                </a:lnTo>
                <a:lnTo>
                  <a:pt x="968641" y="64707"/>
                </a:lnTo>
                <a:lnTo>
                  <a:pt x="969059" y="64444"/>
                </a:lnTo>
                <a:lnTo>
                  <a:pt x="969469" y="64176"/>
                </a:lnTo>
                <a:lnTo>
                  <a:pt x="969873" y="63903"/>
                </a:lnTo>
                <a:lnTo>
                  <a:pt x="970269" y="63624"/>
                </a:lnTo>
                <a:lnTo>
                  <a:pt x="970659" y="63341"/>
                </a:lnTo>
                <a:lnTo>
                  <a:pt x="971041" y="63051"/>
                </a:lnTo>
                <a:lnTo>
                  <a:pt x="971417" y="62756"/>
                </a:lnTo>
                <a:lnTo>
                  <a:pt x="971785" y="62456"/>
                </a:lnTo>
                <a:lnTo>
                  <a:pt x="972146" y="62151"/>
                </a:lnTo>
                <a:lnTo>
                  <a:pt x="972501" y="61840"/>
                </a:lnTo>
                <a:lnTo>
                  <a:pt x="972848" y="61524"/>
                </a:lnTo>
                <a:lnTo>
                  <a:pt x="973188" y="61204"/>
                </a:lnTo>
                <a:lnTo>
                  <a:pt x="973522" y="60880"/>
                </a:lnTo>
                <a:lnTo>
                  <a:pt x="973848" y="60554"/>
                </a:lnTo>
                <a:lnTo>
                  <a:pt x="974167" y="60224"/>
                </a:lnTo>
                <a:lnTo>
                  <a:pt x="974479" y="59892"/>
                </a:lnTo>
                <a:lnTo>
                  <a:pt x="974784" y="59556"/>
                </a:lnTo>
                <a:lnTo>
                  <a:pt x="975082" y="59217"/>
                </a:lnTo>
                <a:lnTo>
                  <a:pt x="975373" y="58875"/>
                </a:lnTo>
                <a:lnTo>
                  <a:pt x="975657" y="58530"/>
                </a:lnTo>
                <a:lnTo>
                  <a:pt x="975934" y="58183"/>
                </a:lnTo>
                <a:lnTo>
                  <a:pt x="976204" y="57832"/>
                </a:lnTo>
                <a:lnTo>
                  <a:pt x="976467" y="57477"/>
                </a:lnTo>
                <a:lnTo>
                  <a:pt x="976723" y="57120"/>
                </a:lnTo>
                <a:lnTo>
                  <a:pt x="976972" y="56760"/>
                </a:lnTo>
                <a:lnTo>
                  <a:pt x="977213" y="56397"/>
                </a:lnTo>
                <a:lnTo>
                  <a:pt x="977448" y="56031"/>
                </a:lnTo>
                <a:lnTo>
                  <a:pt x="977676" y="55661"/>
                </a:lnTo>
                <a:lnTo>
                  <a:pt x="977897" y="55289"/>
                </a:lnTo>
                <a:lnTo>
                  <a:pt x="978110" y="54913"/>
                </a:lnTo>
                <a:lnTo>
                  <a:pt x="978317" y="54535"/>
                </a:lnTo>
                <a:lnTo>
                  <a:pt x="978516" y="54153"/>
                </a:lnTo>
                <a:lnTo>
                  <a:pt x="978709" y="53769"/>
                </a:lnTo>
                <a:lnTo>
                  <a:pt x="978895" y="53381"/>
                </a:lnTo>
                <a:lnTo>
                  <a:pt x="979073" y="52990"/>
                </a:lnTo>
                <a:lnTo>
                  <a:pt x="979244" y="52597"/>
                </a:lnTo>
                <a:lnTo>
                  <a:pt x="979408" y="52205"/>
                </a:lnTo>
                <a:lnTo>
                  <a:pt x="979565" y="51811"/>
                </a:lnTo>
                <a:lnTo>
                  <a:pt x="979715" y="51418"/>
                </a:lnTo>
                <a:lnTo>
                  <a:pt x="979857" y="51024"/>
                </a:lnTo>
                <a:lnTo>
                  <a:pt x="979992" y="50631"/>
                </a:lnTo>
                <a:lnTo>
                  <a:pt x="980119" y="50236"/>
                </a:lnTo>
                <a:lnTo>
                  <a:pt x="980239" y="49842"/>
                </a:lnTo>
                <a:lnTo>
                  <a:pt x="980352" y="49447"/>
                </a:lnTo>
                <a:lnTo>
                  <a:pt x="980458" y="49053"/>
                </a:lnTo>
                <a:lnTo>
                  <a:pt x="980557" y="48657"/>
                </a:lnTo>
                <a:lnTo>
                  <a:pt x="980648" y="48262"/>
                </a:lnTo>
                <a:lnTo>
                  <a:pt x="980731" y="47866"/>
                </a:lnTo>
                <a:lnTo>
                  <a:pt x="980808" y="47471"/>
                </a:lnTo>
                <a:lnTo>
                  <a:pt x="980877" y="47075"/>
                </a:lnTo>
                <a:lnTo>
                  <a:pt x="980939" y="46678"/>
                </a:lnTo>
                <a:lnTo>
                  <a:pt x="980994" y="46282"/>
                </a:lnTo>
                <a:lnTo>
                  <a:pt x="981041" y="45885"/>
                </a:lnTo>
                <a:lnTo>
                  <a:pt x="981081" y="45488"/>
                </a:lnTo>
                <a:lnTo>
                  <a:pt x="981114" y="45090"/>
                </a:lnTo>
                <a:lnTo>
                  <a:pt x="981140" y="44693"/>
                </a:lnTo>
                <a:lnTo>
                  <a:pt x="981158" y="44295"/>
                </a:lnTo>
                <a:lnTo>
                  <a:pt x="981169" y="43897"/>
                </a:lnTo>
                <a:lnTo>
                  <a:pt x="981173" y="43498"/>
                </a:lnTo>
                <a:lnTo>
                  <a:pt x="981166" y="42712"/>
                </a:lnTo>
                <a:lnTo>
                  <a:pt x="981145" y="41936"/>
                </a:lnTo>
                <a:lnTo>
                  <a:pt x="981112" y="41170"/>
                </a:lnTo>
                <a:lnTo>
                  <a:pt x="981064" y="40414"/>
                </a:lnTo>
                <a:lnTo>
                  <a:pt x="981003" y="39668"/>
                </a:lnTo>
                <a:lnTo>
                  <a:pt x="980928" y="38932"/>
                </a:lnTo>
                <a:lnTo>
                  <a:pt x="980840" y="38206"/>
                </a:lnTo>
                <a:lnTo>
                  <a:pt x="980739" y="37490"/>
                </a:lnTo>
                <a:lnTo>
                  <a:pt x="980623" y="36783"/>
                </a:lnTo>
                <a:lnTo>
                  <a:pt x="980495" y="36087"/>
                </a:lnTo>
                <a:lnTo>
                  <a:pt x="980352" y="35401"/>
                </a:lnTo>
                <a:lnTo>
                  <a:pt x="980196" y="34725"/>
                </a:lnTo>
                <a:lnTo>
                  <a:pt x="980027" y="34058"/>
                </a:lnTo>
                <a:lnTo>
                  <a:pt x="979844" y="33402"/>
                </a:lnTo>
                <a:lnTo>
                  <a:pt x="979647" y="32755"/>
                </a:lnTo>
                <a:lnTo>
                  <a:pt x="979437" y="32119"/>
                </a:lnTo>
                <a:lnTo>
                  <a:pt x="979214" y="31492"/>
                </a:lnTo>
                <a:lnTo>
                  <a:pt x="978976" y="30876"/>
                </a:lnTo>
                <a:lnTo>
                  <a:pt x="978725" y="30269"/>
                </a:lnTo>
                <a:lnTo>
                  <a:pt x="978461" y="29673"/>
                </a:lnTo>
                <a:lnTo>
                  <a:pt x="978183" y="29086"/>
                </a:lnTo>
                <a:lnTo>
                  <a:pt x="977892" y="28509"/>
                </a:lnTo>
                <a:lnTo>
                  <a:pt x="977587" y="27943"/>
                </a:lnTo>
                <a:lnTo>
                  <a:pt x="977268" y="27386"/>
                </a:lnTo>
                <a:lnTo>
                  <a:pt x="976937" y="26840"/>
                </a:lnTo>
                <a:lnTo>
                  <a:pt x="976596" y="26304"/>
                </a:lnTo>
                <a:lnTo>
                  <a:pt x="976243" y="25780"/>
                </a:lnTo>
                <a:lnTo>
                  <a:pt x="975880" y="25267"/>
                </a:lnTo>
                <a:lnTo>
                  <a:pt x="975505" y="24765"/>
                </a:lnTo>
                <a:lnTo>
                  <a:pt x="975120" y="24273"/>
                </a:lnTo>
                <a:lnTo>
                  <a:pt x="974724" y="23793"/>
                </a:lnTo>
                <a:lnTo>
                  <a:pt x="974317" y="23323"/>
                </a:lnTo>
                <a:lnTo>
                  <a:pt x="973900" y="22865"/>
                </a:lnTo>
                <a:lnTo>
                  <a:pt x="973471" y="22418"/>
                </a:lnTo>
                <a:lnTo>
                  <a:pt x="973031" y="21981"/>
                </a:lnTo>
                <a:lnTo>
                  <a:pt x="972581" y="21556"/>
                </a:lnTo>
                <a:lnTo>
                  <a:pt x="972120" y="21141"/>
                </a:lnTo>
                <a:lnTo>
                  <a:pt x="971648" y="20738"/>
                </a:lnTo>
                <a:lnTo>
                  <a:pt x="971165" y="20345"/>
                </a:lnTo>
                <a:lnTo>
                  <a:pt x="970671" y="19964"/>
                </a:lnTo>
                <a:lnTo>
                  <a:pt x="970166" y="19593"/>
                </a:lnTo>
                <a:lnTo>
                  <a:pt x="969650" y="19234"/>
                </a:lnTo>
                <a:lnTo>
                  <a:pt x="969124" y="18885"/>
                </a:lnTo>
                <a:lnTo>
                  <a:pt x="968587" y="18548"/>
                </a:lnTo>
                <a:lnTo>
                  <a:pt x="968038" y="18221"/>
                </a:lnTo>
                <a:lnTo>
                  <a:pt x="967479" y="17906"/>
                </a:lnTo>
                <a:lnTo>
                  <a:pt x="966909" y="17601"/>
                </a:lnTo>
                <a:lnTo>
                  <a:pt x="966328" y="17307"/>
                </a:lnTo>
                <a:lnTo>
                  <a:pt x="965738" y="17025"/>
                </a:lnTo>
                <a:lnTo>
                  <a:pt x="965139" y="16755"/>
                </a:lnTo>
                <a:lnTo>
                  <a:pt x="964531" y="16497"/>
                </a:lnTo>
                <a:lnTo>
                  <a:pt x="963915" y="16251"/>
                </a:lnTo>
                <a:lnTo>
                  <a:pt x="963290" y="16017"/>
                </a:lnTo>
                <a:lnTo>
                  <a:pt x="962657" y="15795"/>
                </a:lnTo>
                <a:lnTo>
                  <a:pt x="962015" y="15584"/>
                </a:lnTo>
                <a:lnTo>
                  <a:pt x="961364" y="15386"/>
                </a:lnTo>
                <a:lnTo>
                  <a:pt x="960705" y="15200"/>
                </a:lnTo>
                <a:lnTo>
                  <a:pt x="960037" y="15026"/>
                </a:lnTo>
                <a:lnTo>
                  <a:pt x="959361" y="14864"/>
                </a:lnTo>
                <a:lnTo>
                  <a:pt x="958676" y="14714"/>
                </a:lnTo>
                <a:lnTo>
                  <a:pt x="957983" y="14576"/>
                </a:lnTo>
                <a:lnTo>
                  <a:pt x="957281" y="14450"/>
                </a:lnTo>
                <a:lnTo>
                  <a:pt x="956570" y="14336"/>
                </a:lnTo>
                <a:lnTo>
                  <a:pt x="955851" y="14234"/>
                </a:lnTo>
                <a:lnTo>
                  <a:pt x="955124" y="14144"/>
                </a:lnTo>
                <a:lnTo>
                  <a:pt x="954387" y="14066"/>
                </a:lnTo>
                <a:lnTo>
                  <a:pt x="953643" y="14000"/>
                </a:lnTo>
                <a:lnTo>
                  <a:pt x="952889" y="13946"/>
                </a:lnTo>
                <a:lnTo>
                  <a:pt x="952127" y="13904"/>
                </a:lnTo>
                <a:lnTo>
                  <a:pt x="951357" y="13874"/>
                </a:lnTo>
                <a:lnTo>
                  <a:pt x="950578" y="13856"/>
                </a:lnTo>
                <a:lnTo>
                  <a:pt x="949790" y="13850"/>
                </a:lnTo>
                <a:lnTo>
                  <a:pt x="949026" y="13856"/>
                </a:lnTo>
                <a:lnTo>
                  <a:pt x="948268" y="13876"/>
                </a:lnTo>
                <a:lnTo>
                  <a:pt x="947517" y="13908"/>
                </a:lnTo>
                <a:lnTo>
                  <a:pt x="946772" y="13954"/>
                </a:lnTo>
                <a:lnTo>
                  <a:pt x="946033" y="14012"/>
                </a:lnTo>
                <a:lnTo>
                  <a:pt x="945301" y="14084"/>
                </a:lnTo>
                <a:lnTo>
                  <a:pt x="944575" y="14168"/>
                </a:lnTo>
                <a:lnTo>
                  <a:pt x="943856" y="14266"/>
                </a:lnTo>
                <a:lnTo>
                  <a:pt x="943143" y="14377"/>
                </a:lnTo>
                <a:lnTo>
                  <a:pt x="942436" y="14500"/>
                </a:lnTo>
                <a:lnTo>
                  <a:pt x="941736" y="14637"/>
                </a:lnTo>
                <a:lnTo>
                  <a:pt x="941042" y="14786"/>
                </a:lnTo>
                <a:lnTo>
                  <a:pt x="940355" y="14949"/>
                </a:lnTo>
                <a:lnTo>
                  <a:pt x="939674" y="15125"/>
                </a:lnTo>
                <a:lnTo>
                  <a:pt x="938999" y="15314"/>
                </a:lnTo>
                <a:lnTo>
                  <a:pt x="938331" y="15515"/>
                </a:lnTo>
                <a:lnTo>
                  <a:pt x="937669" y="15730"/>
                </a:lnTo>
                <a:lnTo>
                  <a:pt x="937013" y="15958"/>
                </a:lnTo>
                <a:lnTo>
                  <a:pt x="936364" y="16198"/>
                </a:lnTo>
                <a:lnTo>
                  <a:pt x="935722" y="16452"/>
                </a:lnTo>
                <a:lnTo>
                  <a:pt x="935085" y="16719"/>
                </a:lnTo>
                <a:lnTo>
                  <a:pt x="934455" y="16999"/>
                </a:lnTo>
                <a:lnTo>
                  <a:pt x="933832" y="17292"/>
                </a:lnTo>
                <a:lnTo>
                  <a:pt x="933215" y="17597"/>
                </a:lnTo>
                <a:lnTo>
                  <a:pt x="932606" y="17915"/>
                </a:lnTo>
                <a:lnTo>
                  <a:pt x="932009" y="18242"/>
                </a:lnTo>
                <a:lnTo>
                  <a:pt x="931423" y="18580"/>
                </a:lnTo>
                <a:lnTo>
                  <a:pt x="930847" y="18927"/>
                </a:lnTo>
                <a:lnTo>
                  <a:pt x="930283" y="19285"/>
                </a:lnTo>
                <a:lnTo>
                  <a:pt x="929729" y="19653"/>
                </a:lnTo>
                <a:lnTo>
                  <a:pt x="929187" y="20031"/>
                </a:lnTo>
                <a:lnTo>
                  <a:pt x="928656" y="20418"/>
                </a:lnTo>
                <a:lnTo>
                  <a:pt x="928135" y="20816"/>
                </a:lnTo>
                <a:lnTo>
                  <a:pt x="927626" y="21225"/>
                </a:lnTo>
                <a:lnTo>
                  <a:pt x="927127" y="21643"/>
                </a:lnTo>
                <a:lnTo>
                  <a:pt x="926640" y="22071"/>
                </a:lnTo>
                <a:lnTo>
                  <a:pt x="926164" y="22509"/>
                </a:lnTo>
                <a:lnTo>
                  <a:pt x="925698" y="22958"/>
                </a:lnTo>
                <a:lnTo>
                  <a:pt x="925244" y="23416"/>
                </a:lnTo>
                <a:lnTo>
                  <a:pt x="924800" y="23885"/>
                </a:lnTo>
                <a:lnTo>
                  <a:pt x="924368" y="24363"/>
                </a:lnTo>
                <a:lnTo>
                  <a:pt x="923947" y="24852"/>
                </a:lnTo>
                <a:lnTo>
                  <a:pt x="923536" y="25351"/>
                </a:lnTo>
                <a:lnTo>
                  <a:pt x="923137" y="25860"/>
                </a:lnTo>
                <a:lnTo>
                  <a:pt x="922748" y="26379"/>
                </a:lnTo>
                <a:lnTo>
                  <a:pt x="922371" y="26908"/>
                </a:lnTo>
                <a:lnTo>
                  <a:pt x="922004" y="27447"/>
                </a:lnTo>
                <a:lnTo>
                  <a:pt x="921649" y="27996"/>
                </a:lnTo>
                <a:lnTo>
                  <a:pt x="921306" y="28554"/>
                </a:lnTo>
                <a:lnTo>
                  <a:pt x="920978" y="29118"/>
                </a:lnTo>
                <a:lnTo>
                  <a:pt x="920665" y="29690"/>
                </a:lnTo>
                <a:lnTo>
                  <a:pt x="920366" y="30268"/>
                </a:lnTo>
                <a:lnTo>
                  <a:pt x="920082" y="30854"/>
                </a:lnTo>
                <a:lnTo>
                  <a:pt x="919812" y="31447"/>
                </a:lnTo>
                <a:lnTo>
                  <a:pt x="919557" y="32046"/>
                </a:lnTo>
                <a:lnTo>
                  <a:pt x="919316" y="32653"/>
                </a:lnTo>
                <a:lnTo>
                  <a:pt x="919090" y="33267"/>
                </a:lnTo>
                <a:lnTo>
                  <a:pt x="918879" y="33888"/>
                </a:lnTo>
                <a:lnTo>
                  <a:pt x="918682" y="34516"/>
                </a:lnTo>
                <a:lnTo>
                  <a:pt x="918500" y="35150"/>
                </a:lnTo>
                <a:lnTo>
                  <a:pt x="918332" y="35792"/>
                </a:lnTo>
                <a:lnTo>
                  <a:pt x="918179" y="36441"/>
                </a:lnTo>
                <a:lnTo>
                  <a:pt x="918040" y="37097"/>
                </a:lnTo>
                <a:lnTo>
                  <a:pt x="917917" y="37760"/>
                </a:lnTo>
                <a:lnTo>
                  <a:pt x="917807" y="38430"/>
                </a:lnTo>
                <a:lnTo>
                  <a:pt x="917712" y="39107"/>
                </a:lnTo>
                <a:lnTo>
                  <a:pt x="917632" y="39791"/>
                </a:lnTo>
                <a:lnTo>
                  <a:pt x="917567" y="40482"/>
                </a:lnTo>
                <a:lnTo>
                  <a:pt x="917516" y="41180"/>
                </a:lnTo>
                <a:lnTo>
                  <a:pt x="917479" y="41885"/>
                </a:lnTo>
                <a:lnTo>
                  <a:pt x="917457" y="42597"/>
                </a:lnTo>
                <a:lnTo>
                  <a:pt x="917450" y="43317"/>
                </a:lnTo>
                <a:lnTo>
                  <a:pt x="926216" y="43317"/>
                </a:lnTo>
                <a:lnTo>
                  <a:pt x="926222" y="42757"/>
                </a:lnTo>
                <a:lnTo>
                  <a:pt x="926238" y="42204"/>
                </a:lnTo>
                <a:lnTo>
                  <a:pt x="926265" y="41657"/>
                </a:lnTo>
                <a:lnTo>
                  <a:pt x="926302" y="41116"/>
                </a:lnTo>
                <a:lnTo>
                  <a:pt x="926351" y="40582"/>
                </a:lnTo>
                <a:lnTo>
                  <a:pt x="926410" y="40054"/>
                </a:lnTo>
                <a:lnTo>
                  <a:pt x="926480" y="39533"/>
                </a:lnTo>
                <a:lnTo>
                  <a:pt x="926560" y="39018"/>
                </a:lnTo>
                <a:lnTo>
                  <a:pt x="926652" y="38509"/>
                </a:lnTo>
                <a:lnTo>
                  <a:pt x="926754" y="38006"/>
                </a:lnTo>
                <a:lnTo>
                  <a:pt x="926866" y="37510"/>
                </a:lnTo>
                <a:lnTo>
                  <a:pt x="926990" y="37021"/>
                </a:lnTo>
                <a:lnTo>
                  <a:pt x="927124" y="36538"/>
                </a:lnTo>
                <a:lnTo>
                  <a:pt x="927269" y="36061"/>
                </a:lnTo>
                <a:lnTo>
                  <a:pt x="927425" y="35590"/>
                </a:lnTo>
                <a:lnTo>
                  <a:pt x="927592" y="35126"/>
                </a:lnTo>
                <a:lnTo>
                  <a:pt x="927769" y="34668"/>
                </a:lnTo>
                <a:lnTo>
                  <a:pt x="927957" y="34217"/>
                </a:lnTo>
                <a:lnTo>
                  <a:pt x="928156" y="33772"/>
                </a:lnTo>
                <a:lnTo>
                  <a:pt x="928365" y="33333"/>
                </a:lnTo>
                <a:lnTo>
                  <a:pt x="928585" y="32901"/>
                </a:lnTo>
                <a:lnTo>
                  <a:pt x="928816" y="32475"/>
                </a:lnTo>
                <a:lnTo>
                  <a:pt x="929058" y="32056"/>
                </a:lnTo>
                <a:lnTo>
                  <a:pt x="929310" y="31643"/>
                </a:lnTo>
                <a:lnTo>
                  <a:pt x="929572" y="31237"/>
                </a:lnTo>
                <a:lnTo>
                  <a:pt x="929842" y="30838"/>
                </a:lnTo>
                <a:lnTo>
                  <a:pt x="930119" y="30448"/>
                </a:lnTo>
                <a:lnTo>
                  <a:pt x="930404" y="30066"/>
                </a:lnTo>
                <a:lnTo>
                  <a:pt x="930697" y="29692"/>
                </a:lnTo>
                <a:lnTo>
                  <a:pt x="930998" y="29325"/>
                </a:lnTo>
                <a:lnTo>
                  <a:pt x="931306" y="28966"/>
                </a:lnTo>
                <a:lnTo>
                  <a:pt x="931623" y="28616"/>
                </a:lnTo>
                <a:lnTo>
                  <a:pt x="931947" y="28273"/>
                </a:lnTo>
                <a:lnTo>
                  <a:pt x="932279" y="27938"/>
                </a:lnTo>
                <a:lnTo>
                  <a:pt x="932619" y="27611"/>
                </a:lnTo>
                <a:lnTo>
                  <a:pt x="932966" y="27292"/>
                </a:lnTo>
                <a:lnTo>
                  <a:pt x="933322" y="26981"/>
                </a:lnTo>
                <a:lnTo>
                  <a:pt x="933685" y="26678"/>
                </a:lnTo>
                <a:lnTo>
                  <a:pt x="934056" y="26382"/>
                </a:lnTo>
                <a:lnTo>
                  <a:pt x="934434" y="26095"/>
                </a:lnTo>
                <a:lnTo>
                  <a:pt x="934821" y="25815"/>
                </a:lnTo>
                <a:lnTo>
                  <a:pt x="935215" y="25544"/>
                </a:lnTo>
                <a:lnTo>
                  <a:pt x="935618" y="25280"/>
                </a:lnTo>
                <a:lnTo>
                  <a:pt x="936028" y="25024"/>
                </a:lnTo>
                <a:lnTo>
                  <a:pt x="936445" y="24776"/>
                </a:lnTo>
                <a:lnTo>
                  <a:pt x="936871" y="24536"/>
                </a:lnTo>
                <a:lnTo>
                  <a:pt x="937304" y="24304"/>
                </a:lnTo>
                <a:lnTo>
                  <a:pt x="937745" y="24080"/>
                </a:lnTo>
                <a:lnTo>
                  <a:pt x="938193" y="23864"/>
                </a:lnTo>
                <a:lnTo>
                  <a:pt x="938645" y="23658"/>
                </a:lnTo>
                <a:lnTo>
                  <a:pt x="939102" y="23461"/>
                </a:lnTo>
                <a:lnTo>
                  <a:pt x="939564" y="23273"/>
                </a:lnTo>
                <a:lnTo>
                  <a:pt x="940030" y="23094"/>
                </a:lnTo>
                <a:lnTo>
                  <a:pt x="940501" y="22924"/>
                </a:lnTo>
                <a:lnTo>
                  <a:pt x="940977" y="22763"/>
                </a:lnTo>
                <a:lnTo>
                  <a:pt x="941457" y="22612"/>
                </a:lnTo>
                <a:lnTo>
                  <a:pt x="941943" y="22470"/>
                </a:lnTo>
                <a:lnTo>
                  <a:pt x="942433" y="22337"/>
                </a:lnTo>
                <a:lnTo>
                  <a:pt x="942928" y="22213"/>
                </a:lnTo>
                <a:lnTo>
                  <a:pt x="943427" y="22098"/>
                </a:lnTo>
                <a:lnTo>
                  <a:pt x="943931" y="21992"/>
                </a:lnTo>
                <a:lnTo>
                  <a:pt x="944440" y="21896"/>
                </a:lnTo>
                <a:lnTo>
                  <a:pt x="944954" y="21809"/>
                </a:lnTo>
                <a:lnTo>
                  <a:pt x="945472" y="21731"/>
                </a:lnTo>
                <a:lnTo>
                  <a:pt x="945995" y="21662"/>
                </a:lnTo>
                <a:lnTo>
                  <a:pt x="946523" y="21602"/>
                </a:lnTo>
                <a:lnTo>
                  <a:pt x="947056" y="21552"/>
                </a:lnTo>
                <a:lnTo>
                  <a:pt x="947593" y="21511"/>
                </a:lnTo>
                <a:lnTo>
                  <a:pt x="948135" y="21479"/>
                </a:lnTo>
                <a:lnTo>
                  <a:pt x="948682" y="21456"/>
                </a:lnTo>
                <a:lnTo>
                  <a:pt x="949234" y="21442"/>
                </a:lnTo>
                <a:lnTo>
                  <a:pt x="949790" y="21437"/>
                </a:lnTo>
                <a:lnTo>
                  <a:pt x="950430" y="21442"/>
                </a:lnTo>
                <a:lnTo>
                  <a:pt x="951060" y="21456"/>
                </a:lnTo>
                <a:lnTo>
                  <a:pt x="951681" y="21480"/>
                </a:lnTo>
                <a:lnTo>
                  <a:pt x="952292" y="21514"/>
                </a:lnTo>
                <a:lnTo>
                  <a:pt x="952893" y="21557"/>
                </a:lnTo>
                <a:lnTo>
                  <a:pt x="953485" y="21610"/>
                </a:lnTo>
                <a:lnTo>
                  <a:pt x="954067" y="21672"/>
                </a:lnTo>
                <a:lnTo>
                  <a:pt x="954640" y="21744"/>
                </a:lnTo>
                <a:lnTo>
                  <a:pt x="955203" y="21825"/>
                </a:lnTo>
                <a:lnTo>
                  <a:pt x="955756" y="21916"/>
                </a:lnTo>
                <a:lnTo>
                  <a:pt x="956300" y="22017"/>
                </a:lnTo>
                <a:lnTo>
                  <a:pt x="956835" y="22127"/>
                </a:lnTo>
                <a:lnTo>
                  <a:pt x="957359" y="22246"/>
                </a:lnTo>
                <a:lnTo>
                  <a:pt x="957874" y="22376"/>
                </a:lnTo>
                <a:lnTo>
                  <a:pt x="958380" y="22515"/>
                </a:lnTo>
                <a:lnTo>
                  <a:pt x="958876" y="22663"/>
                </a:lnTo>
                <a:lnTo>
                  <a:pt x="959362" y="22821"/>
                </a:lnTo>
                <a:lnTo>
                  <a:pt x="959839" y="22989"/>
                </a:lnTo>
                <a:lnTo>
                  <a:pt x="960306" y="23166"/>
                </a:lnTo>
                <a:lnTo>
                  <a:pt x="960763" y="23353"/>
                </a:lnTo>
                <a:lnTo>
                  <a:pt x="961211" y="23549"/>
                </a:lnTo>
                <a:lnTo>
                  <a:pt x="961650" y="23755"/>
                </a:lnTo>
                <a:lnTo>
                  <a:pt x="962079" y="23970"/>
                </a:lnTo>
                <a:lnTo>
                  <a:pt x="962498" y="24195"/>
                </a:lnTo>
                <a:lnTo>
                  <a:pt x="962908" y="24429"/>
                </a:lnTo>
                <a:lnTo>
                  <a:pt x="963309" y="24670"/>
                </a:lnTo>
                <a:lnTo>
                  <a:pt x="963701" y="24918"/>
                </a:lnTo>
                <a:lnTo>
                  <a:pt x="964085" y="25174"/>
                </a:lnTo>
                <a:lnTo>
                  <a:pt x="964459" y="25437"/>
                </a:lnTo>
                <a:lnTo>
                  <a:pt x="964825" y="25707"/>
                </a:lnTo>
                <a:lnTo>
                  <a:pt x="965182" y="25985"/>
                </a:lnTo>
                <a:lnTo>
                  <a:pt x="965530" y="26271"/>
                </a:lnTo>
                <a:lnTo>
                  <a:pt x="965870" y="26563"/>
                </a:lnTo>
                <a:lnTo>
                  <a:pt x="966200" y="26864"/>
                </a:lnTo>
                <a:lnTo>
                  <a:pt x="966522" y="27171"/>
                </a:lnTo>
                <a:lnTo>
                  <a:pt x="966835" y="27486"/>
                </a:lnTo>
                <a:lnTo>
                  <a:pt x="967139" y="27808"/>
                </a:lnTo>
                <a:lnTo>
                  <a:pt x="967434" y="28138"/>
                </a:lnTo>
                <a:lnTo>
                  <a:pt x="967721" y="28475"/>
                </a:lnTo>
                <a:lnTo>
                  <a:pt x="967998" y="28820"/>
                </a:lnTo>
                <a:lnTo>
                  <a:pt x="968267" y="29172"/>
                </a:lnTo>
                <a:lnTo>
                  <a:pt x="968527" y="29531"/>
                </a:lnTo>
                <a:lnTo>
                  <a:pt x="968778" y="29898"/>
                </a:lnTo>
                <a:lnTo>
                  <a:pt x="969020" y="30272"/>
                </a:lnTo>
                <a:lnTo>
                  <a:pt x="969254" y="30654"/>
                </a:lnTo>
                <a:lnTo>
                  <a:pt x="969479" y="31043"/>
                </a:lnTo>
                <a:lnTo>
                  <a:pt x="969694" y="31439"/>
                </a:lnTo>
                <a:lnTo>
                  <a:pt x="969901" y="31843"/>
                </a:lnTo>
                <a:lnTo>
                  <a:pt x="970100" y="32253"/>
                </a:lnTo>
                <a:lnTo>
                  <a:pt x="970290" y="32669"/>
                </a:lnTo>
                <a:lnTo>
                  <a:pt x="970471" y="33090"/>
                </a:lnTo>
                <a:lnTo>
                  <a:pt x="970644" y="33517"/>
                </a:lnTo>
                <a:lnTo>
                  <a:pt x="970809" y="33949"/>
                </a:lnTo>
                <a:lnTo>
                  <a:pt x="970965" y="34387"/>
                </a:lnTo>
                <a:lnTo>
                  <a:pt x="971113" y="34830"/>
                </a:lnTo>
                <a:lnTo>
                  <a:pt x="971252" y="35279"/>
                </a:lnTo>
                <a:lnTo>
                  <a:pt x="971383" y="35733"/>
                </a:lnTo>
                <a:lnTo>
                  <a:pt x="971505" y="36193"/>
                </a:lnTo>
                <a:lnTo>
                  <a:pt x="971619" y="36658"/>
                </a:lnTo>
                <a:lnTo>
                  <a:pt x="971725" y="37129"/>
                </a:lnTo>
                <a:lnTo>
                  <a:pt x="971822" y="37605"/>
                </a:lnTo>
                <a:lnTo>
                  <a:pt x="971910" y="38086"/>
                </a:lnTo>
                <a:lnTo>
                  <a:pt x="971991" y="38574"/>
                </a:lnTo>
                <a:lnTo>
                  <a:pt x="972062" y="39066"/>
                </a:lnTo>
                <a:lnTo>
                  <a:pt x="972126" y="39565"/>
                </a:lnTo>
                <a:lnTo>
                  <a:pt x="972180" y="40068"/>
                </a:lnTo>
                <a:lnTo>
                  <a:pt x="972227" y="40578"/>
                </a:lnTo>
                <a:lnTo>
                  <a:pt x="972265" y="41092"/>
                </a:lnTo>
                <a:lnTo>
                  <a:pt x="972294" y="41612"/>
                </a:lnTo>
                <a:lnTo>
                  <a:pt x="972316" y="42138"/>
                </a:lnTo>
                <a:lnTo>
                  <a:pt x="972328" y="42669"/>
                </a:lnTo>
                <a:lnTo>
                  <a:pt x="972332" y="43206"/>
                </a:lnTo>
                <a:lnTo>
                  <a:pt x="972327" y="43682"/>
                </a:lnTo>
                <a:lnTo>
                  <a:pt x="972313" y="44155"/>
                </a:lnTo>
                <a:lnTo>
                  <a:pt x="972288" y="44624"/>
                </a:lnTo>
                <a:lnTo>
                  <a:pt x="972254" y="45089"/>
                </a:lnTo>
                <a:lnTo>
                  <a:pt x="972209" y="45551"/>
                </a:lnTo>
                <a:lnTo>
                  <a:pt x="972155" y="46009"/>
                </a:lnTo>
                <a:lnTo>
                  <a:pt x="972091" y="46464"/>
                </a:lnTo>
                <a:lnTo>
                  <a:pt x="972017" y="46915"/>
                </a:lnTo>
                <a:lnTo>
                  <a:pt x="971934" y="47363"/>
                </a:lnTo>
                <a:lnTo>
                  <a:pt x="971840" y="47807"/>
                </a:lnTo>
                <a:lnTo>
                  <a:pt x="971737" y="48247"/>
                </a:lnTo>
                <a:lnTo>
                  <a:pt x="971623" y="48684"/>
                </a:lnTo>
                <a:lnTo>
                  <a:pt x="971500" y="49117"/>
                </a:lnTo>
                <a:lnTo>
                  <a:pt x="971367" y="49547"/>
                </a:lnTo>
                <a:lnTo>
                  <a:pt x="971224" y="49973"/>
                </a:lnTo>
                <a:lnTo>
                  <a:pt x="971072" y="50396"/>
                </a:lnTo>
                <a:lnTo>
                  <a:pt x="970909" y="50815"/>
                </a:lnTo>
                <a:lnTo>
                  <a:pt x="970737" y="51230"/>
                </a:lnTo>
                <a:lnTo>
                  <a:pt x="970555" y="51642"/>
                </a:lnTo>
                <a:lnTo>
                  <a:pt x="970363" y="52051"/>
                </a:lnTo>
                <a:lnTo>
                  <a:pt x="970161" y="52455"/>
                </a:lnTo>
                <a:lnTo>
                  <a:pt x="969949" y="52857"/>
                </a:lnTo>
                <a:lnTo>
                  <a:pt x="969728" y="53254"/>
                </a:lnTo>
                <a:lnTo>
                  <a:pt x="969496" y="53648"/>
                </a:lnTo>
                <a:lnTo>
                  <a:pt x="969255" y="54037"/>
                </a:lnTo>
                <a:lnTo>
                  <a:pt x="969005" y="54419"/>
                </a:lnTo>
                <a:lnTo>
                  <a:pt x="968745" y="54795"/>
                </a:lnTo>
                <a:lnTo>
                  <a:pt x="968475" y="55164"/>
                </a:lnTo>
                <a:lnTo>
                  <a:pt x="968196" y="55526"/>
                </a:lnTo>
                <a:lnTo>
                  <a:pt x="967908" y="55882"/>
                </a:lnTo>
                <a:lnTo>
                  <a:pt x="967610" y="56231"/>
                </a:lnTo>
                <a:lnTo>
                  <a:pt x="967303" y="56573"/>
                </a:lnTo>
                <a:lnTo>
                  <a:pt x="966986" y="56909"/>
                </a:lnTo>
                <a:lnTo>
                  <a:pt x="966659" y="57238"/>
                </a:lnTo>
                <a:lnTo>
                  <a:pt x="966324" y="57560"/>
                </a:lnTo>
                <a:lnTo>
                  <a:pt x="965979" y="57876"/>
                </a:lnTo>
                <a:lnTo>
                  <a:pt x="965624" y="58186"/>
                </a:lnTo>
                <a:lnTo>
                  <a:pt x="965260" y="58488"/>
                </a:lnTo>
                <a:lnTo>
                  <a:pt x="964886" y="58784"/>
                </a:lnTo>
                <a:lnTo>
                  <a:pt x="964503" y="59073"/>
                </a:lnTo>
                <a:lnTo>
                  <a:pt x="964111" y="59356"/>
                </a:lnTo>
                <a:lnTo>
                  <a:pt x="963709" y="59632"/>
                </a:lnTo>
                <a:lnTo>
                  <a:pt x="963297" y="59901"/>
                </a:lnTo>
                <a:lnTo>
                  <a:pt x="962876" y="60164"/>
                </a:lnTo>
                <a:lnTo>
                  <a:pt x="962446" y="60420"/>
                </a:lnTo>
                <a:lnTo>
                  <a:pt x="962006" y="60670"/>
                </a:lnTo>
                <a:lnTo>
                  <a:pt x="961557" y="60913"/>
                </a:lnTo>
                <a:lnTo>
                  <a:pt x="961098" y="61149"/>
                </a:lnTo>
                <a:lnTo>
                  <a:pt x="960630" y="61377"/>
                </a:lnTo>
                <a:lnTo>
                  <a:pt x="960152" y="61595"/>
                </a:lnTo>
                <a:lnTo>
                  <a:pt x="959666" y="61804"/>
                </a:lnTo>
                <a:lnTo>
                  <a:pt x="959169" y="62003"/>
                </a:lnTo>
                <a:lnTo>
                  <a:pt x="958664" y="62192"/>
                </a:lnTo>
                <a:lnTo>
                  <a:pt x="958149" y="62371"/>
                </a:lnTo>
                <a:lnTo>
                  <a:pt x="957625" y="62541"/>
                </a:lnTo>
                <a:lnTo>
                  <a:pt x="957091" y="62701"/>
                </a:lnTo>
                <a:lnTo>
                  <a:pt x="956549" y="62852"/>
                </a:lnTo>
                <a:lnTo>
                  <a:pt x="955996" y="62993"/>
                </a:lnTo>
                <a:lnTo>
                  <a:pt x="955435" y="63124"/>
                </a:lnTo>
                <a:lnTo>
                  <a:pt x="954864" y="63245"/>
                </a:lnTo>
                <a:lnTo>
                  <a:pt x="954284" y="63356"/>
                </a:lnTo>
                <a:lnTo>
                  <a:pt x="953694" y="63458"/>
                </a:lnTo>
                <a:lnTo>
                  <a:pt x="953095" y="63551"/>
                </a:lnTo>
                <a:lnTo>
                  <a:pt x="952487" y="63633"/>
                </a:lnTo>
                <a:lnTo>
                  <a:pt x="951870" y="63706"/>
                </a:lnTo>
                <a:lnTo>
                  <a:pt x="951243" y="63769"/>
                </a:lnTo>
                <a:lnTo>
                  <a:pt x="950607" y="63822"/>
                </a:lnTo>
                <a:lnTo>
                  <a:pt x="949961" y="63866"/>
                </a:lnTo>
                <a:lnTo>
                  <a:pt x="949306" y="63900"/>
                </a:lnTo>
                <a:lnTo>
                  <a:pt x="948642" y="63924"/>
                </a:lnTo>
                <a:lnTo>
                  <a:pt x="947968" y="63939"/>
                </a:lnTo>
                <a:lnTo>
                  <a:pt x="947285" y="63944"/>
                </a:lnTo>
                <a:lnTo>
                  <a:pt x="938298" y="63944"/>
                </a:lnTo>
                <a:lnTo>
                  <a:pt x="938298" y="65712"/>
                </a:lnTo>
                <a:lnTo>
                  <a:pt x="938298" y="69911"/>
                </a:lnTo>
                <a:lnTo>
                  <a:pt x="938298" y="71605"/>
                </a:lnTo>
                <a:lnTo>
                  <a:pt x="947285" y="71605"/>
                </a:lnTo>
                <a:lnTo>
                  <a:pt x="947951" y="71609"/>
                </a:lnTo>
                <a:lnTo>
                  <a:pt x="948610" y="71621"/>
                </a:lnTo>
                <a:lnTo>
                  <a:pt x="949262" y="71641"/>
                </a:lnTo>
                <a:lnTo>
                  <a:pt x="949908" y="71669"/>
                </a:lnTo>
                <a:lnTo>
                  <a:pt x="950546" y="71704"/>
                </a:lnTo>
                <a:lnTo>
                  <a:pt x="951178" y="71748"/>
                </a:lnTo>
                <a:lnTo>
                  <a:pt x="951803" y="71800"/>
                </a:lnTo>
                <a:lnTo>
                  <a:pt x="952422" y="71859"/>
                </a:lnTo>
                <a:lnTo>
                  <a:pt x="953033" y="71927"/>
                </a:lnTo>
                <a:lnTo>
                  <a:pt x="953638" y="72002"/>
                </a:lnTo>
                <a:lnTo>
                  <a:pt x="954236" y="72086"/>
                </a:lnTo>
                <a:lnTo>
                  <a:pt x="954827" y="72177"/>
                </a:lnTo>
                <a:lnTo>
                  <a:pt x="955412" y="72276"/>
                </a:lnTo>
                <a:lnTo>
                  <a:pt x="955989" y="72384"/>
                </a:lnTo>
                <a:lnTo>
                  <a:pt x="956560" y="72499"/>
                </a:lnTo>
                <a:lnTo>
                  <a:pt x="957124" y="72622"/>
                </a:lnTo>
                <a:lnTo>
                  <a:pt x="957681" y="72753"/>
                </a:lnTo>
                <a:lnTo>
                  <a:pt x="958232" y="72892"/>
                </a:lnTo>
                <a:lnTo>
                  <a:pt x="958776" y="73039"/>
                </a:lnTo>
                <a:lnTo>
                  <a:pt x="959313" y="73194"/>
                </a:lnTo>
                <a:lnTo>
                  <a:pt x="959843" y="73357"/>
                </a:lnTo>
                <a:lnTo>
                  <a:pt x="960366" y="73528"/>
                </a:lnTo>
                <a:lnTo>
                  <a:pt x="960883" y="73707"/>
                </a:lnTo>
                <a:lnTo>
                  <a:pt x="961393" y="73893"/>
                </a:lnTo>
                <a:lnTo>
                  <a:pt x="961895" y="74088"/>
                </a:lnTo>
                <a:lnTo>
                  <a:pt x="962387" y="74292"/>
                </a:lnTo>
                <a:lnTo>
                  <a:pt x="962871" y="74505"/>
                </a:lnTo>
                <a:lnTo>
                  <a:pt x="963345" y="74727"/>
                </a:lnTo>
                <a:lnTo>
                  <a:pt x="963810" y="74958"/>
                </a:lnTo>
                <a:lnTo>
                  <a:pt x="964266" y="75198"/>
                </a:lnTo>
                <a:lnTo>
                  <a:pt x="964712" y="75447"/>
                </a:lnTo>
                <a:lnTo>
                  <a:pt x="965150" y="75705"/>
                </a:lnTo>
                <a:lnTo>
                  <a:pt x="965578" y="75971"/>
                </a:lnTo>
                <a:lnTo>
                  <a:pt x="965997" y="76247"/>
                </a:lnTo>
                <a:lnTo>
                  <a:pt x="966407" y="76532"/>
                </a:lnTo>
                <a:lnTo>
                  <a:pt x="966807" y="76826"/>
                </a:lnTo>
                <a:lnTo>
                  <a:pt x="967199" y="77128"/>
                </a:lnTo>
                <a:lnTo>
                  <a:pt x="967581" y="77440"/>
                </a:lnTo>
                <a:lnTo>
                  <a:pt x="967954" y="77761"/>
                </a:lnTo>
                <a:lnTo>
                  <a:pt x="968318" y="78090"/>
                </a:lnTo>
                <a:lnTo>
                  <a:pt x="968672" y="78429"/>
                </a:lnTo>
                <a:lnTo>
                  <a:pt x="969017" y="78776"/>
                </a:lnTo>
                <a:lnTo>
                  <a:pt x="969353" y="79133"/>
                </a:lnTo>
                <a:lnTo>
                  <a:pt x="969680" y="79499"/>
                </a:lnTo>
                <a:lnTo>
                  <a:pt x="969998" y="79873"/>
                </a:lnTo>
                <a:lnTo>
                  <a:pt x="970307" y="80257"/>
                </a:lnTo>
                <a:lnTo>
                  <a:pt x="970606" y="80649"/>
                </a:lnTo>
                <a:lnTo>
                  <a:pt x="970896" y="81051"/>
                </a:lnTo>
                <a:lnTo>
                  <a:pt x="971175" y="81461"/>
                </a:lnTo>
                <a:lnTo>
                  <a:pt x="971443" y="81882"/>
                </a:lnTo>
                <a:lnTo>
                  <a:pt x="971699" y="82313"/>
                </a:lnTo>
                <a:lnTo>
                  <a:pt x="971943" y="82754"/>
                </a:lnTo>
                <a:lnTo>
                  <a:pt x="972175" y="83204"/>
                </a:lnTo>
                <a:lnTo>
                  <a:pt x="972395" y="83665"/>
                </a:lnTo>
                <a:lnTo>
                  <a:pt x="972603" y="84136"/>
                </a:lnTo>
                <a:lnTo>
                  <a:pt x="972799" y="84617"/>
                </a:lnTo>
                <a:lnTo>
                  <a:pt x="972983" y="85107"/>
                </a:lnTo>
                <a:lnTo>
                  <a:pt x="973156" y="85608"/>
                </a:lnTo>
                <a:lnTo>
                  <a:pt x="973316" y="86119"/>
                </a:lnTo>
                <a:lnTo>
                  <a:pt x="973465" y="86640"/>
                </a:lnTo>
                <a:lnTo>
                  <a:pt x="973602" y="87170"/>
                </a:lnTo>
                <a:lnTo>
                  <a:pt x="973727" y="87711"/>
                </a:lnTo>
                <a:lnTo>
                  <a:pt x="973840" y="88262"/>
                </a:lnTo>
                <a:lnTo>
                  <a:pt x="973941" y="88822"/>
                </a:lnTo>
                <a:lnTo>
                  <a:pt x="974030" y="89393"/>
                </a:lnTo>
                <a:lnTo>
                  <a:pt x="974107" y="89974"/>
                </a:lnTo>
                <a:lnTo>
                  <a:pt x="974173" y="90565"/>
                </a:lnTo>
                <a:lnTo>
                  <a:pt x="974226" y="91165"/>
                </a:lnTo>
                <a:lnTo>
                  <a:pt x="974268" y="91776"/>
                </a:lnTo>
                <a:lnTo>
                  <a:pt x="974298" y="92397"/>
                </a:lnTo>
                <a:lnTo>
                  <a:pt x="974315" y="93028"/>
                </a:lnTo>
                <a:lnTo>
                  <a:pt x="974321" y="93668"/>
                </a:lnTo>
                <a:lnTo>
                  <a:pt x="974316" y="94273"/>
                </a:lnTo>
                <a:lnTo>
                  <a:pt x="974301" y="94871"/>
                </a:lnTo>
                <a:lnTo>
                  <a:pt x="974277" y="95460"/>
                </a:lnTo>
                <a:lnTo>
                  <a:pt x="974242" y="96042"/>
                </a:lnTo>
                <a:lnTo>
                  <a:pt x="974197" y="96616"/>
                </a:lnTo>
                <a:lnTo>
                  <a:pt x="974142" y="97182"/>
                </a:lnTo>
                <a:lnTo>
                  <a:pt x="974077" y="97741"/>
                </a:lnTo>
                <a:lnTo>
                  <a:pt x="974002" y="98292"/>
                </a:lnTo>
                <a:lnTo>
                  <a:pt x="973917" y="98836"/>
                </a:lnTo>
                <a:lnTo>
                  <a:pt x="973823" y="99372"/>
                </a:lnTo>
                <a:lnTo>
                  <a:pt x="973718" y="99900"/>
                </a:lnTo>
                <a:lnTo>
                  <a:pt x="973603" y="100420"/>
                </a:lnTo>
                <a:lnTo>
                  <a:pt x="973478" y="100933"/>
                </a:lnTo>
                <a:lnTo>
                  <a:pt x="973344" y="101438"/>
                </a:lnTo>
                <a:lnTo>
                  <a:pt x="973199" y="101935"/>
                </a:lnTo>
                <a:lnTo>
                  <a:pt x="973045" y="102425"/>
                </a:lnTo>
                <a:lnTo>
                  <a:pt x="972880" y="102907"/>
                </a:lnTo>
                <a:lnTo>
                  <a:pt x="972705" y="103381"/>
                </a:lnTo>
                <a:lnTo>
                  <a:pt x="972521" y="103848"/>
                </a:lnTo>
                <a:lnTo>
                  <a:pt x="972326" y="104306"/>
                </a:lnTo>
                <a:lnTo>
                  <a:pt x="972122" y="104758"/>
                </a:lnTo>
                <a:lnTo>
                  <a:pt x="971907" y="105201"/>
                </a:lnTo>
                <a:lnTo>
                  <a:pt x="971683" y="105637"/>
                </a:lnTo>
                <a:lnTo>
                  <a:pt x="971448" y="106065"/>
                </a:lnTo>
                <a:lnTo>
                  <a:pt x="971205" y="106485"/>
                </a:lnTo>
                <a:lnTo>
                  <a:pt x="970952" y="106897"/>
                </a:lnTo>
                <a:lnTo>
                  <a:pt x="970690" y="107300"/>
                </a:lnTo>
                <a:lnTo>
                  <a:pt x="970420" y="107694"/>
                </a:lnTo>
                <a:lnTo>
                  <a:pt x="970141" y="108081"/>
                </a:lnTo>
                <a:lnTo>
                  <a:pt x="969853" y="108458"/>
                </a:lnTo>
                <a:lnTo>
                  <a:pt x="969556" y="108827"/>
                </a:lnTo>
                <a:lnTo>
                  <a:pt x="969251" y="109188"/>
                </a:lnTo>
                <a:lnTo>
                  <a:pt x="968936" y="109541"/>
                </a:lnTo>
                <a:lnTo>
                  <a:pt x="968613" y="109885"/>
                </a:lnTo>
                <a:lnTo>
                  <a:pt x="968281" y="110220"/>
                </a:lnTo>
                <a:lnTo>
                  <a:pt x="967940" y="110547"/>
                </a:lnTo>
                <a:lnTo>
                  <a:pt x="967590" y="110866"/>
                </a:lnTo>
                <a:lnTo>
                  <a:pt x="967232" y="111176"/>
                </a:lnTo>
                <a:lnTo>
                  <a:pt x="966864" y="111477"/>
                </a:lnTo>
                <a:lnTo>
                  <a:pt x="966488" y="111770"/>
                </a:lnTo>
                <a:lnTo>
                  <a:pt x="966103" y="112055"/>
                </a:lnTo>
                <a:lnTo>
                  <a:pt x="965709" y="112332"/>
                </a:lnTo>
                <a:lnTo>
                  <a:pt x="965307" y="112599"/>
                </a:lnTo>
                <a:lnTo>
                  <a:pt x="964895" y="112859"/>
                </a:lnTo>
                <a:lnTo>
                  <a:pt x="964475" y="113110"/>
                </a:lnTo>
                <a:lnTo>
                  <a:pt x="964046" y="113352"/>
                </a:lnTo>
                <a:lnTo>
                  <a:pt x="963608" y="113586"/>
                </a:lnTo>
                <a:lnTo>
                  <a:pt x="963161" y="113812"/>
                </a:lnTo>
                <a:lnTo>
                  <a:pt x="962706" y="114029"/>
                </a:lnTo>
                <a:lnTo>
                  <a:pt x="962243" y="114236"/>
                </a:lnTo>
                <a:lnTo>
                  <a:pt x="961773" y="114435"/>
                </a:lnTo>
                <a:lnTo>
                  <a:pt x="961296" y="114624"/>
                </a:lnTo>
                <a:lnTo>
                  <a:pt x="960810" y="114804"/>
                </a:lnTo>
                <a:lnTo>
                  <a:pt x="960318" y="114974"/>
                </a:lnTo>
                <a:lnTo>
                  <a:pt x="959817" y="115136"/>
                </a:lnTo>
                <a:lnTo>
                  <a:pt x="959310" y="115288"/>
                </a:lnTo>
                <a:lnTo>
                  <a:pt x="958794" y="115431"/>
                </a:lnTo>
                <a:lnTo>
                  <a:pt x="958271" y="115565"/>
                </a:lnTo>
                <a:lnTo>
                  <a:pt x="957741" y="115689"/>
                </a:lnTo>
                <a:lnTo>
                  <a:pt x="957203" y="115804"/>
                </a:lnTo>
                <a:lnTo>
                  <a:pt x="956657" y="115910"/>
                </a:lnTo>
                <a:lnTo>
                  <a:pt x="956104" y="116007"/>
                </a:lnTo>
                <a:lnTo>
                  <a:pt x="955544" y="116095"/>
                </a:lnTo>
                <a:lnTo>
                  <a:pt x="954975" y="116173"/>
                </a:lnTo>
                <a:lnTo>
                  <a:pt x="954400" y="116243"/>
                </a:lnTo>
                <a:lnTo>
                  <a:pt x="953816" y="116303"/>
                </a:lnTo>
                <a:lnTo>
                  <a:pt x="953226" y="116353"/>
                </a:lnTo>
                <a:lnTo>
                  <a:pt x="952627" y="116395"/>
                </a:lnTo>
                <a:lnTo>
                  <a:pt x="952021" y="116427"/>
                </a:lnTo>
                <a:lnTo>
                  <a:pt x="951408" y="116450"/>
                </a:lnTo>
                <a:lnTo>
                  <a:pt x="950787" y="116464"/>
                </a:lnTo>
                <a:lnTo>
                  <a:pt x="950158" y="116469"/>
                </a:lnTo>
                <a:lnTo>
                  <a:pt x="949541" y="116463"/>
                </a:lnTo>
                <a:lnTo>
                  <a:pt x="948930" y="116448"/>
                </a:lnTo>
                <a:lnTo>
                  <a:pt x="948324" y="116422"/>
                </a:lnTo>
                <a:lnTo>
                  <a:pt x="947724" y="116386"/>
                </a:lnTo>
                <a:lnTo>
                  <a:pt x="947130" y="116340"/>
                </a:lnTo>
                <a:lnTo>
                  <a:pt x="946542" y="116284"/>
                </a:lnTo>
                <a:lnTo>
                  <a:pt x="945959" y="116217"/>
                </a:lnTo>
                <a:lnTo>
                  <a:pt x="945382" y="116140"/>
                </a:lnTo>
                <a:lnTo>
                  <a:pt x="944811" y="116053"/>
                </a:lnTo>
                <a:lnTo>
                  <a:pt x="944246" y="115955"/>
                </a:lnTo>
                <a:lnTo>
                  <a:pt x="943686" y="115848"/>
                </a:lnTo>
                <a:lnTo>
                  <a:pt x="943132" y="115730"/>
                </a:lnTo>
                <a:lnTo>
                  <a:pt x="942584" y="115601"/>
                </a:lnTo>
                <a:lnTo>
                  <a:pt x="942042" y="115463"/>
                </a:lnTo>
                <a:lnTo>
                  <a:pt x="941505" y="115314"/>
                </a:lnTo>
                <a:lnTo>
                  <a:pt x="940975" y="115155"/>
                </a:lnTo>
                <a:lnTo>
                  <a:pt x="940449" y="114985"/>
                </a:lnTo>
                <a:lnTo>
                  <a:pt x="939930" y="114806"/>
                </a:lnTo>
                <a:lnTo>
                  <a:pt x="939417" y="114616"/>
                </a:lnTo>
                <a:lnTo>
                  <a:pt x="938909" y="114416"/>
                </a:lnTo>
                <a:lnTo>
                  <a:pt x="938407" y="114205"/>
                </a:lnTo>
                <a:lnTo>
                  <a:pt x="937910" y="113985"/>
                </a:lnTo>
                <a:lnTo>
                  <a:pt x="937420" y="113754"/>
                </a:lnTo>
                <a:lnTo>
                  <a:pt x="936935" y="113513"/>
                </a:lnTo>
                <a:lnTo>
                  <a:pt x="936458" y="113262"/>
                </a:lnTo>
                <a:lnTo>
                  <a:pt x="935989" y="113005"/>
                </a:lnTo>
                <a:lnTo>
                  <a:pt x="935529" y="112739"/>
                </a:lnTo>
                <a:lnTo>
                  <a:pt x="935078" y="112466"/>
                </a:lnTo>
                <a:lnTo>
                  <a:pt x="934636" y="112185"/>
                </a:lnTo>
                <a:lnTo>
                  <a:pt x="934202" y="111896"/>
                </a:lnTo>
                <a:lnTo>
                  <a:pt x="933778" y="111600"/>
                </a:lnTo>
                <a:lnTo>
                  <a:pt x="933362" y="111296"/>
                </a:lnTo>
                <a:lnTo>
                  <a:pt x="932955" y="110984"/>
                </a:lnTo>
                <a:lnTo>
                  <a:pt x="932557" y="110665"/>
                </a:lnTo>
                <a:lnTo>
                  <a:pt x="932168" y="110337"/>
                </a:lnTo>
                <a:lnTo>
                  <a:pt x="931788" y="110003"/>
                </a:lnTo>
                <a:lnTo>
                  <a:pt x="931416" y="109660"/>
                </a:lnTo>
                <a:lnTo>
                  <a:pt x="931053" y="109310"/>
                </a:lnTo>
                <a:lnTo>
                  <a:pt x="930699" y="108952"/>
                </a:lnTo>
                <a:lnTo>
                  <a:pt x="930354" y="108586"/>
                </a:lnTo>
                <a:lnTo>
                  <a:pt x="930018" y="108213"/>
                </a:lnTo>
                <a:lnTo>
                  <a:pt x="929690" y="107832"/>
                </a:lnTo>
                <a:lnTo>
                  <a:pt x="929372" y="107443"/>
                </a:lnTo>
                <a:lnTo>
                  <a:pt x="929062" y="107047"/>
                </a:lnTo>
                <a:lnTo>
                  <a:pt x="928761" y="106642"/>
                </a:lnTo>
                <a:lnTo>
                  <a:pt x="928469" y="106231"/>
                </a:lnTo>
                <a:lnTo>
                  <a:pt x="928185" y="105811"/>
                </a:lnTo>
                <a:lnTo>
                  <a:pt x="927911" y="105384"/>
                </a:lnTo>
                <a:lnTo>
                  <a:pt x="927646" y="104950"/>
                </a:lnTo>
                <a:lnTo>
                  <a:pt x="927393" y="104510"/>
                </a:lnTo>
                <a:lnTo>
                  <a:pt x="927151" y="104065"/>
                </a:lnTo>
                <a:lnTo>
                  <a:pt x="926920" y="103614"/>
                </a:lnTo>
                <a:lnTo>
                  <a:pt x="926701" y="103157"/>
                </a:lnTo>
                <a:lnTo>
                  <a:pt x="926493" y="102695"/>
                </a:lnTo>
                <a:lnTo>
                  <a:pt x="926296" y="102227"/>
                </a:lnTo>
                <a:lnTo>
                  <a:pt x="926110" y="101753"/>
                </a:lnTo>
                <a:lnTo>
                  <a:pt x="925936" y="101274"/>
                </a:lnTo>
                <a:lnTo>
                  <a:pt x="925772" y="100789"/>
                </a:lnTo>
                <a:lnTo>
                  <a:pt x="925620" y="100299"/>
                </a:lnTo>
                <a:lnTo>
                  <a:pt x="925480" y="99803"/>
                </a:lnTo>
                <a:lnTo>
                  <a:pt x="925350" y="99301"/>
                </a:lnTo>
                <a:lnTo>
                  <a:pt x="925232" y="98794"/>
                </a:lnTo>
                <a:lnTo>
                  <a:pt x="925125" y="98281"/>
                </a:lnTo>
                <a:lnTo>
                  <a:pt x="925030" y="97762"/>
                </a:lnTo>
                <a:lnTo>
                  <a:pt x="924945" y="97238"/>
                </a:lnTo>
                <a:lnTo>
                  <a:pt x="924872" y="96708"/>
                </a:lnTo>
                <a:lnTo>
                  <a:pt x="924810" y="96173"/>
                </a:lnTo>
                <a:lnTo>
                  <a:pt x="924759" y="95632"/>
                </a:lnTo>
                <a:lnTo>
                  <a:pt x="924720" y="95085"/>
                </a:lnTo>
                <a:lnTo>
                  <a:pt x="924692" y="94532"/>
                </a:lnTo>
                <a:lnTo>
                  <a:pt x="924675" y="93974"/>
                </a:lnTo>
                <a:lnTo>
                  <a:pt x="924669" y="93411"/>
                </a:lnTo>
                <a:lnTo>
                  <a:pt x="915829" y="93411"/>
                </a:lnTo>
                <a:lnTo>
                  <a:pt x="915834" y="94041"/>
                </a:lnTo>
                <a:lnTo>
                  <a:pt x="915849" y="94665"/>
                </a:lnTo>
                <a:lnTo>
                  <a:pt x="915874" y="95283"/>
                </a:lnTo>
                <a:lnTo>
                  <a:pt x="915909" y="95895"/>
                </a:lnTo>
                <a:lnTo>
                  <a:pt x="915954" y="96500"/>
                </a:lnTo>
                <a:lnTo>
                  <a:pt x="916009" y="97098"/>
                </a:lnTo>
                <a:lnTo>
                  <a:pt x="916074" y="97690"/>
                </a:lnTo>
                <a:lnTo>
                  <a:pt x="916149" y="98276"/>
                </a:lnTo>
                <a:lnTo>
                  <a:pt x="916233" y="98856"/>
                </a:lnTo>
                <a:lnTo>
                  <a:pt x="916328" y="99429"/>
                </a:lnTo>
                <a:lnTo>
                  <a:pt x="916433" y="99995"/>
                </a:lnTo>
                <a:lnTo>
                  <a:pt x="916548" y="100555"/>
                </a:lnTo>
                <a:lnTo>
                  <a:pt x="916672" y="101109"/>
                </a:lnTo>
                <a:lnTo>
                  <a:pt x="916807" y="101656"/>
                </a:lnTo>
                <a:lnTo>
                  <a:pt x="916952" y="102197"/>
                </a:lnTo>
                <a:lnTo>
                  <a:pt x="917106" y="102732"/>
                </a:lnTo>
                <a:lnTo>
                  <a:pt x="917271" y="103260"/>
                </a:lnTo>
                <a:lnTo>
                  <a:pt x="917445" y="103781"/>
                </a:lnTo>
                <a:lnTo>
                  <a:pt x="917630" y="104297"/>
                </a:lnTo>
                <a:lnTo>
                  <a:pt x="917824" y="104805"/>
                </a:lnTo>
                <a:lnTo>
                  <a:pt x="918029" y="105308"/>
                </a:lnTo>
                <a:lnTo>
                  <a:pt x="918243" y="105804"/>
                </a:lnTo>
                <a:lnTo>
                  <a:pt x="918468" y="106293"/>
                </a:lnTo>
                <a:lnTo>
                  <a:pt x="918702" y="106777"/>
                </a:lnTo>
                <a:lnTo>
                  <a:pt x="918945" y="107253"/>
                </a:lnTo>
                <a:lnTo>
                  <a:pt x="919195" y="107723"/>
                </a:lnTo>
                <a:lnTo>
                  <a:pt x="919452" y="108187"/>
                </a:lnTo>
                <a:lnTo>
                  <a:pt x="919716" y="108643"/>
                </a:lnTo>
                <a:lnTo>
                  <a:pt x="919987" y="109093"/>
                </a:lnTo>
                <a:lnTo>
                  <a:pt x="920265" y="109537"/>
                </a:lnTo>
                <a:lnTo>
                  <a:pt x="920551" y="109973"/>
                </a:lnTo>
                <a:lnTo>
                  <a:pt x="920843" y="110403"/>
                </a:lnTo>
                <a:lnTo>
                  <a:pt x="921142" y="110827"/>
                </a:lnTo>
                <a:lnTo>
                  <a:pt x="921448" y="111243"/>
                </a:lnTo>
                <a:lnTo>
                  <a:pt x="921762" y="111653"/>
                </a:lnTo>
                <a:lnTo>
                  <a:pt x="922082" y="112057"/>
                </a:lnTo>
                <a:lnTo>
                  <a:pt x="922409" y="112453"/>
                </a:lnTo>
                <a:lnTo>
                  <a:pt x="922744" y="112843"/>
                </a:lnTo>
                <a:lnTo>
                  <a:pt x="923085" y="113227"/>
                </a:lnTo>
                <a:lnTo>
                  <a:pt x="923433" y="113603"/>
                </a:lnTo>
                <a:lnTo>
                  <a:pt x="923789" y="113973"/>
                </a:lnTo>
                <a:lnTo>
                  <a:pt x="924151" y="114337"/>
                </a:lnTo>
                <a:lnTo>
                  <a:pt x="924521" y="114693"/>
                </a:lnTo>
                <a:lnTo>
                  <a:pt x="924898" y="115043"/>
                </a:lnTo>
                <a:lnTo>
                  <a:pt x="925281" y="115387"/>
                </a:lnTo>
                <a:lnTo>
                  <a:pt x="925672" y="115723"/>
                </a:lnTo>
                <a:lnTo>
                  <a:pt x="926070" y="116053"/>
                </a:lnTo>
                <a:lnTo>
                  <a:pt x="926474" y="116376"/>
                </a:lnTo>
                <a:lnTo>
                  <a:pt x="926885" y="116693"/>
                </a:lnTo>
                <a:lnTo>
                  <a:pt x="927299" y="117003"/>
                </a:lnTo>
                <a:lnTo>
                  <a:pt x="927719" y="117306"/>
                </a:lnTo>
                <a:lnTo>
                  <a:pt x="928142" y="117603"/>
                </a:lnTo>
                <a:lnTo>
                  <a:pt x="928570" y="117893"/>
                </a:lnTo>
                <a:lnTo>
                  <a:pt x="929002" y="118176"/>
                </a:lnTo>
                <a:lnTo>
                  <a:pt x="929438" y="118453"/>
                </a:lnTo>
                <a:lnTo>
                  <a:pt x="929879" y="118723"/>
                </a:lnTo>
                <a:lnTo>
                  <a:pt x="930325" y="118986"/>
                </a:lnTo>
                <a:lnTo>
                  <a:pt x="930774" y="119243"/>
                </a:lnTo>
                <a:lnTo>
                  <a:pt x="931228" y="119493"/>
                </a:lnTo>
                <a:lnTo>
                  <a:pt x="931686" y="119736"/>
                </a:lnTo>
                <a:lnTo>
                  <a:pt x="932149" y="119973"/>
                </a:lnTo>
                <a:lnTo>
                  <a:pt x="932616" y="120203"/>
                </a:lnTo>
                <a:lnTo>
                  <a:pt x="933087" y="120426"/>
                </a:lnTo>
                <a:lnTo>
                  <a:pt x="933563" y="120643"/>
                </a:lnTo>
                <a:lnTo>
                  <a:pt x="934043" y="120853"/>
                </a:lnTo>
                <a:lnTo>
                  <a:pt x="934527" y="121056"/>
                </a:lnTo>
                <a:lnTo>
                  <a:pt x="935016" y="121253"/>
                </a:lnTo>
                <a:lnTo>
                  <a:pt x="935509" y="121443"/>
                </a:lnTo>
                <a:lnTo>
                  <a:pt x="936006" y="121626"/>
                </a:lnTo>
                <a:lnTo>
                  <a:pt x="936508" y="121803"/>
                </a:lnTo>
                <a:lnTo>
                  <a:pt x="937014" y="121973"/>
                </a:lnTo>
                <a:lnTo>
                  <a:pt x="937524" y="122136"/>
                </a:lnTo>
                <a:lnTo>
                  <a:pt x="938038" y="122293"/>
                </a:lnTo>
                <a:lnTo>
                  <a:pt x="938552" y="122443"/>
                </a:lnTo>
                <a:lnTo>
                  <a:pt x="939067" y="122586"/>
                </a:lnTo>
                <a:lnTo>
                  <a:pt x="939584" y="122723"/>
                </a:lnTo>
                <a:lnTo>
                  <a:pt x="940102" y="122853"/>
                </a:lnTo>
                <a:lnTo>
                  <a:pt x="940621" y="122976"/>
                </a:lnTo>
                <a:lnTo>
                  <a:pt x="941141" y="123093"/>
                </a:lnTo>
                <a:lnTo>
                  <a:pt x="941662" y="123203"/>
                </a:lnTo>
                <a:lnTo>
                  <a:pt x="942184" y="123306"/>
                </a:lnTo>
                <a:lnTo>
                  <a:pt x="942708" y="123403"/>
                </a:lnTo>
                <a:lnTo>
                  <a:pt x="943233" y="123493"/>
                </a:lnTo>
                <a:lnTo>
                  <a:pt x="943759" y="123576"/>
                </a:lnTo>
                <a:lnTo>
                  <a:pt x="944286" y="123653"/>
                </a:lnTo>
                <a:lnTo>
                  <a:pt x="944814" y="123723"/>
                </a:lnTo>
                <a:lnTo>
                  <a:pt x="945343" y="123786"/>
                </a:lnTo>
                <a:lnTo>
                  <a:pt x="945873" y="123843"/>
                </a:lnTo>
                <a:lnTo>
                  <a:pt x="946405" y="123893"/>
                </a:lnTo>
                <a:lnTo>
                  <a:pt x="946938" y="123936"/>
                </a:lnTo>
                <a:lnTo>
                  <a:pt x="947472" y="123973"/>
                </a:lnTo>
                <a:lnTo>
                  <a:pt x="948007" y="124003"/>
                </a:lnTo>
                <a:lnTo>
                  <a:pt x="948543" y="124026"/>
                </a:lnTo>
                <a:lnTo>
                  <a:pt x="949080" y="124043"/>
                </a:lnTo>
                <a:lnTo>
                  <a:pt x="949619" y="124053"/>
                </a:lnTo>
                <a:lnTo>
                  <a:pt x="950158" y="124056"/>
                </a:lnTo>
                <a:lnTo>
                  <a:pt x="950752" y="124053"/>
                </a:lnTo>
                <a:lnTo>
                  <a:pt x="951341" y="124042"/>
                </a:lnTo>
                <a:lnTo>
                  <a:pt x="951927" y="124025"/>
                </a:lnTo>
                <a:lnTo>
                  <a:pt x="952509" y="124000"/>
                </a:lnTo>
                <a:lnTo>
                  <a:pt x="953086" y="123968"/>
                </a:lnTo>
                <a:lnTo>
                  <a:pt x="953660" y="123930"/>
                </a:lnTo>
                <a:lnTo>
                  <a:pt x="954230" y="123884"/>
                </a:lnTo>
                <a:lnTo>
                  <a:pt x="954795" y="123831"/>
                </a:lnTo>
                <a:lnTo>
                  <a:pt x="955357" y="123771"/>
                </a:lnTo>
                <a:lnTo>
                  <a:pt x="955915" y="123704"/>
                </a:lnTo>
                <a:lnTo>
                  <a:pt x="956469" y="123630"/>
                </a:lnTo>
                <a:lnTo>
                  <a:pt x="957019" y="123549"/>
                </a:lnTo>
                <a:lnTo>
                  <a:pt x="957565" y="123461"/>
                </a:lnTo>
                <a:lnTo>
                  <a:pt x="958107" y="123366"/>
                </a:lnTo>
                <a:lnTo>
                  <a:pt x="958645" y="123264"/>
                </a:lnTo>
                <a:lnTo>
                  <a:pt x="959179" y="123155"/>
                </a:lnTo>
                <a:lnTo>
                  <a:pt x="959709" y="123039"/>
                </a:lnTo>
                <a:lnTo>
                  <a:pt x="960235" y="122916"/>
                </a:lnTo>
                <a:lnTo>
                  <a:pt x="960757" y="122785"/>
                </a:lnTo>
                <a:lnTo>
                  <a:pt x="961275" y="122648"/>
                </a:lnTo>
                <a:lnTo>
                  <a:pt x="961789" y="122504"/>
                </a:lnTo>
                <a:lnTo>
                  <a:pt x="962300" y="122352"/>
                </a:lnTo>
                <a:lnTo>
                  <a:pt x="962806" y="122194"/>
                </a:lnTo>
                <a:lnTo>
                  <a:pt x="963308" y="122028"/>
                </a:lnTo>
                <a:lnTo>
                  <a:pt x="963806" y="121856"/>
                </a:lnTo>
                <a:lnTo>
                  <a:pt x="964298" y="121677"/>
                </a:lnTo>
                <a:lnTo>
                  <a:pt x="964785" y="121491"/>
                </a:lnTo>
                <a:lnTo>
                  <a:pt x="965266" y="121299"/>
                </a:lnTo>
                <a:lnTo>
                  <a:pt x="965743" y="121100"/>
                </a:lnTo>
                <a:lnTo>
                  <a:pt x="966213" y="120894"/>
                </a:lnTo>
                <a:lnTo>
                  <a:pt x="966679" y="120682"/>
                </a:lnTo>
                <a:lnTo>
                  <a:pt x="967139" y="120463"/>
                </a:lnTo>
                <a:lnTo>
                  <a:pt x="967593" y="120237"/>
                </a:lnTo>
                <a:lnTo>
                  <a:pt x="968043" y="120005"/>
                </a:lnTo>
                <a:lnTo>
                  <a:pt x="968487" y="119766"/>
                </a:lnTo>
                <a:lnTo>
                  <a:pt x="968925" y="119521"/>
                </a:lnTo>
                <a:lnTo>
                  <a:pt x="969358" y="119268"/>
                </a:lnTo>
                <a:lnTo>
                  <a:pt x="969786" y="119009"/>
                </a:lnTo>
                <a:lnTo>
                  <a:pt x="970209" y="118744"/>
                </a:lnTo>
                <a:lnTo>
                  <a:pt x="970626" y="118472"/>
                </a:lnTo>
                <a:lnTo>
                  <a:pt x="971037" y="118193"/>
                </a:lnTo>
                <a:lnTo>
                  <a:pt x="971444" y="117907"/>
                </a:lnTo>
                <a:lnTo>
                  <a:pt x="971845" y="117615"/>
                </a:lnTo>
                <a:lnTo>
                  <a:pt x="972240" y="117316"/>
                </a:lnTo>
                <a:lnTo>
                  <a:pt x="972631" y="117011"/>
                </a:lnTo>
                <a:lnTo>
                  <a:pt x="973015" y="116699"/>
                </a:lnTo>
                <a:lnTo>
                  <a:pt x="973395" y="116380"/>
                </a:lnTo>
                <a:lnTo>
                  <a:pt x="973769" y="116054"/>
                </a:lnTo>
                <a:lnTo>
                  <a:pt x="974137" y="115722"/>
                </a:lnTo>
                <a:lnTo>
                  <a:pt x="974498" y="115384"/>
                </a:lnTo>
                <a:lnTo>
                  <a:pt x="974852" y="115040"/>
                </a:lnTo>
                <a:lnTo>
                  <a:pt x="975199" y="114689"/>
                </a:lnTo>
                <a:lnTo>
                  <a:pt x="975540" y="114332"/>
                </a:lnTo>
                <a:lnTo>
                  <a:pt x="975873" y="113970"/>
                </a:lnTo>
                <a:lnTo>
                  <a:pt x="976200" y="113601"/>
                </a:lnTo>
                <a:lnTo>
                  <a:pt x="976519" y="113226"/>
                </a:lnTo>
                <a:lnTo>
                  <a:pt x="976832" y="112844"/>
                </a:lnTo>
                <a:lnTo>
                  <a:pt x="977138" y="112457"/>
                </a:lnTo>
                <a:lnTo>
                  <a:pt x="977437" y="112064"/>
                </a:lnTo>
                <a:lnTo>
                  <a:pt x="977729" y="111664"/>
                </a:lnTo>
                <a:lnTo>
                  <a:pt x="978014" y="111258"/>
                </a:lnTo>
                <a:lnTo>
                  <a:pt x="978292" y="110846"/>
                </a:lnTo>
                <a:lnTo>
                  <a:pt x="978563" y="110428"/>
                </a:lnTo>
                <a:lnTo>
                  <a:pt x="978827" y="110004"/>
                </a:lnTo>
                <a:lnTo>
                  <a:pt x="979085" y="109574"/>
                </a:lnTo>
                <a:lnTo>
                  <a:pt x="979335" y="109137"/>
                </a:lnTo>
                <a:lnTo>
                  <a:pt x="979579" y="108695"/>
                </a:lnTo>
                <a:lnTo>
                  <a:pt x="979816" y="108246"/>
                </a:lnTo>
                <a:lnTo>
                  <a:pt x="980046" y="107791"/>
                </a:lnTo>
                <a:lnTo>
                  <a:pt x="980269" y="107330"/>
                </a:lnTo>
                <a:lnTo>
                  <a:pt x="980485" y="106863"/>
                </a:lnTo>
                <a:lnTo>
                  <a:pt x="980694" y="106390"/>
                </a:lnTo>
                <a:lnTo>
                  <a:pt x="980895" y="105911"/>
                </a:lnTo>
                <a:lnTo>
                  <a:pt x="981088" y="105426"/>
                </a:lnTo>
                <a:lnTo>
                  <a:pt x="981272" y="104936"/>
                </a:lnTo>
                <a:lnTo>
                  <a:pt x="981448" y="104440"/>
                </a:lnTo>
                <a:lnTo>
                  <a:pt x="981615" y="103939"/>
                </a:lnTo>
                <a:lnTo>
                  <a:pt x="981773" y="103433"/>
                </a:lnTo>
                <a:lnTo>
                  <a:pt x="981923" y="102921"/>
                </a:lnTo>
                <a:lnTo>
                  <a:pt x="982065" y="102403"/>
                </a:lnTo>
                <a:lnTo>
                  <a:pt x="982198" y="101880"/>
                </a:lnTo>
                <a:lnTo>
                  <a:pt x="982322" y="101351"/>
                </a:lnTo>
                <a:lnTo>
                  <a:pt x="982437" y="100817"/>
                </a:lnTo>
                <a:lnTo>
                  <a:pt x="982545" y="100277"/>
                </a:lnTo>
                <a:lnTo>
                  <a:pt x="982643" y="99732"/>
                </a:lnTo>
                <a:lnTo>
                  <a:pt x="982733" y="99181"/>
                </a:lnTo>
                <a:lnTo>
                  <a:pt x="982814" y="98625"/>
                </a:lnTo>
                <a:lnTo>
                  <a:pt x="982887" y="98063"/>
                </a:lnTo>
                <a:lnTo>
                  <a:pt x="982952" y="97496"/>
                </a:lnTo>
                <a:lnTo>
                  <a:pt x="983007" y="96923"/>
                </a:lnTo>
                <a:lnTo>
                  <a:pt x="983054" y="96345"/>
                </a:lnTo>
                <a:lnTo>
                  <a:pt x="983093" y="95762"/>
                </a:lnTo>
                <a:lnTo>
                  <a:pt x="983123" y="95172"/>
                </a:lnTo>
                <a:lnTo>
                  <a:pt x="983144" y="94577"/>
                </a:lnTo>
                <a:lnTo>
                  <a:pt x="983157" y="93977"/>
                </a:lnTo>
                <a:lnTo>
                  <a:pt x="983162" y="93371"/>
                </a:lnTo>
                <a:lnTo>
                  <a:pt x="983158" y="92893"/>
                </a:lnTo>
                <a:lnTo>
                  <a:pt x="983147" y="92418"/>
                </a:lnTo>
                <a:lnTo>
                  <a:pt x="983130" y="91945"/>
                </a:lnTo>
                <a:lnTo>
                  <a:pt x="983105" y="91474"/>
                </a:lnTo>
                <a:lnTo>
                  <a:pt x="983074" y="91006"/>
                </a:lnTo>
                <a:lnTo>
                  <a:pt x="983035" y="90541"/>
                </a:lnTo>
                <a:lnTo>
                  <a:pt x="982989" y="90078"/>
                </a:lnTo>
                <a:lnTo>
                  <a:pt x="982936" y="89618"/>
                </a:lnTo>
                <a:lnTo>
                  <a:pt x="982877" y="89161"/>
                </a:lnTo>
                <a:lnTo>
                  <a:pt x="982810" y="88706"/>
                </a:lnTo>
                <a:lnTo>
                  <a:pt x="982736" y="88253"/>
                </a:lnTo>
                <a:lnTo>
                  <a:pt x="982655" y="87803"/>
                </a:lnTo>
                <a:lnTo>
                  <a:pt x="982567" y="87356"/>
                </a:lnTo>
                <a:lnTo>
                  <a:pt x="982472" y="86911"/>
                </a:lnTo>
                <a:lnTo>
                  <a:pt x="982370" y="86469"/>
                </a:lnTo>
                <a:lnTo>
                  <a:pt x="982261" y="86029"/>
                </a:lnTo>
                <a:lnTo>
                  <a:pt x="982145" y="85592"/>
                </a:lnTo>
                <a:lnTo>
                  <a:pt x="982022" y="85158"/>
                </a:lnTo>
                <a:lnTo>
                  <a:pt x="981892" y="84726"/>
                </a:lnTo>
                <a:lnTo>
                  <a:pt x="981755" y="84296"/>
                </a:lnTo>
                <a:lnTo>
                  <a:pt x="981610" y="83870"/>
                </a:lnTo>
                <a:lnTo>
                  <a:pt x="981459" y="83445"/>
                </a:lnTo>
                <a:lnTo>
                  <a:pt x="981301" y="83024"/>
                </a:lnTo>
                <a:lnTo>
                  <a:pt x="981136" y="82604"/>
                </a:lnTo>
                <a:lnTo>
                  <a:pt x="980963" y="82189"/>
                </a:lnTo>
                <a:lnTo>
                  <a:pt x="980783" y="81777"/>
                </a:lnTo>
                <a:lnTo>
                  <a:pt x="980595" y="81369"/>
                </a:lnTo>
                <a:lnTo>
                  <a:pt x="980400" y="80966"/>
                </a:lnTo>
                <a:lnTo>
                  <a:pt x="980197" y="80567"/>
                </a:lnTo>
                <a:lnTo>
                  <a:pt x="979987" y="80172"/>
                </a:lnTo>
                <a:lnTo>
                  <a:pt x="979769" y="79782"/>
                </a:lnTo>
                <a:lnTo>
                  <a:pt x="979544" y="79396"/>
                </a:lnTo>
                <a:lnTo>
                  <a:pt x="979311" y="79013"/>
                </a:lnTo>
                <a:lnTo>
                  <a:pt x="979070" y="78636"/>
                </a:lnTo>
                <a:lnTo>
                  <a:pt x="978822" y="78262"/>
                </a:lnTo>
                <a:lnTo>
                  <a:pt x="978567" y="77893"/>
                </a:lnTo>
                <a:lnTo>
                  <a:pt x="978303" y="77527"/>
                </a:lnTo>
                <a:lnTo>
                  <a:pt x="978033" y="77167"/>
                </a:lnTo>
                <a:lnTo>
                  <a:pt x="977754" y="76810"/>
                </a:lnTo>
                <a:lnTo>
                  <a:pt x="977469" y="76457"/>
                </a:lnTo>
                <a:lnTo>
                  <a:pt x="977175" y="76109"/>
                </a:lnTo>
                <a:lnTo>
                  <a:pt x="976874" y="75765"/>
                </a:lnTo>
                <a:lnTo>
                  <a:pt x="976566" y="75425"/>
                </a:lnTo>
                <a:lnTo>
                  <a:pt x="976250" y="75090"/>
                </a:lnTo>
                <a:lnTo>
                  <a:pt x="975927" y="74758"/>
                </a:lnTo>
                <a:lnTo>
                  <a:pt x="975596" y="74431"/>
                </a:lnTo>
                <a:lnTo>
                  <a:pt x="975257" y="74108"/>
                </a:lnTo>
                <a:lnTo>
                  <a:pt x="974911" y="73790"/>
                </a:lnTo>
                <a:lnTo>
                  <a:pt x="974557" y="73476"/>
                </a:lnTo>
                <a:lnTo>
                  <a:pt x="974194" y="73168"/>
                </a:lnTo>
                <a:lnTo>
                  <a:pt x="973824" y="72865"/>
                </a:lnTo>
                <a:lnTo>
                  <a:pt x="973445" y="72569"/>
                </a:lnTo>
                <a:lnTo>
                  <a:pt x="973057" y="72278"/>
                </a:lnTo>
                <a:lnTo>
                  <a:pt x="972662" y="71993"/>
                </a:lnTo>
                <a:lnTo>
                  <a:pt x="972258" y="71714"/>
                </a:lnTo>
                <a:lnTo>
                  <a:pt x="971845" y="71440"/>
                </a:lnTo>
                <a:lnTo>
                  <a:pt x="971425" y="71173"/>
                </a:lnTo>
                <a:lnTo>
                  <a:pt x="970996" y="70911"/>
                </a:lnTo>
                <a:lnTo>
                  <a:pt x="970559" y="70655"/>
                </a:lnTo>
                <a:lnTo>
                  <a:pt x="970113" y="70404"/>
                </a:lnTo>
                <a:lnTo>
                  <a:pt x="969659" y="70160"/>
                </a:lnTo>
                <a:lnTo>
                  <a:pt x="969197" y="69921"/>
                </a:lnTo>
                <a:lnTo>
                  <a:pt x="968727" y="69688"/>
                </a:lnTo>
                <a:lnTo>
                  <a:pt x="968248" y="69461"/>
                </a:lnTo>
                <a:lnTo>
                  <a:pt x="967761" y="69239"/>
                </a:lnTo>
                <a:lnTo>
                  <a:pt x="967265" y="69023"/>
                </a:lnTo>
                <a:lnTo>
                  <a:pt x="966762" y="68813"/>
                </a:lnTo>
                <a:lnTo>
                  <a:pt x="966250" y="68609"/>
                </a:lnTo>
                <a:lnTo>
                  <a:pt x="965729" y="68411"/>
                </a:lnTo>
                <a:lnTo>
                  <a:pt x="965201" y="68218"/>
                </a:lnTo>
                <a:lnTo>
                  <a:pt x="964664" y="68031"/>
                </a:lnTo>
                <a:lnTo>
                  <a:pt x="964118" y="67850"/>
                </a:lnTo>
                <a:lnTo>
                  <a:pt x="963565" y="67676"/>
                </a:lnTo>
                <a:lnTo>
                  <a:pt x="963002" y="67509"/>
                </a:lnTo>
                <a:lnTo>
                  <a:pt x="962941" y="67492"/>
                </a:lnTo>
                <a:lnTo>
                  <a:pt x="963081" y="67439"/>
                </a:lnTo>
                <a:lnTo>
                  <a:pt x="963583" y="67241"/>
                </a:lnTo>
                <a:lnTo>
                  <a:pt x="964078" y="67037"/>
                </a:lnTo>
                <a:lnTo>
                  <a:pt x="964566" y="66828"/>
                </a:lnTo>
                <a:lnTo>
                  <a:pt x="965047" y="66614"/>
                </a:lnTo>
                <a:lnTo>
                  <a:pt x="965520" y="66394"/>
                </a:lnTo>
                <a:close/>
                <a:moveTo>
                  <a:pt x="1016727" y="145567"/>
                </a:moveTo>
                <a:lnTo>
                  <a:pt x="1016727" y="0"/>
                </a:lnTo>
                <a:lnTo>
                  <a:pt x="992343" y="0"/>
                </a:lnTo>
                <a:lnTo>
                  <a:pt x="992343" y="7588"/>
                </a:lnTo>
                <a:lnTo>
                  <a:pt x="1007814" y="7588"/>
                </a:lnTo>
                <a:lnTo>
                  <a:pt x="1007814" y="137980"/>
                </a:lnTo>
                <a:lnTo>
                  <a:pt x="992343" y="137980"/>
                </a:lnTo>
                <a:lnTo>
                  <a:pt x="992343" y="145567"/>
                </a:lnTo>
                <a:lnTo>
                  <a:pt x="1016727" y="145567"/>
                </a:lnTo>
                <a:close/>
                <a:moveTo>
                  <a:pt x="760837" y="65877"/>
                </a:moveTo>
                <a:lnTo>
                  <a:pt x="761013" y="65476"/>
                </a:lnTo>
                <a:lnTo>
                  <a:pt x="761193" y="65077"/>
                </a:lnTo>
                <a:lnTo>
                  <a:pt x="761379" y="64680"/>
                </a:lnTo>
                <a:lnTo>
                  <a:pt x="761570" y="64285"/>
                </a:lnTo>
                <a:lnTo>
                  <a:pt x="761766" y="63892"/>
                </a:lnTo>
                <a:lnTo>
                  <a:pt x="761968" y="63502"/>
                </a:lnTo>
                <a:lnTo>
                  <a:pt x="762174" y="63113"/>
                </a:lnTo>
                <a:lnTo>
                  <a:pt x="762386" y="62726"/>
                </a:lnTo>
                <a:lnTo>
                  <a:pt x="762604" y="62341"/>
                </a:lnTo>
                <a:lnTo>
                  <a:pt x="762826" y="61959"/>
                </a:lnTo>
                <a:lnTo>
                  <a:pt x="763054" y="61578"/>
                </a:lnTo>
                <a:lnTo>
                  <a:pt x="763287" y="61199"/>
                </a:lnTo>
                <a:lnTo>
                  <a:pt x="763525" y="60823"/>
                </a:lnTo>
                <a:lnTo>
                  <a:pt x="763768" y="60448"/>
                </a:lnTo>
                <a:lnTo>
                  <a:pt x="764017" y="60076"/>
                </a:lnTo>
                <a:lnTo>
                  <a:pt x="764271" y="59706"/>
                </a:lnTo>
                <a:lnTo>
                  <a:pt x="764530" y="59337"/>
                </a:lnTo>
                <a:lnTo>
                  <a:pt x="764795" y="58971"/>
                </a:lnTo>
                <a:lnTo>
                  <a:pt x="765064" y="58609"/>
                </a:lnTo>
                <a:lnTo>
                  <a:pt x="765340" y="58252"/>
                </a:lnTo>
                <a:lnTo>
                  <a:pt x="765620" y="57900"/>
                </a:lnTo>
                <a:lnTo>
                  <a:pt x="765906" y="57555"/>
                </a:lnTo>
                <a:lnTo>
                  <a:pt x="766197" y="57215"/>
                </a:lnTo>
                <a:lnTo>
                  <a:pt x="766494" y="56881"/>
                </a:lnTo>
                <a:lnTo>
                  <a:pt x="766796" y="56552"/>
                </a:lnTo>
                <a:lnTo>
                  <a:pt x="767103" y="56229"/>
                </a:lnTo>
                <a:lnTo>
                  <a:pt x="767416" y="55911"/>
                </a:lnTo>
                <a:lnTo>
                  <a:pt x="767734" y="55600"/>
                </a:lnTo>
                <a:lnTo>
                  <a:pt x="768057" y="55293"/>
                </a:lnTo>
                <a:lnTo>
                  <a:pt x="768386" y="54993"/>
                </a:lnTo>
                <a:lnTo>
                  <a:pt x="768720" y="54698"/>
                </a:lnTo>
                <a:lnTo>
                  <a:pt x="769060" y="54409"/>
                </a:lnTo>
                <a:lnTo>
                  <a:pt x="769405" y="54125"/>
                </a:lnTo>
                <a:lnTo>
                  <a:pt x="769755" y="53847"/>
                </a:lnTo>
                <a:lnTo>
                  <a:pt x="770111" y="53575"/>
                </a:lnTo>
                <a:lnTo>
                  <a:pt x="770472" y="53308"/>
                </a:lnTo>
                <a:lnTo>
                  <a:pt x="770838" y="53047"/>
                </a:lnTo>
                <a:lnTo>
                  <a:pt x="771210" y="52791"/>
                </a:lnTo>
                <a:lnTo>
                  <a:pt x="771587" y="52541"/>
                </a:lnTo>
                <a:lnTo>
                  <a:pt x="771970" y="52297"/>
                </a:lnTo>
                <a:lnTo>
                  <a:pt x="772358" y="52058"/>
                </a:lnTo>
                <a:lnTo>
                  <a:pt x="772751" y="51825"/>
                </a:lnTo>
                <a:lnTo>
                  <a:pt x="773149" y="51600"/>
                </a:lnTo>
                <a:lnTo>
                  <a:pt x="773554" y="51384"/>
                </a:lnTo>
                <a:lnTo>
                  <a:pt x="773963" y="51178"/>
                </a:lnTo>
                <a:lnTo>
                  <a:pt x="774379" y="50981"/>
                </a:lnTo>
                <a:lnTo>
                  <a:pt x="774799" y="50794"/>
                </a:lnTo>
                <a:lnTo>
                  <a:pt x="775226" y="50617"/>
                </a:lnTo>
                <a:lnTo>
                  <a:pt x="775657" y="50449"/>
                </a:lnTo>
                <a:lnTo>
                  <a:pt x="776094" y="50290"/>
                </a:lnTo>
                <a:lnTo>
                  <a:pt x="776537" y="50142"/>
                </a:lnTo>
                <a:lnTo>
                  <a:pt x="776985" y="50003"/>
                </a:lnTo>
                <a:lnTo>
                  <a:pt x="777439" y="49873"/>
                </a:lnTo>
                <a:lnTo>
                  <a:pt x="777898" y="49753"/>
                </a:lnTo>
                <a:lnTo>
                  <a:pt x="778363" y="49643"/>
                </a:lnTo>
                <a:lnTo>
                  <a:pt x="778833" y="49542"/>
                </a:lnTo>
                <a:lnTo>
                  <a:pt x="779309" y="49451"/>
                </a:lnTo>
                <a:lnTo>
                  <a:pt x="779790" y="49370"/>
                </a:lnTo>
                <a:lnTo>
                  <a:pt x="780277" y="49298"/>
                </a:lnTo>
                <a:lnTo>
                  <a:pt x="780769" y="49235"/>
                </a:lnTo>
                <a:lnTo>
                  <a:pt x="781267" y="49183"/>
                </a:lnTo>
                <a:lnTo>
                  <a:pt x="781770" y="49139"/>
                </a:lnTo>
                <a:lnTo>
                  <a:pt x="782279" y="49106"/>
                </a:lnTo>
                <a:lnTo>
                  <a:pt x="782793" y="49082"/>
                </a:lnTo>
                <a:lnTo>
                  <a:pt x="783313" y="49067"/>
                </a:lnTo>
                <a:lnTo>
                  <a:pt x="783838" y="49063"/>
                </a:lnTo>
                <a:lnTo>
                  <a:pt x="784314" y="49066"/>
                </a:lnTo>
                <a:lnTo>
                  <a:pt x="784785" y="49076"/>
                </a:lnTo>
                <a:lnTo>
                  <a:pt x="785250" y="49094"/>
                </a:lnTo>
                <a:lnTo>
                  <a:pt x="785710" y="49118"/>
                </a:lnTo>
                <a:lnTo>
                  <a:pt x="786165" y="49149"/>
                </a:lnTo>
                <a:lnTo>
                  <a:pt x="786614" y="49187"/>
                </a:lnTo>
                <a:lnTo>
                  <a:pt x="787058" y="49232"/>
                </a:lnTo>
                <a:lnTo>
                  <a:pt x="787497" y="49284"/>
                </a:lnTo>
                <a:lnTo>
                  <a:pt x="787930" y="49342"/>
                </a:lnTo>
                <a:lnTo>
                  <a:pt x="788358" y="49408"/>
                </a:lnTo>
                <a:lnTo>
                  <a:pt x="788780" y="49480"/>
                </a:lnTo>
                <a:lnTo>
                  <a:pt x="789197" y="49560"/>
                </a:lnTo>
                <a:lnTo>
                  <a:pt x="789609" y="49646"/>
                </a:lnTo>
                <a:lnTo>
                  <a:pt x="790015" y="49739"/>
                </a:lnTo>
                <a:lnTo>
                  <a:pt x="790416" y="49840"/>
                </a:lnTo>
                <a:lnTo>
                  <a:pt x="790812" y="49947"/>
                </a:lnTo>
                <a:lnTo>
                  <a:pt x="791202" y="50061"/>
                </a:lnTo>
                <a:lnTo>
                  <a:pt x="791587" y="50181"/>
                </a:lnTo>
                <a:lnTo>
                  <a:pt x="791966" y="50309"/>
                </a:lnTo>
                <a:lnTo>
                  <a:pt x="792340" y="50444"/>
                </a:lnTo>
                <a:lnTo>
                  <a:pt x="792709" y="50586"/>
                </a:lnTo>
                <a:lnTo>
                  <a:pt x="793072" y="50734"/>
                </a:lnTo>
                <a:lnTo>
                  <a:pt x="793430" y="50889"/>
                </a:lnTo>
                <a:lnTo>
                  <a:pt x="793783" y="51052"/>
                </a:lnTo>
                <a:lnTo>
                  <a:pt x="794129" y="51222"/>
                </a:lnTo>
                <a:lnTo>
                  <a:pt x="794469" y="51402"/>
                </a:lnTo>
                <a:lnTo>
                  <a:pt x="794803" y="51591"/>
                </a:lnTo>
                <a:lnTo>
                  <a:pt x="795129" y="51789"/>
                </a:lnTo>
                <a:lnTo>
                  <a:pt x="795449" y="51997"/>
                </a:lnTo>
                <a:lnTo>
                  <a:pt x="795763" y="52214"/>
                </a:lnTo>
                <a:lnTo>
                  <a:pt x="796069" y="52441"/>
                </a:lnTo>
                <a:lnTo>
                  <a:pt x="796369" y="52676"/>
                </a:lnTo>
                <a:lnTo>
                  <a:pt x="796663" y="52922"/>
                </a:lnTo>
                <a:lnTo>
                  <a:pt x="796950" y="53176"/>
                </a:lnTo>
                <a:lnTo>
                  <a:pt x="797230" y="53440"/>
                </a:lnTo>
                <a:lnTo>
                  <a:pt x="797503" y="53713"/>
                </a:lnTo>
                <a:lnTo>
                  <a:pt x="797770" y="53995"/>
                </a:lnTo>
                <a:lnTo>
                  <a:pt x="798030" y="54287"/>
                </a:lnTo>
                <a:lnTo>
                  <a:pt x="798284" y="54588"/>
                </a:lnTo>
                <a:lnTo>
                  <a:pt x="798530" y="54899"/>
                </a:lnTo>
                <a:lnTo>
                  <a:pt x="798771" y="55219"/>
                </a:lnTo>
                <a:lnTo>
                  <a:pt x="799004" y="55548"/>
                </a:lnTo>
                <a:lnTo>
                  <a:pt x="799231" y="55886"/>
                </a:lnTo>
                <a:lnTo>
                  <a:pt x="799451" y="56234"/>
                </a:lnTo>
                <a:lnTo>
                  <a:pt x="799665" y="56591"/>
                </a:lnTo>
                <a:lnTo>
                  <a:pt x="799872" y="56958"/>
                </a:lnTo>
                <a:lnTo>
                  <a:pt x="800072" y="57333"/>
                </a:lnTo>
                <a:lnTo>
                  <a:pt x="800266" y="57719"/>
                </a:lnTo>
                <a:lnTo>
                  <a:pt x="800452" y="58115"/>
                </a:lnTo>
                <a:lnTo>
                  <a:pt x="800630" y="58523"/>
                </a:lnTo>
                <a:lnTo>
                  <a:pt x="800801" y="58943"/>
                </a:lnTo>
                <a:lnTo>
                  <a:pt x="800963" y="59375"/>
                </a:lnTo>
                <a:lnTo>
                  <a:pt x="801118" y="59820"/>
                </a:lnTo>
                <a:lnTo>
                  <a:pt x="801265" y="60276"/>
                </a:lnTo>
                <a:lnTo>
                  <a:pt x="801404" y="60745"/>
                </a:lnTo>
                <a:lnTo>
                  <a:pt x="801534" y="61226"/>
                </a:lnTo>
                <a:lnTo>
                  <a:pt x="801657" y="61719"/>
                </a:lnTo>
                <a:lnTo>
                  <a:pt x="801772" y="62224"/>
                </a:lnTo>
                <a:lnTo>
                  <a:pt x="801879" y="62742"/>
                </a:lnTo>
                <a:lnTo>
                  <a:pt x="801978" y="63271"/>
                </a:lnTo>
                <a:lnTo>
                  <a:pt x="802070" y="63813"/>
                </a:lnTo>
                <a:lnTo>
                  <a:pt x="802153" y="64367"/>
                </a:lnTo>
                <a:lnTo>
                  <a:pt x="802228" y="64933"/>
                </a:lnTo>
                <a:lnTo>
                  <a:pt x="802296" y="65511"/>
                </a:lnTo>
                <a:lnTo>
                  <a:pt x="802355" y="66101"/>
                </a:lnTo>
                <a:lnTo>
                  <a:pt x="802407" y="66704"/>
                </a:lnTo>
                <a:lnTo>
                  <a:pt x="802450" y="67318"/>
                </a:lnTo>
                <a:lnTo>
                  <a:pt x="802486" y="67945"/>
                </a:lnTo>
                <a:lnTo>
                  <a:pt x="802514" y="68584"/>
                </a:lnTo>
                <a:lnTo>
                  <a:pt x="802533" y="69235"/>
                </a:lnTo>
                <a:lnTo>
                  <a:pt x="802545" y="69898"/>
                </a:lnTo>
                <a:lnTo>
                  <a:pt x="802549" y="70574"/>
                </a:lnTo>
                <a:lnTo>
                  <a:pt x="802549" y="122583"/>
                </a:lnTo>
                <a:lnTo>
                  <a:pt x="811389" y="122583"/>
                </a:lnTo>
                <a:lnTo>
                  <a:pt x="811389" y="70647"/>
                </a:lnTo>
                <a:lnTo>
                  <a:pt x="811386" y="69994"/>
                </a:lnTo>
                <a:lnTo>
                  <a:pt x="811377" y="69350"/>
                </a:lnTo>
                <a:lnTo>
                  <a:pt x="811362" y="68713"/>
                </a:lnTo>
                <a:lnTo>
                  <a:pt x="811341" y="68084"/>
                </a:lnTo>
                <a:lnTo>
                  <a:pt x="811314" y="67464"/>
                </a:lnTo>
                <a:lnTo>
                  <a:pt x="811281" y="66851"/>
                </a:lnTo>
                <a:lnTo>
                  <a:pt x="811242" y="66247"/>
                </a:lnTo>
                <a:lnTo>
                  <a:pt x="811197" y="65650"/>
                </a:lnTo>
                <a:lnTo>
                  <a:pt x="811146" y="65062"/>
                </a:lnTo>
                <a:lnTo>
                  <a:pt x="811089" y="64481"/>
                </a:lnTo>
                <a:lnTo>
                  <a:pt x="811026" y="63909"/>
                </a:lnTo>
                <a:lnTo>
                  <a:pt x="810957" y="63345"/>
                </a:lnTo>
                <a:lnTo>
                  <a:pt x="810882" y="62789"/>
                </a:lnTo>
                <a:lnTo>
                  <a:pt x="810800" y="62241"/>
                </a:lnTo>
                <a:lnTo>
                  <a:pt x="810713" y="61701"/>
                </a:lnTo>
                <a:lnTo>
                  <a:pt x="810620" y="61169"/>
                </a:lnTo>
                <a:lnTo>
                  <a:pt x="810521" y="60645"/>
                </a:lnTo>
                <a:lnTo>
                  <a:pt x="810416" y="60129"/>
                </a:lnTo>
                <a:lnTo>
                  <a:pt x="810304" y="59621"/>
                </a:lnTo>
                <a:lnTo>
                  <a:pt x="810187" y="59121"/>
                </a:lnTo>
                <a:lnTo>
                  <a:pt x="810064" y="58630"/>
                </a:lnTo>
                <a:lnTo>
                  <a:pt x="809935" y="58146"/>
                </a:lnTo>
                <a:lnTo>
                  <a:pt x="809800" y="57670"/>
                </a:lnTo>
                <a:lnTo>
                  <a:pt x="809658" y="57203"/>
                </a:lnTo>
                <a:lnTo>
                  <a:pt x="809511" y="56743"/>
                </a:lnTo>
                <a:lnTo>
                  <a:pt x="809359" y="56290"/>
                </a:lnTo>
                <a:lnTo>
                  <a:pt x="809201" y="55845"/>
                </a:lnTo>
                <a:lnTo>
                  <a:pt x="809038" y="55406"/>
                </a:lnTo>
                <a:lnTo>
                  <a:pt x="808870" y="54975"/>
                </a:lnTo>
                <a:lnTo>
                  <a:pt x="808696" y="54551"/>
                </a:lnTo>
                <a:lnTo>
                  <a:pt x="808517" y="54134"/>
                </a:lnTo>
                <a:lnTo>
                  <a:pt x="808332" y="53724"/>
                </a:lnTo>
                <a:lnTo>
                  <a:pt x="808142" y="53322"/>
                </a:lnTo>
                <a:lnTo>
                  <a:pt x="807947" y="52926"/>
                </a:lnTo>
                <a:lnTo>
                  <a:pt x="807746" y="52538"/>
                </a:lnTo>
                <a:lnTo>
                  <a:pt x="807540" y="52157"/>
                </a:lnTo>
                <a:lnTo>
                  <a:pt x="807329" y="51783"/>
                </a:lnTo>
                <a:lnTo>
                  <a:pt x="807112" y="51416"/>
                </a:lnTo>
                <a:lnTo>
                  <a:pt x="806890" y="51056"/>
                </a:lnTo>
                <a:lnTo>
                  <a:pt x="806662" y="50704"/>
                </a:lnTo>
                <a:lnTo>
                  <a:pt x="806430" y="50358"/>
                </a:lnTo>
                <a:lnTo>
                  <a:pt x="806191" y="50020"/>
                </a:lnTo>
                <a:lnTo>
                  <a:pt x="805948" y="49689"/>
                </a:lnTo>
                <a:lnTo>
                  <a:pt x="805699" y="49366"/>
                </a:lnTo>
                <a:lnTo>
                  <a:pt x="805444" y="49049"/>
                </a:lnTo>
                <a:lnTo>
                  <a:pt x="805185" y="48739"/>
                </a:lnTo>
                <a:lnTo>
                  <a:pt x="804919" y="48437"/>
                </a:lnTo>
                <a:lnTo>
                  <a:pt x="804649" y="48142"/>
                </a:lnTo>
                <a:lnTo>
                  <a:pt x="804373" y="47853"/>
                </a:lnTo>
                <a:lnTo>
                  <a:pt x="804093" y="47572"/>
                </a:lnTo>
                <a:lnTo>
                  <a:pt x="803807" y="47296"/>
                </a:lnTo>
                <a:lnTo>
                  <a:pt x="803516" y="47028"/>
                </a:lnTo>
                <a:lnTo>
                  <a:pt x="803221" y="46765"/>
                </a:lnTo>
                <a:lnTo>
                  <a:pt x="802920" y="46510"/>
                </a:lnTo>
                <a:lnTo>
                  <a:pt x="802614" y="46260"/>
                </a:lnTo>
                <a:lnTo>
                  <a:pt x="802304" y="46018"/>
                </a:lnTo>
                <a:lnTo>
                  <a:pt x="801988" y="45782"/>
                </a:lnTo>
                <a:lnTo>
                  <a:pt x="801668" y="45552"/>
                </a:lnTo>
                <a:lnTo>
                  <a:pt x="801342" y="45329"/>
                </a:lnTo>
                <a:lnTo>
                  <a:pt x="801012" y="45112"/>
                </a:lnTo>
                <a:lnTo>
                  <a:pt x="800676" y="44902"/>
                </a:lnTo>
                <a:lnTo>
                  <a:pt x="800335" y="44699"/>
                </a:lnTo>
                <a:lnTo>
                  <a:pt x="799990" y="44502"/>
                </a:lnTo>
                <a:lnTo>
                  <a:pt x="799639" y="44311"/>
                </a:lnTo>
                <a:lnTo>
                  <a:pt x="799284" y="44127"/>
                </a:lnTo>
                <a:lnTo>
                  <a:pt x="798924" y="43950"/>
                </a:lnTo>
                <a:lnTo>
                  <a:pt x="798558" y="43779"/>
                </a:lnTo>
                <a:lnTo>
                  <a:pt x="798188" y="43614"/>
                </a:lnTo>
                <a:lnTo>
                  <a:pt x="797812" y="43456"/>
                </a:lnTo>
                <a:lnTo>
                  <a:pt x="797432" y="43305"/>
                </a:lnTo>
                <a:lnTo>
                  <a:pt x="797046" y="43160"/>
                </a:lnTo>
                <a:lnTo>
                  <a:pt x="796656" y="43022"/>
                </a:lnTo>
                <a:lnTo>
                  <a:pt x="796261" y="42890"/>
                </a:lnTo>
                <a:lnTo>
                  <a:pt x="795861" y="42763"/>
                </a:lnTo>
                <a:lnTo>
                  <a:pt x="795458" y="42642"/>
                </a:lnTo>
                <a:lnTo>
                  <a:pt x="795050" y="42527"/>
                </a:lnTo>
                <a:lnTo>
                  <a:pt x="794637" y="42417"/>
                </a:lnTo>
                <a:lnTo>
                  <a:pt x="794220" y="42313"/>
                </a:lnTo>
                <a:lnTo>
                  <a:pt x="793799" y="42214"/>
                </a:lnTo>
                <a:lnTo>
                  <a:pt x="793374" y="42122"/>
                </a:lnTo>
                <a:lnTo>
                  <a:pt x="792944" y="42034"/>
                </a:lnTo>
                <a:lnTo>
                  <a:pt x="792510" y="41953"/>
                </a:lnTo>
                <a:lnTo>
                  <a:pt x="792071" y="41877"/>
                </a:lnTo>
                <a:lnTo>
                  <a:pt x="791628" y="41806"/>
                </a:lnTo>
                <a:lnTo>
                  <a:pt x="791181" y="41742"/>
                </a:lnTo>
                <a:lnTo>
                  <a:pt x="790729" y="41683"/>
                </a:lnTo>
                <a:lnTo>
                  <a:pt x="790273" y="41629"/>
                </a:lnTo>
                <a:lnTo>
                  <a:pt x="789813" y="41581"/>
                </a:lnTo>
                <a:lnTo>
                  <a:pt x="789348" y="41539"/>
                </a:lnTo>
                <a:lnTo>
                  <a:pt x="788879" y="41503"/>
                </a:lnTo>
                <a:lnTo>
                  <a:pt x="788406" y="41472"/>
                </a:lnTo>
                <a:lnTo>
                  <a:pt x="787928" y="41446"/>
                </a:lnTo>
                <a:lnTo>
                  <a:pt x="787446" y="41427"/>
                </a:lnTo>
                <a:lnTo>
                  <a:pt x="786960" y="41412"/>
                </a:lnTo>
                <a:lnTo>
                  <a:pt x="786469" y="41404"/>
                </a:lnTo>
                <a:lnTo>
                  <a:pt x="785974" y="41401"/>
                </a:lnTo>
                <a:lnTo>
                  <a:pt x="785405" y="41406"/>
                </a:lnTo>
                <a:lnTo>
                  <a:pt x="784840" y="41420"/>
                </a:lnTo>
                <a:lnTo>
                  <a:pt x="784280" y="41443"/>
                </a:lnTo>
                <a:lnTo>
                  <a:pt x="783723" y="41475"/>
                </a:lnTo>
                <a:lnTo>
                  <a:pt x="783171" y="41516"/>
                </a:lnTo>
                <a:lnTo>
                  <a:pt x="782622" y="41567"/>
                </a:lnTo>
                <a:lnTo>
                  <a:pt x="782078" y="41627"/>
                </a:lnTo>
                <a:lnTo>
                  <a:pt x="781538" y="41696"/>
                </a:lnTo>
                <a:lnTo>
                  <a:pt x="781002" y="41774"/>
                </a:lnTo>
                <a:lnTo>
                  <a:pt x="780470" y="41862"/>
                </a:lnTo>
                <a:lnTo>
                  <a:pt x="779942" y="41958"/>
                </a:lnTo>
                <a:lnTo>
                  <a:pt x="779418" y="42064"/>
                </a:lnTo>
                <a:lnTo>
                  <a:pt x="778898" y="42179"/>
                </a:lnTo>
                <a:lnTo>
                  <a:pt x="778382" y="42304"/>
                </a:lnTo>
                <a:lnTo>
                  <a:pt x="777871" y="42437"/>
                </a:lnTo>
                <a:lnTo>
                  <a:pt x="777363" y="42580"/>
                </a:lnTo>
                <a:lnTo>
                  <a:pt x="776860" y="42732"/>
                </a:lnTo>
                <a:lnTo>
                  <a:pt x="776360" y="42893"/>
                </a:lnTo>
                <a:lnTo>
                  <a:pt x="775865" y="43063"/>
                </a:lnTo>
                <a:lnTo>
                  <a:pt x="775374" y="43243"/>
                </a:lnTo>
                <a:lnTo>
                  <a:pt x="774887" y="43432"/>
                </a:lnTo>
                <a:lnTo>
                  <a:pt x="774404" y="43630"/>
                </a:lnTo>
                <a:lnTo>
                  <a:pt x="773925" y="43837"/>
                </a:lnTo>
                <a:lnTo>
                  <a:pt x="773451" y="44053"/>
                </a:lnTo>
                <a:lnTo>
                  <a:pt x="772981" y="44278"/>
                </a:lnTo>
                <a:lnTo>
                  <a:pt x="772516" y="44510"/>
                </a:lnTo>
                <a:lnTo>
                  <a:pt x="772056" y="44749"/>
                </a:lnTo>
                <a:lnTo>
                  <a:pt x="771602" y="44995"/>
                </a:lnTo>
                <a:lnTo>
                  <a:pt x="771153" y="45248"/>
                </a:lnTo>
                <a:lnTo>
                  <a:pt x="770709" y="45508"/>
                </a:lnTo>
                <a:lnTo>
                  <a:pt x="770270" y="45776"/>
                </a:lnTo>
                <a:lnTo>
                  <a:pt x="769837" y="46050"/>
                </a:lnTo>
                <a:lnTo>
                  <a:pt x="769409" y="46332"/>
                </a:lnTo>
                <a:lnTo>
                  <a:pt x="768986" y="46621"/>
                </a:lnTo>
                <a:lnTo>
                  <a:pt x="768568" y="46918"/>
                </a:lnTo>
                <a:lnTo>
                  <a:pt x="768156" y="47221"/>
                </a:lnTo>
                <a:lnTo>
                  <a:pt x="767749" y="47531"/>
                </a:lnTo>
                <a:lnTo>
                  <a:pt x="767347" y="47849"/>
                </a:lnTo>
                <a:lnTo>
                  <a:pt x="766950" y="48174"/>
                </a:lnTo>
                <a:lnTo>
                  <a:pt x="766559" y="48506"/>
                </a:lnTo>
                <a:lnTo>
                  <a:pt x="766172" y="48845"/>
                </a:lnTo>
                <a:lnTo>
                  <a:pt x="765791" y="49192"/>
                </a:lnTo>
                <a:lnTo>
                  <a:pt x="765416" y="49545"/>
                </a:lnTo>
                <a:lnTo>
                  <a:pt x="765045" y="49906"/>
                </a:lnTo>
                <a:lnTo>
                  <a:pt x="764680" y="50274"/>
                </a:lnTo>
                <a:lnTo>
                  <a:pt x="764320" y="50649"/>
                </a:lnTo>
                <a:lnTo>
                  <a:pt x="763965" y="51031"/>
                </a:lnTo>
                <a:lnTo>
                  <a:pt x="763616" y="51420"/>
                </a:lnTo>
                <a:lnTo>
                  <a:pt x="763272" y="51815"/>
                </a:lnTo>
                <a:lnTo>
                  <a:pt x="762934" y="52216"/>
                </a:lnTo>
                <a:lnTo>
                  <a:pt x="762602" y="52622"/>
                </a:lnTo>
                <a:lnTo>
                  <a:pt x="762277" y="53033"/>
                </a:lnTo>
                <a:lnTo>
                  <a:pt x="761957" y="53448"/>
                </a:lnTo>
                <a:lnTo>
                  <a:pt x="761643" y="53869"/>
                </a:lnTo>
                <a:lnTo>
                  <a:pt x="761335" y="54296"/>
                </a:lnTo>
                <a:lnTo>
                  <a:pt x="761034" y="54727"/>
                </a:lnTo>
                <a:lnTo>
                  <a:pt x="760738" y="55163"/>
                </a:lnTo>
                <a:lnTo>
                  <a:pt x="760448" y="55605"/>
                </a:lnTo>
                <a:lnTo>
                  <a:pt x="760164" y="56051"/>
                </a:lnTo>
                <a:lnTo>
                  <a:pt x="759967" y="56372"/>
                </a:lnTo>
                <a:lnTo>
                  <a:pt x="759675" y="42875"/>
                </a:lnTo>
                <a:lnTo>
                  <a:pt x="751277" y="42875"/>
                </a:lnTo>
                <a:lnTo>
                  <a:pt x="751277" y="122583"/>
                </a:lnTo>
                <a:lnTo>
                  <a:pt x="760043" y="122583"/>
                </a:lnTo>
                <a:lnTo>
                  <a:pt x="760043" y="67904"/>
                </a:lnTo>
                <a:lnTo>
                  <a:pt x="760189" y="67502"/>
                </a:lnTo>
                <a:lnTo>
                  <a:pt x="760343" y="67093"/>
                </a:lnTo>
                <a:lnTo>
                  <a:pt x="760503" y="66686"/>
                </a:lnTo>
                <a:lnTo>
                  <a:pt x="760667" y="66280"/>
                </a:lnTo>
                <a:lnTo>
                  <a:pt x="760837" y="65877"/>
                </a:lnTo>
                <a:close/>
                <a:moveTo>
                  <a:pt x="1039338" y="119180"/>
                </a:moveTo>
                <a:lnTo>
                  <a:pt x="1039375" y="119377"/>
                </a:lnTo>
                <a:lnTo>
                  <a:pt x="1039419" y="119571"/>
                </a:lnTo>
                <a:lnTo>
                  <a:pt x="1039467" y="119762"/>
                </a:lnTo>
                <a:lnTo>
                  <a:pt x="1039522" y="119950"/>
                </a:lnTo>
                <a:lnTo>
                  <a:pt x="1039583" y="120135"/>
                </a:lnTo>
                <a:lnTo>
                  <a:pt x="1039649" y="120318"/>
                </a:lnTo>
                <a:lnTo>
                  <a:pt x="1039721" y="120497"/>
                </a:lnTo>
                <a:lnTo>
                  <a:pt x="1039798" y="120674"/>
                </a:lnTo>
                <a:lnTo>
                  <a:pt x="1039882" y="120848"/>
                </a:lnTo>
                <a:lnTo>
                  <a:pt x="1039971" y="121020"/>
                </a:lnTo>
                <a:lnTo>
                  <a:pt x="1040066" y="121188"/>
                </a:lnTo>
                <a:lnTo>
                  <a:pt x="1040167" y="121354"/>
                </a:lnTo>
                <a:lnTo>
                  <a:pt x="1040273" y="121516"/>
                </a:lnTo>
                <a:lnTo>
                  <a:pt x="1040385" y="121676"/>
                </a:lnTo>
                <a:lnTo>
                  <a:pt x="1040503" y="121834"/>
                </a:lnTo>
                <a:lnTo>
                  <a:pt x="1040627" y="121988"/>
                </a:lnTo>
                <a:lnTo>
                  <a:pt x="1040757" y="122140"/>
                </a:lnTo>
                <a:lnTo>
                  <a:pt x="1040892" y="122288"/>
                </a:lnTo>
                <a:lnTo>
                  <a:pt x="1041032" y="122433"/>
                </a:lnTo>
                <a:lnTo>
                  <a:pt x="1041177" y="122571"/>
                </a:lnTo>
                <a:lnTo>
                  <a:pt x="1041326" y="122703"/>
                </a:lnTo>
                <a:lnTo>
                  <a:pt x="1041480" y="122829"/>
                </a:lnTo>
                <a:lnTo>
                  <a:pt x="1041639" y="122948"/>
                </a:lnTo>
                <a:lnTo>
                  <a:pt x="1041801" y="123062"/>
                </a:lnTo>
                <a:lnTo>
                  <a:pt x="1041968" y="123169"/>
                </a:lnTo>
                <a:lnTo>
                  <a:pt x="1042140" y="123271"/>
                </a:lnTo>
                <a:lnTo>
                  <a:pt x="1042316" y="123366"/>
                </a:lnTo>
                <a:lnTo>
                  <a:pt x="1042497" y="123455"/>
                </a:lnTo>
                <a:lnTo>
                  <a:pt x="1042682" y="123538"/>
                </a:lnTo>
                <a:lnTo>
                  <a:pt x="1042872" y="123614"/>
                </a:lnTo>
                <a:lnTo>
                  <a:pt x="1043066" y="123685"/>
                </a:lnTo>
                <a:lnTo>
                  <a:pt x="1043264" y="123749"/>
                </a:lnTo>
                <a:lnTo>
                  <a:pt x="1043467" y="123808"/>
                </a:lnTo>
                <a:lnTo>
                  <a:pt x="1043675" y="123860"/>
                </a:lnTo>
                <a:lnTo>
                  <a:pt x="1043887" y="123906"/>
                </a:lnTo>
                <a:lnTo>
                  <a:pt x="1044103" y="123946"/>
                </a:lnTo>
                <a:lnTo>
                  <a:pt x="1044324" y="123980"/>
                </a:lnTo>
                <a:lnTo>
                  <a:pt x="1044550" y="124007"/>
                </a:lnTo>
                <a:lnTo>
                  <a:pt x="1044780" y="124029"/>
                </a:lnTo>
                <a:lnTo>
                  <a:pt x="1045014" y="124044"/>
                </a:lnTo>
                <a:lnTo>
                  <a:pt x="1045253" y="124053"/>
                </a:lnTo>
                <a:lnTo>
                  <a:pt x="1045496" y="124056"/>
                </a:lnTo>
                <a:lnTo>
                  <a:pt x="1045734" y="124053"/>
                </a:lnTo>
                <a:lnTo>
                  <a:pt x="1045967" y="124044"/>
                </a:lnTo>
                <a:lnTo>
                  <a:pt x="1046196" y="124029"/>
                </a:lnTo>
                <a:lnTo>
                  <a:pt x="1046421" y="124007"/>
                </a:lnTo>
                <a:lnTo>
                  <a:pt x="1046642" y="123980"/>
                </a:lnTo>
                <a:lnTo>
                  <a:pt x="1046859" y="123946"/>
                </a:lnTo>
                <a:lnTo>
                  <a:pt x="1047072" y="123906"/>
                </a:lnTo>
                <a:lnTo>
                  <a:pt x="1047281" y="123860"/>
                </a:lnTo>
                <a:lnTo>
                  <a:pt x="1047485" y="123808"/>
                </a:lnTo>
                <a:lnTo>
                  <a:pt x="1047686" y="123749"/>
                </a:lnTo>
                <a:lnTo>
                  <a:pt x="1047882" y="123685"/>
                </a:lnTo>
                <a:lnTo>
                  <a:pt x="1048075" y="123614"/>
                </a:lnTo>
                <a:lnTo>
                  <a:pt x="1048263" y="123538"/>
                </a:lnTo>
                <a:lnTo>
                  <a:pt x="1048447" y="123455"/>
                </a:lnTo>
                <a:lnTo>
                  <a:pt x="1048627" y="123366"/>
                </a:lnTo>
                <a:lnTo>
                  <a:pt x="1048803" y="123271"/>
                </a:lnTo>
                <a:lnTo>
                  <a:pt x="1048975" y="123169"/>
                </a:lnTo>
                <a:lnTo>
                  <a:pt x="1049143" y="123062"/>
                </a:lnTo>
                <a:lnTo>
                  <a:pt x="1049306" y="122948"/>
                </a:lnTo>
                <a:lnTo>
                  <a:pt x="1049466" y="122829"/>
                </a:lnTo>
                <a:lnTo>
                  <a:pt x="1049622" y="122703"/>
                </a:lnTo>
                <a:lnTo>
                  <a:pt x="1049773" y="122571"/>
                </a:lnTo>
                <a:lnTo>
                  <a:pt x="1049920" y="122433"/>
                </a:lnTo>
                <a:lnTo>
                  <a:pt x="1050064" y="122288"/>
                </a:lnTo>
                <a:lnTo>
                  <a:pt x="1050202" y="122140"/>
                </a:lnTo>
                <a:lnTo>
                  <a:pt x="1050334" y="121988"/>
                </a:lnTo>
                <a:lnTo>
                  <a:pt x="1050461" y="121834"/>
                </a:lnTo>
                <a:lnTo>
                  <a:pt x="1050581" y="121676"/>
                </a:lnTo>
                <a:lnTo>
                  <a:pt x="1050696" y="121516"/>
                </a:lnTo>
                <a:lnTo>
                  <a:pt x="1050805" y="121354"/>
                </a:lnTo>
                <a:lnTo>
                  <a:pt x="1050908" y="121188"/>
                </a:lnTo>
                <a:lnTo>
                  <a:pt x="1051005" y="121020"/>
                </a:lnTo>
                <a:lnTo>
                  <a:pt x="1051096" y="120848"/>
                </a:lnTo>
                <a:lnTo>
                  <a:pt x="1051181" y="120674"/>
                </a:lnTo>
                <a:lnTo>
                  <a:pt x="1051261" y="120497"/>
                </a:lnTo>
                <a:lnTo>
                  <a:pt x="1051334" y="120318"/>
                </a:lnTo>
                <a:lnTo>
                  <a:pt x="1051402" y="120135"/>
                </a:lnTo>
                <a:lnTo>
                  <a:pt x="1051464" y="119950"/>
                </a:lnTo>
                <a:lnTo>
                  <a:pt x="1051520" y="119762"/>
                </a:lnTo>
                <a:lnTo>
                  <a:pt x="1051570" y="119571"/>
                </a:lnTo>
                <a:lnTo>
                  <a:pt x="1051614" y="119377"/>
                </a:lnTo>
                <a:lnTo>
                  <a:pt x="1051652" y="119180"/>
                </a:lnTo>
                <a:lnTo>
                  <a:pt x="1051684" y="118981"/>
                </a:lnTo>
                <a:lnTo>
                  <a:pt x="1051711" y="118779"/>
                </a:lnTo>
                <a:lnTo>
                  <a:pt x="1051731" y="118574"/>
                </a:lnTo>
                <a:lnTo>
                  <a:pt x="1051746" y="118366"/>
                </a:lnTo>
                <a:lnTo>
                  <a:pt x="1051755" y="118155"/>
                </a:lnTo>
                <a:lnTo>
                  <a:pt x="1051758" y="117942"/>
                </a:lnTo>
                <a:lnTo>
                  <a:pt x="1051755" y="117728"/>
                </a:lnTo>
                <a:lnTo>
                  <a:pt x="1051746" y="117518"/>
                </a:lnTo>
                <a:lnTo>
                  <a:pt x="1051731" y="117309"/>
                </a:lnTo>
                <a:lnTo>
                  <a:pt x="1051711" y="117104"/>
                </a:lnTo>
                <a:lnTo>
                  <a:pt x="1051684" y="116901"/>
                </a:lnTo>
                <a:lnTo>
                  <a:pt x="1051652" y="116701"/>
                </a:lnTo>
                <a:lnTo>
                  <a:pt x="1051614" y="116504"/>
                </a:lnTo>
                <a:lnTo>
                  <a:pt x="1051570" y="116309"/>
                </a:lnTo>
                <a:lnTo>
                  <a:pt x="1051520" y="116117"/>
                </a:lnTo>
                <a:lnTo>
                  <a:pt x="1051464" y="115928"/>
                </a:lnTo>
                <a:lnTo>
                  <a:pt x="1051402" y="115741"/>
                </a:lnTo>
                <a:lnTo>
                  <a:pt x="1051334" y="115557"/>
                </a:lnTo>
                <a:lnTo>
                  <a:pt x="1051261" y="115376"/>
                </a:lnTo>
                <a:lnTo>
                  <a:pt x="1051181" y="115197"/>
                </a:lnTo>
                <a:lnTo>
                  <a:pt x="1051096" y="115021"/>
                </a:lnTo>
                <a:lnTo>
                  <a:pt x="1051005" y="114848"/>
                </a:lnTo>
                <a:lnTo>
                  <a:pt x="1050908" y="114677"/>
                </a:lnTo>
                <a:lnTo>
                  <a:pt x="1050805" y="114509"/>
                </a:lnTo>
                <a:lnTo>
                  <a:pt x="1050696" y="114344"/>
                </a:lnTo>
                <a:lnTo>
                  <a:pt x="1050581" y="114182"/>
                </a:lnTo>
                <a:lnTo>
                  <a:pt x="1050461" y="114022"/>
                </a:lnTo>
                <a:lnTo>
                  <a:pt x="1050334" y="113865"/>
                </a:lnTo>
                <a:lnTo>
                  <a:pt x="1050202" y="113710"/>
                </a:lnTo>
                <a:lnTo>
                  <a:pt x="1050064" y="113559"/>
                </a:lnTo>
                <a:lnTo>
                  <a:pt x="1049920" y="113411"/>
                </a:lnTo>
                <a:lnTo>
                  <a:pt x="1049773" y="113270"/>
                </a:lnTo>
                <a:lnTo>
                  <a:pt x="1049622" y="113136"/>
                </a:lnTo>
                <a:lnTo>
                  <a:pt x="1049466" y="113007"/>
                </a:lnTo>
                <a:lnTo>
                  <a:pt x="1049306" y="112885"/>
                </a:lnTo>
                <a:lnTo>
                  <a:pt x="1049143" y="112769"/>
                </a:lnTo>
                <a:lnTo>
                  <a:pt x="1048975" y="112659"/>
                </a:lnTo>
                <a:lnTo>
                  <a:pt x="1048803" y="112556"/>
                </a:lnTo>
                <a:lnTo>
                  <a:pt x="1048627" y="112459"/>
                </a:lnTo>
                <a:lnTo>
                  <a:pt x="1048447" y="112368"/>
                </a:lnTo>
                <a:lnTo>
                  <a:pt x="1048263" y="112283"/>
                </a:lnTo>
                <a:lnTo>
                  <a:pt x="1048075" y="112205"/>
                </a:lnTo>
                <a:lnTo>
                  <a:pt x="1047882" y="112133"/>
                </a:lnTo>
                <a:lnTo>
                  <a:pt x="1047686" y="112067"/>
                </a:lnTo>
                <a:lnTo>
                  <a:pt x="1047485" y="112008"/>
                </a:lnTo>
                <a:lnTo>
                  <a:pt x="1047281" y="111954"/>
                </a:lnTo>
                <a:lnTo>
                  <a:pt x="1047072" y="111907"/>
                </a:lnTo>
                <a:lnTo>
                  <a:pt x="1046859" y="111867"/>
                </a:lnTo>
                <a:lnTo>
                  <a:pt x="1046642" y="111832"/>
                </a:lnTo>
                <a:lnTo>
                  <a:pt x="1046421" y="111804"/>
                </a:lnTo>
                <a:lnTo>
                  <a:pt x="1046196" y="111782"/>
                </a:lnTo>
                <a:lnTo>
                  <a:pt x="1045967" y="111766"/>
                </a:lnTo>
                <a:lnTo>
                  <a:pt x="1045734" y="111757"/>
                </a:lnTo>
                <a:lnTo>
                  <a:pt x="1045496" y="111754"/>
                </a:lnTo>
                <a:lnTo>
                  <a:pt x="1045253" y="111757"/>
                </a:lnTo>
                <a:lnTo>
                  <a:pt x="1045014" y="111766"/>
                </a:lnTo>
                <a:lnTo>
                  <a:pt x="1044780" y="111782"/>
                </a:lnTo>
                <a:lnTo>
                  <a:pt x="1044550" y="111804"/>
                </a:lnTo>
                <a:lnTo>
                  <a:pt x="1044324" y="111832"/>
                </a:lnTo>
                <a:lnTo>
                  <a:pt x="1044103" y="111867"/>
                </a:lnTo>
                <a:lnTo>
                  <a:pt x="1043887" y="111907"/>
                </a:lnTo>
                <a:lnTo>
                  <a:pt x="1043675" y="111954"/>
                </a:lnTo>
                <a:lnTo>
                  <a:pt x="1043467" y="112008"/>
                </a:lnTo>
                <a:lnTo>
                  <a:pt x="1043264" y="112067"/>
                </a:lnTo>
                <a:lnTo>
                  <a:pt x="1043066" y="112133"/>
                </a:lnTo>
                <a:lnTo>
                  <a:pt x="1042872" y="112205"/>
                </a:lnTo>
                <a:lnTo>
                  <a:pt x="1042682" y="112283"/>
                </a:lnTo>
                <a:lnTo>
                  <a:pt x="1042497" y="112368"/>
                </a:lnTo>
                <a:lnTo>
                  <a:pt x="1042316" y="112459"/>
                </a:lnTo>
                <a:lnTo>
                  <a:pt x="1042140" y="112556"/>
                </a:lnTo>
                <a:lnTo>
                  <a:pt x="1041968" y="112659"/>
                </a:lnTo>
                <a:lnTo>
                  <a:pt x="1041801" y="112769"/>
                </a:lnTo>
                <a:lnTo>
                  <a:pt x="1041639" y="112885"/>
                </a:lnTo>
                <a:lnTo>
                  <a:pt x="1041480" y="113007"/>
                </a:lnTo>
                <a:lnTo>
                  <a:pt x="1041326" y="113136"/>
                </a:lnTo>
                <a:lnTo>
                  <a:pt x="1041177" y="113270"/>
                </a:lnTo>
                <a:lnTo>
                  <a:pt x="1041032" y="113411"/>
                </a:lnTo>
                <a:lnTo>
                  <a:pt x="1040892" y="113559"/>
                </a:lnTo>
                <a:lnTo>
                  <a:pt x="1040757" y="113710"/>
                </a:lnTo>
                <a:lnTo>
                  <a:pt x="1040627" y="113865"/>
                </a:lnTo>
                <a:lnTo>
                  <a:pt x="1040503" y="114022"/>
                </a:lnTo>
                <a:lnTo>
                  <a:pt x="1040385" y="114182"/>
                </a:lnTo>
                <a:lnTo>
                  <a:pt x="1040273" y="114344"/>
                </a:lnTo>
                <a:lnTo>
                  <a:pt x="1040167" y="114509"/>
                </a:lnTo>
                <a:lnTo>
                  <a:pt x="1040066" y="114677"/>
                </a:lnTo>
                <a:lnTo>
                  <a:pt x="1039971" y="114848"/>
                </a:lnTo>
                <a:lnTo>
                  <a:pt x="1039882" y="115021"/>
                </a:lnTo>
                <a:lnTo>
                  <a:pt x="1039798" y="115197"/>
                </a:lnTo>
                <a:lnTo>
                  <a:pt x="1039721" y="115376"/>
                </a:lnTo>
                <a:lnTo>
                  <a:pt x="1039649" y="115557"/>
                </a:lnTo>
                <a:lnTo>
                  <a:pt x="1039583" y="115741"/>
                </a:lnTo>
                <a:lnTo>
                  <a:pt x="1039522" y="115928"/>
                </a:lnTo>
                <a:lnTo>
                  <a:pt x="1039467" y="116117"/>
                </a:lnTo>
                <a:lnTo>
                  <a:pt x="1039419" y="116309"/>
                </a:lnTo>
                <a:lnTo>
                  <a:pt x="1039375" y="116504"/>
                </a:lnTo>
                <a:lnTo>
                  <a:pt x="1039338" y="116701"/>
                </a:lnTo>
                <a:lnTo>
                  <a:pt x="1039306" y="116901"/>
                </a:lnTo>
                <a:lnTo>
                  <a:pt x="1039280" y="117104"/>
                </a:lnTo>
                <a:lnTo>
                  <a:pt x="1039260" y="117309"/>
                </a:lnTo>
                <a:lnTo>
                  <a:pt x="1039246" y="117518"/>
                </a:lnTo>
                <a:lnTo>
                  <a:pt x="1039237" y="117728"/>
                </a:lnTo>
                <a:lnTo>
                  <a:pt x="1039234" y="117942"/>
                </a:lnTo>
                <a:lnTo>
                  <a:pt x="1039237" y="118155"/>
                </a:lnTo>
                <a:lnTo>
                  <a:pt x="1039246" y="118366"/>
                </a:lnTo>
                <a:lnTo>
                  <a:pt x="1039260" y="118574"/>
                </a:lnTo>
                <a:lnTo>
                  <a:pt x="1039280" y="118779"/>
                </a:lnTo>
                <a:lnTo>
                  <a:pt x="1039306" y="118981"/>
                </a:lnTo>
                <a:lnTo>
                  <a:pt x="1039338" y="11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LLM">
            <a:extLst xmlns:a="http://schemas.openxmlformats.org/drawingml/2006/main">
              <a:ext uri="{FF2B5EF4-FFF2-40B4-BE49-F238E27FC236}">
                <a16:creationId xmlns:a16="http://schemas.microsoft.com/office/drawing/2014/main" id="{A2395190-F4C8-46C8-8FEC-339AB97F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775" y="3978235"/>
            <a:ext cx="310904" cy="116850"/>
          </a:xfrm>
          <a:custGeom xmlns:a="http://schemas.openxmlformats.org/drawingml/2006/main">
            <a:pathLst>
              <a:path w="310904" h="116850">
                <a:moveTo>
                  <a:pt x="0" y="116850"/>
                </a:moveTo>
                <a:lnTo>
                  <a:pt x="0" y="0"/>
                </a:lnTo>
                <a:lnTo>
                  <a:pt x="22713" y="0"/>
                </a:lnTo>
                <a:lnTo>
                  <a:pt x="22713" y="96935"/>
                </a:lnTo>
                <a:lnTo>
                  <a:pt x="82293" y="96935"/>
                </a:lnTo>
                <a:lnTo>
                  <a:pt x="82293" y="116850"/>
                </a:lnTo>
                <a:lnTo>
                  <a:pt x="0" y="116850"/>
                </a:lnTo>
                <a:close/>
                <a:moveTo>
                  <a:pt x="96119" y="116850"/>
                </a:moveTo>
                <a:lnTo>
                  <a:pt x="96119" y="0"/>
                </a:lnTo>
                <a:lnTo>
                  <a:pt x="118832" y="0"/>
                </a:lnTo>
                <a:lnTo>
                  <a:pt x="118832" y="96935"/>
                </a:lnTo>
                <a:lnTo>
                  <a:pt x="178412" y="96935"/>
                </a:lnTo>
                <a:lnTo>
                  <a:pt x="178412" y="116850"/>
                </a:lnTo>
                <a:lnTo>
                  <a:pt x="96119" y="116850"/>
                </a:lnTo>
                <a:close/>
                <a:moveTo>
                  <a:pt x="288191" y="116850"/>
                </a:moveTo>
                <a:lnTo>
                  <a:pt x="288191" y="40157"/>
                </a:lnTo>
                <a:lnTo>
                  <a:pt x="258235" y="97266"/>
                </a:lnTo>
                <a:lnTo>
                  <a:pt x="245563" y="97266"/>
                </a:lnTo>
                <a:lnTo>
                  <a:pt x="215609" y="40157"/>
                </a:lnTo>
                <a:lnTo>
                  <a:pt x="215609" y="116850"/>
                </a:lnTo>
                <a:lnTo>
                  <a:pt x="192896" y="116850"/>
                </a:lnTo>
                <a:lnTo>
                  <a:pt x="192896" y="0"/>
                </a:lnTo>
                <a:lnTo>
                  <a:pt x="217254" y="0"/>
                </a:lnTo>
                <a:lnTo>
                  <a:pt x="251818" y="66489"/>
                </a:lnTo>
                <a:lnTo>
                  <a:pt x="286709" y="0"/>
                </a:lnTo>
                <a:lnTo>
                  <a:pt x="310904" y="0"/>
                </a:lnTo>
                <a:lnTo>
                  <a:pt x="310904" y="116850"/>
                </a:lnTo>
                <a:lnTo>
                  <a:pt x="288191" y="1168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f3949b52d464a"/>
          <a:stretch xmlns:a="http://schemas.openxmlformats.org/drawingml/2006/main"/>
        </p:blipFill>
        <p:spPr>
          <a:xfrm xmlns:a="http://schemas.openxmlformats.org/drawingml/2006/main">
            <a:off x="10192311" y="1149248"/>
            <a:ext cx="268807" cy="264607"/>
          </a:xfrm>
          <a:prstGeom xmlns:a="http://schemas.openxmlformats.org/drawingml/2006/main" prst="rect">
            <a:avLst/>
          </a:prstGeom>
        </p:spPr>
      </p:pic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1B153-8C93-4666-8C32-889798C9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47" y="1148591"/>
            <a:ext cx="2001384" cy="433547"/>
          </a:xfrm>
          <a:custGeom xmlns:a="http://schemas.openxmlformats.org/drawingml/2006/main">
            <a:pathLst>
              <a:path w="2001384" h="433547">
                <a:moveTo>
                  <a:pt x="0" y="72256"/>
                </a:moveTo>
                <a:cubicBezTo>
                  <a:pt x="0" y="32347"/>
                  <a:pt x="32347" y="0"/>
                  <a:pt x="72256" y="0"/>
                </a:cubicBezTo>
                <a:lnTo>
                  <a:pt x="1929122" y="0"/>
                </a:lnTo>
                <a:cubicBezTo>
                  <a:pt x="1948267" y="0"/>
                  <a:pt x="1966660" y="7608"/>
                  <a:pt x="1980205" y="21153"/>
                </a:cubicBezTo>
                <a:cubicBezTo>
                  <a:pt x="1993770" y="34698"/>
                  <a:pt x="2001384" y="53090"/>
                  <a:pt x="2001384" y="72256"/>
                </a:cubicBezTo>
                <a:lnTo>
                  <a:pt x="2001384" y="361291"/>
                </a:lnTo>
                <a:cubicBezTo>
                  <a:pt x="2001384" y="401200"/>
                  <a:pt x="1969031" y="433547"/>
                  <a:pt x="1929122" y="433547"/>
                </a:cubicBezTo>
                <a:lnTo>
                  <a:pt x="72256" y="433547"/>
                </a:lnTo>
                <a:cubicBezTo>
                  <a:pt x="32347" y="433547"/>
                  <a:pt x="0" y="401200"/>
                  <a:pt x="0" y="361291"/>
                </a:cubicBezTo>
                <a:lnTo>
                  <a:pt x="0" y="72256"/>
                </a:lnTo>
                <a:close/>
                <a:moveTo>
                  <a:pt x="0" y="72256"/>
                </a:moveTo>
              </a:path>
            </a:pathLst>
          </a:custGeom>
          <a:solidFill xmlns:a="http://schemas.openxmlformats.org/drawingml/2006/main">
            <a:srgbClr val="FFF2CC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I'mtryingtoimplementX.">
            <a:extLst xmlns:a="http://schemas.openxmlformats.org/drawingml/2006/main">
              <a:ext uri="{FF2B5EF4-FFF2-40B4-BE49-F238E27FC236}">
                <a16:creationId xmlns:a16="http://schemas.microsoft.com/office/drawing/2014/main" id="{2E6C3201-BBC2-426B-8AFD-4AFB9DA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587" y="1304627"/>
            <a:ext cx="1696666" cy="144610"/>
          </a:xfrm>
          <a:custGeom xmlns:a="http://schemas.openxmlformats.org/drawingml/2006/main">
            <a:pathLst>
              <a:path w="1696666" h="144610">
                <a:moveTo>
                  <a:pt x="403637" y="11485"/>
                </a:moveTo>
                <a:lnTo>
                  <a:pt x="403673" y="11672"/>
                </a:lnTo>
                <a:lnTo>
                  <a:pt x="403714" y="11856"/>
                </a:lnTo>
                <a:lnTo>
                  <a:pt x="403761" y="12038"/>
                </a:lnTo>
                <a:lnTo>
                  <a:pt x="403813" y="12218"/>
                </a:lnTo>
                <a:lnTo>
                  <a:pt x="403871" y="12395"/>
                </a:lnTo>
                <a:lnTo>
                  <a:pt x="403934" y="12570"/>
                </a:lnTo>
                <a:lnTo>
                  <a:pt x="404003" y="12742"/>
                </a:lnTo>
                <a:lnTo>
                  <a:pt x="404077" y="12912"/>
                </a:lnTo>
                <a:lnTo>
                  <a:pt x="404157" y="13079"/>
                </a:lnTo>
                <a:lnTo>
                  <a:pt x="404242" y="13244"/>
                </a:lnTo>
                <a:lnTo>
                  <a:pt x="404333" y="13406"/>
                </a:lnTo>
                <a:lnTo>
                  <a:pt x="404429" y="13566"/>
                </a:lnTo>
                <a:lnTo>
                  <a:pt x="404531" y="13724"/>
                </a:lnTo>
                <a:lnTo>
                  <a:pt x="404638" y="13879"/>
                </a:lnTo>
                <a:lnTo>
                  <a:pt x="404751" y="14032"/>
                </a:lnTo>
                <a:lnTo>
                  <a:pt x="404869" y="14182"/>
                </a:lnTo>
                <a:lnTo>
                  <a:pt x="404993" y="14330"/>
                </a:lnTo>
                <a:lnTo>
                  <a:pt x="405122" y="14476"/>
                </a:lnTo>
                <a:lnTo>
                  <a:pt x="405257" y="14617"/>
                </a:lnTo>
                <a:lnTo>
                  <a:pt x="405395" y="14752"/>
                </a:lnTo>
                <a:lnTo>
                  <a:pt x="405538" y="14881"/>
                </a:lnTo>
                <a:lnTo>
                  <a:pt x="405686" y="15005"/>
                </a:lnTo>
                <a:lnTo>
                  <a:pt x="405838" y="15122"/>
                </a:lnTo>
                <a:lnTo>
                  <a:pt x="405995" y="15233"/>
                </a:lnTo>
                <a:lnTo>
                  <a:pt x="406156" y="15338"/>
                </a:lnTo>
                <a:lnTo>
                  <a:pt x="406321" y="15437"/>
                </a:lnTo>
                <a:lnTo>
                  <a:pt x="406492" y="15531"/>
                </a:lnTo>
                <a:lnTo>
                  <a:pt x="406666" y="15618"/>
                </a:lnTo>
                <a:lnTo>
                  <a:pt x="406845" y="15699"/>
                </a:lnTo>
                <a:lnTo>
                  <a:pt x="407028" y="15774"/>
                </a:lnTo>
                <a:lnTo>
                  <a:pt x="407216" y="15843"/>
                </a:lnTo>
                <a:lnTo>
                  <a:pt x="407409" y="15906"/>
                </a:lnTo>
                <a:lnTo>
                  <a:pt x="407606" y="15963"/>
                </a:lnTo>
                <a:lnTo>
                  <a:pt x="407807" y="16015"/>
                </a:lnTo>
                <a:lnTo>
                  <a:pt x="408013" y="16060"/>
                </a:lnTo>
                <a:lnTo>
                  <a:pt x="408223" y="16099"/>
                </a:lnTo>
                <a:lnTo>
                  <a:pt x="408438" y="16132"/>
                </a:lnTo>
                <a:lnTo>
                  <a:pt x="408657" y="16159"/>
                </a:lnTo>
                <a:lnTo>
                  <a:pt x="408881" y="16180"/>
                </a:lnTo>
                <a:lnTo>
                  <a:pt x="409109" y="16195"/>
                </a:lnTo>
                <a:lnTo>
                  <a:pt x="409342" y="16204"/>
                </a:lnTo>
                <a:lnTo>
                  <a:pt x="409579" y="16207"/>
                </a:lnTo>
                <a:lnTo>
                  <a:pt x="409811" y="16204"/>
                </a:lnTo>
                <a:lnTo>
                  <a:pt x="410038" y="16195"/>
                </a:lnTo>
                <a:lnTo>
                  <a:pt x="410261" y="16180"/>
                </a:lnTo>
                <a:lnTo>
                  <a:pt x="410481" y="16159"/>
                </a:lnTo>
                <a:lnTo>
                  <a:pt x="410696" y="16132"/>
                </a:lnTo>
                <a:lnTo>
                  <a:pt x="410908" y="16099"/>
                </a:lnTo>
                <a:lnTo>
                  <a:pt x="411115" y="16060"/>
                </a:lnTo>
                <a:lnTo>
                  <a:pt x="411319" y="16015"/>
                </a:lnTo>
                <a:lnTo>
                  <a:pt x="411518" y="15963"/>
                </a:lnTo>
                <a:lnTo>
                  <a:pt x="411714" y="15906"/>
                </a:lnTo>
                <a:lnTo>
                  <a:pt x="411905" y="15843"/>
                </a:lnTo>
                <a:lnTo>
                  <a:pt x="412093" y="15774"/>
                </a:lnTo>
                <a:lnTo>
                  <a:pt x="412277" y="15699"/>
                </a:lnTo>
                <a:lnTo>
                  <a:pt x="412457" y="15618"/>
                </a:lnTo>
                <a:lnTo>
                  <a:pt x="412632" y="15531"/>
                </a:lnTo>
                <a:lnTo>
                  <a:pt x="412804" y="15437"/>
                </a:lnTo>
                <a:lnTo>
                  <a:pt x="412972" y="15338"/>
                </a:lnTo>
                <a:lnTo>
                  <a:pt x="413136" y="15233"/>
                </a:lnTo>
                <a:lnTo>
                  <a:pt x="413296" y="15122"/>
                </a:lnTo>
                <a:lnTo>
                  <a:pt x="413452" y="15005"/>
                </a:lnTo>
                <a:lnTo>
                  <a:pt x="413604" y="14881"/>
                </a:lnTo>
                <a:lnTo>
                  <a:pt x="413752" y="14752"/>
                </a:lnTo>
                <a:lnTo>
                  <a:pt x="413896" y="14617"/>
                </a:lnTo>
                <a:lnTo>
                  <a:pt x="414036" y="14476"/>
                </a:lnTo>
                <a:lnTo>
                  <a:pt x="414171" y="14330"/>
                </a:lnTo>
                <a:lnTo>
                  <a:pt x="414301" y="14182"/>
                </a:lnTo>
                <a:lnTo>
                  <a:pt x="414425" y="14032"/>
                </a:lnTo>
                <a:lnTo>
                  <a:pt x="414543" y="13879"/>
                </a:lnTo>
                <a:lnTo>
                  <a:pt x="414655" y="13724"/>
                </a:lnTo>
                <a:lnTo>
                  <a:pt x="414761" y="13566"/>
                </a:lnTo>
                <a:lnTo>
                  <a:pt x="414862" y="13406"/>
                </a:lnTo>
                <a:lnTo>
                  <a:pt x="414957" y="13244"/>
                </a:lnTo>
                <a:lnTo>
                  <a:pt x="415046" y="13079"/>
                </a:lnTo>
                <a:lnTo>
                  <a:pt x="415130" y="12912"/>
                </a:lnTo>
                <a:lnTo>
                  <a:pt x="415207" y="12742"/>
                </a:lnTo>
                <a:lnTo>
                  <a:pt x="415279" y="12570"/>
                </a:lnTo>
                <a:lnTo>
                  <a:pt x="415345" y="12395"/>
                </a:lnTo>
                <a:lnTo>
                  <a:pt x="415406" y="12218"/>
                </a:lnTo>
                <a:lnTo>
                  <a:pt x="415461" y="12038"/>
                </a:lnTo>
                <a:lnTo>
                  <a:pt x="415509" y="11856"/>
                </a:lnTo>
                <a:lnTo>
                  <a:pt x="415553" y="11672"/>
                </a:lnTo>
                <a:lnTo>
                  <a:pt x="415590" y="11485"/>
                </a:lnTo>
                <a:lnTo>
                  <a:pt x="415622" y="11296"/>
                </a:lnTo>
                <a:lnTo>
                  <a:pt x="415648" y="11104"/>
                </a:lnTo>
                <a:lnTo>
                  <a:pt x="415668" y="10910"/>
                </a:lnTo>
                <a:lnTo>
                  <a:pt x="415682" y="10714"/>
                </a:lnTo>
                <a:lnTo>
                  <a:pt x="415691" y="10515"/>
                </a:lnTo>
                <a:lnTo>
                  <a:pt x="415694" y="10313"/>
                </a:lnTo>
                <a:lnTo>
                  <a:pt x="415691" y="10106"/>
                </a:lnTo>
                <a:lnTo>
                  <a:pt x="415682" y="9901"/>
                </a:lnTo>
                <a:lnTo>
                  <a:pt x="415668" y="9699"/>
                </a:lnTo>
                <a:lnTo>
                  <a:pt x="415648" y="9500"/>
                </a:lnTo>
                <a:lnTo>
                  <a:pt x="415622" y="9303"/>
                </a:lnTo>
                <a:lnTo>
                  <a:pt x="415590" y="9109"/>
                </a:lnTo>
                <a:lnTo>
                  <a:pt x="415553" y="8918"/>
                </a:lnTo>
                <a:lnTo>
                  <a:pt x="415509" y="8730"/>
                </a:lnTo>
                <a:lnTo>
                  <a:pt x="415461" y="8544"/>
                </a:lnTo>
                <a:lnTo>
                  <a:pt x="415406" y="8361"/>
                </a:lnTo>
                <a:lnTo>
                  <a:pt x="415345" y="8180"/>
                </a:lnTo>
                <a:lnTo>
                  <a:pt x="415279" y="8002"/>
                </a:lnTo>
                <a:lnTo>
                  <a:pt x="415207" y="7827"/>
                </a:lnTo>
                <a:lnTo>
                  <a:pt x="415130" y="7655"/>
                </a:lnTo>
                <a:lnTo>
                  <a:pt x="415046" y="7485"/>
                </a:lnTo>
                <a:lnTo>
                  <a:pt x="414957" y="7318"/>
                </a:lnTo>
                <a:lnTo>
                  <a:pt x="414862" y="7153"/>
                </a:lnTo>
                <a:lnTo>
                  <a:pt x="414761" y="6992"/>
                </a:lnTo>
                <a:lnTo>
                  <a:pt x="414655" y="6832"/>
                </a:lnTo>
                <a:lnTo>
                  <a:pt x="414543" y="6676"/>
                </a:lnTo>
                <a:lnTo>
                  <a:pt x="414425" y="6522"/>
                </a:lnTo>
                <a:lnTo>
                  <a:pt x="414301" y="6371"/>
                </a:lnTo>
                <a:lnTo>
                  <a:pt x="414171" y="6223"/>
                </a:lnTo>
                <a:lnTo>
                  <a:pt x="414036" y="6078"/>
                </a:lnTo>
                <a:lnTo>
                  <a:pt x="413896" y="5936"/>
                </a:lnTo>
                <a:lnTo>
                  <a:pt x="413752" y="5801"/>
                </a:lnTo>
                <a:lnTo>
                  <a:pt x="413604" y="5672"/>
                </a:lnTo>
                <a:lnTo>
                  <a:pt x="413452" y="5549"/>
                </a:lnTo>
                <a:lnTo>
                  <a:pt x="413296" y="5431"/>
                </a:lnTo>
                <a:lnTo>
                  <a:pt x="413136" y="5320"/>
                </a:lnTo>
                <a:lnTo>
                  <a:pt x="412972" y="5215"/>
                </a:lnTo>
                <a:lnTo>
                  <a:pt x="412804" y="5116"/>
                </a:lnTo>
                <a:lnTo>
                  <a:pt x="412632" y="5023"/>
                </a:lnTo>
                <a:lnTo>
                  <a:pt x="412457" y="4935"/>
                </a:lnTo>
                <a:lnTo>
                  <a:pt x="412277" y="4854"/>
                </a:lnTo>
                <a:lnTo>
                  <a:pt x="412093" y="4779"/>
                </a:lnTo>
                <a:lnTo>
                  <a:pt x="411905" y="4710"/>
                </a:lnTo>
                <a:lnTo>
                  <a:pt x="411714" y="4647"/>
                </a:lnTo>
                <a:lnTo>
                  <a:pt x="411518" y="4590"/>
                </a:lnTo>
                <a:lnTo>
                  <a:pt x="411319" y="4539"/>
                </a:lnTo>
                <a:lnTo>
                  <a:pt x="411115" y="4494"/>
                </a:lnTo>
                <a:lnTo>
                  <a:pt x="410908" y="4455"/>
                </a:lnTo>
                <a:lnTo>
                  <a:pt x="410696" y="4422"/>
                </a:lnTo>
                <a:lnTo>
                  <a:pt x="410481" y="4394"/>
                </a:lnTo>
                <a:lnTo>
                  <a:pt x="410261" y="4373"/>
                </a:lnTo>
                <a:lnTo>
                  <a:pt x="410038" y="4358"/>
                </a:lnTo>
                <a:lnTo>
                  <a:pt x="409811" y="4349"/>
                </a:lnTo>
                <a:lnTo>
                  <a:pt x="409579" y="4346"/>
                </a:lnTo>
                <a:lnTo>
                  <a:pt x="409342" y="4349"/>
                </a:lnTo>
                <a:lnTo>
                  <a:pt x="409109" y="4358"/>
                </a:lnTo>
                <a:lnTo>
                  <a:pt x="408881" y="4373"/>
                </a:lnTo>
                <a:lnTo>
                  <a:pt x="408657" y="4394"/>
                </a:lnTo>
                <a:lnTo>
                  <a:pt x="408438" y="4422"/>
                </a:lnTo>
                <a:lnTo>
                  <a:pt x="408223" y="4455"/>
                </a:lnTo>
                <a:lnTo>
                  <a:pt x="408013" y="4494"/>
                </a:lnTo>
                <a:lnTo>
                  <a:pt x="407807" y="4539"/>
                </a:lnTo>
                <a:lnTo>
                  <a:pt x="407606" y="4590"/>
                </a:lnTo>
                <a:lnTo>
                  <a:pt x="407409" y="4647"/>
                </a:lnTo>
                <a:lnTo>
                  <a:pt x="407216" y="4710"/>
                </a:lnTo>
                <a:lnTo>
                  <a:pt x="407028" y="4779"/>
                </a:lnTo>
                <a:lnTo>
                  <a:pt x="406845" y="4854"/>
                </a:lnTo>
                <a:lnTo>
                  <a:pt x="406666" y="4935"/>
                </a:lnTo>
                <a:lnTo>
                  <a:pt x="406492" y="5023"/>
                </a:lnTo>
                <a:lnTo>
                  <a:pt x="406321" y="5116"/>
                </a:lnTo>
                <a:lnTo>
                  <a:pt x="406156" y="5215"/>
                </a:lnTo>
                <a:lnTo>
                  <a:pt x="405995" y="5320"/>
                </a:lnTo>
                <a:lnTo>
                  <a:pt x="405838" y="5431"/>
                </a:lnTo>
                <a:lnTo>
                  <a:pt x="405686" y="5549"/>
                </a:lnTo>
                <a:lnTo>
                  <a:pt x="405538" y="5672"/>
                </a:lnTo>
                <a:lnTo>
                  <a:pt x="405395" y="5801"/>
                </a:lnTo>
                <a:lnTo>
                  <a:pt x="405257" y="5936"/>
                </a:lnTo>
                <a:lnTo>
                  <a:pt x="405122" y="6078"/>
                </a:lnTo>
                <a:lnTo>
                  <a:pt x="404993" y="6223"/>
                </a:lnTo>
                <a:lnTo>
                  <a:pt x="404869" y="6371"/>
                </a:lnTo>
                <a:lnTo>
                  <a:pt x="404751" y="6522"/>
                </a:lnTo>
                <a:lnTo>
                  <a:pt x="404638" y="6676"/>
                </a:lnTo>
                <a:lnTo>
                  <a:pt x="404531" y="6832"/>
                </a:lnTo>
                <a:lnTo>
                  <a:pt x="404429" y="6992"/>
                </a:lnTo>
                <a:lnTo>
                  <a:pt x="404333" y="7153"/>
                </a:lnTo>
                <a:lnTo>
                  <a:pt x="404242" y="7318"/>
                </a:lnTo>
                <a:lnTo>
                  <a:pt x="404157" y="7485"/>
                </a:lnTo>
                <a:lnTo>
                  <a:pt x="404077" y="7655"/>
                </a:lnTo>
                <a:lnTo>
                  <a:pt x="404003" y="7827"/>
                </a:lnTo>
                <a:lnTo>
                  <a:pt x="403934" y="8002"/>
                </a:lnTo>
                <a:lnTo>
                  <a:pt x="403871" y="8180"/>
                </a:lnTo>
                <a:lnTo>
                  <a:pt x="403813" y="8361"/>
                </a:lnTo>
                <a:lnTo>
                  <a:pt x="403761" y="8544"/>
                </a:lnTo>
                <a:lnTo>
                  <a:pt x="403714" y="8730"/>
                </a:lnTo>
                <a:lnTo>
                  <a:pt x="403673" y="8918"/>
                </a:lnTo>
                <a:lnTo>
                  <a:pt x="403637" y="9109"/>
                </a:lnTo>
                <a:lnTo>
                  <a:pt x="403607" y="9303"/>
                </a:lnTo>
                <a:lnTo>
                  <a:pt x="403582" y="9500"/>
                </a:lnTo>
                <a:lnTo>
                  <a:pt x="403563" y="9699"/>
                </a:lnTo>
                <a:lnTo>
                  <a:pt x="403549" y="9901"/>
                </a:lnTo>
                <a:lnTo>
                  <a:pt x="403541" y="10106"/>
                </a:lnTo>
                <a:lnTo>
                  <a:pt x="403538" y="10313"/>
                </a:lnTo>
                <a:lnTo>
                  <a:pt x="403541" y="10515"/>
                </a:lnTo>
                <a:lnTo>
                  <a:pt x="403549" y="10714"/>
                </a:lnTo>
                <a:lnTo>
                  <a:pt x="403563" y="10910"/>
                </a:lnTo>
                <a:lnTo>
                  <a:pt x="403582" y="11104"/>
                </a:lnTo>
                <a:lnTo>
                  <a:pt x="403607" y="11296"/>
                </a:lnTo>
                <a:lnTo>
                  <a:pt x="403637" y="11485"/>
                </a:lnTo>
                <a:close/>
                <a:moveTo>
                  <a:pt x="41387" y="0"/>
                </a:moveTo>
                <a:lnTo>
                  <a:pt x="33873" y="0"/>
                </a:lnTo>
                <a:lnTo>
                  <a:pt x="33873" y="10976"/>
                </a:lnTo>
                <a:lnTo>
                  <a:pt x="33505" y="32856"/>
                </a:lnTo>
                <a:lnTo>
                  <a:pt x="40135" y="32856"/>
                </a:lnTo>
                <a:lnTo>
                  <a:pt x="41387" y="10240"/>
                </a:lnTo>
                <a:lnTo>
                  <a:pt x="41387" y="0"/>
                </a:lnTo>
                <a:close/>
                <a:moveTo>
                  <a:pt x="221660" y="40665"/>
                </a:moveTo>
                <a:lnTo>
                  <a:pt x="236320" y="40665"/>
                </a:lnTo>
                <a:lnTo>
                  <a:pt x="236320" y="93705"/>
                </a:lnTo>
                <a:lnTo>
                  <a:pt x="236324" y="94362"/>
                </a:lnTo>
                <a:lnTo>
                  <a:pt x="236336" y="95008"/>
                </a:lnTo>
                <a:lnTo>
                  <a:pt x="236355" y="95641"/>
                </a:lnTo>
                <a:lnTo>
                  <a:pt x="236382" y="96263"/>
                </a:lnTo>
                <a:lnTo>
                  <a:pt x="236416" y="96873"/>
                </a:lnTo>
                <a:lnTo>
                  <a:pt x="236458" y="97472"/>
                </a:lnTo>
                <a:lnTo>
                  <a:pt x="236508" y="98058"/>
                </a:lnTo>
                <a:lnTo>
                  <a:pt x="236566" y="98633"/>
                </a:lnTo>
                <a:lnTo>
                  <a:pt x="236631" y="99196"/>
                </a:lnTo>
                <a:lnTo>
                  <a:pt x="236704" y="99747"/>
                </a:lnTo>
                <a:lnTo>
                  <a:pt x="236785" y="100286"/>
                </a:lnTo>
                <a:lnTo>
                  <a:pt x="236873" y="100814"/>
                </a:lnTo>
                <a:lnTo>
                  <a:pt x="236969" y="101330"/>
                </a:lnTo>
                <a:lnTo>
                  <a:pt x="237072" y="101834"/>
                </a:lnTo>
                <a:lnTo>
                  <a:pt x="237184" y="102327"/>
                </a:lnTo>
                <a:lnTo>
                  <a:pt x="237303" y="102807"/>
                </a:lnTo>
                <a:lnTo>
                  <a:pt x="237429" y="103276"/>
                </a:lnTo>
                <a:lnTo>
                  <a:pt x="237563" y="103733"/>
                </a:lnTo>
                <a:lnTo>
                  <a:pt x="237705" y="104179"/>
                </a:lnTo>
                <a:lnTo>
                  <a:pt x="237855" y="104612"/>
                </a:lnTo>
                <a:lnTo>
                  <a:pt x="238012" y="105034"/>
                </a:lnTo>
                <a:lnTo>
                  <a:pt x="238177" y="105444"/>
                </a:lnTo>
                <a:lnTo>
                  <a:pt x="238350" y="105842"/>
                </a:lnTo>
                <a:lnTo>
                  <a:pt x="238530" y="106229"/>
                </a:lnTo>
                <a:lnTo>
                  <a:pt x="238717" y="106605"/>
                </a:lnTo>
                <a:lnTo>
                  <a:pt x="238910" y="106972"/>
                </a:lnTo>
                <a:lnTo>
                  <a:pt x="239109" y="107329"/>
                </a:lnTo>
                <a:lnTo>
                  <a:pt x="239314" y="107678"/>
                </a:lnTo>
                <a:lnTo>
                  <a:pt x="239525" y="108017"/>
                </a:lnTo>
                <a:lnTo>
                  <a:pt x="239741" y="108347"/>
                </a:lnTo>
                <a:lnTo>
                  <a:pt x="239964" y="108667"/>
                </a:lnTo>
                <a:lnTo>
                  <a:pt x="240192" y="108979"/>
                </a:lnTo>
                <a:lnTo>
                  <a:pt x="240426" y="109281"/>
                </a:lnTo>
                <a:lnTo>
                  <a:pt x="240666" y="109575"/>
                </a:lnTo>
                <a:lnTo>
                  <a:pt x="240912" y="109858"/>
                </a:lnTo>
                <a:lnTo>
                  <a:pt x="241164" y="110133"/>
                </a:lnTo>
                <a:lnTo>
                  <a:pt x="241422" y="110399"/>
                </a:lnTo>
                <a:lnTo>
                  <a:pt x="241685" y="110655"/>
                </a:lnTo>
                <a:lnTo>
                  <a:pt x="241955" y="110902"/>
                </a:lnTo>
                <a:lnTo>
                  <a:pt x="242230" y="111140"/>
                </a:lnTo>
                <a:lnTo>
                  <a:pt x="242511" y="111369"/>
                </a:lnTo>
                <a:lnTo>
                  <a:pt x="242798" y="111588"/>
                </a:lnTo>
                <a:lnTo>
                  <a:pt x="243092" y="111798"/>
                </a:lnTo>
                <a:lnTo>
                  <a:pt x="243390" y="111999"/>
                </a:lnTo>
                <a:lnTo>
                  <a:pt x="243695" y="112191"/>
                </a:lnTo>
                <a:lnTo>
                  <a:pt x="244006" y="112374"/>
                </a:lnTo>
                <a:lnTo>
                  <a:pt x="244322" y="112547"/>
                </a:lnTo>
                <a:lnTo>
                  <a:pt x="244645" y="112712"/>
                </a:lnTo>
                <a:lnTo>
                  <a:pt x="244972" y="112868"/>
                </a:lnTo>
                <a:lnTo>
                  <a:pt x="245304" y="113017"/>
                </a:lnTo>
                <a:lnTo>
                  <a:pt x="245639" y="113160"/>
                </a:lnTo>
                <a:lnTo>
                  <a:pt x="245979" y="113297"/>
                </a:lnTo>
                <a:lnTo>
                  <a:pt x="246323" y="113426"/>
                </a:lnTo>
                <a:lnTo>
                  <a:pt x="246671" y="113549"/>
                </a:lnTo>
                <a:lnTo>
                  <a:pt x="247023" y="113666"/>
                </a:lnTo>
                <a:lnTo>
                  <a:pt x="247379" y="113776"/>
                </a:lnTo>
                <a:lnTo>
                  <a:pt x="247739" y="113879"/>
                </a:lnTo>
                <a:lnTo>
                  <a:pt x="248103" y="113975"/>
                </a:lnTo>
                <a:lnTo>
                  <a:pt x="248471" y="114065"/>
                </a:lnTo>
                <a:lnTo>
                  <a:pt x="248844" y="114148"/>
                </a:lnTo>
                <a:lnTo>
                  <a:pt x="249220" y="114225"/>
                </a:lnTo>
                <a:lnTo>
                  <a:pt x="249601" y="114294"/>
                </a:lnTo>
                <a:lnTo>
                  <a:pt x="249986" y="114358"/>
                </a:lnTo>
                <a:lnTo>
                  <a:pt x="250375" y="114414"/>
                </a:lnTo>
                <a:lnTo>
                  <a:pt x="250767" y="114464"/>
                </a:lnTo>
                <a:lnTo>
                  <a:pt x="251164" y="114507"/>
                </a:lnTo>
                <a:lnTo>
                  <a:pt x="251565" y="114544"/>
                </a:lnTo>
                <a:lnTo>
                  <a:pt x="251971" y="114574"/>
                </a:lnTo>
                <a:lnTo>
                  <a:pt x="252380" y="114597"/>
                </a:lnTo>
                <a:lnTo>
                  <a:pt x="252793" y="114614"/>
                </a:lnTo>
                <a:lnTo>
                  <a:pt x="253211" y="114624"/>
                </a:lnTo>
                <a:lnTo>
                  <a:pt x="253632" y="114627"/>
                </a:lnTo>
                <a:lnTo>
                  <a:pt x="253847" y="114626"/>
                </a:lnTo>
                <a:lnTo>
                  <a:pt x="254062" y="114625"/>
                </a:lnTo>
                <a:lnTo>
                  <a:pt x="254277" y="114622"/>
                </a:lnTo>
                <a:lnTo>
                  <a:pt x="254493" y="114618"/>
                </a:lnTo>
                <a:lnTo>
                  <a:pt x="254708" y="114612"/>
                </a:lnTo>
                <a:lnTo>
                  <a:pt x="254924" y="114606"/>
                </a:lnTo>
                <a:lnTo>
                  <a:pt x="255139" y="114599"/>
                </a:lnTo>
                <a:lnTo>
                  <a:pt x="255355" y="114590"/>
                </a:lnTo>
                <a:lnTo>
                  <a:pt x="255571" y="114580"/>
                </a:lnTo>
                <a:lnTo>
                  <a:pt x="255787" y="114569"/>
                </a:lnTo>
                <a:lnTo>
                  <a:pt x="256003" y="114557"/>
                </a:lnTo>
                <a:lnTo>
                  <a:pt x="256220" y="114544"/>
                </a:lnTo>
                <a:lnTo>
                  <a:pt x="256436" y="114530"/>
                </a:lnTo>
                <a:lnTo>
                  <a:pt x="256653" y="114514"/>
                </a:lnTo>
                <a:lnTo>
                  <a:pt x="256870" y="114497"/>
                </a:lnTo>
                <a:lnTo>
                  <a:pt x="257086" y="114480"/>
                </a:lnTo>
                <a:lnTo>
                  <a:pt x="257303" y="114461"/>
                </a:lnTo>
                <a:lnTo>
                  <a:pt x="257521" y="114440"/>
                </a:lnTo>
                <a:lnTo>
                  <a:pt x="257738" y="114419"/>
                </a:lnTo>
                <a:lnTo>
                  <a:pt x="257955" y="114397"/>
                </a:lnTo>
                <a:lnTo>
                  <a:pt x="258173" y="114373"/>
                </a:lnTo>
                <a:lnTo>
                  <a:pt x="258390" y="114348"/>
                </a:lnTo>
                <a:lnTo>
                  <a:pt x="258608" y="114322"/>
                </a:lnTo>
                <a:lnTo>
                  <a:pt x="258826" y="114295"/>
                </a:lnTo>
                <a:lnTo>
                  <a:pt x="259042" y="114267"/>
                </a:lnTo>
                <a:lnTo>
                  <a:pt x="259255" y="114239"/>
                </a:lnTo>
                <a:lnTo>
                  <a:pt x="259464" y="114210"/>
                </a:lnTo>
                <a:lnTo>
                  <a:pt x="259670" y="114180"/>
                </a:lnTo>
                <a:lnTo>
                  <a:pt x="259872" y="114149"/>
                </a:lnTo>
                <a:lnTo>
                  <a:pt x="260071" y="114118"/>
                </a:lnTo>
                <a:lnTo>
                  <a:pt x="260267" y="114086"/>
                </a:lnTo>
                <a:lnTo>
                  <a:pt x="260459" y="114054"/>
                </a:lnTo>
                <a:lnTo>
                  <a:pt x="260647" y="114021"/>
                </a:lnTo>
                <a:lnTo>
                  <a:pt x="260832" y="113987"/>
                </a:lnTo>
                <a:lnTo>
                  <a:pt x="261014" y="113953"/>
                </a:lnTo>
                <a:lnTo>
                  <a:pt x="261192" y="113918"/>
                </a:lnTo>
                <a:lnTo>
                  <a:pt x="261367" y="113882"/>
                </a:lnTo>
                <a:lnTo>
                  <a:pt x="261538" y="113846"/>
                </a:lnTo>
                <a:lnTo>
                  <a:pt x="261706" y="113809"/>
                </a:lnTo>
                <a:lnTo>
                  <a:pt x="261871" y="113772"/>
                </a:lnTo>
                <a:lnTo>
                  <a:pt x="262032" y="113733"/>
                </a:lnTo>
                <a:lnTo>
                  <a:pt x="262189" y="113695"/>
                </a:lnTo>
                <a:lnTo>
                  <a:pt x="262343" y="113655"/>
                </a:lnTo>
                <a:lnTo>
                  <a:pt x="262494" y="113615"/>
                </a:lnTo>
                <a:lnTo>
                  <a:pt x="262641" y="113574"/>
                </a:lnTo>
                <a:lnTo>
                  <a:pt x="262785" y="113533"/>
                </a:lnTo>
                <a:lnTo>
                  <a:pt x="262925" y="113491"/>
                </a:lnTo>
                <a:lnTo>
                  <a:pt x="263062" y="113448"/>
                </a:lnTo>
                <a:lnTo>
                  <a:pt x="262693" y="106008"/>
                </a:lnTo>
                <a:lnTo>
                  <a:pt x="262564" y="106026"/>
                </a:lnTo>
                <a:lnTo>
                  <a:pt x="262434" y="106045"/>
                </a:lnTo>
                <a:lnTo>
                  <a:pt x="262303" y="106064"/>
                </a:lnTo>
                <a:lnTo>
                  <a:pt x="262171" y="106082"/>
                </a:lnTo>
                <a:lnTo>
                  <a:pt x="262038" y="106101"/>
                </a:lnTo>
                <a:lnTo>
                  <a:pt x="261904" y="106121"/>
                </a:lnTo>
                <a:lnTo>
                  <a:pt x="261769" y="106140"/>
                </a:lnTo>
                <a:lnTo>
                  <a:pt x="261633" y="106159"/>
                </a:lnTo>
                <a:lnTo>
                  <a:pt x="261497" y="106179"/>
                </a:lnTo>
                <a:lnTo>
                  <a:pt x="261359" y="106198"/>
                </a:lnTo>
                <a:lnTo>
                  <a:pt x="261221" y="106218"/>
                </a:lnTo>
                <a:lnTo>
                  <a:pt x="261082" y="106238"/>
                </a:lnTo>
                <a:lnTo>
                  <a:pt x="260942" y="106258"/>
                </a:lnTo>
                <a:lnTo>
                  <a:pt x="260801" y="106278"/>
                </a:lnTo>
                <a:lnTo>
                  <a:pt x="260659" y="106298"/>
                </a:lnTo>
                <a:lnTo>
                  <a:pt x="260516" y="106319"/>
                </a:lnTo>
                <a:lnTo>
                  <a:pt x="260372" y="106339"/>
                </a:lnTo>
                <a:lnTo>
                  <a:pt x="260228" y="106360"/>
                </a:lnTo>
                <a:lnTo>
                  <a:pt x="260082" y="106381"/>
                </a:lnTo>
                <a:lnTo>
                  <a:pt x="259936" y="106402"/>
                </a:lnTo>
                <a:lnTo>
                  <a:pt x="259789" y="106423"/>
                </a:lnTo>
                <a:lnTo>
                  <a:pt x="259641" y="106444"/>
                </a:lnTo>
                <a:lnTo>
                  <a:pt x="259491" y="106465"/>
                </a:lnTo>
                <a:lnTo>
                  <a:pt x="259341" y="106487"/>
                </a:lnTo>
                <a:lnTo>
                  <a:pt x="259191" y="106508"/>
                </a:lnTo>
                <a:lnTo>
                  <a:pt x="259039" y="106528"/>
                </a:lnTo>
                <a:lnTo>
                  <a:pt x="258887" y="106547"/>
                </a:lnTo>
                <a:lnTo>
                  <a:pt x="258735" y="106565"/>
                </a:lnTo>
                <a:lnTo>
                  <a:pt x="258581" y="106583"/>
                </a:lnTo>
                <a:lnTo>
                  <a:pt x="258428" y="106599"/>
                </a:lnTo>
                <a:lnTo>
                  <a:pt x="258273" y="106615"/>
                </a:lnTo>
                <a:lnTo>
                  <a:pt x="258118" y="106630"/>
                </a:lnTo>
                <a:lnTo>
                  <a:pt x="257962" y="106644"/>
                </a:lnTo>
                <a:lnTo>
                  <a:pt x="257805" y="106657"/>
                </a:lnTo>
                <a:lnTo>
                  <a:pt x="257648" y="106669"/>
                </a:lnTo>
                <a:lnTo>
                  <a:pt x="257491" y="106680"/>
                </a:lnTo>
                <a:lnTo>
                  <a:pt x="257332" y="106690"/>
                </a:lnTo>
                <a:lnTo>
                  <a:pt x="257173" y="106700"/>
                </a:lnTo>
                <a:lnTo>
                  <a:pt x="257013" y="106708"/>
                </a:lnTo>
                <a:lnTo>
                  <a:pt x="256853" y="106716"/>
                </a:lnTo>
                <a:lnTo>
                  <a:pt x="256692" y="106723"/>
                </a:lnTo>
                <a:lnTo>
                  <a:pt x="256531" y="106728"/>
                </a:lnTo>
                <a:lnTo>
                  <a:pt x="256368" y="106733"/>
                </a:lnTo>
                <a:lnTo>
                  <a:pt x="256206" y="106737"/>
                </a:lnTo>
                <a:lnTo>
                  <a:pt x="256042" y="106740"/>
                </a:lnTo>
                <a:lnTo>
                  <a:pt x="255878" y="106743"/>
                </a:lnTo>
                <a:lnTo>
                  <a:pt x="255713" y="106744"/>
                </a:lnTo>
                <a:lnTo>
                  <a:pt x="255548" y="106744"/>
                </a:lnTo>
                <a:lnTo>
                  <a:pt x="255321" y="106743"/>
                </a:lnTo>
                <a:lnTo>
                  <a:pt x="255096" y="106738"/>
                </a:lnTo>
                <a:lnTo>
                  <a:pt x="254871" y="106730"/>
                </a:lnTo>
                <a:lnTo>
                  <a:pt x="254648" y="106719"/>
                </a:lnTo>
                <a:lnTo>
                  <a:pt x="254426" y="106704"/>
                </a:lnTo>
                <a:lnTo>
                  <a:pt x="254205" y="106687"/>
                </a:lnTo>
                <a:lnTo>
                  <a:pt x="253986" y="106666"/>
                </a:lnTo>
                <a:lnTo>
                  <a:pt x="253767" y="106642"/>
                </a:lnTo>
                <a:lnTo>
                  <a:pt x="253550" y="106615"/>
                </a:lnTo>
                <a:lnTo>
                  <a:pt x="253334" y="106585"/>
                </a:lnTo>
                <a:lnTo>
                  <a:pt x="253119" y="106551"/>
                </a:lnTo>
                <a:lnTo>
                  <a:pt x="252905" y="106514"/>
                </a:lnTo>
                <a:lnTo>
                  <a:pt x="252692" y="106474"/>
                </a:lnTo>
                <a:lnTo>
                  <a:pt x="252480" y="106431"/>
                </a:lnTo>
                <a:lnTo>
                  <a:pt x="252270" y="106385"/>
                </a:lnTo>
                <a:lnTo>
                  <a:pt x="252061" y="106335"/>
                </a:lnTo>
                <a:lnTo>
                  <a:pt x="251853" y="106282"/>
                </a:lnTo>
                <a:lnTo>
                  <a:pt x="251646" y="106226"/>
                </a:lnTo>
                <a:lnTo>
                  <a:pt x="251440" y="106167"/>
                </a:lnTo>
                <a:lnTo>
                  <a:pt x="251235" y="106105"/>
                </a:lnTo>
                <a:lnTo>
                  <a:pt x="251031" y="106039"/>
                </a:lnTo>
                <a:lnTo>
                  <a:pt x="250829" y="105971"/>
                </a:lnTo>
                <a:lnTo>
                  <a:pt x="250628" y="105899"/>
                </a:lnTo>
                <a:lnTo>
                  <a:pt x="250428" y="105824"/>
                </a:lnTo>
                <a:lnTo>
                  <a:pt x="250230" y="105744"/>
                </a:lnTo>
                <a:lnTo>
                  <a:pt x="250035" y="105657"/>
                </a:lnTo>
                <a:lnTo>
                  <a:pt x="249844" y="105563"/>
                </a:lnTo>
                <a:lnTo>
                  <a:pt x="249656" y="105463"/>
                </a:lnTo>
                <a:lnTo>
                  <a:pt x="249472" y="105357"/>
                </a:lnTo>
                <a:lnTo>
                  <a:pt x="249290" y="105243"/>
                </a:lnTo>
                <a:lnTo>
                  <a:pt x="249113" y="105123"/>
                </a:lnTo>
                <a:lnTo>
                  <a:pt x="248938" y="104997"/>
                </a:lnTo>
                <a:lnTo>
                  <a:pt x="248767" y="104864"/>
                </a:lnTo>
                <a:lnTo>
                  <a:pt x="248599" y="104724"/>
                </a:lnTo>
                <a:lnTo>
                  <a:pt x="248434" y="104577"/>
                </a:lnTo>
                <a:lnTo>
                  <a:pt x="248273" y="104424"/>
                </a:lnTo>
                <a:lnTo>
                  <a:pt x="248115" y="104264"/>
                </a:lnTo>
                <a:lnTo>
                  <a:pt x="247960" y="104098"/>
                </a:lnTo>
                <a:lnTo>
                  <a:pt x="247809" y="103924"/>
                </a:lnTo>
                <a:lnTo>
                  <a:pt x="247661" y="103745"/>
                </a:lnTo>
                <a:lnTo>
                  <a:pt x="247516" y="103558"/>
                </a:lnTo>
                <a:lnTo>
                  <a:pt x="247375" y="103365"/>
                </a:lnTo>
                <a:lnTo>
                  <a:pt x="247237" y="103165"/>
                </a:lnTo>
                <a:lnTo>
                  <a:pt x="247102" y="102959"/>
                </a:lnTo>
                <a:lnTo>
                  <a:pt x="246971" y="102746"/>
                </a:lnTo>
                <a:lnTo>
                  <a:pt x="246843" y="102526"/>
                </a:lnTo>
                <a:lnTo>
                  <a:pt x="246718" y="102300"/>
                </a:lnTo>
                <a:lnTo>
                  <a:pt x="246597" y="102067"/>
                </a:lnTo>
                <a:lnTo>
                  <a:pt x="246480" y="101826"/>
                </a:lnTo>
                <a:lnTo>
                  <a:pt x="246368" y="101575"/>
                </a:lnTo>
                <a:lnTo>
                  <a:pt x="246260" y="101315"/>
                </a:lnTo>
                <a:lnTo>
                  <a:pt x="246158" y="101046"/>
                </a:lnTo>
                <a:lnTo>
                  <a:pt x="246061" y="100768"/>
                </a:lnTo>
                <a:lnTo>
                  <a:pt x="245969" y="100480"/>
                </a:lnTo>
                <a:lnTo>
                  <a:pt x="245881" y="100183"/>
                </a:lnTo>
                <a:lnTo>
                  <a:pt x="245799" y="99877"/>
                </a:lnTo>
                <a:lnTo>
                  <a:pt x="245722" y="99561"/>
                </a:lnTo>
                <a:lnTo>
                  <a:pt x="245649" y="99236"/>
                </a:lnTo>
                <a:lnTo>
                  <a:pt x="245582" y="98902"/>
                </a:lnTo>
                <a:lnTo>
                  <a:pt x="245520" y="98558"/>
                </a:lnTo>
                <a:lnTo>
                  <a:pt x="245462" y="98205"/>
                </a:lnTo>
                <a:lnTo>
                  <a:pt x="245410" y="97843"/>
                </a:lnTo>
                <a:lnTo>
                  <a:pt x="245362" y="97471"/>
                </a:lnTo>
                <a:lnTo>
                  <a:pt x="245320" y="97090"/>
                </a:lnTo>
                <a:lnTo>
                  <a:pt x="245283" y="96699"/>
                </a:lnTo>
                <a:lnTo>
                  <a:pt x="245250" y="96300"/>
                </a:lnTo>
                <a:lnTo>
                  <a:pt x="245223" y="95891"/>
                </a:lnTo>
                <a:lnTo>
                  <a:pt x="245200" y="95472"/>
                </a:lnTo>
                <a:lnTo>
                  <a:pt x="245183" y="95045"/>
                </a:lnTo>
                <a:lnTo>
                  <a:pt x="245170" y="94607"/>
                </a:lnTo>
                <a:lnTo>
                  <a:pt x="245163" y="94161"/>
                </a:lnTo>
                <a:lnTo>
                  <a:pt x="245160" y="93705"/>
                </a:lnTo>
                <a:lnTo>
                  <a:pt x="245160" y="40665"/>
                </a:lnTo>
                <a:lnTo>
                  <a:pt x="261662" y="40665"/>
                </a:lnTo>
                <a:lnTo>
                  <a:pt x="261662" y="33445"/>
                </a:lnTo>
                <a:lnTo>
                  <a:pt x="245160" y="33445"/>
                </a:lnTo>
                <a:lnTo>
                  <a:pt x="245160" y="12966"/>
                </a:lnTo>
                <a:lnTo>
                  <a:pt x="236320" y="12966"/>
                </a:lnTo>
                <a:lnTo>
                  <a:pt x="236320" y="33445"/>
                </a:lnTo>
                <a:lnTo>
                  <a:pt x="221660" y="33445"/>
                </a:lnTo>
                <a:lnTo>
                  <a:pt x="221660" y="40665"/>
                </a:lnTo>
                <a:close/>
                <a:moveTo>
                  <a:pt x="289305" y="56610"/>
                </a:moveTo>
                <a:lnTo>
                  <a:pt x="289441" y="56205"/>
                </a:lnTo>
                <a:lnTo>
                  <a:pt x="289582" y="55804"/>
                </a:lnTo>
                <a:lnTo>
                  <a:pt x="289727" y="55407"/>
                </a:lnTo>
                <a:lnTo>
                  <a:pt x="289877" y="55015"/>
                </a:lnTo>
                <a:lnTo>
                  <a:pt x="290032" y="54627"/>
                </a:lnTo>
                <a:lnTo>
                  <a:pt x="290192" y="54243"/>
                </a:lnTo>
                <a:lnTo>
                  <a:pt x="290356" y="53863"/>
                </a:lnTo>
                <a:lnTo>
                  <a:pt x="290526" y="53488"/>
                </a:lnTo>
                <a:lnTo>
                  <a:pt x="290700" y="53117"/>
                </a:lnTo>
                <a:lnTo>
                  <a:pt x="290878" y="52750"/>
                </a:lnTo>
                <a:lnTo>
                  <a:pt x="291061" y="52387"/>
                </a:lnTo>
                <a:lnTo>
                  <a:pt x="291250" y="52028"/>
                </a:lnTo>
                <a:lnTo>
                  <a:pt x="291442" y="51674"/>
                </a:lnTo>
                <a:lnTo>
                  <a:pt x="291640" y="51324"/>
                </a:lnTo>
                <a:lnTo>
                  <a:pt x="291842" y="50978"/>
                </a:lnTo>
                <a:lnTo>
                  <a:pt x="292049" y="50636"/>
                </a:lnTo>
                <a:lnTo>
                  <a:pt x="292261" y="50299"/>
                </a:lnTo>
                <a:lnTo>
                  <a:pt x="292477" y="49966"/>
                </a:lnTo>
                <a:lnTo>
                  <a:pt x="292699" y="49637"/>
                </a:lnTo>
                <a:lnTo>
                  <a:pt x="292924" y="49312"/>
                </a:lnTo>
                <a:lnTo>
                  <a:pt x="293155" y="48991"/>
                </a:lnTo>
                <a:lnTo>
                  <a:pt x="293390" y="48675"/>
                </a:lnTo>
                <a:lnTo>
                  <a:pt x="293631" y="48363"/>
                </a:lnTo>
                <a:lnTo>
                  <a:pt x="293876" y="48056"/>
                </a:lnTo>
                <a:lnTo>
                  <a:pt x="294126" y="47754"/>
                </a:lnTo>
                <a:lnTo>
                  <a:pt x="294381" y="47458"/>
                </a:lnTo>
                <a:lnTo>
                  <a:pt x="294640" y="47168"/>
                </a:lnTo>
                <a:lnTo>
                  <a:pt x="294905" y="46883"/>
                </a:lnTo>
                <a:lnTo>
                  <a:pt x="295175" y="46604"/>
                </a:lnTo>
                <a:lnTo>
                  <a:pt x="295450" y="46331"/>
                </a:lnTo>
                <a:lnTo>
                  <a:pt x="295730" y="46063"/>
                </a:lnTo>
                <a:lnTo>
                  <a:pt x="296015" y="45801"/>
                </a:lnTo>
                <a:lnTo>
                  <a:pt x="296305" y="45544"/>
                </a:lnTo>
                <a:lnTo>
                  <a:pt x="296600" y="45293"/>
                </a:lnTo>
                <a:lnTo>
                  <a:pt x="296900" y="45048"/>
                </a:lnTo>
                <a:lnTo>
                  <a:pt x="297204" y="44808"/>
                </a:lnTo>
                <a:lnTo>
                  <a:pt x="297514" y="44574"/>
                </a:lnTo>
                <a:lnTo>
                  <a:pt x="297829" y="44346"/>
                </a:lnTo>
                <a:lnTo>
                  <a:pt x="298149" y="44123"/>
                </a:lnTo>
                <a:lnTo>
                  <a:pt x="298474" y="43906"/>
                </a:lnTo>
                <a:lnTo>
                  <a:pt x="298803" y="43694"/>
                </a:lnTo>
                <a:lnTo>
                  <a:pt x="299138" y="43488"/>
                </a:lnTo>
                <a:lnTo>
                  <a:pt x="299478" y="43288"/>
                </a:lnTo>
                <a:lnTo>
                  <a:pt x="299823" y="43093"/>
                </a:lnTo>
                <a:lnTo>
                  <a:pt x="300172" y="42904"/>
                </a:lnTo>
                <a:lnTo>
                  <a:pt x="300527" y="42721"/>
                </a:lnTo>
                <a:lnTo>
                  <a:pt x="300887" y="42543"/>
                </a:lnTo>
                <a:lnTo>
                  <a:pt x="301251" y="42372"/>
                </a:lnTo>
                <a:lnTo>
                  <a:pt x="301620" y="42208"/>
                </a:lnTo>
                <a:lnTo>
                  <a:pt x="301994" y="42051"/>
                </a:lnTo>
                <a:lnTo>
                  <a:pt x="302373" y="41902"/>
                </a:lnTo>
                <a:lnTo>
                  <a:pt x="302755" y="41759"/>
                </a:lnTo>
                <a:lnTo>
                  <a:pt x="303143" y="41625"/>
                </a:lnTo>
                <a:lnTo>
                  <a:pt x="303535" y="41497"/>
                </a:lnTo>
                <a:lnTo>
                  <a:pt x="303932" y="41377"/>
                </a:lnTo>
                <a:lnTo>
                  <a:pt x="304333" y="41264"/>
                </a:lnTo>
                <a:lnTo>
                  <a:pt x="304739" y="41158"/>
                </a:lnTo>
                <a:lnTo>
                  <a:pt x="305150" y="41060"/>
                </a:lnTo>
                <a:lnTo>
                  <a:pt x="305565" y="40968"/>
                </a:lnTo>
                <a:lnTo>
                  <a:pt x="305985" y="40885"/>
                </a:lnTo>
                <a:lnTo>
                  <a:pt x="306409" y="40808"/>
                </a:lnTo>
                <a:lnTo>
                  <a:pt x="306838" y="40739"/>
                </a:lnTo>
                <a:lnTo>
                  <a:pt x="307271" y="40677"/>
                </a:lnTo>
                <a:lnTo>
                  <a:pt x="307710" y="40622"/>
                </a:lnTo>
                <a:lnTo>
                  <a:pt x="308152" y="40575"/>
                </a:lnTo>
                <a:lnTo>
                  <a:pt x="308600" y="40535"/>
                </a:lnTo>
                <a:lnTo>
                  <a:pt x="309052" y="40502"/>
                </a:lnTo>
                <a:lnTo>
                  <a:pt x="309508" y="40476"/>
                </a:lnTo>
                <a:lnTo>
                  <a:pt x="309969" y="40458"/>
                </a:lnTo>
                <a:lnTo>
                  <a:pt x="310435" y="40447"/>
                </a:lnTo>
                <a:lnTo>
                  <a:pt x="310906" y="40444"/>
                </a:lnTo>
                <a:lnTo>
                  <a:pt x="311046" y="40444"/>
                </a:lnTo>
                <a:lnTo>
                  <a:pt x="311186" y="40445"/>
                </a:lnTo>
                <a:lnTo>
                  <a:pt x="311325" y="40446"/>
                </a:lnTo>
                <a:lnTo>
                  <a:pt x="311462" y="40448"/>
                </a:lnTo>
                <a:lnTo>
                  <a:pt x="311599" y="40450"/>
                </a:lnTo>
                <a:lnTo>
                  <a:pt x="311734" y="40453"/>
                </a:lnTo>
                <a:lnTo>
                  <a:pt x="311869" y="40456"/>
                </a:lnTo>
                <a:lnTo>
                  <a:pt x="312003" y="40460"/>
                </a:lnTo>
                <a:lnTo>
                  <a:pt x="312135" y="40464"/>
                </a:lnTo>
                <a:lnTo>
                  <a:pt x="312266" y="40469"/>
                </a:lnTo>
                <a:lnTo>
                  <a:pt x="312397" y="40474"/>
                </a:lnTo>
                <a:lnTo>
                  <a:pt x="312526" y="40480"/>
                </a:lnTo>
                <a:lnTo>
                  <a:pt x="312655" y="40487"/>
                </a:lnTo>
                <a:lnTo>
                  <a:pt x="312782" y="40494"/>
                </a:lnTo>
                <a:lnTo>
                  <a:pt x="312909" y="40501"/>
                </a:lnTo>
                <a:lnTo>
                  <a:pt x="313034" y="40509"/>
                </a:lnTo>
                <a:lnTo>
                  <a:pt x="313158" y="40517"/>
                </a:lnTo>
                <a:lnTo>
                  <a:pt x="313281" y="40526"/>
                </a:lnTo>
                <a:lnTo>
                  <a:pt x="313404" y="40536"/>
                </a:lnTo>
                <a:lnTo>
                  <a:pt x="313525" y="40546"/>
                </a:lnTo>
                <a:lnTo>
                  <a:pt x="313645" y="40556"/>
                </a:lnTo>
                <a:lnTo>
                  <a:pt x="313764" y="40567"/>
                </a:lnTo>
                <a:lnTo>
                  <a:pt x="313883" y="40579"/>
                </a:lnTo>
                <a:lnTo>
                  <a:pt x="314000" y="40591"/>
                </a:lnTo>
                <a:lnTo>
                  <a:pt x="314116" y="40603"/>
                </a:lnTo>
                <a:lnTo>
                  <a:pt x="314233" y="40616"/>
                </a:lnTo>
                <a:lnTo>
                  <a:pt x="314350" y="40629"/>
                </a:lnTo>
                <a:lnTo>
                  <a:pt x="314466" y="40642"/>
                </a:lnTo>
                <a:lnTo>
                  <a:pt x="314583" y="40655"/>
                </a:lnTo>
                <a:lnTo>
                  <a:pt x="314700" y="40669"/>
                </a:lnTo>
                <a:lnTo>
                  <a:pt x="314816" y="40683"/>
                </a:lnTo>
                <a:lnTo>
                  <a:pt x="314933" y="40697"/>
                </a:lnTo>
                <a:lnTo>
                  <a:pt x="315049" y="40712"/>
                </a:lnTo>
                <a:lnTo>
                  <a:pt x="315166" y="40726"/>
                </a:lnTo>
                <a:lnTo>
                  <a:pt x="315283" y="40741"/>
                </a:lnTo>
                <a:lnTo>
                  <a:pt x="315399" y="40757"/>
                </a:lnTo>
                <a:lnTo>
                  <a:pt x="315516" y="40772"/>
                </a:lnTo>
                <a:lnTo>
                  <a:pt x="315633" y="40788"/>
                </a:lnTo>
                <a:lnTo>
                  <a:pt x="315749" y="40804"/>
                </a:lnTo>
                <a:lnTo>
                  <a:pt x="315866" y="40820"/>
                </a:lnTo>
                <a:lnTo>
                  <a:pt x="315983" y="40837"/>
                </a:lnTo>
                <a:lnTo>
                  <a:pt x="316099" y="40853"/>
                </a:lnTo>
                <a:lnTo>
                  <a:pt x="316216" y="40870"/>
                </a:lnTo>
                <a:lnTo>
                  <a:pt x="316333" y="40888"/>
                </a:lnTo>
                <a:lnTo>
                  <a:pt x="316449" y="40905"/>
                </a:lnTo>
                <a:lnTo>
                  <a:pt x="316566" y="40923"/>
                </a:lnTo>
                <a:lnTo>
                  <a:pt x="316682" y="40941"/>
                </a:lnTo>
                <a:lnTo>
                  <a:pt x="316799" y="40959"/>
                </a:lnTo>
                <a:lnTo>
                  <a:pt x="317094" y="32856"/>
                </a:lnTo>
                <a:lnTo>
                  <a:pt x="317019" y="32825"/>
                </a:lnTo>
                <a:lnTo>
                  <a:pt x="316941" y="32795"/>
                </a:lnTo>
                <a:lnTo>
                  <a:pt x="316861" y="32765"/>
                </a:lnTo>
                <a:lnTo>
                  <a:pt x="316778" y="32736"/>
                </a:lnTo>
                <a:lnTo>
                  <a:pt x="316692" y="32707"/>
                </a:lnTo>
                <a:lnTo>
                  <a:pt x="316603" y="32679"/>
                </a:lnTo>
                <a:lnTo>
                  <a:pt x="316512" y="32650"/>
                </a:lnTo>
                <a:lnTo>
                  <a:pt x="316418" y="32622"/>
                </a:lnTo>
                <a:lnTo>
                  <a:pt x="316322" y="32595"/>
                </a:lnTo>
                <a:lnTo>
                  <a:pt x="316223" y="32568"/>
                </a:lnTo>
                <a:lnTo>
                  <a:pt x="316121" y="32541"/>
                </a:lnTo>
                <a:lnTo>
                  <a:pt x="316016" y="32515"/>
                </a:lnTo>
                <a:lnTo>
                  <a:pt x="315909" y="32489"/>
                </a:lnTo>
                <a:lnTo>
                  <a:pt x="315799" y="32464"/>
                </a:lnTo>
                <a:lnTo>
                  <a:pt x="315687" y="32439"/>
                </a:lnTo>
                <a:lnTo>
                  <a:pt x="315571" y="32414"/>
                </a:lnTo>
                <a:lnTo>
                  <a:pt x="315453" y="32389"/>
                </a:lnTo>
                <a:lnTo>
                  <a:pt x="315333" y="32365"/>
                </a:lnTo>
                <a:lnTo>
                  <a:pt x="315209" y="32342"/>
                </a:lnTo>
                <a:lnTo>
                  <a:pt x="315083" y="32319"/>
                </a:lnTo>
                <a:lnTo>
                  <a:pt x="314955" y="32296"/>
                </a:lnTo>
                <a:lnTo>
                  <a:pt x="314823" y="32273"/>
                </a:lnTo>
                <a:lnTo>
                  <a:pt x="314689" y="32251"/>
                </a:lnTo>
                <a:lnTo>
                  <a:pt x="314552" y="32230"/>
                </a:lnTo>
                <a:lnTo>
                  <a:pt x="314414" y="32209"/>
                </a:lnTo>
                <a:lnTo>
                  <a:pt x="314276" y="32188"/>
                </a:lnTo>
                <a:lnTo>
                  <a:pt x="314138" y="32169"/>
                </a:lnTo>
                <a:lnTo>
                  <a:pt x="314001" y="32151"/>
                </a:lnTo>
                <a:lnTo>
                  <a:pt x="313863" y="32133"/>
                </a:lnTo>
                <a:lnTo>
                  <a:pt x="313726" y="32117"/>
                </a:lnTo>
                <a:lnTo>
                  <a:pt x="313588" y="32101"/>
                </a:lnTo>
                <a:lnTo>
                  <a:pt x="313451" y="32086"/>
                </a:lnTo>
                <a:lnTo>
                  <a:pt x="313314" y="32072"/>
                </a:lnTo>
                <a:lnTo>
                  <a:pt x="313177" y="32059"/>
                </a:lnTo>
                <a:lnTo>
                  <a:pt x="313041" y="32047"/>
                </a:lnTo>
                <a:lnTo>
                  <a:pt x="312904" y="32036"/>
                </a:lnTo>
                <a:lnTo>
                  <a:pt x="312767" y="32026"/>
                </a:lnTo>
                <a:lnTo>
                  <a:pt x="312631" y="32017"/>
                </a:lnTo>
                <a:lnTo>
                  <a:pt x="312495" y="32008"/>
                </a:lnTo>
                <a:lnTo>
                  <a:pt x="312359" y="32000"/>
                </a:lnTo>
                <a:lnTo>
                  <a:pt x="312223" y="31994"/>
                </a:lnTo>
                <a:lnTo>
                  <a:pt x="312087" y="31988"/>
                </a:lnTo>
                <a:lnTo>
                  <a:pt x="311951" y="31983"/>
                </a:lnTo>
                <a:lnTo>
                  <a:pt x="311815" y="31979"/>
                </a:lnTo>
                <a:lnTo>
                  <a:pt x="311680" y="31976"/>
                </a:lnTo>
                <a:lnTo>
                  <a:pt x="311544" y="31974"/>
                </a:lnTo>
                <a:lnTo>
                  <a:pt x="311409" y="31972"/>
                </a:lnTo>
                <a:lnTo>
                  <a:pt x="311274" y="31972"/>
                </a:lnTo>
                <a:lnTo>
                  <a:pt x="310694" y="31977"/>
                </a:lnTo>
                <a:lnTo>
                  <a:pt x="310121" y="31991"/>
                </a:lnTo>
                <a:lnTo>
                  <a:pt x="309554" y="32016"/>
                </a:lnTo>
                <a:lnTo>
                  <a:pt x="308993" y="32050"/>
                </a:lnTo>
                <a:lnTo>
                  <a:pt x="308440" y="32093"/>
                </a:lnTo>
                <a:lnTo>
                  <a:pt x="307892" y="32147"/>
                </a:lnTo>
                <a:lnTo>
                  <a:pt x="307351" y="32210"/>
                </a:lnTo>
                <a:lnTo>
                  <a:pt x="306817" y="32283"/>
                </a:lnTo>
                <a:lnTo>
                  <a:pt x="306289" y="32365"/>
                </a:lnTo>
                <a:lnTo>
                  <a:pt x="305768" y="32458"/>
                </a:lnTo>
                <a:lnTo>
                  <a:pt x="305253" y="32560"/>
                </a:lnTo>
                <a:lnTo>
                  <a:pt x="304745" y="32672"/>
                </a:lnTo>
                <a:lnTo>
                  <a:pt x="304244" y="32793"/>
                </a:lnTo>
                <a:lnTo>
                  <a:pt x="303748" y="32924"/>
                </a:lnTo>
                <a:lnTo>
                  <a:pt x="303260" y="33065"/>
                </a:lnTo>
                <a:lnTo>
                  <a:pt x="302778" y="33216"/>
                </a:lnTo>
                <a:lnTo>
                  <a:pt x="302302" y="33376"/>
                </a:lnTo>
                <a:lnTo>
                  <a:pt x="301833" y="33546"/>
                </a:lnTo>
                <a:lnTo>
                  <a:pt x="301371" y="33726"/>
                </a:lnTo>
                <a:lnTo>
                  <a:pt x="300915" y="33916"/>
                </a:lnTo>
                <a:lnTo>
                  <a:pt x="300465" y="34115"/>
                </a:lnTo>
                <a:lnTo>
                  <a:pt x="300022" y="34324"/>
                </a:lnTo>
                <a:lnTo>
                  <a:pt x="299586" y="34543"/>
                </a:lnTo>
                <a:lnTo>
                  <a:pt x="299156" y="34771"/>
                </a:lnTo>
                <a:lnTo>
                  <a:pt x="298732" y="35008"/>
                </a:lnTo>
                <a:lnTo>
                  <a:pt x="298315" y="35253"/>
                </a:lnTo>
                <a:lnTo>
                  <a:pt x="297904" y="35506"/>
                </a:lnTo>
                <a:lnTo>
                  <a:pt x="297499" y="35767"/>
                </a:lnTo>
                <a:lnTo>
                  <a:pt x="297101" y="36035"/>
                </a:lnTo>
                <a:lnTo>
                  <a:pt x="296709" y="36311"/>
                </a:lnTo>
                <a:lnTo>
                  <a:pt x="296323" y="36595"/>
                </a:lnTo>
                <a:lnTo>
                  <a:pt x="295943" y="36887"/>
                </a:lnTo>
                <a:lnTo>
                  <a:pt x="295570" y="37187"/>
                </a:lnTo>
                <a:lnTo>
                  <a:pt x="295202" y="37494"/>
                </a:lnTo>
                <a:lnTo>
                  <a:pt x="294842" y="37809"/>
                </a:lnTo>
                <a:lnTo>
                  <a:pt x="294487" y="38132"/>
                </a:lnTo>
                <a:lnTo>
                  <a:pt x="294139" y="38463"/>
                </a:lnTo>
                <a:lnTo>
                  <a:pt x="293797" y="38802"/>
                </a:lnTo>
                <a:lnTo>
                  <a:pt x="293461" y="39148"/>
                </a:lnTo>
                <a:lnTo>
                  <a:pt x="293131" y="39502"/>
                </a:lnTo>
                <a:lnTo>
                  <a:pt x="292808" y="39864"/>
                </a:lnTo>
                <a:lnTo>
                  <a:pt x="292491" y="40234"/>
                </a:lnTo>
                <a:lnTo>
                  <a:pt x="292180" y="40612"/>
                </a:lnTo>
                <a:lnTo>
                  <a:pt x="291876" y="40997"/>
                </a:lnTo>
                <a:lnTo>
                  <a:pt x="291578" y="41390"/>
                </a:lnTo>
                <a:lnTo>
                  <a:pt x="291286" y="41791"/>
                </a:lnTo>
                <a:lnTo>
                  <a:pt x="291000" y="42200"/>
                </a:lnTo>
                <a:lnTo>
                  <a:pt x="290721" y="42617"/>
                </a:lnTo>
                <a:lnTo>
                  <a:pt x="290447" y="43040"/>
                </a:lnTo>
                <a:lnTo>
                  <a:pt x="290180" y="43469"/>
                </a:lnTo>
                <a:lnTo>
                  <a:pt x="289918" y="43904"/>
                </a:lnTo>
                <a:lnTo>
                  <a:pt x="289663" y="44345"/>
                </a:lnTo>
                <a:lnTo>
                  <a:pt x="289413" y="44791"/>
                </a:lnTo>
                <a:lnTo>
                  <a:pt x="289169" y="45243"/>
                </a:lnTo>
                <a:lnTo>
                  <a:pt x="288931" y="45701"/>
                </a:lnTo>
                <a:lnTo>
                  <a:pt x="288798" y="45967"/>
                </a:lnTo>
                <a:lnTo>
                  <a:pt x="288658" y="33445"/>
                </a:lnTo>
                <a:lnTo>
                  <a:pt x="280039" y="33445"/>
                </a:lnTo>
                <a:lnTo>
                  <a:pt x="280039" y="113154"/>
                </a:lnTo>
                <a:lnTo>
                  <a:pt x="288805" y="113154"/>
                </a:lnTo>
                <a:lnTo>
                  <a:pt x="288805" y="58274"/>
                </a:lnTo>
                <a:lnTo>
                  <a:pt x="288808" y="58265"/>
                </a:lnTo>
                <a:lnTo>
                  <a:pt x="288925" y="57847"/>
                </a:lnTo>
                <a:lnTo>
                  <a:pt x="289047" y="57431"/>
                </a:lnTo>
                <a:lnTo>
                  <a:pt x="289174" y="57019"/>
                </a:lnTo>
                <a:lnTo>
                  <a:pt x="289305" y="56610"/>
                </a:lnTo>
                <a:close/>
                <a:moveTo>
                  <a:pt x="0" y="113154"/>
                </a:moveTo>
                <a:lnTo>
                  <a:pt x="9061" y="113154"/>
                </a:lnTo>
                <a:lnTo>
                  <a:pt x="9061" y="5893"/>
                </a:lnTo>
                <a:lnTo>
                  <a:pt x="0" y="5893"/>
                </a:lnTo>
                <a:lnTo>
                  <a:pt x="0" y="113154"/>
                </a:lnTo>
                <a:close/>
                <a:moveTo>
                  <a:pt x="69513" y="56448"/>
                </a:moveTo>
                <a:lnTo>
                  <a:pt x="69661" y="56047"/>
                </a:lnTo>
                <a:lnTo>
                  <a:pt x="69815" y="55648"/>
                </a:lnTo>
                <a:lnTo>
                  <a:pt x="69975" y="55251"/>
                </a:lnTo>
                <a:lnTo>
                  <a:pt x="70139" y="54856"/>
                </a:lnTo>
                <a:lnTo>
                  <a:pt x="70309" y="54463"/>
                </a:lnTo>
                <a:lnTo>
                  <a:pt x="70484" y="54072"/>
                </a:lnTo>
                <a:lnTo>
                  <a:pt x="70665" y="53683"/>
                </a:lnTo>
                <a:lnTo>
                  <a:pt x="70851" y="53297"/>
                </a:lnTo>
                <a:lnTo>
                  <a:pt x="71043" y="52912"/>
                </a:lnTo>
                <a:lnTo>
                  <a:pt x="71240" y="52529"/>
                </a:lnTo>
                <a:lnTo>
                  <a:pt x="71442" y="52149"/>
                </a:lnTo>
                <a:lnTo>
                  <a:pt x="71649" y="51770"/>
                </a:lnTo>
                <a:lnTo>
                  <a:pt x="71862" y="51393"/>
                </a:lnTo>
                <a:lnTo>
                  <a:pt x="72081" y="51019"/>
                </a:lnTo>
                <a:lnTo>
                  <a:pt x="72304" y="50647"/>
                </a:lnTo>
                <a:lnTo>
                  <a:pt x="72533" y="50276"/>
                </a:lnTo>
                <a:lnTo>
                  <a:pt x="72768" y="49908"/>
                </a:lnTo>
                <a:lnTo>
                  <a:pt x="73008" y="49542"/>
                </a:lnTo>
                <a:lnTo>
                  <a:pt x="73253" y="49179"/>
                </a:lnTo>
                <a:lnTo>
                  <a:pt x="73505" y="48822"/>
                </a:lnTo>
                <a:lnTo>
                  <a:pt x="73763" y="48471"/>
                </a:lnTo>
                <a:lnTo>
                  <a:pt x="74027" y="48125"/>
                </a:lnTo>
                <a:lnTo>
                  <a:pt x="74297" y="47785"/>
                </a:lnTo>
                <a:lnTo>
                  <a:pt x="74573" y="47451"/>
                </a:lnTo>
                <a:lnTo>
                  <a:pt x="74855" y="47122"/>
                </a:lnTo>
                <a:lnTo>
                  <a:pt x="75144" y="46799"/>
                </a:lnTo>
                <a:lnTo>
                  <a:pt x="75439" y="46482"/>
                </a:lnTo>
                <a:lnTo>
                  <a:pt x="75739" y="46170"/>
                </a:lnTo>
                <a:lnTo>
                  <a:pt x="76046" y="45864"/>
                </a:lnTo>
                <a:lnTo>
                  <a:pt x="76359" y="45563"/>
                </a:lnTo>
                <a:lnTo>
                  <a:pt x="76679" y="45269"/>
                </a:lnTo>
                <a:lnTo>
                  <a:pt x="77004" y="44979"/>
                </a:lnTo>
                <a:lnTo>
                  <a:pt x="77336" y="44696"/>
                </a:lnTo>
                <a:lnTo>
                  <a:pt x="77673" y="44418"/>
                </a:lnTo>
                <a:lnTo>
                  <a:pt x="78017" y="44145"/>
                </a:lnTo>
                <a:lnTo>
                  <a:pt x="78367" y="43878"/>
                </a:lnTo>
                <a:lnTo>
                  <a:pt x="78723" y="43617"/>
                </a:lnTo>
                <a:lnTo>
                  <a:pt x="79085" y="43362"/>
                </a:lnTo>
                <a:lnTo>
                  <a:pt x="79454" y="43112"/>
                </a:lnTo>
                <a:lnTo>
                  <a:pt x="79828" y="42867"/>
                </a:lnTo>
                <a:lnTo>
                  <a:pt x="80209" y="42629"/>
                </a:lnTo>
                <a:lnTo>
                  <a:pt x="80595" y="42396"/>
                </a:lnTo>
                <a:lnTo>
                  <a:pt x="80989" y="42170"/>
                </a:lnTo>
                <a:lnTo>
                  <a:pt x="81390" y="41954"/>
                </a:lnTo>
                <a:lnTo>
                  <a:pt x="81798" y="41748"/>
                </a:lnTo>
                <a:lnTo>
                  <a:pt x="82213" y="41552"/>
                </a:lnTo>
                <a:lnTo>
                  <a:pt x="82636" y="41365"/>
                </a:lnTo>
                <a:lnTo>
                  <a:pt x="83066" y="41187"/>
                </a:lnTo>
                <a:lnTo>
                  <a:pt x="83503" y="41019"/>
                </a:lnTo>
                <a:lnTo>
                  <a:pt x="83947" y="40861"/>
                </a:lnTo>
                <a:lnTo>
                  <a:pt x="84399" y="40712"/>
                </a:lnTo>
                <a:lnTo>
                  <a:pt x="84858" y="40573"/>
                </a:lnTo>
                <a:lnTo>
                  <a:pt x="85324" y="40444"/>
                </a:lnTo>
                <a:lnTo>
                  <a:pt x="85798" y="40324"/>
                </a:lnTo>
                <a:lnTo>
                  <a:pt x="86279" y="40214"/>
                </a:lnTo>
                <a:lnTo>
                  <a:pt x="86767" y="40113"/>
                </a:lnTo>
                <a:lnTo>
                  <a:pt x="87263" y="40022"/>
                </a:lnTo>
                <a:lnTo>
                  <a:pt x="87766" y="39940"/>
                </a:lnTo>
                <a:lnTo>
                  <a:pt x="88276" y="39868"/>
                </a:lnTo>
                <a:lnTo>
                  <a:pt x="88793" y="39806"/>
                </a:lnTo>
                <a:lnTo>
                  <a:pt x="89318" y="39753"/>
                </a:lnTo>
                <a:lnTo>
                  <a:pt x="89850" y="39710"/>
                </a:lnTo>
                <a:lnTo>
                  <a:pt x="90389" y="39676"/>
                </a:lnTo>
                <a:lnTo>
                  <a:pt x="90936" y="39652"/>
                </a:lnTo>
                <a:lnTo>
                  <a:pt x="91490" y="39638"/>
                </a:lnTo>
                <a:lnTo>
                  <a:pt x="92051" y="39633"/>
                </a:lnTo>
                <a:lnTo>
                  <a:pt x="92527" y="39637"/>
                </a:lnTo>
                <a:lnTo>
                  <a:pt x="92999" y="39647"/>
                </a:lnTo>
                <a:lnTo>
                  <a:pt x="93466" y="39663"/>
                </a:lnTo>
                <a:lnTo>
                  <a:pt x="93928" y="39686"/>
                </a:lnTo>
                <a:lnTo>
                  <a:pt x="94386" y="39716"/>
                </a:lnTo>
                <a:lnTo>
                  <a:pt x="94839" y="39753"/>
                </a:lnTo>
                <a:lnTo>
                  <a:pt x="95287" y="39796"/>
                </a:lnTo>
                <a:lnTo>
                  <a:pt x="95730" y="39846"/>
                </a:lnTo>
                <a:lnTo>
                  <a:pt x="96169" y="39903"/>
                </a:lnTo>
                <a:lnTo>
                  <a:pt x="96602" y="39966"/>
                </a:lnTo>
                <a:lnTo>
                  <a:pt x="97032" y="40036"/>
                </a:lnTo>
                <a:lnTo>
                  <a:pt x="97456" y="40112"/>
                </a:lnTo>
                <a:lnTo>
                  <a:pt x="97876" y="40195"/>
                </a:lnTo>
                <a:lnTo>
                  <a:pt x="98291" y="40285"/>
                </a:lnTo>
                <a:lnTo>
                  <a:pt x="98701" y="40381"/>
                </a:lnTo>
                <a:lnTo>
                  <a:pt x="99106" y="40484"/>
                </a:lnTo>
                <a:lnTo>
                  <a:pt x="99507" y="40594"/>
                </a:lnTo>
                <a:lnTo>
                  <a:pt x="99903" y="40711"/>
                </a:lnTo>
                <a:lnTo>
                  <a:pt x="100294" y="40834"/>
                </a:lnTo>
                <a:lnTo>
                  <a:pt x="100681" y="40963"/>
                </a:lnTo>
                <a:lnTo>
                  <a:pt x="101063" y="41100"/>
                </a:lnTo>
                <a:lnTo>
                  <a:pt x="101440" y="41243"/>
                </a:lnTo>
                <a:lnTo>
                  <a:pt x="101812" y="41392"/>
                </a:lnTo>
                <a:lnTo>
                  <a:pt x="102180" y="41549"/>
                </a:lnTo>
                <a:lnTo>
                  <a:pt x="102542" y="41713"/>
                </a:lnTo>
                <a:lnTo>
                  <a:pt x="102897" y="41886"/>
                </a:lnTo>
                <a:lnTo>
                  <a:pt x="103246" y="42068"/>
                </a:lnTo>
                <a:lnTo>
                  <a:pt x="103588" y="42259"/>
                </a:lnTo>
                <a:lnTo>
                  <a:pt x="103923" y="42459"/>
                </a:lnTo>
                <a:lnTo>
                  <a:pt x="104252" y="42667"/>
                </a:lnTo>
                <a:lnTo>
                  <a:pt x="104574" y="42885"/>
                </a:lnTo>
                <a:lnTo>
                  <a:pt x="104889" y="43112"/>
                </a:lnTo>
                <a:lnTo>
                  <a:pt x="105198" y="43348"/>
                </a:lnTo>
                <a:lnTo>
                  <a:pt x="105500" y="43592"/>
                </a:lnTo>
                <a:lnTo>
                  <a:pt x="105796" y="43846"/>
                </a:lnTo>
                <a:lnTo>
                  <a:pt x="106084" y="44109"/>
                </a:lnTo>
                <a:lnTo>
                  <a:pt x="106367" y="44380"/>
                </a:lnTo>
                <a:lnTo>
                  <a:pt x="106642" y="44661"/>
                </a:lnTo>
                <a:lnTo>
                  <a:pt x="106911" y="44950"/>
                </a:lnTo>
                <a:lnTo>
                  <a:pt x="107173" y="45248"/>
                </a:lnTo>
                <a:lnTo>
                  <a:pt x="107429" y="45556"/>
                </a:lnTo>
                <a:lnTo>
                  <a:pt x="107677" y="45872"/>
                </a:lnTo>
                <a:lnTo>
                  <a:pt x="107920" y="46197"/>
                </a:lnTo>
                <a:lnTo>
                  <a:pt x="108155" y="46531"/>
                </a:lnTo>
                <a:lnTo>
                  <a:pt x="108384" y="46875"/>
                </a:lnTo>
                <a:lnTo>
                  <a:pt x="108606" y="47227"/>
                </a:lnTo>
                <a:lnTo>
                  <a:pt x="108822" y="47588"/>
                </a:lnTo>
                <a:lnTo>
                  <a:pt x="109031" y="47958"/>
                </a:lnTo>
                <a:lnTo>
                  <a:pt x="109232" y="48338"/>
                </a:lnTo>
                <a:lnTo>
                  <a:pt x="109425" y="48731"/>
                </a:lnTo>
                <a:lnTo>
                  <a:pt x="109609" y="49135"/>
                </a:lnTo>
                <a:lnTo>
                  <a:pt x="109785" y="49552"/>
                </a:lnTo>
                <a:lnTo>
                  <a:pt x="109952" y="49980"/>
                </a:lnTo>
                <a:lnTo>
                  <a:pt x="110111" y="50421"/>
                </a:lnTo>
                <a:lnTo>
                  <a:pt x="110261" y="50874"/>
                </a:lnTo>
                <a:lnTo>
                  <a:pt x="110402" y="51338"/>
                </a:lnTo>
                <a:lnTo>
                  <a:pt x="110535" y="51815"/>
                </a:lnTo>
                <a:lnTo>
                  <a:pt x="110659" y="52304"/>
                </a:lnTo>
                <a:lnTo>
                  <a:pt x="110775" y="52804"/>
                </a:lnTo>
                <a:lnTo>
                  <a:pt x="110882" y="53317"/>
                </a:lnTo>
                <a:lnTo>
                  <a:pt x="110981" y="53842"/>
                </a:lnTo>
                <a:lnTo>
                  <a:pt x="111070" y="54378"/>
                </a:lnTo>
                <a:lnTo>
                  <a:pt x="111152" y="54927"/>
                </a:lnTo>
                <a:lnTo>
                  <a:pt x="111225" y="55488"/>
                </a:lnTo>
                <a:lnTo>
                  <a:pt x="111289" y="56061"/>
                </a:lnTo>
                <a:lnTo>
                  <a:pt x="111345" y="56646"/>
                </a:lnTo>
                <a:lnTo>
                  <a:pt x="111392" y="57243"/>
                </a:lnTo>
                <a:lnTo>
                  <a:pt x="111430" y="57852"/>
                </a:lnTo>
                <a:lnTo>
                  <a:pt x="111460" y="58473"/>
                </a:lnTo>
                <a:lnTo>
                  <a:pt x="111482" y="59106"/>
                </a:lnTo>
                <a:lnTo>
                  <a:pt x="111495" y="59750"/>
                </a:lnTo>
                <a:lnTo>
                  <a:pt x="111499" y="60407"/>
                </a:lnTo>
                <a:lnTo>
                  <a:pt x="111499" y="113154"/>
                </a:lnTo>
                <a:lnTo>
                  <a:pt x="120265" y="113154"/>
                </a:lnTo>
                <a:lnTo>
                  <a:pt x="120265" y="60371"/>
                </a:lnTo>
                <a:lnTo>
                  <a:pt x="120279" y="60231"/>
                </a:lnTo>
                <a:lnTo>
                  <a:pt x="120312" y="59928"/>
                </a:lnTo>
                <a:lnTo>
                  <a:pt x="120351" y="59625"/>
                </a:lnTo>
                <a:lnTo>
                  <a:pt x="120394" y="59321"/>
                </a:lnTo>
                <a:lnTo>
                  <a:pt x="120441" y="59016"/>
                </a:lnTo>
                <a:lnTo>
                  <a:pt x="120494" y="58711"/>
                </a:lnTo>
                <a:lnTo>
                  <a:pt x="120551" y="58405"/>
                </a:lnTo>
                <a:lnTo>
                  <a:pt x="120613" y="58099"/>
                </a:lnTo>
                <a:lnTo>
                  <a:pt x="120680" y="57792"/>
                </a:lnTo>
                <a:lnTo>
                  <a:pt x="120751" y="57485"/>
                </a:lnTo>
                <a:lnTo>
                  <a:pt x="120827" y="57177"/>
                </a:lnTo>
                <a:lnTo>
                  <a:pt x="120908" y="56869"/>
                </a:lnTo>
                <a:lnTo>
                  <a:pt x="120994" y="56560"/>
                </a:lnTo>
                <a:lnTo>
                  <a:pt x="121084" y="56251"/>
                </a:lnTo>
                <a:lnTo>
                  <a:pt x="121179" y="55941"/>
                </a:lnTo>
                <a:lnTo>
                  <a:pt x="121279" y="55631"/>
                </a:lnTo>
                <a:lnTo>
                  <a:pt x="121384" y="55320"/>
                </a:lnTo>
                <a:lnTo>
                  <a:pt x="121493" y="55009"/>
                </a:lnTo>
                <a:lnTo>
                  <a:pt x="121607" y="54697"/>
                </a:lnTo>
                <a:lnTo>
                  <a:pt x="121726" y="54385"/>
                </a:lnTo>
                <a:lnTo>
                  <a:pt x="121849" y="54072"/>
                </a:lnTo>
                <a:lnTo>
                  <a:pt x="121978" y="53760"/>
                </a:lnTo>
                <a:lnTo>
                  <a:pt x="122111" y="53449"/>
                </a:lnTo>
                <a:lnTo>
                  <a:pt x="122249" y="53140"/>
                </a:lnTo>
                <a:lnTo>
                  <a:pt x="122392" y="52833"/>
                </a:lnTo>
                <a:lnTo>
                  <a:pt x="122539" y="52527"/>
                </a:lnTo>
                <a:lnTo>
                  <a:pt x="122692" y="52223"/>
                </a:lnTo>
                <a:lnTo>
                  <a:pt x="122849" y="51921"/>
                </a:lnTo>
                <a:lnTo>
                  <a:pt x="123012" y="51621"/>
                </a:lnTo>
                <a:lnTo>
                  <a:pt x="123179" y="51322"/>
                </a:lnTo>
                <a:lnTo>
                  <a:pt x="123351" y="51024"/>
                </a:lnTo>
                <a:lnTo>
                  <a:pt x="123528" y="50729"/>
                </a:lnTo>
                <a:lnTo>
                  <a:pt x="123709" y="50435"/>
                </a:lnTo>
                <a:lnTo>
                  <a:pt x="123896" y="50142"/>
                </a:lnTo>
                <a:lnTo>
                  <a:pt x="124087" y="49852"/>
                </a:lnTo>
                <a:lnTo>
                  <a:pt x="124284" y="49563"/>
                </a:lnTo>
                <a:lnTo>
                  <a:pt x="124485" y="49275"/>
                </a:lnTo>
                <a:lnTo>
                  <a:pt x="124691" y="48990"/>
                </a:lnTo>
                <a:lnTo>
                  <a:pt x="124902" y="48706"/>
                </a:lnTo>
                <a:lnTo>
                  <a:pt x="125118" y="48424"/>
                </a:lnTo>
                <a:lnTo>
                  <a:pt x="125338" y="48143"/>
                </a:lnTo>
                <a:lnTo>
                  <a:pt x="125564" y="47864"/>
                </a:lnTo>
                <a:lnTo>
                  <a:pt x="125794" y="47586"/>
                </a:lnTo>
                <a:lnTo>
                  <a:pt x="126029" y="47311"/>
                </a:lnTo>
                <a:lnTo>
                  <a:pt x="126269" y="47037"/>
                </a:lnTo>
                <a:lnTo>
                  <a:pt x="126514" y="46766"/>
                </a:lnTo>
                <a:lnTo>
                  <a:pt x="126764" y="46499"/>
                </a:lnTo>
                <a:lnTo>
                  <a:pt x="127019" y="46237"/>
                </a:lnTo>
                <a:lnTo>
                  <a:pt x="127279" y="45979"/>
                </a:lnTo>
                <a:lnTo>
                  <a:pt x="127544" y="45725"/>
                </a:lnTo>
                <a:lnTo>
                  <a:pt x="127814" y="45476"/>
                </a:lnTo>
                <a:lnTo>
                  <a:pt x="128089" y="45231"/>
                </a:lnTo>
                <a:lnTo>
                  <a:pt x="128369" y="44990"/>
                </a:lnTo>
                <a:lnTo>
                  <a:pt x="128654" y="44754"/>
                </a:lnTo>
                <a:lnTo>
                  <a:pt x="128944" y="44522"/>
                </a:lnTo>
                <a:lnTo>
                  <a:pt x="129238" y="44295"/>
                </a:lnTo>
                <a:lnTo>
                  <a:pt x="129538" y="44072"/>
                </a:lnTo>
                <a:lnTo>
                  <a:pt x="129843" y="43853"/>
                </a:lnTo>
                <a:lnTo>
                  <a:pt x="130153" y="43638"/>
                </a:lnTo>
                <a:lnTo>
                  <a:pt x="130468" y="43428"/>
                </a:lnTo>
                <a:lnTo>
                  <a:pt x="130788" y="43222"/>
                </a:lnTo>
                <a:lnTo>
                  <a:pt x="131112" y="43021"/>
                </a:lnTo>
                <a:lnTo>
                  <a:pt x="131442" y="42824"/>
                </a:lnTo>
                <a:lnTo>
                  <a:pt x="131777" y="42631"/>
                </a:lnTo>
                <a:lnTo>
                  <a:pt x="132117" y="42443"/>
                </a:lnTo>
                <a:lnTo>
                  <a:pt x="132461" y="42259"/>
                </a:lnTo>
                <a:lnTo>
                  <a:pt x="132811" y="42079"/>
                </a:lnTo>
                <a:lnTo>
                  <a:pt x="133166" y="41904"/>
                </a:lnTo>
                <a:lnTo>
                  <a:pt x="133526" y="41733"/>
                </a:lnTo>
                <a:lnTo>
                  <a:pt x="133890" y="41567"/>
                </a:lnTo>
                <a:lnTo>
                  <a:pt x="134260" y="41409"/>
                </a:lnTo>
                <a:lnTo>
                  <a:pt x="134634" y="41257"/>
                </a:lnTo>
                <a:lnTo>
                  <a:pt x="135013" y="41112"/>
                </a:lnTo>
                <a:lnTo>
                  <a:pt x="135397" y="40973"/>
                </a:lnTo>
                <a:lnTo>
                  <a:pt x="135786" y="40842"/>
                </a:lnTo>
                <a:lnTo>
                  <a:pt x="136180" y="40717"/>
                </a:lnTo>
                <a:lnTo>
                  <a:pt x="136579" y="40599"/>
                </a:lnTo>
                <a:lnTo>
                  <a:pt x="136982" y="40488"/>
                </a:lnTo>
                <a:lnTo>
                  <a:pt x="137391" y="40383"/>
                </a:lnTo>
                <a:lnTo>
                  <a:pt x="137804" y="40286"/>
                </a:lnTo>
                <a:lnTo>
                  <a:pt x="138222" y="40195"/>
                </a:lnTo>
                <a:lnTo>
                  <a:pt x="138645" y="40111"/>
                </a:lnTo>
                <a:lnTo>
                  <a:pt x="139073" y="40034"/>
                </a:lnTo>
                <a:lnTo>
                  <a:pt x="139505" y="39963"/>
                </a:lnTo>
                <a:lnTo>
                  <a:pt x="139943" y="39899"/>
                </a:lnTo>
                <a:lnTo>
                  <a:pt x="140385" y="39842"/>
                </a:lnTo>
                <a:lnTo>
                  <a:pt x="140832" y="39792"/>
                </a:lnTo>
                <a:lnTo>
                  <a:pt x="141285" y="39749"/>
                </a:lnTo>
                <a:lnTo>
                  <a:pt x="141742" y="39712"/>
                </a:lnTo>
                <a:lnTo>
                  <a:pt x="142203" y="39682"/>
                </a:lnTo>
                <a:lnTo>
                  <a:pt x="142670" y="39659"/>
                </a:lnTo>
                <a:lnTo>
                  <a:pt x="143142" y="39643"/>
                </a:lnTo>
                <a:lnTo>
                  <a:pt x="143618" y="39633"/>
                </a:lnTo>
                <a:lnTo>
                  <a:pt x="144100" y="39636"/>
                </a:lnTo>
                <a:lnTo>
                  <a:pt x="144578" y="39646"/>
                </a:lnTo>
                <a:lnTo>
                  <a:pt x="145050" y="39662"/>
                </a:lnTo>
                <a:lnTo>
                  <a:pt x="145517" y="39684"/>
                </a:lnTo>
                <a:lnTo>
                  <a:pt x="145979" y="39713"/>
                </a:lnTo>
                <a:lnTo>
                  <a:pt x="146436" y="39748"/>
                </a:lnTo>
                <a:lnTo>
                  <a:pt x="146888" y="39790"/>
                </a:lnTo>
                <a:lnTo>
                  <a:pt x="147334" y="39838"/>
                </a:lnTo>
                <a:lnTo>
                  <a:pt x="147776" y="39892"/>
                </a:lnTo>
                <a:lnTo>
                  <a:pt x="148212" y="39953"/>
                </a:lnTo>
                <a:lnTo>
                  <a:pt x="148643" y="40020"/>
                </a:lnTo>
                <a:lnTo>
                  <a:pt x="149069" y="40094"/>
                </a:lnTo>
                <a:lnTo>
                  <a:pt x="149490" y="40174"/>
                </a:lnTo>
                <a:lnTo>
                  <a:pt x="149906" y="40260"/>
                </a:lnTo>
                <a:lnTo>
                  <a:pt x="150317" y="40353"/>
                </a:lnTo>
                <a:lnTo>
                  <a:pt x="150723" y="40452"/>
                </a:lnTo>
                <a:lnTo>
                  <a:pt x="151123" y="40557"/>
                </a:lnTo>
                <a:lnTo>
                  <a:pt x="151519" y="40669"/>
                </a:lnTo>
                <a:lnTo>
                  <a:pt x="151909" y="40787"/>
                </a:lnTo>
                <a:lnTo>
                  <a:pt x="152294" y="40912"/>
                </a:lnTo>
                <a:lnTo>
                  <a:pt x="152675" y="41043"/>
                </a:lnTo>
                <a:lnTo>
                  <a:pt x="153050" y="41181"/>
                </a:lnTo>
                <a:lnTo>
                  <a:pt x="153419" y="41325"/>
                </a:lnTo>
                <a:lnTo>
                  <a:pt x="153784" y="41475"/>
                </a:lnTo>
                <a:lnTo>
                  <a:pt x="154143" y="41633"/>
                </a:lnTo>
                <a:lnTo>
                  <a:pt x="154496" y="41802"/>
                </a:lnTo>
                <a:lnTo>
                  <a:pt x="154841" y="41980"/>
                </a:lnTo>
                <a:lnTo>
                  <a:pt x="155181" y="42168"/>
                </a:lnTo>
                <a:lnTo>
                  <a:pt x="155514" y="42365"/>
                </a:lnTo>
                <a:lnTo>
                  <a:pt x="155840" y="42573"/>
                </a:lnTo>
                <a:lnTo>
                  <a:pt x="156160" y="42790"/>
                </a:lnTo>
                <a:lnTo>
                  <a:pt x="156473" y="43018"/>
                </a:lnTo>
                <a:lnTo>
                  <a:pt x="156780" y="43255"/>
                </a:lnTo>
                <a:lnTo>
                  <a:pt x="157080" y="43502"/>
                </a:lnTo>
                <a:lnTo>
                  <a:pt x="157374" y="43759"/>
                </a:lnTo>
                <a:lnTo>
                  <a:pt x="157661" y="44026"/>
                </a:lnTo>
                <a:lnTo>
                  <a:pt x="157942" y="44302"/>
                </a:lnTo>
                <a:lnTo>
                  <a:pt x="158216" y="44589"/>
                </a:lnTo>
                <a:lnTo>
                  <a:pt x="158483" y="44885"/>
                </a:lnTo>
                <a:lnTo>
                  <a:pt x="158744" y="45191"/>
                </a:lnTo>
                <a:lnTo>
                  <a:pt x="158999" y="45507"/>
                </a:lnTo>
                <a:lnTo>
                  <a:pt x="159247" y="45833"/>
                </a:lnTo>
                <a:lnTo>
                  <a:pt x="159489" y="46168"/>
                </a:lnTo>
                <a:lnTo>
                  <a:pt x="159724" y="46514"/>
                </a:lnTo>
                <a:lnTo>
                  <a:pt x="159952" y="46869"/>
                </a:lnTo>
                <a:lnTo>
                  <a:pt x="160174" y="47235"/>
                </a:lnTo>
                <a:lnTo>
                  <a:pt x="160390" y="47610"/>
                </a:lnTo>
                <a:lnTo>
                  <a:pt x="160598" y="47994"/>
                </a:lnTo>
                <a:lnTo>
                  <a:pt x="160800" y="48391"/>
                </a:lnTo>
                <a:lnTo>
                  <a:pt x="160993" y="48800"/>
                </a:lnTo>
                <a:lnTo>
                  <a:pt x="161177" y="49222"/>
                </a:lnTo>
                <a:lnTo>
                  <a:pt x="161353" y="49657"/>
                </a:lnTo>
                <a:lnTo>
                  <a:pt x="161520" y="50105"/>
                </a:lnTo>
                <a:lnTo>
                  <a:pt x="161678" y="50566"/>
                </a:lnTo>
                <a:lnTo>
                  <a:pt x="161828" y="51040"/>
                </a:lnTo>
                <a:lnTo>
                  <a:pt x="161969" y="51526"/>
                </a:lnTo>
                <a:lnTo>
                  <a:pt x="162102" y="52026"/>
                </a:lnTo>
                <a:lnTo>
                  <a:pt x="162227" y="52539"/>
                </a:lnTo>
                <a:lnTo>
                  <a:pt x="162342" y="53064"/>
                </a:lnTo>
                <a:lnTo>
                  <a:pt x="162449" y="53602"/>
                </a:lnTo>
                <a:lnTo>
                  <a:pt x="162548" y="54154"/>
                </a:lnTo>
                <a:lnTo>
                  <a:pt x="162638" y="54718"/>
                </a:lnTo>
                <a:lnTo>
                  <a:pt x="162719" y="55295"/>
                </a:lnTo>
                <a:lnTo>
                  <a:pt x="162792" y="55885"/>
                </a:lnTo>
                <a:lnTo>
                  <a:pt x="162856" y="56488"/>
                </a:lnTo>
                <a:lnTo>
                  <a:pt x="162912" y="57104"/>
                </a:lnTo>
                <a:lnTo>
                  <a:pt x="162959" y="57733"/>
                </a:lnTo>
                <a:lnTo>
                  <a:pt x="162998" y="58374"/>
                </a:lnTo>
                <a:lnTo>
                  <a:pt x="163028" y="59029"/>
                </a:lnTo>
                <a:lnTo>
                  <a:pt x="163049" y="59697"/>
                </a:lnTo>
                <a:lnTo>
                  <a:pt x="163062" y="60377"/>
                </a:lnTo>
                <a:lnTo>
                  <a:pt x="163066" y="61070"/>
                </a:lnTo>
                <a:lnTo>
                  <a:pt x="163066" y="113154"/>
                </a:lnTo>
                <a:lnTo>
                  <a:pt x="171906" y="113154"/>
                </a:lnTo>
                <a:lnTo>
                  <a:pt x="171906" y="61144"/>
                </a:lnTo>
                <a:lnTo>
                  <a:pt x="171903" y="60503"/>
                </a:lnTo>
                <a:lnTo>
                  <a:pt x="171894" y="59870"/>
                </a:lnTo>
                <a:lnTo>
                  <a:pt x="171879" y="59245"/>
                </a:lnTo>
                <a:lnTo>
                  <a:pt x="171857" y="58627"/>
                </a:lnTo>
                <a:lnTo>
                  <a:pt x="171830" y="58017"/>
                </a:lnTo>
                <a:lnTo>
                  <a:pt x="171796" y="57415"/>
                </a:lnTo>
                <a:lnTo>
                  <a:pt x="171756" y="56820"/>
                </a:lnTo>
                <a:lnTo>
                  <a:pt x="171710" y="56233"/>
                </a:lnTo>
                <a:lnTo>
                  <a:pt x="171658" y="55654"/>
                </a:lnTo>
                <a:lnTo>
                  <a:pt x="171599" y="55082"/>
                </a:lnTo>
                <a:lnTo>
                  <a:pt x="171535" y="54518"/>
                </a:lnTo>
                <a:lnTo>
                  <a:pt x="171464" y="53962"/>
                </a:lnTo>
                <a:lnTo>
                  <a:pt x="171388" y="53413"/>
                </a:lnTo>
                <a:lnTo>
                  <a:pt x="171305" y="52872"/>
                </a:lnTo>
                <a:lnTo>
                  <a:pt x="171216" y="52339"/>
                </a:lnTo>
                <a:lnTo>
                  <a:pt x="171121" y="51813"/>
                </a:lnTo>
                <a:lnTo>
                  <a:pt x="171019" y="51295"/>
                </a:lnTo>
                <a:lnTo>
                  <a:pt x="170912" y="50785"/>
                </a:lnTo>
                <a:lnTo>
                  <a:pt x="170798" y="50282"/>
                </a:lnTo>
                <a:lnTo>
                  <a:pt x="170679" y="49787"/>
                </a:lnTo>
                <a:lnTo>
                  <a:pt x="170553" y="49300"/>
                </a:lnTo>
                <a:lnTo>
                  <a:pt x="170421" y="48820"/>
                </a:lnTo>
                <a:lnTo>
                  <a:pt x="170283" y="48348"/>
                </a:lnTo>
                <a:lnTo>
                  <a:pt x="170138" y="47884"/>
                </a:lnTo>
                <a:lnTo>
                  <a:pt x="169988" y="47427"/>
                </a:lnTo>
                <a:lnTo>
                  <a:pt x="169833" y="46977"/>
                </a:lnTo>
                <a:lnTo>
                  <a:pt x="169672" y="46534"/>
                </a:lnTo>
                <a:lnTo>
                  <a:pt x="169505" y="46098"/>
                </a:lnTo>
                <a:lnTo>
                  <a:pt x="169333" y="45668"/>
                </a:lnTo>
                <a:lnTo>
                  <a:pt x="169155" y="45246"/>
                </a:lnTo>
                <a:lnTo>
                  <a:pt x="168972" y="44830"/>
                </a:lnTo>
                <a:lnTo>
                  <a:pt x="168784" y="44422"/>
                </a:lnTo>
                <a:lnTo>
                  <a:pt x="168590" y="44020"/>
                </a:lnTo>
                <a:lnTo>
                  <a:pt x="168390" y="43625"/>
                </a:lnTo>
                <a:lnTo>
                  <a:pt x="168185" y="43237"/>
                </a:lnTo>
                <a:lnTo>
                  <a:pt x="167974" y="42856"/>
                </a:lnTo>
                <a:lnTo>
                  <a:pt x="167758" y="42482"/>
                </a:lnTo>
                <a:lnTo>
                  <a:pt x="167537" y="42115"/>
                </a:lnTo>
                <a:lnTo>
                  <a:pt x="167310" y="41755"/>
                </a:lnTo>
                <a:lnTo>
                  <a:pt x="167077" y="41401"/>
                </a:lnTo>
                <a:lnTo>
                  <a:pt x="166839" y="41055"/>
                </a:lnTo>
                <a:lnTo>
                  <a:pt x="166595" y="40715"/>
                </a:lnTo>
                <a:lnTo>
                  <a:pt x="166346" y="40383"/>
                </a:lnTo>
                <a:lnTo>
                  <a:pt x="166092" y="40057"/>
                </a:lnTo>
                <a:lnTo>
                  <a:pt x="165832" y="39738"/>
                </a:lnTo>
                <a:lnTo>
                  <a:pt x="165566" y="39426"/>
                </a:lnTo>
                <a:lnTo>
                  <a:pt x="165295" y="39121"/>
                </a:lnTo>
                <a:lnTo>
                  <a:pt x="165018" y="38823"/>
                </a:lnTo>
                <a:lnTo>
                  <a:pt x="164737" y="38531"/>
                </a:lnTo>
                <a:lnTo>
                  <a:pt x="164449" y="38247"/>
                </a:lnTo>
                <a:lnTo>
                  <a:pt x="164157" y="37968"/>
                </a:lnTo>
                <a:lnTo>
                  <a:pt x="163859" y="37696"/>
                </a:lnTo>
                <a:lnTo>
                  <a:pt x="163556" y="37431"/>
                </a:lnTo>
                <a:lnTo>
                  <a:pt x="163248" y="37172"/>
                </a:lnTo>
                <a:lnTo>
                  <a:pt x="162935" y="36920"/>
                </a:lnTo>
                <a:lnTo>
                  <a:pt x="162616" y="36674"/>
                </a:lnTo>
                <a:lnTo>
                  <a:pt x="162292" y="36435"/>
                </a:lnTo>
                <a:lnTo>
                  <a:pt x="161963" y="36202"/>
                </a:lnTo>
                <a:lnTo>
                  <a:pt x="161629" y="35976"/>
                </a:lnTo>
                <a:lnTo>
                  <a:pt x="161289" y="35756"/>
                </a:lnTo>
                <a:lnTo>
                  <a:pt x="160944" y="35543"/>
                </a:lnTo>
                <a:lnTo>
                  <a:pt x="160594" y="35337"/>
                </a:lnTo>
                <a:lnTo>
                  <a:pt x="160239" y="35137"/>
                </a:lnTo>
                <a:lnTo>
                  <a:pt x="159878" y="34943"/>
                </a:lnTo>
                <a:lnTo>
                  <a:pt x="159512" y="34756"/>
                </a:lnTo>
                <a:lnTo>
                  <a:pt x="159141" y="34575"/>
                </a:lnTo>
                <a:lnTo>
                  <a:pt x="158765" y="34401"/>
                </a:lnTo>
                <a:lnTo>
                  <a:pt x="158383" y="34234"/>
                </a:lnTo>
                <a:lnTo>
                  <a:pt x="157996" y="34073"/>
                </a:lnTo>
                <a:lnTo>
                  <a:pt x="157604" y="33919"/>
                </a:lnTo>
                <a:lnTo>
                  <a:pt x="157207" y="33771"/>
                </a:lnTo>
                <a:lnTo>
                  <a:pt x="156805" y="33629"/>
                </a:lnTo>
                <a:lnTo>
                  <a:pt x="156397" y="33494"/>
                </a:lnTo>
                <a:lnTo>
                  <a:pt x="155985" y="33365"/>
                </a:lnTo>
                <a:lnTo>
                  <a:pt x="155568" y="33241"/>
                </a:lnTo>
                <a:lnTo>
                  <a:pt x="155147" y="33123"/>
                </a:lnTo>
                <a:lnTo>
                  <a:pt x="154721" y="33011"/>
                </a:lnTo>
                <a:lnTo>
                  <a:pt x="154291" y="32904"/>
                </a:lnTo>
                <a:lnTo>
                  <a:pt x="153856" y="32803"/>
                </a:lnTo>
                <a:lnTo>
                  <a:pt x="153416" y="32708"/>
                </a:lnTo>
                <a:lnTo>
                  <a:pt x="152972" y="32619"/>
                </a:lnTo>
                <a:lnTo>
                  <a:pt x="152523" y="32536"/>
                </a:lnTo>
                <a:lnTo>
                  <a:pt x="152069" y="32458"/>
                </a:lnTo>
                <a:lnTo>
                  <a:pt x="151611" y="32386"/>
                </a:lnTo>
                <a:lnTo>
                  <a:pt x="151148" y="32320"/>
                </a:lnTo>
                <a:lnTo>
                  <a:pt x="150681" y="32260"/>
                </a:lnTo>
                <a:lnTo>
                  <a:pt x="150209" y="32205"/>
                </a:lnTo>
                <a:lnTo>
                  <a:pt x="149732" y="32156"/>
                </a:lnTo>
                <a:lnTo>
                  <a:pt x="149251" y="32113"/>
                </a:lnTo>
                <a:lnTo>
                  <a:pt x="148766" y="32075"/>
                </a:lnTo>
                <a:lnTo>
                  <a:pt x="148275" y="32044"/>
                </a:lnTo>
                <a:lnTo>
                  <a:pt x="147780" y="32018"/>
                </a:lnTo>
                <a:lnTo>
                  <a:pt x="147281" y="31998"/>
                </a:lnTo>
                <a:lnTo>
                  <a:pt x="146777" y="31983"/>
                </a:lnTo>
                <a:lnTo>
                  <a:pt x="146268" y="31975"/>
                </a:lnTo>
                <a:lnTo>
                  <a:pt x="145754" y="31972"/>
                </a:lnTo>
                <a:lnTo>
                  <a:pt x="145168" y="31976"/>
                </a:lnTo>
                <a:lnTo>
                  <a:pt x="144586" y="31989"/>
                </a:lnTo>
                <a:lnTo>
                  <a:pt x="144009" y="32010"/>
                </a:lnTo>
                <a:lnTo>
                  <a:pt x="143437" y="32039"/>
                </a:lnTo>
                <a:lnTo>
                  <a:pt x="142870" y="32077"/>
                </a:lnTo>
                <a:lnTo>
                  <a:pt x="142308" y="32124"/>
                </a:lnTo>
                <a:lnTo>
                  <a:pt x="141751" y="32179"/>
                </a:lnTo>
                <a:lnTo>
                  <a:pt x="141199" y="32242"/>
                </a:lnTo>
                <a:lnTo>
                  <a:pt x="140652" y="32314"/>
                </a:lnTo>
                <a:lnTo>
                  <a:pt x="140110" y="32394"/>
                </a:lnTo>
                <a:lnTo>
                  <a:pt x="139573" y="32482"/>
                </a:lnTo>
                <a:lnTo>
                  <a:pt x="139041" y="32580"/>
                </a:lnTo>
                <a:lnTo>
                  <a:pt x="138514" y="32685"/>
                </a:lnTo>
                <a:lnTo>
                  <a:pt x="137992" y="32799"/>
                </a:lnTo>
                <a:lnTo>
                  <a:pt x="137475" y="32921"/>
                </a:lnTo>
                <a:lnTo>
                  <a:pt x="136963" y="33052"/>
                </a:lnTo>
                <a:lnTo>
                  <a:pt x="136456" y="33191"/>
                </a:lnTo>
                <a:lnTo>
                  <a:pt x="135954" y="33339"/>
                </a:lnTo>
                <a:lnTo>
                  <a:pt x="135457" y="33495"/>
                </a:lnTo>
                <a:lnTo>
                  <a:pt x="134965" y="33660"/>
                </a:lnTo>
                <a:lnTo>
                  <a:pt x="134478" y="33833"/>
                </a:lnTo>
                <a:lnTo>
                  <a:pt x="133996" y="34015"/>
                </a:lnTo>
                <a:lnTo>
                  <a:pt x="133519" y="34204"/>
                </a:lnTo>
                <a:lnTo>
                  <a:pt x="133047" y="34403"/>
                </a:lnTo>
                <a:lnTo>
                  <a:pt x="132580" y="34608"/>
                </a:lnTo>
                <a:lnTo>
                  <a:pt x="132118" y="34820"/>
                </a:lnTo>
                <a:lnTo>
                  <a:pt x="131663" y="35038"/>
                </a:lnTo>
                <a:lnTo>
                  <a:pt x="131212" y="35261"/>
                </a:lnTo>
                <a:lnTo>
                  <a:pt x="130767" y="35491"/>
                </a:lnTo>
                <a:lnTo>
                  <a:pt x="130328" y="35727"/>
                </a:lnTo>
                <a:lnTo>
                  <a:pt x="129894" y="35968"/>
                </a:lnTo>
                <a:lnTo>
                  <a:pt x="129466" y="36216"/>
                </a:lnTo>
                <a:lnTo>
                  <a:pt x="129043" y="36470"/>
                </a:lnTo>
                <a:lnTo>
                  <a:pt x="128625" y="36729"/>
                </a:lnTo>
                <a:lnTo>
                  <a:pt x="128214" y="36995"/>
                </a:lnTo>
                <a:lnTo>
                  <a:pt x="127807" y="37267"/>
                </a:lnTo>
                <a:lnTo>
                  <a:pt x="127406" y="37544"/>
                </a:lnTo>
                <a:lnTo>
                  <a:pt x="127011" y="37828"/>
                </a:lnTo>
                <a:lnTo>
                  <a:pt x="126621" y="38118"/>
                </a:lnTo>
                <a:lnTo>
                  <a:pt x="126237" y="38414"/>
                </a:lnTo>
                <a:lnTo>
                  <a:pt x="125858" y="38715"/>
                </a:lnTo>
                <a:lnTo>
                  <a:pt x="125484" y="39023"/>
                </a:lnTo>
                <a:lnTo>
                  <a:pt x="125116" y="39337"/>
                </a:lnTo>
                <a:lnTo>
                  <a:pt x="124754" y="39657"/>
                </a:lnTo>
                <a:lnTo>
                  <a:pt x="124397" y="39983"/>
                </a:lnTo>
                <a:lnTo>
                  <a:pt x="124046" y="40314"/>
                </a:lnTo>
                <a:lnTo>
                  <a:pt x="123700" y="40652"/>
                </a:lnTo>
                <a:lnTo>
                  <a:pt x="123359" y="40996"/>
                </a:lnTo>
                <a:lnTo>
                  <a:pt x="123025" y="41345"/>
                </a:lnTo>
                <a:lnTo>
                  <a:pt x="122696" y="41698"/>
                </a:lnTo>
                <a:lnTo>
                  <a:pt x="122374" y="42054"/>
                </a:lnTo>
                <a:lnTo>
                  <a:pt x="122057" y="42415"/>
                </a:lnTo>
                <a:lnTo>
                  <a:pt x="121746" y="42780"/>
                </a:lnTo>
                <a:lnTo>
                  <a:pt x="121442" y="43149"/>
                </a:lnTo>
                <a:lnTo>
                  <a:pt x="121143" y="43521"/>
                </a:lnTo>
                <a:lnTo>
                  <a:pt x="120851" y="43898"/>
                </a:lnTo>
                <a:lnTo>
                  <a:pt x="120564" y="44278"/>
                </a:lnTo>
                <a:lnTo>
                  <a:pt x="120284" y="44663"/>
                </a:lnTo>
                <a:lnTo>
                  <a:pt x="120009" y="45051"/>
                </a:lnTo>
                <a:lnTo>
                  <a:pt x="119741" y="45444"/>
                </a:lnTo>
                <a:lnTo>
                  <a:pt x="119478" y="45840"/>
                </a:lnTo>
                <a:lnTo>
                  <a:pt x="119222" y="46241"/>
                </a:lnTo>
                <a:lnTo>
                  <a:pt x="118971" y="46645"/>
                </a:lnTo>
                <a:lnTo>
                  <a:pt x="118727" y="47053"/>
                </a:lnTo>
                <a:lnTo>
                  <a:pt x="118529" y="47394"/>
                </a:lnTo>
                <a:lnTo>
                  <a:pt x="118461" y="47184"/>
                </a:lnTo>
                <a:lnTo>
                  <a:pt x="118307" y="46743"/>
                </a:lnTo>
                <a:lnTo>
                  <a:pt x="118149" y="46308"/>
                </a:lnTo>
                <a:lnTo>
                  <a:pt x="117985" y="45880"/>
                </a:lnTo>
                <a:lnTo>
                  <a:pt x="117815" y="45459"/>
                </a:lnTo>
                <a:lnTo>
                  <a:pt x="117640" y="45045"/>
                </a:lnTo>
                <a:lnTo>
                  <a:pt x="117459" y="44638"/>
                </a:lnTo>
                <a:lnTo>
                  <a:pt x="117273" y="44238"/>
                </a:lnTo>
                <a:lnTo>
                  <a:pt x="117081" y="43845"/>
                </a:lnTo>
                <a:lnTo>
                  <a:pt x="116884" y="43458"/>
                </a:lnTo>
                <a:lnTo>
                  <a:pt x="116682" y="43079"/>
                </a:lnTo>
                <a:lnTo>
                  <a:pt x="116473" y="42706"/>
                </a:lnTo>
                <a:lnTo>
                  <a:pt x="116260" y="42340"/>
                </a:lnTo>
                <a:lnTo>
                  <a:pt x="116041" y="41982"/>
                </a:lnTo>
                <a:lnTo>
                  <a:pt x="115816" y="41630"/>
                </a:lnTo>
                <a:lnTo>
                  <a:pt x="115586" y="41285"/>
                </a:lnTo>
                <a:lnTo>
                  <a:pt x="115350" y="40947"/>
                </a:lnTo>
                <a:lnTo>
                  <a:pt x="115109" y="40616"/>
                </a:lnTo>
                <a:lnTo>
                  <a:pt x="114862" y="40292"/>
                </a:lnTo>
                <a:lnTo>
                  <a:pt x="114610" y="39974"/>
                </a:lnTo>
                <a:lnTo>
                  <a:pt x="114353" y="39664"/>
                </a:lnTo>
                <a:lnTo>
                  <a:pt x="114089" y="39360"/>
                </a:lnTo>
                <a:lnTo>
                  <a:pt x="113821" y="39064"/>
                </a:lnTo>
                <a:lnTo>
                  <a:pt x="113547" y="38774"/>
                </a:lnTo>
                <a:lnTo>
                  <a:pt x="113267" y="38491"/>
                </a:lnTo>
                <a:lnTo>
                  <a:pt x="112982" y="38215"/>
                </a:lnTo>
                <a:lnTo>
                  <a:pt x="112693" y="37945"/>
                </a:lnTo>
                <a:lnTo>
                  <a:pt x="112399" y="37681"/>
                </a:lnTo>
                <a:lnTo>
                  <a:pt x="112101" y="37423"/>
                </a:lnTo>
                <a:lnTo>
                  <a:pt x="111797" y="37171"/>
                </a:lnTo>
                <a:lnTo>
                  <a:pt x="111490" y="36926"/>
                </a:lnTo>
                <a:lnTo>
                  <a:pt x="111177" y="36686"/>
                </a:lnTo>
                <a:lnTo>
                  <a:pt x="110860" y="36453"/>
                </a:lnTo>
                <a:lnTo>
                  <a:pt x="110539" y="36226"/>
                </a:lnTo>
                <a:lnTo>
                  <a:pt x="110213" y="36005"/>
                </a:lnTo>
                <a:lnTo>
                  <a:pt x="109882" y="35790"/>
                </a:lnTo>
                <a:lnTo>
                  <a:pt x="109547" y="35581"/>
                </a:lnTo>
                <a:lnTo>
                  <a:pt x="109207" y="35379"/>
                </a:lnTo>
                <a:lnTo>
                  <a:pt x="108862" y="35182"/>
                </a:lnTo>
                <a:lnTo>
                  <a:pt x="108513" y="34992"/>
                </a:lnTo>
                <a:lnTo>
                  <a:pt x="108159" y="34808"/>
                </a:lnTo>
                <a:lnTo>
                  <a:pt x="107801" y="34630"/>
                </a:lnTo>
                <a:lnTo>
                  <a:pt x="107438" y="34458"/>
                </a:lnTo>
                <a:lnTo>
                  <a:pt x="107070" y="34292"/>
                </a:lnTo>
                <a:lnTo>
                  <a:pt x="106698" y="34133"/>
                </a:lnTo>
                <a:lnTo>
                  <a:pt x="106321" y="33979"/>
                </a:lnTo>
                <a:lnTo>
                  <a:pt x="105940" y="33832"/>
                </a:lnTo>
                <a:lnTo>
                  <a:pt x="105554" y="33691"/>
                </a:lnTo>
                <a:lnTo>
                  <a:pt x="105164" y="33556"/>
                </a:lnTo>
                <a:lnTo>
                  <a:pt x="104769" y="33426"/>
                </a:lnTo>
                <a:lnTo>
                  <a:pt x="104370" y="33303"/>
                </a:lnTo>
                <a:lnTo>
                  <a:pt x="103968" y="33184"/>
                </a:lnTo>
                <a:lnTo>
                  <a:pt x="103561" y="33072"/>
                </a:lnTo>
                <a:lnTo>
                  <a:pt x="103151" y="32964"/>
                </a:lnTo>
                <a:lnTo>
                  <a:pt x="102737" y="32863"/>
                </a:lnTo>
                <a:lnTo>
                  <a:pt x="102319" y="32766"/>
                </a:lnTo>
                <a:lnTo>
                  <a:pt x="101898" y="32676"/>
                </a:lnTo>
                <a:lnTo>
                  <a:pt x="101472" y="32590"/>
                </a:lnTo>
                <a:lnTo>
                  <a:pt x="101043" y="32511"/>
                </a:lnTo>
                <a:lnTo>
                  <a:pt x="100610" y="32436"/>
                </a:lnTo>
                <a:lnTo>
                  <a:pt x="100173" y="32368"/>
                </a:lnTo>
                <a:lnTo>
                  <a:pt x="99732" y="32304"/>
                </a:lnTo>
                <a:lnTo>
                  <a:pt x="99287" y="32247"/>
                </a:lnTo>
                <a:lnTo>
                  <a:pt x="98838" y="32194"/>
                </a:lnTo>
                <a:lnTo>
                  <a:pt x="98386" y="32148"/>
                </a:lnTo>
                <a:lnTo>
                  <a:pt x="97930" y="32106"/>
                </a:lnTo>
                <a:lnTo>
                  <a:pt x="97470" y="32071"/>
                </a:lnTo>
                <a:lnTo>
                  <a:pt x="97006" y="32041"/>
                </a:lnTo>
                <a:lnTo>
                  <a:pt x="96538" y="32016"/>
                </a:lnTo>
                <a:lnTo>
                  <a:pt x="96067" y="31997"/>
                </a:lnTo>
                <a:lnTo>
                  <a:pt x="95591" y="31983"/>
                </a:lnTo>
                <a:lnTo>
                  <a:pt x="95112" y="31975"/>
                </a:lnTo>
                <a:lnTo>
                  <a:pt x="94629" y="31972"/>
                </a:lnTo>
                <a:lnTo>
                  <a:pt x="94030" y="31976"/>
                </a:lnTo>
                <a:lnTo>
                  <a:pt x="93436" y="31990"/>
                </a:lnTo>
                <a:lnTo>
                  <a:pt x="92848" y="32013"/>
                </a:lnTo>
                <a:lnTo>
                  <a:pt x="92265" y="32045"/>
                </a:lnTo>
                <a:lnTo>
                  <a:pt x="91686" y="32087"/>
                </a:lnTo>
                <a:lnTo>
                  <a:pt x="91114" y="32138"/>
                </a:lnTo>
                <a:lnTo>
                  <a:pt x="90546" y="32197"/>
                </a:lnTo>
                <a:lnTo>
                  <a:pt x="89984" y="32266"/>
                </a:lnTo>
                <a:lnTo>
                  <a:pt x="89427" y="32345"/>
                </a:lnTo>
                <a:lnTo>
                  <a:pt x="88875" y="32432"/>
                </a:lnTo>
                <a:lnTo>
                  <a:pt x="88328" y="32529"/>
                </a:lnTo>
                <a:lnTo>
                  <a:pt x="87787" y="32635"/>
                </a:lnTo>
                <a:lnTo>
                  <a:pt x="87251" y="32750"/>
                </a:lnTo>
                <a:lnTo>
                  <a:pt x="86720" y="32874"/>
                </a:lnTo>
                <a:lnTo>
                  <a:pt x="86195" y="33008"/>
                </a:lnTo>
                <a:lnTo>
                  <a:pt x="85674" y="33150"/>
                </a:lnTo>
                <a:lnTo>
                  <a:pt x="85159" y="33302"/>
                </a:lnTo>
                <a:lnTo>
                  <a:pt x="84649" y="33464"/>
                </a:lnTo>
                <a:lnTo>
                  <a:pt x="84145" y="33634"/>
                </a:lnTo>
                <a:lnTo>
                  <a:pt x="83645" y="33813"/>
                </a:lnTo>
                <a:lnTo>
                  <a:pt x="83151" y="34002"/>
                </a:lnTo>
                <a:lnTo>
                  <a:pt x="82662" y="34200"/>
                </a:lnTo>
                <a:lnTo>
                  <a:pt x="82179" y="34407"/>
                </a:lnTo>
                <a:lnTo>
                  <a:pt x="81700" y="34624"/>
                </a:lnTo>
                <a:lnTo>
                  <a:pt x="81228" y="34848"/>
                </a:lnTo>
                <a:lnTo>
                  <a:pt x="80761" y="35080"/>
                </a:lnTo>
                <a:lnTo>
                  <a:pt x="80300" y="35319"/>
                </a:lnTo>
                <a:lnTo>
                  <a:pt x="79844" y="35565"/>
                </a:lnTo>
                <a:lnTo>
                  <a:pt x="79395" y="35818"/>
                </a:lnTo>
                <a:lnTo>
                  <a:pt x="78952" y="36079"/>
                </a:lnTo>
                <a:lnTo>
                  <a:pt x="78514" y="36346"/>
                </a:lnTo>
                <a:lnTo>
                  <a:pt x="78082" y="36621"/>
                </a:lnTo>
                <a:lnTo>
                  <a:pt x="77657" y="36903"/>
                </a:lnTo>
                <a:lnTo>
                  <a:pt x="77237" y="37192"/>
                </a:lnTo>
                <a:lnTo>
                  <a:pt x="76823" y="37488"/>
                </a:lnTo>
                <a:lnTo>
                  <a:pt x="76415" y="37792"/>
                </a:lnTo>
                <a:lnTo>
                  <a:pt x="76012" y="38102"/>
                </a:lnTo>
                <a:lnTo>
                  <a:pt x="75616" y="38420"/>
                </a:lnTo>
                <a:lnTo>
                  <a:pt x="75226" y="38745"/>
                </a:lnTo>
                <a:lnTo>
                  <a:pt x="74841" y="39077"/>
                </a:lnTo>
                <a:lnTo>
                  <a:pt x="74462" y="39416"/>
                </a:lnTo>
                <a:lnTo>
                  <a:pt x="74090" y="39762"/>
                </a:lnTo>
                <a:lnTo>
                  <a:pt x="73723" y="40116"/>
                </a:lnTo>
                <a:lnTo>
                  <a:pt x="73362" y="40476"/>
                </a:lnTo>
                <a:lnTo>
                  <a:pt x="73006" y="40844"/>
                </a:lnTo>
                <a:lnTo>
                  <a:pt x="72657" y="41219"/>
                </a:lnTo>
                <a:lnTo>
                  <a:pt x="72314" y="41601"/>
                </a:lnTo>
                <a:lnTo>
                  <a:pt x="71976" y="41991"/>
                </a:lnTo>
                <a:lnTo>
                  <a:pt x="71645" y="42386"/>
                </a:lnTo>
                <a:lnTo>
                  <a:pt x="71319" y="42787"/>
                </a:lnTo>
                <a:lnTo>
                  <a:pt x="71000" y="43192"/>
                </a:lnTo>
                <a:lnTo>
                  <a:pt x="70686" y="43603"/>
                </a:lnTo>
                <a:lnTo>
                  <a:pt x="70379" y="44019"/>
                </a:lnTo>
                <a:lnTo>
                  <a:pt x="70077" y="44440"/>
                </a:lnTo>
                <a:lnTo>
                  <a:pt x="69781" y="44866"/>
                </a:lnTo>
                <a:lnTo>
                  <a:pt x="69492" y="45297"/>
                </a:lnTo>
                <a:lnTo>
                  <a:pt x="69209" y="45734"/>
                </a:lnTo>
                <a:lnTo>
                  <a:pt x="68931" y="46175"/>
                </a:lnTo>
                <a:lnTo>
                  <a:pt x="68840" y="46326"/>
                </a:lnTo>
                <a:lnTo>
                  <a:pt x="68551" y="33445"/>
                </a:lnTo>
                <a:lnTo>
                  <a:pt x="60005" y="33445"/>
                </a:lnTo>
                <a:lnTo>
                  <a:pt x="60005" y="113154"/>
                </a:lnTo>
                <a:lnTo>
                  <a:pt x="68919" y="113154"/>
                </a:lnTo>
                <a:lnTo>
                  <a:pt x="68919" y="58254"/>
                </a:lnTo>
                <a:lnTo>
                  <a:pt x="68973" y="58073"/>
                </a:lnTo>
                <a:lnTo>
                  <a:pt x="69100" y="57663"/>
                </a:lnTo>
                <a:lnTo>
                  <a:pt x="69232" y="57256"/>
                </a:lnTo>
                <a:lnTo>
                  <a:pt x="69370" y="56851"/>
                </a:lnTo>
                <a:lnTo>
                  <a:pt x="69513" y="56448"/>
                </a:lnTo>
                <a:close/>
                <a:moveTo>
                  <a:pt x="323105" y="33445"/>
                </a:moveTo>
                <a:lnTo>
                  <a:pt x="353197" y="111952"/>
                </a:lnTo>
                <a:lnTo>
                  <a:pt x="349331" y="122390"/>
                </a:lnTo>
                <a:lnTo>
                  <a:pt x="349189" y="122777"/>
                </a:lnTo>
                <a:lnTo>
                  <a:pt x="349045" y="123160"/>
                </a:lnTo>
                <a:lnTo>
                  <a:pt x="348899" y="123537"/>
                </a:lnTo>
                <a:lnTo>
                  <a:pt x="348752" y="123909"/>
                </a:lnTo>
                <a:lnTo>
                  <a:pt x="348603" y="124276"/>
                </a:lnTo>
                <a:lnTo>
                  <a:pt x="348452" y="124637"/>
                </a:lnTo>
                <a:lnTo>
                  <a:pt x="348299" y="124993"/>
                </a:lnTo>
                <a:lnTo>
                  <a:pt x="348144" y="125345"/>
                </a:lnTo>
                <a:lnTo>
                  <a:pt x="347988" y="125690"/>
                </a:lnTo>
                <a:lnTo>
                  <a:pt x="347829" y="126031"/>
                </a:lnTo>
                <a:lnTo>
                  <a:pt x="347669" y="126367"/>
                </a:lnTo>
                <a:lnTo>
                  <a:pt x="347508" y="126697"/>
                </a:lnTo>
                <a:lnTo>
                  <a:pt x="347344" y="127022"/>
                </a:lnTo>
                <a:lnTo>
                  <a:pt x="347179" y="127342"/>
                </a:lnTo>
                <a:lnTo>
                  <a:pt x="347012" y="127656"/>
                </a:lnTo>
                <a:lnTo>
                  <a:pt x="346843" y="127966"/>
                </a:lnTo>
                <a:lnTo>
                  <a:pt x="346672" y="128270"/>
                </a:lnTo>
                <a:lnTo>
                  <a:pt x="346499" y="128569"/>
                </a:lnTo>
                <a:lnTo>
                  <a:pt x="346325" y="128863"/>
                </a:lnTo>
                <a:lnTo>
                  <a:pt x="346149" y="129151"/>
                </a:lnTo>
                <a:lnTo>
                  <a:pt x="345971" y="129435"/>
                </a:lnTo>
                <a:lnTo>
                  <a:pt x="345791" y="129713"/>
                </a:lnTo>
                <a:lnTo>
                  <a:pt x="345610" y="129986"/>
                </a:lnTo>
                <a:lnTo>
                  <a:pt x="345427" y="130254"/>
                </a:lnTo>
                <a:lnTo>
                  <a:pt x="345241" y="130516"/>
                </a:lnTo>
                <a:lnTo>
                  <a:pt x="345051" y="130773"/>
                </a:lnTo>
                <a:lnTo>
                  <a:pt x="344857" y="131024"/>
                </a:lnTo>
                <a:lnTo>
                  <a:pt x="344660" y="131270"/>
                </a:lnTo>
                <a:lnTo>
                  <a:pt x="344459" y="131511"/>
                </a:lnTo>
                <a:lnTo>
                  <a:pt x="344255" y="131746"/>
                </a:lnTo>
                <a:lnTo>
                  <a:pt x="344046" y="131976"/>
                </a:lnTo>
                <a:lnTo>
                  <a:pt x="343834" y="132200"/>
                </a:lnTo>
                <a:lnTo>
                  <a:pt x="343619" y="132419"/>
                </a:lnTo>
                <a:lnTo>
                  <a:pt x="343399" y="132632"/>
                </a:lnTo>
                <a:lnTo>
                  <a:pt x="343176" y="132840"/>
                </a:lnTo>
                <a:lnTo>
                  <a:pt x="342949" y="133042"/>
                </a:lnTo>
                <a:lnTo>
                  <a:pt x="342719" y="133239"/>
                </a:lnTo>
                <a:lnTo>
                  <a:pt x="342485" y="133430"/>
                </a:lnTo>
                <a:lnTo>
                  <a:pt x="342247" y="133616"/>
                </a:lnTo>
                <a:lnTo>
                  <a:pt x="342005" y="133797"/>
                </a:lnTo>
                <a:lnTo>
                  <a:pt x="341760" y="133972"/>
                </a:lnTo>
                <a:lnTo>
                  <a:pt x="341511" y="134141"/>
                </a:lnTo>
                <a:lnTo>
                  <a:pt x="341258" y="134306"/>
                </a:lnTo>
                <a:lnTo>
                  <a:pt x="341001" y="134464"/>
                </a:lnTo>
                <a:lnTo>
                  <a:pt x="340741" y="134617"/>
                </a:lnTo>
                <a:lnTo>
                  <a:pt x="340477" y="134765"/>
                </a:lnTo>
                <a:lnTo>
                  <a:pt x="340210" y="134908"/>
                </a:lnTo>
                <a:lnTo>
                  <a:pt x="339938" y="135044"/>
                </a:lnTo>
                <a:lnTo>
                  <a:pt x="339662" y="135176"/>
                </a:lnTo>
                <a:lnTo>
                  <a:pt x="339381" y="135301"/>
                </a:lnTo>
                <a:lnTo>
                  <a:pt x="339095" y="135421"/>
                </a:lnTo>
                <a:lnTo>
                  <a:pt x="338804" y="135536"/>
                </a:lnTo>
                <a:lnTo>
                  <a:pt x="338507" y="135645"/>
                </a:lnTo>
                <a:lnTo>
                  <a:pt x="338205" y="135748"/>
                </a:lnTo>
                <a:lnTo>
                  <a:pt x="337898" y="135846"/>
                </a:lnTo>
                <a:lnTo>
                  <a:pt x="337585" y="135938"/>
                </a:lnTo>
                <a:lnTo>
                  <a:pt x="337267" y="136025"/>
                </a:lnTo>
                <a:lnTo>
                  <a:pt x="336944" y="136106"/>
                </a:lnTo>
                <a:lnTo>
                  <a:pt x="336616" y="136181"/>
                </a:lnTo>
                <a:lnTo>
                  <a:pt x="336283" y="136251"/>
                </a:lnTo>
                <a:lnTo>
                  <a:pt x="335944" y="136315"/>
                </a:lnTo>
                <a:lnTo>
                  <a:pt x="335600" y="136374"/>
                </a:lnTo>
                <a:lnTo>
                  <a:pt x="335251" y="136427"/>
                </a:lnTo>
                <a:lnTo>
                  <a:pt x="334896" y="136475"/>
                </a:lnTo>
                <a:lnTo>
                  <a:pt x="334536" y="136517"/>
                </a:lnTo>
                <a:lnTo>
                  <a:pt x="334171" y="136553"/>
                </a:lnTo>
                <a:lnTo>
                  <a:pt x="333801" y="136584"/>
                </a:lnTo>
                <a:lnTo>
                  <a:pt x="333426" y="136609"/>
                </a:lnTo>
                <a:lnTo>
                  <a:pt x="333045" y="136628"/>
                </a:lnTo>
                <a:lnTo>
                  <a:pt x="332659" y="136642"/>
                </a:lnTo>
                <a:lnTo>
                  <a:pt x="332268" y="136651"/>
                </a:lnTo>
                <a:lnTo>
                  <a:pt x="331872" y="136654"/>
                </a:lnTo>
                <a:lnTo>
                  <a:pt x="331821" y="136653"/>
                </a:lnTo>
                <a:lnTo>
                  <a:pt x="331767" y="136652"/>
                </a:lnTo>
                <a:lnTo>
                  <a:pt x="331709" y="136651"/>
                </a:lnTo>
                <a:lnTo>
                  <a:pt x="331649" y="136649"/>
                </a:lnTo>
                <a:lnTo>
                  <a:pt x="331585" y="136647"/>
                </a:lnTo>
                <a:lnTo>
                  <a:pt x="331517" y="136644"/>
                </a:lnTo>
                <a:lnTo>
                  <a:pt x="331446" y="136641"/>
                </a:lnTo>
                <a:lnTo>
                  <a:pt x="331372" y="136637"/>
                </a:lnTo>
                <a:lnTo>
                  <a:pt x="331295" y="136633"/>
                </a:lnTo>
                <a:lnTo>
                  <a:pt x="331214" y="136628"/>
                </a:lnTo>
                <a:lnTo>
                  <a:pt x="331130" y="136623"/>
                </a:lnTo>
                <a:lnTo>
                  <a:pt x="331043" y="136617"/>
                </a:lnTo>
                <a:lnTo>
                  <a:pt x="330952" y="136610"/>
                </a:lnTo>
                <a:lnTo>
                  <a:pt x="330858" y="136603"/>
                </a:lnTo>
                <a:lnTo>
                  <a:pt x="330761" y="136596"/>
                </a:lnTo>
                <a:lnTo>
                  <a:pt x="330660" y="136588"/>
                </a:lnTo>
                <a:lnTo>
                  <a:pt x="330556" y="136580"/>
                </a:lnTo>
                <a:lnTo>
                  <a:pt x="330449" y="136571"/>
                </a:lnTo>
                <a:lnTo>
                  <a:pt x="330338" y="136561"/>
                </a:lnTo>
                <a:lnTo>
                  <a:pt x="330224" y="136551"/>
                </a:lnTo>
                <a:lnTo>
                  <a:pt x="330107" y="136541"/>
                </a:lnTo>
                <a:lnTo>
                  <a:pt x="329987" y="136530"/>
                </a:lnTo>
                <a:lnTo>
                  <a:pt x="329863" y="136518"/>
                </a:lnTo>
                <a:lnTo>
                  <a:pt x="329735" y="136506"/>
                </a:lnTo>
                <a:lnTo>
                  <a:pt x="329608" y="136494"/>
                </a:lnTo>
                <a:lnTo>
                  <a:pt x="329483" y="136482"/>
                </a:lnTo>
                <a:lnTo>
                  <a:pt x="329360" y="136469"/>
                </a:lnTo>
                <a:lnTo>
                  <a:pt x="329240" y="136457"/>
                </a:lnTo>
                <a:lnTo>
                  <a:pt x="329123" y="136445"/>
                </a:lnTo>
                <a:lnTo>
                  <a:pt x="329008" y="136433"/>
                </a:lnTo>
                <a:lnTo>
                  <a:pt x="328896" y="136420"/>
                </a:lnTo>
                <a:lnTo>
                  <a:pt x="328786" y="136408"/>
                </a:lnTo>
                <a:lnTo>
                  <a:pt x="328679" y="136396"/>
                </a:lnTo>
                <a:lnTo>
                  <a:pt x="328574" y="136383"/>
                </a:lnTo>
                <a:lnTo>
                  <a:pt x="328472" y="136371"/>
                </a:lnTo>
                <a:lnTo>
                  <a:pt x="328372" y="136359"/>
                </a:lnTo>
                <a:lnTo>
                  <a:pt x="328276" y="136347"/>
                </a:lnTo>
                <a:lnTo>
                  <a:pt x="328181" y="136334"/>
                </a:lnTo>
                <a:lnTo>
                  <a:pt x="328089" y="136322"/>
                </a:lnTo>
                <a:lnTo>
                  <a:pt x="328000" y="136310"/>
                </a:lnTo>
                <a:lnTo>
                  <a:pt x="327913" y="136297"/>
                </a:lnTo>
                <a:lnTo>
                  <a:pt x="327829" y="136285"/>
                </a:lnTo>
                <a:lnTo>
                  <a:pt x="327748" y="136273"/>
                </a:lnTo>
                <a:lnTo>
                  <a:pt x="327669" y="136261"/>
                </a:lnTo>
                <a:lnTo>
                  <a:pt x="327592" y="136248"/>
                </a:lnTo>
                <a:lnTo>
                  <a:pt x="327518" y="136236"/>
                </a:lnTo>
                <a:lnTo>
                  <a:pt x="327447" y="136224"/>
                </a:lnTo>
                <a:lnTo>
                  <a:pt x="327378" y="136212"/>
                </a:lnTo>
                <a:lnTo>
                  <a:pt x="327452" y="143578"/>
                </a:lnTo>
                <a:lnTo>
                  <a:pt x="327534" y="143609"/>
                </a:lnTo>
                <a:lnTo>
                  <a:pt x="327620" y="143639"/>
                </a:lnTo>
                <a:lnTo>
                  <a:pt x="327711" y="143670"/>
                </a:lnTo>
                <a:lnTo>
                  <a:pt x="327806" y="143700"/>
                </a:lnTo>
                <a:lnTo>
                  <a:pt x="327905" y="143730"/>
                </a:lnTo>
                <a:lnTo>
                  <a:pt x="328009" y="143760"/>
                </a:lnTo>
                <a:lnTo>
                  <a:pt x="328117" y="143790"/>
                </a:lnTo>
                <a:lnTo>
                  <a:pt x="328229" y="143820"/>
                </a:lnTo>
                <a:lnTo>
                  <a:pt x="328346" y="143849"/>
                </a:lnTo>
                <a:lnTo>
                  <a:pt x="328467" y="143879"/>
                </a:lnTo>
                <a:lnTo>
                  <a:pt x="328593" y="143908"/>
                </a:lnTo>
                <a:lnTo>
                  <a:pt x="328722" y="143937"/>
                </a:lnTo>
                <a:lnTo>
                  <a:pt x="328857" y="143966"/>
                </a:lnTo>
                <a:lnTo>
                  <a:pt x="328995" y="143995"/>
                </a:lnTo>
                <a:lnTo>
                  <a:pt x="329138" y="144024"/>
                </a:lnTo>
                <a:lnTo>
                  <a:pt x="329285" y="144053"/>
                </a:lnTo>
                <a:lnTo>
                  <a:pt x="329437" y="144082"/>
                </a:lnTo>
                <a:lnTo>
                  <a:pt x="329593" y="144110"/>
                </a:lnTo>
                <a:lnTo>
                  <a:pt x="329753" y="144138"/>
                </a:lnTo>
                <a:lnTo>
                  <a:pt x="329917" y="144167"/>
                </a:lnTo>
                <a:lnTo>
                  <a:pt x="330086" y="144195"/>
                </a:lnTo>
                <a:lnTo>
                  <a:pt x="330260" y="144223"/>
                </a:lnTo>
                <a:lnTo>
                  <a:pt x="330437" y="144250"/>
                </a:lnTo>
                <a:lnTo>
                  <a:pt x="330619" y="144278"/>
                </a:lnTo>
                <a:lnTo>
                  <a:pt x="330802" y="144305"/>
                </a:lnTo>
                <a:lnTo>
                  <a:pt x="330982" y="144331"/>
                </a:lnTo>
                <a:lnTo>
                  <a:pt x="331159" y="144356"/>
                </a:lnTo>
                <a:lnTo>
                  <a:pt x="331334" y="144379"/>
                </a:lnTo>
                <a:lnTo>
                  <a:pt x="331505" y="144402"/>
                </a:lnTo>
                <a:lnTo>
                  <a:pt x="331674" y="144423"/>
                </a:lnTo>
                <a:lnTo>
                  <a:pt x="331840" y="144443"/>
                </a:lnTo>
                <a:lnTo>
                  <a:pt x="332003" y="144462"/>
                </a:lnTo>
                <a:lnTo>
                  <a:pt x="332163" y="144480"/>
                </a:lnTo>
                <a:lnTo>
                  <a:pt x="332320" y="144497"/>
                </a:lnTo>
                <a:lnTo>
                  <a:pt x="332475" y="144512"/>
                </a:lnTo>
                <a:lnTo>
                  <a:pt x="332627" y="144527"/>
                </a:lnTo>
                <a:lnTo>
                  <a:pt x="332776" y="144540"/>
                </a:lnTo>
                <a:lnTo>
                  <a:pt x="332922" y="144552"/>
                </a:lnTo>
                <a:lnTo>
                  <a:pt x="333065" y="144563"/>
                </a:lnTo>
                <a:lnTo>
                  <a:pt x="333206" y="144573"/>
                </a:lnTo>
                <a:lnTo>
                  <a:pt x="333344" y="144581"/>
                </a:lnTo>
                <a:lnTo>
                  <a:pt x="333479" y="144589"/>
                </a:lnTo>
                <a:lnTo>
                  <a:pt x="333611" y="144595"/>
                </a:lnTo>
                <a:lnTo>
                  <a:pt x="333740" y="144600"/>
                </a:lnTo>
                <a:lnTo>
                  <a:pt x="333866" y="144604"/>
                </a:lnTo>
                <a:lnTo>
                  <a:pt x="333990" y="144607"/>
                </a:lnTo>
                <a:lnTo>
                  <a:pt x="334111" y="144609"/>
                </a:lnTo>
                <a:lnTo>
                  <a:pt x="334229" y="144610"/>
                </a:lnTo>
                <a:lnTo>
                  <a:pt x="334680" y="144606"/>
                </a:lnTo>
                <a:lnTo>
                  <a:pt x="335126" y="144596"/>
                </a:lnTo>
                <a:lnTo>
                  <a:pt x="335566" y="144579"/>
                </a:lnTo>
                <a:lnTo>
                  <a:pt x="336000" y="144556"/>
                </a:lnTo>
                <a:lnTo>
                  <a:pt x="336429" y="144525"/>
                </a:lnTo>
                <a:lnTo>
                  <a:pt x="336851" y="144488"/>
                </a:lnTo>
                <a:lnTo>
                  <a:pt x="337268" y="144445"/>
                </a:lnTo>
                <a:lnTo>
                  <a:pt x="337679" y="144394"/>
                </a:lnTo>
                <a:lnTo>
                  <a:pt x="338085" y="144337"/>
                </a:lnTo>
                <a:lnTo>
                  <a:pt x="338484" y="144273"/>
                </a:lnTo>
                <a:lnTo>
                  <a:pt x="338878" y="144202"/>
                </a:lnTo>
                <a:lnTo>
                  <a:pt x="339266" y="144124"/>
                </a:lnTo>
                <a:lnTo>
                  <a:pt x="339648" y="144040"/>
                </a:lnTo>
                <a:lnTo>
                  <a:pt x="340025" y="143949"/>
                </a:lnTo>
                <a:lnTo>
                  <a:pt x="340396" y="143852"/>
                </a:lnTo>
                <a:lnTo>
                  <a:pt x="340761" y="143747"/>
                </a:lnTo>
                <a:lnTo>
                  <a:pt x="341120" y="143636"/>
                </a:lnTo>
                <a:lnTo>
                  <a:pt x="341474" y="143518"/>
                </a:lnTo>
                <a:lnTo>
                  <a:pt x="341822" y="143393"/>
                </a:lnTo>
                <a:lnTo>
                  <a:pt x="342164" y="143262"/>
                </a:lnTo>
                <a:lnTo>
                  <a:pt x="342500" y="143124"/>
                </a:lnTo>
                <a:lnTo>
                  <a:pt x="342831" y="142979"/>
                </a:lnTo>
                <a:lnTo>
                  <a:pt x="343155" y="142827"/>
                </a:lnTo>
                <a:lnTo>
                  <a:pt x="343474" y="142669"/>
                </a:lnTo>
                <a:lnTo>
                  <a:pt x="343788" y="142505"/>
                </a:lnTo>
                <a:lnTo>
                  <a:pt x="344098" y="142338"/>
                </a:lnTo>
                <a:lnTo>
                  <a:pt x="344403" y="142167"/>
                </a:lnTo>
                <a:lnTo>
                  <a:pt x="344704" y="141992"/>
                </a:lnTo>
                <a:lnTo>
                  <a:pt x="345001" y="141814"/>
                </a:lnTo>
                <a:lnTo>
                  <a:pt x="345293" y="141631"/>
                </a:lnTo>
                <a:lnTo>
                  <a:pt x="345581" y="141445"/>
                </a:lnTo>
                <a:lnTo>
                  <a:pt x="345864" y="141255"/>
                </a:lnTo>
                <a:lnTo>
                  <a:pt x="346144" y="141061"/>
                </a:lnTo>
                <a:lnTo>
                  <a:pt x="346418" y="140863"/>
                </a:lnTo>
                <a:lnTo>
                  <a:pt x="346689" y="140661"/>
                </a:lnTo>
                <a:lnTo>
                  <a:pt x="346955" y="140456"/>
                </a:lnTo>
                <a:lnTo>
                  <a:pt x="347217" y="140247"/>
                </a:lnTo>
                <a:lnTo>
                  <a:pt x="347474" y="140034"/>
                </a:lnTo>
                <a:lnTo>
                  <a:pt x="347727" y="139817"/>
                </a:lnTo>
                <a:lnTo>
                  <a:pt x="347976" y="139596"/>
                </a:lnTo>
                <a:lnTo>
                  <a:pt x="348221" y="139372"/>
                </a:lnTo>
                <a:lnTo>
                  <a:pt x="348461" y="139144"/>
                </a:lnTo>
                <a:lnTo>
                  <a:pt x="348696" y="138912"/>
                </a:lnTo>
                <a:lnTo>
                  <a:pt x="348928" y="138676"/>
                </a:lnTo>
                <a:lnTo>
                  <a:pt x="349155" y="138436"/>
                </a:lnTo>
                <a:lnTo>
                  <a:pt x="349377" y="138193"/>
                </a:lnTo>
                <a:lnTo>
                  <a:pt x="349596" y="137945"/>
                </a:lnTo>
                <a:lnTo>
                  <a:pt x="349810" y="137694"/>
                </a:lnTo>
                <a:lnTo>
                  <a:pt x="350020" y="137441"/>
                </a:lnTo>
                <a:lnTo>
                  <a:pt x="350227" y="137186"/>
                </a:lnTo>
                <a:lnTo>
                  <a:pt x="350430" y="136930"/>
                </a:lnTo>
                <a:lnTo>
                  <a:pt x="350630" y="136674"/>
                </a:lnTo>
                <a:lnTo>
                  <a:pt x="350827" y="136416"/>
                </a:lnTo>
                <a:lnTo>
                  <a:pt x="351021" y="136157"/>
                </a:lnTo>
                <a:lnTo>
                  <a:pt x="351211" y="135898"/>
                </a:lnTo>
                <a:lnTo>
                  <a:pt x="351398" y="135637"/>
                </a:lnTo>
                <a:lnTo>
                  <a:pt x="351581" y="135375"/>
                </a:lnTo>
                <a:lnTo>
                  <a:pt x="351761" y="135113"/>
                </a:lnTo>
                <a:lnTo>
                  <a:pt x="351938" y="134849"/>
                </a:lnTo>
                <a:lnTo>
                  <a:pt x="352112" y="134584"/>
                </a:lnTo>
                <a:lnTo>
                  <a:pt x="352282" y="134318"/>
                </a:lnTo>
                <a:lnTo>
                  <a:pt x="352449" y="134051"/>
                </a:lnTo>
                <a:lnTo>
                  <a:pt x="352613" y="133783"/>
                </a:lnTo>
                <a:lnTo>
                  <a:pt x="352773" y="133514"/>
                </a:lnTo>
                <a:lnTo>
                  <a:pt x="352930" y="133245"/>
                </a:lnTo>
                <a:lnTo>
                  <a:pt x="353083" y="132974"/>
                </a:lnTo>
                <a:lnTo>
                  <a:pt x="353234" y="132702"/>
                </a:lnTo>
                <a:lnTo>
                  <a:pt x="353381" y="132429"/>
                </a:lnTo>
                <a:lnTo>
                  <a:pt x="353524" y="132155"/>
                </a:lnTo>
                <a:lnTo>
                  <a:pt x="353665" y="131880"/>
                </a:lnTo>
                <a:lnTo>
                  <a:pt x="353802" y="131604"/>
                </a:lnTo>
                <a:lnTo>
                  <a:pt x="353935" y="131326"/>
                </a:lnTo>
                <a:lnTo>
                  <a:pt x="354066" y="131050"/>
                </a:lnTo>
                <a:lnTo>
                  <a:pt x="354195" y="130776"/>
                </a:lnTo>
                <a:lnTo>
                  <a:pt x="354322" y="130504"/>
                </a:lnTo>
                <a:lnTo>
                  <a:pt x="354448" y="130234"/>
                </a:lnTo>
                <a:lnTo>
                  <a:pt x="354571" y="129966"/>
                </a:lnTo>
                <a:lnTo>
                  <a:pt x="354693" y="129701"/>
                </a:lnTo>
                <a:lnTo>
                  <a:pt x="354812" y="129437"/>
                </a:lnTo>
                <a:lnTo>
                  <a:pt x="354930" y="129176"/>
                </a:lnTo>
                <a:lnTo>
                  <a:pt x="355045" y="128917"/>
                </a:lnTo>
                <a:lnTo>
                  <a:pt x="355159" y="128660"/>
                </a:lnTo>
                <a:lnTo>
                  <a:pt x="355271" y="128406"/>
                </a:lnTo>
                <a:lnTo>
                  <a:pt x="355381" y="128153"/>
                </a:lnTo>
                <a:lnTo>
                  <a:pt x="355489" y="127903"/>
                </a:lnTo>
                <a:lnTo>
                  <a:pt x="355595" y="127654"/>
                </a:lnTo>
                <a:lnTo>
                  <a:pt x="355699" y="127408"/>
                </a:lnTo>
                <a:lnTo>
                  <a:pt x="355801" y="127164"/>
                </a:lnTo>
                <a:lnTo>
                  <a:pt x="355902" y="126922"/>
                </a:lnTo>
                <a:lnTo>
                  <a:pt x="356000" y="126683"/>
                </a:lnTo>
                <a:lnTo>
                  <a:pt x="356097" y="126445"/>
                </a:lnTo>
                <a:lnTo>
                  <a:pt x="356191" y="126210"/>
                </a:lnTo>
                <a:lnTo>
                  <a:pt x="356284" y="125977"/>
                </a:lnTo>
                <a:lnTo>
                  <a:pt x="356375" y="125746"/>
                </a:lnTo>
                <a:lnTo>
                  <a:pt x="356463" y="125517"/>
                </a:lnTo>
                <a:lnTo>
                  <a:pt x="356550" y="125290"/>
                </a:lnTo>
                <a:lnTo>
                  <a:pt x="390216" y="33445"/>
                </a:lnTo>
                <a:lnTo>
                  <a:pt x="380713" y="33445"/>
                </a:lnTo>
                <a:lnTo>
                  <a:pt x="357541" y="99943"/>
                </a:lnTo>
                <a:lnTo>
                  <a:pt x="332682" y="33445"/>
                </a:lnTo>
                <a:lnTo>
                  <a:pt x="323105" y="33445"/>
                </a:lnTo>
                <a:close/>
                <a:moveTo>
                  <a:pt x="405085" y="113154"/>
                </a:moveTo>
                <a:lnTo>
                  <a:pt x="413926" y="113154"/>
                </a:lnTo>
                <a:lnTo>
                  <a:pt x="413926" y="33445"/>
                </a:lnTo>
                <a:lnTo>
                  <a:pt x="405085" y="33445"/>
                </a:lnTo>
                <a:lnTo>
                  <a:pt x="405085" y="113154"/>
                </a:lnTo>
                <a:close/>
                <a:moveTo>
                  <a:pt x="446913" y="58073"/>
                </a:moveTo>
                <a:lnTo>
                  <a:pt x="447067" y="57663"/>
                </a:lnTo>
                <a:lnTo>
                  <a:pt x="447227" y="57256"/>
                </a:lnTo>
                <a:lnTo>
                  <a:pt x="447392" y="56851"/>
                </a:lnTo>
                <a:lnTo>
                  <a:pt x="447562" y="56448"/>
                </a:lnTo>
                <a:lnTo>
                  <a:pt x="447737" y="56047"/>
                </a:lnTo>
                <a:lnTo>
                  <a:pt x="447917" y="55648"/>
                </a:lnTo>
                <a:lnTo>
                  <a:pt x="448103" y="55251"/>
                </a:lnTo>
                <a:lnTo>
                  <a:pt x="448294" y="54856"/>
                </a:lnTo>
                <a:lnTo>
                  <a:pt x="448490" y="54463"/>
                </a:lnTo>
                <a:lnTo>
                  <a:pt x="448692" y="54072"/>
                </a:lnTo>
                <a:lnTo>
                  <a:pt x="448899" y="53683"/>
                </a:lnTo>
                <a:lnTo>
                  <a:pt x="449111" y="53297"/>
                </a:lnTo>
                <a:lnTo>
                  <a:pt x="449328" y="52912"/>
                </a:lnTo>
                <a:lnTo>
                  <a:pt x="449550" y="52529"/>
                </a:lnTo>
                <a:lnTo>
                  <a:pt x="449778" y="52149"/>
                </a:lnTo>
                <a:lnTo>
                  <a:pt x="450011" y="51770"/>
                </a:lnTo>
                <a:lnTo>
                  <a:pt x="450249" y="51393"/>
                </a:lnTo>
                <a:lnTo>
                  <a:pt x="450493" y="51019"/>
                </a:lnTo>
                <a:lnTo>
                  <a:pt x="450741" y="50647"/>
                </a:lnTo>
                <a:lnTo>
                  <a:pt x="450995" y="50276"/>
                </a:lnTo>
                <a:lnTo>
                  <a:pt x="451255" y="49908"/>
                </a:lnTo>
                <a:lnTo>
                  <a:pt x="451519" y="49542"/>
                </a:lnTo>
                <a:lnTo>
                  <a:pt x="451789" y="49179"/>
                </a:lnTo>
                <a:lnTo>
                  <a:pt x="452064" y="48822"/>
                </a:lnTo>
                <a:lnTo>
                  <a:pt x="452344" y="48471"/>
                </a:lnTo>
                <a:lnTo>
                  <a:pt x="452630" y="48125"/>
                </a:lnTo>
                <a:lnTo>
                  <a:pt x="452921" y="47785"/>
                </a:lnTo>
                <a:lnTo>
                  <a:pt x="453218" y="47451"/>
                </a:lnTo>
                <a:lnTo>
                  <a:pt x="453520" y="47122"/>
                </a:lnTo>
                <a:lnTo>
                  <a:pt x="453827" y="46799"/>
                </a:lnTo>
                <a:lnTo>
                  <a:pt x="454140" y="46482"/>
                </a:lnTo>
                <a:lnTo>
                  <a:pt x="454458" y="46170"/>
                </a:lnTo>
                <a:lnTo>
                  <a:pt x="454781" y="45864"/>
                </a:lnTo>
                <a:lnTo>
                  <a:pt x="455110" y="45563"/>
                </a:lnTo>
                <a:lnTo>
                  <a:pt x="455444" y="45269"/>
                </a:lnTo>
                <a:lnTo>
                  <a:pt x="455784" y="44979"/>
                </a:lnTo>
                <a:lnTo>
                  <a:pt x="456129" y="44696"/>
                </a:lnTo>
                <a:lnTo>
                  <a:pt x="456479" y="44418"/>
                </a:lnTo>
                <a:lnTo>
                  <a:pt x="456835" y="44145"/>
                </a:lnTo>
                <a:lnTo>
                  <a:pt x="457196" y="43878"/>
                </a:lnTo>
                <a:lnTo>
                  <a:pt x="457562" y="43617"/>
                </a:lnTo>
                <a:lnTo>
                  <a:pt x="457934" y="43362"/>
                </a:lnTo>
                <a:lnTo>
                  <a:pt x="458311" y="43112"/>
                </a:lnTo>
                <a:lnTo>
                  <a:pt x="458694" y="42867"/>
                </a:lnTo>
                <a:lnTo>
                  <a:pt x="459082" y="42629"/>
                </a:lnTo>
                <a:lnTo>
                  <a:pt x="459475" y="42396"/>
                </a:lnTo>
                <a:lnTo>
                  <a:pt x="459874" y="42170"/>
                </a:lnTo>
                <a:lnTo>
                  <a:pt x="460278" y="41954"/>
                </a:lnTo>
                <a:lnTo>
                  <a:pt x="460688" y="41748"/>
                </a:lnTo>
                <a:lnTo>
                  <a:pt x="461103" y="41552"/>
                </a:lnTo>
                <a:lnTo>
                  <a:pt x="461524" y="41365"/>
                </a:lnTo>
                <a:lnTo>
                  <a:pt x="461950" y="41187"/>
                </a:lnTo>
                <a:lnTo>
                  <a:pt x="462382" y="41019"/>
                </a:lnTo>
                <a:lnTo>
                  <a:pt x="462819" y="40861"/>
                </a:lnTo>
                <a:lnTo>
                  <a:pt x="463261" y="40712"/>
                </a:lnTo>
                <a:lnTo>
                  <a:pt x="463710" y="40573"/>
                </a:lnTo>
                <a:lnTo>
                  <a:pt x="464163" y="40444"/>
                </a:lnTo>
                <a:lnTo>
                  <a:pt x="464623" y="40324"/>
                </a:lnTo>
                <a:lnTo>
                  <a:pt x="465087" y="40214"/>
                </a:lnTo>
                <a:lnTo>
                  <a:pt x="465558" y="40113"/>
                </a:lnTo>
                <a:lnTo>
                  <a:pt x="466033" y="40022"/>
                </a:lnTo>
                <a:lnTo>
                  <a:pt x="466514" y="39940"/>
                </a:lnTo>
                <a:lnTo>
                  <a:pt x="467001" y="39868"/>
                </a:lnTo>
                <a:lnTo>
                  <a:pt x="467493" y="39806"/>
                </a:lnTo>
                <a:lnTo>
                  <a:pt x="467991" y="39753"/>
                </a:lnTo>
                <a:lnTo>
                  <a:pt x="468494" y="39710"/>
                </a:lnTo>
                <a:lnTo>
                  <a:pt x="469003" y="39676"/>
                </a:lnTo>
                <a:lnTo>
                  <a:pt x="469517" y="39652"/>
                </a:lnTo>
                <a:lnTo>
                  <a:pt x="470037" y="39638"/>
                </a:lnTo>
                <a:lnTo>
                  <a:pt x="470562" y="39633"/>
                </a:lnTo>
                <a:lnTo>
                  <a:pt x="471038" y="39637"/>
                </a:lnTo>
                <a:lnTo>
                  <a:pt x="471509" y="39647"/>
                </a:lnTo>
                <a:lnTo>
                  <a:pt x="471974" y="39664"/>
                </a:lnTo>
                <a:lnTo>
                  <a:pt x="472434" y="39688"/>
                </a:lnTo>
                <a:lnTo>
                  <a:pt x="472889" y="39720"/>
                </a:lnTo>
                <a:lnTo>
                  <a:pt x="473338" y="39758"/>
                </a:lnTo>
                <a:lnTo>
                  <a:pt x="473782" y="39802"/>
                </a:lnTo>
                <a:lnTo>
                  <a:pt x="474221" y="39854"/>
                </a:lnTo>
                <a:lnTo>
                  <a:pt x="474654" y="39913"/>
                </a:lnTo>
                <a:lnTo>
                  <a:pt x="475082" y="39979"/>
                </a:lnTo>
                <a:lnTo>
                  <a:pt x="475504" y="40051"/>
                </a:lnTo>
                <a:lnTo>
                  <a:pt x="475921" y="40130"/>
                </a:lnTo>
                <a:lnTo>
                  <a:pt x="476333" y="40217"/>
                </a:lnTo>
                <a:lnTo>
                  <a:pt x="476739" y="40310"/>
                </a:lnTo>
                <a:lnTo>
                  <a:pt x="477140" y="40410"/>
                </a:lnTo>
                <a:lnTo>
                  <a:pt x="477536" y="40517"/>
                </a:lnTo>
                <a:lnTo>
                  <a:pt x="477926" y="40631"/>
                </a:lnTo>
                <a:lnTo>
                  <a:pt x="478311" y="40752"/>
                </a:lnTo>
                <a:lnTo>
                  <a:pt x="478690" y="40880"/>
                </a:lnTo>
                <a:lnTo>
                  <a:pt x="479065" y="41014"/>
                </a:lnTo>
                <a:lnTo>
                  <a:pt x="479433" y="41156"/>
                </a:lnTo>
                <a:lnTo>
                  <a:pt x="479797" y="41305"/>
                </a:lnTo>
                <a:lnTo>
                  <a:pt x="480155" y="41460"/>
                </a:lnTo>
                <a:lnTo>
                  <a:pt x="480507" y="41622"/>
                </a:lnTo>
                <a:lnTo>
                  <a:pt x="480854" y="41793"/>
                </a:lnTo>
                <a:lnTo>
                  <a:pt x="481194" y="41972"/>
                </a:lnTo>
                <a:lnTo>
                  <a:pt x="481527" y="42161"/>
                </a:lnTo>
                <a:lnTo>
                  <a:pt x="481854" y="42360"/>
                </a:lnTo>
                <a:lnTo>
                  <a:pt x="482174" y="42568"/>
                </a:lnTo>
                <a:lnTo>
                  <a:pt x="482487" y="42785"/>
                </a:lnTo>
                <a:lnTo>
                  <a:pt x="482794" y="43011"/>
                </a:lnTo>
                <a:lnTo>
                  <a:pt x="483094" y="43247"/>
                </a:lnTo>
                <a:lnTo>
                  <a:pt x="483387" y="43492"/>
                </a:lnTo>
                <a:lnTo>
                  <a:pt x="483674" y="43747"/>
                </a:lnTo>
                <a:lnTo>
                  <a:pt x="483954" y="44010"/>
                </a:lnTo>
                <a:lnTo>
                  <a:pt x="484227" y="44283"/>
                </a:lnTo>
                <a:lnTo>
                  <a:pt x="484494" y="44566"/>
                </a:lnTo>
                <a:lnTo>
                  <a:pt x="484754" y="44858"/>
                </a:lnTo>
                <a:lnTo>
                  <a:pt x="485008" y="45159"/>
                </a:lnTo>
                <a:lnTo>
                  <a:pt x="485255" y="45469"/>
                </a:lnTo>
                <a:lnTo>
                  <a:pt x="485495" y="45789"/>
                </a:lnTo>
                <a:lnTo>
                  <a:pt x="485728" y="46118"/>
                </a:lnTo>
                <a:lnTo>
                  <a:pt x="485955" y="46457"/>
                </a:lnTo>
                <a:lnTo>
                  <a:pt x="486176" y="46805"/>
                </a:lnTo>
                <a:lnTo>
                  <a:pt x="486389" y="47162"/>
                </a:lnTo>
                <a:lnTo>
                  <a:pt x="486596" y="47528"/>
                </a:lnTo>
                <a:lnTo>
                  <a:pt x="486796" y="47904"/>
                </a:lnTo>
                <a:lnTo>
                  <a:pt x="486990" y="48289"/>
                </a:lnTo>
                <a:lnTo>
                  <a:pt x="487176" y="48685"/>
                </a:lnTo>
                <a:lnTo>
                  <a:pt x="487355" y="49093"/>
                </a:lnTo>
                <a:lnTo>
                  <a:pt x="487525" y="49513"/>
                </a:lnTo>
                <a:lnTo>
                  <a:pt x="487688" y="49946"/>
                </a:lnTo>
                <a:lnTo>
                  <a:pt x="487842" y="50390"/>
                </a:lnTo>
                <a:lnTo>
                  <a:pt x="487989" y="50847"/>
                </a:lnTo>
                <a:lnTo>
                  <a:pt x="488128" y="51316"/>
                </a:lnTo>
                <a:lnTo>
                  <a:pt x="488259" y="51797"/>
                </a:lnTo>
                <a:lnTo>
                  <a:pt x="488382" y="52290"/>
                </a:lnTo>
                <a:lnTo>
                  <a:pt x="488497" y="52795"/>
                </a:lnTo>
                <a:lnTo>
                  <a:pt x="488604" y="53312"/>
                </a:lnTo>
                <a:lnTo>
                  <a:pt x="488703" y="53842"/>
                </a:lnTo>
                <a:lnTo>
                  <a:pt x="488794" y="54384"/>
                </a:lnTo>
                <a:lnTo>
                  <a:pt x="488877" y="54937"/>
                </a:lnTo>
                <a:lnTo>
                  <a:pt x="488953" y="55503"/>
                </a:lnTo>
                <a:lnTo>
                  <a:pt x="489020" y="56082"/>
                </a:lnTo>
                <a:lnTo>
                  <a:pt x="489079" y="56672"/>
                </a:lnTo>
                <a:lnTo>
                  <a:pt x="489131" y="57274"/>
                </a:lnTo>
                <a:lnTo>
                  <a:pt x="489175" y="57889"/>
                </a:lnTo>
                <a:lnTo>
                  <a:pt x="489210" y="58516"/>
                </a:lnTo>
                <a:lnTo>
                  <a:pt x="489238" y="59155"/>
                </a:lnTo>
                <a:lnTo>
                  <a:pt x="489258" y="59806"/>
                </a:lnTo>
                <a:lnTo>
                  <a:pt x="489270" y="60469"/>
                </a:lnTo>
                <a:lnTo>
                  <a:pt x="489274" y="61144"/>
                </a:lnTo>
                <a:lnTo>
                  <a:pt x="489274" y="113154"/>
                </a:lnTo>
                <a:lnTo>
                  <a:pt x="498114" y="113154"/>
                </a:lnTo>
                <a:lnTo>
                  <a:pt x="498114" y="61218"/>
                </a:lnTo>
                <a:lnTo>
                  <a:pt x="498111" y="60565"/>
                </a:lnTo>
                <a:lnTo>
                  <a:pt x="498102" y="59920"/>
                </a:lnTo>
                <a:lnTo>
                  <a:pt x="498087" y="59283"/>
                </a:lnTo>
                <a:lnTo>
                  <a:pt x="498066" y="58655"/>
                </a:lnTo>
                <a:lnTo>
                  <a:pt x="498039" y="58034"/>
                </a:lnTo>
                <a:lnTo>
                  <a:pt x="498006" y="57422"/>
                </a:lnTo>
                <a:lnTo>
                  <a:pt x="497966" y="56817"/>
                </a:lnTo>
                <a:lnTo>
                  <a:pt x="497921" y="56221"/>
                </a:lnTo>
                <a:lnTo>
                  <a:pt x="497870" y="55632"/>
                </a:lnTo>
                <a:lnTo>
                  <a:pt x="497813" y="55052"/>
                </a:lnTo>
                <a:lnTo>
                  <a:pt x="497750" y="54480"/>
                </a:lnTo>
                <a:lnTo>
                  <a:pt x="497681" y="53916"/>
                </a:lnTo>
                <a:lnTo>
                  <a:pt x="497606" y="53359"/>
                </a:lnTo>
                <a:lnTo>
                  <a:pt x="497525" y="52811"/>
                </a:lnTo>
                <a:lnTo>
                  <a:pt x="497438" y="52271"/>
                </a:lnTo>
                <a:lnTo>
                  <a:pt x="497344" y="51739"/>
                </a:lnTo>
                <a:lnTo>
                  <a:pt x="497245" y="51215"/>
                </a:lnTo>
                <a:lnTo>
                  <a:pt x="497140" y="50699"/>
                </a:lnTo>
                <a:lnTo>
                  <a:pt x="497029" y="50192"/>
                </a:lnTo>
                <a:lnTo>
                  <a:pt x="496912" y="49692"/>
                </a:lnTo>
                <a:lnTo>
                  <a:pt x="496788" y="49200"/>
                </a:lnTo>
                <a:lnTo>
                  <a:pt x="496659" y="48717"/>
                </a:lnTo>
                <a:lnTo>
                  <a:pt x="496524" y="48241"/>
                </a:lnTo>
                <a:lnTo>
                  <a:pt x="496383" y="47773"/>
                </a:lnTo>
                <a:lnTo>
                  <a:pt x="496236" y="47314"/>
                </a:lnTo>
                <a:lnTo>
                  <a:pt x="496083" y="46861"/>
                </a:lnTo>
                <a:lnTo>
                  <a:pt x="495926" y="46415"/>
                </a:lnTo>
                <a:lnTo>
                  <a:pt x="495763" y="45977"/>
                </a:lnTo>
                <a:lnTo>
                  <a:pt x="495594" y="45546"/>
                </a:lnTo>
                <a:lnTo>
                  <a:pt x="495420" y="45121"/>
                </a:lnTo>
                <a:lnTo>
                  <a:pt x="495241" y="44705"/>
                </a:lnTo>
                <a:lnTo>
                  <a:pt x="495057" y="44295"/>
                </a:lnTo>
                <a:lnTo>
                  <a:pt x="494867" y="43892"/>
                </a:lnTo>
                <a:lnTo>
                  <a:pt x="494671" y="43497"/>
                </a:lnTo>
                <a:lnTo>
                  <a:pt x="494471" y="43108"/>
                </a:lnTo>
                <a:lnTo>
                  <a:pt x="494265" y="42727"/>
                </a:lnTo>
                <a:lnTo>
                  <a:pt x="494053" y="42353"/>
                </a:lnTo>
                <a:lnTo>
                  <a:pt x="493836" y="41986"/>
                </a:lnTo>
                <a:lnTo>
                  <a:pt x="493614" y="41627"/>
                </a:lnTo>
                <a:lnTo>
                  <a:pt x="493387" y="41274"/>
                </a:lnTo>
                <a:lnTo>
                  <a:pt x="493154" y="40929"/>
                </a:lnTo>
                <a:lnTo>
                  <a:pt x="492916" y="40591"/>
                </a:lnTo>
                <a:lnTo>
                  <a:pt x="492672" y="40260"/>
                </a:lnTo>
                <a:lnTo>
                  <a:pt x="492423" y="39936"/>
                </a:lnTo>
                <a:lnTo>
                  <a:pt x="492169" y="39619"/>
                </a:lnTo>
                <a:lnTo>
                  <a:pt x="491909" y="39310"/>
                </a:lnTo>
                <a:lnTo>
                  <a:pt x="491644" y="39008"/>
                </a:lnTo>
                <a:lnTo>
                  <a:pt x="491373" y="38712"/>
                </a:lnTo>
                <a:lnTo>
                  <a:pt x="491098" y="38424"/>
                </a:lnTo>
                <a:lnTo>
                  <a:pt x="490817" y="38142"/>
                </a:lnTo>
                <a:lnTo>
                  <a:pt x="490531" y="37867"/>
                </a:lnTo>
                <a:lnTo>
                  <a:pt x="490241" y="37598"/>
                </a:lnTo>
                <a:lnTo>
                  <a:pt x="489945" y="37336"/>
                </a:lnTo>
                <a:lnTo>
                  <a:pt x="489644" y="37080"/>
                </a:lnTo>
                <a:lnTo>
                  <a:pt x="489339" y="36831"/>
                </a:lnTo>
                <a:lnTo>
                  <a:pt x="489028" y="36588"/>
                </a:lnTo>
                <a:lnTo>
                  <a:pt x="488713" y="36352"/>
                </a:lnTo>
                <a:lnTo>
                  <a:pt x="488392" y="36122"/>
                </a:lnTo>
                <a:lnTo>
                  <a:pt x="488066" y="35899"/>
                </a:lnTo>
                <a:lnTo>
                  <a:pt x="487736" y="35683"/>
                </a:lnTo>
                <a:lnTo>
                  <a:pt x="487400" y="35473"/>
                </a:lnTo>
                <a:lnTo>
                  <a:pt x="487060" y="35269"/>
                </a:lnTo>
                <a:lnTo>
                  <a:pt x="486714" y="35072"/>
                </a:lnTo>
                <a:lnTo>
                  <a:pt x="486364" y="34882"/>
                </a:lnTo>
                <a:lnTo>
                  <a:pt x="486008" y="34698"/>
                </a:lnTo>
                <a:lnTo>
                  <a:pt x="485648" y="34520"/>
                </a:lnTo>
                <a:lnTo>
                  <a:pt x="485282" y="34349"/>
                </a:lnTo>
                <a:lnTo>
                  <a:pt x="484912" y="34185"/>
                </a:lnTo>
                <a:lnTo>
                  <a:pt x="484536" y="34027"/>
                </a:lnTo>
                <a:lnTo>
                  <a:pt x="484156" y="33876"/>
                </a:lnTo>
                <a:lnTo>
                  <a:pt x="483771" y="33731"/>
                </a:lnTo>
                <a:lnTo>
                  <a:pt x="483380" y="33592"/>
                </a:lnTo>
                <a:lnTo>
                  <a:pt x="482985" y="33460"/>
                </a:lnTo>
                <a:lnTo>
                  <a:pt x="482586" y="33334"/>
                </a:lnTo>
                <a:lnTo>
                  <a:pt x="482182" y="33213"/>
                </a:lnTo>
                <a:lnTo>
                  <a:pt x="481774" y="33097"/>
                </a:lnTo>
                <a:lnTo>
                  <a:pt x="481361" y="32988"/>
                </a:lnTo>
                <a:lnTo>
                  <a:pt x="480945" y="32883"/>
                </a:lnTo>
                <a:lnTo>
                  <a:pt x="480523" y="32785"/>
                </a:lnTo>
                <a:lnTo>
                  <a:pt x="480098" y="32692"/>
                </a:lnTo>
                <a:lnTo>
                  <a:pt x="479668" y="32605"/>
                </a:lnTo>
                <a:lnTo>
                  <a:pt x="479234" y="32523"/>
                </a:lnTo>
                <a:lnTo>
                  <a:pt x="478795" y="32447"/>
                </a:lnTo>
                <a:lnTo>
                  <a:pt x="478352" y="32377"/>
                </a:lnTo>
                <a:lnTo>
                  <a:pt x="477905" y="32312"/>
                </a:lnTo>
                <a:lnTo>
                  <a:pt x="477454" y="32253"/>
                </a:lnTo>
                <a:lnTo>
                  <a:pt x="476998" y="32200"/>
                </a:lnTo>
                <a:lnTo>
                  <a:pt x="476537" y="32152"/>
                </a:lnTo>
                <a:lnTo>
                  <a:pt x="476073" y="32110"/>
                </a:lnTo>
                <a:lnTo>
                  <a:pt x="475604" y="32073"/>
                </a:lnTo>
                <a:lnTo>
                  <a:pt x="475130" y="32042"/>
                </a:lnTo>
                <a:lnTo>
                  <a:pt x="474653" y="32017"/>
                </a:lnTo>
                <a:lnTo>
                  <a:pt x="474171" y="31997"/>
                </a:lnTo>
                <a:lnTo>
                  <a:pt x="473684" y="31983"/>
                </a:lnTo>
                <a:lnTo>
                  <a:pt x="473194" y="31975"/>
                </a:lnTo>
                <a:lnTo>
                  <a:pt x="472698" y="31972"/>
                </a:lnTo>
                <a:lnTo>
                  <a:pt x="472130" y="31976"/>
                </a:lnTo>
                <a:lnTo>
                  <a:pt x="471565" y="31990"/>
                </a:lnTo>
                <a:lnTo>
                  <a:pt x="471004" y="32013"/>
                </a:lnTo>
                <a:lnTo>
                  <a:pt x="470447" y="32045"/>
                </a:lnTo>
                <a:lnTo>
                  <a:pt x="469895" y="32087"/>
                </a:lnTo>
                <a:lnTo>
                  <a:pt x="469347" y="32138"/>
                </a:lnTo>
                <a:lnTo>
                  <a:pt x="468802" y="32197"/>
                </a:lnTo>
                <a:lnTo>
                  <a:pt x="468262" y="32266"/>
                </a:lnTo>
                <a:lnTo>
                  <a:pt x="467726" y="32345"/>
                </a:lnTo>
                <a:lnTo>
                  <a:pt x="467194" y="32432"/>
                </a:lnTo>
                <a:lnTo>
                  <a:pt x="466666" y="32529"/>
                </a:lnTo>
                <a:lnTo>
                  <a:pt x="466142" y="32635"/>
                </a:lnTo>
                <a:lnTo>
                  <a:pt x="465622" y="32750"/>
                </a:lnTo>
                <a:lnTo>
                  <a:pt x="465107" y="32874"/>
                </a:lnTo>
                <a:lnTo>
                  <a:pt x="464595" y="33008"/>
                </a:lnTo>
                <a:lnTo>
                  <a:pt x="464087" y="33150"/>
                </a:lnTo>
                <a:lnTo>
                  <a:pt x="463584" y="33302"/>
                </a:lnTo>
                <a:lnTo>
                  <a:pt x="463085" y="33464"/>
                </a:lnTo>
                <a:lnTo>
                  <a:pt x="462590" y="33634"/>
                </a:lnTo>
                <a:lnTo>
                  <a:pt x="462098" y="33813"/>
                </a:lnTo>
                <a:lnTo>
                  <a:pt x="461611" y="34002"/>
                </a:lnTo>
                <a:lnTo>
                  <a:pt x="461129" y="34200"/>
                </a:lnTo>
                <a:lnTo>
                  <a:pt x="460650" y="34407"/>
                </a:lnTo>
                <a:lnTo>
                  <a:pt x="460175" y="34624"/>
                </a:lnTo>
                <a:lnTo>
                  <a:pt x="459705" y="34848"/>
                </a:lnTo>
                <a:lnTo>
                  <a:pt x="459240" y="35080"/>
                </a:lnTo>
                <a:lnTo>
                  <a:pt x="458780" y="35319"/>
                </a:lnTo>
                <a:lnTo>
                  <a:pt x="458326" y="35565"/>
                </a:lnTo>
                <a:lnTo>
                  <a:pt x="457877" y="35818"/>
                </a:lnTo>
                <a:lnTo>
                  <a:pt x="457433" y="36079"/>
                </a:lnTo>
                <a:lnTo>
                  <a:pt x="456994" y="36346"/>
                </a:lnTo>
                <a:lnTo>
                  <a:pt x="456561" y="36621"/>
                </a:lnTo>
                <a:lnTo>
                  <a:pt x="456133" y="36903"/>
                </a:lnTo>
                <a:lnTo>
                  <a:pt x="455710" y="37192"/>
                </a:lnTo>
                <a:lnTo>
                  <a:pt x="455292" y="37488"/>
                </a:lnTo>
                <a:lnTo>
                  <a:pt x="454880" y="37792"/>
                </a:lnTo>
                <a:lnTo>
                  <a:pt x="454473" y="38102"/>
                </a:lnTo>
                <a:lnTo>
                  <a:pt x="454071" y="38420"/>
                </a:lnTo>
                <a:lnTo>
                  <a:pt x="453674" y="38745"/>
                </a:lnTo>
                <a:lnTo>
                  <a:pt x="453283" y="39077"/>
                </a:lnTo>
                <a:lnTo>
                  <a:pt x="452897" y="39416"/>
                </a:lnTo>
                <a:lnTo>
                  <a:pt x="452516" y="39762"/>
                </a:lnTo>
                <a:lnTo>
                  <a:pt x="452140" y="40116"/>
                </a:lnTo>
                <a:lnTo>
                  <a:pt x="451770" y="40476"/>
                </a:lnTo>
                <a:lnTo>
                  <a:pt x="451404" y="40844"/>
                </a:lnTo>
                <a:lnTo>
                  <a:pt x="451044" y="41219"/>
                </a:lnTo>
                <a:lnTo>
                  <a:pt x="450690" y="41601"/>
                </a:lnTo>
                <a:lnTo>
                  <a:pt x="450340" y="41991"/>
                </a:lnTo>
                <a:lnTo>
                  <a:pt x="449996" y="42386"/>
                </a:lnTo>
                <a:lnTo>
                  <a:pt x="449659" y="42787"/>
                </a:lnTo>
                <a:lnTo>
                  <a:pt x="449327" y="43192"/>
                </a:lnTo>
                <a:lnTo>
                  <a:pt x="449001" y="43603"/>
                </a:lnTo>
                <a:lnTo>
                  <a:pt x="448681" y="44019"/>
                </a:lnTo>
                <a:lnTo>
                  <a:pt x="448367" y="44440"/>
                </a:lnTo>
                <a:lnTo>
                  <a:pt x="448060" y="44866"/>
                </a:lnTo>
                <a:lnTo>
                  <a:pt x="447758" y="45297"/>
                </a:lnTo>
                <a:lnTo>
                  <a:pt x="447462" y="45734"/>
                </a:lnTo>
                <a:lnTo>
                  <a:pt x="447172" y="46175"/>
                </a:lnTo>
                <a:lnTo>
                  <a:pt x="446889" y="46622"/>
                </a:lnTo>
                <a:lnTo>
                  <a:pt x="446691" y="46943"/>
                </a:lnTo>
                <a:lnTo>
                  <a:pt x="446399" y="33445"/>
                </a:lnTo>
                <a:lnTo>
                  <a:pt x="438001" y="33445"/>
                </a:lnTo>
                <a:lnTo>
                  <a:pt x="438001" y="113154"/>
                </a:lnTo>
                <a:lnTo>
                  <a:pt x="446767" y="113154"/>
                </a:lnTo>
                <a:lnTo>
                  <a:pt x="446767" y="58474"/>
                </a:lnTo>
                <a:lnTo>
                  <a:pt x="446913" y="58073"/>
                </a:lnTo>
                <a:close/>
                <a:moveTo>
                  <a:pt x="810387" y="11485"/>
                </a:moveTo>
                <a:lnTo>
                  <a:pt x="810422" y="11672"/>
                </a:lnTo>
                <a:lnTo>
                  <a:pt x="810464" y="11856"/>
                </a:lnTo>
                <a:lnTo>
                  <a:pt x="810510" y="12038"/>
                </a:lnTo>
                <a:lnTo>
                  <a:pt x="810563" y="12218"/>
                </a:lnTo>
                <a:lnTo>
                  <a:pt x="810620" y="12395"/>
                </a:lnTo>
                <a:lnTo>
                  <a:pt x="810684" y="12570"/>
                </a:lnTo>
                <a:lnTo>
                  <a:pt x="810752" y="12742"/>
                </a:lnTo>
                <a:lnTo>
                  <a:pt x="810827" y="12912"/>
                </a:lnTo>
                <a:lnTo>
                  <a:pt x="810906" y="13079"/>
                </a:lnTo>
                <a:lnTo>
                  <a:pt x="810992" y="13244"/>
                </a:lnTo>
                <a:lnTo>
                  <a:pt x="811082" y="13406"/>
                </a:lnTo>
                <a:lnTo>
                  <a:pt x="811179" y="13566"/>
                </a:lnTo>
                <a:lnTo>
                  <a:pt x="811280" y="13724"/>
                </a:lnTo>
                <a:lnTo>
                  <a:pt x="811387" y="13879"/>
                </a:lnTo>
                <a:lnTo>
                  <a:pt x="811500" y="14032"/>
                </a:lnTo>
                <a:lnTo>
                  <a:pt x="811618" y="14182"/>
                </a:lnTo>
                <a:lnTo>
                  <a:pt x="811742" y="14330"/>
                </a:lnTo>
                <a:lnTo>
                  <a:pt x="811871" y="14476"/>
                </a:lnTo>
                <a:lnTo>
                  <a:pt x="812006" y="14617"/>
                </a:lnTo>
                <a:lnTo>
                  <a:pt x="812144" y="14752"/>
                </a:lnTo>
                <a:lnTo>
                  <a:pt x="812288" y="14881"/>
                </a:lnTo>
                <a:lnTo>
                  <a:pt x="812435" y="15005"/>
                </a:lnTo>
                <a:lnTo>
                  <a:pt x="812587" y="15122"/>
                </a:lnTo>
                <a:lnTo>
                  <a:pt x="812744" y="15233"/>
                </a:lnTo>
                <a:lnTo>
                  <a:pt x="812905" y="15338"/>
                </a:lnTo>
                <a:lnTo>
                  <a:pt x="813071" y="15437"/>
                </a:lnTo>
                <a:lnTo>
                  <a:pt x="813241" y="15531"/>
                </a:lnTo>
                <a:lnTo>
                  <a:pt x="813415" y="15618"/>
                </a:lnTo>
                <a:lnTo>
                  <a:pt x="813594" y="15699"/>
                </a:lnTo>
                <a:lnTo>
                  <a:pt x="813778" y="15774"/>
                </a:lnTo>
                <a:lnTo>
                  <a:pt x="813966" y="15843"/>
                </a:lnTo>
                <a:lnTo>
                  <a:pt x="814158" y="15906"/>
                </a:lnTo>
                <a:lnTo>
                  <a:pt x="814355" y="15963"/>
                </a:lnTo>
                <a:lnTo>
                  <a:pt x="814556" y="16015"/>
                </a:lnTo>
                <a:lnTo>
                  <a:pt x="814762" y="16060"/>
                </a:lnTo>
                <a:lnTo>
                  <a:pt x="814972" y="16099"/>
                </a:lnTo>
                <a:lnTo>
                  <a:pt x="815187" y="16132"/>
                </a:lnTo>
                <a:lnTo>
                  <a:pt x="815406" y="16159"/>
                </a:lnTo>
                <a:lnTo>
                  <a:pt x="815630" y="16180"/>
                </a:lnTo>
                <a:lnTo>
                  <a:pt x="815858" y="16195"/>
                </a:lnTo>
                <a:lnTo>
                  <a:pt x="816091" y="16204"/>
                </a:lnTo>
                <a:lnTo>
                  <a:pt x="816328" y="16207"/>
                </a:lnTo>
                <a:lnTo>
                  <a:pt x="816560" y="16204"/>
                </a:lnTo>
                <a:lnTo>
                  <a:pt x="816787" y="16195"/>
                </a:lnTo>
                <a:lnTo>
                  <a:pt x="817010" y="16180"/>
                </a:lnTo>
                <a:lnTo>
                  <a:pt x="817230" y="16159"/>
                </a:lnTo>
                <a:lnTo>
                  <a:pt x="817445" y="16132"/>
                </a:lnTo>
                <a:lnTo>
                  <a:pt x="817657" y="16099"/>
                </a:lnTo>
                <a:lnTo>
                  <a:pt x="817864" y="16060"/>
                </a:lnTo>
                <a:lnTo>
                  <a:pt x="818068" y="16015"/>
                </a:lnTo>
                <a:lnTo>
                  <a:pt x="818267" y="15963"/>
                </a:lnTo>
                <a:lnTo>
                  <a:pt x="818463" y="15906"/>
                </a:lnTo>
                <a:lnTo>
                  <a:pt x="818655" y="15843"/>
                </a:lnTo>
                <a:lnTo>
                  <a:pt x="818842" y="15774"/>
                </a:lnTo>
                <a:lnTo>
                  <a:pt x="819026" y="15699"/>
                </a:lnTo>
                <a:lnTo>
                  <a:pt x="819206" y="15618"/>
                </a:lnTo>
                <a:lnTo>
                  <a:pt x="819382" y="15531"/>
                </a:lnTo>
                <a:lnTo>
                  <a:pt x="819553" y="15437"/>
                </a:lnTo>
                <a:lnTo>
                  <a:pt x="819721" y="15338"/>
                </a:lnTo>
                <a:lnTo>
                  <a:pt x="819885" y="15233"/>
                </a:lnTo>
                <a:lnTo>
                  <a:pt x="820045" y="15122"/>
                </a:lnTo>
                <a:lnTo>
                  <a:pt x="820201" y="15005"/>
                </a:lnTo>
                <a:lnTo>
                  <a:pt x="820353" y="14881"/>
                </a:lnTo>
                <a:lnTo>
                  <a:pt x="820501" y="14752"/>
                </a:lnTo>
                <a:lnTo>
                  <a:pt x="820645" y="14617"/>
                </a:lnTo>
                <a:lnTo>
                  <a:pt x="820785" y="14476"/>
                </a:lnTo>
                <a:lnTo>
                  <a:pt x="820920" y="14330"/>
                </a:lnTo>
                <a:lnTo>
                  <a:pt x="821050" y="14182"/>
                </a:lnTo>
                <a:lnTo>
                  <a:pt x="821174" y="14032"/>
                </a:lnTo>
                <a:lnTo>
                  <a:pt x="821292" y="13879"/>
                </a:lnTo>
                <a:lnTo>
                  <a:pt x="821404" y="13724"/>
                </a:lnTo>
                <a:lnTo>
                  <a:pt x="821510" y="13566"/>
                </a:lnTo>
                <a:lnTo>
                  <a:pt x="821611" y="13406"/>
                </a:lnTo>
                <a:lnTo>
                  <a:pt x="821706" y="13244"/>
                </a:lnTo>
                <a:lnTo>
                  <a:pt x="821795" y="13079"/>
                </a:lnTo>
                <a:lnTo>
                  <a:pt x="821879" y="12912"/>
                </a:lnTo>
                <a:lnTo>
                  <a:pt x="821956" y="12742"/>
                </a:lnTo>
                <a:lnTo>
                  <a:pt x="822028" y="12570"/>
                </a:lnTo>
                <a:lnTo>
                  <a:pt x="822095" y="12395"/>
                </a:lnTo>
                <a:lnTo>
                  <a:pt x="822155" y="12218"/>
                </a:lnTo>
                <a:lnTo>
                  <a:pt x="822210" y="12038"/>
                </a:lnTo>
                <a:lnTo>
                  <a:pt x="822259" y="11856"/>
                </a:lnTo>
                <a:lnTo>
                  <a:pt x="822302" y="11672"/>
                </a:lnTo>
                <a:lnTo>
                  <a:pt x="822339" y="11485"/>
                </a:lnTo>
                <a:lnTo>
                  <a:pt x="822371" y="11296"/>
                </a:lnTo>
                <a:lnTo>
                  <a:pt x="822397" y="11104"/>
                </a:lnTo>
                <a:lnTo>
                  <a:pt x="822417" y="10910"/>
                </a:lnTo>
                <a:lnTo>
                  <a:pt x="822431" y="10714"/>
                </a:lnTo>
                <a:lnTo>
                  <a:pt x="822440" y="10515"/>
                </a:lnTo>
                <a:lnTo>
                  <a:pt x="822443" y="10313"/>
                </a:lnTo>
                <a:lnTo>
                  <a:pt x="822440" y="10106"/>
                </a:lnTo>
                <a:lnTo>
                  <a:pt x="822431" y="9901"/>
                </a:lnTo>
                <a:lnTo>
                  <a:pt x="822417" y="9699"/>
                </a:lnTo>
                <a:lnTo>
                  <a:pt x="822397" y="9500"/>
                </a:lnTo>
                <a:lnTo>
                  <a:pt x="822371" y="9303"/>
                </a:lnTo>
                <a:lnTo>
                  <a:pt x="822339" y="9109"/>
                </a:lnTo>
                <a:lnTo>
                  <a:pt x="822302" y="8918"/>
                </a:lnTo>
                <a:lnTo>
                  <a:pt x="822259" y="8730"/>
                </a:lnTo>
                <a:lnTo>
                  <a:pt x="822210" y="8544"/>
                </a:lnTo>
                <a:lnTo>
                  <a:pt x="822155" y="8361"/>
                </a:lnTo>
                <a:lnTo>
                  <a:pt x="822095" y="8180"/>
                </a:lnTo>
                <a:lnTo>
                  <a:pt x="822028" y="8002"/>
                </a:lnTo>
                <a:lnTo>
                  <a:pt x="821956" y="7827"/>
                </a:lnTo>
                <a:lnTo>
                  <a:pt x="821879" y="7655"/>
                </a:lnTo>
                <a:lnTo>
                  <a:pt x="821795" y="7485"/>
                </a:lnTo>
                <a:lnTo>
                  <a:pt x="821706" y="7318"/>
                </a:lnTo>
                <a:lnTo>
                  <a:pt x="821611" y="7153"/>
                </a:lnTo>
                <a:lnTo>
                  <a:pt x="821510" y="6992"/>
                </a:lnTo>
                <a:lnTo>
                  <a:pt x="821404" y="6832"/>
                </a:lnTo>
                <a:lnTo>
                  <a:pt x="821292" y="6676"/>
                </a:lnTo>
                <a:lnTo>
                  <a:pt x="821174" y="6522"/>
                </a:lnTo>
                <a:lnTo>
                  <a:pt x="821050" y="6371"/>
                </a:lnTo>
                <a:lnTo>
                  <a:pt x="820920" y="6223"/>
                </a:lnTo>
                <a:lnTo>
                  <a:pt x="820785" y="6078"/>
                </a:lnTo>
                <a:lnTo>
                  <a:pt x="820645" y="5936"/>
                </a:lnTo>
                <a:lnTo>
                  <a:pt x="820501" y="5801"/>
                </a:lnTo>
                <a:lnTo>
                  <a:pt x="820353" y="5672"/>
                </a:lnTo>
                <a:lnTo>
                  <a:pt x="820201" y="5549"/>
                </a:lnTo>
                <a:lnTo>
                  <a:pt x="820045" y="5431"/>
                </a:lnTo>
                <a:lnTo>
                  <a:pt x="819885" y="5320"/>
                </a:lnTo>
                <a:lnTo>
                  <a:pt x="819721" y="5215"/>
                </a:lnTo>
                <a:lnTo>
                  <a:pt x="819553" y="5116"/>
                </a:lnTo>
                <a:lnTo>
                  <a:pt x="819382" y="5023"/>
                </a:lnTo>
                <a:lnTo>
                  <a:pt x="819206" y="4935"/>
                </a:lnTo>
                <a:lnTo>
                  <a:pt x="819026" y="4854"/>
                </a:lnTo>
                <a:lnTo>
                  <a:pt x="818842" y="4779"/>
                </a:lnTo>
                <a:lnTo>
                  <a:pt x="818655" y="4710"/>
                </a:lnTo>
                <a:lnTo>
                  <a:pt x="818463" y="4647"/>
                </a:lnTo>
                <a:lnTo>
                  <a:pt x="818267" y="4590"/>
                </a:lnTo>
                <a:lnTo>
                  <a:pt x="818068" y="4539"/>
                </a:lnTo>
                <a:lnTo>
                  <a:pt x="817864" y="4494"/>
                </a:lnTo>
                <a:lnTo>
                  <a:pt x="817657" y="4455"/>
                </a:lnTo>
                <a:lnTo>
                  <a:pt x="817445" y="4422"/>
                </a:lnTo>
                <a:lnTo>
                  <a:pt x="817230" y="4394"/>
                </a:lnTo>
                <a:lnTo>
                  <a:pt x="817010" y="4373"/>
                </a:lnTo>
                <a:lnTo>
                  <a:pt x="816787" y="4358"/>
                </a:lnTo>
                <a:lnTo>
                  <a:pt x="816560" y="4349"/>
                </a:lnTo>
                <a:lnTo>
                  <a:pt x="816328" y="4346"/>
                </a:lnTo>
                <a:lnTo>
                  <a:pt x="816091" y="4349"/>
                </a:lnTo>
                <a:lnTo>
                  <a:pt x="815858" y="4358"/>
                </a:lnTo>
                <a:lnTo>
                  <a:pt x="815630" y="4373"/>
                </a:lnTo>
                <a:lnTo>
                  <a:pt x="815406" y="4394"/>
                </a:lnTo>
                <a:lnTo>
                  <a:pt x="815187" y="4422"/>
                </a:lnTo>
                <a:lnTo>
                  <a:pt x="814972" y="4455"/>
                </a:lnTo>
                <a:lnTo>
                  <a:pt x="814762" y="4494"/>
                </a:lnTo>
                <a:lnTo>
                  <a:pt x="814556" y="4539"/>
                </a:lnTo>
                <a:lnTo>
                  <a:pt x="814355" y="4590"/>
                </a:lnTo>
                <a:lnTo>
                  <a:pt x="814158" y="4647"/>
                </a:lnTo>
                <a:lnTo>
                  <a:pt x="813966" y="4710"/>
                </a:lnTo>
                <a:lnTo>
                  <a:pt x="813778" y="4779"/>
                </a:lnTo>
                <a:lnTo>
                  <a:pt x="813594" y="4854"/>
                </a:lnTo>
                <a:lnTo>
                  <a:pt x="813415" y="4935"/>
                </a:lnTo>
                <a:lnTo>
                  <a:pt x="813241" y="5023"/>
                </a:lnTo>
                <a:lnTo>
                  <a:pt x="813071" y="5116"/>
                </a:lnTo>
                <a:lnTo>
                  <a:pt x="812905" y="5215"/>
                </a:lnTo>
                <a:lnTo>
                  <a:pt x="812744" y="5320"/>
                </a:lnTo>
                <a:lnTo>
                  <a:pt x="812587" y="5431"/>
                </a:lnTo>
                <a:lnTo>
                  <a:pt x="812435" y="5549"/>
                </a:lnTo>
                <a:lnTo>
                  <a:pt x="812288" y="5672"/>
                </a:lnTo>
                <a:lnTo>
                  <a:pt x="812144" y="5801"/>
                </a:lnTo>
                <a:lnTo>
                  <a:pt x="812006" y="5936"/>
                </a:lnTo>
                <a:lnTo>
                  <a:pt x="811871" y="6078"/>
                </a:lnTo>
                <a:lnTo>
                  <a:pt x="811742" y="6223"/>
                </a:lnTo>
                <a:lnTo>
                  <a:pt x="811618" y="6371"/>
                </a:lnTo>
                <a:lnTo>
                  <a:pt x="811500" y="6522"/>
                </a:lnTo>
                <a:lnTo>
                  <a:pt x="811387" y="6676"/>
                </a:lnTo>
                <a:lnTo>
                  <a:pt x="811280" y="6832"/>
                </a:lnTo>
                <a:lnTo>
                  <a:pt x="811179" y="6992"/>
                </a:lnTo>
                <a:lnTo>
                  <a:pt x="811082" y="7153"/>
                </a:lnTo>
                <a:lnTo>
                  <a:pt x="810992" y="7318"/>
                </a:lnTo>
                <a:lnTo>
                  <a:pt x="810906" y="7485"/>
                </a:lnTo>
                <a:lnTo>
                  <a:pt x="810827" y="7655"/>
                </a:lnTo>
                <a:lnTo>
                  <a:pt x="810752" y="7827"/>
                </a:lnTo>
                <a:lnTo>
                  <a:pt x="810684" y="8002"/>
                </a:lnTo>
                <a:lnTo>
                  <a:pt x="810620" y="8180"/>
                </a:lnTo>
                <a:lnTo>
                  <a:pt x="810563" y="8361"/>
                </a:lnTo>
                <a:lnTo>
                  <a:pt x="810510" y="8544"/>
                </a:lnTo>
                <a:lnTo>
                  <a:pt x="810464" y="8730"/>
                </a:lnTo>
                <a:lnTo>
                  <a:pt x="810422" y="8918"/>
                </a:lnTo>
                <a:lnTo>
                  <a:pt x="810387" y="9109"/>
                </a:lnTo>
                <a:lnTo>
                  <a:pt x="810356" y="9303"/>
                </a:lnTo>
                <a:lnTo>
                  <a:pt x="810332" y="9500"/>
                </a:lnTo>
                <a:lnTo>
                  <a:pt x="810312" y="9699"/>
                </a:lnTo>
                <a:lnTo>
                  <a:pt x="810299" y="9901"/>
                </a:lnTo>
                <a:lnTo>
                  <a:pt x="810290" y="10106"/>
                </a:lnTo>
                <a:lnTo>
                  <a:pt x="810288" y="10313"/>
                </a:lnTo>
                <a:lnTo>
                  <a:pt x="810290" y="10515"/>
                </a:lnTo>
                <a:lnTo>
                  <a:pt x="810299" y="10714"/>
                </a:lnTo>
                <a:lnTo>
                  <a:pt x="810312" y="10910"/>
                </a:lnTo>
                <a:lnTo>
                  <a:pt x="810332" y="11104"/>
                </a:lnTo>
                <a:lnTo>
                  <a:pt x="810356" y="11296"/>
                </a:lnTo>
                <a:lnTo>
                  <a:pt x="810387" y="11485"/>
                </a:lnTo>
                <a:close/>
                <a:moveTo>
                  <a:pt x="632181" y="40665"/>
                </a:moveTo>
                <a:lnTo>
                  <a:pt x="646841" y="40665"/>
                </a:lnTo>
                <a:lnTo>
                  <a:pt x="646841" y="93705"/>
                </a:lnTo>
                <a:lnTo>
                  <a:pt x="646845" y="94362"/>
                </a:lnTo>
                <a:lnTo>
                  <a:pt x="646856" y="95008"/>
                </a:lnTo>
                <a:lnTo>
                  <a:pt x="646876" y="95641"/>
                </a:lnTo>
                <a:lnTo>
                  <a:pt x="646902" y="96263"/>
                </a:lnTo>
                <a:lnTo>
                  <a:pt x="646937" y="96873"/>
                </a:lnTo>
                <a:lnTo>
                  <a:pt x="646979" y="97472"/>
                </a:lnTo>
                <a:lnTo>
                  <a:pt x="647029" y="98058"/>
                </a:lnTo>
                <a:lnTo>
                  <a:pt x="647087" y="98633"/>
                </a:lnTo>
                <a:lnTo>
                  <a:pt x="647152" y="99196"/>
                </a:lnTo>
                <a:lnTo>
                  <a:pt x="647225" y="99747"/>
                </a:lnTo>
                <a:lnTo>
                  <a:pt x="647305" y="100286"/>
                </a:lnTo>
                <a:lnTo>
                  <a:pt x="647394" y="100814"/>
                </a:lnTo>
                <a:lnTo>
                  <a:pt x="647490" y="101330"/>
                </a:lnTo>
                <a:lnTo>
                  <a:pt x="647593" y="101834"/>
                </a:lnTo>
                <a:lnTo>
                  <a:pt x="647704" y="102327"/>
                </a:lnTo>
                <a:lnTo>
                  <a:pt x="647823" y="102807"/>
                </a:lnTo>
                <a:lnTo>
                  <a:pt x="647950" y="103276"/>
                </a:lnTo>
                <a:lnTo>
                  <a:pt x="648084" y="103733"/>
                </a:lnTo>
                <a:lnTo>
                  <a:pt x="648226" y="104179"/>
                </a:lnTo>
                <a:lnTo>
                  <a:pt x="648376" y="104612"/>
                </a:lnTo>
                <a:lnTo>
                  <a:pt x="648533" y="105034"/>
                </a:lnTo>
                <a:lnTo>
                  <a:pt x="648698" y="105444"/>
                </a:lnTo>
                <a:lnTo>
                  <a:pt x="648871" y="105842"/>
                </a:lnTo>
                <a:lnTo>
                  <a:pt x="649051" y="106229"/>
                </a:lnTo>
                <a:lnTo>
                  <a:pt x="649238" y="106605"/>
                </a:lnTo>
                <a:lnTo>
                  <a:pt x="649431" y="106972"/>
                </a:lnTo>
                <a:lnTo>
                  <a:pt x="649630" y="107329"/>
                </a:lnTo>
                <a:lnTo>
                  <a:pt x="649835" y="107678"/>
                </a:lnTo>
                <a:lnTo>
                  <a:pt x="650046" y="108017"/>
                </a:lnTo>
                <a:lnTo>
                  <a:pt x="650262" y="108347"/>
                </a:lnTo>
                <a:lnTo>
                  <a:pt x="650484" y="108667"/>
                </a:lnTo>
                <a:lnTo>
                  <a:pt x="650713" y="108979"/>
                </a:lnTo>
                <a:lnTo>
                  <a:pt x="650947" y="109281"/>
                </a:lnTo>
                <a:lnTo>
                  <a:pt x="651187" y="109575"/>
                </a:lnTo>
                <a:lnTo>
                  <a:pt x="651433" y="109858"/>
                </a:lnTo>
                <a:lnTo>
                  <a:pt x="651685" y="110133"/>
                </a:lnTo>
                <a:lnTo>
                  <a:pt x="651942" y="110399"/>
                </a:lnTo>
                <a:lnTo>
                  <a:pt x="652206" y="110655"/>
                </a:lnTo>
                <a:lnTo>
                  <a:pt x="652476" y="110902"/>
                </a:lnTo>
                <a:lnTo>
                  <a:pt x="652751" y="111140"/>
                </a:lnTo>
                <a:lnTo>
                  <a:pt x="653032" y="111369"/>
                </a:lnTo>
                <a:lnTo>
                  <a:pt x="653319" y="111588"/>
                </a:lnTo>
                <a:lnTo>
                  <a:pt x="653612" y="111798"/>
                </a:lnTo>
                <a:lnTo>
                  <a:pt x="653911" y="111999"/>
                </a:lnTo>
                <a:lnTo>
                  <a:pt x="654216" y="112191"/>
                </a:lnTo>
                <a:lnTo>
                  <a:pt x="654527" y="112374"/>
                </a:lnTo>
                <a:lnTo>
                  <a:pt x="654843" y="112547"/>
                </a:lnTo>
                <a:lnTo>
                  <a:pt x="655166" y="112712"/>
                </a:lnTo>
                <a:lnTo>
                  <a:pt x="655493" y="112868"/>
                </a:lnTo>
                <a:lnTo>
                  <a:pt x="655824" y="113017"/>
                </a:lnTo>
                <a:lnTo>
                  <a:pt x="656160" y="113160"/>
                </a:lnTo>
                <a:lnTo>
                  <a:pt x="656500" y="113297"/>
                </a:lnTo>
                <a:lnTo>
                  <a:pt x="656844" y="113426"/>
                </a:lnTo>
                <a:lnTo>
                  <a:pt x="657191" y="113549"/>
                </a:lnTo>
                <a:lnTo>
                  <a:pt x="657543" y="113666"/>
                </a:lnTo>
                <a:lnTo>
                  <a:pt x="657899" y="113776"/>
                </a:lnTo>
                <a:lnTo>
                  <a:pt x="658260" y="113879"/>
                </a:lnTo>
                <a:lnTo>
                  <a:pt x="658624" y="113975"/>
                </a:lnTo>
                <a:lnTo>
                  <a:pt x="658992" y="114065"/>
                </a:lnTo>
                <a:lnTo>
                  <a:pt x="659365" y="114148"/>
                </a:lnTo>
                <a:lnTo>
                  <a:pt x="659741" y="114225"/>
                </a:lnTo>
                <a:lnTo>
                  <a:pt x="660122" y="114294"/>
                </a:lnTo>
                <a:lnTo>
                  <a:pt x="660506" y="114358"/>
                </a:lnTo>
                <a:lnTo>
                  <a:pt x="660895" y="114414"/>
                </a:lnTo>
                <a:lnTo>
                  <a:pt x="661288" y="114464"/>
                </a:lnTo>
                <a:lnTo>
                  <a:pt x="661685" y="114507"/>
                </a:lnTo>
                <a:lnTo>
                  <a:pt x="662086" y="114544"/>
                </a:lnTo>
                <a:lnTo>
                  <a:pt x="662491" y="114574"/>
                </a:lnTo>
                <a:lnTo>
                  <a:pt x="662901" y="114597"/>
                </a:lnTo>
                <a:lnTo>
                  <a:pt x="663314" y="114614"/>
                </a:lnTo>
                <a:lnTo>
                  <a:pt x="663731" y="114624"/>
                </a:lnTo>
                <a:lnTo>
                  <a:pt x="664153" y="114627"/>
                </a:lnTo>
                <a:lnTo>
                  <a:pt x="664368" y="114626"/>
                </a:lnTo>
                <a:lnTo>
                  <a:pt x="664583" y="114625"/>
                </a:lnTo>
                <a:lnTo>
                  <a:pt x="664798" y="114622"/>
                </a:lnTo>
                <a:lnTo>
                  <a:pt x="665013" y="114618"/>
                </a:lnTo>
                <a:lnTo>
                  <a:pt x="665229" y="114612"/>
                </a:lnTo>
                <a:lnTo>
                  <a:pt x="665444" y="114606"/>
                </a:lnTo>
                <a:lnTo>
                  <a:pt x="665660" y="114599"/>
                </a:lnTo>
                <a:lnTo>
                  <a:pt x="665876" y="114590"/>
                </a:lnTo>
                <a:lnTo>
                  <a:pt x="666092" y="114580"/>
                </a:lnTo>
                <a:lnTo>
                  <a:pt x="666308" y="114569"/>
                </a:lnTo>
                <a:lnTo>
                  <a:pt x="666524" y="114557"/>
                </a:lnTo>
                <a:lnTo>
                  <a:pt x="666741" y="114544"/>
                </a:lnTo>
                <a:lnTo>
                  <a:pt x="666957" y="114530"/>
                </a:lnTo>
                <a:lnTo>
                  <a:pt x="667174" y="114514"/>
                </a:lnTo>
                <a:lnTo>
                  <a:pt x="667390" y="114497"/>
                </a:lnTo>
                <a:lnTo>
                  <a:pt x="667607" y="114480"/>
                </a:lnTo>
                <a:lnTo>
                  <a:pt x="667824" y="114461"/>
                </a:lnTo>
                <a:lnTo>
                  <a:pt x="668041" y="114440"/>
                </a:lnTo>
                <a:lnTo>
                  <a:pt x="668258" y="114419"/>
                </a:lnTo>
                <a:lnTo>
                  <a:pt x="668476" y="114397"/>
                </a:lnTo>
                <a:lnTo>
                  <a:pt x="668693" y="114373"/>
                </a:lnTo>
                <a:lnTo>
                  <a:pt x="668911" y="114348"/>
                </a:lnTo>
                <a:lnTo>
                  <a:pt x="669129" y="114322"/>
                </a:lnTo>
                <a:lnTo>
                  <a:pt x="669347" y="114295"/>
                </a:lnTo>
                <a:lnTo>
                  <a:pt x="669563" y="114267"/>
                </a:lnTo>
                <a:lnTo>
                  <a:pt x="669776" y="114239"/>
                </a:lnTo>
                <a:lnTo>
                  <a:pt x="669985" y="114210"/>
                </a:lnTo>
                <a:lnTo>
                  <a:pt x="670191" y="114180"/>
                </a:lnTo>
                <a:lnTo>
                  <a:pt x="670393" y="114149"/>
                </a:lnTo>
                <a:lnTo>
                  <a:pt x="670592" y="114118"/>
                </a:lnTo>
                <a:lnTo>
                  <a:pt x="670787" y="114086"/>
                </a:lnTo>
                <a:lnTo>
                  <a:pt x="670980" y="114054"/>
                </a:lnTo>
                <a:lnTo>
                  <a:pt x="671168" y="114021"/>
                </a:lnTo>
                <a:lnTo>
                  <a:pt x="671353" y="113987"/>
                </a:lnTo>
                <a:lnTo>
                  <a:pt x="671535" y="113953"/>
                </a:lnTo>
                <a:lnTo>
                  <a:pt x="671713" y="113918"/>
                </a:lnTo>
                <a:lnTo>
                  <a:pt x="671888" y="113882"/>
                </a:lnTo>
                <a:lnTo>
                  <a:pt x="672059" y="113846"/>
                </a:lnTo>
                <a:lnTo>
                  <a:pt x="672227" y="113809"/>
                </a:lnTo>
                <a:lnTo>
                  <a:pt x="672391" y="113772"/>
                </a:lnTo>
                <a:lnTo>
                  <a:pt x="672552" y="113733"/>
                </a:lnTo>
                <a:lnTo>
                  <a:pt x="672710" y="113695"/>
                </a:lnTo>
                <a:lnTo>
                  <a:pt x="672864" y="113655"/>
                </a:lnTo>
                <a:lnTo>
                  <a:pt x="673015" y="113615"/>
                </a:lnTo>
                <a:lnTo>
                  <a:pt x="673162" y="113574"/>
                </a:lnTo>
                <a:lnTo>
                  <a:pt x="673305" y="113533"/>
                </a:lnTo>
                <a:lnTo>
                  <a:pt x="673446" y="113491"/>
                </a:lnTo>
                <a:lnTo>
                  <a:pt x="673582" y="113448"/>
                </a:lnTo>
                <a:lnTo>
                  <a:pt x="673214" y="106008"/>
                </a:lnTo>
                <a:lnTo>
                  <a:pt x="673085" y="106026"/>
                </a:lnTo>
                <a:lnTo>
                  <a:pt x="672954" y="106045"/>
                </a:lnTo>
                <a:lnTo>
                  <a:pt x="672823" y="106064"/>
                </a:lnTo>
                <a:lnTo>
                  <a:pt x="672691" y="106082"/>
                </a:lnTo>
                <a:lnTo>
                  <a:pt x="672558" y="106101"/>
                </a:lnTo>
                <a:lnTo>
                  <a:pt x="672424" y="106121"/>
                </a:lnTo>
                <a:lnTo>
                  <a:pt x="672290" y="106140"/>
                </a:lnTo>
                <a:lnTo>
                  <a:pt x="672154" y="106159"/>
                </a:lnTo>
                <a:lnTo>
                  <a:pt x="672018" y="106179"/>
                </a:lnTo>
                <a:lnTo>
                  <a:pt x="671880" y="106198"/>
                </a:lnTo>
                <a:lnTo>
                  <a:pt x="671742" y="106218"/>
                </a:lnTo>
                <a:lnTo>
                  <a:pt x="671603" y="106238"/>
                </a:lnTo>
                <a:lnTo>
                  <a:pt x="671463" y="106258"/>
                </a:lnTo>
                <a:lnTo>
                  <a:pt x="671322" y="106278"/>
                </a:lnTo>
                <a:lnTo>
                  <a:pt x="671180" y="106298"/>
                </a:lnTo>
                <a:lnTo>
                  <a:pt x="671037" y="106319"/>
                </a:lnTo>
                <a:lnTo>
                  <a:pt x="670893" y="106339"/>
                </a:lnTo>
                <a:lnTo>
                  <a:pt x="670749" y="106360"/>
                </a:lnTo>
                <a:lnTo>
                  <a:pt x="670603" y="106381"/>
                </a:lnTo>
                <a:lnTo>
                  <a:pt x="670457" y="106402"/>
                </a:lnTo>
                <a:lnTo>
                  <a:pt x="670309" y="106423"/>
                </a:lnTo>
                <a:lnTo>
                  <a:pt x="670161" y="106444"/>
                </a:lnTo>
                <a:lnTo>
                  <a:pt x="670012" y="106465"/>
                </a:lnTo>
                <a:lnTo>
                  <a:pt x="669862" y="106487"/>
                </a:lnTo>
                <a:lnTo>
                  <a:pt x="669712" y="106508"/>
                </a:lnTo>
                <a:lnTo>
                  <a:pt x="669560" y="106528"/>
                </a:lnTo>
                <a:lnTo>
                  <a:pt x="669408" y="106547"/>
                </a:lnTo>
                <a:lnTo>
                  <a:pt x="669255" y="106565"/>
                </a:lnTo>
                <a:lnTo>
                  <a:pt x="669102" y="106583"/>
                </a:lnTo>
                <a:lnTo>
                  <a:pt x="668948" y="106599"/>
                </a:lnTo>
                <a:lnTo>
                  <a:pt x="668794" y="106615"/>
                </a:lnTo>
                <a:lnTo>
                  <a:pt x="668639" y="106630"/>
                </a:lnTo>
                <a:lnTo>
                  <a:pt x="668483" y="106644"/>
                </a:lnTo>
                <a:lnTo>
                  <a:pt x="668326" y="106657"/>
                </a:lnTo>
                <a:lnTo>
                  <a:pt x="668169" y="106669"/>
                </a:lnTo>
                <a:lnTo>
                  <a:pt x="668011" y="106680"/>
                </a:lnTo>
                <a:lnTo>
                  <a:pt x="667853" y="106690"/>
                </a:lnTo>
                <a:lnTo>
                  <a:pt x="667694" y="106700"/>
                </a:lnTo>
                <a:lnTo>
                  <a:pt x="667534" y="106708"/>
                </a:lnTo>
                <a:lnTo>
                  <a:pt x="667374" y="106716"/>
                </a:lnTo>
                <a:lnTo>
                  <a:pt x="667213" y="106723"/>
                </a:lnTo>
                <a:lnTo>
                  <a:pt x="667051" y="106728"/>
                </a:lnTo>
                <a:lnTo>
                  <a:pt x="666889" y="106733"/>
                </a:lnTo>
                <a:lnTo>
                  <a:pt x="666726" y="106737"/>
                </a:lnTo>
                <a:lnTo>
                  <a:pt x="666563" y="106740"/>
                </a:lnTo>
                <a:lnTo>
                  <a:pt x="666399" y="106743"/>
                </a:lnTo>
                <a:lnTo>
                  <a:pt x="666234" y="106744"/>
                </a:lnTo>
                <a:lnTo>
                  <a:pt x="666068" y="106744"/>
                </a:lnTo>
                <a:lnTo>
                  <a:pt x="665842" y="106743"/>
                </a:lnTo>
                <a:lnTo>
                  <a:pt x="665616" y="106738"/>
                </a:lnTo>
                <a:lnTo>
                  <a:pt x="665392" y="106730"/>
                </a:lnTo>
                <a:lnTo>
                  <a:pt x="665169" y="106719"/>
                </a:lnTo>
                <a:lnTo>
                  <a:pt x="664947" y="106704"/>
                </a:lnTo>
                <a:lnTo>
                  <a:pt x="664726" y="106687"/>
                </a:lnTo>
                <a:lnTo>
                  <a:pt x="664507" y="106666"/>
                </a:lnTo>
                <a:lnTo>
                  <a:pt x="664288" y="106642"/>
                </a:lnTo>
                <a:lnTo>
                  <a:pt x="664071" y="106615"/>
                </a:lnTo>
                <a:lnTo>
                  <a:pt x="663854" y="106585"/>
                </a:lnTo>
                <a:lnTo>
                  <a:pt x="663639" y="106551"/>
                </a:lnTo>
                <a:lnTo>
                  <a:pt x="663426" y="106514"/>
                </a:lnTo>
                <a:lnTo>
                  <a:pt x="663213" y="106474"/>
                </a:lnTo>
                <a:lnTo>
                  <a:pt x="663001" y="106431"/>
                </a:lnTo>
                <a:lnTo>
                  <a:pt x="662791" y="106385"/>
                </a:lnTo>
                <a:lnTo>
                  <a:pt x="662581" y="106335"/>
                </a:lnTo>
                <a:lnTo>
                  <a:pt x="662373" y="106282"/>
                </a:lnTo>
                <a:lnTo>
                  <a:pt x="662166" y="106226"/>
                </a:lnTo>
                <a:lnTo>
                  <a:pt x="661960" y="106167"/>
                </a:lnTo>
                <a:lnTo>
                  <a:pt x="661756" y="106105"/>
                </a:lnTo>
                <a:lnTo>
                  <a:pt x="661552" y="106039"/>
                </a:lnTo>
                <a:lnTo>
                  <a:pt x="661350" y="105971"/>
                </a:lnTo>
                <a:lnTo>
                  <a:pt x="661149" y="105899"/>
                </a:lnTo>
                <a:lnTo>
                  <a:pt x="660948" y="105824"/>
                </a:lnTo>
                <a:lnTo>
                  <a:pt x="660751" y="105744"/>
                </a:lnTo>
                <a:lnTo>
                  <a:pt x="660556" y="105657"/>
                </a:lnTo>
                <a:lnTo>
                  <a:pt x="660365" y="105563"/>
                </a:lnTo>
                <a:lnTo>
                  <a:pt x="660177" y="105463"/>
                </a:lnTo>
                <a:lnTo>
                  <a:pt x="659992" y="105357"/>
                </a:lnTo>
                <a:lnTo>
                  <a:pt x="659811" y="105243"/>
                </a:lnTo>
                <a:lnTo>
                  <a:pt x="659633" y="105123"/>
                </a:lnTo>
                <a:lnTo>
                  <a:pt x="659459" y="104997"/>
                </a:lnTo>
                <a:lnTo>
                  <a:pt x="659287" y="104864"/>
                </a:lnTo>
                <a:lnTo>
                  <a:pt x="659120" y="104724"/>
                </a:lnTo>
                <a:lnTo>
                  <a:pt x="658955" y="104577"/>
                </a:lnTo>
                <a:lnTo>
                  <a:pt x="658794" y="104424"/>
                </a:lnTo>
                <a:lnTo>
                  <a:pt x="658636" y="104264"/>
                </a:lnTo>
                <a:lnTo>
                  <a:pt x="658481" y="104098"/>
                </a:lnTo>
                <a:lnTo>
                  <a:pt x="658330" y="103924"/>
                </a:lnTo>
                <a:lnTo>
                  <a:pt x="658182" y="103745"/>
                </a:lnTo>
                <a:lnTo>
                  <a:pt x="658037" y="103558"/>
                </a:lnTo>
                <a:lnTo>
                  <a:pt x="657896" y="103365"/>
                </a:lnTo>
                <a:lnTo>
                  <a:pt x="657758" y="103165"/>
                </a:lnTo>
                <a:lnTo>
                  <a:pt x="657623" y="102959"/>
                </a:lnTo>
                <a:lnTo>
                  <a:pt x="657492" y="102746"/>
                </a:lnTo>
                <a:lnTo>
                  <a:pt x="657364" y="102526"/>
                </a:lnTo>
                <a:lnTo>
                  <a:pt x="657239" y="102300"/>
                </a:lnTo>
                <a:lnTo>
                  <a:pt x="657118" y="102067"/>
                </a:lnTo>
                <a:lnTo>
                  <a:pt x="657001" y="101826"/>
                </a:lnTo>
                <a:lnTo>
                  <a:pt x="656888" y="101575"/>
                </a:lnTo>
                <a:lnTo>
                  <a:pt x="656781" y="101315"/>
                </a:lnTo>
                <a:lnTo>
                  <a:pt x="656679" y="101046"/>
                </a:lnTo>
                <a:lnTo>
                  <a:pt x="656582" y="100768"/>
                </a:lnTo>
                <a:lnTo>
                  <a:pt x="656489" y="100480"/>
                </a:lnTo>
                <a:lnTo>
                  <a:pt x="656402" y="100183"/>
                </a:lnTo>
                <a:lnTo>
                  <a:pt x="656320" y="99877"/>
                </a:lnTo>
                <a:lnTo>
                  <a:pt x="656242" y="99561"/>
                </a:lnTo>
                <a:lnTo>
                  <a:pt x="656170" y="99236"/>
                </a:lnTo>
                <a:lnTo>
                  <a:pt x="656103" y="98902"/>
                </a:lnTo>
                <a:lnTo>
                  <a:pt x="656040" y="98558"/>
                </a:lnTo>
                <a:lnTo>
                  <a:pt x="655983" y="98205"/>
                </a:lnTo>
                <a:lnTo>
                  <a:pt x="655931" y="97843"/>
                </a:lnTo>
                <a:lnTo>
                  <a:pt x="655883" y="97471"/>
                </a:lnTo>
                <a:lnTo>
                  <a:pt x="655841" y="97090"/>
                </a:lnTo>
                <a:lnTo>
                  <a:pt x="655803" y="96699"/>
                </a:lnTo>
                <a:lnTo>
                  <a:pt x="655771" y="96300"/>
                </a:lnTo>
                <a:lnTo>
                  <a:pt x="655744" y="95891"/>
                </a:lnTo>
                <a:lnTo>
                  <a:pt x="655721" y="95472"/>
                </a:lnTo>
                <a:lnTo>
                  <a:pt x="655704" y="95045"/>
                </a:lnTo>
                <a:lnTo>
                  <a:pt x="655691" y="94607"/>
                </a:lnTo>
                <a:lnTo>
                  <a:pt x="655684" y="94161"/>
                </a:lnTo>
                <a:lnTo>
                  <a:pt x="655681" y="93705"/>
                </a:lnTo>
                <a:lnTo>
                  <a:pt x="655681" y="40665"/>
                </a:lnTo>
                <a:lnTo>
                  <a:pt x="672183" y="40665"/>
                </a:lnTo>
                <a:lnTo>
                  <a:pt x="672183" y="33445"/>
                </a:lnTo>
                <a:lnTo>
                  <a:pt x="655681" y="33445"/>
                </a:lnTo>
                <a:lnTo>
                  <a:pt x="655681" y="12966"/>
                </a:lnTo>
                <a:lnTo>
                  <a:pt x="646841" y="12966"/>
                </a:lnTo>
                <a:lnTo>
                  <a:pt x="646841" y="33445"/>
                </a:lnTo>
                <a:lnTo>
                  <a:pt x="632181" y="33445"/>
                </a:lnTo>
                <a:lnTo>
                  <a:pt x="632181" y="40665"/>
                </a:lnTo>
                <a:close/>
                <a:moveTo>
                  <a:pt x="853202" y="58073"/>
                </a:moveTo>
                <a:lnTo>
                  <a:pt x="853329" y="57663"/>
                </a:lnTo>
                <a:lnTo>
                  <a:pt x="853461" y="57256"/>
                </a:lnTo>
                <a:lnTo>
                  <a:pt x="853599" y="56851"/>
                </a:lnTo>
                <a:lnTo>
                  <a:pt x="853742" y="56448"/>
                </a:lnTo>
                <a:lnTo>
                  <a:pt x="853891" y="56047"/>
                </a:lnTo>
                <a:lnTo>
                  <a:pt x="854044" y="55648"/>
                </a:lnTo>
                <a:lnTo>
                  <a:pt x="854204" y="55251"/>
                </a:lnTo>
                <a:lnTo>
                  <a:pt x="854368" y="54856"/>
                </a:lnTo>
                <a:lnTo>
                  <a:pt x="854538" y="54463"/>
                </a:lnTo>
                <a:lnTo>
                  <a:pt x="854714" y="54072"/>
                </a:lnTo>
                <a:lnTo>
                  <a:pt x="854894" y="53683"/>
                </a:lnTo>
                <a:lnTo>
                  <a:pt x="855080" y="53297"/>
                </a:lnTo>
                <a:lnTo>
                  <a:pt x="855272" y="52912"/>
                </a:lnTo>
                <a:lnTo>
                  <a:pt x="855469" y="52529"/>
                </a:lnTo>
                <a:lnTo>
                  <a:pt x="855671" y="52149"/>
                </a:lnTo>
                <a:lnTo>
                  <a:pt x="855879" y="51770"/>
                </a:lnTo>
                <a:lnTo>
                  <a:pt x="856091" y="51393"/>
                </a:lnTo>
                <a:lnTo>
                  <a:pt x="856310" y="51019"/>
                </a:lnTo>
                <a:lnTo>
                  <a:pt x="856533" y="50647"/>
                </a:lnTo>
                <a:lnTo>
                  <a:pt x="856763" y="50276"/>
                </a:lnTo>
                <a:lnTo>
                  <a:pt x="856997" y="49908"/>
                </a:lnTo>
                <a:lnTo>
                  <a:pt x="857237" y="49542"/>
                </a:lnTo>
                <a:lnTo>
                  <a:pt x="857482" y="49179"/>
                </a:lnTo>
                <a:lnTo>
                  <a:pt x="857734" y="48822"/>
                </a:lnTo>
                <a:lnTo>
                  <a:pt x="857992" y="48471"/>
                </a:lnTo>
                <a:lnTo>
                  <a:pt x="858256" y="48125"/>
                </a:lnTo>
                <a:lnTo>
                  <a:pt x="858526" y="47785"/>
                </a:lnTo>
                <a:lnTo>
                  <a:pt x="858802" y="47451"/>
                </a:lnTo>
                <a:lnTo>
                  <a:pt x="859085" y="47122"/>
                </a:lnTo>
                <a:lnTo>
                  <a:pt x="859373" y="46799"/>
                </a:lnTo>
                <a:lnTo>
                  <a:pt x="859668" y="46482"/>
                </a:lnTo>
                <a:lnTo>
                  <a:pt x="859969" y="46170"/>
                </a:lnTo>
                <a:lnTo>
                  <a:pt x="860276" y="45864"/>
                </a:lnTo>
                <a:lnTo>
                  <a:pt x="860589" y="45563"/>
                </a:lnTo>
                <a:lnTo>
                  <a:pt x="860908" y="45269"/>
                </a:lnTo>
                <a:lnTo>
                  <a:pt x="861233" y="44979"/>
                </a:lnTo>
                <a:lnTo>
                  <a:pt x="861565" y="44696"/>
                </a:lnTo>
                <a:lnTo>
                  <a:pt x="861902" y="44418"/>
                </a:lnTo>
                <a:lnTo>
                  <a:pt x="862246" y="44145"/>
                </a:lnTo>
                <a:lnTo>
                  <a:pt x="862596" y="43878"/>
                </a:lnTo>
                <a:lnTo>
                  <a:pt x="862952" y="43617"/>
                </a:lnTo>
                <a:lnTo>
                  <a:pt x="863314" y="43362"/>
                </a:lnTo>
                <a:lnTo>
                  <a:pt x="863683" y="43112"/>
                </a:lnTo>
                <a:lnTo>
                  <a:pt x="864057" y="42867"/>
                </a:lnTo>
                <a:lnTo>
                  <a:pt x="864438" y="42629"/>
                </a:lnTo>
                <a:lnTo>
                  <a:pt x="864825" y="42396"/>
                </a:lnTo>
                <a:lnTo>
                  <a:pt x="865218" y="42170"/>
                </a:lnTo>
                <a:lnTo>
                  <a:pt x="865619" y="41954"/>
                </a:lnTo>
                <a:lnTo>
                  <a:pt x="866027" y="41748"/>
                </a:lnTo>
                <a:lnTo>
                  <a:pt x="866442" y="41552"/>
                </a:lnTo>
                <a:lnTo>
                  <a:pt x="866865" y="41365"/>
                </a:lnTo>
                <a:lnTo>
                  <a:pt x="867295" y="41187"/>
                </a:lnTo>
                <a:lnTo>
                  <a:pt x="867732" y="41019"/>
                </a:lnTo>
                <a:lnTo>
                  <a:pt x="868176" y="40861"/>
                </a:lnTo>
                <a:lnTo>
                  <a:pt x="868628" y="40712"/>
                </a:lnTo>
                <a:lnTo>
                  <a:pt x="869087" y="40573"/>
                </a:lnTo>
                <a:lnTo>
                  <a:pt x="869554" y="40444"/>
                </a:lnTo>
                <a:lnTo>
                  <a:pt x="870027" y="40324"/>
                </a:lnTo>
                <a:lnTo>
                  <a:pt x="870508" y="40214"/>
                </a:lnTo>
                <a:lnTo>
                  <a:pt x="870996" y="40113"/>
                </a:lnTo>
                <a:lnTo>
                  <a:pt x="871492" y="40022"/>
                </a:lnTo>
                <a:lnTo>
                  <a:pt x="871995" y="39940"/>
                </a:lnTo>
                <a:lnTo>
                  <a:pt x="872505" y="39868"/>
                </a:lnTo>
                <a:lnTo>
                  <a:pt x="873022" y="39806"/>
                </a:lnTo>
                <a:lnTo>
                  <a:pt x="873547" y="39753"/>
                </a:lnTo>
                <a:lnTo>
                  <a:pt x="874079" y="39710"/>
                </a:lnTo>
                <a:lnTo>
                  <a:pt x="874618" y="39676"/>
                </a:lnTo>
                <a:lnTo>
                  <a:pt x="875165" y="39652"/>
                </a:lnTo>
                <a:lnTo>
                  <a:pt x="875719" y="39638"/>
                </a:lnTo>
                <a:lnTo>
                  <a:pt x="876280" y="39633"/>
                </a:lnTo>
                <a:lnTo>
                  <a:pt x="876756" y="39637"/>
                </a:lnTo>
                <a:lnTo>
                  <a:pt x="877228" y="39647"/>
                </a:lnTo>
                <a:lnTo>
                  <a:pt x="877695" y="39663"/>
                </a:lnTo>
                <a:lnTo>
                  <a:pt x="878157" y="39686"/>
                </a:lnTo>
                <a:lnTo>
                  <a:pt x="878615" y="39716"/>
                </a:lnTo>
                <a:lnTo>
                  <a:pt x="879068" y="39753"/>
                </a:lnTo>
                <a:lnTo>
                  <a:pt x="879516" y="39796"/>
                </a:lnTo>
                <a:lnTo>
                  <a:pt x="879959" y="39846"/>
                </a:lnTo>
                <a:lnTo>
                  <a:pt x="880398" y="39903"/>
                </a:lnTo>
                <a:lnTo>
                  <a:pt x="880832" y="39966"/>
                </a:lnTo>
                <a:lnTo>
                  <a:pt x="881261" y="40036"/>
                </a:lnTo>
                <a:lnTo>
                  <a:pt x="881685" y="40112"/>
                </a:lnTo>
                <a:lnTo>
                  <a:pt x="882105" y="40195"/>
                </a:lnTo>
                <a:lnTo>
                  <a:pt x="882520" y="40285"/>
                </a:lnTo>
                <a:lnTo>
                  <a:pt x="882930" y="40381"/>
                </a:lnTo>
                <a:lnTo>
                  <a:pt x="883336" y="40484"/>
                </a:lnTo>
                <a:lnTo>
                  <a:pt x="883736" y="40594"/>
                </a:lnTo>
                <a:lnTo>
                  <a:pt x="884132" y="40711"/>
                </a:lnTo>
                <a:lnTo>
                  <a:pt x="884524" y="40834"/>
                </a:lnTo>
                <a:lnTo>
                  <a:pt x="884910" y="40963"/>
                </a:lnTo>
                <a:lnTo>
                  <a:pt x="885292" y="41100"/>
                </a:lnTo>
                <a:lnTo>
                  <a:pt x="885669" y="41243"/>
                </a:lnTo>
                <a:lnTo>
                  <a:pt x="886042" y="41392"/>
                </a:lnTo>
                <a:lnTo>
                  <a:pt x="886409" y="41549"/>
                </a:lnTo>
                <a:lnTo>
                  <a:pt x="886771" y="41713"/>
                </a:lnTo>
                <a:lnTo>
                  <a:pt x="887126" y="41886"/>
                </a:lnTo>
                <a:lnTo>
                  <a:pt x="887475" y="42068"/>
                </a:lnTo>
                <a:lnTo>
                  <a:pt x="887817" y="42259"/>
                </a:lnTo>
                <a:lnTo>
                  <a:pt x="888152" y="42459"/>
                </a:lnTo>
                <a:lnTo>
                  <a:pt x="888481" y="42667"/>
                </a:lnTo>
                <a:lnTo>
                  <a:pt x="888803" y="42885"/>
                </a:lnTo>
                <a:lnTo>
                  <a:pt x="889118" y="43112"/>
                </a:lnTo>
                <a:lnTo>
                  <a:pt x="889427" y="43348"/>
                </a:lnTo>
                <a:lnTo>
                  <a:pt x="889729" y="43592"/>
                </a:lnTo>
                <a:lnTo>
                  <a:pt x="890025" y="43846"/>
                </a:lnTo>
                <a:lnTo>
                  <a:pt x="890314" y="44109"/>
                </a:lnTo>
                <a:lnTo>
                  <a:pt x="890596" y="44380"/>
                </a:lnTo>
                <a:lnTo>
                  <a:pt x="890871" y="44661"/>
                </a:lnTo>
                <a:lnTo>
                  <a:pt x="891140" y="44950"/>
                </a:lnTo>
                <a:lnTo>
                  <a:pt x="891402" y="45248"/>
                </a:lnTo>
                <a:lnTo>
                  <a:pt x="891658" y="45556"/>
                </a:lnTo>
                <a:lnTo>
                  <a:pt x="891907" y="45872"/>
                </a:lnTo>
                <a:lnTo>
                  <a:pt x="892149" y="46197"/>
                </a:lnTo>
                <a:lnTo>
                  <a:pt x="892384" y="46531"/>
                </a:lnTo>
                <a:lnTo>
                  <a:pt x="892613" y="46875"/>
                </a:lnTo>
                <a:lnTo>
                  <a:pt x="892836" y="47227"/>
                </a:lnTo>
                <a:lnTo>
                  <a:pt x="893051" y="47588"/>
                </a:lnTo>
                <a:lnTo>
                  <a:pt x="893260" y="47958"/>
                </a:lnTo>
                <a:lnTo>
                  <a:pt x="893462" y="48338"/>
                </a:lnTo>
                <a:lnTo>
                  <a:pt x="893654" y="48731"/>
                </a:lnTo>
                <a:lnTo>
                  <a:pt x="893839" y="49135"/>
                </a:lnTo>
                <a:lnTo>
                  <a:pt x="894014" y="49552"/>
                </a:lnTo>
                <a:lnTo>
                  <a:pt x="894181" y="49980"/>
                </a:lnTo>
                <a:lnTo>
                  <a:pt x="894340" y="50421"/>
                </a:lnTo>
                <a:lnTo>
                  <a:pt x="894490" y="50874"/>
                </a:lnTo>
                <a:lnTo>
                  <a:pt x="894631" y="51338"/>
                </a:lnTo>
                <a:lnTo>
                  <a:pt x="894764" y="51815"/>
                </a:lnTo>
                <a:lnTo>
                  <a:pt x="894888" y="52304"/>
                </a:lnTo>
                <a:lnTo>
                  <a:pt x="895004" y="52804"/>
                </a:lnTo>
                <a:lnTo>
                  <a:pt x="895111" y="53317"/>
                </a:lnTo>
                <a:lnTo>
                  <a:pt x="895210" y="53842"/>
                </a:lnTo>
                <a:lnTo>
                  <a:pt x="895300" y="54378"/>
                </a:lnTo>
                <a:lnTo>
                  <a:pt x="895381" y="54927"/>
                </a:lnTo>
                <a:lnTo>
                  <a:pt x="895454" y="55488"/>
                </a:lnTo>
                <a:lnTo>
                  <a:pt x="895518" y="56061"/>
                </a:lnTo>
                <a:lnTo>
                  <a:pt x="895574" y="56646"/>
                </a:lnTo>
                <a:lnTo>
                  <a:pt x="895621" y="57243"/>
                </a:lnTo>
                <a:lnTo>
                  <a:pt x="895660" y="57852"/>
                </a:lnTo>
                <a:lnTo>
                  <a:pt x="895690" y="58473"/>
                </a:lnTo>
                <a:lnTo>
                  <a:pt x="895711" y="59106"/>
                </a:lnTo>
                <a:lnTo>
                  <a:pt x="895724" y="59750"/>
                </a:lnTo>
                <a:lnTo>
                  <a:pt x="895728" y="60407"/>
                </a:lnTo>
                <a:lnTo>
                  <a:pt x="895728" y="113154"/>
                </a:lnTo>
                <a:lnTo>
                  <a:pt x="904495" y="113154"/>
                </a:lnTo>
                <a:lnTo>
                  <a:pt x="904495" y="60371"/>
                </a:lnTo>
                <a:lnTo>
                  <a:pt x="904508" y="60231"/>
                </a:lnTo>
                <a:lnTo>
                  <a:pt x="904541" y="59928"/>
                </a:lnTo>
                <a:lnTo>
                  <a:pt x="904580" y="59625"/>
                </a:lnTo>
                <a:lnTo>
                  <a:pt x="904623" y="59321"/>
                </a:lnTo>
                <a:lnTo>
                  <a:pt x="904671" y="59016"/>
                </a:lnTo>
                <a:lnTo>
                  <a:pt x="904723" y="58711"/>
                </a:lnTo>
                <a:lnTo>
                  <a:pt x="904780" y="58405"/>
                </a:lnTo>
                <a:lnTo>
                  <a:pt x="904842" y="58099"/>
                </a:lnTo>
                <a:lnTo>
                  <a:pt x="904909" y="57792"/>
                </a:lnTo>
                <a:lnTo>
                  <a:pt x="904980" y="57485"/>
                </a:lnTo>
                <a:lnTo>
                  <a:pt x="905057" y="57177"/>
                </a:lnTo>
                <a:lnTo>
                  <a:pt x="905137" y="56869"/>
                </a:lnTo>
                <a:lnTo>
                  <a:pt x="905223" y="56560"/>
                </a:lnTo>
                <a:lnTo>
                  <a:pt x="905313" y="56251"/>
                </a:lnTo>
                <a:lnTo>
                  <a:pt x="905408" y="55941"/>
                </a:lnTo>
                <a:lnTo>
                  <a:pt x="905508" y="55631"/>
                </a:lnTo>
                <a:lnTo>
                  <a:pt x="905613" y="55320"/>
                </a:lnTo>
                <a:lnTo>
                  <a:pt x="905722" y="55009"/>
                </a:lnTo>
                <a:lnTo>
                  <a:pt x="905836" y="54697"/>
                </a:lnTo>
                <a:lnTo>
                  <a:pt x="905955" y="54385"/>
                </a:lnTo>
                <a:lnTo>
                  <a:pt x="906078" y="54072"/>
                </a:lnTo>
                <a:lnTo>
                  <a:pt x="906207" y="53760"/>
                </a:lnTo>
                <a:lnTo>
                  <a:pt x="906340" y="53449"/>
                </a:lnTo>
                <a:lnTo>
                  <a:pt x="906478" y="53140"/>
                </a:lnTo>
                <a:lnTo>
                  <a:pt x="906621" y="52833"/>
                </a:lnTo>
                <a:lnTo>
                  <a:pt x="906768" y="52527"/>
                </a:lnTo>
                <a:lnTo>
                  <a:pt x="906921" y="52223"/>
                </a:lnTo>
                <a:lnTo>
                  <a:pt x="907078" y="51921"/>
                </a:lnTo>
                <a:lnTo>
                  <a:pt x="907241" y="51621"/>
                </a:lnTo>
                <a:lnTo>
                  <a:pt x="907408" y="51322"/>
                </a:lnTo>
                <a:lnTo>
                  <a:pt x="907580" y="51024"/>
                </a:lnTo>
                <a:lnTo>
                  <a:pt x="907757" y="50729"/>
                </a:lnTo>
                <a:lnTo>
                  <a:pt x="907939" y="50435"/>
                </a:lnTo>
                <a:lnTo>
                  <a:pt x="908125" y="50142"/>
                </a:lnTo>
                <a:lnTo>
                  <a:pt x="908317" y="49852"/>
                </a:lnTo>
                <a:lnTo>
                  <a:pt x="908513" y="49563"/>
                </a:lnTo>
                <a:lnTo>
                  <a:pt x="908714" y="49275"/>
                </a:lnTo>
                <a:lnTo>
                  <a:pt x="908920" y="48990"/>
                </a:lnTo>
                <a:lnTo>
                  <a:pt x="909131" y="48706"/>
                </a:lnTo>
                <a:lnTo>
                  <a:pt x="909347" y="48424"/>
                </a:lnTo>
                <a:lnTo>
                  <a:pt x="909567" y="48143"/>
                </a:lnTo>
                <a:lnTo>
                  <a:pt x="909793" y="47864"/>
                </a:lnTo>
                <a:lnTo>
                  <a:pt x="910023" y="47586"/>
                </a:lnTo>
                <a:lnTo>
                  <a:pt x="910258" y="47311"/>
                </a:lnTo>
                <a:lnTo>
                  <a:pt x="910498" y="47037"/>
                </a:lnTo>
                <a:lnTo>
                  <a:pt x="910743" y="46766"/>
                </a:lnTo>
                <a:lnTo>
                  <a:pt x="910993" y="46499"/>
                </a:lnTo>
                <a:lnTo>
                  <a:pt x="911248" y="46237"/>
                </a:lnTo>
                <a:lnTo>
                  <a:pt x="911508" y="45979"/>
                </a:lnTo>
                <a:lnTo>
                  <a:pt x="911773" y="45725"/>
                </a:lnTo>
                <a:lnTo>
                  <a:pt x="912043" y="45476"/>
                </a:lnTo>
                <a:lnTo>
                  <a:pt x="912318" y="45231"/>
                </a:lnTo>
                <a:lnTo>
                  <a:pt x="912598" y="44990"/>
                </a:lnTo>
                <a:lnTo>
                  <a:pt x="912883" y="44754"/>
                </a:lnTo>
                <a:lnTo>
                  <a:pt x="913173" y="44522"/>
                </a:lnTo>
                <a:lnTo>
                  <a:pt x="913468" y="44295"/>
                </a:lnTo>
                <a:lnTo>
                  <a:pt x="913767" y="44072"/>
                </a:lnTo>
                <a:lnTo>
                  <a:pt x="914072" y="43853"/>
                </a:lnTo>
                <a:lnTo>
                  <a:pt x="914382" y="43638"/>
                </a:lnTo>
                <a:lnTo>
                  <a:pt x="914697" y="43428"/>
                </a:lnTo>
                <a:lnTo>
                  <a:pt x="915017" y="43222"/>
                </a:lnTo>
                <a:lnTo>
                  <a:pt x="915342" y="43021"/>
                </a:lnTo>
                <a:lnTo>
                  <a:pt x="915671" y="42824"/>
                </a:lnTo>
                <a:lnTo>
                  <a:pt x="916006" y="42631"/>
                </a:lnTo>
                <a:lnTo>
                  <a:pt x="916346" y="42443"/>
                </a:lnTo>
                <a:lnTo>
                  <a:pt x="916691" y="42259"/>
                </a:lnTo>
                <a:lnTo>
                  <a:pt x="917040" y="42079"/>
                </a:lnTo>
                <a:lnTo>
                  <a:pt x="917395" y="41904"/>
                </a:lnTo>
                <a:lnTo>
                  <a:pt x="917755" y="41733"/>
                </a:lnTo>
                <a:lnTo>
                  <a:pt x="918119" y="41567"/>
                </a:lnTo>
                <a:lnTo>
                  <a:pt x="918489" y="41409"/>
                </a:lnTo>
                <a:lnTo>
                  <a:pt x="918863" y="41257"/>
                </a:lnTo>
                <a:lnTo>
                  <a:pt x="919242" y="41112"/>
                </a:lnTo>
                <a:lnTo>
                  <a:pt x="919626" y="40973"/>
                </a:lnTo>
                <a:lnTo>
                  <a:pt x="920015" y="40842"/>
                </a:lnTo>
                <a:lnTo>
                  <a:pt x="920409" y="40717"/>
                </a:lnTo>
                <a:lnTo>
                  <a:pt x="920808" y="40599"/>
                </a:lnTo>
                <a:lnTo>
                  <a:pt x="921211" y="40488"/>
                </a:lnTo>
                <a:lnTo>
                  <a:pt x="921620" y="40383"/>
                </a:lnTo>
                <a:lnTo>
                  <a:pt x="922033" y="40286"/>
                </a:lnTo>
                <a:lnTo>
                  <a:pt x="922451" y="40195"/>
                </a:lnTo>
                <a:lnTo>
                  <a:pt x="922874" y="40111"/>
                </a:lnTo>
                <a:lnTo>
                  <a:pt x="923302" y="40034"/>
                </a:lnTo>
                <a:lnTo>
                  <a:pt x="923734" y="39963"/>
                </a:lnTo>
                <a:lnTo>
                  <a:pt x="924172" y="39899"/>
                </a:lnTo>
                <a:lnTo>
                  <a:pt x="924614" y="39842"/>
                </a:lnTo>
                <a:lnTo>
                  <a:pt x="925062" y="39792"/>
                </a:lnTo>
                <a:lnTo>
                  <a:pt x="925514" y="39749"/>
                </a:lnTo>
                <a:lnTo>
                  <a:pt x="925971" y="39712"/>
                </a:lnTo>
                <a:lnTo>
                  <a:pt x="926433" y="39682"/>
                </a:lnTo>
                <a:lnTo>
                  <a:pt x="926899" y="39659"/>
                </a:lnTo>
                <a:lnTo>
                  <a:pt x="927371" y="39643"/>
                </a:lnTo>
                <a:lnTo>
                  <a:pt x="927847" y="39633"/>
                </a:lnTo>
                <a:lnTo>
                  <a:pt x="928330" y="39636"/>
                </a:lnTo>
                <a:lnTo>
                  <a:pt x="928807" y="39646"/>
                </a:lnTo>
                <a:lnTo>
                  <a:pt x="929279" y="39662"/>
                </a:lnTo>
                <a:lnTo>
                  <a:pt x="929746" y="39684"/>
                </a:lnTo>
                <a:lnTo>
                  <a:pt x="930208" y="39713"/>
                </a:lnTo>
                <a:lnTo>
                  <a:pt x="930665" y="39748"/>
                </a:lnTo>
                <a:lnTo>
                  <a:pt x="931117" y="39790"/>
                </a:lnTo>
                <a:lnTo>
                  <a:pt x="931563" y="39838"/>
                </a:lnTo>
                <a:lnTo>
                  <a:pt x="932005" y="39892"/>
                </a:lnTo>
                <a:lnTo>
                  <a:pt x="932441" y="39953"/>
                </a:lnTo>
                <a:lnTo>
                  <a:pt x="932872" y="40020"/>
                </a:lnTo>
                <a:lnTo>
                  <a:pt x="933299" y="40094"/>
                </a:lnTo>
                <a:lnTo>
                  <a:pt x="933720" y="40174"/>
                </a:lnTo>
                <a:lnTo>
                  <a:pt x="934136" y="40260"/>
                </a:lnTo>
                <a:lnTo>
                  <a:pt x="934546" y="40353"/>
                </a:lnTo>
                <a:lnTo>
                  <a:pt x="934952" y="40452"/>
                </a:lnTo>
                <a:lnTo>
                  <a:pt x="935353" y="40557"/>
                </a:lnTo>
                <a:lnTo>
                  <a:pt x="935748" y="40669"/>
                </a:lnTo>
                <a:lnTo>
                  <a:pt x="936138" y="40787"/>
                </a:lnTo>
                <a:lnTo>
                  <a:pt x="936524" y="40912"/>
                </a:lnTo>
                <a:lnTo>
                  <a:pt x="936904" y="41043"/>
                </a:lnTo>
                <a:lnTo>
                  <a:pt x="937279" y="41181"/>
                </a:lnTo>
                <a:lnTo>
                  <a:pt x="937649" y="41325"/>
                </a:lnTo>
                <a:lnTo>
                  <a:pt x="938013" y="41475"/>
                </a:lnTo>
                <a:lnTo>
                  <a:pt x="938372" y="41633"/>
                </a:lnTo>
                <a:lnTo>
                  <a:pt x="938725" y="41802"/>
                </a:lnTo>
                <a:lnTo>
                  <a:pt x="939071" y="41980"/>
                </a:lnTo>
                <a:lnTo>
                  <a:pt x="939410" y="42168"/>
                </a:lnTo>
                <a:lnTo>
                  <a:pt x="939743" y="42365"/>
                </a:lnTo>
                <a:lnTo>
                  <a:pt x="940069" y="42573"/>
                </a:lnTo>
                <a:lnTo>
                  <a:pt x="940389" y="42790"/>
                </a:lnTo>
                <a:lnTo>
                  <a:pt x="940702" y="43018"/>
                </a:lnTo>
                <a:lnTo>
                  <a:pt x="941009" y="43255"/>
                </a:lnTo>
                <a:lnTo>
                  <a:pt x="941309" y="43502"/>
                </a:lnTo>
                <a:lnTo>
                  <a:pt x="941603" y="43759"/>
                </a:lnTo>
                <a:lnTo>
                  <a:pt x="941890" y="44026"/>
                </a:lnTo>
                <a:lnTo>
                  <a:pt x="942171" y="44302"/>
                </a:lnTo>
                <a:lnTo>
                  <a:pt x="942445" y="44589"/>
                </a:lnTo>
                <a:lnTo>
                  <a:pt x="942713" y="44885"/>
                </a:lnTo>
                <a:lnTo>
                  <a:pt x="942974" y="45191"/>
                </a:lnTo>
                <a:lnTo>
                  <a:pt x="943228" y="45507"/>
                </a:lnTo>
                <a:lnTo>
                  <a:pt x="943476" y="45833"/>
                </a:lnTo>
                <a:lnTo>
                  <a:pt x="943718" y="46168"/>
                </a:lnTo>
                <a:lnTo>
                  <a:pt x="943953" y="46514"/>
                </a:lnTo>
                <a:lnTo>
                  <a:pt x="944181" y="46869"/>
                </a:lnTo>
                <a:lnTo>
                  <a:pt x="944403" y="47235"/>
                </a:lnTo>
                <a:lnTo>
                  <a:pt x="944619" y="47610"/>
                </a:lnTo>
                <a:lnTo>
                  <a:pt x="944828" y="47994"/>
                </a:lnTo>
                <a:lnTo>
                  <a:pt x="945029" y="48391"/>
                </a:lnTo>
                <a:lnTo>
                  <a:pt x="945222" y="48800"/>
                </a:lnTo>
                <a:lnTo>
                  <a:pt x="945406" y="49222"/>
                </a:lnTo>
                <a:lnTo>
                  <a:pt x="945582" y="49657"/>
                </a:lnTo>
                <a:lnTo>
                  <a:pt x="945749" y="50105"/>
                </a:lnTo>
                <a:lnTo>
                  <a:pt x="945907" y="50566"/>
                </a:lnTo>
                <a:lnTo>
                  <a:pt x="946057" y="51040"/>
                </a:lnTo>
                <a:lnTo>
                  <a:pt x="946199" y="51526"/>
                </a:lnTo>
                <a:lnTo>
                  <a:pt x="946331" y="52026"/>
                </a:lnTo>
                <a:lnTo>
                  <a:pt x="946456" y="52539"/>
                </a:lnTo>
                <a:lnTo>
                  <a:pt x="946571" y="53064"/>
                </a:lnTo>
                <a:lnTo>
                  <a:pt x="946679" y="53602"/>
                </a:lnTo>
                <a:lnTo>
                  <a:pt x="946777" y="54154"/>
                </a:lnTo>
                <a:lnTo>
                  <a:pt x="946867" y="54718"/>
                </a:lnTo>
                <a:lnTo>
                  <a:pt x="946948" y="55295"/>
                </a:lnTo>
                <a:lnTo>
                  <a:pt x="947021" y="55885"/>
                </a:lnTo>
                <a:lnTo>
                  <a:pt x="947086" y="56488"/>
                </a:lnTo>
                <a:lnTo>
                  <a:pt x="947141" y="57104"/>
                </a:lnTo>
                <a:lnTo>
                  <a:pt x="947188" y="57733"/>
                </a:lnTo>
                <a:lnTo>
                  <a:pt x="947227" y="58374"/>
                </a:lnTo>
                <a:lnTo>
                  <a:pt x="947257" y="59029"/>
                </a:lnTo>
                <a:lnTo>
                  <a:pt x="947278" y="59697"/>
                </a:lnTo>
                <a:lnTo>
                  <a:pt x="947291" y="60377"/>
                </a:lnTo>
                <a:lnTo>
                  <a:pt x="947295" y="61070"/>
                </a:lnTo>
                <a:lnTo>
                  <a:pt x="947295" y="113154"/>
                </a:lnTo>
                <a:lnTo>
                  <a:pt x="956136" y="113154"/>
                </a:lnTo>
                <a:lnTo>
                  <a:pt x="956136" y="61144"/>
                </a:lnTo>
                <a:lnTo>
                  <a:pt x="956133" y="60503"/>
                </a:lnTo>
                <a:lnTo>
                  <a:pt x="956123" y="59870"/>
                </a:lnTo>
                <a:lnTo>
                  <a:pt x="956108" y="59245"/>
                </a:lnTo>
                <a:lnTo>
                  <a:pt x="956086" y="58627"/>
                </a:lnTo>
                <a:lnTo>
                  <a:pt x="956059" y="58017"/>
                </a:lnTo>
                <a:lnTo>
                  <a:pt x="956025" y="57415"/>
                </a:lnTo>
                <a:lnTo>
                  <a:pt x="955985" y="56820"/>
                </a:lnTo>
                <a:lnTo>
                  <a:pt x="955939" y="56233"/>
                </a:lnTo>
                <a:lnTo>
                  <a:pt x="955887" y="55654"/>
                </a:lnTo>
                <a:lnTo>
                  <a:pt x="955829" y="55082"/>
                </a:lnTo>
                <a:lnTo>
                  <a:pt x="955764" y="54518"/>
                </a:lnTo>
                <a:lnTo>
                  <a:pt x="955694" y="53962"/>
                </a:lnTo>
                <a:lnTo>
                  <a:pt x="955617" y="53413"/>
                </a:lnTo>
                <a:lnTo>
                  <a:pt x="955534" y="52872"/>
                </a:lnTo>
                <a:lnTo>
                  <a:pt x="955445" y="52339"/>
                </a:lnTo>
                <a:lnTo>
                  <a:pt x="955350" y="51813"/>
                </a:lnTo>
                <a:lnTo>
                  <a:pt x="955249" y="51295"/>
                </a:lnTo>
                <a:lnTo>
                  <a:pt x="955141" y="50785"/>
                </a:lnTo>
                <a:lnTo>
                  <a:pt x="955028" y="50282"/>
                </a:lnTo>
                <a:lnTo>
                  <a:pt x="954908" y="49787"/>
                </a:lnTo>
                <a:lnTo>
                  <a:pt x="954782" y="49300"/>
                </a:lnTo>
                <a:lnTo>
                  <a:pt x="954650" y="48820"/>
                </a:lnTo>
                <a:lnTo>
                  <a:pt x="954512" y="48348"/>
                </a:lnTo>
                <a:lnTo>
                  <a:pt x="954368" y="47884"/>
                </a:lnTo>
                <a:lnTo>
                  <a:pt x="954217" y="47427"/>
                </a:lnTo>
                <a:lnTo>
                  <a:pt x="954062" y="46977"/>
                </a:lnTo>
                <a:lnTo>
                  <a:pt x="953901" y="46534"/>
                </a:lnTo>
                <a:lnTo>
                  <a:pt x="953734" y="46098"/>
                </a:lnTo>
                <a:lnTo>
                  <a:pt x="953562" y="45668"/>
                </a:lnTo>
                <a:lnTo>
                  <a:pt x="953385" y="45246"/>
                </a:lnTo>
                <a:lnTo>
                  <a:pt x="953201" y="44830"/>
                </a:lnTo>
                <a:lnTo>
                  <a:pt x="953013" y="44422"/>
                </a:lnTo>
                <a:lnTo>
                  <a:pt x="952819" y="44020"/>
                </a:lnTo>
                <a:lnTo>
                  <a:pt x="952619" y="43625"/>
                </a:lnTo>
                <a:lnTo>
                  <a:pt x="952414" y="43237"/>
                </a:lnTo>
                <a:lnTo>
                  <a:pt x="952204" y="42856"/>
                </a:lnTo>
                <a:lnTo>
                  <a:pt x="951987" y="42482"/>
                </a:lnTo>
                <a:lnTo>
                  <a:pt x="951766" y="42115"/>
                </a:lnTo>
                <a:lnTo>
                  <a:pt x="951539" y="41755"/>
                </a:lnTo>
                <a:lnTo>
                  <a:pt x="951306" y="41401"/>
                </a:lnTo>
                <a:lnTo>
                  <a:pt x="951068" y="41055"/>
                </a:lnTo>
                <a:lnTo>
                  <a:pt x="950825" y="40715"/>
                </a:lnTo>
                <a:lnTo>
                  <a:pt x="950576" y="40383"/>
                </a:lnTo>
                <a:lnTo>
                  <a:pt x="950321" y="40057"/>
                </a:lnTo>
                <a:lnTo>
                  <a:pt x="950061" y="39738"/>
                </a:lnTo>
                <a:lnTo>
                  <a:pt x="949795" y="39426"/>
                </a:lnTo>
                <a:lnTo>
                  <a:pt x="949524" y="39121"/>
                </a:lnTo>
                <a:lnTo>
                  <a:pt x="949248" y="38823"/>
                </a:lnTo>
                <a:lnTo>
                  <a:pt x="948966" y="38531"/>
                </a:lnTo>
                <a:lnTo>
                  <a:pt x="948679" y="38247"/>
                </a:lnTo>
                <a:lnTo>
                  <a:pt x="948386" y="37968"/>
                </a:lnTo>
                <a:lnTo>
                  <a:pt x="948088" y="37696"/>
                </a:lnTo>
                <a:lnTo>
                  <a:pt x="947785" y="37431"/>
                </a:lnTo>
                <a:lnTo>
                  <a:pt x="947477" y="37172"/>
                </a:lnTo>
                <a:lnTo>
                  <a:pt x="947164" y="36920"/>
                </a:lnTo>
                <a:lnTo>
                  <a:pt x="946845" y="36674"/>
                </a:lnTo>
                <a:lnTo>
                  <a:pt x="946521" y="36435"/>
                </a:lnTo>
                <a:lnTo>
                  <a:pt x="946192" y="36202"/>
                </a:lnTo>
                <a:lnTo>
                  <a:pt x="945858" y="35976"/>
                </a:lnTo>
                <a:lnTo>
                  <a:pt x="945518" y="35756"/>
                </a:lnTo>
                <a:lnTo>
                  <a:pt x="945173" y="35543"/>
                </a:lnTo>
                <a:lnTo>
                  <a:pt x="944823" y="35337"/>
                </a:lnTo>
                <a:lnTo>
                  <a:pt x="944468" y="35137"/>
                </a:lnTo>
                <a:lnTo>
                  <a:pt x="944107" y="34943"/>
                </a:lnTo>
                <a:lnTo>
                  <a:pt x="943741" y="34756"/>
                </a:lnTo>
                <a:lnTo>
                  <a:pt x="943370" y="34575"/>
                </a:lnTo>
                <a:lnTo>
                  <a:pt x="942994" y="34401"/>
                </a:lnTo>
                <a:lnTo>
                  <a:pt x="942612" y="34234"/>
                </a:lnTo>
                <a:lnTo>
                  <a:pt x="942226" y="34073"/>
                </a:lnTo>
                <a:lnTo>
                  <a:pt x="941834" y="33919"/>
                </a:lnTo>
                <a:lnTo>
                  <a:pt x="941436" y="33771"/>
                </a:lnTo>
                <a:lnTo>
                  <a:pt x="941034" y="33629"/>
                </a:lnTo>
                <a:lnTo>
                  <a:pt x="940626" y="33494"/>
                </a:lnTo>
                <a:lnTo>
                  <a:pt x="940214" y="33365"/>
                </a:lnTo>
                <a:lnTo>
                  <a:pt x="939797" y="33241"/>
                </a:lnTo>
                <a:lnTo>
                  <a:pt x="939376" y="33123"/>
                </a:lnTo>
                <a:lnTo>
                  <a:pt x="938950" y="33011"/>
                </a:lnTo>
                <a:lnTo>
                  <a:pt x="938520" y="32904"/>
                </a:lnTo>
                <a:lnTo>
                  <a:pt x="938085" y="32803"/>
                </a:lnTo>
                <a:lnTo>
                  <a:pt x="937645" y="32708"/>
                </a:lnTo>
                <a:lnTo>
                  <a:pt x="937201" y="32619"/>
                </a:lnTo>
                <a:lnTo>
                  <a:pt x="936752" y="32536"/>
                </a:lnTo>
                <a:lnTo>
                  <a:pt x="936298" y="32458"/>
                </a:lnTo>
                <a:lnTo>
                  <a:pt x="935840" y="32386"/>
                </a:lnTo>
                <a:lnTo>
                  <a:pt x="935377" y="32320"/>
                </a:lnTo>
                <a:lnTo>
                  <a:pt x="934910" y="32260"/>
                </a:lnTo>
                <a:lnTo>
                  <a:pt x="934438" y="32205"/>
                </a:lnTo>
                <a:lnTo>
                  <a:pt x="933962" y="32156"/>
                </a:lnTo>
                <a:lnTo>
                  <a:pt x="933480" y="32113"/>
                </a:lnTo>
                <a:lnTo>
                  <a:pt x="932995" y="32075"/>
                </a:lnTo>
                <a:lnTo>
                  <a:pt x="932504" y="32044"/>
                </a:lnTo>
                <a:lnTo>
                  <a:pt x="932009" y="32018"/>
                </a:lnTo>
                <a:lnTo>
                  <a:pt x="931510" y="31998"/>
                </a:lnTo>
                <a:lnTo>
                  <a:pt x="931006" y="31983"/>
                </a:lnTo>
                <a:lnTo>
                  <a:pt x="930497" y="31975"/>
                </a:lnTo>
                <a:lnTo>
                  <a:pt x="929984" y="31972"/>
                </a:lnTo>
                <a:lnTo>
                  <a:pt x="929397" y="31976"/>
                </a:lnTo>
                <a:lnTo>
                  <a:pt x="928815" y="31989"/>
                </a:lnTo>
                <a:lnTo>
                  <a:pt x="928238" y="32010"/>
                </a:lnTo>
                <a:lnTo>
                  <a:pt x="927666" y="32039"/>
                </a:lnTo>
                <a:lnTo>
                  <a:pt x="927099" y="32077"/>
                </a:lnTo>
                <a:lnTo>
                  <a:pt x="926537" y="32124"/>
                </a:lnTo>
                <a:lnTo>
                  <a:pt x="925980" y="32179"/>
                </a:lnTo>
                <a:lnTo>
                  <a:pt x="925428" y="32242"/>
                </a:lnTo>
                <a:lnTo>
                  <a:pt x="924882" y="32314"/>
                </a:lnTo>
                <a:lnTo>
                  <a:pt x="924340" y="32394"/>
                </a:lnTo>
                <a:lnTo>
                  <a:pt x="923803" y="32482"/>
                </a:lnTo>
                <a:lnTo>
                  <a:pt x="923271" y="32580"/>
                </a:lnTo>
                <a:lnTo>
                  <a:pt x="922744" y="32685"/>
                </a:lnTo>
                <a:lnTo>
                  <a:pt x="922222" y="32799"/>
                </a:lnTo>
                <a:lnTo>
                  <a:pt x="921705" y="32921"/>
                </a:lnTo>
                <a:lnTo>
                  <a:pt x="921193" y="33052"/>
                </a:lnTo>
                <a:lnTo>
                  <a:pt x="920686" y="33191"/>
                </a:lnTo>
                <a:lnTo>
                  <a:pt x="920183" y="33339"/>
                </a:lnTo>
                <a:lnTo>
                  <a:pt x="919686" y="33495"/>
                </a:lnTo>
                <a:lnTo>
                  <a:pt x="919194" y="33660"/>
                </a:lnTo>
                <a:lnTo>
                  <a:pt x="918707" y="33833"/>
                </a:lnTo>
                <a:lnTo>
                  <a:pt x="918225" y="34015"/>
                </a:lnTo>
                <a:lnTo>
                  <a:pt x="917748" y="34204"/>
                </a:lnTo>
                <a:lnTo>
                  <a:pt x="917276" y="34403"/>
                </a:lnTo>
                <a:lnTo>
                  <a:pt x="916809" y="34608"/>
                </a:lnTo>
                <a:lnTo>
                  <a:pt x="916348" y="34820"/>
                </a:lnTo>
                <a:lnTo>
                  <a:pt x="915892" y="35038"/>
                </a:lnTo>
                <a:lnTo>
                  <a:pt x="915441" y="35261"/>
                </a:lnTo>
                <a:lnTo>
                  <a:pt x="914996" y="35491"/>
                </a:lnTo>
                <a:lnTo>
                  <a:pt x="914557" y="35727"/>
                </a:lnTo>
                <a:lnTo>
                  <a:pt x="914123" y="35968"/>
                </a:lnTo>
                <a:lnTo>
                  <a:pt x="913695" y="36216"/>
                </a:lnTo>
                <a:lnTo>
                  <a:pt x="913272" y="36470"/>
                </a:lnTo>
                <a:lnTo>
                  <a:pt x="912855" y="36729"/>
                </a:lnTo>
                <a:lnTo>
                  <a:pt x="912443" y="36995"/>
                </a:lnTo>
                <a:lnTo>
                  <a:pt x="912036" y="37267"/>
                </a:lnTo>
                <a:lnTo>
                  <a:pt x="911635" y="37544"/>
                </a:lnTo>
                <a:lnTo>
                  <a:pt x="911240" y="37828"/>
                </a:lnTo>
                <a:lnTo>
                  <a:pt x="910850" y="38118"/>
                </a:lnTo>
                <a:lnTo>
                  <a:pt x="910466" y="38414"/>
                </a:lnTo>
                <a:lnTo>
                  <a:pt x="910087" y="38715"/>
                </a:lnTo>
                <a:lnTo>
                  <a:pt x="909713" y="39023"/>
                </a:lnTo>
                <a:lnTo>
                  <a:pt x="909346" y="39337"/>
                </a:lnTo>
                <a:lnTo>
                  <a:pt x="908983" y="39657"/>
                </a:lnTo>
                <a:lnTo>
                  <a:pt x="908626" y="39983"/>
                </a:lnTo>
                <a:lnTo>
                  <a:pt x="908275" y="40314"/>
                </a:lnTo>
                <a:lnTo>
                  <a:pt x="907929" y="40652"/>
                </a:lnTo>
                <a:lnTo>
                  <a:pt x="907589" y="40996"/>
                </a:lnTo>
                <a:lnTo>
                  <a:pt x="907254" y="41345"/>
                </a:lnTo>
                <a:lnTo>
                  <a:pt x="906925" y="41698"/>
                </a:lnTo>
                <a:lnTo>
                  <a:pt x="906603" y="42054"/>
                </a:lnTo>
                <a:lnTo>
                  <a:pt x="906286" y="42415"/>
                </a:lnTo>
                <a:lnTo>
                  <a:pt x="905976" y="42780"/>
                </a:lnTo>
                <a:lnTo>
                  <a:pt x="905671" y="43149"/>
                </a:lnTo>
                <a:lnTo>
                  <a:pt x="905372" y="43521"/>
                </a:lnTo>
                <a:lnTo>
                  <a:pt x="905080" y="43898"/>
                </a:lnTo>
                <a:lnTo>
                  <a:pt x="904793" y="44278"/>
                </a:lnTo>
                <a:lnTo>
                  <a:pt x="904513" y="44663"/>
                </a:lnTo>
                <a:lnTo>
                  <a:pt x="904238" y="45051"/>
                </a:lnTo>
                <a:lnTo>
                  <a:pt x="903970" y="45444"/>
                </a:lnTo>
                <a:lnTo>
                  <a:pt x="903707" y="45840"/>
                </a:lnTo>
                <a:lnTo>
                  <a:pt x="903451" y="46241"/>
                </a:lnTo>
                <a:lnTo>
                  <a:pt x="903200" y="46645"/>
                </a:lnTo>
                <a:lnTo>
                  <a:pt x="902956" y="47053"/>
                </a:lnTo>
                <a:lnTo>
                  <a:pt x="902759" y="47394"/>
                </a:lnTo>
                <a:lnTo>
                  <a:pt x="902690" y="47184"/>
                </a:lnTo>
                <a:lnTo>
                  <a:pt x="902537" y="46743"/>
                </a:lnTo>
                <a:lnTo>
                  <a:pt x="902378" y="46308"/>
                </a:lnTo>
                <a:lnTo>
                  <a:pt x="902214" y="45880"/>
                </a:lnTo>
                <a:lnTo>
                  <a:pt x="902044" y="45459"/>
                </a:lnTo>
                <a:lnTo>
                  <a:pt x="901869" y="45045"/>
                </a:lnTo>
                <a:lnTo>
                  <a:pt x="901688" y="44638"/>
                </a:lnTo>
                <a:lnTo>
                  <a:pt x="901502" y="44238"/>
                </a:lnTo>
                <a:lnTo>
                  <a:pt x="901310" y="43845"/>
                </a:lnTo>
                <a:lnTo>
                  <a:pt x="901113" y="43458"/>
                </a:lnTo>
                <a:lnTo>
                  <a:pt x="900911" y="43079"/>
                </a:lnTo>
                <a:lnTo>
                  <a:pt x="900703" y="42706"/>
                </a:lnTo>
                <a:lnTo>
                  <a:pt x="900489" y="42340"/>
                </a:lnTo>
                <a:lnTo>
                  <a:pt x="900270" y="41982"/>
                </a:lnTo>
                <a:lnTo>
                  <a:pt x="900045" y="41630"/>
                </a:lnTo>
                <a:lnTo>
                  <a:pt x="899815" y="41285"/>
                </a:lnTo>
                <a:lnTo>
                  <a:pt x="899579" y="40947"/>
                </a:lnTo>
                <a:lnTo>
                  <a:pt x="899338" y="40616"/>
                </a:lnTo>
                <a:lnTo>
                  <a:pt x="899091" y="40292"/>
                </a:lnTo>
                <a:lnTo>
                  <a:pt x="898839" y="39974"/>
                </a:lnTo>
                <a:lnTo>
                  <a:pt x="898582" y="39664"/>
                </a:lnTo>
                <a:lnTo>
                  <a:pt x="898319" y="39360"/>
                </a:lnTo>
                <a:lnTo>
                  <a:pt x="898050" y="39064"/>
                </a:lnTo>
                <a:lnTo>
                  <a:pt x="897776" y="38774"/>
                </a:lnTo>
                <a:lnTo>
                  <a:pt x="897496" y="38491"/>
                </a:lnTo>
                <a:lnTo>
                  <a:pt x="897211" y="38215"/>
                </a:lnTo>
                <a:lnTo>
                  <a:pt x="896922" y="37945"/>
                </a:lnTo>
                <a:lnTo>
                  <a:pt x="896628" y="37681"/>
                </a:lnTo>
                <a:lnTo>
                  <a:pt x="896330" y="37423"/>
                </a:lnTo>
                <a:lnTo>
                  <a:pt x="896027" y="37171"/>
                </a:lnTo>
                <a:lnTo>
                  <a:pt x="895719" y="36926"/>
                </a:lnTo>
                <a:lnTo>
                  <a:pt x="895407" y="36686"/>
                </a:lnTo>
                <a:lnTo>
                  <a:pt x="895090" y="36453"/>
                </a:lnTo>
                <a:lnTo>
                  <a:pt x="894768" y="36226"/>
                </a:lnTo>
                <a:lnTo>
                  <a:pt x="894442" y="36005"/>
                </a:lnTo>
                <a:lnTo>
                  <a:pt x="894111" y="35790"/>
                </a:lnTo>
                <a:lnTo>
                  <a:pt x="893776" y="35581"/>
                </a:lnTo>
                <a:lnTo>
                  <a:pt x="893436" y="35379"/>
                </a:lnTo>
                <a:lnTo>
                  <a:pt x="893091" y="35182"/>
                </a:lnTo>
                <a:lnTo>
                  <a:pt x="892742" y="34992"/>
                </a:lnTo>
                <a:lnTo>
                  <a:pt x="892389" y="34808"/>
                </a:lnTo>
                <a:lnTo>
                  <a:pt x="892030" y="34630"/>
                </a:lnTo>
                <a:lnTo>
                  <a:pt x="891667" y="34458"/>
                </a:lnTo>
                <a:lnTo>
                  <a:pt x="891300" y="34292"/>
                </a:lnTo>
                <a:lnTo>
                  <a:pt x="890927" y="34133"/>
                </a:lnTo>
                <a:lnTo>
                  <a:pt x="890551" y="33979"/>
                </a:lnTo>
                <a:lnTo>
                  <a:pt x="890169" y="33832"/>
                </a:lnTo>
                <a:lnTo>
                  <a:pt x="889783" y="33691"/>
                </a:lnTo>
                <a:lnTo>
                  <a:pt x="889393" y="33556"/>
                </a:lnTo>
                <a:lnTo>
                  <a:pt x="888998" y="33426"/>
                </a:lnTo>
                <a:lnTo>
                  <a:pt x="888599" y="33303"/>
                </a:lnTo>
                <a:lnTo>
                  <a:pt x="888197" y="33184"/>
                </a:lnTo>
                <a:lnTo>
                  <a:pt x="887790" y="33072"/>
                </a:lnTo>
                <a:lnTo>
                  <a:pt x="887380" y="32964"/>
                </a:lnTo>
                <a:lnTo>
                  <a:pt x="886966" y="32863"/>
                </a:lnTo>
                <a:lnTo>
                  <a:pt x="886548" y="32766"/>
                </a:lnTo>
                <a:lnTo>
                  <a:pt x="886127" y="32676"/>
                </a:lnTo>
                <a:lnTo>
                  <a:pt x="885701" y="32590"/>
                </a:lnTo>
                <a:lnTo>
                  <a:pt x="885272" y="32511"/>
                </a:lnTo>
                <a:lnTo>
                  <a:pt x="884839" y="32436"/>
                </a:lnTo>
                <a:lnTo>
                  <a:pt x="884402" y="32368"/>
                </a:lnTo>
                <a:lnTo>
                  <a:pt x="883961" y="32304"/>
                </a:lnTo>
                <a:lnTo>
                  <a:pt x="883516" y="32247"/>
                </a:lnTo>
                <a:lnTo>
                  <a:pt x="883068" y="32194"/>
                </a:lnTo>
                <a:lnTo>
                  <a:pt x="882615" y="32148"/>
                </a:lnTo>
                <a:lnTo>
                  <a:pt x="882159" y="32106"/>
                </a:lnTo>
                <a:lnTo>
                  <a:pt x="881699" y="32071"/>
                </a:lnTo>
                <a:lnTo>
                  <a:pt x="881235" y="32041"/>
                </a:lnTo>
                <a:lnTo>
                  <a:pt x="880767" y="32016"/>
                </a:lnTo>
                <a:lnTo>
                  <a:pt x="880296" y="31997"/>
                </a:lnTo>
                <a:lnTo>
                  <a:pt x="879820" y="31983"/>
                </a:lnTo>
                <a:lnTo>
                  <a:pt x="879341" y="31975"/>
                </a:lnTo>
                <a:lnTo>
                  <a:pt x="878858" y="31972"/>
                </a:lnTo>
                <a:lnTo>
                  <a:pt x="878259" y="31976"/>
                </a:lnTo>
                <a:lnTo>
                  <a:pt x="877665" y="31990"/>
                </a:lnTo>
                <a:lnTo>
                  <a:pt x="877077" y="32013"/>
                </a:lnTo>
                <a:lnTo>
                  <a:pt x="876494" y="32045"/>
                </a:lnTo>
                <a:lnTo>
                  <a:pt x="875916" y="32087"/>
                </a:lnTo>
                <a:lnTo>
                  <a:pt x="875343" y="32138"/>
                </a:lnTo>
                <a:lnTo>
                  <a:pt x="874775" y="32197"/>
                </a:lnTo>
                <a:lnTo>
                  <a:pt x="874213" y="32266"/>
                </a:lnTo>
                <a:lnTo>
                  <a:pt x="873656" y="32345"/>
                </a:lnTo>
                <a:lnTo>
                  <a:pt x="873104" y="32432"/>
                </a:lnTo>
                <a:lnTo>
                  <a:pt x="872558" y="32529"/>
                </a:lnTo>
                <a:lnTo>
                  <a:pt x="872016" y="32635"/>
                </a:lnTo>
                <a:lnTo>
                  <a:pt x="871480" y="32750"/>
                </a:lnTo>
                <a:lnTo>
                  <a:pt x="870949" y="32874"/>
                </a:lnTo>
                <a:lnTo>
                  <a:pt x="870424" y="33008"/>
                </a:lnTo>
                <a:lnTo>
                  <a:pt x="869903" y="33150"/>
                </a:lnTo>
                <a:lnTo>
                  <a:pt x="869388" y="33302"/>
                </a:lnTo>
                <a:lnTo>
                  <a:pt x="868879" y="33464"/>
                </a:lnTo>
                <a:lnTo>
                  <a:pt x="868374" y="33634"/>
                </a:lnTo>
                <a:lnTo>
                  <a:pt x="867875" y="33813"/>
                </a:lnTo>
                <a:lnTo>
                  <a:pt x="867380" y="34002"/>
                </a:lnTo>
                <a:lnTo>
                  <a:pt x="866892" y="34200"/>
                </a:lnTo>
                <a:lnTo>
                  <a:pt x="866408" y="34407"/>
                </a:lnTo>
                <a:lnTo>
                  <a:pt x="865930" y="34624"/>
                </a:lnTo>
                <a:lnTo>
                  <a:pt x="865457" y="34848"/>
                </a:lnTo>
                <a:lnTo>
                  <a:pt x="864990" y="35080"/>
                </a:lnTo>
                <a:lnTo>
                  <a:pt x="864529" y="35319"/>
                </a:lnTo>
                <a:lnTo>
                  <a:pt x="864074" y="35565"/>
                </a:lnTo>
                <a:lnTo>
                  <a:pt x="863624" y="35818"/>
                </a:lnTo>
                <a:lnTo>
                  <a:pt x="863181" y="36079"/>
                </a:lnTo>
                <a:lnTo>
                  <a:pt x="862743" y="36346"/>
                </a:lnTo>
                <a:lnTo>
                  <a:pt x="862312" y="36621"/>
                </a:lnTo>
                <a:lnTo>
                  <a:pt x="861886" y="36903"/>
                </a:lnTo>
                <a:lnTo>
                  <a:pt x="861466" y="37192"/>
                </a:lnTo>
                <a:lnTo>
                  <a:pt x="861052" y="37488"/>
                </a:lnTo>
                <a:lnTo>
                  <a:pt x="860644" y="37792"/>
                </a:lnTo>
                <a:lnTo>
                  <a:pt x="860242" y="38102"/>
                </a:lnTo>
                <a:lnTo>
                  <a:pt x="859845" y="38420"/>
                </a:lnTo>
                <a:lnTo>
                  <a:pt x="859455" y="38745"/>
                </a:lnTo>
                <a:lnTo>
                  <a:pt x="859070" y="39077"/>
                </a:lnTo>
                <a:lnTo>
                  <a:pt x="858692" y="39416"/>
                </a:lnTo>
                <a:lnTo>
                  <a:pt x="858319" y="39762"/>
                </a:lnTo>
                <a:lnTo>
                  <a:pt x="857952" y="40116"/>
                </a:lnTo>
                <a:lnTo>
                  <a:pt x="857591" y="40476"/>
                </a:lnTo>
                <a:lnTo>
                  <a:pt x="857236" y="40844"/>
                </a:lnTo>
                <a:lnTo>
                  <a:pt x="856886" y="41219"/>
                </a:lnTo>
                <a:lnTo>
                  <a:pt x="856543" y="41601"/>
                </a:lnTo>
                <a:lnTo>
                  <a:pt x="856205" y="41991"/>
                </a:lnTo>
                <a:lnTo>
                  <a:pt x="855874" y="42386"/>
                </a:lnTo>
                <a:lnTo>
                  <a:pt x="855548" y="42787"/>
                </a:lnTo>
                <a:lnTo>
                  <a:pt x="855229" y="43192"/>
                </a:lnTo>
                <a:lnTo>
                  <a:pt x="854915" y="43603"/>
                </a:lnTo>
                <a:lnTo>
                  <a:pt x="854608" y="44019"/>
                </a:lnTo>
                <a:lnTo>
                  <a:pt x="854306" y="44440"/>
                </a:lnTo>
                <a:lnTo>
                  <a:pt x="854011" y="44866"/>
                </a:lnTo>
                <a:lnTo>
                  <a:pt x="853721" y="45297"/>
                </a:lnTo>
                <a:lnTo>
                  <a:pt x="853438" y="45734"/>
                </a:lnTo>
                <a:lnTo>
                  <a:pt x="853160" y="46175"/>
                </a:lnTo>
                <a:lnTo>
                  <a:pt x="853069" y="46326"/>
                </a:lnTo>
                <a:lnTo>
                  <a:pt x="852780" y="33445"/>
                </a:lnTo>
                <a:lnTo>
                  <a:pt x="844234" y="33445"/>
                </a:lnTo>
                <a:lnTo>
                  <a:pt x="844234" y="113154"/>
                </a:lnTo>
                <a:lnTo>
                  <a:pt x="853148" y="113154"/>
                </a:lnTo>
                <a:lnTo>
                  <a:pt x="853148" y="58254"/>
                </a:lnTo>
                <a:lnTo>
                  <a:pt x="853202" y="58073"/>
                </a:lnTo>
                <a:close/>
                <a:moveTo>
                  <a:pt x="571989" y="43442"/>
                </a:moveTo>
                <a:lnTo>
                  <a:pt x="571700" y="43050"/>
                </a:lnTo>
                <a:lnTo>
                  <a:pt x="571406" y="42663"/>
                </a:lnTo>
                <a:lnTo>
                  <a:pt x="571107" y="42281"/>
                </a:lnTo>
                <a:lnTo>
                  <a:pt x="570802" y="41905"/>
                </a:lnTo>
                <a:lnTo>
                  <a:pt x="570493" y="41535"/>
                </a:lnTo>
                <a:lnTo>
                  <a:pt x="570178" y="41171"/>
                </a:lnTo>
                <a:lnTo>
                  <a:pt x="569858" y="40812"/>
                </a:lnTo>
                <a:lnTo>
                  <a:pt x="569533" y="40459"/>
                </a:lnTo>
                <a:lnTo>
                  <a:pt x="569203" y="40114"/>
                </a:lnTo>
                <a:lnTo>
                  <a:pt x="568868" y="39775"/>
                </a:lnTo>
                <a:lnTo>
                  <a:pt x="568527" y="39443"/>
                </a:lnTo>
                <a:lnTo>
                  <a:pt x="568181" y="39118"/>
                </a:lnTo>
                <a:lnTo>
                  <a:pt x="567830" y="38800"/>
                </a:lnTo>
                <a:lnTo>
                  <a:pt x="567474" y="38489"/>
                </a:lnTo>
                <a:lnTo>
                  <a:pt x="567112" y="38184"/>
                </a:lnTo>
                <a:lnTo>
                  <a:pt x="566745" y="37887"/>
                </a:lnTo>
                <a:lnTo>
                  <a:pt x="566373" y="37597"/>
                </a:lnTo>
                <a:lnTo>
                  <a:pt x="565996" y="37313"/>
                </a:lnTo>
                <a:lnTo>
                  <a:pt x="565613" y="37036"/>
                </a:lnTo>
                <a:lnTo>
                  <a:pt x="565225" y="36767"/>
                </a:lnTo>
                <a:lnTo>
                  <a:pt x="564832" y="36504"/>
                </a:lnTo>
                <a:lnTo>
                  <a:pt x="564434" y="36248"/>
                </a:lnTo>
                <a:lnTo>
                  <a:pt x="564030" y="35999"/>
                </a:lnTo>
                <a:lnTo>
                  <a:pt x="563622" y="35757"/>
                </a:lnTo>
                <a:lnTo>
                  <a:pt x="563208" y="35522"/>
                </a:lnTo>
                <a:lnTo>
                  <a:pt x="562788" y="35293"/>
                </a:lnTo>
                <a:lnTo>
                  <a:pt x="562364" y="35072"/>
                </a:lnTo>
                <a:lnTo>
                  <a:pt x="561934" y="34857"/>
                </a:lnTo>
                <a:lnTo>
                  <a:pt x="561499" y="34650"/>
                </a:lnTo>
                <a:lnTo>
                  <a:pt x="561059" y="34449"/>
                </a:lnTo>
                <a:lnTo>
                  <a:pt x="560613" y="34255"/>
                </a:lnTo>
                <a:lnTo>
                  <a:pt x="560162" y="34069"/>
                </a:lnTo>
                <a:lnTo>
                  <a:pt x="559706" y="33891"/>
                </a:lnTo>
                <a:lnTo>
                  <a:pt x="559243" y="33720"/>
                </a:lnTo>
                <a:lnTo>
                  <a:pt x="558776" y="33558"/>
                </a:lnTo>
                <a:lnTo>
                  <a:pt x="558302" y="33403"/>
                </a:lnTo>
                <a:lnTo>
                  <a:pt x="557823" y="33256"/>
                </a:lnTo>
                <a:lnTo>
                  <a:pt x="557338" y="33118"/>
                </a:lnTo>
                <a:lnTo>
                  <a:pt x="556848" y="32987"/>
                </a:lnTo>
                <a:lnTo>
                  <a:pt x="556352" y="32864"/>
                </a:lnTo>
                <a:lnTo>
                  <a:pt x="555850" y="32749"/>
                </a:lnTo>
                <a:lnTo>
                  <a:pt x="555343" y="32642"/>
                </a:lnTo>
                <a:lnTo>
                  <a:pt x="554830" y="32543"/>
                </a:lnTo>
                <a:lnTo>
                  <a:pt x="554312" y="32451"/>
                </a:lnTo>
                <a:lnTo>
                  <a:pt x="553788" y="32368"/>
                </a:lnTo>
                <a:lnTo>
                  <a:pt x="553258" y="32293"/>
                </a:lnTo>
                <a:lnTo>
                  <a:pt x="552722" y="32226"/>
                </a:lnTo>
                <a:lnTo>
                  <a:pt x="552181" y="32166"/>
                </a:lnTo>
                <a:lnTo>
                  <a:pt x="551635" y="32114"/>
                </a:lnTo>
                <a:lnTo>
                  <a:pt x="551083" y="32071"/>
                </a:lnTo>
                <a:lnTo>
                  <a:pt x="550525" y="32035"/>
                </a:lnTo>
                <a:lnTo>
                  <a:pt x="549961" y="32007"/>
                </a:lnTo>
                <a:lnTo>
                  <a:pt x="549392" y="31988"/>
                </a:lnTo>
                <a:lnTo>
                  <a:pt x="548817" y="31976"/>
                </a:lnTo>
                <a:lnTo>
                  <a:pt x="548237" y="31972"/>
                </a:lnTo>
                <a:lnTo>
                  <a:pt x="547638" y="31977"/>
                </a:lnTo>
                <a:lnTo>
                  <a:pt x="547044" y="31991"/>
                </a:lnTo>
                <a:lnTo>
                  <a:pt x="546456" y="32016"/>
                </a:lnTo>
                <a:lnTo>
                  <a:pt x="545872" y="32051"/>
                </a:lnTo>
                <a:lnTo>
                  <a:pt x="545294" y="32095"/>
                </a:lnTo>
                <a:lnTo>
                  <a:pt x="544722" y="32149"/>
                </a:lnTo>
                <a:lnTo>
                  <a:pt x="544154" y="32213"/>
                </a:lnTo>
                <a:lnTo>
                  <a:pt x="543592" y="32287"/>
                </a:lnTo>
                <a:lnTo>
                  <a:pt x="543035" y="32371"/>
                </a:lnTo>
                <a:lnTo>
                  <a:pt x="542483" y="32464"/>
                </a:lnTo>
                <a:lnTo>
                  <a:pt x="541936" y="32568"/>
                </a:lnTo>
                <a:lnTo>
                  <a:pt x="541395" y="32681"/>
                </a:lnTo>
                <a:lnTo>
                  <a:pt x="540859" y="32804"/>
                </a:lnTo>
                <a:lnTo>
                  <a:pt x="540328" y="32937"/>
                </a:lnTo>
                <a:lnTo>
                  <a:pt x="539803" y="33080"/>
                </a:lnTo>
                <a:lnTo>
                  <a:pt x="539282" y="33232"/>
                </a:lnTo>
                <a:lnTo>
                  <a:pt x="538767" y="33395"/>
                </a:lnTo>
                <a:lnTo>
                  <a:pt x="538257" y="33567"/>
                </a:lnTo>
                <a:lnTo>
                  <a:pt x="537753" y="33749"/>
                </a:lnTo>
                <a:lnTo>
                  <a:pt x="537253" y="33941"/>
                </a:lnTo>
                <a:lnTo>
                  <a:pt x="536759" y="34143"/>
                </a:lnTo>
                <a:lnTo>
                  <a:pt x="536270" y="34355"/>
                </a:lnTo>
                <a:lnTo>
                  <a:pt x="535787" y="34577"/>
                </a:lnTo>
                <a:lnTo>
                  <a:pt x="535308" y="34808"/>
                </a:lnTo>
                <a:lnTo>
                  <a:pt x="534835" y="35049"/>
                </a:lnTo>
                <a:lnTo>
                  <a:pt x="534369" y="35298"/>
                </a:lnTo>
                <a:lnTo>
                  <a:pt x="533908" y="35556"/>
                </a:lnTo>
                <a:lnTo>
                  <a:pt x="533453" y="35823"/>
                </a:lnTo>
                <a:lnTo>
                  <a:pt x="533005" y="36098"/>
                </a:lnTo>
                <a:lnTo>
                  <a:pt x="532562" y="36383"/>
                </a:lnTo>
                <a:lnTo>
                  <a:pt x="532125" y="36675"/>
                </a:lnTo>
                <a:lnTo>
                  <a:pt x="531694" y="36977"/>
                </a:lnTo>
                <a:lnTo>
                  <a:pt x="531270" y="37287"/>
                </a:lnTo>
                <a:lnTo>
                  <a:pt x="530851" y="37606"/>
                </a:lnTo>
                <a:lnTo>
                  <a:pt x="530438" y="37934"/>
                </a:lnTo>
                <a:lnTo>
                  <a:pt x="530032" y="38270"/>
                </a:lnTo>
                <a:lnTo>
                  <a:pt x="529631" y="38615"/>
                </a:lnTo>
                <a:lnTo>
                  <a:pt x="529237" y="38969"/>
                </a:lnTo>
                <a:lnTo>
                  <a:pt x="528848" y="39332"/>
                </a:lnTo>
                <a:lnTo>
                  <a:pt x="528465" y="39703"/>
                </a:lnTo>
                <a:lnTo>
                  <a:pt x="528089" y="40083"/>
                </a:lnTo>
                <a:lnTo>
                  <a:pt x="527718" y="40471"/>
                </a:lnTo>
                <a:lnTo>
                  <a:pt x="527354" y="40868"/>
                </a:lnTo>
                <a:lnTo>
                  <a:pt x="526995" y="41274"/>
                </a:lnTo>
                <a:lnTo>
                  <a:pt x="526643" y="41689"/>
                </a:lnTo>
                <a:lnTo>
                  <a:pt x="526296" y="42112"/>
                </a:lnTo>
                <a:lnTo>
                  <a:pt x="525955" y="42544"/>
                </a:lnTo>
                <a:lnTo>
                  <a:pt x="525621" y="42985"/>
                </a:lnTo>
                <a:lnTo>
                  <a:pt x="525293" y="43434"/>
                </a:lnTo>
                <a:lnTo>
                  <a:pt x="524971" y="43890"/>
                </a:lnTo>
                <a:lnTo>
                  <a:pt x="524656" y="44354"/>
                </a:lnTo>
                <a:lnTo>
                  <a:pt x="524347" y="44825"/>
                </a:lnTo>
                <a:lnTo>
                  <a:pt x="524045" y="45303"/>
                </a:lnTo>
                <a:lnTo>
                  <a:pt x="523749" y="45789"/>
                </a:lnTo>
                <a:lnTo>
                  <a:pt x="523460" y="46282"/>
                </a:lnTo>
                <a:lnTo>
                  <a:pt x="523178" y="46783"/>
                </a:lnTo>
                <a:lnTo>
                  <a:pt x="522902" y="47291"/>
                </a:lnTo>
                <a:lnTo>
                  <a:pt x="522632" y="47807"/>
                </a:lnTo>
                <a:lnTo>
                  <a:pt x="522369" y="48330"/>
                </a:lnTo>
                <a:lnTo>
                  <a:pt x="522113" y="48860"/>
                </a:lnTo>
                <a:lnTo>
                  <a:pt x="521863" y="49398"/>
                </a:lnTo>
                <a:lnTo>
                  <a:pt x="521619" y="49943"/>
                </a:lnTo>
                <a:lnTo>
                  <a:pt x="521382" y="50496"/>
                </a:lnTo>
                <a:lnTo>
                  <a:pt x="521152" y="51056"/>
                </a:lnTo>
                <a:lnTo>
                  <a:pt x="520928" y="51623"/>
                </a:lnTo>
                <a:lnTo>
                  <a:pt x="520711" y="52198"/>
                </a:lnTo>
                <a:lnTo>
                  <a:pt x="520500" y="52780"/>
                </a:lnTo>
                <a:lnTo>
                  <a:pt x="520295" y="53370"/>
                </a:lnTo>
                <a:lnTo>
                  <a:pt x="520098" y="53967"/>
                </a:lnTo>
                <a:lnTo>
                  <a:pt x="519906" y="54572"/>
                </a:lnTo>
                <a:lnTo>
                  <a:pt x="519722" y="55184"/>
                </a:lnTo>
                <a:lnTo>
                  <a:pt x="519543" y="55803"/>
                </a:lnTo>
                <a:lnTo>
                  <a:pt x="519372" y="56429"/>
                </a:lnTo>
                <a:lnTo>
                  <a:pt x="519208" y="57062"/>
                </a:lnTo>
                <a:lnTo>
                  <a:pt x="519051" y="57701"/>
                </a:lnTo>
                <a:lnTo>
                  <a:pt x="518902" y="58346"/>
                </a:lnTo>
                <a:lnTo>
                  <a:pt x="518760" y="58997"/>
                </a:lnTo>
                <a:lnTo>
                  <a:pt x="518625" y="59655"/>
                </a:lnTo>
                <a:lnTo>
                  <a:pt x="518497" y="60319"/>
                </a:lnTo>
                <a:lnTo>
                  <a:pt x="518377" y="60989"/>
                </a:lnTo>
                <a:lnTo>
                  <a:pt x="518264" y="61665"/>
                </a:lnTo>
                <a:lnTo>
                  <a:pt x="518158" y="62348"/>
                </a:lnTo>
                <a:lnTo>
                  <a:pt x="518060" y="63037"/>
                </a:lnTo>
                <a:lnTo>
                  <a:pt x="517969" y="63732"/>
                </a:lnTo>
                <a:lnTo>
                  <a:pt x="517885" y="64433"/>
                </a:lnTo>
                <a:lnTo>
                  <a:pt x="517808" y="65141"/>
                </a:lnTo>
                <a:lnTo>
                  <a:pt x="517739" y="65855"/>
                </a:lnTo>
                <a:lnTo>
                  <a:pt x="517677" y="66575"/>
                </a:lnTo>
                <a:lnTo>
                  <a:pt x="517622" y="67302"/>
                </a:lnTo>
                <a:lnTo>
                  <a:pt x="517575" y="68034"/>
                </a:lnTo>
                <a:lnTo>
                  <a:pt x="517535" y="68773"/>
                </a:lnTo>
                <a:lnTo>
                  <a:pt x="517502" y="69519"/>
                </a:lnTo>
                <a:lnTo>
                  <a:pt x="517477" y="70270"/>
                </a:lnTo>
                <a:lnTo>
                  <a:pt x="517458" y="71028"/>
                </a:lnTo>
                <a:lnTo>
                  <a:pt x="517447" y="71792"/>
                </a:lnTo>
                <a:lnTo>
                  <a:pt x="517444" y="72563"/>
                </a:lnTo>
                <a:lnTo>
                  <a:pt x="517444" y="74110"/>
                </a:lnTo>
                <a:lnTo>
                  <a:pt x="517447" y="74850"/>
                </a:lnTo>
                <a:lnTo>
                  <a:pt x="517458" y="75585"/>
                </a:lnTo>
                <a:lnTo>
                  <a:pt x="517477" y="76315"/>
                </a:lnTo>
                <a:lnTo>
                  <a:pt x="517502" y="77039"/>
                </a:lnTo>
                <a:lnTo>
                  <a:pt x="517535" y="77758"/>
                </a:lnTo>
                <a:lnTo>
                  <a:pt x="517575" y="78472"/>
                </a:lnTo>
                <a:lnTo>
                  <a:pt x="517622" y="79181"/>
                </a:lnTo>
                <a:lnTo>
                  <a:pt x="517677" y="79884"/>
                </a:lnTo>
                <a:lnTo>
                  <a:pt x="517739" y="80583"/>
                </a:lnTo>
                <a:lnTo>
                  <a:pt x="517808" y="81276"/>
                </a:lnTo>
                <a:lnTo>
                  <a:pt x="517885" y="81963"/>
                </a:lnTo>
                <a:lnTo>
                  <a:pt x="517969" y="82646"/>
                </a:lnTo>
                <a:lnTo>
                  <a:pt x="518060" y="83323"/>
                </a:lnTo>
                <a:lnTo>
                  <a:pt x="518158" y="83995"/>
                </a:lnTo>
                <a:lnTo>
                  <a:pt x="518264" y="84662"/>
                </a:lnTo>
                <a:lnTo>
                  <a:pt x="518377" y="85324"/>
                </a:lnTo>
                <a:lnTo>
                  <a:pt x="518497" y="85980"/>
                </a:lnTo>
                <a:lnTo>
                  <a:pt x="518625" y="86631"/>
                </a:lnTo>
                <a:lnTo>
                  <a:pt x="518760" y="87277"/>
                </a:lnTo>
                <a:lnTo>
                  <a:pt x="518902" y="87917"/>
                </a:lnTo>
                <a:lnTo>
                  <a:pt x="519051" y="88553"/>
                </a:lnTo>
                <a:lnTo>
                  <a:pt x="519208" y="89183"/>
                </a:lnTo>
                <a:lnTo>
                  <a:pt x="519372" y="89807"/>
                </a:lnTo>
                <a:lnTo>
                  <a:pt x="519543" y="90427"/>
                </a:lnTo>
                <a:lnTo>
                  <a:pt x="519722" y="91041"/>
                </a:lnTo>
                <a:lnTo>
                  <a:pt x="519906" y="91647"/>
                </a:lnTo>
                <a:lnTo>
                  <a:pt x="520098" y="92247"/>
                </a:lnTo>
                <a:lnTo>
                  <a:pt x="520295" y="92840"/>
                </a:lnTo>
                <a:lnTo>
                  <a:pt x="520500" y="93426"/>
                </a:lnTo>
                <a:lnTo>
                  <a:pt x="520711" y="94005"/>
                </a:lnTo>
                <a:lnTo>
                  <a:pt x="520928" y="94577"/>
                </a:lnTo>
                <a:lnTo>
                  <a:pt x="521152" y="95142"/>
                </a:lnTo>
                <a:lnTo>
                  <a:pt x="521382" y="95700"/>
                </a:lnTo>
                <a:lnTo>
                  <a:pt x="521619" y="96251"/>
                </a:lnTo>
                <a:lnTo>
                  <a:pt x="521863" y="96796"/>
                </a:lnTo>
                <a:lnTo>
                  <a:pt x="522113" y="97333"/>
                </a:lnTo>
                <a:lnTo>
                  <a:pt x="522369" y="97864"/>
                </a:lnTo>
                <a:lnTo>
                  <a:pt x="522632" y="98388"/>
                </a:lnTo>
                <a:lnTo>
                  <a:pt x="522902" y="98905"/>
                </a:lnTo>
                <a:lnTo>
                  <a:pt x="523178" y="99415"/>
                </a:lnTo>
                <a:lnTo>
                  <a:pt x="523460" y="99918"/>
                </a:lnTo>
                <a:lnTo>
                  <a:pt x="523749" y="100414"/>
                </a:lnTo>
                <a:lnTo>
                  <a:pt x="524045" y="100903"/>
                </a:lnTo>
                <a:lnTo>
                  <a:pt x="524347" y="101385"/>
                </a:lnTo>
                <a:lnTo>
                  <a:pt x="524656" y="101861"/>
                </a:lnTo>
                <a:lnTo>
                  <a:pt x="524971" y="102329"/>
                </a:lnTo>
                <a:lnTo>
                  <a:pt x="525293" y="102791"/>
                </a:lnTo>
                <a:lnTo>
                  <a:pt x="525621" y="103245"/>
                </a:lnTo>
                <a:lnTo>
                  <a:pt x="525955" y="103692"/>
                </a:lnTo>
                <a:lnTo>
                  <a:pt x="526296" y="104131"/>
                </a:lnTo>
                <a:lnTo>
                  <a:pt x="526642" y="104561"/>
                </a:lnTo>
                <a:lnTo>
                  <a:pt x="526994" y="104983"/>
                </a:lnTo>
                <a:lnTo>
                  <a:pt x="527352" y="105396"/>
                </a:lnTo>
                <a:lnTo>
                  <a:pt x="527716" y="105801"/>
                </a:lnTo>
                <a:lnTo>
                  <a:pt x="528086" y="106197"/>
                </a:lnTo>
                <a:lnTo>
                  <a:pt x="528461" y="106585"/>
                </a:lnTo>
                <a:lnTo>
                  <a:pt x="528843" y="106964"/>
                </a:lnTo>
                <a:lnTo>
                  <a:pt x="529230" y="107335"/>
                </a:lnTo>
                <a:lnTo>
                  <a:pt x="529623" y="107698"/>
                </a:lnTo>
                <a:lnTo>
                  <a:pt x="530023" y="108052"/>
                </a:lnTo>
                <a:lnTo>
                  <a:pt x="530428" y="108398"/>
                </a:lnTo>
                <a:lnTo>
                  <a:pt x="530839" y="108735"/>
                </a:lnTo>
                <a:lnTo>
                  <a:pt x="531255" y="109064"/>
                </a:lnTo>
                <a:lnTo>
                  <a:pt x="531678" y="109384"/>
                </a:lnTo>
                <a:lnTo>
                  <a:pt x="532107" y="109696"/>
                </a:lnTo>
                <a:lnTo>
                  <a:pt x="532541" y="110000"/>
                </a:lnTo>
                <a:lnTo>
                  <a:pt x="532981" y="110295"/>
                </a:lnTo>
                <a:lnTo>
                  <a:pt x="533428" y="110581"/>
                </a:lnTo>
                <a:lnTo>
                  <a:pt x="533880" y="110859"/>
                </a:lnTo>
                <a:lnTo>
                  <a:pt x="534338" y="111129"/>
                </a:lnTo>
                <a:lnTo>
                  <a:pt x="534802" y="111390"/>
                </a:lnTo>
                <a:lnTo>
                  <a:pt x="535271" y="111643"/>
                </a:lnTo>
                <a:lnTo>
                  <a:pt x="535747" y="111887"/>
                </a:lnTo>
                <a:lnTo>
                  <a:pt x="536227" y="112120"/>
                </a:lnTo>
                <a:lnTo>
                  <a:pt x="536713" y="112343"/>
                </a:lnTo>
                <a:lnTo>
                  <a:pt x="537203" y="112555"/>
                </a:lnTo>
                <a:lnTo>
                  <a:pt x="537699" y="112757"/>
                </a:lnTo>
                <a:lnTo>
                  <a:pt x="538200" y="112949"/>
                </a:lnTo>
                <a:lnTo>
                  <a:pt x="538706" y="113130"/>
                </a:lnTo>
                <a:lnTo>
                  <a:pt x="539217" y="113301"/>
                </a:lnTo>
                <a:lnTo>
                  <a:pt x="539733" y="113461"/>
                </a:lnTo>
                <a:lnTo>
                  <a:pt x="540254" y="113612"/>
                </a:lnTo>
                <a:lnTo>
                  <a:pt x="540781" y="113752"/>
                </a:lnTo>
                <a:lnTo>
                  <a:pt x="541312" y="113881"/>
                </a:lnTo>
                <a:lnTo>
                  <a:pt x="541849" y="114000"/>
                </a:lnTo>
                <a:lnTo>
                  <a:pt x="542391" y="114109"/>
                </a:lnTo>
                <a:lnTo>
                  <a:pt x="542937" y="114207"/>
                </a:lnTo>
                <a:lnTo>
                  <a:pt x="543489" y="114295"/>
                </a:lnTo>
                <a:lnTo>
                  <a:pt x="544047" y="114373"/>
                </a:lnTo>
                <a:lnTo>
                  <a:pt x="544609" y="114440"/>
                </a:lnTo>
                <a:lnTo>
                  <a:pt x="545176" y="114497"/>
                </a:lnTo>
                <a:lnTo>
                  <a:pt x="545749" y="114544"/>
                </a:lnTo>
                <a:lnTo>
                  <a:pt x="546326" y="114580"/>
                </a:lnTo>
                <a:lnTo>
                  <a:pt x="546909" y="114606"/>
                </a:lnTo>
                <a:lnTo>
                  <a:pt x="547497" y="114622"/>
                </a:lnTo>
                <a:lnTo>
                  <a:pt x="548090" y="114627"/>
                </a:lnTo>
                <a:lnTo>
                  <a:pt x="548682" y="114623"/>
                </a:lnTo>
                <a:lnTo>
                  <a:pt x="549269" y="114611"/>
                </a:lnTo>
                <a:lnTo>
                  <a:pt x="549850" y="114591"/>
                </a:lnTo>
                <a:lnTo>
                  <a:pt x="550425" y="114563"/>
                </a:lnTo>
                <a:lnTo>
                  <a:pt x="550995" y="114528"/>
                </a:lnTo>
                <a:lnTo>
                  <a:pt x="551559" y="114484"/>
                </a:lnTo>
                <a:lnTo>
                  <a:pt x="552117" y="114433"/>
                </a:lnTo>
                <a:lnTo>
                  <a:pt x="552669" y="114373"/>
                </a:lnTo>
                <a:lnTo>
                  <a:pt x="553216" y="114306"/>
                </a:lnTo>
                <a:lnTo>
                  <a:pt x="553757" y="114230"/>
                </a:lnTo>
                <a:lnTo>
                  <a:pt x="554292" y="114147"/>
                </a:lnTo>
                <a:lnTo>
                  <a:pt x="554821" y="114056"/>
                </a:lnTo>
                <a:lnTo>
                  <a:pt x="555345" y="113957"/>
                </a:lnTo>
                <a:lnTo>
                  <a:pt x="555862" y="113850"/>
                </a:lnTo>
                <a:lnTo>
                  <a:pt x="556374" y="113735"/>
                </a:lnTo>
                <a:lnTo>
                  <a:pt x="556881" y="113612"/>
                </a:lnTo>
                <a:lnTo>
                  <a:pt x="557381" y="113481"/>
                </a:lnTo>
                <a:lnTo>
                  <a:pt x="557876" y="113342"/>
                </a:lnTo>
                <a:lnTo>
                  <a:pt x="558365" y="113196"/>
                </a:lnTo>
                <a:lnTo>
                  <a:pt x="558848" y="113041"/>
                </a:lnTo>
                <a:lnTo>
                  <a:pt x="559326" y="112878"/>
                </a:lnTo>
                <a:lnTo>
                  <a:pt x="559797" y="112708"/>
                </a:lnTo>
                <a:lnTo>
                  <a:pt x="560263" y="112530"/>
                </a:lnTo>
                <a:lnTo>
                  <a:pt x="560724" y="112343"/>
                </a:lnTo>
                <a:lnTo>
                  <a:pt x="561178" y="112150"/>
                </a:lnTo>
                <a:lnTo>
                  <a:pt x="561627" y="111950"/>
                </a:lnTo>
                <a:lnTo>
                  <a:pt x="562071" y="111743"/>
                </a:lnTo>
                <a:lnTo>
                  <a:pt x="562509" y="111531"/>
                </a:lnTo>
                <a:lnTo>
                  <a:pt x="562942" y="111312"/>
                </a:lnTo>
                <a:lnTo>
                  <a:pt x="563369" y="111086"/>
                </a:lnTo>
                <a:lnTo>
                  <a:pt x="563790" y="110854"/>
                </a:lnTo>
                <a:lnTo>
                  <a:pt x="564206" y="110616"/>
                </a:lnTo>
                <a:lnTo>
                  <a:pt x="564617" y="110371"/>
                </a:lnTo>
                <a:lnTo>
                  <a:pt x="565022" y="110120"/>
                </a:lnTo>
                <a:lnTo>
                  <a:pt x="565422" y="109863"/>
                </a:lnTo>
                <a:lnTo>
                  <a:pt x="565816" y="109599"/>
                </a:lnTo>
                <a:lnTo>
                  <a:pt x="566204" y="109329"/>
                </a:lnTo>
                <a:lnTo>
                  <a:pt x="566588" y="109052"/>
                </a:lnTo>
                <a:lnTo>
                  <a:pt x="566965" y="108769"/>
                </a:lnTo>
                <a:lnTo>
                  <a:pt x="567337" y="108480"/>
                </a:lnTo>
                <a:lnTo>
                  <a:pt x="567704" y="108184"/>
                </a:lnTo>
                <a:lnTo>
                  <a:pt x="568065" y="107882"/>
                </a:lnTo>
                <a:lnTo>
                  <a:pt x="568421" y="107573"/>
                </a:lnTo>
                <a:lnTo>
                  <a:pt x="568771" y="107258"/>
                </a:lnTo>
                <a:lnTo>
                  <a:pt x="569115" y="106937"/>
                </a:lnTo>
                <a:lnTo>
                  <a:pt x="569455" y="106609"/>
                </a:lnTo>
                <a:lnTo>
                  <a:pt x="569788" y="106275"/>
                </a:lnTo>
                <a:lnTo>
                  <a:pt x="570116" y="105934"/>
                </a:lnTo>
                <a:lnTo>
                  <a:pt x="570439" y="105588"/>
                </a:lnTo>
                <a:lnTo>
                  <a:pt x="570756" y="105236"/>
                </a:lnTo>
                <a:lnTo>
                  <a:pt x="571068" y="104879"/>
                </a:lnTo>
                <a:lnTo>
                  <a:pt x="571375" y="104516"/>
                </a:lnTo>
                <a:lnTo>
                  <a:pt x="571676" y="104148"/>
                </a:lnTo>
                <a:lnTo>
                  <a:pt x="571972" y="103775"/>
                </a:lnTo>
                <a:lnTo>
                  <a:pt x="572262" y="103396"/>
                </a:lnTo>
                <a:lnTo>
                  <a:pt x="572547" y="103012"/>
                </a:lnTo>
                <a:lnTo>
                  <a:pt x="572768" y="102704"/>
                </a:lnTo>
                <a:lnTo>
                  <a:pt x="572768" y="111825"/>
                </a:lnTo>
                <a:lnTo>
                  <a:pt x="572763" y="112482"/>
                </a:lnTo>
                <a:lnTo>
                  <a:pt x="572749" y="113132"/>
                </a:lnTo>
                <a:lnTo>
                  <a:pt x="572725" y="113773"/>
                </a:lnTo>
                <a:lnTo>
                  <a:pt x="572692" y="114406"/>
                </a:lnTo>
                <a:lnTo>
                  <a:pt x="572648" y="115032"/>
                </a:lnTo>
                <a:lnTo>
                  <a:pt x="572596" y="115649"/>
                </a:lnTo>
                <a:lnTo>
                  <a:pt x="572533" y="116259"/>
                </a:lnTo>
                <a:lnTo>
                  <a:pt x="572461" y="116861"/>
                </a:lnTo>
                <a:lnTo>
                  <a:pt x="572380" y="117455"/>
                </a:lnTo>
                <a:lnTo>
                  <a:pt x="572289" y="118041"/>
                </a:lnTo>
                <a:lnTo>
                  <a:pt x="572188" y="118619"/>
                </a:lnTo>
                <a:lnTo>
                  <a:pt x="572078" y="119189"/>
                </a:lnTo>
                <a:lnTo>
                  <a:pt x="571958" y="119751"/>
                </a:lnTo>
                <a:lnTo>
                  <a:pt x="571828" y="120306"/>
                </a:lnTo>
                <a:lnTo>
                  <a:pt x="571689" y="120852"/>
                </a:lnTo>
                <a:lnTo>
                  <a:pt x="571540" y="121391"/>
                </a:lnTo>
                <a:lnTo>
                  <a:pt x="571382" y="121921"/>
                </a:lnTo>
                <a:lnTo>
                  <a:pt x="571214" y="122444"/>
                </a:lnTo>
                <a:lnTo>
                  <a:pt x="571037" y="122959"/>
                </a:lnTo>
                <a:lnTo>
                  <a:pt x="570850" y="123466"/>
                </a:lnTo>
                <a:lnTo>
                  <a:pt x="570653" y="123965"/>
                </a:lnTo>
                <a:lnTo>
                  <a:pt x="570447" y="124456"/>
                </a:lnTo>
                <a:lnTo>
                  <a:pt x="570231" y="124939"/>
                </a:lnTo>
                <a:lnTo>
                  <a:pt x="570006" y="125415"/>
                </a:lnTo>
                <a:lnTo>
                  <a:pt x="569771" y="125881"/>
                </a:lnTo>
                <a:lnTo>
                  <a:pt x="569528" y="126339"/>
                </a:lnTo>
                <a:lnTo>
                  <a:pt x="569276" y="126787"/>
                </a:lnTo>
                <a:lnTo>
                  <a:pt x="569015" y="127227"/>
                </a:lnTo>
                <a:lnTo>
                  <a:pt x="568746" y="127657"/>
                </a:lnTo>
                <a:lnTo>
                  <a:pt x="568468" y="128077"/>
                </a:lnTo>
                <a:lnTo>
                  <a:pt x="568181" y="128489"/>
                </a:lnTo>
                <a:lnTo>
                  <a:pt x="567886" y="128892"/>
                </a:lnTo>
                <a:lnTo>
                  <a:pt x="567582" y="129285"/>
                </a:lnTo>
                <a:lnTo>
                  <a:pt x="567269" y="129669"/>
                </a:lnTo>
                <a:lnTo>
                  <a:pt x="566947" y="130044"/>
                </a:lnTo>
                <a:lnTo>
                  <a:pt x="566617" y="130410"/>
                </a:lnTo>
                <a:lnTo>
                  <a:pt x="566278" y="130766"/>
                </a:lnTo>
                <a:lnTo>
                  <a:pt x="565930" y="131114"/>
                </a:lnTo>
                <a:lnTo>
                  <a:pt x="565574" y="131452"/>
                </a:lnTo>
                <a:lnTo>
                  <a:pt x="565209" y="131781"/>
                </a:lnTo>
                <a:lnTo>
                  <a:pt x="564835" y="132101"/>
                </a:lnTo>
                <a:lnTo>
                  <a:pt x="564453" y="132411"/>
                </a:lnTo>
                <a:lnTo>
                  <a:pt x="564062" y="132713"/>
                </a:lnTo>
                <a:lnTo>
                  <a:pt x="563662" y="133005"/>
                </a:lnTo>
                <a:lnTo>
                  <a:pt x="563254" y="133288"/>
                </a:lnTo>
                <a:lnTo>
                  <a:pt x="562836" y="133562"/>
                </a:lnTo>
                <a:lnTo>
                  <a:pt x="562411" y="133827"/>
                </a:lnTo>
                <a:lnTo>
                  <a:pt x="561976" y="134082"/>
                </a:lnTo>
                <a:lnTo>
                  <a:pt x="561533" y="134328"/>
                </a:lnTo>
                <a:lnTo>
                  <a:pt x="561082" y="134563"/>
                </a:lnTo>
                <a:lnTo>
                  <a:pt x="560623" y="134788"/>
                </a:lnTo>
                <a:lnTo>
                  <a:pt x="560156" y="135003"/>
                </a:lnTo>
                <a:lnTo>
                  <a:pt x="559681" y="135207"/>
                </a:lnTo>
                <a:lnTo>
                  <a:pt x="559197" y="135400"/>
                </a:lnTo>
                <a:lnTo>
                  <a:pt x="558706" y="135584"/>
                </a:lnTo>
                <a:lnTo>
                  <a:pt x="558207" y="135756"/>
                </a:lnTo>
                <a:lnTo>
                  <a:pt x="557699" y="135918"/>
                </a:lnTo>
                <a:lnTo>
                  <a:pt x="557184" y="136070"/>
                </a:lnTo>
                <a:lnTo>
                  <a:pt x="556660" y="136211"/>
                </a:lnTo>
                <a:lnTo>
                  <a:pt x="556129" y="136342"/>
                </a:lnTo>
                <a:lnTo>
                  <a:pt x="555589" y="136462"/>
                </a:lnTo>
                <a:lnTo>
                  <a:pt x="555041" y="136572"/>
                </a:lnTo>
                <a:lnTo>
                  <a:pt x="554485" y="136672"/>
                </a:lnTo>
                <a:lnTo>
                  <a:pt x="553922" y="136761"/>
                </a:lnTo>
                <a:lnTo>
                  <a:pt x="553350" y="136839"/>
                </a:lnTo>
                <a:lnTo>
                  <a:pt x="552770" y="136907"/>
                </a:lnTo>
                <a:lnTo>
                  <a:pt x="552182" y="136965"/>
                </a:lnTo>
                <a:lnTo>
                  <a:pt x="551586" y="137012"/>
                </a:lnTo>
                <a:lnTo>
                  <a:pt x="550982" y="137048"/>
                </a:lnTo>
                <a:lnTo>
                  <a:pt x="550369" y="137075"/>
                </a:lnTo>
                <a:lnTo>
                  <a:pt x="549749" y="137090"/>
                </a:lnTo>
                <a:lnTo>
                  <a:pt x="549121" y="137096"/>
                </a:lnTo>
                <a:lnTo>
                  <a:pt x="548588" y="137091"/>
                </a:lnTo>
                <a:lnTo>
                  <a:pt x="548059" y="137076"/>
                </a:lnTo>
                <a:lnTo>
                  <a:pt x="547532" y="137052"/>
                </a:lnTo>
                <a:lnTo>
                  <a:pt x="547009" y="137019"/>
                </a:lnTo>
                <a:lnTo>
                  <a:pt x="546489" y="136976"/>
                </a:lnTo>
                <a:lnTo>
                  <a:pt x="545972" y="136923"/>
                </a:lnTo>
                <a:lnTo>
                  <a:pt x="545458" y="136861"/>
                </a:lnTo>
                <a:lnTo>
                  <a:pt x="544946" y="136789"/>
                </a:lnTo>
                <a:lnTo>
                  <a:pt x="544438" y="136707"/>
                </a:lnTo>
                <a:lnTo>
                  <a:pt x="543934" y="136616"/>
                </a:lnTo>
                <a:lnTo>
                  <a:pt x="543432" y="136515"/>
                </a:lnTo>
                <a:lnTo>
                  <a:pt x="542933" y="136405"/>
                </a:lnTo>
                <a:lnTo>
                  <a:pt x="542437" y="136285"/>
                </a:lnTo>
                <a:lnTo>
                  <a:pt x="541944" y="136155"/>
                </a:lnTo>
                <a:lnTo>
                  <a:pt x="541455" y="136016"/>
                </a:lnTo>
                <a:lnTo>
                  <a:pt x="540968" y="135868"/>
                </a:lnTo>
                <a:lnTo>
                  <a:pt x="540485" y="135709"/>
                </a:lnTo>
                <a:lnTo>
                  <a:pt x="540005" y="135542"/>
                </a:lnTo>
                <a:lnTo>
                  <a:pt x="539527" y="135364"/>
                </a:lnTo>
                <a:lnTo>
                  <a:pt x="539053" y="135177"/>
                </a:lnTo>
                <a:lnTo>
                  <a:pt x="538582" y="134980"/>
                </a:lnTo>
                <a:lnTo>
                  <a:pt x="538114" y="134774"/>
                </a:lnTo>
                <a:lnTo>
                  <a:pt x="537649" y="134558"/>
                </a:lnTo>
                <a:lnTo>
                  <a:pt x="537187" y="134333"/>
                </a:lnTo>
                <a:lnTo>
                  <a:pt x="536728" y="134097"/>
                </a:lnTo>
                <a:lnTo>
                  <a:pt x="536271" y="133850"/>
                </a:lnTo>
                <a:lnTo>
                  <a:pt x="535817" y="133592"/>
                </a:lnTo>
                <a:lnTo>
                  <a:pt x="535366" y="133323"/>
                </a:lnTo>
                <a:lnTo>
                  <a:pt x="534917" y="133043"/>
                </a:lnTo>
                <a:lnTo>
                  <a:pt x="534470" y="132751"/>
                </a:lnTo>
                <a:lnTo>
                  <a:pt x="534026" y="132449"/>
                </a:lnTo>
                <a:lnTo>
                  <a:pt x="533585" y="132135"/>
                </a:lnTo>
                <a:lnTo>
                  <a:pt x="533147" y="131810"/>
                </a:lnTo>
                <a:lnTo>
                  <a:pt x="532710" y="131475"/>
                </a:lnTo>
                <a:lnTo>
                  <a:pt x="532277" y="131127"/>
                </a:lnTo>
                <a:lnTo>
                  <a:pt x="531846" y="130769"/>
                </a:lnTo>
                <a:lnTo>
                  <a:pt x="531417" y="130400"/>
                </a:lnTo>
                <a:lnTo>
                  <a:pt x="530992" y="130020"/>
                </a:lnTo>
                <a:lnTo>
                  <a:pt x="530568" y="129628"/>
                </a:lnTo>
                <a:lnTo>
                  <a:pt x="530147" y="129225"/>
                </a:lnTo>
                <a:lnTo>
                  <a:pt x="529729" y="128812"/>
                </a:lnTo>
                <a:lnTo>
                  <a:pt x="529314" y="128387"/>
                </a:lnTo>
                <a:lnTo>
                  <a:pt x="528900" y="127951"/>
                </a:lnTo>
                <a:lnTo>
                  <a:pt x="528490" y="127503"/>
                </a:lnTo>
                <a:lnTo>
                  <a:pt x="528082" y="127045"/>
                </a:lnTo>
                <a:lnTo>
                  <a:pt x="527676" y="126576"/>
                </a:lnTo>
                <a:lnTo>
                  <a:pt x="527274" y="126095"/>
                </a:lnTo>
                <a:lnTo>
                  <a:pt x="526873" y="125603"/>
                </a:lnTo>
                <a:lnTo>
                  <a:pt x="521864" y="130981"/>
                </a:lnTo>
                <a:lnTo>
                  <a:pt x="522136" y="131359"/>
                </a:lnTo>
                <a:lnTo>
                  <a:pt x="522414" y="131732"/>
                </a:lnTo>
                <a:lnTo>
                  <a:pt x="522696" y="132099"/>
                </a:lnTo>
                <a:lnTo>
                  <a:pt x="522982" y="132462"/>
                </a:lnTo>
                <a:lnTo>
                  <a:pt x="523274" y="132819"/>
                </a:lnTo>
                <a:lnTo>
                  <a:pt x="523570" y="133170"/>
                </a:lnTo>
                <a:lnTo>
                  <a:pt x="523871" y="133517"/>
                </a:lnTo>
                <a:lnTo>
                  <a:pt x="524176" y="133858"/>
                </a:lnTo>
                <a:lnTo>
                  <a:pt x="524487" y="134194"/>
                </a:lnTo>
                <a:lnTo>
                  <a:pt x="524802" y="134525"/>
                </a:lnTo>
                <a:lnTo>
                  <a:pt x="525121" y="134851"/>
                </a:lnTo>
                <a:lnTo>
                  <a:pt x="525446" y="135171"/>
                </a:lnTo>
                <a:lnTo>
                  <a:pt x="525775" y="135486"/>
                </a:lnTo>
                <a:lnTo>
                  <a:pt x="526109" y="135796"/>
                </a:lnTo>
                <a:lnTo>
                  <a:pt x="526448" y="136100"/>
                </a:lnTo>
                <a:lnTo>
                  <a:pt x="526791" y="136400"/>
                </a:lnTo>
                <a:lnTo>
                  <a:pt x="527140" y="136694"/>
                </a:lnTo>
                <a:lnTo>
                  <a:pt x="527493" y="136983"/>
                </a:lnTo>
                <a:lnTo>
                  <a:pt x="527850" y="137266"/>
                </a:lnTo>
                <a:lnTo>
                  <a:pt x="528213" y="137545"/>
                </a:lnTo>
                <a:lnTo>
                  <a:pt x="528580" y="137818"/>
                </a:lnTo>
                <a:lnTo>
                  <a:pt x="528952" y="138086"/>
                </a:lnTo>
                <a:lnTo>
                  <a:pt x="529328" y="138348"/>
                </a:lnTo>
                <a:lnTo>
                  <a:pt x="529710" y="138606"/>
                </a:lnTo>
                <a:lnTo>
                  <a:pt x="530094" y="138858"/>
                </a:lnTo>
                <a:lnTo>
                  <a:pt x="530481" y="139104"/>
                </a:lnTo>
                <a:lnTo>
                  <a:pt x="530870" y="139345"/>
                </a:lnTo>
                <a:lnTo>
                  <a:pt x="531261" y="139581"/>
                </a:lnTo>
                <a:lnTo>
                  <a:pt x="531654" y="139811"/>
                </a:lnTo>
                <a:lnTo>
                  <a:pt x="532048" y="140035"/>
                </a:lnTo>
                <a:lnTo>
                  <a:pt x="532445" y="140254"/>
                </a:lnTo>
                <a:lnTo>
                  <a:pt x="532844" y="140468"/>
                </a:lnTo>
                <a:lnTo>
                  <a:pt x="533246" y="140676"/>
                </a:lnTo>
                <a:lnTo>
                  <a:pt x="533649" y="140878"/>
                </a:lnTo>
                <a:lnTo>
                  <a:pt x="534054" y="141075"/>
                </a:lnTo>
                <a:lnTo>
                  <a:pt x="534461" y="141267"/>
                </a:lnTo>
                <a:lnTo>
                  <a:pt x="534870" y="141453"/>
                </a:lnTo>
                <a:lnTo>
                  <a:pt x="535282" y="141633"/>
                </a:lnTo>
                <a:lnTo>
                  <a:pt x="535695" y="141809"/>
                </a:lnTo>
                <a:lnTo>
                  <a:pt x="536110" y="141978"/>
                </a:lnTo>
                <a:lnTo>
                  <a:pt x="536528" y="142142"/>
                </a:lnTo>
                <a:lnTo>
                  <a:pt x="536947" y="142301"/>
                </a:lnTo>
                <a:lnTo>
                  <a:pt x="537369" y="142454"/>
                </a:lnTo>
                <a:lnTo>
                  <a:pt x="537792" y="142601"/>
                </a:lnTo>
                <a:lnTo>
                  <a:pt x="538218" y="142743"/>
                </a:lnTo>
                <a:lnTo>
                  <a:pt x="538646" y="142880"/>
                </a:lnTo>
                <a:lnTo>
                  <a:pt x="539076" y="143011"/>
                </a:lnTo>
                <a:lnTo>
                  <a:pt x="539507" y="143136"/>
                </a:lnTo>
                <a:lnTo>
                  <a:pt x="539940" y="143256"/>
                </a:lnTo>
                <a:lnTo>
                  <a:pt x="540372" y="143372"/>
                </a:lnTo>
                <a:lnTo>
                  <a:pt x="540803" y="143482"/>
                </a:lnTo>
                <a:lnTo>
                  <a:pt x="541233" y="143586"/>
                </a:lnTo>
                <a:lnTo>
                  <a:pt x="541663" y="143686"/>
                </a:lnTo>
                <a:lnTo>
                  <a:pt x="542093" y="143781"/>
                </a:lnTo>
                <a:lnTo>
                  <a:pt x="542521" y="143870"/>
                </a:lnTo>
                <a:lnTo>
                  <a:pt x="542949" y="143955"/>
                </a:lnTo>
                <a:lnTo>
                  <a:pt x="543377" y="144034"/>
                </a:lnTo>
                <a:lnTo>
                  <a:pt x="543803" y="144108"/>
                </a:lnTo>
                <a:lnTo>
                  <a:pt x="544229" y="144177"/>
                </a:lnTo>
                <a:lnTo>
                  <a:pt x="544655" y="144241"/>
                </a:lnTo>
                <a:lnTo>
                  <a:pt x="545080" y="144300"/>
                </a:lnTo>
                <a:lnTo>
                  <a:pt x="545504" y="144354"/>
                </a:lnTo>
                <a:lnTo>
                  <a:pt x="545927" y="144402"/>
                </a:lnTo>
                <a:lnTo>
                  <a:pt x="546350" y="144446"/>
                </a:lnTo>
                <a:lnTo>
                  <a:pt x="546772" y="144484"/>
                </a:lnTo>
                <a:lnTo>
                  <a:pt x="547194" y="144518"/>
                </a:lnTo>
                <a:lnTo>
                  <a:pt x="547615" y="144546"/>
                </a:lnTo>
                <a:lnTo>
                  <a:pt x="548035" y="144569"/>
                </a:lnTo>
                <a:lnTo>
                  <a:pt x="548455" y="144587"/>
                </a:lnTo>
                <a:lnTo>
                  <a:pt x="548874" y="144599"/>
                </a:lnTo>
                <a:lnTo>
                  <a:pt x="549293" y="144607"/>
                </a:lnTo>
                <a:lnTo>
                  <a:pt x="549710" y="144610"/>
                </a:lnTo>
                <a:lnTo>
                  <a:pt x="550510" y="144603"/>
                </a:lnTo>
                <a:lnTo>
                  <a:pt x="551302" y="144582"/>
                </a:lnTo>
                <a:lnTo>
                  <a:pt x="552084" y="144548"/>
                </a:lnTo>
                <a:lnTo>
                  <a:pt x="552859" y="144500"/>
                </a:lnTo>
                <a:lnTo>
                  <a:pt x="553624" y="144439"/>
                </a:lnTo>
                <a:lnTo>
                  <a:pt x="554381" y="144364"/>
                </a:lnTo>
                <a:lnTo>
                  <a:pt x="555130" y="144275"/>
                </a:lnTo>
                <a:lnTo>
                  <a:pt x="555870" y="144173"/>
                </a:lnTo>
                <a:lnTo>
                  <a:pt x="556601" y="144057"/>
                </a:lnTo>
                <a:lnTo>
                  <a:pt x="557324" y="143927"/>
                </a:lnTo>
                <a:lnTo>
                  <a:pt x="558038" y="143784"/>
                </a:lnTo>
                <a:lnTo>
                  <a:pt x="558744" y="143627"/>
                </a:lnTo>
                <a:lnTo>
                  <a:pt x="559441" y="143456"/>
                </a:lnTo>
                <a:lnTo>
                  <a:pt x="560129" y="143272"/>
                </a:lnTo>
                <a:lnTo>
                  <a:pt x="560809" y="143074"/>
                </a:lnTo>
                <a:lnTo>
                  <a:pt x="561481" y="142862"/>
                </a:lnTo>
                <a:lnTo>
                  <a:pt x="562144" y="142637"/>
                </a:lnTo>
                <a:lnTo>
                  <a:pt x="562798" y="142398"/>
                </a:lnTo>
                <a:lnTo>
                  <a:pt x="563443" y="142145"/>
                </a:lnTo>
                <a:lnTo>
                  <a:pt x="564081" y="141879"/>
                </a:lnTo>
                <a:lnTo>
                  <a:pt x="564709" y="141599"/>
                </a:lnTo>
                <a:lnTo>
                  <a:pt x="565329" y="141306"/>
                </a:lnTo>
                <a:lnTo>
                  <a:pt x="565941" y="140998"/>
                </a:lnTo>
                <a:lnTo>
                  <a:pt x="566543" y="140678"/>
                </a:lnTo>
                <a:lnTo>
                  <a:pt x="567136" y="140344"/>
                </a:lnTo>
                <a:lnTo>
                  <a:pt x="567718" y="139998"/>
                </a:lnTo>
                <a:lnTo>
                  <a:pt x="568288" y="139640"/>
                </a:lnTo>
                <a:lnTo>
                  <a:pt x="568848" y="139270"/>
                </a:lnTo>
                <a:lnTo>
                  <a:pt x="569395" y="138887"/>
                </a:lnTo>
                <a:lnTo>
                  <a:pt x="569932" y="138492"/>
                </a:lnTo>
                <a:lnTo>
                  <a:pt x="570457" y="138085"/>
                </a:lnTo>
                <a:lnTo>
                  <a:pt x="570972" y="137666"/>
                </a:lnTo>
                <a:lnTo>
                  <a:pt x="571474" y="137234"/>
                </a:lnTo>
                <a:lnTo>
                  <a:pt x="571966" y="136790"/>
                </a:lnTo>
                <a:lnTo>
                  <a:pt x="572446" y="136334"/>
                </a:lnTo>
                <a:lnTo>
                  <a:pt x="572916" y="135866"/>
                </a:lnTo>
                <a:lnTo>
                  <a:pt x="573373" y="135385"/>
                </a:lnTo>
                <a:lnTo>
                  <a:pt x="573820" y="134892"/>
                </a:lnTo>
                <a:lnTo>
                  <a:pt x="574255" y="134387"/>
                </a:lnTo>
                <a:lnTo>
                  <a:pt x="574680" y="133869"/>
                </a:lnTo>
                <a:lnTo>
                  <a:pt x="575092" y="133340"/>
                </a:lnTo>
                <a:lnTo>
                  <a:pt x="575494" y="132798"/>
                </a:lnTo>
                <a:lnTo>
                  <a:pt x="575884" y="132244"/>
                </a:lnTo>
                <a:lnTo>
                  <a:pt x="576263" y="131677"/>
                </a:lnTo>
                <a:lnTo>
                  <a:pt x="576631" y="131099"/>
                </a:lnTo>
                <a:lnTo>
                  <a:pt x="576988" y="130508"/>
                </a:lnTo>
                <a:lnTo>
                  <a:pt x="577333" y="129904"/>
                </a:lnTo>
                <a:lnTo>
                  <a:pt x="577667" y="129289"/>
                </a:lnTo>
                <a:lnTo>
                  <a:pt x="577989" y="128663"/>
                </a:lnTo>
                <a:lnTo>
                  <a:pt x="578297" y="128027"/>
                </a:lnTo>
                <a:lnTo>
                  <a:pt x="578591" y="127381"/>
                </a:lnTo>
                <a:lnTo>
                  <a:pt x="578871" y="126725"/>
                </a:lnTo>
                <a:lnTo>
                  <a:pt x="579138" y="126059"/>
                </a:lnTo>
                <a:lnTo>
                  <a:pt x="579391" y="125384"/>
                </a:lnTo>
                <a:lnTo>
                  <a:pt x="579631" y="124699"/>
                </a:lnTo>
                <a:lnTo>
                  <a:pt x="579857" y="124004"/>
                </a:lnTo>
                <a:lnTo>
                  <a:pt x="580069" y="123299"/>
                </a:lnTo>
                <a:lnTo>
                  <a:pt x="580267" y="122584"/>
                </a:lnTo>
                <a:lnTo>
                  <a:pt x="580452" y="121860"/>
                </a:lnTo>
                <a:lnTo>
                  <a:pt x="580623" y="121125"/>
                </a:lnTo>
                <a:lnTo>
                  <a:pt x="580780" y="120381"/>
                </a:lnTo>
                <a:lnTo>
                  <a:pt x="580924" y="119627"/>
                </a:lnTo>
                <a:lnTo>
                  <a:pt x="581054" y="118863"/>
                </a:lnTo>
                <a:lnTo>
                  <a:pt x="581170" y="118090"/>
                </a:lnTo>
                <a:lnTo>
                  <a:pt x="581273" y="117306"/>
                </a:lnTo>
                <a:lnTo>
                  <a:pt x="581362" y="116513"/>
                </a:lnTo>
                <a:lnTo>
                  <a:pt x="581437" y="115710"/>
                </a:lnTo>
                <a:lnTo>
                  <a:pt x="581499" y="114897"/>
                </a:lnTo>
                <a:lnTo>
                  <a:pt x="581547" y="114074"/>
                </a:lnTo>
                <a:lnTo>
                  <a:pt x="581581" y="113241"/>
                </a:lnTo>
                <a:lnTo>
                  <a:pt x="581602" y="112399"/>
                </a:lnTo>
                <a:lnTo>
                  <a:pt x="581608" y="111547"/>
                </a:lnTo>
                <a:lnTo>
                  <a:pt x="581608" y="33445"/>
                </a:lnTo>
                <a:lnTo>
                  <a:pt x="573431" y="33445"/>
                </a:lnTo>
                <a:lnTo>
                  <a:pt x="572996" y="44918"/>
                </a:lnTo>
                <a:lnTo>
                  <a:pt x="572826" y="44654"/>
                </a:lnTo>
                <a:lnTo>
                  <a:pt x="572552" y="44244"/>
                </a:lnTo>
                <a:lnTo>
                  <a:pt x="572273" y="43840"/>
                </a:lnTo>
                <a:lnTo>
                  <a:pt x="571989" y="43442"/>
                </a:lnTo>
                <a:close/>
                <a:moveTo>
                  <a:pt x="571746" y="94123"/>
                </a:moveTo>
                <a:lnTo>
                  <a:pt x="571520" y="94539"/>
                </a:lnTo>
                <a:lnTo>
                  <a:pt x="571288" y="94952"/>
                </a:lnTo>
                <a:lnTo>
                  <a:pt x="571050" y="95363"/>
                </a:lnTo>
                <a:lnTo>
                  <a:pt x="570807" y="95769"/>
                </a:lnTo>
                <a:lnTo>
                  <a:pt x="570558" y="96173"/>
                </a:lnTo>
                <a:lnTo>
                  <a:pt x="570303" y="96572"/>
                </a:lnTo>
                <a:lnTo>
                  <a:pt x="570040" y="96964"/>
                </a:lnTo>
                <a:lnTo>
                  <a:pt x="569770" y="97350"/>
                </a:lnTo>
                <a:lnTo>
                  <a:pt x="569493" y="97728"/>
                </a:lnTo>
                <a:lnTo>
                  <a:pt x="569209" y="98101"/>
                </a:lnTo>
                <a:lnTo>
                  <a:pt x="568917" y="98466"/>
                </a:lnTo>
                <a:lnTo>
                  <a:pt x="568618" y="98825"/>
                </a:lnTo>
                <a:lnTo>
                  <a:pt x="568311" y="99177"/>
                </a:lnTo>
                <a:lnTo>
                  <a:pt x="567998" y="99523"/>
                </a:lnTo>
                <a:lnTo>
                  <a:pt x="567677" y="99862"/>
                </a:lnTo>
                <a:lnTo>
                  <a:pt x="567349" y="100194"/>
                </a:lnTo>
                <a:lnTo>
                  <a:pt x="567013" y="100520"/>
                </a:lnTo>
                <a:lnTo>
                  <a:pt x="566670" y="100838"/>
                </a:lnTo>
                <a:lnTo>
                  <a:pt x="566320" y="101151"/>
                </a:lnTo>
                <a:lnTo>
                  <a:pt x="565963" y="101456"/>
                </a:lnTo>
                <a:lnTo>
                  <a:pt x="565598" y="101756"/>
                </a:lnTo>
                <a:lnTo>
                  <a:pt x="565226" y="102048"/>
                </a:lnTo>
                <a:lnTo>
                  <a:pt x="564847" y="102334"/>
                </a:lnTo>
                <a:lnTo>
                  <a:pt x="564460" y="102613"/>
                </a:lnTo>
                <a:lnTo>
                  <a:pt x="564066" y="102885"/>
                </a:lnTo>
                <a:lnTo>
                  <a:pt x="563665" y="103151"/>
                </a:lnTo>
                <a:lnTo>
                  <a:pt x="563257" y="103410"/>
                </a:lnTo>
                <a:lnTo>
                  <a:pt x="562841" y="103662"/>
                </a:lnTo>
                <a:lnTo>
                  <a:pt x="562418" y="103908"/>
                </a:lnTo>
                <a:lnTo>
                  <a:pt x="561987" y="104146"/>
                </a:lnTo>
                <a:lnTo>
                  <a:pt x="561548" y="104373"/>
                </a:lnTo>
                <a:lnTo>
                  <a:pt x="561099" y="104590"/>
                </a:lnTo>
                <a:lnTo>
                  <a:pt x="560643" y="104797"/>
                </a:lnTo>
                <a:lnTo>
                  <a:pt x="560178" y="104994"/>
                </a:lnTo>
                <a:lnTo>
                  <a:pt x="559704" y="105181"/>
                </a:lnTo>
                <a:lnTo>
                  <a:pt x="559221" y="105358"/>
                </a:lnTo>
                <a:lnTo>
                  <a:pt x="558730" y="105525"/>
                </a:lnTo>
                <a:lnTo>
                  <a:pt x="558231" y="105681"/>
                </a:lnTo>
                <a:lnTo>
                  <a:pt x="557723" y="105828"/>
                </a:lnTo>
                <a:lnTo>
                  <a:pt x="557206" y="105964"/>
                </a:lnTo>
                <a:lnTo>
                  <a:pt x="556681" y="106091"/>
                </a:lnTo>
                <a:lnTo>
                  <a:pt x="556147" y="106207"/>
                </a:lnTo>
                <a:lnTo>
                  <a:pt x="555605" y="106313"/>
                </a:lnTo>
                <a:lnTo>
                  <a:pt x="555054" y="106409"/>
                </a:lnTo>
                <a:lnTo>
                  <a:pt x="554495" y="106495"/>
                </a:lnTo>
                <a:lnTo>
                  <a:pt x="553927" y="106571"/>
                </a:lnTo>
                <a:lnTo>
                  <a:pt x="553350" y="106636"/>
                </a:lnTo>
                <a:lnTo>
                  <a:pt x="552765" y="106692"/>
                </a:lnTo>
                <a:lnTo>
                  <a:pt x="552171" y="106737"/>
                </a:lnTo>
                <a:lnTo>
                  <a:pt x="551569" y="106773"/>
                </a:lnTo>
                <a:lnTo>
                  <a:pt x="550958" y="106798"/>
                </a:lnTo>
                <a:lnTo>
                  <a:pt x="550338" y="106813"/>
                </a:lnTo>
                <a:lnTo>
                  <a:pt x="549710" y="106818"/>
                </a:lnTo>
                <a:lnTo>
                  <a:pt x="549210" y="106814"/>
                </a:lnTo>
                <a:lnTo>
                  <a:pt x="548715" y="106801"/>
                </a:lnTo>
                <a:lnTo>
                  <a:pt x="548225" y="106780"/>
                </a:lnTo>
                <a:lnTo>
                  <a:pt x="547742" y="106750"/>
                </a:lnTo>
                <a:lnTo>
                  <a:pt x="547264" y="106711"/>
                </a:lnTo>
                <a:lnTo>
                  <a:pt x="546791" y="106664"/>
                </a:lnTo>
                <a:lnTo>
                  <a:pt x="546324" y="106608"/>
                </a:lnTo>
                <a:lnTo>
                  <a:pt x="545863" y="106544"/>
                </a:lnTo>
                <a:lnTo>
                  <a:pt x="545408" y="106471"/>
                </a:lnTo>
                <a:lnTo>
                  <a:pt x="544958" y="106390"/>
                </a:lnTo>
                <a:lnTo>
                  <a:pt x="544513" y="106300"/>
                </a:lnTo>
                <a:lnTo>
                  <a:pt x="544075" y="106201"/>
                </a:lnTo>
                <a:lnTo>
                  <a:pt x="543642" y="106094"/>
                </a:lnTo>
                <a:lnTo>
                  <a:pt x="543214" y="105978"/>
                </a:lnTo>
                <a:lnTo>
                  <a:pt x="542792" y="105854"/>
                </a:lnTo>
                <a:lnTo>
                  <a:pt x="542376" y="105721"/>
                </a:lnTo>
                <a:lnTo>
                  <a:pt x="541966" y="105580"/>
                </a:lnTo>
                <a:lnTo>
                  <a:pt x="541561" y="105430"/>
                </a:lnTo>
                <a:lnTo>
                  <a:pt x="541162" y="105271"/>
                </a:lnTo>
                <a:lnTo>
                  <a:pt x="540768" y="105104"/>
                </a:lnTo>
                <a:lnTo>
                  <a:pt x="540380" y="104929"/>
                </a:lnTo>
                <a:lnTo>
                  <a:pt x="539997" y="104744"/>
                </a:lnTo>
                <a:lnTo>
                  <a:pt x="539621" y="104552"/>
                </a:lnTo>
                <a:lnTo>
                  <a:pt x="539249" y="104350"/>
                </a:lnTo>
                <a:lnTo>
                  <a:pt x="538884" y="104141"/>
                </a:lnTo>
                <a:lnTo>
                  <a:pt x="538524" y="103925"/>
                </a:lnTo>
                <a:lnTo>
                  <a:pt x="538169" y="103702"/>
                </a:lnTo>
                <a:lnTo>
                  <a:pt x="537819" y="103472"/>
                </a:lnTo>
                <a:lnTo>
                  <a:pt x="537475" y="103236"/>
                </a:lnTo>
                <a:lnTo>
                  <a:pt x="537136" y="102992"/>
                </a:lnTo>
                <a:lnTo>
                  <a:pt x="536803" y="102741"/>
                </a:lnTo>
                <a:lnTo>
                  <a:pt x="536475" y="102484"/>
                </a:lnTo>
                <a:lnTo>
                  <a:pt x="536152" y="102220"/>
                </a:lnTo>
                <a:lnTo>
                  <a:pt x="535835" y="101948"/>
                </a:lnTo>
                <a:lnTo>
                  <a:pt x="535523" y="101670"/>
                </a:lnTo>
                <a:lnTo>
                  <a:pt x="535216" y="101385"/>
                </a:lnTo>
                <a:lnTo>
                  <a:pt x="534915" y="101093"/>
                </a:lnTo>
                <a:lnTo>
                  <a:pt x="534619" y="100794"/>
                </a:lnTo>
                <a:lnTo>
                  <a:pt x="534329" y="100488"/>
                </a:lnTo>
                <a:lnTo>
                  <a:pt x="534044" y="100176"/>
                </a:lnTo>
                <a:lnTo>
                  <a:pt x="533764" y="99856"/>
                </a:lnTo>
                <a:lnTo>
                  <a:pt x="533490" y="99530"/>
                </a:lnTo>
                <a:lnTo>
                  <a:pt x="533221" y="99196"/>
                </a:lnTo>
                <a:lnTo>
                  <a:pt x="532957" y="98856"/>
                </a:lnTo>
                <a:lnTo>
                  <a:pt x="532699" y="98509"/>
                </a:lnTo>
                <a:lnTo>
                  <a:pt x="532446" y="98154"/>
                </a:lnTo>
                <a:lnTo>
                  <a:pt x="532198" y="97793"/>
                </a:lnTo>
                <a:lnTo>
                  <a:pt x="531956" y="97425"/>
                </a:lnTo>
                <a:lnTo>
                  <a:pt x="531720" y="97051"/>
                </a:lnTo>
                <a:lnTo>
                  <a:pt x="531488" y="96672"/>
                </a:lnTo>
                <a:lnTo>
                  <a:pt x="531261" y="96288"/>
                </a:lnTo>
                <a:lnTo>
                  <a:pt x="531040" y="95898"/>
                </a:lnTo>
                <a:lnTo>
                  <a:pt x="530823" y="95503"/>
                </a:lnTo>
                <a:lnTo>
                  <a:pt x="530612" y="95103"/>
                </a:lnTo>
                <a:lnTo>
                  <a:pt x="530406" y="94697"/>
                </a:lnTo>
                <a:lnTo>
                  <a:pt x="530205" y="94286"/>
                </a:lnTo>
                <a:lnTo>
                  <a:pt x="530009" y="93870"/>
                </a:lnTo>
                <a:lnTo>
                  <a:pt x="529818" y="93449"/>
                </a:lnTo>
                <a:lnTo>
                  <a:pt x="529632" y="93023"/>
                </a:lnTo>
                <a:lnTo>
                  <a:pt x="529452" y="92591"/>
                </a:lnTo>
                <a:lnTo>
                  <a:pt x="529276" y="92154"/>
                </a:lnTo>
                <a:lnTo>
                  <a:pt x="529106" y="91712"/>
                </a:lnTo>
                <a:lnTo>
                  <a:pt x="528941" y="91264"/>
                </a:lnTo>
                <a:lnTo>
                  <a:pt x="528780" y="90812"/>
                </a:lnTo>
                <a:lnTo>
                  <a:pt x="528625" y="90354"/>
                </a:lnTo>
                <a:lnTo>
                  <a:pt x="528476" y="89891"/>
                </a:lnTo>
                <a:lnTo>
                  <a:pt x="528331" y="89422"/>
                </a:lnTo>
                <a:lnTo>
                  <a:pt x="528191" y="88949"/>
                </a:lnTo>
                <a:lnTo>
                  <a:pt x="528057" y="88470"/>
                </a:lnTo>
                <a:lnTo>
                  <a:pt x="527927" y="87986"/>
                </a:lnTo>
                <a:lnTo>
                  <a:pt x="527803" y="87496"/>
                </a:lnTo>
                <a:lnTo>
                  <a:pt x="527684" y="87002"/>
                </a:lnTo>
                <a:lnTo>
                  <a:pt x="527569" y="86503"/>
                </a:lnTo>
                <a:lnTo>
                  <a:pt x="527460" y="86000"/>
                </a:lnTo>
                <a:lnTo>
                  <a:pt x="527356" y="85495"/>
                </a:lnTo>
                <a:lnTo>
                  <a:pt x="527256" y="84986"/>
                </a:lnTo>
                <a:lnTo>
                  <a:pt x="527161" y="84474"/>
                </a:lnTo>
                <a:lnTo>
                  <a:pt x="527071" y="83958"/>
                </a:lnTo>
                <a:lnTo>
                  <a:pt x="526986" y="83439"/>
                </a:lnTo>
                <a:lnTo>
                  <a:pt x="526906" y="82917"/>
                </a:lnTo>
                <a:lnTo>
                  <a:pt x="526831" y="82392"/>
                </a:lnTo>
                <a:lnTo>
                  <a:pt x="526760" y="81863"/>
                </a:lnTo>
                <a:lnTo>
                  <a:pt x="526695" y="81331"/>
                </a:lnTo>
                <a:lnTo>
                  <a:pt x="526634" y="80795"/>
                </a:lnTo>
                <a:lnTo>
                  <a:pt x="526578" y="80256"/>
                </a:lnTo>
                <a:lnTo>
                  <a:pt x="526527" y="79714"/>
                </a:lnTo>
                <a:lnTo>
                  <a:pt x="526481" y="79169"/>
                </a:lnTo>
                <a:lnTo>
                  <a:pt x="526439" y="78620"/>
                </a:lnTo>
                <a:lnTo>
                  <a:pt x="526403" y="78068"/>
                </a:lnTo>
                <a:lnTo>
                  <a:pt x="526371" y="77512"/>
                </a:lnTo>
                <a:lnTo>
                  <a:pt x="526345" y="76953"/>
                </a:lnTo>
                <a:lnTo>
                  <a:pt x="526323" y="76391"/>
                </a:lnTo>
                <a:lnTo>
                  <a:pt x="526306" y="75826"/>
                </a:lnTo>
                <a:lnTo>
                  <a:pt x="526294" y="75257"/>
                </a:lnTo>
                <a:lnTo>
                  <a:pt x="526286" y="74685"/>
                </a:lnTo>
                <a:lnTo>
                  <a:pt x="526284" y="74110"/>
                </a:lnTo>
                <a:lnTo>
                  <a:pt x="526284" y="72563"/>
                </a:lnTo>
                <a:lnTo>
                  <a:pt x="526286" y="71981"/>
                </a:lnTo>
                <a:lnTo>
                  <a:pt x="526294" y="71403"/>
                </a:lnTo>
                <a:lnTo>
                  <a:pt x="526306" y="70829"/>
                </a:lnTo>
                <a:lnTo>
                  <a:pt x="526323" y="70258"/>
                </a:lnTo>
                <a:lnTo>
                  <a:pt x="526345" y="69691"/>
                </a:lnTo>
                <a:lnTo>
                  <a:pt x="526371" y="69128"/>
                </a:lnTo>
                <a:lnTo>
                  <a:pt x="526403" y="68568"/>
                </a:lnTo>
                <a:lnTo>
                  <a:pt x="526439" y="68012"/>
                </a:lnTo>
                <a:lnTo>
                  <a:pt x="526481" y="67459"/>
                </a:lnTo>
                <a:lnTo>
                  <a:pt x="526527" y="66910"/>
                </a:lnTo>
                <a:lnTo>
                  <a:pt x="526578" y="66364"/>
                </a:lnTo>
                <a:lnTo>
                  <a:pt x="526634" y="65822"/>
                </a:lnTo>
                <a:lnTo>
                  <a:pt x="526695" y="65284"/>
                </a:lnTo>
                <a:lnTo>
                  <a:pt x="526760" y="64749"/>
                </a:lnTo>
                <a:lnTo>
                  <a:pt x="526831" y="64217"/>
                </a:lnTo>
                <a:lnTo>
                  <a:pt x="526906" y="63690"/>
                </a:lnTo>
                <a:lnTo>
                  <a:pt x="526986" y="63166"/>
                </a:lnTo>
                <a:lnTo>
                  <a:pt x="527071" y="62645"/>
                </a:lnTo>
                <a:lnTo>
                  <a:pt x="527161" y="62128"/>
                </a:lnTo>
                <a:lnTo>
                  <a:pt x="527256" y="61615"/>
                </a:lnTo>
                <a:lnTo>
                  <a:pt x="527356" y="61105"/>
                </a:lnTo>
                <a:lnTo>
                  <a:pt x="527460" y="60599"/>
                </a:lnTo>
                <a:lnTo>
                  <a:pt x="527569" y="60096"/>
                </a:lnTo>
                <a:lnTo>
                  <a:pt x="527684" y="59597"/>
                </a:lnTo>
                <a:lnTo>
                  <a:pt x="527803" y="59103"/>
                </a:lnTo>
                <a:lnTo>
                  <a:pt x="527927" y="58613"/>
                </a:lnTo>
                <a:lnTo>
                  <a:pt x="528057" y="58129"/>
                </a:lnTo>
                <a:lnTo>
                  <a:pt x="528191" y="57650"/>
                </a:lnTo>
                <a:lnTo>
                  <a:pt x="528331" y="57176"/>
                </a:lnTo>
                <a:lnTo>
                  <a:pt x="528476" y="56708"/>
                </a:lnTo>
                <a:lnTo>
                  <a:pt x="528625" y="56245"/>
                </a:lnTo>
                <a:lnTo>
                  <a:pt x="528780" y="55787"/>
                </a:lnTo>
                <a:lnTo>
                  <a:pt x="528941" y="55334"/>
                </a:lnTo>
                <a:lnTo>
                  <a:pt x="529106" y="54887"/>
                </a:lnTo>
                <a:lnTo>
                  <a:pt x="529276" y="54445"/>
                </a:lnTo>
                <a:lnTo>
                  <a:pt x="529452" y="54008"/>
                </a:lnTo>
                <a:lnTo>
                  <a:pt x="529632" y="53576"/>
                </a:lnTo>
                <a:lnTo>
                  <a:pt x="529818" y="53149"/>
                </a:lnTo>
                <a:lnTo>
                  <a:pt x="530009" y="52728"/>
                </a:lnTo>
                <a:lnTo>
                  <a:pt x="530205" y="52312"/>
                </a:lnTo>
                <a:lnTo>
                  <a:pt x="530406" y="51901"/>
                </a:lnTo>
                <a:lnTo>
                  <a:pt x="530612" y="51496"/>
                </a:lnTo>
                <a:lnTo>
                  <a:pt x="530823" y="51096"/>
                </a:lnTo>
                <a:lnTo>
                  <a:pt x="531040" y="50701"/>
                </a:lnTo>
                <a:lnTo>
                  <a:pt x="531261" y="50311"/>
                </a:lnTo>
                <a:lnTo>
                  <a:pt x="531488" y="49926"/>
                </a:lnTo>
                <a:lnTo>
                  <a:pt x="531720" y="49547"/>
                </a:lnTo>
                <a:lnTo>
                  <a:pt x="531956" y="49173"/>
                </a:lnTo>
                <a:lnTo>
                  <a:pt x="532199" y="48805"/>
                </a:lnTo>
                <a:lnTo>
                  <a:pt x="532446" y="48444"/>
                </a:lnTo>
                <a:lnTo>
                  <a:pt x="532699" y="48089"/>
                </a:lnTo>
                <a:lnTo>
                  <a:pt x="532958" y="47742"/>
                </a:lnTo>
                <a:lnTo>
                  <a:pt x="533222" y="47401"/>
                </a:lnTo>
                <a:lnTo>
                  <a:pt x="533492" y="47067"/>
                </a:lnTo>
                <a:lnTo>
                  <a:pt x="533767" y="46739"/>
                </a:lnTo>
                <a:lnTo>
                  <a:pt x="534048" y="46419"/>
                </a:lnTo>
                <a:lnTo>
                  <a:pt x="534334" y="46105"/>
                </a:lnTo>
                <a:lnTo>
                  <a:pt x="534626" y="45798"/>
                </a:lnTo>
                <a:lnTo>
                  <a:pt x="534923" y="45498"/>
                </a:lnTo>
                <a:lnTo>
                  <a:pt x="535225" y="45204"/>
                </a:lnTo>
                <a:lnTo>
                  <a:pt x="535534" y="44918"/>
                </a:lnTo>
                <a:lnTo>
                  <a:pt x="535847" y="44638"/>
                </a:lnTo>
                <a:lnTo>
                  <a:pt x="536166" y="44365"/>
                </a:lnTo>
                <a:lnTo>
                  <a:pt x="536491" y="44098"/>
                </a:lnTo>
                <a:lnTo>
                  <a:pt x="536821" y="43839"/>
                </a:lnTo>
                <a:lnTo>
                  <a:pt x="537157" y="43586"/>
                </a:lnTo>
                <a:lnTo>
                  <a:pt x="537498" y="43340"/>
                </a:lnTo>
                <a:lnTo>
                  <a:pt x="537845" y="43101"/>
                </a:lnTo>
                <a:lnTo>
                  <a:pt x="538197" y="42868"/>
                </a:lnTo>
                <a:lnTo>
                  <a:pt x="538554" y="42643"/>
                </a:lnTo>
                <a:lnTo>
                  <a:pt x="538918" y="42424"/>
                </a:lnTo>
                <a:lnTo>
                  <a:pt x="539286" y="42212"/>
                </a:lnTo>
                <a:lnTo>
                  <a:pt x="539661" y="42007"/>
                </a:lnTo>
                <a:lnTo>
                  <a:pt x="540041" y="41812"/>
                </a:lnTo>
                <a:lnTo>
                  <a:pt x="540426" y="41625"/>
                </a:lnTo>
                <a:lnTo>
                  <a:pt x="540818" y="41446"/>
                </a:lnTo>
                <a:lnTo>
                  <a:pt x="541215" y="41277"/>
                </a:lnTo>
                <a:lnTo>
                  <a:pt x="541618" y="41116"/>
                </a:lnTo>
                <a:lnTo>
                  <a:pt x="542027" y="40964"/>
                </a:lnTo>
                <a:lnTo>
                  <a:pt x="542442" y="40820"/>
                </a:lnTo>
                <a:lnTo>
                  <a:pt x="542862" y="40685"/>
                </a:lnTo>
                <a:lnTo>
                  <a:pt x="543288" y="40559"/>
                </a:lnTo>
                <a:lnTo>
                  <a:pt x="543720" y="40442"/>
                </a:lnTo>
                <a:lnTo>
                  <a:pt x="544158" y="40333"/>
                </a:lnTo>
                <a:lnTo>
                  <a:pt x="544601" y="40233"/>
                </a:lnTo>
                <a:lnTo>
                  <a:pt x="545050" y="40142"/>
                </a:lnTo>
                <a:lnTo>
                  <a:pt x="545505" y="40059"/>
                </a:lnTo>
                <a:lnTo>
                  <a:pt x="545966" y="39985"/>
                </a:lnTo>
                <a:lnTo>
                  <a:pt x="546432" y="39920"/>
                </a:lnTo>
                <a:lnTo>
                  <a:pt x="546904" y="39863"/>
                </a:lnTo>
                <a:lnTo>
                  <a:pt x="547382" y="39816"/>
                </a:lnTo>
                <a:lnTo>
                  <a:pt x="547866" y="39776"/>
                </a:lnTo>
                <a:lnTo>
                  <a:pt x="548355" y="39746"/>
                </a:lnTo>
                <a:lnTo>
                  <a:pt x="548850" y="39724"/>
                </a:lnTo>
                <a:lnTo>
                  <a:pt x="549351" y="39711"/>
                </a:lnTo>
                <a:lnTo>
                  <a:pt x="549858" y="39707"/>
                </a:lnTo>
                <a:lnTo>
                  <a:pt x="550382" y="39711"/>
                </a:lnTo>
                <a:lnTo>
                  <a:pt x="550900" y="39721"/>
                </a:lnTo>
                <a:lnTo>
                  <a:pt x="551412" y="39740"/>
                </a:lnTo>
                <a:lnTo>
                  <a:pt x="551916" y="39765"/>
                </a:lnTo>
                <a:lnTo>
                  <a:pt x="552414" y="39798"/>
                </a:lnTo>
                <a:lnTo>
                  <a:pt x="552906" y="39838"/>
                </a:lnTo>
                <a:lnTo>
                  <a:pt x="553390" y="39885"/>
                </a:lnTo>
                <a:lnTo>
                  <a:pt x="553868" y="39940"/>
                </a:lnTo>
                <a:lnTo>
                  <a:pt x="554340" y="40002"/>
                </a:lnTo>
                <a:lnTo>
                  <a:pt x="554805" y="40071"/>
                </a:lnTo>
                <a:lnTo>
                  <a:pt x="555263" y="40148"/>
                </a:lnTo>
                <a:lnTo>
                  <a:pt x="555714" y="40232"/>
                </a:lnTo>
                <a:lnTo>
                  <a:pt x="556159" y="40323"/>
                </a:lnTo>
                <a:lnTo>
                  <a:pt x="556597" y="40421"/>
                </a:lnTo>
                <a:lnTo>
                  <a:pt x="557029" y="40527"/>
                </a:lnTo>
                <a:lnTo>
                  <a:pt x="557454" y="40640"/>
                </a:lnTo>
                <a:lnTo>
                  <a:pt x="557872" y="40760"/>
                </a:lnTo>
                <a:lnTo>
                  <a:pt x="558283" y="40888"/>
                </a:lnTo>
                <a:lnTo>
                  <a:pt x="558688" y="41023"/>
                </a:lnTo>
                <a:lnTo>
                  <a:pt x="559087" y="41165"/>
                </a:lnTo>
                <a:lnTo>
                  <a:pt x="559478" y="41314"/>
                </a:lnTo>
                <a:lnTo>
                  <a:pt x="559863" y="41471"/>
                </a:lnTo>
                <a:lnTo>
                  <a:pt x="560241" y="41635"/>
                </a:lnTo>
                <a:lnTo>
                  <a:pt x="560613" y="41806"/>
                </a:lnTo>
                <a:lnTo>
                  <a:pt x="560979" y="41984"/>
                </a:lnTo>
                <a:lnTo>
                  <a:pt x="561339" y="42166"/>
                </a:lnTo>
                <a:lnTo>
                  <a:pt x="561695" y="42352"/>
                </a:lnTo>
                <a:lnTo>
                  <a:pt x="562045" y="42543"/>
                </a:lnTo>
                <a:lnTo>
                  <a:pt x="562389" y="42739"/>
                </a:lnTo>
                <a:lnTo>
                  <a:pt x="562729" y="42939"/>
                </a:lnTo>
                <a:lnTo>
                  <a:pt x="563063" y="43144"/>
                </a:lnTo>
                <a:lnTo>
                  <a:pt x="563392" y="43353"/>
                </a:lnTo>
                <a:lnTo>
                  <a:pt x="563716" y="43568"/>
                </a:lnTo>
                <a:lnTo>
                  <a:pt x="564034" y="43786"/>
                </a:lnTo>
                <a:lnTo>
                  <a:pt x="564348" y="44010"/>
                </a:lnTo>
                <a:lnTo>
                  <a:pt x="564656" y="44237"/>
                </a:lnTo>
                <a:lnTo>
                  <a:pt x="564958" y="44470"/>
                </a:lnTo>
                <a:lnTo>
                  <a:pt x="565256" y="44707"/>
                </a:lnTo>
                <a:lnTo>
                  <a:pt x="565548" y="44949"/>
                </a:lnTo>
                <a:lnTo>
                  <a:pt x="565835" y="45195"/>
                </a:lnTo>
                <a:lnTo>
                  <a:pt x="566117" y="45446"/>
                </a:lnTo>
                <a:lnTo>
                  <a:pt x="566394" y="45702"/>
                </a:lnTo>
                <a:lnTo>
                  <a:pt x="566665" y="45962"/>
                </a:lnTo>
                <a:lnTo>
                  <a:pt x="566931" y="46226"/>
                </a:lnTo>
                <a:lnTo>
                  <a:pt x="567192" y="46496"/>
                </a:lnTo>
                <a:lnTo>
                  <a:pt x="567448" y="46770"/>
                </a:lnTo>
                <a:lnTo>
                  <a:pt x="567698" y="47048"/>
                </a:lnTo>
                <a:lnTo>
                  <a:pt x="567943" y="47331"/>
                </a:lnTo>
                <a:lnTo>
                  <a:pt x="568183" y="47618"/>
                </a:lnTo>
                <a:lnTo>
                  <a:pt x="568419" y="47907"/>
                </a:lnTo>
                <a:lnTo>
                  <a:pt x="568651" y="48198"/>
                </a:lnTo>
                <a:lnTo>
                  <a:pt x="568878" y="48491"/>
                </a:lnTo>
                <a:lnTo>
                  <a:pt x="569101" y="48786"/>
                </a:lnTo>
                <a:lnTo>
                  <a:pt x="569320" y="49083"/>
                </a:lnTo>
                <a:lnTo>
                  <a:pt x="569534" y="49383"/>
                </a:lnTo>
                <a:lnTo>
                  <a:pt x="569744" y="49685"/>
                </a:lnTo>
                <a:lnTo>
                  <a:pt x="569949" y="49989"/>
                </a:lnTo>
                <a:lnTo>
                  <a:pt x="570151" y="50295"/>
                </a:lnTo>
                <a:lnTo>
                  <a:pt x="570347" y="50603"/>
                </a:lnTo>
                <a:lnTo>
                  <a:pt x="570540" y="50914"/>
                </a:lnTo>
                <a:lnTo>
                  <a:pt x="570728" y="51226"/>
                </a:lnTo>
                <a:lnTo>
                  <a:pt x="570912" y="51541"/>
                </a:lnTo>
                <a:lnTo>
                  <a:pt x="571091" y="51858"/>
                </a:lnTo>
                <a:lnTo>
                  <a:pt x="571266" y="52177"/>
                </a:lnTo>
                <a:lnTo>
                  <a:pt x="571437" y="52499"/>
                </a:lnTo>
                <a:lnTo>
                  <a:pt x="571603" y="52822"/>
                </a:lnTo>
                <a:lnTo>
                  <a:pt x="571765" y="53148"/>
                </a:lnTo>
                <a:lnTo>
                  <a:pt x="571923" y="53476"/>
                </a:lnTo>
                <a:lnTo>
                  <a:pt x="572076" y="53806"/>
                </a:lnTo>
                <a:lnTo>
                  <a:pt x="572225" y="54138"/>
                </a:lnTo>
                <a:lnTo>
                  <a:pt x="572370" y="54472"/>
                </a:lnTo>
                <a:lnTo>
                  <a:pt x="572510" y="54809"/>
                </a:lnTo>
                <a:lnTo>
                  <a:pt x="572647" y="55146"/>
                </a:lnTo>
                <a:lnTo>
                  <a:pt x="572768" y="55451"/>
                </a:lnTo>
                <a:lnTo>
                  <a:pt x="572768" y="92048"/>
                </a:lnTo>
                <a:lnTo>
                  <a:pt x="572596" y="92425"/>
                </a:lnTo>
                <a:lnTo>
                  <a:pt x="572392" y="92854"/>
                </a:lnTo>
                <a:lnTo>
                  <a:pt x="572182" y="93280"/>
                </a:lnTo>
                <a:lnTo>
                  <a:pt x="571967" y="93703"/>
                </a:lnTo>
                <a:lnTo>
                  <a:pt x="571746" y="94123"/>
                </a:lnTo>
                <a:close/>
                <a:moveTo>
                  <a:pt x="684498" y="78739"/>
                </a:moveTo>
                <a:lnTo>
                  <a:pt x="684556" y="79433"/>
                </a:lnTo>
                <a:lnTo>
                  <a:pt x="684622" y="80122"/>
                </a:lnTo>
                <a:lnTo>
                  <a:pt x="684697" y="80806"/>
                </a:lnTo>
                <a:lnTo>
                  <a:pt x="684781" y="81485"/>
                </a:lnTo>
                <a:lnTo>
                  <a:pt x="684873" y="82160"/>
                </a:lnTo>
                <a:lnTo>
                  <a:pt x="684975" y="82830"/>
                </a:lnTo>
                <a:lnTo>
                  <a:pt x="685085" y="83495"/>
                </a:lnTo>
                <a:lnTo>
                  <a:pt x="685204" y="84156"/>
                </a:lnTo>
                <a:lnTo>
                  <a:pt x="685332" y="84812"/>
                </a:lnTo>
                <a:lnTo>
                  <a:pt x="685469" y="85463"/>
                </a:lnTo>
                <a:lnTo>
                  <a:pt x="685615" y="86109"/>
                </a:lnTo>
                <a:lnTo>
                  <a:pt x="685769" y="86751"/>
                </a:lnTo>
                <a:lnTo>
                  <a:pt x="685932" y="87387"/>
                </a:lnTo>
                <a:lnTo>
                  <a:pt x="686104" y="88020"/>
                </a:lnTo>
                <a:lnTo>
                  <a:pt x="686285" y="88647"/>
                </a:lnTo>
                <a:lnTo>
                  <a:pt x="686475" y="89270"/>
                </a:lnTo>
                <a:lnTo>
                  <a:pt x="686674" y="89888"/>
                </a:lnTo>
                <a:lnTo>
                  <a:pt x="686881" y="90501"/>
                </a:lnTo>
                <a:lnTo>
                  <a:pt x="687096" y="91108"/>
                </a:lnTo>
                <a:lnTo>
                  <a:pt x="687319" y="91709"/>
                </a:lnTo>
                <a:lnTo>
                  <a:pt x="687550" y="92303"/>
                </a:lnTo>
                <a:lnTo>
                  <a:pt x="687787" y="92891"/>
                </a:lnTo>
                <a:lnTo>
                  <a:pt x="688033" y="93472"/>
                </a:lnTo>
                <a:lnTo>
                  <a:pt x="688285" y="94046"/>
                </a:lnTo>
                <a:lnTo>
                  <a:pt x="688545" y="94614"/>
                </a:lnTo>
                <a:lnTo>
                  <a:pt x="688813" y="95175"/>
                </a:lnTo>
                <a:lnTo>
                  <a:pt x="689088" y="95729"/>
                </a:lnTo>
                <a:lnTo>
                  <a:pt x="689370" y="96276"/>
                </a:lnTo>
                <a:lnTo>
                  <a:pt x="689659" y="96817"/>
                </a:lnTo>
                <a:lnTo>
                  <a:pt x="689957" y="97352"/>
                </a:lnTo>
                <a:lnTo>
                  <a:pt x="690261" y="97880"/>
                </a:lnTo>
                <a:lnTo>
                  <a:pt x="690573" y="98401"/>
                </a:lnTo>
                <a:lnTo>
                  <a:pt x="690892" y="98915"/>
                </a:lnTo>
                <a:lnTo>
                  <a:pt x="691219" y="99423"/>
                </a:lnTo>
                <a:lnTo>
                  <a:pt x="691553" y="99924"/>
                </a:lnTo>
                <a:lnTo>
                  <a:pt x="691895" y="100418"/>
                </a:lnTo>
                <a:lnTo>
                  <a:pt x="692244" y="100906"/>
                </a:lnTo>
                <a:lnTo>
                  <a:pt x="692600" y="101387"/>
                </a:lnTo>
                <a:lnTo>
                  <a:pt x="692964" y="101862"/>
                </a:lnTo>
                <a:lnTo>
                  <a:pt x="693336" y="102329"/>
                </a:lnTo>
                <a:lnTo>
                  <a:pt x="693714" y="102791"/>
                </a:lnTo>
                <a:lnTo>
                  <a:pt x="694100" y="103245"/>
                </a:lnTo>
                <a:lnTo>
                  <a:pt x="694493" y="103692"/>
                </a:lnTo>
                <a:lnTo>
                  <a:pt x="694893" y="104131"/>
                </a:lnTo>
                <a:lnTo>
                  <a:pt x="695299" y="104561"/>
                </a:lnTo>
                <a:lnTo>
                  <a:pt x="695712" y="104983"/>
                </a:lnTo>
                <a:lnTo>
                  <a:pt x="696131" y="105396"/>
                </a:lnTo>
                <a:lnTo>
                  <a:pt x="696557" y="105801"/>
                </a:lnTo>
                <a:lnTo>
                  <a:pt x="696989" y="106197"/>
                </a:lnTo>
                <a:lnTo>
                  <a:pt x="697428" y="106585"/>
                </a:lnTo>
                <a:lnTo>
                  <a:pt x="697873" y="106964"/>
                </a:lnTo>
                <a:lnTo>
                  <a:pt x="698325" y="107335"/>
                </a:lnTo>
                <a:lnTo>
                  <a:pt x="698783" y="107698"/>
                </a:lnTo>
                <a:lnTo>
                  <a:pt x="699248" y="108052"/>
                </a:lnTo>
                <a:lnTo>
                  <a:pt x="699719" y="108398"/>
                </a:lnTo>
                <a:lnTo>
                  <a:pt x="700197" y="108735"/>
                </a:lnTo>
                <a:lnTo>
                  <a:pt x="700682" y="109064"/>
                </a:lnTo>
                <a:lnTo>
                  <a:pt x="701172" y="109384"/>
                </a:lnTo>
                <a:lnTo>
                  <a:pt x="701670" y="109696"/>
                </a:lnTo>
                <a:lnTo>
                  <a:pt x="702174" y="110000"/>
                </a:lnTo>
                <a:lnTo>
                  <a:pt x="702684" y="110295"/>
                </a:lnTo>
                <a:lnTo>
                  <a:pt x="703201" y="110581"/>
                </a:lnTo>
                <a:lnTo>
                  <a:pt x="703725" y="110859"/>
                </a:lnTo>
                <a:lnTo>
                  <a:pt x="704255" y="111129"/>
                </a:lnTo>
                <a:lnTo>
                  <a:pt x="704792" y="111390"/>
                </a:lnTo>
                <a:lnTo>
                  <a:pt x="705335" y="111643"/>
                </a:lnTo>
                <a:lnTo>
                  <a:pt x="705884" y="111887"/>
                </a:lnTo>
                <a:lnTo>
                  <a:pt x="706438" y="112120"/>
                </a:lnTo>
                <a:lnTo>
                  <a:pt x="706998" y="112343"/>
                </a:lnTo>
                <a:lnTo>
                  <a:pt x="707563" y="112555"/>
                </a:lnTo>
                <a:lnTo>
                  <a:pt x="708134" y="112757"/>
                </a:lnTo>
                <a:lnTo>
                  <a:pt x="708710" y="112949"/>
                </a:lnTo>
                <a:lnTo>
                  <a:pt x="709291" y="113130"/>
                </a:lnTo>
                <a:lnTo>
                  <a:pt x="709878" y="113301"/>
                </a:lnTo>
                <a:lnTo>
                  <a:pt x="710470" y="113461"/>
                </a:lnTo>
                <a:lnTo>
                  <a:pt x="711067" y="113612"/>
                </a:lnTo>
                <a:lnTo>
                  <a:pt x="711670" y="113752"/>
                </a:lnTo>
                <a:lnTo>
                  <a:pt x="712278" y="113881"/>
                </a:lnTo>
                <a:lnTo>
                  <a:pt x="712891" y="114000"/>
                </a:lnTo>
                <a:lnTo>
                  <a:pt x="713510" y="114109"/>
                </a:lnTo>
                <a:lnTo>
                  <a:pt x="714135" y="114207"/>
                </a:lnTo>
                <a:lnTo>
                  <a:pt x="714764" y="114295"/>
                </a:lnTo>
                <a:lnTo>
                  <a:pt x="715399" y="114373"/>
                </a:lnTo>
                <a:lnTo>
                  <a:pt x="716040" y="114440"/>
                </a:lnTo>
                <a:lnTo>
                  <a:pt x="716685" y="114497"/>
                </a:lnTo>
                <a:lnTo>
                  <a:pt x="717336" y="114544"/>
                </a:lnTo>
                <a:lnTo>
                  <a:pt x="717993" y="114580"/>
                </a:lnTo>
                <a:lnTo>
                  <a:pt x="718655" y="114606"/>
                </a:lnTo>
                <a:lnTo>
                  <a:pt x="719322" y="114622"/>
                </a:lnTo>
                <a:lnTo>
                  <a:pt x="719995" y="114627"/>
                </a:lnTo>
                <a:lnTo>
                  <a:pt x="720667" y="114622"/>
                </a:lnTo>
                <a:lnTo>
                  <a:pt x="721334" y="114606"/>
                </a:lnTo>
                <a:lnTo>
                  <a:pt x="721996" y="114580"/>
                </a:lnTo>
                <a:lnTo>
                  <a:pt x="722652" y="114544"/>
                </a:lnTo>
                <a:lnTo>
                  <a:pt x="723302" y="114497"/>
                </a:lnTo>
                <a:lnTo>
                  <a:pt x="723947" y="114440"/>
                </a:lnTo>
                <a:lnTo>
                  <a:pt x="724587" y="114373"/>
                </a:lnTo>
                <a:lnTo>
                  <a:pt x="725221" y="114295"/>
                </a:lnTo>
                <a:lnTo>
                  <a:pt x="725849" y="114207"/>
                </a:lnTo>
                <a:lnTo>
                  <a:pt x="726472" y="114109"/>
                </a:lnTo>
                <a:lnTo>
                  <a:pt x="727090" y="114000"/>
                </a:lnTo>
                <a:lnTo>
                  <a:pt x="727702" y="113881"/>
                </a:lnTo>
                <a:lnTo>
                  <a:pt x="728309" y="113752"/>
                </a:lnTo>
                <a:lnTo>
                  <a:pt x="728910" y="113612"/>
                </a:lnTo>
                <a:lnTo>
                  <a:pt x="729505" y="113461"/>
                </a:lnTo>
                <a:lnTo>
                  <a:pt x="730095" y="113301"/>
                </a:lnTo>
                <a:lnTo>
                  <a:pt x="730680" y="113130"/>
                </a:lnTo>
                <a:lnTo>
                  <a:pt x="731259" y="112949"/>
                </a:lnTo>
                <a:lnTo>
                  <a:pt x="731832" y="112757"/>
                </a:lnTo>
                <a:lnTo>
                  <a:pt x="732400" y="112555"/>
                </a:lnTo>
                <a:lnTo>
                  <a:pt x="732963" y="112343"/>
                </a:lnTo>
                <a:lnTo>
                  <a:pt x="733520" y="112120"/>
                </a:lnTo>
                <a:lnTo>
                  <a:pt x="734072" y="111887"/>
                </a:lnTo>
                <a:lnTo>
                  <a:pt x="734618" y="111643"/>
                </a:lnTo>
                <a:lnTo>
                  <a:pt x="735158" y="111390"/>
                </a:lnTo>
                <a:lnTo>
                  <a:pt x="735691" y="111129"/>
                </a:lnTo>
                <a:lnTo>
                  <a:pt x="736219" y="110859"/>
                </a:lnTo>
                <a:lnTo>
                  <a:pt x="736740" y="110581"/>
                </a:lnTo>
                <a:lnTo>
                  <a:pt x="737254" y="110295"/>
                </a:lnTo>
                <a:lnTo>
                  <a:pt x="737762" y="110000"/>
                </a:lnTo>
                <a:lnTo>
                  <a:pt x="738264" y="109696"/>
                </a:lnTo>
                <a:lnTo>
                  <a:pt x="738759" y="109384"/>
                </a:lnTo>
                <a:lnTo>
                  <a:pt x="739248" y="109064"/>
                </a:lnTo>
                <a:lnTo>
                  <a:pt x="739731" y="108735"/>
                </a:lnTo>
                <a:lnTo>
                  <a:pt x="740207" y="108398"/>
                </a:lnTo>
                <a:lnTo>
                  <a:pt x="740677" y="108052"/>
                </a:lnTo>
                <a:lnTo>
                  <a:pt x="741140" y="107698"/>
                </a:lnTo>
                <a:lnTo>
                  <a:pt x="741597" y="107335"/>
                </a:lnTo>
                <a:lnTo>
                  <a:pt x="742048" y="106964"/>
                </a:lnTo>
                <a:lnTo>
                  <a:pt x="742492" y="106585"/>
                </a:lnTo>
                <a:lnTo>
                  <a:pt x="742930" y="106197"/>
                </a:lnTo>
                <a:lnTo>
                  <a:pt x="743361" y="105801"/>
                </a:lnTo>
                <a:lnTo>
                  <a:pt x="743786" y="105396"/>
                </a:lnTo>
                <a:lnTo>
                  <a:pt x="744205" y="104983"/>
                </a:lnTo>
                <a:lnTo>
                  <a:pt x="744617" y="104561"/>
                </a:lnTo>
                <a:lnTo>
                  <a:pt x="745023" y="104131"/>
                </a:lnTo>
                <a:lnTo>
                  <a:pt x="745422" y="103692"/>
                </a:lnTo>
                <a:lnTo>
                  <a:pt x="745815" y="103245"/>
                </a:lnTo>
                <a:lnTo>
                  <a:pt x="746201" y="102791"/>
                </a:lnTo>
                <a:lnTo>
                  <a:pt x="746580" y="102329"/>
                </a:lnTo>
                <a:lnTo>
                  <a:pt x="746951" y="101862"/>
                </a:lnTo>
                <a:lnTo>
                  <a:pt x="747314" y="101387"/>
                </a:lnTo>
                <a:lnTo>
                  <a:pt x="747670" y="100906"/>
                </a:lnTo>
                <a:lnTo>
                  <a:pt x="748018" y="100418"/>
                </a:lnTo>
                <a:lnTo>
                  <a:pt x="748359" y="99924"/>
                </a:lnTo>
                <a:lnTo>
                  <a:pt x="748692" y="99423"/>
                </a:lnTo>
                <a:lnTo>
                  <a:pt x="749018" y="98915"/>
                </a:lnTo>
                <a:lnTo>
                  <a:pt x="749336" y="98401"/>
                </a:lnTo>
                <a:lnTo>
                  <a:pt x="749647" y="97880"/>
                </a:lnTo>
                <a:lnTo>
                  <a:pt x="749950" y="97352"/>
                </a:lnTo>
                <a:lnTo>
                  <a:pt x="750245" y="96817"/>
                </a:lnTo>
                <a:lnTo>
                  <a:pt x="750533" y="96276"/>
                </a:lnTo>
                <a:lnTo>
                  <a:pt x="750814" y="95729"/>
                </a:lnTo>
                <a:lnTo>
                  <a:pt x="751086" y="95175"/>
                </a:lnTo>
                <a:lnTo>
                  <a:pt x="751352" y="94614"/>
                </a:lnTo>
                <a:lnTo>
                  <a:pt x="751610" y="94046"/>
                </a:lnTo>
                <a:lnTo>
                  <a:pt x="751860" y="93472"/>
                </a:lnTo>
                <a:lnTo>
                  <a:pt x="752102" y="92891"/>
                </a:lnTo>
                <a:lnTo>
                  <a:pt x="752338" y="92303"/>
                </a:lnTo>
                <a:lnTo>
                  <a:pt x="752565" y="91709"/>
                </a:lnTo>
                <a:lnTo>
                  <a:pt x="752785" y="91108"/>
                </a:lnTo>
                <a:lnTo>
                  <a:pt x="752998" y="90501"/>
                </a:lnTo>
                <a:lnTo>
                  <a:pt x="753202" y="89888"/>
                </a:lnTo>
                <a:lnTo>
                  <a:pt x="753398" y="89270"/>
                </a:lnTo>
                <a:lnTo>
                  <a:pt x="753585" y="88647"/>
                </a:lnTo>
                <a:lnTo>
                  <a:pt x="753763" y="88020"/>
                </a:lnTo>
                <a:lnTo>
                  <a:pt x="753933" y="87387"/>
                </a:lnTo>
                <a:lnTo>
                  <a:pt x="754093" y="86751"/>
                </a:lnTo>
                <a:lnTo>
                  <a:pt x="754246" y="86109"/>
                </a:lnTo>
                <a:lnTo>
                  <a:pt x="754389" y="85463"/>
                </a:lnTo>
                <a:lnTo>
                  <a:pt x="754524" y="84812"/>
                </a:lnTo>
                <a:lnTo>
                  <a:pt x="754650" y="84156"/>
                </a:lnTo>
                <a:lnTo>
                  <a:pt x="754768" y="83495"/>
                </a:lnTo>
                <a:lnTo>
                  <a:pt x="754876" y="82830"/>
                </a:lnTo>
                <a:lnTo>
                  <a:pt x="754976" y="82160"/>
                </a:lnTo>
                <a:lnTo>
                  <a:pt x="755068" y="81485"/>
                </a:lnTo>
                <a:lnTo>
                  <a:pt x="755150" y="80806"/>
                </a:lnTo>
                <a:lnTo>
                  <a:pt x="755224" y="80122"/>
                </a:lnTo>
                <a:lnTo>
                  <a:pt x="755289" y="79433"/>
                </a:lnTo>
                <a:lnTo>
                  <a:pt x="755346" y="78739"/>
                </a:lnTo>
                <a:lnTo>
                  <a:pt x="755394" y="78041"/>
                </a:lnTo>
                <a:lnTo>
                  <a:pt x="755433" y="77338"/>
                </a:lnTo>
                <a:lnTo>
                  <a:pt x="755463" y="76630"/>
                </a:lnTo>
                <a:lnTo>
                  <a:pt x="755485" y="75917"/>
                </a:lnTo>
                <a:lnTo>
                  <a:pt x="755498" y="75200"/>
                </a:lnTo>
                <a:lnTo>
                  <a:pt x="755502" y="74478"/>
                </a:lnTo>
                <a:lnTo>
                  <a:pt x="755502" y="72121"/>
                </a:lnTo>
                <a:lnTo>
                  <a:pt x="755498" y="71399"/>
                </a:lnTo>
                <a:lnTo>
                  <a:pt x="755485" y="70681"/>
                </a:lnTo>
                <a:lnTo>
                  <a:pt x="755463" y="69968"/>
                </a:lnTo>
                <a:lnTo>
                  <a:pt x="755433" y="69260"/>
                </a:lnTo>
                <a:lnTo>
                  <a:pt x="755394" y="68556"/>
                </a:lnTo>
                <a:lnTo>
                  <a:pt x="755346" y="67857"/>
                </a:lnTo>
                <a:lnTo>
                  <a:pt x="755289" y="67163"/>
                </a:lnTo>
                <a:lnTo>
                  <a:pt x="755224" y="66473"/>
                </a:lnTo>
                <a:lnTo>
                  <a:pt x="755150" y="65788"/>
                </a:lnTo>
                <a:lnTo>
                  <a:pt x="755068" y="65107"/>
                </a:lnTo>
                <a:lnTo>
                  <a:pt x="754976" y="64431"/>
                </a:lnTo>
                <a:lnTo>
                  <a:pt x="754876" y="63759"/>
                </a:lnTo>
                <a:lnTo>
                  <a:pt x="754768" y="63093"/>
                </a:lnTo>
                <a:lnTo>
                  <a:pt x="754650" y="62430"/>
                </a:lnTo>
                <a:lnTo>
                  <a:pt x="754524" y="61773"/>
                </a:lnTo>
                <a:lnTo>
                  <a:pt x="754389" y="61120"/>
                </a:lnTo>
                <a:lnTo>
                  <a:pt x="754246" y="60471"/>
                </a:lnTo>
                <a:lnTo>
                  <a:pt x="754093" y="59827"/>
                </a:lnTo>
                <a:lnTo>
                  <a:pt x="753933" y="59188"/>
                </a:lnTo>
                <a:lnTo>
                  <a:pt x="753763" y="58554"/>
                </a:lnTo>
                <a:lnTo>
                  <a:pt x="753585" y="57923"/>
                </a:lnTo>
                <a:lnTo>
                  <a:pt x="753398" y="57298"/>
                </a:lnTo>
                <a:lnTo>
                  <a:pt x="753202" y="56677"/>
                </a:lnTo>
                <a:lnTo>
                  <a:pt x="752998" y="56061"/>
                </a:lnTo>
                <a:lnTo>
                  <a:pt x="752785" y="55451"/>
                </a:lnTo>
                <a:lnTo>
                  <a:pt x="752565" y="54847"/>
                </a:lnTo>
                <a:lnTo>
                  <a:pt x="752338" y="54250"/>
                </a:lnTo>
                <a:lnTo>
                  <a:pt x="752102" y="53661"/>
                </a:lnTo>
                <a:lnTo>
                  <a:pt x="751860" y="53078"/>
                </a:lnTo>
                <a:lnTo>
                  <a:pt x="751610" y="52502"/>
                </a:lnTo>
                <a:lnTo>
                  <a:pt x="751352" y="51933"/>
                </a:lnTo>
                <a:lnTo>
                  <a:pt x="751086" y="51371"/>
                </a:lnTo>
                <a:lnTo>
                  <a:pt x="750814" y="50816"/>
                </a:lnTo>
                <a:lnTo>
                  <a:pt x="750533" y="50267"/>
                </a:lnTo>
                <a:lnTo>
                  <a:pt x="750245" y="49726"/>
                </a:lnTo>
                <a:lnTo>
                  <a:pt x="749950" y="49192"/>
                </a:lnTo>
                <a:lnTo>
                  <a:pt x="749647" y="48664"/>
                </a:lnTo>
                <a:lnTo>
                  <a:pt x="749336" y="48143"/>
                </a:lnTo>
                <a:lnTo>
                  <a:pt x="749018" y="47630"/>
                </a:lnTo>
                <a:lnTo>
                  <a:pt x="748692" y="47123"/>
                </a:lnTo>
                <a:lnTo>
                  <a:pt x="748359" y="46623"/>
                </a:lnTo>
                <a:lnTo>
                  <a:pt x="748018" y="46130"/>
                </a:lnTo>
                <a:lnTo>
                  <a:pt x="747670" y="45644"/>
                </a:lnTo>
                <a:lnTo>
                  <a:pt x="747314" y="45164"/>
                </a:lnTo>
                <a:lnTo>
                  <a:pt x="746951" y="44692"/>
                </a:lnTo>
                <a:lnTo>
                  <a:pt x="746580" y="44227"/>
                </a:lnTo>
                <a:lnTo>
                  <a:pt x="746201" y="43768"/>
                </a:lnTo>
                <a:lnTo>
                  <a:pt x="745815" y="43317"/>
                </a:lnTo>
                <a:lnTo>
                  <a:pt x="745422" y="42873"/>
                </a:lnTo>
                <a:lnTo>
                  <a:pt x="745022" y="42437"/>
                </a:lnTo>
                <a:lnTo>
                  <a:pt x="744616" y="42010"/>
                </a:lnTo>
                <a:lnTo>
                  <a:pt x="744203" y="41591"/>
                </a:lnTo>
                <a:lnTo>
                  <a:pt x="743783" y="41180"/>
                </a:lnTo>
                <a:lnTo>
                  <a:pt x="743356" y="40777"/>
                </a:lnTo>
                <a:lnTo>
                  <a:pt x="742923" y="40383"/>
                </a:lnTo>
                <a:lnTo>
                  <a:pt x="742484" y="39997"/>
                </a:lnTo>
                <a:lnTo>
                  <a:pt x="742037" y="39620"/>
                </a:lnTo>
                <a:lnTo>
                  <a:pt x="741584" y="39251"/>
                </a:lnTo>
                <a:lnTo>
                  <a:pt x="741125" y="38890"/>
                </a:lnTo>
                <a:lnTo>
                  <a:pt x="740658" y="38537"/>
                </a:lnTo>
                <a:lnTo>
                  <a:pt x="740185" y="38193"/>
                </a:lnTo>
                <a:lnTo>
                  <a:pt x="739706" y="37857"/>
                </a:lnTo>
                <a:lnTo>
                  <a:pt x="739220" y="37530"/>
                </a:lnTo>
                <a:lnTo>
                  <a:pt x="738727" y="37210"/>
                </a:lnTo>
                <a:lnTo>
                  <a:pt x="738227" y="36899"/>
                </a:lnTo>
                <a:lnTo>
                  <a:pt x="737721" y="36597"/>
                </a:lnTo>
                <a:lnTo>
                  <a:pt x="737208" y="36302"/>
                </a:lnTo>
                <a:lnTo>
                  <a:pt x="736688" y="36016"/>
                </a:lnTo>
                <a:lnTo>
                  <a:pt x="736162" y="35739"/>
                </a:lnTo>
                <a:lnTo>
                  <a:pt x="735630" y="35469"/>
                </a:lnTo>
                <a:lnTo>
                  <a:pt x="735090" y="35208"/>
                </a:lnTo>
                <a:lnTo>
                  <a:pt x="734544" y="34955"/>
                </a:lnTo>
                <a:lnTo>
                  <a:pt x="733992" y="34712"/>
                </a:lnTo>
                <a:lnTo>
                  <a:pt x="733435" y="34479"/>
                </a:lnTo>
                <a:lnTo>
                  <a:pt x="732872" y="34256"/>
                </a:lnTo>
                <a:lnTo>
                  <a:pt x="732304" y="34044"/>
                </a:lnTo>
                <a:lnTo>
                  <a:pt x="731731" y="33842"/>
                </a:lnTo>
                <a:lnTo>
                  <a:pt x="731153" y="33650"/>
                </a:lnTo>
                <a:lnTo>
                  <a:pt x="730569" y="33469"/>
                </a:lnTo>
                <a:lnTo>
                  <a:pt x="729981" y="33298"/>
                </a:lnTo>
                <a:lnTo>
                  <a:pt x="729387" y="33137"/>
                </a:lnTo>
                <a:lnTo>
                  <a:pt x="728787" y="32987"/>
                </a:lnTo>
                <a:lnTo>
                  <a:pt x="728183" y="32847"/>
                </a:lnTo>
                <a:lnTo>
                  <a:pt x="727573" y="32718"/>
                </a:lnTo>
                <a:lnTo>
                  <a:pt x="726958" y="32599"/>
                </a:lnTo>
                <a:lnTo>
                  <a:pt x="726338" y="32490"/>
                </a:lnTo>
                <a:lnTo>
                  <a:pt x="725712" y="32391"/>
                </a:lnTo>
                <a:lnTo>
                  <a:pt x="725082" y="32303"/>
                </a:lnTo>
                <a:lnTo>
                  <a:pt x="724446" y="32226"/>
                </a:lnTo>
                <a:lnTo>
                  <a:pt x="723805" y="32158"/>
                </a:lnTo>
                <a:lnTo>
                  <a:pt x="723158" y="32101"/>
                </a:lnTo>
                <a:lnTo>
                  <a:pt x="722506" y="32055"/>
                </a:lnTo>
                <a:lnTo>
                  <a:pt x="721850" y="32018"/>
                </a:lnTo>
                <a:lnTo>
                  <a:pt x="721187" y="31992"/>
                </a:lnTo>
                <a:lnTo>
                  <a:pt x="720520" y="31977"/>
                </a:lnTo>
                <a:lnTo>
                  <a:pt x="719847" y="31972"/>
                </a:lnTo>
                <a:lnTo>
                  <a:pt x="719181" y="31977"/>
                </a:lnTo>
                <a:lnTo>
                  <a:pt x="718519" y="31992"/>
                </a:lnTo>
                <a:lnTo>
                  <a:pt x="717863" y="32018"/>
                </a:lnTo>
                <a:lnTo>
                  <a:pt x="717212" y="32055"/>
                </a:lnTo>
                <a:lnTo>
                  <a:pt x="716565" y="32101"/>
                </a:lnTo>
                <a:lnTo>
                  <a:pt x="715924" y="32158"/>
                </a:lnTo>
                <a:lnTo>
                  <a:pt x="715289" y="32226"/>
                </a:lnTo>
                <a:lnTo>
                  <a:pt x="714658" y="32303"/>
                </a:lnTo>
                <a:lnTo>
                  <a:pt x="714032" y="32391"/>
                </a:lnTo>
                <a:lnTo>
                  <a:pt x="713412" y="32490"/>
                </a:lnTo>
                <a:lnTo>
                  <a:pt x="712796" y="32599"/>
                </a:lnTo>
                <a:lnTo>
                  <a:pt x="712186" y="32718"/>
                </a:lnTo>
                <a:lnTo>
                  <a:pt x="711581" y="32847"/>
                </a:lnTo>
                <a:lnTo>
                  <a:pt x="710981" y="32987"/>
                </a:lnTo>
                <a:lnTo>
                  <a:pt x="710386" y="33137"/>
                </a:lnTo>
                <a:lnTo>
                  <a:pt x="709796" y="33298"/>
                </a:lnTo>
                <a:lnTo>
                  <a:pt x="709211" y="33469"/>
                </a:lnTo>
                <a:lnTo>
                  <a:pt x="708631" y="33650"/>
                </a:lnTo>
                <a:lnTo>
                  <a:pt x="708057" y="33842"/>
                </a:lnTo>
                <a:lnTo>
                  <a:pt x="707487" y="34044"/>
                </a:lnTo>
                <a:lnTo>
                  <a:pt x="706923" y="34256"/>
                </a:lnTo>
                <a:lnTo>
                  <a:pt x="706364" y="34479"/>
                </a:lnTo>
                <a:lnTo>
                  <a:pt x="705810" y="34712"/>
                </a:lnTo>
                <a:lnTo>
                  <a:pt x="705261" y="34955"/>
                </a:lnTo>
                <a:lnTo>
                  <a:pt x="704718" y="35208"/>
                </a:lnTo>
                <a:lnTo>
                  <a:pt x="704182" y="35469"/>
                </a:lnTo>
                <a:lnTo>
                  <a:pt x="703652" y="35739"/>
                </a:lnTo>
                <a:lnTo>
                  <a:pt x="703129" y="36016"/>
                </a:lnTo>
                <a:lnTo>
                  <a:pt x="702612" y="36302"/>
                </a:lnTo>
                <a:lnTo>
                  <a:pt x="702103" y="36597"/>
                </a:lnTo>
                <a:lnTo>
                  <a:pt x="701599" y="36899"/>
                </a:lnTo>
                <a:lnTo>
                  <a:pt x="701103" y="37210"/>
                </a:lnTo>
                <a:lnTo>
                  <a:pt x="700613" y="37530"/>
                </a:lnTo>
                <a:lnTo>
                  <a:pt x="700130" y="37857"/>
                </a:lnTo>
                <a:lnTo>
                  <a:pt x="699653" y="38193"/>
                </a:lnTo>
                <a:lnTo>
                  <a:pt x="699183" y="38537"/>
                </a:lnTo>
                <a:lnTo>
                  <a:pt x="698720" y="38890"/>
                </a:lnTo>
                <a:lnTo>
                  <a:pt x="698264" y="39251"/>
                </a:lnTo>
                <a:lnTo>
                  <a:pt x="697814" y="39620"/>
                </a:lnTo>
                <a:lnTo>
                  <a:pt x="697370" y="39997"/>
                </a:lnTo>
                <a:lnTo>
                  <a:pt x="696934" y="40383"/>
                </a:lnTo>
                <a:lnTo>
                  <a:pt x="696504" y="40777"/>
                </a:lnTo>
                <a:lnTo>
                  <a:pt x="696080" y="41180"/>
                </a:lnTo>
                <a:lnTo>
                  <a:pt x="695664" y="41591"/>
                </a:lnTo>
                <a:lnTo>
                  <a:pt x="695254" y="42010"/>
                </a:lnTo>
                <a:lnTo>
                  <a:pt x="694850" y="42437"/>
                </a:lnTo>
                <a:lnTo>
                  <a:pt x="694454" y="42873"/>
                </a:lnTo>
                <a:lnTo>
                  <a:pt x="694064" y="43317"/>
                </a:lnTo>
                <a:lnTo>
                  <a:pt x="693680" y="43768"/>
                </a:lnTo>
                <a:lnTo>
                  <a:pt x="693305" y="44227"/>
                </a:lnTo>
                <a:lnTo>
                  <a:pt x="692936" y="44692"/>
                </a:lnTo>
                <a:lnTo>
                  <a:pt x="692575" y="45164"/>
                </a:lnTo>
                <a:lnTo>
                  <a:pt x="692221" y="45644"/>
                </a:lnTo>
                <a:lnTo>
                  <a:pt x="691874" y="46130"/>
                </a:lnTo>
                <a:lnTo>
                  <a:pt x="691535" y="46623"/>
                </a:lnTo>
                <a:lnTo>
                  <a:pt x="691203" y="47123"/>
                </a:lnTo>
                <a:lnTo>
                  <a:pt x="690878" y="47630"/>
                </a:lnTo>
                <a:lnTo>
                  <a:pt x="690561" y="48143"/>
                </a:lnTo>
                <a:lnTo>
                  <a:pt x="690250" y="48664"/>
                </a:lnTo>
                <a:lnTo>
                  <a:pt x="689947" y="49192"/>
                </a:lnTo>
                <a:lnTo>
                  <a:pt x="689652" y="49726"/>
                </a:lnTo>
                <a:lnTo>
                  <a:pt x="689363" y="50267"/>
                </a:lnTo>
                <a:lnTo>
                  <a:pt x="689082" y="50816"/>
                </a:lnTo>
                <a:lnTo>
                  <a:pt x="688809" y="51371"/>
                </a:lnTo>
                <a:lnTo>
                  <a:pt x="688542" y="51933"/>
                </a:lnTo>
                <a:lnTo>
                  <a:pt x="688283" y="52502"/>
                </a:lnTo>
                <a:lnTo>
                  <a:pt x="688031" y="53078"/>
                </a:lnTo>
                <a:lnTo>
                  <a:pt x="687786" y="53661"/>
                </a:lnTo>
                <a:lnTo>
                  <a:pt x="687549" y="54250"/>
                </a:lnTo>
                <a:lnTo>
                  <a:pt x="687319" y="54847"/>
                </a:lnTo>
                <a:lnTo>
                  <a:pt x="687096" y="55451"/>
                </a:lnTo>
                <a:lnTo>
                  <a:pt x="686881" y="56061"/>
                </a:lnTo>
                <a:lnTo>
                  <a:pt x="686674" y="56677"/>
                </a:lnTo>
                <a:lnTo>
                  <a:pt x="686475" y="57298"/>
                </a:lnTo>
                <a:lnTo>
                  <a:pt x="686285" y="57923"/>
                </a:lnTo>
                <a:lnTo>
                  <a:pt x="686104" y="58554"/>
                </a:lnTo>
                <a:lnTo>
                  <a:pt x="685932" y="59188"/>
                </a:lnTo>
                <a:lnTo>
                  <a:pt x="685769" y="59827"/>
                </a:lnTo>
                <a:lnTo>
                  <a:pt x="685615" y="60471"/>
                </a:lnTo>
                <a:lnTo>
                  <a:pt x="685469" y="61120"/>
                </a:lnTo>
                <a:lnTo>
                  <a:pt x="685332" y="61773"/>
                </a:lnTo>
                <a:lnTo>
                  <a:pt x="685204" y="62430"/>
                </a:lnTo>
                <a:lnTo>
                  <a:pt x="685085" y="63093"/>
                </a:lnTo>
                <a:lnTo>
                  <a:pt x="684975" y="63759"/>
                </a:lnTo>
                <a:lnTo>
                  <a:pt x="684873" y="64431"/>
                </a:lnTo>
                <a:lnTo>
                  <a:pt x="684781" y="65107"/>
                </a:lnTo>
                <a:lnTo>
                  <a:pt x="684697" y="65788"/>
                </a:lnTo>
                <a:lnTo>
                  <a:pt x="684622" y="66473"/>
                </a:lnTo>
                <a:lnTo>
                  <a:pt x="684556" y="67163"/>
                </a:lnTo>
                <a:lnTo>
                  <a:pt x="684498" y="67857"/>
                </a:lnTo>
                <a:lnTo>
                  <a:pt x="684450" y="68556"/>
                </a:lnTo>
                <a:lnTo>
                  <a:pt x="684410" y="69260"/>
                </a:lnTo>
                <a:lnTo>
                  <a:pt x="684379" y="69968"/>
                </a:lnTo>
                <a:lnTo>
                  <a:pt x="684357" y="70681"/>
                </a:lnTo>
                <a:lnTo>
                  <a:pt x="684344" y="71399"/>
                </a:lnTo>
                <a:lnTo>
                  <a:pt x="684339" y="72121"/>
                </a:lnTo>
                <a:lnTo>
                  <a:pt x="684339" y="74478"/>
                </a:lnTo>
                <a:lnTo>
                  <a:pt x="684344" y="75200"/>
                </a:lnTo>
                <a:lnTo>
                  <a:pt x="684357" y="75917"/>
                </a:lnTo>
                <a:lnTo>
                  <a:pt x="684379" y="76630"/>
                </a:lnTo>
                <a:lnTo>
                  <a:pt x="684410" y="77338"/>
                </a:lnTo>
                <a:lnTo>
                  <a:pt x="684450" y="78041"/>
                </a:lnTo>
                <a:lnTo>
                  <a:pt x="684498" y="78739"/>
                </a:lnTo>
                <a:close/>
                <a:moveTo>
                  <a:pt x="693288" y="68921"/>
                </a:moveTo>
                <a:lnTo>
                  <a:pt x="693327" y="68395"/>
                </a:lnTo>
                <a:lnTo>
                  <a:pt x="693372" y="67872"/>
                </a:lnTo>
                <a:lnTo>
                  <a:pt x="693423" y="67352"/>
                </a:lnTo>
                <a:lnTo>
                  <a:pt x="693480" y="66833"/>
                </a:lnTo>
                <a:lnTo>
                  <a:pt x="693543" y="66317"/>
                </a:lnTo>
                <a:lnTo>
                  <a:pt x="693612" y="65804"/>
                </a:lnTo>
                <a:lnTo>
                  <a:pt x="693687" y="65292"/>
                </a:lnTo>
                <a:lnTo>
                  <a:pt x="693769" y="64783"/>
                </a:lnTo>
                <a:lnTo>
                  <a:pt x="693856" y="64276"/>
                </a:lnTo>
                <a:lnTo>
                  <a:pt x="693949" y="63772"/>
                </a:lnTo>
                <a:lnTo>
                  <a:pt x="694048" y="63269"/>
                </a:lnTo>
                <a:lnTo>
                  <a:pt x="694153" y="62769"/>
                </a:lnTo>
                <a:lnTo>
                  <a:pt x="694265" y="62272"/>
                </a:lnTo>
                <a:lnTo>
                  <a:pt x="694382" y="61776"/>
                </a:lnTo>
                <a:lnTo>
                  <a:pt x="694505" y="61283"/>
                </a:lnTo>
                <a:lnTo>
                  <a:pt x="694634" y="60793"/>
                </a:lnTo>
                <a:lnTo>
                  <a:pt x="694769" y="60304"/>
                </a:lnTo>
                <a:lnTo>
                  <a:pt x="694911" y="59818"/>
                </a:lnTo>
                <a:lnTo>
                  <a:pt x="695058" y="59335"/>
                </a:lnTo>
                <a:lnTo>
                  <a:pt x="695211" y="58857"/>
                </a:lnTo>
                <a:lnTo>
                  <a:pt x="695370" y="58383"/>
                </a:lnTo>
                <a:lnTo>
                  <a:pt x="695535" y="57913"/>
                </a:lnTo>
                <a:lnTo>
                  <a:pt x="695706" y="57448"/>
                </a:lnTo>
                <a:lnTo>
                  <a:pt x="695882" y="56987"/>
                </a:lnTo>
                <a:lnTo>
                  <a:pt x="696065" y="56530"/>
                </a:lnTo>
                <a:lnTo>
                  <a:pt x="696253" y="56077"/>
                </a:lnTo>
                <a:lnTo>
                  <a:pt x="696447" y="55629"/>
                </a:lnTo>
                <a:lnTo>
                  <a:pt x="696648" y="55186"/>
                </a:lnTo>
                <a:lnTo>
                  <a:pt x="696854" y="54746"/>
                </a:lnTo>
                <a:lnTo>
                  <a:pt x="697066" y="54311"/>
                </a:lnTo>
                <a:lnTo>
                  <a:pt x="697283" y="53881"/>
                </a:lnTo>
                <a:lnTo>
                  <a:pt x="697507" y="53455"/>
                </a:lnTo>
                <a:lnTo>
                  <a:pt x="697737" y="53033"/>
                </a:lnTo>
                <a:lnTo>
                  <a:pt x="697972" y="52615"/>
                </a:lnTo>
                <a:lnTo>
                  <a:pt x="698213" y="52202"/>
                </a:lnTo>
                <a:lnTo>
                  <a:pt x="698461" y="51793"/>
                </a:lnTo>
                <a:lnTo>
                  <a:pt x="698714" y="51388"/>
                </a:lnTo>
                <a:lnTo>
                  <a:pt x="698973" y="50988"/>
                </a:lnTo>
                <a:lnTo>
                  <a:pt x="699238" y="50592"/>
                </a:lnTo>
                <a:lnTo>
                  <a:pt x="699508" y="50201"/>
                </a:lnTo>
                <a:lnTo>
                  <a:pt x="699785" y="49814"/>
                </a:lnTo>
                <a:lnTo>
                  <a:pt x="700067" y="49431"/>
                </a:lnTo>
                <a:lnTo>
                  <a:pt x="700356" y="49054"/>
                </a:lnTo>
                <a:lnTo>
                  <a:pt x="700649" y="48683"/>
                </a:lnTo>
                <a:lnTo>
                  <a:pt x="700948" y="48319"/>
                </a:lnTo>
                <a:lnTo>
                  <a:pt x="701252" y="47962"/>
                </a:lnTo>
                <a:lnTo>
                  <a:pt x="701562" y="47611"/>
                </a:lnTo>
                <a:lnTo>
                  <a:pt x="701877" y="47267"/>
                </a:lnTo>
                <a:lnTo>
                  <a:pt x="702197" y="46930"/>
                </a:lnTo>
                <a:lnTo>
                  <a:pt x="702523" y="46599"/>
                </a:lnTo>
                <a:lnTo>
                  <a:pt x="702854" y="46275"/>
                </a:lnTo>
                <a:lnTo>
                  <a:pt x="703191" y="45957"/>
                </a:lnTo>
                <a:lnTo>
                  <a:pt x="703533" y="45647"/>
                </a:lnTo>
                <a:lnTo>
                  <a:pt x="703880" y="45342"/>
                </a:lnTo>
                <a:lnTo>
                  <a:pt x="704232" y="45045"/>
                </a:lnTo>
                <a:lnTo>
                  <a:pt x="704590" y="44754"/>
                </a:lnTo>
                <a:lnTo>
                  <a:pt x="704954" y="44470"/>
                </a:lnTo>
                <a:lnTo>
                  <a:pt x="705322" y="44192"/>
                </a:lnTo>
                <a:lnTo>
                  <a:pt x="705697" y="43922"/>
                </a:lnTo>
                <a:lnTo>
                  <a:pt x="706076" y="43657"/>
                </a:lnTo>
                <a:lnTo>
                  <a:pt x="706461" y="43400"/>
                </a:lnTo>
                <a:lnTo>
                  <a:pt x="706851" y="43149"/>
                </a:lnTo>
                <a:lnTo>
                  <a:pt x="707247" y="42905"/>
                </a:lnTo>
                <a:lnTo>
                  <a:pt x="707648" y="42667"/>
                </a:lnTo>
                <a:lnTo>
                  <a:pt x="708054" y="42436"/>
                </a:lnTo>
                <a:lnTo>
                  <a:pt x="708466" y="42212"/>
                </a:lnTo>
                <a:lnTo>
                  <a:pt x="708882" y="41995"/>
                </a:lnTo>
                <a:lnTo>
                  <a:pt x="709304" y="41788"/>
                </a:lnTo>
                <a:lnTo>
                  <a:pt x="709731" y="41590"/>
                </a:lnTo>
                <a:lnTo>
                  <a:pt x="710163" y="41401"/>
                </a:lnTo>
                <a:lnTo>
                  <a:pt x="710600" y="41222"/>
                </a:lnTo>
                <a:lnTo>
                  <a:pt x="711042" y="41051"/>
                </a:lnTo>
                <a:lnTo>
                  <a:pt x="711488" y="40890"/>
                </a:lnTo>
                <a:lnTo>
                  <a:pt x="711940" y="40738"/>
                </a:lnTo>
                <a:lnTo>
                  <a:pt x="712397" y="40595"/>
                </a:lnTo>
                <a:lnTo>
                  <a:pt x="712859" y="40462"/>
                </a:lnTo>
                <a:lnTo>
                  <a:pt x="713326" y="40338"/>
                </a:lnTo>
                <a:lnTo>
                  <a:pt x="713797" y="40223"/>
                </a:lnTo>
                <a:lnTo>
                  <a:pt x="714274" y="40117"/>
                </a:lnTo>
                <a:lnTo>
                  <a:pt x="714756" y="40020"/>
                </a:lnTo>
                <a:lnTo>
                  <a:pt x="715242" y="39932"/>
                </a:lnTo>
                <a:lnTo>
                  <a:pt x="715734" y="39854"/>
                </a:lnTo>
                <a:lnTo>
                  <a:pt x="716231" y="39785"/>
                </a:lnTo>
                <a:lnTo>
                  <a:pt x="716732" y="39725"/>
                </a:lnTo>
                <a:lnTo>
                  <a:pt x="717239" y="39675"/>
                </a:lnTo>
                <a:lnTo>
                  <a:pt x="717751" y="39633"/>
                </a:lnTo>
                <a:lnTo>
                  <a:pt x="718267" y="39601"/>
                </a:lnTo>
                <a:lnTo>
                  <a:pt x="718789" y="39578"/>
                </a:lnTo>
                <a:lnTo>
                  <a:pt x="719316" y="39564"/>
                </a:lnTo>
                <a:lnTo>
                  <a:pt x="719847" y="39560"/>
                </a:lnTo>
                <a:lnTo>
                  <a:pt x="720385" y="39564"/>
                </a:lnTo>
                <a:lnTo>
                  <a:pt x="720917" y="39578"/>
                </a:lnTo>
                <a:lnTo>
                  <a:pt x="721445" y="39601"/>
                </a:lnTo>
                <a:lnTo>
                  <a:pt x="721967" y="39633"/>
                </a:lnTo>
                <a:lnTo>
                  <a:pt x="722484" y="39675"/>
                </a:lnTo>
                <a:lnTo>
                  <a:pt x="722997" y="39725"/>
                </a:lnTo>
                <a:lnTo>
                  <a:pt x="723504" y="39785"/>
                </a:lnTo>
                <a:lnTo>
                  <a:pt x="724005" y="39854"/>
                </a:lnTo>
                <a:lnTo>
                  <a:pt x="724502" y="39932"/>
                </a:lnTo>
                <a:lnTo>
                  <a:pt x="724994" y="40020"/>
                </a:lnTo>
                <a:lnTo>
                  <a:pt x="725480" y="40117"/>
                </a:lnTo>
                <a:lnTo>
                  <a:pt x="725962" y="40223"/>
                </a:lnTo>
                <a:lnTo>
                  <a:pt x="726438" y="40338"/>
                </a:lnTo>
                <a:lnTo>
                  <a:pt x="726909" y="40462"/>
                </a:lnTo>
                <a:lnTo>
                  <a:pt x="727375" y="40595"/>
                </a:lnTo>
                <a:lnTo>
                  <a:pt x="727836" y="40738"/>
                </a:lnTo>
                <a:lnTo>
                  <a:pt x="728292" y="40890"/>
                </a:lnTo>
                <a:lnTo>
                  <a:pt x="728743" y="41051"/>
                </a:lnTo>
                <a:lnTo>
                  <a:pt x="729188" y="41222"/>
                </a:lnTo>
                <a:lnTo>
                  <a:pt x="729629" y="41401"/>
                </a:lnTo>
                <a:lnTo>
                  <a:pt x="730064" y="41590"/>
                </a:lnTo>
                <a:lnTo>
                  <a:pt x="730494" y="41788"/>
                </a:lnTo>
                <a:lnTo>
                  <a:pt x="730919" y="41995"/>
                </a:lnTo>
                <a:lnTo>
                  <a:pt x="731339" y="42212"/>
                </a:lnTo>
                <a:lnTo>
                  <a:pt x="731754" y="42436"/>
                </a:lnTo>
                <a:lnTo>
                  <a:pt x="732163" y="42667"/>
                </a:lnTo>
                <a:lnTo>
                  <a:pt x="732567" y="42905"/>
                </a:lnTo>
                <a:lnTo>
                  <a:pt x="732965" y="43149"/>
                </a:lnTo>
                <a:lnTo>
                  <a:pt x="733358" y="43400"/>
                </a:lnTo>
                <a:lnTo>
                  <a:pt x="733745" y="43657"/>
                </a:lnTo>
                <a:lnTo>
                  <a:pt x="734127" y="43922"/>
                </a:lnTo>
                <a:lnTo>
                  <a:pt x="734503" y="44192"/>
                </a:lnTo>
                <a:lnTo>
                  <a:pt x="734874" y="44470"/>
                </a:lnTo>
                <a:lnTo>
                  <a:pt x="735239" y="44754"/>
                </a:lnTo>
                <a:lnTo>
                  <a:pt x="735599" y="45045"/>
                </a:lnTo>
                <a:lnTo>
                  <a:pt x="735953" y="45342"/>
                </a:lnTo>
                <a:lnTo>
                  <a:pt x="736302" y="45647"/>
                </a:lnTo>
                <a:lnTo>
                  <a:pt x="736645" y="45957"/>
                </a:lnTo>
                <a:lnTo>
                  <a:pt x="736982" y="46275"/>
                </a:lnTo>
                <a:lnTo>
                  <a:pt x="737315" y="46599"/>
                </a:lnTo>
                <a:lnTo>
                  <a:pt x="737641" y="46930"/>
                </a:lnTo>
                <a:lnTo>
                  <a:pt x="737963" y="47267"/>
                </a:lnTo>
                <a:lnTo>
                  <a:pt x="738278" y="47611"/>
                </a:lnTo>
                <a:lnTo>
                  <a:pt x="738589" y="47962"/>
                </a:lnTo>
                <a:lnTo>
                  <a:pt x="738893" y="48319"/>
                </a:lnTo>
                <a:lnTo>
                  <a:pt x="739192" y="48683"/>
                </a:lnTo>
                <a:lnTo>
                  <a:pt x="739486" y="49054"/>
                </a:lnTo>
                <a:lnTo>
                  <a:pt x="739774" y="49431"/>
                </a:lnTo>
                <a:lnTo>
                  <a:pt x="740057" y="49814"/>
                </a:lnTo>
                <a:lnTo>
                  <a:pt x="740334" y="50201"/>
                </a:lnTo>
                <a:lnTo>
                  <a:pt x="740604" y="50592"/>
                </a:lnTo>
                <a:lnTo>
                  <a:pt x="740869" y="50988"/>
                </a:lnTo>
                <a:lnTo>
                  <a:pt x="741128" y="51388"/>
                </a:lnTo>
                <a:lnTo>
                  <a:pt x="741381" y="51793"/>
                </a:lnTo>
                <a:lnTo>
                  <a:pt x="741628" y="52202"/>
                </a:lnTo>
                <a:lnTo>
                  <a:pt x="741870" y="52615"/>
                </a:lnTo>
                <a:lnTo>
                  <a:pt x="742105" y="53033"/>
                </a:lnTo>
                <a:lnTo>
                  <a:pt x="742335" y="53455"/>
                </a:lnTo>
                <a:lnTo>
                  <a:pt x="742558" y="53881"/>
                </a:lnTo>
                <a:lnTo>
                  <a:pt x="742776" y="54311"/>
                </a:lnTo>
                <a:lnTo>
                  <a:pt x="742988" y="54746"/>
                </a:lnTo>
                <a:lnTo>
                  <a:pt x="743194" y="55186"/>
                </a:lnTo>
                <a:lnTo>
                  <a:pt x="743394" y="55629"/>
                </a:lnTo>
                <a:lnTo>
                  <a:pt x="743589" y="56077"/>
                </a:lnTo>
                <a:lnTo>
                  <a:pt x="743777" y="56530"/>
                </a:lnTo>
                <a:lnTo>
                  <a:pt x="743960" y="56987"/>
                </a:lnTo>
                <a:lnTo>
                  <a:pt x="744136" y="57448"/>
                </a:lnTo>
                <a:lnTo>
                  <a:pt x="744307" y="57913"/>
                </a:lnTo>
                <a:lnTo>
                  <a:pt x="744472" y="58383"/>
                </a:lnTo>
                <a:lnTo>
                  <a:pt x="744631" y="58857"/>
                </a:lnTo>
                <a:lnTo>
                  <a:pt x="744784" y="59335"/>
                </a:lnTo>
                <a:lnTo>
                  <a:pt x="744931" y="59818"/>
                </a:lnTo>
                <a:lnTo>
                  <a:pt x="745072" y="60304"/>
                </a:lnTo>
                <a:lnTo>
                  <a:pt x="745208" y="60793"/>
                </a:lnTo>
                <a:lnTo>
                  <a:pt x="745337" y="61283"/>
                </a:lnTo>
                <a:lnTo>
                  <a:pt x="745460" y="61776"/>
                </a:lnTo>
                <a:lnTo>
                  <a:pt x="745577" y="62272"/>
                </a:lnTo>
                <a:lnTo>
                  <a:pt x="745688" y="62769"/>
                </a:lnTo>
                <a:lnTo>
                  <a:pt x="745794" y="63269"/>
                </a:lnTo>
                <a:lnTo>
                  <a:pt x="745893" y="63772"/>
                </a:lnTo>
                <a:lnTo>
                  <a:pt x="745986" y="64276"/>
                </a:lnTo>
                <a:lnTo>
                  <a:pt x="746073" y="64783"/>
                </a:lnTo>
                <a:lnTo>
                  <a:pt x="746154" y="65292"/>
                </a:lnTo>
                <a:lnTo>
                  <a:pt x="746229" y="65804"/>
                </a:lnTo>
                <a:lnTo>
                  <a:pt x="746299" y="66317"/>
                </a:lnTo>
                <a:lnTo>
                  <a:pt x="746362" y="66833"/>
                </a:lnTo>
                <a:lnTo>
                  <a:pt x="746419" y="67352"/>
                </a:lnTo>
                <a:lnTo>
                  <a:pt x="746470" y="67872"/>
                </a:lnTo>
                <a:lnTo>
                  <a:pt x="746515" y="68395"/>
                </a:lnTo>
                <a:lnTo>
                  <a:pt x="746554" y="68921"/>
                </a:lnTo>
                <a:lnTo>
                  <a:pt x="746587" y="69448"/>
                </a:lnTo>
                <a:lnTo>
                  <a:pt x="746614" y="69978"/>
                </a:lnTo>
                <a:lnTo>
                  <a:pt x="746635" y="70510"/>
                </a:lnTo>
                <a:lnTo>
                  <a:pt x="746650" y="71045"/>
                </a:lnTo>
                <a:lnTo>
                  <a:pt x="746659" y="71582"/>
                </a:lnTo>
                <a:lnTo>
                  <a:pt x="746662" y="72121"/>
                </a:lnTo>
                <a:lnTo>
                  <a:pt x="746662" y="74478"/>
                </a:lnTo>
                <a:lnTo>
                  <a:pt x="746659" y="75023"/>
                </a:lnTo>
                <a:lnTo>
                  <a:pt x="746650" y="75566"/>
                </a:lnTo>
                <a:lnTo>
                  <a:pt x="746635" y="76106"/>
                </a:lnTo>
                <a:lnTo>
                  <a:pt x="746614" y="76644"/>
                </a:lnTo>
                <a:lnTo>
                  <a:pt x="746587" y="77179"/>
                </a:lnTo>
                <a:lnTo>
                  <a:pt x="746554" y="77712"/>
                </a:lnTo>
                <a:lnTo>
                  <a:pt x="746515" y="78243"/>
                </a:lnTo>
                <a:lnTo>
                  <a:pt x="746470" y="78771"/>
                </a:lnTo>
                <a:lnTo>
                  <a:pt x="746419" y="79297"/>
                </a:lnTo>
                <a:lnTo>
                  <a:pt x="746362" y="79820"/>
                </a:lnTo>
                <a:lnTo>
                  <a:pt x="746299" y="80341"/>
                </a:lnTo>
                <a:lnTo>
                  <a:pt x="746229" y="80859"/>
                </a:lnTo>
                <a:lnTo>
                  <a:pt x="746154" y="81375"/>
                </a:lnTo>
                <a:lnTo>
                  <a:pt x="746073" y="81889"/>
                </a:lnTo>
                <a:lnTo>
                  <a:pt x="745986" y="82400"/>
                </a:lnTo>
                <a:lnTo>
                  <a:pt x="745893" y="82909"/>
                </a:lnTo>
                <a:lnTo>
                  <a:pt x="745794" y="83415"/>
                </a:lnTo>
                <a:lnTo>
                  <a:pt x="745688" y="83919"/>
                </a:lnTo>
                <a:lnTo>
                  <a:pt x="745577" y="84420"/>
                </a:lnTo>
                <a:lnTo>
                  <a:pt x="745460" y="84919"/>
                </a:lnTo>
                <a:lnTo>
                  <a:pt x="745337" y="85416"/>
                </a:lnTo>
                <a:lnTo>
                  <a:pt x="745208" y="85910"/>
                </a:lnTo>
                <a:lnTo>
                  <a:pt x="745072" y="86402"/>
                </a:lnTo>
                <a:lnTo>
                  <a:pt x="744931" y="86891"/>
                </a:lnTo>
                <a:lnTo>
                  <a:pt x="744784" y="87377"/>
                </a:lnTo>
                <a:lnTo>
                  <a:pt x="744631" y="87858"/>
                </a:lnTo>
                <a:lnTo>
                  <a:pt x="744472" y="88334"/>
                </a:lnTo>
                <a:lnTo>
                  <a:pt x="744308" y="88806"/>
                </a:lnTo>
                <a:lnTo>
                  <a:pt x="744138" y="89274"/>
                </a:lnTo>
                <a:lnTo>
                  <a:pt x="743962" y="89736"/>
                </a:lnTo>
                <a:lnTo>
                  <a:pt x="743780" y="90195"/>
                </a:lnTo>
                <a:lnTo>
                  <a:pt x="743593" y="90648"/>
                </a:lnTo>
                <a:lnTo>
                  <a:pt x="743400" y="91097"/>
                </a:lnTo>
                <a:lnTo>
                  <a:pt x="743201" y="91541"/>
                </a:lnTo>
                <a:lnTo>
                  <a:pt x="742996" y="91981"/>
                </a:lnTo>
                <a:lnTo>
                  <a:pt x="742786" y="92416"/>
                </a:lnTo>
                <a:lnTo>
                  <a:pt x="742569" y="92847"/>
                </a:lnTo>
                <a:lnTo>
                  <a:pt x="742347" y="93272"/>
                </a:lnTo>
                <a:lnTo>
                  <a:pt x="742120" y="93694"/>
                </a:lnTo>
                <a:lnTo>
                  <a:pt x="741886" y="94110"/>
                </a:lnTo>
                <a:lnTo>
                  <a:pt x="741647" y="94523"/>
                </a:lnTo>
                <a:lnTo>
                  <a:pt x="741402" y="94930"/>
                </a:lnTo>
                <a:lnTo>
                  <a:pt x="741151" y="95333"/>
                </a:lnTo>
                <a:lnTo>
                  <a:pt x="740895" y="95731"/>
                </a:lnTo>
                <a:lnTo>
                  <a:pt x="740632" y="96125"/>
                </a:lnTo>
                <a:lnTo>
                  <a:pt x="740364" y="96514"/>
                </a:lnTo>
                <a:lnTo>
                  <a:pt x="740091" y="96898"/>
                </a:lnTo>
                <a:lnTo>
                  <a:pt x="739811" y="97278"/>
                </a:lnTo>
                <a:lnTo>
                  <a:pt x="739526" y="97652"/>
                </a:lnTo>
                <a:lnTo>
                  <a:pt x="739235" y="98020"/>
                </a:lnTo>
                <a:lnTo>
                  <a:pt x="738939" y="98381"/>
                </a:lnTo>
                <a:lnTo>
                  <a:pt x="738638" y="98735"/>
                </a:lnTo>
                <a:lnTo>
                  <a:pt x="738330" y="99083"/>
                </a:lnTo>
                <a:lnTo>
                  <a:pt x="738018" y="99424"/>
                </a:lnTo>
                <a:lnTo>
                  <a:pt x="737700" y="99758"/>
                </a:lnTo>
                <a:lnTo>
                  <a:pt x="737376" y="100086"/>
                </a:lnTo>
                <a:lnTo>
                  <a:pt x="737047" y="100407"/>
                </a:lnTo>
                <a:lnTo>
                  <a:pt x="736712" y="100721"/>
                </a:lnTo>
                <a:lnTo>
                  <a:pt x="736372" y="101029"/>
                </a:lnTo>
                <a:lnTo>
                  <a:pt x="736027" y="101330"/>
                </a:lnTo>
                <a:lnTo>
                  <a:pt x="735675" y="101624"/>
                </a:lnTo>
                <a:lnTo>
                  <a:pt x="735319" y="101912"/>
                </a:lnTo>
                <a:lnTo>
                  <a:pt x="734957" y="102193"/>
                </a:lnTo>
                <a:lnTo>
                  <a:pt x="734589" y="102468"/>
                </a:lnTo>
                <a:lnTo>
                  <a:pt x="734216" y="102735"/>
                </a:lnTo>
                <a:lnTo>
                  <a:pt x="733837" y="102997"/>
                </a:lnTo>
                <a:lnTo>
                  <a:pt x="733453" y="103251"/>
                </a:lnTo>
                <a:lnTo>
                  <a:pt x="733063" y="103499"/>
                </a:lnTo>
                <a:lnTo>
                  <a:pt x="732668" y="103740"/>
                </a:lnTo>
                <a:lnTo>
                  <a:pt x="732268" y="103975"/>
                </a:lnTo>
                <a:lnTo>
                  <a:pt x="731862" y="104203"/>
                </a:lnTo>
                <a:lnTo>
                  <a:pt x="731450" y="104424"/>
                </a:lnTo>
                <a:lnTo>
                  <a:pt x="731033" y="104637"/>
                </a:lnTo>
                <a:lnTo>
                  <a:pt x="730611" y="104842"/>
                </a:lnTo>
                <a:lnTo>
                  <a:pt x="730183" y="105037"/>
                </a:lnTo>
                <a:lnTo>
                  <a:pt x="729750" y="105223"/>
                </a:lnTo>
                <a:lnTo>
                  <a:pt x="729312" y="105400"/>
                </a:lnTo>
                <a:lnTo>
                  <a:pt x="728869" y="105568"/>
                </a:lnTo>
                <a:lnTo>
                  <a:pt x="728421" y="105727"/>
                </a:lnTo>
                <a:lnTo>
                  <a:pt x="727967" y="105877"/>
                </a:lnTo>
                <a:lnTo>
                  <a:pt x="727508" y="106018"/>
                </a:lnTo>
                <a:lnTo>
                  <a:pt x="727044" y="106149"/>
                </a:lnTo>
                <a:lnTo>
                  <a:pt x="726574" y="106272"/>
                </a:lnTo>
                <a:lnTo>
                  <a:pt x="726100" y="106385"/>
                </a:lnTo>
                <a:lnTo>
                  <a:pt x="725620" y="106490"/>
                </a:lnTo>
                <a:lnTo>
                  <a:pt x="725135" y="106585"/>
                </a:lnTo>
                <a:lnTo>
                  <a:pt x="724644" y="106671"/>
                </a:lnTo>
                <a:lnTo>
                  <a:pt x="724149" y="106749"/>
                </a:lnTo>
                <a:lnTo>
                  <a:pt x="723648" y="106817"/>
                </a:lnTo>
                <a:lnTo>
                  <a:pt x="723142" y="106876"/>
                </a:lnTo>
                <a:lnTo>
                  <a:pt x="722630" y="106926"/>
                </a:lnTo>
                <a:lnTo>
                  <a:pt x="722114" y="106966"/>
                </a:lnTo>
                <a:lnTo>
                  <a:pt x="721592" y="106998"/>
                </a:lnTo>
                <a:lnTo>
                  <a:pt x="721065" y="107021"/>
                </a:lnTo>
                <a:lnTo>
                  <a:pt x="720532" y="107035"/>
                </a:lnTo>
                <a:lnTo>
                  <a:pt x="719995" y="107039"/>
                </a:lnTo>
                <a:lnTo>
                  <a:pt x="719457" y="107035"/>
                </a:lnTo>
                <a:lnTo>
                  <a:pt x="718924" y="107021"/>
                </a:lnTo>
                <a:lnTo>
                  <a:pt x="718397" y="106998"/>
                </a:lnTo>
                <a:lnTo>
                  <a:pt x="717875" y="106966"/>
                </a:lnTo>
                <a:lnTo>
                  <a:pt x="717357" y="106926"/>
                </a:lnTo>
                <a:lnTo>
                  <a:pt x="716845" y="106876"/>
                </a:lnTo>
                <a:lnTo>
                  <a:pt x="716338" y="106817"/>
                </a:lnTo>
                <a:lnTo>
                  <a:pt x="715836" y="106749"/>
                </a:lnTo>
                <a:lnTo>
                  <a:pt x="715340" y="106671"/>
                </a:lnTo>
                <a:lnTo>
                  <a:pt x="714848" y="106585"/>
                </a:lnTo>
                <a:lnTo>
                  <a:pt x="714362" y="106490"/>
                </a:lnTo>
                <a:lnTo>
                  <a:pt x="713880" y="106385"/>
                </a:lnTo>
                <a:lnTo>
                  <a:pt x="713404" y="106272"/>
                </a:lnTo>
                <a:lnTo>
                  <a:pt x="712933" y="106149"/>
                </a:lnTo>
                <a:lnTo>
                  <a:pt x="712467" y="106018"/>
                </a:lnTo>
                <a:lnTo>
                  <a:pt x="712006" y="105877"/>
                </a:lnTo>
                <a:lnTo>
                  <a:pt x="711550" y="105727"/>
                </a:lnTo>
                <a:lnTo>
                  <a:pt x="711099" y="105568"/>
                </a:lnTo>
                <a:lnTo>
                  <a:pt x="710654" y="105400"/>
                </a:lnTo>
                <a:lnTo>
                  <a:pt x="710213" y="105223"/>
                </a:lnTo>
                <a:lnTo>
                  <a:pt x="709778" y="105037"/>
                </a:lnTo>
                <a:lnTo>
                  <a:pt x="709348" y="104842"/>
                </a:lnTo>
                <a:lnTo>
                  <a:pt x="708922" y="104637"/>
                </a:lnTo>
                <a:lnTo>
                  <a:pt x="708502" y="104424"/>
                </a:lnTo>
                <a:lnTo>
                  <a:pt x="708088" y="104203"/>
                </a:lnTo>
                <a:lnTo>
                  <a:pt x="707679" y="103975"/>
                </a:lnTo>
                <a:lnTo>
                  <a:pt x="707275" y="103740"/>
                </a:lnTo>
                <a:lnTo>
                  <a:pt x="706877" y="103499"/>
                </a:lnTo>
                <a:lnTo>
                  <a:pt x="706484" y="103251"/>
                </a:lnTo>
                <a:lnTo>
                  <a:pt x="706097" y="102997"/>
                </a:lnTo>
                <a:lnTo>
                  <a:pt x="705715" y="102735"/>
                </a:lnTo>
                <a:lnTo>
                  <a:pt x="705339" y="102468"/>
                </a:lnTo>
                <a:lnTo>
                  <a:pt x="704968" y="102193"/>
                </a:lnTo>
                <a:lnTo>
                  <a:pt x="704603" y="101912"/>
                </a:lnTo>
                <a:lnTo>
                  <a:pt x="704243" y="101624"/>
                </a:lnTo>
                <a:lnTo>
                  <a:pt x="703889" y="101330"/>
                </a:lnTo>
                <a:lnTo>
                  <a:pt x="703540" y="101029"/>
                </a:lnTo>
                <a:lnTo>
                  <a:pt x="703197" y="100721"/>
                </a:lnTo>
                <a:lnTo>
                  <a:pt x="702859" y="100407"/>
                </a:lnTo>
                <a:lnTo>
                  <a:pt x="702527" y="100086"/>
                </a:lnTo>
                <a:lnTo>
                  <a:pt x="702200" y="99758"/>
                </a:lnTo>
                <a:lnTo>
                  <a:pt x="701879" y="99424"/>
                </a:lnTo>
                <a:lnTo>
                  <a:pt x="701564" y="99083"/>
                </a:lnTo>
                <a:lnTo>
                  <a:pt x="701253" y="98735"/>
                </a:lnTo>
                <a:lnTo>
                  <a:pt x="700949" y="98381"/>
                </a:lnTo>
                <a:lnTo>
                  <a:pt x="700649" y="98020"/>
                </a:lnTo>
                <a:lnTo>
                  <a:pt x="700356" y="97652"/>
                </a:lnTo>
                <a:lnTo>
                  <a:pt x="700067" y="97278"/>
                </a:lnTo>
                <a:lnTo>
                  <a:pt x="699785" y="96898"/>
                </a:lnTo>
                <a:lnTo>
                  <a:pt x="699508" y="96514"/>
                </a:lnTo>
                <a:lnTo>
                  <a:pt x="699238" y="96125"/>
                </a:lnTo>
                <a:lnTo>
                  <a:pt x="698973" y="95731"/>
                </a:lnTo>
                <a:lnTo>
                  <a:pt x="698714" y="95333"/>
                </a:lnTo>
                <a:lnTo>
                  <a:pt x="698461" y="94930"/>
                </a:lnTo>
                <a:lnTo>
                  <a:pt x="698213" y="94523"/>
                </a:lnTo>
                <a:lnTo>
                  <a:pt x="697972" y="94110"/>
                </a:lnTo>
                <a:lnTo>
                  <a:pt x="697737" y="93694"/>
                </a:lnTo>
                <a:lnTo>
                  <a:pt x="697507" y="93272"/>
                </a:lnTo>
                <a:lnTo>
                  <a:pt x="697283" y="92847"/>
                </a:lnTo>
                <a:lnTo>
                  <a:pt x="697066" y="92416"/>
                </a:lnTo>
                <a:lnTo>
                  <a:pt x="696854" y="91981"/>
                </a:lnTo>
                <a:lnTo>
                  <a:pt x="696648" y="91541"/>
                </a:lnTo>
                <a:lnTo>
                  <a:pt x="696447" y="91097"/>
                </a:lnTo>
                <a:lnTo>
                  <a:pt x="696253" y="90648"/>
                </a:lnTo>
                <a:lnTo>
                  <a:pt x="696065" y="90195"/>
                </a:lnTo>
                <a:lnTo>
                  <a:pt x="695882" y="89736"/>
                </a:lnTo>
                <a:lnTo>
                  <a:pt x="695706" y="89274"/>
                </a:lnTo>
                <a:lnTo>
                  <a:pt x="695535" y="88806"/>
                </a:lnTo>
                <a:lnTo>
                  <a:pt x="695370" y="88334"/>
                </a:lnTo>
                <a:lnTo>
                  <a:pt x="695211" y="87858"/>
                </a:lnTo>
                <a:lnTo>
                  <a:pt x="695058" y="87377"/>
                </a:lnTo>
                <a:lnTo>
                  <a:pt x="694911" y="86891"/>
                </a:lnTo>
                <a:lnTo>
                  <a:pt x="694769" y="86402"/>
                </a:lnTo>
                <a:lnTo>
                  <a:pt x="694634" y="85910"/>
                </a:lnTo>
                <a:lnTo>
                  <a:pt x="694505" y="85416"/>
                </a:lnTo>
                <a:lnTo>
                  <a:pt x="694382" y="84919"/>
                </a:lnTo>
                <a:lnTo>
                  <a:pt x="694265" y="84420"/>
                </a:lnTo>
                <a:lnTo>
                  <a:pt x="694153" y="83919"/>
                </a:lnTo>
                <a:lnTo>
                  <a:pt x="694048" y="83415"/>
                </a:lnTo>
                <a:lnTo>
                  <a:pt x="693949" y="82909"/>
                </a:lnTo>
                <a:lnTo>
                  <a:pt x="693856" y="82400"/>
                </a:lnTo>
                <a:lnTo>
                  <a:pt x="693769" y="81889"/>
                </a:lnTo>
                <a:lnTo>
                  <a:pt x="693687" y="81375"/>
                </a:lnTo>
                <a:lnTo>
                  <a:pt x="693612" y="80859"/>
                </a:lnTo>
                <a:lnTo>
                  <a:pt x="693543" y="80341"/>
                </a:lnTo>
                <a:lnTo>
                  <a:pt x="693480" y="79820"/>
                </a:lnTo>
                <a:lnTo>
                  <a:pt x="693423" y="79297"/>
                </a:lnTo>
                <a:lnTo>
                  <a:pt x="693372" y="78771"/>
                </a:lnTo>
                <a:lnTo>
                  <a:pt x="693327" y="78243"/>
                </a:lnTo>
                <a:lnTo>
                  <a:pt x="693288" y="77712"/>
                </a:lnTo>
                <a:lnTo>
                  <a:pt x="693255" y="77179"/>
                </a:lnTo>
                <a:lnTo>
                  <a:pt x="693228" y="76644"/>
                </a:lnTo>
                <a:lnTo>
                  <a:pt x="693207" y="76106"/>
                </a:lnTo>
                <a:lnTo>
                  <a:pt x="693192" y="75566"/>
                </a:lnTo>
                <a:lnTo>
                  <a:pt x="693183" y="75023"/>
                </a:lnTo>
                <a:lnTo>
                  <a:pt x="693180" y="74478"/>
                </a:lnTo>
                <a:lnTo>
                  <a:pt x="693180" y="72121"/>
                </a:lnTo>
                <a:lnTo>
                  <a:pt x="693183" y="71582"/>
                </a:lnTo>
                <a:lnTo>
                  <a:pt x="693192" y="71045"/>
                </a:lnTo>
                <a:lnTo>
                  <a:pt x="693207" y="70510"/>
                </a:lnTo>
                <a:lnTo>
                  <a:pt x="693228" y="69978"/>
                </a:lnTo>
                <a:lnTo>
                  <a:pt x="693255" y="69448"/>
                </a:lnTo>
                <a:lnTo>
                  <a:pt x="693288" y="68921"/>
                </a:lnTo>
                <a:close/>
                <a:moveTo>
                  <a:pt x="988327" y="104352"/>
                </a:moveTo>
                <a:lnTo>
                  <a:pt x="988634" y="104716"/>
                </a:lnTo>
                <a:lnTo>
                  <a:pt x="988947" y="105074"/>
                </a:lnTo>
                <a:lnTo>
                  <a:pt x="989265" y="105427"/>
                </a:lnTo>
                <a:lnTo>
                  <a:pt x="989588" y="105775"/>
                </a:lnTo>
                <a:lnTo>
                  <a:pt x="989917" y="106118"/>
                </a:lnTo>
                <a:lnTo>
                  <a:pt x="990251" y="106456"/>
                </a:lnTo>
                <a:lnTo>
                  <a:pt x="990591" y="106787"/>
                </a:lnTo>
                <a:lnTo>
                  <a:pt x="990937" y="107111"/>
                </a:lnTo>
                <a:lnTo>
                  <a:pt x="991288" y="107429"/>
                </a:lnTo>
                <a:lnTo>
                  <a:pt x="991645" y="107740"/>
                </a:lnTo>
                <a:lnTo>
                  <a:pt x="992007" y="108045"/>
                </a:lnTo>
                <a:lnTo>
                  <a:pt x="992375" y="108343"/>
                </a:lnTo>
                <a:lnTo>
                  <a:pt x="992749" y="108635"/>
                </a:lnTo>
                <a:lnTo>
                  <a:pt x="993129" y="108921"/>
                </a:lnTo>
                <a:lnTo>
                  <a:pt x="993513" y="109199"/>
                </a:lnTo>
                <a:lnTo>
                  <a:pt x="993904" y="109471"/>
                </a:lnTo>
                <a:lnTo>
                  <a:pt x="994300" y="109737"/>
                </a:lnTo>
                <a:lnTo>
                  <a:pt x="994702" y="109996"/>
                </a:lnTo>
                <a:lnTo>
                  <a:pt x="995110" y="110249"/>
                </a:lnTo>
                <a:lnTo>
                  <a:pt x="995523" y="110495"/>
                </a:lnTo>
                <a:lnTo>
                  <a:pt x="995941" y="110735"/>
                </a:lnTo>
                <a:lnTo>
                  <a:pt x="996366" y="110968"/>
                </a:lnTo>
                <a:lnTo>
                  <a:pt x="996796" y="111194"/>
                </a:lnTo>
                <a:lnTo>
                  <a:pt x="997231" y="111414"/>
                </a:lnTo>
                <a:lnTo>
                  <a:pt x="997673" y="111628"/>
                </a:lnTo>
                <a:lnTo>
                  <a:pt x="998119" y="111835"/>
                </a:lnTo>
                <a:lnTo>
                  <a:pt x="998572" y="112035"/>
                </a:lnTo>
                <a:lnTo>
                  <a:pt x="999030" y="112229"/>
                </a:lnTo>
                <a:lnTo>
                  <a:pt x="999494" y="112417"/>
                </a:lnTo>
                <a:lnTo>
                  <a:pt x="999963" y="112597"/>
                </a:lnTo>
                <a:lnTo>
                  <a:pt x="1000438" y="112770"/>
                </a:lnTo>
                <a:lnTo>
                  <a:pt x="1000918" y="112935"/>
                </a:lnTo>
                <a:lnTo>
                  <a:pt x="1001403" y="113092"/>
                </a:lnTo>
                <a:lnTo>
                  <a:pt x="1001894" y="113242"/>
                </a:lnTo>
                <a:lnTo>
                  <a:pt x="1002390" y="113384"/>
                </a:lnTo>
                <a:lnTo>
                  <a:pt x="1002891" y="113518"/>
                </a:lnTo>
                <a:lnTo>
                  <a:pt x="1003398" y="113645"/>
                </a:lnTo>
                <a:lnTo>
                  <a:pt x="1003910" y="113764"/>
                </a:lnTo>
                <a:lnTo>
                  <a:pt x="1004428" y="113875"/>
                </a:lnTo>
                <a:lnTo>
                  <a:pt x="1004951" y="113978"/>
                </a:lnTo>
                <a:lnTo>
                  <a:pt x="1005479" y="114074"/>
                </a:lnTo>
                <a:lnTo>
                  <a:pt x="1006013" y="114163"/>
                </a:lnTo>
                <a:lnTo>
                  <a:pt x="1006552" y="114243"/>
                </a:lnTo>
                <a:lnTo>
                  <a:pt x="1007097" y="114316"/>
                </a:lnTo>
                <a:lnTo>
                  <a:pt x="1007646" y="114381"/>
                </a:lnTo>
                <a:lnTo>
                  <a:pt x="1008202" y="114439"/>
                </a:lnTo>
                <a:lnTo>
                  <a:pt x="1008762" y="114489"/>
                </a:lnTo>
                <a:lnTo>
                  <a:pt x="1009328" y="114531"/>
                </a:lnTo>
                <a:lnTo>
                  <a:pt x="1009899" y="114565"/>
                </a:lnTo>
                <a:lnTo>
                  <a:pt x="1010476" y="114592"/>
                </a:lnTo>
                <a:lnTo>
                  <a:pt x="1011058" y="114612"/>
                </a:lnTo>
                <a:lnTo>
                  <a:pt x="1011646" y="114623"/>
                </a:lnTo>
                <a:lnTo>
                  <a:pt x="1012238" y="114627"/>
                </a:lnTo>
                <a:lnTo>
                  <a:pt x="1012843" y="114622"/>
                </a:lnTo>
                <a:lnTo>
                  <a:pt x="1013442" y="114606"/>
                </a:lnTo>
                <a:lnTo>
                  <a:pt x="1014036" y="114580"/>
                </a:lnTo>
                <a:lnTo>
                  <a:pt x="1014623" y="114544"/>
                </a:lnTo>
                <a:lnTo>
                  <a:pt x="1015205" y="114497"/>
                </a:lnTo>
                <a:lnTo>
                  <a:pt x="1015781" y="114440"/>
                </a:lnTo>
                <a:lnTo>
                  <a:pt x="1016352" y="114373"/>
                </a:lnTo>
                <a:lnTo>
                  <a:pt x="1016916" y="114295"/>
                </a:lnTo>
                <a:lnTo>
                  <a:pt x="1017475" y="114207"/>
                </a:lnTo>
                <a:lnTo>
                  <a:pt x="1018028" y="114109"/>
                </a:lnTo>
                <a:lnTo>
                  <a:pt x="1018576" y="114000"/>
                </a:lnTo>
                <a:lnTo>
                  <a:pt x="1019117" y="113881"/>
                </a:lnTo>
                <a:lnTo>
                  <a:pt x="1019653" y="113752"/>
                </a:lnTo>
                <a:lnTo>
                  <a:pt x="1020183" y="113612"/>
                </a:lnTo>
                <a:lnTo>
                  <a:pt x="1020707" y="113461"/>
                </a:lnTo>
                <a:lnTo>
                  <a:pt x="1021226" y="113301"/>
                </a:lnTo>
                <a:lnTo>
                  <a:pt x="1021739" y="113130"/>
                </a:lnTo>
                <a:lnTo>
                  <a:pt x="1022246" y="112949"/>
                </a:lnTo>
                <a:lnTo>
                  <a:pt x="1022747" y="112757"/>
                </a:lnTo>
                <a:lnTo>
                  <a:pt x="1023242" y="112555"/>
                </a:lnTo>
                <a:lnTo>
                  <a:pt x="1023732" y="112343"/>
                </a:lnTo>
                <a:lnTo>
                  <a:pt x="1024216" y="112120"/>
                </a:lnTo>
                <a:lnTo>
                  <a:pt x="1024695" y="111887"/>
                </a:lnTo>
                <a:lnTo>
                  <a:pt x="1025167" y="111643"/>
                </a:lnTo>
                <a:lnTo>
                  <a:pt x="1025634" y="111390"/>
                </a:lnTo>
                <a:lnTo>
                  <a:pt x="1026094" y="111129"/>
                </a:lnTo>
                <a:lnTo>
                  <a:pt x="1026549" y="110859"/>
                </a:lnTo>
                <a:lnTo>
                  <a:pt x="1026997" y="110581"/>
                </a:lnTo>
                <a:lnTo>
                  <a:pt x="1027440" y="110295"/>
                </a:lnTo>
                <a:lnTo>
                  <a:pt x="1027877" y="110000"/>
                </a:lnTo>
                <a:lnTo>
                  <a:pt x="1028307" y="109696"/>
                </a:lnTo>
                <a:lnTo>
                  <a:pt x="1028732" y="109384"/>
                </a:lnTo>
                <a:lnTo>
                  <a:pt x="1029150" y="109064"/>
                </a:lnTo>
                <a:lnTo>
                  <a:pt x="1029563" y="108735"/>
                </a:lnTo>
                <a:lnTo>
                  <a:pt x="1029969" y="108398"/>
                </a:lnTo>
                <a:lnTo>
                  <a:pt x="1030370" y="108052"/>
                </a:lnTo>
                <a:lnTo>
                  <a:pt x="1030764" y="107698"/>
                </a:lnTo>
                <a:lnTo>
                  <a:pt x="1031153" y="107335"/>
                </a:lnTo>
                <a:lnTo>
                  <a:pt x="1031535" y="106964"/>
                </a:lnTo>
                <a:lnTo>
                  <a:pt x="1031912" y="106585"/>
                </a:lnTo>
                <a:lnTo>
                  <a:pt x="1032282" y="106197"/>
                </a:lnTo>
                <a:lnTo>
                  <a:pt x="1032647" y="105801"/>
                </a:lnTo>
                <a:lnTo>
                  <a:pt x="1033005" y="105396"/>
                </a:lnTo>
                <a:lnTo>
                  <a:pt x="1033357" y="104983"/>
                </a:lnTo>
                <a:lnTo>
                  <a:pt x="1033704" y="104561"/>
                </a:lnTo>
                <a:lnTo>
                  <a:pt x="1034044" y="104131"/>
                </a:lnTo>
                <a:lnTo>
                  <a:pt x="1034379" y="103692"/>
                </a:lnTo>
                <a:lnTo>
                  <a:pt x="1034707" y="103245"/>
                </a:lnTo>
                <a:lnTo>
                  <a:pt x="1035029" y="102791"/>
                </a:lnTo>
                <a:lnTo>
                  <a:pt x="1035345" y="102329"/>
                </a:lnTo>
                <a:lnTo>
                  <a:pt x="1035654" y="101861"/>
                </a:lnTo>
                <a:lnTo>
                  <a:pt x="1035956" y="101385"/>
                </a:lnTo>
                <a:lnTo>
                  <a:pt x="1036252" y="100903"/>
                </a:lnTo>
                <a:lnTo>
                  <a:pt x="1036542" y="100414"/>
                </a:lnTo>
                <a:lnTo>
                  <a:pt x="1036825" y="99918"/>
                </a:lnTo>
                <a:lnTo>
                  <a:pt x="1037101" y="99415"/>
                </a:lnTo>
                <a:lnTo>
                  <a:pt x="1037371" y="98905"/>
                </a:lnTo>
                <a:lnTo>
                  <a:pt x="1037635" y="98388"/>
                </a:lnTo>
                <a:lnTo>
                  <a:pt x="1037891" y="97864"/>
                </a:lnTo>
                <a:lnTo>
                  <a:pt x="1038142" y="97333"/>
                </a:lnTo>
                <a:lnTo>
                  <a:pt x="1038386" y="96796"/>
                </a:lnTo>
                <a:lnTo>
                  <a:pt x="1038623" y="96251"/>
                </a:lnTo>
                <a:lnTo>
                  <a:pt x="1038854" y="95700"/>
                </a:lnTo>
                <a:lnTo>
                  <a:pt x="1039078" y="95142"/>
                </a:lnTo>
                <a:lnTo>
                  <a:pt x="1039296" y="94577"/>
                </a:lnTo>
                <a:lnTo>
                  <a:pt x="1039507" y="94005"/>
                </a:lnTo>
                <a:lnTo>
                  <a:pt x="1039712" y="93426"/>
                </a:lnTo>
                <a:lnTo>
                  <a:pt x="1039910" y="92840"/>
                </a:lnTo>
                <a:lnTo>
                  <a:pt x="1040101" y="92247"/>
                </a:lnTo>
                <a:lnTo>
                  <a:pt x="1040287" y="91647"/>
                </a:lnTo>
                <a:lnTo>
                  <a:pt x="1040465" y="91041"/>
                </a:lnTo>
                <a:lnTo>
                  <a:pt x="1040637" y="90427"/>
                </a:lnTo>
                <a:lnTo>
                  <a:pt x="1040803" y="89807"/>
                </a:lnTo>
                <a:lnTo>
                  <a:pt x="1040961" y="89183"/>
                </a:lnTo>
                <a:lnTo>
                  <a:pt x="1041112" y="88553"/>
                </a:lnTo>
                <a:lnTo>
                  <a:pt x="1041256" y="87917"/>
                </a:lnTo>
                <a:lnTo>
                  <a:pt x="1041393" y="87277"/>
                </a:lnTo>
                <a:lnTo>
                  <a:pt x="1041524" y="86631"/>
                </a:lnTo>
                <a:lnTo>
                  <a:pt x="1041647" y="85980"/>
                </a:lnTo>
                <a:lnTo>
                  <a:pt x="1041763" y="85324"/>
                </a:lnTo>
                <a:lnTo>
                  <a:pt x="1041872" y="84662"/>
                </a:lnTo>
                <a:lnTo>
                  <a:pt x="1041974" y="83995"/>
                </a:lnTo>
                <a:lnTo>
                  <a:pt x="1042069" y="83323"/>
                </a:lnTo>
                <a:lnTo>
                  <a:pt x="1042157" y="82646"/>
                </a:lnTo>
                <a:lnTo>
                  <a:pt x="1042238" y="81963"/>
                </a:lnTo>
                <a:lnTo>
                  <a:pt x="1042311" y="81276"/>
                </a:lnTo>
                <a:lnTo>
                  <a:pt x="1042378" y="80583"/>
                </a:lnTo>
                <a:lnTo>
                  <a:pt x="1042438" y="79884"/>
                </a:lnTo>
                <a:lnTo>
                  <a:pt x="1042491" y="79181"/>
                </a:lnTo>
                <a:lnTo>
                  <a:pt x="1042536" y="78472"/>
                </a:lnTo>
                <a:lnTo>
                  <a:pt x="1042575" y="77758"/>
                </a:lnTo>
                <a:lnTo>
                  <a:pt x="1042607" y="77039"/>
                </a:lnTo>
                <a:lnTo>
                  <a:pt x="1042631" y="76315"/>
                </a:lnTo>
                <a:lnTo>
                  <a:pt x="1042649" y="75585"/>
                </a:lnTo>
                <a:lnTo>
                  <a:pt x="1042660" y="74850"/>
                </a:lnTo>
                <a:lnTo>
                  <a:pt x="1042663" y="74110"/>
                </a:lnTo>
                <a:lnTo>
                  <a:pt x="1042663" y="72563"/>
                </a:lnTo>
                <a:lnTo>
                  <a:pt x="1042660" y="71792"/>
                </a:lnTo>
                <a:lnTo>
                  <a:pt x="1042649" y="71028"/>
                </a:lnTo>
                <a:lnTo>
                  <a:pt x="1042631" y="70270"/>
                </a:lnTo>
                <a:lnTo>
                  <a:pt x="1042607" y="69519"/>
                </a:lnTo>
                <a:lnTo>
                  <a:pt x="1042575" y="68773"/>
                </a:lnTo>
                <a:lnTo>
                  <a:pt x="1042536" y="68034"/>
                </a:lnTo>
                <a:lnTo>
                  <a:pt x="1042491" y="67302"/>
                </a:lnTo>
                <a:lnTo>
                  <a:pt x="1042438" y="66575"/>
                </a:lnTo>
                <a:lnTo>
                  <a:pt x="1042378" y="65855"/>
                </a:lnTo>
                <a:lnTo>
                  <a:pt x="1042311" y="65141"/>
                </a:lnTo>
                <a:lnTo>
                  <a:pt x="1042238" y="64433"/>
                </a:lnTo>
                <a:lnTo>
                  <a:pt x="1042157" y="63732"/>
                </a:lnTo>
                <a:lnTo>
                  <a:pt x="1042069" y="63037"/>
                </a:lnTo>
                <a:lnTo>
                  <a:pt x="1041974" y="62348"/>
                </a:lnTo>
                <a:lnTo>
                  <a:pt x="1041872" y="61665"/>
                </a:lnTo>
                <a:lnTo>
                  <a:pt x="1041763" y="60989"/>
                </a:lnTo>
                <a:lnTo>
                  <a:pt x="1041647" y="60319"/>
                </a:lnTo>
                <a:lnTo>
                  <a:pt x="1041524" y="59655"/>
                </a:lnTo>
                <a:lnTo>
                  <a:pt x="1041393" y="58997"/>
                </a:lnTo>
                <a:lnTo>
                  <a:pt x="1041256" y="58346"/>
                </a:lnTo>
                <a:lnTo>
                  <a:pt x="1041112" y="57701"/>
                </a:lnTo>
                <a:lnTo>
                  <a:pt x="1040961" y="57062"/>
                </a:lnTo>
                <a:lnTo>
                  <a:pt x="1040803" y="56429"/>
                </a:lnTo>
                <a:lnTo>
                  <a:pt x="1040637" y="55803"/>
                </a:lnTo>
                <a:lnTo>
                  <a:pt x="1040465" y="55184"/>
                </a:lnTo>
                <a:lnTo>
                  <a:pt x="1040287" y="54572"/>
                </a:lnTo>
                <a:lnTo>
                  <a:pt x="1040101" y="53967"/>
                </a:lnTo>
                <a:lnTo>
                  <a:pt x="1039910" y="53370"/>
                </a:lnTo>
                <a:lnTo>
                  <a:pt x="1039712" y="52780"/>
                </a:lnTo>
                <a:lnTo>
                  <a:pt x="1039507" y="52198"/>
                </a:lnTo>
                <a:lnTo>
                  <a:pt x="1039296" y="51623"/>
                </a:lnTo>
                <a:lnTo>
                  <a:pt x="1039078" y="51056"/>
                </a:lnTo>
                <a:lnTo>
                  <a:pt x="1038854" y="50496"/>
                </a:lnTo>
                <a:lnTo>
                  <a:pt x="1038623" y="49943"/>
                </a:lnTo>
                <a:lnTo>
                  <a:pt x="1038386" y="49398"/>
                </a:lnTo>
                <a:lnTo>
                  <a:pt x="1038142" y="48860"/>
                </a:lnTo>
                <a:lnTo>
                  <a:pt x="1037891" y="48330"/>
                </a:lnTo>
                <a:lnTo>
                  <a:pt x="1037635" y="47807"/>
                </a:lnTo>
                <a:lnTo>
                  <a:pt x="1037371" y="47291"/>
                </a:lnTo>
                <a:lnTo>
                  <a:pt x="1037101" y="46783"/>
                </a:lnTo>
                <a:lnTo>
                  <a:pt x="1036825" y="46282"/>
                </a:lnTo>
                <a:lnTo>
                  <a:pt x="1036542" y="45789"/>
                </a:lnTo>
                <a:lnTo>
                  <a:pt x="1036252" y="45303"/>
                </a:lnTo>
                <a:lnTo>
                  <a:pt x="1035956" y="44825"/>
                </a:lnTo>
                <a:lnTo>
                  <a:pt x="1035654" y="44354"/>
                </a:lnTo>
                <a:lnTo>
                  <a:pt x="1035345" y="43890"/>
                </a:lnTo>
                <a:lnTo>
                  <a:pt x="1035029" y="43434"/>
                </a:lnTo>
                <a:lnTo>
                  <a:pt x="1034707" y="42985"/>
                </a:lnTo>
                <a:lnTo>
                  <a:pt x="1034378" y="42544"/>
                </a:lnTo>
                <a:lnTo>
                  <a:pt x="1034044" y="42112"/>
                </a:lnTo>
                <a:lnTo>
                  <a:pt x="1033703" y="41689"/>
                </a:lnTo>
                <a:lnTo>
                  <a:pt x="1033355" y="41274"/>
                </a:lnTo>
                <a:lnTo>
                  <a:pt x="1033002" y="40868"/>
                </a:lnTo>
                <a:lnTo>
                  <a:pt x="1032642" y="40471"/>
                </a:lnTo>
                <a:lnTo>
                  <a:pt x="1032276" y="40083"/>
                </a:lnTo>
                <a:lnTo>
                  <a:pt x="1031904" y="39703"/>
                </a:lnTo>
                <a:lnTo>
                  <a:pt x="1031525" y="39332"/>
                </a:lnTo>
                <a:lnTo>
                  <a:pt x="1031140" y="38969"/>
                </a:lnTo>
                <a:lnTo>
                  <a:pt x="1030749" y="38615"/>
                </a:lnTo>
                <a:lnTo>
                  <a:pt x="1030351" y="38270"/>
                </a:lnTo>
                <a:lnTo>
                  <a:pt x="1029948" y="37934"/>
                </a:lnTo>
                <a:lnTo>
                  <a:pt x="1029538" y="37606"/>
                </a:lnTo>
                <a:lnTo>
                  <a:pt x="1029121" y="37287"/>
                </a:lnTo>
                <a:lnTo>
                  <a:pt x="1028699" y="36977"/>
                </a:lnTo>
                <a:lnTo>
                  <a:pt x="1028270" y="36675"/>
                </a:lnTo>
                <a:lnTo>
                  <a:pt x="1027835" y="36383"/>
                </a:lnTo>
                <a:lnTo>
                  <a:pt x="1027394" y="36098"/>
                </a:lnTo>
                <a:lnTo>
                  <a:pt x="1026946" y="35823"/>
                </a:lnTo>
                <a:lnTo>
                  <a:pt x="1026492" y="35556"/>
                </a:lnTo>
                <a:lnTo>
                  <a:pt x="1026032" y="35298"/>
                </a:lnTo>
                <a:lnTo>
                  <a:pt x="1025566" y="35049"/>
                </a:lnTo>
                <a:lnTo>
                  <a:pt x="1025093" y="34808"/>
                </a:lnTo>
                <a:lnTo>
                  <a:pt x="1024615" y="34577"/>
                </a:lnTo>
                <a:lnTo>
                  <a:pt x="1024131" y="34355"/>
                </a:lnTo>
                <a:lnTo>
                  <a:pt x="1023641" y="34143"/>
                </a:lnTo>
                <a:lnTo>
                  <a:pt x="1023146" y="33941"/>
                </a:lnTo>
                <a:lnTo>
                  <a:pt x="1022646" y="33749"/>
                </a:lnTo>
                <a:lnTo>
                  <a:pt x="1022140" y="33567"/>
                </a:lnTo>
                <a:lnTo>
                  <a:pt x="1021628" y="33395"/>
                </a:lnTo>
                <a:lnTo>
                  <a:pt x="1021111" y="33232"/>
                </a:lnTo>
                <a:lnTo>
                  <a:pt x="1020589" y="33080"/>
                </a:lnTo>
                <a:lnTo>
                  <a:pt x="1020061" y="32937"/>
                </a:lnTo>
                <a:lnTo>
                  <a:pt x="1019527" y="32804"/>
                </a:lnTo>
                <a:lnTo>
                  <a:pt x="1018988" y="32681"/>
                </a:lnTo>
                <a:lnTo>
                  <a:pt x="1018444" y="32568"/>
                </a:lnTo>
                <a:lnTo>
                  <a:pt x="1017894" y="32464"/>
                </a:lnTo>
                <a:lnTo>
                  <a:pt x="1017338" y="32371"/>
                </a:lnTo>
                <a:lnTo>
                  <a:pt x="1016777" y="32287"/>
                </a:lnTo>
                <a:lnTo>
                  <a:pt x="1016211" y="32213"/>
                </a:lnTo>
                <a:lnTo>
                  <a:pt x="1015639" y="32149"/>
                </a:lnTo>
                <a:lnTo>
                  <a:pt x="1015061" y="32095"/>
                </a:lnTo>
                <a:lnTo>
                  <a:pt x="1014478" y="32051"/>
                </a:lnTo>
                <a:lnTo>
                  <a:pt x="1013890" y="32016"/>
                </a:lnTo>
                <a:lnTo>
                  <a:pt x="1013296" y="31991"/>
                </a:lnTo>
                <a:lnTo>
                  <a:pt x="1012696" y="31977"/>
                </a:lnTo>
                <a:lnTo>
                  <a:pt x="1012091" y="31972"/>
                </a:lnTo>
                <a:lnTo>
                  <a:pt x="1011510" y="31976"/>
                </a:lnTo>
                <a:lnTo>
                  <a:pt x="1010935" y="31988"/>
                </a:lnTo>
                <a:lnTo>
                  <a:pt x="1010365" y="32007"/>
                </a:lnTo>
                <a:lnTo>
                  <a:pt x="1009800" y="32035"/>
                </a:lnTo>
                <a:lnTo>
                  <a:pt x="1009241" y="32071"/>
                </a:lnTo>
                <a:lnTo>
                  <a:pt x="1008686" y="32114"/>
                </a:lnTo>
                <a:lnTo>
                  <a:pt x="1008137" y="32166"/>
                </a:lnTo>
                <a:lnTo>
                  <a:pt x="1007593" y="32226"/>
                </a:lnTo>
                <a:lnTo>
                  <a:pt x="1007055" y="32293"/>
                </a:lnTo>
                <a:lnTo>
                  <a:pt x="1006521" y="32368"/>
                </a:lnTo>
                <a:lnTo>
                  <a:pt x="1005993" y="32451"/>
                </a:lnTo>
                <a:lnTo>
                  <a:pt x="1005470" y="32543"/>
                </a:lnTo>
                <a:lnTo>
                  <a:pt x="1004952" y="32642"/>
                </a:lnTo>
                <a:lnTo>
                  <a:pt x="1004440" y="32749"/>
                </a:lnTo>
                <a:lnTo>
                  <a:pt x="1003933" y="32864"/>
                </a:lnTo>
                <a:lnTo>
                  <a:pt x="1003431" y="32987"/>
                </a:lnTo>
                <a:lnTo>
                  <a:pt x="1002934" y="33118"/>
                </a:lnTo>
                <a:lnTo>
                  <a:pt x="1002443" y="33256"/>
                </a:lnTo>
                <a:lnTo>
                  <a:pt x="1001957" y="33403"/>
                </a:lnTo>
                <a:lnTo>
                  <a:pt x="1001476" y="33558"/>
                </a:lnTo>
                <a:lnTo>
                  <a:pt x="1001000" y="33720"/>
                </a:lnTo>
                <a:lnTo>
                  <a:pt x="1000530" y="33891"/>
                </a:lnTo>
                <a:lnTo>
                  <a:pt x="1000064" y="34069"/>
                </a:lnTo>
                <a:lnTo>
                  <a:pt x="999604" y="34255"/>
                </a:lnTo>
                <a:lnTo>
                  <a:pt x="999150" y="34449"/>
                </a:lnTo>
                <a:lnTo>
                  <a:pt x="998701" y="34650"/>
                </a:lnTo>
                <a:lnTo>
                  <a:pt x="998257" y="34857"/>
                </a:lnTo>
                <a:lnTo>
                  <a:pt x="997819" y="35072"/>
                </a:lnTo>
                <a:lnTo>
                  <a:pt x="997386" y="35293"/>
                </a:lnTo>
                <a:lnTo>
                  <a:pt x="996959" y="35522"/>
                </a:lnTo>
                <a:lnTo>
                  <a:pt x="996538" y="35757"/>
                </a:lnTo>
                <a:lnTo>
                  <a:pt x="996122" y="35999"/>
                </a:lnTo>
                <a:lnTo>
                  <a:pt x="995711" y="36248"/>
                </a:lnTo>
                <a:lnTo>
                  <a:pt x="995306" y="36504"/>
                </a:lnTo>
                <a:lnTo>
                  <a:pt x="994906" y="36767"/>
                </a:lnTo>
                <a:lnTo>
                  <a:pt x="994512" y="37036"/>
                </a:lnTo>
                <a:lnTo>
                  <a:pt x="994123" y="37313"/>
                </a:lnTo>
                <a:lnTo>
                  <a:pt x="993740" y="37597"/>
                </a:lnTo>
                <a:lnTo>
                  <a:pt x="993363" y="37887"/>
                </a:lnTo>
                <a:lnTo>
                  <a:pt x="992991" y="38184"/>
                </a:lnTo>
                <a:lnTo>
                  <a:pt x="992624" y="38489"/>
                </a:lnTo>
                <a:lnTo>
                  <a:pt x="992263" y="38800"/>
                </a:lnTo>
                <a:lnTo>
                  <a:pt x="991907" y="39118"/>
                </a:lnTo>
                <a:lnTo>
                  <a:pt x="991557" y="39443"/>
                </a:lnTo>
                <a:lnTo>
                  <a:pt x="991213" y="39775"/>
                </a:lnTo>
                <a:lnTo>
                  <a:pt x="990873" y="40114"/>
                </a:lnTo>
                <a:lnTo>
                  <a:pt x="990540" y="40459"/>
                </a:lnTo>
                <a:lnTo>
                  <a:pt x="990212" y="40812"/>
                </a:lnTo>
                <a:lnTo>
                  <a:pt x="989889" y="41171"/>
                </a:lnTo>
                <a:lnTo>
                  <a:pt x="989571" y="41535"/>
                </a:lnTo>
                <a:lnTo>
                  <a:pt x="989257" y="41905"/>
                </a:lnTo>
                <a:lnTo>
                  <a:pt x="988949" y="42281"/>
                </a:lnTo>
                <a:lnTo>
                  <a:pt x="988646" y="42663"/>
                </a:lnTo>
                <a:lnTo>
                  <a:pt x="988347" y="43050"/>
                </a:lnTo>
                <a:lnTo>
                  <a:pt x="988053" y="43442"/>
                </a:lnTo>
                <a:lnTo>
                  <a:pt x="987764" y="43840"/>
                </a:lnTo>
                <a:lnTo>
                  <a:pt x="987480" y="44244"/>
                </a:lnTo>
                <a:lnTo>
                  <a:pt x="987201" y="44654"/>
                </a:lnTo>
                <a:lnTo>
                  <a:pt x="987112" y="44789"/>
                </a:lnTo>
                <a:lnTo>
                  <a:pt x="986676" y="33445"/>
                </a:lnTo>
                <a:lnTo>
                  <a:pt x="978425" y="33445"/>
                </a:lnTo>
                <a:lnTo>
                  <a:pt x="978425" y="143799"/>
                </a:lnTo>
                <a:lnTo>
                  <a:pt x="987265" y="143799"/>
                </a:lnTo>
                <a:lnTo>
                  <a:pt x="987265" y="103003"/>
                </a:lnTo>
                <a:lnTo>
                  <a:pt x="987437" y="103233"/>
                </a:lnTo>
                <a:lnTo>
                  <a:pt x="987728" y="103611"/>
                </a:lnTo>
                <a:lnTo>
                  <a:pt x="988025" y="103984"/>
                </a:lnTo>
                <a:lnTo>
                  <a:pt x="988327" y="104352"/>
                </a:lnTo>
                <a:close/>
                <a:moveTo>
                  <a:pt x="987937" y="53476"/>
                </a:moveTo>
                <a:lnTo>
                  <a:pt x="988097" y="53148"/>
                </a:lnTo>
                <a:lnTo>
                  <a:pt x="988262" y="52822"/>
                </a:lnTo>
                <a:lnTo>
                  <a:pt x="988430" y="52499"/>
                </a:lnTo>
                <a:lnTo>
                  <a:pt x="988603" y="52177"/>
                </a:lnTo>
                <a:lnTo>
                  <a:pt x="988780" y="51858"/>
                </a:lnTo>
                <a:lnTo>
                  <a:pt x="988962" y="51541"/>
                </a:lnTo>
                <a:lnTo>
                  <a:pt x="989147" y="51226"/>
                </a:lnTo>
                <a:lnTo>
                  <a:pt x="989337" y="50914"/>
                </a:lnTo>
                <a:lnTo>
                  <a:pt x="989531" y="50603"/>
                </a:lnTo>
                <a:lnTo>
                  <a:pt x="989729" y="50295"/>
                </a:lnTo>
                <a:lnTo>
                  <a:pt x="989931" y="49989"/>
                </a:lnTo>
                <a:lnTo>
                  <a:pt x="990138" y="49685"/>
                </a:lnTo>
                <a:lnTo>
                  <a:pt x="990349" y="49383"/>
                </a:lnTo>
                <a:lnTo>
                  <a:pt x="990564" y="49083"/>
                </a:lnTo>
                <a:lnTo>
                  <a:pt x="990783" y="48786"/>
                </a:lnTo>
                <a:lnTo>
                  <a:pt x="991007" y="48491"/>
                </a:lnTo>
                <a:lnTo>
                  <a:pt x="991234" y="48198"/>
                </a:lnTo>
                <a:lnTo>
                  <a:pt x="991466" y="47907"/>
                </a:lnTo>
                <a:lnTo>
                  <a:pt x="991703" y="47618"/>
                </a:lnTo>
                <a:lnTo>
                  <a:pt x="991943" y="47331"/>
                </a:lnTo>
                <a:lnTo>
                  <a:pt x="992188" y="47048"/>
                </a:lnTo>
                <a:lnTo>
                  <a:pt x="992439" y="46770"/>
                </a:lnTo>
                <a:lnTo>
                  <a:pt x="992695" y="46496"/>
                </a:lnTo>
                <a:lnTo>
                  <a:pt x="992956" y="46226"/>
                </a:lnTo>
                <a:lnTo>
                  <a:pt x="993223" y="45962"/>
                </a:lnTo>
                <a:lnTo>
                  <a:pt x="993495" y="45702"/>
                </a:lnTo>
                <a:lnTo>
                  <a:pt x="993772" y="45446"/>
                </a:lnTo>
                <a:lnTo>
                  <a:pt x="994055" y="45195"/>
                </a:lnTo>
                <a:lnTo>
                  <a:pt x="994343" y="44949"/>
                </a:lnTo>
                <a:lnTo>
                  <a:pt x="994636" y="44707"/>
                </a:lnTo>
                <a:lnTo>
                  <a:pt x="994935" y="44470"/>
                </a:lnTo>
                <a:lnTo>
                  <a:pt x="995240" y="44237"/>
                </a:lnTo>
                <a:lnTo>
                  <a:pt x="995549" y="44010"/>
                </a:lnTo>
                <a:lnTo>
                  <a:pt x="995864" y="43786"/>
                </a:lnTo>
                <a:lnTo>
                  <a:pt x="996185" y="43568"/>
                </a:lnTo>
                <a:lnTo>
                  <a:pt x="996510" y="43353"/>
                </a:lnTo>
                <a:lnTo>
                  <a:pt x="996841" y="43144"/>
                </a:lnTo>
                <a:lnTo>
                  <a:pt x="997178" y="42939"/>
                </a:lnTo>
                <a:lnTo>
                  <a:pt x="997520" y="42739"/>
                </a:lnTo>
                <a:lnTo>
                  <a:pt x="997867" y="42543"/>
                </a:lnTo>
                <a:lnTo>
                  <a:pt x="998220" y="42352"/>
                </a:lnTo>
                <a:lnTo>
                  <a:pt x="998578" y="42166"/>
                </a:lnTo>
                <a:lnTo>
                  <a:pt x="998941" y="41984"/>
                </a:lnTo>
                <a:lnTo>
                  <a:pt x="999310" y="41806"/>
                </a:lnTo>
                <a:lnTo>
                  <a:pt x="999684" y="41635"/>
                </a:lnTo>
                <a:lnTo>
                  <a:pt x="1000066" y="41471"/>
                </a:lnTo>
                <a:lnTo>
                  <a:pt x="1000453" y="41314"/>
                </a:lnTo>
                <a:lnTo>
                  <a:pt x="1000847" y="41165"/>
                </a:lnTo>
                <a:lnTo>
                  <a:pt x="1001248" y="41023"/>
                </a:lnTo>
                <a:lnTo>
                  <a:pt x="1001656" y="40888"/>
                </a:lnTo>
                <a:lnTo>
                  <a:pt x="1002069" y="40760"/>
                </a:lnTo>
                <a:lnTo>
                  <a:pt x="1002490" y="40640"/>
                </a:lnTo>
                <a:lnTo>
                  <a:pt x="1002917" y="40527"/>
                </a:lnTo>
                <a:lnTo>
                  <a:pt x="1003350" y="40421"/>
                </a:lnTo>
                <a:lnTo>
                  <a:pt x="1003790" y="40323"/>
                </a:lnTo>
                <a:lnTo>
                  <a:pt x="1004236" y="40232"/>
                </a:lnTo>
                <a:lnTo>
                  <a:pt x="1004689" y="40148"/>
                </a:lnTo>
                <a:lnTo>
                  <a:pt x="1005149" y="40071"/>
                </a:lnTo>
                <a:lnTo>
                  <a:pt x="1005615" y="40002"/>
                </a:lnTo>
                <a:lnTo>
                  <a:pt x="1006087" y="39940"/>
                </a:lnTo>
                <a:lnTo>
                  <a:pt x="1006566" y="39885"/>
                </a:lnTo>
                <a:lnTo>
                  <a:pt x="1007052" y="39838"/>
                </a:lnTo>
                <a:lnTo>
                  <a:pt x="1007544" y="39798"/>
                </a:lnTo>
                <a:lnTo>
                  <a:pt x="1008042" y="39765"/>
                </a:lnTo>
                <a:lnTo>
                  <a:pt x="1008547" y="39740"/>
                </a:lnTo>
                <a:lnTo>
                  <a:pt x="1009059" y="39721"/>
                </a:lnTo>
                <a:lnTo>
                  <a:pt x="1009577" y="39711"/>
                </a:lnTo>
                <a:lnTo>
                  <a:pt x="1010102" y="39707"/>
                </a:lnTo>
                <a:lnTo>
                  <a:pt x="1010609" y="39711"/>
                </a:lnTo>
                <a:lnTo>
                  <a:pt x="1011110" y="39724"/>
                </a:lnTo>
                <a:lnTo>
                  <a:pt x="1011605" y="39746"/>
                </a:lnTo>
                <a:lnTo>
                  <a:pt x="1012094" y="39776"/>
                </a:lnTo>
                <a:lnTo>
                  <a:pt x="1012578" y="39816"/>
                </a:lnTo>
                <a:lnTo>
                  <a:pt x="1013056" y="39863"/>
                </a:lnTo>
                <a:lnTo>
                  <a:pt x="1013528" y="39920"/>
                </a:lnTo>
                <a:lnTo>
                  <a:pt x="1013994" y="39985"/>
                </a:lnTo>
                <a:lnTo>
                  <a:pt x="1014455" y="40059"/>
                </a:lnTo>
                <a:lnTo>
                  <a:pt x="1014910" y="40142"/>
                </a:lnTo>
                <a:lnTo>
                  <a:pt x="1015359" y="40233"/>
                </a:lnTo>
                <a:lnTo>
                  <a:pt x="1015802" y="40333"/>
                </a:lnTo>
                <a:lnTo>
                  <a:pt x="1016240" y="40442"/>
                </a:lnTo>
                <a:lnTo>
                  <a:pt x="1016671" y="40559"/>
                </a:lnTo>
                <a:lnTo>
                  <a:pt x="1017098" y="40685"/>
                </a:lnTo>
                <a:lnTo>
                  <a:pt x="1017518" y="40820"/>
                </a:lnTo>
                <a:lnTo>
                  <a:pt x="1017932" y="40964"/>
                </a:lnTo>
                <a:lnTo>
                  <a:pt x="1018341" y="41116"/>
                </a:lnTo>
                <a:lnTo>
                  <a:pt x="1018744" y="41277"/>
                </a:lnTo>
                <a:lnTo>
                  <a:pt x="1019142" y="41446"/>
                </a:lnTo>
                <a:lnTo>
                  <a:pt x="1019533" y="41625"/>
                </a:lnTo>
                <a:lnTo>
                  <a:pt x="1019919" y="41812"/>
                </a:lnTo>
                <a:lnTo>
                  <a:pt x="1020299" y="42007"/>
                </a:lnTo>
                <a:lnTo>
                  <a:pt x="1020673" y="42212"/>
                </a:lnTo>
                <a:lnTo>
                  <a:pt x="1021042" y="42424"/>
                </a:lnTo>
                <a:lnTo>
                  <a:pt x="1021405" y="42643"/>
                </a:lnTo>
                <a:lnTo>
                  <a:pt x="1021763" y="42868"/>
                </a:lnTo>
                <a:lnTo>
                  <a:pt x="1022116" y="43101"/>
                </a:lnTo>
                <a:lnTo>
                  <a:pt x="1022463" y="43340"/>
                </a:lnTo>
                <a:lnTo>
                  <a:pt x="1022805" y="43586"/>
                </a:lnTo>
                <a:lnTo>
                  <a:pt x="1023142" y="43839"/>
                </a:lnTo>
                <a:lnTo>
                  <a:pt x="1023473" y="44098"/>
                </a:lnTo>
                <a:lnTo>
                  <a:pt x="1023798" y="44365"/>
                </a:lnTo>
                <a:lnTo>
                  <a:pt x="1024119" y="44638"/>
                </a:lnTo>
                <a:lnTo>
                  <a:pt x="1024434" y="44918"/>
                </a:lnTo>
                <a:lnTo>
                  <a:pt x="1024743" y="45204"/>
                </a:lnTo>
                <a:lnTo>
                  <a:pt x="1025048" y="45498"/>
                </a:lnTo>
                <a:lnTo>
                  <a:pt x="1025347" y="45798"/>
                </a:lnTo>
                <a:lnTo>
                  <a:pt x="1025640" y="46105"/>
                </a:lnTo>
                <a:lnTo>
                  <a:pt x="1025928" y="46419"/>
                </a:lnTo>
                <a:lnTo>
                  <a:pt x="1026211" y="46739"/>
                </a:lnTo>
                <a:lnTo>
                  <a:pt x="1026488" y="47067"/>
                </a:lnTo>
                <a:lnTo>
                  <a:pt x="1026760" y="47401"/>
                </a:lnTo>
                <a:lnTo>
                  <a:pt x="1027027" y="47742"/>
                </a:lnTo>
                <a:lnTo>
                  <a:pt x="1027288" y="48089"/>
                </a:lnTo>
                <a:lnTo>
                  <a:pt x="1027544" y="48444"/>
                </a:lnTo>
                <a:lnTo>
                  <a:pt x="1027795" y="48805"/>
                </a:lnTo>
                <a:lnTo>
                  <a:pt x="1028040" y="49173"/>
                </a:lnTo>
                <a:lnTo>
                  <a:pt x="1028280" y="49547"/>
                </a:lnTo>
                <a:lnTo>
                  <a:pt x="1028515" y="49926"/>
                </a:lnTo>
                <a:lnTo>
                  <a:pt x="1028745" y="50311"/>
                </a:lnTo>
                <a:lnTo>
                  <a:pt x="1028969" y="50701"/>
                </a:lnTo>
                <a:lnTo>
                  <a:pt x="1029189" y="51096"/>
                </a:lnTo>
                <a:lnTo>
                  <a:pt x="1029403" y="51496"/>
                </a:lnTo>
                <a:lnTo>
                  <a:pt x="1029612" y="51901"/>
                </a:lnTo>
                <a:lnTo>
                  <a:pt x="1029816" y="52312"/>
                </a:lnTo>
                <a:lnTo>
                  <a:pt x="1030015" y="52728"/>
                </a:lnTo>
                <a:lnTo>
                  <a:pt x="1030209" y="53149"/>
                </a:lnTo>
                <a:lnTo>
                  <a:pt x="1030398" y="53576"/>
                </a:lnTo>
                <a:lnTo>
                  <a:pt x="1030582" y="54008"/>
                </a:lnTo>
                <a:lnTo>
                  <a:pt x="1030760" y="54445"/>
                </a:lnTo>
                <a:lnTo>
                  <a:pt x="1030934" y="54887"/>
                </a:lnTo>
                <a:lnTo>
                  <a:pt x="1031102" y="55334"/>
                </a:lnTo>
                <a:lnTo>
                  <a:pt x="1031265" y="55787"/>
                </a:lnTo>
                <a:lnTo>
                  <a:pt x="1031423" y="56245"/>
                </a:lnTo>
                <a:lnTo>
                  <a:pt x="1031576" y="56708"/>
                </a:lnTo>
                <a:lnTo>
                  <a:pt x="1031724" y="57176"/>
                </a:lnTo>
                <a:lnTo>
                  <a:pt x="1031867" y="57650"/>
                </a:lnTo>
                <a:lnTo>
                  <a:pt x="1032004" y="58129"/>
                </a:lnTo>
                <a:lnTo>
                  <a:pt x="1032137" y="58613"/>
                </a:lnTo>
                <a:lnTo>
                  <a:pt x="1032264" y="59103"/>
                </a:lnTo>
                <a:lnTo>
                  <a:pt x="1032386" y="59597"/>
                </a:lnTo>
                <a:lnTo>
                  <a:pt x="1032504" y="60096"/>
                </a:lnTo>
                <a:lnTo>
                  <a:pt x="1032616" y="60599"/>
                </a:lnTo>
                <a:lnTo>
                  <a:pt x="1032723" y="61105"/>
                </a:lnTo>
                <a:lnTo>
                  <a:pt x="1032825" y="61615"/>
                </a:lnTo>
                <a:lnTo>
                  <a:pt x="1032923" y="62128"/>
                </a:lnTo>
                <a:lnTo>
                  <a:pt x="1033015" y="62645"/>
                </a:lnTo>
                <a:lnTo>
                  <a:pt x="1033102" y="63166"/>
                </a:lnTo>
                <a:lnTo>
                  <a:pt x="1033185" y="63690"/>
                </a:lnTo>
                <a:lnTo>
                  <a:pt x="1033262" y="64217"/>
                </a:lnTo>
                <a:lnTo>
                  <a:pt x="1033334" y="64749"/>
                </a:lnTo>
                <a:lnTo>
                  <a:pt x="1033402" y="65284"/>
                </a:lnTo>
                <a:lnTo>
                  <a:pt x="1033464" y="65822"/>
                </a:lnTo>
                <a:lnTo>
                  <a:pt x="1033521" y="66364"/>
                </a:lnTo>
                <a:lnTo>
                  <a:pt x="1033574" y="66910"/>
                </a:lnTo>
                <a:lnTo>
                  <a:pt x="1033621" y="67459"/>
                </a:lnTo>
                <a:lnTo>
                  <a:pt x="1033663" y="68012"/>
                </a:lnTo>
                <a:lnTo>
                  <a:pt x="1033701" y="68568"/>
                </a:lnTo>
                <a:lnTo>
                  <a:pt x="1033733" y="69128"/>
                </a:lnTo>
                <a:lnTo>
                  <a:pt x="1033761" y="69691"/>
                </a:lnTo>
                <a:lnTo>
                  <a:pt x="1033783" y="70258"/>
                </a:lnTo>
                <a:lnTo>
                  <a:pt x="1033801" y="70829"/>
                </a:lnTo>
                <a:lnTo>
                  <a:pt x="1033813" y="71403"/>
                </a:lnTo>
                <a:lnTo>
                  <a:pt x="1033820" y="71981"/>
                </a:lnTo>
                <a:lnTo>
                  <a:pt x="1033823" y="72563"/>
                </a:lnTo>
                <a:lnTo>
                  <a:pt x="1033823" y="74110"/>
                </a:lnTo>
                <a:lnTo>
                  <a:pt x="1033820" y="74685"/>
                </a:lnTo>
                <a:lnTo>
                  <a:pt x="1033813" y="75257"/>
                </a:lnTo>
                <a:lnTo>
                  <a:pt x="1033801" y="75826"/>
                </a:lnTo>
                <a:lnTo>
                  <a:pt x="1033783" y="76392"/>
                </a:lnTo>
                <a:lnTo>
                  <a:pt x="1033761" y="76955"/>
                </a:lnTo>
                <a:lnTo>
                  <a:pt x="1033733" y="77514"/>
                </a:lnTo>
                <a:lnTo>
                  <a:pt x="1033701" y="78071"/>
                </a:lnTo>
                <a:lnTo>
                  <a:pt x="1033663" y="78624"/>
                </a:lnTo>
                <a:lnTo>
                  <a:pt x="1033621" y="79174"/>
                </a:lnTo>
                <a:lnTo>
                  <a:pt x="1033574" y="79720"/>
                </a:lnTo>
                <a:lnTo>
                  <a:pt x="1033521" y="80264"/>
                </a:lnTo>
                <a:lnTo>
                  <a:pt x="1033464" y="80804"/>
                </a:lnTo>
                <a:lnTo>
                  <a:pt x="1033402" y="81341"/>
                </a:lnTo>
                <a:lnTo>
                  <a:pt x="1033334" y="81875"/>
                </a:lnTo>
                <a:lnTo>
                  <a:pt x="1033262" y="82406"/>
                </a:lnTo>
                <a:lnTo>
                  <a:pt x="1033185" y="82933"/>
                </a:lnTo>
                <a:lnTo>
                  <a:pt x="1033102" y="83458"/>
                </a:lnTo>
                <a:lnTo>
                  <a:pt x="1033015" y="83979"/>
                </a:lnTo>
                <a:lnTo>
                  <a:pt x="1032923" y="84497"/>
                </a:lnTo>
                <a:lnTo>
                  <a:pt x="1032825" y="85011"/>
                </a:lnTo>
                <a:lnTo>
                  <a:pt x="1032723" y="85523"/>
                </a:lnTo>
                <a:lnTo>
                  <a:pt x="1032616" y="86031"/>
                </a:lnTo>
                <a:lnTo>
                  <a:pt x="1032504" y="86536"/>
                </a:lnTo>
                <a:lnTo>
                  <a:pt x="1032386" y="87038"/>
                </a:lnTo>
                <a:lnTo>
                  <a:pt x="1032264" y="87536"/>
                </a:lnTo>
                <a:lnTo>
                  <a:pt x="1032137" y="88028"/>
                </a:lnTo>
                <a:lnTo>
                  <a:pt x="1032004" y="88515"/>
                </a:lnTo>
                <a:lnTo>
                  <a:pt x="1031867" y="88997"/>
                </a:lnTo>
                <a:lnTo>
                  <a:pt x="1031724" y="89473"/>
                </a:lnTo>
                <a:lnTo>
                  <a:pt x="1031576" y="89944"/>
                </a:lnTo>
                <a:lnTo>
                  <a:pt x="1031423" y="90409"/>
                </a:lnTo>
                <a:lnTo>
                  <a:pt x="1031265" y="90869"/>
                </a:lnTo>
                <a:lnTo>
                  <a:pt x="1031102" y="91324"/>
                </a:lnTo>
                <a:lnTo>
                  <a:pt x="1030934" y="91773"/>
                </a:lnTo>
                <a:lnTo>
                  <a:pt x="1030760" y="92217"/>
                </a:lnTo>
                <a:lnTo>
                  <a:pt x="1030582" y="92656"/>
                </a:lnTo>
                <a:lnTo>
                  <a:pt x="1030398" y="93089"/>
                </a:lnTo>
                <a:lnTo>
                  <a:pt x="1030209" y="93516"/>
                </a:lnTo>
                <a:lnTo>
                  <a:pt x="1030015" y="93939"/>
                </a:lnTo>
                <a:lnTo>
                  <a:pt x="1029816" y="94356"/>
                </a:lnTo>
                <a:lnTo>
                  <a:pt x="1029612" y="94768"/>
                </a:lnTo>
                <a:lnTo>
                  <a:pt x="1029403" y="95174"/>
                </a:lnTo>
                <a:lnTo>
                  <a:pt x="1029189" y="95575"/>
                </a:lnTo>
                <a:lnTo>
                  <a:pt x="1028969" y="95971"/>
                </a:lnTo>
                <a:lnTo>
                  <a:pt x="1028745" y="96361"/>
                </a:lnTo>
                <a:lnTo>
                  <a:pt x="1028515" y="96746"/>
                </a:lnTo>
                <a:lnTo>
                  <a:pt x="1028280" y="97125"/>
                </a:lnTo>
                <a:lnTo>
                  <a:pt x="1028040" y="97499"/>
                </a:lnTo>
                <a:lnTo>
                  <a:pt x="1027795" y="97867"/>
                </a:lnTo>
                <a:lnTo>
                  <a:pt x="1027545" y="98229"/>
                </a:lnTo>
                <a:lnTo>
                  <a:pt x="1027289" y="98583"/>
                </a:lnTo>
                <a:lnTo>
                  <a:pt x="1027028" y="98932"/>
                </a:lnTo>
                <a:lnTo>
                  <a:pt x="1026762" y="99273"/>
                </a:lnTo>
                <a:lnTo>
                  <a:pt x="1026491" y="99608"/>
                </a:lnTo>
                <a:lnTo>
                  <a:pt x="1026214" y="99936"/>
                </a:lnTo>
                <a:lnTo>
                  <a:pt x="1025932" y="100258"/>
                </a:lnTo>
                <a:lnTo>
                  <a:pt x="1025645" y="100572"/>
                </a:lnTo>
                <a:lnTo>
                  <a:pt x="1025353" y="100881"/>
                </a:lnTo>
                <a:lnTo>
                  <a:pt x="1025055" y="101182"/>
                </a:lnTo>
                <a:lnTo>
                  <a:pt x="1024753" y="101477"/>
                </a:lnTo>
                <a:lnTo>
                  <a:pt x="1024445" y="101765"/>
                </a:lnTo>
                <a:lnTo>
                  <a:pt x="1024131" y="102047"/>
                </a:lnTo>
                <a:lnTo>
                  <a:pt x="1023813" y="102322"/>
                </a:lnTo>
                <a:lnTo>
                  <a:pt x="1023489" y="102590"/>
                </a:lnTo>
                <a:lnTo>
                  <a:pt x="1023160" y="102852"/>
                </a:lnTo>
                <a:lnTo>
                  <a:pt x="1022826" y="103107"/>
                </a:lnTo>
                <a:lnTo>
                  <a:pt x="1022486" y="103355"/>
                </a:lnTo>
                <a:lnTo>
                  <a:pt x="1022142" y="103597"/>
                </a:lnTo>
                <a:lnTo>
                  <a:pt x="1021792" y="103832"/>
                </a:lnTo>
                <a:lnTo>
                  <a:pt x="1021436" y="104061"/>
                </a:lnTo>
                <a:lnTo>
                  <a:pt x="1021076" y="104282"/>
                </a:lnTo>
                <a:lnTo>
                  <a:pt x="1020710" y="104498"/>
                </a:lnTo>
                <a:lnTo>
                  <a:pt x="1020339" y="104705"/>
                </a:lnTo>
                <a:lnTo>
                  <a:pt x="1019962" y="104904"/>
                </a:lnTo>
                <a:lnTo>
                  <a:pt x="1019580" y="105093"/>
                </a:lnTo>
                <a:lnTo>
                  <a:pt x="1019192" y="105274"/>
                </a:lnTo>
                <a:lnTo>
                  <a:pt x="1018798" y="105446"/>
                </a:lnTo>
                <a:lnTo>
                  <a:pt x="1018399" y="105609"/>
                </a:lnTo>
                <a:lnTo>
                  <a:pt x="1017994" y="105764"/>
                </a:lnTo>
                <a:lnTo>
                  <a:pt x="1017583" y="105910"/>
                </a:lnTo>
                <a:lnTo>
                  <a:pt x="1017167" y="106046"/>
                </a:lnTo>
                <a:lnTo>
                  <a:pt x="1016745" y="106174"/>
                </a:lnTo>
                <a:lnTo>
                  <a:pt x="1016318" y="106293"/>
                </a:lnTo>
                <a:lnTo>
                  <a:pt x="1015885" y="106404"/>
                </a:lnTo>
                <a:lnTo>
                  <a:pt x="1015446" y="106505"/>
                </a:lnTo>
                <a:lnTo>
                  <a:pt x="1015002" y="106598"/>
                </a:lnTo>
                <a:lnTo>
                  <a:pt x="1014552" y="106682"/>
                </a:lnTo>
                <a:lnTo>
                  <a:pt x="1014096" y="106757"/>
                </a:lnTo>
                <a:lnTo>
                  <a:pt x="1013635" y="106823"/>
                </a:lnTo>
                <a:lnTo>
                  <a:pt x="1013168" y="106880"/>
                </a:lnTo>
                <a:lnTo>
                  <a:pt x="1012696" y="106929"/>
                </a:lnTo>
                <a:lnTo>
                  <a:pt x="1012218" y="106969"/>
                </a:lnTo>
                <a:lnTo>
                  <a:pt x="1011734" y="106999"/>
                </a:lnTo>
                <a:lnTo>
                  <a:pt x="1011245" y="107021"/>
                </a:lnTo>
                <a:lnTo>
                  <a:pt x="1010750" y="107035"/>
                </a:lnTo>
                <a:lnTo>
                  <a:pt x="1010249" y="107039"/>
                </a:lnTo>
                <a:lnTo>
                  <a:pt x="1009627" y="107034"/>
                </a:lnTo>
                <a:lnTo>
                  <a:pt x="1009013" y="107019"/>
                </a:lnTo>
                <a:lnTo>
                  <a:pt x="1008408" y="106994"/>
                </a:lnTo>
                <a:lnTo>
                  <a:pt x="1007810" y="106959"/>
                </a:lnTo>
                <a:lnTo>
                  <a:pt x="1007221" y="106914"/>
                </a:lnTo>
                <a:lnTo>
                  <a:pt x="1006640" y="106860"/>
                </a:lnTo>
                <a:lnTo>
                  <a:pt x="1006067" y="106795"/>
                </a:lnTo>
                <a:lnTo>
                  <a:pt x="1005502" y="106720"/>
                </a:lnTo>
                <a:lnTo>
                  <a:pt x="1004945" y="106635"/>
                </a:lnTo>
                <a:lnTo>
                  <a:pt x="1004397" y="106540"/>
                </a:lnTo>
                <a:lnTo>
                  <a:pt x="1003857" y="106436"/>
                </a:lnTo>
                <a:lnTo>
                  <a:pt x="1003325" y="106321"/>
                </a:lnTo>
                <a:lnTo>
                  <a:pt x="1002801" y="106196"/>
                </a:lnTo>
                <a:lnTo>
                  <a:pt x="1002285" y="106061"/>
                </a:lnTo>
                <a:lnTo>
                  <a:pt x="1001778" y="105917"/>
                </a:lnTo>
                <a:lnTo>
                  <a:pt x="1001278" y="105762"/>
                </a:lnTo>
                <a:lnTo>
                  <a:pt x="1000787" y="105598"/>
                </a:lnTo>
                <a:lnTo>
                  <a:pt x="1000304" y="105423"/>
                </a:lnTo>
                <a:lnTo>
                  <a:pt x="999829" y="105238"/>
                </a:lnTo>
                <a:lnTo>
                  <a:pt x="999363" y="105044"/>
                </a:lnTo>
                <a:lnTo>
                  <a:pt x="998905" y="104839"/>
                </a:lnTo>
                <a:lnTo>
                  <a:pt x="998454" y="104625"/>
                </a:lnTo>
                <a:lnTo>
                  <a:pt x="998012" y="104401"/>
                </a:lnTo>
                <a:lnTo>
                  <a:pt x="997578" y="104166"/>
                </a:lnTo>
                <a:lnTo>
                  <a:pt x="997152" y="103923"/>
                </a:lnTo>
                <a:lnTo>
                  <a:pt x="996733" y="103674"/>
                </a:lnTo>
                <a:lnTo>
                  <a:pt x="996322" y="103419"/>
                </a:lnTo>
                <a:lnTo>
                  <a:pt x="995917" y="103157"/>
                </a:lnTo>
                <a:lnTo>
                  <a:pt x="995519" y="102889"/>
                </a:lnTo>
                <a:lnTo>
                  <a:pt x="995129" y="102614"/>
                </a:lnTo>
                <a:lnTo>
                  <a:pt x="994746" y="102333"/>
                </a:lnTo>
                <a:lnTo>
                  <a:pt x="994370" y="102046"/>
                </a:lnTo>
                <a:lnTo>
                  <a:pt x="994001" y="101752"/>
                </a:lnTo>
                <a:lnTo>
                  <a:pt x="993639" y="101452"/>
                </a:lnTo>
                <a:lnTo>
                  <a:pt x="993285" y="101146"/>
                </a:lnTo>
                <a:lnTo>
                  <a:pt x="992937" y="100833"/>
                </a:lnTo>
                <a:lnTo>
                  <a:pt x="992597" y="100513"/>
                </a:lnTo>
                <a:lnTo>
                  <a:pt x="992264" y="100188"/>
                </a:lnTo>
                <a:lnTo>
                  <a:pt x="991938" y="99855"/>
                </a:lnTo>
                <a:lnTo>
                  <a:pt x="991620" y="99517"/>
                </a:lnTo>
                <a:lnTo>
                  <a:pt x="991308" y="99172"/>
                </a:lnTo>
                <a:lnTo>
                  <a:pt x="991004" y="98821"/>
                </a:lnTo>
                <a:lnTo>
                  <a:pt x="990706" y="98463"/>
                </a:lnTo>
                <a:lnTo>
                  <a:pt x="990416" y="98099"/>
                </a:lnTo>
                <a:lnTo>
                  <a:pt x="990133" y="97728"/>
                </a:lnTo>
                <a:lnTo>
                  <a:pt x="989858" y="97351"/>
                </a:lnTo>
                <a:lnTo>
                  <a:pt x="989589" y="96968"/>
                </a:lnTo>
                <a:lnTo>
                  <a:pt x="989328" y="96578"/>
                </a:lnTo>
                <a:lnTo>
                  <a:pt x="989073" y="96184"/>
                </a:lnTo>
                <a:lnTo>
                  <a:pt x="988824" y="95786"/>
                </a:lnTo>
                <a:lnTo>
                  <a:pt x="988581" y="95386"/>
                </a:lnTo>
                <a:lnTo>
                  <a:pt x="988343" y="94982"/>
                </a:lnTo>
                <a:lnTo>
                  <a:pt x="988112" y="94575"/>
                </a:lnTo>
                <a:lnTo>
                  <a:pt x="987887" y="94166"/>
                </a:lnTo>
                <a:lnTo>
                  <a:pt x="987667" y="93753"/>
                </a:lnTo>
                <a:lnTo>
                  <a:pt x="987453" y="93337"/>
                </a:lnTo>
                <a:lnTo>
                  <a:pt x="987265" y="92957"/>
                </a:lnTo>
                <a:lnTo>
                  <a:pt x="987265" y="54987"/>
                </a:lnTo>
                <a:lnTo>
                  <a:pt x="987339" y="54809"/>
                </a:lnTo>
                <a:lnTo>
                  <a:pt x="987482" y="54472"/>
                </a:lnTo>
                <a:lnTo>
                  <a:pt x="987630" y="54138"/>
                </a:lnTo>
                <a:lnTo>
                  <a:pt x="987781" y="53806"/>
                </a:lnTo>
                <a:lnTo>
                  <a:pt x="987937" y="53476"/>
                </a:lnTo>
                <a:close/>
                <a:moveTo>
                  <a:pt x="811835" y="113154"/>
                </a:moveTo>
                <a:lnTo>
                  <a:pt x="820675" y="113154"/>
                </a:lnTo>
                <a:lnTo>
                  <a:pt x="820675" y="33445"/>
                </a:lnTo>
                <a:lnTo>
                  <a:pt x="811835" y="33445"/>
                </a:lnTo>
                <a:lnTo>
                  <a:pt x="811835" y="113154"/>
                </a:lnTo>
                <a:close/>
                <a:moveTo>
                  <a:pt x="1460314" y="40665"/>
                </a:moveTo>
                <a:lnTo>
                  <a:pt x="1474973" y="40665"/>
                </a:lnTo>
                <a:lnTo>
                  <a:pt x="1474973" y="93705"/>
                </a:lnTo>
                <a:lnTo>
                  <a:pt x="1474977" y="94362"/>
                </a:lnTo>
                <a:lnTo>
                  <a:pt x="1474989" y="95008"/>
                </a:lnTo>
                <a:lnTo>
                  <a:pt x="1475008" y="95641"/>
                </a:lnTo>
                <a:lnTo>
                  <a:pt x="1475035" y="96263"/>
                </a:lnTo>
                <a:lnTo>
                  <a:pt x="1475069" y="96873"/>
                </a:lnTo>
                <a:lnTo>
                  <a:pt x="1475112" y="97472"/>
                </a:lnTo>
                <a:lnTo>
                  <a:pt x="1475161" y="98058"/>
                </a:lnTo>
                <a:lnTo>
                  <a:pt x="1475219" y="98633"/>
                </a:lnTo>
                <a:lnTo>
                  <a:pt x="1475284" y="99196"/>
                </a:lnTo>
                <a:lnTo>
                  <a:pt x="1475357" y="99747"/>
                </a:lnTo>
                <a:lnTo>
                  <a:pt x="1475438" y="100286"/>
                </a:lnTo>
                <a:lnTo>
                  <a:pt x="1475526" y="100814"/>
                </a:lnTo>
                <a:lnTo>
                  <a:pt x="1475622" y="101330"/>
                </a:lnTo>
                <a:lnTo>
                  <a:pt x="1475725" y="101834"/>
                </a:lnTo>
                <a:lnTo>
                  <a:pt x="1475837" y="102327"/>
                </a:lnTo>
                <a:lnTo>
                  <a:pt x="1475956" y="102807"/>
                </a:lnTo>
                <a:lnTo>
                  <a:pt x="1476082" y="103276"/>
                </a:lnTo>
                <a:lnTo>
                  <a:pt x="1476217" y="103733"/>
                </a:lnTo>
                <a:lnTo>
                  <a:pt x="1476359" y="104179"/>
                </a:lnTo>
                <a:lnTo>
                  <a:pt x="1476508" y="104612"/>
                </a:lnTo>
                <a:lnTo>
                  <a:pt x="1476666" y="105034"/>
                </a:lnTo>
                <a:lnTo>
                  <a:pt x="1476830" y="105444"/>
                </a:lnTo>
                <a:lnTo>
                  <a:pt x="1477003" y="105842"/>
                </a:lnTo>
                <a:lnTo>
                  <a:pt x="1477183" y="106229"/>
                </a:lnTo>
                <a:lnTo>
                  <a:pt x="1477371" y="106605"/>
                </a:lnTo>
                <a:lnTo>
                  <a:pt x="1477564" y="106972"/>
                </a:lnTo>
                <a:lnTo>
                  <a:pt x="1477762" y="107329"/>
                </a:lnTo>
                <a:lnTo>
                  <a:pt x="1477967" y="107678"/>
                </a:lnTo>
                <a:lnTo>
                  <a:pt x="1478178" y="108017"/>
                </a:lnTo>
                <a:lnTo>
                  <a:pt x="1478394" y="108347"/>
                </a:lnTo>
                <a:lnTo>
                  <a:pt x="1478617" y="108667"/>
                </a:lnTo>
                <a:lnTo>
                  <a:pt x="1478845" y="108979"/>
                </a:lnTo>
                <a:lnTo>
                  <a:pt x="1479079" y="109281"/>
                </a:lnTo>
                <a:lnTo>
                  <a:pt x="1479319" y="109575"/>
                </a:lnTo>
                <a:lnTo>
                  <a:pt x="1479565" y="109858"/>
                </a:lnTo>
                <a:lnTo>
                  <a:pt x="1479817" y="110133"/>
                </a:lnTo>
                <a:lnTo>
                  <a:pt x="1480075" y="110399"/>
                </a:lnTo>
                <a:lnTo>
                  <a:pt x="1480338" y="110655"/>
                </a:lnTo>
                <a:lnTo>
                  <a:pt x="1480608" y="110902"/>
                </a:lnTo>
                <a:lnTo>
                  <a:pt x="1480883" y="111140"/>
                </a:lnTo>
                <a:lnTo>
                  <a:pt x="1481164" y="111369"/>
                </a:lnTo>
                <a:lnTo>
                  <a:pt x="1481452" y="111588"/>
                </a:lnTo>
                <a:lnTo>
                  <a:pt x="1481745" y="111798"/>
                </a:lnTo>
                <a:lnTo>
                  <a:pt x="1482043" y="111999"/>
                </a:lnTo>
                <a:lnTo>
                  <a:pt x="1482348" y="112191"/>
                </a:lnTo>
                <a:lnTo>
                  <a:pt x="1482659" y="112374"/>
                </a:lnTo>
                <a:lnTo>
                  <a:pt x="1482975" y="112547"/>
                </a:lnTo>
                <a:lnTo>
                  <a:pt x="1483298" y="112712"/>
                </a:lnTo>
                <a:lnTo>
                  <a:pt x="1483625" y="112868"/>
                </a:lnTo>
                <a:lnTo>
                  <a:pt x="1483957" y="113017"/>
                </a:lnTo>
                <a:lnTo>
                  <a:pt x="1484292" y="113160"/>
                </a:lnTo>
                <a:lnTo>
                  <a:pt x="1484632" y="113297"/>
                </a:lnTo>
                <a:lnTo>
                  <a:pt x="1484976" y="113426"/>
                </a:lnTo>
                <a:lnTo>
                  <a:pt x="1485324" y="113549"/>
                </a:lnTo>
                <a:lnTo>
                  <a:pt x="1485676" y="113666"/>
                </a:lnTo>
                <a:lnTo>
                  <a:pt x="1486032" y="113776"/>
                </a:lnTo>
                <a:lnTo>
                  <a:pt x="1486392" y="113879"/>
                </a:lnTo>
                <a:lnTo>
                  <a:pt x="1486756" y="113975"/>
                </a:lnTo>
                <a:lnTo>
                  <a:pt x="1487125" y="114065"/>
                </a:lnTo>
                <a:lnTo>
                  <a:pt x="1487497" y="114148"/>
                </a:lnTo>
                <a:lnTo>
                  <a:pt x="1487873" y="114225"/>
                </a:lnTo>
                <a:lnTo>
                  <a:pt x="1488254" y="114294"/>
                </a:lnTo>
                <a:lnTo>
                  <a:pt x="1488639" y="114358"/>
                </a:lnTo>
                <a:lnTo>
                  <a:pt x="1489028" y="114414"/>
                </a:lnTo>
                <a:lnTo>
                  <a:pt x="1489420" y="114464"/>
                </a:lnTo>
                <a:lnTo>
                  <a:pt x="1489817" y="114507"/>
                </a:lnTo>
                <a:lnTo>
                  <a:pt x="1490219" y="114544"/>
                </a:lnTo>
                <a:lnTo>
                  <a:pt x="1490624" y="114574"/>
                </a:lnTo>
                <a:lnTo>
                  <a:pt x="1491033" y="114597"/>
                </a:lnTo>
                <a:lnTo>
                  <a:pt x="1491446" y="114614"/>
                </a:lnTo>
                <a:lnTo>
                  <a:pt x="1491864" y="114624"/>
                </a:lnTo>
                <a:lnTo>
                  <a:pt x="1492285" y="114627"/>
                </a:lnTo>
                <a:lnTo>
                  <a:pt x="1492500" y="114626"/>
                </a:lnTo>
                <a:lnTo>
                  <a:pt x="1492715" y="114625"/>
                </a:lnTo>
                <a:lnTo>
                  <a:pt x="1492931" y="114622"/>
                </a:lnTo>
                <a:lnTo>
                  <a:pt x="1493146" y="114618"/>
                </a:lnTo>
                <a:lnTo>
                  <a:pt x="1493361" y="114612"/>
                </a:lnTo>
                <a:lnTo>
                  <a:pt x="1493577" y="114606"/>
                </a:lnTo>
                <a:lnTo>
                  <a:pt x="1493793" y="114599"/>
                </a:lnTo>
                <a:lnTo>
                  <a:pt x="1494008" y="114590"/>
                </a:lnTo>
                <a:lnTo>
                  <a:pt x="1494224" y="114580"/>
                </a:lnTo>
                <a:lnTo>
                  <a:pt x="1494440" y="114569"/>
                </a:lnTo>
                <a:lnTo>
                  <a:pt x="1494657" y="114557"/>
                </a:lnTo>
                <a:lnTo>
                  <a:pt x="1494873" y="114544"/>
                </a:lnTo>
                <a:lnTo>
                  <a:pt x="1495089" y="114530"/>
                </a:lnTo>
                <a:lnTo>
                  <a:pt x="1495306" y="114514"/>
                </a:lnTo>
                <a:lnTo>
                  <a:pt x="1495523" y="114497"/>
                </a:lnTo>
                <a:lnTo>
                  <a:pt x="1495740" y="114480"/>
                </a:lnTo>
                <a:lnTo>
                  <a:pt x="1495957" y="114461"/>
                </a:lnTo>
                <a:lnTo>
                  <a:pt x="1496174" y="114440"/>
                </a:lnTo>
                <a:lnTo>
                  <a:pt x="1496391" y="114419"/>
                </a:lnTo>
                <a:lnTo>
                  <a:pt x="1496608" y="114397"/>
                </a:lnTo>
                <a:lnTo>
                  <a:pt x="1496826" y="114373"/>
                </a:lnTo>
                <a:lnTo>
                  <a:pt x="1497043" y="114348"/>
                </a:lnTo>
                <a:lnTo>
                  <a:pt x="1497261" y="114322"/>
                </a:lnTo>
                <a:lnTo>
                  <a:pt x="1497479" y="114295"/>
                </a:lnTo>
                <a:lnTo>
                  <a:pt x="1497695" y="114267"/>
                </a:lnTo>
                <a:lnTo>
                  <a:pt x="1497908" y="114239"/>
                </a:lnTo>
                <a:lnTo>
                  <a:pt x="1498117" y="114210"/>
                </a:lnTo>
                <a:lnTo>
                  <a:pt x="1498323" y="114180"/>
                </a:lnTo>
                <a:lnTo>
                  <a:pt x="1498525" y="114149"/>
                </a:lnTo>
                <a:lnTo>
                  <a:pt x="1498724" y="114118"/>
                </a:lnTo>
                <a:lnTo>
                  <a:pt x="1498920" y="114086"/>
                </a:lnTo>
                <a:lnTo>
                  <a:pt x="1499112" y="114054"/>
                </a:lnTo>
                <a:lnTo>
                  <a:pt x="1499300" y="114021"/>
                </a:lnTo>
                <a:lnTo>
                  <a:pt x="1499486" y="113987"/>
                </a:lnTo>
                <a:lnTo>
                  <a:pt x="1499667" y="113953"/>
                </a:lnTo>
                <a:lnTo>
                  <a:pt x="1499845" y="113918"/>
                </a:lnTo>
                <a:lnTo>
                  <a:pt x="1500020" y="113882"/>
                </a:lnTo>
                <a:lnTo>
                  <a:pt x="1500192" y="113846"/>
                </a:lnTo>
                <a:lnTo>
                  <a:pt x="1500359" y="113809"/>
                </a:lnTo>
                <a:lnTo>
                  <a:pt x="1500524" y="113772"/>
                </a:lnTo>
                <a:lnTo>
                  <a:pt x="1500685" y="113733"/>
                </a:lnTo>
                <a:lnTo>
                  <a:pt x="1500842" y="113695"/>
                </a:lnTo>
                <a:lnTo>
                  <a:pt x="1500996" y="113655"/>
                </a:lnTo>
                <a:lnTo>
                  <a:pt x="1501147" y="113615"/>
                </a:lnTo>
                <a:lnTo>
                  <a:pt x="1501294" y="113574"/>
                </a:lnTo>
                <a:lnTo>
                  <a:pt x="1501438" y="113533"/>
                </a:lnTo>
                <a:lnTo>
                  <a:pt x="1501578" y="113491"/>
                </a:lnTo>
                <a:lnTo>
                  <a:pt x="1501715" y="113448"/>
                </a:lnTo>
                <a:lnTo>
                  <a:pt x="1501346" y="106008"/>
                </a:lnTo>
                <a:lnTo>
                  <a:pt x="1501217" y="106026"/>
                </a:lnTo>
                <a:lnTo>
                  <a:pt x="1501087" y="106045"/>
                </a:lnTo>
                <a:lnTo>
                  <a:pt x="1500956" y="106064"/>
                </a:lnTo>
                <a:lnTo>
                  <a:pt x="1500824" y="106082"/>
                </a:lnTo>
                <a:lnTo>
                  <a:pt x="1500691" y="106101"/>
                </a:lnTo>
                <a:lnTo>
                  <a:pt x="1500557" y="106121"/>
                </a:lnTo>
                <a:lnTo>
                  <a:pt x="1500422" y="106140"/>
                </a:lnTo>
                <a:lnTo>
                  <a:pt x="1500286" y="106159"/>
                </a:lnTo>
                <a:lnTo>
                  <a:pt x="1500150" y="106179"/>
                </a:lnTo>
                <a:lnTo>
                  <a:pt x="1500013" y="106198"/>
                </a:lnTo>
                <a:lnTo>
                  <a:pt x="1499874" y="106218"/>
                </a:lnTo>
                <a:lnTo>
                  <a:pt x="1499735" y="106238"/>
                </a:lnTo>
                <a:lnTo>
                  <a:pt x="1499595" y="106258"/>
                </a:lnTo>
                <a:lnTo>
                  <a:pt x="1499454" y="106278"/>
                </a:lnTo>
                <a:lnTo>
                  <a:pt x="1499312" y="106298"/>
                </a:lnTo>
                <a:lnTo>
                  <a:pt x="1499169" y="106319"/>
                </a:lnTo>
                <a:lnTo>
                  <a:pt x="1499025" y="106339"/>
                </a:lnTo>
                <a:lnTo>
                  <a:pt x="1498881" y="106360"/>
                </a:lnTo>
                <a:lnTo>
                  <a:pt x="1498735" y="106381"/>
                </a:lnTo>
                <a:lnTo>
                  <a:pt x="1498589" y="106402"/>
                </a:lnTo>
                <a:lnTo>
                  <a:pt x="1498442" y="106423"/>
                </a:lnTo>
                <a:lnTo>
                  <a:pt x="1498294" y="106444"/>
                </a:lnTo>
                <a:lnTo>
                  <a:pt x="1498145" y="106465"/>
                </a:lnTo>
                <a:lnTo>
                  <a:pt x="1497995" y="106487"/>
                </a:lnTo>
                <a:lnTo>
                  <a:pt x="1497844" y="106508"/>
                </a:lnTo>
                <a:lnTo>
                  <a:pt x="1497693" y="106528"/>
                </a:lnTo>
                <a:lnTo>
                  <a:pt x="1497541" y="106547"/>
                </a:lnTo>
                <a:lnTo>
                  <a:pt x="1497388" y="106565"/>
                </a:lnTo>
                <a:lnTo>
                  <a:pt x="1497235" y="106583"/>
                </a:lnTo>
                <a:lnTo>
                  <a:pt x="1497081" y="106599"/>
                </a:lnTo>
                <a:lnTo>
                  <a:pt x="1496926" y="106615"/>
                </a:lnTo>
                <a:lnTo>
                  <a:pt x="1496771" y="106630"/>
                </a:lnTo>
                <a:lnTo>
                  <a:pt x="1496615" y="106644"/>
                </a:lnTo>
                <a:lnTo>
                  <a:pt x="1496459" y="106657"/>
                </a:lnTo>
                <a:lnTo>
                  <a:pt x="1496301" y="106669"/>
                </a:lnTo>
                <a:lnTo>
                  <a:pt x="1496144" y="106680"/>
                </a:lnTo>
                <a:lnTo>
                  <a:pt x="1495985" y="106690"/>
                </a:lnTo>
                <a:lnTo>
                  <a:pt x="1495826" y="106700"/>
                </a:lnTo>
                <a:lnTo>
                  <a:pt x="1495667" y="106708"/>
                </a:lnTo>
                <a:lnTo>
                  <a:pt x="1495506" y="106716"/>
                </a:lnTo>
                <a:lnTo>
                  <a:pt x="1495345" y="106723"/>
                </a:lnTo>
                <a:lnTo>
                  <a:pt x="1495184" y="106728"/>
                </a:lnTo>
                <a:lnTo>
                  <a:pt x="1495021" y="106733"/>
                </a:lnTo>
                <a:lnTo>
                  <a:pt x="1494859" y="106737"/>
                </a:lnTo>
                <a:lnTo>
                  <a:pt x="1494695" y="106740"/>
                </a:lnTo>
                <a:lnTo>
                  <a:pt x="1494531" y="106743"/>
                </a:lnTo>
                <a:lnTo>
                  <a:pt x="1494366" y="106744"/>
                </a:lnTo>
                <a:lnTo>
                  <a:pt x="1494201" y="106744"/>
                </a:lnTo>
                <a:lnTo>
                  <a:pt x="1493974" y="106743"/>
                </a:lnTo>
                <a:lnTo>
                  <a:pt x="1493749" y="106738"/>
                </a:lnTo>
                <a:lnTo>
                  <a:pt x="1493524" y="106730"/>
                </a:lnTo>
                <a:lnTo>
                  <a:pt x="1493301" y="106719"/>
                </a:lnTo>
                <a:lnTo>
                  <a:pt x="1493079" y="106704"/>
                </a:lnTo>
                <a:lnTo>
                  <a:pt x="1492859" y="106687"/>
                </a:lnTo>
                <a:lnTo>
                  <a:pt x="1492639" y="106666"/>
                </a:lnTo>
                <a:lnTo>
                  <a:pt x="1492420" y="106642"/>
                </a:lnTo>
                <a:lnTo>
                  <a:pt x="1492203" y="106615"/>
                </a:lnTo>
                <a:lnTo>
                  <a:pt x="1491987" y="106585"/>
                </a:lnTo>
                <a:lnTo>
                  <a:pt x="1491772" y="106551"/>
                </a:lnTo>
                <a:lnTo>
                  <a:pt x="1491558" y="106514"/>
                </a:lnTo>
                <a:lnTo>
                  <a:pt x="1491345" y="106474"/>
                </a:lnTo>
                <a:lnTo>
                  <a:pt x="1491134" y="106431"/>
                </a:lnTo>
                <a:lnTo>
                  <a:pt x="1490923" y="106385"/>
                </a:lnTo>
                <a:lnTo>
                  <a:pt x="1490714" y="106335"/>
                </a:lnTo>
                <a:lnTo>
                  <a:pt x="1490506" y="106282"/>
                </a:lnTo>
                <a:lnTo>
                  <a:pt x="1490299" y="106226"/>
                </a:lnTo>
                <a:lnTo>
                  <a:pt x="1490093" y="106167"/>
                </a:lnTo>
                <a:lnTo>
                  <a:pt x="1489888" y="106105"/>
                </a:lnTo>
                <a:lnTo>
                  <a:pt x="1489685" y="106039"/>
                </a:lnTo>
                <a:lnTo>
                  <a:pt x="1489482" y="105971"/>
                </a:lnTo>
                <a:lnTo>
                  <a:pt x="1489281" y="105899"/>
                </a:lnTo>
                <a:lnTo>
                  <a:pt x="1489081" y="105824"/>
                </a:lnTo>
                <a:lnTo>
                  <a:pt x="1488883" y="105744"/>
                </a:lnTo>
                <a:lnTo>
                  <a:pt x="1488688" y="105657"/>
                </a:lnTo>
                <a:lnTo>
                  <a:pt x="1488497" y="105563"/>
                </a:lnTo>
                <a:lnTo>
                  <a:pt x="1488309" y="105463"/>
                </a:lnTo>
                <a:lnTo>
                  <a:pt x="1488125" y="105357"/>
                </a:lnTo>
                <a:lnTo>
                  <a:pt x="1487944" y="105243"/>
                </a:lnTo>
                <a:lnTo>
                  <a:pt x="1487766" y="105123"/>
                </a:lnTo>
                <a:lnTo>
                  <a:pt x="1487591" y="104997"/>
                </a:lnTo>
                <a:lnTo>
                  <a:pt x="1487420" y="104864"/>
                </a:lnTo>
                <a:lnTo>
                  <a:pt x="1487252" y="104724"/>
                </a:lnTo>
                <a:lnTo>
                  <a:pt x="1487087" y="104577"/>
                </a:lnTo>
                <a:lnTo>
                  <a:pt x="1486926" y="104424"/>
                </a:lnTo>
                <a:lnTo>
                  <a:pt x="1486768" y="104264"/>
                </a:lnTo>
                <a:lnTo>
                  <a:pt x="1486613" y="104098"/>
                </a:lnTo>
                <a:lnTo>
                  <a:pt x="1486462" y="103924"/>
                </a:lnTo>
                <a:lnTo>
                  <a:pt x="1486314" y="103745"/>
                </a:lnTo>
                <a:lnTo>
                  <a:pt x="1486170" y="103558"/>
                </a:lnTo>
                <a:lnTo>
                  <a:pt x="1486028" y="103365"/>
                </a:lnTo>
                <a:lnTo>
                  <a:pt x="1485890" y="103165"/>
                </a:lnTo>
                <a:lnTo>
                  <a:pt x="1485756" y="102959"/>
                </a:lnTo>
                <a:lnTo>
                  <a:pt x="1485624" y="102746"/>
                </a:lnTo>
                <a:lnTo>
                  <a:pt x="1485496" y="102526"/>
                </a:lnTo>
                <a:lnTo>
                  <a:pt x="1485371" y="102300"/>
                </a:lnTo>
                <a:lnTo>
                  <a:pt x="1485250" y="102067"/>
                </a:lnTo>
                <a:lnTo>
                  <a:pt x="1485133" y="101826"/>
                </a:lnTo>
                <a:lnTo>
                  <a:pt x="1485021" y="101575"/>
                </a:lnTo>
                <a:lnTo>
                  <a:pt x="1484913" y="101315"/>
                </a:lnTo>
                <a:lnTo>
                  <a:pt x="1484811" y="101046"/>
                </a:lnTo>
                <a:lnTo>
                  <a:pt x="1484714" y="100768"/>
                </a:lnTo>
                <a:lnTo>
                  <a:pt x="1484622" y="100480"/>
                </a:lnTo>
                <a:lnTo>
                  <a:pt x="1484534" y="100183"/>
                </a:lnTo>
                <a:lnTo>
                  <a:pt x="1484452" y="99877"/>
                </a:lnTo>
                <a:lnTo>
                  <a:pt x="1484375" y="99561"/>
                </a:lnTo>
                <a:lnTo>
                  <a:pt x="1484302" y="99236"/>
                </a:lnTo>
                <a:lnTo>
                  <a:pt x="1484235" y="98902"/>
                </a:lnTo>
                <a:lnTo>
                  <a:pt x="1484173" y="98558"/>
                </a:lnTo>
                <a:lnTo>
                  <a:pt x="1484115" y="98205"/>
                </a:lnTo>
                <a:lnTo>
                  <a:pt x="1484063" y="97843"/>
                </a:lnTo>
                <a:lnTo>
                  <a:pt x="1484016" y="97471"/>
                </a:lnTo>
                <a:lnTo>
                  <a:pt x="1483973" y="97090"/>
                </a:lnTo>
                <a:lnTo>
                  <a:pt x="1483936" y="96699"/>
                </a:lnTo>
                <a:lnTo>
                  <a:pt x="1483903" y="96300"/>
                </a:lnTo>
                <a:lnTo>
                  <a:pt x="1483876" y="95891"/>
                </a:lnTo>
                <a:lnTo>
                  <a:pt x="1483853" y="95472"/>
                </a:lnTo>
                <a:lnTo>
                  <a:pt x="1483836" y="95045"/>
                </a:lnTo>
                <a:lnTo>
                  <a:pt x="1483824" y="94607"/>
                </a:lnTo>
                <a:lnTo>
                  <a:pt x="1483816" y="94161"/>
                </a:lnTo>
                <a:lnTo>
                  <a:pt x="1483814" y="93705"/>
                </a:lnTo>
                <a:lnTo>
                  <a:pt x="1483814" y="40665"/>
                </a:lnTo>
                <a:lnTo>
                  <a:pt x="1500315" y="40665"/>
                </a:lnTo>
                <a:lnTo>
                  <a:pt x="1500315" y="33445"/>
                </a:lnTo>
                <a:lnTo>
                  <a:pt x="1483814" y="33445"/>
                </a:lnTo>
                <a:lnTo>
                  <a:pt x="1483814" y="12966"/>
                </a:lnTo>
                <a:lnTo>
                  <a:pt x="1474973" y="12966"/>
                </a:lnTo>
                <a:lnTo>
                  <a:pt x="1474973" y="33445"/>
                </a:lnTo>
                <a:lnTo>
                  <a:pt x="1460314" y="33445"/>
                </a:lnTo>
                <a:lnTo>
                  <a:pt x="1460314" y="40665"/>
                </a:lnTo>
                <a:close/>
                <a:moveTo>
                  <a:pt x="1232332" y="46308"/>
                </a:moveTo>
                <a:lnTo>
                  <a:pt x="1232168" y="45880"/>
                </a:lnTo>
                <a:lnTo>
                  <a:pt x="1231998" y="45459"/>
                </a:lnTo>
                <a:lnTo>
                  <a:pt x="1231823" y="45045"/>
                </a:lnTo>
                <a:lnTo>
                  <a:pt x="1231643" y="44638"/>
                </a:lnTo>
                <a:lnTo>
                  <a:pt x="1231457" y="44238"/>
                </a:lnTo>
                <a:lnTo>
                  <a:pt x="1231265" y="43845"/>
                </a:lnTo>
                <a:lnTo>
                  <a:pt x="1231068" y="43458"/>
                </a:lnTo>
                <a:lnTo>
                  <a:pt x="1230865" y="43079"/>
                </a:lnTo>
                <a:lnTo>
                  <a:pt x="1230657" y="42706"/>
                </a:lnTo>
                <a:lnTo>
                  <a:pt x="1230443" y="42340"/>
                </a:lnTo>
                <a:lnTo>
                  <a:pt x="1230224" y="41982"/>
                </a:lnTo>
                <a:lnTo>
                  <a:pt x="1229999" y="41630"/>
                </a:lnTo>
                <a:lnTo>
                  <a:pt x="1229769" y="41285"/>
                </a:lnTo>
                <a:lnTo>
                  <a:pt x="1229534" y="40947"/>
                </a:lnTo>
                <a:lnTo>
                  <a:pt x="1229293" y="40616"/>
                </a:lnTo>
                <a:lnTo>
                  <a:pt x="1229046" y="40292"/>
                </a:lnTo>
                <a:lnTo>
                  <a:pt x="1228794" y="39974"/>
                </a:lnTo>
                <a:lnTo>
                  <a:pt x="1228536" y="39664"/>
                </a:lnTo>
                <a:lnTo>
                  <a:pt x="1228273" y="39360"/>
                </a:lnTo>
                <a:lnTo>
                  <a:pt x="1228004" y="39064"/>
                </a:lnTo>
                <a:lnTo>
                  <a:pt x="1227730" y="38774"/>
                </a:lnTo>
                <a:lnTo>
                  <a:pt x="1227451" y="38491"/>
                </a:lnTo>
                <a:lnTo>
                  <a:pt x="1227166" y="38215"/>
                </a:lnTo>
                <a:lnTo>
                  <a:pt x="1226877" y="37945"/>
                </a:lnTo>
                <a:lnTo>
                  <a:pt x="1226583" y="37681"/>
                </a:lnTo>
                <a:lnTo>
                  <a:pt x="1226284" y="37423"/>
                </a:lnTo>
                <a:lnTo>
                  <a:pt x="1225981" y="37171"/>
                </a:lnTo>
                <a:lnTo>
                  <a:pt x="1225673" y="36926"/>
                </a:lnTo>
                <a:lnTo>
                  <a:pt x="1225361" y="36686"/>
                </a:lnTo>
                <a:lnTo>
                  <a:pt x="1225044" y="36453"/>
                </a:lnTo>
                <a:lnTo>
                  <a:pt x="1224723" y="36226"/>
                </a:lnTo>
                <a:lnTo>
                  <a:pt x="1224396" y="36005"/>
                </a:lnTo>
                <a:lnTo>
                  <a:pt x="1224066" y="35790"/>
                </a:lnTo>
                <a:lnTo>
                  <a:pt x="1223730" y="35581"/>
                </a:lnTo>
                <a:lnTo>
                  <a:pt x="1223390" y="35379"/>
                </a:lnTo>
                <a:lnTo>
                  <a:pt x="1223046" y="35182"/>
                </a:lnTo>
                <a:lnTo>
                  <a:pt x="1222697" y="34992"/>
                </a:lnTo>
                <a:lnTo>
                  <a:pt x="1222343" y="34808"/>
                </a:lnTo>
                <a:lnTo>
                  <a:pt x="1221985" y="34630"/>
                </a:lnTo>
                <a:lnTo>
                  <a:pt x="1221622" y="34458"/>
                </a:lnTo>
                <a:lnTo>
                  <a:pt x="1221254" y="34292"/>
                </a:lnTo>
                <a:lnTo>
                  <a:pt x="1220882" y="34133"/>
                </a:lnTo>
                <a:lnTo>
                  <a:pt x="1220505" y="33979"/>
                </a:lnTo>
                <a:lnTo>
                  <a:pt x="1220124" y="33832"/>
                </a:lnTo>
                <a:lnTo>
                  <a:pt x="1219738" y="33691"/>
                </a:lnTo>
                <a:lnTo>
                  <a:pt x="1219347" y="33556"/>
                </a:lnTo>
                <a:lnTo>
                  <a:pt x="1218952" y="33426"/>
                </a:lnTo>
                <a:lnTo>
                  <a:pt x="1218554" y="33303"/>
                </a:lnTo>
                <a:lnTo>
                  <a:pt x="1218151" y="33184"/>
                </a:lnTo>
                <a:lnTo>
                  <a:pt x="1217745" y="33072"/>
                </a:lnTo>
                <a:lnTo>
                  <a:pt x="1217335" y="32964"/>
                </a:lnTo>
                <a:lnTo>
                  <a:pt x="1216921" y="32863"/>
                </a:lnTo>
                <a:lnTo>
                  <a:pt x="1216503" y="32766"/>
                </a:lnTo>
                <a:lnTo>
                  <a:pt x="1216081" y="32676"/>
                </a:lnTo>
                <a:lnTo>
                  <a:pt x="1215656" y="32590"/>
                </a:lnTo>
                <a:lnTo>
                  <a:pt x="1215226" y="32511"/>
                </a:lnTo>
                <a:lnTo>
                  <a:pt x="1214793" y="32436"/>
                </a:lnTo>
                <a:lnTo>
                  <a:pt x="1214356" y="32368"/>
                </a:lnTo>
                <a:lnTo>
                  <a:pt x="1213915" y="32304"/>
                </a:lnTo>
                <a:lnTo>
                  <a:pt x="1213471" y="32247"/>
                </a:lnTo>
                <a:lnTo>
                  <a:pt x="1213022" y="32194"/>
                </a:lnTo>
                <a:lnTo>
                  <a:pt x="1212570" y="32148"/>
                </a:lnTo>
                <a:lnTo>
                  <a:pt x="1212113" y="32106"/>
                </a:lnTo>
                <a:lnTo>
                  <a:pt x="1211653" y="32071"/>
                </a:lnTo>
                <a:lnTo>
                  <a:pt x="1211190" y="32041"/>
                </a:lnTo>
                <a:lnTo>
                  <a:pt x="1210722" y="32016"/>
                </a:lnTo>
                <a:lnTo>
                  <a:pt x="1210250" y="31997"/>
                </a:lnTo>
                <a:lnTo>
                  <a:pt x="1209775" y="31983"/>
                </a:lnTo>
                <a:lnTo>
                  <a:pt x="1209296" y="31975"/>
                </a:lnTo>
                <a:lnTo>
                  <a:pt x="1208813" y="31972"/>
                </a:lnTo>
                <a:lnTo>
                  <a:pt x="1208214" y="31976"/>
                </a:lnTo>
                <a:lnTo>
                  <a:pt x="1207620" y="31990"/>
                </a:lnTo>
                <a:lnTo>
                  <a:pt x="1207031" y="32013"/>
                </a:lnTo>
                <a:lnTo>
                  <a:pt x="1206448" y="32045"/>
                </a:lnTo>
                <a:lnTo>
                  <a:pt x="1205870" y="32087"/>
                </a:lnTo>
                <a:lnTo>
                  <a:pt x="1205297" y="32138"/>
                </a:lnTo>
                <a:lnTo>
                  <a:pt x="1204730" y="32197"/>
                </a:lnTo>
                <a:lnTo>
                  <a:pt x="1204167" y="32266"/>
                </a:lnTo>
                <a:lnTo>
                  <a:pt x="1203610" y="32345"/>
                </a:lnTo>
                <a:lnTo>
                  <a:pt x="1203059" y="32432"/>
                </a:lnTo>
                <a:lnTo>
                  <a:pt x="1202512" y="32529"/>
                </a:lnTo>
                <a:lnTo>
                  <a:pt x="1201971" y="32635"/>
                </a:lnTo>
                <a:lnTo>
                  <a:pt x="1201435" y="32750"/>
                </a:lnTo>
                <a:lnTo>
                  <a:pt x="1200904" y="32874"/>
                </a:lnTo>
                <a:lnTo>
                  <a:pt x="1200378" y="33008"/>
                </a:lnTo>
                <a:lnTo>
                  <a:pt x="1199858" y="33150"/>
                </a:lnTo>
                <a:lnTo>
                  <a:pt x="1199343" y="33302"/>
                </a:lnTo>
                <a:lnTo>
                  <a:pt x="1198833" y="33464"/>
                </a:lnTo>
                <a:lnTo>
                  <a:pt x="1198328" y="33634"/>
                </a:lnTo>
                <a:lnTo>
                  <a:pt x="1197829" y="33813"/>
                </a:lnTo>
                <a:lnTo>
                  <a:pt x="1197335" y="34002"/>
                </a:lnTo>
                <a:lnTo>
                  <a:pt x="1196846" y="34200"/>
                </a:lnTo>
                <a:lnTo>
                  <a:pt x="1196362" y="34407"/>
                </a:lnTo>
                <a:lnTo>
                  <a:pt x="1195884" y="34624"/>
                </a:lnTo>
                <a:lnTo>
                  <a:pt x="1195411" y="34848"/>
                </a:lnTo>
                <a:lnTo>
                  <a:pt x="1194944" y="35080"/>
                </a:lnTo>
                <a:lnTo>
                  <a:pt x="1194483" y="35319"/>
                </a:lnTo>
                <a:lnTo>
                  <a:pt x="1194028" y="35565"/>
                </a:lnTo>
                <a:lnTo>
                  <a:pt x="1193579" y="35818"/>
                </a:lnTo>
                <a:lnTo>
                  <a:pt x="1193135" y="36079"/>
                </a:lnTo>
                <a:lnTo>
                  <a:pt x="1192698" y="36346"/>
                </a:lnTo>
                <a:lnTo>
                  <a:pt x="1192266" y="36621"/>
                </a:lnTo>
                <a:lnTo>
                  <a:pt x="1191840" y="36903"/>
                </a:lnTo>
                <a:lnTo>
                  <a:pt x="1191420" y="37192"/>
                </a:lnTo>
                <a:lnTo>
                  <a:pt x="1191006" y="37488"/>
                </a:lnTo>
                <a:lnTo>
                  <a:pt x="1190598" y="37792"/>
                </a:lnTo>
                <a:lnTo>
                  <a:pt x="1190196" y="38102"/>
                </a:lnTo>
                <a:lnTo>
                  <a:pt x="1189800" y="38420"/>
                </a:lnTo>
                <a:lnTo>
                  <a:pt x="1189409" y="38745"/>
                </a:lnTo>
                <a:lnTo>
                  <a:pt x="1189025" y="39077"/>
                </a:lnTo>
                <a:lnTo>
                  <a:pt x="1188646" y="39416"/>
                </a:lnTo>
                <a:lnTo>
                  <a:pt x="1188273" y="39762"/>
                </a:lnTo>
                <a:lnTo>
                  <a:pt x="1187906" y="40116"/>
                </a:lnTo>
                <a:lnTo>
                  <a:pt x="1187545" y="40476"/>
                </a:lnTo>
                <a:lnTo>
                  <a:pt x="1187190" y="40844"/>
                </a:lnTo>
                <a:lnTo>
                  <a:pt x="1186841" y="41219"/>
                </a:lnTo>
                <a:lnTo>
                  <a:pt x="1186497" y="41601"/>
                </a:lnTo>
                <a:lnTo>
                  <a:pt x="1186160" y="41991"/>
                </a:lnTo>
                <a:lnTo>
                  <a:pt x="1185828" y="42386"/>
                </a:lnTo>
                <a:lnTo>
                  <a:pt x="1185503" y="42787"/>
                </a:lnTo>
                <a:lnTo>
                  <a:pt x="1185183" y="43192"/>
                </a:lnTo>
                <a:lnTo>
                  <a:pt x="1184870" y="43603"/>
                </a:lnTo>
                <a:lnTo>
                  <a:pt x="1184562" y="44019"/>
                </a:lnTo>
                <a:lnTo>
                  <a:pt x="1184261" y="44440"/>
                </a:lnTo>
                <a:lnTo>
                  <a:pt x="1183965" y="44866"/>
                </a:lnTo>
                <a:lnTo>
                  <a:pt x="1183676" y="45297"/>
                </a:lnTo>
                <a:lnTo>
                  <a:pt x="1183392" y="45734"/>
                </a:lnTo>
                <a:lnTo>
                  <a:pt x="1183115" y="46175"/>
                </a:lnTo>
                <a:lnTo>
                  <a:pt x="1183023" y="46326"/>
                </a:lnTo>
                <a:lnTo>
                  <a:pt x="1182734" y="33445"/>
                </a:lnTo>
                <a:lnTo>
                  <a:pt x="1174189" y="33445"/>
                </a:lnTo>
                <a:lnTo>
                  <a:pt x="1174189" y="113154"/>
                </a:lnTo>
                <a:lnTo>
                  <a:pt x="1183103" y="113154"/>
                </a:lnTo>
                <a:lnTo>
                  <a:pt x="1183103" y="58254"/>
                </a:lnTo>
                <a:lnTo>
                  <a:pt x="1183156" y="58073"/>
                </a:lnTo>
                <a:lnTo>
                  <a:pt x="1183283" y="57663"/>
                </a:lnTo>
                <a:lnTo>
                  <a:pt x="1183416" y="57256"/>
                </a:lnTo>
                <a:lnTo>
                  <a:pt x="1183553" y="56851"/>
                </a:lnTo>
                <a:lnTo>
                  <a:pt x="1183697" y="56448"/>
                </a:lnTo>
                <a:lnTo>
                  <a:pt x="1183845" y="56047"/>
                </a:lnTo>
                <a:lnTo>
                  <a:pt x="1183999" y="55648"/>
                </a:lnTo>
                <a:lnTo>
                  <a:pt x="1184158" y="55251"/>
                </a:lnTo>
                <a:lnTo>
                  <a:pt x="1184323" y="54856"/>
                </a:lnTo>
                <a:lnTo>
                  <a:pt x="1184493" y="54463"/>
                </a:lnTo>
                <a:lnTo>
                  <a:pt x="1184668" y="54072"/>
                </a:lnTo>
                <a:lnTo>
                  <a:pt x="1184849" y="53683"/>
                </a:lnTo>
                <a:lnTo>
                  <a:pt x="1185035" y="53297"/>
                </a:lnTo>
                <a:lnTo>
                  <a:pt x="1185226" y="52912"/>
                </a:lnTo>
                <a:lnTo>
                  <a:pt x="1185423" y="52529"/>
                </a:lnTo>
                <a:lnTo>
                  <a:pt x="1185625" y="52149"/>
                </a:lnTo>
                <a:lnTo>
                  <a:pt x="1185833" y="51770"/>
                </a:lnTo>
                <a:lnTo>
                  <a:pt x="1186046" y="51393"/>
                </a:lnTo>
                <a:lnTo>
                  <a:pt x="1186264" y="51019"/>
                </a:lnTo>
                <a:lnTo>
                  <a:pt x="1186488" y="50647"/>
                </a:lnTo>
                <a:lnTo>
                  <a:pt x="1186717" y="50276"/>
                </a:lnTo>
                <a:lnTo>
                  <a:pt x="1186951" y="49908"/>
                </a:lnTo>
                <a:lnTo>
                  <a:pt x="1187191" y="49542"/>
                </a:lnTo>
                <a:lnTo>
                  <a:pt x="1187437" y="49179"/>
                </a:lnTo>
                <a:lnTo>
                  <a:pt x="1187688" y="48822"/>
                </a:lnTo>
                <a:lnTo>
                  <a:pt x="1187946" y="48471"/>
                </a:lnTo>
                <a:lnTo>
                  <a:pt x="1188210" y="48125"/>
                </a:lnTo>
                <a:lnTo>
                  <a:pt x="1188480" y="47785"/>
                </a:lnTo>
                <a:lnTo>
                  <a:pt x="1188757" y="47451"/>
                </a:lnTo>
                <a:lnTo>
                  <a:pt x="1189039" y="47122"/>
                </a:lnTo>
                <a:lnTo>
                  <a:pt x="1189327" y="46799"/>
                </a:lnTo>
                <a:lnTo>
                  <a:pt x="1189622" y="46482"/>
                </a:lnTo>
                <a:lnTo>
                  <a:pt x="1189923" y="46170"/>
                </a:lnTo>
                <a:lnTo>
                  <a:pt x="1190230" y="45864"/>
                </a:lnTo>
                <a:lnTo>
                  <a:pt x="1190543" y="45563"/>
                </a:lnTo>
                <a:lnTo>
                  <a:pt x="1190862" y="45269"/>
                </a:lnTo>
                <a:lnTo>
                  <a:pt x="1191188" y="44979"/>
                </a:lnTo>
                <a:lnTo>
                  <a:pt x="1191519" y="44696"/>
                </a:lnTo>
                <a:lnTo>
                  <a:pt x="1191857" y="44418"/>
                </a:lnTo>
                <a:lnTo>
                  <a:pt x="1192201" y="44145"/>
                </a:lnTo>
                <a:lnTo>
                  <a:pt x="1192550" y="43878"/>
                </a:lnTo>
                <a:lnTo>
                  <a:pt x="1192907" y="43617"/>
                </a:lnTo>
                <a:lnTo>
                  <a:pt x="1193269" y="43362"/>
                </a:lnTo>
                <a:lnTo>
                  <a:pt x="1193637" y="43112"/>
                </a:lnTo>
                <a:lnTo>
                  <a:pt x="1194012" y="42867"/>
                </a:lnTo>
                <a:lnTo>
                  <a:pt x="1194392" y="42629"/>
                </a:lnTo>
                <a:lnTo>
                  <a:pt x="1194779" y="42396"/>
                </a:lnTo>
                <a:lnTo>
                  <a:pt x="1195172" y="42170"/>
                </a:lnTo>
                <a:lnTo>
                  <a:pt x="1195573" y="41954"/>
                </a:lnTo>
                <a:lnTo>
                  <a:pt x="1195981" y="41748"/>
                </a:lnTo>
                <a:lnTo>
                  <a:pt x="1196397" y="41552"/>
                </a:lnTo>
                <a:lnTo>
                  <a:pt x="1196819" y="41365"/>
                </a:lnTo>
                <a:lnTo>
                  <a:pt x="1197249" y="41187"/>
                </a:lnTo>
                <a:lnTo>
                  <a:pt x="1197686" y="41019"/>
                </a:lnTo>
                <a:lnTo>
                  <a:pt x="1198131" y="40861"/>
                </a:lnTo>
                <a:lnTo>
                  <a:pt x="1198583" y="40712"/>
                </a:lnTo>
                <a:lnTo>
                  <a:pt x="1199042" y="40573"/>
                </a:lnTo>
                <a:lnTo>
                  <a:pt x="1199508" y="40444"/>
                </a:lnTo>
                <a:lnTo>
                  <a:pt x="1199982" y="40324"/>
                </a:lnTo>
                <a:lnTo>
                  <a:pt x="1200463" y="40214"/>
                </a:lnTo>
                <a:lnTo>
                  <a:pt x="1200951" y="40113"/>
                </a:lnTo>
                <a:lnTo>
                  <a:pt x="1201446" y="40022"/>
                </a:lnTo>
                <a:lnTo>
                  <a:pt x="1201949" y="39940"/>
                </a:lnTo>
                <a:lnTo>
                  <a:pt x="1202459" y="39868"/>
                </a:lnTo>
                <a:lnTo>
                  <a:pt x="1202977" y="39806"/>
                </a:lnTo>
                <a:lnTo>
                  <a:pt x="1203501" y="39753"/>
                </a:lnTo>
                <a:lnTo>
                  <a:pt x="1204033" y="39710"/>
                </a:lnTo>
                <a:lnTo>
                  <a:pt x="1204573" y="39676"/>
                </a:lnTo>
                <a:lnTo>
                  <a:pt x="1205119" y="39652"/>
                </a:lnTo>
                <a:lnTo>
                  <a:pt x="1205673" y="39638"/>
                </a:lnTo>
                <a:lnTo>
                  <a:pt x="1206234" y="39633"/>
                </a:lnTo>
                <a:lnTo>
                  <a:pt x="1206711" y="39637"/>
                </a:lnTo>
                <a:lnTo>
                  <a:pt x="1207182" y="39647"/>
                </a:lnTo>
                <a:lnTo>
                  <a:pt x="1207649" y="39663"/>
                </a:lnTo>
                <a:lnTo>
                  <a:pt x="1208112" y="39686"/>
                </a:lnTo>
                <a:lnTo>
                  <a:pt x="1208569" y="39716"/>
                </a:lnTo>
                <a:lnTo>
                  <a:pt x="1209022" y="39753"/>
                </a:lnTo>
                <a:lnTo>
                  <a:pt x="1209470" y="39796"/>
                </a:lnTo>
                <a:lnTo>
                  <a:pt x="1209914" y="39846"/>
                </a:lnTo>
                <a:lnTo>
                  <a:pt x="1210352" y="39903"/>
                </a:lnTo>
                <a:lnTo>
                  <a:pt x="1210786" y="39966"/>
                </a:lnTo>
                <a:lnTo>
                  <a:pt x="1211215" y="40036"/>
                </a:lnTo>
                <a:lnTo>
                  <a:pt x="1211640" y="40112"/>
                </a:lnTo>
                <a:lnTo>
                  <a:pt x="1212059" y="40195"/>
                </a:lnTo>
                <a:lnTo>
                  <a:pt x="1212474" y="40285"/>
                </a:lnTo>
                <a:lnTo>
                  <a:pt x="1212884" y="40381"/>
                </a:lnTo>
                <a:lnTo>
                  <a:pt x="1213290" y="40484"/>
                </a:lnTo>
                <a:lnTo>
                  <a:pt x="1213691" y="40594"/>
                </a:lnTo>
                <a:lnTo>
                  <a:pt x="1214087" y="40711"/>
                </a:lnTo>
                <a:lnTo>
                  <a:pt x="1214478" y="40834"/>
                </a:lnTo>
                <a:lnTo>
                  <a:pt x="1214865" y="40963"/>
                </a:lnTo>
                <a:lnTo>
                  <a:pt x="1215246" y="41100"/>
                </a:lnTo>
                <a:lnTo>
                  <a:pt x="1215624" y="41243"/>
                </a:lnTo>
                <a:lnTo>
                  <a:pt x="1215996" y="41392"/>
                </a:lnTo>
                <a:lnTo>
                  <a:pt x="1216364" y="41549"/>
                </a:lnTo>
                <a:lnTo>
                  <a:pt x="1216725" y="41713"/>
                </a:lnTo>
                <a:lnTo>
                  <a:pt x="1217081" y="41886"/>
                </a:lnTo>
                <a:lnTo>
                  <a:pt x="1217429" y="42068"/>
                </a:lnTo>
                <a:lnTo>
                  <a:pt x="1217771" y="42259"/>
                </a:lnTo>
                <a:lnTo>
                  <a:pt x="1218107" y="42459"/>
                </a:lnTo>
                <a:lnTo>
                  <a:pt x="1218435" y="42667"/>
                </a:lnTo>
                <a:lnTo>
                  <a:pt x="1218757" y="42885"/>
                </a:lnTo>
                <a:lnTo>
                  <a:pt x="1219073" y="43112"/>
                </a:lnTo>
                <a:lnTo>
                  <a:pt x="1219382" y="43348"/>
                </a:lnTo>
                <a:lnTo>
                  <a:pt x="1219684" y="43592"/>
                </a:lnTo>
                <a:lnTo>
                  <a:pt x="1219979" y="43846"/>
                </a:lnTo>
                <a:lnTo>
                  <a:pt x="1220268" y="44109"/>
                </a:lnTo>
                <a:lnTo>
                  <a:pt x="1220550" y="44380"/>
                </a:lnTo>
                <a:lnTo>
                  <a:pt x="1220826" y="44661"/>
                </a:lnTo>
                <a:lnTo>
                  <a:pt x="1221094" y="44950"/>
                </a:lnTo>
                <a:lnTo>
                  <a:pt x="1221357" y="45248"/>
                </a:lnTo>
                <a:lnTo>
                  <a:pt x="1221612" y="45556"/>
                </a:lnTo>
                <a:lnTo>
                  <a:pt x="1221861" y="45872"/>
                </a:lnTo>
                <a:lnTo>
                  <a:pt x="1222103" y="46197"/>
                </a:lnTo>
                <a:lnTo>
                  <a:pt x="1222339" y="46531"/>
                </a:lnTo>
                <a:lnTo>
                  <a:pt x="1222568" y="46875"/>
                </a:lnTo>
                <a:lnTo>
                  <a:pt x="1222790" y="47227"/>
                </a:lnTo>
                <a:lnTo>
                  <a:pt x="1223006" y="47588"/>
                </a:lnTo>
                <a:lnTo>
                  <a:pt x="1223215" y="47958"/>
                </a:lnTo>
                <a:lnTo>
                  <a:pt x="1223416" y="48338"/>
                </a:lnTo>
                <a:lnTo>
                  <a:pt x="1223609" y="48731"/>
                </a:lnTo>
                <a:lnTo>
                  <a:pt x="1223793" y="49135"/>
                </a:lnTo>
                <a:lnTo>
                  <a:pt x="1223969" y="49552"/>
                </a:lnTo>
                <a:lnTo>
                  <a:pt x="1224136" y="49980"/>
                </a:lnTo>
                <a:lnTo>
                  <a:pt x="1224294" y="50421"/>
                </a:lnTo>
                <a:lnTo>
                  <a:pt x="1224444" y="50874"/>
                </a:lnTo>
                <a:lnTo>
                  <a:pt x="1224586" y="51338"/>
                </a:lnTo>
                <a:lnTo>
                  <a:pt x="1224718" y="51815"/>
                </a:lnTo>
                <a:lnTo>
                  <a:pt x="1224843" y="52304"/>
                </a:lnTo>
                <a:lnTo>
                  <a:pt x="1224958" y="52804"/>
                </a:lnTo>
                <a:lnTo>
                  <a:pt x="1225066" y="53317"/>
                </a:lnTo>
                <a:lnTo>
                  <a:pt x="1225164" y="53842"/>
                </a:lnTo>
                <a:lnTo>
                  <a:pt x="1225254" y="54378"/>
                </a:lnTo>
                <a:lnTo>
                  <a:pt x="1225335" y="54927"/>
                </a:lnTo>
                <a:lnTo>
                  <a:pt x="1225408" y="55488"/>
                </a:lnTo>
                <a:lnTo>
                  <a:pt x="1225473" y="56061"/>
                </a:lnTo>
                <a:lnTo>
                  <a:pt x="1225528" y="56646"/>
                </a:lnTo>
                <a:lnTo>
                  <a:pt x="1225575" y="57243"/>
                </a:lnTo>
                <a:lnTo>
                  <a:pt x="1225614" y="57852"/>
                </a:lnTo>
                <a:lnTo>
                  <a:pt x="1225644" y="58473"/>
                </a:lnTo>
                <a:lnTo>
                  <a:pt x="1225665" y="59106"/>
                </a:lnTo>
                <a:lnTo>
                  <a:pt x="1225678" y="59750"/>
                </a:lnTo>
                <a:lnTo>
                  <a:pt x="1225682" y="60407"/>
                </a:lnTo>
                <a:lnTo>
                  <a:pt x="1225682" y="113154"/>
                </a:lnTo>
                <a:lnTo>
                  <a:pt x="1234449" y="113154"/>
                </a:lnTo>
                <a:lnTo>
                  <a:pt x="1234449" y="60371"/>
                </a:lnTo>
                <a:lnTo>
                  <a:pt x="1234462" y="60231"/>
                </a:lnTo>
                <a:lnTo>
                  <a:pt x="1234496" y="59928"/>
                </a:lnTo>
                <a:lnTo>
                  <a:pt x="1234534" y="59625"/>
                </a:lnTo>
                <a:lnTo>
                  <a:pt x="1234577" y="59321"/>
                </a:lnTo>
                <a:lnTo>
                  <a:pt x="1234625" y="59016"/>
                </a:lnTo>
                <a:lnTo>
                  <a:pt x="1234677" y="58711"/>
                </a:lnTo>
                <a:lnTo>
                  <a:pt x="1234735" y="58405"/>
                </a:lnTo>
                <a:lnTo>
                  <a:pt x="1234797" y="58099"/>
                </a:lnTo>
                <a:lnTo>
                  <a:pt x="1234863" y="57792"/>
                </a:lnTo>
                <a:lnTo>
                  <a:pt x="1234935" y="57485"/>
                </a:lnTo>
                <a:lnTo>
                  <a:pt x="1235011" y="57177"/>
                </a:lnTo>
                <a:lnTo>
                  <a:pt x="1235092" y="56869"/>
                </a:lnTo>
                <a:lnTo>
                  <a:pt x="1235177" y="56560"/>
                </a:lnTo>
                <a:lnTo>
                  <a:pt x="1235268" y="56251"/>
                </a:lnTo>
                <a:lnTo>
                  <a:pt x="1235363" y="55941"/>
                </a:lnTo>
                <a:lnTo>
                  <a:pt x="1235463" y="55631"/>
                </a:lnTo>
                <a:lnTo>
                  <a:pt x="1235567" y="55320"/>
                </a:lnTo>
                <a:lnTo>
                  <a:pt x="1235677" y="55009"/>
                </a:lnTo>
                <a:lnTo>
                  <a:pt x="1235791" y="54697"/>
                </a:lnTo>
                <a:lnTo>
                  <a:pt x="1235909" y="54385"/>
                </a:lnTo>
                <a:lnTo>
                  <a:pt x="1236033" y="54072"/>
                </a:lnTo>
                <a:lnTo>
                  <a:pt x="1236161" y="53760"/>
                </a:lnTo>
                <a:lnTo>
                  <a:pt x="1236294" y="53449"/>
                </a:lnTo>
                <a:lnTo>
                  <a:pt x="1236432" y="53140"/>
                </a:lnTo>
                <a:lnTo>
                  <a:pt x="1236575" y="52833"/>
                </a:lnTo>
                <a:lnTo>
                  <a:pt x="1236723" y="52527"/>
                </a:lnTo>
                <a:lnTo>
                  <a:pt x="1236875" y="52223"/>
                </a:lnTo>
                <a:lnTo>
                  <a:pt x="1237033" y="51921"/>
                </a:lnTo>
                <a:lnTo>
                  <a:pt x="1237195" y="51621"/>
                </a:lnTo>
                <a:lnTo>
                  <a:pt x="1237362" y="51322"/>
                </a:lnTo>
                <a:lnTo>
                  <a:pt x="1237534" y="51024"/>
                </a:lnTo>
                <a:lnTo>
                  <a:pt x="1237711" y="50729"/>
                </a:lnTo>
                <a:lnTo>
                  <a:pt x="1237893" y="50435"/>
                </a:lnTo>
                <a:lnTo>
                  <a:pt x="1238079" y="50142"/>
                </a:lnTo>
                <a:lnTo>
                  <a:pt x="1238271" y="49852"/>
                </a:lnTo>
                <a:lnTo>
                  <a:pt x="1238467" y="49563"/>
                </a:lnTo>
                <a:lnTo>
                  <a:pt x="1238668" y="49275"/>
                </a:lnTo>
                <a:lnTo>
                  <a:pt x="1238874" y="48990"/>
                </a:lnTo>
                <a:lnTo>
                  <a:pt x="1239085" y="48706"/>
                </a:lnTo>
                <a:lnTo>
                  <a:pt x="1239301" y="48424"/>
                </a:lnTo>
                <a:lnTo>
                  <a:pt x="1239522" y="48143"/>
                </a:lnTo>
                <a:lnTo>
                  <a:pt x="1239747" y="47864"/>
                </a:lnTo>
                <a:lnTo>
                  <a:pt x="1239978" y="47586"/>
                </a:lnTo>
                <a:lnTo>
                  <a:pt x="1240213" y="47311"/>
                </a:lnTo>
                <a:lnTo>
                  <a:pt x="1240453" y="47037"/>
                </a:lnTo>
                <a:lnTo>
                  <a:pt x="1240698" y="46766"/>
                </a:lnTo>
                <a:lnTo>
                  <a:pt x="1240948" y="46499"/>
                </a:lnTo>
                <a:lnTo>
                  <a:pt x="1241203" y="46237"/>
                </a:lnTo>
                <a:lnTo>
                  <a:pt x="1241463" y="45979"/>
                </a:lnTo>
                <a:lnTo>
                  <a:pt x="1241728" y="45725"/>
                </a:lnTo>
                <a:lnTo>
                  <a:pt x="1241998" y="45476"/>
                </a:lnTo>
                <a:lnTo>
                  <a:pt x="1242272" y="45231"/>
                </a:lnTo>
                <a:lnTo>
                  <a:pt x="1242552" y="44990"/>
                </a:lnTo>
                <a:lnTo>
                  <a:pt x="1242837" y="44754"/>
                </a:lnTo>
                <a:lnTo>
                  <a:pt x="1243127" y="44522"/>
                </a:lnTo>
                <a:lnTo>
                  <a:pt x="1243422" y="44295"/>
                </a:lnTo>
                <a:lnTo>
                  <a:pt x="1243722" y="44072"/>
                </a:lnTo>
                <a:lnTo>
                  <a:pt x="1244027" y="43853"/>
                </a:lnTo>
                <a:lnTo>
                  <a:pt x="1244337" y="43638"/>
                </a:lnTo>
                <a:lnTo>
                  <a:pt x="1244651" y="43428"/>
                </a:lnTo>
                <a:lnTo>
                  <a:pt x="1244971" y="43222"/>
                </a:lnTo>
                <a:lnTo>
                  <a:pt x="1245296" y="43021"/>
                </a:lnTo>
                <a:lnTo>
                  <a:pt x="1245626" y="42824"/>
                </a:lnTo>
                <a:lnTo>
                  <a:pt x="1245960" y="42631"/>
                </a:lnTo>
                <a:lnTo>
                  <a:pt x="1246300" y="42443"/>
                </a:lnTo>
                <a:lnTo>
                  <a:pt x="1246645" y="42259"/>
                </a:lnTo>
                <a:lnTo>
                  <a:pt x="1246995" y="42079"/>
                </a:lnTo>
                <a:lnTo>
                  <a:pt x="1247349" y="41904"/>
                </a:lnTo>
                <a:lnTo>
                  <a:pt x="1247709" y="41733"/>
                </a:lnTo>
                <a:lnTo>
                  <a:pt x="1248074" y="41567"/>
                </a:lnTo>
                <a:lnTo>
                  <a:pt x="1248443" y="41409"/>
                </a:lnTo>
                <a:lnTo>
                  <a:pt x="1248818" y="41257"/>
                </a:lnTo>
                <a:lnTo>
                  <a:pt x="1249197" y="41112"/>
                </a:lnTo>
                <a:lnTo>
                  <a:pt x="1249581" y="40973"/>
                </a:lnTo>
                <a:lnTo>
                  <a:pt x="1249970" y="40842"/>
                </a:lnTo>
                <a:lnTo>
                  <a:pt x="1250364" y="40717"/>
                </a:lnTo>
                <a:lnTo>
                  <a:pt x="1250762" y="40599"/>
                </a:lnTo>
                <a:lnTo>
                  <a:pt x="1251166" y="40488"/>
                </a:lnTo>
                <a:lnTo>
                  <a:pt x="1251574" y="40383"/>
                </a:lnTo>
                <a:lnTo>
                  <a:pt x="1251987" y="40286"/>
                </a:lnTo>
                <a:lnTo>
                  <a:pt x="1252405" y="40195"/>
                </a:lnTo>
                <a:lnTo>
                  <a:pt x="1252828" y="40111"/>
                </a:lnTo>
                <a:lnTo>
                  <a:pt x="1253256" y="40034"/>
                </a:lnTo>
                <a:lnTo>
                  <a:pt x="1253689" y="39963"/>
                </a:lnTo>
                <a:lnTo>
                  <a:pt x="1254126" y="39899"/>
                </a:lnTo>
                <a:lnTo>
                  <a:pt x="1254569" y="39842"/>
                </a:lnTo>
                <a:lnTo>
                  <a:pt x="1255016" y="39792"/>
                </a:lnTo>
                <a:lnTo>
                  <a:pt x="1255468" y="39749"/>
                </a:lnTo>
                <a:lnTo>
                  <a:pt x="1255925" y="39712"/>
                </a:lnTo>
                <a:lnTo>
                  <a:pt x="1256387" y="39682"/>
                </a:lnTo>
                <a:lnTo>
                  <a:pt x="1256854" y="39659"/>
                </a:lnTo>
                <a:lnTo>
                  <a:pt x="1257325" y="39643"/>
                </a:lnTo>
                <a:lnTo>
                  <a:pt x="1257802" y="39633"/>
                </a:lnTo>
                <a:lnTo>
                  <a:pt x="1258284" y="39636"/>
                </a:lnTo>
                <a:lnTo>
                  <a:pt x="1258761" y="39646"/>
                </a:lnTo>
                <a:lnTo>
                  <a:pt x="1259233" y="39662"/>
                </a:lnTo>
                <a:lnTo>
                  <a:pt x="1259701" y="39684"/>
                </a:lnTo>
                <a:lnTo>
                  <a:pt x="1260163" y="39713"/>
                </a:lnTo>
                <a:lnTo>
                  <a:pt x="1260619" y="39748"/>
                </a:lnTo>
                <a:lnTo>
                  <a:pt x="1261071" y="39790"/>
                </a:lnTo>
                <a:lnTo>
                  <a:pt x="1261518" y="39838"/>
                </a:lnTo>
                <a:lnTo>
                  <a:pt x="1261959" y="39892"/>
                </a:lnTo>
                <a:lnTo>
                  <a:pt x="1262396" y="39953"/>
                </a:lnTo>
                <a:lnTo>
                  <a:pt x="1262827" y="40020"/>
                </a:lnTo>
                <a:lnTo>
                  <a:pt x="1263253" y="40094"/>
                </a:lnTo>
                <a:lnTo>
                  <a:pt x="1263674" y="40174"/>
                </a:lnTo>
                <a:lnTo>
                  <a:pt x="1264090" y="40260"/>
                </a:lnTo>
                <a:lnTo>
                  <a:pt x="1264501" y="40353"/>
                </a:lnTo>
                <a:lnTo>
                  <a:pt x="1264906" y="40452"/>
                </a:lnTo>
                <a:lnTo>
                  <a:pt x="1265307" y="40557"/>
                </a:lnTo>
                <a:lnTo>
                  <a:pt x="1265702" y="40669"/>
                </a:lnTo>
                <a:lnTo>
                  <a:pt x="1266093" y="40787"/>
                </a:lnTo>
                <a:lnTo>
                  <a:pt x="1266478" y="40912"/>
                </a:lnTo>
                <a:lnTo>
                  <a:pt x="1266858" y="41043"/>
                </a:lnTo>
                <a:lnTo>
                  <a:pt x="1267233" y="41181"/>
                </a:lnTo>
                <a:lnTo>
                  <a:pt x="1267603" y="41325"/>
                </a:lnTo>
                <a:lnTo>
                  <a:pt x="1267968" y="41475"/>
                </a:lnTo>
                <a:lnTo>
                  <a:pt x="1268327" y="41633"/>
                </a:lnTo>
                <a:lnTo>
                  <a:pt x="1268679" y="41802"/>
                </a:lnTo>
                <a:lnTo>
                  <a:pt x="1269025" y="41980"/>
                </a:lnTo>
                <a:lnTo>
                  <a:pt x="1269364" y="42168"/>
                </a:lnTo>
                <a:lnTo>
                  <a:pt x="1269697" y="42365"/>
                </a:lnTo>
                <a:lnTo>
                  <a:pt x="1270024" y="42573"/>
                </a:lnTo>
                <a:lnTo>
                  <a:pt x="1270343" y="42790"/>
                </a:lnTo>
                <a:lnTo>
                  <a:pt x="1270657" y="43018"/>
                </a:lnTo>
                <a:lnTo>
                  <a:pt x="1270963" y="43255"/>
                </a:lnTo>
                <a:lnTo>
                  <a:pt x="1271264" y="43502"/>
                </a:lnTo>
                <a:lnTo>
                  <a:pt x="1271557" y="43759"/>
                </a:lnTo>
                <a:lnTo>
                  <a:pt x="1271844" y="44026"/>
                </a:lnTo>
                <a:lnTo>
                  <a:pt x="1272125" y="44302"/>
                </a:lnTo>
                <a:lnTo>
                  <a:pt x="1272399" y="44589"/>
                </a:lnTo>
                <a:lnTo>
                  <a:pt x="1272667" y="44885"/>
                </a:lnTo>
                <a:lnTo>
                  <a:pt x="1272928" y="45191"/>
                </a:lnTo>
                <a:lnTo>
                  <a:pt x="1273183" y="45507"/>
                </a:lnTo>
                <a:lnTo>
                  <a:pt x="1273431" y="45833"/>
                </a:lnTo>
                <a:lnTo>
                  <a:pt x="1273672" y="46168"/>
                </a:lnTo>
                <a:lnTo>
                  <a:pt x="1273907" y="46514"/>
                </a:lnTo>
                <a:lnTo>
                  <a:pt x="1274136" y="46869"/>
                </a:lnTo>
                <a:lnTo>
                  <a:pt x="1274358" y="47235"/>
                </a:lnTo>
                <a:lnTo>
                  <a:pt x="1274573" y="47610"/>
                </a:lnTo>
                <a:lnTo>
                  <a:pt x="1274782" y="47994"/>
                </a:lnTo>
                <a:lnTo>
                  <a:pt x="1274983" y="48391"/>
                </a:lnTo>
                <a:lnTo>
                  <a:pt x="1275176" y="48800"/>
                </a:lnTo>
                <a:lnTo>
                  <a:pt x="1275360" y="49222"/>
                </a:lnTo>
                <a:lnTo>
                  <a:pt x="1275536" y="49657"/>
                </a:lnTo>
                <a:lnTo>
                  <a:pt x="1275703" y="50105"/>
                </a:lnTo>
                <a:lnTo>
                  <a:pt x="1275862" y="50566"/>
                </a:lnTo>
                <a:lnTo>
                  <a:pt x="1276012" y="51040"/>
                </a:lnTo>
                <a:lnTo>
                  <a:pt x="1276153" y="51526"/>
                </a:lnTo>
                <a:lnTo>
                  <a:pt x="1276286" y="52026"/>
                </a:lnTo>
                <a:lnTo>
                  <a:pt x="1276410" y="52539"/>
                </a:lnTo>
                <a:lnTo>
                  <a:pt x="1276526" y="53064"/>
                </a:lnTo>
                <a:lnTo>
                  <a:pt x="1276633" y="53602"/>
                </a:lnTo>
                <a:lnTo>
                  <a:pt x="1276731" y="54154"/>
                </a:lnTo>
                <a:lnTo>
                  <a:pt x="1276821" y="54718"/>
                </a:lnTo>
                <a:lnTo>
                  <a:pt x="1276903" y="55295"/>
                </a:lnTo>
                <a:lnTo>
                  <a:pt x="1276976" y="55885"/>
                </a:lnTo>
                <a:lnTo>
                  <a:pt x="1277040" y="56488"/>
                </a:lnTo>
                <a:lnTo>
                  <a:pt x="1277096" y="57104"/>
                </a:lnTo>
                <a:lnTo>
                  <a:pt x="1277143" y="57733"/>
                </a:lnTo>
                <a:lnTo>
                  <a:pt x="1277181" y="58374"/>
                </a:lnTo>
                <a:lnTo>
                  <a:pt x="1277211" y="59029"/>
                </a:lnTo>
                <a:lnTo>
                  <a:pt x="1277233" y="59697"/>
                </a:lnTo>
                <a:lnTo>
                  <a:pt x="1277246" y="60377"/>
                </a:lnTo>
                <a:lnTo>
                  <a:pt x="1277250" y="61070"/>
                </a:lnTo>
                <a:lnTo>
                  <a:pt x="1277250" y="113154"/>
                </a:lnTo>
                <a:lnTo>
                  <a:pt x="1286090" y="113154"/>
                </a:lnTo>
                <a:lnTo>
                  <a:pt x="1286090" y="61144"/>
                </a:lnTo>
                <a:lnTo>
                  <a:pt x="1286087" y="60503"/>
                </a:lnTo>
                <a:lnTo>
                  <a:pt x="1286078" y="59870"/>
                </a:lnTo>
                <a:lnTo>
                  <a:pt x="1286062" y="59245"/>
                </a:lnTo>
                <a:lnTo>
                  <a:pt x="1286041" y="58627"/>
                </a:lnTo>
                <a:lnTo>
                  <a:pt x="1286013" y="58017"/>
                </a:lnTo>
                <a:lnTo>
                  <a:pt x="1285979" y="57415"/>
                </a:lnTo>
                <a:lnTo>
                  <a:pt x="1285940" y="56820"/>
                </a:lnTo>
                <a:lnTo>
                  <a:pt x="1285894" y="56233"/>
                </a:lnTo>
                <a:lnTo>
                  <a:pt x="1285841" y="55654"/>
                </a:lnTo>
                <a:lnTo>
                  <a:pt x="1285783" y="55082"/>
                </a:lnTo>
                <a:lnTo>
                  <a:pt x="1285719" y="54518"/>
                </a:lnTo>
                <a:lnTo>
                  <a:pt x="1285648" y="53962"/>
                </a:lnTo>
                <a:lnTo>
                  <a:pt x="1285571" y="53413"/>
                </a:lnTo>
                <a:lnTo>
                  <a:pt x="1285488" y="52872"/>
                </a:lnTo>
                <a:lnTo>
                  <a:pt x="1285399" y="52339"/>
                </a:lnTo>
                <a:lnTo>
                  <a:pt x="1285304" y="51813"/>
                </a:lnTo>
                <a:lnTo>
                  <a:pt x="1285203" y="51295"/>
                </a:lnTo>
                <a:lnTo>
                  <a:pt x="1285095" y="50785"/>
                </a:lnTo>
                <a:lnTo>
                  <a:pt x="1284982" y="50282"/>
                </a:lnTo>
                <a:lnTo>
                  <a:pt x="1284862" y="49787"/>
                </a:lnTo>
                <a:lnTo>
                  <a:pt x="1284736" y="49300"/>
                </a:lnTo>
                <a:lnTo>
                  <a:pt x="1284604" y="48820"/>
                </a:lnTo>
                <a:lnTo>
                  <a:pt x="1284466" y="48348"/>
                </a:lnTo>
                <a:lnTo>
                  <a:pt x="1284322" y="47884"/>
                </a:lnTo>
                <a:lnTo>
                  <a:pt x="1284172" y="47427"/>
                </a:lnTo>
                <a:lnTo>
                  <a:pt x="1284016" y="46977"/>
                </a:lnTo>
                <a:lnTo>
                  <a:pt x="1283855" y="46534"/>
                </a:lnTo>
                <a:lnTo>
                  <a:pt x="1283689" y="46098"/>
                </a:lnTo>
                <a:lnTo>
                  <a:pt x="1283517" y="45668"/>
                </a:lnTo>
                <a:lnTo>
                  <a:pt x="1283339" y="45246"/>
                </a:lnTo>
                <a:lnTo>
                  <a:pt x="1283156" y="44830"/>
                </a:lnTo>
                <a:lnTo>
                  <a:pt x="1282967" y="44422"/>
                </a:lnTo>
                <a:lnTo>
                  <a:pt x="1282773" y="44020"/>
                </a:lnTo>
                <a:lnTo>
                  <a:pt x="1282574" y="43625"/>
                </a:lnTo>
                <a:lnTo>
                  <a:pt x="1282369" y="43237"/>
                </a:lnTo>
                <a:lnTo>
                  <a:pt x="1282158" y="42856"/>
                </a:lnTo>
                <a:lnTo>
                  <a:pt x="1281942" y="42482"/>
                </a:lnTo>
                <a:lnTo>
                  <a:pt x="1281720" y="42115"/>
                </a:lnTo>
                <a:lnTo>
                  <a:pt x="1281493" y="41755"/>
                </a:lnTo>
                <a:lnTo>
                  <a:pt x="1281261" y="41401"/>
                </a:lnTo>
                <a:lnTo>
                  <a:pt x="1281023" y="41055"/>
                </a:lnTo>
                <a:lnTo>
                  <a:pt x="1280779" y="40715"/>
                </a:lnTo>
                <a:lnTo>
                  <a:pt x="1280530" y="40383"/>
                </a:lnTo>
                <a:lnTo>
                  <a:pt x="1280275" y="40057"/>
                </a:lnTo>
                <a:lnTo>
                  <a:pt x="1280015" y="39738"/>
                </a:lnTo>
                <a:lnTo>
                  <a:pt x="1279750" y="39426"/>
                </a:lnTo>
                <a:lnTo>
                  <a:pt x="1279479" y="39121"/>
                </a:lnTo>
                <a:lnTo>
                  <a:pt x="1279202" y="38823"/>
                </a:lnTo>
                <a:lnTo>
                  <a:pt x="1278920" y="38531"/>
                </a:lnTo>
                <a:lnTo>
                  <a:pt x="1278633" y="38247"/>
                </a:lnTo>
                <a:lnTo>
                  <a:pt x="1278340" y="37968"/>
                </a:lnTo>
                <a:lnTo>
                  <a:pt x="1278043" y="37696"/>
                </a:lnTo>
                <a:lnTo>
                  <a:pt x="1277740" y="37431"/>
                </a:lnTo>
                <a:lnTo>
                  <a:pt x="1277432" y="37172"/>
                </a:lnTo>
                <a:lnTo>
                  <a:pt x="1277118" y="36920"/>
                </a:lnTo>
                <a:lnTo>
                  <a:pt x="1276800" y="36674"/>
                </a:lnTo>
                <a:lnTo>
                  <a:pt x="1276476" y="36435"/>
                </a:lnTo>
                <a:lnTo>
                  <a:pt x="1276147" y="36202"/>
                </a:lnTo>
                <a:lnTo>
                  <a:pt x="1275812" y="35976"/>
                </a:lnTo>
                <a:lnTo>
                  <a:pt x="1275473" y="35756"/>
                </a:lnTo>
                <a:lnTo>
                  <a:pt x="1275128" y="35543"/>
                </a:lnTo>
                <a:lnTo>
                  <a:pt x="1274778" y="35337"/>
                </a:lnTo>
                <a:lnTo>
                  <a:pt x="1274422" y="35137"/>
                </a:lnTo>
                <a:lnTo>
                  <a:pt x="1274062" y="34943"/>
                </a:lnTo>
                <a:lnTo>
                  <a:pt x="1273696" y="34756"/>
                </a:lnTo>
                <a:lnTo>
                  <a:pt x="1273325" y="34575"/>
                </a:lnTo>
                <a:lnTo>
                  <a:pt x="1272948" y="34401"/>
                </a:lnTo>
                <a:lnTo>
                  <a:pt x="1272567" y="34234"/>
                </a:lnTo>
                <a:lnTo>
                  <a:pt x="1272180" y="34073"/>
                </a:lnTo>
                <a:lnTo>
                  <a:pt x="1271788" y="33919"/>
                </a:lnTo>
                <a:lnTo>
                  <a:pt x="1271391" y="33771"/>
                </a:lnTo>
                <a:lnTo>
                  <a:pt x="1270988" y="33629"/>
                </a:lnTo>
                <a:lnTo>
                  <a:pt x="1270581" y="33494"/>
                </a:lnTo>
                <a:lnTo>
                  <a:pt x="1270169" y="33365"/>
                </a:lnTo>
                <a:lnTo>
                  <a:pt x="1269752" y="33241"/>
                </a:lnTo>
                <a:lnTo>
                  <a:pt x="1269331" y="33123"/>
                </a:lnTo>
                <a:lnTo>
                  <a:pt x="1268905" y="33011"/>
                </a:lnTo>
                <a:lnTo>
                  <a:pt x="1268474" y="32904"/>
                </a:lnTo>
                <a:lnTo>
                  <a:pt x="1268039" y="32803"/>
                </a:lnTo>
                <a:lnTo>
                  <a:pt x="1267599" y="32708"/>
                </a:lnTo>
                <a:lnTo>
                  <a:pt x="1267155" y="32619"/>
                </a:lnTo>
                <a:lnTo>
                  <a:pt x="1266706" y="32536"/>
                </a:lnTo>
                <a:lnTo>
                  <a:pt x="1266253" y="32458"/>
                </a:lnTo>
                <a:lnTo>
                  <a:pt x="1265795" y="32386"/>
                </a:lnTo>
                <a:lnTo>
                  <a:pt x="1265332" y="32320"/>
                </a:lnTo>
                <a:lnTo>
                  <a:pt x="1264864" y="32260"/>
                </a:lnTo>
                <a:lnTo>
                  <a:pt x="1264393" y="32205"/>
                </a:lnTo>
                <a:lnTo>
                  <a:pt x="1263916" y="32156"/>
                </a:lnTo>
                <a:lnTo>
                  <a:pt x="1263435" y="32113"/>
                </a:lnTo>
                <a:lnTo>
                  <a:pt x="1262949" y="32075"/>
                </a:lnTo>
                <a:lnTo>
                  <a:pt x="1262459" y="32044"/>
                </a:lnTo>
                <a:lnTo>
                  <a:pt x="1261964" y="32018"/>
                </a:lnTo>
                <a:lnTo>
                  <a:pt x="1261464" y="31998"/>
                </a:lnTo>
                <a:lnTo>
                  <a:pt x="1260960" y="31983"/>
                </a:lnTo>
                <a:lnTo>
                  <a:pt x="1260451" y="31975"/>
                </a:lnTo>
                <a:lnTo>
                  <a:pt x="1259938" y="31972"/>
                </a:lnTo>
                <a:lnTo>
                  <a:pt x="1259351" y="31976"/>
                </a:lnTo>
                <a:lnTo>
                  <a:pt x="1258769" y="31989"/>
                </a:lnTo>
                <a:lnTo>
                  <a:pt x="1258192" y="32010"/>
                </a:lnTo>
                <a:lnTo>
                  <a:pt x="1257620" y="32039"/>
                </a:lnTo>
                <a:lnTo>
                  <a:pt x="1257054" y="32077"/>
                </a:lnTo>
                <a:lnTo>
                  <a:pt x="1256492" y="32124"/>
                </a:lnTo>
                <a:lnTo>
                  <a:pt x="1255935" y="32179"/>
                </a:lnTo>
                <a:lnTo>
                  <a:pt x="1255383" y="32242"/>
                </a:lnTo>
                <a:lnTo>
                  <a:pt x="1254836" y="32314"/>
                </a:lnTo>
                <a:lnTo>
                  <a:pt x="1254294" y="32394"/>
                </a:lnTo>
                <a:lnTo>
                  <a:pt x="1253757" y="32482"/>
                </a:lnTo>
                <a:lnTo>
                  <a:pt x="1253225" y="32580"/>
                </a:lnTo>
                <a:lnTo>
                  <a:pt x="1252698" y="32685"/>
                </a:lnTo>
                <a:lnTo>
                  <a:pt x="1252176" y="32799"/>
                </a:lnTo>
                <a:lnTo>
                  <a:pt x="1251659" y="32921"/>
                </a:lnTo>
                <a:lnTo>
                  <a:pt x="1251147" y="33052"/>
                </a:lnTo>
                <a:lnTo>
                  <a:pt x="1250640" y="33191"/>
                </a:lnTo>
                <a:lnTo>
                  <a:pt x="1250138" y="33339"/>
                </a:lnTo>
                <a:lnTo>
                  <a:pt x="1249641" y="33495"/>
                </a:lnTo>
                <a:lnTo>
                  <a:pt x="1249149" y="33660"/>
                </a:lnTo>
                <a:lnTo>
                  <a:pt x="1248662" y="33833"/>
                </a:lnTo>
                <a:lnTo>
                  <a:pt x="1248180" y="34015"/>
                </a:lnTo>
                <a:lnTo>
                  <a:pt x="1247702" y="34204"/>
                </a:lnTo>
                <a:lnTo>
                  <a:pt x="1247230" y="34403"/>
                </a:lnTo>
                <a:lnTo>
                  <a:pt x="1246763" y="34608"/>
                </a:lnTo>
                <a:lnTo>
                  <a:pt x="1246302" y="34820"/>
                </a:lnTo>
                <a:lnTo>
                  <a:pt x="1245846" y="35038"/>
                </a:lnTo>
                <a:lnTo>
                  <a:pt x="1245396" y="35261"/>
                </a:lnTo>
                <a:lnTo>
                  <a:pt x="1244951" y="35491"/>
                </a:lnTo>
                <a:lnTo>
                  <a:pt x="1244511" y="35727"/>
                </a:lnTo>
                <a:lnTo>
                  <a:pt x="1244078" y="35968"/>
                </a:lnTo>
                <a:lnTo>
                  <a:pt x="1243649" y="36216"/>
                </a:lnTo>
                <a:lnTo>
                  <a:pt x="1243226" y="36470"/>
                </a:lnTo>
                <a:lnTo>
                  <a:pt x="1242809" y="36729"/>
                </a:lnTo>
                <a:lnTo>
                  <a:pt x="1242397" y="36995"/>
                </a:lnTo>
                <a:lnTo>
                  <a:pt x="1241991" y="37267"/>
                </a:lnTo>
                <a:lnTo>
                  <a:pt x="1241590" y="37544"/>
                </a:lnTo>
                <a:lnTo>
                  <a:pt x="1241194" y="37828"/>
                </a:lnTo>
                <a:lnTo>
                  <a:pt x="1240804" y="38118"/>
                </a:lnTo>
                <a:lnTo>
                  <a:pt x="1240420" y="38414"/>
                </a:lnTo>
                <a:lnTo>
                  <a:pt x="1240041" y="38715"/>
                </a:lnTo>
                <a:lnTo>
                  <a:pt x="1239668" y="39023"/>
                </a:lnTo>
                <a:lnTo>
                  <a:pt x="1239300" y="39337"/>
                </a:lnTo>
                <a:lnTo>
                  <a:pt x="1238938" y="39657"/>
                </a:lnTo>
                <a:lnTo>
                  <a:pt x="1238581" y="39983"/>
                </a:lnTo>
                <a:lnTo>
                  <a:pt x="1238229" y="40314"/>
                </a:lnTo>
                <a:lnTo>
                  <a:pt x="1237883" y="40652"/>
                </a:lnTo>
                <a:lnTo>
                  <a:pt x="1237543" y="40996"/>
                </a:lnTo>
                <a:lnTo>
                  <a:pt x="1237208" y="41345"/>
                </a:lnTo>
                <a:lnTo>
                  <a:pt x="1236880" y="41698"/>
                </a:lnTo>
                <a:lnTo>
                  <a:pt x="1236557" y="42054"/>
                </a:lnTo>
                <a:lnTo>
                  <a:pt x="1236240" y="42415"/>
                </a:lnTo>
                <a:lnTo>
                  <a:pt x="1235930" y="42780"/>
                </a:lnTo>
                <a:lnTo>
                  <a:pt x="1235625" y="43149"/>
                </a:lnTo>
                <a:lnTo>
                  <a:pt x="1235327" y="43521"/>
                </a:lnTo>
                <a:lnTo>
                  <a:pt x="1235034" y="43898"/>
                </a:lnTo>
                <a:lnTo>
                  <a:pt x="1234748" y="44278"/>
                </a:lnTo>
                <a:lnTo>
                  <a:pt x="1234467" y="44663"/>
                </a:lnTo>
                <a:lnTo>
                  <a:pt x="1234193" y="45051"/>
                </a:lnTo>
                <a:lnTo>
                  <a:pt x="1233924" y="45444"/>
                </a:lnTo>
                <a:lnTo>
                  <a:pt x="1233662" y="45840"/>
                </a:lnTo>
                <a:lnTo>
                  <a:pt x="1233405" y="46241"/>
                </a:lnTo>
                <a:lnTo>
                  <a:pt x="1233155" y="46645"/>
                </a:lnTo>
                <a:lnTo>
                  <a:pt x="1232910" y="47053"/>
                </a:lnTo>
                <a:lnTo>
                  <a:pt x="1232713" y="47394"/>
                </a:lnTo>
                <a:lnTo>
                  <a:pt x="1232644" y="47184"/>
                </a:lnTo>
                <a:lnTo>
                  <a:pt x="1232491" y="46743"/>
                </a:lnTo>
                <a:lnTo>
                  <a:pt x="1232332" y="46308"/>
                </a:lnTo>
                <a:close/>
                <a:moveTo>
                  <a:pt x="1063789" y="113154"/>
                </a:moveTo>
                <a:lnTo>
                  <a:pt x="1072629" y="113154"/>
                </a:lnTo>
                <a:lnTo>
                  <a:pt x="1072629" y="0"/>
                </a:lnTo>
                <a:lnTo>
                  <a:pt x="1063789" y="0"/>
                </a:lnTo>
                <a:lnTo>
                  <a:pt x="1063789" y="113154"/>
                </a:lnTo>
                <a:close/>
                <a:moveTo>
                  <a:pt x="1658552" y="113154"/>
                </a:moveTo>
                <a:lnTo>
                  <a:pt x="1669381" y="113154"/>
                </a:lnTo>
                <a:lnTo>
                  <a:pt x="1632768" y="58713"/>
                </a:lnTo>
                <a:lnTo>
                  <a:pt x="1668276" y="5893"/>
                </a:lnTo>
                <a:lnTo>
                  <a:pt x="1657520" y="5893"/>
                </a:lnTo>
                <a:lnTo>
                  <a:pt x="1627317" y="51125"/>
                </a:lnTo>
                <a:lnTo>
                  <a:pt x="1597113" y="5893"/>
                </a:lnTo>
                <a:lnTo>
                  <a:pt x="1586284" y="5893"/>
                </a:lnTo>
                <a:lnTo>
                  <a:pt x="1621792" y="58713"/>
                </a:lnTo>
                <a:lnTo>
                  <a:pt x="1585179" y="113154"/>
                </a:lnTo>
                <a:lnTo>
                  <a:pt x="1595934" y="113154"/>
                </a:lnTo>
                <a:lnTo>
                  <a:pt x="1627317" y="66375"/>
                </a:lnTo>
                <a:lnTo>
                  <a:pt x="1658552" y="113154"/>
                </a:lnTo>
                <a:close/>
                <a:moveTo>
                  <a:pt x="1396692" y="56448"/>
                </a:moveTo>
                <a:lnTo>
                  <a:pt x="1396868" y="56047"/>
                </a:lnTo>
                <a:lnTo>
                  <a:pt x="1397048" y="55648"/>
                </a:lnTo>
                <a:lnTo>
                  <a:pt x="1397234" y="55251"/>
                </a:lnTo>
                <a:lnTo>
                  <a:pt x="1397425" y="54856"/>
                </a:lnTo>
                <a:lnTo>
                  <a:pt x="1397621" y="54463"/>
                </a:lnTo>
                <a:lnTo>
                  <a:pt x="1397823" y="54072"/>
                </a:lnTo>
                <a:lnTo>
                  <a:pt x="1398029" y="53683"/>
                </a:lnTo>
                <a:lnTo>
                  <a:pt x="1398241" y="53297"/>
                </a:lnTo>
                <a:lnTo>
                  <a:pt x="1398459" y="52912"/>
                </a:lnTo>
                <a:lnTo>
                  <a:pt x="1398681" y="52529"/>
                </a:lnTo>
                <a:lnTo>
                  <a:pt x="1398909" y="52149"/>
                </a:lnTo>
                <a:lnTo>
                  <a:pt x="1399142" y="51770"/>
                </a:lnTo>
                <a:lnTo>
                  <a:pt x="1399380" y="51393"/>
                </a:lnTo>
                <a:lnTo>
                  <a:pt x="1399623" y="51019"/>
                </a:lnTo>
                <a:lnTo>
                  <a:pt x="1399872" y="50647"/>
                </a:lnTo>
                <a:lnTo>
                  <a:pt x="1400126" y="50276"/>
                </a:lnTo>
                <a:lnTo>
                  <a:pt x="1400385" y="49908"/>
                </a:lnTo>
                <a:lnTo>
                  <a:pt x="1400650" y="49542"/>
                </a:lnTo>
                <a:lnTo>
                  <a:pt x="1400919" y="49179"/>
                </a:lnTo>
                <a:lnTo>
                  <a:pt x="1401194" y="48822"/>
                </a:lnTo>
                <a:lnTo>
                  <a:pt x="1401475" y="48471"/>
                </a:lnTo>
                <a:lnTo>
                  <a:pt x="1401761" y="48125"/>
                </a:lnTo>
                <a:lnTo>
                  <a:pt x="1402052" y="47785"/>
                </a:lnTo>
                <a:lnTo>
                  <a:pt x="1402349" y="47451"/>
                </a:lnTo>
                <a:lnTo>
                  <a:pt x="1402651" y="47122"/>
                </a:lnTo>
                <a:lnTo>
                  <a:pt x="1402958" y="46799"/>
                </a:lnTo>
                <a:lnTo>
                  <a:pt x="1403271" y="46482"/>
                </a:lnTo>
                <a:lnTo>
                  <a:pt x="1403589" y="46170"/>
                </a:lnTo>
                <a:lnTo>
                  <a:pt x="1403912" y="45864"/>
                </a:lnTo>
                <a:lnTo>
                  <a:pt x="1404241" y="45563"/>
                </a:lnTo>
                <a:lnTo>
                  <a:pt x="1404575" y="45269"/>
                </a:lnTo>
                <a:lnTo>
                  <a:pt x="1404915" y="44979"/>
                </a:lnTo>
                <a:lnTo>
                  <a:pt x="1405260" y="44696"/>
                </a:lnTo>
                <a:lnTo>
                  <a:pt x="1405610" y="44418"/>
                </a:lnTo>
                <a:lnTo>
                  <a:pt x="1405966" y="44145"/>
                </a:lnTo>
                <a:lnTo>
                  <a:pt x="1406327" y="43878"/>
                </a:lnTo>
                <a:lnTo>
                  <a:pt x="1406693" y="43617"/>
                </a:lnTo>
                <a:lnTo>
                  <a:pt x="1407065" y="43362"/>
                </a:lnTo>
                <a:lnTo>
                  <a:pt x="1407442" y="43112"/>
                </a:lnTo>
                <a:lnTo>
                  <a:pt x="1407825" y="42867"/>
                </a:lnTo>
                <a:lnTo>
                  <a:pt x="1408212" y="42629"/>
                </a:lnTo>
                <a:lnTo>
                  <a:pt x="1408606" y="42396"/>
                </a:lnTo>
                <a:lnTo>
                  <a:pt x="1409004" y="42170"/>
                </a:lnTo>
                <a:lnTo>
                  <a:pt x="1409409" y="41954"/>
                </a:lnTo>
                <a:lnTo>
                  <a:pt x="1409818" y="41748"/>
                </a:lnTo>
                <a:lnTo>
                  <a:pt x="1410234" y="41552"/>
                </a:lnTo>
                <a:lnTo>
                  <a:pt x="1410654" y="41365"/>
                </a:lnTo>
                <a:lnTo>
                  <a:pt x="1411080" y="41187"/>
                </a:lnTo>
                <a:lnTo>
                  <a:pt x="1411512" y="41019"/>
                </a:lnTo>
                <a:lnTo>
                  <a:pt x="1411949" y="40861"/>
                </a:lnTo>
                <a:lnTo>
                  <a:pt x="1412392" y="40712"/>
                </a:lnTo>
                <a:lnTo>
                  <a:pt x="1412840" y="40573"/>
                </a:lnTo>
                <a:lnTo>
                  <a:pt x="1413294" y="40444"/>
                </a:lnTo>
                <a:lnTo>
                  <a:pt x="1413753" y="40324"/>
                </a:lnTo>
                <a:lnTo>
                  <a:pt x="1414218" y="40214"/>
                </a:lnTo>
                <a:lnTo>
                  <a:pt x="1414688" y="40113"/>
                </a:lnTo>
                <a:lnTo>
                  <a:pt x="1415164" y="40022"/>
                </a:lnTo>
                <a:lnTo>
                  <a:pt x="1415645" y="39940"/>
                </a:lnTo>
                <a:lnTo>
                  <a:pt x="1416132" y="39868"/>
                </a:lnTo>
                <a:lnTo>
                  <a:pt x="1416624" y="39806"/>
                </a:lnTo>
                <a:lnTo>
                  <a:pt x="1417122" y="39753"/>
                </a:lnTo>
                <a:lnTo>
                  <a:pt x="1417625" y="39710"/>
                </a:lnTo>
                <a:lnTo>
                  <a:pt x="1418134" y="39676"/>
                </a:lnTo>
                <a:lnTo>
                  <a:pt x="1418648" y="39652"/>
                </a:lnTo>
                <a:lnTo>
                  <a:pt x="1419167" y="39638"/>
                </a:lnTo>
                <a:lnTo>
                  <a:pt x="1419693" y="39633"/>
                </a:lnTo>
                <a:lnTo>
                  <a:pt x="1420169" y="39637"/>
                </a:lnTo>
                <a:lnTo>
                  <a:pt x="1420640" y="39647"/>
                </a:lnTo>
                <a:lnTo>
                  <a:pt x="1421105" y="39664"/>
                </a:lnTo>
                <a:lnTo>
                  <a:pt x="1421565" y="39688"/>
                </a:lnTo>
                <a:lnTo>
                  <a:pt x="1422020" y="39720"/>
                </a:lnTo>
                <a:lnTo>
                  <a:pt x="1422469" y="39758"/>
                </a:lnTo>
                <a:lnTo>
                  <a:pt x="1422913" y="39802"/>
                </a:lnTo>
                <a:lnTo>
                  <a:pt x="1423352" y="39854"/>
                </a:lnTo>
                <a:lnTo>
                  <a:pt x="1423785" y="39913"/>
                </a:lnTo>
                <a:lnTo>
                  <a:pt x="1424213" y="39979"/>
                </a:lnTo>
                <a:lnTo>
                  <a:pt x="1424635" y="40051"/>
                </a:lnTo>
                <a:lnTo>
                  <a:pt x="1425052" y="40130"/>
                </a:lnTo>
                <a:lnTo>
                  <a:pt x="1425464" y="40217"/>
                </a:lnTo>
                <a:lnTo>
                  <a:pt x="1425870" y="40310"/>
                </a:lnTo>
                <a:lnTo>
                  <a:pt x="1426271" y="40410"/>
                </a:lnTo>
                <a:lnTo>
                  <a:pt x="1426667" y="40517"/>
                </a:lnTo>
                <a:lnTo>
                  <a:pt x="1427057" y="40631"/>
                </a:lnTo>
                <a:lnTo>
                  <a:pt x="1427442" y="40752"/>
                </a:lnTo>
                <a:lnTo>
                  <a:pt x="1427821" y="40880"/>
                </a:lnTo>
                <a:lnTo>
                  <a:pt x="1428195" y="41014"/>
                </a:lnTo>
                <a:lnTo>
                  <a:pt x="1428564" y="41156"/>
                </a:lnTo>
                <a:lnTo>
                  <a:pt x="1428927" y="41305"/>
                </a:lnTo>
                <a:lnTo>
                  <a:pt x="1429285" y="41460"/>
                </a:lnTo>
                <a:lnTo>
                  <a:pt x="1429638" y="41622"/>
                </a:lnTo>
                <a:lnTo>
                  <a:pt x="1429984" y="41793"/>
                </a:lnTo>
                <a:lnTo>
                  <a:pt x="1430324" y="41972"/>
                </a:lnTo>
                <a:lnTo>
                  <a:pt x="1430658" y="42161"/>
                </a:lnTo>
                <a:lnTo>
                  <a:pt x="1430984" y="42360"/>
                </a:lnTo>
                <a:lnTo>
                  <a:pt x="1431304" y="42568"/>
                </a:lnTo>
                <a:lnTo>
                  <a:pt x="1431618" y="42785"/>
                </a:lnTo>
                <a:lnTo>
                  <a:pt x="1431924" y="43011"/>
                </a:lnTo>
                <a:lnTo>
                  <a:pt x="1432224" y="43247"/>
                </a:lnTo>
                <a:lnTo>
                  <a:pt x="1432518" y="43492"/>
                </a:lnTo>
                <a:lnTo>
                  <a:pt x="1432805" y="43747"/>
                </a:lnTo>
                <a:lnTo>
                  <a:pt x="1433085" y="44010"/>
                </a:lnTo>
                <a:lnTo>
                  <a:pt x="1433358" y="44283"/>
                </a:lnTo>
                <a:lnTo>
                  <a:pt x="1433625" y="44566"/>
                </a:lnTo>
                <a:lnTo>
                  <a:pt x="1433885" y="44858"/>
                </a:lnTo>
                <a:lnTo>
                  <a:pt x="1434138" y="45159"/>
                </a:lnTo>
                <a:lnTo>
                  <a:pt x="1434385" y="45469"/>
                </a:lnTo>
                <a:lnTo>
                  <a:pt x="1434625" y="45789"/>
                </a:lnTo>
                <a:lnTo>
                  <a:pt x="1434859" y="46118"/>
                </a:lnTo>
                <a:lnTo>
                  <a:pt x="1435086" y="46457"/>
                </a:lnTo>
                <a:lnTo>
                  <a:pt x="1435306" y="46805"/>
                </a:lnTo>
                <a:lnTo>
                  <a:pt x="1435520" y="47162"/>
                </a:lnTo>
                <a:lnTo>
                  <a:pt x="1435727" y="47528"/>
                </a:lnTo>
                <a:lnTo>
                  <a:pt x="1435927" y="47904"/>
                </a:lnTo>
                <a:lnTo>
                  <a:pt x="1436121" y="48289"/>
                </a:lnTo>
                <a:lnTo>
                  <a:pt x="1436307" y="48685"/>
                </a:lnTo>
                <a:lnTo>
                  <a:pt x="1436485" y="49093"/>
                </a:lnTo>
                <a:lnTo>
                  <a:pt x="1436656" y="49513"/>
                </a:lnTo>
                <a:lnTo>
                  <a:pt x="1436818" y="49946"/>
                </a:lnTo>
                <a:lnTo>
                  <a:pt x="1436973" y="50390"/>
                </a:lnTo>
                <a:lnTo>
                  <a:pt x="1437120" y="50847"/>
                </a:lnTo>
                <a:lnTo>
                  <a:pt x="1437258" y="51316"/>
                </a:lnTo>
                <a:lnTo>
                  <a:pt x="1437389" y="51797"/>
                </a:lnTo>
                <a:lnTo>
                  <a:pt x="1437512" y="52290"/>
                </a:lnTo>
                <a:lnTo>
                  <a:pt x="1437627" y="52795"/>
                </a:lnTo>
                <a:lnTo>
                  <a:pt x="1437734" y="53312"/>
                </a:lnTo>
                <a:lnTo>
                  <a:pt x="1437833" y="53842"/>
                </a:lnTo>
                <a:lnTo>
                  <a:pt x="1437925" y="54384"/>
                </a:lnTo>
                <a:lnTo>
                  <a:pt x="1438008" y="54937"/>
                </a:lnTo>
                <a:lnTo>
                  <a:pt x="1438083" y="55503"/>
                </a:lnTo>
                <a:lnTo>
                  <a:pt x="1438151" y="56082"/>
                </a:lnTo>
                <a:lnTo>
                  <a:pt x="1438210" y="56672"/>
                </a:lnTo>
                <a:lnTo>
                  <a:pt x="1438262" y="57274"/>
                </a:lnTo>
                <a:lnTo>
                  <a:pt x="1438305" y="57889"/>
                </a:lnTo>
                <a:lnTo>
                  <a:pt x="1438341" y="58516"/>
                </a:lnTo>
                <a:lnTo>
                  <a:pt x="1438369" y="59155"/>
                </a:lnTo>
                <a:lnTo>
                  <a:pt x="1438388" y="59806"/>
                </a:lnTo>
                <a:lnTo>
                  <a:pt x="1438400" y="60469"/>
                </a:lnTo>
                <a:lnTo>
                  <a:pt x="1438404" y="61144"/>
                </a:lnTo>
                <a:lnTo>
                  <a:pt x="1438404" y="113154"/>
                </a:lnTo>
                <a:lnTo>
                  <a:pt x="1447244" y="113154"/>
                </a:lnTo>
                <a:lnTo>
                  <a:pt x="1447244" y="61218"/>
                </a:lnTo>
                <a:lnTo>
                  <a:pt x="1447241" y="60565"/>
                </a:lnTo>
                <a:lnTo>
                  <a:pt x="1447232" y="59920"/>
                </a:lnTo>
                <a:lnTo>
                  <a:pt x="1447217" y="59283"/>
                </a:lnTo>
                <a:lnTo>
                  <a:pt x="1447196" y="58655"/>
                </a:lnTo>
                <a:lnTo>
                  <a:pt x="1447169" y="58034"/>
                </a:lnTo>
                <a:lnTo>
                  <a:pt x="1447136" y="57422"/>
                </a:lnTo>
                <a:lnTo>
                  <a:pt x="1447097" y="56817"/>
                </a:lnTo>
                <a:lnTo>
                  <a:pt x="1447052" y="56221"/>
                </a:lnTo>
                <a:lnTo>
                  <a:pt x="1447001" y="55632"/>
                </a:lnTo>
                <a:lnTo>
                  <a:pt x="1446944" y="55052"/>
                </a:lnTo>
                <a:lnTo>
                  <a:pt x="1446881" y="54480"/>
                </a:lnTo>
                <a:lnTo>
                  <a:pt x="1446812" y="53916"/>
                </a:lnTo>
                <a:lnTo>
                  <a:pt x="1446736" y="53359"/>
                </a:lnTo>
                <a:lnTo>
                  <a:pt x="1446655" y="52811"/>
                </a:lnTo>
                <a:lnTo>
                  <a:pt x="1446568" y="52271"/>
                </a:lnTo>
                <a:lnTo>
                  <a:pt x="1446475" y="51739"/>
                </a:lnTo>
                <a:lnTo>
                  <a:pt x="1446376" y="51215"/>
                </a:lnTo>
                <a:lnTo>
                  <a:pt x="1446271" y="50699"/>
                </a:lnTo>
                <a:lnTo>
                  <a:pt x="1446159" y="50192"/>
                </a:lnTo>
                <a:lnTo>
                  <a:pt x="1446042" y="49692"/>
                </a:lnTo>
                <a:lnTo>
                  <a:pt x="1445919" y="49200"/>
                </a:lnTo>
                <a:lnTo>
                  <a:pt x="1445790" y="48717"/>
                </a:lnTo>
                <a:lnTo>
                  <a:pt x="1445654" y="48241"/>
                </a:lnTo>
                <a:lnTo>
                  <a:pt x="1445513" y="47773"/>
                </a:lnTo>
                <a:lnTo>
                  <a:pt x="1445366" y="47314"/>
                </a:lnTo>
                <a:lnTo>
                  <a:pt x="1445214" y="46861"/>
                </a:lnTo>
                <a:lnTo>
                  <a:pt x="1445056" y="46415"/>
                </a:lnTo>
                <a:lnTo>
                  <a:pt x="1444893" y="45977"/>
                </a:lnTo>
                <a:lnTo>
                  <a:pt x="1444725" y="45546"/>
                </a:lnTo>
                <a:lnTo>
                  <a:pt x="1444551" y="45121"/>
                </a:lnTo>
                <a:lnTo>
                  <a:pt x="1444372" y="44705"/>
                </a:lnTo>
                <a:lnTo>
                  <a:pt x="1444187" y="44295"/>
                </a:lnTo>
                <a:lnTo>
                  <a:pt x="1443997" y="43892"/>
                </a:lnTo>
                <a:lnTo>
                  <a:pt x="1443802" y="43497"/>
                </a:lnTo>
                <a:lnTo>
                  <a:pt x="1443601" y="43108"/>
                </a:lnTo>
                <a:lnTo>
                  <a:pt x="1443395" y="42727"/>
                </a:lnTo>
                <a:lnTo>
                  <a:pt x="1443184" y="42353"/>
                </a:lnTo>
                <a:lnTo>
                  <a:pt x="1442967" y="41986"/>
                </a:lnTo>
                <a:lnTo>
                  <a:pt x="1442745" y="41627"/>
                </a:lnTo>
                <a:lnTo>
                  <a:pt x="1442517" y="41274"/>
                </a:lnTo>
                <a:lnTo>
                  <a:pt x="1442284" y="40929"/>
                </a:lnTo>
                <a:lnTo>
                  <a:pt x="1442046" y="40591"/>
                </a:lnTo>
                <a:lnTo>
                  <a:pt x="1441803" y="40260"/>
                </a:lnTo>
                <a:lnTo>
                  <a:pt x="1441554" y="39936"/>
                </a:lnTo>
                <a:lnTo>
                  <a:pt x="1441299" y="39619"/>
                </a:lnTo>
                <a:lnTo>
                  <a:pt x="1441039" y="39310"/>
                </a:lnTo>
                <a:lnTo>
                  <a:pt x="1440774" y="39008"/>
                </a:lnTo>
                <a:lnTo>
                  <a:pt x="1440504" y="38712"/>
                </a:lnTo>
                <a:lnTo>
                  <a:pt x="1440228" y="38424"/>
                </a:lnTo>
                <a:lnTo>
                  <a:pt x="1439947" y="38142"/>
                </a:lnTo>
                <a:lnTo>
                  <a:pt x="1439662" y="37867"/>
                </a:lnTo>
                <a:lnTo>
                  <a:pt x="1439371" y="37598"/>
                </a:lnTo>
                <a:lnTo>
                  <a:pt x="1439076" y="37336"/>
                </a:lnTo>
                <a:lnTo>
                  <a:pt x="1438775" y="37080"/>
                </a:lnTo>
                <a:lnTo>
                  <a:pt x="1438469" y="36831"/>
                </a:lnTo>
                <a:lnTo>
                  <a:pt x="1438159" y="36588"/>
                </a:lnTo>
                <a:lnTo>
                  <a:pt x="1437843" y="36352"/>
                </a:lnTo>
                <a:lnTo>
                  <a:pt x="1437523" y="36122"/>
                </a:lnTo>
                <a:lnTo>
                  <a:pt x="1437197" y="35899"/>
                </a:lnTo>
                <a:lnTo>
                  <a:pt x="1436866" y="35683"/>
                </a:lnTo>
                <a:lnTo>
                  <a:pt x="1436531" y="35473"/>
                </a:lnTo>
                <a:lnTo>
                  <a:pt x="1436190" y="35269"/>
                </a:lnTo>
                <a:lnTo>
                  <a:pt x="1435845" y="35072"/>
                </a:lnTo>
                <a:lnTo>
                  <a:pt x="1435494" y="34882"/>
                </a:lnTo>
                <a:lnTo>
                  <a:pt x="1435139" y="34698"/>
                </a:lnTo>
                <a:lnTo>
                  <a:pt x="1434778" y="34520"/>
                </a:lnTo>
                <a:lnTo>
                  <a:pt x="1434413" y="34349"/>
                </a:lnTo>
                <a:lnTo>
                  <a:pt x="1434043" y="34185"/>
                </a:lnTo>
                <a:lnTo>
                  <a:pt x="1433667" y="34027"/>
                </a:lnTo>
                <a:lnTo>
                  <a:pt x="1433287" y="33876"/>
                </a:lnTo>
                <a:lnTo>
                  <a:pt x="1432901" y="33731"/>
                </a:lnTo>
                <a:lnTo>
                  <a:pt x="1432511" y="33592"/>
                </a:lnTo>
                <a:lnTo>
                  <a:pt x="1432116" y="33460"/>
                </a:lnTo>
                <a:lnTo>
                  <a:pt x="1431716" y="33334"/>
                </a:lnTo>
                <a:lnTo>
                  <a:pt x="1431313" y="33213"/>
                </a:lnTo>
                <a:lnTo>
                  <a:pt x="1430904" y="33097"/>
                </a:lnTo>
                <a:lnTo>
                  <a:pt x="1430492" y="32988"/>
                </a:lnTo>
                <a:lnTo>
                  <a:pt x="1430075" y="32883"/>
                </a:lnTo>
                <a:lnTo>
                  <a:pt x="1429654" y="32785"/>
                </a:lnTo>
                <a:lnTo>
                  <a:pt x="1429229" y="32692"/>
                </a:lnTo>
                <a:lnTo>
                  <a:pt x="1428799" y="32605"/>
                </a:lnTo>
                <a:lnTo>
                  <a:pt x="1428364" y="32523"/>
                </a:lnTo>
                <a:lnTo>
                  <a:pt x="1427926" y="32447"/>
                </a:lnTo>
                <a:lnTo>
                  <a:pt x="1427483" y="32377"/>
                </a:lnTo>
                <a:lnTo>
                  <a:pt x="1427036" y="32312"/>
                </a:lnTo>
                <a:lnTo>
                  <a:pt x="1426584" y="32253"/>
                </a:lnTo>
                <a:lnTo>
                  <a:pt x="1426128" y="32200"/>
                </a:lnTo>
                <a:lnTo>
                  <a:pt x="1425668" y="32152"/>
                </a:lnTo>
                <a:lnTo>
                  <a:pt x="1425203" y="32110"/>
                </a:lnTo>
                <a:lnTo>
                  <a:pt x="1424734" y="32073"/>
                </a:lnTo>
                <a:lnTo>
                  <a:pt x="1424261" y="32042"/>
                </a:lnTo>
                <a:lnTo>
                  <a:pt x="1423783" y="32017"/>
                </a:lnTo>
                <a:lnTo>
                  <a:pt x="1423301" y="31997"/>
                </a:lnTo>
                <a:lnTo>
                  <a:pt x="1422815" y="31983"/>
                </a:lnTo>
                <a:lnTo>
                  <a:pt x="1422324" y="31975"/>
                </a:lnTo>
                <a:lnTo>
                  <a:pt x="1421829" y="31972"/>
                </a:lnTo>
                <a:lnTo>
                  <a:pt x="1421260" y="31976"/>
                </a:lnTo>
                <a:lnTo>
                  <a:pt x="1420695" y="31990"/>
                </a:lnTo>
                <a:lnTo>
                  <a:pt x="1420135" y="32013"/>
                </a:lnTo>
                <a:lnTo>
                  <a:pt x="1419578" y="32045"/>
                </a:lnTo>
                <a:lnTo>
                  <a:pt x="1419026" y="32087"/>
                </a:lnTo>
                <a:lnTo>
                  <a:pt x="1418477" y="32138"/>
                </a:lnTo>
                <a:lnTo>
                  <a:pt x="1417933" y="32197"/>
                </a:lnTo>
                <a:lnTo>
                  <a:pt x="1417393" y="32266"/>
                </a:lnTo>
                <a:lnTo>
                  <a:pt x="1416856" y="32345"/>
                </a:lnTo>
                <a:lnTo>
                  <a:pt x="1416324" y="32432"/>
                </a:lnTo>
                <a:lnTo>
                  <a:pt x="1415796" y="32529"/>
                </a:lnTo>
                <a:lnTo>
                  <a:pt x="1415273" y="32635"/>
                </a:lnTo>
                <a:lnTo>
                  <a:pt x="1414753" y="32750"/>
                </a:lnTo>
                <a:lnTo>
                  <a:pt x="1414237" y="32874"/>
                </a:lnTo>
                <a:lnTo>
                  <a:pt x="1413726" y="33008"/>
                </a:lnTo>
                <a:lnTo>
                  <a:pt x="1413218" y="33150"/>
                </a:lnTo>
                <a:lnTo>
                  <a:pt x="1412715" y="33302"/>
                </a:lnTo>
                <a:lnTo>
                  <a:pt x="1412215" y="33464"/>
                </a:lnTo>
                <a:lnTo>
                  <a:pt x="1411720" y="33634"/>
                </a:lnTo>
                <a:lnTo>
                  <a:pt x="1411229" y="33813"/>
                </a:lnTo>
                <a:lnTo>
                  <a:pt x="1410742" y="34002"/>
                </a:lnTo>
                <a:lnTo>
                  <a:pt x="1410259" y="34200"/>
                </a:lnTo>
                <a:lnTo>
                  <a:pt x="1409780" y="34407"/>
                </a:lnTo>
                <a:lnTo>
                  <a:pt x="1409306" y="34624"/>
                </a:lnTo>
                <a:lnTo>
                  <a:pt x="1408835" y="34848"/>
                </a:lnTo>
                <a:lnTo>
                  <a:pt x="1408371" y="35080"/>
                </a:lnTo>
                <a:lnTo>
                  <a:pt x="1407911" y="35319"/>
                </a:lnTo>
                <a:lnTo>
                  <a:pt x="1407457" y="35565"/>
                </a:lnTo>
                <a:lnTo>
                  <a:pt x="1407008" y="35818"/>
                </a:lnTo>
                <a:lnTo>
                  <a:pt x="1406564" y="36079"/>
                </a:lnTo>
                <a:lnTo>
                  <a:pt x="1406125" y="36346"/>
                </a:lnTo>
                <a:lnTo>
                  <a:pt x="1405692" y="36621"/>
                </a:lnTo>
                <a:lnTo>
                  <a:pt x="1405264" y="36903"/>
                </a:lnTo>
                <a:lnTo>
                  <a:pt x="1404841" y="37192"/>
                </a:lnTo>
                <a:lnTo>
                  <a:pt x="1404423" y="37488"/>
                </a:lnTo>
                <a:lnTo>
                  <a:pt x="1404011" y="37792"/>
                </a:lnTo>
                <a:lnTo>
                  <a:pt x="1403604" y="38102"/>
                </a:lnTo>
                <a:lnTo>
                  <a:pt x="1403202" y="38420"/>
                </a:lnTo>
                <a:lnTo>
                  <a:pt x="1402805" y="38745"/>
                </a:lnTo>
                <a:lnTo>
                  <a:pt x="1402414" y="39077"/>
                </a:lnTo>
                <a:lnTo>
                  <a:pt x="1402027" y="39416"/>
                </a:lnTo>
                <a:lnTo>
                  <a:pt x="1401646" y="39762"/>
                </a:lnTo>
                <a:lnTo>
                  <a:pt x="1401271" y="40116"/>
                </a:lnTo>
                <a:lnTo>
                  <a:pt x="1400900" y="40476"/>
                </a:lnTo>
                <a:lnTo>
                  <a:pt x="1400535" y="40844"/>
                </a:lnTo>
                <a:lnTo>
                  <a:pt x="1400175" y="41219"/>
                </a:lnTo>
                <a:lnTo>
                  <a:pt x="1399820" y="41601"/>
                </a:lnTo>
                <a:lnTo>
                  <a:pt x="1399471" y="41991"/>
                </a:lnTo>
                <a:lnTo>
                  <a:pt x="1399127" y="42386"/>
                </a:lnTo>
                <a:lnTo>
                  <a:pt x="1398789" y="42787"/>
                </a:lnTo>
                <a:lnTo>
                  <a:pt x="1398457" y="43192"/>
                </a:lnTo>
                <a:lnTo>
                  <a:pt x="1398132" y="43603"/>
                </a:lnTo>
                <a:lnTo>
                  <a:pt x="1397812" y="44019"/>
                </a:lnTo>
                <a:lnTo>
                  <a:pt x="1397498" y="44440"/>
                </a:lnTo>
                <a:lnTo>
                  <a:pt x="1397190" y="44866"/>
                </a:lnTo>
                <a:lnTo>
                  <a:pt x="1396888" y="45297"/>
                </a:lnTo>
                <a:lnTo>
                  <a:pt x="1396593" y="45734"/>
                </a:lnTo>
                <a:lnTo>
                  <a:pt x="1396303" y="46175"/>
                </a:lnTo>
                <a:lnTo>
                  <a:pt x="1396019" y="46622"/>
                </a:lnTo>
                <a:lnTo>
                  <a:pt x="1395822" y="46943"/>
                </a:lnTo>
                <a:lnTo>
                  <a:pt x="1395530" y="33445"/>
                </a:lnTo>
                <a:lnTo>
                  <a:pt x="1387132" y="33445"/>
                </a:lnTo>
                <a:lnTo>
                  <a:pt x="1387132" y="113154"/>
                </a:lnTo>
                <a:lnTo>
                  <a:pt x="1395898" y="113154"/>
                </a:lnTo>
                <a:lnTo>
                  <a:pt x="1395898" y="58474"/>
                </a:lnTo>
                <a:lnTo>
                  <a:pt x="1396044" y="58073"/>
                </a:lnTo>
                <a:lnTo>
                  <a:pt x="1396198" y="57663"/>
                </a:lnTo>
                <a:lnTo>
                  <a:pt x="1396357" y="57256"/>
                </a:lnTo>
                <a:lnTo>
                  <a:pt x="1396522" y="56851"/>
                </a:lnTo>
                <a:lnTo>
                  <a:pt x="1396692" y="56448"/>
                </a:lnTo>
                <a:close/>
                <a:moveTo>
                  <a:pt x="1157423" y="65812"/>
                </a:moveTo>
                <a:lnTo>
                  <a:pt x="1157390" y="65166"/>
                </a:lnTo>
                <a:lnTo>
                  <a:pt x="1157351" y="64524"/>
                </a:lnTo>
                <a:lnTo>
                  <a:pt x="1157304" y="63886"/>
                </a:lnTo>
                <a:lnTo>
                  <a:pt x="1157251" y="63254"/>
                </a:lnTo>
                <a:lnTo>
                  <a:pt x="1157190" y="62626"/>
                </a:lnTo>
                <a:lnTo>
                  <a:pt x="1157122" y="62003"/>
                </a:lnTo>
                <a:lnTo>
                  <a:pt x="1157047" y="61384"/>
                </a:lnTo>
                <a:lnTo>
                  <a:pt x="1156964" y="60771"/>
                </a:lnTo>
                <a:lnTo>
                  <a:pt x="1156875" y="60162"/>
                </a:lnTo>
                <a:lnTo>
                  <a:pt x="1156778" y="59557"/>
                </a:lnTo>
                <a:lnTo>
                  <a:pt x="1156674" y="58958"/>
                </a:lnTo>
                <a:lnTo>
                  <a:pt x="1156563" y="58363"/>
                </a:lnTo>
                <a:lnTo>
                  <a:pt x="1156445" y="57773"/>
                </a:lnTo>
                <a:lnTo>
                  <a:pt x="1156320" y="57188"/>
                </a:lnTo>
                <a:lnTo>
                  <a:pt x="1156187" y="56607"/>
                </a:lnTo>
                <a:lnTo>
                  <a:pt x="1156048" y="56031"/>
                </a:lnTo>
                <a:lnTo>
                  <a:pt x="1155901" y="55460"/>
                </a:lnTo>
                <a:lnTo>
                  <a:pt x="1155747" y="54894"/>
                </a:lnTo>
                <a:lnTo>
                  <a:pt x="1155586" y="54332"/>
                </a:lnTo>
                <a:lnTo>
                  <a:pt x="1155417" y="53775"/>
                </a:lnTo>
                <a:lnTo>
                  <a:pt x="1155242" y="53224"/>
                </a:lnTo>
                <a:lnTo>
                  <a:pt x="1155060" y="52678"/>
                </a:lnTo>
                <a:lnTo>
                  <a:pt x="1154871" y="52139"/>
                </a:lnTo>
                <a:lnTo>
                  <a:pt x="1154674" y="51606"/>
                </a:lnTo>
                <a:lnTo>
                  <a:pt x="1154471" y="51079"/>
                </a:lnTo>
                <a:lnTo>
                  <a:pt x="1154262" y="50558"/>
                </a:lnTo>
                <a:lnTo>
                  <a:pt x="1154045" y="50043"/>
                </a:lnTo>
                <a:lnTo>
                  <a:pt x="1153821" y="49534"/>
                </a:lnTo>
                <a:lnTo>
                  <a:pt x="1153591" y="49032"/>
                </a:lnTo>
                <a:lnTo>
                  <a:pt x="1153353" y="48535"/>
                </a:lnTo>
                <a:lnTo>
                  <a:pt x="1153109" y="48045"/>
                </a:lnTo>
                <a:lnTo>
                  <a:pt x="1152857" y="47561"/>
                </a:lnTo>
                <a:lnTo>
                  <a:pt x="1152599" y="47083"/>
                </a:lnTo>
                <a:lnTo>
                  <a:pt x="1152334" y="46611"/>
                </a:lnTo>
                <a:lnTo>
                  <a:pt x="1152062" y="46146"/>
                </a:lnTo>
                <a:lnTo>
                  <a:pt x="1151783" y="45686"/>
                </a:lnTo>
                <a:lnTo>
                  <a:pt x="1151497" y="45233"/>
                </a:lnTo>
                <a:lnTo>
                  <a:pt x="1151204" y="44785"/>
                </a:lnTo>
                <a:lnTo>
                  <a:pt x="1150905" y="44344"/>
                </a:lnTo>
                <a:lnTo>
                  <a:pt x="1150598" y="43909"/>
                </a:lnTo>
                <a:lnTo>
                  <a:pt x="1150285" y="43480"/>
                </a:lnTo>
                <a:lnTo>
                  <a:pt x="1149964" y="43057"/>
                </a:lnTo>
                <a:lnTo>
                  <a:pt x="1149637" y="42641"/>
                </a:lnTo>
                <a:lnTo>
                  <a:pt x="1149303" y="42230"/>
                </a:lnTo>
                <a:lnTo>
                  <a:pt x="1148962" y="41826"/>
                </a:lnTo>
                <a:lnTo>
                  <a:pt x="1148615" y="41430"/>
                </a:lnTo>
                <a:lnTo>
                  <a:pt x="1148262" y="41042"/>
                </a:lnTo>
                <a:lnTo>
                  <a:pt x="1147902" y="40661"/>
                </a:lnTo>
                <a:lnTo>
                  <a:pt x="1147536" y="40288"/>
                </a:lnTo>
                <a:lnTo>
                  <a:pt x="1147164" y="39923"/>
                </a:lnTo>
                <a:lnTo>
                  <a:pt x="1146786" y="39565"/>
                </a:lnTo>
                <a:lnTo>
                  <a:pt x="1146401" y="39215"/>
                </a:lnTo>
                <a:lnTo>
                  <a:pt x="1146010" y="38873"/>
                </a:lnTo>
                <a:lnTo>
                  <a:pt x="1145613" y="38538"/>
                </a:lnTo>
                <a:lnTo>
                  <a:pt x="1145210" y="38211"/>
                </a:lnTo>
                <a:lnTo>
                  <a:pt x="1144800" y="37892"/>
                </a:lnTo>
                <a:lnTo>
                  <a:pt x="1144384" y="37580"/>
                </a:lnTo>
                <a:lnTo>
                  <a:pt x="1143962" y="37276"/>
                </a:lnTo>
                <a:lnTo>
                  <a:pt x="1143533" y="36979"/>
                </a:lnTo>
                <a:lnTo>
                  <a:pt x="1143098" y="36691"/>
                </a:lnTo>
                <a:lnTo>
                  <a:pt x="1142657" y="36409"/>
                </a:lnTo>
                <a:lnTo>
                  <a:pt x="1142210" y="36136"/>
                </a:lnTo>
                <a:lnTo>
                  <a:pt x="1141756" y="35870"/>
                </a:lnTo>
                <a:lnTo>
                  <a:pt x="1141297" y="35612"/>
                </a:lnTo>
                <a:lnTo>
                  <a:pt x="1140830" y="35362"/>
                </a:lnTo>
                <a:lnTo>
                  <a:pt x="1140358" y="35119"/>
                </a:lnTo>
                <a:lnTo>
                  <a:pt x="1139879" y="34884"/>
                </a:lnTo>
                <a:lnTo>
                  <a:pt x="1139395" y="34656"/>
                </a:lnTo>
                <a:lnTo>
                  <a:pt x="1138903" y="34437"/>
                </a:lnTo>
                <a:lnTo>
                  <a:pt x="1138406" y="34227"/>
                </a:lnTo>
                <a:lnTo>
                  <a:pt x="1137903" y="34027"/>
                </a:lnTo>
                <a:lnTo>
                  <a:pt x="1137394" y="33836"/>
                </a:lnTo>
                <a:lnTo>
                  <a:pt x="1136879" y="33654"/>
                </a:lnTo>
                <a:lnTo>
                  <a:pt x="1136358" y="33482"/>
                </a:lnTo>
                <a:lnTo>
                  <a:pt x="1135831" y="33319"/>
                </a:lnTo>
                <a:lnTo>
                  <a:pt x="1135298" y="33165"/>
                </a:lnTo>
                <a:lnTo>
                  <a:pt x="1134759" y="33020"/>
                </a:lnTo>
                <a:lnTo>
                  <a:pt x="1134214" y="32885"/>
                </a:lnTo>
                <a:lnTo>
                  <a:pt x="1133662" y="32759"/>
                </a:lnTo>
                <a:lnTo>
                  <a:pt x="1133105" y="32643"/>
                </a:lnTo>
                <a:lnTo>
                  <a:pt x="1132542" y="32536"/>
                </a:lnTo>
                <a:lnTo>
                  <a:pt x="1131973" y="32438"/>
                </a:lnTo>
                <a:lnTo>
                  <a:pt x="1131398" y="32349"/>
                </a:lnTo>
                <a:lnTo>
                  <a:pt x="1130816" y="32270"/>
                </a:lnTo>
                <a:lnTo>
                  <a:pt x="1130229" y="32200"/>
                </a:lnTo>
                <a:lnTo>
                  <a:pt x="1129636" y="32140"/>
                </a:lnTo>
                <a:lnTo>
                  <a:pt x="1129037" y="32088"/>
                </a:lnTo>
                <a:lnTo>
                  <a:pt x="1128431" y="32046"/>
                </a:lnTo>
                <a:lnTo>
                  <a:pt x="1127820" y="32014"/>
                </a:lnTo>
                <a:lnTo>
                  <a:pt x="1127203" y="31990"/>
                </a:lnTo>
                <a:lnTo>
                  <a:pt x="1126580" y="31976"/>
                </a:lnTo>
                <a:lnTo>
                  <a:pt x="1125950" y="31972"/>
                </a:lnTo>
                <a:lnTo>
                  <a:pt x="1125380" y="31977"/>
                </a:lnTo>
                <a:lnTo>
                  <a:pt x="1124813" y="31991"/>
                </a:lnTo>
                <a:lnTo>
                  <a:pt x="1124248" y="32016"/>
                </a:lnTo>
                <a:lnTo>
                  <a:pt x="1123686" y="32050"/>
                </a:lnTo>
                <a:lnTo>
                  <a:pt x="1123126" y="32093"/>
                </a:lnTo>
                <a:lnTo>
                  <a:pt x="1122568" y="32147"/>
                </a:lnTo>
                <a:lnTo>
                  <a:pt x="1122013" y="32210"/>
                </a:lnTo>
                <a:lnTo>
                  <a:pt x="1121461" y="32283"/>
                </a:lnTo>
                <a:lnTo>
                  <a:pt x="1120910" y="32365"/>
                </a:lnTo>
                <a:lnTo>
                  <a:pt x="1120362" y="32458"/>
                </a:lnTo>
                <a:lnTo>
                  <a:pt x="1119817" y="32560"/>
                </a:lnTo>
                <a:lnTo>
                  <a:pt x="1119274" y="32672"/>
                </a:lnTo>
                <a:lnTo>
                  <a:pt x="1118734" y="32793"/>
                </a:lnTo>
                <a:lnTo>
                  <a:pt x="1118195" y="32924"/>
                </a:lnTo>
                <a:lnTo>
                  <a:pt x="1117660" y="33065"/>
                </a:lnTo>
                <a:lnTo>
                  <a:pt x="1117126" y="33216"/>
                </a:lnTo>
                <a:lnTo>
                  <a:pt x="1116596" y="33376"/>
                </a:lnTo>
                <a:lnTo>
                  <a:pt x="1116067" y="33546"/>
                </a:lnTo>
                <a:lnTo>
                  <a:pt x="1115541" y="33726"/>
                </a:lnTo>
                <a:lnTo>
                  <a:pt x="1115018" y="33916"/>
                </a:lnTo>
                <a:lnTo>
                  <a:pt x="1114497" y="34115"/>
                </a:lnTo>
                <a:lnTo>
                  <a:pt x="1113978" y="34324"/>
                </a:lnTo>
                <a:lnTo>
                  <a:pt x="1113462" y="34543"/>
                </a:lnTo>
                <a:lnTo>
                  <a:pt x="1112948" y="34771"/>
                </a:lnTo>
                <a:lnTo>
                  <a:pt x="1112438" y="35009"/>
                </a:lnTo>
                <a:lnTo>
                  <a:pt x="1111932" y="35255"/>
                </a:lnTo>
                <a:lnTo>
                  <a:pt x="1111432" y="35511"/>
                </a:lnTo>
                <a:lnTo>
                  <a:pt x="1110936" y="35775"/>
                </a:lnTo>
                <a:lnTo>
                  <a:pt x="1110446" y="36048"/>
                </a:lnTo>
                <a:lnTo>
                  <a:pt x="1109960" y="36330"/>
                </a:lnTo>
                <a:lnTo>
                  <a:pt x="1109479" y="36620"/>
                </a:lnTo>
                <a:lnTo>
                  <a:pt x="1109003" y="36920"/>
                </a:lnTo>
                <a:lnTo>
                  <a:pt x="1108531" y="37228"/>
                </a:lnTo>
                <a:lnTo>
                  <a:pt x="1108065" y="37545"/>
                </a:lnTo>
                <a:lnTo>
                  <a:pt x="1107603" y="37871"/>
                </a:lnTo>
                <a:lnTo>
                  <a:pt x="1107147" y="38206"/>
                </a:lnTo>
                <a:lnTo>
                  <a:pt x="1106695" y="38549"/>
                </a:lnTo>
                <a:lnTo>
                  <a:pt x="1106248" y="38902"/>
                </a:lnTo>
                <a:lnTo>
                  <a:pt x="1105806" y="39263"/>
                </a:lnTo>
                <a:lnTo>
                  <a:pt x="1105368" y="39633"/>
                </a:lnTo>
                <a:lnTo>
                  <a:pt x="1104936" y="40012"/>
                </a:lnTo>
                <a:lnTo>
                  <a:pt x="1104508" y="40400"/>
                </a:lnTo>
                <a:lnTo>
                  <a:pt x="1104086" y="40796"/>
                </a:lnTo>
                <a:lnTo>
                  <a:pt x="1103668" y="41202"/>
                </a:lnTo>
                <a:lnTo>
                  <a:pt x="1103255" y="41616"/>
                </a:lnTo>
                <a:lnTo>
                  <a:pt x="1102847" y="42039"/>
                </a:lnTo>
                <a:lnTo>
                  <a:pt x="1102443" y="42471"/>
                </a:lnTo>
                <a:lnTo>
                  <a:pt x="1102045" y="42911"/>
                </a:lnTo>
                <a:lnTo>
                  <a:pt x="1101653" y="43360"/>
                </a:lnTo>
                <a:lnTo>
                  <a:pt x="1101267" y="43816"/>
                </a:lnTo>
                <a:lnTo>
                  <a:pt x="1100888" y="44279"/>
                </a:lnTo>
                <a:lnTo>
                  <a:pt x="1100516" y="44750"/>
                </a:lnTo>
                <a:lnTo>
                  <a:pt x="1100152" y="45228"/>
                </a:lnTo>
                <a:lnTo>
                  <a:pt x="1099794" y="45713"/>
                </a:lnTo>
                <a:lnTo>
                  <a:pt x="1099443" y="46206"/>
                </a:lnTo>
                <a:lnTo>
                  <a:pt x="1099098" y="46705"/>
                </a:lnTo>
                <a:lnTo>
                  <a:pt x="1098761" y="47212"/>
                </a:lnTo>
                <a:lnTo>
                  <a:pt x="1098431" y="47727"/>
                </a:lnTo>
                <a:lnTo>
                  <a:pt x="1098107" y="48248"/>
                </a:lnTo>
                <a:lnTo>
                  <a:pt x="1097791" y="48777"/>
                </a:lnTo>
                <a:lnTo>
                  <a:pt x="1097481" y="49313"/>
                </a:lnTo>
                <a:lnTo>
                  <a:pt x="1097178" y="49857"/>
                </a:lnTo>
                <a:lnTo>
                  <a:pt x="1096883" y="50408"/>
                </a:lnTo>
                <a:lnTo>
                  <a:pt x="1096594" y="50966"/>
                </a:lnTo>
                <a:lnTo>
                  <a:pt x="1096312" y="51531"/>
                </a:lnTo>
                <a:lnTo>
                  <a:pt x="1096037" y="52104"/>
                </a:lnTo>
                <a:lnTo>
                  <a:pt x="1095768" y="52684"/>
                </a:lnTo>
                <a:lnTo>
                  <a:pt x="1095507" y="53271"/>
                </a:lnTo>
                <a:lnTo>
                  <a:pt x="1095253" y="53865"/>
                </a:lnTo>
                <a:lnTo>
                  <a:pt x="1095005" y="54467"/>
                </a:lnTo>
                <a:lnTo>
                  <a:pt x="1094765" y="55076"/>
                </a:lnTo>
                <a:lnTo>
                  <a:pt x="1094531" y="55693"/>
                </a:lnTo>
                <a:lnTo>
                  <a:pt x="1094306" y="56316"/>
                </a:lnTo>
                <a:lnTo>
                  <a:pt x="1094090" y="56945"/>
                </a:lnTo>
                <a:lnTo>
                  <a:pt x="1093883" y="57580"/>
                </a:lnTo>
                <a:lnTo>
                  <a:pt x="1093687" y="58222"/>
                </a:lnTo>
                <a:lnTo>
                  <a:pt x="1093500" y="58870"/>
                </a:lnTo>
                <a:lnTo>
                  <a:pt x="1093322" y="59523"/>
                </a:lnTo>
                <a:lnTo>
                  <a:pt x="1093154" y="60183"/>
                </a:lnTo>
                <a:lnTo>
                  <a:pt x="1092996" y="60849"/>
                </a:lnTo>
                <a:lnTo>
                  <a:pt x="1092848" y="61522"/>
                </a:lnTo>
                <a:lnTo>
                  <a:pt x="1092708" y="62200"/>
                </a:lnTo>
                <a:lnTo>
                  <a:pt x="1092579" y="62885"/>
                </a:lnTo>
                <a:lnTo>
                  <a:pt x="1092459" y="63575"/>
                </a:lnTo>
                <a:lnTo>
                  <a:pt x="1092349" y="64272"/>
                </a:lnTo>
                <a:lnTo>
                  <a:pt x="1092248" y="64975"/>
                </a:lnTo>
                <a:lnTo>
                  <a:pt x="1092157" y="65684"/>
                </a:lnTo>
                <a:lnTo>
                  <a:pt x="1092075" y="66399"/>
                </a:lnTo>
                <a:lnTo>
                  <a:pt x="1092003" y="67120"/>
                </a:lnTo>
                <a:lnTo>
                  <a:pt x="1091941" y="67848"/>
                </a:lnTo>
                <a:lnTo>
                  <a:pt x="1091888" y="68582"/>
                </a:lnTo>
                <a:lnTo>
                  <a:pt x="1091845" y="69321"/>
                </a:lnTo>
                <a:lnTo>
                  <a:pt x="1091812" y="70067"/>
                </a:lnTo>
                <a:lnTo>
                  <a:pt x="1091788" y="70819"/>
                </a:lnTo>
                <a:lnTo>
                  <a:pt x="1091773" y="71577"/>
                </a:lnTo>
                <a:lnTo>
                  <a:pt x="1091768" y="72342"/>
                </a:lnTo>
                <a:lnTo>
                  <a:pt x="1091768" y="75509"/>
                </a:lnTo>
                <a:lnTo>
                  <a:pt x="1091773" y="76219"/>
                </a:lnTo>
                <a:lnTo>
                  <a:pt x="1091787" y="76924"/>
                </a:lnTo>
                <a:lnTo>
                  <a:pt x="1091810" y="77624"/>
                </a:lnTo>
                <a:lnTo>
                  <a:pt x="1091842" y="78320"/>
                </a:lnTo>
                <a:lnTo>
                  <a:pt x="1091884" y="79011"/>
                </a:lnTo>
                <a:lnTo>
                  <a:pt x="1091934" y="79697"/>
                </a:lnTo>
                <a:lnTo>
                  <a:pt x="1091994" y="80378"/>
                </a:lnTo>
                <a:lnTo>
                  <a:pt x="1092063" y="81055"/>
                </a:lnTo>
                <a:lnTo>
                  <a:pt x="1092141" y="81727"/>
                </a:lnTo>
                <a:lnTo>
                  <a:pt x="1092229" y="82394"/>
                </a:lnTo>
                <a:lnTo>
                  <a:pt x="1092326" y="83056"/>
                </a:lnTo>
                <a:lnTo>
                  <a:pt x="1092431" y="83714"/>
                </a:lnTo>
                <a:lnTo>
                  <a:pt x="1092547" y="84367"/>
                </a:lnTo>
                <a:lnTo>
                  <a:pt x="1092671" y="85015"/>
                </a:lnTo>
                <a:lnTo>
                  <a:pt x="1092804" y="85659"/>
                </a:lnTo>
                <a:lnTo>
                  <a:pt x="1092947" y="86298"/>
                </a:lnTo>
                <a:lnTo>
                  <a:pt x="1093099" y="86932"/>
                </a:lnTo>
                <a:lnTo>
                  <a:pt x="1093260" y="87561"/>
                </a:lnTo>
                <a:lnTo>
                  <a:pt x="1093431" y="88185"/>
                </a:lnTo>
                <a:lnTo>
                  <a:pt x="1093610" y="88805"/>
                </a:lnTo>
                <a:lnTo>
                  <a:pt x="1093799" y="89420"/>
                </a:lnTo>
                <a:lnTo>
                  <a:pt x="1093997" y="90031"/>
                </a:lnTo>
                <a:lnTo>
                  <a:pt x="1094204" y="90636"/>
                </a:lnTo>
                <a:lnTo>
                  <a:pt x="1094420" y="91237"/>
                </a:lnTo>
                <a:lnTo>
                  <a:pt x="1094645" y="91833"/>
                </a:lnTo>
                <a:lnTo>
                  <a:pt x="1094877" y="92421"/>
                </a:lnTo>
                <a:lnTo>
                  <a:pt x="1095117" y="93003"/>
                </a:lnTo>
                <a:lnTo>
                  <a:pt x="1095364" y="93577"/>
                </a:lnTo>
                <a:lnTo>
                  <a:pt x="1095618" y="94145"/>
                </a:lnTo>
                <a:lnTo>
                  <a:pt x="1095880" y="94707"/>
                </a:lnTo>
                <a:lnTo>
                  <a:pt x="1096149" y="95261"/>
                </a:lnTo>
                <a:lnTo>
                  <a:pt x="1096426" y="95809"/>
                </a:lnTo>
                <a:lnTo>
                  <a:pt x="1096710" y="96350"/>
                </a:lnTo>
                <a:lnTo>
                  <a:pt x="1097001" y="96884"/>
                </a:lnTo>
                <a:lnTo>
                  <a:pt x="1097300" y="97411"/>
                </a:lnTo>
                <a:lnTo>
                  <a:pt x="1097607" y="97932"/>
                </a:lnTo>
                <a:lnTo>
                  <a:pt x="1097920" y="98446"/>
                </a:lnTo>
                <a:lnTo>
                  <a:pt x="1098241" y="98953"/>
                </a:lnTo>
                <a:lnTo>
                  <a:pt x="1098570" y="99453"/>
                </a:lnTo>
                <a:lnTo>
                  <a:pt x="1098906" y="99947"/>
                </a:lnTo>
                <a:lnTo>
                  <a:pt x="1099249" y="100433"/>
                </a:lnTo>
                <a:lnTo>
                  <a:pt x="1099600" y="100913"/>
                </a:lnTo>
                <a:lnTo>
                  <a:pt x="1099958" y="101386"/>
                </a:lnTo>
                <a:lnTo>
                  <a:pt x="1100324" y="101853"/>
                </a:lnTo>
                <a:lnTo>
                  <a:pt x="1100697" y="102312"/>
                </a:lnTo>
                <a:lnTo>
                  <a:pt x="1101078" y="102765"/>
                </a:lnTo>
                <a:lnTo>
                  <a:pt x="1101466" y="103211"/>
                </a:lnTo>
                <a:lnTo>
                  <a:pt x="1101861" y="103650"/>
                </a:lnTo>
                <a:lnTo>
                  <a:pt x="1102263" y="104082"/>
                </a:lnTo>
                <a:lnTo>
                  <a:pt x="1102671" y="104506"/>
                </a:lnTo>
                <a:lnTo>
                  <a:pt x="1103086" y="104921"/>
                </a:lnTo>
                <a:lnTo>
                  <a:pt x="1103506" y="105328"/>
                </a:lnTo>
                <a:lnTo>
                  <a:pt x="1103933" y="105727"/>
                </a:lnTo>
                <a:lnTo>
                  <a:pt x="1104366" y="106118"/>
                </a:lnTo>
                <a:lnTo>
                  <a:pt x="1104805" y="106501"/>
                </a:lnTo>
                <a:lnTo>
                  <a:pt x="1105250" y="106875"/>
                </a:lnTo>
                <a:lnTo>
                  <a:pt x="1105701" y="107242"/>
                </a:lnTo>
                <a:lnTo>
                  <a:pt x="1106158" y="107600"/>
                </a:lnTo>
                <a:lnTo>
                  <a:pt x="1106622" y="107950"/>
                </a:lnTo>
                <a:lnTo>
                  <a:pt x="1107091" y="108291"/>
                </a:lnTo>
                <a:lnTo>
                  <a:pt x="1107567" y="108625"/>
                </a:lnTo>
                <a:lnTo>
                  <a:pt x="1108049" y="108950"/>
                </a:lnTo>
                <a:lnTo>
                  <a:pt x="1108537" y="109268"/>
                </a:lnTo>
                <a:lnTo>
                  <a:pt x="1109031" y="109577"/>
                </a:lnTo>
                <a:lnTo>
                  <a:pt x="1109532" y="109877"/>
                </a:lnTo>
                <a:lnTo>
                  <a:pt x="1110038" y="110170"/>
                </a:lnTo>
                <a:lnTo>
                  <a:pt x="1110551" y="110454"/>
                </a:lnTo>
                <a:lnTo>
                  <a:pt x="1111069" y="110731"/>
                </a:lnTo>
                <a:lnTo>
                  <a:pt x="1111594" y="110999"/>
                </a:lnTo>
                <a:lnTo>
                  <a:pt x="1112125" y="111259"/>
                </a:lnTo>
                <a:lnTo>
                  <a:pt x="1112662" y="111510"/>
                </a:lnTo>
                <a:lnTo>
                  <a:pt x="1113206" y="111754"/>
                </a:lnTo>
                <a:lnTo>
                  <a:pt x="1113754" y="111988"/>
                </a:lnTo>
                <a:lnTo>
                  <a:pt x="1114307" y="112213"/>
                </a:lnTo>
                <a:lnTo>
                  <a:pt x="1114864" y="112427"/>
                </a:lnTo>
                <a:lnTo>
                  <a:pt x="1115426" y="112632"/>
                </a:lnTo>
                <a:lnTo>
                  <a:pt x="1115992" y="112826"/>
                </a:lnTo>
                <a:lnTo>
                  <a:pt x="1116562" y="113011"/>
                </a:lnTo>
                <a:lnTo>
                  <a:pt x="1117137" y="113185"/>
                </a:lnTo>
                <a:lnTo>
                  <a:pt x="1117716" y="113350"/>
                </a:lnTo>
                <a:lnTo>
                  <a:pt x="1118299" y="113505"/>
                </a:lnTo>
                <a:lnTo>
                  <a:pt x="1118887" y="113649"/>
                </a:lnTo>
                <a:lnTo>
                  <a:pt x="1119479" y="113784"/>
                </a:lnTo>
                <a:lnTo>
                  <a:pt x="1120075" y="113909"/>
                </a:lnTo>
                <a:lnTo>
                  <a:pt x="1120676" y="114023"/>
                </a:lnTo>
                <a:lnTo>
                  <a:pt x="1121281" y="114128"/>
                </a:lnTo>
                <a:lnTo>
                  <a:pt x="1121890" y="114223"/>
                </a:lnTo>
                <a:lnTo>
                  <a:pt x="1122504" y="114308"/>
                </a:lnTo>
                <a:lnTo>
                  <a:pt x="1123122" y="114382"/>
                </a:lnTo>
                <a:lnTo>
                  <a:pt x="1123745" y="114447"/>
                </a:lnTo>
                <a:lnTo>
                  <a:pt x="1124372" y="114502"/>
                </a:lnTo>
                <a:lnTo>
                  <a:pt x="1125003" y="114547"/>
                </a:lnTo>
                <a:lnTo>
                  <a:pt x="1125638" y="114582"/>
                </a:lnTo>
                <a:lnTo>
                  <a:pt x="1126278" y="114607"/>
                </a:lnTo>
                <a:lnTo>
                  <a:pt x="1126922" y="114622"/>
                </a:lnTo>
                <a:lnTo>
                  <a:pt x="1127571" y="114627"/>
                </a:lnTo>
                <a:lnTo>
                  <a:pt x="1128163" y="114623"/>
                </a:lnTo>
                <a:lnTo>
                  <a:pt x="1128750" y="114613"/>
                </a:lnTo>
                <a:lnTo>
                  <a:pt x="1129330" y="114596"/>
                </a:lnTo>
                <a:lnTo>
                  <a:pt x="1129904" y="114573"/>
                </a:lnTo>
                <a:lnTo>
                  <a:pt x="1130472" y="114542"/>
                </a:lnTo>
                <a:lnTo>
                  <a:pt x="1131033" y="114505"/>
                </a:lnTo>
                <a:lnTo>
                  <a:pt x="1131589" y="114461"/>
                </a:lnTo>
                <a:lnTo>
                  <a:pt x="1132138" y="114410"/>
                </a:lnTo>
                <a:lnTo>
                  <a:pt x="1132682" y="114352"/>
                </a:lnTo>
                <a:lnTo>
                  <a:pt x="1133219" y="114288"/>
                </a:lnTo>
                <a:lnTo>
                  <a:pt x="1133750" y="114217"/>
                </a:lnTo>
                <a:lnTo>
                  <a:pt x="1134275" y="114139"/>
                </a:lnTo>
                <a:lnTo>
                  <a:pt x="1134793" y="114054"/>
                </a:lnTo>
                <a:lnTo>
                  <a:pt x="1135306" y="113963"/>
                </a:lnTo>
                <a:lnTo>
                  <a:pt x="1135812" y="113864"/>
                </a:lnTo>
                <a:lnTo>
                  <a:pt x="1136313" y="113759"/>
                </a:lnTo>
                <a:lnTo>
                  <a:pt x="1136807" y="113647"/>
                </a:lnTo>
                <a:lnTo>
                  <a:pt x="1137295" y="113529"/>
                </a:lnTo>
                <a:lnTo>
                  <a:pt x="1137777" y="113403"/>
                </a:lnTo>
                <a:lnTo>
                  <a:pt x="1138253" y="113271"/>
                </a:lnTo>
                <a:lnTo>
                  <a:pt x="1138722" y="113132"/>
                </a:lnTo>
                <a:lnTo>
                  <a:pt x="1139186" y="112986"/>
                </a:lnTo>
                <a:lnTo>
                  <a:pt x="1139643" y="112834"/>
                </a:lnTo>
                <a:lnTo>
                  <a:pt x="1140094" y="112675"/>
                </a:lnTo>
                <a:lnTo>
                  <a:pt x="1140540" y="112510"/>
                </a:lnTo>
                <a:lnTo>
                  <a:pt x="1140980" y="112341"/>
                </a:lnTo>
                <a:lnTo>
                  <a:pt x="1141415" y="112167"/>
                </a:lnTo>
                <a:lnTo>
                  <a:pt x="1141844" y="111989"/>
                </a:lnTo>
                <a:lnTo>
                  <a:pt x="1142268" y="111807"/>
                </a:lnTo>
                <a:lnTo>
                  <a:pt x="1142687" y="111620"/>
                </a:lnTo>
                <a:lnTo>
                  <a:pt x="1143100" y="111429"/>
                </a:lnTo>
                <a:lnTo>
                  <a:pt x="1143508" y="111234"/>
                </a:lnTo>
                <a:lnTo>
                  <a:pt x="1143910" y="111034"/>
                </a:lnTo>
                <a:lnTo>
                  <a:pt x="1144307" y="110830"/>
                </a:lnTo>
                <a:lnTo>
                  <a:pt x="1144699" y="110622"/>
                </a:lnTo>
                <a:lnTo>
                  <a:pt x="1145085" y="110409"/>
                </a:lnTo>
                <a:lnTo>
                  <a:pt x="1145466" y="110192"/>
                </a:lnTo>
                <a:lnTo>
                  <a:pt x="1145842" y="109971"/>
                </a:lnTo>
                <a:lnTo>
                  <a:pt x="1146212" y="109745"/>
                </a:lnTo>
                <a:lnTo>
                  <a:pt x="1146577" y="109515"/>
                </a:lnTo>
                <a:lnTo>
                  <a:pt x="1146937" y="109281"/>
                </a:lnTo>
                <a:lnTo>
                  <a:pt x="1147291" y="109042"/>
                </a:lnTo>
                <a:lnTo>
                  <a:pt x="1147640" y="108799"/>
                </a:lnTo>
                <a:lnTo>
                  <a:pt x="1147983" y="108551"/>
                </a:lnTo>
                <a:lnTo>
                  <a:pt x="1148321" y="108300"/>
                </a:lnTo>
                <a:lnTo>
                  <a:pt x="1148654" y="108043"/>
                </a:lnTo>
                <a:lnTo>
                  <a:pt x="1148981" y="107783"/>
                </a:lnTo>
                <a:lnTo>
                  <a:pt x="1149303" y="107518"/>
                </a:lnTo>
                <a:lnTo>
                  <a:pt x="1149620" y="107250"/>
                </a:lnTo>
                <a:lnTo>
                  <a:pt x="1149933" y="106980"/>
                </a:lnTo>
                <a:lnTo>
                  <a:pt x="1150242" y="106707"/>
                </a:lnTo>
                <a:lnTo>
                  <a:pt x="1150547" y="106432"/>
                </a:lnTo>
                <a:lnTo>
                  <a:pt x="1150848" y="106156"/>
                </a:lnTo>
                <a:lnTo>
                  <a:pt x="1151145" y="105877"/>
                </a:lnTo>
                <a:lnTo>
                  <a:pt x="1151437" y="105595"/>
                </a:lnTo>
                <a:lnTo>
                  <a:pt x="1151726" y="105312"/>
                </a:lnTo>
                <a:lnTo>
                  <a:pt x="1152010" y="105026"/>
                </a:lnTo>
                <a:lnTo>
                  <a:pt x="1152290" y="104739"/>
                </a:lnTo>
                <a:lnTo>
                  <a:pt x="1152567" y="104449"/>
                </a:lnTo>
                <a:lnTo>
                  <a:pt x="1152839" y="104157"/>
                </a:lnTo>
                <a:lnTo>
                  <a:pt x="1153107" y="103863"/>
                </a:lnTo>
                <a:lnTo>
                  <a:pt x="1153371" y="103566"/>
                </a:lnTo>
                <a:lnTo>
                  <a:pt x="1153631" y="103268"/>
                </a:lnTo>
                <a:lnTo>
                  <a:pt x="1153887" y="102967"/>
                </a:lnTo>
                <a:lnTo>
                  <a:pt x="1154138" y="102664"/>
                </a:lnTo>
                <a:lnTo>
                  <a:pt x="1154386" y="102359"/>
                </a:lnTo>
                <a:lnTo>
                  <a:pt x="1154629" y="102052"/>
                </a:lnTo>
                <a:lnTo>
                  <a:pt x="1154869" y="101742"/>
                </a:lnTo>
                <a:lnTo>
                  <a:pt x="1155104" y="101431"/>
                </a:lnTo>
                <a:lnTo>
                  <a:pt x="1155335" y="101117"/>
                </a:lnTo>
                <a:lnTo>
                  <a:pt x="1155563" y="100801"/>
                </a:lnTo>
                <a:lnTo>
                  <a:pt x="1155786" y="100483"/>
                </a:lnTo>
                <a:lnTo>
                  <a:pt x="1150261" y="96210"/>
                </a:lnTo>
                <a:lnTo>
                  <a:pt x="1149896" y="96677"/>
                </a:lnTo>
                <a:lnTo>
                  <a:pt x="1149528" y="97134"/>
                </a:lnTo>
                <a:lnTo>
                  <a:pt x="1149156" y="97580"/>
                </a:lnTo>
                <a:lnTo>
                  <a:pt x="1148780" y="98016"/>
                </a:lnTo>
                <a:lnTo>
                  <a:pt x="1148400" y="98441"/>
                </a:lnTo>
                <a:lnTo>
                  <a:pt x="1148016" y="98855"/>
                </a:lnTo>
                <a:lnTo>
                  <a:pt x="1147628" y="99259"/>
                </a:lnTo>
                <a:lnTo>
                  <a:pt x="1147236" y="99652"/>
                </a:lnTo>
                <a:lnTo>
                  <a:pt x="1146840" y="100034"/>
                </a:lnTo>
                <a:lnTo>
                  <a:pt x="1146440" y="100406"/>
                </a:lnTo>
                <a:lnTo>
                  <a:pt x="1146036" y="100767"/>
                </a:lnTo>
                <a:lnTo>
                  <a:pt x="1145629" y="101118"/>
                </a:lnTo>
                <a:lnTo>
                  <a:pt x="1145217" y="101458"/>
                </a:lnTo>
                <a:lnTo>
                  <a:pt x="1144801" y="101787"/>
                </a:lnTo>
                <a:lnTo>
                  <a:pt x="1144382" y="102106"/>
                </a:lnTo>
                <a:lnTo>
                  <a:pt x="1143958" y="102414"/>
                </a:lnTo>
                <a:lnTo>
                  <a:pt x="1143530" y="102712"/>
                </a:lnTo>
                <a:lnTo>
                  <a:pt x="1143099" y="102999"/>
                </a:lnTo>
                <a:lnTo>
                  <a:pt x="1142663" y="103275"/>
                </a:lnTo>
                <a:lnTo>
                  <a:pt x="1142224" y="103541"/>
                </a:lnTo>
                <a:lnTo>
                  <a:pt x="1141780" y="103796"/>
                </a:lnTo>
                <a:lnTo>
                  <a:pt x="1141333" y="104040"/>
                </a:lnTo>
                <a:lnTo>
                  <a:pt x="1140881" y="104274"/>
                </a:lnTo>
                <a:lnTo>
                  <a:pt x="1140426" y="104498"/>
                </a:lnTo>
                <a:lnTo>
                  <a:pt x="1139966" y="104711"/>
                </a:lnTo>
                <a:lnTo>
                  <a:pt x="1139501" y="104915"/>
                </a:lnTo>
                <a:lnTo>
                  <a:pt x="1139030" y="105111"/>
                </a:lnTo>
                <a:lnTo>
                  <a:pt x="1138555" y="105297"/>
                </a:lnTo>
                <a:lnTo>
                  <a:pt x="1138074" y="105474"/>
                </a:lnTo>
                <a:lnTo>
                  <a:pt x="1137587" y="105642"/>
                </a:lnTo>
                <a:lnTo>
                  <a:pt x="1137096" y="105801"/>
                </a:lnTo>
                <a:lnTo>
                  <a:pt x="1136599" y="105950"/>
                </a:lnTo>
                <a:lnTo>
                  <a:pt x="1136097" y="106091"/>
                </a:lnTo>
                <a:lnTo>
                  <a:pt x="1135590" y="106223"/>
                </a:lnTo>
                <a:lnTo>
                  <a:pt x="1135078" y="106345"/>
                </a:lnTo>
                <a:lnTo>
                  <a:pt x="1134560" y="106459"/>
                </a:lnTo>
                <a:lnTo>
                  <a:pt x="1134037" y="106563"/>
                </a:lnTo>
                <a:lnTo>
                  <a:pt x="1133509" y="106659"/>
                </a:lnTo>
                <a:lnTo>
                  <a:pt x="1132976" y="106745"/>
                </a:lnTo>
                <a:lnTo>
                  <a:pt x="1132437" y="106822"/>
                </a:lnTo>
                <a:lnTo>
                  <a:pt x="1131893" y="106890"/>
                </a:lnTo>
                <a:lnTo>
                  <a:pt x="1131344" y="106949"/>
                </a:lnTo>
                <a:lnTo>
                  <a:pt x="1130790" y="106999"/>
                </a:lnTo>
                <a:lnTo>
                  <a:pt x="1130230" y="107040"/>
                </a:lnTo>
                <a:lnTo>
                  <a:pt x="1129665" y="107072"/>
                </a:lnTo>
                <a:lnTo>
                  <a:pt x="1129095" y="107095"/>
                </a:lnTo>
                <a:lnTo>
                  <a:pt x="1128520" y="107108"/>
                </a:lnTo>
                <a:lnTo>
                  <a:pt x="1127939" y="107113"/>
                </a:lnTo>
                <a:lnTo>
                  <a:pt x="1127432" y="107108"/>
                </a:lnTo>
                <a:lnTo>
                  <a:pt x="1126928" y="107096"/>
                </a:lnTo>
                <a:lnTo>
                  <a:pt x="1126428" y="107074"/>
                </a:lnTo>
                <a:lnTo>
                  <a:pt x="1125932" y="107044"/>
                </a:lnTo>
                <a:lnTo>
                  <a:pt x="1125440" y="107006"/>
                </a:lnTo>
                <a:lnTo>
                  <a:pt x="1124951" y="106959"/>
                </a:lnTo>
                <a:lnTo>
                  <a:pt x="1124466" y="106903"/>
                </a:lnTo>
                <a:lnTo>
                  <a:pt x="1123986" y="106839"/>
                </a:lnTo>
                <a:lnTo>
                  <a:pt x="1123509" y="106766"/>
                </a:lnTo>
                <a:lnTo>
                  <a:pt x="1123036" y="106684"/>
                </a:lnTo>
                <a:lnTo>
                  <a:pt x="1122566" y="106594"/>
                </a:lnTo>
                <a:lnTo>
                  <a:pt x="1122101" y="106496"/>
                </a:lnTo>
                <a:lnTo>
                  <a:pt x="1121639" y="106389"/>
                </a:lnTo>
                <a:lnTo>
                  <a:pt x="1121182" y="106273"/>
                </a:lnTo>
                <a:lnTo>
                  <a:pt x="1120728" y="106149"/>
                </a:lnTo>
                <a:lnTo>
                  <a:pt x="1120278" y="106016"/>
                </a:lnTo>
                <a:lnTo>
                  <a:pt x="1119832" y="105875"/>
                </a:lnTo>
                <a:lnTo>
                  <a:pt x="1119389" y="105725"/>
                </a:lnTo>
                <a:lnTo>
                  <a:pt x="1118951" y="105566"/>
                </a:lnTo>
                <a:lnTo>
                  <a:pt x="1118516" y="105399"/>
                </a:lnTo>
                <a:lnTo>
                  <a:pt x="1118085" y="105223"/>
                </a:lnTo>
                <a:lnTo>
                  <a:pt x="1117658" y="105039"/>
                </a:lnTo>
                <a:lnTo>
                  <a:pt x="1117235" y="104846"/>
                </a:lnTo>
                <a:lnTo>
                  <a:pt x="1116815" y="104645"/>
                </a:lnTo>
                <a:lnTo>
                  <a:pt x="1116400" y="104436"/>
                </a:lnTo>
                <a:lnTo>
                  <a:pt x="1115990" y="104221"/>
                </a:lnTo>
                <a:lnTo>
                  <a:pt x="1115585" y="103999"/>
                </a:lnTo>
                <a:lnTo>
                  <a:pt x="1115184" y="103771"/>
                </a:lnTo>
                <a:lnTo>
                  <a:pt x="1114789" y="103537"/>
                </a:lnTo>
                <a:lnTo>
                  <a:pt x="1114398" y="103296"/>
                </a:lnTo>
                <a:lnTo>
                  <a:pt x="1114012" y="103049"/>
                </a:lnTo>
                <a:lnTo>
                  <a:pt x="1113631" y="102795"/>
                </a:lnTo>
                <a:lnTo>
                  <a:pt x="1113255" y="102535"/>
                </a:lnTo>
                <a:lnTo>
                  <a:pt x="1112884" y="102269"/>
                </a:lnTo>
                <a:lnTo>
                  <a:pt x="1112517" y="101996"/>
                </a:lnTo>
                <a:lnTo>
                  <a:pt x="1112156" y="101717"/>
                </a:lnTo>
                <a:lnTo>
                  <a:pt x="1111799" y="101431"/>
                </a:lnTo>
                <a:lnTo>
                  <a:pt x="1111447" y="101139"/>
                </a:lnTo>
                <a:lnTo>
                  <a:pt x="1111100" y="100841"/>
                </a:lnTo>
                <a:lnTo>
                  <a:pt x="1110758" y="100536"/>
                </a:lnTo>
                <a:lnTo>
                  <a:pt x="1110421" y="100225"/>
                </a:lnTo>
                <a:lnTo>
                  <a:pt x="1110089" y="99907"/>
                </a:lnTo>
                <a:lnTo>
                  <a:pt x="1109761" y="99583"/>
                </a:lnTo>
                <a:lnTo>
                  <a:pt x="1109438" y="99253"/>
                </a:lnTo>
                <a:lnTo>
                  <a:pt x="1109121" y="98916"/>
                </a:lnTo>
                <a:lnTo>
                  <a:pt x="1108808" y="98573"/>
                </a:lnTo>
                <a:lnTo>
                  <a:pt x="1108500" y="98223"/>
                </a:lnTo>
                <a:lnTo>
                  <a:pt x="1108196" y="97867"/>
                </a:lnTo>
                <a:lnTo>
                  <a:pt x="1107898" y="97506"/>
                </a:lnTo>
                <a:lnTo>
                  <a:pt x="1107606" y="97139"/>
                </a:lnTo>
                <a:lnTo>
                  <a:pt x="1107319" y="96768"/>
                </a:lnTo>
                <a:lnTo>
                  <a:pt x="1107038" y="96391"/>
                </a:lnTo>
                <a:lnTo>
                  <a:pt x="1106763" y="96009"/>
                </a:lnTo>
                <a:lnTo>
                  <a:pt x="1106493" y="95623"/>
                </a:lnTo>
                <a:lnTo>
                  <a:pt x="1106229" y="95231"/>
                </a:lnTo>
                <a:lnTo>
                  <a:pt x="1105970" y="94835"/>
                </a:lnTo>
                <a:lnTo>
                  <a:pt x="1105717" y="94433"/>
                </a:lnTo>
                <a:lnTo>
                  <a:pt x="1105470" y="94027"/>
                </a:lnTo>
                <a:lnTo>
                  <a:pt x="1105228" y="93615"/>
                </a:lnTo>
                <a:lnTo>
                  <a:pt x="1104992" y="93199"/>
                </a:lnTo>
                <a:lnTo>
                  <a:pt x="1104761" y="92777"/>
                </a:lnTo>
                <a:lnTo>
                  <a:pt x="1104536" y="92351"/>
                </a:lnTo>
                <a:lnTo>
                  <a:pt x="1104317" y="91919"/>
                </a:lnTo>
                <a:lnTo>
                  <a:pt x="1104104" y="91483"/>
                </a:lnTo>
                <a:lnTo>
                  <a:pt x="1103896" y="91042"/>
                </a:lnTo>
                <a:lnTo>
                  <a:pt x="1103693" y="90595"/>
                </a:lnTo>
                <a:lnTo>
                  <a:pt x="1103497" y="90144"/>
                </a:lnTo>
                <a:lnTo>
                  <a:pt x="1103306" y="89687"/>
                </a:lnTo>
                <a:lnTo>
                  <a:pt x="1103120" y="89226"/>
                </a:lnTo>
                <a:lnTo>
                  <a:pt x="1102940" y="88760"/>
                </a:lnTo>
                <a:lnTo>
                  <a:pt x="1102766" y="88288"/>
                </a:lnTo>
                <a:lnTo>
                  <a:pt x="1102598" y="87812"/>
                </a:lnTo>
                <a:lnTo>
                  <a:pt x="1102435" y="87332"/>
                </a:lnTo>
                <a:lnTo>
                  <a:pt x="1102280" y="86849"/>
                </a:lnTo>
                <a:lnTo>
                  <a:pt x="1102131" y="86363"/>
                </a:lnTo>
                <a:lnTo>
                  <a:pt x="1101990" y="85874"/>
                </a:lnTo>
                <a:lnTo>
                  <a:pt x="1101855" y="85382"/>
                </a:lnTo>
                <a:lnTo>
                  <a:pt x="1101727" y="84888"/>
                </a:lnTo>
                <a:lnTo>
                  <a:pt x="1101606" y="84391"/>
                </a:lnTo>
                <a:lnTo>
                  <a:pt x="1101493" y="83891"/>
                </a:lnTo>
                <a:lnTo>
                  <a:pt x="1101385" y="83388"/>
                </a:lnTo>
                <a:lnTo>
                  <a:pt x="1101285" y="82883"/>
                </a:lnTo>
                <a:lnTo>
                  <a:pt x="1101192" y="82374"/>
                </a:lnTo>
                <a:lnTo>
                  <a:pt x="1101106" y="81863"/>
                </a:lnTo>
                <a:lnTo>
                  <a:pt x="1101026" y="81349"/>
                </a:lnTo>
                <a:lnTo>
                  <a:pt x="1100954" y="80832"/>
                </a:lnTo>
                <a:lnTo>
                  <a:pt x="1100888" y="80313"/>
                </a:lnTo>
                <a:lnTo>
                  <a:pt x="1100830" y="79790"/>
                </a:lnTo>
                <a:lnTo>
                  <a:pt x="1100778" y="79265"/>
                </a:lnTo>
                <a:lnTo>
                  <a:pt x="1100733" y="78737"/>
                </a:lnTo>
                <a:lnTo>
                  <a:pt x="1100695" y="78206"/>
                </a:lnTo>
                <a:lnTo>
                  <a:pt x="1100664" y="77672"/>
                </a:lnTo>
                <a:lnTo>
                  <a:pt x="1100640" y="77136"/>
                </a:lnTo>
                <a:lnTo>
                  <a:pt x="1100622" y="76596"/>
                </a:lnTo>
                <a:lnTo>
                  <a:pt x="1100612" y="76054"/>
                </a:lnTo>
                <a:lnTo>
                  <a:pt x="1100609" y="75509"/>
                </a:lnTo>
                <a:lnTo>
                  <a:pt x="1100609" y="73815"/>
                </a:lnTo>
                <a:lnTo>
                  <a:pt x="1157480" y="73815"/>
                </a:lnTo>
                <a:lnTo>
                  <a:pt x="1157480" y="68446"/>
                </a:lnTo>
                <a:lnTo>
                  <a:pt x="1157476" y="67781"/>
                </a:lnTo>
                <a:lnTo>
                  <a:pt x="1157466" y="67120"/>
                </a:lnTo>
                <a:lnTo>
                  <a:pt x="1157448" y="66464"/>
                </a:lnTo>
                <a:lnTo>
                  <a:pt x="1157423" y="65812"/>
                </a:lnTo>
                <a:close/>
                <a:moveTo>
                  <a:pt x="1101235" y="64272"/>
                </a:moveTo>
                <a:lnTo>
                  <a:pt x="1101328" y="63729"/>
                </a:lnTo>
                <a:lnTo>
                  <a:pt x="1101427" y="63190"/>
                </a:lnTo>
                <a:lnTo>
                  <a:pt x="1101533" y="62657"/>
                </a:lnTo>
                <a:lnTo>
                  <a:pt x="1101644" y="62127"/>
                </a:lnTo>
                <a:lnTo>
                  <a:pt x="1101763" y="61602"/>
                </a:lnTo>
                <a:lnTo>
                  <a:pt x="1101887" y="61082"/>
                </a:lnTo>
                <a:lnTo>
                  <a:pt x="1102019" y="60566"/>
                </a:lnTo>
                <a:lnTo>
                  <a:pt x="1102156" y="60054"/>
                </a:lnTo>
                <a:lnTo>
                  <a:pt x="1102300" y="59547"/>
                </a:lnTo>
                <a:lnTo>
                  <a:pt x="1102450" y="59045"/>
                </a:lnTo>
                <a:lnTo>
                  <a:pt x="1102606" y="58547"/>
                </a:lnTo>
                <a:lnTo>
                  <a:pt x="1102768" y="58055"/>
                </a:lnTo>
                <a:lnTo>
                  <a:pt x="1102934" y="57569"/>
                </a:lnTo>
                <a:lnTo>
                  <a:pt x="1103106" y="57088"/>
                </a:lnTo>
                <a:lnTo>
                  <a:pt x="1103283" y="56613"/>
                </a:lnTo>
                <a:lnTo>
                  <a:pt x="1103465" y="56144"/>
                </a:lnTo>
                <a:lnTo>
                  <a:pt x="1103653" y="55680"/>
                </a:lnTo>
                <a:lnTo>
                  <a:pt x="1103846" y="55222"/>
                </a:lnTo>
                <a:lnTo>
                  <a:pt x="1104044" y="54770"/>
                </a:lnTo>
                <a:lnTo>
                  <a:pt x="1104247" y="54323"/>
                </a:lnTo>
                <a:lnTo>
                  <a:pt x="1104456" y="53881"/>
                </a:lnTo>
                <a:lnTo>
                  <a:pt x="1104669" y="53446"/>
                </a:lnTo>
                <a:lnTo>
                  <a:pt x="1104888" y="53016"/>
                </a:lnTo>
                <a:lnTo>
                  <a:pt x="1105113" y="52592"/>
                </a:lnTo>
                <a:lnTo>
                  <a:pt x="1105342" y="52173"/>
                </a:lnTo>
                <a:lnTo>
                  <a:pt x="1105577" y="51760"/>
                </a:lnTo>
                <a:lnTo>
                  <a:pt x="1105817" y="51352"/>
                </a:lnTo>
                <a:lnTo>
                  <a:pt x="1106062" y="50950"/>
                </a:lnTo>
                <a:lnTo>
                  <a:pt x="1106313" y="50554"/>
                </a:lnTo>
                <a:lnTo>
                  <a:pt x="1106568" y="50164"/>
                </a:lnTo>
                <a:lnTo>
                  <a:pt x="1106829" y="49779"/>
                </a:lnTo>
                <a:lnTo>
                  <a:pt x="1107096" y="49399"/>
                </a:lnTo>
                <a:lnTo>
                  <a:pt x="1107367" y="49026"/>
                </a:lnTo>
                <a:lnTo>
                  <a:pt x="1107644" y="48657"/>
                </a:lnTo>
                <a:lnTo>
                  <a:pt x="1107925" y="48296"/>
                </a:lnTo>
                <a:lnTo>
                  <a:pt x="1108211" y="47941"/>
                </a:lnTo>
                <a:lnTo>
                  <a:pt x="1108502" y="47593"/>
                </a:lnTo>
                <a:lnTo>
                  <a:pt x="1108797" y="47253"/>
                </a:lnTo>
                <a:lnTo>
                  <a:pt x="1109096" y="46919"/>
                </a:lnTo>
                <a:lnTo>
                  <a:pt x="1109400" y="46592"/>
                </a:lnTo>
                <a:lnTo>
                  <a:pt x="1109709" y="46273"/>
                </a:lnTo>
                <a:lnTo>
                  <a:pt x="1110022" y="45960"/>
                </a:lnTo>
                <a:lnTo>
                  <a:pt x="1110339" y="45655"/>
                </a:lnTo>
                <a:lnTo>
                  <a:pt x="1110661" y="45357"/>
                </a:lnTo>
                <a:lnTo>
                  <a:pt x="1110987" y="45065"/>
                </a:lnTo>
                <a:lnTo>
                  <a:pt x="1111318" y="44781"/>
                </a:lnTo>
                <a:lnTo>
                  <a:pt x="1111653" y="44503"/>
                </a:lnTo>
                <a:lnTo>
                  <a:pt x="1111993" y="44233"/>
                </a:lnTo>
                <a:lnTo>
                  <a:pt x="1112337" y="43970"/>
                </a:lnTo>
                <a:lnTo>
                  <a:pt x="1112686" y="43714"/>
                </a:lnTo>
                <a:lnTo>
                  <a:pt x="1113039" y="43464"/>
                </a:lnTo>
                <a:lnTo>
                  <a:pt x="1113397" y="43222"/>
                </a:lnTo>
                <a:lnTo>
                  <a:pt x="1113759" y="42987"/>
                </a:lnTo>
                <a:lnTo>
                  <a:pt x="1114126" y="42759"/>
                </a:lnTo>
                <a:lnTo>
                  <a:pt x="1114497" y="42538"/>
                </a:lnTo>
                <a:lnTo>
                  <a:pt x="1114872" y="42324"/>
                </a:lnTo>
                <a:lnTo>
                  <a:pt x="1115252" y="42117"/>
                </a:lnTo>
                <a:lnTo>
                  <a:pt x="1115637" y="41917"/>
                </a:lnTo>
                <a:lnTo>
                  <a:pt x="1116025" y="41725"/>
                </a:lnTo>
                <a:lnTo>
                  <a:pt x="1116417" y="41540"/>
                </a:lnTo>
                <a:lnTo>
                  <a:pt x="1116813" y="41364"/>
                </a:lnTo>
                <a:lnTo>
                  <a:pt x="1117212" y="41197"/>
                </a:lnTo>
                <a:lnTo>
                  <a:pt x="1117615" y="41037"/>
                </a:lnTo>
                <a:lnTo>
                  <a:pt x="1118022" y="40886"/>
                </a:lnTo>
                <a:lnTo>
                  <a:pt x="1118432" y="40742"/>
                </a:lnTo>
                <a:lnTo>
                  <a:pt x="1118845" y="40607"/>
                </a:lnTo>
                <a:lnTo>
                  <a:pt x="1119263" y="40480"/>
                </a:lnTo>
                <a:lnTo>
                  <a:pt x="1119683" y="40362"/>
                </a:lnTo>
                <a:lnTo>
                  <a:pt x="1120108" y="40251"/>
                </a:lnTo>
                <a:lnTo>
                  <a:pt x="1120536" y="40149"/>
                </a:lnTo>
                <a:lnTo>
                  <a:pt x="1120967" y="40055"/>
                </a:lnTo>
                <a:lnTo>
                  <a:pt x="1121402" y="39969"/>
                </a:lnTo>
                <a:lnTo>
                  <a:pt x="1121841" y="39891"/>
                </a:lnTo>
                <a:lnTo>
                  <a:pt x="1122283" y="39821"/>
                </a:lnTo>
                <a:lnTo>
                  <a:pt x="1122729" y="39760"/>
                </a:lnTo>
                <a:lnTo>
                  <a:pt x="1123178" y="39707"/>
                </a:lnTo>
                <a:lnTo>
                  <a:pt x="1123631" y="39662"/>
                </a:lnTo>
                <a:lnTo>
                  <a:pt x="1124088" y="39625"/>
                </a:lnTo>
                <a:lnTo>
                  <a:pt x="1124548" y="39596"/>
                </a:lnTo>
                <a:lnTo>
                  <a:pt x="1125012" y="39576"/>
                </a:lnTo>
                <a:lnTo>
                  <a:pt x="1125479" y="39564"/>
                </a:lnTo>
                <a:lnTo>
                  <a:pt x="1125950" y="39560"/>
                </a:lnTo>
                <a:lnTo>
                  <a:pt x="1126572" y="39566"/>
                </a:lnTo>
                <a:lnTo>
                  <a:pt x="1127185" y="39585"/>
                </a:lnTo>
                <a:lnTo>
                  <a:pt x="1127789" y="39617"/>
                </a:lnTo>
                <a:lnTo>
                  <a:pt x="1128384" y="39662"/>
                </a:lnTo>
                <a:lnTo>
                  <a:pt x="1128971" y="39719"/>
                </a:lnTo>
                <a:lnTo>
                  <a:pt x="1129548" y="39789"/>
                </a:lnTo>
                <a:lnTo>
                  <a:pt x="1130117" y="39872"/>
                </a:lnTo>
                <a:lnTo>
                  <a:pt x="1130677" y="39968"/>
                </a:lnTo>
                <a:lnTo>
                  <a:pt x="1131228" y="40076"/>
                </a:lnTo>
                <a:lnTo>
                  <a:pt x="1131771" y="40197"/>
                </a:lnTo>
                <a:lnTo>
                  <a:pt x="1132304" y="40331"/>
                </a:lnTo>
                <a:lnTo>
                  <a:pt x="1132829" y="40478"/>
                </a:lnTo>
                <a:lnTo>
                  <a:pt x="1133345" y="40638"/>
                </a:lnTo>
                <a:lnTo>
                  <a:pt x="1133852" y="40810"/>
                </a:lnTo>
                <a:lnTo>
                  <a:pt x="1134350" y="40995"/>
                </a:lnTo>
                <a:lnTo>
                  <a:pt x="1134839" y="41192"/>
                </a:lnTo>
                <a:lnTo>
                  <a:pt x="1135320" y="41403"/>
                </a:lnTo>
                <a:lnTo>
                  <a:pt x="1135792" y="41626"/>
                </a:lnTo>
                <a:lnTo>
                  <a:pt x="1136255" y="41862"/>
                </a:lnTo>
                <a:lnTo>
                  <a:pt x="1136709" y="42111"/>
                </a:lnTo>
                <a:lnTo>
                  <a:pt x="1137154" y="42373"/>
                </a:lnTo>
                <a:lnTo>
                  <a:pt x="1137590" y="42647"/>
                </a:lnTo>
                <a:lnTo>
                  <a:pt x="1138018" y="42934"/>
                </a:lnTo>
                <a:lnTo>
                  <a:pt x="1138437" y="43234"/>
                </a:lnTo>
                <a:lnTo>
                  <a:pt x="1138847" y="43543"/>
                </a:lnTo>
                <a:lnTo>
                  <a:pt x="1139249" y="43861"/>
                </a:lnTo>
                <a:lnTo>
                  <a:pt x="1139642" y="44186"/>
                </a:lnTo>
                <a:lnTo>
                  <a:pt x="1140027" y="44518"/>
                </a:lnTo>
                <a:lnTo>
                  <a:pt x="1140403" y="44858"/>
                </a:lnTo>
                <a:lnTo>
                  <a:pt x="1140771" y="45205"/>
                </a:lnTo>
                <a:lnTo>
                  <a:pt x="1141131" y="45560"/>
                </a:lnTo>
                <a:lnTo>
                  <a:pt x="1141482" y="45923"/>
                </a:lnTo>
                <a:lnTo>
                  <a:pt x="1141824" y="46293"/>
                </a:lnTo>
                <a:lnTo>
                  <a:pt x="1142159" y="46670"/>
                </a:lnTo>
                <a:lnTo>
                  <a:pt x="1142484" y="47055"/>
                </a:lnTo>
                <a:lnTo>
                  <a:pt x="1142802" y="47448"/>
                </a:lnTo>
                <a:lnTo>
                  <a:pt x="1143111" y="47848"/>
                </a:lnTo>
                <a:lnTo>
                  <a:pt x="1143411" y="48255"/>
                </a:lnTo>
                <a:lnTo>
                  <a:pt x="1143703" y="48671"/>
                </a:lnTo>
                <a:lnTo>
                  <a:pt x="1143987" y="49093"/>
                </a:lnTo>
                <a:lnTo>
                  <a:pt x="1144262" y="49524"/>
                </a:lnTo>
                <a:lnTo>
                  <a:pt x="1144528" y="49961"/>
                </a:lnTo>
                <a:lnTo>
                  <a:pt x="1144786" y="50407"/>
                </a:lnTo>
                <a:lnTo>
                  <a:pt x="1145036" y="50859"/>
                </a:lnTo>
                <a:lnTo>
                  <a:pt x="1145278" y="51320"/>
                </a:lnTo>
                <a:lnTo>
                  <a:pt x="1145511" y="51788"/>
                </a:lnTo>
                <a:lnTo>
                  <a:pt x="1145735" y="52263"/>
                </a:lnTo>
                <a:lnTo>
                  <a:pt x="1145951" y="52746"/>
                </a:lnTo>
                <a:lnTo>
                  <a:pt x="1146159" y="53234"/>
                </a:lnTo>
                <a:lnTo>
                  <a:pt x="1146358" y="53725"/>
                </a:lnTo>
                <a:lnTo>
                  <a:pt x="1146549" y="54219"/>
                </a:lnTo>
                <a:lnTo>
                  <a:pt x="1146732" y="54716"/>
                </a:lnTo>
                <a:lnTo>
                  <a:pt x="1146906" y="55216"/>
                </a:lnTo>
                <a:lnTo>
                  <a:pt x="1147072" y="55719"/>
                </a:lnTo>
                <a:lnTo>
                  <a:pt x="1147230" y="56225"/>
                </a:lnTo>
                <a:lnTo>
                  <a:pt x="1147379" y="56734"/>
                </a:lnTo>
                <a:lnTo>
                  <a:pt x="1147520" y="57245"/>
                </a:lnTo>
                <a:lnTo>
                  <a:pt x="1147653" y="57760"/>
                </a:lnTo>
                <a:lnTo>
                  <a:pt x="1147778" y="58277"/>
                </a:lnTo>
                <a:lnTo>
                  <a:pt x="1147894" y="58798"/>
                </a:lnTo>
                <a:lnTo>
                  <a:pt x="1148002" y="59321"/>
                </a:lnTo>
                <a:lnTo>
                  <a:pt x="1148101" y="59847"/>
                </a:lnTo>
                <a:lnTo>
                  <a:pt x="1148193" y="60377"/>
                </a:lnTo>
                <a:lnTo>
                  <a:pt x="1148276" y="60909"/>
                </a:lnTo>
                <a:lnTo>
                  <a:pt x="1148350" y="61444"/>
                </a:lnTo>
                <a:lnTo>
                  <a:pt x="1148417" y="61982"/>
                </a:lnTo>
                <a:lnTo>
                  <a:pt x="1148475" y="62523"/>
                </a:lnTo>
                <a:lnTo>
                  <a:pt x="1148524" y="63067"/>
                </a:lnTo>
                <a:lnTo>
                  <a:pt x="1148566" y="63614"/>
                </a:lnTo>
                <a:lnTo>
                  <a:pt x="1148599" y="64163"/>
                </a:lnTo>
                <a:lnTo>
                  <a:pt x="1148623" y="64716"/>
                </a:lnTo>
                <a:lnTo>
                  <a:pt x="1148640" y="65272"/>
                </a:lnTo>
                <a:lnTo>
                  <a:pt x="1148640" y="66227"/>
                </a:lnTo>
                <a:lnTo>
                  <a:pt x="1100959" y="66227"/>
                </a:lnTo>
                <a:lnTo>
                  <a:pt x="1100995" y="65927"/>
                </a:lnTo>
                <a:lnTo>
                  <a:pt x="1101069" y="65371"/>
                </a:lnTo>
                <a:lnTo>
                  <a:pt x="1101149" y="64819"/>
                </a:lnTo>
                <a:lnTo>
                  <a:pt x="1101235" y="64272"/>
                </a:lnTo>
                <a:close/>
                <a:moveTo>
                  <a:pt x="1369850" y="65812"/>
                </a:moveTo>
                <a:lnTo>
                  <a:pt x="1369818" y="65166"/>
                </a:lnTo>
                <a:lnTo>
                  <a:pt x="1369778" y="64524"/>
                </a:lnTo>
                <a:lnTo>
                  <a:pt x="1369732" y="63886"/>
                </a:lnTo>
                <a:lnTo>
                  <a:pt x="1369678" y="63254"/>
                </a:lnTo>
                <a:lnTo>
                  <a:pt x="1369617" y="62626"/>
                </a:lnTo>
                <a:lnTo>
                  <a:pt x="1369549" y="62003"/>
                </a:lnTo>
                <a:lnTo>
                  <a:pt x="1369474" y="61384"/>
                </a:lnTo>
                <a:lnTo>
                  <a:pt x="1369391" y="60771"/>
                </a:lnTo>
                <a:lnTo>
                  <a:pt x="1369302" y="60162"/>
                </a:lnTo>
                <a:lnTo>
                  <a:pt x="1369205" y="59557"/>
                </a:lnTo>
                <a:lnTo>
                  <a:pt x="1369101" y="58958"/>
                </a:lnTo>
                <a:lnTo>
                  <a:pt x="1368990" y="58363"/>
                </a:lnTo>
                <a:lnTo>
                  <a:pt x="1368872" y="57773"/>
                </a:lnTo>
                <a:lnTo>
                  <a:pt x="1368747" y="57188"/>
                </a:lnTo>
                <a:lnTo>
                  <a:pt x="1368614" y="56607"/>
                </a:lnTo>
                <a:lnTo>
                  <a:pt x="1368475" y="56031"/>
                </a:lnTo>
                <a:lnTo>
                  <a:pt x="1368328" y="55460"/>
                </a:lnTo>
                <a:lnTo>
                  <a:pt x="1368174" y="54894"/>
                </a:lnTo>
                <a:lnTo>
                  <a:pt x="1368013" y="54332"/>
                </a:lnTo>
                <a:lnTo>
                  <a:pt x="1367844" y="53775"/>
                </a:lnTo>
                <a:lnTo>
                  <a:pt x="1367669" y="53224"/>
                </a:lnTo>
                <a:lnTo>
                  <a:pt x="1367487" y="52678"/>
                </a:lnTo>
                <a:lnTo>
                  <a:pt x="1367298" y="52139"/>
                </a:lnTo>
                <a:lnTo>
                  <a:pt x="1367102" y="51606"/>
                </a:lnTo>
                <a:lnTo>
                  <a:pt x="1366899" y="51079"/>
                </a:lnTo>
                <a:lnTo>
                  <a:pt x="1366689" y="50558"/>
                </a:lnTo>
                <a:lnTo>
                  <a:pt x="1366472" y="50043"/>
                </a:lnTo>
                <a:lnTo>
                  <a:pt x="1366248" y="49534"/>
                </a:lnTo>
                <a:lnTo>
                  <a:pt x="1366018" y="49032"/>
                </a:lnTo>
                <a:lnTo>
                  <a:pt x="1365780" y="48535"/>
                </a:lnTo>
                <a:lnTo>
                  <a:pt x="1365536" y="48045"/>
                </a:lnTo>
                <a:lnTo>
                  <a:pt x="1365284" y="47561"/>
                </a:lnTo>
                <a:lnTo>
                  <a:pt x="1365026" y="47083"/>
                </a:lnTo>
                <a:lnTo>
                  <a:pt x="1364761" y="46611"/>
                </a:lnTo>
                <a:lnTo>
                  <a:pt x="1364489" y="46146"/>
                </a:lnTo>
                <a:lnTo>
                  <a:pt x="1364210" y="45686"/>
                </a:lnTo>
                <a:lnTo>
                  <a:pt x="1363924" y="45233"/>
                </a:lnTo>
                <a:lnTo>
                  <a:pt x="1363632" y="44785"/>
                </a:lnTo>
                <a:lnTo>
                  <a:pt x="1363332" y="44344"/>
                </a:lnTo>
                <a:lnTo>
                  <a:pt x="1363025" y="43909"/>
                </a:lnTo>
                <a:lnTo>
                  <a:pt x="1362712" y="43480"/>
                </a:lnTo>
                <a:lnTo>
                  <a:pt x="1362391" y="43057"/>
                </a:lnTo>
                <a:lnTo>
                  <a:pt x="1362064" y="42641"/>
                </a:lnTo>
                <a:lnTo>
                  <a:pt x="1361730" y="42230"/>
                </a:lnTo>
                <a:lnTo>
                  <a:pt x="1361389" y="41826"/>
                </a:lnTo>
                <a:lnTo>
                  <a:pt x="1361042" y="41430"/>
                </a:lnTo>
                <a:lnTo>
                  <a:pt x="1360689" y="41042"/>
                </a:lnTo>
                <a:lnTo>
                  <a:pt x="1360329" y="40661"/>
                </a:lnTo>
                <a:lnTo>
                  <a:pt x="1359963" y="40288"/>
                </a:lnTo>
                <a:lnTo>
                  <a:pt x="1359591" y="39923"/>
                </a:lnTo>
                <a:lnTo>
                  <a:pt x="1359213" y="39565"/>
                </a:lnTo>
                <a:lnTo>
                  <a:pt x="1358828" y="39215"/>
                </a:lnTo>
                <a:lnTo>
                  <a:pt x="1358437" y="38873"/>
                </a:lnTo>
                <a:lnTo>
                  <a:pt x="1358040" y="38538"/>
                </a:lnTo>
                <a:lnTo>
                  <a:pt x="1357637" y="38211"/>
                </a:lnTo>
                <a:lnTo>
                  <a:pt x="1357227" y="37892"/>
                </a:lnTo>
                <a:lnTo>
                  <a:pt x="1356811" y="37580"/>
                </a:lnTo>
                <a:lnTo>
                  <a:pt x="1356389" y="37276"/>
                </a:lnTo>
                <a:lnTo>
                  <a:pt x="1355960" y="36979"/>
                </a:lnTo>
                <a:lnTo>
                  <a:pt x="1355526" y="36691"/>
                </a:lnTo>
                <a:lnTo>
                  <a:pt x="1355084" y="36409"/>
                </a:lnTo>
                <a:lnTo>
                  <a:pt x="1354637" y="36136"/>
                </a:lnTo>
                <a:lnTo>
                  <a:pt x="1354184" y="35870"/>
                </a:lnTo>
                <a:lnTo>
                  <a:pt x="1353724" y="35612"/>
                </a:lnTo>
                <a:lnTo>
                  <a:pt x="1353258" y="35362"/>
                </a:lnTo>
                <a:lnTo>
                  <a:pt x="1352785" y="35119"/>
                </a:lnTo>
                <a:lnTo>
                  <a:pt x="1352307" y="34884"/>
                </a:lnTo>
                <a:lnTo>
                  <a:pt x="1351822" y="34656"/>
                </a:lnTo>
                <a:lnTo>
                  <a:pt x="1351331" y="34437"/>
                </a:lnTo>
                <a:lnTo>
                  <a:pt x="1350834" y="34227"/>
                </a:lnTo>
                <a:lnTo>
                  <a:pt x="1350330" y="34027"/>
                </a:lnTo>
                <a:lnTo>
                  <a:pt x="1349821" y="33836"/>
                </a:lnTo>
                <a:lnTo>
                  <a:pt x="1349306" y="33654"/>
                </a:lnTo>
                <a:lnTo>
                  <a:pt x="1348785" y="33482"/>
                </a:lnTo>
                <a:lnTo>
                  <a:pt x="1348258" y="33319"/>
                </a:lnTo>
                <a:lnTo>
                  <a:pt x="1347725" y="33165"/>
                </a:lnTo>
                <a:lnTo>
                  <a:pt x="1347186" y="33020"/>
                </a:lnTo>
                <a:lnTo>
                  <a:pt x="1346641" y="32885"/>
                </a:lnTo>
                <a:lnTo>
                  <a:pt x="1346089" y="32759"/>
                </a:lnTo>
                <a:lnTo>
                  <a:pt x="1345532" y="32643"/>
                </a:lnTo>
                <a:lnTo>
                  <a:pt x="1344969" y="32536"/>
                </a:lnTo>
                <a:lnTo>
                  <a:pt x="1344400" y="32438"/>
                </a:lnTo>
                <a:lnTo>
                  <a:pt x="1343825" y="32349"/>
                </a:lnTo>
                <a:lnTo>
                  <a:pt x="1343243" y="32270"/>
                </a:lnTo>
                <a:lnTo>
                  <a:pt x="1342656" y="32200"/>
                </a:lnTo>
                <a:lnTo>
                  <a:pt x="1342063" y="32140"/>
                </a:lnTo>
                <a:lnTo>
                  <a:pt x="1341464" y="32088"/>
                </a:lnTo>
                <a:lnTo>
                  <a:pt x="1340858" y="32046"/>
                </a:lnTo>
                <a:lnTo>
                  <a:pt x="1340247" y="32014"/>
                </a:lnTo>
                <a:lnTo>
                  <a:pt x="1339630" y="31990"/>
                </a:lnTo>
                <a:lnTo>
                  <a:pt x="1339007" y="31976"/>
                </a:lnTo>
                <a:lnTo>
                  <a:pt x="1338377" y="31972"/>
                </a:lnTo>
                <a:lnTo>
                  <a:pt x="1337808" y="31977"/>
                </a:lnTo>
                <a:lnTo>
                  <a:pt x="1337240" y="31991"/>
                </a:lnTo>
                <a:lnTo>
                  <a:pt x="1336675" y="32016"/>
                </a:lnTo>
                <a:lnTo>
                  <a:pt x="1336113" y="32050"/>
                </a:lnTo>
                <a:lnTo>
                  <a:pt x="1335553" y="32093"/>
                </a:lnTo>
                <a:lnTo>
                  <a:pt x="1334996" y="32147"/>
                </a:lnTo>
                <a:lnTo>
                  <a:pt x="1334440" y="32210"/>
                </a:lnTo>
                <a:lnTo>
                  <a:pt x="1333888" y="32283"/>
                </a:lnTo>
                <a:lnTo>
                  <a:pt x="1333337" y="32365"/>
                </a:lnTo>
                <a:lnTo>
                  <a:pt x="1332790" y="32458"/>
                </a:lnTo>
                <a:lnTo>
                  <a:pt x="1332244" y="32560"/>
                </a:lnTo>
                <a:lnTo>
                  <a:pt x="1331701" y="32672"/>
                </a:lnTo>
                <a:lnTo>
                  <a:pt x="1331161" y="32793"/>
                </a:lnTo>
                <a:lnTo>
                  <a:pt x="1330623" y="32924"/>
                </a:lnTo>
                <a:lnTo>
                  <a:pt x="1330087" y="33065"/>
                </a:lnTo>
                <a:lnTo>
                  <a:pt x="1329554" y="33216"/>
                </a:lnTo>
                <a:lnTo>
                  <a:pt x="1329023" y="33376"/>
                </a:lnTo>
                <a:lnTo>
                  <a:pt x="1328494" y="33546"/>
                </a:lnTo>
                <a:lnTo>
                  <a:pt x="1327968" y="33726"/>
                </a:lnTo>
                <a:lnTo>
                  <a:pt x="1327445" y="33916"/>
                </a:lnTo>
                <a:lnTo>
                  <a:pt x="1326924" y="34115"/>
                </a:lnTo>
                <a:lnTo>
                  <a:pt x="1326405" y="34324"/>
                </a:lnTo>
                <a:lnTo>
                  <a:pt x="1325889" y="34543"/>
                </a:lnTo>
                <a:lnTo>
                  <a:pt x="1325375" y="34771"/>
                </a:lnTo>
                <a:lnTo>
                  <a:pt x="1324865" y="35009"/>
                </a:lnTo>
                <a:lnTo>
                  <a:pt x="1324359" y="35255"/>
                </a:lnTo>
                <a:lnTo>
                  <a:pt x="1323859" y="35511"/>
                </a:lnTo>
                <a:lnTo>
                  <a:pt x="1323363" y="35775"/>
                </a:lnTo>
                <a:lnTo>
                  <a:pt x="1322873" y="36048"/>
                </a:lnTo>
                <a:lnTo>
                  <a:pt x="1322387" y="36330"/>
                </a:lnTo>
                <a:lnTo>
                  <a:pt x="1321906" y="36620"/>
                </a:lnTo>
                <a:lnTo>
                  <a:pt x="1321430" y="36920"/>
                </a:lnTo>
                <a:lnTo>
                  <a:pt x="1320958" y="37228"/>
                </a:lnTo>
                <a:lnTo>
                  <a:pt x="1320492" y="37545"/>
                </a:lnTo>
                <a:lnTo>
                  <a:pt x="1320030" y="37871"/>
                </a:lnTo>
                <a:lnTo>
                  <a:pt x="1319574" y="38206"/>
                </a:lnTo>
                <a:lnTo>
                  <a:pt x="1319122" y="38549"/>
                </a:lnTo>
                <a:lnTo>
                  <a:pt x="1318675" y="38902"/>
                </a:lnTo>
                <a:lnTo>
                  <a:pt x="1318233" y="39263"/>
                </a:lnTo>
                <a:lnTo>
                  <a:pt x="1317795" y="39633"/>
                </a:lnTo>
                <a:lnTo>
                  <a:pt x="1317363" y="40012"/>
                </a:lnTo>
                <a:lnTo>
                  <a:pt x="1316935" y="40400"/>
                </a:lnTo>
                <a:lnTo>
                  <a:pt x="1316513" y="40796"/>
                </a:lnTo>
                <a:lnTo>
                  <a:pt x="1316095" y="41202"/>
                </a:lnTo>
                <a:lnTo>
                  <a:pt x="1315682" y="41616"/>
                </a:lnTo>
                <a:lnTo>
                  <a:pt x="1315274" y="42039"/>
                </a:lnTo>
                <a:lnTo>
                  <a:pt x="1314871" y="42471"/>
                </a:lnTo>
                <a:lnTo>
                  <a:pt x="1314472" y="42911"/>
                </a:lnTo>
                <a:lnTo>
                  <a:pt x="1314080" y="43360"/>
                </a:lnTo>
                <a:lnTo>
                  <a:pt x="1313694" y="43816"/>
                </a:lnTo>
                <a:lnTo>
                  <a:pt x="1313315" y="44279"/>
                </a:lnTo>
                <a:lnTo>
                  <a:pt x="1312944" y="44750"/>
                </a:lnTo>
                <a:lnTo>
                  <a:pt x="1312579" y="45228"/>
                </a:lnTo>
                <a:lnTo>
                  <a:pt x="1312221" y="45713"/>
                </a:lnTo>
                <a:lnTo>
                  <a:pt x="1311870" y="46206"/>
                </a:lnTo>
                <a:lnTo>
                  <a:pt x="1311525" y="46705"/>
                </a:lnTo>
                <a:lnTo>
                  <a:pt x="1311188" y="47212"/>
                </a:lnTo>
                <a:lnTo>
                  <a:pt x="1310858" y="47727"/>
                </a:lnTo>
                <a:lnTo>
                  <a:pt x="1310534" y="48248"/>
                </a:lnTo>
                <a:lnTo>
                  <a:pt x="1310218" y="48777"/>
                </a:lnTo>
                <a:lnTo>
                  <a:pt x="1309908" y="49313"/>
                </a:lnTo>
                <a:lnTo>
                  <a:pt x="1309605" y="49857"/>
                </a:lnTo>
                <a:lnTo>
                  <a:pt x="1309310" y="50408"/>
                </a:lnTo>
                <a:lnTo>
                  <a:pt x="1309021" y="50966"/>
                </a:lnTo>
                <a:lnTo>
                  <a:pt x="1308739" y="51531"/>
                </a:lnTo>
                <a:lnTo>
                  <a:pt x="1308464" y="52104"/>
                </a:lnTo>
                <a:lnTo>
                  <a:pt x="1308195" y="52684"/>
                </a:lnTo>
                <a:lnTo>
                  <a:pt x="1307934" y="53271"/>
                </a:lnTo>
                <a:lnTo>
                  <a:pt x="1307680" y="53865"/>
                </a:lnTo>
                <a:lnTo>
                  <a:pt x="1307432" y="54467"/>
                </a:lnTo>
                <a:lnTo>
                  <a:pt x="1307192" y="55076"/>
                </a:lnTo>
                <a:lnTo>
                  <a:pt x="1306958" y="55693"/>
                </a:lnTo>
                <a:lnTo>
                  <a:pt x="1306733" y="56316"/>
                </a:lnTo>
                <a:lnTo>
                  <a:pt x="1306517" y="56945"/>
                </a:lnTo>
                <a:lnTo>
                  <a:pt x="1306311" y="57580"/>
                </a:lnTo>
                <a:lnTo>
                  <a:pt x="1306114" y="58222"/>
                </a:lnTo>
                <a:lnTo>
                  <a:pt x="1305927" y="58870"/>
                </a:lnTo>
                <a:lnTo>
                  <a:pt x="1305749" y="59523"/>
                </a:lnTo>
                <a:lnTo>
                  <a:pt x="1305582" y="60183"/>
                </a:lnTo>
                <a:lnTo>
                  <a:pt x="1305423" y="60849"/>
                </a:lnTo>
                <a:lnTo>
                  <a:pt x="1305275" y="61522"/>
                </a:lnTo>
                <a:lnTo>
                  <a:pt x="1305136" y="62200"/>
                </a:lnTo>
                <a:lnTo>
                  <a:pt x="1305006" y="62885"/>
                </a:lnTo>
                <a:lnTo>
                  <a:pt x="1304886" y="63575"/>
                </a:lnTo>
                <a:lnTo>
                  <a:pt x="1304776" y="64272"/>
                </a:lnTo>
                <a:lnTo>
                  <a:pt x="1304675" y="64975"/>
                </a:lnTo>
                <a:lnTo>
                  <a:pt x="1304584" y="65684"/>
                </a:lnTo>
                <a:lnTo>
                  <a:pt x="1304502" y="66399"/>
                </a:lnTo>
                <a:lnTo>
                  <a:pt x="1304431" y="67120"/>
                </a:lnTo>
                <a:lnTo>
                  <a:pt x="1304368" y="67848"/>
                </a:lnTo>
                <a:lnTo>
                  <a:pt x="1304315" y="68582"/>
                </a:lnTo>
                <a:lnTo>
                  <a:pt x="1304272" y="69321"/>
                </a:lnTo>
                <a:lnTo>
                  <a:pt x="1304239" y="70067"/>
                </a:lnTo>
                <a:lnTo>
                  <a:pt x="1304215" y="70819"/>
                </a:lnTo>
                <a:lnTo>
                  <a:pt x="1304200" y="71577"/>
                </a:lnTo>
                <a:lnTo>
                  <a:pt x="1304196" y="72342"/>
                </a:lnTo>
                <a:lnTo>
                  <a:pt x="1304196" y="75509"/>
                </a:lnTo>
                <a:lnTo>
                  <a:pt x="1304200" y="76219"/>
                </a:lnTo>
                <a:lnTo>
                  <a:pt x="1304214" y="76924"/>
                </a:lnTo>
                <a:lnTo>
                  <a:pt x="1304237" y="77624"/>
                </a:lnTo>
                <a:lnTo>
                  <a:pt x="1304269" y="78320"/>
                </a:lnTo>
                <a:lnTo>
                  <a:pt x="1304311" y="79011"/>
                </a:lnTo>
                <a:lnTo>
                  <a:pt x="1304361" y="79697"/>
                </a:lnTo>
                <a:lnTo>
                  <a:pt x="1304421" y="80378"/>
                </a:lnTo>
                <a:lnTo>
                  <a:pt x="1304490" y="81055"/>
                </a:lnTo>
                <a:lnTo>
                  <a:pt x="1304568" y="81727"/>
                </a:lnTo>
                <a:lnTo>
                  <a:pt x="1304656" y="82394"/>
                </a:lnTo>
                <a:lnTo>
                  <a:pt x="1304753" y="83056"/>
                </a:lnTo>
                <a:lnTo>
                  <a:pt x="1304859" y="83714"/>
                </a:lnTo>
                <a:lnTo>
                  <a:pt x="1304974" y="84367"/>
                </a:lnTo>
                <a:lnTo>
                  <a:pt x="1305098" y="85015"/>
                </a:lnTo>
                <a:lnTo>
                  <a:pt x="1305231" y="85659"/>
                </a:lnTo>
                <a:lnTo>
                  <a:pt x="1305374" y="86298"/>
                </a:lnTo>
                <a:lnTo>
                  <a:pt x="1305526" y="86932"/>
                </a:lnTo>
                <a:lnTo>
                  <a:pt x="1305687" y="87561"/>
                </a:lnTo>
                <a:lnTo>
                  <a:pt x="1305858" y="88185"/>
                </a:lnTo>
                <a:lnTo>
                  <a:pt x="1306037" y="88805"/>
                </a:lnTo>
                <a:lnTo>
                  <a:pt x="1306226" y="89420"/>
                </a:lnTo>
                <a:lnTo>
                  <a:pt x="1306424" y="90031"/>
                </a:lnTo>
                <a:lnTo>
                  <a:pt x="1306631" y="90636"/>
                </a:lnTo>
                <a:lnTo>
                  <a:pt x="1306848" y="91237"/>
                </a:lnTo>
                <a:lnTo>
                  <a:pt x="1307072" y="91833"/>
                </a:lnTo>
                <a:lnTo>
                  <a:pt x="1307304" y="92421"/>
                </a:lnTo>
                <a:lnTo>
                  <a:pt x="1307544" y="93003"/>
                </a:lnTo>
                <a:lnTo>
                  <a:pt x="1307791" y="93577"/>
                </a:lnTo>
                <a:lnTo>
                  <a:pt x="1308045" y="94145"/>
                </a:lnTo>
                <a:lnTo>
                  <a:pt x="1308307" y="94707"/>
                </a:lnTo>
                <a:lnTo>
                  <a:pt x="1308576" y="95261"/>
                </a:lnTo>
                <a:lnTo>
                  <a:pt x="1308853" y="95809"/>
                </a:lnTo>
                <a:lnTo>
                  <a:pt x="1309137" y="96350"/>
                </a:lnTo>
                <a:lnTo>
                  <a:pt x="1309428" y="96884"/>
                </a:lnTo>
                <a:lnTo>
                  <a:pt x="1309727" y="97411"/>
                </a:lnTo>
                <a:lnTo>
                  <a:pt x="1310034" y="97932"/>
                </a:lnTo>
                <a:lnTo>
                  <a:pt x="1310347" y="98446"/>
                </a:lnTo>
                <a:lnTo>
                  <a:pt x="1310669" y="98953"/>
                </a:lnTo>
                <a:lnTo>
                  <a:pt x="1310997" y="99453"/>
                </a:lnTo>
                <a:lnTo>
                  <a:pt x="1311333" y="99947"/>
                </a:lnTo>
                <a:lnTo>
                  <a:pt x="1311677" y="100433"/>
                </a:lnTo>
                <a:lnTo>
                  <a:pt x="1312027" y="100913"/>
                </a:lnTo>
                <a:lnTo>
                  <a:pt x="1312386" y="101386"/>
                </a:lnTo>
                <a:lnTo>
                  <a:pt x="1312751" y="101853"/>
                </a:lnTo>
                <a:lnTo>
                  <a:pt x="1313124" y="102312"/>
                </a:lnTo>
                <a:lnTo>
                  <a:pt x="1313505" y="102765"/>
                </a:lnTo>
                <a:lnTo>
                  <a:pt x="1313893" y="103211"/>
                </a:lnTo>
                <a:lnTo>
                  <a:pt x="1314288" y="103650"/>
                </a:lnTo>
                <a:lnTo>
                  <a:pt x="1314690" y="104082"/>
                </a:lnTo>
                <a:lnTo>
                  <a:pt x="1315098" y="104506"/>
                </a:lnTo>
                <a:lnTo>
                  <a:pt x="1315513" y="104921"/>
                </a:lnTo>
                <a:lnTo>
                  <a:pt x="1315933" y="105328"/>
                </a:lnTo>
                <a:lnTo>
                  <a:pt x="1316360" y="105727"/>
                </a:lnTo>
                <a:lnTo>
                  <a:pt x="1316793" y="106118"/>
                </a:lnTo>
                <a:lnTo>
                  <a:pt x="1317232" y="106501"/>
                </a:lnTo>
                <a:lnTo>
                  <a:pt x="1317677" y="106875"/>
                </a:lnTo>
                <a:lnTo>
                  <a:pt x="1318128" y="107242"/>
                </a:lnTo>
                <a:lnTo>
                  <a:pt x="1318585" y="107600"/>
                </a:lnTo>
                <a:lnTo>
                  <a:pt x="1319049" y="107950"/>
                </a:lnTo>
                <a:lnTo>
                  <a:pt x="1319518" y="108291"/>
                </a:lnTo>
                <a:lnTo>
                  <a:pt x="1319994" y="108625"/>
                </a:lnTo>
                <a:lnTo>
                  <a:pt x="1320476" y="108950"/>
                </a:lnTo>
                <a:lnTo>
                  <a:pt x="1320964" y="109268"/>
                </a:lnTo>
                <a:lnTo>
                  <a:pt x="1321458" y="109577"/>
                </a:lnTo>
                <a:lnTo>
                  <a:pt x="1321959" y="109877"/>
                </a:lnTo>
                <a:lnTo>
                  <a:pt x="1322465" y="110170"/>
                </a:lnTo>
                <a:lnTo>
                  <a:pt x="1322978" y="110454"/>
                </a:lnTo>
                <a:lnTo>
                  <a:pt x="1323496" y="110731"/>
                </a:lnTo>
                <a:lnTo>
                  <a:pt x="1324021" y="110999"/>
                </a:lnTo>
                <a:lnTo>
                  <a:pt x="1324552" y="111259"/>
                </a:lnTo>
                <a:lnTo>
                  <a:pt x="1325090" y="111510"/>
                </a:lnTo>
                <a:lnTo>
                  <a:pt x="1325633" y="111754"/>
                </a:lnTo>
                <a:lnTo>
                  <a:pt x="1326181" y="111988"/>
                </a:lnTo>
                <a:lnTo>
                  <a:pt x="1326734" y="112213"/>
                </a:lnTo>
                <a:lnTo>
                  <a:pt x="1327291" y="112427"/>
                </a:lnTo>
                <a:lnTo>
                  <a:pt x="1327853" y="112632"/>
                </a:lnTo>
                <a:lnTo>
                  <a:pt x="1328419" y="112826"/>
                </a:lnTo>
                <a:lnTo>
                  <a:pt x="1328989" y="113011"/>
                </a:lnTo>
                <a:lnTo>
                  <a:pt x="1329564" y="113185"/>
                </a:lnTo>
                <a:lnTo>
                  <a:pt x="1330143" y="113350"/>
                </a:lnTo>
                <a:lnTo>
                  <a:pt x="1330726" y="113505"/>
                </a:lnTo>
                <a:lnTo>
                  <a:pt x="1331314" y="113649"/>
                </a:lnTo>
                <a:lnTo>
                  <a:pt x="1331906" y="113784"/>
                </a:lnTo>
                <a:lnTo>
                  <a:pt x="1332502" y="113909"/>
                </a:lnTo>
                <a:lnTo>
                  <a:pt x="1333103" y="114023"/>
                </a:lnTo>
                <a:lnTo>
                  <a:pt x="1333708" y="114128"/>
                </a:lnTo>
                <a:lnTo>
                  <a:pt x="1334318" y="114223"/>
                </a:lnTo>
                <a:lnTo>
                  <a:pt x="1334931" y="114308"/>
                </a:lnTo>
                <a:lnTo>
                  <a:pt x="1335549" y="114382"/>
                </a:lnTo>
                <a:lnTo>
                  <a:pt x="1336172" y="114447"/>
                </a:lnTo>
                <a:lnTo>
                  <a:pt x="1336799" y="114502"/>
                </a:lnTo>
                <a:lnTo>
                  <a:pt x="1337430" y="114547"/>
                </a:lnTo>
                <a:lnTo>
                  <a:pt x="1338065" y="114582"/>
                </a:lnTo>
                <a:lnTo>
                  <a:pt x="1338705" y="114607"/>
                </a:lnTo>
                <a:lnTo>
                  <a:pt x="1339349" y="114622"/>
                </a:lnTo>
                <a:lnTo>
                  <a:pt x="1339998" y="114627"/>
                </a:lnTo>
                <a:lnTo>
                  <a:pt x="1340590" y="114623"/>
                </a:lnTo>
                <a:lnTo>
                  <a:pt x="1341177" y="114613"/>
                </a:lnTo>
                <a:lnTo>
                  <a:pt x="1341757" y="114596"/>
                </a:lnTo>
                <a:lnTo>
                  <a:pt x="1342331" y="114573"/>
                </a:lnTo>
                <a:lnTo>
                  <a:pt x="1342899" y="114542"/>
                </a:lnTo>
                <a:lnTo>
                  <a:pt x="1343460" y="114505"/>
                </a:lnTo>
                <a:lnTo>
                  <a:pt x="1344016" y="114461"/>
                </a:lnTo>
                <a:lnTo>
                  <a:pt x="1344565" y="114410"/>
                </a:lnTo>
                <a:lnTo>
                  <a:pt x="1345109" y="114352"/>
                </a:lnTo>
                <a:lnTo>
                  <a:pt x="1345646" y="114288"/>
                </a:lnTo>
                <a:lnTo>
                  <a:pt x="1346177" y="114217"/>
                </a:lnTo>
                <a:lnTo>
                  <a:pt x="1346702" y="114139"/>
                </a:lnTo>
                <a:lnTo>
                  <a:pt x="1347221" y="114054"/>
                </a:lnTo>
                <a:lnTo>
                  <a:pt x="1347733" y="113963"/>
                </a:lnTo>
                <a:lnTo>
                  <a:pt x="1348240" y="113864"/>
                </a:lnTo>
                <a:lnTo>
                  <a:pt x="1348740" y="113759"/>
                </a:lnTo>
                <a:lnTo>
                  <a:pt x="1349234" y="113647"/>
                </a:lnTo>
                <a:lnTo>
                  <a:pt x="1349722" y="113529"/>
                </a:lnTo>
                <a:lnTo>
                  <a:pt x="1350204" y="113403"/>
                </a:lnTo>
                <a:lnTo>
                  <a:pt x="1350680" y="113271"/>
                </a:lnTo>
                <a:lnTo>
                  <a:pt x="1351149" y="113132"/>
                </a:lnTo>
                <a:lnTo>
                  <a:pt x="1351613" y="112986"/>
                </a:lnTo>
                <a:lnTo>
                  <a:pt x="1352070" y="112834"/>
                </a:lnTo>
                <a:lnTo>
                  <a:pt x="1352522" y="112675"/>
                </a:lnTo>
                <a:lnTo>
                  <a:pt x="1352967" y="112510"/>
                </a:lnTo>
                <a:lnTo>
                  <a:pt x="1353407" y="112341"/>
                </a:lnTo>
                <a:lnTo>
                  <a:pt x="1353842" y="112167"/>
                </a:lnTo>
                <a:lnTo>
                  <a:pt x="1354271" y="111989"/>
                </a:lnTo>
                <a:lnTo>
                  <a:pt x="1354695" y="111807"/>
                </a:lnTo>
                <a:lnTo>
                  <a:pt x="1355114" y="111620"/>
                </a:lnTo>
                <a:lnTo>
                  <a:pt x="1355527" y="111429"/>
                </a:lnTo>
                <a:lnTo>
                  <a:pt x="1355935" y="111234"/>
                </a:lnTo>
                <a:lnTo>
                  <a:pt x="1356337" y="111034"/>
                </a:lnTo>
                <a:lnTo>
                  <a:pt x="1356734" y="110830"/>
                </a:lnTo>
                <a:lnTo>
                  <a:pt x="1357126" y="110622"/>
                </a:lnTo>
                <a:lnTo>
                  <a:pt x="1357513" y="110409"/>
                </a:lnTo>
                <a:lnTo>
                  <a:pt x="1357894" y="110192"/>
                </a:lnTo>
                <a:lnTo>
                  <a:pt x="1358269" y="109971"/>
                </a:lnTo>
                <a:lnTo>
                  <a:pt x="1358639" y="109745"/>
                </a:lnTo>
                <a:lnTo>
                  <a:pt x="1359004" y="109515"/>
                </a:lnTo>
                <a:lnTo>
                  <a:pt x="1359364" y="109281"/>
                </a:lnTo>
                <a:lnTo>
                  <a:pt x="1359718" y="109042"/>
                </a:lnTo>
                <a:lnTo>
                  <a:pt x="1360067" y="108799"/>
                </a:lnTo>
                <a:lnTo>
                  <a:pt x="1360410" y="108551"/>
                </a:lnTo>
                <a:lnTo>
                  <a:pt x="1360748" y="108300"/>
                </a:lnTo>
                <a:lnTo>
                  <a:pt x="1361081" y="108043"/>
                </a:lnTo>
                <a:lnTo>
                  <a:pt x="1361408" y="107783"/>
                </a:lnTo>
                <a:lnTo>
                  <a:pt x="1361730" y="107518"/>
                </a:lnTo>
                <a:lnTo>
                  <a:pt x="1362047" y="107250"/>
                </a:lnTo>
                <a:lnTo>
                  <a:pt x="1362360" y="106980"/>
                </a:lnTo>
                <a:lnTo>
                  <a:pt x="1362669" y="106707"/>
                </a:lnTo>
                <a:lnTo>
                  <a:pt x="1362974" y="106432"/>
                </a:lnTo>
                <a:lnTo>
                  <a:pt x="1363275" y="106156"/>
                </a:lnTo>
                <a:lnTo>
                  <a:pt x="1363572" y="105877"/>
                </a:lnTo>
                <a:lnTo>
                  <a:pt x="1363864" y="105595"/>
                </a:lnTo>
                <a:lnTo>
                  <a:pt x="1364153" y="105312"/>
                </a:lnTo>
                <a:lnTo>
                  <a:pt x="1364437" y="105026"/>
                </a:lnTo>
                <a:lnTo>
                  <a:pt x="1364718" y="104739"/>
                </a:lnTo>
                <a:lnTo>
                  <a:pt x="1364994" y="104449"/>
                </a:lnTo>
                <a:lnTo>
                  <a:pt x="1365266" y="104157"/>
                </a:lnTo>
                <a:lnTo>
                  <a:pt x="1365534" y="103863"/>
                </a:lnTo>
                <a:lnTo>
                  <a:pt x="1365798" y="103566"/>
                </a:lnTo>
                <a:lnTo>
                  <a:pt x="1366058" y="103268"/>
                </a:lnTo>
                <a:lnTo>
                  <a:pt x="1366314" y="102967"/>
                </a:lnTo>
                <a:lnTo>
                  <a:pt x="1366565" y="102664"/>
                </a:lnTo>
                <a:lnTo>
                  <a:pt x="1366813" y="102359"/>
                </a:lnTo>
                <a:lnTo>
                  <a:pt x="1367057" y="102052"/>
                </a:lnTo>
                <a:lnTo>
                  <a:pt x="1367296" y="101742"/>
                </a:lnTo>
                <a:lnTo>
                  <a:pt x="1367531" y="101431"/>
                </a:lnTo>
                <a:lnTo>
                  <a:pt x="1367763" y="101117"/>
                </a:lnTo>
                <a:lnTo>
                  <a:pt x="1367990" y="100801"/>
                </a:lnTo>
                <a:lnTo>
                  <a:pt x="1368213" y="100483"/>
                </a:lnTo>
                <a:lnTo>
                  <a:pt x="1362688" y="96210"/>
                </a:lnTo>
                <a:lnTo>
                  <a:pt x="1362323" y="96677"/>
                </a:lnTo>
                <a:lnTo>
                  <a:pt x="1361955" y="97134"/>
                </a:lnTo>
                <a:lnTo>
                  <a:pt x="1361583" y="97580"/>
                </a:lnTo>
                <a:lnTo>
                  <a:pt x="1361207" y="98016"/>
                </a:lnTo>
                <a:lnTo>
                  <a:pt x="1360827" y="98441"/>
                </a:lnTo>
                <a:lnTo>
                  <a:pt x="1360443" y="98855"/>
                </a:lnTo>
                <a:lnTo>
                  <a:pt x="1360055" y="99259"/>
                </a:lnTo>
                <a:lnTo>
                  <a:pt x="1359663" y="99652"/>
                </a:lnTo>
                <a:lnTo>
                  <a:pt x="1359267" y="100034"/>
                </a:lnTo>
                <a:lnTo>
                  <a:pt x="1358867" y="100406"/>
                </a:lnTo>
                <a:lnTo>
                  <a:pt x="1358464" y="100767"/>
                </a:lnTo>
                <a:lnTo>
                  <a:pt x="1358056" y="101118"/>
                </a:lnTo>
                <a:lnTo>
                  <a:pt x="1357644" y="101458"/>
                </a:lnTo>
                <a:lnTo>
                  <a:pt x="1357228" y="101787"/>
                </a:lnTo>
                <a:lnTo>
                  <a:pt x="1356809" y="102106"/>
                </a:lnTo>
                <a:lnTo>
                  <a:pt x="1356385" y="102414"/>
                </a:lnTo>
                <a:lnTo>
                  <a:pt x="1355957" y="102712"/>
                </a:lnTo>
                <a:lnTo>
                  <a:pt x="1355526" y="102999"/>
                </a:lnTo>
                <a:lnTo>
                  <a:pt x="1355090" y="103275"/>
                </a:lnTo>
                <a:lnTo>
                  <a:pt x="1354651" y="103541"/>
                </a:lnTo>
                <a:lnTo>
                  <a:pt x="1354207" y="103796"/>
                </a:lnTo>
                <a:lnTo>
                  <a:pt x="1353760" y="104040"/>
                </a:lnTo>
                <a:lnTo>
                  <a:pt x="1353308" y="104274"/>
                </a:lnTo>
                <a:lnTo>
                  <a:pt x="1352853" y="104498"/>
                </a:lnTo>
                <a:lnTo>
                  <a:pt x="1352393" y="104711"/>
                </a:lnTo>
                <a:lnTo>
                  <a:pt x="1351928" y="104915"/>
                </a:lnTo>
                <a:lnTo>
                  <a:pt x="1351457" y="105111"/>
                </a:lnTo>
                <a:lnTo>
                  <a:pt x="1350982" y="105297"/>
                </a:lnTo>
                <a:lnTo>
                  <a:pt x="1350501" y="105474"/>
                </a:lnTo>
                <a:lnTo>
                  <a:pt x="1350015" y="105642"/>
                </a:lnTo>
                <a:lnTo>
                  <a:pt x="1349523" y="105801"/>
                </a:lnTo>
                <a:lnTo>
                  <a:pt x="1349026" y="105950"/>
                </a:lnTo>
                <a:lnTo>
                  <a:pt x="1348524" y="106091"/>
                </a:lnTo>
                <a:lnTo>
                  <a:pt x="1348017" y="106223"/>
                </a:lnTo>
                <a:lnTo>
                  <a:pt x="1347505" y="106345"/>
                </a:lnTo>
                <a:lnTo>
                  <a:pt x="1346987" y="106459"/>
                </a:lnTo>
                <a:lnTo>
                  <a:pt x="1346464" y="106563"/>
                </a:lnTo>
                <a:lnTo>
                  <a:pt x="1345936" y="106659"/>
                </a:lnTo>
                <a:lnTo>
                  <a:pt x="1345403" y="106745"/>
                </a:lnTo>
                <a:lnTo>
                  <a:pt x="1344864" y="106822"/>
                </a:lnTo>
                <a:lnTo>
                  <a:pt x="1344320" y="106890"/>
                </a:lnTo>
                <a:lnTo>
                  <a:pt x="1343771" y="106949"/>
                </a:lnTo>
                <a:lnTo>
                  <a:pt x="1343217" y="106999"/>
                </a:lnTo>
                <a:lnTo>
                  <a:pt x="1342657" y="107040"/>
                </a:lnTo>
                <a:lnTo>
                  <a:pt x="1342092" y="107072"/>
                </a:lnTo>
                <a:lnTo>
                  <a:pt x="1341522" y="107095"/>
                </a:lnTo>
                <a:lnTo>
                  <a:pt x="1340947" y="107108"/>
                </a:lnTo>
                <a:lnTo>
                  <a:pt x="1340366" y="107113"/>
                </a:lnTo>
                <a:lnTo>
                  <a:pt x="1339859" y="107108"/>
                </a:lnTo>
                <a:lnTo>
                  <a:pt x="1339355" y="107096"/>
                </a:lnTo>
                <a:lnTo>
                  <a:pt x="1338855" y="107074"/>
                </a:lnTo>
                <a:lnTo>
                  <a:pt x="1338359" y="107044"/>
                </a:lnTo>
                <a:lnTo>
                  <a:pt x="1337867" y="107006"/>
                </a:lnTo>
                <a:lnTo>
                  <a:pt x="1337378" y="106959"/>
                </a:lnTo>
                <a:lnTo>
                  <a:pt x="1336894" y="106903"/>
                </a:lnTo>
                <a:lnTo>
                  <a:pt x="1336413" y="106839"/>
                </a:lnTo>
                <a:lnTo>
                  <a:pt x="1335936" y="106766"/>
                </a:lnTo>
                <a:lnTo>
                  <a:pt x="1335463" y="106684"/>
                </a:lnTo>
                <a:lnTo>
                  <a:pt x="1334994" y="106594"/>
                </a:lnTo>
                <a:lnTo>
                  <a:pt x="1334528" y="106496"/>
                </a:lnTo>
                <a:lnTo>
                  <a:pt x="1334067" y="106389"/>
                </a:lnTo>
                <a:lnTo>
                  <a:pt x="1333609" y="106273"/>
                </a:lnTo>
                <a:lnTo>
                  <a:pt x="1333155" y="106149"/>
                </a:lnTo>
                <a:lnTo>
                  <a:pt x="1332705" y="106016"/>
                </a:lnTo>
                <a:lnTo>
                  <a:pt x="1332259" y="105875"/>
                </a:lnTo>
                <a:lnTo>
                  <a:pt x="1331816" y="105725"/>
                </a:lnTo>
                <a:lnTo>
                  <a:pt x="1331378" y="105566"/>
                </a:lnTo>
                <a:lnTo>
                  <a:pt x="1330943" y="105399"/>
                </a:lnTo>
                <a:lnTo>
                  <a:pt x="1330512" y="105223"/>
                </a:lnTo>
                <a:lnTo>
                  <a:pt x="1330085" y="105039"/>
                </a:lnTo>
                <a:lnTo>
                  <a:pt x="1329662" y="104846"/>
                </a:lnTo>
                <a:lnTo>
                  <a:pt x="1329243" y="104645"/>
                </a:lnTo>
                <a:lnTo>
                  <a:pt x="1328828" y="104436"/>
                </a:lnTo>
                <a:lnTo>
                  <a:pt x="1328417" y="104221"/>
                </a:lnTo>
                <a:lnTo>
                  <a:pt x="1328012" y="103999"/>
                </a:lnTo>
                <a:lnTo>
                  <a:pt x="1327612" y="103771"/>
                </a:lnTo>
                <a:lnTo>
                  <a:pt x="1327216" y="103537"/>
                </a:lnTo>
                <a:lnTo>
                  <a:pt x="1326825" y="103296"/>
                </a:lnTo>
                <a:lnTo>
                  <a:pt x="1326439" y="103049"/>
                </a:lnTo>
                <a:lnTo>
                  <a:pt x="1326058" y="102795"/>
                </a:lnTo>
                <a:lnTo>
                  <a:pt x="1325682" y="102535"/>
                </a:lnTo>
                <a:lnTo>
                  <a:pt x="1325311" y="102269"/>
                </a:lnTo>
                <a:lnTo>
                  <a:pt x="1324945" y="101996"/>
                </a:lnTo>
                <a:lnTo>
                  <a:pt x="1324583" y="101717"/>
                </a:lnTo>
                <a:lnTo>
                  <a:pt x="1324226" y="101431"/>
                </a:lnTo>
                <a:lnTo>
                  <a:pt x="1323875" y="101139"/>
                </a:lnTo>
                <a:lnTo>
                  <a:pt x="1323528" y="100841"/>
                </a:lnTo>
                <a:lnTo>
                  <a:pt x="1323185" y="100536"/>
                </a:lnTo>
                <a:lnTo>
                  <a:pt x="1322848" y="100225"/>
                </a:lnTo>
                <a:lnTo>
                  <a:pt x="1322516" y="99907"/>
                </a:lnTo>
                <a:lnTo>
                  <a:pt x="1322188" y="99583"/>
                </a:lnTo>
                <a:lnTo>
                  <a:pt x="1321866" y="99253"/>
                </a:lnTo>
                <a:lnTo>
                  <a:pt x="1321548" y="98916"/>
                </a:lnTo>
                <a:lnTo>
                  <a:pt x="1321235" y="98573"/>
                </a:lnTo>
                <a:lnTo>
                  <a:pt x="1320927" y="98223"/>
                </a:lnTo>
                <a:lnTo>
                  <a:pt x="1320623" y="97867"/>
                </a:lnTo>
                <a:lnTo>
                  <a:pt x="1320325" y="97506"/>
                </a:lnTo>
                <a:lnTo>
                  <a:pt x="1320033" y="97139"/>
                </a:lnTo>
                <a:lnTo>
                  <a:pt x="1319746" y="96768"/>
                </a:lnTo>
                <a:lnTo>
                  <a:pt x="1319465" y="96391"/>
                </a:lnTo>
                <a:lnTo>
                  <a:pt x="1319190" y="96009"/>
                </a:lnTo>
                <a:lnTo>
                  <a:pt x="1318920" y="95623"/>
                </a:lnTo>
                <a:lnTo>
                  <a:pt x="1318656" y="95231"/>
                </a:lnTo>
                <a:lnTo>
                  <a:pt x="1318397" y="94835"/>
                </a:lnTo>
                <a:lnTo>
                  <a:pt x="1318144" y="94433"/>
                </a:lnTo>
                <a:lnTo>
                  <a:pt x="1317897" y="94027"/>
                </a:lnTo>
                <a:lnTo>
                  <a:pt x="1317655" y="93615"/>
                </a:lnTo>
                <a:lnTo>
                  <a:pt x="1317419" y="93199"/>
                </a:lnTo>
                <a:lnTo>
                  <a:pt x="1317188" y="92777"/>
                </a:lnTo>
                <a:lnTo>
                  <a:pt x="1316964" y="92351"/>
                </a:lnTo>
                <a:lnTo>
                  <a:pt x="1316744" y="91919"/>
                </a:lnTo>
                <a:lnTo>
                  <a:pt x="1316531" y="91483"/>
                </a:lnTo>
                <a:lnTo>
                  <a:pt x="1316323" y="91042"/>
                </a:lnTo>
                <a:lnTo>
                  <a:pt x="1316120" y="90595"/>
                </a:lnTo>
                <a:lnTo>
                  <a:pt x="1315924" y="90144"/>
                </a:lnTo>
                <a:lnTo>
                  <a:pt x="1315733" y="89687"/>
                </a:lnTo>
                <a:lnTo>
                  <a:pt x="1315547" y="89226"/>
                </a:lnTo>
                <a:lnTo>
                  <a:pt x="1315367" y="88760"/>
                </a:lnTo>
                <a:lnTo>
                  <a:pt x="1315193" y="88288"/>
                </a:lnTo>
                <a:lnTo>
                  <a:pt x="1315025" y="87812"/>
                </a:lnTo>
                <a:lnTo>
                  <a:pt x="1314862" y="87332"/>
                </a:lnTo>
                <a:lnTo>
                  <a:pt x="1314707" y="86849"/>
                </a:lnTo>
                <a:lnTo>
                  <a:pt x="1314558" y="86363"/>
                </a:lnTo>
                <a:lnTo>
                  <a:pt x="1314417" y="85874"/>
                </a:lnTo>
                <a:lnTo>
                  <a:pt x="1314282" y="85382"/>
                </a:lnTo>
                <a:lnTo>
                  <a:pt x="1314154" y="84888"/>
                </a:lnTo>
                <a:lnTo>
                  <a:pt x="1314034" y="84391"/>
                </a:lnTo>
                <a:lnTo>
                  <a:pt x="1313920" y="83891"/>
                </a:lnTo>
                <a:lnTo>
                  <a:pt x="1313813" y="83388"/>
                </a:lnTo>
                <a:lnTo>
                  <a:pt x="1313712" y="82883"/>
                </a:lnTo>
                <a:lnTo>
                  <a:pt x="1313619" y="82374"/>
                </a:lnTo>
                <a:lnTo>
                  <a:pt x="1313533" y="81863"/>
                </a:lnTo>
                <a:lnTo>
                  <a:pt x="1313453" y="81349"/>
                </a:lnTo>
                <a:lnTo>
                  <a:pt x="1313381" y="80832"/>
                </a:lnTo>
                <a:lnTo>
                  <a:pt x="1313315" y="80313"/>
                </a:lnTo>
                <a:lnTo>
                  <a:pt x="1313257" y="79790"/>
                </a:lnTo>
                <a:lnTo>
                  <a:pt x="1313205" y="79265"/>
                </a:lnTo>
                <a:lnTo>
                  <a:pt x="1313160" y="78737"/>
                </a:lnTo>
                <a:lnTo>
                  <a:pt x="1313122" y="78206"/>
                </a:lnTo>
                <a:lnTo>
                  <a:pt x="1313091" y="77672"/>
                </a:lnTo>
                <a:lnTo>
                  <a:pt x="1313067" y="77136"/>
                </a:lnTo>
                <a:lnTo>
                  <a:pt x="1313049" y="76596"/>
                </a:lnTo>
                <a:lnTo>
                  <a:pt x="1313039" y="76054"/>
                </a:lnTo>
                <a:lnTo>
                  <a:pt x="1313036" y="75509"/>
                </a:lnTo>
                <a:lnTo>
                  <a:pt x="1313036" y="73815"/>
                </a:lnTo>
                <a:lnTo>
                  <a:pt x="1369907" y="73815"/>
                </a:lnTo>
                <a:lnTo>
                  <a:pt x="1369907" y="68446"/>
                </a:lnTo>
                <a:lnTo>
                  <a:pt x="1369904" y="67781"/>
                </a:lnTo>
                <a:lnTo>
                  <a:pt x="1369893" y="67120"/>
                </a:lnTo>
                <a:lnTo>
                  <a:pt x="1369875" y="66464"/>
                </a:lnTo>
                <a:lnTo>
                  <a:pt x="1369850" y="65812"/>
                </a:lnTo>
                <a:close/>
                <a:moveTo>
                  <a:pt x="1313662" y="64272"/>
                </a:moveTo>
                <a:lnTo>
                  <a:pt x="1313755" y="63729"/>
                </a:lnTo>
                <a:lnTo>
                  <a:pt x="1313854" y="63190"/>
                </a:lnTo>
                <a:lnTo>
                  <a:pt x="1313960" y="62657"/>
                </a:lnTo>
                <a:lnTo>
                  <a:pt x="1314072" y="62127"/>
                </a:lnTo>
                <a:lnTo>
                  <a:pt x="1314190" y="61602"/>
                </a:lnTo>
                <a:lnTo>
                  <a:pt x="1314315" y="61082"/>
                </a:lnTo>
                <a:lnTo>
                  <a:pt x="1314446" y="60566"/>
                </a:lnTo>
                <a:lnTo>
                  <a:pt x="1314583" y="60054"/>
                </a:lnTo>
                <a:lnTo>
                  <a:pt x="1314727" y="59547"/>
                </a:lnTo>
                <a:lnTo>
                  <a:pt x="1314877" y="59045"/>
                </a:lnTo>
                <a:lnTo>
                  <a:pt x="1315033" y="58547"/>
                </a:lnTo>
                <a:lnTo>
                  <a:pt x="1315195" y="58055"/>
                </a:lnTo>
                <a:lnTo>
                  <a:pt x="1315361" y="57569"/>
                </a:lnTo>
                <a:lnTo>
                  <a:pt x="1315533" y="57088"/>
                </a:lnTo>
                <a:lnTo>
                  <a:pt x="1315710" y="56613"/>
                </a:lnTo>
                <a:lnTo>
                  <a:pt x="1315893" y="56144"/>
                </a:lnTo>
                <a:lnTo>
                  <a:pt x="1316080" y="55680"/>
                </a:lnTo>
                <a:lnTo>
                  <a:pt x="1316273" y="55222"/>
                </a:lnTo>
                <a:lnTo>
                  <a:pt x="1316471" y="54770"/>
                </a:lnTo>
                <a:lnTo>
                  <a:pt x="1316674" y="54323"/>
                </a:lnTo>
                <a:lnTo>
                  <a:pt x="1316883" y="53881"/>
                </a:lnTo>
                <a:lnTo>
                  <a:pt x="1317097" y="53446"/>
                </a:lnTo>
                <a:lnTo>
                  <a:pt x="1317316" y="53016"/>
                </a:lnTo>
                <a:lnTo>
                  <a:pt x="1317540" y="52592"/>
                </a:lnTo>
                <a:lnTo>
                  <a:pt x="1317769" y="52173"/>
                </a:lnTo>
                <a:lnTo>
                  <a:pt x="1318004" y="51760"/>
                </a:lnTo>
                <a:lnTo>
                  <a:pt x="1318244" y="51352"/>
                </a:lnTo>
                <a:lnTo>
                  <a:pt x="1318489" y="50950"/>
                </a:lnTo>
                <a:lnTo>
                  <a:pt x="1318740" y="50554"/>
                </a:lnTo>
                <a:lnTo>
                  <a:pt x="1318996" y="50164"/>
                </a:lnTo>
                <a:lnTo>
                  <a:pt x="1319257" y="49779"/>
                </a:lnTo>
                <a:lnTo>
                  <a:pt x="1319523" y="49399"/>
                </a:lnTo>
                <a:lnTo>
                  <a:pt x="1319794" y="49026"/>
                </a:lnTo>
                <a:lnTo>
                  <a:pt x="1320071" y="48657"/>
                </a:lnTo>
                <a:lnTo>
                  <a:pt x="1320352" y="48296"/>
                </a:lnTo>
                <a:lnTo>
                  <a:pt x="1320639" y="47941"/>
                </a:lnTo>
                <a:lnTo>
                  <a:pt x="1320929" y="47593"/>
                </a:lnTo>
                <a:lnTo>
                  <a:pt x="1321224" y="47253"/>
                </a:lnTo>
                <a:lnTo>
                  <a:pt x="1321523" y="46919"/>
                </a:lnTo>
                <a:lnTo>
                  <a:pt x="1321827" y="46592"/>
                </a:lnTo>
                <a:lnTo>
                  <a:pt x="1322136" y="46273"/>
                </a:lnTo>
                <a:lnTo>
                  <a:pt x="1322449" y="45960"/>
                </a:lnTo>
                <a:lnTo>
                  <a:pt x="1322766" y="45655"/>
                </a:lnTo>
                <a:lnTo>
                  <a:pt x="1323088" y="45357"/>
                </a:lnTo>
                <a:lnTo>
                  <a:pt x="1323414" y="45065"/>
                </a:lnTo>
                <a:lnTo>
                  <a:pt x="1323745" y="44781"/>
                </a:lnTo>
                <a:lnTo>
                  <a:pt x="1324080" y="44503"/>
                </a:lnTo>
                <a:lnTo>
                  <a:pt x="1324420" y="44233"/>
                </a:lnTo>
                <a:lnTo>
                  <a:pt x="1324764" y="43970"/>
                </a:lnTo>
                <a:lnTo>
                  <a:pt x="1325113" y="43714"/>
                </a:lnTo>
                <a:lnTo>
                  <a:pt x="1325466" y="43464"/>
                </a:lnTo>
                <a:lnTo>
                  <a:pt x="1325824" y="43222"/>
                </a:lnTo>
                <a:lnTo>
                  <a:pt x="1326186" y="42987"/>
                </a:lnTo>
                <a:lnTo>
                  <a:pt x="1326553" y="42759"/>
                </a:lnTo>
                <a:lnTo>
                  <a:pt x="1326924" y="42538"/>
                </a:lnTo>
                <a:lnTo>
                  <a:pt x="1327299" y="42324"/>
                </a:lnTo>
                <a:lnTo>
                  <a:pt x="1327679" y="42117"/>
                </a:lnTo>
                <a:lnTo>
                  <a:pt x="1328064" y="41917"/>
                </a:lnTo>
                <a:lnTo>
                  <a:pt x="1328452" y="41725"/>
                </a:lnTo>
                <a:lnTo>
                  <a:pt x="1328845" y="41540"/>
                </a:lnTo>
                <a:lnTo>
                  <a:pt x="1329240" y="41364"/>
                </a:lnTo>
                <a:lnTo>
                  <a:pt x="1329640" y="41197"/>
                </a:lnTo>
                <a:lnTo>
                  <a:pt x="1330042" y="41037"/>
                </a:lnTo>
                <a:lnTo>
                  <a:pt x="1330449" y="40886"/>
                </a:lnTo>
                <a:lnTo>
                  <a:pt x="1330859" y="40742"/>
                </a:lnTo>
                <a:lnTo>
                  <a:pt x="1331272" y="40607"/>
                </a:lnTo>
                <a:lnTo>
                  <a:pt x="1331690" y="40480"/>
                </a:lnTo>
                <a:lnTo>
                  <a:pt x="1332110" y="40362"/>
                </a:lnTo>
                <a:lnTo>
                  <a:pt x="1332535" y="40251"/>
                </a:lnTo>
                <a:lnTo>
                  <a:pt x="1332963" y="40149"/>
                </a:lnTo>
                <a:lnTo>
                  <a:pt x="1333394" y="40055"/>
                </a:lnTo>
                <a:lnTo>
                  <a:pt x="1333829" y="39969"/>
                </a:lnTo>
                <a:lnTo>
                  <a:pt x="1334268" y="39891"/>
                </a:lnTo>
                <a:lnTo>
                  <a:pt x="1334710" y="39821"/>
                </a:lnTo>
                <a:lnTo>
                  <a:pt x="1335156" y="39760"/>
                </a:lnTo>
                <a:lnTo>
                  <a:pt x="1335606" y="39707"/>
                </a:lnTo>
                <a:lnTo>
                  <a:pt x="1336059" y="39662"/>
                </a:lnTo>
                <a:lnTo>
                  <a:pt x="1336515" y="39625"/>
                </a:lnTo>
                <a:lnTo>
                  <a:pt x="1336975" y="39596"/>
                </a:lnTo>
                <a:lnTo>
                  <a:pt x="1337439" y="39576"/>
                </a:lnTo>
                <a:lnTo>
                  <a:pt x="1337906" y="39564"/>
                </a:lnTo>
                <a:lnTo>
                  <a:pt x="1338377" y="39560"/>
                </a:lnTo>
                <a:lnTo>
                  <a:pt x="1338999" y="39566"/>
                </a:lnTo>
                <a:lnTo>
                  <a:pt x="1339612" y="39585"/>
                </a:lnTo>
                <a:lnTo>
                  <a:pt x="1340216" y="39617"/>
                </a:lnTo>
                <a:lnTo>
                  <a:pt x="1340811" y="39662"/>
                </a:lnTo>
                <a:lnTo>
                  <a:pt x="1341398" y="39719"/>
                </a:lnTo>
                <a:lnTo>
                  <a:pt x="1341976" y="39789"/>
                </a:lnTo>
                <a:lnTo>
                  <a:pt x="1342544" y="39872"/>
                </a:lnTo>
                <a:lnTo>
                  <a:pt x="1343104" y="39968"/>
                </a:lnTo>
                <a:lnTo>
                  <a:pt x="1343655" y="40076"/>
                </a:lnTo>
                <a:lnTo>
                  <a:pt x="1344198" y="40197"/>
                </a:lnTo>
                <a:lnTo>
                  <a:pt x="1344731" y="40331"/>
                </a:lnTo>
                <a:lnTo>
                  <a:pt x="1345256" y="40478"/>
                </a:lnTo>
                <a:lnTo>
                  <a:pt x="1345772" y="40638"/>
                </a:lnTo>
                <a:lnTo>
                  <a:pt x="1346279" y="40810"/>
                </a:lnTo>
                <a:lnTo>
                  <a:pt x="1346777" y="40995"/>
                </a:lnTo>
                <a:lnTo>
                  <a:pt x="1347267" y="41192"/>
                </a:lnTo>
                <a:lnTo>
                  <a:pt x="1347747" y="41403"/>
                </a:lnTo>
                <a:lnTo>
                  <a:pt x="1348219" y="41626"/>
                </a:lnTo>
                <a:lnTo>
                  <a:pt x="1348682" y="41862"/>
                </a:lnTo>
                <a:lnTo>
                  <a:pt x="1349136" y="42111"/>
                </a:lnTo>
                <a:lnTo>
                  <a:pt x="1349581" y="42373"/>
                </a:lnTo>
                <a:lnTo>
                  <a:pt x="1350018" y="42647"/>
                </a:lnTo>
                <a:lnTo>
                  <a:pt x="1350445" y="42934"/>
                </a:lnTo>
                <a:lnTo>
                  <a:pt x="1350864" y="43234"/>
                </a:lnTo>
                <a:lnTo>
                  <a:pt x="1351274" y="43543"/>
                </a:lnTo>
                <a:lnTo>
                  <a:pt x="1351676" y="43861"/>
                </a:lnTo>
                <a:lnTo>
                  <a:pt x="1352069" y="44186"/>
                </a:lnTo>
                <a:lnTo>
                  <a:pt x="1352454" y="44518"/>
                </a:lnTo>
                <a:lnTo>
                  <a:pt x="1352830" y="44858"/>
                </a:lnTo>
                <a:lnTo>
                  <a:pt x="1353198" y="45205"/>
                </a:lnTo>
                <a:lnTo>
                  <a:pt x="1353558" y="45560"/>
                </a:lnTo>
                <a:lnTo>
                  <a:pt x="1353909" y="45923"/>
                </a:lnTo>
                <a:lnTo>
                  <a:pt x="1354252" y="46293"/>
                </a:lnTo>
                <a:lnTo>
                  <a:pt x="1354586" y="46670"/>
                </a:lnTo>
                <a:lnTo>
                  <a:pt x="1354911" y="47055"/>
                </a:lnTo>
                <a:lnTo>
                  <a:pt x="1355229" y="47448"/>
                </a:lnTo>
                <a:lnTo>
                  <a:pt x="1355538" y="47848"/>
                </a:lnTo>
                <a:lnTo>
                  <a:pt x="1355838" y="48255"/>
                </a:lnTo>
                <a:lnTo>
                  <a:pt x="1356130" y="48671"/>
                </a:lnTo>
                <a:lnTo>
                  <a:pt x="1356414" y="49093"/>
                </a:lnTo>
                <a:lnTo>
                  <a:pt x="1356689" y="49524"/>
                </a:lnTo>
                <a:lnTo>
                  <a:pt x="1356955" y="49961"/>
                </a:lnTo>
                <a:lnTo>
                  <a:pt x="1357214" y="50407"/>
                </a:lnTo>
                <a:lnTo>
                  <a:pt x="1357463" y="50859"/>
                </a:lnTo>
                <a:lnTo>
                  <a:pt x="1357705" y="51320"/>
                </a:lnTo>
                <a:lnTo>
                  <a:pt x="1357938" y="51788"/>
                </a:lnTo>
                <a:lnTo>
                  <a:pt x="1358162" y="52263"/>
                </a:lnTo>
                <a:lnTo>
                  <a:pt x="1358378" y="52746"/>
                </a:lnTo>
                <a:lnTo>
                  <a:pt x="1358586" y="53234"/>
                </a:lnTo>
                <a:lnTo>
                  <a:pt x="1358785" y="53725"/>
                </a:lnTo>
                <a:lnTo>
                  <a:pt x="1358976" y="54219"/>
                </a:lnTo>
                <a:lnTo>
                  <a:pt x="1359159" y="54716"/>
                </a:lnTo>
                <a:lnTo>
                  <a:pt x="1359333" y="55216"/>
                </a:lnTo>
                <a:lnTo>
                  <a:pt x="1359499" y="55719"/>
                </a:lnTo>
                <a:lnTo>
                  <a:pt x="1359657" y="56225"/>
                </a:lnTo>
                <a:lnTo>
                  <a:pt x="1359806" y="56734"/>
                </a:lnTo>
                <a:lnTo>
                  <a:pt x="1359948" y="57245"/>
                </a:lnTo>
                <a:lnTo>
                  <a:pt x="1360080" y="57760"/>
                </a:lnTo>
                <a:lnTo>
                  <a:pt x="1360205" y="58277"/>
                </a:lnTo>
                <a:lnTo>
                  <a:pt x="1360321" y="58798"/>
                </a:lnTo>
                <a:lnTo>
                  <a:pt x="1360429" y="59321"/>
                </a:lnTo>
                <a:lnTo>
                  <a:pt x="1360529" y="59847"/>
                </a:lnTo>
                <a:lnTo>
                  <a:pt x="1360620" y="60377"/>
                </a:lnTo>
                <a:lnTo>
                  <a:pt x="1360703" y="60909"/>
                </a:lnTo>
                <a:lnTo>
                  <a:pt x="1360777" y="61444"/>
                </a:lnTo>
                <a:lnTo>
                  <a:pt x="1360844" y="61982"/>
                </a:lnTo>
                <a:lnTo>
                  <a:pt x="1360902" y="62523"/>
                </a:lnTo>
                <a:lnTo>
                  <a:pt x="1360951" y="63067"/>
                </a:lnTo>
                <a:lnTo>
                  <a:pt x="1360993" y="63614"/>
                </a:lnTo>
                <a:lnTo>
                  <a:pt x="1361026" y="64163"/>
                </a:lnTo>
                <a:lnTo>
                  <a:pt x="1361051" y="64716"/>
                </a:lnTo>
                <a:lnTo>
                  <a:pt x="1361067" y="65272"/>
                </a:lnTo>
                <a:lnTo>
                  <a:pt x="1361067" y="66227"/>
                </a:lnTo>
                <a:lnTo>
                  <a:pt x="1313387" y="66227"/>
                </a:lnTo>
                <a:lnTo>
                  <a:pt x="1313423" y="65927"/>
                </a:lnTo>
                <a:lnTo>
                  <a:pt x="1313496" y="65371"/>
                </a:lnTo>
                <a:lnTo>
                  <a:pt x="1313576" y="64819"/>
                </a:lnTo>
                <a:lnTo>
                  <a:pt x="1313662" y="64272"/>
                </a:lnTo>
                <a:close/>
                <a:moveTo>
                  <a:pt x="1684246" y="109751"/>
                </a:moveTo>
                <a:lnTo>
                  <a:pt x="1684283" y="109948"/>
                </a:lnTo>
                <a:lnTo>
                  <a:pt x="1684326" y="110141"/>
                </a:lnTo>
                <a:lnTo>
                  <a:pt x="1684375" y="110332"/>
                </a:lnTo>
                <a:lnTo>
                  <a:pt x="1684430" y="110520"/>
                </a:lnTo>
                <a:lnTo>
                  <a:pt x="1684490" y="110706"/>
                </a:lnTo>
                <a:lnTo>
                  <a:pt x="1684557" y="110888"/>
                </a:lnTo>
                <a:lnTo>
                  <a:pt x="1684628" y="111068"/>
                </a:lnTo>
                <a:lnTo>
                  <a:pt x="1684706" y="111245"/>
                </a:lnTo>
                <a:lnTo>
                  <a:pt x="1684790" y="111419"/>
                </a:lnTo>
                <a:lnTo>
                  <a:pt x="1684879" y="111590"/>
                </a:lnTo>
                <a:lnTo>
                  <a:pt x="1684974" y="111759"/>
                </a:lnTo>
                <a:lnTo>
                  <a:pt x="1685075" y="111924"/>
                </a:lnTo>
                <a:lnTo>
                  <a:pt x="1685181" y="112087"/>
                </a:lnTo>
                <a:lnTo>
                  <a:pt x="1685293" y="112247"/>
                </a:lnTo>
                <a:lnTo>
                  <a:pt x="1685411" y="112404"/>
                </a:lnTo>
                <a:lnTo>
                  <a:pt x="1685535" y="112559"/>
                </a:lnTo>
                <a:lnTo>
                  <a:pt x="1685664" y="112710"/>
                </a:lnTo>
                <a:lnTo>
                  <a:pt x="1685800" y="112859"/>
                </a:lnTo>
                <a:lnTo>
                  <a:pt x="1685940" y="113003"/>
                </a:lnTo>
                <a:lnTo>
                  <a:pt x="1686085" y="113141"/>
                </a:lnTo>
                <a:lnTo>
                  <a:pt x="1686234" y="113273"/>
                </a:lnTo>
                <a:lnTo>
                  <a:pt x="1686388" y="113399"/>
                </a:lnTo>
                <a:lnTo>
                  <a:pt x="1686546" y="113519"/>
                </a:lnTo>
                <a:lnTo>
                  <a:pt x="1686709" y="113632"/>
                </a:lnTo>
                <a:lnTo>
                  <a:pt x="1686876" y="113740"/>
                </a:lnTo>
                <a:lnTo>
                  <a:pt x="1687048" y="113841"/>
                </a:lnTo>
                <a:lnTo>
                  <a:pt x="1687224" y="113936"/>
                </a:lnTo>
                <a:lnTo>
                  <a:pt x="1687405" y="114025"/>
                </a:lnTo>
                <a:lnTo>
                  <a:pt x="1687590" y="114108"/>
                </a:lnTo>
                <a:lnTo>
                  <a:pt x="1687780" y="114185"/>
                </a:lnTo>
                <a:lnTo>
                  <a:pt x="1687974" y="114255"/>
                </a:lnTo>
                <a:lnTo>
                  <a:pt x="1688172" y="114320"/>
                </a:lnTo>
                <a:lnTo>
                  <a:pt x="1688375" y="114378"/>
                </a:lnTo>
                <a:lnTo>
                  <a:pt x="1688583" y="114430"/>
                </a:lnTo>
                <a:lnTo>
                  <a:pt x="1688795" y="114476"/>
                </a:lnTo>
                <a:lnTo>
                  <a:pt x="1689011" y="114516"/>
                </a:lnTo>
                <a:lnTo>
                  <a:pt x="1689232" y="114550"/>
                </a:lnTo>
                <a:lnTo>
                  <a:pt x="1689458" y="114578"/>
                </a:lnTo>
                <a:lnTo>
                  <a:pt x="1689687" y="114599"/>
                </a:lnTo>
                <a:lnTo>
                  <a:pt x="1689922" y="114615"/>
                </a:lnTo>
                <a:lnTo>
                  <a:pt x="1690161" y="114624"/>
                </a:lnTo>
                <a:lnTo>
                  <a:pt x="1690404" y="114627"/>
                </a:lnTo>
                <a:lnTo>
                  <a:pt x="1690641" y="114624"/>
                </a:lnTo>
                <a:lnTo>
                  <a:pt x="1690875" y="114615"/>
                </a:lnTo>
                <a:lnTo>
                  <a:pt x="1691104" y="114599"/>
                </a:lnTo>
                <a:lnTo>
                  <a:pt x="1691329" y="114578"/>
                </a:lnTo>
                <a:lnTo>
                  <a:pt x="1691550" y="114550"/>
                </a:lnTo>
                <a:lnTo>
                  <a:pt x="1691767" y="114516"/>
                </a:lnTo>
                <a:lnTo>
                  <a:pt x="1691980" y="114476"/>
                </a:lnTo>
                <a:lnTo>
                  <a:pt x="1692188" y="114430"/>
                </a:lnTo>
                <a:lnTo>
                  <a:pt x="1692393" y="114378"/>
                </a:lnTo>
                <a:lnTo>
                  <a:pt x="1692593" y="114320"/>
                </a:lnTo>
                <a:lnTo>
                  <a:pt x="1692790" y="114255"/>
                </a:lnTo>
                <a:lnTo>
                  <a:pt x="1692982" y="114185"/>
                </a:lnTo>
                <a:lnTo>
                  <a:pt x="1693171" y="114108"/>
                </a:lnTo>
                <a:lnTo>
                  <a:pt x="1693355" y="114025"/>
                </a:lnTo>
                <a:lnTo>
                  <a:pt x="1693535" y="113936"/>
                </a:lnTo>
                <a:lnTo>
                  <a:pt x="1693711" y="113841"/>
                </a:lnTo>
                <a:lnTo>
                  <a:pt x="1693883" y="113740"/>
                </a:lnTo>
                <a:lnTo>
                  <a:pt x="1694050" y="113632"/>
                </a:lnTo>
                <a:lnTo>
                  <a:pt x="1694214" y="113519"/>
                </a:lnTo>
                <a:lnTo>
                  <a:pt x="1694374" y="113399"/>
                </a:lnTo>
                <a:lnTo>
                  <a:pt x="1694529" y="113273"/>
                </a:lnTo>
                <a:lnTo>
                  <a:pt x="1694681" y="113141"/>
                </a:lnTo>
                <a:lnTo>
                  <a:pt x="1694828" y="113003"/>
                </a:lnTo>
                <a:lnTo>
                  <a:pt x="1694971" y="112859"/>
                </a:lnTo>
                <a:lnTo>
                  <a:pt x="1695110" y="112710"/>
                </a:lnTo>
                <a:lnTo>
                  <a:pt x="1695242" y="112559"/>
                </a:lnTo>
                <a:lnTo>
                  <a:pt x="1695368" y="112404"/>
                </a:lnTo>
                <a:lnTo>
                  <a:pt x="1695489" y="112247"/>
                </a:lnTo>
                <a:lnTo>
                  <a:pt x="1695604" y="112087"/>
                </a:lnTo>
                <a:lnTo>
                  <a:pt x="1695713" y="111924"/>
                </a:lnTo>
                <a:lnTo>
                  <a:pt x="1695816" y="111759"/>
                </a:lnTo>
                <a:lnTo>
                  <a:pt x="1695913" y="111590"/>
                </a:lnTo>
                <a:lnTo>
                  <a:pt x="1696004" y="111419"/>
                </a:lnTo>
                <a:lnTo>
                  <a:pt x="1696089" y="111245"/>
                </a:lnTo>
                <a:lnTo>
                  <a:pt x="1696169" y="111068"/>
                </a:lnTo>
                <a:lnTo>
                  <a:pt x="1696242" y="110888"/>
                </a:lnTo>
                <a:lnTo>
                  <a:pt x="1696310" y="110706"/>
                </a:lnTo>
                <a:lnTo>
                  <a:pt x="1696372" y="110520"/>
                </a:lnTo>
                <a:lnTo>
                  <a:pt x="1696427" y="110332"/>
                </a:lnTo>
                <a:lnTo>
                  <a:pt x="1696477" y="110141"/>
                </a:lnTo>
                <a:lnTo>
                  <a:pt x="1696522" y="109948"/>
                </a:lnTo>
                <a:lnTo>
                  <a:pt x="1696560" y="109751"/>
                </a:lnTo>
                <a:lnTo>
                  <a:pt x="1696592" y="109552"/>
                </a:lnTo>
                <a:lnTo>
                  <a:pt x="1696619" y="109349"/>
                </a:lnTo>
                <a:lnTo>
                  <a:pt x="1696639" y="109144"/>
                </a:lnTo>
                <a:lnTo>
                  <a:pt x="1696654" y="108937"/>
                </a:lnTo>
                <a:lnTo>
                  <a:pt x="1696663" y="108726"/>
                </a:lnTo>
                <a:lnTo>
                  <a:pt x="1696666" y="108512"/>
                </a:lnTo>
                <a:lnTo>
                  <a:pt x="1696663" y="108299"/>
                </a:lnTo>
                <a:lnTo>
                  <a:pt x="1696654" y="108088"/>
                </a:lnTo>
                <a:lnTo>
                  <a:pt x="1696639" y="107880"/>
                </a:lnTo>
                <a:lnTo>
                  <a:pt x="1696619" y="107674"/>
                </a:lnTo>
                <a:lnTo>
                  <a:pt x="1696592" y="107472"/>
                </a:lnTo>
                <a:lnTo>
                  <a:pt x="1696560" y="107272"/>
                </a:lnTo>
                <a:lnTo>
                  <a:pt x="1696522" y="107074"/>
                </a:lnTo>
                <a:lnTo>
                  <a:pt x="1696477" y="106879"/>
                </a:lnTo>
                <a:lnTo>
                  <a:pt x="1696427" y="106687"/>
                </a:lnTo>
                <a:lnTo>
                  <a:pt x="1696372" y="106498"/>
                </a:lnTo>
                <a:lnTo>
                  <a:pt x="1696310" y="106311"/>
                </a:lnTo>
                <a:lnTo>
                  <a:pt x="1696242" y="106127"/>
                </a:lnTo>
                <a:lnTo>
                  <a:pt x="1696169" y="105946"/>
                </a:lnTo>
                <a:lnTo>
                  <a:pt x="1696089" y="105768"/>
                </a:lnTo>
                <a:lnTo>
                  <a:pt x="1696004" y="105592"/>
                </a:lnTo>
                <a:lnTo>
                  <a:pt x="1695913" y="105418"/>
                </a:lnTo>
                <a:lnTo>
                  <a:pt x="1695816" y="105248"/>
                </a:lnTo>
                <a:lnTo>
                  <a:pt x="1695713" y="105080"/>
                </a:lnTo>
                <a:lnTo>
                  <a:pt x="1695604" y="104915"/>
                </a:lnTo>
                <a:lnTo>
                  <a:pt x="1695489" y="104752"/>
                </a:lnTo>
                <a:lnTo>
                  <a:pt x="1695368" y="104593"/>
                </a:lnTo>
                <a:lnTo>
                  <a:pt x="1695242" y="104435"/>
                </a:lnTo>
                <a:lnTo>
                  <a:pt x="1695110" y="104281"/>
                </a:lnTo>
                <a:lnTo>
                  <a:pt x="1694971" y="104129"/>
                </a:lnTo>
                <a:lnTo>
                  <a:pt x="1694828" y="103982"/>
                </a:lnTo>
                <a:lnTo>
                  <a:pt x="1694681" y="103841"/>
                </a:lnTo>
                <a:lnTo>
                  <a:pt x="1694529" y="103706"/>
                </a:lnTo>
                <a:lnTo>
                  <a:pt x="1694374" y="103578"/>
                </a:lnTo>
                <a:lnTo>
                  <a:pt x="1694214" y="103456"/>
                </a:lnTo>
                <a:lnTo>
                  <a:pt x="1694050" y="103340"/>
                </a:lnTo>
                <a:lnTo>
                  <a:pt x="1693883" y="103230"/>
                </a:lnTo>
                <a:lnTo>
                  <a:pt x="1693711" y="103127"/>
                </a:lnTo>
                <a:lnTo>
                  <a:pt x="1693535" y="103029"/>
                </a:lnTo>
                <a:lnTo>
                  <a:pt x="1693355" y="102939"/>
                </a:lnTo>
                <a:lnTo>
                  <a:pt x="1693171" y="102854"/>
                </a:lnTo>
                <a:lnTo>
                  <a:pt x="1692982" y="102776"/>
                </a:lnTo>
                <a:lnTo>
                  <a:pt x="1692790" y="102704"/>
                </a:lnTo>
                <a:lnTo>
                  <a:pt x="1692593" y="102638"/>
                </a:lnTo>
                <a:lnTo>
                  <a:pt x="1692393" y="102578"/>
                </a:lnTo>
                <a:lnTo>
                  <a:pt x="1692188" y="102525"/>
                </a:lnTo>
                <a:lnTo>
                  <a:pt x="1691980" y="102478"/>
                </a:lnTo>
                <a:lnTo>
                  <a:pt x="1691767" y="102437"/>
                </a:lnTo>
                <a:lnTo>
                  <a:pt x="1691550" y="102403"/>
                </a:lnTo>
                <a:lnTo>
                  <a:pt x="1691329" y="102375"/>
                </a:lnTo>
                <a:lnTo>
                  <a:pt x="1691104" y="102353"/>
                </a:lnTo>
                <a:lnTo>
                  <a:pt x="1690875" y="102337"/>
                </a:lnTo>
                <a:lnTo>
                  <a:pt x="1690641" y="102328"/>
                </a:lnTo>
                <a:lnTo>
                  <a:pt x="1690404" y="102324"/>
                </a:lnTo>
                <a:lnTo>
                  <a:pt x="1690161" y="102328"/>
                </a:lnTo>
                <a:lnTo>
                  <a:pt x="1689922" y="102337"/>
                </a:lnTo>
                <a:lnTo>
                  <a:pt x="1689687" y="102353"/>
                </a:lnTo>
                <a:lnTo>
                  <a:pt x="1689458" y="102375"/>
                </a:lnTo>
                <a:lnTo>
                  <a:pt x="1689232" y="102403"/>
                </a:lnTo>
                <a:lnTo>
                  <a:pt x="1689011" y="102437"/>
                </a:lnTo>
                <a:lnTo>
                  <a:pt x="1688795" y="102478"/>
                </a:lnTo>
                <a:lnTo>
                  <a:pt x="1688583" y="102525"/>
                </a:lnTo>
                <a:lnTo>
                  <a:pt x="1688375" y="102578"/>
                </a:lnTo>
                <a:lnTo>
                  <a:pt x="1688172" y="102638"/>
                </a:lnTo>
                <a:lnTo>
                  <a:pt x="1687974" y="102704"/>
                </a:lnTo>
                <a:lnTo>
                  <a:pt x="1687780" y="102776"/>
                </a:lnTo>
                <a:lnTo>
                  <a:pt x="1687590" y="102854"/>
                </a:lnTo>
                <a:lnTo>
                  <a:pt x="1687405" y="102939"/>
                </a:lnTo>
                <a:lnTo>
                  <a:pt x="1687224" y="103029"/>
                </a:lnTo>
                <a:lnTo>
                  <a:pt x="1687048" y="103127"/>
                </a:lnTo>
                <a:lnTo>
                  <a:pt x="1686876" y="103230"/>
                </a:lnTo>
                <a:lnTo>
                  <a:pt x="1686709" y="103340"/>
                </a:lnTo>
                <a:lnTo>
                  <a:pt x="1686546" y="103456"/>
                </a:lnTo>
                <a:lnTo>
                  <a:pt x="1686388" y="103578"/>
                </a:lnTo>
                <a:lnTo>
                  <a:pt x="1686234" y="103706"/>
                </a:lnTo>
                <a:lnTo>
                  <a:pt x="1686085" y="103841"/>
                </a:lnTo>
                <a:lnTo>
                  <a:pt x="1685940" y="103982"/>
                </a:lnTo>
                <a:lnTo>
                  <a:pt x="1685800" y="104129"/>
                </a:lnTo>
                <a:lnTo>
                  <a:pt x="1685664" y="104281"/>
                </a:lnTo>
                <a:lnTo>
                  <a:pt x="1685535" y="104435"/>
                </a:lnTo>
                <a:lnTo>
                  <a:pt x="1685411" y="104593"/>
                </a:lnTo>
                <a:lnTo>
                  <a:pt x="1685293" y="104752"/>
                </a:lnTo>
                <a:lnTo>
                  <a:pt x="1685181" y="104915"/>
                </a:lnTo>
                <a:lnTo>
                  <a:pt x="1685075" y="105080"/>
                </a:lnTo>
                <a:lnTo>
                  <a:pt x="1684974" y="105248"/>
                </a:lnTo>
                <a:lnTo>
                  <a:pt x="1684879" y="105418"/>
                </a:lnTo>
                <a:lnTo>
                  <a:pt x="1684790" y="105592"/>
                </a:lnTo>
                <a:lnTo>
                  <a:pt x="1684706" y="105768"/>
                </a:lnTo>
                <a:lnTo>
                  <a:pt x="1684628" y="105946"/>
                </a:lnTo>
                <a:lnTo>
                  <a:pt x="1684557" y="106127"/>
                </a:lnTo>
                <a:lnTo>
                  <a:pt x="1684490" y="106311"/>
                </a:lnTo>
                <a:lnTo>
                  <a:pt x="1684430" y="106498"/>
                </a:lnTo>
                <a:lnTo>
                  <a:pt x="1684375" y="106687"/>
                </a:lnTo>
                <a:lnTo>
                  <a:pt x="1684326" y="106879"/>
                </a:lnTo>
                <a:lnTo>
                  <a:pt x="1684283" y="107074"/>
                </a:lnTo>
                <a:lnTo>
                  <a:pt x="1684246" y="107272"/>
                </a:lnTo>
                <a:lnTo>
                  <a:pt x="1684214" y="107472"/>
                </a:lnTo>
                <a:lnTo>
                  <a:pt x="1684188" y="107674"/>
                </a:lnTo>
                <a:lnTo>
                  <a:pt x="1684168" y="107880"/>
                </a:lnTo>
                <a:lnTo>
                  <a:pt x="1684154" y="108088"/>
                </a:lnTo>
                <a:lnTo>
                  <a:pt x="1684145" y="108299"/>
                </a:lnTo>
                <a:lnTo>
                  <a:pt x="1684142" y="108512"/>
                </a:lnTo>
                <a:lnTo>
                  <a:pt x="1684145" y="108726"/>
                </a:lnTo>
                <a:lnTo>
                  <a:pt x="1684154" y="108937"/>
                </a:lnTo>
                <a:lnTo>
                  <a:pt x="1684168" y="109144"/>
                </a:lnTo>
                <a:lnTo>
                  <a:pt x="1684188" y="109349"/>
                </a:lnTo>
                <a:lnTo>
                  <a:pt x="1684214" y="109552"/>
                </a:lnTo>
                <a:lnTo>
                  <a:pt x="1684246" y="109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b38203a084547"/>
          <a:stretch xmlns:a="http://schemas.openxmlformats.org/drawingml/2006/main"/>
        </p:blipFill>
        <p:spPr>
          <a:xfrm xmlns:a="http://schemas.openxmlformats.org/drawingml/2006/main">
            <a:off x="13078310" y="1689716"/>
            <a:ext cx="270359" cy="270359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9FF09-8F9F-4ABC-99AB-3D713BC6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1689098"/>
            <a:ext cx="1891538" cy="487516"/>
          </a:xfrm>
          <a:custGeom xmlns:a="http://schemas.openxmlformats.org/drawingml/2006/main">
            <a:pathLst>
              <a:path w="1891538" h="487516">
                <a:moveTo>
                  <a:pt x="0" y="116345"/>
                </a:moveTo>
                <a:cubicBezTo>
                  <a:pt x="0" y="52080"/>
                  <a:pt x="52087" y="0"/>
                  <a:pt x="116318" y="0"/>
                </a:cubicBezTo>
                <a:lnTo>
                  <a:pt x="1775220" y="0"/>
                </a:lnTo>
                <a:cubicBezTo>
                  <a:pt x="1806074" y="0"/>
                  <a:pt x="1835660" y="12251"/>
                  <a:pt x="1857461" y="34077"/>
                </a:cubicBezTo>
                <a:cubicBezTo>
                  <a:pt x="1879287" y="55904"/>
                  <a:pt x="1891538" y="85490"/>
                  <a:pt x="1891538" y="116345"/>
                </a:cubicBezTo>
                <a:lnTo>
                  <a:pt x="1891538" y="371198"/>
                </a:lnTo>
                <a:cubicBezTo>
                  <a:pt x="1891538" y="435429"/>
                  <a:pt x="1839451" y="487516"/>
                  <a:pt x="1775220" y="487516"/>
                </a:cubicBezTo>
                <a:lnTo>
                  <a:pt x="116318" y="487516"/>
                </a:lnTo>
                <a:cubicBezTo>
                  <a:pt x="52087" y="487516"/>
                  <a:pt x="0" y="435429"/>
                  <a:pt x="0" y="371198"/>
                </a:cubicBezTo>
                <a:lnTo>
                  <a:pt x="0" y="116345"/>
                </a:lnTo>
                <a:close/>
                <a:moveTo>
                  <a:pt x="0" y="116345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AE40D-FBCA-43DE-B99F-ED79565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1689098"/>
            <a:ext cx="1891538" cy="487516"/>
          </a:xfrm>
          <a:custGeom xmlns:a="http://schemas.openxmlformats.org/drawingml/2006/main">
            <a:pathLst>
              <a:path w="1891538" h="487516" fill="none">
                <a:moveTo>
                  <a:pt x="0" y="116345"/>
                </a:moveTo>
                <a:cubicBezTo>
                  <a:pt x="0" y="52080"/>
                  <a:pt x="52087" y="0"/>
                  <a:pt x="116318" y="0"/>
                </a:cubicBezTo>
                <a:lnTo>
                  <a:pt x="1775220" y="0"/>
                </a:lnTo>
                <a:cubicBezTo>
                  <a:pt x="1806074" y="0"/>
                  <a:pt x="1835660" y="12251"/>
                  <a:pt x="1857461" y="34077"/>
                </a:cubicBezTo>
                <a:cubicBezTo>
                  <a:pt x="1879287" y="55904"/>
                  <a:pt x="1891538" y="85490"/>
                  <a:pt x="1891538" y="116345"/>
                </a:cubicBezTo>
                <a:lnTo>
                  <a:pt x="1891538" y="371198"/>
                </a:lnTo>
                <a:cubicBezTo>
                  <a:pt x="1891538" y="435429"/>
                  <a:pt x="1839451" y="487516"/>
                  <a:pt x="1775220" y="487516"/>
                </a:cubicBezTo>
                <a:lnTo>
                  <a:pt x="116318" y="487516"/>
                </a:lnTo>
                <a:cubicBezTo>
                  <a:pt x="52087" y="487516"/>
                  <a:pt x="0" y="435429"/>
                  <a:pt x="0" y="371198"/>
                </a:cubicBezTo>
                <a:lnTo>
                  <a:pt x="0" y="116345"/>
                </a:lnTo>
                <a:close/>
                <a:moveTo>
                  <a:pt x="0" y="116345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29" name="Text DoyoumeanX'?">
            <a:extLst xmlns:a="http://schemas.openxmlformats.org/drawingml/2006/main">
              <a:ext uri="{FF2B5EF4-FFF2-40B4-BE49-F238E27FC236}">
                <a16:creationId xmlns:a16="http://schemas.microsoft.com/office/drawing/2014/main" id="{988152D8-B86F-4071-9904-EECFD0BE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0856" y="1872128"/>
            <a:ext cx="1126194" cy="144610"/>
          </a:xfrm>
          <a:custGeom xmlns:a="http://schemas.openxmlformats.org/drawingml/2006/main">
            <a:pathLst>
              <a:path w="1126194" h="144610">
                <a:moveTo>
                  <a:pt x="0" y="113154"/>
                </a:moveTo>
                <a:lnTo>
                  <a:pt x="6630" y="113154"/>
                </a:lnTo>
                <a:lnTo>
                  <a:pt x="14218" y="113154"/>
                </a:lnTo>
                <a:lnTo>
                  <a:pt x="29025" y="113154"/>
                </a:lnTo>
                <a:lnTo>
                  <a:pt x="29954" y="113147"/>
                </a:lnTo>
                <a:lnTo>
                  <a:pt x="30876" y="113129"/>
                </a:lnTo>
                <a:lnTo>
                  <a:pt x="31789" y="113099"/>
                </a:lnTo>
                <a:lnTo>
                  <a:pt x="32695" y="113056"/>
                </a:lnTo>
                <a:lnTo>
                  <a:pt x="33593" y="113002"/>
                </a:lnTo>
                <a:lnTo>
                  <a:pt x="34483" y="112935"/>
                </a:lnTo>
                <a:lnTo>
                  <a:pt x="35366" y="112856"/>
                </a:lnTo>
                <a:lnTo>
                  <a:pt x="36240" y="112765"/>
                </a:lnTo>
                <a:lnTo>
                  <a:pt x="37107" y="112661"/>
                </a:lnTo>
                <a:lnTo>
                  <a:pt x="37966" y="112546"/>
                </a:lnTo>
                <a:lnTo>
                  <a:pt x="38817" y="112418"/>
                </a:lnTo>
                <a:lnTo>
                  <a:pt x="39661" y="112279"/>
                </a:lnTo>
                <a:lnTo>
                  <a:pt x="40496" y="112127"/>
                </a:lnTo>
                <a:lnTo>
                  <a:pt x="41324" y="111963"/>
                </a:lnTo>
                <a:lnTo>
                  <a:pt x="42144" y="111787"/>
                </a:lnTo>
                <a:lnTo>
                  <a:pt x="42956" y="111598"/>
                </a:lnTo>
                <a:lnTo>
                  <a:pt x="43761" y="111398"/>
                </a:lnTo>
                <a:lnTo>
                  <a:pt x="44557" y="111185"/>
                </a:lnTo>
                <a:lnTo>
                  <a:pt x="45346" y="110960"/>
                </a:lnTo>
                <a:lnTo>
                  <a:pt x="46127" y="110724"/>
                </a:lnTo>
                <a:lnTo>
                  <a:pt x="46900" y="110474"/>
                </a:lnTo>
                <a:lnTo>
                  <a:pt x="47666" y="110213"/>
                </a:lnTo>
                <a:lnTo>
                  <a:pt x="48423" y="109940"/>
                </a:lnTo>
                <a:lnTo>
                  <a:pt x="49173" y="109654"/>
                </a:lnTo>
                <a:lnTo>
                  <a:pt x="49915" y="109357"/>
                </a:lnTo>
                <a:lnTo>
                  <a:pt x="50647" y="109050"/>
                </a:lnTo>
                <a:lnTo>
                  <a:pt x="51371" y="108732"/>
                </a:lnTo>
                <a:lnTo>
                  <a:pt x="52085" y="108403"/>
                </a:lnTo>
                <a:lnTo>
                  <a:pt x="52791" y="108064"/>
                </a:lnTo>
                <a:lnTo>
                  <a:pt x="53487" y="107714"/>
                </a:lnTo>
                <a:lnTo>
                  <a:pt x="54175" y="107353"/>
                </a:lnTo>
                <a:lnTo>
                  <a:pt x="54854" y="106982"/>
                </a:lnTo>
                <a:lnTo>
                  <a:pt x="55524" y="106600"/>
                </a:lnTo>
                <a:lnTo>
                  <a:pt x="56184" y="106208"/>
                </a:lnTo>
                <a:lnTo>
                  <a:pt x="56836" y="105804"/>
                </a:lnTo>
                <a:lnTo>
                  <a:pt x="57479" y="105391"/>
                </a:lnTo>
                <a:lnTo>
                  <a:pt x="58113" y="104967"/>
                </a:lnTo>
                <a:lnTo>
                  <a:pt x="58738" y="104532"/>
                </a:lnTo>
                <a:lnTo>
                  <a:pt x="59354" y="104086"/>
                </a:lnTo>
                <a:lnTo>
                  <a:pt x="59961" y="103630"/>
                </a:lnTo>
                <a:lnTo>
                  <a:pt x="60560" y="103163"/>
                </a:lnTo>
                <a:lnTo>
                  <a:pt x="61149" y="102686"/>
                </a:lnTo>
                <a:lnTo>
                  <a:pt x="61729" y="102198"/>
                </a:lnTo>
                <a:lnTo>
                  <a:pt x="62300" y="101699"/>
                </a:lnTo>
                <a:lnTo>
                  <a:pt x="62863" y="101190"/>
                </a:lnTo>
                <a:lnTo>
                  <a:pt x="63416" y="100670"/>
                </a:lnTo>
                <a:lnTo>
                  <a:pt x="63961" y="100140"/>
                </a:lnTo>
                <a:lnTo>
                  <a:pt x="64496" y="99599"/>
                </a:lnTo>
                <a:lnTo>
                  <a:pt x="65022" y="99048"/>
                </a:lnTo>
                <a:lnTo>
                  <a:pt x="65537" y="98487"/>
                </a:lnTo>
                <a:lnTo>
                  <a:pt x="66042" y="97916"/>
                </a:lnTo>
                <a:lnTo>
                  <a:pt x="66537" y="97336"/>
                </a:lnTo>
                <a:lnTo>
                  <a:pt x="67022" y="96747"/>
                </a:lnTo>
                <a:lnTo>
                  <a:pt x="67496" y="96148"/>
                </a:lnTo>
                <a:lnTo>
                  <a:pt x="67959" y="95539"/>
                </a:lnTo>
                <a:lnTo>
                  <a:pt x="68413" y="94921"/>
                </a:lnTo>
                <a:lnTo>
                  <a:pt x="68856" y="94293"/>
                </a:lnTo>
                <a:lnTo>
                  <a:pt x="69288" y="93655"/>
                </a:lnTo>
                <a:lnTo>
                  <a:pt x="69711" y="93008"/>
                </a:lnTo>
                <a:lnTo>
                  <a:pt x="70122" y="92352"/>
                </a:lnTo>
                <a:lnTo>
                  <a:pt x="70524" y="91685"/>
                </a:lnTo>
                <a:lnTo>
                  <a:pt x="70915" y="91009"/>
                </a:lnTo>
                <a:lnTo>
                  <a:pt x="71296" y="90324"/>
                </a:lnTo>
                <a:lnTo>
                  <a:pt x="71666" y="89629"/>
                </a:lnTo>
                <a:lnTo>
                  <a:pt x="72026" y="88924"/>
                </a:lnTo>
                <a:lnTo>
                  <a:pt x="72376" y="88210"/>
                </a:lnTo>
                <a:lnTo>
                  <a:pt x="72716" y="87486"/>
                </a:lnTo>
                <a:lnTo>
                  <a:pt x="73045" y="86753"/>
                </a:lnTo>
                <a:lnTo>
                  <a:pt x="73363" y="86010"/>
                </a:lnTo>
                <a:lnTo>
                  <a:pt x="73672" y="85257"/>
                </a:lnTo>
                <a:lnTo>
                  <a:pt x="73969" y="84495"/>
                </a:lnTo>
                <a:lnTo>
                  <a:pt x="74257" y="83723"/>
                </a:lnTo>
                <a:lnTo>
                  <a:pt x="74534" y="82943"/>
                </a:lnTo>
                <a:lnTo>
                  <a:pt x="74798" y="82154"/>
                </a:lnTo>
                <a:lnTo>
                  <a:pt x="75051" y="81357"/>
                </a:lnTo>
                <a:lnTo>
                  <a:pt x="75292" y="80553"/>
                </a:lnTo>
                <a:lnTo>
                  <a:pt x="75522" y="79740"/>
                </a:lnTo>
                <a:lnTo>
                  <a:pt x="75740" y="78919"/>
                </a:lnTo>
                <a:lnTo>
                  <a:pt x="75945" y="78090"/>
                </a:lnTo>
                <a:lnTo>
                  <a:pt x="76140" y="77253"/>
                </a:lnTo>
                <a:lnTo>
                  <a:pt x="76322" y="76408"/>
                </a:lnTo>
                <a:lnTo>
                  <a:pt x="76493" y="75555"/>
                </a:lnTo>
                <a:lnTo>
                  <a:pt x="76651" y="74693"/>
                </a:lnTo>
                <a:lnTo>
                  <a:pt x="76799" y="73824"/>
                </a:lnTo>
                <a:lnTo>
                  <a:pt x="76934" y="72947"/>
                </a:lnTo>
                <a:lnTo>
                  <a:pt x="77057" y="72062"/>
                </a:lnTo>
                <a:lnTo>
                  <a:pt x="77169" y="71168"/>
                </a:lnTo>
                <a:lnTo>
                  <a:pt x="77269" y="70267"/>
                </a:lnTo>
                <a:lnTo>
                  <a:pt x="77357" y="69357"/>
                </a:lnTo>
                <a:lnTo>
                  <a:pt x="77434" y="68440"/>
                </a:lnTo>
                <a:lnTo>
                  <a:pt x="77499" y="67514"/>
                </a:lnTo>
                <a:lnTo>
                  <a:pt x="77552" y="66580"/>
                </a:lnTo>
                <a:lnTo>
                  <a:pt x="77593" y="65638"/>
                </a:lnTo>
                <a:lnTo>
                  <a:pt x="77622" y="64689"/>
                </a:lnTo>
                <a:lnTo>
                  <a:pt x="77640" y="63731"/>
                </a:lnTo>
                <a:lnTo>
                  <a:pt x="77646" y="62765"/>
                </a:lnTo>
                <a:lnTo>
                  <a:pt x="77646" y="56356"/>
                </a:lnTo>
                <a:lnTo>
                  <a:pt x="77640" y="55390"/>
                </a:lnTo>
                <a:lnTo>
                  <a:pt x="77622" y="54432"/>
                </a:lnTo>
                <a:lnTo>
                  <a:pt x="77593" y="53482"/>
                </a:lnTo>
                <a:lnTo>
                  <a:pt x="77552" y="52540"/>
                </a:lnTo>
                <a:lnTo>
                  <a:pt x="77499" y="51607"/>
                </a:lnTo>
                <a:lnTo>
                  <a:pt x="77434" y="50681"/>
                </a:lnTo>
                <a:lnTo>
                  <a:pt x="77357" y="49763"/>
                </a:lnTo>
                <a:lnTo>
                  <a:pt x="77269" y="48854"/>
                </a:lnTo>
                <a:lnTo>
                  <a:pt x="77169" y="47952"/>
                </a:lnTo>
                <a:lnTo>
                  <a:pt x="77057" y="47059"/>
                </a:lnTo>
                <a:lnTo>
                  <a:pt x="76934" y="46174"/>
                </a:lnTo>
                <a:lnTo>
                  <a:pt x="76799" y="45296"/>
                </a:lnTo>
                <a:lnTo>
                  <a:pt x="76651" y="44427"/>
                </a:lnTo>
                <a:lnTo>
                  <a:pt x="76493" y="43566"/>
                </a:lnTo>
                <a:lnTo>
                  <a:pt x="76322" y="42713"/>
                </a:lnTo>
                <a:lnTo>
                  <a:pt x="76140" y="41868"/>
                </a:lnTo>
                <a:lnTo>
                  <a:pt x="75945" y="41031"/>
                </a:lnTo>
                <a:lnTo>
                  <a:pt x="75740" y="40202"/>
                </a:lnTo>
                <a:lnTo>
                  <a:pt x="75522" y="39381"/>
                </a:lnTo>
                <a:lnTo>
                  <a:pt x="75292" y="38568"/>
                </a:lnTo>
                <a:lnTo>
                  <a:pt x="75051" y="37763"/>
                </a:lnTo>
                <a:lnTo>
                  <a:pt x="74798" y="36967"/>
                </a:lnTo>
                <a:lnTo>
                  <a:pt x="74534" y="36178"/>
                </a:lnTo>
                <a:lnTo>
                  <a:pt x="74257" y="35397"/>
                </a:lnTo>
                <a:lnTo>
                  <a:pt x="73970" y="34625"/>
                </a:lnTo>
                <a:lnTo>
                  <a:pt x="73672" y="33863"/>
                </a:lnTo>
                <a:lnTo>
                  <a:pt x="73364" y="33110"/>
                </a:lnTo>
                <a:lnTo>
                  <a:pt x="73047" y="32367"/>
                </a:lnTo>
                <a:lnTo>
                  <a:pt x="72719" y="31633"/>
                </a:lnTo>
                <a:lnTo>
                  <a:pt x="72381" y="30908"/>
                </a:lnTo>
                <a:lnTo>
                  <a:pt x="72033" y="30193"/>
                </a:lnTo>
                <a:lnTo>
                  <a:pt x="71675" y="29488"/>
                </a:lnTo>
                <a:lnTo>
                  <a:pt x="71306" y="28791"/>
                </a:lnTo>
                <a:lnTo>
                  <a:pt x="70928" y="28105"/>
                </a:lnTo>
                <a:lnTo>
                  <a:pt x="70539" y="27428"/>
                </a:lnTo>
                <a:lnTo>
                  <a:pt x="70141" y="26760"/>
                </a:lnTo>
                <a:lnTo>
                  <a:pt x="69732" y="26101"/>
                </a:lnTo>
                <a:lnTo>
                  <a:pt x="69313" y="25453"/>
                </a:lnTo>
                <a:lnTo>
                  <a:pt x="68884" y="24813"/>
                </a:lnTo>
                <a:lnTo>
                  <a:pt x="68445" y="24183"/>
                </a:lnTo>
                <a:lnTo>
                  <a:pt x="67996" y="23563"/>
                </a:lnTo>
                <a:lnTo>
                  <a:pt x="67537" y="22952"/>
                </a:lnTo>
                <a:lnTo>
                  <a:pt x="67068" y="22351"/>
                </a:lnTo>
                <a:lnTo>
                  <a:pt x="66588" y="21759"/>
                </a:lnTo>
                <a:lnTo>
                  <a:pt x="66099" y="21176"/>
                </a:lnTo>
                <a:lnTo>
                  <a:pt x="65599" y="20603"/>
                </a:lnTo>
                <a:lnTo>
                  <a:pt x="65090" y="20039"/>
                </a:lnTo>
                <a:lnTo>
                  <a:pt x="64570" y="19485"/>
                </a:lnTo>
                <a:lnTo>
                  <a:pt x="64041" y="18941"/>
                </a:lnTo>
                <a:lnTo>
                  <a:pt x="63503" y="18408"/>
                </a:lnTo>
                <a:lnTo>
                  <a:pt x="62958" y="17885"/>
                </a:lnTo>
                <a:lnTo>
                  <a:pt x="62404" y="17373"/>
                </a:lnTo>
                <a:lnTo>
                  <a:pt x="61841" y="16872"/>
                </a:lnTo>
                <a:lnTo>
                  <a:pt x="61271" y="16382"/>
                </a:lnTo>
                <a:lnTo>
                  <a:pt x="60692" y="15902"/>
                </a:lnTo>
                <a:lnTo>
                  <a:pt x="60105" y="15433"/>
                </a:lnTo>
                <a:lnTo>
                  <a:pt x="59509" y="14975"/>
                </a:lnTo>
                <a:lnTo>
                  <a:pt x="58905" y="14528"/>
                </a:lnTo>
                <a:lnTo>
                  <a:pt x="58293" y="14091"/>
                </a:lnTo>
                <a:lnTo>
                  <a:pt x="57673" y="13665"/>
                </a:lnTo>
                <a:lnTo>
                  <a:pt x="57044" y="13250"/>
                </a:lnTo>
                <a:lnTo>
                  <a:pt x="56407" y="12846"/>
                </a:lnTo>
                <a:lnTo>
                  <a:pt x="55761" y="12452"/>
                </a:lnTo>
                <a:lnTo>
                  <a:pt x="55108" y="12069"/>
                </a:lnTo>
                <a:lnTo>
                  <a:pt x="54445" y="11697"/>
                </a:lnTo>
                <a:lnTo>
                  <a:pt x="53775" y="11336"/>
                </a:lnTo>
                <a:lnTo>
                  <a:pt x="53096" y="10985"/>
                </a:lnTo>
                <a:lnTo>
                  <a:pt x="52409" y="10645"/>
                </a:lnTo>
                <a:lnTo>
                  <a:pt x="51714" y="10316"/>
                </a:lnTo>
                <a:lnTo>
                  <a:pt x="51011" y="9997"/>
                </a:lnTo>
                <a:lnTo>
                  <a:pt x="50299" y="9690"/>
                </a:lnTo>
                <a:lnTo>
                  <a:pt x="49578" y="9393"/>
                </a:lnTo>
                <a:lnTo>
                  <a:pt x="48851" y="9107"/>
                </a:lnTo>
                <a:lnTo>
                  <a:pt x="48117" y="8834"/>
                </a:lnTo>
                <a:lnTo>
                  <a:pt x="47376" y="8572"/>
                </a:lnTo>
                <a:lnTo>
                  <a:pt x="46630" y="8323"/>
                </a:lnTo>
                <a:lnTo>
                  <a:pt x="45876" y="8086"/>
                </a:lnTo>
                <a:lnTo>
                  <a:pt x="45117" y="7862"/>
                </a:lnTo>
                <a:lnTo>
                  <a:pt x="44351" y="7649"/>
                </a:lnTo>
                <a:lnTo>
                  <a:pt x="43579" y="7449"/>
                </a:lnTo>
                <a:lnTo>
                  <a:pt x="42800" y="7260"/>
                </a:lnTo>
                <a:lnTo>
                  <a:pt x="42015" y="7084"/>
                </a:lnTo>
                <a:lnTo>
                  <a:pt x="41223" y="6920"/>
                </a:lnTo>
                <a:lnTo>
                  <a:pt x="40425" y="6768"/>
                </a:lnTo>
                <a:lnTo>
                  <a:pt x="39621" y="6628"/>
                </a:lnTo>
                <a:lnTo>
                  <a:pt x="38810" y="6501"/>
                </a:lnTo>
                <a:lnTo>
                  <a:pt x="37993" y="6385"/>
                </a:lnTo>
                <a:lnTo>
                  <a:pt x="37169" y="6282"/>
                </a:lnTo>
                <a:lnTo>
                  <a:pt x="36340" y="6191"/>
                </a:lnTo>
                <a:lnTo>
                  <a:pt x="35503" y="6112"/>
                </a:lnTo>
                <a:lnTo>
                  <a:pt x="34661" y="6045"/>
                </a:lnTo>
                <a:lnTo>
                  <a:pt x="33811" y="5991"/>
                </a:lnTo>
                <a:lnTo>
                  <a:pt x="32956" y="5948"/>
                </a:lnTo>
                <a:lnTo>
                  <a:pt x="32094" y="5918"/>
                </a:lnTo>
                <a:lnTo>
                  <a:pt x="31226" y="5899"/>
                </a:lnTo>
                <a:lnTo>
                  <a:pt x="30351" y="5893"/>
                </a:lnTo>
                <a:lnTo>
                  <a:pt x="14218" y="5893"/>
                </a:lnTo>
                <a:lnTo>
                  <a:pt x="6188" y="5893"/>
                </a:lnTo>
                <a:lnTo>
                  <a:pt x="0" y="5893"/>
                </a:lnTo>
                <a:lnTo>
                  <a:pt x="0" y="113154"/>
                </a:lnTo>
                <a:close/>
                <a:moveTo>
                  <a:pt x="31011" y="17537"/>
                </a:moveTo>
                <a:lnTo>
                  <a:pt x="31665" y="17551"/>
                </a:lnTo>
                <a:lnTo>
                  <a:pt x="32312" y="17573"/>
                </a:lnTo>
                <a:lnTo>
                  <a:pt x="32953" y="17605"/>
                </a:lnTo>
                <a:lnTo>
                  <a:pt x="33588" y="17645"/>
                </a:lnTo>
                <a:lnTo>
                  <a:pt x="34216" y="17694"/>
                </a:lnTo>
                <a:lnTo>
                  <a:pt x="34839" y="17752"/>
                </a:lnTo>
                <a:lnTo>
                  <a:pt x="35455" y="17819"/>
                </a:lnTo>
                <a:lnTo>
                  <a:pt x="36064" y="17895"/>
                </a:lnTo>
                <a:lnTo>
                  <a:pt x="36668" y="17981"/>
                </a:lnTo>
                <a:lnTo>
                  <a:pt x="37265" y="18075"/>
                </a:lnTo>
                <a:lnTo>
                  <a:pt x="37856" y="18177"/>
                </a:lnTo>
                <a:lnTo>
                  <a:pt x="38441" y="18289"/>
                </a:lnTo>
                <a:lnTo>
                  <a:pt x="39019" y="18410"/>
                </a:lnTo>
                <a:lnTo>
                  <a:pt x="39591" y="18540"/>
                </a:lnTo>
                <a:lnTo>
                  <a:pt x="40157" y="18679"/>
                </a:lnTo>
                <a:lnTo>
                  <a:pt x="40717" y="18827"/>
                </a:lnTo>
                <a:lnTo>
                  <a:pt x="41270" y="18983"/>
                </a:lnTo>
                <a:lnTo>
                  <a:pt x="41817" y="19149"/>
                </a:lnTo>
                <a:lnTo>
                  <a:pt x="42358" y="19323"/>
                </a:lnTo>
                <a:lnTo>
                  <a:pt x="42892" y="19507"/>
                </a:lnTo>
                <a:lnTo>
                  <a:pt x="43421" y="19699"/>
                </a:lnTo>
                <a:lnTo>
                  <a:pt x="43943" y="19901"/>
                </a:lnTo>
                <a:lnTo>
                  <a:pt x="44458" y="20111"/>
                </a:lnTo>
                <a:lnTo>
                  <a:pt x="44968" y="20330"/>
                </a:lnTo>
                <a:lnTo>
                  <a:pt x="45471" y="20558"/>
                </a:lnTo>
                <a:lnTo>
                  <a:pt x="45967" y="20793"/>
                </a:lnTo>
                <a:lnTo>
                  <a:pt x="46457" y="21037"/>
                </a:lnTo>
                <a:lnTo>
                  <a:pt x="46940" y="21290"/>
                </a:lnTo>
                <a:lnTo>
                  <a:pt x="47417" y="21550"/>
                </a:lnTo>
                <a:lnTo>
                  <a:pt x="47887" y="21819"/>
                </a:lnTo>
                <a:lnTo>
                  <a:pt x="48351" y="22096"/>
                </a:lnTo>
                <a:lnTo>
                  <a:pt x="48808" y="22382"/>
                </a:lnTo>
                <a:lnTo>
                  <a:pt x="49258" y="22676"/>
                </a:lnTo>
                <a:lnTo>
                  <a:pt x="49702" y="22978"/>
                </a:lnTo>
                <a:lnTo>
                  <a:pt x="50140" y="23288"/>
                </a:lnTo>
                <a:lnTo>
                  <a:pt x="50571" y="23607"/>
                </a:lnTo>
                <a:lnTo>
                  <a:pt x="50996" y="23934"/>
                </a:lnTo>
                <a:lnTo>
                  <a:pt x="51414" y="24269"/>
                </a:lnTo>
                <a:lnTo>
                  <a:pt x="51825" y="24613"/>
                </a:lnTo>
                <a:lnTo>
                  <a:pt x="52230" y="24965"/>
                </a:lnTo>
                <a:lnTo>
                  <a:pt x="52629" y="25326"/>
                </a:lnTo>
                <a:lnTo>
                  <a:pt x="53021" y="25694"/>
                </a:lnTo>
                <a:lnTo>
                  <a:pt x="53406" y="26071"/>
                </a:lnTo>
                <a:lnTo>
                  <a:pt x="53785" y="26456"/>
                </a:lnTo>
                <a:lnTo>
                  <a:pt x="54157" y="26850"/>
                </a:lnTo>
                <a:lnTo>
                  <a:pt x="54523" y="27252"/>
                </a:lnTo>
                <a:lnTo>
                  <a:pt x="54882" y="27662"/>
                </a:lnTo>
                <a:lnTo>
                  <a:pt x="55235" y="28080"/>
                </a:lnTo>
                <a:lnTo>
                  <a:pt x="55580" y="28506"/>
                </a:lnTo>
                <a:lnTo>
                  <a:pt x="55918" y="28940"/>
                </a:lnTo>
                <a:lnTo>
                  <a:pt x="56249" y="29381"/>
                </a:lnTo>
                <a:lnTo>
                  <a:pt x="56573" y="29830"/>
                </a:lnTo>
                <a:lnTo>
                  <a:pt x="56890" y="30287"/>
                </a:lnTo>
                <a:lnTo>
                  <a:pt x="57199" y="30751"/>
                </a:lnTo>
                <a:lnTo>
                  <a:pt x="57502" y="31223"/>
                </a:lnTo>
                <a:lnTo>
                  <a:pt x="57797" y="31702"/>
                </a:lnTo>
                <a:lnTo>
                  <a:pt x="58085" y="32190"/>
                </a:lnTo>
                <a:lnTo>
                  <a:pt x="58366" y="32685"/>
                </a:lnTo>
                <a:lnTo>
                  <a:pt x="58639" y="33187"/>
                </a:lnTo>
                <a:lnTo>
                  <a:pt x="58906" y="33698"/>
                </a:lnTo>
                <a:lnTo>
                  <a:pt x="59165" y="34216"/>
                </a:lnTo>
                <a:lnTo>
                  <a:pt x="59418" y="34741"/>
                </a:lnTo>
                <a:lnTo>
                  <a:pt x="59663" y="35275"/>
                </a:lnTo>
                <a:lnTo>
                  <a:pt x="59901" y="35816"/>
                </a:lnTo>
                <a:lnTo>
                  <a:pt x="60131" y="36364"/>
                </a:lnTo>
                <a:lnTo>
                  <a:pt x="60355" y="36921"/>
                </a:lnTo>
                <a:lnTo>
                  <a:pt x="60571" y="37485"/>
                </a:lnTo>
                <a:lnTo>
                  <a:pt x="60780" y="38056"/>
                </a:lnTo>
                <a:lnTo>
                  <a:pt x="60982" y="38636"/>
                </a:lnTo>
                <a:lnTo>
                  <a:pt x="61177" y="39223"/>
                </a:lnTo>
                <a:lnTo>
                  <a:pt x="61365" y="39817"/>
                </a:lnTo>
                <a:lnTo>
                  <a:pt x="61545" y="40419"/>
                </a:lnTo>
                <a:lnTo>
                  <a:pt x="61718" y="41029"/>
                </a:lnTo>
                <a:lnTo>
                  <a:pt x="61883" y="41645"/>
                </a:lnTo>
                <a:lnTo>
                  <a:pt x="62040" y="42268"/>
                </a:lnTo>
                <a:lnTo>
                  <a:pt x="62190" y="42898"/>
                </a:lnTo>
                <a:lnTo>
                  <a:pt x="62332" y="43535"/>
                </a:lnTo>
                <a:lnTo>
                  <a:pt x="62466" y="44180"/>
                </a:lnTo>
                <a:lnTo>
                  <a:pt x="62593" y="44831"/>
                </a:lnTo>
                <a:lnTo>
                  <a:pt x="62712" y="45489"/>
                </a:lnTo>
                <a:lnTo>
                  <a:pt x="62823" y="46155"/>
                </a:lnTo>
                <a:lnTo>
                  <a:pt x="62927" y="46827"/>
                </a:lnTo>
                <a:lnTo>
                  <a:pt x="63023" y="47506"/>
                </a:lnTo>
                <a:lnTo>
                  <a:pt x="63111" y="48193"/>
                </a:lnTo>
                <a:lnTo>
                  <a:pt x="63192" y="48886"/>
                </a:lnTo>
                <a:lnTo>
                  <a:pt x="63264" y="49587"/>
                </a:lnTo>
                <a:lnTo>
                  <a:pt x="63330" y="50295"/>
                </a:lnTo>
                <a:lnTo>
                  <a:pt x="63387" y="51009"/>
                </a:lnTo>
                <a:lnTo>
                  <a:pt x="63437" y="51731"/>
                </a:lnTo>
                <a:lnTo>
                  <a:pt x="63479" y="52459"/>
                </a:lnTo>
                <a:lnTo>
                  <a:pt x="63514" y="53195"/>
                </a:lnTo>
                <a:lnTo>
                  <a:pt x="63541" y="53938"/>
                </a:lnTo>
                <a:lnTo>
                  <a:pt x="63560" y="54688"/>
                </a:lnTo>
                <a:lnTo>
                  <a:pt x="63571" y="55445"/>
                </a:lnTo>
                <a:lnTo>
                  <a:pt x="63575" y="56208"/>
                </a:lnTo>
                <a:lnTo>
                  <a:pt x="63575" y="62765"/>
                </a:lnTo>
                <a:lnTo>
                  <a:pt x="63568" y="63736"/>
                </a:lnTo>
                <a:lnTo>
                  <a:pt x="63548" y="64696"/>
                </a:lnTo>
                <a:lnTo>
                  <a:pt x="63515" y="65647"/>
                </a:lnTo>
                <a:lnTo>
                  <a:pt x="63468" y="66586"/>
                </a:lnTo>
                <a:lnTo>
                  <a:pt x="63407" y="67516"/>
                </a:lnTo>
                <a:lnTo>
                  <a:pt x="63333" y="68435"/>
                </a:lnTo>
                <a:lnTo>
                  <a:pt x="63246" y="69344"/>
                </a:lnTo>
                <a:lnTo>
                  <a:pt x="63145" y="70242"/>
                </a:lnTo>
                <a:lnTo>
                  <a:pt x="63031" y="71130"/>
                </a:lnTo>
                <a:lnTo>
                  <a:pt x="62904" y="72008"/>
                </a:lnTo>
                <a:lnTo>
                  <a:pt x="62763" y="72875"/>
                </a:lnTo>
                <a:lnTo>
                  <a:pt x="62608" y="73732"/>
                </a:lnTo>
                <a:lnTo>
                  <a:pt x="62440" y="74579"/>
                </a:lnTo>
                <a:lnTo>
                  <a:pt x="62259" y="75415"/>
                </a:lnTo>
                <a:lnTo>
                  <a:pt x="62064" y="76241"/>
                </a:lnTo>
                <a:lnTo>
                  <a:pt x="61856" y="77056"/>
                </a:lnTo>
                <a:lnTo>
                  <a:pt x="61635" y="77862"/>
                </a:lnTo>
                <a:lnTo>
                  <a:pt x="61400" y="78656"/>
                </a:lnTo>
                <a:lnTo>
                  <a:pt x="61151" y="79441"/>
                </a:lnTo>
                <a:lnTo>
                  <a:pt x="60889" y="80215"/>
                </a:lnTo>
                <a:lnTo>
                  <a:pt x="60614" y="80979"/>
                </a:lnTo>
                <a:lnTo>
                  <a:pt x="60325" y="81732"/>
                </a:lnTo>
                <a:lnTo>
                  <a:pt x="60023" y="82475"/>
                </a:lnTo>
                <a:lnTo>
                  <a:pt x="59708" y="83208"/>
                </a:lnTo>
                <a:lnTo>
                  <a:pt x="59379" y="83928"/>
                </a:lnTo>
                <a:lnTo>
                  <a:pt x="59037" y="84635"/>
                </a:lnTo>
                <a:lnTo>
                  <a:pt x="58681" y="85329"/>
                </a:lnTo>
                <a:lnTo>
                  <a:pt x="58313" y="86009"/>
                </a:lnTo>
                <a:lnTo>
                  <a:pt x="57931" y="86676"/>
                </a:lnTo>
                <a:lnTo>
                  <a:pt x="57537" y="87328"/>
                </a:lnTo>
                <a:lnTo>
                  <a:pt x="57129" y="87968"/>
                </a:lnTo>
                <a:lnTo>
                  <a:pt x="56708" y="88594"/>
                </a:lnTo>
                <a:lnTo>
                  <a:pt x="56273" y="89206"/>
                </a:lnTo>
                <a:lnTo>
                  <a:pt x="55826" y="89804"/>
                </a:lnTo>
                <a:lnTo>
                  <a:pt x="55365" y="90390"/>
                </a:lnTo>
                <a:lnTo>
                  <a:pt x="54892" y="90961"/>
                </a:lnTo>
                <a:lnTo>
                  <a:pt x="54405" y="91519"/>
                </a:lnTo>
                <a:lnTo>
                  <a:pt x="53905" y="92064"/>
                </a:lnTo>
                <a:lnTo>
                  <a:pt x="53391" y="92594"/>
                </a:lnTo>
                <a:lnTo>
                  <a:pt x="52865" y="93112"/>
                </a:lnTo>
                <a:lnTo>
                  <a:pt x="52325" y="93616"/>
                </a:lnTo>
                <a:lnTo>
                  <a:pt x="51772" y="94106"/>
                </a:lnTo>
                <a:lnTo>
                  <a:pt x="51206" y="94582"/>
                </a:lnTo>
                <a:lnTo>
                  <a:pt x="50627" y="95046"/>
                </a:lnTo>
                <a:lnTo>
                  <a:pt x="50035" y="95495"/>
                </a:lnTo>
                <a:lnTo>
                  <a:pt x="49429" y="95931"/>
                </a:lnTo>
                <a:lnTo>
                  <a:pt x="48811" y="96354"/>
                </a:lnTo>
                <a:lnTo>
                  <a:pt x="48179" y="96762"/>
                </a:lnTo>
                <a:lnTo>
                  <a:pt x="47534" y="97156"/>
                </a:lnTo>
                <a:lnTo>
                  <a:pt x="46875" y="97533"/>
                </a:lnTo>
                <a:lnTo>
                  <a:pt x="46203" y="97893"/>
                </a:lnTo>
                <a:lnTo>
                  <a:pt x="45518" y="98237"/>
                </a:lnTo>
                <a:lnTo>
                  <a:pt x="44820" y="98564"/>
                </a:lnTo>
                <a:lnTo>
                  <a:pt x="44109" y="98874"/>
                </a:lnTo>
                <a:lnTo>
                  <a:pt x="43384" y="99167"/>
                </a:lnTo>
                <a:lnTo>
                  <a:pt x="42645" y="99443"/>
                </a:lnTo>
                <a:lnTo>
                  <a:pt x="41894" y="99703"/>
                </a:lnTo>
                <a:lnTo>
                  <a:pt x="41129" y="99946"/>
                </a:lnTo>
                <a:lnTo>
                  <a:pt x="40351" y="100172"/>
                </a:lnTo>
                <a:lnTo>
                  <a:pt x="39560" y="100381"/>
                </a:lnTo>
                <a:lnTo>
                  <a:pt x="38755" y="100574"/>
                </a:lnTo>
                <a:lnTo>
                  <a:pt x="37937" y="100750"/>
                </a:lnTo>
                <a:lnTo>
                  <a:pt x="37105" y="100909"/>
                </a:lnTo>
                <a:lnTo>
                  <a:pt x="36261" y="101052"/>
                </a:lnTo>
                <a:lnTo>
                  <a:pt x="35403" y="101177"/>
                </a:lnTo>
                <a:lnTo>
                  <a:pt x="34532" y="101286"/>
                </a:lnTo>
                <a:lnTo>
                  <a:pt x="33647" y="101378"/>
                </a:lnTo>
                <a:lnTo>
                  <a:pt x="32749" y="101454"/>
                </a:lnTo>
                <a:lnTo>
                  <a:pt x="31838" y="101512"/>
                </a:lnTo>
                <a:lnTo>
                  <a:pt x="30914" y="101554"/>
                </a:lnTo>
                <a:lnTo>
                  <a:pt x="29976" y="101579"/>
                </a:lnTo>
                <a:lnTo>
                  <a:pt x="29025" y="101588"/>
                </a:lnTo>
                <a:lnTo>
                  <a:pt x="14218" y="101588"/>
                </a:lnTo>
                <a:lnTo>
                  <a:pt x="14218" y="17533"/>
                </a:lnTo>
                <a:lnTo>
                  <a:pt x="30351" y="17533"/>
                </a:lnTo>
                <a:lnTo>
                  <a:pt x="31011" y="17537"/>
                </a:lnTo>
                <a:close/>
                <a:moveTo>
                  <a:pt x="512383" y="54117"/>
                </a:moveTo>
                <a:lnTo>
                  <a:pt x="512550" y="53776"/>
                </a:lnTo>
                <a:lnTo>
                  <a:pt x="512722" y="53439"/>
                </a:lnTo>
                <a:lnTo>
                  <a:pt x="512898" y="53105"/>
                </a:lnTo>
                <a:lnTo>
                  <a:pt x="513080" y="52776"/>
                </a:lnTo>
                <a:lnTo>
                  <a:pt x="513266" y="52450"/>
                </a:lnTo>
                <a:lnTo>
                  <a:pt x="513456" y="52127"/>
                </a:lnTo>
                <a:lnTo>
                  <a:pt x="513652" y="51809"/>
                </a:lnTo>
                <a:lnTo>
                  <a:pt x="513852" y="51494"/>
                </a:lnTo>
                <a:lnTo>
                  <a:pt x="514058" y="51183"/>
                </a:lnTo>
                <a:lnTo>
                  <a:pt x="514269" y="50879"/>
                </a:lnTo>
                <a:lnTo>
                  <a:pt x="514485" y="50580"/>
                </a:lnTo>
                <a:lnTo>
                  <a:pt x="514708" y="50286"/>
                </a:lnTo>
                <a:lnTo>
                  <a:pt x="514935" y="49999"/>
                </a:lnTo>
                <a:lnTo>
                  <a:pt x="515169" y="49716"/>
                </a:lnTo>
                <a:lnTo>
                  <a:pt x="515408" y="49440"/>
                </a:lnTo>
                <a:lnTo>
                  <a:pt x="515653" y="49169"/>
                </a:lnTo>
                <a:lnTo>
                  <a:pt x="515903" y="48904"/>
                </a:lnTo>
                <a:lnTo>
                  <a:pt x="516159" y="48644"/>
                </a:lnTo>
                <a:lnTo>
                  <a:pt x="516421" y="48390"/>
                </a:lnTo>
                <a:lnTo>
                  <a:pt x="516688" y="48142"/>
                </a:lnTo>
                <a:lnTo>
                  <a:pt x="516961" y="47899"/>
                </a:lnTo>
                <a:lnTo>
                  <a:pt x="517240" y="47662"/>
                </a:lnTo>
                <a:lnTo>
                  <a:pt x="517524" y="47430"/>
                </a:lnTo>
                <a:lnTo>
                  <a:pt x="517814" y="47205"/>
                </a:lnTo>
                <a:lnTo>
                  <a:pt x="518109" y="46984"/>
                </a:lnTo>
                <a:lnTo>
                  <a:pt x="518410" y="46770"/>
                </a:lnTo>
                <a:lnTo>
                  <a:pt x="518717" y="46561"/>
                </a:lnTo>
                <a:lnTo>
                  <a:pt x="519029" y="46357"/>
                </a:lnTo>
                <a:lnTo>
                  <a:pt x="519347" y="46160"/>
                </a:lnTo>
                <a:lnTo>
                  <a:pt x="519671" y="45968"/>
                </a:lnTo>
                <a:lnTo>
                  <a:pt x="520000" y="45781"/>
                </a:lnTo>
                <a:lnTo>
                  <a:pt x="520335" y="45600"/>
                </a:lnTo>
                <a:lnTo>
                  <a:pt x="520676" y="45426"/>
                </a:lnTo>
                <a:lnTo>
                  <a:pt x="521024" y="45259"/>
                </a:lnTo>
                <a:lnTo>
                  <a:pt x="521379" y="45100"/>
                </a:lnTo>
                <a:lnTo>
                  <a:pt x="521741" y="44948"/>
                </a:lnTo>
                <a:lnTo>
                  <a:pt x="522109" y="44803"/>
                </a:lnTo>
                <a:lnTo>
                  <a:pt x="522485" y="44666"/>
                </a:lnTo>
                <a:lnTo>
                  <a:pt x="522868" y="44536"/>
                </a:lnTo>
                <a:lnTo>
                  <a:pt x="523257" y="44413"/>
                </a:lnTo>
                <a:lnTo>
                  <a:pt x="523653" y="44298"/>
                </a:lnTo>
                <a:lnTo>
                  <a:pt x="524057" y="44191"/>
                </a:lnTo>
                <a:lnTo>
                  <a:pt x="524467" y="44091"/>
                </a:lnTo>
                <a:lnTo>
                  <a:pt x="524884" y="43998"/>
                </a:lnTo>
                <a:lnTo>
                  <a:pt x="525308" y="43913"/>
                </a:lnTo>
                <a:lnTo>
                  <a:pt x="525739" y="43835"/>
                </a:lnTo>
                <a:lnTo>
                  <a:pt x="526177" y="43764"/>
                </a:lnTo>
                <a:lnTo>
                  <a:pt x="526621" y="43701"/>
                </a:lnTo>
                <a:lnTo>
                  <a:pt x="527073" y="43646"/>
                </a:lnTo>
                <a:lnTo>
                  <a:pt x="527531" y="43597"/>
                </a:lnTo>
                <a:lnTo>
                  <a:pt x="527997" y="43557"/>
                </a:lnTo>
                <a:lnTo>
                  <a:pt x="528469" y="43523"/>
                </a:lnTo>
                <a:lnTo>
                  <a:pt x="528948" y="43497"/>
                </a:lnTo>
                <a:lnTo>
                  <a:pt x="529434" y="43479"/>
                </a:lnTo>
                <a:lnTo>
                  <a:pt x="529927" y="43468"/>
                </a:lnTo>
                <a:lnTo>
                  <a:pt x="530427" y="43464"/>
                </a:lnTo>
                <a:lnTo>
                  <a:pt x="530855" y="43467"/>
                </a:lnTo>
                <a:lnTo>
                  <a:pt x="531278" y="43476"/>
                </a:lnTo>
                <a:lnTo>
                  <a:pt x="531696" y="43491"/>
                </a:lnTo>
                <a:lnTo>
                  <a:pt x="532109" y="43512"/>
                </a:lnTo>
                <a:lnTo>
                  <a:pt x="532518" y="43539"/>
                </a:lnTo>
                <a:lnTo>
                  <a:pt x="532923" y="43572"/>
                </a:lnTo>
                <a:lnTo>
                  <a:pt x="533323" y="43611"/>
                </a:lnTo>
                <a:lnTo>
                  <a:pt x="533718" y="43656"/>
                </a:lnTo>
                <a:lnTo>
                  <a:pt x="534108" y="43707"/>
                </a:lnTo>
                <a:lnTo>
                  <a:pt x="534494" y="43764"/>
                </a:lnTo>
                <a:lnTo>
                  <a:pt x="534876" y="43828"/>
                </a:lnTo>
                <a:lnTo>
                  <a:pt x="535253" y="43897"/>
                </a:lnTo>
                <a:lnTo>
                  <a:pt x="535625" y="43972"/>
                </a:lnTo>
                <a:lnTo>
                  <a:pt x="535992" y="44053"/>
                </a:lnTo>
                <a:lnTo>
                  <a:pt x="536355" y="44140"/>
                </a:lnTo>
                <a:lnTo>
                  <a:pt x="536714" y="44233"/>
                </a:lnTo>
                <a:lnTo>
                  <a:pt x="537067" y="44333"/>
                </a:lnTo>
                <a:lnTo>
                  <a:pt x="537417" y="44438"/>
                </a:lnTo>
                <a:lnTo>
                  <a:pt x="537761" y="44549"/>
                </a:lnTo>
                <a:lnTo>
                  <a:pt x="538101" y="44666"/>
                </a:lnTo>
                <a:lnTo>
                  <a:pt x="538436" y="44789"/>
                </a:lnTo>
                <a:lnTo>
                  <a:pt x="538767" y="44919"/>
                </a:lnTo>
                <a:lnTo>
                  <a:pt x="539093" y="45054"/>
                </a:lnTo>
                <a:lnTo>
                  <a:pt x="539415" y="45195"/>
                </a:lnTo>
                <a:lnTo>
                  <a:pt x="539731" y="45343"/>
                </a:lnTo>
                <a:lnTo>
                  <a:pt x="540041" y="45498"/>
                </a:lnTo>
                <a:lnTo>
                  <a:pt x="540345" y="45660"/>
                </a:lnTo>
                <a:lnTo>
                  <a:pt x="540644" y="45828"/>
                </a:lnTo>
                <a:lnTo>
                  <a:pt x="540936" y="46004"/>
                </a:lnTo>
                <a:lnTo>
                  <a:pt x="541222" y="46187"/>
                </a:lnTo>
                <a:lnTo>
                  <a:pt x="541502" y="46377"/>
                </a:lnTo>
                <a:lnTo>
                  <a:pt x="541776" y="46574"/>
                </a:lnTo>
                <a:lnTo>
                  <a:pt x="542044" y="46778"/>
                </a:lnTo>
                <a:lnTo>
                  <a:pt x="542307" y="46989"/>
                </a:lnTo>
                <a:lnTo>
                  <a:pt x="542563" y="47208"/>
                </a:lnTo>
                <a:lnTo>
                  <a:pt x="542813" y="47433"/>
                </a:lnTo>
                <a:lnTo>
                  <a:pt x="543057" y="47665"/>
                </a:lnTo>
                <a:lnTo>
                  <a:pt x="543295" y="47904"/>
                </a:lnTo>
                <a:lnTo>
                  <a:pt x="543527" y="48150"/>
                </a:lnTo>
                <a:lnTo>
                  <a:pt x="543753" y="48404"/>
                </a:lnTo>
                <a:lnTo>
                  <a:pt x="543973" y="48664"/>
                </a:lnTo>
                <a:lnTo>
                  <a:pt x="544187" y="48931"/>
                </a:lnTo>
                <a:lnTo>
                  <a:pt x="544395" y="49206"/>
                </a:lnTo>
                <a:lnTo>
                  <a:pt x="544597" y="49487"/>
                </a:lnTo>
                <a:lnTo>
                  <a:pt x="544793" y="49776"/>
                </a:lnTo>
                <a:lnTo>
                  <a:pt x="544983" y="50071"/>
                </a:lnTo>
                <a:lnTo>
                  <a:pt x="545167" y="50374"/>
                </a:lnTo>
                <a:lnTo>
                  <a:pt x="545345" y="50683"/>
                </a:lnTo>
                <a:lnTo>
                  <a:pt x="545516" y="51001"/>
                </a:lnTo>
                <a:lnTo>
                  <a:pt x="545680" y="51327"/>
                </a:lnTo>
                <a:lnTo>
                  <a:pt x="545837" y="51662"/>
                </a:lnTo>
                <a:lnTo>
                  <a:pt x="545987" y="52005"/>
                </a:lnTo>
                <a:lnTo>
                  <a:pt x="546129" y="52357"/>
                </a:lnTo>
                <a:lnTo>
                  <a:pt x="546264" y="52718"/>
                </a:lnTo>
                <a:lnTo>
                  <a:pt x="546391" y="53088"/>
                </a:lnTo>
                <a:lnTo>
                  <a:pt x="546512" y="53466"/>
                </a:lnTo>
                <a:lnTo>
                  <a:pt x="546624" y="53853"/>
                </a:lnTo>
                <a:lnTo>
                  <a:pt x="546730" y="54249"/>
                </a:lnTo>
                <a:lnTo>
                  <a:pt x="546829" y="54653"/>
                </a:lnTo>
                <a:lnTo>
                  <a:pt x="546920" y="55067"/>
                </a:lnTo>
                <a:lnTo>
                  <a:pt x="547004" y="55488"/>
                </a:lnTo>
                <a:lnTo>
                  <a:pt x="547080" y="55919"/>
                </a:lnTo>
                <a:lnTo>
                  <a:pt x="547149" y="56358"/>
                </a:lnTo>
                <a:lnTo>
                  <a:pt x="547211" y="56806"/>
                </a:lnTo>
                <a:lnTo>
                  <a:pt x="547266" y="57263"/>
                </a:lnTo>
                <a:lnTo>
                  <a:pt x="547313" y="57728"/>
                </a:lnTo>
                <a:lnTo>
                  <a:pt x="547354" y="58202"/>
                </a:lnTo>
                <a:lnTo>
                  <a:pt x="547386" y="58684"/>
                </a:lnTo>
                <a:lnTo>
                  <a:pt x="547412" y="59176"/>
                </a:lnTo>
                <a:lnTo>
                  <a:pt x="547430" y="59676"/>
                </a:lnTo>
                <a:lnTo>
                  <a:pt x="547441" y="60185"/>
                </a:lnTo>
                <a:lnTo>
                  <a:pt x="547445" y="60702"/>
                </a:lnTo>
                <a:lnTo>
                  <a:pt x="547445" y="113154"/>
                </a:lnTo>
                <a:lnTo>
                  <a:pt x="561073" y="113154"/>
                </a:lnTo>
                <a:lnTo>
                  <a:pt x="561073" y="60104"/>
                </a:lnTo>
                <a:lnTo>
                  <a:pt x="561097" y="59899"/>
                </a:lnTo>
                <a:lnTo>
                  <a:pt x="561137" y="59588"/>
                </a:lnTo>
                <a:lnTo>
                  <a:pt x="561181" y="59279"/>
                </a:lnTo>
                <a:lnTo>
                  <a:pt x="561230" y="58971"/>
                </a:lnTo>
                <a:lnTo>
                  <a:pt x="561282" y="58665"/>
                </a:lnTo>
                <a:lnTo>
                  <a:pt x="561339" y="58360"/>
                </a:lnTo>
                <a:lnTo>
                  <a:pt x="561401" y="58057"/>
                </a:lnTo>
                <a:lnTo>
                  <a:pt x="561466" y="57755"/>
                </a:lnTo>
                <a:lnTo>
                  <a:pt x="561536" y="57455"/>
                </a:lnTo>
                <a:lnTo>
                  <a:pt x="561610" y="57157"/>
                </a:lnTo>
                <a:lnTo>
                  <a:pt x="561688" y="56860"/>
                </a:lnTo>
                <a:lnTo>
                  <a:pt x="561770" y="56564"/>
                </a:lnTo>
                <a:lnTo>
                  <a:pt x="561856" y="56271"/>
                </a:lnTo>
                <a:lnTo>
                  <a:pt x="561947" y="55978"/>
                </a:lnTo>
                <a:lnTo>
                  <a:pt x="562042" y="55687"/>
                </a:lnTo>
                <a:lnTo>
                  <a:pt x="562141" y="55398"/>
                </a:lnTo>
                <a:lnTo>
                  <a:pt x="562245" y="55111"/>
                </a:lnTo>
                <a:lnTo>
                  <a:pt x="562352" y="54826"/>
                </a:lnTo>
                <a:lnTo>
                  <a:pt x="562463" y="54545"/>
                </a:lnTo>
                <a:lnTo>
                  <a:pt x="562578" y="54265"/>
                </a:lnTo>
                <a:lnTo>
                  <a:pt x="562697" y="53989"/>
                </a:lnTo>
                <a:lnTo>
                  <a:pt x="562820" y="53715"/>
                </a:lnTo>
                <a:lnTo>
                  <a:pt x="562948" y="53444"/>
                </a:lnTo>
                <a:lnTo>
                  <a:pt x="563079" y="53176"/>
                </a:lnTo>
                <a:lnTo>
                  <a:pt x="563214" y="52910"/>
                </a:lnTo>
                <a:lnTo>
                  <a:pt x="563352" y="52647"/>
                </a:lnTo>
                <a:lnTo>
                  <a:pt x="563495" y="52387"/>
                </a:lnTo>
                <a:lnTo>
                  <a:pt x="563642" y="52129"/>
                </a:lnTo>
                <a:lnTo>
                  <a:pt x="563793" y="51874"/>
                </a:lnTo>
                <a:lnTo>
                  <a:pt x="563948" y="51622"/>
                </a:lnTo>
                <a:lnTo>
                  <a:pt x="564107" y="51372"/>
                </a:lnTo>
                <a:lnTo>
                  <a:pt x="564270" y="51125"/>
                </a:lnTo>
                <a:lnTo>
                  <a:pt x="564436" y="50881"/>
                </a:lnTo>
                <a:lnTo>
                  <a:pt x="564607" y="50640"/>
                </a:lnTo>
                <a:lnTo>
                  <a:pt x="564782" y="50401"/>
                </a:lnTo>
                <a:lnTo>
                  <a:pt x="564960" y="50165"/>
                </a:lnTo>
                <a:lnTo>
                  <a:pt x="565143" y="49931"/>
                </a:lnTo>
                <a:lnTo>
                  <a:pt x="565329" y="49700"/>
                </a:lnTo>
                <a:lnTo>
                  <a:pt x="565520" y="49472"/>
                </a:lnTo>
                <a:lnTo>
                  <a:pt x="565714" y="49247"/>
                </a:lnTo>
                <a:lnTo>
                  <a:pt x="565913" y="49025"/>
                </a:lnTo>
                <a:lnTo>
                  <a:pt x="566115" y="48807"/>
                </a:lnTo>
                <a:lnTo>
                  <a:pt x="566321" y="48592"/>
                </a:lnTo>
                <a:lnTo>
                  <a:pt x="566531" y="48382"/>
                </a:lnTo>
                <a:lnTo>
                  <a:pt x="566744" y="48176"/>
                </a:lnTo>
                <a:lnTo>
                  <a:pt x="566962" y="47974"/>
                </a:lnTo>
                <a:lnTo>
                  <a:pt x="567183" y="47775"/>
                </a:lnTo>
                <a:lnTo>
                  <a:pt x="567409" y="47581"/>
                </a:lnTo>
                <a:lnTo>
                  <a:pt x="567638" y="47391"/>
                </a:lnTo>
                <a:lnTo>
                  <a:pt x="567871" y="47204"/>
                </a:lnTo>
                <a:lnTo>
                  <a:pt x="568107" y="47022"/>
                </a:lnTo>
                <a:lnTo>
                  <a:pt x="568348" y="46843"/>
                </a:lnTo>
                <a:lnTo>
                  <a:pt x="568592" y="46669"/>
                </a:lnTo>
                <a:lnTo>
                  <a:pt x="568840" y="46498"/>
                </a:lnTo>
                <a:lnTo>
                  <a:pt x="569093" y="46332"/>
                </a:lnTo>
                <a:lnTo>
                  <a:pt x="569348" y="46169"/>
                </a:lnTo>
                <a:lnTo>
                  <a:pt x="569608" y="46011"/>
                </a:lnTo>
                <a:lnTo>
                  <a:pt x="569872" y="45856"/>
                </a:lnTo>
                <a:lnTo>
                  <a:pt x="570139" y="45705"/>
                </a:lnTo>
                <a:lnTo>
                  <a:pt x="570411" y="45558"/>
                </a:lnTo>
                <a:lnTo>
                  <a:pt x="570686" y="45416"/>
                </a:lnTo>
                <a:lnTo>
                  <a:pt x="570965" y="45277"/>
                </a:lnTo>
                <a:lnTo>
                  <a:pt x="571247" y="45142"/>
                </a:lnTo>
                <a:lnTo>
                  <a:pt x="571534" y="45011"/>
                </a:lnTo>
                <a:lnTo>
                  <a:pt x="571824" y="44885"/>
                </a:lnTo>
                <a:lnTo>
                  <a:pt x="572118" y="44764"/>
                </a:lnTo>
                <a:lnTo>
                  <a:pt x="572416" y="44648"/>
                </a:lnTo>
                <a:lnTo>
                  <a:pt x="572717" y="44538"/>
                </a:lnTo>
                <a:lnTo>
                  <a:pt x="573021" y="44433"/>
                </a:lnTo>
                <a:lnTo>
                  <a:pt x="573330" y="44334"/>
                </a:lnTo>
                <a:lnTo>
                  <a:pt x="573641" y="44240"/>
                </a:lnTo>
                <a:lnTo>
                  <a:pt x="573957" y="44151"/>
                </a:lnTo>
                <a:lnTo>
                  <a:pt x="574276" y="44068"/>
                </a:lnTo>
                <a:lnTo>
                  <a:pt x="574598" y="43990"/>
                </a:lnTo>
                <a:lnTo>
                  <a:pt x="574924" y="43918"/>
                </a:lnTo>
                <a:lnTo>
                  <a:pt x="575254" y="43851"/>
                </a:lnTo>
                <a:lnTo>
                  <a:pt x="575587" y="43789"/>
                </a:lnTo>
                <a:lnTo>
                  <a:pt x="575924" y="43732"/>
                </a:lnTo>
                <a:lnTo>
                  <a:pt x="576265" y="43681"/>
                </a:lnTo>
                <a:lnTo>
                  <a:pt x="576609" y="43636"/>
                </a:lnTo>
                <a:lnTo>
                  <a:pt x="576956" y="43596"/>
                </a:lnTo>
                <a:lnTo>
                  <a:pt x="577308" y="43561"/>
                </a:lnTo>
                <a:lnTo>
                  <a:pt x="577662" y="43531"/>
                </a:lnTo>
                <a:lnTo>
                  <a:pt x="578021" y="43507"/>
                </a:lnTo>
                <a:lnTo>
                  <a:pt x="578383" y="43488"/>
                </a:lnTo>
                <a:lnTo>
                  <a:pt x="578748" y="43475"/>
                </a:lnTo>
                <a:lnTo>
                  <a:pt x="579117" y="43467"/>
                </a:lnTo>
                <a:lnTo>
                  <a:pt x="579490" y="43464"/>
                </a:lnTo>
                <a:lnTo>
                  <a:pt x="579923" y="43467"/>
                </a:lnTo>
                <a:lnTo>
                  <a:pt x="580352" y="43474"/>
                </a:lnTo>
                <a:lnTo>
                  <a:pt x="580775" y="43488"/>
                </a:lnTo>
                <a:lnTo>
                  <a:pt x="581194" y="43506"/>
                </a:lnTo>
                <a:lnTo>
                  <a:pt x="581607" y="43529"/>
                </a:lnTo>
                <a:lnTo>
                  <a:pt x="582015" y="43558"/>
                </a:lnTo>
                <a:lnTo>
                  <a:pt x="582419" y="43592"/>
                </a:lnTo>
                <a:lnTo>
                  <a:pt x="582817" y="43632"/>
                </a:lnTo>
                <a:lnTo>
                  <a:pt x="583211" y="43676"/>
                </a:lnTo>
                <a:lnTo>
                  <a:pt x="583599" y="43726"/>
                </a:lnTo>
                <a:lnTo>
                  <a:pt x="583983" y="43781"/>
                </a:lnTo>
                <a:lnTo>
                  <a:pt x="584361" y="43841"/>
                </a:lnTo>
                <a:lnTo>
                  <a:pt x="584735" y="43907"/>
                </a:lnTo>
                <a:lnTo>
                  <a:pt x="585103" y="43978"/>
                </a:lnTo>
                <a:lnTo>
                  <a:pt x="585467" y="44054"/>
                </a:lnTo>
                <a:lnTo>
                  <a:pt x="585825" y="44135"/>
                </a:lnTo>
                <a:lnTo>
                  <a:pt x="586179" y="44222"/>
                </a:lnTo>
                <a:lnTo>
                  <a:pt x="586528" y="44313"/>
                </a:lnTo>
                <a:lnTo>
                  <a:pt x="586871" y="44410"/>
                </a:lnTo>
                <a:lnTo>
                  <a:pt x="587210" y="44513"/>
                </a:lnTo>
                <a:lnTo>
                  <a:pt x="587543" y="44620"/>
                </a:lnTo>
                <a:lnTo>
                  <a:pt x="587872" y="44733"/>
                </a:lnTo>
                <a:lnTo>
                  <a:pt x="588196" y="44851"/>
                </a:lnTo>
                <a:lnTo>
                  <a:pt x="588514" y="44974"/>
                </a:lnTo>
                <a:lnTo>
                  <a:pt x="588828" y="45104"/>
                </a:lnTo>
                <a:lnTo>
                  <a:pt x="589135" y="45241"/>
                </a:lnTo>
                <a:lnTo>
                  <a:pt x="589436" y="45386"/>
                </a:lnTo>
                <a:lnTo>
                  <a:pt x="589732" y="45539"/>
                </a:lnTo>
                <a:lnTo>
                  <a:pt x="590022" y="45699"/>
                </a:lnTo>
                <a:lnTo>
                  <a:pt x="590305" y="45867"/>
                </a:lnTo>
                <a:lnTo>
                  <a:pt x="590583" y="46043"/>
                </a:lnTo>
                <a:lnTo>
                  <a:pt x="590855" y="46226"/>
                </a:lnTo>
                <a:lnTo>
                  <a:pt x="591121" y="46418"/>
                </a:lnTo>
                <a:lnTo>
                  <a:pt x="591382" y="46616"/>
                </a:lnTo>
                <a:lnTo>
                  <a:pt x="591636" y="46823"/>
                </a:lnTo>
                <a:lnTo>
                  <a:pt x="591885" y="47037"/>
                </a:lnTo>
                <a:lnTo>
                  <a:pt x="592127" y="47259"/>
                </a:lnTo>
                <a:lnTo>
                  <a:pt x="592364" y="47488"/>
                </a:lnTo>
                <a:lnTo>
                  <a:pt x="592595" y="47725"/>
                </a:lnTo>
                <a:lnTo>
                  <a:pt x="592820" y="47970"/>
                </a:lnTo>
                <a:lnTo>
                  <a:pt x="593039" y="48222"/>
                </a:lnTo>
                <a:lnTo>
                  <a:pt x="593252" y="48483"/>
                </a:lnTo>
                <a:lnTo>
                  <a:pt x="593459" y="48750"/>
                </a:lnTo>
                <a:lnTo>
                  <a:pt x="593661" y="49026"/>
                </a:lnTo>
                <a:lnTo>
                  <a:pt x="593856" y="49309"/>
                </a:lnTo>
                <a:lnTo>
                  <a:pt x="594046" y="49600"/>
                </a:lnTo>
                <a:lnTo>
                  <a:pt x="594230" y="49898"/>
                </a:lnTo>
                <a:lnTo>
                  <a:pt x="594408" y="50205"/>
                </a:lnTo>
                <a:lnTo>
                  <a:pt x="594579" y="50520"/>
                </a:lnTo>
                <a:lnTo>
                  <a:pt x="594743" y="50845"/>
                </a:lnTo>
                <a:lnTo>
                  <a:pt x="594900" y="51181"/>
                </a:lnTo>
                <a:lnTo>
                  <a:pt x="595049" y="51527"/>
                </a:lnTo>
                <a:lnTo>
                  <a:pt x="595191" y="51884"/>
                </a:lnTo>
                <a:lnTo>
                  <a:pt x="595326" y="52251"/>
                </a:lnTo>
                <a:lnTo>
                  <a:pt x="595454" y="52628"/>
                </a:lnTo>
                <a:lnTo>
                  <a:pt x="595574" y="53016"/>
                </a:lnTo>
                <a:lnTo>
                  <a:pt x="595687" y="53414"/>
                </a:lnTo>
                <a:lnTo>
                  <a:pt x="595793" y="53823"/>
                </a:lnTo>
                <a:lnTo>
                  <a:pt x="595891" y="54241"/>
                </a:lnTo>
                <a:lnTo>
                  <a:pt x="595982" y="54671"/>
                </a:lnTo>
                <a:lnTo>
                  <a:pt x="596066" y="55110"/>
                </a:lnTo>
                <a:lnTo>
                  <a:pt x="596143" y="55560"/>
                </a:lnTo>
                <a:lnTo>
                  <a:pt x="596212" y="56020"/>
                </a:lnTo>
                <a:lnTo>
                  <a:pt x="596274" y="56491"/>
                </a:lnTo>
                <a:lnTo>
                  <a:pt x="596329" y="56972"/>
                </a:lnTo>
                <a:lnTo>
                  <a:pt x="596376" y="57463"/>
                </a:lnTo>
                <a:lnTo>
                  <a:pt x="596416" y="57965"/>
                </a:lnTo>
                <a:lnTo>
                  <a:pt x="596449" y="58477"/>
                </a:lnTo>
                <a:lnTo>
                  <a:pt x="596474" y="58999"/>
                </a:lnTo>
                <a:lnTo>
                  <a:pt x="596493" y="59532"/>
                </a:lnTo>
                <a:lnTo>
                  <a:pt x="596504" y="60075"/>
                </a:lnTo>
                <a:lnTo>
                  <a:pt x="596507" y="60628"/>
                </a:lnTo>
                <a:lnTo>
                  <a:pt x="596507" y="113154"/>
                </a:lnTo>
                <a:lnTo>
                  <a:pt x="610209" y="113154"/>
                </a:lnTo>
                <a:lnTo>
                  <a:pt x="610209" y="60776"/>
                </a:lnTo>
                <a:lnTo>
                  <a:pt x="610206" y="60153"/>
                </a:lnTo>
                <a:lnTo>
                  <a:pt x="610197" y="59538"/>
                </a:lnTo>
                <a:lnTo>
                  <a:pt x="610182" y="58930"/>
                </a:lnTo>
                <a:lnTo>
                  <a:pt x="610160" y="58328"/>
                </a:lnTo>
                <a:lnTo>
                  <a:pt x="610133" y="57734"/>
                </a:lnTo>
                <a:lnTo>
                  <a:pt x="610099" y="57148"/>
                </a:lnTo>
                <a:lnTo>
                  <a:pt x="610059" y="56568"/>
                </a:lnTo>
                <a:lnTo>
                  <a:pt x="610013" y="55996"/>
                </a:lnTo>
                <a:lnTo>
                  <a:pt x="609961" y="55430"/>
                </a:lnTo>
                <a:lnTo>
                  <a:pt x="609903" y="54872"/>
                </a:lnTo>
                <a:lnTo>
                  <a:pt x="609838" y="54321"/>
                </a:lnTo>
                <a:lnTo>
                  <a:pt x="609767" y="53777"/>
                </a:lnTo>
                <a:lnTo>
                  <a:pt x="609691" y="53241"/>
                </a:lnTo>
                <a:lnTo>
                  <a:pt x="609608" y="52711"/>
                </a:lnTo>
                <a:lnTo>
                  <a:pt x="609519" y="52189"/>
                </a:lnTo>
                <a:lnTo>
                  <a:pt x="609424" y="51674"/>
                </a:lnTo>
                <a:lnTo>
                  <a:pt x="609322" y="51166"/>
                </a:lnTo>
                <a:lnTo>
                  <a:pt x="609215" y="50665"/>
                </a:lnTo>
                <a:lnTo>
                  <a:pt x="609101" y="50171"/>
                </a:lnTo>
                <a:lnTo>
                  <a:pt x="608982" y="49685"/>
                </a:lnTo>
                <a:lnTo>
                  <a:pt x="608856" y="49205"/>
                </a:lnTo>
                <a:lnTo>
                  <a:pt x="608724" y="48733"/>
                </a:lnTo>
                <a:lnTo>
                  <a:pt x="608586" y="48268"/>
                </a:lnTo>
                <a:lnTo>
                  <a:pt x="608441" y="47810"/>
                </a:lnTo>
                <a:lnTo>
                  <a:pt x="608291" y="47359"/>
                </a:lnTo>
                <a:lnTo>
                  <a:pt x="608135" y="46915"/>
                </a:lnTo>
                <a:lnTo>
                  <a:pt x="607974" y="46478"/>
                </a:lnTo>
                <a:lnTo>
                  <a:pt x="607806" y="46047"/>
                </a:lnTo>
                <a:lnTo>
                  <a:pt x="607633" y="45624"/>
                </a:lnTo>
                <a:lnTo>
                  <a:pt x="607454" y="45207"/>
                </a:lnTo>
                <a:lnTo>
                  <a:pt x="607269" y="44796"/>
                </a:lnTo>
                <a:lnTo>
                  <a:pt x="607079" y="44393"/>
                </a:lnTo>
                <a:lnTo>
                  <a:pt x="606882" y="43996"/>
                </a:lnTo>
                <a:lnTo>
                  <a:pt x="606680" y="43606"/>
                </a:lnTo>
                <a:lnTo>
                  <a:pt x="606473" y="43223"/>
                </a:lnTo>
                <a:lnTo>
                  <a:pt x="606259" y="42847"/>
                </a:lnTo>
                <a:lnTo>
                  <a:pt x="606040" y="42477"/>
                </a:lnTo>
                <a:lnTo>
                  <a:pt x="605815" y="42115"/>
                </a:lnTo>
                <a:lnTo>
                  <a:pt x="605584" y="41759"/>
                </a:lnTo>
                <a:lnTo>
                  <a:pt x="605347" y="41409"/>
                </a:lnTo>
                <a:lnTo>
                  <a:pt x="605105" y="41067"/>
                </a:lnTo>
                <a:lnTo>
                  <a:pt x="604857" y="40731"/>
                </a:lnTo>
                <a:lnTo>
                  <a:pt x="604603" y="40402"/>
                </a:lnTo>
                <a:lnTo>
                  <a:pt x="604344" y="40080"/>
                </a:lnTo>
                <a:lnTo>
                  <a:pt x="604078" y="39765"/>
                </a:lnTo>
                <a:lnTo>
                  <a:pt x="603807" y="39456"/>
                </a:lnTo>
                <a:lnTo>
                  <a:pt x="603530" y="39155"/>
                </a:lnTo>
                <a:lnTo>
                  <a:pt x="603248" y="38860"/>
                </a:lnTo>
                <a:lnTo>
                  <a:pt x="602960" y="38571"/>
                </a:lnTo>
                <a:lnTo>
                  <a:pt x="602666" y="38289"/>
                </a:lnTo>
                <a:lnTo>
                  <a:pt x="602367" y="38013"/>
                </a:lnTo>
                <a:lnTo>
                  <a:pt x="602063" y="37743"/>
                </a:lnTo>
                <a:lnTo>
                  <a:pt x="601753" y="37480"/>
                </a:lnTo>
                <a:lnTo>
                  <a:pt x="601438" y="37223"/>
                </a:lnTo>
                <a:lnTo>
                  <a:pt x="601118" y="36972"/>
                </a:lnTo>
                <a:lnTo>
                  <a:pt x="600792" y="36727"/>
                </a:lnTo>
                <a:lnTo>
                  <a:pt x="600461" y="36489"/>
                </a:lnTo>
                <a:lnTo>
                  <a:pt x="600125" y="36257"/>
                </a:lnTo>
                <a:lnTo>
                  <a:pt x="599783" y="36031"/>
                </a:lnTo>
                <a:lnTo>
                  <a:pt x="599436" y="35812"/>
                </a:lnTo>
                <a:lnTo>
                  <a:pt x="599083" y="35598"/>
                </a:lnTo>
                <a:lnTo>
                  <a:pt x="598725" y="35391"/>
                </a:lnTo>
                <a:lnTo>
                  <a:pt x="598362" y="35191"/>
                </a:lnTo>
                <a:lnTo>
                  <a:pt x="597993" y="34996"/>
                </a:lnTo>
                <a:lnTo>
                  <a:pt x="597619" y="34808"/>
                </a:lnTo>
                <a:lnTo>
                  <a:pt x="597239" y="34626"/>
                </a:lnTo>
                <a:lnTo>
                  <a:pt x="596855" y="34450"/>
                </a:lnTo>
                <a:lnTo>
                  <a:pt x="596464" y="34281"/>
                </a:lnTo>
                <a:lnTo>
                  <a:pt x="596069" y="34118"/>
                </a:lnTo>
                <a:lnTo>
                  <a:pt x="595668" y="33961"/>
                </a:lnTo>
                <a:lnTo>
                  <a:pt x="595261" y="33810"/>
                </a:lnTo>
                <a:lnTo>
                  <a:pt x="594850" y="33666"/>
                </a:lnTo>
                <a:lnTo>
                  <a:pt x="594433" y="33528"/>
                </a:lnTo>
                <a:lnTo>
                  <a:pt x="594011" y="33395"/>
                </a:lnTo>
                <a:lnTo>
                  <a:pt x="593584" y="33269"/>
                </a:lnTo>
                <a:lnTo>
                  <a:pt x="593152" y="33148"/>
                </a:lnTo>
                <a:lnTo>
                  <a:pt x="592716" y="33034"/>
                </a:lnTo>
                <a:lnTo>
                  <a:pt x="592274" y="32925"/>
                </a:lnTo>
                <a:lnTo>
                  <a:pt x="591827" y="32822"/>
                </a:lnTo>
                <a:lnTo>
                  <a:pt x="591375" y="32725"/>
                </a:lnTo>
                <a:lnTo>
                  <a:pt x="590918" y="32634"/>
                </a:lnTo>
                <a:lnTo>
                  <a:pt x="590457" y="32548"/>
                </a:lnTo>
                <a:lnTo>
                  <a:pt x="589990" y="32469"/>
                </a:lnTo>
                <a:lnTo>
                  <a:pt x="589518" y="32395"/>
                </a:lnTo>
                <a:lnTo>
                  <a:pt x="589041" y="32328"/>
                </a:lnTo>
                <a:lnTo>
                  <a:pt x="588560" y="32266"/>
                </a:lnTo>
                <a:lnTo>
                  <a:pt x="588073" y="32210"/>
                </a:lnTo>
                <a:lnTo>
                  <a:pt x="587581" y="32160"/>
                </a:lnTo>
                <a:lnTo>
                  <a:pt x="587085" y="32116"/>
                </a:lnTo>
                <a:lnTo>
                  <a:pt x="586583" y="32078"/>
                </a:lnTo>
                <a:lnTo>
                  <a:pt x="586076" y="32045"/>
                </a:lnTo>
                <a:lnTo>
                  <a:pt x="585565" y="32019"/>
                </a:lnTo>
                <a:lnTo>
                  <a:pt x="585048" y="31998"/>
                </a:lnTo>
                <a:lnTo>
                  <a:pt x="584526" y="31984"/>
                </a:lnTo>
                <a:lnTo>
                  <a:pt x="584000" y="31975"/>
                </a:lnTo>
                <a:lnTo>
                  <a:pt x="583468" y="31972"/>
                </a:lnTo>
                <a:lnTo>
                  <a:pt x="582839" y="31977"/>
                </a:lnTo>
                <a:lnTo>
                  <a:pt x="582215" y="31991"/>
                </a:lnTo>
                <a:lnTo>
                  <a:pt x="581598" y="32015"/>
                </a:lnTo>
                <a:lnTo>
                  <a:pt x="580986" y="32048"/>
                </a:lnTo>
                <a:lnTo>
                  <a:pt x="580380" y="32092"/>
                </a:lnTo>
                <a:lnTo>
                  <a:pt x="579780" y="32144"/>
                </a:lnTo>
                <a:lnTo>
                  <a:pt x="579186" y="32207"/>
                </a:lnTo>
                <a:lnTo>
                  <a:pt x="578598" y="32279"/>
                </a:lnTo>
                <a:lnTo>
                  <a:pt x="578016" y="32360"/>
                </a:lnTo>
                <a:lnTo>
                  <a:pt x="577439" y="32451"/>
                </a:lnTo>
                <a:lnTo>
                  <a:pt x="576869" y="32552"/>
                </a:lnTo>
                <a:lnTo>
                  <a:pt x="576304" y="32662"/>
                </a:lnTo>
                <a:lnTo>
                  <a:pt x="575745" y="32782"/>
                </a:lnTo>
                <a:lnTo>
                  <a:pt x="575192" y="32912"/>
                </a:lnTo>
                <a:lnTo>
                  <a:pt x="574645" y="33051"/>
                </a:lnTo>
                <a:lnTo>
                  <a:pt x="574104" y="33200"/>
                </a:lnTo>
                <a:lnTo>
                  <a:pt x="573569" y="33358"/>
                </a:lnTo>
                <a:lnTo>
                  <a:pt x="573040" y="33526"/>
                </a:lnTo>
                <a:lnTo>
                  <a:pt x="572516" y="33703"/>
                </a:lnTo>
                <a:lnTo>
                  <a:pt x="571998" y="33890"/>
                </a:lnTo>
                <a:lnTo>
                  <a:pt x="571487" y="34087"/>
                </a:lnTo>
                <a:lnTo>
                  <a:pt x="570981" y="34293"/>
                </a:lnTo>
                <a:lnTo>
                  <a:pt x="570481" y="34509"/>
                </a:lnTo>
                <a:lnTo>
                  <a:pt x="569987" y="34734"/>
                </a:lnTo>
                <a:lnTo>
                  <a:pt x="569499" y="34968"/>
                </a:lnTo>
                <a:lnTo>
                  <a:pt x="569018" y="35208"/>
                </a:lnTo>
                <a:lnTo>
                  <a:pt x="568543" y="35455"/>
                </a:lnTo>
                <a:lnTo>
                  <a:pt x="568075" y="35709"/>
                </a:lnTo>
                <a:lnTo>
                  <a:pt x="567613" y="35970"/>
                </a:lnTo>
                <a:lnTo>
                  <a:pt x="567158" y="36238"/>
                </a:lnTo>
                <a:lnTo>
                  <a:pt x="566709" y="36512"/>
                </a:lnTo>
                <a:lnTo>
                  <a:pt x="566267" y="36793"/>
                </a:lnTo>
                <a:lnTo>
                  <a:pt x="565831" y="37081"/>
                </a:lnTo>
                <a:lnTo>
                  <a:pt x="565402" y="37375"/>
                </a:lnTo>
                <a:lnTo>
                  <a:pt x="564979" y="37677"/>
                </a:lnTo>
                <a:lnTo>
                  <a:pt x="564563" y="37985"/>
                </a:lnTo>
                <a:lnTo>
                  <a:pt x="564154" y="38300"/>
                </a:lnTo>
                <a:lnTo>
                  <a:pt x="563751" y="38622"/>
                </a:lnTo>
                <a:lnTo>
                  <a:pt x="563354" y="38950"/>
                </a:lnTo>
                <a:lnTo>
                  <a:pt x="562964" y="39285"/>
                </a:lnTo>
                <a:lnTo>
                  <a:pt x="562580" y="39627"/>
                </a:lnTo>
                <a:lnTo>
                  <a:pt x="562203" y="39976"/>
                </a:lnTo>
                <a:lnTo>
                  <a:pt x="561833" y="40332"/>
                </a:lnTo>
                <a:lnTo>
                  <a:pt x="561469" y="40694"/>
                </a:lnTo>
                <a:lnTo>
                  <a:pt x="561112" y="41063"/>
                </a:lnTo>
                <a:lnTo>
                  <a:pt x="560761" y="41439"/>
                </a:lnTo>
                <a:lnTo>
                  <a:pt x="560416" y="41822"/>
                </a:lnTo>
                <a:lnTo>
                  <a:pt x="560079" y="42212"/>
                </a:lnTo>
                <a:lnTo>
                  <a:pt x="559747" y="42607"/>
                </a:lnTo>
                <a:lnTo>
                  <a:pt x="559423" y="43007"/>
                </a:lnTo>
                <a:lnTo>
                  <a:pt x="559105" y="43411"/>
                </a:lnTo>
                <a:lnTo>
                  <a:pt x="558794" y="43820"/>
                </a:lnTo>
                <a:lnTo>
                  <a:pt x="558489" y="44234"/>
                </a:lnTo>
                <a:lnTo>
                  <a:pt x="558191" y="44652"/>
                </a:lnTo>
                <a:lnTo>
                  <a:pt x="558128" y="44742"/>
                </a:lnTo>
                <a:lnTo>
                  <a:pt x="558103" y="44689"/>
                </a:lnTo>
                <a:lnTo>
                  <a:pt x="557909" y="44290"/>
                </a:lnTo>
                <a:lnTo>
                  <a:pt x="557709" y="43898"/>
                </a:lnTo>
                <a:lnTo>
                  <a:pt x="557504" y="43512"/>
                </a:lnTo>
                <a:lnTo>
                  <a:pt x="557293" y="43133"/>
                </a:lnTo>
                <a:lnTo>
                  <a:pt x="557077" y="42761"/>
                </a:lnTo>
                <a:lnTo>
                  <a:pt x="556856" y="42396"/>
                </a:lnTo>
                <a:lnTo>
                  <a:pt x="556629" y="42037"/>
                </a:lnTo>
                <a:lnTo>
                  <a:pt x="556397" y="41685"/>
                </a:lnTo>
                <a:lnTo>
                  <a:pt x="556159" y="41339"/>
                </a:lnTo>
                <a:lnTo>
                  <a:pt x="555916" y="41000"/>
                </a:lnTo>
                <a:lnTo>
                  <a:pt x="555668" y="40668"/>
                </a:lnTo>
                <a:lnTo>
                  <a:pt x="555415" y="40342"/>
                </a:lnTo>
                <a:lnTo>
                  <a:pt x="555156" y="40023"/>
                </a:lnTo>
                <a:lnTo>
                  <a:pt x="554891" y="39711"/>
                </a:lnTo>
                <a:lnTo>
                  <a:pt x="554621" y="39405"/>
                </a:lnTo>
                <a:lnTo>
                  <a:pt x="554346" y="39106"/>
                </a:lnTo>
                <a:lnTo>
                  <a:pt x="554066" y="38814"/>
                </a:lnTo>
                <a:lnTo>
                  <a:pt x="553780" y="38528"/>
                </a:lnTo>
                <a:lnTo>
                  <a:pt x="553489" y="38249"/>
                </a:lnTo>
                <a:lnTo>
                  <a:pt x="553194" y="37976"/>
                </a:lnTo>
                <a:lnTo>
                  <a:pt x="552895" y="37709"/>
                </a:lnTo>
                <a:lnTo>
                  <a:pt x="552591" y="37449"/>
                </a:lnTo>
                <a:lnTo>
                  <a:pt x="552283" y="37195"/>
                </a:lnTo>
                <a:lnTo>
                  <a:pt x="551971" y="36947"/>
                </a:lnTo>
                <a:lnTo>
                  <a:pt x="551654" y="36705"/>
                </a:lnTo>
                <a:lnTo>
                  <a:pt x="551333" y="36470"/>
                </a:lnTo>
                <a:lnTo>
                  <a:pt x="551007" y="36240"/>
                </a:lnTo>
                <a:lnTo>
                  <a:pt x="550677" y="36018"/>
                </a:lnTo>
                <a:lnTo>
                  <a:pt x="550343" y="35801"/>
                </a:lnTo>
                <a:lnTo>
                  <a:pt x="550005" y="35591"/>
                </a:lnTo>
                <a:lnTo>
                  <a:pt x="549662" y="35387"/>
                </a:lnTo>
                <a:lnTo>
                  <a:pt x="549314" y="35189"/>
                </a:lnTo>
                <a:lnTo>
                  <a:pt x="548963" y="34997"/>
                </a:lnTo>
                <a:lnTo>
                  <a:pt x="548607" y="34812"/>
                </a:lnTo>
                <a:lnTo>
                  <a:pt x="548247" y="34633"/>
                </a:lnTo>
                <a:lnTo>
                  <a:pt x="547882" y="34460"/>
                </a:lnTo>
                <a:lnTo>
                  <a:pt x="547513" y="34294"/>
                </a:lnTo>
                <a:lnTo>
                  <a:pt x="547140" y="34134"/>
                </a:lnTo>
                <a:lnTo>
                  <a:pt x="546762" y="33980"/>
                </a:lnTo>
                <a:lnTo>
                  <a:pt x="546380" y="33832"/>
                </a:lnTo>
                <a:lnTo>
                  <a:pt x="545994" y="33691"/>
                </a:lnTo>
                <a:lnTo>
                  <a:pt x="545603" y="33556"/>
                </a:lnTo>
                <a:lnTo>
                  <a:pt x="545209" y="33426"/>
                </a:lnTo>
                <a:lnTo>
                  <a:pt x="544811" y="33303"/>
                </a:lnTo>
                <a:lnTo>
                  <a:pt x="544410" y="33184"/>
                </a:lnTo>
                <a:lnTo>
                  <a:pt x="544007" y="33072"/>
                </a:lnTo>
                <a:lnTo>
                  <a:pt x="543600" y="32964"/>
                </a:lnTo>
                <a:lnTo>
                  <a:pt x="543190" y="32863"/>
                </a:lnTo>
                <a:lnTo>
                  <a:pt x="542777" y="32766"/>
                </a:lnTo>
                <a:lnTo>
                  <a:pt x="542362" y="32676"/>
                </a:lnTo>
                <a:lnTo>
                  <a:pt x="541943" y="32590"/>
                </a:lnTo>
                <a:lnTo>
                  <a:pt x="541521" y="32511"/>
                </a:lnTo>
                <a:lnTo>
                  <a:pt x="541095" y="32436"/>
                </a:lnTo>
                <a:lnTo>
                  <a:pt x="540667" y="32368"/>
                </a:lnTo>
                <a:lnTo>
                  <a:pt x="540236" y="32304"/>
                </a:lnTo>
                <a:lnTo>
                  <a:pt x="539802" y="32247"/>
                </a:lnTo>
                <a:lnTo>
                  <a:pt x="539364" y="32194"/>
                </a:lnTo>
                <a:lnTo>
                  <a:pt x="538924" y="32148"/>
                </a:lnTo>
                <a:lnTo>
                  <a:pt x="538480" y="32106"/>
                </a:lnTo>
                <a:lnTo>
                  <a:pt x="538034" y="32071"/>
                </a:lnTo>
                <a:lnTo>
                  <a:pt x="537584" y="32041"/>
                </a:lnTo>
                <a:lnTo>
                  <a:pt x="537131" y="32016"/>
                </a:lnTo>
                <a:lnTo>
                  <a:pt x="536675" y="31997"/>
                </a:lnTo>
                <a:lnTo>
                  <a:pt x="536216" y="31983"/>
                </a:lnTo>
                <a:lnTo>
                  <a:pt x="535754" y="31975"/>
                </a:lnTo>
                <a:lnTo>
                  <a:pt x="535289" y="31972"/>
                </a:lnTo>
                <a:lnTo>
                  <a:pt x="534630" y="31977"/>
                </a:lnTo>
                <a:lnTo>
                  <a:pt x="533977" y="31991"/>
                </a:lnTo>
                <a:lnTo>
                  <a:pt x="533330" y="32016"/>
                </a:lnTo>
                <a:lnTo>
                  <a:pt x="532691" y="32051"/>
                </a:lnTo>
                <a:lnTo>
                  <a:pt x="532058" y="32095"/>
                </a:lnTo>
                <a:lnTo>
                  <a:pt x="531431" y="32149"/>
                </a:lnTo>
                <a:lnTo>
                  <a:pt x="530811" y="32213"/>
                </a:lnTo>
                <a:lnTo>
                  <a:pt x="530198" y="32287"/>
                </a:lnTo>
                <a:lnTo>
                  <a:pt x="529592" y="32371"/>
                </a:lnTo>
                <a:lnTo>
                  <a:pt x="528992" y="32464"/>
                </a:lnTo>
                <a:lnTo>
                  <a:pt x="528399" y="32568"/>
                </a:lnTo>
                <a:lnTo>
                  <a:pt x="527812" y="32681"/>
                </a:lnTo>
                <a:lnTo>
                  <a:pt x="527232" y="32804"/>
                </a:lnTo>
                <a:lnTo>
                  <a:pt x="526659" y="32937"/>
                </a:lnTo>
                <a:lnTo>
                  <a:pt x="526093" y="33080"/>
                </a:lnTo>
                <a:lnTo>
                  <a:pt x="525533" y="33232"/>
                </a:lnTo>
                <a:lnTo>
                  <a:pt x="524979" y="33395"/>
                </a:lnTo>
                <a:lnTo>
                  <a:pt x="524433" y="33567"/>
                </a:lnTo>
                <a:lnTo>
                  <a:pt x="523893" y="33749"/>
                </a:lnTo>
                <a:lnTo>
                  <a:pt x="523359" y="33941"/>
                </a:lnTo>
                <a:lnTo>
                  <a:pt x="522833" y="34143"/>
                </a:lnTo>
                <a:lnTo>
                  <a:pt x="522313" y="34355"/>
                </a:lnTo>
                <a:lnTo>
                  <a:pt x="521799" y="34577"/>
                </a:lnTo>
                <a:lnTo>
                  <a:pt x="521293" y="34808"/>
                </a:lnTo>
                <a:lnTo>
                  <a:pt x="520793" y="35048"/>
                </a:lnTo>
                <a:lnTo>
                  <a:pt x="520300" y="35297"/>
                </a:lnTo>
                <a:lnTo>
                  <a:pt x="519813" y="35553"/>
                </a:lnTo>
                <a:lnTo>
                  <a:pt x="519334" y="35818"/>
                </a:lnTo>
                <a:lnTo>
                  <a:pt x="518862" y="36090"/>
                </a:lnTo>
                <a:lnTo>
                  <a:pt x="518397" y="36371"/>
                </a:lnTo>
                <a:lnTo>
                  <a:pt x="517938" y="36660"/>
                </a:lnTo>
                <a:lnTo>
                  <a:pt x="517486" y="36957"/>
                </a:lnTo>
                <a:lnTo>
                  <a:pt x="517042" y="37261"/>
                </a:lnTo>
                <a:lnTo>
                  <a:pt x="516604" y="37574"/>
                </a:lnTo>
                <a:lnTo>
                  <a:pt x="516173" y="37895"/>
                </a:lnTo>
                <a:lnTo>
                  <a:pt x="515749" y="38224"/>
                </a:lnTo>
                <a:lnTo>
                  <a:pt x="515332" y="38561"/>
                </a:lnTo>
                <a:lnTo>
                  <a:pt x="514922" y="38906"/>
                </a:lnTo>
                <a:lnTo>
                  <a:pt x="514519" y="39260"/>
                </a:lnTo>
                <a:lnTo>
                  <a:pt x="514122" y="39621"/>
                </a:lnTo>
                <a:lnTo>
                  <a:pt x="513733" y="39990"/>
                </a:lnTo>
                <a:lnTo>
                  <a:pt x="513350" y="40368"/>
                </a:lnTo>
                <a:lnTo>
                  <a:pt x="512975" y="40753"/>
                </a:lnTo>
                <a:lnTo>
                  <a:pt x="512606" y="41146"/>
                </a:lnTo>
                <a:lnTo>
                  <a:pt x="512244" y="41548"/>
                </a:lnTo>
                <a:lnTo>
                  <a:pt x="511889" y="41958"/>
                </a:lnTo>
                <a:lnTo>
                  <a:pt x="511751" y="42123"/>
                </a:lnTo>
                <a:lnTo>
                  <a:pt x="511347" y="33445"/>
                </a:lnTo>
                <a:lnTo>
                  <a:pt x="498382" y="33445"/>
                </a:lnTo>
                <a:lnTo>
                  <a:pt x="498382" y="113154"/>
                </a:lnTo>
                <a:lnTo>
                  <a:pt x="512084" y="113154"/>
                </a:lnTo>
                <a:lnTo>
                  <a:pt x="512084" y="54763"/>
                </a:lnTo>
                <a:lnTo>
                  <a:pt x="512221" y="54462"/>
                </a:lnTo>
                <a:lnTo>
                  <a:pt x="512383" y="54117"/>
                </a:lnTo>
                <a:close/>
                <a:moveTo>
                  <a:pt x="237649" y="119733"/>
                </a:moveTo>
                <a:lnTo>
                  <a:pt x="237512" y="120138"/>
                </a:lnTo>
                <a:lnTo>
                  <a:pt x="237374" y="120535"/>
                </a:lnTo>
                <a:lnTo>
                  <a:pt x="237234" y="120925"/>
                </a:lnTo>
                <a:lnTo>
                  <a:pt x="237091" y="121308"/>
                </a:lnTo>
                <a:lnTo>
                  <a:pt x="236946" y="121684"/>
                </a:lnTo>
                <a:lnTo>
                  <a:pt x="236799" y="122052"/>
                </a:lnTo>
                <a:lnTo>
                  <a:pt x="236650" y="122413"/>
                </a:lnTo>
                <a:lnTo>
                  <a:pt x="236499" y="122767"/>
                </a:lnTo>
                <a:lnTo>
                  <a:pt x="236345" y="123114"/>
                </a:lnTo>
                <a:lnTo>
                  <a:pt x="236189" y="123454"/>
                </a:lnTo>
                <a:lnTo>
                  <a:pt x="236031" y="123786"/>
                </a:lnTo>
                <a:lnTo>
                  <a:pt x="235871" y="124111"/>
                </a:lnTo>
                <a:lnTo>
                  <a:pt x="235709" y="124429"/>
                </a:lnTo>
                <a:lnTo>
                  <a:pt x="235545" y="124739"/>
                </a:lnTo>
                <a:lnTo>
                  <a:pt x="235378" y="125043"/>
                </a:lnTo>
                <a:lnTo>
                  <a:pt x="235209" y="125339"/>
                </a:lnTo>
                <a:lnTo>
                  <a:pt x="235038" y="125628"/>
                </a:lnTo>
                <a:lnTo>
                  <a:pt x="234865" y="125909"/>
                </a:lnTo>
                <a:lnTo>
                  <a:pt x="234690" y="126184"/>
                </a:lnTo>
                <a:lnTo>
                  <a:pt x="234513" y="126451"/>
                </a:lnTo>
                <a:lnTo>
                  <a:pt x="234333" y="126711"/>
                </a:lnTo>
                <a:lnTo>
                  <a:pt x="234151" y="126964"/>
                </a:lnTo>
                <a:lnTo>
                  <a:pt x="233967" y="127209"/>
                </a:lnTo>
                <a:lnTo>
                  <a:pt x="233781" y="127447"/>
                </a:lnTo>
                <a:lnTo>
                  <a:pt x="233592" y="127679"/>
                </a:lnTo>
                <a:lnTo>
                  <a:pt x="233400" y="127905"/>
                </a:lnTo>
                <a:lnTo>
                  <a:pt x="233204" y="128126"/>
                </a:lnTo>
                <a:lnTo>
                  <a:pt x="233004" y="128341"/>
                </a:lnTo>
                <a:lnTo>
                  <a:pt x="232802" y="128551"/>
                </a:lnTo>
                <a:lnTo>
                  <a:pt x="232595" y="128755"/>
                </a:lnTo>
                <a:lnTo>
                  <a:pt x="232386" y="128953"/>
                </a:lnTo>
                <a:lnTo>
                  <a:pt x="232173" y="129146"/>
                </a:lnTo>
                <a:lnTo>
                  <a:pt x="231956" y="129333"/>
                </a:lnTo>
                <a:lnTo>
                  <a:pt x="231736" y="129514"/>
                </a:lnTo>
                <a:lnTo>
                  <a:pt x="231512" y="129690"/>
                </a:lnTo>
                <a:lnTo>
                  <a:pt x="231286" y="129861"/>
                </a:lnTo>
                <a:lnTo>
                  <a:pt x="231055" y="130025"/>
                </a:lnTo>
                <a:lnTo>
                  <a:pt x="230821" y="130185"/>
                </a:lnTo>
                <a:lnTo>
                  <a:pt x="230584" y="130338"/>
                </a:lnTo>
                <a:lnTo>
                  <a:pt x="230343" y="130486"/>
                </a:lnTo>
                <a:lnTo>
                  <a:pt x="230099" y="130629"/>
                </a:lnTo>
                <a:lnTo>
                  <a:pt x="229851" y="130765"/>
                </a:lnTo>
                <a:lnTo>
                  <a:pt x="229600" y="130897"/>
                </a:lnTo>
                <a:lnTo>
                  <a:pt x="229346" y="131022"/>
                </a:lnTo>
                <a:lnTo>
                  <a:pt x="229088" y="131142"/>
                </a:lnTo>
                <a:lnTo>
                  <a:pt x="228826" y="131257"/>
                </a:lnTo>
                <a:lnTo>
                  <a:pt x="228561" y="131366"/>
                </a:lnTo>
                <a:lnTo>
                  <a:pt x="228293" y="131469"/>
                </a:lnTo>
                <a:lnTo>
                  <a:pt x="228020" y="131568"/>
                </a:lnTo>
                <a:lnTo>
                  <a:pt x="227743" y="131662"/>
                </a:lnTo>
                <a:lnTo>
                  <a:pt x="227461" y="131752"/>
                </a:lnTo>
                <a:lnTo>
                  <a:pt x="227173" y="131838"/>
                </a:lnTo>
                <a:lnTo>
                  <a:pt x="226881" y="131919"/>
                </a:lnTo>
                <a:lnTo>
                  <a:pt x="226585" y="131997"/>
                </a:lnTo>
                <a:lnTo>
                  <a:pt x="226283" y="132070"/>
                </a:lnTo>
                <a:lnTo>
                  <a:pt x="225976" y="132139"/>
                </a:lnTo>
                <a:lnTo>
                  <a:pt x="225665" y="132204"/>
                </a:lnTo>
                <a:lnTo>
                  <a:pt x="225349" y="132265"/>
                </a:lnTo>
                <a:lnTo>
                  <a:pt x="225028" y="132322"/>
                </a:lnTo>
                <a:lnTo>
                  <a:pt x="224702" y="132374"/>
                </a:lnTo>
                <a:lnTo>
                  <a:pt x="224371" y="132422"/>
                </a:lnTo>
                <a:lnTo>
                  <a:pt x="224035" y="132466"/>
                </a:lnTo>
                <a:lnTo>
                  <a:pt x="223694" y="132506"/>
                </a:lnTo>
                <a:lnTo>
                  <a:pt x="223349" y="132541"/>
                </a:lnTo>
                <a:lnTo>
                  <a:pt x="222999" y="132573"/>
                </a:lnTo>
                <a:lnTo>
                  <a:pt x="222643" y="132600"/>
                </a:lnTo>
                <a:lnTo>
                  <a:pt x="222283" y="132623"/>
                </a:lnTo>
                <a:lnTo>
                  <a:pt x="221919" y="132642"/>
                </a:lnTo>
                <a:lnTo>
                  <a:pt x="221549" y="132657"/>
                </a:lnTo>
                <a:lnTo>
                  <a:pt x="221174" y="132667"/>
                </a:lnTo>
                <a:lnTo>
                  <a:pt x="220795" y="132673"/>
                </a:lnTo>
                <a:lnTo>
                  <a:pt x="220410" y="132675"/>
                </a:lnTo>
                <a:lnTo>
                  <a:pt x="220366" y="132675"/>
                </a:lnTo>
                <a:lnTo>
                  <a:pt x="220319" y="132675"/>
                </a:lnTo>
                <a:lnTo>
                  <a:pt x="220269" y="132674"/>
                </a:lnTo>
                <a:lnTo>
                  <a:pt x="220217" y="132672"/>
                </a:lnTo>
                <a:lnTo>
                  <a:pt x="220162" y="132671"/>
                </a:lnTo>
                <a:lnTo>
                  <a:pt x="220104" y="132669"/>
                </a:lnTo>
                <a:lnTo>
                  <a:pt x="220044" y="132666"/>
                </a:lnTo>
                <a:lnTo>
                  <a:pt x="219981" y="132663"/>
                </a:lnTo>
                <a:lnTo>
                  <a:pt x="219915" y="132660"/>
                </a:lnTo>
                <a:lnTo>
                  <a:pt x="219846" y="132656"/>
                </a:lnTo>
                <a:lnTo>
                  <a:pt x="219775" y="132652"/>
                </a:lnTo>
                <a:lnTo>
                  <a:pt x="219701" y="132648"/>
                </a:lnTo>
                <a:lnTo>
                  <a:pt x="219625" y="132643"/>
                </a:lnTo>
                <a:lnTo>
                  <a:pt x="219546" y="132638"/>
                </a:lnTo>
                <a:lnTo>
                  <a:pt x="219464" y="132632"/>
                </a:lnTo>
                <a:lnTo>
                  <a:pt x="219379" y="132626"/>
                </a:lnTo>
                <a:lnTo>
                  <a:pt x="219292" y="132620"/>
                </a:lnTo>
                <a:lnTo>
                  <a:pt x="219202" y="132613"/>
                </a:lnTo>
                <a:lnTo>
                  <a:pt x="219109" y="132606"/>
                </a:lnTo>
                <a:lnTo>
                  <a:pt x="219014" y="132599"/>
                </a:lnTo>
                <a:lnTo>
                  <a:pt x="218916" y="132591"/>
                </a:lnTo>
                <a:lnTo>
                  <a:pt x="218815" y="132583"/>
                </a:lnTo>
                <a:lnTo>
                  <a:pt x="218712" y="132574"/>
                </a:lnTo>
                <a:lnTo>
                  <a:pt x="218606" y="132565"/>
                </a:lnTo>
                <a:lnTo>
                  <a:pt x="218499" y="132556"/>
                </a:lnTo>
                <a:lnTo>
                  <a:pt x="218395" y="132547"/>
                </a:lnTo>
                <a:lnTo>
                  <a:pt x="218294" y="132538"/>
                </a:lnTo>
                <a:lnTo>
                  <a:pt x="218195" y="132529"/>
                </a:lnTo>
                <a:lnTo>
                  <a:pt x="218099" y="132521"/>
                </a:lnTo>
                <a:lnTo>
                  <a:pt x="218005" y="132512"/>
                </a:lnTo>
                <a:lnTo>
                  <a:pt x="217913" y="132504"/>
                </a:lnTo>
                <a:lnTo>
                  <a:pt x="217824" y="132495"/>
                </a:lnTo>
                <a:lnTo>
                  <a:pt x="217737" y="132487"/>
                </a:lnTo>
                <a:lnTo>
                  <a:pt x="217653" y="132479"/>
                </a:lnTo>
                <a:lnTo>
                  <a:pt x="217571" y="132471"/>
                </a:lnTo>
                <a:lnTo>
                  <a:pt x="217491" y="132464"/>
                </a:lnTo>
                <a:lnTo>
                  <a:pt x="217414" y="132456"/>
                </a:lnTo>
                <a:lnTo>
                  <a:pt x="217340" y="132449"/>
                </a:lnTo>
                <a:lnTo>
                  <a:pt x="217267" y="132441"/>
                </a:lnTo>
                <a:lnTo>
                  <a:pt x="217198" y="132434"/>
                </a:lnTo>
                <a:lnTo>
                  <a:pt x="217130" y="132427"/>
                </a:lnTo>
                <a:lnTo>
                  <a:pt x="217065" y="132420"/>
                </a:lnTo>
                <a:lnTo>
                  <a:pt x="217003" y="132413"/>
                </a:lnTo>
                <a:lnTo>
                  <a:pt x="216943" y="132406"/>
                </a:lnTo>
                <a:lnTo>
                  <a:pt x="216885" y="132400"/>
                </a:lnTo>
                <a:lnTo>
                  <a:pt x="216830" y="132393"/>
                </a:lnTo>
                <a:lnTo>
                  <a:pt x="216777" y="132387"/>
                </a:lnTo>
                <a:lnTo>
                  <a:pt x="216727" y="132381"/>
                </a:lnTo>
                <a:lnTo>
                  <a:pt x="216801" y="143431"/>
                </a:lnTo>
                <a:lnTo>
                  <a:pt x="216889" y="143456"/>
                </a:lnTo>
                <a:lnTo>
                  <a:pt x="216983" y="143481"/>
                </a:lnTo>
                <a:lnTo>
                  <a:pt x="217082" y="143507"/>
                </a:lnTo>
                <a:lnTo>
                  <a:pt x="217185" y="143533"/>
                </a:lnTo>
                <a:lnTo>
                  <a:pt x="217294" y="143560"/>
                </a:lnTo>
                <a:lnTo>
                  <a:pt x="217408" y="143587"/>
                </a:lnTo>
                <a:lnTo>
                  <a:pt x="217528" y="143615"/>
                </a:lnTo>
                <a:lnTo>
                  <a:pt x="217652" y="143644"/>
                </a:lnTo>
                <a:lnTo>
                  <a:pt x="217781" y="143673"/>
                </a:lnTo>
                <a:lnTo>
                  <a:pt x="217916" y="143702"/>
                </a:lnTo>
                <a:lnTo>
                  <a:pt x="218056" y="143732"/>
                </a:lnTo>
                <a:lnTo>
                  <a:pt x="218200" y="143762"/>
                </a:lnTo>
                <a:lnTo>
                  <a:pt x="218350" y="143793"/>
                </a:lnTo>
                <a:lnTo>
                  <a:pt x="218505" y="143825"/>
                </a:lnTo>
                <a:lnTo>
                  <a:pt x="218665" y="143857"/>
                </a:lnTo>
                <a:lnTo>
                  <a:pt x="218831" y="143889"/>
                </a:lnTo>
                <a:lnTo>
                  <a:pt x="219001" y="143922"/>
                </a:lnTo>
                <a:lnTo>
                  <a:pt x="219176" y="143956"/>
                </a:lnTo>
                <a:lnTo>
                  <a:pt x="219357" y="143990"/>
                </a:lnTo>
                <a:lnTo>
                  <a:pt x="219543" y="144024"/>
                </a:lnTo>
                <a:lnTo>
                  <a:pt x="219734" y="144059"/>
                </a:lnTo>
                <a:lnTo>
                  <a:pt x="219929" y="144095"/>
                </a:lnTo>
                <a:lnTo>
                  <a:pt x="220131" y="144131"/>
                </a:lnTo>
                <a:lnTo>
                  <a:pt x="220337" y="144168"/>
                </a:lnTo>
                <a:lnTo>
                  <a:pt x="220544" y="144204"/>
                </a:lnTo>
                <a:lnTo>
                  <a:pt x="220748" y="144238"/>
                </a:lnTo>
                <a:lnTo>
                  <a:pt x="220949" y="144271"/>
                </a:lnTo>
                <a:lnTo>
                  <a:pt x="221147" y="144303"/>
                </a:lnTo>
                <a:lnTo>
                  <a:pt x="221342" y="144333"/>
                </a:lnTo>
                <a:lnTo>
                  <a:pt x="221534" y="144361"/>
                </a:lnTo>
                <a:lnTo>
                  <a:pt x="221723" y="144388"/>
                </a:lnTo>
                <a:lnTo>
                  <a:pt x="221908" y="144413"/>
                </a:lnTo>
                <a:lnTo>
                  <a:pt x="222091" y="144437"/>
                </a:lnTo>
                <a:lnTo>
                  <a:pt x="222270" y="144459"/>
                </a:lnTo>
                <a:lnTo>
                  <a:pt x="222447" y="144480"/>
                </a:lnTo>
                <a:lnTo>
                  <a:pt x="222620" y="144499"/>
                </a:lnTo>
                <a:lnTo>
                  <a:pt x="222791" y="144517"/>
                </a:lnTo>
                <a:lnTo>
                  <a:pt x="222958" y="144533"/>
                </a:lnTo>
                <a:lnTo>
                  <a:pt x="223122" y="144547"/>
                </a:lnTo>
                <a:lnTo>
                  <a:pt x="223283" y="144561"/>
                </a:lnTo>
                <a:lnTo>
                  <a:pt x="223441" y="144572"/>
                </a:lnTo>
                <a:lnTo>
                  <a:pt x="223596" y="144582"/>
                </a:lnTo>
                <a:lnTo>
                  <a:pt x="223748" y="144590"/>
                </a:lnTo>
                <a:lnTo>
                  <a:pt x="223897" y="144597"/>
                </a:lnTo>
                <a:lnTo>
                  <a:pt x="224043" y="144603"/>
                </a:lnTo>
                <a:lnTo>
                  <a:pt x="224186" y="144607"/>
                </a:lnTo>
                <a:lnTo>
                  <a:pt x="224325" y="144609"/>
                </a:lnTo>
                <a:lnTo>
                  <a:pt x="224462" y="144610"/>
                </a:lnTo>
                <a:lnTo>
                  <a:pt x="224914" y="144606"/>
                </a:lnTo>
                <a:lnTo>
                  <a:pt x="225360" y="144596"/>
                </a:lnTo>
                <a:lnTo>
                  <a:pt x="225801" y="144579"/>
                </a:lnTo>
                <a:lnTo>
                  <a:pt x="226237" y="144556"/>
                </a:lnTo>
                <a:lnTo>
                  <a:pt x="226668" y="144525"/>
                </a:lnTo>
                <a:lnTo>
                  <a:pt x="227093" y="144488"/>
                </a:lnTo>
                <a:lnTo>
                  <a:pt x="227514" y="144445"/>
                </a:lnTo>
                <a:lnTo>
                  <a:pt x="227929" y="144394"/>
                </a:lnTo>
                <a:lnTo>
                  <a:pt x="228338" y="144337"/>
                </a:lnTo>
                <a:lnTo>
                  <a:pt x="228743" y="144273"/>
                </a:lnTo>
                <a:lnTo>
                  <a:pt x="229142" y="144202"/>
                </a:lnTo>
                <a:lnTo>
                  <a:pt x="229536" y="144124"/>
                </a:lnTo>
                <a:lnTo>
                  <a:pt x="229925" y="144040"/>
                </a:lnTo>
                <a:lnTo>
                  <a:pt x="230308" y="143949"/>
                </a:lnTo>
                <a:lnTo>
                  <a:pt x="230686" y="143852"/>
                </a:lnTo>
                <a:lnTo>
                  <a:pt x="231059" y="143747"/>
                </a:lnTo>
                <a:lnTo>
                  <a:pt x="231427" y="143636"/>
                </a:lnTo>
                <a:lnTo>
                  <a:pt x="231790" y="143518"/>
                </a:lnTo>
                <a:lnTo>
                  <a:pt x="232147" y="143393"/>
                </a:lnTo>
                <a:lnTo>
                  <a:pt x="232499" y="143262"/>
                </a:lnTo>
                <a:lnTo>
                  <a:pt x="232846" y="143124"/>
                </a:lnTo>
                <a:lnTo>
                  <a:pt x="233187" y="142979"/>
                </a:lnTo>
                <a:lnTo>
                  <a:pt x="233524" y="142827"/>
                </a:lnTo>
                <a:lnTo>
                  <a:pt x="233855" y="142669"/>
                </a:lnTo>
                <a:lnTo>
                  <a:pt x="234181" y="142505"/>
                </a:lnTo>
                <a:lnTo>
                  <a:pt x="234504" y="142338"/>
                </a:lnTo>
                <a:lnTo>
                  <a:pt x="234822" y="142167"/>
                </a:lnTo>
                <a:lnTo>
                  <a:pt x="235137" y="141991"/>
                </a:lnTo>
                <a:lnTo>
                  <a:pt x="235447" y="141812"/>
                </a:lnTo>
                <a:lnTo>
                  <a:pt x="235754" y="141629"/>
                </a:lnTo>
                <a:lnTo>
                  <a:pt x="236057" y="141442"/>
                </a:lnTo>
                <a:lnTo>
                  <a:pt x="236355" y="141251"/>
                </a:lnTo>
                <a:lnTo>
                  <a:pt x="236650" y="141056"/>
                </a:lnTo>
                <a:lnTo>
                  <a:pt x="236941" y="140857"/>
                </a:lnTo>
                <a:lnTo>
                  <a:pt x="237228" y="140654"/>
                </a:lnTo>
                <a:lnTo>
                  <a:pt x="237510" y="140447"/>
                </a:lnTo>
                <a:lnTo>
                  <a:pt x="237789" y="140236"/>
                </a:lnTo>
                <a:lnTo>
                  <a:pt x="238064" y="140021"/>
                </a:lnTo>
                <a:lnTo>
                  <a:pt x="238335" y="139803"/>
                </a:lnTo>
                <a:lnTo>
                  <a:pt x="238602" y="139580"/>
                </a:lnTo>
                <a:lnTo>
                  <a:pt x="238865" y="139353"/>
                </a:lnTo>
                <a:lnTo>
                  <a:pt x="239124" y="139123"/>
                </a:lnTo>
                <a:lnTo>
                  <a:pt x="239379" y="138889"/>
                </a:lnTo>
                <a:lnTo>
                  <a:pt x="239630" y="138650"/>
                </a:lnTo>
                <a:lnTo>
                  <a:pt x="239878" y="138408"/>
                </a:lnTo>
                <a:lnTo>
                  <a:pt x="240121" y="138162"/>
                </a:lnTo>
                <a:lnTo>
                  <a:pt x="240360" y="137911"/>
                </a:lnTo>
                <a:lnTo>
                  <a:pt x="240595" y="137657"/>
                </a:lnTo>
                <a:lnTo>
                  <a:pt x="240827" y="137401"/>
                </a:lnTo>
                <a:lnTo>
                  <a:pt x="241055" y="137143"/>
                </a:lnTo>
                <a:lnTo>
                  <a:pt x="241280" y="136884"/>
                </a:lnTo>
                <a:lnTo>
                  <a:pt x="241501" y="136624"/>
                </a:lnTo>
                <a:lnTo>
                  <a:pt x="241719" y="136362"/>
                </a:lnTo>
                <a:lnTo>
                  <a:pt x="241933" y="136100"/>
                </a:lnTo>
                <a:lnTo>
                  <a:pt x="242144" y="135836"/>
                </a:lnTo>
                <a:lnTo>
                  <a:pt x="242351" y="135572"/>
                </a:lnTo>
                <a:lnTo>
                  <a:pt x="242555" y="135306"/>
                </a:lnTo>
                <a:lnTo>
                  <a:pt x="242755" y="135039"/>
                </a:lnTo>
                <a:lnTo>
                  <a:pt x="242952" y="134770"/>
                </a:lnTo>
                <a:lnTo>
                  <a:pt x="243146" y="134501"/>
                </a:lnTo>
                <a:lnTo>
                  <a:pt x="243336" y="134231"/>
                </a:lnTo>
                <a:lnTo>
                  <a:pt x="243523" y="133959"/>
                </a:lnTo>
                <a:lnTo>
                  <a:pt x="243706" y="133686"/>
                </a:lnTo>
                <a:lnTo>
                  <a:pt x="243886" y="133412"/>
                </a:lnTo>
                <a:lnTo>
                  <a:pt x="244062" y="133137"/>
                </a:lnTo>
                <a:lnTo>
                  <a:pt x="244235" y="132861"/>
                </a:lnTo>
                <a:lnTo>
                  <a:pt x="244404" y="132583"/>
                </a:lnTo>
                <a:lnTo>
                  <a:pt x="244570" y="132305"/>
                </a:lnTo>
                <a:lnTo>
                  <a:pt x="244733" y="132025"/>
                </a:lnTo>
                <a:lnTo>
                  <a:pt x="244892" y="131744"/>
                </a:lnTo>
                <a:lnTo>
                  <a:pt x="245047" y="131462"/>
                </a:lnTo>
                <a:lnTo>
                  <a:pt x="245200" y="131179"/>
                </a:lnTo>
                <a:lnTo>
                  <a:pt x="245349" y="130896"/>
                </a:lnTo>
                <a:lnTo>
                  <a:pt x="245495" y="130615"/>
                </a:lnTo>
                <a:lnTo>
                  <a:pt x="245640" y="130336"/>
                </a:lnTo>
                <a:lnTo>
                  <a:pt x="245782" y="130058"/>
                </a:lnTo>
                <a:lnTo>
                  <a:pt x="245921" y="129782"/>
                </a:lnTo>
                <a:lnTo>
                  <a:pt x="246058" y="129508"/>
                </a:lnTo>
                <a:lnTo>
                  <a:pt x="246193" y="129235"/>
                </a:lnTo>
                <a:lnTo>
                  <a:pt x="246325" y="128964"/>
                </a:lnTo>
                <a:lnTo>
                  <a:pt x="246455" y="128694"/>
                </a:lnTo>
                <a:lnTo>
                  <a:pt x="246582" y="128426"/>
                </a:lnTo>
                <a:lnTo>
                  <a:pt x="246707" y="128160"/>
                </a:lnTo>
                <a:lnTo>
                  <a:pt x="246829" y="127896"/>
                </a:lnTo>
                <a:lnTo>
                  <a:pt x="246949" y="127633"/>
                </a:lnTo>
                <a:lnTo>
                  <a:pt x="247067" y="127372"/>
                </a:lnTo>
                <a:lnTo>
                  <a:pt x="247182" y="127112"/>
                </a:lnTo>
                <a:lnTo>
                  <a:pt x="247295" y="126854"/>
                </a:lnTo>
                <a:lnTo>
                  <a:pt x="247405" y="126598"/>
                </a:lnTo>
                <a:lnTo>
                  <a:pt x="247513" y="126343"/>
                </a:lnTo>
                <a:lnTo>
                  <a:pt x="247619" y="126090"/>
                </a:lnTo>
                <a:lnTo>
                  <a:pt x="247722" y="125839"/>
                </a:lnTo>
                <a:lnTo>
                  <a:pt x="247822" y="125590"/>
                </a:lnTo>
                <a:lnTo>
                  <a:pt x="247920" y="125342"/>
                </a:lnTo>
                <a:lnTo>
                  <a:pt x="248016" y="125095"/>
                </a:lnTo>
                <a:lnTo>
                  <a:pt x="248109" y="124851"/>
                </a:lnTo>
                <a:lnTo>
                  <a:pt x="280081" y="33445"/>
                </a:lnTo>
                <a:lnTo>
                  <a:pt x="265495" y="33445"/>
                </a:lnTo>
                <a:lnTo>
                  <a:pt x="246982" y="92665"/>
                </a:lnTo>
                <a:lnTo>
                  <a:pt x="227040" y="33445"/>
                </a:lnTo>
                <a:lnTo>
                  <a:pt x="212160" y="33445"/>
                </a:lnTo>
                <a:lnTo>
                  <a:pt x="240599" y="111744"/>
                </a:lnTo>
                <a:lnTo>
                  <a:pt x="237649" y="119733"/>
                </a:lnTo>
                <a:close/>
                <a:moveTo>
                  <a:pt x="93408" y="77720"/>
                </a:moveTo>
                <a:lnTo>
                  <a:pt x="93456" y="78415"/>
                </a:lnTo>
                <a:lnTo>
                  <a:pt x="93512" y="79105"/>
                </a:lnTo>
                <a:lnTo>
                  <a:pt x="93577" y="79790"/>
                </a:lnTo>
                <a:lnTo>
                  <a:pt x="93651" y="80472"/>
                </a:lnTo>
                <a:lnTo>
                  <a:pt x="93734" y="81149"/>
                </a:lnTo>
                <a:lnTo>
                  <a:pt x="93825" y="81821"/>
                </a:lnTo>
                <a:lnTo>
                  <a:pt x="93925" y="82489"/>
                </a:lnTo>
                <a:lnTo>
                  <a:pt x="94034" y="83153"/>
                </a:lnTo>
                <a:lnTo>
                  <a:pt x="94151" y="83813"/>
                </a:lnTo>
                <a:lnTo>
                  <a:pt x="94278" y="84468"/>
                </a:lnTo>
                <a:lnTo>
                  <a:pt x="94412" y="85119"/>
                </a:lnTo>
                <a:lnTo>
                  <a:pt x="94556" y="85765"/>
                </a:lnTo>
                <a:lnTo>
                  <a:pt x="94708" y="86408"/>
                </a:lnTo>
                <a:lnTo>
                  <a:pt x="94869" y="87045"/>
                </a:lnTo>
                <a:lnTo>
                  <a:pt x="95038" y="87679"/>
                </a:lnTo>
                <a:lnTo>
                  <a:pt x="95217" y="88308"/>
                </a:lnTo>
                <a:lnTo>
                  <a:pt x="95404" y="88933"/>
                </a:lnTo>
                <a:lnTo>
                  <a:pt x="95599" y="89553"/>
                </a:lnTo>
                <a:lnTo>
                  <a:pt x="95804" y="90169"/>
                </a:lnTo>
                <a:lnTo>
                  <a:pt x="96016" y="90780"/>
                </a:lnTo>
                <a:lnTo>
                  <a:pt x="96237" y="91384"/>
                </a:lnTo>
                <a:lnTo>
                  <a:pt x="96465" y="91982"/>
                </a:lnTo>
                <a:lnTo>
                  <a:pt x="96701" y="92573"/>
                </a:lnTo>
                <a:lnTo>
                  <a:pt x="96945" y="93157"/>
                </a:lnTo>
                <a:lnTo>
                  <a:pt x="97197" y="93735"/>
                </a:lnTo>
                <a:lnTo>
                  <a:pt x="97456" y="94307"/>
                </a:lnTo>
                <a:lnTo>
                  <a:pt x="97723" y="94872"/>
                </a:lnTo>
                <a:lnTo>
                  <a:pt x="97998" y="95430"/>
                </a:lnTo>
                <a:lnTo>
                  <a:pt x="98281" y="95982"/>
                </a:lnTo>
                <a:lnTo>
                  <a:pt x="98572" y="96527"/>
                </a:lnTo>
                <a:lnTo>
                  <a:pt x="98870" y="97066"/>
                </a:lnTo>
                <a:lnTo>
                  <a:pt x="99176" y="97599"/>
                </a:lnTo>
                <a:lnTo>
                  <a:pt x="99491" y="98125"/>
                </a:lnTo>
                <a:lnTo>
                  <a:pt x="99812" y="98644"/>
                </a:lnTo>
                <a:lnTo>
                  <a:pt x="100142" y="99157"/>
                </a:lnTo>
                <a:lnTo>
                  <a:pt x="100479" y="99663"/>
                </a:lnTo>
                <a:lnTo>
                  <a:pt x="100825" y="100163"/>
                </a:lnTo>
                <a:lnTo>
                  <a:pt x="101178" y="100656"/>
                </a:lnTo>
                <a:lnTo>
                  <a:pt x="101539" y="101143"/>
                </a:lnTo>
                <a:lnTo>
                  <a:pt x="101907" y="101623"/>
                </a:lnTo>
                <a:lnTo>
                  <a:pt x="102284" y="102096"/>
                </a:lnTo>
                <a:lnTo>
                  <a:pt x="102668" y="102564"/>
                </a:lnTo>
                <a:lnTo>
                  <a:pt x="103060" y="103024"/>
                </a:lnTo>
                <a:lnTo>
                  <a:pt x="103459" y="103477"/>
                </a:lnTo>
                <a:lnTo>
                  <a:pt x="103866" y="103922"/>
                </a:lnTo>
                <a:lnTo>
                  <a:pt x="104278" y="104358"/>
                </a:lnTo>
                <a:lnTo>
                  <a:pt x="104698" y="104786"/>
                </a:lnTo>
                <a:lnTo>
                  <a:pt x="105125" y="105205"/>
                </a:lnTo>
                <a:lnTo>
                  <a:pt x="105558" y="105616"/>
                </a:lnTo>
                <a:lnTo>
                  <a:pt x="105998" y="106019"/>
                </a:lnTo>
                <a:lnTo>
                  <a:pt x="106445" y="106413"/>
                </a:lnTo>
                <a:lnTo>
                  <a:pt x="106898" y="106799"/>
                </a:lnTo>
                <a:lnTo>
                  <a:pt x="107359" y="107176"/>
                </a:lnTo>
                <a:lnTo>
                  <a:pt x="107826" y="107544"/>
                </a:lnTo>
                <a:lnTo>
                  <a:pt x="108300" y="107905"/>
                </a:lnTo>
                <a:lnTo>
                  <a:pt x="108780" y="108257"/>
                </a:lnTo>
                <a:lnTo>
                  <a:pt x="109268" y="108600"/>
                </a:lnTo>
                <a:lnTo>
                  <a:pt x="109762" y="108935"/>
                </a:lnTo>
                <a:lnTo>
                  <a:pt x="110263" y="109261"/>
                </a:lnTo>
                <a:lnTo>
                  <a:pt x="110771" y="109579"/>
                </a:lnTo>
                <a:lnTo>
                  <a:pt x="111286" y="109889"/>
                </a:lnTo>
                <a:lnTo>
                  <a:pt x="111807" y="110190"/>
                </a:lnTo>
                <a:lnTo>
                  <a:pt x="112335" y="110483"/>
                </a:lnTo>
                <a:lnTo>
                  <a:pt x="112870" y="110767"/>
                </a:lnTo>
                <a:lnTo>
                  <a:pt x="113412" y="111043"/>
                </a:lnTo>
                <a:lnTo>
                  <a:pt x="113960" y="111311"/>
                </a:lnTo>
                <a:lnTo>
                  <a:pt x="114515" y="111570"/>
                </a:lnTo>
                <a:lnTo>
                  <a:pt x="115077" y="111819"/>
                </a:lnTo>
                <a:lnTo>
                  <a:pt x="115644" y="112058"/>
                </a:lnTo>
                <a:lnTo>
                  <a:pt x="116218" y="112286"/>
                </a:lnTo>
                <a:lnTo>
                  <a:pt x="116797" y="112504"/>
                </a:lnTo>
                <a:lnTo>
                  <a:pt x="117382" y="112711"/>
                </a:lnTo>
                <a:lnTo>
                  <a:pt x="117973" y="112907"/>
                </a:lnTo>
                <a:lnTo>
                  <a:pt x="118570" y="113093"/>
                </a:lnTo>
                <a:lnTo>
                  <a:pt x="119173" y="113268"/>
                </a:lnTo>
                <a:lnTo>
                  <a:pt x="119781" y="113433"/>
                </a:lnTo>
                <a:lnTo>
                  <a:pt x="120396" y="113587"/>
                </a:lnTo>
                <a:lnTo>
                  <a:pt x="121016" y="113730"/>
                </a:lnTo>
                <a:lnTo>
                  <a:pt x="121643" y="113863"/>
                </a:lnTo>
                <a:lnTo>
                  <a:pt x="122275" y="113985"/>
                </a:lnTo>
                <a:lnTo>
                  <a:pt x="122913" y="114096"/>
                </a:lnTo>
                <a:lnTo>
                  <a:pt x="123557" y="114197"/>
                </a:lnTo>
                <a:lnTo>
                  <a:pt x="124207" y="114287"/>
                </a:lnTo>
                <a:lnTo>
                  <a:pt x="124862" y="114367"/>
                </a:lnTo>
                <a:lnTo>
                  <a:pt x="125524" y="114436"/>
                </a:lnTo>
                <a:lnTo>
                  <a:pt x="126192" y="114494"/>
                </a:lnTo>
                <a:lnTo>
                  <a:pt x="126865" y="114542"/>
                </a:lnTo>
                <a:lnTo>
                  <a:pt x="127544" y="114579"/>
                </a:lnTo>
                <a:lnTo>
                  <a:pt x="128229" y="114606"/>
                </a:lnTo>
                <a:lnTo>
                  <a:pt x="128920" y="114622"/>
                </a:lnTo>
                <a:lnTo>
                  <a:pt x="129617" y="114627"/>
                </a:lnTo>
                <a:lnTo>
                  <a:pt x="130314" y="114622"/>
                </a:lnTo>
                <a:lnTo>
                  <a:pt x="131005" y="114606"/>
                </a:lnTo>
                <a:lnTo>
                  <a:pt x="131690" y="114579"/>
                </a:lnTo>
                <a:lnTo>
                  <a:pt x="132369" y="114542"/>
                </a:lnTo>
                <a:lnTo>
                  <a:pt x="133041" y="114494"/>
                </a:lnTo>
                <a:lnTo>
                  <a:pt x="133708" y="114436"/>
                </a:lnTo>
                <a:lnTo>
                  <a:pt x="134369" y="114367"/>
                </a:lnTo>
                <a:lnTo>
                  <a:pt x="135024" y="114287"/>
                </a:lnTo>
                <a:lnTo>
                  <a:pt x="135672" y="114197"/>
                </a:lnTo>
                <a:lnTo>
                  <a:pt x="136315" y="114096"/>
                </a:lnTo>
                <a:lnTo>
                  <a:pt x="136952" y="113985"/>
                </a:lnTo>
                <a:lnTo>
                  <a:pt x="137583" y="113863"/>
                </a:lnTo>
                <a:lnTo>
                  <a:pt x="138207" y="113730"/>
                </a:lnTo>
                <a:lnTo>
                  <a:pt x="138826" y="113587"/>
                </a:lnTo>
                <a:lnTo>
                  <a:pt x="139439" y="113433"/>
                </a:lnTo>
                <a:lnTo>
                  <a:pt x="140045" y="113268"/>
                </a:lnTo>
                <a:lnTo>
                  <a:pt x="140646" y="113093"/>
                </a:lnTo>
                <a:lnTo>
                  <a:pt x="141241" y="112907"/>
                </a:lnTo>
                <a:lnTo>
                  <a:pt x="141829" y="112711"/>
                </a:lnTo>
                <a:lnTo>
                  <a:pt x="142412" y="112504"/>
                </a:lnTo>
                <a:lnTo>
                  <a:pt x="142989" y="112286"/>
                </a:lnTo>
                <a:lnTo>
                  <a:pt x="143559" y="112058"/>
                </a:lnTo>
                <a:lnTo>
                  <a:pt x="144124" y="111819"/>
                </a:lnTo>
                <a:lnTo>
                  <a:pt x="144682" y="111570"/>
                </a:lnTo>
                <a:lnTo>
                  <a:pt x="145235" y="111311"/>
                </a:lnTo>
                <a:lnTo>
                  <a:pt x="145780" y="111043"/>
                </a:lnTo>
                <a:lnTo>
                  <a:pt x="146319" y="110767"/>
                </a:lnTo>
                <a:lnTo>
                  <a:pt x="146851" y="110483"/>
                </a:lnTo>
                <a:lnTo>
                  <a:pt x="147377" y="110190"/>
                </a:lnTo>
                <a:lnTo>
                  <a:pt x="147896" y="109889"/>
                </a:lnTo>
                <a:lnTo>
                  <a:pt x="148408" y="109579"/>
                </a:lnTo>
                <a:lnTo>
                  <a:pt x="148914" y="109261"/>
                </a:lnTo>
                <a:lnTo>
                  <a:pt x="149413" y="108935"/>
                </a:lnTo>
                <a:lnTo>
                  <a:pt x="149906" y="108600"/>
                </a:lnTo>
                <a:lnTo>
                  <a:pt x="150391" y="108257"/>
                </a:lnTo>
                <a:lnTo>
                  <a:pt x="150870" y="107905"/>
                </a:lnTo>
                <a:lnTo>
                  <a:pt x="151343" y="107544"/>
                </a:lnTo>
                <a:lnTo>
                  <a:pt x="151809" y="107176"/>
                </a:lnTo>
                <a:lnTo>
                  <a:pt x="152268" y="106799"/>
                </a:lnTo>
                <a:lnTo>
                  <a:pt x="152720" y="106413"/>
                </a:lnTo>
                <a:lnTo>
                  <a:pt x="153166" y="106019"/>
                </a:lnTo>
                <a:lnTo>
                  <a:pt x="153605" y="105616"/>
                </a:lnTo>
                <a:lnTo>
                  <a:pt x="154038" y="105205"/>
                </a:lnTo>
                <a:lnTo>
                  <a:pt x="154464" y="104786"/>
                </a:lnTo>
                <a:lnTo>
                  <a:pt x="154883" y="104358"/>
                </a:lnTo>
                <a:lnTo>
                  <a:pt x="155296" y="103922"/>
                </a:lnTo>
                <a:lnTo>
                  <a:pt x="155701" y="103477"/>
                </a:lnTo>
                <a:lnTo>
                  <a:pt x="156101" y="103024"/>
                </a:lnTo>
                <a:lnTo>
                  <a:pt x="156493" y="102564"/>
                </a:lnTo>
                <a:lnTo>
                  <a:pt x="156877" y="102096"/>
                </a:lnTo>
                <a:lnTo>
                  <a:pt x="157254" y="101623"/>
                </a:lnTo>
                <a:lnTo>
                  <a:pt x="157622" y="101143"/>
                </a:lnTo>
                <a:lnTo>
                  <a:pt x="157983" y="100656"/>
                </a:lnTo>
                <a:lnTo>
                  <a:pt x="158336" y="100163"/>
                </a:lnTo>
                <a:lnTo>
                  <a:pt x="158681" y="99663"/>
                </a:lnTo>
                <a:lnTo>
                  <a:pt x="159019" y="99157"/>
                </a:lnTo>
                <a:lnTo>
                  <a:pt x="159348" y="98644"/>
                </a:lnTo>
                <a:lnTo>
                  <a:pt x="159670" y="98125"/>
                </a:lnTo>
                <a:lnTo>
                  <a:pt x="159984" y="97599"/>
                </a:lnTo>
                <a:lnTo>
                  <a:pt x="160291" y="97066"/>
                </a:lnTo>
                <a:lnTo>
                  <a:pt x="160589" y="96527"/>
                </a:lnTo>
                <a:lnTo>
                  <a:pt x="160880" y="95982"/>
                </a:lnTo>
                <a:lnTo>
                  <a:pt x="161163" y="95430"/>
                </a:lnTo>
                <a:lnTo>
                  <a:pt x="161438" y="94872"/>
                </a:lnTo>
                <a:lnTo>
                  <a:pt x="161705" y="94307"/>
                </a:lnTo>
                <a:lnTo>
                  <a:pt x="161964" y="93735"/>
                </a:lnTo>
                <a:lnTo>
                  <a:pt x="162216" y="93157"/>
                </a:lnTo>
                <a:lnTo>
                  <a:pt x="162460" y="92573"/>
                </a:lnTo>
                <a:lnTo>
                  <a:pt x="162696" y="91982"/>
                </a:lnTo>
                <a:lnTo>
                  <a:pt x="162924" y="91384"/>
                </a:lnTo>
                <a:lnTo>
                  <a:pt x="163144" y="90780"/>
                </a:lnTo>
                <a:lnTo>
                  <a:pt x="163357" y="90169"/>
                </a:lnTo>
                <a:lnTo>
                  <a:pt x="163561" y="89553"/>
                </a:lnTo>
                <a:lnTo>
                  <a:pt x="163757" y="88933"/>
                </a:lnTo>
                <a:lnTo>
                  <a:pt x="163944" y="88308"/>
                </a:lnTo>
                <a:lnTo>
                  <a:pt x="164122" y="87679"/>
                </a:lnTo>
                <a:lnTo>
                  <a:pt x="164292" y="87045"/>
                </a:lnTo>
                <a:lnTo>
                  <a:pt x="164453" y="86408"/>
                </a:lnTo>
                <a:lnTo>
                  <a:pt x="164605" y="85765"/>
                </a:lnTo>
                <a:lnTo>
                  <a:pt x="164749" y="85119"/>
                </a:lnTo>
                <a:lnTo>
                  <a:pt x="164883" y="84468"/>
                </a:lnTo>
                <a:lnTo>
                  <a:pt x="165009" y="83813"/>
                </a:lnTo>
                <a:lnTo>
                  <a:pt x="165127" y="83153"/>
                </a:lnTo>
                <a:lnTo>
                  <a:pt x="165236" y="82489"/>
                </a:lnTo>
                <a:lnTo>
                  <a:pt x="165336" y="81821"/>
                </a:lnTo>
                <a:lnTo>
                  <a:pt x="165427" y="81149"/>
                </a:lnTo>
                <a:lnTo>
                  <a:pt x="165510" y="80472"/>
                </a:lnTo>
                <a:lnTo>
                  <a:pt x="165583" y="79790"/>
                </a:lnTo>
                <a:lnTo>
                  <a:pt x="165649" y="79105"/>
                </a:lnTo>
                <a:lnTo>
                  <a:pt x="165705" y="78415"/>
                </a:lnTo>
                <a:lnTo>
                  <a:pt x="165753" y="77720"/>
                </a:lnTo>
                <a:lnTo>
                  <a:pt x="165792" y="77022"/>
                </a:lnTo>
                <a:lnTo>
                  <a:pt x="165823" y="76319"/>
                </a:lnTo>
                <a:lnTo>
                  <a:pt x="165844" y="75611"/>
                </a:lnTo>
                <a:lnTo>
                  <a:pt x="165857" y="74899"/>
                </a:lnTo>
                <a:lnTo>
                  <a:pt x="165862" y="74183"/>
                </a:lnTo>
                <a:lnTo>
                  <a:pt x="165862" y="72489"/>
                </a:lnTo>
                <a:lnTo>
                  <a:pt x="165857" y="71773"/>
                </a:lnTo>
                <a:lnTo>
                  <a:pt x="165844" y="71061"/>
                </a:lnTo>
                <a:lnTo>
                  <a:pt x="165823" y="70353"/>
                </a:lnTo>
                <a:lnTo>
                  <a:pt x="165792" y="69650"/>
                </a:lnTo>
                <a:lnTo>
                  <a:pt x="165753" y="68950"/>
                </a:lnTo>
                <a:lnTo>
                  <a:pt x="165705" y="68255"/>
                </a:lnTo>
                <a:lnTo>
                  <a:pt x="165649" y="67565"/>
                </a:lnTo>
                <a:lnTo>
                  <a:pt x="165583" y="66878"/>
                </a:lnTo>
                <a:lnTo>
                  <a:pt x="165510" y="66196"/>
                </a:lnTo>
                <a:lnTo>
                  <a:pt x="165427" y="65517"/>
                </a:lnTo>
                <a:lnTo>
                  <a:pt x="165336" y="64843"/>
                </a:lnTo>
                <a:lnTo>
                  <a:pt x="165236" y="64174"/>
                </a:lnTo>
                <a:lnTo>
                  <a:pt x="165127" y="63508"/>
                </a:lnTo>
                <a:lnTo>
                  <a:pt x="165009" y="62847"/>
                </a:lnTo>
                <a:lnTo>
                  <a:pt x="164883" y="62190"/>
                </a:lnTo>
                <a:lnTo>
                  <a:pt x="164749" y="61537"/>
                </a:lnTo>
                <a:lnTo>
                  <a:pt x="164605" y="60888"/>
                </a:lnTo>
                <a:lnTo>
                  <a:pt x="164453" y="60244"/>
                </a:lnTo>
                <a:lnTo>
                  <a:pt x="164292" y="59604"/>
                </a:lnTo>
                <a:lnTo>
                  <a:pt x="164122" y="58968"/>
                </a:lnTo>
                <a:lnTo>
                  <a:pt x="163944" y="58336"/>
                </a:lnTo>
                <a:lnTo>
                  <a:pt x="163757" y="57709"/>
                </a:lnTo>
                <a:lnTo>
                  <a:pt x="163561" y="57085"/>
                </a:lnTo>
                <a:lnTo>
                  <a:pt x="163357" y="56466"/>
                </a:lnTo>
                <a:lnTo>
                  <a:pt x="163144" y="55853"/>
                </a:lnTo>
                <a:lnTo>
                  <a:pt x="162924" y="55246"/>
                </a:lnTo>
                <a:lnTo>
                  <a:pt x="162696" y="54645"/>
                </a:lnTo>
                <a:lnTo>
                  <a:pt x="162460" y="54052"/>
                </a:lnTo>
                <a:lnTo>
                  <a:pt x="162216" y="53465"/>
                </a:lnTo>
                <a:lnTo>
                  <a:pt x="161964" y="52884"/>
                </a:lnTo>
                <a:lnTo>
                  <a:pt x="161705" y="52310"/>
                </a:lnTo>
                <a:lnTo>
                  <a:pt x="161438" y="51743"/>
                </a:lnTo>
                <a:lnTo>
                  <a:pt x="161163" y="51183"/>
                </a:lnTo>
                <a:lnTo>
                  <a:pt x="160880" y="50629"/>
                </a:lnTo>
                <a:lnTo>
                  <a:pt x="160589" y="50082"/>
                </a:lnTo>
                <a:lnTo>
                  <a:pt x="160291" y="49542"/>
                </a:lnTo>
                <a:lnTo>
                  <a:pt x="159984" y="49008"/>
                </a:lnTo>
                <a:lnTo>
                  <a:pt x="159670" y="48480"/>
                </a:lnTo>
                <a:lnTo>
                  <a:pt x="159348" y="47960"/>
                </a:lnTo>
                <a:lnTo>
                  <a:pt x="159019" y="47446"/>
                </a:lnTo>
                <a:lnTo>
                  <a:pt x="158681" y="46939"/>
                </a:lnTo>
                <a:lnTo>
                  <a:pt x="158336" y="46438"/>
                </a:lnTo>
                <a:lnTo>
                  <a:pt x="157983" y="45944"/>
                </a:lnTo>
                <a:lnTo>
                  <a:pt x="157622" y="45457"/>
                </a:lnTo>
                <a:lnTo>
                  <a:pt x="157254" y="44976"/>
                </a:lnTo>
                <a:lnTo>
                  <a:pt x="156877" y="44502"/>
                </a:lnTo>
                <a:lnTo>
                  <a:pt x="156493" y="44035"/>
                </a:lnTo>
                <a:lnTo>
                  <a:pt x="156101" y="43574"/>
                </a:lnTo>
                <a:lnTo>
                  <a:pt x="155701" y="43121"/>
                </a:lnTo>
                <a:lnTo>
                  <a:pt x="155295" y="42677"/>
                </a:lnTo>
                <a:lnTo>
                  <a:pt x="154882" y="42240"/>
                </a:lnTo>
                <a:lnTo>
                  <a:pt x="154462" y="41813"/>
                </a:lnTo>
                <a:lnTo>
                  <a:pt x="154035" y="41393"/>
                </a:lnTo>
                <a:lnTo>
                  <a:pt x="153601" y="40982"/>
                </a:lnTo>
                <a:lnTo>
                  <a:pt x="153160" y="40580"/>
                </a:lnTo>
                <a:lnTo>
                  <a:pt x="152712" y="40186"/>
                </a:lnTo>
                <a:lnTo>
                  <a:pt x="152257" y="39800"/>
                </a:lnTo>
                <a:lnTo>
                  <a:pt x="151796" y="39423"/>
                </a:lnTo>
                <a:lnTo>
                  <a:pt x="151327" y="39054"/>
                </a:lnTo>
                <a:lnTo>
                  <a:pt x="150852" y="38694"/>
                </a:lnTo>
                <a:lnTo>
                  <a:pt x="150370" y="38342"/>
                </a:lnTo>
                <a:lnTo>
                  <a:pt x="149880" y="37999"/>
                </a:lnTo>
                <a:lnTo>
                  <a:pt x="149384" y="37664"/>
                </a:lnTo>
                <a:lnTo>
                  <a:pt x="148881" y="37337"/>
                </a:lnTo>
                <a:lnTo>
                  <a:pt x="148371" y="37019"/>
                </a:lnTo>
                <a:lnTo>
                  <a:pt x="147855" y="36710"/>
                </a:lnTo>
                <a:lnTo>
                  <a:pt x="147331" y="36408"/>
                </a:lnTo>
                <a:lnTo>
                  <a:pt x="146800" y="36116"/>
                </a:lnTo>
                <a:lnTo>
                  <a:pt x="146263" y="35831"/>
                </a:lnTo>
                <a:lnTo>
                  <a:pt x="145718" y="35555"/>
                </a:lnTo>
                <a:lnTo>
                  <a:pt x="145167" y="35288"/>
                </a:lnTo>
                <a:lnTo>
                  <a:pt x="144609" y="35029"/>
                </a:lnTo>
                <a:lnTo>
                  <a:pt x="144044" y="34780"/>
                </a:lnTo>
                <a:lnTo>
                  <a:pt x="143474" y="34541"/>
                </a:lnTo>
                <a:lnTo>
                  <a:pt x="142898" y="34312"/>
                </a:lnTo>
                <a:lnTo>
                  <a:pt x="142316" y="34095"/>
                </a:lnTo>
                <a:lnTo>
                  <a:pt x="141728" y="33888"/>
                </a:lnTo>
                <a:lnTo>
                  <a:pt x="141135" y="33691"/>
                </a:lnTo>
                <a:lnTo>
                  <a:pt x="140536" y="33506"/>
                </a:lnTo>
                <a:lnTo>
                  <a:pt x="139931" y="33331"/>
                </a:lnTo>
                <a:lnTo>
                  <a:pt x="139320" y="33166"/>
                </a:lnTo>
                <a:lnTo>
                  <a:pt x="138704" y="33012"/>
                </a:lnTo>
                <a:lnTo>
                  <a:pt x="138082" y="32869"/>
                </a:lnTo>
                <a:lnTo>
                  <a:pt x="137454" y="32736"/>
                </a:lnTo>
                <a:lnTo>
                  <a:pt x="136820" y="32614"/>
                </a:lnTo>
                <a:lnTo>
                  <a:pt x="136181" y="32503"/>
                </a:lnTo>
                <a:lnTo>
                  <a:pt x="135535" y="32402"/>
                </a:lnTo>
                <a:lnTo>
                  <a:pt x="134884" y="32311"/>
                </a:lnTo>
                <a:lnTo>
                  <a:pt x="134228" y="32232"/>
                </a:lnTo>
                <a:lnTo>
                  <a:pt x="133565" y="32163"/>
                </a:lnTo>
                <a:lnTo>
                  <a:pt x="132897" y="32104"/>
                </a:lnTo>
                <a:lnTo>
                  <a:pt x="132223" y="32057"/>
                </a:lnTo>
                <a:lnTo>
                  <a:pt x="131544" y="32020"/>
                </a:lnTo>
                <a:lnTo>
                  <a:pt x="130858" y="31993"/>
                </a:lnTo>
                <a:lnTo>
                  <a:pt x="130167" y="31977"/>
                </a:lnTo>
                <a:lnTo>
                  <a:pt x="129470" y="31972"/>
                </a:lnTo>
                <a:lnTo>
                  <a:pt x="128779" y="31977"/>
                </a:lnTo>
                <a:lnTo>
                  <a:pt x="128094" y="31993"/>
                </a:lnTo>
                <a:lnTo>
                  <a:pt x="127414" y="32020"/>
                </a:lnTo>
                <a:lnTo>
                  <a:pt x="126740" y="32057"/>
                </a:lnTo>
                <a:lnTo>
                  <a:pt x="126072" y="32104"/>
                </a:lnTo>
                <a:lnTo>
                  <a:pt x="125409" y="32163"/>
                </a:lnTo>
                <a:lnTo>
                  <a:pt x="124752" y="32232"/>
                </a:lnTo>
                <a:lnTo>
                  <a:pt x="124100" y="32311"/>
                </a:lnTo>
                <a:lnTo>
                  <a:pt x="123455" y="32402"/>
                </a:lnTo>
                <a:lnTo>
                  <a:pt x="122814" y="32503"/>
                </a:lnTo>
                <a:lnTo>
                  <a:pt x="122180" y="32614"/>
                </a:lnTo>
                <a:lnTo>
                  <a:pt x="121551" y="32736"/>
                </a:lnTo>
                <a:lnTo>
                  <a:pt x="120927" y="32869"/>
                </a:lnTo>
                <a:lnTo>
                  <a:pt x="120310" y="33012"/>
                </a:lnTo>
                <a:lnTo>
                  <a:pt x="119697" y="33166"/>
                </a:lnTo>
                <a:lnTo>
                  <a:pt x="119091" y="33331"/>
                </a:lnTo>
                <a:lnTo>
                  <a:pt x="118490" y="33506"/>
                </a:lnTo>
                <a:lnTo>
                  <a:pt x="117895" y="33691"/>
                </a:lnTo>
                <a:lnTo>
                  <a:pt x="117305" y="33888"/>
                </a:lnTo>
                <a:lnTo>
                  <a:pt x="116721" y="34095"/>
                </a:lnTo>
                <a:lnTo>
                  <a:pt x="116143" y="34312"/>
                </a:lnTo>
                <a:lnTo>
                  <a:pt x="115570" y="34541"/>
                </a:lnTo>
                <a:lnTo>
                  <a:pt x="115003" y="34780"/>
                </a:lnTo>
                <a:lnTo>
                  <a:pt x="114442" y="35029"/>
                </a:lnTo>
                <a:lnTo>
                  <a:pt x="113887" y="35288"/>
                </a:lnTo>
                <a:lnTo>
                  <a:pt x="113338" y="35555"/>
                </a:lnTo>
                <a:lnTo>
                  <a:pt x="112797" y="35831"/>
                </a:lnTo>
                <a:lnTo>
                  <a:pt x="112262" y="36116"/>
                </a:lnTo>
                <a:lnTo>
                  <a:pt x="111735" y="36408"/>
                </a:lnTo>
                <a:lnTo>
                  <a:pt x="111214" y="36710"/>
                </a:lnTo>
                <a:lnTo>
                  <a:pt x="110700" y="37019"/>
                </a:lnTo>
                <a:lnTo>
                  <a:pt x="110194" y="37337"/>
                </a:lnTo>
                <a:lnTo>
                  <a:pt x="109694" y="37664"/>
                </a:lnTo>
                <a:lnTo>
                  <a:pt x="109201" y="37999"/>
                </a:lnTo>
                <a:lnTo>
                  <a:pt x="108714" y="38342"/>
                </a:lnTo>
                <a:lnTo>
                  <a:pt x="108235" y="38694"/>
                </a:lnTo>
                <a:lnTo>
                  <a:pt x="107763" y="39054"/>
                </a:lnTo>
                <a:lnTo>
                  <a:pt x="107297" y="39423"/>
                </a:lnTo>
                <a:lnTo>
                  <a:pt x="106839" y="39800"/>
                </a:lnTo>
                <a:lnTo>
                  <a:pt x="106387" y="40186"/>
                </a:lnTo>
                <a:lnTo>
                  <a:pt x="105943" y="40580"/>
                </a:lnTo>
                <a:lnTo>
                  <a:pt x="105505" y="40982"/>
                </a:lnTo>
                <a:lnTo>
                  <a:pt x="105074" y="41393"/>
                </a:lnTo>
                <a:lnTo>
                  <a:pt x="104650" y="41813"/>
                </a:lnTo>
                <a:lnTo>
                  <a:pt x="104233" y="42240"/>
                </a:lnTo>
                <a:lnTo>
                  <a:pt x="103823" y="42677"/>
                </a:lnTo>
                <a:lnTo>
                  <a:pt x="103420" y="43121"/>
                </a:lnTo>
                <a:lnTo>
                  <a:pt x="103023" y="43574"/>
                </a:lnTo>
                <a:lnTo>
                  <a:pt x="102634" y="44035"/>
                </a:lnTo>
                <a:lnTo>
                  <a:pt x="102253" y="44502"/>
                </a:lnTo>
                <a:lnTo>
                  <a:pt x="101879" y="44976"/>
                </a:lnTo>
                <a:lnTo>
                  <a:pt x="101513" y="45457"/>
                </a:lnTo>
                <a:lnTo>
                  <a:pt x="101155" y="45944"/>
                </a:lnTo>
                <a:lnTo>
                  <a:pt x="100804" y="46438"/>
                </a:lnTo>
                <a:lnTo>
                  <a:pt x="100461" y="46939"/>
                </a:lnTo>
                <a:lnTo>
                  <a:pt x="100126" y="47446"/>
                </a:lnTo>
                <a:lnTo>
                  <a:pt x="99798" y="47960"/>
                </a:lnTo>
                <a:lnTo>
                  <a:pt x="99478" y="48480"/>
                </a:lnTo>
                <a:lnTo>
                  <a:pt x="99166" y="49008"/>
                </a:lnTo>
                <a:lnTo>
                  <a:pt x="98861" y="49542"/>
                </a:lnTo>
                <a:lnTo>
                  <a:pt x="98564" y="50082"/>
                </a:lnTo>
                <a:lnTo>
                  <a:pt x="98275" y="50629"/>
                </a:lnTo>
                <a:lnTo>
                  <a:pt x="97993" y="51183"/>
                </a:lnTo>
                <a:lnTo>
                  <a:pt x="97719" y="51743"/>
                </a:lnTo>
                <a:lnTo>
                  <a:pt x="97453" y="52310"/>
                </a:lnTo>
                <a:lnTo>
                  <a:pt x="97194" y="52884"/>
                </a:lnTo>
                <a:lnTo>
                  <a:pt x="96943" y="53465"/>
                </a:lnTo>
                <a:lnTo>
                  <a:pt x="96700" y="54052"/>
                </a:lnTo>
                <a:lnTo>
                  <a:pt x="96465" y="54645"/>
                </a:lnTo>
                <a:lnTo>
                  <a:pt x="96237" y="55246"/>
                </a:lnTo>
                <a:lnTo>
                  <a:pt x="96016" y="55853"/>
                </a:lnTo>
                <a:lnTo>
                  <a:pt x="95804" y="56466"/>
                </a:lnTo>
                <a:lnTo>
                  <a:pt x="95599" y="57085"/>
                </a:lnTo>
                <a:lnTo>
                  <a:pt x="95404" y="57709"/>
                </a:lnTo>
                <a:lnTo>
                  <a:pt x="95217" y="58336"/>
                </a:lnTo>
                <a:lnTo>
                  <a:pt x="95038" y="58968"/>
                </a:lnTo>
                <a:lnTo>
                  <a:pt x="94869" y="59604"/>
                </a:lnTo>
                <a:lnTo>
                  <a:pt x="94708" y="60244"/>
                </a:lnTo>
                <a:lnTo>
                  <a:pt x="94556" y="60888"/>
                </a:lnTo>
                <a:lnTo>
                  <a:pt x="94412" y="61537"/>
                </a:lnTo>
                <a:lnTo>
                  <a:pt x="94278" y="62190"/>
                </a:lnTo>
                <a:lnTo>
                  <a:pt x="94151" y="62847"/>
                </a:lnTo>
                <a:lnTo>
                  <a:pt x="94034" y="63508"/>
                </a:lnTo>
                <a:lnTo>
                  <a:pt x="93925" y="64174"/>
                </a:lnTo>
                <a:lnTo>
                  <a:pt x="93825" y="64843"/>
                </a:lnTo>
                <a:lnTo>
                  <a:pt x="93734" y="65517"/>
                </a:lnTo>
                <a:lnTo>
                  <a:pt x="93651" y="66196"/>
                </a:lnTo>
                <a:lnTo>
                  <a:pt x="93577" y="66878"/>
                </a:lnTo>
                <a:lnTo>
                  <a:pt x="93512" y="67565"/>
                </a:lnTo>
                <a:lnTo>
                  <a:pt x="93456" y="68255"/>
                </a:lnTo>
                <a:lnTo>
                  <a:pt x="93408" y="68950"/>
                </a:lnTo>
                <a:lnTo>
                  <a:pt x="93369" y="69650"/>
                </a:lnTo>
                <a:lnTo>
                  <a:pt x="93338" y="70353"/>
                </a:lnTo>
                <a:lnTo>
                  <a:pt x="93316" y="71061"/>
                </a:lnTo>
                <a:lnTo>
                  <a:pt x="93303" y="71773"/>
                </a:lnTo>
                <a:lnTo>
                  <a:pt x="93299" y="72489"/>
                </a:lnTo>
                <a:lnTo>
                  <a:pt x="93299" y="74183"/>
                </a:lnTo>
                <a:lnTo>
                  <a:pt x="93303" y="74899"/>
                </a:lnTo>
                <a:lnTo>
                  <a:pt x="93316" y="75611"/>
                </a:lnTo>
                <a:lnTo>
                  <a:pt x="93338" y="76319"/>
                </a:lnTo>
                <a:lnTo>
                  <a:pt x="93369" y="77022"/>
                </a:lnTo>
                <a:lnTo>
                  <a:pt x="93408" y="77720"/>
                </a:lnTo>
                <a:close/>
                <a:moveTo>
                  <a:pt x="106988" y="70061"/>
                </a:moveTo>
                <a:lnTo>
                  <a:pt x="107015" y="69581"/>
                </a:lnTo>
                <a:lnTo>
                  <a:pt x="107047" y="69104"/>
                </a:lnTo>
                <a:lnTo>
                  <a:pt x="107083" y="68630"/>
                </a:lnTo>
                <a:lnTo>
                  <a:pt x="107124" y="68157"/>
                </a:lnTo>
                <a:lnTo>
                  <a:pt x="107171" y="67687"/>
                </a:lnTo>
                <a:lnTo>
                  <a:pt x="107222" y="67218"/>
                </a:lnTo>
                <a:lnTo>
                  <a:pt x="107278" y="66752"/>
                </a:lnTo>
                <a:lnTo>
                  <a:pt x="107338" y="66288"/>
                </a:lnTo>
                <a:lnTo>
                  <a:pt x="107404" y="65826"/>
                </a:lnTo>
                <a:lnTo>
                  <a:pt x="107474" y="65367"/>
                </a:lnTo>
                <a:lnTo>
                  <a:pt x="107550" y="64909"/>
                </a:lnTo>
                <a:lnTo>
                  <a:pt x="107630" y="64454"/>
                </a:lnTo>
                <a:lnTo>
                  <a:pt x="107715" y="64001"/>
                </a:lnTo>
                <a:lnTo>
                  <a:pt x="107805" y="63550"/>
                </a:lnTo>
                <a:lnTo>
                  <a:pt x="107900" y="63101"/>
                </a:lnTo>
                <a:lnTo>
                  <a:pt x="107999" y="62655"/>
                </a:lnTo>
                <a:lnTo>
                  <a:pt x="108104" y="62211"/>
                </a:lnTo>
                <a:lnTo>
                  <a:pt x="108213" y="61768"/>
                </a:lnTo>
                <a:lnTo>
                  <a:pt x="108327" y="61328"/>
                </a:lnTo>
                <a:lnTo>
                  <a:pt x="108446" y="60891"/>
                </a:lnTo>
                <a:lnTo>
                  <a:pt x="108571" y="60459"/>
                </a:lnTo>
                <a:lnTo>
                  <a:pt x="108700" y="60030"/>
                </a:lnTo>
                <a:lnTo>
                  <a:pt x="108834" y="59605"/>
                </a:lnTo>
                <a:lnTo>
                  <a:pt x="108973" y="59185"/>
                </a:lnTo>
                <a:lnTo>
                  <a:pt x="109117" y="58768"/>
                </a:lnTo>
                <a:lnTo>
                  <a:pt x="109266" y="58356"/>
                </a:lnTo>
                <a:lnTo>
                  <a:pt x="109420" y="57948"/>
                </a:lnTo>
                <a:lnTo>
                  <a:pt x="109579" y="57544"/>
                </a:lnTo>
                <a:lnTo>
                  <a:pt x="109743" y="57144"/>
                </a:lnTo>
                <a:lnTo>
                  <a:pt x="109912" y="56748"/>
                </a:lnTo>
                <a:lnTo>
                  <a:pt x="110086" y="56356"/>
                </a:lnTo>
                <a:lnTo>
                  <a:pt x="110265" y="55968"/>
                </a:lnTo>
                <a:lnTo>
                  <a:pt x="110449" y="55584"/>
                </a:lnTo>
                <a:lnTo>
                  <a:pt x="110638" y="55205"/>
                </a:lnTo>
                <a:lnTo>
                  <a:pt x="110832" y="54829"/>
                </a:lnTo>
                <a:lnTo>
                  <a:pt x="111031" y="54458"/>
                </a:lnTo>
                <a:lnTo>
                  <a:pt x="111235" y="54090"/>
                </a:lnTo>
                <a:lnTo>
                  <a:pt x="111444" y="53727"/>
                </a:lnTo>
                <a:lnTo>
                  <a:pt x="111658" y="53368"/>
                </a:lnTo>
                <a:lnTo>
                  <a:pt x="111877" y="53013"/>
                </a:lnTo>
                <a:lnTo>
                  <a:pt x="112100" y="52662"/>
                </a:lnTo>
                <a:lnTo>
                  <a:pt x="112329" y="52315"/>
                </a:lnTo>
                <a:lnTo>
                  <a:pt x="112563" y="51973"/>
                </a:lnTo>
                <a:lnTo>
                  <a:pt x="112802" y="51635"/>
                </a:lnTo>
                <a:lnTo>
                  <a:pt x="113046" y="51303"/>
                </a:lnTo>
                <a:lnTo>
                  <a:pt x="113294" y="50977"/>
                </a:lnTo>
                <a:lnTo>
                  <a:pt x="113547" y="50658"/>
                </a:lnTo>
                <a:lnTo>
                  <a:pt x="113806" y="50344"/>
                </a:lnTo>
                <a:lnTo>
                  <a:pt x="114069" y="50036"/>
                </a:lnTo>
                <a:lnTo>
                  <a:pt x="114337" y="49735"/>
                </a:lnTo>
                <a:lnTo>
                  <a:pt x="114610" y="49439"/>
                </a:lnTo>
                <a:lnTo>
                  <a:pt x="114887" y="49150"/>
                </a:lnTo>
                <a:lnTo>
                  <a:pt x="115170" y="48866"/>
                </a:lnTo>
                <a:lnTo>
                  <a:pt x="115457" y="48588"/>
                </a:lnTo>
                <a:lnTo>
                  <a:pt x="115749" y="48317"/>
                </a:lnTo>
                <a:lnTo>
                  <a:pt x="116046" y="48051"/>
                </a:lnTo>
                <a:lnTo>
                  <a:pt x="116348" y="47792"/>
                </a:lnTo>
                <a:lnTo>
                  <a:pt x="116655" y="47538"/>
                </a:lnTo>
                <a:lnTo>
                  <a:pt x="116967" y="47291"/>
                </a:lnTo>
                <a:lnTo>
                  <a:pt x="117283" y="47049"/>
                </a:lnTo>
                <a:lnTo>
                  <a:pt x="117605" y="46813"/>
                </a:lnTo>
                <a:lnTo>
                  <a:pt x="117931" y="46584"/>
                </a:lnTo>
                <a:lnTo>
                  <a:pt x="118262" y="46360"/>
                </a:lnTo>
                <a:lnTo>
                  <a:pt x="118598" y="46143"/>
                </a:lnTo>
                <a:lnTo>
                  <a:pt x="118939" y="45932"/>
                </a:lnTo>
                <a:lnTo>
                  <a:pt x="119285" y="45726"/>
                </a:lnTo>
                <a:lnTo>
                  <a:pt x="119635" y="45527"/>
                </a:lnTo>
                <a:lnTo>
                  <a:pt x="119991" y="45334"/>
                </a:lnTo>
                <a:lnTo>
                  <a:pt x="120351" y="45150"/>
                </a:lnTo>
                <a:lnTo>
                  <a:pt x="120716" y="44974"/>
                </a:lnTo>
                <a:lnTo>
                  <a:pt x="121085" y="44806"/>
                </a:lnTo>
                <a:lnTo>
                  <a:pt x="121459" y="44647"/>
                </a:lnTo>
                <a:lnTo>
                  <a:pt x="121838" y="44495"/>
                </a:lnTo>
                <a:lnTo>
                  <a:pt x="122222" y="44352"/>
                </a:lnTo>
                <a:lnTo>
                  <a:pt x="122611" y="44217"/>
                </a:lnTo>
                <a:lnTo>
                  <a:pt x="123004" y="44090"/>
                </a:lnTo>
                <a:lnTo>
                  <a:pt x="123402" y="43971"/>
                </a:lnTo>
                <a:lnTo>
                  <a:pt x="123804" y="43861"/>
                </a:lnTo>
                <a:lnTo>
                  <a:pt x="124212" y="43759"/>
                </a:lnTo>
                <a:lnTo>
                  <a:pt x="124624" y="43664"/>
                </a:lnTo>
                <a:lnTo>
                  <a:pt x="125041" y="43579"/>
                </a:lnTo>
                <a:lnTo>
                  <a:pt x="125463" y="43501"/>
                </a:lnTo>
                <a:lnTo>
                  <a:pt x="125889" y="43431"/>
                </a:lnTo>
                <a:lnTo>
                  <a:pt x="126320" y="43370"/>
                </a:lnTo>
                <a:lnTo>
                  <a:pt x="126756" y="43317"/>
                </a:lnTo>
                <a:lnTo>
                  <a:pt x="127196" y="43272"/>
                </a:lnTo>
                <a:lnTo>
                  <a:pt x="127642" y="43235"/>
                </a:lnTo>
                <a:lnTo>
                  <a:pt x="128092" y="43206"/>
                </a:lnTo>
                <a:lnTo>
                  <a:pt x="128546" y="43186"/>
                </a:lnTo>
                <a:lnTo>
                  <a:pt x="129006" y="43173"/>
                </a:lnTo>
                <a:lnTo>
                  <a:pt x="129470" y="43169"/>
                </a:lnTo>
                <a:lnTo>
                  <a:pt x="129940" y="43173"/>
                </a:lnTo>
                <a:lnTo>
                  <a:pt x="130405" y="43186"/>
                </a:lnTo>
                <a:lnTo>
                  <a:pt x="130866" y="43206"/>
                </a:lnTo>
                <a:lnTo>
                  <a:pt x="131321" y="43235"/>
                </a:lnTo>
                <a:lnTo>
                  <a:pt x="131771" y="43272"/>
                </a:lnTo>
                <a:lnTo>
                  <a:pt x="132216" y="43317"/>
                </a:lnTo>
                <a:lnTo>
                  <a:pt x="132657" y="43370"/>
                </a:lnTo>
                <a:lnTo>
                  <a:pt x="133092" y="43431"/>
                </a:lnTo>
                <a:lnTo>
                  <a:pt x="133522" y="43501"/>
                </a:lnTo>
                <a:lnTo>
                  <a:pt x="133948" y="43579"/>
                </a:lnTo>
                <a:lnTo>
                  <a:pt x="134368" y="43664"/>
                </a:lnTo>
                <a:lnTo>
                  <a:pt x="134783" y="43759"/>
                </a:lnTo>
                <a:lnTo>
                  <a:pt x="135194" y="43861"/>
                </a:lnTo>
                <a:lnTo>
                  <a:pt x="135599" y="43971"/>
                </a:lnTo>
                <a:lnTo>
                  <a:pt x="135999" y="44090"/>
                </a:lnTo>
                <a:lnTo>
                  <a:pt x="136395" y="44217"/>
                </a:lnTo>
                <a:lnTo>
                  <a:pt x="136785" y="44352"/>
                </a:lnTo>
                <a:lnTo>
                  <a:pt x="137170" y="44495"/>
                </a:lnTo>
                <a:lnTo>
                  <a:pt x="137551" y="44647"/>
                </a:lnTo>
                <a:lnTo>
                  <a:pt x="137926" y="44806"/>
                </a:lnTo>
                <a:lnTo>
                  <a:pt x="138297" y="44974"/>
                </a:lnTo>
                <a:lnTo>
                  <a:pt x="138662" y="45150"/>
                </a:lnTo>
                <a:lnTo>
                  <a:pt x="139023" y="45334"/>
                </a:lnTo>
                <a:lnTo>
                  <a:pt x="139378" y="45527"/>
                </a:lnTo>
                <a:lnTo>
                  <a:pt x="139729" y="45726"/>
                </a:lnTo>
                <a:lnTo>
                  <a:pt x="140074" y="45932"/>
                </a:lnTo>
                <a:lnTo>
                  <a:pt x="140415" y="46143"/>
                </a:lnTo>
                <a:lnTo>
                  <a:pt x="140751" y="46360"/>
                </a:lnTo>
                <a:lnTo>
                  <a:pt x="141082" y="46584"/>
                </a:lnTo>
                <a:lnTo>
                  <a:pt x="141409" y="46813"/>
                </a:lnTo>
                <a:lnTo>
                  <a:pt x="141730" y="47049"/>
                </a:lnTo>
                <a:lnTo>
                  <a:pt x="142047" y="47291"/>
                </a:lnTo>
                <a:lnTo>
                  <a:pt x="142358" y="47538"/>
                </a:lnTo>
                <a:lnTo>
                  <a:pt x="142665" y="47792"/>
                </a:lnTo>
                <a:lnTo>
                  <a:pt x="142967" y="48051"/>
                </a:lnTo>
                <a:lnTo>
                  <a:pt x="143264" y="48317"/>
                </a:lnTo>
                <a:lnTo>
                  <a:pt x="143556" y="48588"/>
                </a:lnTo>
                <a:lnTo>
                  <a:pt x="143844" y="48866"/>
                </a:lnTo>
                <a:lnTo>
                  <a:pt x="144126" y="49150"/>
                </a:lnTo>
                <a:lnTo>
                  <a:pt x="144404" y="49439"/>
                </a:lnTo>
                <a:lnTo>
                  <a:pt x="144677" y="49735"/>
                </a:lnTo>
                <a:lnTo>
                  <a:pt x="144945" y="50036"/>
                </a:lnTo>
                <a:lnTo>
                  <a:pt x="145208" y="50344"/>
                </a:lnTo>
                <a:lnTo>
                  <a:pt x="145466" y="50658"/>
                </a:lnTo>
                <a:lnTo>
                  <a:pt x="145719" y="50977"/>
                </a:lnTo>
                <a:lnTo>
                  <a:pt x="145968" y="51303"/>
                </a:lnTo>
                <a:lnTo>
                  <a:pt x="146212" y="51635"/>
                </a:lnTo>
                <a:lnTo>
                  <a:pt x="146450" y="51973"/>
                </a:lnTo>
                <a:lnTo>
                  <a:pt x="146684" y="52315"/>
                </a:lnTo>
                <a:lnTo>
                  <a:pt x="146913" y="52662"/>
                </a:lnTo>
                <a:lnTo>
                  <a:pt x="147138" y="53013"/>
                </a:lnTo>
                <a:lnTo>
                  <a:pt x="147357" y="53368"/>
                </a:lnTo>
                <a:lnTo>
                  <a:pt x="147571" y="53727"/>
                </a:lnTo>
                <a:lnTo>
                  <a:pt x="147781" y="54090"/>
                </a:lnTo>
                <a:lnTo>
                  <a:pt x="147986" y="54458"/>
                </a:lnTo>
                <a:lnTo>
                  <a:pt x="148186" y="54829"/>
                </a:lnTo>
                <a:lnTo>
                  <a:pt x="148381" y="55205"/>
                </a:lnTo>
                <a:lnTo>
                  <a:pt x="148571" y="55584"/>
                </a:lnTo>
                <a:lnTo>
                  <a:pt x="148756" y="55968"/>
                </a:lnTo>
                <a:lnTo>
                  <a:pt x="148937" y="56356"/>
                </a:lnTo>
                <a:lnTo>
                  <a:pt x="149112" y="56748"/>
                </a:lnTo>
                <a:lnTo>
                  <a:pt x="149283" y="57144"/>
                </a:lnTo>
                <a:lnTo>
                  <a:pt x="149449" y="57544"/>
                </a:lnTo>
                <a:lnTo>
                  <a:pt x="149610" y="57948"/>
                </a:lnTo>
                <a:lnTo>
                  <a:pt x="149766" y="58356"/>
                </a:lnTo>
                <a:lnTo>
                  <a:pt x="149917" y="58768"/>
                </a:lnTo>
                <a:lnTo>
                  <a:pt x="150064" y="59185"/>
                </a:lnTo>
                <a:lnTo>
                  <a:pt x="150205" y="59605"/>
                </a:lnTo>
                <a:lnTo>
                  <a:pt x="150342" y="60030"/>
                </a:lnTo>
                <a:lnTo>
                  <a:pt x="150474" y="60459"/>
                </a:lnTo>
                <a:lnTo>
                  <a:pt x="150601" y="60891"/>
                </a:lnTo>
                <a:lnTo>
                  <a:pt x="150723" y="61328"/>
                </a:lnTo>
                <a:lnTo>
                  <a:pt x="150840" y="61768"/>
                </a:lnTo>
                <a:lnTo>
                  <a:pt x="150952" y="62211"/>
                </a:lnTo>
                <a:lnTo>
                  <a:pt x="151060" y="62655"/>
                </a:lnTo>
                <a:lnTo>
                  <a:pt x="151162" y="63101"/>
                </a:lnTo>
                <a:lnTo>
                  <a:pt x="151259" y="63550"/>
                </a:lnTo>
                <a:lnTo>
                  <a:pt x="151352" y="64001"/>
                </a:lnTo>
                <a:lnTo>
                  <a:pt x="151439" y="64454"/>
                </a:lnTo>
                <a:lnTo>
                  <a:pt x="151521" y="64909"/>
                </a:lnTo>
                <a:lnTo>
                  <a:pt x="151598" y="65367"/>
                </a:lnTo>
                <a:lnTo>
                  <a:pt x="151671" y="65826"/>
                </a:lnTo>
                <a:lnTo>
                  <a:pt x="151738" y="66288"/>
                </a:lnTo>
                <a:lnTo>
                  <a:pt x="151800" y="66752"/>
                </a:lnTo>
                <a:lnTo>
                  <a:pt x="151858" y="67218"/>
                </a:lnTo>
                <a:lnTo>
                  <a:pt x="151910" y="67687"/>
                </a:lnTo>
                <a:lnTo>
                  <a:pt x="151958" y="68157"/>
                </a:lnTo>
                <a:lnTo>
                  <a:pt x="152000" y="68630"/>
                </a:lnTo>
                <a:lnTo>
                  <a:pt x="152037" y="69104"/>
                </a:lnTo>
                <a:lnTo>
                  <a:pt x="152070" y="69581"/>
                </a:lnTo>
                <a:lnTo>
                  <a:pt x="152097" y="70061"/>
                </a:lnTo>
                <a:lnTo>
                  <a:pt x="152120" y="70542"/>
                </a:lnTo>
                <a:lnTo>
                  <a:pt x="152137" y="71025"/>
                </a:lnTo>
                <a:lnTo>
                  <a:pt x="152150" y="71511"/>
                </a:lnTo>
                <a:lnTo>
                  <a:pt x="152157" y="71999"/>
                </a:lnTo>
                <a:lnTo>
                  <a:pt x="152160" y="72489"/>
                </a:lnTo>
                <a:lnTo>
                  <a:pt x="152160" y="74183"/>
                </a:lnTo>
                <a:lnTo>
                  <a:pt x="152157" y="74679"/>
                </a:lnTo>
                <a:lnTo>
                  <a:pt x="152150" y="75173"/>
                </a:lnTo>
                <a:lnTo>
                  <a:pt x="152137" y="75664"/>
                </a:lnTo>
                <a:lnTo>
                  <a:pt x="152120" y="76153"/>
                </a:lnTo>
                <a:lnTo>
                  <a:pt x="152097" y="76639"/>
                </a:lnTo>
                <a:lnTo>
                  <a:pt x="152070" y="77123"/>
                </a:lnTo>
                <a:lnTo>
                  <a:pt x="152037" y="77605"/>
                </a:lnTo>
                <a:lnTo>
                  <a:pt x="152000" y="78084"/>
                </a:lnTo>
                <a:lnTo>
                  <a:pt x="151958" y="78560"/>
                </a:lnTo>
                <a:lnTo>
                  <a:pt x="151910" y="79034"/>
                </a:lnTo>
                <a:lnTo>
                  <a:pt x="151858" y="79506"/>
                </a:lnTo>
                <a:lnTo>
                  <a:pt x="151800" y="79975"/>
                </a:lnTo>
                <a:lnTo>
                  <a:pt x="151738" y="80442"/>
                </a:lnTo>
                <a:lnTo>
                  <a:pt x="151671" y="80907"/>
                </a:lnTo>
                <a:lnTo>
                  <a:pt x="151598" y="81369"/>
                </a:lnTo>
                <a:lnTo>
                  <a:pt x="151521" y="81828"/>
                </a:lnTo>
                <a:lnTo>
                  <a:pt x="151439" y="82286"/>
                </a:lnTo>
                <a:lnTo>
                  <a:pt x="151352" y="82740"/>
                </a:lnTo>
                <a:lnTo>
                  <a:pt x="151259" y="83193"/>
                </a:lnTo>
                <a:lnTo>
                  <a:pt x="151162" y="83642"/>
                </a:lnTo>
                <a:lnTo>
                  <a:pt x="151060" y="84090"/>
                </a:lnTo>
                <a:lnTo>
                  <a:pt x="150952" y="84535"/>
                </a:lnTo>
                <a:lnTo>
                  <a:pt x="150840" y="84978"/>
                </a:lnTo>
                <a:lnTo>
                  <a:pt x="150723" y="85418"/>
                </a:lnTo>
                <a:lnTo>
                  <a:pt x="150601" y="85854"/>
                </a:lnTo>
                <a:lnTo>
                  <a:pt x="150474" y="86287"/>
                </a:lnTo>
                <a:lnTo>
                  <a:pt x="150343" y="86715"/>
                </a:lnTo>
                <a:lnTo>
                  <a:pt x="150206" y="87140"/>
                </a:lnTo>
                <a:lnTo>
                  <a:pt x="150065" y="87560"/>
                </a:lnTo>
                <a:lnTo>
                  <a:pt x="149920" y="87975"/>
                </a:lnTo>
                <a:lnTo>
                  <a:pt x="149769" y="88387"/>
                </a:lnTo>
                <a:lnTo>
                  <a:pt x="149614" y="88794"/>
                </a:lnTo>
                <a:lnTo>
                  <a:pt x="149454" y="89197"/>
                </a:lnTo>
                <a:lnTo>
                  <a:pt x="149289" y="89596"/>
                </a:lnTo>
                <a:lnTo>
                  <a:pt x="149120" y="89991"/>
                </a:lnTo>
                <a:lnTo>
                  <a:pt x="148946" y="90381"/>
                </a:lnTo>
                <a:lnTo>
                  <a:pt x="148767" y="90767"/>
                </a:lnTo>
                <a:lnTo>
                  <a:pt x="148583" y="91149"/>
                </a:lnTo>
                <a:lnTo>
                  <a:pt x="148395" y="91527"/>
                </a:lnTo>
                <a:lnTo>
                  <a:pt x="148202" y="91900"/>
                </a:lnTo>
                <a:lnTo>
                  <a:pt x="148004" y="92270"/>
                </a:lnTo>
                <a:lnTo>
                  <a:pt x="147802" y="92635"/>
                </a:lnTo>
                <a:lnTo>
                  <a:pt x="147594" y="92996"/>
                </a:lnTo>
                <a:lnTo>
                  <a:pt x="147382" y="93352"/>
                </a:lnTo>
                <a:lnTo>
                  <a:pt x="147166" y="93705"/>
                </a:lnTo>
                <a:lnTo>
                  <a:pt x="146944" y="94053"/>
                </a:lnTo>
                <a:lnTo>
                  <a:pt x="146718" y="94397"/>
                </a:lnTo>
                <a:lnTo>
                  <a:pt x="146487" y="94737"/>
                </a:lnTo>
                <a:lnTo>
                  <a:pt x="146251" y="95071"/>
                </a:lnTo>
                <a:lnTo>
                  <a:pt x="146011" y="95400"/>
                </a:lnTo>
                <a:lnTo>
                  <a:pt x="145765" y="95722"/>
                </a:lnTo>
                <a:lnTo>
                  <a:pt x="145514" y="96039"/>
                </a:lnTo>
                <a:lnTo>
                  <a:pt x="145258" y="96350"/>
                </a:lnTo>
                <a:lnTo>
                  <a:pt x="144998" y="96654"/>
                </a:lnTo>
                <a:lnTo>
                  <a:pt x="144732" y="96953"/>
                </a:lnTo>
                <a:lnTo>
                  <a:pt x="144461" y="97245"/>
                </a:lnTo>
                <a:lnTo>
                  <a:pt x="144186" y="97532"/>
                </a:lnTo>
                <a:lnTo>
                  <a:pt x="143905" y="97812"/>
                </a:lnTo>
                <a:lnTo>
                  <a:pt x="143619" y="98087"/>
                </a:lnTo>
                <a:lnTo>
                  <a:pt x="143329" y="98356"/>
                </a:lnTo>
                <a:lnTo>
                  <a:pt x="143033" y="98618"/>
                </a:lnTo>
                <a:lnTo>
                  <a:pt x="142732" y="98875"/>
                </a:lnTo>
                <a:lnTo>
                  <a:pt x="142427" y="99125"/>
                </a:lnTo>
                <a:lnTo>
                  <a:pt x="142116" y="99369"/>
                </a:lnTo>
                <a:lnTo>
                  <a:pt x="141801" y="99608"/>
                </a:lnTo>
                <a:lnTo>
                  <a:pt x="141480" y="99840"/>
                </a:lnTo>
                <a:lnTo>
                  <a:pt x="141154" y="100067"/>
                </a:lnTo>
                <a:lnTo>
                  <a:pt x="140824" y="100287"/>
                </a:lnTo>
                <a:lnTo>
                  <a:pt x="140488" y="100502"/>
                </a:lnTo>
                <a:lnTo>
                  <a:pt x="140148" y="100710"/>
                </a:lnTo>
                <a:lnTo>
                  <a:pt x="139802" y="100912"/>
                </a:lnTo>
                <a:lnTo>
                  <a:pt x="139452" y="101109"/>
                </a:lnTo>
                <a:lnTo>
                  <a:pt x="139097" y="101298"/>
                </a:lnTo>
                <a:lnTo>
                  <a:pt x="138736" y="101480"/>
                </a:lnTo>
                <a:lnTo>
                  <a:pt x="138372" y="101653"/>
                </a:lnTo>
                <a:lnTo>
                  <a:pt x="138002" y="101818"/>
                </a:lnTo>
                <a:lnTo>
                  <a:pt x="137628" y="101975"/>
                </a:lnTo>
                <a:lnTo>
                  <a:pt x="137249" y="102124"/>
                </a:lnTo>
                <a:lnTo>
                  <a:pt x="136865" y="102265"/>
                </a:lnTo>
                <a:lnTo>
                  <a:pt x="136477" y="102398"/>
                </a:lnTo>
                <a:lnTo>
                  <a:pt x="136083" y="102523"/>
                </a:lnTo>
                <a:lnTo>
                  <a:pt x="135685" y="102640"/>
                </a:lnTo>
                <a:lnTo>
                  <a:pt x="135283" y="102749"/>
                </a:lnTo>
                <a:lnTo>
                  <a:pt x="134875" y="102849"/>
                </a:lnTo>
                <a:lnTo>
                  <a:pt x="134463" y="102942"/>
                </a:lnTo>
                <a:lnTo>
                  <a:pt x="134046" y="103027"/>
                </a:lnTo>
                <a:lnTo>
                  <a:pt x="133625" y="103103"/>
                </a:lnTo>
                <a:lnTo>
                  <a:pt x="133198" y="103172"/>
                </a:lnTo>
                <a:lnTo>
                  <a:pt x="132767" y="103232"/>
                </a:lnTo>
                <a:lnTo>
                  <a:pt x="132331" y="103284"/>
                </a:lnTo>
                <a:lnTo>
                  <a:pt x="131891" y="103329"/>
                </a:lnTo>
                <a:lnTo>
                  <a:pt x="131446" y="103365"/>
                </a:lnTo>
                <a:lnTo>
                  <a:pt x="130996" y="103393"/>
                </a:lnTo>
                <a:lnTo>
                  <a:pt x="130541" y="103413"/>
                </a:lnTo>
                <a:lnTo>
                  <a:pt x="130081" y="103425"/>
                </a:lnTo>
                <a:lnTo>
                  <a:pt x="129617" y="103429"/>
                </a:lnTo>
                <a:lnTo>
                  <a:pt x="129147" y="103425"/>
                </a:lnTo>
                <a:lnTo>
                  <a:pt x="128682" y="103413"/>
                </a:lnTo>
                <a:lnTo>
                  <a:pt x="128221" y="103393"/>
                </a:lnTo>
                <a:lnTo>
                  <a:pt x="127765" y="103365"/>
                </a:lnTo>
                <a:lnTo>
                  <a:pt x="127315" y="103329"/>
                </a:lnTo>
                <a:lnTo>
                  <a:pt x="126869" y="103284"/>
                </a:lnTo>
                <a:lnTo>
                  <a:pt x="126427" y="103232"/>
                </a:lnTo>
                <a:lnTo>
                  <a:pt x="125991" y="103172"/>
                </a:lnTo>
                <a:lnTo>
                  <a:pt x="125560" y="103103"/>
                </a:lnTo>
                <a:lnTo>
                  <a:pt x="125133" y="103027"/>
                </a:lnTo>
                <a:lnTo>
                  <a:pt x="124712" y="102942"/>
                </a:lnTo>
                <a:lnTo>
                  <a:pt x="124295" y="102849"/>
                </a:lnTo>
                <a:lnTo>
                  <a:pt x="123883" y="102749"/>
                </a:lnTo>
                <a:lnTo>
                  <a:pt x="123476" y="102640"/>
                </a:lnTo>
                <a:lnTo>
                  <a:pt x="123074" y="102523"/>
                </a:lnTo>
                <a:lnTo>
                  <a:pt x="122676" y="102398"/>
                </a:lnTo>
                <a:lnTo>
                  <a:pt x="122284" y="102265"/>
                </a:lnTo>
                <a:lnTo>
                  <a:pt x="121896" y="102124"/>
                </a:lnTo>
                <a:lnTo>
                  <a:pt x="121513" y="101975"/>
                </a:lnTo>
                <a:lnTo>
                  <a:pt x="121135" y="101818"/>
                </a:lnTo>
                <a:lnTo>
                  <a:pt x="120762" y="101653"/>
                </a:lnTo>
                <a:lnTo>
                  <a:pt x="120394" y="101480"/>
                </a:lnTo>
                <a:lnTo>
                  <a:pt x="120031" y="101298"/>
                </a:lnTo>
                <a:lnTo>
                  <a:pt x="119672" y="101109"/>
                </a:lnTo>
                <a:lnTo>
                  <a:pt x="119319" y="100912"/>
                </a:lnTo>
                <a:lnTo>
                  <a:pt x="118970" y="100710"/>
                </a:lnTo>
                <a:lnTo>
                  <a:pt x="118626" y="100502"/>
                </a:lnTo>
                <a:lnTo>
                  <a:pt x="118288" y="100287"/>
                </a:lnTo>
                <a:lnTo>
                  <a:pt x="117954" y="100067"/>
                </a:lnTo>
                <a:lnTo>
                  <a:pt x="117626" y="99840"/>
                </a:lnTo>
                <a:lnTo>
                  <a:pt x="117302" y="99608"/>
                </a:lnTo>
                <a:lnTo>
                  <a:pt x="116983" y="99369"/>
                </a:lnTo>
                <a:lnTo>
                  <a:pt x="116670" y="99125"/>
                </a:lnTo>
                <a:lnTo>
                  <a:pt x="116361" y="98875"/>
                </a:lnTo>
                <a:lnTo>
                  <a:pt x="116057" y="98618"/>
                </a:lnTo>
                <a:lnTo>
                  <a:pt x="115759" y="98356"/>
                </a:lnTo>
                <a:lnTo>
                  <a:pt x="115465" y="98087"/>
                </a:lnTo>
                <a:lnTo>
                  <a:pt x="115176" y="97812"/>
                </a:lnTo>
                <a:lnTo>
                  <a:pt x="114892" y="97532"/>
                </a:lnTo>
                <a:lnTo>
                  <a:pt x="114614" y="97245"/>
                </a:lnTo>
                <a:lnTo>
                  <a:pt x="114340" y="96953"/>
                </a:lnTo>
                <a:lnTo>
                  <a:pt x="114071" y="96654"/>
                </a:lnTo>
                <a:lnTo>
                  <a:pt x="113807" y="96350"/>
                </a:lnTo>
                <a:lnTo>
                  <a:pt x="113549" y="96039"/>
                </a:lnTo>
                <a:lnTo>
                  <a:pt x="113295" y="95722"/>
                </a:lnTo>
                <a:lnTo>
                  <a:pt x="113046" y="95400"/>
                </a:lnTo>
                <a:lnTo>
                  <a:pt x="112802" y="95071"/>
                </a:lnTo>
                <a:lnTo>
                  <a:pt x="112563" y="94737"/>
                </a:lnTo>
                <a:lnTo>
                  <a:pt x="112329" y="94397"/>
                </a:lnTo>
                <a:lnTo>
                  <a:pt x="112100" y="94053"/>
                </a:lnTo>
                <a:lnTo>
                  <a:pt x="111877" y="93705"/>
                </a:lnTo>
                <a:lnTo>
                  <a:pt x="111658" y="93352"/>
                </a:lnTo>
                <a:lnTo>
                  <a:pt x="111444" y="92996"/>
                </a:lnTo>
                <a:lnTo>
                  <a:pt x="111235" y="92635"/>
                </a:lnTo>
                <a:lnTo>
                  <a:pt x="111031" y="92270"/>
                </a:lnTo>
                <a:lnTo>
                  <a:pt x="110832" y="91900"/>
                </a:lnTo>
                <a:lnTo>
                  <a:pt x="110638" y="91527"/>
                </a:lnTo>
                <a:lnTo>
                  <a:pt x="110449" y="91149"/>
                </a:lnTo>
                <a:lnTo>
                  <a:pt x="110265" y="90767"/>
                </a:lnTo>
                <a:lnTo>
                  <a:pt x="110086" y="90381"/>
                </a:lnTo>
                <a:lnTo>
                  <a:pt x="109912" y="89991"/>
                </a:lnTo>
                <a:lnTo>
                  <a:pt x="109743" y="89596"/>
                </a:lnTo>
                <a:lnTo>
                  <a:pt x="109579" y="89197"/>
                </a:lnTo>
                <a:lnTo>
                  <a:pt x="109420" y="88794"/>
                </a:lnTo>
                <a:lnTo>
                  <a:pt x="109266" y="88387"/>
                </a:lnTo>
                <a:lnTo>
                  <a:pt x="109117" y="87975"/>
                </a:lnTo>
                <a:lnTo>
                  <a:pt x="108973" y="87560"/>
                </a:lnTo>
                <a:lnTo>
                  <a:pt x="108834" y="87140"/>
                </a:lnTo>
                <a:lnTo>
                  <a:pt x="108700" y="86715"/>
                </a:lnTo>
                <a:lnTo>
                  <a:pt x="108571" y="86287"/>
                </a:lnTo>
                <a:lnTo>
                  <a:pt x="108446" y="85854"/>
                </a:lnTo>
                <a:lnTo>
                  <a:pt x="108327" y="85418"/>
                </a:lnTo>
                <a:lnTo>
                  <a:pt x="108213" y="84978"/>
                </a:lnTo>
                <a:lnTo>
                  <a:pt x="108104" y="84535"/>
                </a:lnTo>
                <a:lnTo>
                  <a:pt x="107999" y="84090"/>
                </a:lnTo>
                <a:lnTo>
                  <a:pt x="107900" y="83642"/>
                </a:lnTo>
                <a:lnTo>
                  <a:pt x="107805" y="83193"/>
                </a:lnTo>
                <a:lnTo>
                  <a:pt x="107715" y="82740"/>
                </a:lnTo>
                <a:lnTo>
                  <a:pt x="107630" y="82286"/>
                </a:lnTo>
                <a:lnTo>
                  <a:pt x="107550" y="81828"/>
                </a:lnTo>
                <a:lnTo>
                  <a:pt x="107474" y="81369"/>
                </a:lnTo>
                <a:lnTo>
                  <a:pt x="107404" y="80907"/>
                </a:lnTo>
                <a:lnTo>
                  <a:pt x="107338" y="80442"/>
                </a:lnTo>
                <a:lnTo>
                  <a:pt x="107278" y="79975"/>
                </a:lnTo>
                <a:lnTo>
                  <a:pt x="107222" y="79506"/>
                </a:lnTo>
                <a:lnTo>
                  <a:pt x="107171" y="79034"/>
                </a:lnTo>
                <a:lnTo>
                  <a:pt x="107124" y="78560"/>
                </a:lnTo>
                <a:lnTo>
                  <a:pt x="107083" y="78084"/>
                </a:lnTo>
                <a:lnTo>
                  <a:pt x="107047" y="77605"/>
                </a:lnTo>
                <a:lnTo>
                  <a:pt x="107015" y="77123"/>
                </a:lnTo>
                <a:lnTo>
                  <a:pt x="106988" y="76639"/>
                </a:lnTo>
                <a:lnTo>
                  <a:pt x="106966" y="76153"/>
                </a:lnTo>
                <a:lnTo>
                  <a:pt x="106949" y="75664"/>
                </a:lnTo>
                <a:lnTo>
                  <a:pt x="106937" y="75173"/>
                </a:lnTo>
                <a:lnTo>
                  <a:pt x="106930" y="74679"/>
                </a:lnTo>
                <a:lnTo>
                  <a:pt x="106928" y="74183"/>
                </a:lnTo>
                <a:lnTo>
                  <a:pt x="106928" y="72489"/>
                </a:lnTo>
                <a:lnTo>
                  <a:pt x="106930" y="71999"/>
                </a:lnTo>
                <a:lnTo>
                  <a:pt x="106937" y="71511"/>
                </a:lnTo>
                <a:lnTo>
                  <a:pt x="106949" y="71025"/>
                </a:lnTo>
                <a:lnTo>
                  <a:pt x="106966" y="70542"/>
                </a:lnTo>
                <a:lnTo>
                  <a:pt x="106988" y="70061"/>
                </a:lnTo>
                <a:close/>
                <a:moveTo>
                  <a:pt x="287882" y="77720"/>
                </a:moveTo>
                <a:lnTo>
                  <a:pt x="287929" y="78415"/>
                </a:lnTo>
                <a:lnTo>
                  <a:pt x="287986" y="79105"/>
                </a:lnTo>
                <a:lnTo>
                  <a:pt x="288051" y="79790"/>
                </a:lnTo>
                <a:lnTo>
                  <a:pt x="288125" y="80472"/>
                </a:lnTo>
                <a:lnTo>
                  <a:pt x="288208" y="81149"/>
                </a:lnTo>
                <a:lnTo>
                  <a:pt x="288299" y="81821"/>
                </a:lnTo>
                <a:lnTo>
                  <a:pt x="288399" y="82489"/>
                </a:lnTo>
                <a:lnTo>
                  <a:pt x="288508" y="83153"/>
                </a:lnTo>
                <a:lnTo>
                  <a:pt x="288625" y="83813"/>
                </a:lnTo>
                <a:lnTo>
                  <a:pt x="288751" y="84468"/>
                </a:lnTo>
                <a:lnTo>
                  <a:pt x="288886" y="85119"/>
                </a:lnTo>
                <a:lnTo>
                  <a:pt x="289030" y="85765"/>
                </a:lnTo>
                <a:lnTo>
                  <a:pt x="289182" y="86408"/>
                </a:lnTo>
                <a:lnTo>
                  <a:pt x="289343" y="87045"/>
                </a:lnTo>
                <a:lnTo>
                  <a:pt x="289512" y="87679"/>
                </a:lnTo>
                <a:lnTo>
                  <a:pt x="289690" y="88308"/>
                </a:lnTo>
                <a:lnTo>
                  <a:pt x="289877" y="88933"/>
                </a:lnTo>
                <a:lnTo>
                  <a:pt x="290073" y="89553"/>
                </a:lnTo>
                <a:lnTo>
                  <a:pt x="290278" y="90169"/>
                </a:lnTo>
                <a:lnTo>
                  <a:pt x="290490" y="90780"/>
                </a:lnTo>
                <a:lnTo>
                  <a:pt x="290711" y="91384"/>
                </a:lnTo>
                <a:lnTo>
                  <a:pt x="290939" y="91982"/>
                </a:lnTo>
                <a:lnTo>
                  <a:pt x="291175" y="92573"/>
                </a:lnTo>
                <a:lnTo>
                  <a:pt x="291419" y="93157"/>
                </a:lnTo>
                <a:lnTo>
                  <a:pt x="291670" y="93735"/>
                </a:lnTo>
                <a:lnTo>
                  <a:pt x="291930" y="94307"/>
                </a:lnTo>
                <a:lnTo>
                  <a:pt x="292197" y="94872"/>
                </a:lnTo>
                <a:lnTo>
                  <a:pt x="292472" y="95430"/>
                </a:lnTo>
                <a:lnTo>
                  <a:pt x="292755" y="95982"/>
                </a:lnTo>
                <a:lnTo>
                  <a:pt x="293046" y="96527"/>
                </a:lnTo>
                <a:lnTo>
                  <a:pt x="293344" y="97066"/>
                </a:lnTo>
                <a:lnTo>
                  <a:pt x="293650" y="97599"/>
                </a:lnTo>
                <a:lnTo>
                  <a:pt x="293964" y="98125"/>
                </a:lnTo>
                <a:lnTo>
                  <a:pt x="294286" y="98644"/>
                </a:lnTo>
                <a:lnTo>
                  <a:pt x="294616" y="99157"/>
                </a:lnTo>
                <a:lnTo>
                  <a:pt x="294953" y="99663"/>
                </a:lnTo>
                <a:lnTo>
                  <a:pt x="295298" y="100163"/>
                </a:lnTo>
                <a:lnTo>
                  <a:pt x="295652" y="100656"/>
                </a:lnTo>
                <a:lnTo>
                  <a:pt x="296012" y="101143"/>
                </a:lnTo>
                <a:lnTo>
                  <a:pt x="296381" y="101623"/>
                </a:lnTo>
                <a:lnTo>
                  <a:pt x="296757" y="102096"/>
                </a:lnTo>
                <a:lnTo>
                  <a:pt x="297142" y="102564"/>
                </a:lnTo>
                <a:lnTo>
                  <a:pt x="297534" y="103024"/>
                </a:lnTo>
                <a:lnTo>
                  <a:pt x="297933" y="103477"/>
                </a:lnTo>
                <a:lnTo>
                  <a:pt x="298339" y="103922"/>
                </a:lnTo>
                <a:lnTo>
                  <a:pt x="298752" y="104358"/>
                </a:lnTo>
                <a:lnTo>
                  <a:pt x="299172" y="104786"/>
                </a:lnTo>
                <a:lnTo>
                  <a:pt x="299598" y="105205"/>
                </a:lnTo>
                <a:lnTo>
                  <a:pt x="300032" y="105616"/>
                </a:lnTo>
                <a:lnTo>
                  <a:pt x="300472" y="106019"/>
                </a:lnTo>
                <a:lnTo>
                  <a:pt x="300918" y="106413"/>
                </a:lnTo>
                <a:lnTo>
                  <a:pt x="301372" y="106799"/>
                </a:lnTo>
                <a:lnTo>
                  <a:pt x="301832" y="107176"/>
                </a:lnTo>
                <a:lnTo>
                  <a:pt x="302300" y="107544"/>
                </a:lnTo>
                <a:lnTo>
                  <a:pt x="302773" y="107905"/>
                </a:lnTo>
                <a:lnTo>
                  <a:pt x="303254" y="108257"/>
                </a:lnTo>
                <a:lnTo>
                  <a:pt x="303742" y="108600"/>
                </a:lnTo>
                <a:lnTo>
                  <a:pt x="304236" y="108935"/>
                </a:lnTo>
                <a:lnTo>
                  <a:pt x="304737" y="109261"/>
                </a:lnTo>
                <a:lnTo>
                  <a:pt x="305245" y="109579"/>
                </a:lnTo>
                <a:lnTo>
                  <a:pt x="305759" y="109889"/>
                </a:lnTo>
                <a:lnTo>
                  <a:pt x="306281" y="110190"/>
                </a:lnTo>
                <a:lnTo>
                  <a:pt x="306809" y="110483"/>
                </a:lnTo>
                <a:lnTo>
                  <a:pt x="307344" y="110767"/>
                </a:lnTo>
                <a:lnTo>
                  <a:pt x="307885" y="111043"/>
                </a:lnTo>
                <a:lnTo>
                  <a:pt x="308434" y="111311"/>
                </a:lnTo>
                <a:lnTo>
                  <a:pt x="308989" y="111570"/>
                </a:lnTo>
                <a:lnTo>
                  <a:pt x="309551" y="111819"/>
                </a:lnTo>
                <a:lnTo>
                  <a:pt x="310118" y="112058"/>
                </a:lnTo>
                <a:lnTo>
                  <a:pt x="310692" y="112286"/>
                </a:lnTo>
                <a:lnTo>
                  <a:pt x="311271" y="112504"/>
                </a:lnTo>
                <a:lnTo>
                  <a:pt x="311856" y="112711"/>
                </a:lnTo>
                <a:lnTo>
                  <a:pt x="312447" y="112907"/>
                </a:lnTo>
                <a:lnTo>
                  <a:pt x="313044" y="113093"/>
                </a:lnTo>
                <a:lnTo>
                  <a:pt x="313647" y="113268"/>
                </a:lnTo>
                <a:lnTo>
                  <a:pt x="314255" y="113433"/>
                </a:lnTo>
                <a:lnTo>
                  <a:pt x="314870" y="113587"/>
                </a:lnTo>
                <a:lnTo>
                  <a:pt x="315490" y="113730"/>
                </a:lnTo>
                <a:lnTo>
                  <a:pt x="316116" y="113863"/>
                </a:lnTo>
                <a:lnTo>
                  <a:pt x="316749" y="113985"/>
                </a:lnTo>
                <a:lnTo>
                  <a:pt x="317387" y="114096"/>
                </a:lnTo>
                <a:lnTo>
                  <a:pt x="318031" y="114197"/>
                </a:lnTo>
                <a:lnTo>
                  <a:pt x="318681" y="114287"/>
                </a:lnTo>
                <a:lnTo>
                  <a:pt x="319336" y="114367"/>
                </a:lnTo>
                <a:lnTo>
                  <a:pt x="319998" y="114436"/>
                </a:lnTo>
                <a:lnTo>
                  <a:pt x="320665" y="114494"/>
                </a:lnTo>
                <a:lnTo>
                  <a:pt x="321339" y="114542"/>
                </a:lnTo>
                <a:lnTo>
                  <a:pt x="322018" y="114579"/>
                </a:lnTo>
                <a:lnTo>
                  <a:pt x="322703" y="114606"/>
                </a:lnTo>
                <a:lnTo>
                  <a:pt x="323394" y="114622"/>
                </a:lnTo>
                <a:lnTo>
                  <a:pt x="324091" y="114627"/>
                </a:lnTo>
                <a:lnTo>
                  <a:pt x="324788" y="114622"/>
                </a:lnTo>
                <a:lnTo>
                  <a:pt x="325479" y="114606"/>
                </a:lnTo>
                <a:lnTo>
                  <a:pt x="326163" y="114579"/>
                </a:lnTo>
                <a:lnTo>
                  <a:pt x="326842" y="114542"/>
                </a:lnTo>
                <a:lnTo>
                  <a:pt x="327515" y="114494"/>
                </a:lnTo>
                <a:lnTo>
                  <a:pt x="328182" y="114436"/>
                </a:lnTo>
                <a:lnTo>
                  <a:pt x="328843" y="114367"/>
                </a:lnTo>
                <a:lnTo>
                  <a:pt x="329497" y="114287"/>
                </a:lnTo>
                <a:lnTo>
                  <a:pt x="330146" y="114197"/>
                </a:lnTo>
                <a:lnTo>
                  <a:pt x="330789" y="114096"/>
                </a:lnTo>
                <a:lnTo>
                  <a:pt x="331426" y="113985"/>
                </a:lnTo>
                <a:lnTo>
                  <a:pt x="332056" y="113863"/>
                </a:lnTo>
                <a:lnTo>
                  <a:pt x="332681" y="113730"/>
                </a:lnTo>
                <a:lnTo>
                  <a:pt x="333300" y="113587"/>
                </a:lnTo>
                <a:lnTo>
                  <a:pt x="333912" y="113433"/>
                </a:lnTo>
                <a:lnTo>
                  <a:pt x="334519" y="113268"/>
                </a:lnTo>
                <a:lnTo>
                  <a:pt x="335120" y="113093"/>
                </a:lnTo>
                <a:lnTo>
                  <a:pt x="335714" y="112907"/>
                </a:lnTo>
                <a:lnTo>
                  <a:pt x="336303" y="112711"/>
                </a:lnTo>
                <a:lnTo>
                  <a:pt x="336886" y="112504"/>
                </a:lnTo>
                <a:lnTo>
                  <a:pt x="337462" y="112286"/>
                </a:lnTo>
                <a:lnTo>
                  <a:pt x="338033" y="112058"/>
                </a:lnTo>
                <a:lnTo>
                  <a:pt x="338597" y="111819"/>
                </a:lnTo>
                <a:lnTo>
                  <a:pt x="339156" y="111570"/>
                </a:lnTo>
                <a:lnTo>
                  <a:pt x="339708" y="111311"/>
                </a:lnTo>
                <a:lnTo>
                  <a:pt x="340254" y="111043"/>
                </a:lnTo>
                <a:lnTo>
                  <a:pt x="340793" y="110767"/>
                </a:lnTo>
                <a:lnTo>
                  <a:pt x="341325" y="110483"/>
                </a:lnTo>
                <a:lnTo>
                  <a:pt x="341851" y="110190"/>
                </a:lnTo>
                <a:lnTo>
                  <a:pt x="342370" y="109889"/>
                </a:lnTo>
                <a:lnTo>
                  <a:pt x="342882" y="109579"/>
                </a:lnTo>
                <a:lnTo>
                  <a:pt x="343388" y="109261"/>
                </a:lnTo>
                <a:lnTo>
                  <a:pt x="343887" y="108935"/>
                </a:lnTo>
                <a:lnTo>
                  <a:pt x="344379" y="108600"/>
                </a:lnTo>
                <a:lnTo>
                  <a:pt x="344865" y="108257"/>
                </a:lnTo>
                <a:lnTo>
                  <a:pt x="345344" y="107905"/>
                </a:lnTo>
                <a:lnTo>
                  <a:pt x="345817" y="107544"/>
                </a:lnTo>
                <a:lnTo>
                  <a:pt x="346282" y="107176"/>
                </a:lnTo>
                <a:lnTo>
                  <a:pt x="346741" y="106799"/>
                </a:lnTo>
                <a:lnTo>
                  <a:pt x="347194" y="106413"/>
                </a:lnTo>
                <a:lnTo>
                  <a:pt x="347640" y="106019"/>
                </a:lnTo>
                <a:lnTo>
                  <a:pt x="348079" y="105616"/>
                </a:lnTo>
                <a:lnTo>
                  <a:pt x="348512" y="105205"/>
                </a:lnTo>
                <a:lnTo>
                  <a:pt x="348937" y="104786"/>
                </a:lnTo>
                <a:lnTo>
                  <a:pt x="349357" y="104358"/>
                </a:lnTo>
                <a:lnTo>
                  <a:pt x="349769" y="103922"/>
                </a:lnTo>
                <a:lnTo>
                  <a:pt x="350175" y="103477"/>
                </a:lnTo>
                <a:lnTo>
                  <a:pt x="350575" y="103024"/>
                </a:lnTo>
                <a:lnTo>
                  <a:pt x="350967" y="102564"/>
                </a:lnTo>
                <a:lnTo>
                  <a:pt x="351351" y="102096"/>
                </a:lnTo>
                <a:lnTo>
                  <a:pt x="351727" y="101623"/>
                </a:lnTo>
                <a:lnTo>
                  <a:pt x="352096" y="101143"/>
                </a:lnTo>
                <a:lnTo>
                  <a:pt x="352457" y="100656"/>
                </a:lnTo>
                <a:lnTo>
                  <a:pt x="352810" y="100163"/>
                </a:lnTo>
                <a:lnTo>
                  <a:pt x="353155" y="99663"/>
                </a:lnTo>
                <a:lnTo>
                  <a:pt x="353493" y="99157"/>
                </a:lnTo>
                <a:lnTo>
                  <a:pt x="353822" y="98644"/>
                </a:lnTo>
                <a:lnTo>
                  <a:pt x="354144" y="98125"/>
                </a:lnTo>
                <a:lnTo>
                  <a:pt x="354458" y="97599"/>
                </a:lnTo>
                <a:lnTo>
                  <a:pt x="354764" y="97066"/>
                </a:lnTo>
                <a:lnTo>
                  <a:pt x="355063" y="96527"/>
                </a:lnTo>
                <a:lnTo>
                  <a:pt x="355353" y="95982"/>
                </a:lnTo>
                <a:lnTo>
                  <a:pt x="355636" y="95430"/>
                </a:lnTo>
                <a:lnTo>
                  <a:pt x="355911" y="94872"/>
                </a:lnTo>
                <a:lnTo>
                  <a:pt x="356179" y="94307"/>
                </a:lnTo>
                <a:lnTo>
                  <a:pt x="356438" y="93735"/>
                </a:lnTo>
                <a:lnTo>
                  <a:pt x="356690" y="93157"/>
                </a:lnTo>
                <a:lnTo>
                  <a:pt x="356933" y="92573"/>
                </a:lnTo>
                <a:lnTo>
                  <a:pt x="357170" y="91982"/>
                </a:lnTo>
                <a:lnTo>
                  <a:pt x="357398" y="91384"/>
                </a:lnTo>
                <a:lnTo>
                  <a:pt x="357618" y="90780"/>
                </a:lnTo>
                <a:lnTo>
                  <a:pt x="357831" y="90169"/>
                </a:lnTo>
                <a:lnTo>
                  <a:pt x="358035" y="89553"/>
                </a:lnTo>
                <a:lnTo>
                  <a:pt x="358231" y="88933"/>
                </a:lnTo>
                <a:lnTo>
                  <a:pt x="358418" y="88308"/>
                </a:lnTo>
                <a:lnTo>
                  <a:pt x="358596" y="87679"/>
                </a:lnTo>
                <a:lnTo>
                  <a:pt x="358766" y="87045"/>
                </a:lnTo>
                <a:lnTo>
                  <a:pt x="358927" y="86408"/>
                </a:lnTo>
                <a:lnTo>
                  <a:pt x="359079" y="85765"/>
                </a:lnTo>
                <a:lnTo>
                  <a:pt x="359222" y="85119"/>
                </a:lnTo>
                <a:lnTo>
                  <a:pt x="359357" y="84468"/>
                </a:lnTo>
                <a:lnTo>
                  <a:pt x="359483" y="83813"/>
                </a:lnTo>
                <a:lnTo>
                  <a:pt x="359601" y="83153"/>
                </a:lnTo>
                <a:lnTo>
                  <a:pt x="359709" y="82489"/>
                </a:lnTo>
                <a:lnTo>
                  <a:pt x="359809" y="81821"/>
                </a:lnTo>
                <a:lnTo>
                  <a:pt x="359901" y="81149"/>
                </a:lnTo>
                <a:lnTo>
                  <a:pt x="359983" y="80472"/>
                </a:lnTo>
                <a:lnTo>
                  <a:pt x="360057" y="79790"/>
                </a:lnTo>
                <a:lnTo>
                  <a:pt x="360122" y="79105"/>
                </a:lnTo>
                <a:lnTo>
                  <a:pt x="360179" y="78415"/>
                </a:lnTo>
                <a:lnTo>
                  <a:pt x="360227" y="77720"/>
                </a:lnTo>
                <a:lnTo>
                  <a:pt x="360266" y="77022"/>
                </a:lnTo>
                <a:lnTo>
                  <a:pt x="360296" y="76319"/>
                </a:lnTo>
                <a:lnTo>
                  <a:pt x="360318" y="75611"/>
                </a:lnTo>
                <a:lnTo>
                  <a:pt x="360331" y="74899"/>
                </a:lnTo>
                <a:lnTo>
                  <a:pt x="360335" y="74183"/>
                </a:lnTo>
                <a:lnTo>
                  <a:pt x="360335" y="72489"/>
                </a:lnTo>
                <a:lnTo>
                  <a:pt x="360331" y="71773"/>
                </a:lnTo>
                <a:lnTo>
                  <a:pt x="360318" y="71061"/>
                </a:lnTo>
                <a:lnTo>
                  <a:pt x="360296" y="70353"/>
                </a:lnTo>
                <a:lnTo>
                  <a:pt x="360266" y="69650"/>
                </a:lnTo>
                <a:lnTo>
                  <a:pt x="360227" y="68950"/>
                </a:lnTo>
                <a:lnTo>
                  <a:pt x="360179" y="68255"/>
                </a:lnTo>
                <a:lnTo>
                  <a:pt x="360122" y="67565"/>
                </a:lnTo>
                <a:lnTo>
                  <a:pt x="360057" y="66878"/>
                </a:lnTo>
                <a:lnTo>
                  <a:pt x="359983" y="66196"/>
                </a:lnTo>
                <a:lnTo>
                  <a:pt x="359901" y="65517"/>
                </a:lnTo>
                <a:lnTo>
                  <a:pt x="359809" y="64843"/>
                </a:lnTo>
                <a:lnTo>
                  <a:pt x="359709" y="64174"/>
                </a:lnTo>
                <a:lnTo>
                  <a:pt x="359601" y="63508"/>
                </a:lnTo>
                <a:lnTo>
                  <a:pt x="359483" y="62847"/>
                </a:lnTo>
                <a:lnTo>
                  <a:pt x="359357" y="62190"/>
                </a:lnTo>
                <a:lnTo>
                  <a:pt x="359222" y="61537"/>
                </a:lnTo>
                <a:lnTo>
                  <a:pt x="359079" y="60888"/>
                </a:lnTo>
                <a:lnTo>
                  <a:pt x="358927" y="60244"/>
                </a:lnTo>
                <a:lnTo>
                  <a:pt x="358766" y="59604"/>
                </a:lnTo>
                <a:lnTo>
                  <a:pt x="358596" y="58968"/>
                </a:lnTo>
                <a:lnTo>
                  <a:pt x="358418" y="58336"/>
                </a:lnTo>
                <a:lnTo>
                  <a:pt x="358231" y="57709"/>
                </a:lnTo>
                <a:lnTo>
                  <a:pt x="358035" y="57085"/>
                </a:lnTo>
                <a:lnTo>
                  <a:pt x="357831" y="56466"/>
                </a:lnTo>
                <a:lnTo>
                  <a:pt x="357618" y="55853"/>
                </a:lnTo>
                <a:lnTo>
                  <a:pt x="357398" y="55246"/>
                </a:lnTo>
                <a:lnTo>
                  <a:pt x="357170" y="54645"/>
                </a:lnTo>
                <a:lnTo>
                  <a:pt x="356933" y="54052"/>
                </a:lnTo>
                <a:lnTo>
                  <a:pt x="356690" y="53465"/>
                </a:lnTo>
                <a:lnTo>
                  <a:pt x="356438" y="52884"/>
                </a:lnTo>
                <a:lnTo>
                  <a:pt x="356179" y="52310"/>
                </a:lnTo>
                <a:lnTo>
                  <a:pt x="355911" y="51743"/>
                </a:lnTo>
                <a:lnTo>
                  <a:pt x="355636" y="51183"/>
                </a:lnTo>
                <a:lnTo>
                  <a:pt x="355353" y="50629"/>
                </a:lnTo>
                <a:lnTo>
                  <a:pt x="355063" y="50082"/>
                </a:lnTo>
                <a:lnTo>
                  <a:pt x="354764" y="49542"/>
                </a:lnTo>
                <a:lnTo>
                  <a:pt x="354458" y="49008"/>
                </a:lnTo>
                <a:lnTo>
                  <a:pt x="354144" y="48480"/>
                </a:lnTo>
                <a:lnTo>
                  <a:pt x="353822" y="47960"/>
                </a:lnTo>
                <a:lnTo>
                  <a:pt x="353493" y="47446"/>
                </a:lnTo>
                <a:lnTo>
                  <a:pt x="353155" y="46939"/>
                </a:lnTo>
                <a:lnTo>
                  <a:pt x="352810" y="46438"/>
                </a:lnTo>
                <a:lnTo>
                  <a:pt x="352457" y="45944"/>
                </a:lnTo>
                <a:lnTo>
                  <a:pt x="352096" y="45457"/>
                </a:lnTo>
                <a:lnTo>
                  <a:pt x="351727" y="44976"/>
                </a:lnTo>
                <a:lnTo>
                  <a:pt x="351351" y="44502"/>
                </a:lnTo>
                <a:lnTo>
                  <a:pt x="350967" y="44035"/>
                </a:lnTo>
                <a:lnTo>
                  <a:pt x="350575" y="43574"/>
                </a:lnTo>
                <a:lnTo>
                  <a:pt x="350175" y="43121"/>
                </a:lnTo>
                <a:lnTo>
                  <a:pt x="349769" y="42677"/>
                </a:lnTo>
                <a:lnTo>
                  <a:pt x="349356" y="42240"/>
                </a:lnTo>
                <a:lnTo>
                  <a:pt x="348935" y="41813"/>
                </a:lnTo>
                <a:lnTo>
                  <a:pt x="348508" y="41393"/>
                </a:lnTo>
                <a:lnTo>
                  <a:pt x="348074" y="40982"/>
                </a:lnTo>
                <a:lnTo>
                  <a:pt x="347634" y="40580"/>
                </a:lnTo>
                <a:lnTo>
                  <a:pt x="347186" y="40186"/>
                </a:lnTo>
                <a:lnTo>
                  <a:pt x="346731" y="39800"/>
                </a:lnTo>
                <a:lnTo>
                  <a:pt x="346270" y="39423"/>
                </a:lnTo>
                <a:lnTo>
                  <a:pt x="345801" y="39054"/>
                </a:lnTo>
                <a:lnTo>
                  <a:pt x="345326" y="38694"/>
                </a:lnTo>
                <a:lnTo>
                  <a:pt x="344843" y="38342"/>
                </a:lnTo>
                <a:lnTo>
                  <a:pt x="344354" y="37999"/>
                </a:lnTo>
                <a:lnTo>
                  <a:pt x="343858" y="37664"/>
                </a:lnTo>
                <a:lnTo>
                  <a:pt x="343355" y="37337"/>
                </a:lnTo>
                <a:lnTo>
                  <a:pt x="342845" y="37019"/>
                </a:lnTo>
                <a:lnTo>
                  <a:pt x="342328" y="36710"/>
                </a:lnTo>
                <a:lnTo>
                  <a:pt x="341805" y="36408"/>
                </a:lnTo>
                <a:lnTo>
                  <a:pt x="341274" y="36116"/>
                </a:lnTo>
                <a:lnTo>
                  <a:pt x="340736" y="35831"/>
                </a:lnTo>
                <a:lnTo>
                  <a:pt x="340192" y="35555"/>
                </a:lnTo>
                <a:lnTo>
                  <a:pt x="339641" y="35288"/>
                </a:lnTo>
                <a:lnTo>
                  <a:pt x="339082" y="35029"/>
                </a:lnTo>
                <a:lnTo>
                  <a:pt x="338518" y="34780"/>
                </a:lnTo>
                <a:lnTo>
                  <a:pt x="337947" y="34541"/>
                </a:lnTo>
                <a:lnTo>
                  <a:pt x="337371" y="34312"/>
                </a:lnTo>
                <a:lnTo>
                  <a:pt x="336789" y="34095"/>
                </a:lnTo>
                <a:lnTo>
                  <a:pt x="336202" y="33888"/>
                </a:lnTo>
                <a:lnTo>
                  <a:pt x="335608" y="33691"/>
                </a:lnTo>
                <a:lnTo>
                  <a:pt x="335009" y="33506"/>
                </a:lnTo>
                <a:lnTo>
                  <a:pt x="334404" y="33331"/>
                </a:lnTo>
                <a:lnTo>
                  <a:pt x="333794" y="33166"/>
                </a:lnTo>
                <a:lnTo>
                  <a:pt x="333177" y="33012"/>
                </a:lnTo>
                <a:lnTo>
                  <a:pt x="332555" y="32869"/>
                </a:lnTo>
                <a:lnTo>
                  <a:pt x="331927" y="32736"/>
                </a:lnTo>
                <a:lnTo>
                  <a:pt x="331294" y="32614"/>
                </a:lnTo>
                <a:lnTo>
                  <a:pt x="330654" y="32503"/>
                </a:lnTo>
                <a:lnTo>
                  <a:pt x="330009" y="32402"/>
                </a:lnTo>
                <a:lnTo>
                  <a:pt x="329358" y="32311"/>
                </a:lnTo>
                <a:lnTo>
                  <a:pt x="328702" y="32232"/>
                </a:lnTo>
                <a:lnTo>
                  <a:pt x="328039" y="32163"/>
                </a:lnTo>
                <a:lnTo>
                  <a:pt x="327371" y="32104"/>
                </a:lnTo>
                <a:lnTo>
                  <a:pt x="326697" y="32057"/>
                </a:lnTo>
                <a:lnTo>
                  <a:pt x="326017" y="32020"/>
                </a:lnTo>
                <a:lnTo>
                  <a:pt x="325332" y="31993"/>
                </a:lnTo>
                <a:lnTo>
                  <a:pt x="324641" y="31977"/>
                </a:lnTo>
                <a:lnTo>
                  <a:pt x="323944" y="31972"/>
                </a:lnTo>
                <a:lnTo>
                  <a:pt x="323253" y="31977"/>
                </a:lnTo>
                <a:lnTo>
                  <a:pt x="322568" y="31993"/>
                </a:lnTo>
                <a:lnTo>
                  <a:pt x="321888" y="32020"/>
                </a:lnTo>
                <a:lnTo>
                  <a:pt x="321214" y="32057"/>
                </a:lnTo>
                <a:lnTo>
                  <a:pt x="320545" y="32104"/>
                </a:lnTo>
                <a:lnTo>
                  <a:pt x="319883" y="32163"/>
                </a:lnTo>
                <a:lnTo>
                  <a:pt x="319226" y="32232"/>
                </a:lnTo>
                <a:lnTo>
                  <a:pt x="318574" y="32311"/>
                </a:lnTo>
                <a:lnTo>
                  <a:pt x="317928" y="32402"/>
                </a:lnTo>
                <a:lnTo>
                  <a:pt x="317288" y="32503"/>
                </a:lnTo>
                <a:lnTo>
                  <a:pt x="316653" y="32614"/>
                </a:lnTo>
                <a:lnTo>
                  <a:pt x="316024" y="32736"/>
                </a:lnTo>
                <a:lnTo>
                  <a:pt x="315401" y="32869"/>
                </a:lnTo>
                <a:lnTo>
                  <a:pt x="314783" y="33012"/>
                </a:lnTo>
                <a:lnTo>
                  <a:pt x="314171" y="33166"/>
                </a:lnTo>
                <a:lnTo>
                  <a:pt x="313565" y="33331"/>
                </a:lnTo>
                <a:lnTo>
                  <a:pt x="312964" y="33506"/>
                </a:lnTo>
                <a:lnTo>
                  <a:pt x="312369" y="33691"/>
                </a:lnTo>
                <a:lnTo>
                  <a:pt x="311779" y="33888"/>
                </a:lnTo>
                <a:lnTo>
                  <a:pt x="311195" y="34095"/>
                </a:lnTo>
                <a:lnTo>
                  <a:pt x="310617" y="34312"/>
                </a:lnTo>
                <a:lnTo>
                  <a:pt x="310044" y="34541"/>
                </a:lnTo>
                <a:lnTo>
                  <a:pt x="309477" y="34780"/>
                </a:lnTo>
                <a:lnTo>
                  <a:pt x="308915" y="35029"/>
                </a:lnTo>
                <a:lnTo>
                  <a:pt x="308360" y="35288"/>
                </a:lnTo>
                <a:lnTo>
                  <a:pt x="307812" y="35555"/>
                </a:lnTo>
                <a:lnTo>
                  <a:pt x="307271" y="35831"/>
                </a:lnTo>
                <a:lnTo>
                  <a:pt x="306736" y="36116"/>
                </a:lnTo>
                <a:lnTo>
                  <a:pt x="306209" y="36408"/>
                </a:lnTo>
                <a:lnTo>
                  <a:pt x="305688" y="36710"/>
                </a:lnTo>
                <a:lnTo>
                  <a:pt x="305174" y="37019"/>
                </a:lnTo>
                <a:lnTo>
                  <a:pt x="304667" y="37337"/>
                </a:lnTo>
                <a:lnTo>
                  <a:pt x="304167" y="37664"/>
                </a:lnTo>
                <a:lnTo>
                  <a:pt x="303674" y="37999"/>
                </a:lnTo>
                <a:lnTo>
                  <a:pt x="303188" y="38342"/>
                </a:lnTo>
                <a:lnTo>
                  <a:pt x="302709" y="38694"/>
                </a:lnTo>
                <a:lnTo>
                  <a:pt x="302237" y="39054"/>
                </a:lnTo>
                <a:lnTo>
                  <a:pt x="301771" y="39423"/>
                </a:lnTo>
                <a:lnTo>
                  <a:pt x="301313" y="39800"/>
                </a:lnTo>
                <a:lnTo>
                  <a:pt x="300861" y="40186"/>
                </a:lnTo>
                <a:lnTo>
                  <a:pt x="300416" y="40580"/>
                </a:lnTo>
                <a:lnTo>
                  <a:pt x="299979" y="40982"/>
                </a:lnTo>
                <a:lnTo>
                  <a:pt x="299548" y="41393"/>
                </a:lnTo>
                <a:lnTo>
                  <a:pt x="299124" y="41813"/>
                </a:lnTo>
                <a:lnTo>
                  <a:pt x="298707" y="42240"/>
                </a:lnTo>
                <a:lnTo>
                  <a:pt x="298297" y="42677"/>
                </a:lnTo>
                <a:lnTo>
                  <a:pt x="297893" y="43121"/>
                </a:lnTo>
                <a:lnTo>
                  <a:pt x="297497" y="43574"/>
                </a:lnTo>
                <a:lnTo>
                  <a:pt x="297108" y="44035"/>
                </a:lnTo>
                <a:lnTo>
                  <a:pt x="296727" y="44502"/>
                </a:lnTo>
                <a:lnTo>
                  <a:pt x="296353" y="44976"/>
                </a:lnTo>
                <a:lnTo>
                  <a:pt x="295987" y="45457"/>
                </a:lnTo>
                <a:lnTo>
                  <a:pt x="295628" y="45944"/>
                </a:lnTo>
                <a:lnTo>
                  <a:pt x="295278" y="46438"/>
                </a:lnTo>
                <a:lnTo>
                  <a:pt x="294935" y="46939"/>
                </a:lnTo>
                <a:lnTo>
                  <a:pt x="294599" y="47446"/>
                </a:lnTo>
                <a:lnTo>
                  <a:pt x="294272" y="47960"/>
                </a:lnTo>
                <a:lnTo>
                  <a:pt x="293952" y="48480"/>
                </a:lnTo>
                <a:lnTo>
                  <a:pt x="293639" y="49008"/>
                </a:lnTo>
                <a:lnTo>
                  <a:pt x="293335" y="49542"/>
                </a:lnTo>
                <a:lnTo>
                  <a:pt x="293038" y="50082"/>
                </a:lnTo>
                <a:lnTo>
                  <a:pt x="292748" y="50629"/>
                </a:lnTo>
                <a:lnTo>
                  <a:pt x="292467" y="51183"/>
                </a:lnTo>
                <a:lnTo>
                  <a:pt x="292193" y="51743"/>
                </a:lnTo>
                <a:lnTo>
                  <a:pt x="291927" y="52310"/>
                </a:lnTo>
                <a:lnTo>
                  <a:pt x="291668" y="52884"/>
                </a:lnTo>
                <a:lnTo>
                  <a:pt x="291417" y="53465"/>
                </a:lnTo>
                <a:lnTo>
                  <a:pt x="291174" y="54052"/>
                </a:lnTo>
                <a:lnTo>
                  <a:pt x="290938" y="54645"/>
                </a:lnTo>
                <a:lnTo>
                  <a:pt x="290710" y="55246"/>
                </a:lnTo>
                <a:lnTo>
                  <a:pt x="290490" y="55853"/>
                </a:lnTo>
                <a:lnTo>
                  <a:pt x="290278" y="56466"/>
                </a:lnTo>
                <a:lnTo>
                  <a:pt x="290073" y="57085"/>
                </a:lnTo>
                <a:lnTo>
                  <a:pt x="289877" y="57709"/>
                </a:lnTo>
                <a:lnTo>
                  <a:pt x="289690" y="58336"/>
                </a:lnTo>
                <a:lnTo>
                  <a:pt x="289512" y="58968"/>
                </a:lnTo>
                <a:lnTo>
                  <a:pt x="289343" y="59604"/>
                </a:lnTo>
                <a:lnTo>
                  <a:pt x="289182" y="60244"/>
                </a:lnTo>
                <a:lnTo>
                  <a:pt x="289030" y="60888"/>
                </a:lnTo>
                <a:lnTo>
                  <a:pt x="288886" y="61537"/>
                </a:lnTo>
                <a:lnTo>
                  <a:pt x="288751" y="62190"/>
                </a:lnTo>
                <a:lnTo>
                  <a:pt x="288625" y="62847"/>
                </a:lnTo>
                <a:lnTo>
                  <a:pt x="288508" y="63508"/>
                </a:lnTo>
                <a:lnTo>
                  <a:pt x="288399" y="64174"/>
                </a:lnTo>
                <a:lnTo>
                  <a:pt x="288299" y="64843"/>
                </a:lnTo>
                <a:lnTo>
                  <a:pt x="288208" y="65517"/>
                </a:lnTo>
                <a:lnTo>
                  <a:pt x="288125" y="66196"/>
                </a:lnTo>
                <a:lnTo>
                  <a:pt x="288051" y="66878"/>
                </a:lnTo>
                <a:lnTo>
                  <a:pt x="287986" y="67565"/>
                </a:lnTo>
                <a:lnTo>
                  <a:pt x="287929" y="68255"/>
                </a:lnTo>
                <a:lnTo>
                  <a:pt x="287882" y="68950"/>
                </a:lnTo>
                <a:lnTo>
                  <a:pt x="287842" y="69650"/>
                </a:lnTo>
                <a:lnTo>
                  <a:pt x="287812" y="70353"/>
                </a:lnTo>
                <a:lnTo>
                  <a:pt x="287790" y="71061"/>
                </a:lnTo>
                <a:lnTo>
                  <a:pt x="287777" y="71773"/>
                </a:lnTo>
                <a:lnTo>
                  <a:pt x="287773" y="72489"/>
                </a:lnTo>
                <a:lnTo>
                  <a:pt x="287773" y="74183"/>
                </a:lnTo>
                <a:lnTo>
                  <a:pt x="287777" y="74899"/>
                </a:lnTo>
                <a:lnTo>
                  <a:pt x="287790" y="75611"/>
                </a:lnTo>
                <a:lnTo>
                  <a:pt x="287812" y="76319"/>
                </a:lnTo>
                <a:lnTo>
                  <a:pt x="287842" y="77022"/>
                </a:lnTo>
                <a:lnTo>
                  <a:pt x="287882" y="77720"/>
                </a:lnTo>
                <a:close/>
                <a:moveTo>
                  <a:pt x="301462" y="70061"/>
                </a:moveTo>
                <a:lnTo>
                  <a:pt x="301489" y="69581"/>
                </a:lnTo>
                <a:lnTo>
                  <a:pt x="301520" y="69104"/>
                </a:lnTo>
                <a:lnTo>
                  <a:pt x="301557" y="68630"/>
                </a:lnTo>
                <a:lnTo>
                  <a:pt x="301598" y="68157"/>
                </a:lnTo>
                <a:lnTo>
                  <a:pt x="301644" y="67687"/>
                </a:lnTo>
                <a:lnTo>
                  <a:pt x="301695" y="67218"/>
                </a:lnTo>
                <a:lnTo>
                  <a:pt x="301751" y="66752"/>
                </a:lnTo>
                <a:lnTo>
                  <a:pt x="301812" y="66288"/>
                </a:lnTo>
                <a:lnTo>
                  <a:pt x="301878" y="65826"/>
                </a:lnTo>
                <a:lnTo>
                  <a:pt x="301948" y="65367"/>
                </a:lnTo>
                <a:lnTo>
                  <a:pt x="302023" y="64909"/>
                </a:lnTo>
                <a:lnTo>
                  <a:pt x="302104" y="64454"/>
                </a:lnTo>
                <a:lnTo>
                  <a:pt x="302189" y="64001"/>
                </a:lnTo>
                <a:lnTo>
                  <a:pt x="302279" y="63550"/>
                </a:lnTo>
                <a:lnTo>
                  <a:pt x="302373" y="63101"/>
                </a:lnTo>
                <a:lnTo>
                  <a:pt x="302473" y="62655"/>
                </a:lnTo>
                <a:lnTo>
                  <a:pt x="302577" y="62211"/>
                </a:lnTo>
                <a:lnTo>
                  <a:pt x="302687" y="61768"/>
                </a:lnTo>
                <a:lnTo>
                  <a:pt x="302801" y="61328"/>
                </a:lnTo>
                <a:lnTo>
                  <a:pt x="302920" y="60891"/>
                </a:lnTo>
                <a:lnTo>
                  <a:pt x="303044" y="60459"/>
                </a:lnTo>
                <a:lnTo>
                  <a:pt x="303173" y="60030"/>
                </a:lnTo>
                <a:lnTo>
                  <a:pt x="303308" y="59605"/>
                </a:lnTo>
                <a:lnTo>
                  <a:pt x="303447" y="59185"/>
                </a:lnTo>
                <a:lnTo>
                  <a:pt x="303591" y="58768"/>
                </a:lnTo>
                <a:lnTo>
                  <a:pt x="303740" y="58356"/>
                </a:lnTo>
                <a:lnTo>
                  <a:pt x="303894" y="57948"/>
                </a:lnTo>
                <a:lnTo>
                  <a:pt x="304053" y="57544"/>
                </a:lnTo>
                <a:lnTo>
                  <a:pt x="304217" y="57144"/>
                </a:lnTo>
                <a:lnTo>
                  <a:pt x="304386" y="56748"/>
                </a:lnTo>
                <a:lnTo>
                  <a:pt x="304560" y="56356"/>
                </a:lnTo>
                <a:lnTo>
                  <a:pt x="304739" y="55968"/>
                </a:lnTo>
                <a:lnTo>
                  <a:pt x="304923" y="55584"/>
                </a:lnTo>
                <a:lnTo>
                  <a:pt x="305112" y="55205"/>
                </a:lnTo>
                <a:lnTo>
                  <a:pt x="305306" y="54829"/>
                </a:lnTo>
                <a:lnTo>
                  <a:pt x="305505" y="54458"/>
                </a:lnTo>
                <a:lnTo>
                  <a:pt x="305709" y="54090"/>
                </a:lnTo>
                <a:lnTo>
                  <a:pt x="305918" y="53727"/>
                </a:lnTo>
                <a:lnTo>
                  <a:pt x="306131" y="53368"/>
                </a:lnTo>
                <a:lnTo>
                  <a:pt x="306350" y="53013"/>
                </a:lnTo>
                <a:lnTo>
                  <a:pt x="306574" y="52662"/>
                </a:lnTo>
                <a:lnTo>
                  <a:pt x="306803" y="52315"/>
                </a:lnTo>
                <a:lnTo>
                  <a:pt x="307037" y="51973"/>
                </a:lnTo>
                <a:lnTo>
                  <a:pt x="307276" y="51635"/>
                </a:lnTo>
                <a:lnTo>
                  <a:pt x="307519" y="51303"/>
                </a:lnTo>
                <a:lnTo>
                  <a:pt x="307768" y="50977"/>
                </a:lnTo>
                <a:lnTo>
                  <a:pt x="308021" y="50658"/>
                </a:lnTo>
                <a:lnTo>
                  <a:pt x="308279" y="50344"/>
                </a:lnTo>
                <a:lnTo>
                  <a:pt x="308543" y="50036"/>
                </a:lnTo>
                <a:lnTo>
                  <a:pt x="308810" y="49735"/>
                </a:lnTo>
                <a:lnTo>
                  <a:pt x="309083" y="49439"/>
                </a:lnTo>
                <a:lnTo>
                  <a:pt x="309361" y="49150"/>
                </a:lnTo>
                <a:lnTo>
                  <a:pt x="309643" y="48866"/>
                </a:lnTo>
                <a:lnTo>
                  <a:pt x="309931" y="48588"/>
                </a:lnTo>
                <a:lnTo>
                  <a:pt x="310223" y="48317"/>
                </a:lnTo>
                <a:lnTo>
                  <a:pt x="310520" y="48051"/>
                </a:lnTo>
                <a:lnTo>
                  <a:pt x="310822" y="47792"/>
                </a:lnTo>
                <a:lnTo>
                  <a:pt x="311129" y="47538"/>
                </a:lnTo>
                <a:lnTo>
                  <a:pt x="311441" y="47291"/>
                </a:lnTo>
                <a:lnTo>
                  <a:pt x="311757" y="47049"/>
                </a:lnTo>
                <a:lnTo>
                  <a:pt x="312079" y="46813"/>
                </a:lnTo>
                <a:lnTo>
                  <a:pt x="312405" y="46584"/>
                </a:lnTo>
                <a:lnTo>
                  <a:pt x="312736" y="46360"/>
                </a:lnTo>
                <a:lnTo>
                  <a:pt x="313072" y="46143"/>
                </a:lnTo>
                <a:lnTo>
                  <a:pt x="313413" y="45932"/>
                </a:lnTo>
                <a:lnTo>
                  <a:pt x="313758" y="45726"/>
                </a:lnTo>
                <a:lnTo>
                  <a:pt x="314109" y="45527"/>
                </a:lnTo>
                <a:lnTo>
                  <a:pt x="314464" y="45334"/>
                </a:lnTo>
                <a:lnTo>
                  <a:pt x="314824" y="45150"/>
                </a:lnTo>
                <a:lnTo>
                  <a:pt x="315189" y="44974"/>
                </a:lnTo>
                <a:lnTo>
                  <a:pt x="315559" y="44806"/>
                </a:lnTo>
                <a:lnTo>
                  <a:pt x="315933" y="44647"/>
                </a:lnTo>
                <a:lnTo>
                  <a:pt x="316312" y="44495"/>
                </a:lnTo>
                <a:lnTo>
                  <a:pt x="316696" y="44352"/>
                </a:lnTo>
                <a:lnTo>
                  <a:pt x="317084" y="44217"/>
                </a:lnTo>
                <a:lnTo>
                  <a:pt x="317478" y="44090"/>
                </a:lnTo>
                <a:lnTo>
                  <a:pt x="317876" y="43971"/>
                </a:lnTo>
                <a:lnTo>
                  <a:pt x="318278" y="43861"/>
                </a:lnTo>
                <a:lnTo>
                  <a:pt x="318686" y="43759"/>
                </a:lnTo>
                <a:lnTo>
                  <a:pt x="319098" y="43664"/>
                </a:lnTo>
                <a:lnTo>
                  <a:pt x="319515" y="43579"/>
                </a:lnTo>
                <a:lnTo>
                  <a:pt x="319936" y="43501"/>
                </a:lnTo>
                <a:lnTo>
                  <a:pt x="320363" y="43431"/>
                </a:lnTo>
                <a:lnTo>
                  <a:pt x="320794" y="43370"/>
                </a:lnTo>
                <a:lnTo>
                  <a:pt x="321229" y="43317"/>
                </a:lnTo>
                <a:lnTo>
                  <a:pt x="321670" y="43272"/>
                </a:lnTo>
                <a:lnTo>
                  <a:pt x="322115" y="43235"/>
                </a:lnTo>
                <a:lnTo>
                  <a:pt x="322565" y="43206"/>
                </a:lnTo>
                <a:lnTo>
                  <a:pt x="323020" y="43186"/>
                </a:lnTo>
                <a:lnTo>
                  <a:pt x="323479" y="43173"/>
                </a:lnTo>
                <a:lnTo>
                  <a:pt x="323944" y="43169"/>
                </a:lnTo>
                <a:lnTo>
                  <a:pt x="324414" y="43173"/>
                </a:lnTo>
                <a:lnTo>
                  <a:pt x="324879" y="43186"/>
                </a:lnTo>
                <a:lnTo>
                  <a:pt x="325339" y="43206"/>
                </a:lnTo>
                <a:lnTo>
                  <a:pt x="325795" y="43235"/>
                </a:lnTo>
                <a:lnTo>
                  <a:pt x="326245" y="43272"/>
                </a:lnTo>
                <a:lnTo>
                  <a:pt x="326690" y="43317"/>
                </a:lnTo>
                <a:lnTo>
                  <a:pt x="327130" y="43370"/>
                </a:lnTo>
                <a:lnTo>
                  <a:pt x="327566" y="43431"/>
                </a:lnTo>
                <a:lnTo>
                  <a:pt x="327996" y="43501"/>
                </a:lnTo>
                <a:lnTo>
                  <a:pt x="328421" y="43579"/>
                </a:lnTo>
                <a:lnTo>
                  <a:pt x="328842" y="43664"/>
                </a:lnTo>
                <a:lnTo>
                  <a:pt x="329257" y="43759"/>
                </a:lnTo>
                <a:lnTo>
                  <a:pt x="329667" y="43861"/>
                </a:lnTo>
                <a:lnTo>
                  <a:pt x="330073" y="43971"/>
                </a:lnTo>
                <a:lnTo>
                  <a:pt x="330473" y="44090"/>
                </a:lnTo>
                <a:lnTo>
                  <a:pt x="330868" y="44217"/>
                </a:lnTo>
                <a:lnTo>
                  <a:pt x="331259" y="44352"/>
                </a:lnTo>
                <a:lnTo>
                  <a:pt x="331644" y="44495"/>
                </a:lnTo>
                <a:lnTo>
                  <a:pt x="332025" y="44647"/>
                </a:lnTo>
                <a:lnTo>
                  <a:pt x="332400" y="44806"/>
                </a:lnTo>
                <a:lnTo>
                  <a:pt x="332771" y="44974"/>
                </a:lnTo>
                <a:lnTo>
                  <a:pt x="333136" y="45150"/>
                </a:lnTo>
                <a:lnTo>
                  <a:pt x="333496" y="45334"/>
                </a:lnTo>
                <a:lnTo>
                  <a:pt x="333852" y="45527"/>
                </a:lnTo>
                <a:lnTo>
                  <a:pt x="334203" y="45726"/>
                </a:lnTo>
                <a:lnTo>
                  <a:pt x="334548" y="45932"/>
                </a:lnTo>
                <a:lnTo>
                  <a:pt x="334889" y="46143"/>
                </a:lnTo>
                <a:lnTo>
                  <a:pt x="335225" y="46360"/>
                </a:lnTo>
                <a:lnTo>
                  <a:pt x="335556" y="46584"/>
                </a:lnTo>
                <a:lnTo>
                  <a:pt x="335882" y="46813"/>
                </a:lnTo>
                <a:lnTo>
                  <a:pt x="336204" y="47049"/>
                </a:lnTo>
                <a:lnTo>
                  <a:pt x="336520" y="47291"/>
                </a:lnTo>
                <a:lnTo>
                  <a:pt x="336832" y="47538"/>
                </a:lnTo>
                <a:lnTo>
                  <a:pt x="337139" y="47792"/>
                </a:lnTo>
                <a:lnTo>
                  <a:pt x="337441" y="48051"/>
                </a:lnTo>
                <a:lnTo>
                  <a:pt x="337738" y="48317"/>
                </a:lnTo>
                <a:lnTo>
                  <a:pt x="338030" y="48588"/>
                </a:lnTo>
                <a:lnTo>
                  <a:pt x="338318" y="48866"/>
                </a:lnTo>
                <a:lnTo>
                  <a:pt x="338600" y="49150"/>
                </a:lnTo>
                <a:lnTo>
                  <a:pt x="338878" y="49439"/>
                </a:lnTo>
                <a:lnTo>
                  <a:pt x="339151" y="49735"/>
                </a:lnTo>
                <a:lnTo>
                  <a:pt x="339418" y="50036"/>
                </a:lnTo>
                <a:lnTo>
                  <a:pt x="339682" y="50344"/>
                </a:lnTo>
                <a:lnTo>
                  <a:pt x="339940" y="50658"/>
                </a:lnTo>
                <a:lnTo>
                  <a:pt x="340193" y="50977"/>
                </a:lnTo>
                <a:lnTo>
                  <a:pt x="340442" y="51303"/>
                </a:lnTo>
                <a:lnTo>
                  <a:pt x="340685" y="51635"/>
                </a:lnTo>
                <a:lnTo>
                  <a:pt x="340924" y="51973"/>
                </a:lnTo>
                <a:lnTo>
                  <a:pt x="341158" y="52315"/>
                </a:lnTo>
                <a:lnTo>
                  <a:pt x="341387" y="52662"/>
                </a:lnTo>
                <a:lnTo>
                  <a:pt x="341611" y="53013"/>
                </a:lnTo>
                <a:lnTo>
                  <a:pt x="341831" y="53368"/>
                </a:lnTo>
                <a:lnTo>
                  <a:pt x="342045" y="53727"/>
                </a:lnTo>
                <a:lnTo>
                  <a:pt x="342255" y="54090"/>
                </a:lnTo>
                <a:lnTo>
                  <a:pt x="342459" y="54458"/>
                </a:lnTo>
                <a:lnTo>
                  <a:pt x="342659" y="54829"/>
                </a:lnTo>
                <a:lnTo>
                  <a:pt x="342854" y="55205"/>
                </a:lnTo>
                <a:lnTo>
                  <a:pt x="343045" y="55584"/>
                </a:lnTo>
                <a:lnTo>
                  <a:pt x="343230" y="55968"/>
                </a:lnTo>
                <a:lnTo>
                  <a:pt x="343410" y="56356"/>
                </a:lnTo>
                <a:lnTo>
                  <a:pt x="343586" y="56748"/>
                </a:lnTo>
                <a:lnTo>
                  <a:pt x="343757" y="57144"/>
                </a:lnTo>
                <a:lnTo>
                  <a:pt x="343923" y="57544"/>
                </a:lnTo>
                <a:lnTo>
                  <a:pt x="344084" y="57948"/>
                </a:lnTo>
                <a:lnTo>
                  <a:pt x="344240" y="58356"/>
                </a:lnTo>
                <a:lnTo>
                  <a:pt x="344391" y="58768"/>
                </a:lnTo>
                <a:lnTo>
                  <a:pt x="344537" y="59185"/>
                </a:lnTo>
                <a:lnTo>
                  <a:pt x="344679" y="59605"/>
                </a:lnTo>
                <a:lnTo>
                  <a:pt x="344816" y="60030"/>
                </a:lnTo>
                <a:lnTo>
                  <a:pt x="344948" y="60459"/>
                </a:lnTo>
                <a:lnTo>
                  <a:pt x="345075" y="60891"/>
                </a:lnTo>
                <a:lnTo>
                  <a:pt x="345197" y="61328"/>
                </a:lnTo>
                <a:lnTo>
                  <a:pt x="345314" y="61768"/>
                </a:lnTo>
                <a:lnTo>
                  <a:pt x="345426" y="62211"/>
                </a:lnTo>
                <a:lnTo>
                  <a:pt x="345533" y="62655"/>
                </a:lnTo>
                <a:lnTo>
                  <a:pt x="345636" y="63101"/>
                </a:lnTo>
                <a:lnTo>
                  <a:pt x="345733" y="63550"/>
                </a:lnTo>
                <a:lnTo>
                  <a:pt x="345825" y="64001"/>
                </a:lnTo>
                <a:lnTo>
                  <a:pt x="345913" y="64454"/>
                </a:lnTo>
                <a:lnTo>
                  <a:pt x="345995" y="64909"/>
                </a:lnTo>
                <a:lnTo>
                  <a:pt x="346072" y="65367"/>
                </a:lnTo>
                <a:lnTo>
                  <a:pt x="346144" y="65826"/>
                </a:lnTo>
                <a:lnTo>
                  <a:pt x="346212" y="66288"/>
                </a:lnTo>
                <a:lnTo>
                  <a:pt x="346274" y="66752"/>
                </a:lnTo>
                <a:lnTo>
                  <a:pt x="346332" y="67218"/>
                </a:lnTo>
                <a:lnTo>
                  <a:pt x="346384" y="67687"/>
                </a:lnTo>
                <a:lnTo>
                  <a:pt x="346431" y="68157"/>
                </a:lnTo>
                <a:lnTo>
                  <a:pt x="346474" y="68630"/>
                </a:lnTo>
                <a:lnTo>
                  <a:pt x="346511" y="69104"/>
                </a:lnTo>
                <a:lnTo>
                  <a:pt x="346544" y="69581"/>
                </a:lnTo>
                <a:lnTo>
                  <a:pt x="346571" y="70061"/>
                </a:lnTo>
                <a:lnTo>
                  <a:pt x="346593" y="70542"/>
                </a:lnTo>
                <a:lnTo>
                  <a:pt x="346611" y="71025"/>
                </a:lnTo>
                <a:lnTo>
                  <a:pt x="346623" y="71511"/>
                </a:lnTo>
                <a:lnTo>
                  <a:pt x="346631" y="71999"/>
                </a:lnTo>
                <a:lnTo>
                  <a:pt x="346633" y="72489"/>
                </a:lnTo>
                <a:lnTo>
                  <a:pt x="346633" y="74183"/>
                </a:lnTo>
                <a:lnTo>
                  <a:pt x="346631" y="74679"/>
                </a:lnTo>
                <a:lnTo>
                  <a:pt x="346623" y="75173"/>
                </a:lnTo>
                <a:lnTo>
                  <a:pt x="346611" y="75664"/>
                </a:lnTo>
                <a:lnTo>
                  <a:pt x="346593" y="76153"/>
                </a:lnTo>
                <a:lnTo>
                  <a:pt x="346571" y="76639"/>
                </a:lnTo>
                <a:lnTo>
                  <a:pt x="346544" y="77123"/>
                </a:lnTo>
                <a:lnTo>
                  <a:pt x="346511" y="77605"/>
                </a:lnTo>
                <a:lnTo>
                  <a:pt x="346474" y="78084"/>
                </a:lnTo>
                <a:lnTo>
                  <a:pt x="346431" y="78560"/>
                </a:lnTo>
                <a:lnTo>
                  <a:pt x="346384" y="79034"/>
                </a:lnTo>
                <a:lnTo>
                  <a:pt x="346332" y="79506"/>
                </a:lnTo>
                <a:lnTo>
                  <a:pt x="346274" y="79975"/>
                </a:lnTo>
                <a:lnTo>
                  <a:pt x="346212" y="80442"/>
                </a:lnTo>
                <a:lnTo>
                  <a:pt x="346144" y="80907"/>
                </a:lnTo>
                <a:lnTo>
                  <a:pt x="346072" y="81369"/>
                </a:lnTo>
                <a:lnTo>
                  <a:pt x="345995" y="81828"/>
                </a:lnTo>
                <a:lnTo>
                  <a:pt x="345913" y="82286"/>
                </a:lnTo>
                <a:lnTo>
                  <a:pt x="345825" y="82740"/>
                </a:lnTo>
                <a:lnTo>
                  <a:pt x="345733" y="83193"/>
                </a:lnTo>
                <a:lnTo>
                  <a:pt x="345636" y="83642"/>
                </a:lnTo>
                <a:lnTo>
                  <a:pt x="345533" y="84090"/>
                </a:lnTo>
                <a:lnTo>
                  <a:pt x="345426" y="84535"/>
                </a:lnTo>
                <a:lnTo>
                  <a:pt x="345314" y="84978"/>
                </a:lnTo>
                <a:lnTo>
                  <a:pt x="345197" y="85418"/>
                </a:lnTo>
                <a:lnTo>
                  <a:pt x="345075" y="85854"/>
                </a:lnTo>
                <a:lnTo>
                  <a:pt x="344948" y="86287"/>
                </a:lnTo>
                <a:lnTo>
                  <a:pt x="344816" y="86715"/>
                </a:lnTo>
                <a:lnTo>
                  <a:pt x="344680" y="87140"/>
                </a:lnTo>
                <a:lnTo>
                  <a:pt x="344539" y="87560"/>
                </a:lnTo>
                <a:lnTo>
                  <a:pt x="344393" y="87975"/>
                </a:lnTo>
                <a:lnTo>
                  <a:pt x="344243" y="88387"/>
                </a:lnTo>
                <a:lnTo>
                  <a:pt x="344088" y="88794"/>
                </a:lnTo>
                <a:lnTo>
                  <a:pt x="343928" y="89197"/>
                </a:lnTo>
                <a:lnTo>
                  <a:pt x="343763" y="89596"/>
                </a:lnTo>
                <a:lnTo>
                  <a:pt x="343594" y="89991"/>
                </a:lnTo>
                <a:lnTo>
                  <a:pt x="343420" y="90381"/>
                </a:lnTo>
                <a:lnTo>
                  <a:pt x="343241" y="90767"/>
                </a:lnTo>
                <a:lnTo>
                  <a:pt x="343057" y="91149"/>
                </a:lnTo>
                <a:lnTo>
                  <a:pt x="342869" y="91527"/>
                </a:lnTo>
                <a:lnTo>
                  <a:pt x="342676" y="91900"/>
                </a:lnTo>
                <a:lnTo>
                  <a:pt x="342478" y="92270"/>
                </a:lnTo>
                <a:lnTo>
                  <a:pt x="342275" y="92635"/>
                </a:lnTo>
                <a:lnTo>
                  <a:pt x="342068" y="92996"/>
                </a:lnTo>
                <a:lnTo>
                  <a:pt x="341856" y="93352"/>
                </a:lnTo>
                <a:lnTo>
                  <a:pt x="341639" y="93705"/>
                </a:lnTo>
                <a:lnTo>
                  <a:pt x="341418" y="94053"/>
                </a:lnTo>
                <a:lnTo>
                  <a:pt x="341192" y="94397"/>
                </a:lnTo>
                <a:lnTo>
                  <a:pt x="340961" y="94737"/>
                </a:lnTo>
                <a:lnTo>
                  <a:pt x="340725" y="95071"/>
                </a:lnTo>
                <a:lnTo>
                  <a:pt x="340484" y="95400"/>
                </a:lnTo>
                <a:lnTo>
                  <a:pt x="340239" y="95722"/>
                </a:lnTo>
                <a:lnTo>
                  <a:pt x="339988" y="96039"/>
                </a:lnTo>
                <a:lnTo>
                  <a:pt x="339732" y="96350"/>
                </a:lnTo>
                <a:lnTo>
                  <a:pt x="339471" y="96654"/>
                </a:lnTo>
                <a:lnTo>
                  <a:pt x="339206" y="96953"/>
                </a:lnTo>
                <a:lnTo>
                  <a:pt x="338935" y="97245"/>
                </a:lnTo>
                <a:lnTo>
                  <a:pt x="338659" y="97532"/>
                </a:lnTo>
                <a:lnTo>
                  <a:pt x="338379" y="97812"/>
                </a:lnTo>
                <a:lnTo>
                  <a:pt x="338093" y="98087"/>
                </a:lnTo>
                <a:lnTo>
                  <a:pt x="337802" y="98356"/>
                </a:lnTo>
                <a:lnTo>
                  <a:pt x="337507" y="98618"/>
                </a:lnTo>
                <a:lnTo>
                  <a:pt x="337206" y="98875"/>
                </a:lnTo>
                <a:lnTo>
                  <a:pt x="336901" y="99125"/>
                </a:lnTo>
                <a:lnTo>
                  <a:pt x="336590" y="99369"/>
                </a:lnTo>
                <a:lnTo>
                  <a:pt x="336274" y="99608"/>
                </a:lnTo>
                <a:lnTo>
                  <a:pt x="335954" y="99840"/>
                </a:lnTo>
                <a:lnTo>
                  <a:pt x="335628" y="100067"/>
                </a:lnTo>
                <a:lnTo>
                  <a:pt x="335298" y="100287"/>
                </a:lnTo>
                <a:lnTo>
                  <a:pt x="334962" y="100502"/>
                </a:lnTo>
                <a:lnTo>
                  <a:pt x="334622" y="100710"/>
                </a:lnTo>
                <a:lnTo>
                  <a:pt x="334276" y="100912"/>
                </a:lnTo>
                <a:lnTo>
                  <a:pt x="333926" y="101109"/>
                </a:lnTo>
                <a:lnTo>
                  <a:pt x="333570" y="101298"/>
                </a:lnTo>
                <a:lnTo>
                  <a:pt x="333210" y="101480"/>
                </a:lnTo>
                <a:lnTo>
                  <a:pt x="332845" y="101653"/>
                </a:lnTo>
                <a:lnTo>
                  <a:pt x="332476" y="101818"/>
                </a:lnTo>
                <a:lnTo>
                  <a:pt x="332102" y="101975"/>
                </a:lnTo>
                <a:lnTo>
                  <a:pt x="331723" y="102124"/>
                </a:lnTo>
                <a:lnTo>
                  <a:pt x="331339" y="102265"/>
                </a:lnTo>
                <a:lnTo>
                  <a:pt x="330950" y="102398"/>
                </a:lnTo>
                <a:lnTo>
                  <a:pt x="330557" y="102523"/>
                </a:lnTo>
                <a:lnTo>
                  <a:pt x="330159" y="102640"/>
                </a:lnTo>
                <a:lnTo>
                  <a:pt x="329756" y="102749"/>
                </a:lnTo>
                <a:lnTo>
                  <a:pt x="329349" y="102849"/>
                </a:lnTo>
                <a:lnTo>
                  <a:pt x="328937" y="102942"/>
                </a:lnTo>
                <a:lnTo>
                  <a:pt x="328520" y="103027"/>
                </a:lnTo>
                <a:lnTo>
                  <a:pt x="328098" y="103103"/>
                </a:lnTo>
                <a:lnTo>
                  <a:pt x="327672" y="103172"/>
                </a:lnTo>
                <a:lnTo>
                  <a:pt x="327241" y="103232"/>
                </a:lnTo>
                <a:lnTo>
                  <a:pt x="326805" y="103284"/>
                </a:lnTo>
                <a:lnTo>
                  <a:pt x="326365" y="103329"/>
                </a:lnTo>
                <a:lnTo>
                  <a:pt x="325919" y="103365"/>
                </a:lnTo>
                <a:lnTo>
                  <a:pt x="325469" y="103393"/>
                </a:lnTo>
                <a:lnTo>
                  <a:pt x="325015" y="103413"/>
                </a:lnTo>
                <a:lnTo>
                  <a:pt x="324555" y="103425"/>
                </a:lnTo>
                <a:lnTo>
                  <a:pt x="324091" y="103429"/>
                </a:lnTo>
                <a:lnTo>
                  <a:pt x="323621" y="103425"/>
                </a:lnTo>
                <a:lnTo>
                  <a:pt x="323155" y="103413"/>
                </a:lnTo>
                <a:lnTo>
                  <a:pt x="322695" y="103393"/>
                </a:lnTo>
                <a:lnTo>
                  <a:pt x="322239" y="103365"/>
                </a:lnTo>
                <a:lnTo>
                  <a:pt x="321788" y="103329"/>
                </a:lnTo>
                <a:lnTo>
                  <a:pt x="321342" y="103284"/>
                </a:lnTo>
                <a:lnTo>
                  <a:pt x="320901" y="103232"/>
                </a:lnTo>
                <a:lnTo>
                  <a:pt x="320465" y="103172"/>
                </a:lnTo>
                <a:lnTo>
                  <a:pt x="320034" y="103103"/>
                </a:lnTo>
                <a:lnTo>
                  <a:pt x="319607" y="103027"/>
                </a:lnTo>
                <a:lnTo>
                  <a:pt x="319185" y="102942"/>
                </a:lnTo>
                <a:lnTo>
                  <a:pt x="318769" y="102849"/>
                </a:lnTo>
                <a:lnTo>
                  <a:pt x="318357" y="102749"/>
                </a:lnTo>
                <a:lnTo>
                  <a:pt x="317949" y="102640"/>
                </a:lnTo>
                <a:lnTo>
                  <a:pt x="317547" y="102523"/>
                </a:lnTo>
                <a:lnTo>
                  <a:pt x="317150" y="102398"/>
                </a:lnTo>
                <a:lnTo>
                  <a:pt x="316757" y="102265"/>
                </a:lnTo>
                <a:lnTo>
                  <a:pt x="316370" y="102124"/>
                </a:lnTo>
                <a:lnTo>
                  <a:pt x="315987" y="101975"/>
                </a:lnTo>
                <a:lnTo>
                  <a:pt x="315609" y="101818"/>
                </a:lnTo>
                <a:lnTo>
                  <a:pt x="315236" y="101653"/>
                </a:lnTo>
                <a:lnTo>
                  <a:pt x="314868" y="101480"/>
                </a:lnTo>
                <a:lnTo>
                  <a:pt x="314504" y="101298"/>
                </a:lnTo>
                <a:lnTo>
                  <a:pt x="314146" y="101109"/>
                </a:lnTo>
                <a:lnTo>
                  <a:pt x="313792" y="100912"/>
                </a:lnTo>
                <a:lnTo>
                  <a:pt x="313444" y="100710"/>
                </a:lnTo>
                <a:lnTo>
                  <a:pt x="313100" y="100502"/>
                </a:lnTo>
                <a:lnTo>
                  <a:pt x="312762" y="100287"/>
                </a:lnTo>
                <a:lnTo>
                  <a:pt x="312428" y="100067"/>
                </a:lnTo>
                <a:lnTo>
                  <a:pt x="312099" y="99840"/>
                </a:lnTo>
                <a:lnTo>
                  <a:pt x="311776" y="99608"/>
                </a:lnTo>
                <a:lnTo>
                  <a:pt x="311457" y="99369"/>
                </a:lnTo>
                <a:lnTo>
                  <a:pt x="311143" y="99125"/>
                </a:lnTo>
                <a:lnTo>
                  <a:pt x="310835" y="98875"/>
                </a:lnTo>
                <a:lnTo>
                  <a:pt x="310531" y="98618"/>
                </a:lnTo>
                <a:lnTo>
                  <a:pt x="310232" y="98356"/>
                </a:lnTo>
                <a:lnTo>
                  <a:pt x="309939" y="98087"/>
                </a:lnTo>
                <a:lnTo>
                  <a:pt x="309650" y="97812"/>
                </a:lnTo>
                <a:lnTo>
                  <a:pt x="309366" y="97532"/>
                </a:lnTo>
                <a:lnTo>
                  <a:pt x="309087" y="97245"/>
                </a:lnTo>
                <a:lnTo>
                  <a:pt x="308814" y="96953"/>
                </a:lnTo>
                <a:lnTo>
                  <a:pt x="308545" y="96654"/>
                </a:lnTo>
                <a:lnTo>
                  <a:pt x="308281" y="96350"/>
                </a:lnTo>
                <a:lnTo>
                  <a:pt x="308022" y="96039"/>
                </a:lnTo>
                <a:lnTo>
                  <a:pt x="307768" y="95722"/>
                </a:lnTo>
                <a:lnTo>
                  <a:pt x="307520" y="95400"/>
                </a:lnTo>
                <a:lnTo>
                  <a:pt x="307276" y="95071"/>
                </a:lnTo>
                <a:lnTo>
                  <a:pt x="307037" y="94737"/>
                </a:lnTo>
                <a:lnTo>
                  <a:pt x="306803" y="94397"/>
                </a:lnTo>
                <a:lnTo>
                  <a:pt x="306574" y="94053"/>
                </a:lnTo>
                <a:lnTo>
                  <a:pt x="306350" y="93705"/>
                </a:lnTo>
                <a:lnTo>
                  <a:pt x="306131" y="93352"/>
                </a:lnTo>
                <a:lnTo>
                  <a:pt x="305918" y="92996"/>
                </a:lnTo>
                <a:lnTo>
                  <a:pt x="305709" y="92635"/>
                </a:lnTo>
                <a:lnTo>
                  <a:pt x="305505" y="92270"/>
                </a:lnTo>
                <a:lnTo>
                  <a:pt x="305306" y="91900"/>
                </a:lnTo>
                <a:lnTo>
                  <a:pt x="305112" y="91527"/>
                </a:lnTo>
                <a:lnTo>
                  <a:pt x="304923" y="91149"/>
                </a:lnTo>
                <a:lnTo>
                  <a:pt x="304739" y="90767"/>
                </a:lnTo>
                <a:lnTo>
                  <a:pt x="304560" y="90381"/>
                </a:lnTo>
                <a:lnTo>
                  <a:pt x="304386" y="89991"/>
                </a:lnTo>
                <a:lnTo>
                  <a:pt x="304217" y="89596"/>
                </a:lnTo>
                <a:lnTo>
                  <a:pt x="304053" y="89197"/>
                </a:lnTo>
                <a:lnTo>
                  <a:pt x="303894" y="88794"/>
                </a:lnTo>
                <a:lnTo>
                  <a:pt x="303740" y="88387"/>
                </a:lnTo>
                <a:lnTo>
                  <a:pt x="303591" y="87975"/>
                </a:lnTo>
                <a:lnTo>
                  <a:pt x="303447" y="87560"/>
                </a:lnTo>
                <a:lnTo>
                  <a:pt x="303308" y="87140"/>
                </a:lnTo>
                <a:lnTo>
                  <a:pt x="303173" y="86715"/>
                </a:lnTo>
                <a:lnTo>
                  <a:pt x="303044" y="86287"/>
                </a:lnTo>
                <a:lnTo>
                  <a:pt x="302920" y="85854"/>
                </a:lnTo>
                <a:lnTo>
                  <a:pt x="302801" y="85418"/>
                </a:lnTo>
                <a:lnTo>
                  <a:pt x="302687" y="84978"/>
                </a:lnTo>
                <a:lnTo>
                  <a:pt x="302577" y="84535"/>
                </a:lnTo>
                <a:lnTo>
                  <a:pt x="302473" y="84090"/>
                </a:lnTo>
                <a:lnTo>
                  <a:pt x="302373" y="83642"/>
                </a:lnTo>
                <a:lnTo>
                  <a:pt x="302279" y="83193"/>
                </a:lnTo>
                <a:lnTo>
                  <a:pt x="302189" y="82740"/>
                </a:lnTo>
                <a:lnTo>
                  <a:pt x="302104" y="82286"/>
                </a:lnTo>
                <a:lnTo>
                  <a:pt x="302023" y="81828"/>
                </a:lnTo>
                <a:lnTo>
                  <a:pt x="301948" y="81369"/>
                </a:lnTo>
                <a:lnTo>
                  <a:pt x="301878" y="80907"/>
                </a:lnTo>
                <a:lnTo>
                  <a:pt x="301812" y="80442"/>
                </a:lnTo>
                <a:lnTo>
                  <a:pt x="301751" y="79975"/>
                </a:lnTo>
                <a:lnTo>
                  <a:pt x="301695" y="79506"/>
                </a:lnTo>
                <a:lnTo>
                  <a:pt x="301644" y="79034"/>
                </a:lnTo>
                <a:lnTo>
                  <a:pt x="301598" y="78560"/>
                </a:lnTo>
                <a:lnTo>
                  <a:pt x="301557" y="78084"/>
                </a:lnTo>
                <a:lnTo>
                  <a:pt x="301520" y="77605"/>
                </a:lnTo>
                <a:lnTo>
                  <a:pt x="301489" y="77123"/>
                </a:lnTo>
                <a:lnTo>
                  <a:pt x="301462" y="76639"/>
                </a:lnTo>
                <a:lnTo>
                  <a:pt x="301440" y="76153"/>
                </a:lnTo>
                <a:lnTo>
                  <a:pt x="301423" y="75664"/>
                </a:lnTo>
                <a:lnTo>
                  <a:pt x="301411" y="75173"/>
                </a:lnTo>
                <a:lnTo>
                  <a:pt x="301404" y="74679"/>
                </a:lnTo>
                <a:lnTo>
                  <a:pt x="301401" y="74183"/>
                </a:lnTo>
                <a:lnTo>
                  <a:pt x="301401" y="72489"/>
                </a:lnTo>
                <a:lnTo>
                  <a:pt x="301404" y="71999"/>
                </a:lnTo>
                <a:lnTo>
                  <a:pt x="301411" y="71511"/>
                </a:lnTo>
                <a:lnTo>
                  <a:pt x="301423" y="71025"/>
                </a:lnTo>
                <a:lnTo>
                  <a:pt x="301440" y="70542"/>
                </a:lnTo>
                <a:lnTo>
                  <a:pt x="301462" y="70061"/>
                </a:lnTo>
                <a:close/>
                <a:moveTo>
                  <a:pt x="426147" y="91439"/>
                </a:moveTo>
                <a:lnTo>
                  <a:pt x="426084" y="91583"/>
                </a:lnTo>
                <a:lnTo>
                  <a:pt x="425872" y="92039"/>
                </a:lnTo>
                <a:lnTo>
                  <a:pt x="425651" y="92486"/>
                </a:lnTo>
                <a:lnTo>
                  <a:pt x="425419" y="92925"/>
                </a:lnTo>
                <a:lnTo>
                  <a:pt x="425178" y="93355"/>
                </a:lnTo>
                <a:lnTo>
                  <a:pt x="424927" y="93778"/>
                </a:lnTo>
                <a:lnTo>
                  <a:pt x="424665" y="94192"/>
                </a:lnTo>
                <a:lnTo>
                  <a:pt x="424395" y="94598"/>
                </a:lnTo>
                <a:lnTo>
                  <a:pt x="424114" y="94996"/>
                </a:lnTo>
                <a:lnTo>
                  <a:pt x="423823" y="95386"/>
                </a:lnTo>
                <a:lnTo>
                  <a:pt x="423523" y="95768"/>
                </a:lnTo>
                <a:lnTo>
                  <a:pt x="423212" y="96141"/>
                </a:lnTo>
                <a:lnTo>
                  <a:pt x="422892" y="96507"/>
                </a:lnTo>
                <a:lnTo>
                  <a:pt x="422562" y="96864"/>
                </a:lnTo>
                <a:lnTo>
                  <a:pt x="422222" y="97213"/>
                </a:lnTo>
                <a:lnTo>
                  <a:pt x="421872" y="97553"/>
                </a:lnTo>
                <a:lnTo>
                  <a:pt x="421513" y="97886"/>
                </a:lnTo>
                <a:lnTo>
                  <a:pt x="421143" y="98210"/>
                </a:lnTo>
                <a:lnTo>
                  <a:pt x="420764" y="98526"/>
                </a:lnTo>
                <a:lnTo>
                  <a:pt x="420375" y="98834"/>
                </a:lnTo>
                <a:lnTo>
                  <a:pt x="419976" y="99134"/>
                </a:lnTo>
                <a:lnTo>
                  <a:pt x="419567" y="99426"/>
                </a:lnTo>
                <a:lnTo>
                  <a:pt x="419149" y="99709"/>
                </a:lnTo>
                <a:lnTo>
                  <a:pt x="418719" y="99983"/>
                </a:lnTo>
                <a:lnTo>
                  <a:pt x="418276" y="100245"/>
                </a:lnTo>
                <a:lnTo>
                  <a:pt x="417821" y="100495"/>
                </a:lnTo>
                <a:lnTo>
                  <a:pt x="417354" y="100733"/>
                </a:lnTo>
                <a:lnTo>
                  <a:pt x="416874" y="100960"/>
                </a:lnTo>
                <a:lnTo>
                  <a:pt x="416381" y="101176"/>
                </a:lnTo>
                <a:lnTo>
                  <a:pt x="415876" y="101379"/>
                </a:lnTo>
                <a:lnTo>
                  <a:pt x="415359" y="101571"/>
                </a:lnTo>
                <a:lnTo>
                  <a:pt x="414829" y="101752"/>
                </a:lnTo>
                <a:lnTo>
                  <a:pt x="414286" y="101920"/>
                </a:lnTo>
                <a:lnTo>
                  <a:pt x="413731" y="102078"/>
                </a:lnTo>
                <a:lnTo>
                  <a:pt x="413163" y="102223"/>
                </a:lnTo>
                <a:lnTo>
                  <a:pt x="412583" y="102357"/>
                </a:lnTo>
                <a:lnTo>
                  <a:pt x="411990" y="102479"/>
                </a:lnTo>
                <a:lnTo>
                  <a:pt x="411385" y="102590"/>
                </a:lnTo>
                <a:lnTo>
                  <a:pt x="410767" y="102689"/>
                </a:lnTo>
                <a:lnTo>
                  <a:pt x="410136" y="102776"/>
                </a:lnTo>
                <a:lnTo>
                  <a:pt x="409494" y="102852"/>
                </a:lnTo>
                <a:lnTo>
                  <a:pt x="408838" y="102916"/>
                </a:lnTo>
                <a:lnTo>
                  <a:pt x="408170" y="102968"/>
                </a:lnTo>
                <a:lnTo>
                  <a:pt x="407490" y="103009"/>
                </a:lnTo>
                <a:lnTo>
                  <a:pt x="406796" y="103038"/>
                </a:lnTo>
                <a:lnTo>
                  <a:pt x="406091" y="103055"/>
                </a:lnTo>
                <a:lnTo>
                  <a:pt x="405373" y="103061"/>
                </a:lnTo>
                <a:lnTo>
                  <a:pt x="405140" y="103060"/>
                </a:lnTo>
                <a:lnTo>
                  <a:pt x="404907" y="103055"/>
                </a:lnTo>
                <a:lnTo>
                  <a:pt x="404676" y="103048"/>
                </a:lnTo>
                <a:lnTo>
                  <a:pt x="404445" y="103039"/>
                </a:lnTo>
                <a:lnTo>
                  <a:pt x="404214" y="103026"/>
                </a:lnTo>
                <a:lnTo>
                  <a:pt x="403985" y="103010"/>
                </a:lnTo>
                <a:lnTo>
                  <a:pt x="403755" y="102992"/>
                </a:lnTo>
                <a:lnTo>
                  <a:pt x="403527" y="102971"/>
                </a:lnTo>
                <a:lnTo>
                  <a:pt x="403299" y="102947"/>
                </a:lnTo>
                <a:lnTo>
                  <a:pt x="403072" y="102920"/>
                </a:lnTo>
                <a:lnTo>
                  <a:pt x="402845" y="102891"/>
                </a:lnTo>
                <a:lnTo>
                  <a:pt x="402619" y="102858"/>
                </a:lnTo>
                <a:lnTo>
                  <a:pt x="402394" y="102823"/>
                </a:lnTo>
                <a:lnTo>
                  <a:pt x="402169" y="102785"/>
                </a:lnTo>
                <a:lnTo>
                  <a:pt x="401945" y="102745"/>
                </a:lnTo>
                <a:lnTo>
                  <a:pt x="401722" y="102701"/>
                </a:lnTo>
                <a:lnTo>
                  <a:pt x="401499" y="102654"/>
                </a:lnTo>
                <a:lnTo>
                  <a:pt x="401277" y="102605"/>
                </a:lnTo>
                <a:lnTo>
                  <a:pt x="401056" y="102553"/>
                </a:lnTo>
                <a:lnTo>
                  <a:pt x="400835" y="102498"/>
                </a:lnTo>
                <a:lnTo>
                  <a:pt x="400615" y="102441"/>
                </a:lnTo>
                <a:lnTo>
                  <a:pt x="400395" y="102380"/>
                </a:lnTo>
                <a:lnTo>
                  <a:pt x="400176" y="102317"/>
                </a:lnTo>
                <a:lnTo>
                  <a:pt x="399958" y="102251"/>
                </a:lnTo>
                <a:lnTo>
                  <a:pt x="399741" y="102181"/>
                </a:lnTo>
                <a:lnTo>
                  <a:pt x="399526" y="102107"/>
                </a:lnTo>
                <a:lnTo>
                  <a:pt x="399312" y="102029"/>
                </a:lnTo>
                <a:lnTo>
                  <a:pt x="399101" y="101947"/>
                </a:lnTo>
                <a:lnTo>
                  <a:pt x="398891" y="101860"/>
                </a:lnTo>
                <a:lnTo>
                  <a:pt x="398683" y="101770"/>
                </a:lnTo>
                <a:lnTo>
                  <a:pt x="398476" y="101675"/>
                </a:lnTo>
                <a:lnTo>
                  <a:pt x="398272" y="101575"/>
                </a:lnTo>
                <a:lnTo>
                  <a:pt x="398069" y="101472"/>
                </a:lnTo>
                <a:lnTo>
                  <a:pt x="397868" y="101364"/>
                </a:lnTo>
                <a:lnTo>
                  <a:pt x="397669" y="101253"/>
                </a:lnTo>
                <a:lnTo>
                  <a:pt x="397472" y="101136"/>
                </a:lnTo>
                <a:lnTo>
                  <a:pt x="397276" y="101016"/>
                </a:lnTo>
                <a:lnTo>
                  <a:pt x="397083" y="100892"/>
                </a:lnTo>
                <a:lnTo>
                  <a:pt x="396891" y="100763"/>
                </a:lnTo>
                <a:lnTo>
                  <a:pt x="396700" y="100630"/>
                </a:lnTo>
                <a:lnTo>
                  <a:pt x="396512" y="100493"/>
                </a:lnTo>
                <a:lnTo>
                  <a:pt x="396325" y="100351"/>
                </a:lnTo>
                <a:lnTo>
                  <a:pt x="396141" y="100206"/>
                </a:lnTo>
                <a:lnTo>
                  <a:pt x="395958" y="100056"/>
                </a:lnTo>
                <a:lnTo>
                  <a:pt x="395776" y="99902"/>
                </a:lnTo>
                <a:lnTo>
                  <a:pt x="395597" y="99744"/>
                </a:lnTo>
                <a:lnTo>
                  <a:pt x="395419" y="99581"/>
                </a:lnTo>
                <a:lnTo>
                  <a:pt x="395243" y="99415"/>
                </a:lnTo>
                <a:lnTo>
                  <a:pt x="395070" y="99243"/>
                </a:lnTo>
                <a:lnTo>
                  <a:pt x="394900" y="99067"/>
                </a:lnTo>
                <a:lnTo>
                  <a:pt x="394732" y="98885"/>
                </a:lnTo>
                <a:lnTo>
                  <a:pt x="394568" y="98698"/>
                </a:lnTo>
                <a:lnTo>
                  <a:pt x="394407" y="98506"/>
                </a:lnTo>
                <a:lnTo>
                  <a:pt x="394249" y="98309"/>
                </a:lnTo>
                <a:lnTo>
                  <a:pt x="394094" y="98107"/>
                </a:lnTo>
                <a:lnTo>
                  <a:pt x="393942" y="97900"/>
                </a:lnTo>
                <a:lnTo>
                  <a:pt x="393793" y="97688"/>
                </a:lnTo>
                <a:lnTo>
                  <a:pt x="393647" y="97471"/>
                </a:lnTo>
                <a:lnTo>
                  <a:pt x="393505" y="97248"/>
                </a:lnTo>
                <a:lnTo>
                  <a:pt x="393365" y="97020"/>
                </a:lnTo>
                <a:lnTo>
                  <a:pt x="393228" y="96788"/>
                </a:lnTo>
                <a:lnTo>
                  <a:pt x="393095" y="96550"/>
                </a:lnTo>
                <a:lnTo>
                  <a:pt x="392964" y="96307"/>
                </a:lnTo>
                <a:lnTo>
                  <a:pt x="392837" y="96059"/>
                </a:lnTo>
                <a:lnTo>
                  <a:pt x="392713" y="95805"/>
                </a:lnTo>
                <a:lnTo>
                  <a:pt x="392591" y="95547"/>
                </a:lnTo>
                <a:lnTo>
                  <a:pt x="392473" y="95283"/>
                </a:lnTo>
                <a:lnTo>
                  <a:pt x="392358" y="95015"/>
                </a:lnTo>
                <a:lnTo>
                  <a:pt x="392246" y="94741"/>
                </a:lnTo>
                <a:lnTo>
                  <a:pt x="392137" y="94462"/>
                </a:lnTo>
                <a:lnTo>
                  <a:pt x="392031" y="94178"/>
                </a:lnTo>
                <a:lnTo>
                  <a:pt x="391928" y="93889"/>
                </a:lnTo>
                <a:lnTo>
                  <a:pt x="391829" y="93595"/>
                </a:lnTo>
                <a:lnTo>
                  <a:pt x="391734" y="93293"/>
                </a:lnTo>
                <a:lnTo>
                  <a:pt x="391643" y="92985"/>
                </a:lnTo>
                <a:lnTo>
                  <a:pt x="391557" y="92671"/>
                </a:lnTo>
                <a:lnTo>
                  <a:pt x="391475" y="92350"/>
                </a:lnTo>
                <a:lnTo>
                  <a:pt x="391397" y="92022"/>
                </a:lnTo>
                <a:lnTo>
                  <a:pt x="391323" y="91688"/>
                </a:lnTo>
                <a:lnTo>
                  <a:pt x="391253" y="91348"/>
                </a:lnTo>
                <a:lnTo>
                  <a:pt x="391188" y="91001"/>
                </a:lnTo>
                <a:lnTo>
                  <a:pt x="391126" y="90647"/>
                </a:lnTo>
                <a:lnTo>
                  <a:pt x="391069" y="90287"/>
                </a:lnTo>
                <a:lnTo>
                  <a:pt x="391017" y="89921"/>
                </a:lnTo>
                <a:lnTo>
                  <a:pt x="390968" y="89547"/>
                </a:lnTo>
                <a:lnTo>
                  <a:pt x="390924" y="89168"/>
                </a:lnTo>
                <a:lnTo>
                  <a:pt x="390884" y="88782"/>
                </a:lnTo>
                <a:lnTo>
                  <a:pt x="390848" y="88389"/>
                </a:lnTo>
                <a:lnTo>
                  <a:pt x="390816" y="87990"/>
                </a:lnTo>
                <a:lnTo>
                  <a:pt x="390789" y="87584"/>
                </a:lnTo>
                <a:lnTo>
                  <a:pt x="390766" y="87172"/>
                </a:lnTo>
                <a:lnTo>
                  <a:pt x="390747" y="86753"/>
                </a:lnTo>
                <a:lnTo>
                  <a:pt x="390732" y="86328"/>
                </a:lnTo>
                <a:lnTo>
                  <a:pt x="390721" y="85896"/>
                </a:lnTo>
                <a:lnTo>
                  <a:pt x="390715" y="85457"/>
                </a:lnTo>
                <a:lnTo>
                  <a:pt x="390713" y="85012"/>
                </a:lnTo>
                <a:lnTo>
                  <a:pt x="390713" y="33445"/>
                </a:lnTo>
                <a:lnTo>
                  <a:pt x="377084" y="33445"/>
                </a:lnTo>
                <a:lnTo>
                  <a:pt x="377084" y="84865"/>
                </a:lnTo>
                <a:lnTo>
                  <a:pt x="377088" y="85524"/>
                </a:lnTo>
                <a:lnTo>
                  <a:pt x="377097" y="86175"/>
                </a:lnTo>
                <a:lnTo>
                  <a:pt x="377114" y="86818"/>
                </a:lnTo>
                <a:lnTo>
                  <a:pt x="377137" y="87454"/>
                </a:lnTo>
                <a:lnTo>
                  <a:pt x="377166" y="88081"/>
                </a:lnTo>
                <a:lnTo>
                  <a:pt x="377202" y="88700"/>
                </a:lnTo>
                <a:lnTo>
                  <a:pt x="377244" y="89312"/>
                </a:lnTo>
                <a:lnTo>
                  <a:pt x="377293" y="89915"/>
                </a:lnTo>
                <a:lnTo>
                  <a:pt x="377349" y="90511"/>
                </a:lnTo>
                <a:lnTo>
                  <a:pt x="377410" y="91099"/>
                </a:lnTo>
                <a:lnTo>
                  <a:pt x="377479" y="91679"/>
                </a:lnTo>
                <a:lnTo>
                  <a:pt x="377554" y="92250"/>
                </a:lnTo>
                <a:lnTo>
                  <a:pt x="377636" y="92814"/>
                </a:lnTo>
                <a:lnTo>
                  <a:pt x="377724" y="93370"/>
                </a:lnTo>
                <a:lnTo>
                  <a:pt x="377818" y="93918"/>
                </a:lnTo>
                <a:lnTo>
                  <a:pt x="377919" y="94458"/>
                </a:lnTo>
                <a:lnTo>
                  <a:pt x="378027" y="94990"/>
                </a:lnTo>
                <a:lnTo>
                  <a:pt x="378141" y="95515"/>
                </a:lnTo>
                <a:lnTo>
                  <a:pt x="378262" y="96031"/>
                </a:lnTo>
                <a:lnTo>
                  <a:pt x="378389" y="96539"/>
                </a:lnTo>
                <a:lnTo>
                  <a:pt x="378523" y="97040"/>
                </a:lnTo>
                <a:lnTo>
                  <a:pt x="378663" y="97532"/>
                </a:lnTo>
                <a:lnTo>
                  <a:pt x="378810" y="98017"/>
                </a:lnTo>
                <a:lnTo>
                  <a:pt x="378963" y="98494"/>
                </a:lnTo>
                <a:lnTo>
                  <a:pt x="379122" y="98963"/>
                </a:lnTo>
                <a:lnTo>
                  <a:pt x="379287" y="99424"/>
                </a:lnTo>
                <a:lnTo>
                  <a:pt x="379457" y="99878"/>
                </a:lnTo>
                <a:lnTo>
                  <a:pt x="379633" y="100325"/>
                </a:lnTo>
                <a:lnTo>
                  <a:pt x="379814" y="100764"/>
                </a:lnTo>
                <a:lnTo>
                  <a:pt x="380001" y="101196"/>
                </a:lnTo>
                <a:lnTo>
                  <a:pt x="380193" y="101621"/>
                </a:lnTo>
                <a:lnTo>
                  <a:pt x="380391" y="102038"/>
                </a:lnTo>
                <a:lnTo>
                  <a:pt x="380594" y="102448"/>
                </a:lnTo>
                <a:lnTo>
                  <a:pt x="380803" y="102850"/>
                </a:lnTo>
                <a:lnTo>
                  <a:pt x="381018" y="103245"/>
                </a:lnTo>
                <a:lnTo>
                  <a:pt x="381237" y="103632"/>
                </a:lnTo>
                <a:lnTo>
                  <a:pt x="381463" y="104012"/>
                </a:lnTo>
                <a:lnTo>
                  <a:pt x="381693" y="104385"/>
                </a:lnTo>
                <a:lnTo>
                  <a:pt x="381930" y="104750"/>
                </a:lnTo>
                <a:lnTo>
                  <a:pt x="382172" y="105107"/>
                </a:lnTo>
                <a:lnTo>
                  <a:pt x="382419" y="105458"/>
                </a:lnTo>
                <a:lnTo>
                  <a:pt x="382672" y="105801"/>
                </a:lnTo>
                <a:lnTo>
                  <a:pt x="382930" y="106136"/>
                </a:lnTo>
                <a:lnTo>
                  <a:pt x="383194" y="106464"/>
                </a:lnTo>
                <a:lnTo>
                  <a:pt x="383463" y="106785"/>
                </a:lnTo>
                <a:lnTo>
                  <a:pt x="383738" y="107098"/>
                </a:lnTo>
                <a:lnTo>
                  <a:pt x="384018" y="107404"/>
                </a:lnTo>
                <a:lnTo>
                  <a:pt x="384304" y="107702"/>
                </a:lnTo>
                <a:lnTo>
                  <a:pt x="384595" y="107994"/>
                </a:lnTo>
                <a:lnTo>
                  <a:pt x="384890" y="108279"/>
                </a:lnTo>
                <a:lnTo>
                  <a:pt x="385191" y="108557"/>
                </a:lnTo>
                <a:lnTo>
                  <a:pt x="385496" y="108830"/>
                </a:lnTo>
                <a:lnTo>
                  <a:pt x="385806" y="109096"/>
                </a:lnTo>
                <a:lnTo>
                  <a:pt x="386120" y="109355"/>
                </a:lnTo>
                <a:lnTo>
                  <a:pt x="386439" y="109608"/>
                </a:lnTo>
                <a:lnTo>
                  <a:pt x="386763" y="109855"/>
                </a:lnTo>
                <a:lnTo>
                  <a:pt x="387092" y="110095"/>
                </a:lnTo>
                <a:lnTo>
                  <a:pt x="387426" y="110329"/>
                </a:lnTo>
                <a:lnTo>
                  <a:pt x="387764" y="110557"/>
                </a:lnTo>
                <a:lnTo>
                  <a:pt x="388107" y="110778"/>
                </a:lnTo>
                <a:lnTo>
                  <a:pt x="388455" y="110992"/>
                </a:lnTo>
                <a:lnTo>
                  <a:pt x="388807" y="111201"/>
                </a:lnTo>
                <a:lnTo>
                  <a:pt x="389164" y="111403"/>
                </a:lnTo>
                <a:lnTo>
                  <a:pt x="389526" y="111598"/>
                </a:lnTo>
                <a:lnTo>
                  <a:pt x="389893" y="111787"/>
                </a:lnTo>
                <a:lnTo>
                  <a:pt x="390264" y="111970"/>
                </a:lnTo>
                <a:lnTo>
                  <a:pt x="390640" y="112147"/>
                </a:lnTo>
                <a:lnTo>
                  <a:pt x="391021" y="112317"/>
                </a:lnTo>
                <a:lnTo>
                  <a:pt x="391406" y="112480"/>
                </a:lnTo>
                <a:lnTo>
                  <a:pt x="391797" y="112637"/>
                </a:lnTo>
                <a:lnTo>
                  <a:pt x="392192" y="112788"/>
                </a:lnTo>
                <a:lnTo>
                  <a:pt x="392591" y="112933"/>
                </a:lnTo>
                <a:lnTo>
                  <a:pt x="392995" y="113071"/>
                </a:lnTo>
                <a:lnTo>
                  <a:pt x="393403" y="113203"/>
                </a:lnTo>
                <a:lnTo>
                  <a:pt x="393813" y="113330"/>
                </a:lnTo>
                <a:lnTo>
                  <a:pt x="394227" y="113450"/>
                </a:lnTo>
                <a:lnTo>
                  <a:pt x="394645" y="113565"/>
                </a:lnTo>
                <a:lnTo>
                  <a:pt x="395066" y="113674"/>
                </a:lnTo>
                <a:lnTo>
                  <a:pt x="395491" y="113777"/>
                </a:lnTo>
                <a:lnTo>
                  <a:pt x="395919" y="113874"/>
                </a:lnTo>
                <a:lnTo>
                  <a:pt x="396350" y="113965"/>
                </a:lnTo>
                <a:lnTo>
                  <a:pt x="396785" y="114050"/>
                </a:lnTo>
                <a:lnTo>
                  <a:pt x="397223" y="114130"/>
                </a:lnTo>
                <a:lnTo>
                  <a:pt x="397665" y="114203"/>
                </a:lnTo>
                <a:lnTo>
                  <a:pt x="398111" y="114271"/>
                </a:lnTo>
                <a:lnTo>
                  <a:pt x="398559" y="114333"/>
                </a:lnTo>
                <a:lnTo>
                  <a:pt x="399011" y="114389"/>
                </a:lnTo>
                <a:lnTo>
                  <a:pt x="399467" y="114439"/>
                </a:lnTo>
                <a:lnTo>
                  <a:pt x="399926" y="114483"/>
                </a:lnTo>
                <a:lnTo>
                  <a:pt x="400389" y="114521"/>
                </a:lnTo>
                <a:lnTo>
                  <a:pt x="400855" y="114553"/>
                </a:lnTo>
                <a:lnTo>
                  <a:pt x="401324" y="114580"/>
                </a:lnTo>
                <a:lnTo>
                  <a:pt x="401797" y="114600"/>
                </a:lnTo>
                <a:lnTo>
                  <a:pt x="402273" y="114615"/>
                </a:lnTo>
                <a:lnTo>
                  <a:pt x="402753" y="114624"/>
                </a:lnTo>
                <a:lnTo>
                  <a:pt x="403236" y="114627"/>
                </a:lnTo>
                <a:lnTo>
                  <a:pt x="403944" y="114622"/>
                </a:lnTo>
                <a:lnTo>
                  <a:pt x="404643" y="114608"/>
                </a:lnTo>
                <a:lnTo>
                  <a:pt x="405332" y="114584"/>
                </a:lnTo>
                <a:lnTo>
                  <a:pt x="406013" y="114550"/>
                </a:lnTo>
                <a:lnTo>
                  <a:pt x="406685" y="114507"/>
                </a:lnTo>
                <a:lnTo>
                  <a:pt x="407348" y="114454"/>
                </a:lnTo>
                <a:lnTo>
                  <a:pt x="408002" y="114392"/>
                </a:lnTo>
                <a:lnTo>
                  <a:pt x="408647" y="114320"/>
                </a:lnTo>
                <a:lnTo>
                  <a:pt x="409283" y="114238"/>
                </a:lnTo>
                <a:lnTo>
                  <a:pt x="409910" y="114147"/>
                </a:lnTo>
                <a:lnTo>
                  <a:pt x="410528" y="114047"/>
                </a:lnTo>
                <a:lnTo>
                  <a:pt x="411137" y="113936"/>
                </a:lnTo>
                <a:lnTo>
                  <a:pt x="411737" y="113816"/>
                </a:lnTo>
                <a:lnTo>
                  <a:pt x="412329" y="113687"/>
                </a:lnTo>
                <a:lnTo>
                  <a:pt x="412911" y="113548"/>
                </a:lnTo>
                <a:lnTo>
                  <a:pt x="413484" y="113399"/>
                </a:lnTo>
                <a:lnTo>
                  <a:pt x="414049" y="113241"/>
                </a:lnTo>
                <a:lnTo>
                  <a:pt x="414604" y="113073"/>
                </a:lnTo>
                <a:lnTo>
                  <a:pt x="415151" y="112895"/>
                </a:lnTo>
                <a:lnTo>
                  <a:pt x="415688" y="112708"/>
                </a:lnTo>
                <a:lnTo>
                  <a:pt x="416217" y="112512"/>
                </a:lnTo>
                <a:lnTo>
                  <a:pt x="416736" y="112306"/>
                </a:lnTo>
                <a:lnTo>
                  <a:pt x="417247" y="112090"/>
                </a:lnTo>
                <a:lnTo>
                  <a:pt x="417749" y="111864"/>
                </a:lnTo>
                <a:lnTo>
                  <a:pt x="418242" y="111630"/>
                </a:lnTo>
                <a:lnTo>
                  <a:pt x="418728" y="111389"/>
                </a:lnTo>
                <a:lnTo>
                  <a:pt x="419205" y="111140"/>
                </a:lnTo>
                <a:lnTo>
                  <a:pt x="419674" y="110883"/>
                </a:lnTo>
                <a:lnTo>
                  <a:pt x="420136" y="110619"/>
                </a:lnTo>
                <a:lnTo>
                  <a:pt x="420590" y="110347"/>
                </a:lnTo>
                <a:lnTo>
                  <a:pt x="421035" y="110068"/>
                </a:lnTo>
                <a:lnTo>
                  <a:pt x="421473" y="109781"/>
                </a:lnTo>
                <a:lnTo>
                  <a:pt x="421903" y="109487"/>
                </a:lnTo>
                <a:lnTo>
                  <a:pt x="422325" y="109185"/>
                </a:lnTo>
                <a:lnTo>
                  <a:pt x="422739" y="108875"/>
                </a:lnTo>
                <a:lnTo>
                  <a:pt x="423145" y="108559"/>
                </a:lnTo>
                <a:lnTo>
                  <a:pt x="423543" y="108234"/>
                </a:lnTo>
                <a:lnTo>
                  <a:pt x="423933" y="107902"/>
                </a:lnTo>
                <a:lnTo>
                  <a:pt x="424316" y="107562"/>
                </a:lnTo>
                <a:lnTo>
                  <a:pt x="424690" y="107215"/>
                </a:lnTo>
                <a:lnTo>
                  <a:pt x="425056" y="106860"/>
                </a:lnTo>
                <a:lnTo>
                  <a:pt x="425415" y="106498"/>
                </a:lnTo>
                <a:lnTo>
                  <a:pt x="425765" y="106128"/>
                </a:lnTo>
                <a:lnTo>
                  <a:pt x="426108" y="105751"/>
                </a:lnTo>
                <a:lnTo>
                  <a:pt x="426443" y="105366"/>
                </a:lnTo>
                <a:lnTo>
                  <a:pt x="426526" y="105266"/>
                </a:lnTo>
                <a:lnTo>
                  <a:pt x="426810" y="113154"/>
                </a:lnTo>
                <a:lnTo>
                  <a:pt x="439849" y="113154"/>
                </a:lnTo>
                <a:lnTo>
                  <a:pt x="439849" y="33445"/>
                </a:lnTo>
                <a:lnTo>
                  <a:pt x="426147" y="33445"/>
                </a:lnTo>
                <a:lnTo>
                  <a:pt x="426147" y="91439"/>
                </a:lnTo>
                <a:close/>
                <a:moveTo>
                  <a:pt x="1016739" y="40075"/>
                </a:moveTo>
                <a:lnTo>
                  <a:pt x="1018876" y="10682"/>
                </a:lnTo>
                <a:lnTo>
                  <a:pt x="1018876" y="0"/>
                </a:lnTo>
                <a:lnTo>
                  <a:pt x="1003406" y="0"/>
                </a:lnTo>
                <a:lnTo>
                  <a:pt x="1003406" y="11787"/>
                </a:lnTo>
                <a:lnTo>
                  <a:pt x="1003332" y="40075"/>
                </a:lnTo>
                <a:lnTo>
                  <a:pt x="1016739" y="40075"/>
                </a:lnTo>
                <a:close/>
                <a:moveTo>
                  <a:pt x="1100913" y="81283"/>
                </a:moveTo>
                <a:lnTo>
                  <a:pt x="1100940" y="80839"/>
                </a:lnTo>
                <a:lnTo>
                  <a:pt x="1100971" y="80398"/>
                </a:lnTo>
                <a:lnTo>
                  <a:pt x="1101008" y="79960"/>
                </a:lnTo>
                <a:lnTo>
                  <a:pt x="1101049" y="79524"/>
                </a:lnTo>
                <a:lnTo>
                  <a:pt x="1101095" y="79091"/>
                </a:lnTo>
                <a:lnTo>
                  <a:pt x="1101146" y="78660"/>
                </a:lnTo>
                <a:lnTo>
                  <a:pt x="1101202" y="78232"/>
                </a:lnTo>
                <a:lnTo>
                  <a:pt x="1101263" y="77807"/>
                </a:lnTo>
                <a:lnTo>
                  <a:pt x="1101329" y="77384"/>
                </a:lnTo>
                <a:lnTo>
                  <a:pt x="1101399" y="76964"/>
                </a:lnTo>
                <a:lnTo>
                  <a:pt x="1101475" y="76546"/>
                </a:lnTo>
                <a:lnTo>
                  <a:pt x="1101555" y="76131"/>
                </a:lnTo>
                <a:lnTo>
                  <a:pt x="1101640" y="75718"/>
                </a:lnTo>
                <a:lnTo>
                  <a:pt x="1101730" y="75308"/>
                </a:lnTo>
                <a:lnTo>
                  <a:pt x="1101824" y="74901"/>
                </a:lnTo>
                <a:lnTo>
                  <a:pt x="1101924" y="74496"/>
                </a:lnTo>
                <a:lnTo>
                  <a:pt x="1102029" y="74094"/>
                </a:lnTo>
                <a:lnTo>
                  <a:pt x="1102138" y="73694"/>
                </a:lnTo>
                <a:lnTo>
                  <a:pt x="1102252" y="73297"/>
                </a:lnTo>
                <a:lnTo>
                  <a:pt x="1102373" y="72903"/>
                </a:lnTo>
                <a:lnTo>
                  <a:pt x="1102504" y="72512"/>
                </a:lnTo>
                <a:lnTo>
                  <a:pt x="1102643" y="72124"/>
                </a:lnTo>
                <a:lnTo>
                  <a:pt x="1102792" y="71740"/>
                </a:lnTo>
                <a:lnTo>
                  <a:pt x="1102950" y="71359"/>
                </a:lnTo>
                <a:lnTo>
                  <a:pt x="1103118" y="70982"/>
                </a:lnTo>
                <a:lnTo>
                  <a:pt x="1103294" y="70608"/>
                </a:lnTo>
                <a:lnTo>
                  <a:pt x="1103480" y="70237"/>
                </a:lnTo>
                <a:lnTo>
                  <a:pt x="1103675" y="69869"/>
                </a:lnTo>
                <a:lnTo>
                  <a:pt x="1103879" y="69505"/>
                </a:lnTo>
                <a:lnTo>
                  <a:pt x="1104092" y="69145"/>
                </a:lnTo>
                <a:lnTo>
                  <a:pt x="1104315" y="68787"/>
                </a:lnTo>
                <a:lnTo>
                  <a:pt x="1104547" y="68433"/>
                </a:lnTo>
                <a:lnTo>
                  <a:pt x="1104788" y="68083"/>
                </a:lnTo>
                <a:lnTo>
                  <a:pt x="1105038" y="67735"/>
                </a:lnTo>
                <a:lnTo>
                  <a:pt x="1105297" y="67391"/>
                </a:lnTo>
                <a:lnTo>
                  <a:pt x="1105566" y="67051"/>
                </a:lnTo>
                <a:lnTo>
                  <a:pt x="1105843" y="66714"/>
                </a:lnTo>
                <a:lnTo>
                  <a:pt x="1106130" y="66380"/>
                </a:lnTo>
                <a:lnTo>
                  <a:pt x="1106427" y="66049"/>
                </a:lnTo>
                <a:lnTo>
                  <a:pt x="1106732" y="65722"/>
                </a:lnTo>
                <a:lnTo>
                  <a:pt x="1107047" y="65398"/>
                </a:lnTo>
                <a:lnTo>
                  <a:pt x="1107370" y="65078"/>
                </a:lnTo>
                <a:lnTo>
                  <a:pt x="1107704" y="64761"/>
                </a:lnTo>
                <a:lnTo>
                  <a:pt x="1108096" y="64389"/>
                </a:lnTo>
                <a:lnTo>
                  <a:pt x="1108486" y="64016"/>
                </a:lnTo>
                <a:lnTo>
                  <a:pt x="1108874" y="63641"/>
                </a:lnTo>
                <a:lnTo>
                  <a:pt x="1109261" y="63264"/>
                </a:lnTo>
                <a:lnTo>
                  <a:pt x="1109646" y="62886"/>
                </a:lnTo>
                <a:lnTo>
                  <a:pt x="1110029" y="62507"/>
                </a:lnTo>
                <a:lnTo>
                  <a:pt x="1110410" y="62126"/>
                </a:lnTo>
                <a:lnTo>
                  <a:pt x="1110789" y="61743"/>
                </a:lnTo>
                <a:lnTo>
                  <a:pt x="1111167" y="61359"/>
                </a:lnTo>
                <a:lnTo>
                  <a:pt x="1111543" y="60973"/>
                </a:lnTo>
                <a:lnTo>
                  <a:pt x="1111917" y="60586"/>
                </a:lnTo>
                <a:lnTo>
                  <a:pt x="1112289" y="60197"/>
                </a:lnTo>
                <a:lnTo>
                  <a:pt x="1112660" y="59806"/>
                </a:lnTo>
                <a:lnTo>
                  <a:pt x="1113029" y="59414"/>
                </a:lnTo>
                <a:lnTo>
                  <a:pt x="1113395" y="59021"/>
                </a:lnTo>
                <a:lnTo>
                  <a:pt x="1113761" y="58626"/>
                </a:lnTo>
                <a:lnTo>
                  <a:pt x="1114124" y="58229"/>
                </a:lnTo>
                <a:lnTo>
                  <a:pt x="1114486" y="57831"/>
                </a:lnTo>
                <a:lnTo>
                  <a:pt x="1114845" y="57431"/>
                </a:lnTo>
                <a:lnTo>
                  <a:pt x="1115203" y="57030"/>
                </a:lnTo>
                <a:lnTo>
                  <a:pt x="1115559" y="56627"/>
                </a:lnTo>
                <a:lnTo>
                  <a:pt x="1115914" y="56223"/>
                </a:lnTo>
                <a:lnTo>
                  <a:pt x="1116266" y="55817"/>
                </a:lnTo>
                <a:lnTo>
                  <a:pt x="1116617" y="55410"/>
                </a:lnTo>
                <a:lnTo>
                  <a:pt x="1116965" y="55000"/>
                </a:lnTo>
                <a:lnTo>
                  <a:pt x="1117307" y="54588"/>
                </a:lnTo>
                <a:lnTo>
                  <a:pt x="1117643" y="54174"/>
                </a:lnTo>
                <a:lnTo>
                  <a:pt x="1117975" y="53757"/>
                </a:lnTo>
                <a:lnTo>
                  <a:pt x="1118301" y="53338"/>
                </a:lnTo>
                <a:lnTo>
                  <a:pt x="1118622" y="52916"/>
                </a:lnTo>
                <a:lnTo>
                  <a:pt x="1118938" y="52492"/>
                </a:lnTo>
                <a:lnTo>
                  <a:pt x="1119249" y="52065"/>
                </a:lnTo>
                <a:lnTo>
                  <a:pt x="1119554" y="51636"/>
                </a:lnTo>
                <a:lnTo>
                  <a:pt x="1119854" y="51205"/>
                </a:lnTo>
                <a:lnTo>
                  <a:pt x="1120149" y="50771"/>
                </a:lnTo>
                <a:lnTo>
                  <a:pt x="1120439" y="50335"/>
                </a:lnTo>
                <a:lnTo>
                  <a:pt x="1120723" y="49896"/>
                </a:lnTo>
                <a:lnTo>
                  <a:pt x="1121002" y="49455"/>
                </a:lnTo>
                <a:lnTo>
                  <a:pt x="1121276" y="49011"/>
                </a:lnTo>
                <a:lnTo>
                  <a:pt x="1121545" y="48565"/>
                </a:lnTo>
                <a:lnTo>
                  <a:pt x="1121808" y="48116"/>
                </a:lnTo>
                <a:lnTo>
                  <a:pt x="1122066" y="47665"/>
                </a:lnTo>
                <a:lnTo>
                  <a:pt x="1122319" y="47211"/>
                </a:lnTo>
                <a:lnTo>
                  <a:pt x="1122567" y="46756"/>
                </a:lnTo>
                <a:lnTo>
                  <a:pt x="1122809" y="46297"/>
                </a:lnTo>
                <a:lnTo>
                  <a:pt x="1123047" y="45836"/>
                </a:lnTo>
                <a:lnTo>
                  <a:pt x="1123279" y="45373"/>
                </a:lnTo>
                <a:lnTo>
                  <a:pt x="1123505" y="44907"/>
                </a:lnTo>
                <a:lnTo>
                  <a:pt x="1123725" y="44439"/>
                </a:lnTo>
                <a:lnTo>
                  <a:pt x="1123935" y="43966"/>
                </a:lnTo>
                <a:lnTo>
                  <a:pt x="1124135" y="43490"/>
                </a:lnTo>
                <a:lnTo>
                  <a:pt x="1124327" y="43010"/>
                </a:lnTo>
                <a:lnTo>
                  <a:pt x="1124509" y="42526"/>
                </a:lnTo>
                <a:lnTo>
                  <a:pt x="1124682" y="42038"/>
                </a:lnTo>
                <a:lnTo>
                  <a:pt x="1124845" y="41547"/>
                </a:lnTo>
                <a:lnTo>
                  <a:pt x="1124999" y="41052"/>
                </a:lnTo>
                <a:lnTo>
                  <a:pt x="1125144" y="40553"/>
                </a:lnTo>
                <a:lnTo>
                  <a:pt x="1125279" y="40051"/>
                </a:lnTo>
                <a:lnTo>
                  <a:pt x="1125405" y="39545"/>
                </a:lnTo>
                <a:lnTo>
                  <a:pt x="1125522" y="39035"/>
                </a:lnTo>
                <a:lnTo>
                  <a:pt x="1125629" y="38521"/>
                </a:lnTo>
                <a:lnTo>
                  <a:pt x="1125727" y="38003"/>
                </a:lnTo>
                <a:lnTo>
                  <a:pt x="1125816" y="37482"/>
                </a:lnTo>
                <a:lnTo>
                  <a:pt x="1125895" y="36957"/>
                </a:lnTo>
                <a:lnTo>
                  <a:pt x="1125965" y="36429"/>
                </a:lnTo>
                <a:lnTo>
                  <a:pt x="1126026" y="35896"/>
                </a:lnTo>
                <a:lnTo>
                  <a:pt x="1126077" y="35360"/>
                </a:lnTo>
                <a:lnTo>
                  <a:pt x="1126119" y="34820"/>
                </a:lnTo>
                <a:lnTo>
                  <a:pt x="1126152" y="34277"/>
                </a:lnTo>
                <a:lnTo>
                  <a:pt x="1126175" y="33729"/>
                </a:lnTo>
                <a:lnTo>
                  <a:pt x="1126189" y="33178"/>
                </a:lnTo>
                <a:lnTo>
                  <a:pt x="1126194" y="32623"/>
                </a:lnTo>
                <a:lnTo>
                  <a:pt x="1126188" y="31904"/>
                </a:lnTo>
                <a:lnTo>
                  <a:pt x="1126170" y="31192"/>
                </a:lnTo>
                <a:lnTo>
                  <a:pt x="1126140" y="30489"/>
                </a:lnTo>
                <a:lnTo>
                  <a:pt x="1126098" y="29794"/>
                </a:lnTo>
                <a:lnTo>
                  <a:pt x="1126044" y="29107"/>
                </a:lnTo>
                <a:lnTo>
                  <a:pt x="1125978" y="28428"/>
                </a:lnTo>
                <a:lnTo>
                  <a:pt x="1125900" y="27757"/>
                </a:lnTo>
                <a:lnTo>
                  <a:pt x="1125809" y="27094"/>
                </a:lnTo>
                <a:lnTo>
                  <a:pt x="1125707" y="26439"/>
                </a:lnTo>
                <a:lnTo>
                  <a:pt x="1125593" y="25793"/>
                </a:lnTo>
                <a:lnTo>
                  <a:pt x="1125467" y="25155"/>
                </a:lnTo>
                <a:lnTo>
                  <a:pt x="1125329" y="24524"/>
                </a:lnTo>
                <a:lnTo>
                  <a:pt x="1125178" y="23902"/>
                </a:lnTo>
                <a:lnTo>
                  <a:pt x="1125016" y="23288"/>
                </a:lnTo>
                <a:lnTo>
                  <a:pt x="1124842" y="22682"/>
                </a:lnTo>
                <a:lnTo>
                  <a:pt x="1124655" y="22085"/>
                </a:lnTo>
                <a:lnTo>
                  <a:pt x="1124457" y="21495"/>
                </a:lnTo>
                <a:lnTo>
                  <a:pt x="1124247" y="20914"/>
                </a:lnTo>
                <a:lnTo>
                  <a:pt x="1124024" y="20340"/>
                </a:lnTo>
                <a:lnTo>
                  <a:pt x="1123790" y="19775"/>
                </a:lnTo>
                <a:lnTo>
                  <a:pt x="1123543" y="19218"/>
                </a:lnTo>
                <a:lnTo>
                  <a:pt x="1123285" y="18669"/>
                </a:lnTo>
                <a:lnTo>
                  <a:pt x="1123014" y="18128"/>
                </a:lnTo>
                <a:lnTo>
                  <a:pt x="1122732" y="17595"/>
                </a:lnTo>
                <a:lnTo>
                  <a:pt x="1122438" y="17071"/>
                </a:lnTo>
                <a:lnTo>
                  <a:pt x="1122133" y="16558"/>
                </a:lnTo>
                <a:lnTo>
                  <a:pt x="1121817" y="16054"/>
                </a:lnTo>
                <a:lnTo>
                  <a:pt x="1121491" y="15561"/>
                </a:lnTo>
                <a:lnTo>
                  <a:pt x="1121153" y="15078"/>
                </a:lnTo>
                <a:lnTo>
                  <a:pt x="1120805" y="14605"/>
                </a:lnTo>
                <a:lnTo>
                  <a:pt x="1120446" y="14142"/>
                </a:lnTo>
                <a:lnTo>
                  <a:pt x="1120076" y="13690"/>
                </a:lnTo>
                <a:lnTo>
                  <a:pt x="1119695" y="13247"/>
                </a:lnTo>
                <a:lnTo>
                  <a:pt x="1119303" y="12815"/>
                </a:lnTo>
                <a:lnTo>
                  <a:pt x="1118900" y="12393"/>
                </a:lnTo>
                <a:lnTo>
                  <a:pt x="1118487" y="11981"/>
                </a:lnTo>
                <a:lnTo>
                  <a:pt x="1118062" y="11580"/>
                </a:lnTo>
                <a:lnTo>
                  <a:pt x="1117627" y="11188"/>
                </a:lnTo>
                <a:lnTo>
                  <a:pt x="1117181" y="10807"/>
                </a:lnTo>
                <a:lnTo>
                  <a:pt x="1116724" y="10436"/>
                </a:lnTo>
                <a:lnTo>
                  <a:pt x="1116256" y="10075"/>
                </a:lnTo>
                <a:lnTo>
                  <a:pt x="1115777" y="9724"/>
                </a:lnTo>
                <a:lnTo>
                  <a:pt x="1115287" y="9384"/>
                </a:lnTo>
                <a:lnTo>
                  <a:pt x="1114787" y="9054"/>
                </a:lnTo>
                <a:lnTo>
                  <a:pt x="1114275" y="8733"/>
                </a:lnTo>
                <a:lnTo>
                  <a:pt x="1113753" y="8423"/>
                </a:lnTo>
                <a:lnTo>
                  <a:pt x="1113220" y="8124"/>
                </a:lnTo>
                <a:lnTo>
                  <a:pt x="1112676" y="7834"/>
                </a:lnTo>
                <a:lnTo>
                  <a:pt x="1112122" y="7556"/>
                </a:lnTo>
                <a:lnTo>
                  <a:pt x="1111558" y="7289"/>
                </a:lnTo>
                <a:lnTo>
                  <a:pt x="1110985" y="7034"/>
                </a:lnTo>
                <a:lnTo>
                  <a:pt x="1110402" y="6791"/>
                </a:lnTo>
                <a:lnTo>
                  <a:pt x="1109809" y="6560"/>
                </a:lnTo>
                <a:lnTo>
                  <a:pt x="1109207" y="6340"/>
                </a:lnTo>
                <a:lnTo>
                  <a:pt x="1108595" y="6133"/>
                </a:lnTo>
                <a:lnTo>
                  <a:pt x="1107974" y="5937"/>
                </a:lnTo>
                <a:lnTo>
                  <a:pt x="1107343" y="5754"/>
                </a:lnTo>
                <a:lnTo>
                  <a:pt x="1106702" y="5582"/>
                </a:lnTo>
                <a:lnTo>
                  <a:pt x="1106052" y="5422"/>
                </a:lnTo>
                <a:lnTo>
                  <a:pt x="1105392" y="5274"/>
                </a:lnTo>
                <a:lnTo>
                  <a:pt x="1104723" y="5137"/>
                </a:lnTo>
                <a:lnTo>
                  <a:pt x="1104044" y="5013"/>
                </a:lnTo>
                <a:lnTo>
                  <a:pt x="1103355" y="4900"/>
                </a:lnTo>
                <a:lnTo>
                  <a:pt x="1102657" y="4799"/>
                </a:lnTo>
                <a:lnTo>
                  <a:pt x="1101950" y="4710"/>
                </a:lnTo>
                <a:lnTo>
                  <a:pt x="1101232" y="4633"/>
                </a:lnTo>
                <a:lnTo>
                  <a:pt x="1100505" y="4568"/>
                </a:lnTo>
                <a:lnTo>
                  <a:pt x="1099769" y="4515"/>
                </a:lnTo>
                <a:lnTo>
                  <a:pt x="1099023" y="4473"/>
                </a:lnTo>
                <a:lnTo>
                  <a:pt x="1098267" y="4444"/>
                </a:lnTo>
                <a:lnTo>
                  <a:pt x="1097502" y="4426"/>
                </a:lnTo>
                <a:lnTo>
                  <a:pt x="1096727" y="4420"/>
                </a:lnTo>
                <a:lnTo>
                  <a:pt x="1096024" y="4426"/>
                </a:lnTo>
                <a:lnTo>
                  <a:pt x="1095326" y="4442"/>
                </a:lnTo>
                <a:lnTo>
                  <a:pt x="1094634" y="4469"/>
                </a:lnTo>
                <a:lnTo>
                  <a:pt x="1093948" y="4508"/>
                </a:lnTo>
                <a:lnTo>
                  <a:pt x="1093267" y="4557"/>
                </a:lnTo>
                <a:lnTo>
                  <a:pt x="1092592" y="4617"/>
                </a:lnTo>
                <a:lnTo>
                  <a:pt x="1091923" y="4689"/>
                </a:lnTo>
                <a:lnTo>
                  <a:pt x="1091259" y="4771"/>
                </a:lnTo>
                <a:lnTo>
                  <a:pt x="1090601" y="4864"/>
                </a:lnTo>
                <a:lnTo>
                  <a:pt x="1089949" y="4968"/>
                </a:lnTo>
                <a:lnTo>
                  <a:pt x="1089302" y="5084"/>
                </a:lnTo>
                <a:lnTo>
                  <a:pt x="1088660" y="5210"/>
                </a:lnTo>
                <a:lnTo>
                  <a:pt x="1088025" y="5347"/>
                </a:lnTo>
                <a:lnTo>
                  <a:pt x="1087395" y="5495"/>
                </a:lnTo>
                <a:lnTo>
                  <a:pt x="1086770" y="5654"/>
                </a:lnTo>
                <a:lnTo>
                  <a:pt x="1086152" y="5824"/>
                </a:lnTo>
                <a:lnTo>
                  <a:pt x="1085539" y="6005"/>
                </a:lnTo>
                <a:lnTo>
                  <a:pt x="1084931" y="6197"/>
                </a:lnTo>
                <a:lnTo>
                  <a:pt x="1084329" y="6400"/>
                </a:lnTo>
                <a:lnTo>
                  <a:pt x="1083733" y="6613"/>
                </a:lnTo>
                <a:lnTo>
                  <a:pt x="1083142" y="6838"/>
                </a:lnTo>
                <a:lnTo>
                  <a:pt x="1082557" y="7074"/>
                </a:lnTo>
                <a:lnTo>
                  <a:pt x="1081978" y="7321"/>
                </a:lnTo>
                <a:lnTo>
                  <a:pt x="1081404" y="7579"/>
                </a:lnTo>
                <a:lnTo>
                  <a:pt x="1080838" y="7847"/>
                </a:lnTo>
                <a:lnTo>
                  <a:pt x="1080282" y="8124"/>
                </a:lnTo>
                <a:lnTo>
                  <a:pt x="1079736" y="8412"/>
                </a:lnTo>
                <a:lnTo>
                  <a:pt x="1079199" y="8709"/>
                </a:lnTo>
                <a:lnTo>
                  <a:pt x="1078673" y="9016"/>
                </a:lnTo>
                <a:lnTo>
                  <a:pt x="1078156" y="9332"/>
                </a:lnTo>
                <a:lnTo>
                  <a:pt x="1077649" y="9659"/>
                </a:lnTo>
                <a:lnTo>
                  <a:pt x="1077152" y="9995"/>
                </a:lnTo>
                <a:lnTo>
                  <a:pt x="1076665" y="10340"/>
                </a:lnTo>
                <a:lnTo>
                  <a:pt x="1076187" y="10695"/>
                </a:lnTo>
                <a:lnTo>
                  <a:pt x="1075720" y="11060"/>
                </a:lnTo>
                <a:lnTo>
                  <a:pt x="1075262" y="11435"/>
                </a:lnTo>
                <a:lnTo>
                  <a:pt x="1074814" y="11820"/>
                </a:lnTo>
                <a:lnTo>
                  <a:pt x="1074376" y="12214"/>
                </a:lnTo>
                <a:lnTo>
                  <a:pt x="1073948" y="12617"/>
                </a:lnTo>
                <a:lnTo>
                  <a:pt x="1073530" y="13031"/>
                </a:lnTo>
                <a:lnTo>
                  <a:pt x="1073121" y="13454"/>
                </a:lnTo>
                <a:lnTo>
                  <a:pt x="1072723" y="13887"/>
                </a:lnTo>
                <a:lnTo>
                  <a:pt x="1072334" y="14330"/>
                </a:lnTo>
                <a:lnTo>
                  <a:pt x="1071955" y="14782"/>
                </a:lnTo>
                <a:lnTo>
                  <a:pt x="1071586" y="15244"/>
                </a:lnTo>
                <a:lnTo>
                  <a:pt x="1071227" y="15716"/>
                </a:lnTo>
                <a:lnTo>
                  <a:pt x="1070878" y="16197"/>
                </a:lnTo>
                <a:lnTo>
                  <a:pt x="1070538" y="16688"/>
                </a:lnTo>
                <a:lnTo>
                  <a:pt x="1070210" y="17188"/>
                </a:lnTo>
                <a:lnTo>
                  <a:pt x="1069896" y="17696"/>
                </a:lnTo>
                <a:lnTo>
                  <a:pt x="1069595" y="18212"/>
                </a:lnTo>
                <a:lnTo>
                  <a:pt x="1069307" y="18737"/>
                </a:lnTo>
                <a:lnTo>
                  <a:pt x="1069033" y="19270"/>
                </a:lnTo>
                <a:lnTo>
                  <a:pt x="1068772" y="19810"/>
                </a:lnTo>
                <a:lnTo>
                  <a:pt x="1068525" y="20359"/>
                </a:lnTo>
                <a:lnTo>
                  <a:pt x="1068291" y="20916"/>
                </a:lnTo>
                <a:lnTo>
                  <a:pt x="1068071" y="21482"/>
                </a:lnTo>
                <a:lnTo>
                  <a:pt x="1067864" y="22055"/>
                </a:lnTo>
                <a:lnTo>
                  <a:pt x="1067670" y="22637"/>
                </a:lnTo>
                <a:lnTo>
                  <a:pt x="1067490" y="23227"/>
                </a:lnTo>
                <a:lnTo>
                  <a:pt x="1067323" y="23825"/>
                </a:lnTo>
                <a:lnTo>
                  <a:pt x="1067170" y="24431"/>
                </a:lnTo>
                <a:lnTo>
                  <a:pt x="1067030" y="25045"/>
                </a:lnTo>
                <a:lnTo>
                  <a:pt x="1066904" y="25667"/>
                </a:lnTo>
                <a:lnTo>
                  <a:pt x="1066791" y="26298"/>
                </a:lnTo>
                <a:lnTo>
                  <a:pt x="1066691" y="26937"/>
                </a:lnTo>
                <a:lnTo>
                  <a:pt x="1066605" y="27584"/>
                </a:lnTo>
                <a:lnTo>
                  <a:pt x="1066533" y="28239"/>
                </a:lnTo>
                <a:lnTo>
                  <a:pt x="1066473" y="28902"/>
                </a:lnTo>
                <a:lnTo>
                  <a:pt x="1066427" y="29573"/>
                </a:lnTo>
                <a:lnTo>
                  <a:pt x="1066395" y="30253"/>
                </a:lnTo>
                <a:lnTo>
                  <a:pt x="1066376" y="30940"/>
                </a:lnTo>
                <a:lnTo>
                  <a:pt x="1080004" y="30940"/>
                </a:lnTo>
                <a:lnTo>
                  <a:pt x="1080015" y="30516"/>
                </a:lnTo>
                <a:lnTo>
                  <a:pt x="1080033" y="30099"/>
                </a:lnTo>
                <a:lnTo>
                  <a:pt x="1080059" y="29688"/>
                </a:lnTo>
                <a:lnTo>
                  <a:pt x="1080092" y="29284"/>
                </a:lnTo>
                <a:lnTo>
                  <a:pt x="1080134" y="28887"/>
                </a:lnTo>
                <a:lnTo>
                  <a:pt x="1080184" y="28496"/>
                </a:lnTo>
                <a:lnTo>
                  <a:pt x="1080242" y="28112"/>
                </a:lnTo>
                <a:lnTo>
                  <a:pt x="1080307" y="27735"/>
                </a:lnTo>
                <a:lnTo>
                  <a:pt x="1080381" y="27365"/>
                </a:lnTo>
                <a:lnTo>
                  <a:pt x="1080462" y="27002"/>
                </a:lnTo>
                <a:lnTo>
                  <a:pt x="1080552" y="26645"/>
                </a:lnTo>
                <a:lnTo>
                  <a:pt x="1080649" y="26295"/>
                </a:lnTo>
                <a:lnTo>
                  <a:pt x="1080754" y="25951"/>
                </a:lnTo>
                <a:lnTo>
                  <a:pt x="1080868" y="25615"/>
                </a:lnTo>
                <a:lnTo>
                  <a:pt x="1080989" y="25285"/>
                </a:lnTo>
                <a:lnTo>
                  <a:pt x="1081118" y="24962"/>
                </a:lnTo>
                <a:lnTo>
                  <a:pt x="1081255" y="24646"/>
                </a:lnTo>
                <a:lnTo>
                  <a:pt x="1081400" y="24336"/>
                </a:lnTo>
                <a:lnTo>
                  <a:pt x="1081552" y="24033"/>
                </a:lnTo>
                <a:lnTo>
                  <a:pt x="1081713" y="23737"/>
                </a:lnTo>
                <a:lnTo>
                  <a:pt x="1081882" y="23448"/>
                </a:lnTo>
                <a:lnTo>
                  <a:pt x="1082058" y="23165"/>
                </a:lnTo>
                <a:lnTo>
                  <a:pt x="1082243" y="22890"/>
                </a:lnTo>
                <a:lnTo>
                  <a:pt x="1082436" y="22621"/>
                </a:lnTo>
                <a:lnTo>
                  <a:pt x="1082635" y="22358"/>
                </a:lnTo>
                <a:lnTo>
                  <a:pt x="1082839" y="22101"/>
                </a:lnTo>
                <a:lnTo>
                  <a:pt x="1083048" y="21849"/>
                </a:lnTo>
                <a:lnTo>
                  <a:pt x="1083262" y="21604"/>
                </a:lnTo>
                <a:lnTo>
                  <a:pt x="1083482" y="21364"/>
                </a:lnTo>
                <a:lnTo>
                  <a:pt x="1083706" y="21130"/>
                </a:lnTo>
                <a:lnTo>
                  <a:pt x="1083936" y="20901"/>
                </a:lnTo>
                <a:lnTo>
                  <a:pt x="1084171" y="20678"/>
                </a:lnTo>
                <a:lnTo>
                  <a:pt x="1084411" y="20461"/>
                </a:lnTo>
                <a:lnTo>
                  <a:pt x="1084656" y="20250"/>
                </a:lnTo>
                <a:lnTo>
                  <a:pt x="1084906" y="20045"/>
                </a:lnTo>
                <a:lnTo>
                  <a:pt x="1085161" y="19845"/>
                </a:lnTo>
                <a:lnTo>
                  <a:pt x="1085422" y="19651"/>
                </a:lnTo>
                <a:lnTo>
                  <a:pt x="1085687" y="19462"/>
                </a:lnTo>
                <a:lnTo>
                  <a:pt x="1085958" y="19280"/>
                </a:lnTo>
                <a:lnTo>
                  <a:pt x="1086233" y="19103"/>
                </a:lnTo>
                <a:lnTo>
                  <a:pt x="1086514" y="18932"/>
                </a:lnTo>
                <a:lnTo>
                  <a:pt x="1086800" y="18766"/>
                </a:lnTo>
                <a:lnTo>
                  <a:pt x="1087091" y="18607"/>
                </a:lnTo>
                <a:lnTo>
                  <a:pt x="1087388" y="18453"/>
                </a:lnTo>
                <a:lnTo>
                  <a:pt x="1087689" y="18305"/>
                </a:lnTo>
                <a:lnTo>
                  <a:pt x="1087995" y="18162"/>
                </a:lnTo>
                <a:lnTo>
                  <a:pt x="1088307" y="18025"/>
                </a:lnTo>
                <a:lnTo>
                  <a:pt x="1088624" y="17894"/>
                </a:lnTo>
                <a:lnTo>
                  <a:pt x="1088944" y="17769"/>
                </a:lnTo>
                <a:lnTo>
                  <a:pt x="1089265" y="17648"/>
                </a:lnTo>
                <a:lnTo>
                  <a:pt x="1089588" y="17533"/>
                </a:lnTo>
                <a:lnTo>
                  <a:pt x="1089913" y="17424"/>
                </a:lnTo>
                <a:lnTo>
                  <a:pt x="1090239" y="17319"/>
                </a:lnTo>
                <a:lnTo>
                  <a:pt x="1090567" y="17221"/>
                </a:lnTo>
                <a:lnTo>
                  <a:pt x="1090896" y="17127"/>
                </a:lnTo>
                <a:lnTo>
                  <a:pt x="1091227" y="17039"/>
                </a:lnTo>
                <a:lnTo>
                  <a:pt x="1091559" y="16956"/>
                </a:lnTo>
                <a:lnTo>
                  <a:pt x="1091893" y="16878"/>
                </a:lnTo>
                <a:lnTo>
                  <a:pt x="1092228" y="16806"/>
                </a:lnTo>
                <a:lnTo>
                  <a:pt x="1092565" y="16739"/>
                </a:lnTo>
                <a:lnTo>
                  <a:pt x="1092903" y="16678"/>
                </a:lnTo>
                <a:lnTo>
                  <a:pt x="1093243" y="16622"/>
                </a:lnTo>
                <a:lnTo>
                  <a:pt x="1093585" y="16571"/>
                </a:lnTo>
                <a:lnTo>
                  <a:pt x="1093928" y="16525"/>
                </a:lnTo>
                <a:lnTo>
                  <a:pt x="1094272" y="16485"/>
                </a:lnTo>
                <a:lnTo>
                  <a:pt x="1094618" y="16450"/>
                </a:lnTo>
                <a:lnTo>
                  <a:pt x="1094966" y="16421"/>
                </a:lnTo>
                <a:lnTo>
                  <a:pt x="1095315" y="16397"/>
                </a:lnTo>
                <a:lnTo>
                  <a:pt x="1095666" y="16378"/>
                </a:lnTo>
                <a:lnTo>
                  <a:pt x="1096018" y="16365"/>
                </a:lnTo>
                <a:lnTo>
                  <a:pt x="1096372" y="16357"/>
                </a:lnTo>
                <a:lnTo>
                  <a:pt x="1096727" y="16354"/>
                </a:lnTo>
                <a:lnTo>
                  <a:pt x="1097154" y="16358"/>
                </a:lnTo>
                <a:lnTo>
                  <a:pt x="1097575" y="16368"/>
                </a:lnTo>
                <a:lnTo>
                  <a:pt x="1097990" y="16386"/>
                </a:lnTo>
                <a:lnTo>
                  <a:pt x="1098400" y="16410"/>
                </a:lnTo>
                <a:lnTo>
                  <a:pt x="1098804" y="16441"/>
                </a:lnTo>
                <a:lnTo>
                  <a:pt x="1099202" y="16480"/>
                </a:lnTo>
                <a:lnTo>
                  <a:pt x="1099594" y="16525"/>
                </a:lnTo>
                <a:lnTo>
                  <a:pt x="1099981" y="16577"/>
                </a:lnTo>
                <a:lnTo>
                  <a:pt x="1100361" y="16637"/>
                </a:lnTo>
                <a:lnTo>
                  <a:pt x="1100737" y="16703"/>
                </a:lnTo>
                <a:lnTo>
                  <a:pt x="1101106" y="16776"/>
                </a:lnTo>
                <a:lnTo>
                  <a:pt x="1101469" y="16856"/>
                </a:lnTo>
                <a:lnTo>
                  <a:pt x="1101827" y="16943"/>
                </a:lnTo>
                <a:lnTo>
                  <a:pt x="1102179" y="17037"/>
                </a:lnTo>
                <a:lnTo>
                  <a:pt x="1102525" y="17138"/>
                </a:lnTo>
                <a:lnTo>
                  <a:pt x="1102866" y="17246"/>
                </a:lnTo>
                <a:lnTo>
                  <a:pt x="1103201" y="17361"/>
                </a:lnTo>
                <a:lnTo>
                  <a:pt x="1103530" y="17483"/>
                </a:lnTo>
                <a:lnTo>
                  <a:pt x="1103853" y="17612"/>
                </a:lnTo>
                <a:lnTo>
                  <a:pt x="1104171" y="17748"/>
                </a:lnTo>
                <a:lnTo>
                  <a:pt x="1104482" y="17891"/>
                </a:lnTo>
                <a:lnTo>
                  <a:pt x="1104788" y="18041"/>
                </a:lnTo>
                <a:lnTo>
                  <a:pt x="1105089" y="18198"/>
                </a:lnTo>
                <a:lnTo>
                  <a:pt x="1105383" y="18362"/>
                </a:lnTo>
                <a:lnTo>
                  <a:pt x="1105672" y="18532"/>
                </a:lnTo>
                <a:lnTo>
                  <a:pt x="1105954" y="18708"/>
                </a:lnTo>
                <a:lnTo>
                  <a:pt x="1106231" y="18890"/>
                </a:lnTo>
                <a:lnTo>
                  <a:pt x="1106502" y="19078"/>
                </a:lnTo>
                <a:lnTo>
                  <a:pt x="1106767" y="19271"/>
                </a:lnTo>
                <a:lnTo>
                  <a:pt x="1107027" y="19471"/>
                </a:lnTo>
                <a:lnTo>
                  <a:pt x="1107280" y="19677"/>
                </a:lnTo>
                <a:lnTo>
                  <a:pt x="1107528" y="19889"/>
                </a:lnTo>
                <a:lnTo>
                  <a:pt x="1107769" y="20106"/>
                </a:lnTo>
                <a:lnTo>
                  <a:pt x="1108005" y="20330"/>
                </a:lnTo>
                <a:lnTo>
                  <a:pt x="1108235" y="20560"/>
                </a:lnTo>
                <a:lnTo>
                  <a:pt x="1108459" y="20795"/>
                </a:lnTo>
                <a:lnTo>
                  <a:pt x="1108677" y="21036"/>
                </a:lnTo>
                <a:lnTo>
                  <a:pt x="1108889" y="21284"/>
                </a:lnTo>
                <a:lnTo>
                  <a:pt x="1109095" y="21537"/>
                </a:lnTo>
                <a:lnTo>
                  <a:pt x="1109296" y="21796"/>
                </a:lnTo>
                <a:lnTo>
                  <a:pt x="1109490" y="22062"/>
                </a:lnTo>
                <a:lnTo>
                  <a:pt x="1109679" y="22333"/>
                </a:lnTo>
                <a:lnTo>
                  <a:pt x="1109861" y="22610"/>
                </a:lnTo>
                <a:lnTo>
                  <a:pt x="1110038" y="22893"/>
                </a:lnTo>
                <a:lnTo>
                  <a:pt x="1110209" y="23182"/>
                </a:lnTo>
                <a:lnTo>
                  <a:pt x="1110374" y="23477"/>
                </a:lnTo>
                <a:lnTo>
                  <a:pt x="1110534" y="23778"/>
                </a:lnTo>
                <a:lnTo>
                  <a:pt x="1110687" y="24085"/>
                </a:lnTo>
                <a:lnTo>
                  <a:pt x="1110834" y="24397"/>
                </a:lnTo>
                <a:lnTo>
                  <a:pt x="1110975" y="24714"/>
                </a:lnTo>
                <a:lnTo>
                  <a:pt x="1111110" y="25036"/>
                </a:lnTo>
                <a:lnTo>
                  <a:pt x="1111239" y="25362"/>
                </a:lnTo>
                <a:lnTo>
                  <a:pt x="1111361" y="25694"/>
                </a:lnTo>
                <a:lnTo>
                  <a:pt x="1111477" y="26031"/>
                </a:lnTo>
                <a:lnTo>
                  <a:pt x="1111586" y="26372"/>
                </a:lnTo>
                <a:lnTo>
                  <a:pt x="1111690" y="26719"/>
                </a:lnTo>
                <a:lnTo>
                  <a:pt x="1111787" y="27070"/>
                </a:lnTo>
                <a:lnTo>
                  <a:pt x="1111878" y="27426"/>
                </a:lnTo>
                <a:lnTo>
                  <a:pt x="1111962" y="27787"/>
                </a:lnTo>
                <a:lnTo>
                  <a:pt x="1112041" y="28153"/>
                </a:lnTo>
                <a:lnTo>
                  <a:pt x="1112113" y="28524"/>
                </a:lnTo>
                <a:lnTo>
                  <a:pt x="1112179" y="28900"/>
                </a:lnTo>
                <a:lnTo>
                  <a:pt x="1112238" y="29280"/>
                </a:lnTo>
                <a:lnTo>
                  <a:pt x="1112291" y="29666"/>
                </a:lnTo>
                <a:lnTo>
                  <a:pt x="1112338" y="30057"/>
                </a:lnTo>
                <a:lnTo>
                  <a:pt x="1112379" y="30452"/>
                </a:lnTo>
                <a:lnTo>
                  <a:pt x="1112414" y="30852"/>
                </a:lnTo>
                <a:lnTo>
                  <a:pt x="1112442" y="31257"/>
                </a:lnTo>
                <a:lnTo>
                  <a:pt x="1112464" y="31667"/>
                </a:lnTo>
                <a:lnTo>
                  <a:pt x="1112479" y="32082"/>
                </a:lnTo>
                <a:lnTo>
                  <a:pt x="1112489" y="32502"/>
                </a:lnTo>
                <a:lnTo>
                  <a:pt x="1112492" y="32927"/>
                </a:lnTo>
                <a:lnTo>
                  <a:pt x="1112489" y="33346"/>
                </a:lnTo>
                <a:lnTo>
                  <a:pt x="1112480" y="33759"/>
                </a:lnTo>
                <a:lnTo>
                  <a:pt x="1112464" y="34168"/>
                </a:lnTo>
                <a:lnTo>
                  <a:pt x="1112443" y="34571"/>
                </a:lnTo>
                <a:lnTo>
                  <a:pt x="1112415" y="34970"/>
                </a:lnTo>
                <a:lnTo>
                  <a:pt x="1112381" y="35363"/>
                </a:lnTo>
                <a:lnTo>
                  <a:pt x="1112342" y="35752"/>
                </a:lnTo>
                <a:lnTo>
                  <a:pt x="1112295" y="36135"/>
                </a:lnTo>
                <a:lnTo>
                  <a:pt x="1112243" y="36513"/>
                </a:lnTo>
                <a:lnTo>
                  <a:pt x="1112185" y="36887"/>
                </a:lnTo>
                <a:lnTo>
                  <a:pt x="1112121" y="37255"/>
                </a:lnTo>
                <a:lnTo>
                  <a:pt x="1112050" y="37618"/>
                </a:lnTo>
                <a:lnTo>
                  <a:pt x="1111973" y="37977"/>
                </a:lnTo>
                <a:lnTo>
                  <a:pt x="1111890" y="38330"/>
                </a:lnTo>
                <a:lnTo>
                  <a:pt x="1111801" y="38678"/>
                </a:lnTo>
                <a:lnTo>
                  <a:pt x="1111706" y="39021"/>
                </a:lnTo>
                <a:lnTo>
                  <a:pt x="1111605" y="39359"/>
                </a:lnTo>
                <a:lnTo>
                  <a:pt x="1111497" y="39692"/>
                </a:lnTo>
                <a:lnTo>
                  <a:pt x="1111384" y="40020"/>
                </a:lnTo>
                <a:lnTo>
                  <a:pt x="1111264" y="40343"/>
                </a:lnTo>
                <a:lnTo>
                  <a:pt x="1111138" y="40661"/>
                </a:lnTo>
                <a:lnTo>
                  <a:pt x="1111006" y="40974"/>
                </a:lnTo>
                <a:lnTo>
                  <a:pt x="1110868" y="41282"/>
                </a:lnTo>
                <a:lnTo>
                  <a:pt x="1110724" y="41585"/>
                </a:lnTo>
                <a:lnTo>
                  <a:pt x="1110575" y="41885"/>
                </a:lnTo>
                <a:lnTo>
                  <a:pt x="1110422" y="42183"/>
                </a:lnTo>
                <a:lnTo>
                  <a:pt x="1110265" y="42479"/>
                </a:lnTo>
                <a:lnTo>
                  <a:pt x="1110105" y="42773"/>
                </a:lnTo>
                <a:lnTo>
                  <a:pt x="1109941" y="43065"/>
                </a:lnTo>
                <a:lnTo>
                  <a:pt x="1109773" y="43355"/>
                </a:lnTo>
                <a:lnTo>
                  <a:pt x="1109602" y="43644"/>
                </a:lnTo>
                <a:lnTo>
                  <a:pt x="1109427" y="43931"/>
                </a:lnTo>
                <a:lnTo>
                  <a:pt x="1109248" y="44216"/>
                </a:lnTo>
                <a:lnTo>
                  <a:pt x="1109065" y="44499"/>
                </a:lnTo>
                <a:lnTo>
                  <a:pt x="1108879" y="44781"/>
                </a:lnTo>
                <a:lnTo>
                  <a:pt x="1108689" y="45060"/>
                </a:lnTo>
                <a:lnTo>
                  <a:pt x="1108495" y="45338"/>
                </a:lnTo>
                <a:lnTo>
                  <a:pt x="1108298" y="45614"/>
                </a:lnTo>
                <a:lnTo>
                  <a:pt x="1108097" y="45889"/>
                </a:lnTo>
                <a:lnTo>
                  <a:pt x="1107892" y="46161"/>
                </a:lnTo>
                <a:lnTo>
                  <a:pt x="1107683" y="46432"/>
                </a:lnTo>
                <a:lnTo>
                  <a:pt x="1107471" y="46700"/>
                </a:lnTo>
                <a:lnTo>
                  <a:pt x="1107255" y="46967"/>
                </a:lnTo>
                <a:lnTo>
                  <a:pt x="1107035" y="47233"/>
                </a:lnTo>
                <a:lnTo>
                  <a:pt x="1106812" y="47496"/>
                </a:lnTo>
                <a:lnTo>
                  <a:pt x="1106585" y="47758"/>
                </a:lnTo>
                <a:lnTo>
                  <a:pt x="1106354" y="48017"/>
                </a:lnTo>
                <a:lnTo>
                  <a:pt x="1106120" y="48275"/>
                </a:lnTo>
                <a:lnTo>
                  <a:pt x="1105882" y="48533"/>
                </a:lnTo>
                <a:lnTo>
                  <a:pt x="1105643" y="48792"/>
                </a:lnTo>
                <a:lnTo>
                  <a:pt x="1105402" y="49052"/>
                </a:lnTo>
                <a:lnTo>
                  <a:pt x="1105159" y="49314"/>
                </a:lnTo>
                <a:lnTo>
                  <a:pt x="1104914" y="49578"/>
                </a:lnTo>
                <a:lnTo>
                  <a:pt x="1104667" y="49842"/>
                </a:lnTo>
                <a:lnTo>
                  <a:pt x="1104418" y="50109"/>
                </a:lnTo>
                <a:lnTo>
                  <a:pt x="1104167" y="50376"/>
                </a:lnTo>
                <a:lnTo>
                  <a:pt x="1103915" y="50645"/>
                </a:lnTo>
                <a:lnTo>
                  <a:pt x="1103660" y="50916"/>
                </a:lnTo>
                <a:lnTo>
                  <a:pt x="1103404" y="51188"/>
                </a:lnTo>
                <a:lnTo>
                  <a:pt x="1103145" y="51461"/>
                </a:lnTo>
                <a:lnTo>
                  <a:pt x="1102885" y="51736"/>
                </a:lnTo>
                <a:lnTo>
                  <a:pt x="1102623" y="52012"/>
                </a:lnTo>
                <a:lnTo>
                  <a:pt x="1102359" y="52289"/>
                </a:lnTo>
                <a:lnTo>
                  <a:pt x="1102092" y="52569"/>
                </a:lnTo>
                <a:lnTo>
                  <a:pt x="1101824" y="52849"/>
                </a:lnTo>
                <a:lnTo>
                  <a:pt x="1101555" y="53131"/>
                </a:lnTo>
                <a:lnTo>
                  <a:pt x="1101283" y="53414"/>
                </a:lnTo>
                <a:lnTo>
                  <a:pt x="1101009" y="53699"/>
                </a:lnTo>
                <a:lnTo>
                  <a:pt x="1100733" y="53985"/>
                </a:lnTo>
                <a:lnTo>
                  <a:pt x="1100456" y="54273"/>
                </a:lnTo>
                <a:lnTo>
                  <a:pt x="1100176" y="54562"/>
                </a:lnTo>
                <a:lnTo>
                  <a:pt x="1099895" y="54852"/>
                </a:lnTo>
                <a:lnTo>
                  <a:pt x="1099511" y="55253"/>
                </a:lnTo>
                <a:lnTo>
                  <a:pt x="1099134" y="55650"/>
                </a:lnTo>
                <a:lnTo>
                  <a:pt x="1098763" y="56044"/>
                </a:lnTo>
                <a:lnTo>
                  <a:pt x="1098399" y="56434"/>
                </a:lnTo>
                <a:lnTo>
                  <a:pt x="1098041" y="56820"/>
                </a:lnTo>
                <a:lnTo>
                  <a:pt x="1097689" y="57203"/>
                </a:lnTo>
                <a:lnTo>
                  <a:pt x="1097344" y="57582"/>
                </a:lnTo>
                <a:lnTo>
                  <a:pt x="1097005" y="57957"/>
                </a:lnTo>
                <a:lnTo>
                  <a:pt x="1096673" y="58329"/>
                </a:lnTo>
                <a:lnTo>
                  <a:pt x="1096347" y="58697"/>
                </a:lnTo>
                <a:lnTo>
                  <a:pt x="1096027" y="59062"/>
                </a:lnTo>
                <a:lnTo>
                  <a:pt x="1095714" y="59423"/>
                </a:lnTo>
                <a:lnTo>
                  <a:pt x="1095407" y="59780"/>
                </a:lnTo>
                <a:lnTo>
                  <a:pt x="1095107" y="60134"/>
                </a:lnTo>
                <a:lnTo>
                  <a:pt x="1094813" y="60484"/>
                </a:lnTo>
                <a:lnTo>
                  <a:pt x="1094525" y="60831"/>
                </a:lnTo>
                <a:lnTo>
                  <a:pt x="1094244" y="61174"/>
                </a:lnTo>
                <a:lnTo>
                  <a:pt x="1093969" y="61513"/>
                </a:lnTo>
                <a:lnTo>
                  <a:pt x="1093701" y="61849"/>
                </a:lnTo>
                <a:lnTo>
                  <a:pt x="1093439" y="62181"/>
                </a:lnTo>
                <a:lnTo>
                  <a:pt x="1093183" y="62510"/>
                </a:lnTo>
                <a:lnTo>
                  <a:pt x="1092934" y="62835"/>
                </a:lnTo>
                <a:lnTo>
                  <a:pt x="1092691" y="63156"/>
                </a:lnTo>
                <a:lnTo>
                  <a:pt x="1092454" y="63474"/>
                </a:lnTo>
                <a:lnTo>
                  <a:pt x="1092224" y="63791"/>
                </a:lnTo>
                <a:lnTo>
                  <a:pt x="1091999" y="64111"/>
                </a:lnTo>
                <a:lnTo>
                  <a:pt x="1091779" y="64433"/>
                </a:lnTo>
                <a:lnTo>
                  <a:pt x="1091565" y="64759"/>
                </a:lnTo>
                <a:lnTo>
                  <a:pt x="1091357" y="65087"/>
                </a:lnTo>
                <a:lnTo>
                  <a:pt x="1091154" y="65417"/>
                </a:lnTo>
                <a:lnTo>
                  <a:pt x="1090956" y="65751"/>
                </a:lnTo>
                <a:lnTo>
                  <a:pt x="1090764" y="66087"/>
                </a:lnTo>
                <a:lnTo>
                  <a:pt x="1090578" y="66426"/>
                </a:lnTo>
                <a:lnTo>
                  <a:pt x="1090396" y="66768"/>
                </a:lnTo>
                <a:lnTo>
                  <a:pt x="1090221" y="67112"/>
                </a:lnTo>
                <a:lnTo>
                  <a:pt x="1090051" y="67459"/>
                </a:lnTo>
                <a:lnTo>
                  <a:pt x="1089886" y="67809"/>
                </a:lnTo>
                <a:lnTo>
                  <a:pt x="1089727" y="68161"/>
                </a:lnTo>
                <a:lnTo>
                  <a:pt x="1089574" y="68516"/>
                </a:lnTo>
                <a:lnTo>
                  <a:pt x="1089426" y="68874"/>
                </a:lnTo>
                <a:lnTo>
                  <a:pt x="1089283" y="69235"/>
                </a:lnTo>
                <a:lnTo>
                  <a:pt x="1089146" y="69598"/>
                </a:lnTo>
                <a:lnTo>
                  <a:pt x="1089015" y="69964"/>
                </a:lnTo>
                <a:lnTo>
                  <a:pt x="1088889" y="70333"/>
                </a:lnTo>
                <a:lnTo>
                  <a:pt x="1088768" y="70704"/>
                </a:lnTo>
                <a:lnTo>
                  <a:pt x="1088653" y="71079"/>
                </a:lnTo>
                <a:lnTo>
                  <a:pt x="1088543" y="71456"/>
                </a:lnTo>
                <a:lnTo>
                  <a:pt x="1088439" y="71835"/>
                </a:lnTo>
                <a:lnTo>
                  <a:pt x="1088340" y="72220"/>
                </a:lnTo>
                <a:lnTo>
                  <a:pt x="1088245" y="72615"/>
                </a:lnTo>
                <a:lnTo>
                  <a:pt x="1088153" y="73018"/>
                </a:lnTo>
                <a:lnTo>
                  <a:pt x="1088066" y="73430"/>
                </a:lnTo>
                <a:lnTo>
                  <a:pt x="1087983" y="73851"/>
                </a:lnTo>
                <a:lnTo>
                  <a:pt x="1087903" y="74280"/>
                </a:lnTo>
                <a:lnTo>
                  <a:pt x="1087828" y="74719"/>
                </a:lnTo>
                <a:lnTo>
                  <a:pt x="1087756" y="75167"/>
                </a:lnTo>
                <a:lnTo>
                  <a:pt x="1087688" y="75623"/>
                </a:lnTo>
                <a:lnTo>
                  <a:pt x="1087625" y="76088"/>
                </a:lnTo>
                <a:lnTo>
                  <a:pt x="1087565" y="76563"/>
                </a:lnTo>
                <a:lnTo>
                  <a:pt x="1087509" y="77046"/>
                </a:lnTo>
                <a:lnTo>
                  <a:pt x="1087458" y="77538"/>
                </a:lnTo>
                <a:lnTo>
                  <a:pt x="1087410" y="78039"/>
                </a:lnTo>
                <a:lnTo>
                  <a:pt x="1087366" y="78549"/>
                </a:lnTo>
                <a:lnTo>
                  <a:pt x="1087326" y="79068"/>
                </a:lnTo>
                <a:lnTo>
                  <a:pt x="1087290" y="79596"/>
                </a:lnTo>
                <a:lnTo>
                  <a:pt x="1087258" y="80132"/>
                </a:lnTo>
                <a:lnTo>
                  <a:pt x="1087230" y="80678"/>
                </a:lnTo>
                <a:lnTo>
                  <a:pt x="1087207" y="81232"/>
                </a:lnTo>
                <a:lnTo>
                  <a:pt x="1087186" y="81796"/>
                </a:lnTo>
                <a:lnTo>
                  <a:pt x="1087170" y="82368"/>
                </a:lnTo>
                <a:lnTo>
                  <a:pt x="1087158" y="82949"/>
                </a:lnTo>
                <a:lnTo>
                  <a:pt x="1087150" y="83539"/>
                </a:lnTo>
                <a:lnTo>
                  <a:pt x="1100852" y="83539"/>
                </a:lnTo>
                <a:lnTo>
                  <a:pt x="1100855" y="83083"/>
                </a:lnTo>
                <a:lnTo>
                  <a:pt x="1100862" y="82629"/>
                </a:lnTo>
                <a:lnTo>
                  <a:pt x="1100874" y="82178"/>
                </a:lnTo>
                <a:lnTo>
                  <a:pt x="1100891" y="81729"/>
                </a:lnTo>
                <a:lnTo>
                  <a:pt x="1100913" y="81283"/>
                </a:lnTo>
                <a:close/>
                <a:moveTo>
                  <a:pt x="951537" y="71237"/>
                </a:moveTo>
                <a:lnTo>
                  <a:pt x="977983" y="113154"/>
                </a:lnTo>
                <a:lnTo>
                  <a:pt x="994706" y="113154"/>
                </a:lnTo>
                <a:lnTo>
                  <a:pt x="960008" y="59008"/>
                </a:lnTo>
                <a:lnTo>
                  <a:pt x="993896" y="5893"/>
                </a:lnTo>
                <a:lnTo>
                  <a:pt x="977320" y="5893"/>
                </a:lnTo>
                <a:lnTo>
                  <a:pt x="951537" y="47000"/>
                </a:lnTo>
                <a:lnTo>
                  <a:pt x="925753" y="5893"/>
                </a:lnTo>
                <a:lnTo>
                  <a:pt x="909178" y="5893"/>
                </a:lnTo>
                <a:lnTo>
                  <a:pt x="943065" y="59008"/>
                </a:lnTo>
                <a:lnTo>
                  <a:pt x="908367" y="113154"/>
                </a:lnTo>
                <a:lnTo>
                  <a:pt x="925090" y="113154"/>
                </a:lnTo>
                <a:lnTo>
                  <a:pt x="951537" y="71237"/>
                </a:lnTo>
                <a:close/>
                <a:moveTo>
                  <a:pt x="758667" y="105557"/>
                </a:moveTo>
                <a:lnTo>
                  <a:pt x="758709" y="105878"/>
                </a:lnTo>
                <a:lnTo>
                  <a:pt x="758753" y="106202"/>
                </a:lnTo>
                <a:lnTo>
                  <a:pt x="758799" y="106527"/>
                </a:lnTo>
                <a:lnTo>
                  <a:pt x="758847" y="106855"/>
                </a:lnTo>
                <a:lnTo>
                  <a:pt x="758897" y="107181"/>
                </a:lnTo>
                <a:lnTo>
                  <a:pt x="758948" y="107501"/>
                </a:lnTo>
                <a:lnTo>
                  <a:pt x="759001" y="107816"/>
                </a:lnTo>
                <a:lnTo>
                  <a:pt x="759056" y="108125"/>
                </a:lnTo>
                <a:lnTo>
                  <a:pt x="759112" y="108428"/>
                </a:lnTo>
                <a:lnTo>
                  <a:pt x="759169" y="108727"/>
                </a:lnTo>
                <a:lnTo>
                  <a:pt x="759229" y="109019"/>
                </a:lnTo>
                <a:lnTo>
                  <a:pt x="759289" y="109306"/>
                </a:lnTo>
                <a:lnTo>
                  <a:pt x="759351" y="109588"/>
                </a:lnTo>
                <a:lnTo>
                  <a:pt x="759415" y="109864"/>
                </a:lnTo>
                <a:lnTo>
                  <a:pt x="759480" y="110135"/>
                </a:lnTo>
                <a:lnTo>
                  <a:pt x="759547" y="110400"/>
                </a:lnTo>
                <a:lnTo>
                  <a:pt x="759615" y="110660"/>
                </a:lnTo>
                <a:lnTo>
                  <a:pt x="759685" y="110914"/>
                </a:lnTo>
                <a:lnTo>
                  <a:pt x="759757" y="111163"/>
                </a:lnTo>
                <a:lnTo>
                  <a:pt x="759829" y="111406"/>
                </a:lnTo>
                <a:lnTo>
                  <a:pt x="759904" y="111644"/>
                </a:lnTo>
                <a:lnTo>
                  <a:pt x="759980" y="111876"/>
                </a:lnTo>
                <a:lnTo>
                  <a:pt x="760057" y="112103"/>
                </a:lnTo>
                <a:lnTo>
                  <a:pt x="760136" y="112324"/>
                </a:lnTo>
                <a:lnTo>
                  <a:pt x="760217" y="112539"/>
                </a:lnTo>
                <a:lnTo>
                  <a:pt x="760299" y="112750"/>
                </a:lnTo>
                <a:lnTo>
                  <a:pt x="760383" y="112954"/>
                </a:lnTo>
                <a:lnTo>
                  <a:pt x="760468" y="113154"/>
                </a:lnTo>
                <a:lnTo>
                  <a:pt x="774686" y="113154"/>
                </a:lnTo>
                <a:lnTo>
                  <a:pt x="774686" y="111975"/>
                </a:lnTo>
                <a:lnTo>
                  <a:pt x="774570" y="111703"/>
                </a:lnTo>
                <a:lnTo>
                  <a:pt x="774457" y="111426"/>
                </a:lnTo>
                <a:lnTo>
                  <a:pt x="774347" y="111145"/>
                </a:lnTo>
                <a:lnTo>
                  <a:pt x="774239" y="110860"/>
                </a:lnTo>
                <a:lnTo>
                  <a:pt x="774133" y="110570"/>
                </a:lnTo>
                <a:lnTo>
                  <a:pt x="774030" y="110276"/>
                </a:lnTo>
                <a:lnTo>
                  <a:pt x="773929" y="109978"/>
                </a:lnTo>
                <a:lnTo>
                  <a:pt x="773830" y="109675"/>
                </a:lnTo>
                <a:lnTo>
                  <a:pt x="773734" y="109368"/>
                </a:lnTo>
                <a:lnTo>
                  <a:pt x="773641" y="109056"/>
                </a:lnTo>
                <a:lnTo>
                  <a:pt x="773550" y="108741"/>
                </a:lnTo>
                <a:lnTo>
                  <a:pt x="773461" y="108420"/>
                </a:lnTo>
                <a:lnTo>
                  <a:pt x="773375" y="108096"/>
                </a:lnTo>
                <a:lnTo>
                  <a:pt x="773291" y="107767"/>
                </a:lnTo>
                <a:lnTo>
                  <a:pt x="773210" y="107434"/>
                </a:lnTo>
                <a:lnTo>
                  <a:pt x="773131" y="107096"/>
                </a:lnTo>
                <a:lnTo>
                  <a:pt x="773054" y="106755"/>
                </a:lnTo>
                <a:lnTo>
                  <a:pt x="772980" y="106408"/>
                </a:lnTo>
                <a:lnTo>
                  <a:pt x="772908" y="106058"/>
                </a:lnTo>
                <a:lnTo>
                  <a:pt x="772839" y="105703"/>
                </a:lnTo>
                <a:lnTo>
                  <a:pt x="772772" y="105344"/>
                </a:lnTo>
                <a:lnTo>
                  <a:pt x="772708" y="104980"/>
                </a:lnTo>
                <a:lnTo>
                  <a:pt x="772646" y="104612"/>
                </a:lnTo>
                <a:lnTo>
                  <a:pt x="772586" y="104240"/>
                </a:lnTo>
                <a:lnTo>
                  <a:pt x="772529" y="103866"/>
                </a:lnTo>
                <a:lnTo>
                  <a:pt x="772474" y="103494"/>
                </a:lnTo>
                <a:lnTo>
                  <a:pt x="772422" y="103124"/>
                </a:lnTo>
                <a:lnTo>
                  <a:pt x="772372" y="102756"/>
                </a:lnTo>
                <a:lnTo>
                  <a:pt x="772325" y="102390"/>
                </a:lnTo>
                <a:lnTo>
                  <a:pt x="772280" y="102025"/>
                </a:lnTo>
                <a:lnTo>
                  <a:pt x="772238" y="101662"/>
                </a:lnTo>
                <a:lnTo>
                  <a:pt x="772197" y="101301"/>
                </a:lnTo>
                <a:lnTo>
                  <a:pt x="772160" y="100942"/>
                </a:lnTo>
                <a:lnTo>
                  <a:pt x="772125" y="100584"/>
                </a:lnTo>
                <a:lnTo>
                  <a:pt x="772092" y="100229"/>
                </a:lnTo>
                <a:lnTo>
                  <a:pt x="772061" y="99875"/>
                </a:lnTo>
                <a:lnTo>
                  <a:pt x="772033" y="99523"/>
                </a:lnTo>
                <a:lnTo>
                  <a:pt x="772008" y="99173"/>
                </a:lnTo>
                <a:lnTo>
                  <a:pt x="771985" y="98824"/>
                </a:lnTo>
                <a:lnTo>
                  <a:pt x="771964" y="98477"/>
                </a:lnTo>
                <a:lnTo>
                  <a:pt x="771946" y="98132"/>
                </a:lnTo>
                <a:lnTo>
                  <a:pt x="771930" y="97789"/>
                </a:lnTo>
                <a:lnTo>
                  <a:pt x="771917" y="97448"/>
                </a:lnTo>
                <a:lnTo>
                  <a:pt x="771906" y="97108"/>
                </a:lnTo>
                <a:lnTo>
                  <a:pt x="771897" y="96771"/>
                </a:lnTo>
                <a:lnTo>
                  <a:pt x="771891" y="96435"/>
                </a:lnTo>
                <a:lnTo>
                  <a:pt x="771888" y="96100"/>
                </a:lnTo>
                <a:lnTo>
                  <a:pt x="771886" y="95768"/>
                </a:lnTo>
                <a:lnTo>
                  <a:pt x="771886" y="58639"/>
                </a:lnTo>
                <a:lnTo>
                  <a:pt x="771880" y="57902"/>
                </a:lnTo>
                <a:lnTo>
                  <a:pt x="771860" y="57175"/>
                </a:lnTo>
                <a:lnTo>
                  <a:pt x="771827" y="56458"/>
                </a:lnTo>
                <a:lnTo>
                  <a:pt x="771781" y="55751"/>
                </a:lnTo>
                <a:lnTo>
                  <a:pt x="771722" y="55055"/>
                </a:lnTo>
                <a:lnTo>
                  <a:pt x="771649" y="54369"/>
                </a:lnTo>
                <a:lnTo>
                  <a:pt x="771564" y="53694"/>
                </a:lnTo>
                <a:lnTo>
                  <a:pt x="771465" y="53028"/>
                </a:lnTo>
                <a:lnTo>
                  <a:pt x="771353" y="52374"/>
                </a:lnTo>
                <a:lnTo>
                  <a:pt x="771228" y="51729"/>
                </a:lnTo>
                <a:lnTo>
                  <a:pt x="771089" y="51095"/>
                </a:lnTo>
                <a:lnTo>
                  <a:pt x="770938" y="50472"/>
                </a:lnTo>
                <a:lnTo>
                  <a:pt x="770773" y="49858"/>
                </a:lnTo>
                <a:lnTo>
                  <a:pt x="770595" y="49255"/>
                </a:lnTo>
                <a:lnTo>
                  <a:pt x="770404" y="48663"/>
                </a:lnTo>
                <a:lnTo>
                  <a:pt x="770200" y="48080"/>
                </a:lnTo>
                <a:lnTo>
                  <a:pt x="769983" y="47509"/>
                </a:lnTo>
                <a:lnTo>
                  <a:pt x="769752" y="46947"/>
                </a:lnTo>
                <a:lnTo>
                  <a:pt x="769509" y="46396"/>
                </a:lnTo>
                <a:lnTo>
                  <a:pt x="769252" y="45855"/>
                </a:lnTo>
                <a:lnTo>
                  <a:pt x="768982" y="45325"/>
                </a:lnTo>
                <a:lnTo>
                  <a:pt x="768698" y="44805"/>
                </a:lnTo>
                <a:lnTo>
                  <a:pt x="768402" y="44295"/>
                </a:lnTo>
                <a:lnTo>
                  <a:pt x="768092" y="43795"/>
                </a:lnTo>
                <a:lnTo>
                  <a:pt x="767771" y="43306"/>
                </a:lnTo>
                <a:lnTo>
                  <a:pt x="767440" y="42828"/>
                </a:lnTo>
                <a:lnTo>
                  <a:pt x="767099" y="42359"/>
                </a:lnTo>
                <a:lnTo>
                  <a:pt x="766748" y="41902"/>
                </a:lnTo>
                <a:lnTo>
                  <a:pt x="766387" y="41454"/>
                </a:lnTo>
                <a:lnTo>
                  <a:pt x="766016" y="41017"/>
                </a:lnTo>
                <a:lnTo>
                  <a:pt x="765635" y="40590"/>
                </a:lnTo>
                <a:lnTo>
                  <a:pt x="765244" y="40173"/>
                </a:lnTo>
                <a:lnTo>
                  <a:pt x="764843" y="39767"/>
                </a:lnTo>
                <a:lnTo>
                  <a:pt x="764432" y="39372"/>
                </a:lnTo>
                <a:lnTo>
                  <a:pt x="764011" y="38986"/>
                </a:lnTo>
                <a:lnTo>
                  <a:pt x="763580" y="38611"/>
                </a:lnTo>
                <a:lnTo>
                  <a:pt x="763139" y="38246"/>
                </a:lnTo>
                <a:lnTo>
                  <a:pt x="762689" y="37892"/>
                </a:lnTo>
                <a:lnTo>
                  <a:pt x="762228" y="37548"/>
                </a:lnTo>
                <a:lnTo>
                  <a:pt x="761757" y="37214"/>
                </a:lnTo>
                <a:lnTo>
                  <a:pt x="761276" y="36891"/>
                </a:lnTo>
                <a:lnTo>
                  <a:pt x="760786" y="36578"/>
                </a:lnTo>
                <a:lnTo>
                  <a:pt x="760285" y="36276"/>
                </a:lnTo>
                <a:lnTo>
                  <a:pt x="759774" y="35984"/>
                </a:lnTo>
                <a:lnTo>
                  <a:pt x="759254" y="35702"/>
                </a:lnTo>
                <a:lnTo>
                  <a:pt x="758723" y="35430"/>
                </a:lnTo>
                <a:lnTo>
                  <a:pt x="758182" y="35169"/>
                </a:lnTo>
                <a:lnTo>
                  <a:pt x="757632" y="34918"/>
                </a:lnTo>
                <a:lnTo>
                  <a:pt x="757073" y="34678"/>
                </a:lnTo>
                <a:lnTo>
                  <a:pt x="756506" y="34448"/>
                </a:lnTo>
                <a:lnTo>
                  <a:pt x="755933" y="34228"/>
                </a:lnTo>
                <a:lnTo>
                  <a:pt x="755353" y="34018"/>
                </a:lnTo>
                <a:lnTo>
                  <a:pt x="754766" y="33819"/>
                </a:lnTo>
                <a:lnTo>
                  <a:pt x="754172" y="33629"/>
                </a:lnTo>
                <a:lnTo>
                  <a:pt x="753570" y="33450"/>
                </a:lnTo>
                <a:lnTo>
                  <a:pt x="752962" y="33281"/>
                </a:lnTo>
                <a:lnTo>
                  <a:pt x="752347" y="33123"/>
                </a:lnTo>
                <a:lnTo>
                  <a:pt x="751724" y="32974"/>
                </a:lnTo>
                <a:lnTo>
                  <a:pt x="751095" y="32836"/>
                </a:lnTo>
                <a:lnTo>
                  <a:pt x="750458" y="32708"/>
                </a:lnTo>
                <a:lnTo>
                  <a:pt x="749815" y="32591"/>
                </a:lnTo>
                <a:lnTo>
                  <a:pt x="749164" y="32483"/>
                </a:lnTo>
                <a:lnTo>
                  <a:pt x="748507" y="32386"/>
                </a:lnTo>
                <a:lnTo>
                  <a:pt x="747842" y="32299"/>
                </a:lnTo>
                <a:lnTo>
                  <a:pt x="747170" y="32222"/>
                </a:lnTo>
                <a:lnTo>
                  <a:pt x="746492" y="32156"/>
                </a:lnTo>
                <a:lnTo>
                  <a:pt x="745806" y="32100"/>
                </a:lnTo>
                <a:lnTo>
                  <a:pt x="745113" y="32054"/>
                </a:lnTo>
                <a:lnTo>
                  <a:pt x="744414" y="32018"/>
                </a:lnTo>
                <a:lnTo>
                  <a:pt x="743707" y="31992"/>
                </a:lnTo>
                <a:lnTo>
                  <a:pt x="742993" y="31977"/>
                </a:lnTo>
                <a:lnTo>
                  <a:pt x="742272" y="31972"/>
                </a:lnTo>
                <a:lnTo>
                  <a:pt x="741673" y="31975"/>
                </a:lnTo>
                <a:lnTo>
                  <a:pt x="741078" y="31986"/>
                </a:lnTo>
                <a:lnTo>
                  <a:pt x="740488" y="32003"/>
                </a:lnTo>
                <a:lnTo>
                  <a:pt x="739903" y="32028"/>
                </a:lnTo>
                <a:lnTo>
                  <a:pt x="739323" y="32060"/>
                </a:lnTo>
                <a:lnTo>
                  <a:pt x="738747" y="32098"/>
                </a:lnTo>
                <a:lnTo>
                  <a:pt x="738177" y="32144"/>
                </a:lnTo>
                <a:lnTo>
                  <a:pt x="737610" y="32197"/>
                </a:lnTo>
                <a:lnTo>
                  <a:pt x="737049" y="32257"/>
                </a:lnTo>
                <a:lnTo>
                  <a:pt x="736492" y="32323"/>
                </a:lnTo>
                <a:lnTo>
                  <a:pt x="735940" y="32397"/>
                </a:lnTo>
                <a:lnTo>
                  <a:pt x="735393" y="32478"/>
                </a:lnTo>
                <a:lnTo>
                  <a:pt x="734851" y="32566"/>
                </a:lnTo>
                <a:lnTo>
                  <a:pt x="734313" y="32661"/>
                </a:lnTo>
                <a:lnTo>
                  <a:pt x="733780" y="32763"/>
                </a:lnTo>
                <a:lnTo>
                  <a:pt x="733252" y="32872"/>
                </a:lnTo>
                <a:lnTo>
                  <a:pt x="732728" y="32988"/>
                </a:lnTo>
                <a:lnTo>
                  <a:pt x="732209" y="33111"/>
                </a:lnTo>
                <a:lnTo>
                  <a:pt x="731695" y="33241"/>
                </a:lnTo>
                <a:lnTo>
                  <a:pt x="731186" y="33379"/>
                </a:lnTo>
                <a:lnTo>
                  <a:pt x="730681" y="33523"/>
                </a:lnTo>
                <a:lnTo>
                  <a:pt x="730182" y="33674"/>
                </a:lnTo>
                <a:lnTo>
                  <a:pt x="729686" y="33832"/>
                </a:lnTo>
                <a:lnTo>
                  <a:pt x="729196" y="33998"/>
                </a:lnTo>
                <a:lnTo>
                  <a:pt x="728711" y="34169"/>
                </a:lnTo>
                <a:lnTo>
                  <a:pt x="728232" y="34345"/>
                </a:lnTo>
                <a:lnTo>
                  <a:pt x="727758" y="34526"/>
                </a:lnTo>
                <a:lnTo>
                  <a:pt x="727291" y="34712"/>
                </a:lnTo>
                <a:lnTo>
                  <a:pt x="726829" y="34902"/>
                </a:lnTo>
                <a:lnTo>
                  <a:pt x="726374" y="35098"/>
                </a:lnTo>
                <a:lnTo>
                  <a:pt x="725924" y="35298"/>
                </a:lnTo>
                <a:lnTo>
                  <a:pt x="725480" y="35504"/>
                </a:lnTo>
                <a:lnTo>
                  <a:pt x="725042" y="35714"/>
                </a:lnTo>
                <a:lnTo>
                  <a:pt x="724610" y="35929"/>
                </a:lnTo>
                <a:lnTo>
                  <a:pt x="724183" y="36149"/>
                </a:lnTo>
                <a:lnTo>
                  <a:pt x="723763" y="36373"/>
                </a:lnTo>
                <a:lnTo>
                  <a:pt x="723348" y="36603"/>
                </a:lnTo>
                <a:lnTo>
                  <a:pt x="722940" y="36837"/>
                </a:lnTo>
                <a:lnTo>
                  <a:pt x="722537" y="37077"/>
                </a:lnTo>
                <a:lnTo>
                  <a:pt x="722140" y="37321"/>
                </a:lnTo>
                <a:lnTo>
                  <a:pt x="721749" y="37570"/>
                </a:lnTo>
                <a:lnTo>
                  <a:pt x="721364" y="37824"/>
                </a:lnTo>
                <a:lnTo>
                  <a:pt x="720985" y="38082"/>
                </a:lnTo>
                <a:lnTo>
                  <a:pt x="720612" y="38346"/>
                </a:lnTo>
                <a:lnTo>
                  <a:pt x="720244" y="38615"/>
                </a:lnTo>
                <a:lnTo>
                  <a:pt x="719883" y="38888"/>
                </a:lnTo>
                <a:lnTo>
                  <a:pt x="719527" y="39166"/>
                </a:lnTo>
                <a:lnTo>
                  <a:pt x="719177" y="39449"/>
                </a:lnTo>
                <a:lnTo>
                  <a:pt x="718834" y="39736"/>
                </a:lnTo>
                <a:lnTo>
                  <a:pt x="718497" y="40025"/>
                </a:lnTo>
                <a:lnTo>
                  <a:pt x="718167" y="40318"/>
                </a:lnTo>
                <a:lnTo>
                  <a:pt x="717844" y="40612"/>
                </a:lnTo>
                <a:lnTo>
                  <a:pt x="717528" y="40910"/>
                </a:lnTo>
                <a:lnTo>
                  <a:pt x="717218" y="41210"/>
                </a:lnTo>
                <a:lnTo>
                  <a:pt x="716915" y="41513"/>
                </a:lnTo>
                <a:lnTo>
                  <a:pt x="716619" y="41819"/>
                </a:lnTo>
                <a:lnTo>
                  <a:pt x="716330" y="42127"/>
                </a:lnTo>
                <a:lnTo>
                  <a:pt x="716048" y="42438"/>
                </a:lnTo>
                <a:lnTo>
                  <a:pt x="715772" y="42752"/>
                </a:lnTo>
                <a:lnTo>
                  <a:pt x="715503" y="43068"/>
                </a:lnTo>
                <a:lnTo>
                  <a:pt x="715241" y="43387"/>
                </a:lnTo>
                <a:lnTo>
                  <a:pt x="714986" y="43709"/>
                </a:lnTo>
                <a:lnTo>
                  <a:pt x="714737" y="44033"/>
                </a:lnTo>
                <a:lnTo>
                  <a:pt x="714495" y="44360"/>
                </a:lnTo>
                <a:lnTo>
                  <a:pt x="714260" y="44690"/>
                </a:lnTo>
                <a:lnTo>
                  <a:pt x="714032" y="45022"/>
                </a:lnTo>
                <a:lnTo>
                  <a:pt x="713810" y="45358"/>
                </a:lnTo>
                <a:lnTo>
                  <a:pt x="713596" y="45695"/>
                </a:lnTo>
                <a:lnTo>
                  <a:pt x="713388" y="46036"/>
                </a:lnTo>
                <a:lnTo>
                  <a:pt x="713187" y="46379"/>
                </a:lnTo>
                <a:lnTo>
                  <a:pt x="712992" y="46725"/>
                </a:lnTo>
                <a:lnTo>
                  <a:pt x="712805" y="47074"/>
                </a:lnTo>
                <a:lnTo>
                  <a:pt x="712625" y="47424"/>
                </a:lnTo>
                <a:lnTo>
                  <a:pt x="712452" y="47774"/>
                </a:lnTo>
                <a:lnTo>
                  <a:pt x="712287" y="48125"/>
                </a:lnTo>
                <a:lnTo>
                  <a:pt x="712130" y="48475"/>
                </a:lnTo>
                <a:lnTo>
                  <a:pt x="711980" y="48826"/>
                </a:lnTo>
                <a:lnTo>
                  <a:pt x="711838" y="49178"/>
                </a:lnTo>
                <a:lnTo>
                  <a:pt x="711704" y="49529"/>
                </a:lnTo>
                <a:lnTo>
                  <a:pt x="711577" y="49881"/>
                </a:lnTo>
                <a:lnTo>
                  <a:pt x="711458" y="50233"/>
                </a:lnTo>
                <a:lnTo>
                  <a:pt x="711347" y="50586"/>
                </a:lnTo>
                <a:lnTo>
                  <a:pt x="711243" y="50938"/>
                </a:lnTo>
                <a:lnTo>
                  <a:pt x="711147" y="51291"/>
                </a:lnTo>
                <a:lnTo>
                  <a:pt x="711059" y="51644"/>
                </a:lnTo>
                <a:lnTo>
                  <a:pt x="710979" y="51998"/>
                </a:lnTo>
                <a:lnTo>
                  <a:pt x="710906" y="52351"/>
                </a:lnTo>
                <a:lnTo>
                  <a:pt x="710840" y="52705"/>
                </a:lnTo>
                <a:lnTo>
                  <a:pt x="710783" y="53059"/>
                </a:lnTo>
                <a:lnTo>
                  <a:pt x="710733" y="53414"/>
                </a:lnTo>
                <a:lnTo>
                  <a:pt x="710691" y="53768"/>
                </a:lnTo>
                <a:lnTo>
                  <a:pt x="710656" y="54123"/>
                </a:lnTo>
                <a:lnTo>
                  <a:pt x="710629" y="54478"/>
                </a:lnTo>
                <a:lnTo>
                  <a:pt x="710610" y="54834"/>
                </a:lnTo>
                <a:lnTo>
                  <a:pt x="710599" y="55189"/>
                </a:lnTo>
                <a:lnTo>
                  <a:pt x="710595" y="55545"/>
                </a:lnTo>
                <a:lnTo>
                  <a:pt x="724223" y="55545"/>
                </a:lnTo>
                <a:lnTo>
                  <a:pt x="724227" y="55270"/>
                </a:lnTo>
                <a:lnTo>
                  <a:pt x="724238" y="54996"/>
                </a:lnTo>
                <a:lnTo>
                  <a:pt x="724257" y="54724"/>
                </a:lnTo>
                <a:lnTo>
                  <a:pt x="724284" y="54453"/>
                </a:lnTo>
                <a:lnTo>
                  <a:pt x="724318" y="54183"/>
                </a:lnTo>
                <a:lnTo>
                  <a:pt x="724359" y="53916"/>
                </a:lnTo>
                <a:lnTo>
                  <a:pt x="724408" y="53649"/>
                </a:lnTo>
                <a:lnTo>
                  <a:pt x="724465" y="53384"/>
                </a:lnTo>
                <a:lnTo>
                  <a:pt x="724529" y="53121"/>
                </a:lnTo>
                <a:lnTo>
                  <a:pt x="724601" y="52860"/>
                </a:lnTo>
                <a:lnTo>
                  <a:pt x="724680" y="52599"/>
                </a:lnTo>
                <a:lnTo>
                  <a:pt x="724767" y="52341"/>
                </a:lnTo>
                <a:lnTo>
                  <a:pt x="724861" y="52084"/>
                </a:lnTo>
                <a:lnTo>
                  <a:pt x="724963" y="51828"/>
                </a:lnTo>
                <a:lnTo>
                  <a:pt x="725072" y="51574"/>
                </a:lnTo>
                <a:lnTo>
                  <a:pt x="725189" y="51322"/>
                </a:lnTo>
                <a:lnTo>
                  <a:pt x="725314" y="51071"/>
                </a:lnTo>
                <a:lnTo>
                  <a:pt x="725446" y="50821"/>
                </a:lnTo>
                <a:lnTo>
                  <a:pt x="725585" y="50574"/>
                </a:lnTo>
                <a:lnTo>
                  <a:pt x="725733" y="50327"/>
                </a:lnTo>
                <a:lnTo>
                  <a:pt x="725887" y="50082"/>
                </a:lnTo>
                <a:lnTo>
                  <a:pt x="726049" y="49839"/>
                </a:lnTo>
                <a:lnTo>
                  <a:pt x="726219" y="49598"/>
                </a:lnTo>
                <a:lnTo>
                  <a:pt x="726397" y="49357"/>
                </a:lnTo>
                <a:lnTo>
                  <a:pt x="726581" y="49120"/>
                </a:lnTo>
                <a:lnTo>
                  <a:pt x="726771" y="48886"/>
                </a:lnTo>
                <a:lnTo>
                  <a:pt x="726966" y="48656"/>
                </a:lnTo>
                <a:lnTo>
                  <a:pt x="727168" y="48430"/>
                </a:lnTo>
                <a:lnTo>
                  <a:pt x="727376" y="48208"/>
                </a:lnTo>
                <a:lnTo>
                  <a:pt x="727589" y="47990"/>
                </a:lnTo>
                <a:lnTo>
                  <a:pt x="727808" y="47775"/>
                </a:lnTo>
                <a:lnTo>
                  <a:pt x="728034" y="47565"/>
                </a:lnTo>
                <a:lnTo>
                  <a:pt x="728265" y="47358"/>
                </a:lnTo>
                <a:lnTo>
                  <a:pt x="728502" y="47155"/>
                </a:lnTo>
                <a:lnTo>
                  <a:pt x="728745" y="46956"/>
                </a:lnTo>
                <a:lnTo>
                  <a:pt x="728993" y="46761"/>
                </a:lnTo>
                <a:lnTo>
                  <a:pt x="729248" y="46569"/>
                </a:lnTo>
                <a:lnTo>
                  <a:pt x="729509" y="46381"/>
                </a:lnTo>
                <a:lnTo>
                  <a:pt x="729775" y="46198"/>
                </a:lnTo>
                <a:lnTo>
                  <a:pt x="730047" y="46018"/>
                </a:lnTo>
                <a:lnTo>
                  <a:pt x="730325" y="45842"/>
                </a:lnTo>
                <a:lnTo>
                  <a:pt x="730609" y="45669"/>
                </a:lnTo>
                <a:lnTo>
                  <a:pt x="730899" y="45501"/>
                </a:lnTo>
                <a:lnTo>
                  <a:pt x="731195" y="45336"/>
                </a:lnTo>
                <a:lnTo>
                  <a:pt x="731497" y="45176"/>
                </a:lnTo>
                <a:lnTo>
                  <a:pt x="731805" y="45019"/>
                </a:lnTo>
                <a:lnTo>
                  <a:pt x="732118" y="44866"/>
                </a:lnTo>
                <a:lnTo>
                  <a:pt x="732437" y="44716"/>
                </a:lnTo>
                <a:lnTo>
                  <a:pt x="732762" y="44572"/>
                </a:lnTo>
                <a:lnTo>
                  <a:pt x="733091" y="44434"/>
                </a:lnTo>
                <a:lnTo>
                  <a:pt x="733424" y="44302"/>
                </a:lnTo>
                <a:lnTo>
                  <a:pt x="733762" y="44176"/>
                </a:lnTo>
                <a:lnTo>
                  <a:pt x="734105" y="44056"/>
                </a:lnTo>
                <a:lnTo>
                  <a:pt x="734452" y="43943"/>
                </a:lnTo>
                <a:lnTo>
                  <a:pt x="734803" y="43835"/>
                </a:lnTo>
                <a:lnTo>
                  <a:pt x="735159" y="43734"/>
                </a:lnTo>
                <a:lnTo>
                  <a:pt x="735519" y="43639"/>
                </a:lnTo>
                <a:lnTo>
                  <a:pt x="735884" y="43550"/>
                </a:lnTo>
                <a:lnTo>
                  <a:pt x="736253" y="43467"/>
                </a:lnTo>
                <a:lnTo>
                  <a:pt x="736627" y="43390"/>
                </a:lnTo>
                <a:lnTo>
                  <a:pt x="737005" y="43320"/>
                </a:lnTo>
                <a:lnTo>
                  <a:pt x="737388" y="43255"/>
                </a:lnTo>
                <a:lnTo>
                  <a:pt x="737775" y="43197"/>
                </a:lnTo>
                <a:lnTo>
                  <a:pt x="738167" y="43145"/>
                </a:lnTo>
                <a:lnTo>
                  <a:pt x="738563" y="43099"/>
                </a:lnTo>
                <a:lnTo>
                  <a:pt x="738964" y="43059"/>
                </a:lnTo>
                <a:lnTo>
                  <a:pt x="739369" y="43025"/>
                </a:lnTo>
                <a:lnTo>
                  <a:pt x="739779" y="42997"/>
                </a:lnTo>
                <a:lnTo>
                  <a:pt x="740193" y="42976"/>
                </a:lnTo>
                <a:lnTo>
                  <a:pt x="740611" y="42961"/>
                </a:lnTo>
                <a:lnTo>
                  <a:pt x="741034" y="42951"/>
                </a:lnTo>
                <a:lnTo>
                  <a:pt x="741462" y="42948"/>
                </a:lnTo>
                <a:lnTo>
                  <a:pt x="741919" y="42952"/>
                </a:lnTo>
                <a:lnTo>
                  <a:pt x="742370" y="42962"/>
                </a:lnTo>
                <a:lnTo>
                  <a:pt x="742815" y="42978"/>
                </a:lnTo>
                <a:lnTo>
                  <a:pt x="743254" y="43001"/>
                </a:lnTo>
                <a:lnTo>
                  <a:pt x="743687" y="43031"/>
                </a:lnTo>
                <a:lnTo>
                  <a:pt x="744114" y="43068"/>
                </a:lnTo>
                <a:lnTo>
                  <a:pt x="744534" y="43111"/>
                </a:lnTo>
                <a:lnTo>
                  <a:pt x="744949" y="43161"/>
                </a:lnTo>
                <a:lnTo>
                  <a:pt x="745357" y="43218"/>
                </a:lnTo>
                <a:lnTo>
                  <a:pt x="745759" y="43281"/>
                </a:lnTo>
                <a:lnTo>
                  <a:pt x="746155" y="43351"/>
                </a:lnTo>
                <a:lnTo>
                  <a:pt x="746545" y="43427"/>
                </a:lnTo>
                <a:lnTo>
                  <a:pt x="746928" y="43510"/>
                </a:lnTo>
                <a:lnTo>
                  <a:pt x="747306" y="43600"/>
                </a:lnTo>
                <a:lnTo>
                  <a:pt x="747677" y="43696"/>
                </a:lnTo>
                <a:lnTo>
                  <a:pt x="748043" y="43800"/>
                </a:lnTo>
                <a:lnTo>
                  <a:pt x="748402" y="43909"/>
                </a:lnTo>
                <a:lnTo>
                  <a:pt x="748755" y="44026"/>
                </a:lnTo>
                <a:lnTo>
                  <a:pt x="749102" y="44149"/>
                </a:lnTo>
                <a:lnTo>
                  <a:pt x="749442" y="44278"/>
                </a:lnTo>
                <a:lnTo>
                  <a:pt x="749777" y="44415"/>
                </a:lnTo>
                <a:lnTo>
                  <a:pt x="750105" y="44558"/>
                </a:lnTo>
                <a:lnTo>
                  <a:pt x="750428" y="44707"/>
                </a:lnTo>
                <a:lnTo>
                  <a:pt x="750744" y="44864"/>
                </a:lnTo>
                <a:lnTo>
                  <a:pt x="751054" y="45026"/>
                </a:lnTo>
                <a:lnTo>
                  <a:pt x="751357" y="45194"/>
                </a:lnTo>
                <a:lnTo>
                  <a:pt x="751654" y="45367"/>
                </a:lnTo>
                <a:lnTo>
                  <a:pt x="751944" y="45546"/>
                </a:lnTo>
                <a:lnTo>
                  <a:pt x="752228" y="45730"/>
                </a:lnTo>
                <a:lnTo>
                  <a:pt x="752505" y="45920"/>
                </a:lnTo>
                <a:lnTo>
                  <a:pt x="752776" y="46116"/>
                </a:lnTo>
                <a:lnTo>
                  <a:pt x="753040" y="46316"/>
                </a:lnTo>
                <a:lnTo>
                  <a:pt x="753297" y="46523"/>
                </a:lnTo>
                <a:lnTo>
                  <a:pt x="753548" y="46735"/>
                </a:lnTo>
                <a:lnTo>
                  <a:pt x="753793" y="46952"/>
                </a:lnTo>
                <a:lnTo>
                  <a:pt x="754031" y="47175"/>
                </a:lnTo>
                <a:lnTo>
                  <a:pt x="754263" y="47403"/>
                </a:lnTo>
                <a:lnTo>
                  <a:pt x="754488" y="47637"/>
                </a:lnTo>
                <a:lnTo>
                  <a:pt x="754706" y="47876"/>
                </a:lnTo>
                <a:lnTo>
                  <a:pt x="754918" y="48121"/>
                </a:lnTo>
                <a:lnTo>
                  <a:pt x="755124" y="48372"/>
                </a:lnTo>
                <a:lnTo>
                  <a:pt x="755323" y="48628"/>
                </a:lnTo>
                <a:lnTo>
                  <a:pt x="755515" y="48889"/>
                </a:lnTo>
                <a:lnTo>
                  <a:pt x="755701" y="49156"/>
                </a:lnTo>
                <a:lnTo>
                  <a:pt x="755880" y="49428"/>
                </a:lnTo>
                <a:lnTo>
                  <a:pt x="756053" y="49706"/>
                </a:lnTo>
                <a:lnTo>
                  <a:pt x="756220" y="49989"/>
                </a:lnTo>
                <a:lnTo>
                  <a:pt x="756379" y="50278"/>
                </a:lnTo>
                <a:lnTo>
                  <a:pt x="756533" y="50572"/>
                </a:lnTo>
                <a:lnTo>
                  <a:pt x="756679" y="50870"/>
                </a:lnTo>
                <a:lnTo>
                  <a:pt x="756820" y="51172"/>
                </a:lnTo>
                <a:lnTo>
                  <a:pt x="756953" y="51478"/>
                </a:lnTo>
                <a:lnTo>
                  <a:pt x="757081" y="51789"/>
                </a:lnTo>
                <a:lnTo>
                  <a:pt x="757201" y="52104"/>
                </a:lnTo>
                <a:lnTo>
                  <a:pt x="757315" y="52423"/>
                </a:lnTo>
                <a:lnTo>
                  <a:pt x="757423" y="52746"/>
                </a:lnTo>
                <a:lnTo>
                  <a:pt x="757524" y="53074"/>
                </a:lnTo>
                <a:lnTo>
                  <a:pt x="757619" y="53405"/>
                </a:lnTo>
                <a:lnTo>
                  <a:pt x="757707" y="53741"/>
                </a:lnTo>
                <a:lnTo>
                  <a:pt x="757788" y="54081"/>
                </a:lnTo>
                <a:lnTo>
                  <a:pt x="757863" y="54426"/>
                </a:lnTo>
                <a:lnTo>
                  <a:pt x="757932" y="54774"/>
                </a:lnTo>
                <a:lnTo>
                  <a:pt x="757994" y="55127"/>
                </a:lnTo>
                <a:lnTo>
                  <a:pt x="758049" y="55484"/>
                </a:lnTo>
                <a:lnTo>
                  <a:pt x="758098" y="55845"/>
                </a:lnTo>
                <a:lnTo>
                  <a:pt x="758140" y="56211"/>
                </a:lnTo>
                <a:lnTo>
                  <a:pt x="758176" y="56580"/>
                </a:lnTo>
                <a:lnTo>
                  <a:pt x="758206" y="56954"/>
                </a:lnTo>
                <a:lnTo>
                  <a:pt x="758229" y="57332"/>
                </a:lnTo>
                <a:lnTo>
                  <a:pt x="758245" y="57715"/>
                </a:lnTo>
                <a:lnTo>
                  <a:pt x="758255" y="58101"/>
                </a:lnTo>
                <a:lnTo>
                  <a:pt x="758258" y="58492"/>
                </a:lnTo>
                <a:lnTo>
                  <a:pt x="758258" y="64828"/>
                </a:lnTo>
                <a:lnTo>
                  <a:pt x="744777" y="64828"/>
                </a:lnTo>
                <a:lnTo>
                  <a:pt x="744098" y="64830"/>
                </a:lnTo>
                <a:lnTo>
                  <a:pt x="743425" y="64839"/>
                </a:lnTo>
                <a:lnTo>
                  <a:pt x="742757" y="64854"/>
                </a:lnTo>
                <a:lnTo>
                  <a:pt x="742094" y="64875"/>
                </a:lnTo>
                <a:lnTo>
                  <a:pt x="741437" y="64901"/>
                </a:lnTo>
                <a:lnTo>
                  <a:pt x="740785" y="64933"/>
                </a:lnTo>
                <a:lnTo>
                  <a:pt x="740138" y="64972"/>
                </a:lnTo>
                <a:lnTo>
                  <a:pt x="739497" y="65016"/>
                </a:lnTo>
                <a:lnTo>
                  <a:pt x="738861" y="65066"/>
                </a:lnTo>
                <a:lnTo>
                  <a:pt x="738231" y="65122"/>
                </a:lnTo>
                <a:lnTo>
                  <a:pt x="737606" y="65183"/>
                </a:lnTo>
                <a:lnTo>
                  <a:pt x="736986" y="65251"/>
                </a:lnTo>
                <a:lnTo>
                  <a:pt x="736372" y="65325"/>
                </a:lnTo>
                <a:lnTo>
                  <a:pt x="735763" y="65404"/>
                </a:lnTo>
                <a:lnTo>
                  <a:pt x="735160" y="65489"/>
                </a:lnTo>
                <a:lnTo>
                  <a:pt x="734561" y="65581"/>
                </a:lnTo>
                <a:lnTo>
                  <a:pt x="733969" y="65678"/>
                </a:lnTo>
                <a:lnTo>
                  <a:pt x="733381" y="65781"/>
                </a:lnTo>
                <a:lnTo>
                  <a:pt x="732799" y="65889"/>
                </a:lnTo>
                <a:lnTo>
                  <a:pt x="732222" y="66004"/>
                </a:lnTo>
                <a:lnTo>
                  <a:pt x="731651" y="66125"/>
                </a:lnTo>
                <a:lnTo>
                  <a:pt x="731085" y="66251"/>
                </a:lnTo>
                <a:lnTo>
                  <a:pt x="730525" y="66384"/>
                </a:lnTo>
                <a:lnTo>
                  <a:pt x="729969" y="66522"/>
                </a:lnTo>
                <a:lnTo>
                  <a:pt x="729420" y="66666"/>
                </a:lnTo>
                <a:lnTo>
                  <a:pt x="728878" y="66815"/>
                </a:lnTo>
                <a:lnTo>
                  <a:pt x="728342" y="66970"/>
                </a:lnTo>
                <a:lnTo>
                  <a:pt x="727813" y="67131"/>
                </a:lnTo>
                <a:lnTo>
                  <a:pt x="727290" y="67297"/>
                </a:lnTo>
                <a:lnTo>
                  <a:pt x="726774" y="67468"/>
                </a:lnTo>
                <a:lnTo>
                  <a:pt x="726265" y="67645"/>
                </a:lnTo>
                <a:lnTo>
                  <a:pt x="725762" y="67827"/>
                </a:lnTo>
                <a:lnTo>
                  <a:pt x="725266" y="68015"/>
                </a:lnTo>
                <a:lnTo>
                  <a:pt x="724777" y="68209"/>
                </a:lnTo>
                <a:lnTo>
                  <a:pt x="724294" y="68408"/>
                </a:lnTo>
                <a:lnTo>
                  <a:pt x="723818" y="68612"/>
                </a:lnTo>
                <a:lnTo>
                  <a:pt x="723349" y="68822"/>
                </a:lnTo>
                <a:lnTo>
                  <a:pt x="722886" y="69038"/>
                </a:lnTo>
                <a:lnTo>
                  <a:pt x="722430" y="69259"/>
                </a:lnTo>
                <a:lnTo>
                  <a:pt x="721981" y="69485"/>
                </a:lnTo>
                <a:lnTo>
                  <a:pt x="721538" y="69717"/>
                </a:lnTo>
                <a:lnTo>
                  <a:pt x="721102" y="69954"/>
                </a:lnTo>
                <a:lnTo>
                  <a:pt x="720672" y="70197"/>
                </a:lnTo>
                <a:lnTo>
                  <a:pt x="720249" y="70446"/>
                </a:lnTo>
                <a:lnTo>
                  <a:pt x="719833" y="70700"/>
                </a:lnTo>
                <a:lnTo>
                  <a:pt x="719424" y="70959"/>
                </a:lnTo>
                <a:lnTo>
                  <a:pt x="719021" y="71224"/>
                </a:lnTo>
                <a:lnTo>
                  <a:pt x="718625" y="71494"/>
                </a:lnTo>
                <a:lnTo>
                  <a:pt x="718236" y="71770"/>
                </a:lnTo>
                <a:lnTo>
                  <a:pt x="717854" y="72052"/>
                </a:lnTo>
                <a:lnTo>
                  <a:pt x="717481" y="72339"/>
                </a:lnTo>
                <a:lnTo>
                  <a:pt x="717114" y="72632"/>
                </a:lnTo>
                <a:lnTo>
                  <a:pt x="716756" y="72931"/>
                </a:lnTo>
                <a:lnTo>
                  <a:pt x="716405" y="73235"/>
                </a:lnTo>
                <a:lnTo>
                  <a:pt x="716062" y="73545"/>
                </a:lnTo>
                <a:lnTo>
                  <a:pt x="715727" y="73860"/>
                </a:lnTo>
                <a:lnTo>
                  <a:pt x="715399" y="74181"/>
                </a:lnTo>
                <a:lnTo>
                  <a:pt x="715079" y="74508"/>
                </a:lnTo>
                <a:lnTo>
                  <a:pt x="714767" y="74840"/>
                </a:lnTo>
                <a:lnTo>
                  <a:pt x="714462" y="75178"/>
                </a:lnTo>
                <a:lnTo>
                  <a:pt x="714165" y="75521"/>
                </a:lnTo>
                <a:lnTo>
                  <a:pt x="713876" y="75871"/>
                </a:lnTo>
                <a:lnTo>
                  <a:pt x="713595" y="76225"/>
                </a:lnTo>
                <a:lnTo>
                  <a:pt x="713321" y="76586"/>
                </a:lnTo>
                <a:lnTo>
                  <a:pt x="713054" y="76952"/>
                </a:lnTo>
                <a:lnTo>
                  <a:pt x="712796" y="77323"/>
                </a:lnTo>
                <a:lnTo>
                  <a:pt x="712545" y="77701"/>
                </a:lnTo>
                <a:lnTo>
                  <a:pt x="712302" y="78084"/>
                </a:lnTo>
                <a:lnTo>
                  <a:pt x="712066" y="78472"/>
                </a:lnTo>
                <a:lnTo>
                  <a:pt x="711838" y="78866"/>
                </a:lnTo>
                <a:lnTo>
                  <a:pt x="711618" y="79266"/>
                </a:lnTo>
                <a:lnTo>
                  <a:pt x="711405" y="79672"/>
                </a:lnTo>
                <a:lnTo>
                  <a:pt x="711201" y="80082"/>
                </a:lnTo>
                <a:lnTo>
                  <a:pt x="711005" y="80499"/>
                </a:lnTo>
                <a:lnTo>
                  <a:pt x="710818" y="80920"/>
                </a:lnTo>
                <a:lnTo>
                  <a:pt x="710640" y="81346"/>
                </a:lnTo>
                <a:lnTo>
                  <a:pt x="710470" y="81778"/>
                </a:lnTo>
                <a:lnTo>
                  <a:pt x="710309" y="82215"/>
                </a:lnTo>
                <a:lnTo>
                  <a:pt x="710157" y="82658"/>
                </a:lnTo>
                <a:lnTo>
                  <a:pt x="710014" y="83105"/>
                </a:lnTo>
                <a:lnTo>
                  <a:pt x="709879" y="83558"/>
                </a:lnTo>
                <a:lnTo>
                  <a:pt x="709753" y="84016"/>
                </a:lnTo>
                <a:lnTo>
                  <a:pt x="709635" y="84479"/>
                </a:lnTo>
                <a:lnTo>
                  <a:pt x="709527" y="84948"/>
                </a:lnTo>
                <a:lnTo>
                  <a:pt x="709427" y="85422"/>
                </a:lnTo>
                <a:lnTo>
                  <a:pt x="709335" y="85901"/>
                </a:lnTo>
                <a:lnTo>
                  <a:pt x="709253" y="86385"/>
                </a:lnTo>
                <a:lnTo>
                  <a:pt x="709179" y="86875"/>
                </a:lnTo>
                <a:lnTo>
                  <a:pt x="709114" y="87369"/>
                </a:lnTo>
                <a:lnTo>
                  <a:pt x="709057" y="87869"/>
                </a:lnTo>
                <a:lnTo>
                  <a:pt x="709009" y="88375"/>
                </a:lnTo>
                <a:lnTo>
                  <a:pt x="708970" y="88885"/>
                </a:lnTo>
                <a:lnTo>
                  <a:pt x="708940" y="89401"/>
                </a:lnTo>
                <a:lnTo>
                  <a:pt x="708918" y="89922"/>
                </a:lnTo>
                <a:lnTo>
                  <a:pt x="708905" y="90448"/>
                </a:lnTo>
                <a:lnTo>
                  <a:pt x="708901" y="90980"/>
                </a:lnTo>
                <a:lnTo>
                  <a:pt x="708906" y="91530"/>
                </a:lnTo>
                <a:lnTo>
                  <a:pt x="708924" y="92076"/>
                </a:lnTo>
                <a:lnTo>
                  <a:pt x="708953" y="92617"/>
                </a:lnTo>
                <a:lnTo>
                  <a:pt x="708994" y="93154"/>
                </a:lnTo>
                <a:lnTo>
                  <a:pt x="709046" y="93686"/>
                </a:lnTo>
                <a:lnTo>
                  <a:pt x="709110" y="94214"/>
                </a:lnTo>
                <a:lnTo>
                  <a:pt x="709186" y="94737"/>
                </a:lnTo>
                <a:lnTo>
                  <a:pt x="709273" y="95256"/>
                </a:lnTo>
                <a:lnTo>
                  <a:pt x="709372" y="95771"/>
                </a:lnTo>
                <a:lnTo>
                  <a:pt x="709482" y="96281"/>
                </a:lnTo>
                <a:lnTo>
                  <a:pt x="709605" y="96786"/>
                </a:lnTo>
                <a:lnTo>
                  <a:pt x="709738" y="97287"/>
                </a:lnTo>
                <a:lnTo>
                  <a:pt x="709884" y="97784"/>
                </a:lnTo>
                <a:lnTo>
                  <a:pt x="710041" y="98276"/>
                </a:lnTo>
                <a:lnTo>
                  <a:pt x="710210" y="98764"/>
                </a:lnTo>
                <a:lnTo>
                  <a:pt x="710390" y="99247"/>
                </a:lnTo>
                <a:lnTo>
                  <a:pt x="710582" y="99725"/>
                </a:lnTo>
                <a:lnTo>
                  <a:pt x="710786" y="100200"/>
                </a:lnTo>
                <a:lnTo>
                  <a:pt x="711001" y="100669"/>
                </a:lnTo>
                <a:lnTo>
                  <a:pt x="711228" y="101134"/>
                </a:lnTo>
                <a:lnTo>
                  <a:pt x="711467" y="101595"/>
                </a:lnTo>
                <a:lnTo>
                  <a:pt x="711717" y="102051"/>
                </a:lnTo>
                <a:lnTo>
                  <a:pt x="711979" y="102503"/>
                </a:lnTo>
                <a:lnTo>
                  <a:pt x="712252" y="102951"/>
                </a:lnTo>
                <a:lnTo>
                  <a:pt x="712536" y="103392"/>
                </a:lnTo>
                <a:lnTo>
                  <a:pt x="712830" y="103826"/>
                </a:lnTo>
                <a:lnTo>
                  <a:pt x="713133" y="104252"/>
                </a:lnTo>
                <a:lnTo>
                  <a:pt x="713445" y="104670"/>
                </a:lnTo>
                <a:lnTo>
                  <a:pt x="713767" y="105082"/>
                </a:lnTo>
                <a:lnTo>
                  <a:pt x="714099" y="105485"/>
                </a:lnTo>
                <a:lnTo>
                  <a:pt x="714440" y="105881"/>
                </a:lnTo>
                <a:lnTo>
                  <a:pt x="714790" y="106270"/>
                </a:lnTo>
                <a:lnTo>
                  <a:pt x="715150" y="106651"/>
                </a:lnTo>
                <a:lnTo>
                  <a:pt x="715519" y="107024"/>
                </a:lnTo>
                <a:lnTo>
                  <a:pt x="715898" y="107390"/>
                </a:lnTo>
                <a:lnTo>
                  <a:pt x="716286" y="107748"/>
                </a:lnTo>
                <a:lnTo>
                  <a:pt x="716683" y="108099"/>
                </a:lnTo>
                <a:lnTo>
                  <a:pt x="717090" y="108442"/>
                </a:lnTo>
                <a:lnTo>
                  <a:pt x="717507" y="108778"/>
                </a:lnTo>
                <a:lnTo>
                  <a:pt x="717933" y="109106"/>
                </a:lnTo>
                <a:lnTo>
                  <a:pt x="718368" y="109426"/>
                </a:lnTo>
                <a:lnTo>
                  <a:pt x="718813" y="109739"/>
                </a:lnTo>
                <a:lnTo>
                  <a:pt x="719268" y="110045"/>
                </a:lnTo>
                <a:lnTo>
                  <a:pt x="719732" y="110343"/>
                </a:lnTo>
                <a:lnTo>
                  <a:pt x="720205" y="110633"/>
                </a:lnTo>
                <a:lnTo>
                  <a:pt x="720688" y="110916"/>
                </a:lnTo>
                <a:lnTo>
                  <a:pt x="721180" y="111191"/>
                </a:lnTo>
                <a:lnTo>
                  <a:pt x="721682" y="111459"/>
                </a:lnTo>
                <a:lnTo>
                  <a:pt x="722192" y="111718"/>
                </a:lnTo>
                <a:lnTo>
                  <a:pt x="722709" y="111965"/>
                </a:lnTo>
                <a:lnTo>
                  <a:pt x="723233" y="112202"/>
                </a:lnTo>
                <a:lnTo>
                  <a:pt x="723764" y="112427"/>
                </a:lnTo>
                <a:lnTo>
                  <a:pt x="724302" y="112642"/>
                </a:lnTo>
                <a:lnTo>
                  <a:pt x="724847" y="112845"/>
                </a:lnTo>
                <a:lnTo>
                  <a:pt x="725399" y="113038"/>
                </a:lnTo>
                <a:lnTo>
                  <a:pt x="725959" y="113219"/>
                </a:lnTo>
                <a:lnTo>
                  <a:pt x="726525" y="113389"/>
                </a:lnTo>
                <a:lnTo>
                  <a:pt x="727098" y="113549"/>
                </a:lnTo>
                <a:lnTo>
                  <a:pt x="727679" y="113697"/>
                </a:lnTo>
                <a:lnTo>
                  <a:pt x="728266" y="113835"/>
                </a:lnTo>
                <a:lnTo>
                  <a:pt x="728860" y="113961"/>
                </a:lnTo>
                <a:lnTo>
                  <a:pt x="729462" y="114077"/>
                </a:lnTo>
                <a:lnTo>
                  <a:pt x="730070" y="114181"/>
                </a:lnTo>
                <a:lnTo>
                  <a:pt x="730686" y="114275"/>
                </a:lnTo>
                <a:lnTo>
                  <a:pt x="731308" y="114357"/>
                </a:lnTo>
                <a:lnTo>
                  <a:pt x="731938" y="114429"/>
                </a:lnTo>
                <a:lnTo>
                  <a:pt x="732574" y="114489"/>
                </a:lnTo>
                <a:lnTo>
                  <a:pt x="733218" y="114539"/>
                </a:lnTo>
                <a:lnTo>
                  <a:pt x="733869" y="114577"/>
                </a:lnTo>
                <a:lnTo>
                  <a:pt x="734526" y="114605"/>
                </a:lnTo>
                <a:lnTo>
                  <a:pt x="735191" y="114621"/>
                </a:lnTo>
                <a:lnTo>
                  <a:pt x="735863" y="114627"/>
                </a:lnTo>
                <a:lnTo>
                  <a:pt x="736401" y="114623"/>
                </a:lnTo>
                <a:lnTo>
                  <a:pt x="736934" y="114611"/>
                </a:lnTo>
                <a:lnTo>
                  <a:pt x="737463" y="114592"/>
                </a:lnTo>
                <a:lnTo>
                  <a:pt x="737988" y="114564"/>
                </a:lnTo>
                <a:lnTo>
                  <a:pt x="738508" y="114529"/>
                </a:lnTo>
                <a:lnTo>
                  <a:pt x="739024" y="114486"/>
                </a:lnTo>
                <a:lnTo>
                  <a:pt x="739535" y="114436"/>
                </a:lnTo>
                <a:lnTo>
                  <a:pt x="740041" y="114377"/>
                </a:lnTo>
                <a:lnTo>
                  <a:pt x="740544" y="114311"/>
                </a:lnTo>
                <a:lnTo>
                  <a:pt x="741041" y="114237"/>
                </a:lnTo>
                <a:lnTo>
                  <a:pt x="741535" y="114155"/>
                </a:lnTo>
                <a:lnTo>
                  <a:pt x="742023" y="114065"/>
                </a:lnTo>
                <a:lnTo>
                  <a:pt x="742508" y="113968"/>
                </a:lnTo>
                <a:lnTo>
                  <a:pt x="742987" y="113862"/>
                </a:lnTo>
                <a:lnTo>
                  <a:pt x="743463" y="113749"/>
                </a:lnTo>
                <a:lnTo>
                  <a:pt x="743934" y="113628"/>
                </a:lnTo>
                <a:lnTo>
                  <a:pt x="744400" y="113500"/>
                </a:lnTo>
                <a:lnTo>
                  <a:pt x="744862" y="113363"/>
                </a:lnTo>
                <a:lnTo>
                  <a:pt x="745319" y="113219"/>
                </a:lnTo>
                <a:lnTo>
                  <a:pt x="745772" y="113067"/>
                </a:lnTo>
                <a:lnTo>
                  <a:pt x="746221" y="112907"/>
                </a:lnTo>
                <a:lnTo>
                  <a:pt x="746665" y="112739"/>
                </a:lnTo>
                <a:lnTo>
                  <a:pt x="747104" y="112563"/>
                </a:lnTo>
                <a:lnTo>
                  <a:pt x="747539" y="112380"/>
                </a:lnTo>
                <a:lnTo>
                  <a:pt x="747970" y="112191"/>
                </a:lnTo>
                <a:lnTo>
                  <a:pt x="748395" y="111997"/>
                </a:lnTo>
                <a:lnTo>
                  <a:pt x="748816" y="111800"/>
                </a:lnTo>
                <a:lnTo>
                  <a:pt x="749232" y="111598"/>
                </a:lnTo>
                <a:lnTo>
                  <a:pt x="749642" y="111393"/>
                </a:lnTo>
                <a:lnTo>
                  <a:pt x="750049" y="111183"/>
                </a:lnTo>
                <a:lnTo>
                  <a:pt x="750450" y="110969"/>
                </a:lnTo>
                <a:lnTo>
                  <a:pt x="750846" y="110751"/>
                </a:lnTo>
                <a:lnTo>
                  <a:pt x="751238" y="110529"/>
                </a:lnTo>
                <a:lnTo>
                  <a:pt x="751624" y="110303"/>
                </a:lnTo>
                <a:lnTo>
                  <a:pt x="752006" y="110073"/>
                </a:lnTo>
                <a:lnTo>
                  <a:pt x="752383" y="109838"/>
                </a:lnTo>
                <a:lnTo>
                  <a:pt x="752755" y="109600"/>
                </a:lnTo>
                <a:lnTo>
                  <a:pt x="753122" y="109358"/>
                </a:lnTo>
                <a:lnTo>
                  <a:pt x="753484" y="109111"/>
                </a:lnTo>
                <a:lnTo>
                  <a:pt x="753842" y="108860"/>
                </a:lnTo>
                <a:lnTo>
                  <a:pt x="754194" y="108606"/>
                </a:lnTo>
                <a:lnTo>
                  <a:pt x="754542" y="108347"/>
                </a:lnTo>
                <a:lnTo>
                  <a:pt x="754885" y="108084"/>
                </a:lnTo>
                <a:lnTo>
                  <a:pt x="755223" y="107817"/>
                </a:lnTo>
                <a:lnTo>
                  <a:pt x="755556" y="107546"/>
                </a:lnTo>
                <a:lnTo>
                  <a:pt x="755885" y="107270"/>
                </a:lnTo>
                <a:lnTo>
                  <a:pt x="756208" y="106991"/>
                </a:lnTo>
                <a:lnTo>
                  <a:pt x="756527" y="106708"/>
                </a:lnTo>
                <a:lnTo>
                  <a:pt x="756840" y="106422"/>
                </a:lnTo>
                <a:lnTo>
                  <a:pt x="757148" y="106134"/>
                </a:lnTo>
                <a:lnTo>
                  <a:pt x="757452" y="105846"/>
                </a:lnTo>
                <a:lnTo>
                  <a:pt x="757749" y="105557"/>
                </a:lnTo>
                <a:lnTo>
                  <a:pt x="758042" y="105266"/>
                </a:lnTo>
                <a:lnTo>
                  <a:pt x="758329" y="104974"/>
                </a:lnTo>
                <a:lnTo>
                  <a:pt x="758568" y="104727"/>
                </a:lnTo>
                <a:lnTo>
                  <a:pt x="758589" y="104919"/>
                </a:lnTo>
                <a:lnTo>
                  <a:pt x="758627" y="105237"/>
                </a:lnTo>
                <a:lnTo>
                  <a:pt x="758667" y="105557"/>
                </a:lnTo>
                <a:close/>
                <a:moveTo>
                  <a:pt x="757959" y="91342"/>
                </a:moveTo>
                <a:lnTo>
                  <a:pt x="757781" y="91656"/>
                </a:lnTo>
                <a:lnTo>
                  <a:pt x="757595" y="91971"/>
                </a:lnTo>
                <a:lnTo>
                  <a:pt x="757399" y="92287"/>
                </a:lnTo>
                <a:lnTo>
                  <a:pt x="757195" y="92604"/>
                </a:lnTo>
                <a:lnTo>
                  <a:pt x="756981" y="92921"/>
                </a:lnTo>
                <a:lnTo>
                  <a:pt x="756758" y="93239"/>
                </a:lnTo>
                <a:lnTo>
                  <a:pt x="756527" y="93558"/>
                </a:lnTo>
                <a:lnTo>
                  <a:pt x="756287" y="93875"/>
                </a:lnTo>
                <a:lnTo>
                  <a:pt x="756040" y="94188"/>
                </a:lnTo>
                <a:lnTo>
                  <a:pt x="755787" y="94497"/>
                </a:lnTo>
                <a:lnTo>
                  <a:pt x="755527" y="94802"/>
                </a:lnTo>
                <a:lnTo>
                  <a:pt x="755260" y="95103"/>
                </a:lnTo>
                <a:lnTo>
                  <a:pt x="754987" y="95400"/>
                </a:lnTo>
                <a:lnTo>
                  <a:pt x="754706" y="95692"/>
                </a:lnTo>
                <a:lnTo>
                  <a:pt x="754419" y="95981"/>
                </a:lnTo>
                <a:lnTo>
                  <a:pt x="754125" y="96265"/>
                </a:lnTo>
                <a:lnTo>
                  <a:pt x="753824" y="96546"/>
                </a:lnTo>
                <a:lnTo>
                  <a:pt x="753517" y="96822"/>
                </a:lnTo>
                <a:lnTo>
                  <a:pt x="753202" y="97094"/>
                </a:lnTo>
                <a:lnTo>
                  <a:pt x="752881" y="97362"/>
                </a:lnTo>
                <a:lnTo>
                  <a:pt x="752553" y="97626"/>
                </a:lnTo>
                <a:lnTo>
                  <a:pt x="752219" y="97886"/>
                </a:lnTo>
                <a:lnTo>
                  <a:pt x="751877" y="98142"/>
                </a:lnTo>
                <a:lnTo>
                  <a:pt x="751529" y="98393"/>
                </a:lnTo>
                <a:lnTo>
                  <a:pt x="751174" y="98641"/>
                </a:lnTo>
                <a:lnTo>
                  <a:pt x="750812" y="98885"/>
                </a:lnTo>
                <a:lnTo>
                  <a:pt x="750444" y="99124"/>
                </a:lnTo>
                <a:lnTo>
                  <a:pt x="750069" y="99359"/>
                </a:lnTo>
                <a:lnTo>
                  <a:pt x="749687" y="99590"/>
                </a:lnTo>
                <a:lnTo>
                  <a:pt x="749298" y="99818"/>
                </a:lnTo>
                <a:lnTo>
                  <a:pt x="748902" y="100041"/>
                </a:lnTo>
                <a:lnTo>
                  <a:pt x="748500" y="100257"/>
                </a:lnTo>
                <a:lnTo>
                  <a:pt x="748094" y="100464"/>
                </a:lnTo>
                <a:lnTo>
                  <a:pt x="747682" y="100662"/>
                </a:lnTo>
                <a:lnTo>
                  <a:pt x="747265" y="100851"/>
                </a:lnTo>
                <a:lnTo>
                  <a:pt x="746843" y="101031"/>
                </a:lnTo>
                <a:lnTo>
                  <a:pt x="746416" y="101201"/>
                </a:lnTo>
                <a:lnTo>
                  <a:pt x="745983" y="101362"/>
                </a:lnTo>
                <a:lnTo>
                  <a:pt x="745546" y="101514"/>
                </a:lnTo>
                <a:lnTo>
                  <a:pt x="745104" y="101657"/>
                </a:lnTo>
                <a:lnTo>
                  <a:pt x="744656" y="101790"/>
                </a:lnTo>
                <a:lnTo>
                  <a:pt x="744203" y="101915"/>
                </a:lnTo>
                <a:lnTo>
                  <a:pt x="743745" y="102030"/>
                </a:lnTo>
                <a:lnTo>
                  <a:pt x="743282" y="102136"/>
                </a:lnTo>
                <a:lnTo>
                  <a:pt x="742814" y="102232"/>
                </a:lnTo>
                <a:lnTo>
                  <a:pt x="742341" y="102320"/>
                </a:lnTo>
                <a:lnTo>
                  <a:pt x="741863" y="102398"/>
                </a:lnTo>
                <a:lnTo>
                  <a:pt x="741379" y="102467"/>
                </a:lnTo>
                <a:lnTo>
                  <a:pt x="740891" y="102527"/>
                </a:lnTo>
                <a:lnTo>
                  <a:pt x="740397" y="102578"/>
                </a:lnTo>
                <a:lnTo>
                  <a:pt x="739898" y="102619"/>
                </a:lnTo>
                <a:lnTo>
                  <a:pt x="739394" y="102651"/>
                </a:lnTo>
                <a:lnTo>
                  <a:pt x="738885" y="102674"/>
                </a:lnTo>
                <a:lnTo>
                  <a:pt x="738371" y="102688"/>
                </a:lnTo>
                <a:lnTo>
                  <a:pt x="737852" y="102693"/>
                </a:lnTo>
                <a:lnTo>
                  <a:pt x="737437" y="102690"/>
                </a:lnTo>
                <a:lnTo>
                  <a:pt x="737028" y="102680"/>
                </a:lnTo>
                <a:lnTo>
                  <a:pt x="736624" y="102665"/>
                </a:lnTo>
                <a:lnTo>
                  <a:pt x="736226" y="102643"/>
                </a:lnTo>
                <a:lnTo>
                  <a:pt x="735833" y="102614"/>
                </a:lnTo>
                <a:lnTo>
                  <a:pt x="735446" y="102580"/>
                </a:lnTo>
                <a:lnTo>
                  <a:pt x="735065" y="102539"/>
                </a:lnTo>
                <a:lnTo>
                  <a:pt x="734688" y="102492"/>
                </a:lnTo>
                <a:lnTo>
                  <a:pt x="734318" y="102439"/>
                </a:lnTo>
                <a:lnTo>
                  <a:pt x="733952" y="102379"/>
                </a:lnTo>
                <a:lnTo>
                  <a:pt x="733593" y="102314"/>
                </a:lnTo>
                <a:lnTo>
                  <a:pt x="733238" y="102242"/>
                </a:lnTo>
                <a:lnTo>
                  <a:pt x="732890" y="102163"/>
                </a:lnTo>
                <a:lnTo>
                  <a:pt x="732547" y="102079"/>
                </a:lnTo>
                <a:lnTo>
                  <a:pt x="732209" y="101988"/>
                </a:lnTo>
                <a:lnTo>
                  <a:pt x="731877" y="101891"/>
                </a:lnTo>
                <a:lnTo>
                  <a:pt x="731550" y="101787"/>
                </a:lnTo>
                <a:lnTo>
                  <a:pt x="731229" y="101677"/>
                </a:lnTo>
                <a:lnTo>
                  <a:pt x="730913" y="101562"/>
                </a:lnTo>
                <a:lnTo>
                  <a:pt x="730603" y="101439"/>
                </a:lnTo>
                <a:lnTo>
                  <a:pt x="730298" y="101311"/>
                </a:lnTo>
                <a:lnTo>
                  <a:pt x="729999" y="101176"/>
                </a:lnTo>
                <a:lnTo>
                  <a:pt x="729705" y="101035"/>
                </a:lnTo>
                <a:lnTo>
                  <a:pt x="729417" y="100888"/>
                </a:lnTo>
                <a:lnTo>
                  <a:pt x="729135" y="100735"/>
                </a:lnTo>
                <a:lnTo>
                  <a:pt x="728858" y="100578"/>
                </a:lnTo>
                <a:lnTo>
                  <a:pt x="728588" y="100417"/>
                </a:lnTo>
                <a:lnTo>
                  <a:pt x="728323" y="100250"/>
                </a:lnTo>
                <a:lnTo>
                  <a:pt x="728065" y="100080"/>
                </a:lnTo>
                <a:lnTo>
                  <a:pt x="727812" y="99905"/>
                </a:lnTo>
                <a:lnTo>
                  <a:pt x="727566" y="99725"/>
                </a:lnTo>
                <a:lnTo>
                  <a:pt x="727326" y="99541"/>
                </a:lnTo>
                <a:lnTo>
                  <a:pt x="727091" y="99353"/>
                </a:lnTo>
                <a:lnTo>
                  <a:pt x="726863" y="99160"/>
                </a:lnTo>
                <a:lnTo>
                  <a:pt x="726641" y="98963"/>
                </a:lnTo>
                <a:lnTo>
                  <a:pt x="726424" y="98761"/>
                </a:lnTo>
                <a:lnTo>
                  <a:pt x="726214" y="98554"/>
                </a:lnTo>
                <a:lnTo>
                  <a:pt x="726010" y="98344"/>
                </a:lnTo>
                <a:lnTo>
                  <a:pt x="725811" y="98128"/>
                </a:lnTo>
                <a:lnTo>
                  <a:pt x="725619" y="97908"/>
                </a:lnTo>
                <a:lnTo>
                  <a:pt x="725433" y="97684"/>
                </a:lnTo>
                <a:lnTo>
                  <a:pt x="725252" y="97455"/>
                </a:lnTo>
                <a:lnTo>
                  <a:pt x="725078" y="97222"/>
                </a:lnTo>
                <a:lnTo>
                  <a:pt x="724910" y="96984"/>
                </a:lnTo>
                <a:lnTo>
                  <a:pt x="724748" y="96742"/>
                </a:lnTo>
                <a:lnTo>
                  <a:pt x="724591" y="96496"/>
                </a:lnTo>
                <a:lnTo>
                  <a:pt x="724441" y="96245"/>
                </a:lnTo>
                <a:lnTo>
                  <a:pt x="724297" y="95989"/>
                </a:lnTo>
                <a:lnTo>
                  <a:pt x="724159" y="95730"/>
                </a:lnTo>
                <a:lnTo>
                  <a:pt x="724026" y="95469"/>
                </a:lnTo>
                <a:lnTo>
                  <a:pt x="723900" y="95205"/>
                </a:lnTo>
                <a:lnTo>
                  <a:pt x="723779" y="94939"/>
                </a:lnTo>
                <a:lnTo>
                  <a:pt x="723665" y="94671"/>
                </a:lnTo>
                <a:lnTo>
                  <a:pt x="723556" y="94401"/>
                </a:lnTo>
                <a:lnTo>
                  <a:pt x="723453" y="94128"/>
                </a:lnTo>
                <a:lnTo>
                  <a:pt x="723356" y="93853"/>
                </a:lnTo>
                <a:lnTo>
                  <a:pt x="723265" y="93575"/>
                </a:lnTo>
                <a:lnTo>
                  <a:pt x="723179" y="93295"/>
                </a:lnTo>
                <a:lnTo>
                  <a:pt x="723100" y="93013"/>
                </a:lnTo>
                <a:lnTo>
                  <a:pt x="723026" y="92729"/>
                </a:lnTo>
                <a:lnTo>
                  <a:pt x="722959" y="92443"/>
                </a:lnTo>
                <a:lnTo>
                  <a:pt x="722897" y="92154"/>
                </a:lnTo>
                <a:lnTo>
                  <a:pt x="722841" y="91862"/>
                </a:lnTo>
                <a:lnTo>
                  <a:pt x="722791" y="91569"/>
                </a:lnTo>
                <a:lnTo>
                  <a:pt x="722747" y="91273"/>
                </a:lnTo>
                <a:lnTo>
                  <a:pt x="722709" y="90975"/>
                </a:lnTo>
                <a:lnTo>
                  <a:pt x="722676" y="90675"/>
                </a:lnTo>
                <a:lnTo>
                  <a:pt x="722650" y="90372"/>
                </a:lnTo>
                <a:lnTo>
                  <a:pt x="722629" y="90067"/>
                </a:lnTo>
                <a:lnTo>
                  <a:pt x="722614" y="89759"/>
                </a:lnTo>
                <a:lnTo>
                  <a:pt x="722606" y="89450"/>
                </a:lnTo>
                <a:lnTo>
                  <a:pt x="722603" y="89138"/>
                </a:lnTo>
                <a:lnTo>
                  <a:pt x="722606" y="88833"/>
                </a:lnTo>
                <a:lnTo>
                  <a:pt x="722614" y="88530"/>
                </a:lnTo>
                <a:lnTo>
                  <a:pt x="722628" y="88231"/>
                </a:lnTo>
                <a:lnTo>
                  <a:pt x="722648" y="87936"/>
                </a:lnTo>
                <a:lnTo>
                  <a:pt x="722673" y="87643"/>
                </a:lnTo>
                <a:lnTo>
                  <a:pt x="722704" y="87354"/>
                </a:lnTo>
                <a:lnTo>
                  <a:pt x="722741" y="87068"/>
                </a:lnTo>
                <a:lnTo>
                  <a:pt x="722783" y="86785"/>
                </a:lnTo>
                <a:lnTo>
                  <a:pt x="722831" y="86505"/>
                </a:lnTo>
                <a:lnTo>
                  <a:pt x="722884" y="86228"/>
                </a:lnTo>
                <a:lnTo>
                  <a:pt x="722943" y="85955"/>
                </a:lnTo>
                <a:lnTo>
                  <a:pt x="723008" y="85685"/>
                </a:lnTo>
                <a:lnTo>
                  <a:pt x="723078" y="85418"/>
                </a:lnTo>
                <a:lnTo>
                  <a:pt x="723154" y="85154"/>
                </a:lnTo>
                <a:lnTo>
                  <a:pt x="723236" y="84893"/>
                </a:lnTo>
                <a:lnTo>
                  <a:pt x="723323" y="84636"/>
                </a:lnTo>
                <a:lnTo>
                  <a:pt x="723416" y="84382"/>
                </a:lnTo>
                <a:lnTo>
                  <a:pt x="723514" y="84131"/>
                </a:lnTo>
                <a:lnTo>
                  <a:pt x="723618" y="83883"/>
                </a:lnTo>
                <a:lnTo>
                  <a:pt x="723728" y="83638"/>
                </a:lnTo>
                <a:lnTo>
                  <a:pt x="723844" y="83397"/>
                </a:lnTo>
                <a:lnTo>
                  <a:pt x="723965" y="83159"/>
                </a:lnTo>
                <a:lnTo>
                  <a:pt x="724091" y="82924"/>
                </a:lnTo>
                <a:lnTo>
                  <a:pt x="724223" y="82692"/>
                </a:lnTo>
                <a:lnTo>
                  <a:pt x="724361" y="82463"/>
                </a:lnTo>
                <a:lnTo>
                  <a:pt x="724504" y="82238"/>
                </a:lnTo>
                <a:lnTo>
                  <a:pt x="724652" y="82016"/>
                </a:lnTo>
                <a:lnTo>
                  <a:pt x="724805" y="81797"/>
                </a:lnTo>
                <a:lnTo>
                  <a:pt x="724963" y="81581"/>
                </a:lnTo>
                <a:lnTo>
                  <a:pt x="725126" y="81368"/>
                </a:lnTo>
                <a:lnTo>
                  <a:pt x="725294" y="81159"/>
                </a:lnTo>
                <a:lnTo>
                  <a:pt x="725468" y="80953"/>
                </a:lnTo>
                <a:lnTo>
                  <a:pt x="725646" y="80750"/>
                </a:lnTo>
                <a:lnTo>
                  <a:pt x="725830" y="80550"/>
                </a:lnTo>
                <a:lnTo>
                  <a:pt x="726019" y="80353"/>
                </a:lnTo>
                <a:lnTo>
                  <a:pt x="726212" y="80160"/>
                </a:lnTo>
                <a:lnTo>
                  <a:pt x="726411" y="79969"/>
                </a:lnTo>
                <a:lnTo>
                  <a:pt x="726616" y="79782"/>
                </a:lnTo>
                <a:lnTo>
                  <a:pt x="726825" y="79598"/>
                </a:lnTo>
                <a:lnTo>
                  <a:pt x="727039" y="79418"/>
                </a:lnTo>
                <a:lnTo>
                  <a:pt x="727259" y="79240"/>
                </a:lnTo>
                <a:lnTo>
                  <a:pt x="727483" y="79066"/>
                </a:lnTo>
                <a:lnTo>
                  <a:pt x="727713" y="78895"/>
                </a:lnTo>
                <a:lnTo>
                  <a:pt x="727948" y="78727"/>
                </a:lnTo>
                <a:lnTo>
                  <a:pt x="728188" y="78563"/>
                </a:lnTo>
                <a:lnTo>
                  <a:pt x="728433" y="78401"/>
                </a:lnTo>
                <a:lnTo>
                  <a:pt x="728683" y="78243"/>
                </a:lnTo>
                <a:lnTo>
                  <a:pt x="728938" y="78088"/>
                </a:lnTo>
                <a:lnTo>
                  <a:pt x="729199" y="77936"/>
                </a:lnTo>
                <a:lnTo>
                  <a:pt x="729464" y="77787"/>
                </a:lnTo>
                <a:lnTo>
                  <a:pt x="729735" y="77642"/>
                </a:lnTo>
                <a:lnTo>
                  <a:pt x="730010" y="77499"/>
                </a:lnTo>
                <a:lnTo>
                  <a:pt x="730291" y="77360"/>
                </a:lnTo>
                <a:lnTo>
                  <a:pt x="730577" y="77224"/>
                </a:lnTo>
                <a:lnTo>
                  <a:pt x="730868" y="77092"/>
                </a:lnTo>
                <a:lnTo>
                  <a:pt x="731165" y="76962"/>
                </a:lnTo>
                <a:lnTo>
                  <a:pt x="731466" y="76836"/>
                </a:lnTo>
                <a:lnTo>
                  <a:pt x="731772" y="76713"/>
                </a:lnTo>
                <a:lnTo>
                  <a:pt x="732084" y="76593"/>
                </a:lnTo>
                <a:lnTo>
                  <a:pt x="732401" y="76476"/>
                </a:lnTo>
                <a:lnTo>
                  <a:pt x="732722" y="76363"/>
                </a:lnTo>
                <a:lnTo>
                  <a:pt x="733049" y="76252"/>
                </a:lnTo>
                <a:lnTo>
                  <a:pt x="733381" y="76145"/>
                </a:lnTo>
                <a:lnTo>
                  <a:pt x="733718" y="76041"/>
                </a:lnTo>
                <a:lnTo>
                  <a:pt x="734061" y="75941"/>
                </a:lnTo>
                <a:lnTo>
                  <a:pt x="734408" y="75843"/>
                </a:lnTo>
                <a:lnTo>
                  <a:pt x="734760" y="75749"/>
                </a:lnTo>
                <a:lnTo>
                  <a:pt x="735118" y="75658"/>
                </a:lnTo>
                <a:lnTo>
                  <a:pt x="735481" y="75570"/>
                </a:lnTo>
                <a:lnTo>
                  <a:pt x="735849" y="75485"/>
                </a:lnTo>
                <a:lnTo>
                  <a:pt x="736222" y="75404"/>
                </a:lnTo>
                <a:lnTo>
                  <a:pt x="736600" y="75325"/>
                </a:lnTo>
                <a:lnTo>
                  <a:pt x="736982" y="75250"/>
                </a:lnTo>
                <a:lnTo>
                  <a:pt x="737369" y="75178"/>
                </a:lnTo>
                <a:lnTo>
                  <a:pt x="737761" y="75109"/>
                </a:lnTo>
                <a:lnTo>
                  <a:pt x="738157" y="75044"/>
                </a:lnTo>
                <a:lnTo>
                  <a:pt x="738557" y="74981"/>
                </a:lnTo>
                <a:lnTo>
                  <a:pt x="738962" y="74922"/>
                </a:lnTo>
                <a:lnTo>
                  <a:pt x="739370" y="74866"/>
                </a:lnTo>
                <a:lnTo>
                  <a:pt x="739784" y="74814"/>
                </a:lnTo>
                <a:lnTo>
                  <a:pt x="740201" y="74764"/>
                </a:lnTo>
                <a:lnTo>
                  <a:pt x="740623" y="74718"/>
                </a:lnTo>
                <a:lnTo>
                  <a:pt x="741049" y="74675"/>
                </a:lnTo>
                <a:lnTo>
                  <a:pt x="741480" y="74635"/>
                </a:lnTo>
                <a:lnTo>
                  <a:pt x="741915" y="74598"/>
                </a:lnTo>
                <a:lnTo>
                  <a:pt x="742354" y="74564"/>
                </a:lnTo>
                <a:lnTo>
                  <a:pt x="742798" y="74534"/>
                </a:lnTo>
                <a:lnTo>
                  <a:pt x="743246" y="74507"/>
                </a:lnTo>
                <a:lnTo>
                  <a:pt x="743698" y="74483"/>
                </a:lnTo>
                <a:lnTo>
                  <a:pt x="744155" y="74462"/>
                </a:lnTo>
                <a:lnTo>
                  <a:pt x="744616" y="74444"/>
                </a:lnTo>
                <a:lnTo>
                  <a:pt x="745082" y="74430"/>
                </a:lnTo>
                <a:lnTo>
                  <a:pt x="745551" y="74419"/>
                </a:lnTo>
                <a:lnTo>
                  <a:pt x="746025" y="74411"/>
                </a:lnTo>
                <a:lnTo>
                  <a:pt x="746504" y="74406"/>
                </a:lnTo>
                <a:lnTo>
                  <a:pt x="746987" y="74404"/>
                </a:lnTo>
                <a:lnTo>
                  <a:pt x="758258" y="74404"/>
                </a:lnTo>
                <a:lnTo>
                  <a:pt x="758258" y="90771"/>
                </a:lnTo>
                <a:lnTo>
                  <a:pt x="758127" y="91029"/>
                </a:lnTo>
                <a:lnTo>
                  <a:pt x="757959" y="91342"/>
                </a:lnTo>
                <a:close/>
                <a:moveTo>
                  <a:pt x="807562" y="55162"/>
                </a:moveTo>
                <a:lnTo>
                  <a:pt x="807762" y="54810"/>
                </a:lnTo>
                <a:lnTo>
                  <a:pt x="807967" y="54462"/>
                </a:lnTo>
                <a:lnTo>
                  <a:pt x="808176" y="54117"/>
                </a:lnTo>
                <a:lnTo>
                  <a:pt x="808390" y="53776"/>
                </a:lnTo>
                <a:lnTo>
                  <a:pt x="808609" y="53439"/>
                </a:lnTo>
                <a:lnTo>
                  <a:pt x="808832" y="53105"/>
                </a:lnTo>
                <a:lnTo>
                  <a:pt x="809060" y="52776"/>
                </a:lnTo>
                <a:lnTo>
                  <a:pt x="809293" y="52450"/>
                </a:lnTo>
                <a:lnTo>
                  <a:pt x="809530" y="52127"/>
                </a:lnTo>
                <a:lnTo>
                  <a:pt x="809772" y="51809"/>
                </a:lnTo>
                <a:lnTo>
                  <a:pt x="810018" y="51494"/>
                </a:lnTo>
                <a:lnTo>
                  <a:pt x="810269" y="51183"/>
                </a:lnTo>
                <a:lnTo>
                  <a:pt x="810523" y="50879"/>
                </a:lnTo>
                <a:lnTo>
                  <a:pt x="810782" y="50580"/>
                </a:lnTo>
                <a:lnTo>
                  <a:pt x="811045" y="50286"/>
                </a:lnTo>
                <a:lnTo>
                  <a:pt x="811312" y="49999"/>
                </a:lnTo>
                <a:lnTo>
                  <a:pt x="811583" y="49716"/>
                </a:lnTo>
                <a:lnTo>
                  <a:pt x="811859" y="49440"/>
                </a:lnTo>
                <a:lnTo>
                  <a:pt x="812138" y="49169"/>
                </a:lnTo>
                <a:lnTo>
                  <a:pt x="812421" y="48904"/>
                </a:lnTo>
                <a:lnTo>
                  <a:pt x="812709" y="48644"/>
                </a:lnTo>
                <a:lnTo>
                  <a:pt x="813000" y="48390"/>
                </a:lnTo>
                <a:lnTo>
                  <a:pt x="813296" y="48142"/>
                </a:lnTo>
                <a:lnTo>
                  <a:pt x="813596" y="47899"/>
                </a:lnTo>
                <a:lnTo>
                  <a:pt x="813900" y="47662"/>
                </a:lnTo>
                <a:lnTo>
                  <a:pt x="814208" y="47430"/>
                </a:lnTo>
                <a:lnTo>
                  <a:pt x="814520" y="47205"/>
                </a:lnTo>
                <a:lnTo>
                  <a:pt x="814836" y="46984"/>
                </a:lnTo>
                <a:lnTo>
                  <a:pt x="815156" y="46770"/>
                </a:lnTo>
                <a:lnTo>
                  <a:pt x="815481" y="46561"/>
                </a:lnTo>
                <a:lnTo>
                  <a:pt x="815809" y="46357"/>
                </a:lnTo>
                <a:lnTo>
                  <a:pt x="816141" y="46160"/>
                </a:lnTo>
                <a:lnTo>
                  <a:pt x="816478" y="45968"/>
                </a:lnTo>
                <a:lnTo>
                  <a:pt x="816819" y="45781"/>
                </a:lnTo>
                <a:lnTo>
                  <a:pt x="817164" y="45600"/>
                </a:lnTo>
                <a:lnTo>
                  <a:pt x="817512" y="45426"/>
                </a:lnTo>
                <a:lnTo>
                  <a:pt x="817864" y="45259"/>
                </a:lnTo>
                <a:lnTo>
                  <a:pt x="818219" y="45100"/>
                </a:lnTo>
                <a:lnTo>
                  <a:pt x="818577" y="44948"/>
                </a:lnTo>
                <a:lnTo>
                  <a:pt x="818938" y="44803"/>
                </a:lnTo>
                <a:lnTo>
                  <a:pt x="819302" y="44666"/>
                </a:lnTo>
                <a:lnTo>
                  <a:pt x="819670" y="44536"/>
                </a:lnTo>
                <a:lnTo>
                  <a:pt x="820041" y="44413"/>
                </a:lnTo>
                <a:lnTo>
                  <a:pt x="820415" y="44298"/>
                </a:lnTo>
                <a:lnTo>
                  <a:pt x="820792" y="44191"/>
                </a:lnTo>
                <a:lnTo>
                  <a:pt x="821172" y="44091"/>
                </a:lnTo>
                <a:lnTo>
                  <a:pt x="821556" y="43998"/>
                </a:lnTo>
                <a:lnTo>
                  <a:pt x="821943" y="43913"/>
                </a:lnTo>
                <a:lnTo>
                  <a:pt x="822333" y="43835"/>
                </a:lnTo>
                <a:lnTo>
                  <a:pt x="822726" y="43764"/>
                </a:lnTo>
                <a:lnTo>
                  <a:pt x="823123" y="43701"/>
                </a:lnTo>
                <a:lnTo>
                  <a:pt x="823522" y="43646"/>
                </a:lnTo>
                <a:lnTo>
                  <a:pt x="823925" y="43597"/>
                </a:lnTo>
                <a:lnTo>
                  <a:pt x="824331" y="43557"/>
                </a:lnTo>
                <a:lnTo>
                  <a:pt x="824740" y="43523"/>
                </a:lnTo>
                <a:lnTo>
                  <a:pt x="825153" y="43497"/>
                </a:lnTo>
                <a:lnTo>
                  <a:pt x="825568" y="43479"/>
                </a:lnTo>
                <a:lnTo>
                  <a:pt x="825987" y="43468"/>
                </a:lnTo>
                <a:lnTo>
                  <a:pt x="826409" y="43464"/>
                </a:lnTo>
                <a:lnTo>
                  <a:pt x="826836" y="43467"/>
                </a:lnTo>
                <a:lnTo>
                  <a:pt x="827257" y="43476"/>
                </a:lnTo>
                <a:lnTo>
                  <a:pt x="827673" y="43491"/>
                </a:lnTo>
                <a:lnTo>
                  <a:pt x="828083" y="43512"/>
                </a:lnTo>
                <a:lnTo>
                  <a:pt x="828487" y="43539"/>
                </a:lnTo>
                <a:lnTo>
                  <a:pt x="828886" y="43572"/>
                </a:lnTo>
                <a:lnTo>
                  <a:pt x="829279" y="43611"/>
                </a:lnTo>
                <a:lnTo>
                  <a:pt x="829667" y="43656"/>
                </a:lnTo>
                <a:lnTo>
                  <a:pt x="830049" y="43707"/>
                </a:lnTo>
                <a:lnTo>
                  <a:pt x="830425" y="43764"/>
                </a:lnTo>
                <a:lnTo>
                  <a:pt x="830795" y="43828"/>
                </a:lnTo>
                <a:lnTo>
                  <a:pt x="831160" y="43897"/>
                </a:lnTo>
                <a:lnTo>
                  <a:pt x="831520" y="43972"/>
                </a:lnTo>
                <a:lnTo>
                  <a:pt x="831874" y="44053"/>
                </a:lnTo>
                <a:lnTo>
                  <a:pt x="832222" y="44140"/>
                </a:lnTo>
                <a:lnTo>
                  <a:pt x="832564" y="44233"/>
                </a:lnTo>
                <a:lnTo>
                  <a:pt x="832901" y="44333"/>
                </a:lnTo>
                <a:lnTo>
                  <a:pt x="833232" y="44438"/>
                </a:lnTo>
                <a:lnTo>
                  <a:pt x="833558" y="44549"/>
                </a:lnTo>
                <a:lnTo>
                  <a:pt x="833878" y="44666"/>
                </a:lnTo>
                <a:lnTo>
                  <a:pt x="834192" y="44789"/>
                </a:lnTo>
                <a:lnTo>
                  <a:pt x="834501" y="44919"/>
                </a:lnTo>
                <a:lnTo>
                  <a:pt x="834804" y="45054"/>
                </a:lnTo>
                <a:lnTo>
                  <a:pt x="835102" y="45195"/>
                </a:lnTo>
                <a:lnTo>
                  <a:pt x="835393" y="45343"/>
                </a:lnTo>
                <a:lnTo>
                  <a:pt x="835679" y="45498"/>
                </a:lnTo>
                <a:lnTo>
                  <a:pt x="835959" y="45660"/>
                </a:lnTo>
                <a:lnTo>
                  <a:pt x="836233" y="45829"/>
                </a:lnTo>
                <a:lnTo>
                  <a:pt x="836502" y="46006"/>
                </a:lnTo>
                <a:lnTo>
                  <a:pt x="836764" y="46190"/>
                </a:lnTo>
                <a:lnTo>
                  <a:pt x="837020" y="46380"/>
                </a:lnTo>
                <a:lnTo>
                  <a:pt x="837271" y="46578"/>
                </a:lnTo>
                <a:lnTo>
                  <a:pt x="837515" y="46784"/>
                </a:lnTo>
                <a:lnTo>
                  <a:pt x="837754" y="46996"/>
                </a:lnTo>
                <a:lnTo>
                  <a:pt x="837987" y="47215"/>
                </a:lnTo>
                <a:lnTo>
                  <a:pt x="838214" y="47442"/>
                </a:lnTo>
                <a:lnTo>
                  <a:pt x="838435" y="47676"/>
                </a:lnTo>
                <a:lnTo>
                  <a:pt x="838651" y="47917"/>
                </a:lnTo>
                <a:lnTo>
                  <a:pt x="838860" y="48165"/>
                </a:lnTo>
                <a:lnTo>
                  <a:pt x="839063" y="48420"/>
                </a:lnTo>
                <a:lnTo>
                  <a:pt x="839261" y="48683"/>
                </a:lnTo>
                <a:lnTo>
                  <a:pt x="839453" y="48952"/>
                </a:lnTo>
                <a:lnTo>
                  <a:pt x="839639" y="49229"/>
                </a:lnTo>
                <a:lnTo>
                  <a:pt x="839818" y="49513"/>
                </a:lnTo>
                <a:lnTo>
                  <a:pt x="839993" y="49804"/>
                </a:lnTo>
                <a:lnTo>
                  <a:pt x="840161" y="50102"/>
                </a:lnTo>
                <a:lnTo>
                  <a:pt x="840323" y="50408"/>
                </a:lnTo>
                <a:lnTo>
                  <a:pt x="840479" y="50720"/>
                </a:lnTo>
                <a:lnTo>
                  <a:pt x="840630" y="51041"/>
                </a:lnTo>
                <a:lnTo>
                  <a:pt x="840774" y="51370"/>
                </a:lnTo>
                <a:lnTo>
                  <a:pt x="840911" y="51707"/>
                </a:lnTo>
                <a:lnTo>
                  <a:pt x="841042" y="52053"/>
                </a:lnTo>
                <a:lnTo>
                  <a:pt x="841167" y="52408"/>
                </a:lnTo>
                <a:lnTo>
                  <a:pt x="841285" y="52771"/>
                </a:lnTo>
                <a:lnTo>
                  <a:pt x="841397" y="53143"/>
                </a:lnTo>
                <a:lnTo>
                  <a:pt x="841503" y="53524"/>
                </a:lnTo>
                <a:lnTo>
                  <a:pt x="841602" y="53913"/>
                </a:lnTo>
                <a:lnTo>
                  <a:pt x="841694" y="54310"/>
                </a:lnTo>
                <a:lnTo>
                  <a:pt x="841781" y="54716"/>
                </a:lnTo>
                <a:lnTo>
                  <a:pt x="841861" y="55131"/>
                </a:lnTo>
                <a:lnTo>
                  <a:pt x="841934" y="55554"/>
                </a:lnTo>
                <a:lnTo>
                  <a:pt x="842001" y="55986"/>
                </a:lnTo>
                <a:lnTo>
                  <a:pt x="842062" y="56427"/>
                </a:lnTo>
                <a:lnTo>
                  <a:pt x="842117" y="56876"/>
                </a:lnTo>
                <a:lnTo>
                  <a:pt x="842164" y="57333"/>
                </a:lnTo>
                <a:lnTo>
                  <a:pt x="842206" y="57799"/>
                </a:lnTo>
                <a:lnTo>
                  <a:pt x="842241" y="58274"/>
                </a:lnTo>
                <a:lnTo>
                  <a:pt x="842270" y="58757"/>
                </a:lnTo>
                <a:lnTo>
                  <a:pt x="842292" y="59249"/>
                </a:lnTo>
                <a:lnTo>
                  <a:pt x="842308" y="59749"/>
                </a:lnTo>
                <a:lnTo>
                  <a:pt x="842318" y="60258"/>
                </a:lnTo>
                <a:lnTo>
                  <a:pt x="842321" y="60776"/>
                </a:lnTo>
                <a:lnTo>
                  <a:pt x="842321" y="113154"/>
                </a:lnTo>
                <a:lnTo>
                  <a:pt x="856023" y="113154"/>
                </a:lnTo>
                <a:lnTo>
                  <a:pt x="856023" y="60923"/>
                </a:lnTo>
                <a:lnTo>
                  <a:pt x="856020" y="60270"/>
                </a:lnTo>
                <a:lnTo>
                  <a:pt x="856011" y="59626"/>
                </a:lnTo>
                <a:lnTo>
                  <a:pt x="855996" y="58990"/>
                </a:lnTo>
                <a:lnTo>
                  <a:pt x="855974" y="58362"/>
                </a:lnTo>
                <a:lnTo>
                  <a:pt x="855947" y="57743"/>
                </a:lnTo>
                <a:lnTo>
                  <a:pt x="855913" y="57132"/>
                </a:lnTo>
                <a:lnTo>
                  <a:pt x="855873" y="56529"/>
                </a:lnTo>
                <a:lnTo>
                  <a:pt x="855827" y="55934"/>
                </a:lnTo>
                <a:lnTo>
                  <a:pt x="855775" y="55348"/>
                </a:lnTo>
                <a:lnTo>
                  <a:pt x="855716" y="54770"/>
                </a:lnTo>
                <a:lnTo>
                  <a:pt x="855652" y="54201"/>
                </a:lnTo>
                <a:lnTo>
                  <a:pt x="855581" y="53639"/>
                </a:lnTo>
                <a:lnTo>
                  <a:pt x="855505" y="53086"/>
                </a:lnTo>
                <a:lnTo>
                  <a:pt x="855422" y="52542"/>
                </a:lnTo>
                <a:lnTo>
                  <a:pt x="855333" y="52005"/>
                </a:lnTo>
                <a:lnTo>
                  <a:pt x="855238" y="51477"/>
                </a:lnTo>
                <a:lnTo>
                  <a:pt x="855136" y="50958"/>
                </a:lnTo>
                <a:lnTo>
                  <a:pt x="855029" y="50446"/>
                </a:lnTo>
                <a:lnTo>
                  <a:pt x="854915" y="49943"/>
                </a:lnTo>
                <a:lnTo>
                  <a:pt x="854796" y="49448"/>
                </a:lnTo>
                <a:lnTo>
                  <a:pt x="854670" y="48962"/>
                </a:lnTo>
                <a:lnTo>
                  <a:pt x="854538" y="48484"/>
                </a:lnTo>
                <a:lnTo>
                  <a:pt x="854400" y="48014"/>
                </a:lnTo>
                <a:lnTo>
                  <a:pt x="854255" y="47552"/>
                </a:lnTo>
                <a:lnTo>
                  <a:pt x="854105" y="47099"/>
                </a:lnTo>
                <a:lnTo>
                  <a:pt x="853950" y="46652"/>
                </a:lnTo>
                <a:lnTo>
                  <a:pt x="853789" y="46212"/>
                </a:lnTo>
                <a:lnTo>
                  <a:pt x="853622" y="45779"/>
                </a:lnTo>
                <a:lnTo>
                  <a:pt x="853450" y="45354"/>
                </a:lnTo>
                <a:lnTo>
                  <a:pt x="853272" y="44935"/>
                </a:lnTo>
                <a:lnTo>
                  <a:pt x="853089" y="44523"/>
                </a:lnTo>
                <a:lnTo>
                  <a:pt x="852901" y="44119"/>
                </a:lnTo>
                <a:lnTo>
                  <a:pt x="852707" y="43721"/>
                </a:lnTo>
                <a:lnTo>
                  <a:pt x="852507" y="43331"/>
                </a:lnTo>
                <a:lnTo>
                  <a:pt x="852302" y="42947"/>
                </a:lnTo>
                <a:lnTo>
                  <a:pt x="852091" y="42571"/>
                </a:lnTo>
                <a:lnTo>
                  <a:pt x="851875" y="42201"/>
                </a:lnTo>
                <a:lnTo>
                  <a:pt x="851654" y="41839"/>
                </a:lnTo>
                <a:lnTo>
                  <a:pt x="851427" y="41484"/>
                </a:lnTo>
                <a:lnTo>
                  <a:pt x="851194" y="41135"/>
                </a:lnTo>
                <a:lnTo>
                  <a:pt x="850956" y="40794"/>
                </a:lnTo>
                <a:lnTo>
                  <a:pt x="850712" y="40460"/>
                </a:lnTo>
                <a:lnTo>
                  <a:pt x="850463" y="40132"/>
                </a:lnTo>
                <a:lnTo>
                  <a:pt x="850209" y="39812"/>
                </a:lnTo>
                <a:lnTo>
                  <a:pt x="849949" y="39499"/>
                </a:lnTo>
                <a:lnTo>
                  <a:pt x="849683" y="39193"/>
                </a:lnTo>
                <a:lnTo>
                  <a:pt x="849412" y="38894"/>
                </a:lnTo>
                <a:lnTo>
                  <a:pt x="849135" y="38602"/>
                </a:lnTo>
                <a:lnTo>
                  <a:pt x="848854" y="38317"/>
                </a:lnTo>
                <a:lnTo>
                  <a:pt x="848567" y="38038"/>
                </a:lnTo>
                <a:lnTo>
                  <a:pt x="848276" y="37766"/>
                </a:lnTo>
                <a:lnTo>
                  <a:pt x="847980" y="37500"/>
                </a:lnTo>
                <a:lnTo>
                  <a:pt x="847680" y="37241"/>
                </a:lnTo>
                <a:lnTo>
                  <a:pt x="847374" y="36988"/>
                </a:lnTo>
                <a:lnTo>
                  <a:pt x="847064" y="36742"/>
                </a:lnTo>
                <a:lnTo>
                  <a:pt x="846749" y="36502"/>
                </a:lnTo>
                <a:lnTo>
                  <a:pt x="846430" y="36269"/>
                </a:lnTo>
                <a:lnTo>
                  <a:pt x="846106" y="36043"/>
                </a:lnTo>
                <a:lnTo>
                  <a:pt x="845777" y="35823"/>
                </a:lnTo>
                <a:lnTo>
                  <a:pt x="845443" y="35609"/>
                </a:lnTo>
                <a:lnTo>
                  <a:pt x="845104" y="35402"/>
                </a:lnTo>
                <a:lnTo>
                  <a:pt x="844761" y="35202"/>
                </a:lnTo>
                <a:lnTo>
                  <a:pt x="844413" y="35008"/>
                </a:lnTo>
                <a:lnTo>
                  <a:pt x="844061" y="34820"/>
                </a:lnTo>
                <a:lnTo>
                  <a:pt x="843703" y="34639"/>
                </a:lnTo>
                <a:lnTo>
                  <a:pt x="843341" y="34465"/>
                </a:lnTo>
                <a:lnTo>
                  <a:pt x="842974" y="34297"/>
                </a:lnTo>
                <a:lnTo>
                  <a:pt x="842603" y="34136"/>
                </a:lnTo>
                <a:lnTo>
                  <a:pt x="842226" y="33981"/>
                </a:lnTo>
                <a:lnTo>
                  <a:pt x="841845" y="33833"/>
                </a:lnTo>
                <a:lnTo>
                  <a:pt x="841459" y="33691"/>
                </a:lnTo>
                <a:lnTo>
                  <a:pt x="841069" y="33556"/>
                </a:lnTo>
                <a:lnTo>
                  <a:pt x="840674" y="33426"/>
                </a:lnTo>
                <a:lnTo>
                  <a:pt x="840275" y="33303"/>
                </a:lnTo>
                <a:lnTo>
                  <a:pt x="839872" y="33184"/>
                </a:lnTo>
                <a:lnTo>
                  <a:pt x="839464" y="33072"/>
                </a:lnTo>
                <a:lnTo>
                  <a:pt x="839053" y="32964"/>
                </a:lnTo>
                <a:lnTo>
                  <a:pt x="838638" y="32863"/>
                </a:lnTo>
                <a:lnTo>
                  <a:pt x="838218" y="32766"/>
                </a:lnTo>
                <a:lnTo>
                  <a:pt x="837795" y="32676"/>
                </a:lnTo>
                <a:lnTo>
                  <a:pt x="837367" y="32590"/>
                </a:lnTo>
                <a:lnTo>
                  <a:pt x="836935" y="32511"/>
                </a:lnTo>
                <a:lnTo>
                  <a:pt x="836499" y="32436"/>
                </a:lnTo>
                <a:lnTo>
                  <a:pt x="836059" y="32368"/>
                </a:lnTo>
                <a:lnTo>
                  <a:pt x="835615" y="32304"/>
                </a:lnTo>
                <a:lnTo>
                  <a:pt x="835167" y="32247"/>
                </a:lnTo>
                <a:lnTo>
                  <a:pt x="834715" y="32194"/>
                </a:lnTo>
                <a:lnTo>
                  <a:pt x="834259" y="32148"/>
                </a:lnTo>
                <a:lnTo>
                  <a:pt x="833798" y="32106"/>
                </a:lnTo>
                <a:lnTo>
                  <a:pt x="833334" y="32071"/>
                </a:lnTo>
                <a:lnTo>
                  <a:pt x="832865" y="32041"/>
                </a:lnTo>
                <a:lnTo>
                  <a:pt x="832392" y="32016"/>
                </a:lnTo>
                <a:lnTo>
                  <a:pt x="831916" y="31997"/>
                </a:lnTo>
                <a:lnTo>
                  <a:pt x="831435" y="31983"/>
                </a:lnTo>
                <a:lnTo>
                  <a:pt x="830950" y="31975"/>
                </a:lnTo>
                <a:lnTo>
                  <a:pt x="830461" y="31972"/>
                </a:lnTo>
                <a:lnTo>
                  <a:pt x="829861" y="31977"/>
                </a:lnTo>
                <a:lnTo>
                  <a:pt x="829266" y="31991"/>
                </a:lnTo>
                <a:lnTo>
                  <a:pt x="828676" y="32016"/>
                </a:lnTo>
                <a:lnTo>
                  <a:pt x="828090" y="32051"/>
                </a:lnTo>
                <a:lnTo>
                  <a:pt x="827509" y="32095"/>
                </a:lnTo>
                <a:lnTo>
                  <a:pt x="826932" y="32149"/>
                </a:lnTo>
                <a:lnTo>
                  <a:pt x="826359" y="32213"/>
                </a:lnTo>
                <a:lnTo>
                  <a:pt x="825791" y="32287"/>
                </a:lnTo>
                <a:lnTo>
                  <a:pt x="825227" y="32371"/>
                </a:lnTo>
                <a:lnTo>
                  <a:pt x="824668" y="32464"/>
                </a:lnTo>
                <a:lnTo>
                  <a:pt x="824114" y="32568"/>
                </a:lnTo>
                <a:lnTo>
                  <a:pt x="823564" y="32681"/>
                </a:lnTo>
                <a:lnTo>
                  <a:pt x="823018" y="32804"/>
                </a:lnTo>
                <a:lnTo>
                  <a:pt x="822477" y="32937"/>
                </a:lnTo>
                <a:lnTo>
                  <a:pt x="821940" y="33080"/>
                </a:lnTo>
                <a:lnTo>
                  <a:pt x="821408" y="33232"/>
                </a:lnTo>
                <a:lnTo>
                  <a:pt x="820880" y="33395"/>
                </a:lnTo>
                <a:lnTo>
                  <a:pt x="820357" y="33567"/>
                </a:lnTo>
                <a:lnTo>
                  <a:pt x="819838" y="33749"/>
                </a:lnTo>
                <a:lnTo>
                  <a:pt x="819324" y="33941"/>
                </a:lnTo>
                <a:lnTo>
                  <a:pt x="818814" y="34143"/>
                </a:lnTo>
                <a:lnTo>
                  <a:pt x="818308" y="34355"/>
                </a:lnTo>
                <a:lnTo>
                  <a:pt x="817807" y="34577"/>
                </a:lnTo>
                <a:lnTo>
                  <a:pt x="817311" y="34808"/>
                </a:lnTo>
                <a:lnTo>
                  <a:pt x="816820" y="35048"/>
                </a:lnTo>
                <a:lnTo>
                  <a:pt x="816334" y="35297"/>
                </a:lnTo>
                <a:lnTo>
                  <a:pt x="815854" y="35553"/>
                </a:lnTo>
                <a:lnTo>
                  <a:pt x="815380" y="35818"/>
                </a:lnTo>
                <a:lnTo>
                  <a:pt x="814912" y="36090"/>
                </a:lnTo>
                <a:lnTo>
                  <a:pt x="814449" y="36371"/>
                </a:lnTo>
                <a:lnTo>
                  <a:pt x="813993" y="36660"/>
                </a:lnTo>
                <a:lnTo>
                  <a:pt x="813542" y="36957"/>
                </a:lnTo>
                <a:lnTo>
                  <a:pt x="813096" y="37261"/>
                </a:lnTo>
                <a:lnTo>
                  <a:pt x="812657" y="37574"/>
                </a:lnTo>
                <a:lnTo>
                  <a:pt x="812223" y="37895"/>
                </a:lnTo>
                <a:lnTo>
                  <a:pt x="811795" y="38224"/>
                </a:lnTo>
                <a:lnTo>
                  <a:pt x="811373" y="38561"/>
                </a:lnTo>
                <a:lnTo>
                  <a:pt x="810956" y="38906"/>
                </a:lnTo>
                <a:lnTo>
                  <a:pt x="810546" y="39260"/>
                </a:lnTo>
                <a:lnTo>
                  <a:pt x="810141" y="39621"/>
                </a:lnTo>
                <a:lnTo>
                  <a:pt x="809741" y="39990"/>
                </a:lnTo>
                <a:lnTo>
                  <a:pt x="809348" y="40368"/>
                </a:lnTo>
                <a:lnTo>
                  <a:pt x="808960" y="40753"/>
                </a:lnTo>
                <a:lnTo>
                  <a:pt x="808578" y="41146"/>
                </a:lnTo>
                <a:lnTo>
                  <a:pt x="808202" y="41548"/>
                </a:lnTo>
                <a:lnTo>
                  <a:pt x="807832" y="41958"/>
                </a:lnTo>
                <a:lnTo>
                  <a:pt x="807467" y="42375"/>
                </a:lnTo>
                <a:lnTo>
                  <a:pt x="807108" y="42801"/>
                </a:lnTo>
                <a:lnTo>
                  <a:pt x="806755" y="43234"/>
                </a:lnTo>
                <a:lnTo>
                  <a:pt x="806653" y="43363"/>
                </a:lnTo>
                <a:lnTo>
                  <a:pt x="806224" y="33445"/>
                </a:lnTo>
                <a:lnTo>
                  <a:pt x="793332" y="33445"/>
                </a:lnTo>
                <a:lnTo>
                  <a:pt x="793332" y="113154"/>
                </a:lnTo>
                <a:lnTo>
                  <a:pt x="806961" y="113154"/>
                </a:lnTo>
                <a:lnTo>
                  <a:pt x="806961" y="56296"/>
                </a:lnTo>
                <a:lnTo>
                  <a:pt x="806988" y="56240"/>
                </a:lnTo>
                <a:lnTo>
                  <a:pt x="807175" y="55877"/>
                </a:lnTo>
                <a:lnTo>
                  <a:pt x="807366" y="55518"/>
                </a:lnTo>
                <a:lnTo>
                  <a:pt x="807562" y="55162"/>
                </a:lnTo>
                <a:close/>
                <a:moveTo>
                  <a:pt x="694905" y="68875"/>
                </a:moveTo>
                <a:lnTo>
                  <a:pt x="694882" y="68192"/>
                </a:lnTo>
                <a:lnTo>
                  <a:pt x="694852" y="67514"/>
                </a:lnTo>
                <a:lnTo>
                  <a:pt x="694815" y="66839"/>
                </a:lnTo>
                <a:lnTo>
                  <a:pt x="694772" y="66170"/>
                </a:lnTo>
                <a:lnTo>
                  <a:pt x="694722" y="65505"/>
                </a:lnTo>
                <a:lnTo>
                  <a:pt x="694666" y="64844"/>
                </a:lnTo>
                <a:lnTo>
                  <a:pt x="694602" y="64188"/>
                </a:lnTo>
                <a:lnTo>
                  <a:pt x="694533" y="63536"/>
                </a:lnTo>
                <a:lnTo>
                  <a:pt x="694456" y="62889"/>
                </a:lnTo>
                <a:lnTo>
                  <a:pt x="694373" y="62246"/>
                </a:lnTo>
                <a:lnTo>
                  <a:pt x="694283" y="61607"/>
                </a:lnTo>
                <a:lnTo>
                  <a:pt x="694187" y="60973"/>
                </a:lnTo>
                <a:lnTo>
                  <a:pt x="694084" y="60344"/>
                </a:lnTo>
                <a:lnTo>
                  <a:pt x="693974" y="59719"/>
                </a:lnTo>
                <a:lnTo>
                  <a:pt x="693858" y="59099"/>
                </a:lnTo>
                <a:lnTo>
                  <a:pt x="693735" y="58483"/>
                </a:lnTo>
                <a:lnTo>
                  <a:pt x="693605" y="57871"/>
                </a:lnTo>
                <a:lnTo>
                  <a:pt x="693469" y="57264"/>
                </a:lnTo>
                <a:lnTo>
                  <a:pt x="693326" y="56661"/>
                </a:lnTo>
                <a:lnTo>
                  <a:pt x="693176" y="56063"/>
                </a:lnTo>
                <a:lnTo>
                  <a:pt x="693020" y="55469"/>
                </a:lnTo>
                <a:lnTo>
                  <a:pt x="692856" y="54881"/>
                </a:lnTo>
                <a:lnTo>
                  <a:pt x="692686" y="54299"/>
                </a:lnTo>
                <a:lnTo>
                  <a:pt x="692509" y="53724"/>
                </a:lnTo>
                <a:lnTo>
                  <a:pt x="692324" y="53155"/>
                </a:lnTo>
                <a:lnTo>
                  <a:pt x="692132" y="52592"/>
                </a:lnTo>
                <a:lnTo>
                  <a:pt x="691933" y="52036"/>
                </a:lnTo>
                <a:lnTo>
                  <a:pt x="691727" y="51486"/>
                </a:lnTo>
                <a:lnTo>
                  <a:pt x="691514" y="50942"/>
                </a:lnTo>
                <a:lnTo>
                  <a:pt x="691293" y="50405"/>
                </a:lnTo>
                <a:lnTo>
                  <a:pt x="691065" y="49874"/>
                </a:lnTo>
                <a:lnTo>
                  <a:pt x="690831" y="49350"/>
                </a:lnTo>
                <a:lnTo>
                  <a:pt x="690589" y="48832"/>
                </a:lnTo>
                <a:lnTo>
                  <a:pt x="690339" y="48320"/>
                </a:lnTo>
                <a:lnTo>
                  <a:pt x="690083" y="47815"/>
                </a:lnTo>
                <a:lnTo>
                  <a:pt x="689820" y="47316"/>
                </a:lnTo>
                <a:lnTo>
                  <a:pt x="689549" y="46824"/>
                </a:lnTo>
                <a:lnTo>
                  <a:pt x="689271" y="46338"/>
                </a:lnTo>
                <a:lnTo>
                  <a:pt x="688986" y="45858"/>
                </a:lnTo>
                <a:lnTo>
                  <a:pt x="688694" y="45385"/>
                </a:lnTo>
                <a:lnTo>
                  <a:pt x="688395" y="44918"/>
                </a:lnTo>
                <a:lnTo>
                  <a:pt x="688089" y="44457"/>
                </a:lnTo>
                <a:lnTo>
                  <a:pt x="687775" y="44003"/>
                </a:lnTo>
                <a:lnTo>
                  <a:pt x="687454" y="43555"/>
                </a:lnTo>
                <a:lnTo>
                  <a:pt x="687126" y="43114"/>
                </a:lnTo>
                <a:lnTo>
                  <a:pt x="686791" y="42680"/>
                </a:lnTo>
                <a:lnTo>
                  <a:pt x="686448" y="42254"/>
                </a:lnTo>
                <a:lnTo>
                  <a:pt x="686097" y="41836"/>
                </a:lnTo>
                <a:lnTo>
                  <a:pt x="685738" y="41426"/>
                </a:lnTo>
                <a:lnTo>
                  <a:pt x="685371" y="41024"/>
                </a:lnTo>
                <a:lnTo>
                  <a:pt x="684997" y="40630"/>
                </a:lnTo>
                <a:lnTo>
                  <a:pt x="684615" y="40244"/>
                </a:lnTo>
                <a:lnTo>
                  <a:pt x="684225" y="39866"/>
                </a:lnTo>
                <a:lnTo>
                  <a:pt x="683827" y="39496"/>
                </a:lnTo>
                <a:lnTo>
                  <a:pt x="683421" y="39134"/>
                </a:lnTo>
                <a:lnTo>
                  <a:pt x="683008" y="38781"/>
                </a:lnTo>
                <a:lnTo>
                  <a:pt x="682586" y="38435"/>
                </a:lnTo>
                <a:lnTo>
                  <a:pt x="682157" y="38097"/>
                </a:lnTo>
                <a:lnTo>
                  <a:pt x="681721" y="37768"/>
                </a:lnTo>
                <a:lnTo>
                  <a:pt x="681276" y="37446"/>
                </a:lnTo>
                <a:lnTo>
                  <a:pt x="680824" y="37133"/>
                </a:lnTo>
                <a:lnTo>
                  <a:pt x="680363" y="36827"/>
                </a:lnTo>
                <a:lnTo>
                  <a:pt x="679895" y="36530"/>
                </a:lnTo>
                <a:lnTo>
                  <a:pt x="679419" y="36240"/>
                </a:lnTo>
                <a:lnTo>
                  <a:pt x="678936" y="35959"/>
                </a:lnTo>
                <a:lnTo>
                  <a:pt x="678444" y="35686"/>
                </a:lnTo>
                <a:lnTo>
                  <a:pt x="677945" y="35420"/>
                </a:lnTo>
                <a:lnTo>
                  <a:pt x="677438" y="35163"/>
                </a:lnTo>
                <a:lnTo>
                  <a:pt x="676923" y="34914"/>
                </a:lnTo>
                <a:lnTo>
                  <a:pt x="676400" y="34674"/>
                </a:lnTo>
                <a:lnTo>
                  <a:pt x="675870" y="34444"/>
                </a:lnTo>
                <a:lnTo>
                  <a:pt x="675331" y="34224"/>
                </a:lnTo>
                <a:lnTo>
                  <a:pt x="674784" y="34015"/>
                </a:lnTo>
                <a:lnTo>
                  <a:pt x="674229" y="33816"/>
                </a:lnTo>
                <a:lnTo>
                  <a:pt x="673666" y="33627"/>
                </a:lnTo>
                <a:lnTo>
                  <a:pt x="673095" y="33448"/>
                </a:lnTo>
                <a:lnTo>
                  <a:pt x="672515" y="33279"/>
                </a:lnTo>
                <a:lnTo>
                  <a:pt x="671928" y="33121"/>
                </a:lnTo>
                <a:lnTo>
                  <a:pt x="671333" y="32973"/>
                </a:lnTo>
                <a:lnTo>
                  <a:pt x="670730" y="32835"/>
                </a:lnTo>
                <a:lnTo>
                  <a:pt x="670118" y="32707"/>
                </a:lnTo>
                <a:lnTo>
                  <a:pt x="669499" y="32590"/>
                </a:lnTo>
                <a:lnTo>
                  <a:pt x="668871" y="32483"/>
                </a:lnTo>
                <a:lnTo>
                  <a:pt x="668236" y="32385"/>
                </a:lnTo>
                <a:lnTo>
                  <a:pt x="667592" y="32299"/>
                </a:lnTo>
                <a:lnTo>
                  <a:pt x="666940" y="32222"/>
                </a:lnTo>
                <a:lnTo>
                  <a:pt x="666281" y="32156"/>
                </a:lnTo>
                <a:lnTo>
                  <a:pt x="665613" y="32099"/>
                </a:lnTo>
                <a:lnTo>
                  <a:pt x="664937" y="32053"/>
                </a:lnTo>
                <a:lnTo>
                  <a:pt x="664253" y="32018"/>
                </a:lnTo>
                <a:lnTo>
                  <a:pt x="663561" y="31992"/>
                </a:lnTo>
                <a:lnTo>
                  <a:pt x="662861" y="31977"/>
                </a:lnTo>
                <a:lnTo>
                  <a:pt x="662153" y="31972"/>
                </a:lnTo>
                <a:lnTo>
                  <a:pt x="661595" y="31976"/>
                </a:lnTo>
                <a:lnTo>
                  <a:pt x="661039" y="31991"/>
                </a:lnTo>
                <a:lnTo>
                  <a:pt x="660484" y="32014"/>
                </a:lnTo>
                <a:lnTo>
                  <a:pt x="659931" y="32047"/>
                </a:lnTo>
                <a:lnTo>
                  <a:pt x="659379" y="32090"/>
                </a:lnTo>
                <a:lnTo>
                  <a:pt x="658829" y="32142"/>
                </a:lnTo>
                <a:lnTo>
                  <a:pt x="658280" y="32204"/>
                </a:lnTo>
                <a:lnTo>
                  <a:pt x="657733" y="32275"/>
                </a:lnTo>
                <a:lnTo>
                  <a:pt x="657187" y="32355"/>
                </a:lnTo>
                <a:lnTo>
                  <a:pt x="656643" y="32445"/>
                </a:lnTo>
                <a:lnTo>
                  <a:pt x="656101" y="32544"/>
                </a:lnTo>
                <a:lnTo>
                  <a:pt x="655560" y="32653"/>
                </a:lnTo>
                <a:lnTo>
                  <a:pt x="655020" y="32771"/>
                </a:lnTo>
                <a:lnTo>
                  <a:pt x="654482" y="32899"/>
                </a:lnTo>
                <a:lnTo>
                  <a:pt x="653946" y="33036"/>
                </a:lnTo>
                <a:lnTo>
                  <a:pt x="653411" y="33183"/>
                </a:lnTo>
                <a:lnTo>
                  <a:pt x="652878" y="33339"/>
                </a:lnTo>
                <a:lnTo>
                  <a:pt x="652346" y="33505"/>
                </a:lnTo>
                <a:lnTo>
                  <a:pt x="651816" y="33680"/>
                </a:lnTo>
                <a:lnTo>
                  <a:pt x="651287" y="33865"/>
                </a:lnTo>
                <a:lnTo>
                  <a:pt x="650760" y="34059"/>
                </a:lnTo>
                <a:lnTo>
                  <a:pt x="650234" y="34262"/>
                </a:lnTo>
                <a:lnTo>
                  <a:pt x="649710" y="34475"/>
                </a:lnTo>
                <a:lnTo>
                  <a:pt x="649187" y="34697"/>
                </a:lnTo>
                <a:lnTo>
                  <a:pt x="648668" y="34929"/>
                </a:lnTo>
                <a:lnTo>
                  <a:pt x="648153" y="35170"/>
                </a:lnTo>
                <a:lnTo>
                  <a:pt x="647643" y="35419"/>
                </a:lnTo>
                <a:lnTo>
                  <a:pt x="647137" y="35678"/>
                </a:lnTo>
                <a:lnTo>
                  <a:pt x="646636" y="35945"/>
                </a:lnTo>
                <a:lnTo>
                  <a:pt x="646139" y="36221"/>
                </a:lnTo>
                <a:lnTo>
                  <a:pt x="645647" y="36507"/>
                </a:lnTo>
                <a:lnTo>
                  <a:pt x="645160" y="36801"/>
                </a:lnTo>
                <a:lnTo>
                  <a:pt x="644678" y="37104"/>
                </a:lnTo>
                <a:lnTo>
                  <a:pt x="644199" y="37417"/>
                </a:lnTo>
                <a:lnTo>
                  <a:pt x="643726" y="37738"/>
                </a:lnTo>
                <a:lnTo>
                  <a:pt x="643257" y="38068"/>
                </a:lnTo>
                <a:lnTo>
                  <a:pt x="642793" y="38407"/>
                </a:lnTo>
                <a:lnTo>
                  <a:pt x="642333" y="38755"/>
                </a:lnTo>
                <a:lnTo>
                  <a:pt x="641878" y="39112"/>
                </a:lnTo>
                <a:lnTo>
                  <a:pt x="641428" y="39478"/>
                </a:lnTo>
                <a:lnTo>
                  <a:pt x="640982" y="39853"/>
                </a:lnTo>
                <a:lnTo>
                  <a:pt x="640541" y="40236"/>
                </a:lnTo>
                <a:lnTo>
                  <a:pt x="640104" y="40629"/>
                </a:lnTo>
                <a:lnTo>
                  <a:pt x="639672" y="41031"/>
                </a:lnTo>
                <a:lnTo>
                  <a:pt x="639245" y="41442"/>
                </a:lnTo>
                <a:lnTo>
                  <a:pt x="638822" y="41861"/>
                </a:lnTo>
                <a:lnTo>
                  <a:pt x="638404" y="42290"/>
                </a:lnTo>
                <a:lnTo>
                  <a:pt x="637990" y="42727"/>
                </a:lnTo>
                <a:lnTo>
                  <a:pt x="637582" y="43173"/>
                </a:lnTo>
                <a:lnTo>
                  <a:pt x="637182" y="43627"/>
                </a:lnTo>
                <a:lnTo>
                  <a:pt x="636788" y="44090"/>
                </a:lnTo>
                <a:lnTo>
                  <a:pt x="636402" y="44560"/>
                </a:lnTo>
                <a:lnTo>
                  <a:pt x="636023" y="45038"/>
                </a:lnTo>
                <a:lnTo>
                  <a:pt x="635651" y="45524"/>
                </a:lnTo>
                <a:lnTo>
                  <a:pt x="635286" y="46019"/>
                </a:lnTo>
                <a:lnTo>
                  <a:pt x="634929" y="46521"/>
                </a:lnTo>
                <a:lnTo>
                  <a:pt x="634578" y="47032"/>
                </a:lnTo>
                <a:lnTo>
                  <a:pt x="634235" y="47550"/>
                </a:lnTo>
                <a:lnTo>
                  <a:pt x="633899" y="48077"/>
                </a:lnTo>
                <a:lnTo>
                  <a:pt x="633570" y="48611"/>
                </a:lnTo>
                <a:lnTo>
                  <a:pt x="633248" y="49154"/>
                </a:lnTo>
                <a:lnTo>
                  <a:pt x="632933" y="49705"/>
                </a:lnTo>
                <a:lnTo>
                  <a:pt x="632626" y="50264"/>
                </a:lnTo>
                <a:lnTo>
                  <a:pt x="632326" y="50831"/>
                </a:lnTo>
                <a:lnTo>
                  <a:pt x="632033" y="51406"/>
                </a:lnTo>
                <a:lnTo>
                  <a:pt x="631747" y="51989"/>
                </a:lnTo>
                <a:lnTo>
                  <a:pt x="631468" y="52580"/>
                </a:lnTo>
                <a:lnTo>
                  <a:pt x="631196" y="53179"/>
                </a:lnTo>
                <a:lnTo>
                  <a:pt x="630932" y="53786"/>
                </a:lnTo>
                <a:lnTo>
                  <a:pt x="630674" y="54401"/>
                </a:lnTo>
                <a:lnTo>
                  <a:pt x="630424" y="55025"/>
                </a:lnTo>
                <a:lnTo>
                  <a:pt x="630181" y="55656"/>
                </a:lnTo>
                <a:lnTo>
                  <a:pt x="629947" y="56295"/>
                </a:lnTo>
                <a:lnTo>
                  <a:pt x="629722" y="56941"/>
                </a:lnTo>
                <a:lnTo>
                  <a:pt x="629508" y="57595"/>
                </a:lnTo>
                <a:lnTo>
                  <a:pt x="629303" y="58256"/>
                </a:lnTo>
                <a:lnTo>
                  <a:pt x="629109" y="58924"/>
                </a:lnTo>
                <a:lnTo>
                  <a:pt x="628924" y="59599"/>
                </a:lnTo>
                <a:lnTo>
                  <a:pt x="628750" y="60282"/>
                </a:lnTo>
                <a:lnTo>
                  <a:pt x="628585" y="60972"/>
                </a:lnTo>
                <a:lnTo>
                  <a:pt x="628430" y="61670"/>
                </a:lnTo>
                <a:lnTo>
                  <a:pt x="628286" y="62374"/>
                </a:lnTo>
                <a:lnTo>
                  <a:pt x="628151" y="63086"/>
                </a:lnTo>
                <a:lnTo>
                  <a:pt x="628026" y="63805"/>
                </a:lnTo>
                <a:lnTo>
                  <a:pt x="627912" y="64532"/>
                </a:lnTo>
                <a:lnTo>
                  <a:pt x="627807" y="65266"/>
                </a:lnTo>
                <a:lnTo>
                  <a:pt x="627712" y="66007"/>
                </a:lnTo>
                <a:lnTo>
                  <a:pt x="627627" y="66755"/>
                </a:lnTo>
                <a:lnTo>
                  <a:pt x="627552" y="67511"/>
                </a:lnTo>
                <a:lnTo>
                  <a:pt x="627488" y="68274"/>
                </a:lnTo>
                <a:lnTo>
                  <a:pt x="627433" y="69044"/>
                </a:lnTo>
                <a:lnTo>
                  <a:pt x="627388" y="69822"/>
                </a:lnTo>
                <a:lnTo>
                  <a:pt x="627353" y="70606"/>
                </a:lnTo>
                <a:lnTo>
                  <a:pt x="627328" y="71399"/>
                </a:lnTo>
                <a:lnTo>
                  <a:pt x="627313" y="72198"/>
                </a:lnTo>
                <a:lnTo>
                  <a:pt x="627308" y="73005"/>
                </a:lnTo>
                <a:lnTo>
                  <a:pt x="627308" y="76099"/>
                </a:lnTo>
                <a:lnTo>
                  <a:pt x="627313" y="76796"/>
                </a:lnTo>
                <a:lnTo>
                  <a:pt x="627326" y="77489"/>
                </a:lnTo>
                <a:lnTo>
                  <a:pt x="627348" y="78178"/>
                </a:lnTo>
                <a:lnTo>
                  <a:pt x="627380" y="78861"/>
                </a:lnTo>
                <a:lnTo>
                  <a:pt x="627420" y="79540"/>
                </a:lnTo>
                <a:lnTo>
                  <a:pt x="627469" y="80215"/>
                </a:lnTo>
                <a:lnTo>
                  <a:pt x="627527" y="80885"/>
                </a:lnTo>
                <a:lnTo>
                  <a:pt x="627595" y="81550"/>
                </a:lnTo>
                <a:lnTo>
                  <a:pt x="627671" y="82211"/>
                </a:lnTo>
                <a:lnTo>
                  <a:pt x="627756" y="82867"/>
                </a:lnTo>
                <a:lnTo>
                  <a:pt x="627850" y="83518"/>
                </a:lnTo>
                <a:lnTo>
                  <a:pt x="627953" y="84165"/>
                </a:lnTo>
                <a:lnTo>
                  <a:pt x="628065" y="84808"/>
                </a:lnTo>
                <a:lnTo>
                  <a:pt x="628185" y="85445"/>
                </a:lnTo>
                <a:lnTo>
                  <a:pt x="628315" y="86078"/>
                </a:lnTo>
                <a:lnTo>
                  <a:pt x="628454" y="86707"/>
                </a:lnTo>
                <a:lnTo>
                  <a:pt x="628602" y="87331"/>
                </a:lnTo>
                <a:lnTo>
                  <a:pt x="628758" y="87950"/>
                </a:lnTo>
                <a:lnTo>
                  <a:pt x="628924" y="88565"/>
                </a:lnTo>
                <a:lnTo>
                  <a:pt x="629099" y="89175"/>
                </a:lnTo>
                <a:lnTo>
                  <a:pt x="629282" y="89780"/>
                </a:lnTo>
                <a:lnTo>
                  <a:pt x="629475" y="90381"/>
                </a:lnTo>
                <a:lnTo>
                  <a:pt x="629676" y="90977"/>
                </a:lnTo>
                <a:lnTo>
                  <a:pt x="629886" y="91569"/>
                </a:lnTo>
                <a:lnTo>
                  <a:pt x="630105" y="92155"/>
                </a:lnTo>
                <a:lnTo>
                  <a:pt x="630332" y="92734"/>
                </a:lnTo>
                <a:lnTo>
                  <a:pt x="630566" y="93307"/>
                </a:lnTo>
                <a:lnTo>
                  <a:pt x="630808" y="93873"/>
                </a:lnTo>
                <a:lnTo>
                  <a:pt x="631058" y="94432"/>
                </a:lnTo>
                <a:lnTo>
                  <a:pt x="631316" y="94985"/>
                </a:lnTo>
                <a:lnTo>
                  <a:pt x="631582" y="95531"/>
                </a:lnTo>
                <a:lnTo>
                  <a:pt x="631855" y="96071"/>
                </a:lnTo>
                <a:lnTo>
                  <a:pt x="632136" y="96604"/>
                </a:lnTo>
                <a:lnTo>
                  <a:pt x="632425" y="97130"/>
                </a:lnTo>
                <a:lnTo>
                  <a:pt x="632722" y="97649"/>
                </a:lnTo>
                <a:lnTo>
                  <a:pt x="633027" y="98162"/>
                </a:lnTo>
                <a:lnTo>
                  <a:pt x="633339" y="98668"/>
                </a:lnTo>
                <a:lnTo>
                  <a:pt x="633659" y="99168"/>
                </a:lnTo>
                <a:lnTo>
                  <a:pt x="633987" y="99661"/>
                </a:lnTo>
                <a:lnTo>
                  <a:pt x="634323" y="100147"/>
                </a:lnTo>
                <a:lnTo>
                  <a:pt x="634666" y="100627"/>
                </a:lnTo>
                <a:lnTo>
                  <a:pt x="635018" y="101100"/>
                </a:lnTo>
                <a:lnTo>
                  <a:pt x="635377" y="101566"/>
                </a:lnTo>
                <a:lnTo>
                  <a:pt x="635744" y="102026"/>
                </a:lnTo>
                <a:lnTo>
                  <a:pt x="636119" y="102479"/>
                </a:lnTo>
                <a:lnTo>
                  <a:pt x="636501" y="102925"/>
                </a:lnTo>
                <a:lnTo>
                  <a:pt x="636892" y="103365"/>
                </a:lnTo>
                <a:lnTo>
                  <a:pt x="637290" y="103798"/>
                </a:lnTo>
                <a:lnTo>
                  <a:pt x="637695" y="104223"/>
                </a:lnTo>
                <a:lnTo>
                  <a:pt x="638108" y="104641"/>
                </a:lnTo>
                <a:lnTo>
                  <a:pt x="638526" y="105051"/>
                </a:lnTo>
                <a:lnTo>
                  <a:pt x="638952" y="105452"/>
                </a:lnTo>
                <a:lnTo>
                  <a:pt x="639384" y="105846"/>
                </a:lnTo>
                <a:lnTo>
                  <a:pt x="639822" y="106231"/>
                </a:lnTo>
                <a:lnTo>
                  <a:pt x="640268" y="106608"/>
                </a:lnTo>
                <a:lnTo>
                  <a:pt x="640720" y="106978"/>
                </a:lnTo>
                <a:lnTo>
                  <a:pt x="641178" y="107339"/>
                </a:lnTo>
                <a:lnTo>
                  <a:pt x="641644" y="107692"/>
                </a:lnTo>
                <a:lnTo>
                  <a:pt x="642116" y="108037"/>
                </a:lnTo>
                <a:lnTo>
                  <a:pt x="642594" y="108374"/>
                </a:lnTo>
                <a:lnTo>
                  <a:pt x="643079" y="108703"/>
                </a:lnTo>
                <a:lnTo>
                  <a:pt x="643571" y="109024"/>
                </a:lnTo>
                <a:lnTo>
                  <a:pt x="644070" y="109337"/>
                </a:lnTo>
                <a:lnTo>
                  <a:pt x="644575" y="109642"/>
                </a:lnTo>
                <a:lnTo>
                  <a:pt x="645087" y="109939"/>
                </a:lnTo>
                <a:lnTo>
                  <a:pt x="645605" y="110228"/>
                </a:lnTo>
                <a:lnTo>
                  <a:pt x="646130" y="110508"/>
                </a:lnTo>
                <a:lnTo>
                  <a:pt x="646662" y="110781"/>
                </a:lnTo>
                <a:lnTo>
                  <a:pt x="647201" y="111045"/>
                </a:lnTo>
                <a:lnTo>
                  <a:pt x="647746" y="111302"/>
                </a:lnTo>
                <a:lnTo>
                  <a:pt x="648297" y="111550"/>
                </a:lnTo>
                <a:lnTo>
                  <a:pt x="648856" y="111791"/>
                </a:lnTo>
                <a:lnTo>
                  <a:pt x="649420" y="112022"/>
                </a:lnTo>
                <a:lnTo>
                  <a:pt x="649990" y="112244"/>
                </a:lnTo>
                <a:lnTo>
                  <a:pt x="650566" y="112455"/>
                </a:lnTo>
                <a:lnTo>
                  <a:pt x="651147" y="112657"/>
                </a:lnTo>
                <a:lnTo>
                  <a:pt x="651733" y="112849"/>
                </a:lnTo>
                <a:lnTo>
                  <a:pt x="652325" y="113032"/>
                </a:lnTo>
                <a:lnTo>
                  <a:pt x="652923" y="113204"/>
                </a:lnTo>
                <a:lnTo>
                  <a:pt x="653526" y="113366"/>
                </a:lnTo>
                <a:lnTo>
                  <a:pt x="654134" y="113519"/>
                </a:lnTo>
                <a:lnTo>
                  <a:pt x="654748" y="113662"/>
                </a:lnTo>
                <a:lnTo>
                  <a:pt x="655367" y="113795"/>
                </a:lnTo>
                <a:lnTo>
                  <a:pt x="655992" y="113918"/>
                </a:lnTo>
                <a:lnTo>
                  <a:pt x="656623" y="114031"/>
                </a:lnTo>
                <a:lnTo>
                  <a:pt x="657259" y="114134"/>
                </a:lnTo>
                <a:lnTo>
                  <a:pt x="657900" y="114228"/>
                </a:lnTo>
                <a:lnTo>
                  <a:pt x="658547" y="114312"/>
                </a:lnTo>
                <a:lnTo>
                  <a:pt x="659200" y="114386"/>
                </a:lnTo>
                <a:lnTo>
                  <a:pt x="659858" y="114450"/>
                </a:lnTo>
                <a:lnTo>
                  <a:pt x="660521" y="114504"/>
                </a:lnTo>
                <a:lnTo>
                  <a:pt x="661190" y="114548"/>
                </a:lnTo>
                <a:lnTo>
                  <a:pt x="661865" y="114583"/>
                </a:lnTo>
                <a:lnTo>
                  <a:pt x="662544" y="114607"/>
                </a:lnTo>
                <a:lnTo>
                  <a:pt x="663230" y="114622"/>
                </a:lnTo>
                <a:lnTo>
                  <a:pt x="663921" y="114627"/>
                </a:lnTo>
                <a:lnTo>
                  <a:pt x="664574" y="114623"/>
                </a:lnTo>
                <a:lnTo>
                  <a:pt x="665220" y="114612"/>
                </a:lnTo>
                <a:lnTo>
                  <a:pt x="665859" y="114592"/>
                </a:lnTo>
                <a:lnTo>
                  <a:pt x="666490" y="114565"/>
                </a:lnTo>
                <a:lnTo>
                  <a:pt x="667114" y="114531"/>
                </a:lnTo>
                <a:lnTo>
                  <a:pt x="667731" y="114489"/>
                </a:lnTo>
                <a:lnTo>
                  <a:pt x="668340" y="114439"/>
                </a:lnTo>
                <a:lnTo>
                  <a:pt x="668943" y="114381"/>
                </a:lnTo>
                <a:lnTo>
                  <a:pt x="669537" y="114316"/>
                </a:lnTo>
                <a:lnTo>
                  <a:pt x="670125" y="114243"/>
                </a:lnTo>
                <a:lnTo>
                  <a:pt x="670705" y="114163"/>
                </a:lnTo>
                <a:lnTo>
                  <a:pt x="671278" y="114074"/>
                </a:lnTo>
                <a:lnTo>
                  <a:pt x="671844" y="113978"/>
                </a:lnTo>
                <a:lnTo>
                  <a:pt x="672403" y="113875"/>
                </a:lnTo>
                <a:lnTo>
                  <a:pt x="672954" y="113764"/>
                </a:lnTo>
                <a:lnTo>
                  <a:pt x="673498" y="113645"/>
                </a:lnTo>
                <a:lnTo>
                  <a:pt x="674034" y="113518"/>
                </a:lnTo>
                <a:lnTo>
                  <a:pt x="674564" y="113384"/>
                </a:lnTo>
                <a:lnTo>
                  <a:pt x="675086" y="113242"/>
                </a:lnTo>
                <a:lnTo>
                  <a:pt x="675600" y="113092"/>
                </a:lnTo>
                <a:lnTo>
                  <a:pt x="676108" y="112935"/>
                </a:lnTo>
                <a:lnTo>
                  <a:pt x="676608" y="112770"/>
                </a:lnTo>
                <a:lnTo>
                  <a:pt x="677101" y="112597"/>
                </a:lnTo>
                <a:lnTo>
                  <a:pt x="677586" y="112417"/>
                </a:lnTo>
                <a:lnTo>
                  <a:pt x="678065" y="112230"/>
                </a:lnTo>
                <a:lnTo>
                  <a:pt x="678538" y="112039"/>
                </a:lnTo>
                <a:lnTo>
                  <a:pt x="679004" y="111844"/>
                </a:lnTo>
                <a:lnTo>
                  <a:pt x="679464" y="111643"/>
                </a:lnTo>
                <a:lnTo>
                  <a:pt x="679917" y="111438"/>
                </a:lnTo>
                <a:lnTo>
                  <a:pt x="680365" y="111229"/>
                </a:lnTo>
                <a:lnTo>
                  <a:pt x="680806" y="111015"/>
                </a:lnTo>
                <a:lnTo>
                  <a:pt x="681241" y="110796"/>
                </a:lnTo>
                <a:lnTo>
                  <a:pt x="681670" y="110573"/>
                </a:lnTo>
                <a:lnTo>
                  <a:pt x="682092" y="110345"/>
                </a:lnTo>
                <a:lnTo>
                  <a:pt x="682508" y="110112"/>
                </a:lnTo>
                <a:lnTo>
                  <a:pt x="682918" y="109875"/>
                </a:lnTo>
                <a:lnTo>
                  <a:pt x="683322" y="109634"/>
                </a:lnTo>
                <a:lnTo>
                  <a:pt x="683719" y="109387"/>
                </a:lnTo>
                <a:lnTo>
                  <a:pt x="684110" y="109136"/>
                </a:lnTo>
                <a:lnTo>
                  <a:pt x="684495" y="108881"/>
                </a:lnTo>
                <a:lnTo>
                  <a:pt x="684873" y="108621"/>
                </a:lnTo>
                <a:lnTo>
                  <a:pt x="685245" y="108356"/>
                </a:lnTo>
                <a:lnTo>
                  <a:pt x="685611" y="108087"/>
                </a:lnTo>
                <a:lnTo>
                  <a:pt x="685971" y="107813"/>
                </a:lnTo>
                <a:lnTo>
                  <a:pt x="686325" y="107534"/>
                </a:lnTo>
                <a:lnTo>
                  <a:pt x="686672" y="107251"/>
                </a:lnTo>
                <a:lnTo>
                  <a:pt x="687013" y="106963"/>
                </a:lnTo>
                <a:lnTo>
                  <a:pt x="687347" y="106671"/>
                </a:lnTo>
                <a:lnTo>
                  <a:pt x="687676" y="106375"/>
                </a:lnTo>
                <a:lnTo>
                  <a:pt x="688001" y="106079"/>
                </a:lnTo>
                <a:lnTo>
                  <a:pt x="688320" y="105781"/>
                </a:lnTo>
                <a:lnTo>
                  <a:pt x="688634" y="105482"/>
                </a:lnTo>
                <a:lnTo>
                  <a:pt x="688944" y="105181"/>
                </a:lnTo>
                <a:lnTo>
                  <a:pt x="689249" y="104880"/>
                </a:lnTo>
                <a:lnTo>
                  <a:pt x="689549" y="104577"/>
                </a:lnTo>
                <a:lnTo>
                  <a:pt x="689844" y="104272"/>
                </a:lnTo>
                <a:lnTo>
                  <a:pt x="690134" y="103967"/>
                </a:lnTo>
                <a:lnTo>
                  <a:pt x="690419" y="103660"/>
                </a:lnTo>
                <a:lnTo>
                  <a:pt x="690700" y="103352"/>
                </a:lnTo>
                <a:lnTo>
                  <a:pt x="690975" y="103043"/>
                </a:lnTo>
                <a:lnTo>
                  <a:pt x="691246" y="102732"/>
                </a:lnTo>
                <a:lnTo>
                  <a:pt x="691512" y="102420"/>
                </a:lnTo>
                <a:lnTo>
                  <a:pt x="691773" y="102107"/>
                </a:lnTo>
                <a:lnTo>
                  <a:pt x="692029" y="101792"/>
                </a:lnTo>
                <a:lnTo>
                  <a:pt x="692281" y="101477"/>
                </a:lnTo>
                <a:lnTo>
                  <a:pt x="692527" y="101160"/>
                </a:lnTo>
                <a:lnTo>
                  <a:pt x="692769" y="100841"/>
                </a:lnTo>
                <a:lnTo>
                  <a:pt x="693005" y="100522"/>
                </a:lnTo>
                <a:lnTo>
                  <a:pt x="693237" y="100201"/>
                </a:lnTo>
                <a:lnTo>
                  <a:pt x="693464" y="99879"/>
                </a:lnTo>
                <a:lnTo>
                  <a:pt x="693686" y="99555"/>
                </a:lnTo>
                <a:lnTo>
                  <a:pt x="693904" y="99230"/>
                </a:lnTo>
                <a:lnTo>
                  <a:pt x="685653" y="92674"/>
                </a:lnTo>
                <a:lnTo>
                  <a:pt x="685338" y="93082"/>
                </a:lnTo>
                <a:lnTo>
                  <a:pt x="685018" y="93483"/>
                </a:lnTo>
                <a:lnTo>
                  <a:pt x="684694" y="93877"/>
                </a:lnTo>
                <a:lnTo>
                  <a:pt x="684366" y="94264"/>
                </a:lnTo>
                <a:lnTo>
                  <a:pt x="684033" y="94644"/>
                </a:lnTo>
                <a:lnTo>
                  <a:pt x="683696" y="95017"/>
                </a:lnTo>
                <a:lnTo>
                  <a:pt x="683355" y="95384"/>
                </a:lnTo>
                <a:lnTo>
                  <a:pt x="683009" y="95743"/>
                </a:lnTo>
                <a:lnTo>
                  <a:pt x="682659" y="96096"/>
                </a:lnTo>
                <a:lnTo>
                  <a:pt x="682305" y="96442"/>
                </a:lnTo>
                <a:lnTo>
                  <a:pt x="681946" y="96781"/>
                </a:lnTo>
                <a:lnTo>
                  <a:pt x="681583" y="97112"/>
                </a:lnTo>
                <a:lnTo>
                  <a:pt x="681215" y="97437"/>
                </a:lnTo>
                <a:lnTo>
                  <a:pt x="680843" y="97755"/>
                </a:lnTo>
                <a:lnTo>
                  <a:pt x="680467" y="98067"/>
                </a:lnTo>
                <a:lnTo>
                  <a:pt x="680087" y="98371"/>
                </a:lnTo>
                <a:lnTo>
                  <a:pt x="679702" y="98668"/>
                </a:lnTo>
                <a:lnTo>
                  <a:pt x="679313" y="98959"/>
                </a:lnTo>
                <a:lnTo>
                  <a:pt x="678919" y="99242"/>
                </a:lnTo>
                <a:lnTo>
                  <a:pt x="678521" y="99519"/>
                </a:lnTo>
                <a:lnTo>
                  <a:pt x="678119" y="99789"/>
                </a:lnTo>
                <a:lnTo>
                  <a:pt x="677713" y="100051"/>
                </a:lnTo>
                <a:lnTo>
                  <a:pt x="677302" y="100307"/>
                </a:lnTo>
                <a:lnTo>
                  <a:pt x="676886" y="100556"/>
                </a:lnTo>
                <a:lnTo>
                  <a:pt x="676465" y="100797"/>
                </a:lnTo>
                <a:lnTo>
                  <a:pt x="676036" y="101027"/>
                </a:lnTo>
                <a:lnTo>
                  <a:pt x="675600" y="101247"/>
                </a:lnTo>
                <a:lnTo>
                  <a:pt x="675155" y="101457"/>
                </a:lnTo>
                <a:lnTo>
                  <a:pt x="674703" y="101656"/>
                </a:lnTo>
                <a:lnTo>
                  <a:pt x="674244" y="101846"/>
                </a:lnTo>
                <a:lnTo>
                  <a:pt x="673776" y="102025"/>
                </a:lnTo>
                <a:lnTo>
                  <a:pt x="673301" y="102193"/>
                </a:lnTo>
                <a:lnTo>
                  <a:pt x="672819" y="102352"/>
                </a:lnTo>
                <a:lnTo>
                  <a:pt x="672328" y="102500"/>
                </a:lnTo>
                <a:lnTo>
                  <a:pt x="671830" y="102638"/>
                </a:lnTo>
                <a:lnTo>
                  <a:pt x="671325" y="102766"/>
                </a:lnTo>
                <a:lnTo>
                  <a:pt x="670811" y="102884"/>
                </a:lnTo>
                <a:lnTo>
                  <a:pt x="670290" y="102991"/>
                </a:lnTo>
                <a:lnTo>
                  <a:pt x="669761" y="103089"/>
                </a:lnTo>
                <a:lnTo>
                  <a:pt x="669225" y="103176"/>
                </a:lnTo>
                <a:lnTo>
                  <a:pt x="668681" y="103252"/>
                </a:lnTo>
                <a:lnTo>
                  <a:pt x="668129" y="103319"/>
                </a:lnTo>
                <a:lnTo>
                  <a:pt x="667570" y="103375"/>
                </a:lnTo>
                <a:lnTo>
                  <a:pt x="667003" y="103421"/>
                </a:lnTo>
                <a:lnTo>
                  <a:pt x="666428" y="103457"/>
                </a:lnTo>
                <a:lnTo>
                  <a:pt x="665845" y="103483"/>
                </a:lnTo>
                <a:lnTo>
                  <a:pt x="665255" y="103498"/>
                </a:lnTo>
                <a:lnTo>
                  <a:pt x="664658" y="103503"/>
                </a:lnTo>
                <a:lnTo>
                  <a:pt x="664193" y="103499"/>
                </a:lnTo>
                <a:lnTo>
                  <a:pt x="663733" y="103488"/>
                </a:lnTo>
                <a:lnTo>
                  <a:pt x="663277" y="103470"/>
                </a:lnTo>
                <a:lnTo>
                  <a:pt x="662825" y="103444"/>
                </a:lnTo>
                <a:lnTo>
                  <a:pt x="662378" y="103410"/>
                </a:lnTo>
                <a:lnTo>
                  <a:pt x="661934" y="103370"/>
                </a:lnTo>
                <a:lnTo>
                  <a:pt x="661495" y="103321"/>
                </a:lnTo>
                <a:lnTo>
                  <a:pt x="661060" y="103266"/>
                </a:lnTo>
                <a:lnTo>
                  <a:pt x="660629" y="103203"/>
                </a:lnTo>
                <a:lnTo>
                  <a:pt x="660203" y="103132"/>
                </a:lnTo>
                <a:lnTo>
                  <a:pt x="659781" y="103054"/>
                </a:lnTo>
                <a:lnTo>
                  <a:pt x="659363" y="102969"/>
                </a:lnTo>
                <a:lnTo>
                  <a:pt x="658949" y="102876"/>
                </a:lnTo>
                <a:lnTo>
                  <a:pt x="658539" y="102776"/>
                </a:lnTo>
                <a:lnTo>
                  <a:pt x="658134" y="102669"/>
                </a:lnTo>
                <a:lnTo>
                  <a:pt x="657733" y="102554"/>
                </a:lnTo>
                <a:lnTo>
                  <a:pt x="657336" y="102431"/>
                </a:lnTo>
                <a:lnTo>
                  <a:pt x="656943" y="102301"/>
                </a:lnTo>
                <a:lnTo>
                  <a:pt x="656555" y="102164"/>
                </a:lnTo>
                <a:lnTo>
                  <a:pt x="656170" y="102019"/>
                </a:lnTo>
                <a:lnTo>
                  <a:pt x="655790" y="101867"/>
                </a:lnTo>
                <a:lnTo>
                  <a:pt x="655415" y="101708"/>
                </a:lnTo>
                <a:lnTo>
                  <a:pt x="655043" y="101541"/>
                </a:lnTo>
                <a:lnTo>
                  <a:pt x="654676" y="101367"/>
                </a:lnTo>
                <a:lnTo>
                  <a:pt x="654313" y="101186"/>
                </a:lnTo>
                <a:lnTo>
                  <a:pt x="653954" y="100999"/>
                </a:lnTo>
                <a:lnTo>
                  <a:pt x="653601" y="100807"/>
                </a:lnTo>
                <a:lnTo>
                  <a:pt x="653251" y="100610"/>
                </a:lnTo>
                <a:lnTo>
                  <a:pt x="652907" y="100406"/>
                </a:lnTo>
                <a:lnTo>
                  <a:pt x="652567" y="100197"/>
                </a:lnTo>
                <a:lnTo>
                  <a:pt x="652232" y="99983"/>
                </a:lnTo>
                <a:lnTo>
                  <a:pt x="651901" y="99762"/>
                </a:lnTo>
                <a:lnTo>
                  <a:pt x="651575" y="99537"/>
                </a:lnTo>
                <a:lnTo>
                  <a:pt x="651253" y="99305"/>
                </a:lnTo>
                <a:lnTo>
                  <a:pt x="650936" y="99068"/>
                </a:lnTo>
                <a:lnTo>
                  <a:pt x="650624" y="98825"/>
                </a:lnTo>
                <a:lnTo>
                  <a:pt x="650316" y="98577"/>
                </a:lnTo>
                <a:lnTo>
                  <a:pt x="650013" y="98323"/>
                </a:lnTo>
                <a:lnTo>
                  <a:pt x="649715" y="98063"/>
                </a:lnTo>
                <a:lnTo>
                  <a:pt x="649421" y="97798"/>
                </a:lnTo>
                <a:lnTo>
                  <a:pt x="649131" y="97527"/>
                </a:lnTo>
                <a:lnTo>
                  <a:pt x="648847" y="97251"/>
                </a:lnTo>
                <a:lnTo>
                  <a:pt x="648567" y="96968"/>
                </a:lnTo>
                <a:lnTo>
                  <a:pt x="648291" y="96681"/>
                </a:lnTo>
                <a:lnTo>
                  <a:pt x="648020" y="96387"/>
                </a:lnTo>
                <a:lnTo>
                  <a:pt x="647754" y="96088"/>
                </a:lnTo>
                <a:lnTo>
                  <a:pt x="647492" y="95784"/>
                </a:lnTo>
                <a:lnTo>
                  <a:pt x="647235" y="95473"/>
                </a:lnTo>
                <a:lnTo>
                  <a:pt x="646983" y="95158"/>
                </a:lnTo>
                <a:lnTo>
                  <a:pt x="646736" y="94839"/>
                </a:lnTo>
                <a:lnTo>
                  <a:pt x="646494" y="94515"/>
                </a:lnTo>
                <a:lnTo>
                  <a:pt x="646257" y="94187"/>
                </a:lnTo>
                <a:lnTo>
                  <a:pt x="646025" y="93855"/>
                </a:lnTo>
                <a:lnTo>
                  <a:pt x="645799" y="93519"/>
                </a:lnTo>
                <a:lnTo>
                  <a:pt x="645577" y="93178"/>
                </a:lnTo>
                <a:lnTo>
                  <a:pt x="645361" y="92834"/>
                </a:lnTo>
                <a:lnTo>
                  <a:pt x="645149" y="92485"/>
                </a:lnTo>
                <a:lnTo>
                  <a:pt x="644943" y="92131"/>
                </a:lnTo>
                <a:lnTo>
                  <a:pt x="644742" y="91774"/>
                </a:lnTo>
                <a:lnTo>
                  <a:pt x="644546" y="91412"/>
                </a:lnTo>
                <a:lnTo>
                  <a:pt x="644355" y="91047"/>
                </a:lnTo>
                <a:lnTo>
                  <a:pt x="644170" y="90676"/>
                </a:lnTo>
                <a:lnTo>
                  <a:pt x="643989" y="90302"/>
                </a:lnTo>
                <a:lnTo>
                  <a:pt x="643814" y="89924"/>
                </a:lnTo>
                <a:lnTo>
                  <a:pt x="643643" y="89541"/>
                </a:lnTo>
                <a:lnTo>
                  <a:pt x="643478" y="89154"/>
                </a:lnTo>
                <a:lnTo>
                  <a:pt x="643318" y="88763"/>
                </a:lnTo>
                <a:lnTo>
                  <a:pt x="643163" y="88367"/>
                </a:lnTo>
                <a:lnTo>
                  <a:pt x="643013" y="87968"/>
                </a:lnTo>
                <a:lnTo>
                  <a:pt x="642868" y="87564"/>
                </a:lnTo>
                <a:lnTo>
                  <a:pt x="642729" y="87156"/>
                </a:lnTo>
                <a:lnTo>
                  <a:pt x="642594" y="86744"/>
                </a:lnTo>
                <a:lnTo>
                  <a:pt x="642465" y="86328"/>
                </a:lnTo>
                <a:lnTo>
                  <a:pt x="642341" y="85910"/>
                </a:lnTo>
                <a:lnTo>
                  <a:pt x="642223" y="85490"/>
                </a:lnTo>
                <a:lnTo>
                  <a:pt x="642110" y="85067"/>
                </a:lnTo>
                <a:lnTo>
                  <a:pt x="642003" y="84641"/>
                </a:lnTo>
                <a:lnTo>
                  <a:pt x="641901" y="84214"/>
                </a:lnTo>
                <a:lnTo>
                  <a:pt x="641805" y="83783"/>
                </a:lnTo>
                <a:lnTo>
                  <a:pt x="641714" y="83351"/>
                </a:lnTo>
                <a:lnTo>
                  <a:pt x="641629" y="82916"/>
                </a:lnTo>
                <a:lnTo>
                  <a:pt x="641549" y="82478"/>
                </a:lnTo>
                <a:lnTo>
                  <a:pt x="641475" y="82038"/>
                </a:lnTo>
                <a:lnTo>
                  <a:pt x="641406" y="81596"/>
                </a:lnTo>
                <a:lnTo>
                  <a:pt x="641343" y="81151"/>
                </a:lnTo>
                <a:lnTo>
                  <a:pt x="641285" y="80704"/>
                </a:lnTo>
                <a:lnTo>
                  <a:pt x="641233" y="80255"/>
                </a:lnTo>
                <a:lnTo>
                  <a:pt x="641186" y="79803"/>
                </a:lnTo>
                <a:lnTo>
                  <a:pt x="641145" y="79348"/>
                </a:lnTo>
                <a:lnTo>
                  <a:pt x="641109" y="78891"/>
                </a:lnTo>
                <a:lnTo>
                  <a:pt x="641079" y="78432"/>
                </a:lnTo>
                <a:lnTo>
                  <a:pt x="641054" y="77970"/>
                </a:lnTo>
                <a:lnTo>
                  <a:pt x="641035" y="77506"/>
                </a:lnTo>
                <a:lnTo>
                  <a:pt x="641022" y="77056"/>
                </a:lnTo>
                <a:lnTo>
                  <a:pt x="694935" y="77056"/>
                </a:lnTo>
                <a:lnTo>
                  <a:pt x="694935" y="70951"/>
                </a:lnTo>
                <a:lnTo>
                  <a:pt x="694932" y="70255"/>
                </a:lnTo>
                <a:lnTo>
                  <a:pt x="694922" y="69563"/>
                </a:lnTo>
                <a:lnTo>
                  <a:pt x="694905" y="68875"/>
                </a:lnTo>
                <a:close/>
                <a:moveTo>
                  <a:pt x="641615" y="64642"/>
                </a:moveTo>
                <a:lnTo>
                  <a:pt x="641698" y="64132"/>
                </a:lnTo>
                <a:lnTo>
                  <a:pt x="641786" y="63627"/>
                </a:lnTo>
                <a:lnTo>
                  <a:pt x="641880" y="63129"/>
                </a:lnTo>
                <a:lnTo>
                  <a:pt x="641980" y="62636"/>
                </a:lnTo>
                <a:lnTo>
                  <a:pt x="642085" y="62149"/>
                </a:lnTo>
                <a:lnTo>
                  <a:pt x="642195" y="61668"/>
                </a:lnTo>
                <a:lnTo>
                  <a:pt x="642310" y="61193"/>
                </a:lnTo>
                <a:lnTo>
                  <a:pt x="642431" y="60724"/>
                </a:lnTo>
                <a:lnTo>
                  <a:pt x="642557" y="60260"/>
                </a:lnTo>
                <a:lnTo>
                  <a:pt x="642688" y="59803"/>
                </a:lnTo>
                <a:lnTo>
                  <a:pt x="642824" y="59351"/>
                </a:lnTo>
                <a:lnTo>
                  <a:pt x="642964" y="58905"/>
                </a:lnTo>
                <a:lnTo>
                  <a:pt x="643108" y="58466"/>
                </a:lnTo>
                <a:lnTo>
                  <a:pt x="643256" y="58032"/>
                </a:lnTo>
                <a:lnTo>
                  <a:pt x="643409" y="57604"/>
                </a:lnTo>
                <a:lnTo>
                  <a:pt x="643566" y="57181"/>
                </a:lnTo>
                <a:lnTo>
                  <a:pt x="643728" y="56765"/>
                </a:lnTo>
                <a:lnTo>
                  <a:pt x="643894" y="56355"/>
                </a:lnTo>
                <a:lnTo>
                  <a:pt x="644064" y="55950"/>
                </a:lnTo>
                <a:lnTo>
                  <a:pt x="644238" y="55551"/>
                </a:lnTo>
                <a:lnTo>
                  <a:pt x="644417" y="55159"/>
                </a:lnTo>
                <a:lnTo>
                  <a:pt x="644601" y="54772"/>
                </a:lnTo>
                <a:lnTo>
                  <a:pt x="644788" y="54391"/>
                </a:lnTo>
                <a:lnTo>
                  <a:pt x="644980" y="54016"/>
                </a:lnTo>
                <a:lnTo>
                  <a:pt x="645177" y="53646"/>
                </a:lnTo>
                <a:lnTo>
                  <a:pt x="645377" y="53283"/>
                </a:lnTo>
                <a:lnTo>
                  <a:pt x="645582" y="52926"/>
                </a:lnTo>
                <a:lnTo>
                  <a:pt x="645792" y="52574"/>
                </a:lnTo>
                <a:lnTo>
                  <a:pt x="646005" y="52228"/>
                </a:lnTo>
                <a:lnTo>
                  <a:pt x="646223" y="51889"/>
                </a:lnTo>
                <a:lnTo>
                  <a:pt x="646446" y="51555"/>
                </a:lnTo>
                <a:lnTo>
                  <a:pt x="646673" y="51227"/>
                </a:lnTo>
                <a:lnTo>
                  <a:pt x="646904" y="50904"/>
                </a:lnTo>
                <a:lnTo>
                  <a:pt x="647139" y="50588"/>
                </a:lnTo>
                <a:lnTo>
                  <a:pt x="647378" y="50279"/>
                </a:lnTo>
                <a:lnTo>
                  <a:pt x="647621" y="49976"/>
                </a:lnTo>
                <a:lnTo>
                  <a:pt x="647867" y="49680"/>
                </a:lnTo>
                <a:lnTo>
                  <a:pt x="648118" y="49390"/>
                </a:lnTo>
                <a:lnTo>
                  <a:pt x="648372" y="49106"/>
                </a:lnTo>
                <a:lnTo>
                  <a:pt x="648631" y="48830"/>
                </a:lnTo>
                <a:lnTo>
                  <a:pt x="648893" y="48559"/>
                </a:lnTo>
                <a:lnTo>
                  <a:pt x="649159" y="48295"/>
                </a:lnTo>
                <a:lnTo>
                  <a:pt x="649428" y="48038"/>
                </a:lnTo>
                <a:lnTo>
                  <a:pt x="649702" y="47787"/>
                </a:lnTo>
                <a:lnTo>
                  <a:pt x="649979" y="47543"/>
                </a:lnTo>
                <a:lnTo>
                  <a:pt x="650261" y="47306"/>
                </a:lnTo>
                <a:lnTo>
                  <a:pt x="650546" y="47074"/>
                </a:lnTo>
                <a:lnTo>
                  <a:pt x="650835" y="46850"/>
                </a:lnTo>
                <a:lnTo>
                  <a:pt x="651127" y="46632"/>
                </a:lnTo>
                <a:lnTo>
                  <a:pt x="651424" y="46420"/>
                </a:lnTo>
                <a:lnTo>
                  <a:pt x="651724" y="46215"/>
                </a:lnTo>
                <a:lnTo>
                  <a:pt x="652029" y="46016"/>
                </a:lnTo>
                <a:lnTo>
                  <a:pt x="652337" y="45824"/>
                </a:lnTo>
                <a:lnTo>
                  <a:pt x="652649" y="45639"/>
                </a:lnTo>
                <a:lnTo>
                  <a:pt x="652964" y="45460"/>
                </a:lnTo>
                <a:lnTo>
                  <a:pt x="653284" y="45287"/>
                </a:lnTo>
                <a:lnTo>
                  <a:pt x="653607" y="45121"/>
                </a:lnTo>
                <a:lnTo>
                  <a:pt x="653934" y="44962"/>
                </a:lnTo>
                <a:lnTo>
                  <a:pt x="654263" y="44810"/>
                </a:lnTo>
                <a:lnTo>
                  <a:pt x="654595" y="44664"/>
                </a:lnTo>
                <a:lnTo>
                  <a:pt x="654929" y="44525"/>
                </a:lnTo>
                <a:lnTo>
                  <a:pt x="655266" y="44393"/>
                </a:lnTo>
                <a:lnTo>
                  <a:pt x="655606" y="44267"/>
                </a:lnTo>
                <a:lnTo>
                  <a:pt x="655948" y="44149"/>
                </a:lnTo>
                <a:lnTo>
                  <a:pt x="656292" y="44037"/>
                </a:lnTo>
                <a:lnTo>
                  <a:pt x="656639" y="43932"/>
                </a:lnTo>
                <a:lnTo>
                  <a:pt x="656989" y="43834"/>
                </a:lnTo>
                <a:lnTo>
                  <a:pt x="657341" y="43742"/>
                </a:lnTo>
                <a:lnTo>
                  <a:pt x="657696" y="43657"/>
                </a:lnTo>
                <a:lnTo>
                  <a:pt x="658053" y="43579"/>
                </a:lnTo>
                <a:lnTo>
                  <a:pt x="658413" y="43508"/>
                </a:lnTo>
                <a:lnTo>
                  <a:pt x="658776" y="43444"/>
                </a:lnTo>
                <a:lnTo>
                  <a:pt x="659141" y="43386"/>
                </a:lnTo>
                <a:lnTo>
                  <a:pt x="659508" y="43335"/>
                </a:lnTo>
                <a:lnTo>
                  <a:pt x="659878" y="43291"/>
                </a:lnTo>
                <a:lnTo>
                  <a:pt x="660251" y="43254"/>
                </a:lnTo>
                <a:lnTo>
                  <a:pt x="660626" y="43223"/>
                </a:lnTo>
                <a:lnTo>
                  <a:pt x="661004" y="43200"/>
                </a:lnTo>
                <a:lnTo>
                  <a:pt x="661384" y="43183"/>
                </a:lnTo>
                <a:lnTo>
                  <a:pt x="661767" y="43173"/>
                </a:lnTo>
                <a:lnTo>
                  <a:pt x="662153" y="43169"/>
                </a:lnTo>
                <a:lnTo>
                  <a:pt x="662731" y="43175"/>
                </a:lnTo>
                <a:lnTo>
                  <a:pt x="663299" y="43192"/>
                </a:lnTo>
                <a:lnTo>
                  <a:pt x="663856" y="43220"/>
                </a:lnTo>
                <a:lnTo>
                  <a:pt x="664404" y="43259"/>
                </a:lnTo>
                <a:lnTo>
                  <a:pt x="664941" y="43310"/>
                </a:lnTo>
                <a:lnTo>
                  <a:pt x="665468" y="43371"/>
                </a:lnTo>
                <a:lnTo>
                  <a:pt x="665985" y="43444"/>
                </a:lnTo>
                <a:lnTo>
                  <a:pt x="666491" y="43528"/>
                </a:lnTo>
                <a:lnTo>
                  <a:pt x="666987" y="43624"/>
                </a:lnTo>
                <a:lnTo>
                  <a:pt x="667473" y="43730"/>
                </a:lnTo>
                <a:lnTo>
                  <a:pt x="667949" y="43848"/>
                </a:lnTo>
                <a:lnTo>
                  <a:pt x="668415" y="43977"/>
                </a:lnTo>
                <a:lnTo>
                  <a:pt x="668870" y="44118"/>
                </a:lnTo>
                <a:lnTo>
                  <a:pt x="669315" y="44269"/>
                </a:lnTo>
                <a:lnTo>
                  <a:pt x="669750" y="44432"/>
                </a:lnTo>
                <a:lnTo>
                  <a:pt x="670174" y="44606"/>
                </a:lnTo>
                <a:lnTo>
                  <a:pt x="670589" y="44791"/>
                </a:lnTo>
                <a:lnTo>
                  <a:pt x="670993" y="44987"/>
                </a:lnTo>
                <a:lnTo>
                  <a:pt x="671387" y="45195"/>
                </a:lnTo>
                <a:lnTo>
                  <a:pt x="671771" y="45414"/>
                </a:lnTo>
                <a:lnTo>
                  <a:pt x="672144" y="45644"/>
                </a:lnTo>
                <a:lnTo>
                  <a:pt x="672507" y="45885"/>
                </a:lnTo>
                <a:lnTo>
                  <a:pt x="672860" y="46138"/>
                </a:lnTo>
                <a:lnTo>
                  <a:pt x="673203" y="46401"/>
                </a:lnTo>
                <a:lnTo>
                  <a:pt x="673537" y="46674"/>
                </a:lnTo>
                <a:lnTo>
                  <a:pt x="673863" y="46952"/>
                </a:lnTo>
                <a:lnTo>
                  <a:pt x="674182" y="47236"/>
                </a:lnTo>
                <a:lnTo>
                  <a:pt x="674493" y="47527"/>
                </a:lnTo>
                <a:lnTo>
                  <a:pt x="674797" y="47824"/>
                </a:lnTo>
                <a:lnTo>
                  <a:pt x="675093" y="48127"/>
                </a:lnTo>
                <a:lnTo>
                  <a:pt x="675382" y="48436"/>
                </a:lnTo>
                <a:lnTo>
                  <a:pt x="675663" y="48751"/>
                </a:lnTo>
                <a:lnTo>
                  <a:pt x="675936" y="49072"/>
                </a:lnTo>
                <a:lnTo>
                  <a:pt x="676202" y="49399"/>
                </a:lnTo>
                <a:lnTo>
                  <a:pt x="676461" y="49733"/>
                </a:lnTo>
                <a:lnTo>
                  <a:pt x="676711" y="50072"/>
                </a:lnTo>
                <a:lnTo>
                  <a:pt x="676955" y="50418"/>
                </a:lnTo>
                <a:lnTo>
                  <a:pt x="677191" y="50770"/>
                </a:lnTo>
                <a:lnTo>
                  <a:pt x="677419" y="51128"/>
                </a:lnTo>
                <a:lnTo>
                  <a:pt x="677639" y="51492"/>
                </a:lnTo>
                <a:lnTo>
                  <a:pt x="677853" y="51862"/>
                </a:lnTo>
                <a:lnTo>
                  <a:pt x="678058" y="52238"/>
                </a:lnTo>
                <a:lnTo>
                  <a:pt x="678256" y="52621"/>
                </a:lnTo>
                <a:lnTo>
                  <a:pt x="678447" y="53009"/>
                </a:lnTo>
                <a:lnTo>
                  <a:pt x="678630" y="53404"/>
                </a:lnTo>
                <a:lnTo>
                  <a:pt x="678805" y="53805"/>
                </a:lnTo>
                <a:lnTo>
                  <a:pt x="678973" y="54212"/>
                </a:lnTo>
                <a:lnTo>
                  <a:pt x="679133" y="54625"/>
                </a:lnTo>
                <a:lnTo>
                  <a:pt x="679287" y="55041"/>
                </a:lnTo>
                <a:lnTo>
                  <a:pt x="679435" y="55459"/>
                </a:lnTo>
                <a:lnTo>
                  <a:pt x="679578" y="55877"/>
                </a:lnTo>
                <a:lnTo>
                  <a:pt x="679715" y="56297"/>
                </a:lnTo>
                <a:lnTo>
                  <a:pt x="679847" y="56718"/>
                </a:lnTo>
                <a:lnTo>
                  <a:pt x="679974" y="57139"/>
                </a:lnTo>
                <a:lnTo>
                  <a:pt x="680094" y="57562"/>
                </a:lnTo>
                <a:lnTo>
                  <a:pt x="680210" y="57986"/>
                </a:lnTo>
                <a:lnTo>
                  <a:pt x="680319" y="58411"/>
                </a:lnTo>
                <a:lnTo>
                  <a:pt x="680424" y="58836"/>
                </a:lnTo>
                <a:lnTo>
                  <a:pt x="680523" y="59263"/>
                </a:lnTo>
                <a:lnTo>
                  <a:pt x="680616" y="59691"/>
                </a:lnTo>
                <a:lnTo>
                  <a:pt x="680704" y="60120"/>
                </a:lnTo>
                <a:lnTo>
                  <a:pt x="680786" y="60550"/>
                </a:lnTo>
                <a:lnTo>
                  <a:pt x="680863" y="60980"/>
                </a:lnTo>
                <a:lnTo>
                  <a:pt x="680934" y="61412"/>
                </a:lnTo>
                <a:lnTo>
                  <a:pt x="681000" y="61845"/>
                </a:lnTo>
                <a:lnTo>
                  <a:pt x="681060" y="62279"/>
                </a:lnTo>
                <a:lnTo>
                  <a:pt x="681115" y="62714"/>
                </a:lnTo>
                <a:lnTo>
                  <a:pt x="681164" y="63150"/>
                </a:lnTo>
                <a:lnTo>
                  <a:pt x="681208" y="63587"/>
                </a:lnTo>
                <a:lnTo>
                  <a:pt x="681246" y="64025"/>
                </a:lnTo>
                <a:lnTo>
                  <a:pt x="681279" y="64464"/>
                </a:lnTo>
                <a:lnTo>
                  <a:pt x="681306" y="64904"/>
                </a:lnTo>
                <a:lnTo>
                  <a:pt x="681306" y="65933"/>
                </a:lnTo>
                <a:lnTo>
                  <a:pt x="641432" y="65933"/>
                </a:lnTo>
                <a:lnTo>
                  <a:pt x="641464" y="65681"/>
                </a:lnTo>
                <a:lnTo>
                  <a:pt x="641537" y="65159"/>
                </a:lnTo>
                <a:lnTo>
                  <a:pt x="641615" y="64642"/>
                </a:lnTo>
                <a:close/>
                <a:moveTo>
                  <a:pt x="1086650" y="108173"/>
                </a:moveTo>
                <a:lnTo>
                  <a:pt x="1086690" y="108420"/>
                </a:lnTo>
                <a:lnTo>
                  <a:pt x="1086736" y="108664"/>
                </a:lnTo>
                <a:lnTo>
                  <a:pt x="1086790" y="108905"/>
                </a:lnTo>
                <a:lnTo>
                  <a:pt x="1086851" y="109143"/>
                </a:lnTo>
                <a:lnTo>
                  <a:pt x="1086919" y="109378"/>
                </a:lnTo>
                <a:lnTo>
                  <a:pt x="1086994" y="109610"/>
                </a:lnTo>
                <a:lnTo>
                  <a:pt x="1087077" y="109838"/>
                </a:lnTo>
                <a:lnTo>
                  <a:pt x="1087166" y="110064"/>
                </a:lnTo>
                <a:lnTo>
                  <a:pt x="1087263" y="110287"/>
                </a:lnTo>
                <a:lnTo>
                  <a:pt x="1087367" y="110506"/>
                </a:lnTo>
                <a:lnTo>
                  <a:pt x="1087478" y="110722"/>
                </a:lnTo>
                <a:lnTo>
                  <a:pt x="1087596" y="110936"/>
                </a:lnTo>
                <a:lnTo>
                  <a:pt x="1087721" y="111146"/>
                </a:lnTo>
                <a:lnTo>
                  <a:pt x="1087854" y="111353"/>
                </a:lnTo>
                <a:lnTo>
                  <a:pt x="1087993" y="111557"/>
                </a:lnTo>
                <a:lnTo>
                  <a:pt x="1088140" y="111758"/>
                </a:lnTo>
                <a:lnTo>
                  <a:pt x="1088294" y="111956"/>
                </a:lnTo>
                <a:lnTo>
                  <a:pt x="1088455" y="112151"/>
                </a:lnTo>
                <a:lnTo>
                  <a:pt x="1088624" y="112343"/>
                </a:lnTo>
                <a:lnTo>
                  <a:pt x="1088799" y="112530"/>
                </a:lnTo>
                <a:lnTo>
                  <a:pt x="1088980" y="112708"/>
                </a:lnTo>
                <a:lnTo>
                  <a:pt x="1089168" y="112878"/>
                </a:lnTo>
                <a:lnTo>
                  <a:pt x="1089362" y="113041"/>
                </a:lnTo>
                <a:lnTo>
                  <a:pt x="1089563" y="113196"/>
                </a:lnTo>
                <a:lnTo>
                  <a:pt x="1089770" y="113342"/>
                </a:lnTo>
                <a:lnTo>
                  <a:pt x="1089984" y="113481"/>
                </a:lnTo>
                <a:lnTo>
                  <a:pt x="1090203" y="113612"/>
                </a:lnTo>
                <a:lnTo>
                  <a:pt x="1090430" y="113735"/>
                </a:lnTo>
                <a:lnTo>
                  <a:pt x="1090662" y="113850"/>
                </a:lnTo>
                <a:lnTo>
                  <a:pt x="1090901" y="113957"/>
                </a:lnTo>
                <a:lnTo>
                  <a:pt x="1091147" y="114056"/>
                </a:lnTo>
                <a:lnTo>
                  <a:pt x="1091399" y="114147"/>
                </a:lnTo>
                <a:lnTo>
                  <a:pt x="1091657" y="114230"/>
                </a:lnTo>
                <a:lnTo>
                  <a:pt x="1091921" y="114306"/>
                </a:lnTo>
                <a:lnTo>
                  <a:pt x="1092192" y="114373"/>
                </a:lnTo>
                <a:lnTo>
                  <a:pt x="1092470" y="114433"/>
                </a:lnTo>
                <a:lnTo>
                  <a:pt x="1092754" y="114484"/>
                </a:lnTo>
                <a:lnTo>
                  <a:pt x="1093044" y="114528"/>
                </a:lnTo>
                <a:lnTo>
                  <a:pt x="1093340" y="114563"/>
                </a:lnTo>
                <a:lnTo>
                  <a:pt x="1093643" y="114591"/>
                </a:lnTo>
                <a:lnTo>
                  <a:pt x="1093953" y="114611"/>
                </a:lnTo>
                <a:lnTo>
                  <a:pt x="1094269" y="114623"/>
                </a:lnTo>
                <a:lnTo>
                  <a:pt x="1094591" y="114627"/>
                </a:lnTo>
                <a:lnTo>
                  <a:pt x="1094919" y="114623"/>
                </a:lnTo>
                <a:lnTo>
                  <a:pt x="1095240" y="114611"/>
                </a:lnTo>
                <a:lnTo>
                  <a:pt x="1095555" y="114591"/>
                </a:lnTo>
                <a:lnTo>
                  <a:pt x="1095863" y="114563"/>
                </a:lnTo>
                <a:lnTo>
                  <a:pt x="1096165" y="114528"/>
                </a:lnTo>
                <a:lnTo>
                  <a:pt x="1096460" y="114484"/>
                </a:lnTo>
                <a:lnTo>
                  <a:pt x="1096748" y="114433"/>
                </a:lnTo>
                <a:lnTo>
                  <a:pt x="1097030" y="114373"/>
                </a:lnTo>
                <a:lnTo>
                  <a:pt x="1097305" y="114306"/>
                </a:lnTo>
                <a:lnTo>
                  <a:pt x="1097573" y="114230"/>
                </a:lnTo>
                <a:lnTo>
                  <a:pt x="1097835" y="114147"/>
                </a:lnTo>
                <a:lnTo>
                  <a:pt x="1098090" y="114056"/>
                </a:lnTo>
                <a:lnTo>
                  <a:pt x="1098338" y="113957"/>
                </a:lnTo>
                <a:lnTo>
                  <a:pt x="1098580" y="113850"/>
                </a:lnTo>
                <a:lnTo>
                  <a:pt x="1098815" y="113735"/>
                </a:lnTo>
                <a:lnTo>
                  <a:pt x="1099043" y="113612"/>
                </a:lnTo>
                <a:lnTo>
                  <a:pt x="1099265" y="113481"/>
                </a:lnTo>
                <a:lnTo>
                  <a:pt x="1099480" y="113342"/>
                </a:lnTo>
                <a:lnTo>
                  <a:pt x="1099689" y="113196"/>
                </a:lnTo>
                <a:lnTo>
                  <a:pt x="1099891" y="113041"/>
                </a:lnTo>
                <a:lnTo>
                  <a:pt x="1100086" y="112878"/>
                </a:lnTo>
                <a:lnTo>
                  <a:pt x="1100274" y="112708"/>
                </a:lnTo>
                <a:lnTo>
                  <a:pt x="1100456" y="112530"/>
                </a:lnTo>
                <a:lnTo>
                  <a:pt x="1100631" y="112343"/>
                </a:lnTo>
                <a:lnTo>
                  <a:pt x="1100800" y="112151"/>
                </a:lnTo>
                <a:lnTo>
                  <a:pt x="1100961" y="111956"/>
                </a:lnTo>
                <a:lnTo>
                  <a:pt x="1101115" y="111758"/>
                </a:lnTo>
                <a:lnTo>
                  <a:pt x="1101262" y="111557"/>
                </a:lnTo>
                <a:lnTo>
                  <a:pt x="1101401" y="111353"/>
                </a:lnTo>
                <a:lnTo>
                  <a:pt x="1101534" y="111146"/>
                </a:lnTo>
                <a:lnTo>
                  <a:pt x="1101659" y="110936"/>
                </a:lnTo>
                <a:lnTo>
                  <a:pt x="1101777" y="110722"/>
                </a:lnTo>
                <a:lnTo>
                  <a:pt x="1101888" y="110506"/>
                </a:lnTo>
                <a:lnTo>
                  <a:pt x="1101992" y="110287"/>
                </a:lnTo>
                <a:lnTo>
                  <a:pt x="1102089" y="110064"/>
                </a:lnTo>
                <a:lnTo>
                  <a:pt x="1102178" y="109838"/>
                </a:lnTo>
                <a:lnTo>
                  <a:pt x="1102261" y="109610"/>
                </a:lnTo>
                <a:lnTo>
                  <a:pt x="1102336" y="109378"/>
                </a:lnTo>
                <a:lnTo>
                  <a:pt x="1102404" y="109143"/>
                </a:lnTo>
                <a:lnTo>
                  <a:pt x="1102465" y="108905"/>
                </a:lnTo>
                <a:lnTo>
                  <a:pt x="1102519" y="108664"/>
                </a:lnTo>
                <a:lnTo>
                  <a:pt x="1102565" y="108420"/>
                </a:lnTo>
                <a:lnTo>
                  <a:pt x="1102605" y="108173"/>
                </a:lnTo>
                <a:lnTo>
                  <a:pt x="1102637" y="107923"/>
                </a:lnTo>
                <a:lnTo>
                  <a:pt x="1102662" y="107670"/>
                </a:lnTo>
                <a:lnTo>
                  <a:pt x="1102680" y="107414"/>
                </a:lnTo>
                <a:lnTo>
                  <a:pt x="1102691" y="107154"/>
                </a:lnTo>
                <a:lnTo>
                  <a:pt x="1102694" y="106892"/>
                </a:lnTo>
                <a:lnTo>
                  <a:pt x="1102691" y="106617"/>
                </a:lnTo>
                <a:lnTo>
                  <a:pt x="1102680" y="106346"/>
                </a:lnTo>
                <a:lnTo>
                  <a:pt x="1102662" y="106079"/>
                </a:lnTo>
                <a:lnTo>
                  <a:pt x="1102637" y="105815"/>
                </a:lnTo>
                <a:lnTo>
                  <a:pt x="1102605" y="105555"/>
                </a:lnTo>
                <a:lnTo>
                  <a:pt x="1102565" y="105299"/>
                </a:lnTo>
                <a:lnTo>
                  <a:pt x="1102519" y="105046"/>
                </a:lnTo>
                <a:lnTo>
                  <a:pt x="1102465" y="104796"/>
                </a:lnTo>
                <a:lnTo>
                  <a:pt x="1102404" y="104551"/>
                </a:lnTo>
                <a:lnTo>
                  <a:pt x="1102336" y="104308"/>
                </a:lnTo>
                <a:lnTo>
                  <a:pt x="1102261" y="104070"/>
                </a:lnTo>
                <a:lnTo>
                  <a:pt x="1102178" y="103835"/>
                </a:lnTo>
                <a:lnTo>
                  <a:pt x="1102089" y="103603"/>
                </a:lnTo>
                <a:lnTo>
                  <a:pt x="1101992" y="103375"/>
                </a:lnTo>
                <a:lnTo>
                  <a:pt x="1101888" y="103151"/>
                </a:lnTo>
                <a:lnTo>
                  <a:pt x="1101777" y="102930"/>
                </a:lnTo>
                <a:lnTo>
                  <a:pt x="1101659" y="102713"/>
                </a:lnTo>
                <a:lnTo>
                  <a:pt x="1101534" y="102499"/>
                </a:lnTo>
                <a:lnTo>
                  <a:pt x="1101401" y="102289"/>
                </a:lnTo>
                <a:lnTo>
                  <a:pt x="1101262" y="102083"/>
                </a:lnTo>
                <a:lnTo>
                  <a:pt x="1101115" y="101880"/>
                </a:lnTo>
                <a:lnTo>
                  <a:pt x="1100961" y="101681"/>
                </a:lnTo>
                <a:lnTo>
                  <a:pt x="1100800" y="101485"/>
                </a:lnTo>
                <a:lnTo>
                  <a:pt x="1100631" y="101293"/>
                </a:lnTo>
                <a:lnTo>
                  <a:pt x="1100456" y="101107"/>
                </a:lnTo>
                <a:lnTo>
                  <a:pt x="1100274" y="100928"/>
                </a:lnTo>
                <a:lnTo>
                  <a:pt x="1100086" y="100758"/>
                </a:lnTo>
                <a:lnTo>
                  <a:pt x="1099891" y="100595"/>
                </a:lnTo>
                <a:lnTo>
                  <a:pt x="1099689" y="100441"/>
                </a:lnTo>
                <a:lnTo>
                  <a:pt x="1099480" y="100294"/>
                </a:lnTo>
                <a:lnTo>
                  <a:pt x="1099265" y="100155"/>
                </a:lnTo>
                <a:lnTo>
                  <a:pt x="1099043" y="100024"/>
                </a:lnTo>
                <a:lnTo>
                  <a:pt x="1098815" y="99901"/>
                </a:lnTo>
                <a:lnTo>
                  <a:pt x="1098580" y="99786"/>
                </a:lnTo>
                <a:lnTo>
                  <a:pt x="1098338" y="99679"/>
                </a:lnTo>
                <a:lnTo>
                  <a:pt x="1098090" y="99580"/>
                </a:lnTo>
                <a:lnTo>
                  <a:pt x="1097835" y="99489"/>
                </a:lnTo>
                <a:lnTo>
                  <a:pt x="1097573" y="99406"/>
                </a:lnTo>
                <a:lnTo>
                  <a:pt x="1097305" y="99330"/>
                </a:lnTo>
                <a:lnTo>
                  <a:pt x="1097030" y="99263"/>
                </a:lnTo>
                <a:lnTo>
                  <a:pt x="1096748" y="99204"/>
                </a:lnTo>
                <a:lnTo>
                  <a:pt x="1096460" y="99152"/>
                </a:lnTo>
                <a:lnTo>
                  <a:pt x="1096165" y="99108"/>
                </a:lnTo>
                <a:lnTo>
                  <a:pt x="1095863" y="99073"/>
                </a:lnTo>
                <a:lnTo>
                  <a:pt x="1095555" y="99045"/>
                </a:lnTo>
                <a:lnTo>
                  <a:pt x="1095240" y="99025"/>
                </a:lnTo>
                <a:lnTo>
                  <a:pt x="1094919" y="99013"/>
                </a:lnTo>
                <a:lnTo>
                  <a:pt x="1094591" y="99009"/>
                </a:lnTo>
                <a:lnTo>
                  <a:pt x="1094269" y="99013"/>
                </a:lnTo>
                <a:lnTo>
                  <a:pt x="1093953" y="99025"/>
                </a:lnTo>
                <a:lnTo>
                  <a:pt x="1093643" y="99045"/>
                </a:lnTo>
                <a:lnTo>
                  <a:pt x="1093340" y="99073"/>
                </a:lnTo>
                <a:lnTo>
                  <a:pt x="1093044" y="99108"/>
                </a:lnTo>
                <a:lnTo>
                  <a:pt x="1092754" y="99152"/>
                </a:lnTo>
                <a:lnTo>
                  <a:pt x="1092470" y="99204"/>
                </a:lnTo>
                <a:lnTo>
                  <a:pt x="1092192" y="99263"/>
                </a:lnTo>
                <a:lnTo>
                  <a:pt x="1091921" y="99330"/>
                </a:lnTo>
                <a:lnTo>
                  <a:pt x="1091657" y="99406"/>
                </a:lnTo>
                <a:lnTo>
                  <a:pt x="1091399" y="99489"/>
                </a:lnTo>
                <a:lnTo>
                  <a:pt x="1091147" y="99580"/>
                </a:lnTo>
                <a:lnTo>
                  <a:pt x="1090901" y="99679"/>
                </a:lnTo>
                <a:lnTo>
                  <a:pt x="1090662" y="99786"/>
                </a:lnTo>
                <a:lnTo>
                  <a:pt x="1090430" y="99901"/>
                </a:lnTo>
                <a:lnTo>
                  <a:pt x="1090203" y="100024"/>
                </a:lnTo>
                <a:lnTo>
                  <a:pt x="1089984" y="100155"/>
                </a:lnTo>
                <a:lnTo>
                  <a:pt x="1089770" y="100294"/>
                </a:lnTo>
                <a:lnTo>
                  <a:pt x="1089563" y="100441"/>
                </a:lnTo>
                <a:lnTo>
                  <a:pt x="1089362" y="100595"/>
                </a:lnTo>
                <a:lnTo>
                  <a:pt x="1089168" y="100758"/>
                </a:lnTo>
                <a:lnTo>
                  <a:pt x="1088980" y="100928"/>
                </a:lnTo>
                <a:lnTo>
                  <a:pt x="1088799" y="101107"/>
                </a:lnTo>
                <a:lnTo>
                  <a:pt x="1088624" y="101293"/>
                </a:lnTo>
                <a:lnTo>
                  <a:pt x="1088455" y="101485"/>
                </a:lnTo>
                <a:lnTo>
                  <a:pt x="1088294" y="101681"/>
                </a:lnTo>
                <a:lnTo>
                  <a:pt x="1088140" y="101880"/>
                </a:lnTo>
                <a:lnTo>
                  <a:pt x="1087993" y="102083"/>
                </a:lnTo>
                <a:lnTo>
                  <a:pt x="1087854" y="102289"/>
                </a:lnTo>
                <a:lnTo>
                  <a:pt x="1087721" y="102499"/>
                </a:lnTo>
                <a:lnTo>
                  <a:pt x="1087596" y="102713"/>
                </a:lnTo>
                <a:lnTo>
                  <a:pt x="1087478" y="102930"/>
                </a:lnTo>
                <a:lnTo>
                  <a:pt x="1087367" y="103151"/>
                </a:lnTo>
                <a:lnTo>
                  <a:pt x="1087263" y="103375"/>
                </a:lnTo>
                <a:lnTo>
                  <a:pt x="1087166" y="103603"/>
                </a:lnTo>
                <a:lnTo>
                  <a:pt x="1087077" y="103835"/>
                </a:lnTo>
                <a:lnTo>
                  <a:pt x="1086994" y="104070"/>
                </a:lnTo>
                <a:lnTo>
                  <a:pt x="1086919" y="104308"/>
                </a:lnTo>
                <a:lnTo>
                  <a:pt x="1086851" y="104551"/>
                </a:lnTo>
                <a:lnTo>
                  <a:pt x="1086790" y="104796"/>
                </a:lnTo>
                <a:lnTo>
                  <a:pt x="1086736" y="105046"/>
                </a:lnTo>
                <a:lnTo>
                  <a:pt x="1086690" y="105299"/>
                </a:lnTo>
                <a:lnTo>
                  <a:pt x="1086650" y="105555"/>
                </a:lnTo>
                <a:lnTo>
                  <a:pt x="1086618" y="105815"/>
                </a:lnTo>
                <a:lnTo>
                  <a:pt x="1086593" y="106079"/>
                </a:lnTo>
                <a:lnTo>
                  <a:pt x="1086575" y="106346"/>
                </a:lnTo>
                <a:lnTo>
                  <a:pt x="1086564" y="106617"/>
                </a:lnTo>
                <a:lnTo>
                  <a:pt x="1086561" y="106892"/>
                </a:lnTo>
                <a:lnTo>
                  <a:pt x="1086564" y="107154"/>
                </a:lnTo>
                <a:lnTo>
                  <a:pt x="1086575" y="107414"/>
                </a:lnTo>
                <a:lnTo>
                  <a:pt x="1086593" y="107670"/>
                </a:lnTo>
                <a:lnTo>
                  <a:pt x="1086618" y="107923"/>
                </a:lnTo>
                <a:lnTo>
                  <a:pt x="1086650" y="10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42A2E-1417-4324-BE1C-0522642C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47" y="2283568"/>
            <a:ext cx="2001384" cy="433580"/>
          </a:xfrm>
          <a:custGeom xmlns:a="http://schemas.openxmlformats.org/drawingml/2006/main">
            <a:pathLst>
              <a:path w="2001384" h="433580">
                <a:moveTo>
                  <a:pt x="0" y="72289"/>
                </a:moveTo>
                <a:cubicBezTo>
                  <a:pt x="0" y="32380"/>
                  <a:pt x="32347" y="0"/>
                  <a:pt x="72256" y="0"/>
                </a:cubicBezTo>
                <a:lnTo>
                  <a:pt x="1929122" y="0"/>
                </a:lnTo>
                <a:cubicBezTo>
                  <a:pt x="1948267" y="0"/>
                  <a:pt x="1966660" y="7641"/>
                  <a:pt x="1980205" y="21179"/>
                </a:cubicBezTo>
                <a:cubicBezTo>
                  <a:pt x="1993770" y="34724"/>
                  <a:pt x="2001384" y="53117"/>
                  <a:pt x="2001384" y="72289"/>
                </a:cubicBezTo>
                <a:lnTo>
                  <a:pt x="2001384" y="361318"/>
                </a:lnTo>
                <a:cubicBezTo>
                  <a:pt x="2001384" y="401226"/>
                  <a:pt x="1969031" y="433580"/>
                  <a:pt x="1929122" y="433580"/>
                </a:cubicBezTo>
                <a:lnTo>
                  <a:pt x="72256" y="433580"/>
                </a:lnTo>
                <a:cubicBezTo>
                  <a:pt x="32347" y="433580"/>
                  <a:pt x="0" y="401226"/>
                  <a:pt x="0" y="361318"/>
                </a:cubicBezTo>
                <a:lnTo>
                  <a:pt x="0" y="72289"/>
                </a:lnTo>
                <a:close/>
                <a:moveTo>
                  <a:pt x="0" y="72289"/>
                </a:moveTo>
              </a:path>
            </a:pathLst>
          </a:custGeom>
          <a:solidFill xmlns:a="http://schemas.openxmlformats.org/drawingml/2006/main">
            <a:srgbClr val="FFF2CC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NoIwant[Requirement1].">
            <a:extLst xmlns:a="http://schemas.openxmlformats.org/drawingml/2006/main">
              <a:ext uri="{FF2B5EF4-FFF2-40B4-BE49-F238E27FC236}">
                <a16:creationId xmlns:a16="http://schemas.microsoft.com/office/drawing/2014/main" id="{56EB9E9E-E3BF-4E67-9F68-73EEB303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0598" y="2430199"/>
            <a:ext cx="1719927" cy="153229"/>
          </a:xfrm>
          <a:custGeom xmlns:a="http://schemas.openxmlformats.org/drawingml/2006/main">
            <a:pathLst>
              <a:path w="1719927" h="153229">
                <a:moveTo>
                  <a:pt x="572314" y="50094"/>
                </a:moveTo>
                <a:lnTo>
                  <a:pt x="586974" y="50094"/>
                </a:lnTo>
                <a:lnTo>
                  <a:pt x="586974" y="103135"/>
                </a:lnTo>
                <a:lnTo>
                  <a:pt x="586977" y="103792"/>
                </a:lnTo>
                <a:lnTo>
                  <a:pt x="586989" y="104437"/>
                </a:lnTo>
                <a:lnTo>
                  <a:pt x="587008" y="105071"/>
                </a:lnTo>
                <a:lnTo>
                  <a:pt x="587035" y="105693"/>
                </a:lnTo>
                <a:lnTo>
                  <a:pt x="587069" y="106303"/>
                </a:lnTo>
                <a:lnTo>
                  <a:pt x="587112" y="106901"/>
                </a:lnTo>
                <a:lnTo>
                  <a:pt x="587162" y="107488"/>
                </a:lnTo>
                <a:lnTo>
                  <a:pt x="587219" y="108062"/>
                </a:lnTo>
                <a:lnTo>
                  <a:pt x="587284" y="108625"/>
                </a:lnTo>
                <a:lnTo>
                  <a:pt x="587357" y="109176"/>
                </a:lnTo>
                <a:lnTo>
                  <a:pt x="587438" y="109716"/>
                </a:lnTo>
                <a:lnTo>
                  <a:pt x="587526" y="110244"/>
                </a:lnTo>
                <a:lnTo>
                  <a:pt x="587622" y="110760"/>
                </a:lnTo>
                <a:lnTo>
                  <a:pt x="587726" y="111264"/>
                </a:lnTo>
                <a:lnTo>
                  <a:pt x="587837" y="111756"/>
                </a:lnTo>
                <a:lnTo>
                  <a:pt x="587956" y="112237"/>
                </a:lnTo>
                <a:lnTo>
                  <a:pt x="588082" y="112706"/>
                </a:lnTo>
                <a:lnTo>
                  <a:pt x="588217" y="113163"/>
                </a:lnTo>
                <a:lnTo>
                  <a:pt x="588359" y="113608"/>
                </a:lnTo>
                <a:lnTo>
                  <a:pt x="588508" y="114042"/>
                </a:lnTo>
                <a:lnTo>
                  <a:pt x="588666" y="114463"/>
                </a:lnTo>
                <a:lnTo>
                  <a:pt x="588831" y="114873"/>
                </a:lnTo>
                <a:lnTo>
                  <a:pt x="589003" y="115272"/>
                </a:lnTo>
                <a:lnTo>
                  <a:pt x="589184" y="115658"/>
                </a:lnTo>
                <a:lnTo>
                  <a:pt x="589371" y="116034"/>
                </a:lnTo>
                <a:lnTo>
                  <a:pt x="589564" y="116401"/>
                </a:lnTo>
                <a:lnTo>
                  <a:pt x="589763" y="116759"/>
                </a:lnTo>
                <a:lnTo>
                  <a:pt x="589967" y="117107"/>
                </a:lnTo>
                <a:lnTo>
                  <a:pt x="590178" y="117446"/>
                </a:lnTo>
                <a:lnTo>
                  <a:pt x="590394" y="117776"/>
                </a:lnTo>
                <a:lnTo>
                  <a:pt x="590617" y="118097"/>
                </a:lnTo>
                <a:lnTo>
                  <a:pt x="590845" y="118408"/>
                </a:lnTo>
                <a:lnTo>
                  <a:pt x="591079" y="118711"/>
                </a:lnTo>
                <a:lnTo>
                  <a:pt x="591319" y="119004"/>
                </a:lnTo>
                <a:lnTo>
                  <a:pt x="591565" y="119288"/>
                </a:lnTo>
                <a:lnTo>
                  <a:pt x="591817" y="119563"/>
                </a:lnTo>
                <a:lnTo>
                  <a:pt x="592075" y="119828"/>
                </a:lnTo>
                <a:lnTo>
                  <a:pt x="592338" y="120084"/>
                </a:lnTo>
                <a:lnTo>
                  <a:pt x="592608" y="120332"/>
                </a:lnTo>
                <a:lnTo>
                  <a:pt x="592883" y="120569"/>
                </a:lnTo>
                <a:lnTo>
                  <a:pt x="593165" y="120798"/>
                </a:lnTo>
                <a:lnTo>
                  <a:pt x="593452" y="121018"/>
                </a:lnTo>
                <a:lnTo>
                  <a:pt x="593745" y="121228"/>
                </a:lnTo>
                <a:lnTo>
                  <a:pt x="594044" y="121429"/>
                </a:lnTo>
                <a:lnTo>
                  <a:pt x="594348" y="121621"/>
                </a:lnTo>
                <a:lnTo>
                  <a:pt x="594659" y="121803"/>
                </a:lnTo>
                <a:lnTo>
                  <a:pt x="594976" y="121977"/>
                </a:lnTo>
                <a:lnTo>
                  <a:pt x="595298" y="122141"/>
                </a:lnTo>
                <a:lnTo>
                  <a:pt x="595625" y="122297"/>
                </a:lnTo>
                <a:lnTo>
                  <a:pt x="595957" y="122447"/>
                </a:lnTo>
                <a:lnTo>
                  <a:pt x="596292" y="122590"/>
                </a:lnTo>
                <a:lnTo>
                  <a:pt x="596632" y="122726"/>
                </a:lnTo>
                <a:lnTo>
                  <a:pt x="596976" y="122856"/>
                </a:lnTo>
                <a:lnTo>
                  <a:pt x="597324" y="122979"/>
                </a:lnTo>
                <a:lnTo>
                  <a:pt x="597676" y="123095"/>
                </a:lnTo>
                <a:lnTo>
                  <a:pt x="598032" y="123205"/>
                </a:lnTo>
                <a:lnTo>
                  <a:pt x="598392" y="123308"/>
                </a:lnTo>
                <a:lnTo>
                  <a:pt x="598756" y="123405"/>
                </a:lnTo>
                <a:lnTo>
                  <a:pt x="599125" y="123494"/>
                </a:lnTo>
                <a:lnTo>
                  <a:pt x="599497" y="123578"/>
                </a:lnTo>
                <a:lnTo>
                  <a:pt x="599874" y="123654"/>
                </a:lnTo>
                <a:lnTo>
                  <a:pt x="600254" y="123724"/>
                </a:lnTo>
                <a:lnTo>
                  <a:pt x="600639" y="123787"/>
                </a:lnTo>
                <a:lnTo>
                  <a:pt x="601028" y="123844"/>
                </a:lnTo>
                <a:lnTo>
                  <a:pt x="601421" y="123893"/>
                </a:lnTo>
                <a:lnTo>
                  <a:pt x="601818" y="123937"/>
                </a:lnTo>
                <a:lnTo>
                  <a:pt x="602219" y="123973"/>
                </a:lnTo>
                <a:lnTo>
                  <a:pt x="602624" y="124003"/>
                </a:lnTo>
                <a:lnTo>
                  <a:pt x="603033" y="124026"/>
                </a:lnTo>
                <a:lnTo>
                  <a:pt x="603446" y="124043"/>
                </a:lnTo>
                <a:lnTo>
                  <a:pt x="603864" y="124053"/>
                </a:lnTo>
                <a:lnTo>
                  <a:pt x="604285" y="124056"/>
                </a:lnTo>
                <a:lnTo>
                  <a:pt x="604500" y="124056"/>
                </a:lnTo>
                <a:lnTo>
                  <a:pt x="604715" y="124054"/>
                </a:lnTo>
                <a:lnTo>
                  <a:pt x="604931" y="124051"/>
                </a:lnTo>
                <a:lnTo>
                  <a:pt x="605146" y="124047"/>
                </a:lnTo>
                <a:lnTo>
                  <a:pt x="605361" y="124042"/>
                </a:lnTo>
                <a:lnTo>
                  <a:pt x="605577" y="124036"/>
                </a:lnTo>
                <a:lnTo>
                  <a:pt x="605793" y="124028"/>
                </a:lnTo>
                <a:lnTo>
                  <a:pt x="606008" y="124020"/>
                </a:lnTo>
                <a:lnTo>
                  <a:pt x="606224" y="124010"/>
                </a:lnTo>
                <a:lnTo>
                  <a:pt x="606440" y="123999"/>
                </a:lnTo>
                <a:lnTo>
                  <a:pt x="606657" y="123987"/>
                </a:lnTo>
                <a:lnTo>
                  <a:pt x="606873" y="123973"/>
                </a:lnTo>
                <a:lnTo>
                  <a:pt x="607089" y="123959"/>
                </a:lnTo>
                <a:lnTo>
                  <a:pt x="607306" y="123944"/>
                </a:lnTo>
                <a:lnTo>
                  <a:pt x="607523" y="123927"/>
                </a:lnTo>
                <a:lnTo>
                  <a:pt x="607740" y="123909"/>
                </a:lnTo>
                <a:lnTo>
                  <a:pt x="607957" y="123890"/>
                </a:lnTo>
                <a:lnTo>
                  <a:pt x="608174" y="123870"/>
                </a:lnTo>
                <a:lnTo>
                  <a:pt x="608391" y="123849"/>
                </a:lnTo>
                <a:lnTo>
                  <a:pt x="608608" y="123826"/>
                </a:lnTo>
                <a:lnTo>
                  <a:pt x="608826" y="123803"/>
                </a:lnTo>
                <a:lnTo>
                  <a:pt x="609043" y="123778"/>
                </a:lnTo>
                <a:lnTo>
                  <a:pt x="609261" y="123752"/>
                </a:lnTo>
                <a:lnTo>
                  <a:pt x="609479" y="123725"/>
                </a:lnTo>
                <a:lnTo>
                  <a:pt x="609695" y="123697"/>
                </a:lnTo>
                <a:lnTo>
                  <a:pt x="609908" y="123668"/>
                </a:lnTo>
                <a:lnTo>
                  <a:pt x="610117" y="123639"/>
                </a:lnTo>
                <a:lnTo>
                  <a:pt x="610323" y="123609"/>
                </a:lnTo>
                <a:lnTo>
                  <a:pt x="610526" y="123579"/>
                </a:lnTo>
                <a:lnTo>
                  <a:pt x="610724" y="123548"/>
                </a:lnTo>
                <a:lnTo>
                  <a:pt x="610920" y="123516"/>
                </a:lnTo>
                <a:lnTo>
                  <a:pt x="611112" y="123483"/>
                </a:lnTo>
                <a:lnTo>
                  <a:pt x="611301" y="123450"/>
                </a:lnTo>
                <a:lnTo>
                  <a:pt x="611486" y="123417"/>
                </a:lnTo>
                <a:lnTo>
                  <a:pt x="611667" y="123382"/>
                </a:lnTo>
                <a:lnTo>
                  <a:pt x="611846" y="123347"/>
                </a:lnTo>
                <a:lnTo>
                  <a:pt x="612020" y="123312"/>
                </a:lnTo>
                <a:lnTo>
                  <a:pt x="612192" y="123275"/>
                </a:lnTo>
                <a:lnTo>
                  <a:pt x="612360" y="123239"/>
                </a:lnTo>
                <a:lnTo>
                  <a:pt x="612524" y="123201"/>
                </a:lnTo>
                <a:lnTo>
                  <a:pt x="612685" y="123163"/>
                </a:lnTo>
                <a:lnTo>
                  <a:pt x="612842" y="123124"/>
                </a:lnTo>
                <a:lnTo>
                  <a:pt x="612996" y="123085"/>
                </a:lnTo>
                <a:lnTo>
                  <a:pt x="613147" y="123044"/>
                </a:lnTo>
                <a:lnTo>
                  <a:pt x="613294" y="123004"/>
                </a:lnTo>
                <a:lnTo>
                  <a:pt x="613438" y="122962"/>
                </a:lnTo>
                <a:lnTo>
                  <a:pt x="613578" y="122920"/>
                </a:lnTo>
                <a:lnTo>
                  <a:pt x="613715" y="122878"/>
                </a:lnTo>
                <a:lnTo>
                  <a:pt x="613347" y="115437"/>
                </a:lnTo>
                <a:lnTo>
                  <a:pt x="613217" y="115456"/>
                </a:lnTo>
                <a:lnTo>
                  <a:pt x="613087" y="115474"/>
                </a:lnTo>
                <a:lnTo>
                  <a:pt x="612956" y="115493"/>
                </a:lnTo>
                <a:lnTo>
                  <a:pt x="612824" y="115512"/>
                </a:lnTo>
                <a:lnTo>
                  <a:pt x="612691" y="115531"/>
                </a:lnTo>
                <a:lnTo>
                  <a:pt x="612557" y="115550"/>
                </a:lnTo>
                <a:lnTo>
                  <a:pt x="612422" y="115569"/>
                </a:lnTo>
                <a:lnTo>
                  <a:pt x="612287" y="115589"/>
                </a:lnTo>
                <a:lnTo>
                  <a:pt x="612150" y="115608"/>
                </a:lnTo>
                <a:lnTo>
                  <a:pt x="612013" y="115628"/>
                </a:lnTo>
                <a:lnTo>
                  <a:pt x="611874" y="115648"/>
                </a:lnTo>
                <a:lnTo>
                  <a:pt x="611735" y="115667"/>
                </a:lnTo>
                <a:lnTo>
                  <a:pt x="611595" y="115687"/>
                </a:lnTo>
                <a:lnTo>
                  <a:pt x="611454" y="115708"/>
                </a:lnTo>
                <a:lnTo>
                  <a:pt x="611312" y="115728"/>
                </a:lnTo>
                <a:lnTo>
                  <a:pt x="611169" y="115748"/>
                </a:lnTo>
                <a:lnTo>
                  <a:pt x="611026" y="115769"/>
                </a:lnTo>
                <a:lnTo>
                  <a:pt x="610881" y="115789"/>
                </a:lnTo>
                <a:lnTo>
                  <a:pt x="610736" y="115810"/>
                </a:lnTo>
                <a:lnTo>
                  <a:pt x="610589" y="115831"/>
                </a:lnTo>
                <a:lnTo>
                  <a:pt x="610442" y="115852"/>
                </a:lnTo>
                <a:lnTo>
                  <a:pt x="610294" y="115873"/>
                </a:lnTo>
                <a:lnTo>
                  <a:pt x="610145" y="115895"/>
                </a:lnTo>
                <a:lnTo>
                  <a:pt x="609995" y="115916"/>
                </a:lnTo>
                <a:lnTo>
                  <a:pt x="609844" y="115937"/>
                </a:lnTo>
                <a:lnTo>
                  <a:pt x="609693" y="115957"/>
                </a:lnTo>
                <a:lnTo>
                  <a:pt x="609541" y="115976"/>
                </a:lnTo>
                <a:lnTo>
                  <a:pt x="609388" y="115995"/>
                </a:lnTo>
                <a:lnTo>
                  <a:pt x="609235" y="116012"/>
                </a:lnTo>
                <a:lnTo>
                  <a:pt x="609081" y="116029"/>
                </a:lnTo>
                <a:lnTo>
                  <a:pt x="608926" y="116045"/>
                </a:lnTo>
                <a:lnTo>
                  <a:pt x="608771" y="116059"/>
                </a:lnTo>
                <a:lnTo>
                  <a:pt x="608615" y="116073"/>
                </a:lnTo>
                <a:lnTo>
                  <a:pt x="608459" y="116086"/>
                </a:lnTo>
                <a:lnTo>
                  <a:pt x="608302" y="116098"/>
                </a:lnTo>
                <a:lnTo>
                  <a:pt x="608144" y="116109"/>
                </a:lnTo>
                <a:lnTo>
                  <a:pt x="607985" y="116120"/>
                </a:lnTo>
                <a:lnTo>
                  <a:pt x="607826" y="116129"/>
                </a:lnTo>
                <a:lnTo>
                  <a:pt x="607667" y="116138"/>
                </a:lnTo>
                <a:lnTo>
                  <a:pt x="607506" y="116145"/>
                </a:lnTo>
                <a:lnTo>
                  <a:pt x="607345" y="116152"/>
                </a:lnTo>
                <a:lnTo>
                  <a:pt x="607184" y="116158"/>
                </a:lnTo>
                <a:lnTo>
                  <a:pt x="607022" y="116163"/>
                </a:lnTo>
                <a:lnTo>
                  <a:pt x="606859" y="116167"/>
                </a:lnTo>
                <a:lnTo>
                  <a:pt x="606695" y="116170"/>
                </a:lnTo>
                <a:lnTo>
                  <a:pt x="606531" y="116172"/>
                </a:lnTo>
                <a:lnTo>
                  <a:pt x="606366" y="116173"/>
                </a:lnTo>
                <a:lnTo>
                  <a:pt x="606201" y="116174"/>
                </a:lnTo>
                <a:lnTo>
                  <a:pt x="605974" y="116172"/>
                </a:lnTo>
                <a:lnTo>
                  <a:pt x="605749" y="116168"/>
                </a:lnTo>
                <a:lnTo>
                  <a:pt x="605525" y="116160"/>
                </a:lnTo>
                <a:lnTo>
                  <a:pt x="605301" y="116148"/>
                </a:lnTo>
                <a:lnTo>
                  <a:pt x="605079" y="116134"/>
                </a:lnTo>
                <a:lnTo>
                  <a:pt x="604859" y="116116"/>
                </a:lnTo>
                <a:lnTo>
                  <a:pt x="604639" y="116096"/>
                </a:lnTo>
                <a:lnTo>
                  <a:pt x="604420" y="116072"/>
                </a:lnTo>
                <a:lnTo>
                  <a:pt x="604203" y="116044"/>
                </a:lnTo>
                <a:lnTo>
                  <a:pt x="603987" y="116014"/>
                </a:lnTo>
                <a:lnTo>
                  <a:pt x="603772" y="115980"/>
                </a:lnTo>
                <a:lnTo>
                  <a:pt x="603558" y="115944"/>
                </a:lnTo>
                <a:lnTo>
                  <a:pt x="603345" y="115904"/>
                </a:lnTo>
                <a:lnTo>
                  <a:pt x="603134" y="115861"/>
                </a:lnTo>
                <a:lnTo>
                  <a:pt x="602923" y="115814"/>
                </a:lnTo>
                <a:lnTo>
                  <a:pt x="602714" y="115765"/>
                </a:lnTo>
                <a:lnTo>
                  <a:pt x="602506" y="115712"/>
                </a:lnTo>
                <a:lnTo>
                  <a:pt x="602299" y="115656"/>
                </a:lnTo>
                <a:lnTo>
                  <a:pt x="602093" y="115597"/>
                </a:lnTo>
                <a:lnTo>
                  <a:pt x="601888" y="115534"/>
                </a:lnTo>
                <a:lnTo>
                  <a:pt x="601685" y="115469"/>
                </a:lnTo>
                <a:lnTo>
                  <a:pt x="601482" y="115400"/>
                </a:lnTo>
                <a:lnTo>
                  <a:pt x="601281" y="115328"/>
                </a:lnTo>
                <a:lnTo>
                  <a:pt x="601081" y="115253"/>
                </a:lnTo>
                <a:lnTo>
                  <a:pt x="600883" y="115173"/>
                </a:lnTo>
                <a:lnTo>
                  <a:pt x="600689" y="115086"/>
                </a:lnTo>
                <a:lnTo>
                  <a:pt x="600497" y="114993"/>
                </a:lnTo>
                <a:lnTo>
                  <a:pt x="600309" y="114893"/>
                </a:lnTo>
                <a:lnTo>
                  <a:pt x="600125" y="114786"/>
                </a:lnTo>
                <a:lnTo>
                  <a:pt x="599944" y="114673"/>
                </a:lnTo>
                <a:lnTo>
                  <a:pt x="599766" y="114553"/>
                </a:lnTo>
                <a:lnTo>
                  <a:pt x="599591" y="114426"/>
                </a:lnTo>
                <a:lnTo>
                  <a:pt x="599420" y="114293"/>
                </a:lnTo>
                <a:lnTo>
                  <a:pt x="599252" y="114153"/>
                </a:lnTo>
                <a:lnTo>
                  <a:pt x="599087" y="114007"/>
                </a:lnTo>
                <a:lnTo>
                  <a:pt x="598926" y="113853"/>
                </a:lnTo>
                <a:lnTo>
                  <a:pt x="598768" y="113694"/>
                </a:lnTo>
                <a:lnTo>
                  <a:pt x="598614" y="113527"/>
                </a:lnTo>
                <a:lnTo>
                  <a:pt x="598462" y="113354"/>
                </a:lnTo>
                <a:lnTo>
                  <a:pt x="598314" y="113174"/>
                </a:lnTo>
                <a:lnTo>
                  <a:pt x="598170" y="112988"/>
                </a:lnTo>
                <a:lnTo>
                  <a:pt x="598028" y="112794"/>
                </a:lnTo>
                <a:lnTo>
                  <a:pt x="597890" y="112595"/>
                </a:lnTo>
                <a:lnTo>
                  <a:pt x="597756" y="112388"/>
                </a:lnTo>
                <a:lnTo>
                  <a:pt x="597624" y="112175"/>
                </a:lnTo>
                <a:lnTo>
                  <a:pt x="597496" y="111955"/>
                </a:lnTo>
                <a:lnTo>
                  <a:pt x="597372" y="111729"/>
                </a:lnTo>
                <a:lnTo>
                  <a:pt x="597250" y="111496"/>
                </a:lnTo>
                <a:lnTo>
                  <a:pt x="597133" y="111255"/>
                </a:lnTo>
                <a:lnTo>
                  <a:pt x="597021" y="111005"/>
                </a:lnTo>
                <a:lnTo>
                  <a:pt x="596913" y="110745"/>
                </a:lnTo>
                <a:lnTo>
                  <a:pt x="596811" y="110476"/>
                </a:lnTo>
                <a:lnTo>
                  <a:pt x="596714" y="110198"/>
                </a:lnTo>
                <a:lnTo>
                  <a:pt x="596622" y="109910"/>
                </a:lnTo>
                <a:lnTo>
                  <a:pt x="596534" y="109613"/>
                </a:lnTo>
                <a:lnTo>
                  <a:pt x="596452" y="109306"/>
                </a:lnTo>
                <a:lnTo>
                  <a:pt x="596375" y="108991"/>
                </a:lnTo>
                <a:lnTo>
                  <a:pt x="596302" y="108666"/>
                </a:lnTo>
                <a:lnTo>
                  <a:pt x="596235" y="108331"/>
                </a:lnTo>
                <a:lnTo>
                  <a:pt x="596173" y="107988"/>
                </a:lnTo>
                <a:lnTo>
                  <a:pt x="596115" y="107635"/>
                </a:lnTo>
                <a:lnTo>
                  <a:pt x="596063" y="107272"/>
                </a:lnTo>
                <a:lnTo>
                  <a:pt x="596016" y="106900"/>
                </a:lnTo>
                <a:lnTo>
                  <a:pt x="595973" y="106519"/>
                </a:lnTo>
                <a:lnTo>
                  <a:pt x="595936" y="106129"/>
                </a:lnTo>
                <a:lnTo>
                  <a:pt x="595903" y="105729"/>
                </a:lnTo>
                <a:lnTo>
                  <a:pt x="595876" y="105320"/>
                </a:lnTo>
                <a:lnTo>
                  <a:pt x="595854" y="104902"/>
                </a:lnTo>
                <a:lnTo>
                  <a:pt x="595836" y="104474"/>
                </a:lnTo>
                <a:lnTo>
                  <a:pt x="595824" y="104037"/>
                </a:lnTo>
                <a:lnTo>
                  <a:pt x="595816" y="103590"/>
                </a:lnTo>
                <a:lnTo>
                  <a:pt x="595814" y="103135"/>
                </a:lnTo>
                <a:lnTo>
                  <a:pt x="595814" y="50094"/>
                </a:lnTo>
                <a:lnTo>
                  <a:pt x="612315" y="50094"/>
                </a:lnTo>
                <a:lnTo>
                  <a:pt x="612315" y="42875"/>
                </a:lnTo>
                <a:lnTo>
                  <a:pt x="595814" y="42875"/>
                </a:lnTo>
                <a:lnTo>
                  <a:pt x="595814" y="22395"/>
                </a:lnTo>
                <a:lnTo>
                  <a:pt x="586974" y="22395"/>
                </a:lnTo>
                <a:lnTo>
                  <a:pt x="586974" y="42875"/>
                </a:lnTo>
                <a:lnTo>
                  <a:pt x="572314" y="42875"/>
                </a:lnTo>
                <a:lnTo>
                  <a:pt x="572314" y="50094"/>
                </a:lnTo>
                <a:close/>
                <a:moveTo>
                  <a:pt x="326155" y="103945"/>
                </a:moveTo>
                <a:lnTo>
                  <a:pt x="324427" y="110994"/>
                </a:lnTo>
                <a:lnTo>
                  <a:pt x="323134" y="104313"/>
                </a:lnTo>
                <a:lnTo>
                  <a:pt x="306264" y="42875"/>
                </a:lnTo>
                <a:lnTo>
                  <a:pt x="297130" y="42875"/>
                </a:lnTo>
                <a:lnTo>
                  <a:pt x="320261" y="122583"/>
                </a:lnTo>
                <a:lnTo>
                  <a:pt x="321587" y="122583"/>
                </a:lnTo>
                <a:lnTo>
                  <a:pt x="326670" y="122583"/>
                </a:lnTo>
                <a:lnTo>
                  <a:pt x="327849" y="122583"/>
                </a:lnTo>
                <a:lnTo>
                  <a:pt x="347960" y="59302"/>
                </a:lnTo>
                <a:lnTo>
                  <a:pt x="348916" y="55042"/>
                </a:lnTo>
                <a:lnTo>
                  <a:pt x="349802" y="59229"/>
                </a:lnTo>
                <a:lnTo>
                  <a:pt x="370355" y="122583"/>
                </a:lnTo>
                <a:lnTo>
                  <a:pt x="371534" y="122583"/>
                </a:lnTo>
                <a:lnTo>
                  <a:pt x="376617" y="122583"/>
                </a:lnTo>
                <a:lnTo>
                  <a:pt x="377869" y="122583"/>
                </a:lnTo>
                <a:lnTo>
                  <a:pt x="401075" y="42875"/>
                </a:lnTo>
                <a:lnTo>
                  <a:pt x="391940" y="42875"/>
                </a:lnTo>
                <a:lnTo>
                  <a:pt x="375512" y="104092"/>
                </a:lnTo>
                <a:lnTo>
                  <a:pt x="373885" y="111655"/>
                </a:lnTo>
                <a:lnTo>
                  <a:pt x="371829" y="103429"/>
                </a:lnTo>
                <a:lnTo>
                  <a:pt x="352896" y="42875"/>
                </a:lnTo>
                <a:lnTo>
                  <a:pt x="351644" y="42875"/>
                </a:lnTo>
                <a:lnTo>
                  <a:pt x="346340" y="42875"/>
                </a:lnTo>
                <a:lnTo>
                  <a:pt x="345382" y="42875"/>
                </a:lnTo>
                <a:lnTo>
                  <a:pt x="326155" y="103945"/>
                </a:lnTo>
                <a:close/>
                <a:moveTo>
                  <a:pt x="508198" y="67093"/>
                </a:moveTo>
                <a:lnTo>
                  <a:pt x="508358" y="66686"/>
                </a:lnTo>
                <a:lnTo>
                  <a:pt x="508522" y="66280"/>
                </a:lnTo>
                <a:lnTo>
                  <a:pt x="508692" y="65877"/>
                </a:lnTo>
                <a:lnTo>
                  <a:pt x="508868" y="65476"/>
                </a:lnTo>
                <a:lnTo>
                  <a:pt x="509048" y="65077"/>
                </a:lnTo>
                <a:lnTo>
                  <a:pt x="509234" y="64680"/>
                </a:lnTo>
                <a:lnTo>
                  <a:pt x="509425" y="64285"/>
                </a:lnTo>
                <a:lnTo>
                  <a:pt x="509621" y="63892"/>
                </a:lnTo>
                <a:lnTo>
                  <a:pt x="509823" y="63502"/>
                </a:lnTo>
                <a:lnTo>
                  <a:pt x="510029" y="63113"/>
                </a:lnTo>
                <a:lnTo>
                  <a:pt x="510241" y="62726"/>
                </a:lnTo>
                <a:lnTo>
                  <a:pt x="510459" y="62341"/>
                </a:lnTo>
                <a:lnTo>
                  <a:pt x="510681" y="61959"/>
                </a:lnTo>
                <a:lnTo>
                  <a:pt x="510909" y="61578"/>
                </a:lnTo>
                <a:lnTo>
                  <a:pt x="511142" y="61199"/>
                </a:lnTo>
                <a:lnTo>
                  <a:pt x="511380" y="60823"/>
                </a:lnTo>
                <a:lnTo>
                  <a:pt x="511623" y="60448"/>
                </a:lnTo>
                <a:lnTo>
                  <a:pt x="511872" y="60076"/>
                </a:lnTo>
                <a:lnTo>
                  <a:pt x="512126" y="59706"/>
                </a:lnTo>
                <a:lnTo>
                  <a:pt x="512385" y="59337"/>
                </a:lnTo>
                <a:lnTo>
                  <a:pt x="512650" y="58971"/>
                </a:lnTo>
                <a:lnTo>
                  <a:pt x="512919" y="58609"/>
                </a:lnTo>
                <a:lnTo>
                  <a:pt x="513195" y="58252"/>
                </a:lnTo>
                <a:lnTo>
                  <a:pt x="513475" y="57900"/>
                </a:lnTo>
                <a:lnTo>
                  <a:pt x="513761" y="57555"/>
                </a:lnTo>
                <a:lnTo>
                  <a:pt x="514052" y="57215"/>
                </a:lnTo>
                <a:lnTo>
                  <a:pt x="514349" y="56881"/>
                </a:lnTo>
                <a:lnTo>
                  <a:pt x="514651" y="56552"/>
                </a:lnTo>
                <a:lnTo>
                  <a:pt x="514958" y="56229"/>
                </a:lnTo>
                <a:lnTo>
                  <a:pt x="515271" y="55911"/>
                </a:lnTo>
                <a:lnTo>
                  <a:pt x="515589" y="55600"/>
                </a:lnTo>
                <a:lnTo>
                  <a:pt x="515912" y="55293"/>
                </a:lnTo>
                <a:lnTo>
                  <a:pt x="516241" y="54993"/>
                </a:lnTo>
                <a:lnTo>
                  <a:pt x="516575" y="54698"/>
                </a:lnTo>
                <a:lnTo>
                  <a:pt x="516915" y="54409"/>
                </a:lnTo>
                <a:lnTo>
                  <a:pt x="517260" y="54125"/>
                </a:lnTo>
                <a:lnTo>
                  <a:pt x="517610" y="53847"/>
                </a:lnTo>
                <a:lnTo>
                  <a:pt x="517966" y="53575"/>
                </a:lnTo>
                <a:lnTo>
                  <a:pt x="518327" y="53308"/>
                </a:lnTo>
                <a:lnTo>
                  <a:pt x="518693" y="53047"/>
                </a:lnTo>
                <a:lnTo>
                  <a:pt x="519065" y="52791"/>
                </a:lnTo>
                <a:lnTo>
                  <a:pt x="519442" y="52541"/>
                </a:lnTo>
                <a:lnTo>
                  <a:pt x="519825" y="52297"/>
                </a:lnTo>
                <a:lnTo>
                  <a:pt x="520213" y="52058"/>
                </a:lnTo>
                <a:lnTo>
                  <a:pt x="520606" y="51825"/>
                </a:lnTo>
                <a:lnTo>
                  <a:pt x="521004" y="51600"/>
                </a:lnTo>
                <a:lnTo>
                  <a:pt x="521409" y="51384"/>
                </a:lnTo>
                <a:lnTo>
                  <a:pt x="521818" y="51178"/>
                </a:lnTo>
                <a:lnTo>
                  <a:pt x="522234" y="50981"/>
                </a:lnTo>
                <a:lnTo>
                  <a:pt x="522654" y="50794"/>
                </a:lnTo>
                <a:lnTo>
                  <a:pt x="523081" y="50617"/>
                </a:lnTo>
                <a:lnTo>
                  <a:pt x="523512" y="50449"/>
                </a:lnTo>
                <a:lnTo>
                  <a:pt x="523949" y="50290"/>
                </a:lnTo>
                <a:lnTo>
                  <a:pt x="524392" y="50142"/>
                </a:lnTo>
                <a:lnTo>
                  <a:pt x="524840" y="50003"/>
                </a:lnTo>
                <a:lnTo>
                  <a:pt x="525294" y="49873"/>
                </a:lnTo>
                <a:lnTo>
                  <a:pt x="525753" y="49753"/>
                </a:lnTo>
                <a:lnTo>
                  <a:pt x="526218" y="49643"/>
                </a:lnTo>
                <a:lnTo>
                  <a:pt x="526688" y="49542"/>
                </a:lnTo>
                <a:lnTo>
                  <a:pt x="527164" y="49451"/>
                </a:lnTo>
                <a:lnTo>
                  <a:pt x="527645" y="49370"/>
                </a:lnTo>
                <a:lnTo>
                  <a:pt x="528132" y="49298"/>
                </a:lnTo>
                <a:lnTo>
                  <a:pt x="528624" y="49235"/>
                </a:lnTo>
                <a:lnTo>
                  <a:pt x="529122" y="49183"/>
                </a:lnTo>
                <a:lnTo>
                  <a:pt x="529625" y="49139"/>
                </a:lnTo>
                <a:lnTo>
                  <a:pt x="530134" y="49106"/>
                </a:lnTo>
                <a:lnTo>
                  <a:pt x="530648" y="49082"/>
                </a:lnTo>
                <a:lnTo>
                  <a:pt x="531168" y="49067"/>
                </a:lnTo>
                <a:lnTo>
                  <a:pt x="531693" y="49063"/>
                </a:lnTo>
                <a:lnTo>
                  <a:pt x="532169" y="49066"/>
                </a:lnTo>
                <a:lnTo>
                  <a:pt x="532640" y="49076"/>
                </a:lnTo>
                <a:lnTo>
                  <a:pt x="533105" y="49094"/>
                </a:lnTo>
                <a:lnTo>
                  <a:pt x="533565" y="49118"/>
                </a:lnTo>
                <a:lnTo>
                  <a:pt x="534020" y="49149"/>
                </a:lnTo>
                <a:lnTo>
                  <a:pt x="534469" y="49187"/>
                </a:lnTo>
                <a:lnTo>
                  <a:pt x="534913" y="49232"/>
                </a:lnTo>
                <a:lnTo>
                  <a:pt x="535352" y="49284"/>
                </a:lnTo>
                <a:lnTo>
                  <a:pt x="535785" y="49342"/>
                </a:lnTo>
                <a:lnTo>
                  <a:pt x="536213" y="49408"/>
                </a:lnTo>
                <a:lnTo>
                  <a:pt x="536635" y="49480"/>
                </a:lnTo>
                <a:lnTo>
                  <a:pt x="537052" y="49560"/>
                </a:lnTo>
                <a:lnTo>
                  <a:pt x="537464" y="49646"/>
                </a:lnTo>
                <a:lnTo>
                  <a:pt x="537870" y="49739"/>
                </a:lnTo>
                <a:lnTo>
                  <a:pt x="538271" y="49840"/>
                </a:lnTo>
                <a:lnTo>
                  <a:pt x="538667" y="49947"/>
                </a:lnTo>
                <a:lnTo>
                  <a:pt x="539057" y="50061"/>
                </a:lnTo>
                <a:lnTo>
                  <a:pt x="539442" y="50181"/>
                </a:lnTo>
                <a:lnTo>
                  <a:pt x="539821" y="50309"/>
                </a:lnTo>
                <a:lnTo>
                  <a:pt x="540195" y="50444"/>
                </a:lnTo>
                <a:lnTo>
                  <a:pt x="540564" y="50586"/>
                </a:lnTo>
                <a:lnTo>
                  <a:pt x="540927" y="50734"/>
                </a:lnTo>
                <a:lnTo>
                  <a:pt x="541285" y="50889"/>
                </a:lnTo>
                <a:lnTo>
                  <a:pt x="541638" y="51052"/>
                </a:lnTo>
                <a:lnTo>
                  <a:pt x="541984" y="51222"/>
                </a:lnTo>
                <a:lnTo>
                  <a:pt x="542324" y="51402"/>
                </a:lnTo>
                <a:lnTo>
                  <a:pt x="542658" y="51591"/>
                </a:lnTo>
                <a:lnTo>
                  <a:pt x="542984" y="51789"/>
                </a:lnTo>
                <a:lnTo>
                  <a:pt x="543304" y="51997"/>
                </a:lnTo>
                <a:lnTo>
                  <a:pt x="543618" y="52214"/>
                </a:lnTo>
                <a:lnTo>
                  <a:pt x="543924" y="52441"/>
                </a:lnTo>
                <a:lnTo>
                  <a:pt x="544224" y="52676"/>
                </a:lnTo>
                <a:lnTo>
                  <a:pt x="544518" y="52922"/>
                </a:lnTo>
                <a:lnTo>
                  <a:pt x="544805" y="53176"/>
                </a:lnTo>
                <a:lnTo>
                  <a:pt x="545085" y="53440"/>
                </a:lnTo>
                <a:lnTo>
                  <a:pt x="545358" y="53713"/>
                </a:lnTo>
                <a:lnTo>
                  <a:pt x="545625" y="53995"/>
                </a:lnTo>
                <a:lnTo>
                  <a:pt x="545885" y="54287"/>
                </a:lnTo>
                <a:lnTo>
                  <a:pt x="546139" y="54588"/>
                </a:lnTo>
                <a:lnTo>
                  <a:pt x="546385" y="54899"/>
                </a:lnTo>
                <a:lnTo>
                  <a:pt x="546626" y="55219"/>
                </a:lnTo>
                <a:lnTo>
                  <a:pt x="546859" y="55548"/>
                </a:lnTo>
                <a:lnTo>
                  <a:pt x="547086" y="55886"/>
                </a:lnTo>
                <a:lnTo>
                  <a:pt x="547306" y="56234"/>
                </a:lnTo>
                <a:lnTo>
                  <a:pt x="547520" y="56591"/>
                </a:lnTo>
                <a:lnTo>
                  <a:pt x="547727" y="56958"/>
                </a:lnTo>
                <a:lnTo>
                  <a:pt x="547927" y="57333"/>
                </a:lnTo>
                <a:lnTo>
                  <a:pt x="548121" y="57719"/>
                </a:lnTo>
                <a:lnTo>
                  <a:pt x="548307" y="58115"/>
                </a:lnTo>
                <a:lnTo>
                  <a:pt x="548485" y="58523"/>
                </a:lnTo>
                <a:lnTo>
                  <a:pt x="548656" y="58943"/>
                </a:lnTo>
                <a:lnTo>
                  <a:pt x="548818" y="59375"/>
                </a:lnTo>
                <a:lnTo>
                  <a:pt x="548973" y="59820"/>
                </a:lnTo>
                <a:lnTo>
                  <a:pt x="549120" y="60276"/>
                </a:lnTo>
                <a:lnTo>
                  <a:pt x="549259" y="60745"/>
                </a:lnTo>
                <a:lnTo>
                  <a:pt x="549389" y="61226"/>
                </a:lnTo>
                <a:lnTo>
                  <a:pt x="549512" y="61719"/>
                </a:lnTo>
                <a:lnTo>
                  <a:pt x="549627" y="62224"/>
                </a:lnTo>
                <a:lnTo>
                  <a:pt x="549734" y="62742"/>
                </a:lnTo>
                <a:lnTo>
                  <a:pt x="549833" y="63271"/>
                </a:lnTo>
                <a:lnTo>
                  <a:pt x="549925" y="63813"/>
                </a:lnTo>
                <a:lnTo>
                  <a:pt x="550008" y="64367"/>
                </a:lnTo>
                <a:lnTo>
                  <a:pt x="550083" y="64933"/>
                </a:lnTo>
                <a:lnTo>
                  <a:pt x="550151" y="65511"/>
                </a:lnTo>
                <a:lnTo>
                  <a:pt x="550210" y="66101"/>
                </a:lnTo>
                <a:lnTo>
                  <a:pt x="550262" y="66704"/>
                </a:lnTo>
                <a:lnTo>
                  <a:pt x="550305" y="67318"/>
                </a:lnTo>
                <a:lnTo>
                  <a:pt x="550341" y="67945"/>
                </a:lnTo>
                <a:lnTo>
                  <a:pt x="550369" y="68584"/>
                </a:lnTo>
                <a:lnTo>
                  <a:pt x="550388" y="69235"/>
                </a:lnTo>
                <a:lnTo>
                  <a:pt x="550400" y="69898"/>
                </a:lnTo>
                <a:lnTo>
                  <a:pt x="550404" y="70574"/>
                </a:lnTo>
                <a:lnTo>
                  <a:pt x="550404" y="122583"/>
                </a:lnTo>
                <a:lnTo>
                  <a:pt x="559244" y="122583"/>
                </a:lnTo>
                <a:lnTo>
                  <a:pt x="559244" y="70647"/>
                </a:lnTo>
                <a:lnTo>
                  <a:pt x="559241" y="69994"/>
                </a:lnTo>
                <a:lnTo>
                  <a:pt x="559232" y="69350"/>
                </a:lnTo>
                <a:lnTo>
                  <a:pt x="559217" y="68713"/>
                </a:lnTo>
                <a:lnTo>
                  <a:pt x="559196" y="68084"/>
                </a:lnTo>
                <a:lnTo>
                  <a:pt x="559169" y="67464"/>
                </a:lnTo>
                <a:lnTo>
                  <a:pt x="559136" y="66851"/>
                </a:lnTo>
                <a:lnTo>
                  <a:pt x="559097" y="66247"/>
                </a:lnTo>
                <a:lnTo>
                  <a:pt x="559052" y="65650"/>
                </a:lnTo>
                <a:lnTo>
                  <a:pt x="559001" y="65062"/>
                </a:lnTo>
                <a:lnTo>
                  <a:pt x="558944" y="64481"/>
                </a:lnTo>
                <a:lnTo>
                  <a:pt x="558881" y="63909"/>
                </a:lnTo>
                <a:lnTo>
                  <a:pt x="558812" y="63345"/>
                </a:lnTo>
                <a:lnTo>
                  <a:pt x="558737" y="62789"/>
                </a:lnTo>
                <a:lnTo>
                  <a:pt x="558655" y="62241"/>
                </a:lnTo>
                <a:lnTo>
                  <a:pt x="558568" y="61701"/>
                </a:lnTo>
                <a:lnTo>
                  <a:pt x="558475" y="61169"/>
                </a:lnTo>
                <a:lnTo>
                  <a:pt x="558376" y="60645"/>
                </a:lnTo>
                <a:lnTo>
                  <a:pt x="558271" y="60129"/>
                </a:lnTo>
                <a:lnTo>
                  <a:pt x="558159" y="59621"/>
                </a:lnTo>
                <a:lnTo>
                  <a:pt x="558042" y="59121"/>
                </a:lnTo>
                <a:lnTo>
                  <a:pt x="557919" y="58630"/>
                </a:lnTo>
                <a:lnTo>
                  <a:pt x="557790" y="58146"/>
                </a:lnTo>
                <a:lnTo>
                  <a:pt x="557655" y="57670"/>
                </a:lnTo>
                <a:lnTo>
                  <a:pt x="557513" y="57203"/>
                </a:lnTo>
                <a:lnTo>
                  <a:pt x="557366" y="56743"/>
                </a:lnTo>
                <a:lnTo>
                  <a:pt x="557214" y="56290"/>
                </a:lnTo>
                <a:lnTo>
                  <a:pt x="557056" y="55845"/>
                </a:lnTo>
                <a:lnTo>
                  <a:pt x="556893" y="55406"/>
                </a:lnTo>
                <a:lnTo>
                  <a:pt x="556725" y="54975"/>
                </a:lnTo>
                <a:lnTo>
                  <a:pt x="556551" y="54551"/>
                </a:lnTo>
                <a:lnTo>
                  <a:pt x="556372" y="54134"/>
                </a:lnTo>
                <a:lnTo>
                  <a:pt x="556187" y="53724"/>
                </a:lnTo>
                <a:lnTo>
                  <a:pt x="555997" y="53322"/>
                </a:lnTo>
                <a:lnTo>
                  <a:pt x="555802" y="52926"/>
                </a:lnTo>
                <a:lnTo>
                  <a:pt x="555601" y="52538"/>
                </a:lnTo>
                <a:lnTo>
                  <a:pt x="555395" y="52157"/>
                </a:lnTo>
                <a:lnTo>
                  <a:pt x="555184" y="51783"/>
                </a:lnTo>
                <a:lnTo>
                  <a:pt x="554967" y="51416"/>
                </a:lnTo>
                <a:lnTo>
                  <a:pt x="554745" y="51056"/>
                </a:lnTo>
                <a:lnTo>
                  <a:pt x="554517" y="50704"/>
                </a:lnTo>
                <a:lnTo>
                  <a:pt x="554285" y="50358"/>
                </a:lnTo>
                <a:lnTo>
                  <a:pt x="554046" y="50020"/>
                </a:lnTo>
                <a:lnTo>
                  <a:pt x="553803" y="49689"/>
                </a:lnTo>
                <a:lnTo>
                  <a:pt x="553554" y="49366"/>
                </a:lnTo>
                <a:lnTo>
                  <a:pt x="553299" y="49049"/>
                </a:lnTo>
                <a:lnTo>
                  <a:pt x="553040" y="48739"/>
                </a:lnTo>
                <a:lnTo>
                  <a:pt x="552774" y="48437"/>
                </a:lnTo>
                <a:lnTo>
                  <a:pt x="552504" y="48142"/>
                </a:lnTo>
                <a:lnTo>
                  <a:pt x="552228" y="47853"/>
                </a:lnTo>
                <a:lnTo>
                  <a:pt x="551948" y="47572"/>
                </a:lnTo>
                <a:lnTo>
                  <a:pt x="551662" y="47296"/>
                </a:lnTo>
                <a:lnTo>
                  <a:pt x="551371" y="47028"/>
                </a:lnTo>
                <a:lnTo>
                  <a:pt x="551076" y="46765"/>
                </a:lnTo>
                <a:lnTo>
                  <a:pt x="550775" y="46510"/>
                </a:lnTo>
                <a:lnTo>
                  <a:pt x="550469" y="46260"/>
                </a:lnTo>
                <a:lnTo>
                  <a:pt x="550159" y="46018"/>
                </a:lnTo>
                <a:lnTo>
                  <a:pt x="549843" y="45782"/>
                </a:lnTo>
                <a:lnTo>
                  <a:pt x="549523" y="45552"/>
                </a:lnTo>
                <a:lnTo>
                  <a:pt x="549197" y="45329"/>
                </a:lnTo>
                <a:lnTo>
                  <a:pt x="548867" y="45112"/>
                </a:lnTo>
                <a:lnTo>
                  <a:pt x="548531" y="44902"/>
                </a:lnTo>
                <a:lnTo>
                  <a:pt x="548190" y="44699"/>
                </a:lnTo>
                <a:lnTo>
                  <a:pt x="547845" y="44502"/>
                </a:lnTo>
                <a:lnTo>
                  <a:pt x="547494" y="44311"/>
                </a:lnTo>
                <a:lnTo>
                  <a:pt x="547139" y="44127"/>
                </a:lnTo>
                <a:lnTo>
                  <a:pt x="546779" y="43950"/>
                </a:lnTo>
                <a:lnTo>
                  <a:pt x="546413" y="43779"/>
                </a:lnTo>
                <a:lnTo>
                  <a:pt x="546043" y="43614"/>
                </a:lnTo>
                <a:lnTo>
                  <a:pt x="545667" y="43456"/>
                </a:lnTo>
                <a:lnTo>
                  <a:pt x="545287" y="43305"/>
                </a:lnTo>
                <a:lnTo>
                  <a:pt x="544901" y="43160"/>
                </a:lnTo>
                <a:lnTo>
                  <a:pt x="544511" y="43022"/>
                </a:lnTo>
                <a:lnTo>
                  <a:pt x="544116" y="42890"/>
                </a:lnTo>
                <a:lnTo>
                  <a:pt x="543716" y="42763"/>
                </a:lnTo>
                <a:lnTo>
                  <a:pt x="543313" y="42642"/>
                </a:lnTo>
                <a:lnTo>
                  <a:pt x="542905" y="42527"/>
                </a:lnTo>
                <a:lnTo>
                  <a:pt x="542492" y="42417"/>
                </a:lnTo>
                <a:lnTo>
                  <a:pt x="542075" y="42313"/>
                </a:lnTo>
                <a:lnTo>
                  <a:pt x="541654" y="42214"/>
                </a:lnTo>
                <a:lnTo>
                  <a:pt x="541229" y="42122"/>
                </a:lnTo>
                <a:lnTo>
                  <a:pt x="540799" y="42034"/>
                </a:lnTo>
                <a:lnTo>
                  <a:pt x="540365" y="41953"/>
                </a:lnTo>
                <a:lnTo>
                  <a:pt x="539926" y="41877"/>
                </a:lnTo>
                <a:lnTo>
                  <a:pt x="539483" y="41806"/>
                </a:lnTo>
                <a:lnTo>
                  <a:pt x="539036" y="41742"/>
                </a:lnTo>
                <a:lnTo>
                  <a:pt x="538584" y="41683"/>
                </a:lnTo>
                <a:lnTo>
                  <a:pt x="538128" y="41629"/>
                </a:lnTo>
                <a:lnTo>
                  <a:pt x="537668" y="41581"/>
                </a:lnTo>
                <a:lnTo>
                  <a:pt x="537203" y="41539"/>
                </a:lnTo>
                <a:lnTo>
                  <a:pt x="536734" y="41503"/>
                </a:lnTo>
                <a:lnTo>
                  <a:pt x="536261" y="41472"/>
                </a:lnTo>
                <a:lnTo>
                  <a:pt x="535783" y="41446"/>
                </a:lnTo>
                <a:lnTo>
                  <a:pt x="535301" y="41427"/>
                </a:lnTo>
                <a:lnTo>
                  <a:pt x="534815" y="41412"/>
                </a:lnTo>
                <a:lnTo>
                  <a:pt x="534324" y="41404"/>
                </a:lnTo>
                <a:lnTo>
                  <a:pt x="533829" y="41401"/>
                </a:lnTo>
                <a:lnTo>
                  <a:pt x="533260" y="41406"/>
                </a:lnTo>
                <a:lnTo>
                  <a:pt x="532695" y="41420"/>
                </a:lnTo>
                <a:lnTo>
                  <a:pt x="532135" y="41443"/>
                </a:lnTo>
                <a:lnTo>
                  <a:pt x="531578" y="41475"/>
                </a:lnTo>
                <a:lnTo>
                  <a:pt x="531026" y="41516"/>
                </a:lnTo>
                <a:lnTo>
                  <a:pt x="530477" y="41567"/>
                </a:lnTo>
                <a:lnTo>
                  <a:pt x="529933" y="41627"/>
                </a:lnTo>
                <a:lnTo>
                  <a:pt x="529393" y="41696"/>
                </a:lnTo>
                <a:lnTo>
                  <a:pt x="528857" y="41774"/>
                </a:lnTo>
                <a:lnTo>
                  <a:pt x="528325" y="41862"/>
                </a:lnTo>
                <a:lnTo>
                  <a:pt x="527797" y="41958"/>
                </a:lnTo>
                <a:lnTo>
                  <a:pt x="527273" y="42064"/>
                </a:lnTo>
                <a:lnTo>
                  <a:pt x="526753" y="42179"/>
                </a:lnTo>
                <a:lnTo>
                  <a:pt x="526237" y="42304"/>
                </a:lnTo>
                <a:lnTo>
                  <a:pt x="525726" y="42437"/>
                </a:lnTo>
                <a:lnTo>
                  <a:pt x="525218" y="42580"/>
                </a:lnTo>
                <a:lnTo>
                  <a:pt x="524715" y="42732"/>
                </a:lnTo>
                <a:lnTo>
                  <a:pt x="524216" y="42893"/>
                </a:lnTo>
                <a:lnTo>
                  <a:pt x="523720" y="43063"/>
                </a:lnTo>
                <a:lnTo>
                  <a:pt x="523229" y="43243"/>
                </a:lnTo>
                <a:lnTo>
                  <a:pt x="522742" y="43432"/>
                </a:lnTo>
                <a:lnTo>
                  <a:pt x="522259" y="43630"/>
                </a:lnTo>
                <a:lnTo>
                  <a:pt x="521780" y="43837"/>
                </a:lnTo>
                <a:lnTo>
                  <a:pt x="521306" y="44053"/>
                </a:lnTo>
                <a:lnTo>
                  <a:pt x="520836" y="44278"/>
                </a:lnTo>
                <a:lnTo>
                  <a:pt x="520371" y="44510"/>
                </a:lnTo>
                <a:lnTo>
                  <a:pt x="519911" y="44749"/>
                </a:lnTo>
                <a:lnTo>
                  <a:pt x="519457" y="44995"/>
                </a:lnTo>
                <a:lnTo>
                  <a:pt x="519008" y="45248"/>
                </a:lnTo>
                <a:lnTo>
                  <a:pt x="518564" y="45508"/>
                </a:lnTo>
                <a:lnTo>
                  <a:pt x="518125" y="45776"/>
                </a:lnTo>
                <a:lnTo>
                  <a:pt x="517692" y="46050"/>
                </a:lnTo>
                <a:lnTo>
                  <a:pt x="517264" y="46332"/>
                </a:lnTo>
                <a:lnTo>
                  <a:pt x="516841" y="46621"/>
                </a:lnTo>
                <a:lnTo>
                  <a:pt x="516423" y="46918"/>
                </a:lnTo>
                <a:lnTo>
                  <a:pt x="516011" y="47221"/>
                </a:lnTo>
                <a:lnTo>
                  <a:pt x="515604" y="47531"/>
                </a:lnTo>
                <a:lnTo>
                  <a:pt x="515202" y="47849"/>
                </a:lnTo>
                <a:lnTo>
                  <a:pt x="514805" y="48174"/>
                </a:lnTo>
                <a:lnTo>
                  <a:pt x="514414" y="48506"/>
                </a:lnTo>
                <a:lnTo>
                  <a:pt x="514027" y="48845"/>
                </a:lnTo>
                <a:lnTo>
                  <a:pt x="513646" y="49192"/>
                </a:lnTo>
                <a:lnTo>
                  <a:pt x="513271" y="49545"/>
                </a:lnTo>
                <a:lnTo>
                  <a:pt x="512900" y="49906"/>
                </a:lnTo>
                <a:lnTo>
                  <a:pt x="512535" y="50274"/>
                </a:lnTo>
                <a:lnTo>
                  <a:pt x="512175" y="50649"/>
                </a:lnTo>
                <a:lnTo>
                  <a:pt x="511820" y="51031"/>
                </a:lnTo>
                <a:lnTo>
                  <a:pt x="511471" y="51420"/>
                </a:lnTo>
                <a:lnTo>
                  <a:pt x="511127" y="51815"/>
                </a:lnTo>
                <a:lnTo>
                  <a:pt x="510789" y="52216"/>
                </a:lnTo>
                <a:lnTo>
                  <a:pt x="510457" y="52622"/>
                </a:lnTo>
                <a:lnTo>
                  <a:pt x="510132" y="53033"/>
                </a:lnTo>
                <a:lnTo>
                  <a:pt x="509812" y="53448"/>
                </a:lnTo>
                <a:lnTo>
                  <a:pt x="509498" y="53869"/>
                </a:lnTo>
                <a:lnTo>
                  <a:pt x="509190" y="54296"/>
                </a:lnTo>
                <a:lnTo>
                  <a:pt x="508889" y="54727"/>
                </a:lnTo>
                <a:lnTo>
                  <a:pt x="508593" y="55163"/>
                </a:lnTo>
                <a:lnTo>
                  <a:pt x="508303" y="55605"/>
                </a:lnTo>
                <a:lnTo>
                  <a:pt x="508019" y="56051"/>
                </a:lnTo>
                <a:lnTo>
                  <a:pt x="507822" y="56372"/>
                </a:lnTo>
                <a:lnTo>
                  <a:pt x="507530" y="42875"/>
                </a:lnTo>
                <a:lnTo>
                  <a:pt x="499132" y="42875"/>
                </a:lnTo>
                <a:lnTo>
                  <a:pt x="499132" y="122583"/>
                </a:lnTo>
                <a:lnTo>
                  <a:pt x="507898" y="122583"/>
                </a:lnTo>
                <a:lnTo>
                  <a:pt x="507898" y="67904"/>
                </a:lnTo>
                <a:lnTo>
                  <a:pt x="508044" y="67502"/>
                </a:lnTo>
                <a:lnTo>
                  <a:pt x="508198" y="67093"/>
                </a:lnTo>
                <a:close/>
                <a:moveTo>
                  <a:pt x="9135" y="122583"/>
                </a:moveTo>
                <a:lnTo>
                  <a:pt x="9135" y="30940"/>
                </a:lnTo>
                <a:lnTo>
                  <a:pt x="70721" y="122583"/>
                </a:lnTo>
                <a:lnTo>
                  <a:pt x="79856" y="122583"/>
                </a:lnTo>
                <a:lnTo>
                  <a:pt x="79856" y="15323"/>
                </a:lnTo>
                <a:lnTo>
                  <a:pt x="70868" y="15323"/>
                </a:lnTo>
                <a:lnTo>
                  <a:pt x="70868" y="106892"/>
                </a:lnTo>
                <a:lnTo>
                  <a:pt x="9135" y="15323"/>
                </a:lnTo>
                <a:lnTo>
                  <a:pt x="0" y="15323"/>
                </a:lnTo>
                <a:lnTo>
                  <a:pt x="0" y="122583"/>
                </a:lnTo>
                <a:lnTo>
                  <a:pt x="9135" y="122583"/>
                </a:lnTo>
                <a:close/>
                <a:moveTo>
                  <a:pt x="231011" y="122583"/>
                </a:moveTo>
                <a:lnTo>
                  <a:pt x="240072" y="122583"/>
                </a:lnTo>
                <a:lnTo>
                  <a:pt x="240072" y="15323"/>
                </a:lnTo>
                <a:lnTo>
                  <a:pt x="231011" y="15323"/>
                </a:lnTo>
                <a:lnTo>
                  <a:pt x="231011" y="122583"/>
                </a:lnTo>
                <a:close/>
                <a:moveTo>
                  <a:pt x="466405" y="112002"/>
                </a:moveTo>
                <a:lnTo>
                  <a:pt x="466426" y="112321"/>
                </a:lnTo>
                <a:lnTo>
                  <a:pt x="466449" y="112641"/>
                </a:lnTo>
                <a:lnTo>
                  <a:pt x="466473" y="112962"/>
                </a:lnTo>
                <a:lnTo>
                  <a:pt x="466498" y="113284"/>
                </a:lnTo>
                <a:lnTo>
                  <a:pt x="466526" y="113609"/>
                </a:lnTo>
                <a:lnTo>
                  <a:pt x="466555" y="113934"/>
                </a:lnTo>
                <a:lnTo>
                  <a:pt x="466586" y="114261"/>
                </a:lnTo>
                <a:lnTo>
                  <a:pt x="466618" y="114589"/>
                </a:lnTo>
                <a:lnTo>
                  <a:pt x="466652" y="114919"/>
                </a:lnTo>
                <a:lnTo>
                  <a:pt x="466688" y="115250"/>
                </a:lnTo>
                <a:lnTo>
                  <a:pt x="466725" y="115582"/>
                </a:lnTo>
                <a:lnTo>
                  <a:pt x="466765" y="115916"/>
                </a:lnTo>
                <a:lnTo>
                  <a:pt x="466805" y="116248"/>
                </a:lnTo>
                <a:lnTo>
                  <a:pt x="466847" y="116576"/>
                </a:lnTo>
                <a:lnTo>
                  <a:pt x="466891" y="116898"/>
                </a:lnTo>
                <a:lnTo>
                  <a:pt x="466935" y="117217"/>
                </a:lnTo>
                <a:lnTo>
                  <a:pt x="466982" y="117530"/>
                </a:lnTo>
                <a:lnTo>
                  <a:pt x="467029" y="117838"/>
                </a:lnTo>
                <a:lnTo>
                  <a:pt x="467078" y="118142"/>
                </a:lnTo>
                <a:lnTo>
                  <a:pt x="467129" y="118441"/>
                </a:lnTo>
                <a:lnTo>
                  <a:pt x="467181" y="118736"/>
                </a:lnTo>
                <a:lnTo>
                  <a:pt x="467234" y="119025"/>
                </a:lnTo>
                <a:lnTo>
                  <a:pt x="467289" y="119310"/>
                </a:lnTo>
                <a:lnTo>
                  <a:pt x="467345" y="119590"/>
                </a:lnTo>
                <a:lnTo>
                  <a:pt x="467402" y="119866"/>
                </a:lnTo>
                <a:lnTo>
                  <a:pt x="467461" y="120136"/>
                </a:lnTo>
                <a:lnTo>
                  <a:pt x="467521" y="120402"/>
                </a:lnTo>
                <a:lnTo>
                  <a:pt x="467583" y="120664"/>
                </a:lnTo>
                <a:lnTo>
                  <a:pt x="467646" y="120920"/>
                </a:lnTo>
                <a:lnTo>
                  <a:pt x="467711" y="121172"/>
                </a:lnTo>
                <a:lnTo>
                  <a:pt x="467777" y="121419"/>
                </a:lnTo>
                <a:lnTo>
                  <a:pt x="467844" y="121661"/>
                </a:lnTo>
                <a:lnTo>
                  <a:pt x="467913" y="121899"/>
                </a:lnTo>
                <a:lnTo>
                  <a:pt x="467983" y="122132"/>
                </a:lnTo>
                <a:lnTo>
                  <a:pt x="468054" y="122360"/>
                </a:lnTo>
                <a:lnTo>
                  <a:pt x="468127" y="122583"/>
                </a:lnTo>
                <a:lnTo>
                  <a:pt x="477557" y="122583"/>
                </a:lnTo>
                <a:lnTo>
                  <a:pt x="477557" y="121625"/>
                </a:lnTo>
                <a:lnTo>
                  <a:pt x="477460" y="121389"/>
                </a:lnTo>
                <a:lnTo>
                  <a:pt x="477364" y="121147"/>
                </a:lnTo>
                <a:lnTo>
                  <a:pt x="477271" y="120900"/>
                </a:lnTo>
                <a:lnTo>
                  <a:pt x="477179" y="120647"/>
                </a:lnTo>
                <a:lnTo>
                  <a:pt x="477090" y="120389"/>
                </a:lnTo>
                <a:lnTo>
                  <a:pt x="477002" y="120124"/>
                </a:lnTo>
                <a:lnTo>
                  <a:pt x="476916" y="119854"/>
                </a:lnTo>
                <a:lnTo>
                  <a:pt x="476832" y="119579"/>
                </a:lnTo>
                <a:lnTo>
                  <a:pt x="476751" y="119298"/>
                </a:lnTo>
                <a:lnTo>
                  <a:pt x="476671" y="119011"/>
                </a:lnTo>
                <a:lnTo>
                  <a:pt x="476592" y="118719"/>
                </a:lnTo>
                <a:lnTo>
                  <a:pt x="476516" y="118421"/>
                </a:lnTo>
                <a:lnTo>
                  <a:pt x="476442" y="118117"/>
                </a:lnTo>
                <a:lnTo>
                  <a:pt x="476370" y="117808"/>
                </a:lnTo>
                <a:lnTo>
                  <a:pt x="476299" y="117493"/>
                </a:lnTo>
                <a:lnTo>
                  <a:pt x="476231" y="117173"/>
                </a:lnTo>
                <a:lnTo>
                  <a:pt x="476164" y="116846"/>
                </a:lnTo>
                <a:lnTo>
                  <a:pt x="476100" y="116515"/>
                </a:lnTo>
                <a:lnTo>
                  <a:pt x="476037" y="116177"/>
                </a:lnTo>
                <a:lnTo>
                  <a:pt x="475976" y="115834"/>
                </a:lnTo>
                <a:lnTo>
                  <a:pt x="475917" y="115486"/>
                </a:lnTo>
                <a:lnTo>
                  <a:pt x="475860" y="115131"/>
                </a:lnTo>
                <a:lnTo>
                  <a:pt x="475805" y="114771"/>
                </a:lnTo>
                <a:lnTo>
                  <a:pt x="475752" y="114406"/>
                </a:lnTo>
                <a:lnTo>
                  <a:pt x="475701" y="114038"/>
                </a:lnTo>
                <a:lnTo>
                  <a:pt x="475652" y="113671"/>
                </a:lnTo>
                <a:lnTo>
                  <a:pt x="475605" y="113305"/>
                </a:lnTo>
                <a:lnTo>
                  <a:pt x="475561" y="112941"/>
                </a:lnTo>
                <a:lnTo>
                  <a:pt x="475518" y="112577"/>
                </a:lnTo>
                <a:lnTo>
                  <a:pt x="475478" y="112214"/>
                </a:lnTo>
                <a:lnTo>
                  <a:pt x="475440" y="111853"/>
                </a:lnTo>
                <a:lnTo>
                  <a:pt x="475404" y="111492"/>
                </a:lnTo>
                <a:lnTo>
                  <a:pt x="475370" y="111132"/>
                </a:lnTo>
                <a:lnTo>
                  <a:pt x="475339" y="110774"/>
                </a:lnTo>
                <a:lnTo>
                  <a:pt x="475310" y="110416"/>
                </a:lnTo>
                <a:lnTo>
                  <a:pt x="475282" y="110059"/>
                </a:lnTo>
                <a:lnTo>
                  <a:pt x="475257" y="109704"/>
                </a:lnTo>
                <a:lnTo>
                  <a:pt x="475235" y="109349"/>
                </a:lnTo>
                <a:lnTo>
                  <a:pt x="475214" y="108996"/>
                </a:lnTo>
                <a:lnTo>
                  <a:pt x="475195" y="108643"/>
                </a:lnTo>
                <a:lnTo>
                  <a:pt x="475179" y="108292"/>
                </a:lnTo>
                <a:lnTo>
                  <a:pt x="475165" y="107942"/>
                </a:lnTo>
                <a:lnTo>
                  <a:pt x="475153" y="107592"/>
                </a:lnTo>
                <a:lnTo>
                  <a:pt x="475143" y="107244"/>
                </a:lnTo>
                <a:lnTo>
                  <a:pt x="475136" y="106896"/>
                </a:lnTo>
                <a:lnTo>
                  <a:pt x="475130" y="106550"/>
                </a:lnTo>
                <a:lnTo>
                  <a:pt x="475127" y="106205"/>
                </a:lnTo>
                <a:lnTo>
                  <a:pt x="475126" y="105860"/>
                </a:lnTo>
                <a:lnTo>
                  <a:pt x="475126" y="67332"/>
                </a:lnTo>
                <a:lnTo>
                  <a:pt x="475119" y="66613"/>
                </a:lnTo>
                <a:lnTo>
                  <a:pt x="475100" y="65904"/>
                </a:lnTo>
                <a:lnTo>
                  <a:pt x="475068" y="65205"/>
                </a:lnTo>
                <a:lnTo>
                  <a:pt x="475022" y="64516"/>
                </a:lnTo>
                <a:lnTo>
                  <a:pt x="474964" y="63838"/>
                </a:lnTo>
                <a:lnTo>
                  <a:pt x="474893" y="63170"/>
                </a:lnTo>
                <a:lnTo>
                  <a:pt x="474809" y="62512"/>
                </a:lnTo>
                <a:lnTo>
                  <a:pt x="474712" y="61864"/>
                </a:lnTo>
                <a:lnTo>
                  <a:pt x="474603" y="61227"/>
                </a:lnTo>
                <a:lnTo>
                  <a:pt x="474480" y="60600"/>
                </a:lnTo>
                <a:lnTo>
                  <a:pt x="474344" y="59983"/>
                </a:lnTo>
                <a:lnTo>
                  <a:pt x="474196" y="59376"/>
                </a:lnTo>
                <a:lnTo>
                  <a:pt x="474034" y="58780"/>
                </a:lnTo>
                <a:lnTo>
                  <a:pt x="473860" y="58193"/>
                </a:lnTo>
                <a:lnTo>
                  <a:pt x="473673" y="57617"/>
                </a:lnTo>
                <a:lnTo>
                  <a:pt x="473472" y="57052"/>
                </a:lnTo>
                <a:lnTo>
                  <a:pt x="473259" y="56496"/>
                </a:lnTo>
                <a:lnTo>
                  <a:pt x="473033" y="55951"/>
                </a:lnTo>
                <a:lnTo>
                  <a:pt x="472794" y="55415"/>
                </a:lnTo>
                <a:lnTo>
                  <a:pt x="472542" y="54891"/>
                </a:lnTo>
                <a:lnTo>
                  <a:pt x="472278" y="54376"/>
                </a:lnTo>
                <a:lnTo>
                  <a:pt x="472000" y="53872"/>
                </a:lnTo>
                <a:lnTo>
                  <a:pt x="471709" y="53377"/>
                </a:lnTo>
                <a:lnTo>
                  <a:pt x="471406" y="52893"/>
                </a:lnTo>
                <a:lnTo>
                  <a:pt x="471091" y="52420"/>
                </a:lnTo>
                <a:lnTo>
                  <a:pt x="470766" y="51956"/>
                </a:lnTo>
                <a:lnTo>
                  <a:pt x="470432" y="51502"/>
                </a:lnTo>
                <a:lnTo>
                  <a:pt x="470088" y="51058"/>
                </a:lnTo>
                <a:lnTo>
                  <a:pt x="469734" y="50624"/>
                </a:lnTo>
                <a:lnTo>
                  <a:pt x="469371" y="50200"/>
                </a:lnTo>
                <a:lnTo>
                  <a:pt x="468997" y="49786"/>
                </a:lnTo>
                <a:lnTo>
                  <a:pt x="468614" y="49382"/>
                </a:lnTo>
                <a:lnTo>
                  <a:pt x="468222" y="48988"/>
                </a:lnTo>
                <a:lnTo>
                  <a:pt x="467819" y="48604"/>
                </a:lnTo>
                <a:lnTo>
                  <a:pt x="467407" y="48230"/>
                </a:lnTo>
                <a:lnTo>
                  <a:pt x="466986" y="47866"/>
                </a:lnTo>
                <a:lnTo>
                  <a:pt x="466554" y="47511"/>
                </a:lnTo>
                <a:lnTo>
                  <a:pt x="466113" y="47167"/>
                </a:lnTo>
                <a:lnTo>
                  <a:pt x="465662" y="46833"/>
                </a:lnTo>
                <a:lnTo>
                  <a:pt x="465201" y="46509"/>
                </a:lnTo>
                <a:lnTo>
                  <a:pt x="464731" y="46195"/>
                </a:lnTo>
                <a:lnTo>
                  <a:pt x="464251" y="45890"/>
                </a:lnTo>
                <a:lnTo>
                  <a:pt x="463761" y="45596"/>
                </a:lnTo>
                <a:lnTo>
                  <a:pt x="463261" y="45312"/>
                </a:lnTo>
                <a:lnTo>
                  <a:pt x="462752" y="45037"/>
                </a:lnTo>
                <a:lnTo>
                  <a:pt x="462233" y="44773"/>
                </a:lnTo>
                <a:lnTo>
                  <a:pt x="461704" y="44519"/>
                </a:lnTo>
                <a:lnTo>
                  <a:pt x="461166" y="44274"/>
                </a:lnTo>
                <a:lnTo>
                  <a:pt x="460619" y="44040"/>
                </a:lnTo>
                <a:lnTo>
                  <a:pt x="460066" y="43815"/>
                </a:lnTo>
                <a:lnTo>
                  <a:pt x="459505" y="43601"/>
                </a:lnTo>
                <a:lnTo>
                  <a:pt x="458938" y="43396"/>
                </a:lnTo>
                <a:lnTo>
                  <a:pt x="458365" y="43202"/>
                </a:lnTo>
                <a:lnTo>
                  <a:pt x="457784" y="43017"/>
                </a:lnTo>
                <a:lnTo>
                  <a:pt x="457197" y="42843"/>
                </a:lnTo>
                <a:lnTo>
                  <a:pt x="456602" y="42678"/>
                </a:lnTo>
                <a:lnTo>
                  <a:pt x="456002" y="42524"/>
                </a:lnTo>
                <a:lnTo>
                  <a:pt x="455394" y="42379"/>
                </a:lnTo>
                <a:lnTo>
                  <a:pt x="454779" y="42244"/>
                </a:lnTo>
                <a:lnTo>
                  <a:pt x="454158" y="42119"/>
                </a:lnTo>
                <a:lnTo>
                  <a:pt x="453530" y="42005"/>
                </a:lnTo>
                <a:lnTo>
                  <a:pt x="452895" y="41900"/>
                </a:lnTo>
                <a:lnTo>
                  <a:pt x="452254" y="41805"/>
                </a:lnTo>
                <a:lnTo>
                  <a:pt x="451605" y="41720"/>
                </a:lnTo>
                <a:lnTo>
                  <a:pt x="450950" y="41646"/>
                </a:lnTo>
                <a:lnTo>
                  <a:pt x="450288" y="41581"/>
                </a:lnTo>
                <a:lnTo>
                  <a:pt x="449620" y="41526"/>
                </a:lnTo>
                <a:lnTo>
                  <a:pt x="448944" y="41481"/>
                </a:lnTo>
                <a:lnTo>
                  <a:pt x="448262" y="41446"/>
                </a:lnTo>
                <a:lnTo>
                  <a:pt x="447573" y="41421"/>
                </a:lnTo>
                <a:lnTo>
                  <a:pt x="446877" y="41406"/>
                </a:lnTo>
                <a:lnTo>
                  <a:pt x="446174" y="41401"/>
                </a:lnTo>
                <a:lnTo>
                  <a:pt x="445606" y="41405"/>
                </a:lnTo>
                <a:lnTo>
                  <a:pt x="445041" y="41415"/>
                </a:lnTo>
                <a:lnTo>
                  <a:pt x="444481" y="41432"/>
                </a:lnTo>
                <a:lnTo>
                  <a:pt x="443924" y="41455"/>
                </a:lnTo>
                <a:lnTo>
                  <a:pt x="443373" y="41486"/>
                </a:lnTo>
                <a:lnTo>
                  <a:pt x="442825" y="41523"/>
                </a:lnTo>
                <a:lnTo>
                  <a:pt x="442281" y="41567"/>
                </a:lnTo>
                <a:lnTo>
                  <a:pt x="441742" y="41618"/>
                </a:lnTo>
                <a:lnTo>
                  <a:pt x="441207" y="41676"/>
                </a:lnTo>
                <a:lnTo>
                  <a:pt x="440676" y="41740"/>
                </a:lnTo>
                <a:lnTo>
                  <a:pt x="440150" y="41811"/>
                </a:lnTo>
                <a:lnTo>
                  <a:pt x="439627" y="41889"/>
                </a:lnTo>
                <a:lnTo>
                  <a:pt x="439109" y="41974"/>
                </a:lnTo>
                <a:lnTo>
                  <a:pt x="438595" y="42066"/>
                </a:lnTo>
                <a:lnTo>
                  <a:pt x="438085" y="42164"/>
                </a:lnTo>
                <a:lnTo>
                  <a:pt x="437580" y="42269"/>
                </a:lnTo>
                <a:lnTo>
                  <a:pt x="437079" y="42381"/>
                </a:lnTo>
                <a:lnTo>
                  <a:pt x="436581" y="42499"/>
                </a:lnTo>
                <a:lnTo>
                  <a:pt x="436089" y="42625"/>
                </a:lnTo>
                <a:lnTo>
                  <a:pt x="435600" y="42757"/>
                </a:lnTo>
                <a:lnTo>
                  <a:pt x="435116" y="42896"/>
                </a:lnTo>
                <a:lnTo>
                  <a:pt x="434635" y="43042"/>
                </a:lnTo>
                <a:lnTo>
                  <a:pt x="434159" y="43194"/>
                </a:lnTo>
                <a:lnTo>
                  <a:pt x="433688" y="43353"/>
                </a:lnTo>
                <a:lnTo>
                  <a:pt x="433221" y="43518"/>
                </a:lnTo>
                <a:lnTo>
                  <a:pt x="432759" y="43688"/>
                </a:lnTo>
                <a:lnTo>
                  <a:pt x="432304" y="43863"/>
                </a:lnTo>
                <a:lnTo>
                  <a:pt x="431853" y="44042"/>
                </a:lnTo>
                <a:lnTo>
                  <a:pt x="431408" y="44226"/>
                </a:lnTo>
                <a:lnTo>
                  <a:pt x="430969" y="44415"/>
                </a:lnTo>
                <a:lnTo>
                  <a:pt x="430535" y="44608"/>
                </a:lnTo>
                <a:lnTo>
                  <a:pt x="430107" y="44806"/>
                </a:lnTo>
                <a:lnTo>
                  <a:pt x="429684" y="45009"/>
                </a:lnTo>
                <a:lnTo>
                  <a:pt x="429266" y="45217"/>
                </a:lnTo>
                <a:lnTo>
                  <a:pt x="428855" y="45429"/>
                </a:lnTo>
                <a:lnTo>
                  <a:pt x="428448" y="45646"/>
                </a:lnTo>
                <a:lnTo>
                  <a:pt x="428047" y="45868"/>
                </a:lnTo>
                <a:lnTo>
                  <a:pt x="427652" y="46095"/>
                </a:lnTo>
                <a:lnTo>
                  <a:pt x="427262" y="46326"/>
                </a:lnTo>
                <a:lnTo>
                  <a:pt x="426878" y="46562"/>
                </a:lnTo>
                <a:lnTo>
                  <a:pt x="426499" y="46803"/>
                </a:lnTo>
                <a:lnTo>
                  <a:pt x="426125" y="47048"/>
                </a:lnTo>
                <a:lnTo>
                  <a:pt x="425757" y="47299"/>
                </a:lnTo>
                <a:lnTo>
                  <a:pt x="425395" y="47553"/>
                </a:lnTo>
                <a:lnTo>
                  <a:pt x="425038" y="47813"/>
                </a:lnTo>
                <a:lnTo>
                  <a:pt x="424687" y="48078"/>
                </a:lnTo>
                <a:lnTo>
                  <a:pt x="424341" y="48347"/>
                </a:lnTo>
                <a:lnTo>
                  <a:pt x="424000" y="48621"/>
                </a:lnTo>
                <a:lnTo>
                  <a:pt x="423666" y="48898"/>
                </a:lnTo>
                <a:lnTo>
                  <a:pt x="423338" y="49179"/>
                </a:lnTo>
                <a:lnTo>
                  <a:pt x="423017" y="49463"/>
                </a:lnTo>
                <a:lnTo>
                  <a:pt x="422702" y="49750"/>
                </a:lnTo>
                <a:lnTo>
                  <a:pt x="422394" y="50040"/>
                </a:lnTo>
                <a:lnTo>
                  <a:pt x="422092" y="50333"/>
                </a:lnTo>
                <a:lnTo>
                  <a:pt x="421797" y="50630"/>
                </a:lnTo>
                <a:lnTo>
                  <a:pt x="421508" y="50929"/>
                </a:lnTo>
                <a:lnTo>
                  <a:pt x="421226" y="51231"/>
                </a:lnTo>
                <a:lnTo>
                  <a:pt x="420950" y="51537"/>
                </a:lnTo>
                <a:lnTo>
                  <a:pt x="420681" y="51845"/>
                </a:lnTo>
                <a:lnTo>
                  <a:pt x="420418" y="52157"/>
                </a:lnTo>
                <a:lnTo>
                  <a:pt x="420162" y="52471"/>
                </a:lnTo>
                <a:lnTo>
                  <a:pt x="419913" y="52789"/>
                </a:lnTo>
                <a:lnTo>
                  <a:pt x="419670" y="53110"/>
                </a:lnTo>
                <a:lnTo>
                  <a:pt x="419433" y="53434"/>
                </a:lnTo>
                <a:lnTo>
                  <a:pt x="419203" y="53761"/>
                </a:lnTo>
                <a:lnTo>
                  <a:pt x="418980" y="54090"/>
                </a:lnTo>
                <a:lnTo>
                  <a:pt x="418763" y="54424"/>
                </a:lnTo>
                <a:lnTo>
                  <a:pt x="418552" y="54760"/>
                </a:lnTo>
                <a:lnTo>
                  <a:pt x="418348" y="55099"/>
                </a:lnTo>
                <a:lnTo>
                  <a:pt x="418151" y="55441"/>
                </a:lnTo>
                <a:lnTo>
                  <a:pt x="417960" y="55786"/>
                </a:lnTo>
                <a:lnTo>
                  <a:pt x="417776" y="56135"/>
                </a:lnTo>
                <a:lnTo>
                  <a:pt x="417598" y="56485"/>
                </a:lnTo>
                <a:lnTo>
                  <a:pt x="417428" y="56837"/>
                </a:lnTo>
                <a:lnTo>
                  <a:pt x="417266" y="57189"/>
                </a:lnTo>
                <a:lnTo>
                  <a:pt x="417111" y="57543"/>
                </a:lnTo>
                <a:lnTo>
                  <a:pt x="416964" y="57897"/>
                </a:lnTo>
                <a:lnTo>
                  <a:pt x="416825" y="58253"/>
                </a:lnTo>
                <a:lnTo>
                  <a:pt x="416693" y="58609"/>
                </a:lnTo>
                <a:lnTo>
                  <a:pt x="416568" y="58967"/>
                </a:lnTo>
                <a:lnTo>
                  <a:pt x="416451" y="59325"/>
                </a:lnTo>
                <a:lnTo>
                  <a:pt x="416342" y="59685"/>
                </a:lnTo>
                <a:lnTo>
                  <a:pt x="416240" y="60046"/>
                </a:lnTo>
                <a:lnTo>
                  <a:pt x="416146" y="60407"/>
                </a:lnTo>
                <a:lnTo>
                  <a:pt x="416059" y="60770"/>
                </a:lnTo>
                <a:lnTo>
                  <a:pt x="415980" y="61134"/>
                </a:lnTo>
                <a:lnTo>
                  <a:pt x="415908" y="61499"/>
                </a:lnTo>
                <a:lnTo>
                  <a:pt x="415844" y="61864"/>
                </a:lnTo>
                <a:lnTo>
                  <a:pt x="415787" y="62231"/>
                </a:lnTo>
                <a:lnTo>
                  <a:pt x="415738" y="62599"/>
                </a:lnTo>
                <a:lnTo>
                  <a:pt x="415697" y="62968"/>
                </a:lnTo>
                <a:lnTo>
                  <a:pt x="415663" y="63338"/>
                </a:lnTo>
                <a:lnTo>
                  <a:pt x="415636" y="63709"/>
                </a:lnTo>
                <a:lnTo>
                  <a:pt x="415617" y="64081"/>
                </a:lnTo>
                <a:lnTo>
                  <a:pt x="415606" y="64454"/>
                </a:lnTo>
                <a:lnTo>
                  <a:pt x="415602" y="64828"/>
                </a:lnTo>
                <a:lnTo>
                  <a:pt x="424369" y="64901"/>
                </a:lnTo>
                <a:lnTo>
                  <a:pt x="424374" y="64534"/>
                </a:lnTo>
                <a:lnTo>
                  <a:pt x="424388" y="64170"/>
                </a:lnTo>
                <a:lnTo>
                  <a:pt x="424412" y="63808"/>
                </a:lnTo>
                <a:lnTo>
                  <a:pt x="424446" y="63449"/>
                </a:lnTo>
                <a:lnTo>
                  <a:pt x="424489" y="63093"/>
                </a:lnTo>
                <a:lnTo>
                  <a:pt x="424541" y="62740"/>
                </a:lnTo>
                <a:lnTo>
                  <a:pt x="424604" y="62389"/>
                </a:lnTo>
                <a:lnTo>
                  <a:pt x="424676" y="62040"/>
                </a:lnTo>
                <a:lnTo>
                  <a:pt x="424757" y="61695"/>
                </a:lnTo>
                <a:lnTo>
                  <a:pt x="424848" y="61352"/>
                </a:lnTo>
                <a:lnTo>
                  <a:pt x="424949" y="61012"/>
                </a:lnTo>
                <a:lnTo>
                  <a:pt x="425059" y="60675"/>
                </a:lnTo>
                <a:lnTo>
                  <a:pt x="425179" y="60340"/>
                </a:lnTo>
                <a:lnTo>
                  <a:pt x="425309" y="60008"/>
                </a:lnTo>
                <a:lnTo>
                  <a:pt x="425448" y="59678"/>
                </a:lnTo>
                <a:lnTo>
                  <a:pt x="425597" y="59352"/>
                </a:lnTo>
                <a:lnTo>
                  <a:pt x="425755" y="59028"/>
                </a:lnTo>
                <a:lnTo>
                  <a:pt x="425923" y="58706"/>
                </a:lnTo>
                <a:lnTo>
                  <a:pt x="426100" y="58388"/>
                </a:lnTo>
                <a:lnTo>
                  <a:pt x="426287" y="58072"/>
                </a:lnTo>
                <a:lnTo>
                  <a:pt x="426484" y="57758"/>
                </a:lnTo>
                <a:lnTo>
                  <a:pt x="426690" y="57448"/>
                </a:lnTo>
                <a:lnTo>
                  <a:pt x="426906" y="57140"/>
                </a:lnTo>
                <a:lnTo>
                  <a:pt x="427131" y="56835"/>
                </a:lnTo>
                <a:lnTo>
                  <a:pt x="427365" y="56533"/>
                </a:lnTo>
                <a:lnTo>
                  <a:pt x="427606" y="56237"/>
                </a:lnTo>
                <a:lnTo>
                  <a:pt x="427854" y="55946"/>
                </a:lnTo>
                <a:lnTo>
                  <a:pt x="428109" y="55660"/>
                </a:lnTo>
                <a:lnTo>
                  <a:pt x="428372" y="55379"/>
                </a:lnTo>
                <a:lnTo>
                  <a:pt x="428642" y="55103"/>
                </a:lnTo>
                <a:lnTo>
                  <a:pt x="428918" y="54833"/>
                </a:lnTo>
                <a:lnTo>
                  <a:pt x="429202" y="54567"/>
                </a:lnTo>
                <a:lnTo>
                  <a:pt x="429493" y="54307"/>
                </a:lnTo>
                <a:lnTo>
                  <a:pt x="429792" y="54052"/>
                </a:lnTo>
                <a:lnTo>
                  <a:pt x="430097" y="53801"/>
                </a:lnTo>
                <a:lnTo>
                  <a:pt x="430410" y="53556"/>
                </a:lnTo>
                <a:lnTo>
                  <a:pt x="430729" y="53316"/>
                </a:lnTo>
                <a:lnTo>
                  <a:pt x="431056" y="53082"/>
                </a:lnTo>
                <a:lnTo>
                  <a:pt x="431390" y="52852"/>
                </a:lnTo>
                <a:lnTo>
                  <a:pt x="431731" y="52627"/>
                </a:lnTo>
                <a:lnTo>
                  <a:pt x="432080" y="52408"/>
                </a:lnTo>
                <a:lnTo>
                  <a:pt x="432435" y="52194"/>
                </a:lnTo>
                <a:lnTo>
                  <a:pt x="432798" y="51984"/>
                </a:lnTo>
                <a:lnTo>
                  <a:pt x="433168" y="51780"/>
                </a:lnTo>
                <a:lnTo>
                  <a:pt x="433545" y="51581"/>
                </a:lnTo>
                <a:lnTo>
                  <a:pt x="433929" y="51387"/>
                </a:lnTo>
                <a:lnTo>
                  <a:pt x="434321" y="51199"/>
                </a:lnTo>
                <a:lnTo>
                  <a:pt x="434719" y="51015"/>
                </a:lnTo>
                <a:lnTo>
                  <a:pt x="435124" y="50838"/>
                </a:lnTo>
                <a:lnTo>
                  <a:pt x="435533" y="50668"/>
                </a:lnTo>
                <a:lnTo>
                  <a:pt x="435947" y="50506"/>
                </a:lnTo>
                <a:lnTo>
                  <a:pt x="436365" y="50351"/>
                </a:lnTo>
                <a:lnTo>
                  <a:pt x="436789" y="50204"/>
                </a:lnTo>
                <a:lnTo>
                  <a:pt x="437217" y="50064"/>
                </a:lnTo>
                <a:lnTo>
                  <a:pt x="437650" y="49932"/>
                </a:lnTo>
                <a:lnTo>
                  <a:pt x="438087" y="49808"/>
                </a:lnTo>
                <a:lnTo>
                  <a:pt x="438530" y="49691"/>
                </a:lnTo>
                <a:lnTo>
                  <a:pt x="438977" y="49581"/>
                </a:lnTo>
                <a:lnTo>
                  <a:pt x="439429" y="49479"/>
                </a:lnTo>
                <a:lnTo>
                  <a:pt x="439885" y="49385"/>
                </a:lnTo>
                <a:lnTo>
                  <a:pt x="440346" y="49298"/>
                </a:lnTo>
                <a:lnTo>
                  <a:pt x="440812" y="49219"/>
                </a:lnTo>
                <a:lnTo>
                  <a:pt x="441283" y="49147"/>
                </a:lnTo>
                <a:lnTo>
                  <a:pt x="441758" y="49083"/>
                </a:lnTo>
                <a:lnTo>
                  <a:pt x="442239" y="49027"/>
                </a:lnTo>
                <a:lnTo>
                  <a:pt x="442724" y="48977"/>
                </a:lnTo>
                <a:lnTo>
                  <a:pt x="443213" y="48936"/>
                </a:lnTo>
                <a:lnTo>
                  <a:pt x="443708" y="48902"/>
                </a:lnTo>
                <a:lnTo>
                  <a:pt x="444207" y="48876"/>
                </a:lnTo>
                <a:lnTo>
                  <a:pt x="444711" y="48857"/>
                </a:lnTo>
                <a:lnTo>
                  <a:pt x="445219" y="48845"/>
                </a:lnTo>
                <a:lnTo>
                  <a:pt x="445732" y="48842"/>
                </a:lnTo>
                <a:lnTo>
                  <a:pt x="446287" y="48845"/>
                </a:lnTo>
                <a:lnTo>
                  <a:pt x="446835" y="48857"/>
                </a:lnTo>
                <a:lnTo>
                  <a:pt x="447375" y="48876"/>
                </a:lnTo>
                <a:lnTo>
                  <a:pt x="447908" y="48903"/>
                </a:lnTo>
                <a:lnTo>
                  <a:pt x="448433" y="48938"/>
                </a:lnTo>
                <a:lnTo>
                  <a:pt x="448951" y="48980"/>
                </a:lnTo>
                <a:lnTo>
                  <a:pt x="449461" y="49030"/>
                </a:lnTo>
                <a:lnTo>
                  <a:pt x="449964" y="49087"/>
                </a:lnTo>
                <a:lnTo>
                  <a:pt x="450460" y="49152"/>
                </a:lnTo>
                <a:lnTo>
                  <a:pt x="450948" y="49225"/>
                </a:lnTo>
                <a:lnTo>
                  <a:pt x="451429" y="49306"/>
                </a:lnTo>
                <a:lnTo>
                  <a:pt x="451902" y="49394"/>
                </a:lnTo>
                <a:lnTo>
                  <a:pt x="452368" y="49490"/>
                </a:lnTo>
                <a:lnTo>
                  <a:pt x="452826" y="49594"/>
                </a:lnTo>
                <a:lnTo>
                  <a:pt x="453278" y="49705"/>
                </a:lnTo>
                <a:lnTo>
                  <a:pt x="453721" y="49824"/>
                </a:lnTo>
                <a:lnTo>
                  <a:pt x="454157" y="49951"/>
                </a:lnTo>
                <a:lnTo>
                  <a:pt x="454586" y="50085"/>
                </a:lnTo>
                <a:lnTo>
                  <a:pt x="455008" y="50227"/>
                </a:lnTo>
                <a:lnTo>
                  <a:pt x="455422" y="50376"/>
                </a:lnTo>
                <a:lnTo>
                  <a:pt x="455828" y="50534"/>
                </a:lnTo>
                <a:lnTo>
                  <a:pt x="456227" y="50699"/>
                </a:lnTo>
                <a:lnTo>
                  <a:pt x="456619" y="50871"/>
                </a:lnTo>
                <a:lnTo>
                  <a:pt x="457004" y="51052"/>
                </a:lnTo>
                <a:lnTo>
                  <a:pt x="457380" y="51239"/>
                </a:lnTo>
                <a:lnTo>
                  <a:pt x="457749" y="51433"/>
                </a:lnTo>
                <a:lnTo>
                  <a:pt x="458111" y="51634"/>
                </a:lnTo>
                <a:lnTo>
                  <a:pt x="458465" y="51842"/>
                </a:lnTo>
                <a:lnTo>
                  <a:pt x="458811" y="52056"/>
                </a:lnTo>
                <a:lnTo>
                  <a:pt x="459149" y="52276"/>
                </a:lnTo>
                <a:lnTo>
                  <a:pt x="459480" y="52504"/>
                </a:lnTo>
                <a:lnTo>
                  <a:pt x="459803" y="52738"/>
                </a:lnTo>
                <a:lnTo>
                  <a:pt x="460118" y="52979"/>
                </a:lnTo>
                <a:lnTo>
                  <a:pt x="460426" y="53226"/>
                </a:lnTo>
                <a:lnTo>
                  <a:pt x="460726" y="53480"/>
                </a:lnTo>
                <a:lnTo>
                  <a:pt x="461018" y="53741"/>
                </a:lnTo>
                <a:lnTo>
                  <a:pt x="461303" y="54008"/>
                </a:lnTo>
                <a:lnTo>
                  <a:pt x="461580" y="54282"/>
                </a:lnTo>
                <a:lnTo>
                  <a:pt x="461850" y="54562"/>
                </a:lnTo>
                <a:lnTo>
                  <a:pt x="462111" y="54850"/>
                </a:lnTo>
                <a:lnTo>
                  <a:pt x="462365" y="55144"/>
                </a:lnTo>
                <a:lnTo>
                  <a:pt x="462612" y="55444"/>
                </a:lnTo>
                <a:lnTo>
                  <a:pt x="462850" y="55751"/>
                </a:lnTo>
                <a:lnTo>
                  <a:pt x="463081" y="56065"/>
                </a:lnTo>
                <a:lnTo>
                  <a:pt x="463304" y="56386"/>
                </a:lnTo>
                <a:lnTo>
                  <a:pt x="463520" y="56713"/>
                </a:lnTo>
                <a:lnTo>
                  <a:pt x="463728" y="57047"/>
                </a:lnTo>
                <a:lnTo>
                  <a:pt x="463928" y="57387"/>
                </a:lnTo>
                <a:lnTo>
                  <a:pt x="464121" y="57734"/>
                </a:lnTo>
                <a:lnTo>
                  <a:pt x="464305" y="58085"/>
                </a:lnTo>
                <a:lnTo>
                  <a:pt x="464481" y="58443"/>
                </a:lnTo>
                <a:lnTo>
                  <a:pt x="464649" y="58805"/>
                </a:lnTo>
                <a:lnTo>
                  <a:pt x="464808" y="59173"/>
                </a:lnTo>
                <a:lnTo>
                  <a:pt x="464960" y="59546"/>
                </a:lnTo>
                <a:lnTo>
                  <a:pt x="465103" y="59925"/>
                </a:lnTo>
                <a:lnTo>
                  <a:pt x="465238" y="60309"/>
                </a:lnTo>
                <a:lnTo>
                  <a:pt x="465365" y="60699"/>
                </a:lnTo>
                <a:lnTo>
                  <a:pt x="465484" y="61094"/>
                </a:lnTo>
                <a:lnTo>
                  <a:pt x="465594" y="61494"/>
                </a:lnTo>
                <a:lnTo>
                  <a:pt x="465696" y="61899"/>
                </a:lnTo>
                <a:lnTo>
                  <a:pt x="465790" y="62310"/>
                </a:lnTo>
                <a:lnTo>
                  <a:pt x="465876" y="62726"/>
                </a:lnTo>
                <a:lnTo>
                  <a:pt x="465954" y="63148"/>
                </a:lnTo>
                <a:lnTo>
                  <a:pt x="466024" y="63575"/>
                </a:lnTo>
                <a:lnTo>
                  <a:pt x="466085" y="64008"/>
                </a:lnTo>
                <a:lnTo>
                  <a:pt x="466138" y="64445"/>
                </a:lnTo>
                <a:lnTo>
                  <a:pt x="466183" y="64889"/>
                </a:lnTo>
                <a:lnTo>
                  <a:pt x="466220" y="65337"/>
                </a:lnTo>
                <a:lnTo>
                  <a:pt x="466249" y="65791"/>
                </a:lnTo>
                <a:lnTo>
                  <a:pt x="466269" y="66250"/>
                </a:lnTo>
                <a:lnTo>
                  <a:pt x="466282" y="66715"/>
                </a:lnTo>
                <a:lnTo>
                  <a:pt x="466286" y="67185"/>
                </a:lnTo>
                <a:lnTo>
                  <a:pt x="466286" y="76172"/>
                </a:lnTo>
                <a:lnTo>
                  <a:pt x="450005" y="76172"/>
                </a:lnTo>
                <a:lnTo>
                  <a:pt x="449308" y="76175"/>
                </a:lnTo>
                <a:lnTo>
                  <a:pt x="448617" y="76184"/>
                </a:lnTo>
                <a:lnTo>
                  <a:pt x="447931" y="76199"/>
                </a:lnTo>
                <a:lnTo>
                  <a:pt x="447252" y="76220"/>
                </a:lnTo>
                <a:lnTo>
                  <a:pt x="446578" y="76247"/>
                </a:lnTo>
                <a:lnTo>
                  <a:pt x="445910" y="76281"/>
                </a:lnTo>
                <a:lnTo>
                  <a:pt x="445247" y="76320"/>
                </a:lnTo>
                <a:lnTo>
                  <a:pt x="444591" y="76365"/>
                </a:lnTo>
                <a:lnTo>
                  <a:pt x="443940" y="76416"/>
                </a:lnTo>
                <a:lnTo>
                  <a:pt x="443294" y="76473"/>
                </a:lnTo>
                <a:lnTo>
                  <a:pt x="442655" y="76536"/>
                </a:lnTo>
                <a:lnTo>
                  <a:pt x="442021" y="76605"/>
                </a:lnTo>
                <a:lnTo>
                  <a:pt x="441393" y="76680"/>
                </a:lnTo>
                <a:lnTo>
                  <a:pt x="440771" y="76761"/>
                </a:lnTo>
                <a:lnTo>
                  <a:pt x="440155" y="76849"/>
                </a:lnTo>
                <a:lnTo>
                  <a:pt x="439544" y="76942"/>
                </a:lnTo>
                <a:lnTo>
                  <a:pt x="438939" y="77041"/>
                </a:lnTo>
                <a:lnTo>
                  <a:pt x="438340" y="77146"/>
                </a:lnTo>
                <a:lnTo>
                  <a:pt x="437747" y="77257"/>
                </a:lnTo>
                <a:lnTo>
                  <a:pt x="437159" y="77375"/>
                </a:lnTo>
                <a:lnTo>
                  <a:pt x="436577" y="77498"/>
                </a:lnTo>
                <a:lnTo>
                  <a:pt x="436001" y="77627"/>
                </a:lnTo>
                <a:lnTo>
                  <a:pt x="435431" y="77762"/>
                </a:lnTo>
                <a:lnTo>
                  <a:pt x="434866" y="77904"/>
                </a:lnTo>
                <a:lnTo>
                  <a:pt x="434308" y="78051"/>
                </a:lnTo>
                <a:lnTo>
                  <a:pt x="433757" y="78203"/>
                </a:lnTo>
                <a:lnTo>
                  <a:pt x="433213" y="78361"/>
                </a:lnTo>
                <a:lnTo>
                  <a:pt x="432676" y="78524"/>
                </a:lnTo>
                <a:lnTo>
                  <a:pt x="432146" y="78692"/>
                </a:lnTo>
                <a:lnTo>
                  <a:pt x="431623" y="78866"/>
                </a:lnTo>
                <a:lnTo>
                  <a:pt x="431107" y="79045"/>
                </a:lnTo>
                <a:lnTo>
                  <a:pt x="430598" y="79230"/>
                </a:lnTo>
                <a:lnTo>
                  <a:pt x="430096" y="79419"/>
                </a:lnTo>
                <a:lnTo>
                  <a:pt x="429601" y="79615"/>
                </a:lnTo>
                <a:lnTo>
                  <a:pt x="429113" y="79815"/>
                </a:lnTo>
                <a:lnTo>
                  <a:pt x="428632" y="80021"/>
                </a:lnTo>
                <a:lnTo>
                  <a:pt x="428159" y="80233"/>
                </a:lnTo>
                <a:lnTo>
                  <a:pt x="427692" y="80450"/>
                </a:lnTo>
                <a:lnTo>
                  <a:pt x="427232" y="80672"/>
                </a:lnTo>
                <a:lnTo>
                  <a:pt x="426779" y="80899"/>
                </a:lnTo>
                <a:lnTo>
                  <a:pt x="426334" y="81132"/>
                </a:lnTo>
                <a:lnTo>
                  <a:pt x="425895" y="81371"/>
                </a:lnTo>
                <a:lnTo>
                  <a:pt x="425463" y="81614"/>
                </a:lnTo>
                <a:lnTo>
                  <a:pt x="425039" y="81863"/>
                </a:lnTo>
                <a:lnTo>
                  <a:pt x="424621" y="82118"/>
                </a:lnTo>
                <a:lnTo>
                  <a:pt x="424211" y="82377"/>
                </a:lnTo>
                <a:lnTo>
                  <a:pt x="423808" y="82642"/>
                </a:lnTo>
                <a:lnTo>
                  <a:pt x="423411" y="82913"/>
                </a:lnTo>
                <a:lnTo>
                  <a:pt x="423022" y="83189"/>
                </a:lnTo>
                <a:lnTo>
                  <a:pt x="422641" y="83469"/>
                </a:lnTo>
                <a:lnTo>
                  <a:pt x="422267" y="83754"/>
                </a:lnTo>
                <a:lnTo>
                  <a:pt x="421901" y="84045"/>
                </a:lnTo>
                <a:lnTo>
                  <a:pt x="421543" y="84340"/>
                </a:lnTo>
                <a:lnTo>
                  <a:pt x="421192" y="84640"/>
                </a:lnTo>
                <a:lnTo>
                  <a:pt x="420849" y="84944"/>
                </a:lnTo>
                <a:lnTo>
                  <a:pt x="420514" y="85254"/>
                </a:lnTo>
                <a:lnTo>
                  <a:pt x="420186" y="85568"/>
                </a:lnTo>
                <a:lnTo>
                  <a:pt x="419866" y="85888"/>
                </a:lnTo>
                <a:lnTo>
                  <a:pt x="419554" y="86212"/>
                </a:lnTo>
                <a:lnTo>
                  <a:pt x="419249" y="86541"/>
                </a:lnTo>
                <a:lnTo>
                  <a:pt x="418952" y="86875"/>
                </a:lnTo>
                <a:lnTo>
                  <a:pt x="418663" y="87214"/>
                </a:lnTo>
                <a:lnTo>
                  <a:pt x="418381" y="87557"/>
                </a:lnTo>
                <a:lnTo>
                  <a:pt x="418107" y="87906"/>
                </a:lnTo>
                <a:lnTo>
                  <a:pt x="417841" y="88259"/>
                </a:lnTo>
                <a:lnTo>
                  <a:pt x="417582" y="88618"/>
                </a:lnTo>
                <a:lnTo>
                  <a:pt x="417331" y="88981"/>
                </a:lnTo>
                <a:lnTo>
                  <a:pt x="417088" y="89349"/>
                </a:lnTo>
                <a:lnTo>
                  <a:pt x="416852" y="89721"/>
                </a:lnTo>
                <a:lnTo>
                  <a:pt x="416624" y="90099"/>
                </a:lnTo>
                <a:lnTo>
                  <a:pt x="416404" y="90482"/>
                </a:lnTo>
                <a:lnTo>
                  <a:pt x="416192" y="90869"/>
                </a:lnTo>
                <a:lnTo>
                  <a:pt x="415987" y="91261"/>
                </a:lnTo>
                <a:lnTo>
                  <a:pt x="415792" y="91657"/>
                </a:lnTo>
                <a:lnTo>
                  <a:pt x="415605" y="92056"/>
                </a:lnTo>
                <a:lnTo>
                  <a:pt x="415426" y="92460"/>
                </a:lnTo>
                <a:lnTo>
                  <a:pt x="415257" y="92868"/>
                </a:lnTo>
                <a:lnTo>
                  <a:pt x="415096" y="93279"/>
                </a:lnTo>
                <a:lnTo>
                  <a:pt x="414944" y="93695"/>
                </a:lnTo>
                <a:lnTo>
                  <a:pt x="414800" y="94115"/>
                </a:lnTo>
                <a:lnTo>
                  <a:pt x="414665" y="94538"/>
                </a:lnTo>
                <a:lnTo>
                  <a:pt x="414539" y="94966"/>
                </a:lnTo>
                <a:lnTo>
                  <a:pt x="414422" y="95397"/>
                </a:lnTo>
                <a:lnTo>
                  <a:pt x="414313" y="95832"/>
                </a:lnTo>
                <a:lnTo>
                  <a:pt x="414213" y="96272"/>
                </a:lnTo>
                <a:lnTo>
                  <a:pt x="414122" y="96715"/>
                </a:lnTo>
                <a:lnTo>
                  <a:pt x="414039" y="97162"/>
                </a:lnTo>
                <a:lnTo>
                  <a:pt x="413965" y="97614"/>
                </a:lnTo>
                <a:lnTo>
                  <a:pt x="413900" y="98069"/>
                </a:lnTo>
                <a:lnTo>
                  <a:pt x="413844" y="98528"/>
                </a:lnTo>
                <a:lnTo>
                  <a:pt x="413796" y="98991"/>
                </a:lnTo>
                <a:lnTo>
                  <a:pt x="413757" y="99459"/>
                </a:lnTo>
                <a:lnTo>
                  <a:pt x="413726" y="99930"/>
                </a:lnTo>
                <a:lnTo>
                  <a:pt x="413704" y="100405"/>
                </a:lnTo>
                <a:lnTo>
                  <a:pt x="413691" y="100884"/>
                </a:lnTo>
                <a:lnTo>
                  <a:pt x="413687" y="101367"/>
                </a:lnTo>
                <a:lnTo>
                  <a:pt x="413692" y="101905"/>
                </a:lnTo>
                <a:lnTo>
                  <a:pt x="413709" y="102438"/>
                </a:lnTo>
                <a:lnTo>
                  <a:pt x="413736" y="102966"/>
                </a:lnTo>
                <a:lnTo>
                  <a:pt x="413775" y="103490"/>
                </a:lnTo>
                <a:lnTo>
                  <a:pt x="413824" y="104009"/>
                </a:lnTo>
                <a:lnTo>
                  <a:pt x="413885" y="104523"/>
                </a:lnTo>
                <a:lnTo>
                  <a:pt x="413956" y="105032"/>
                </a:lnTo>
                <a:lnTo>
                  <a:pt x="414039" y="105537"/>
                </a:lnTo>
                <a:lnTo>
                  <a:pt x="414132" y="106037"/>
                </a:lnTo>
                <a:lnTo>
                  <a:pt x="414237" y="106532"/>
                </a:lnTo>
                <a:lnTo>
                  <a:pt x="414352" y="107023"/>
                </a:lnTo>
                <a:lnTo>
                  <a:pt x="414479" y="107509"/>
                </a:lnTo>
                <a:lnTo>
                  <a:pt x="414616" y="107990"/>
                </a:lnTo>
                <a:lnTo>
                  <a:pt x="414765" y="108466"/>
                </a:lnTo>
                <a:lnTo>
                  <a:pt x="414924" y="108938"/>
                </a:lnTo>
                <a:lnTo>
                  <a:pt x="415095" y="109405"/>
                </a:lnTo>
                <a:lnTo>
                  <a:pt x="415276" y="109867"/>
                </a:lnTo>
                <a:lnTo>
                  <a:pt x="415469" y="110324"/>
                </a:lnTo>
                <a:lnTo>
                  <a:pt x="415672" y="110777"/>
                </a:lnTo>
                <a:lnTo>
                  <a:pt x="415887" y="111225"/>
                </a:lnTo>
                <a:lnTo>
                  <a:pt x="416112" y="111668"/>
                </a:lnTo>
                <a:lnTo>
                  <a:pt x="416349" y="112107"/>
                </a:lnTo>
                <a:lnTo>
                  <a:pt x="416596" y="112540"/>
                </a:lnTo>
                <a:lnTo>
                  <a:pt x="416855" y="112969"/>
                </a:lnTo>
                <a:lnTo>
                  <a:pt x="417123" y="113392"/>
                </a:lnTo>
                <a:lnTo>
                  <a:pt x="417401" y="113808"/>
                </a:lnTo>
                <a:lnTo>
                  <a:pt x="417688" y="114216"/>
                </a:lnTo>
                <a:lnTo>
                  <a:pt x="417984" y="114617"/>
                </a:lnTo>
                <a:lnTo>
                  <a:pt x="418290" y="115010"/>
                </a:lnTo>
                <a:lnTo>
                  <a:pt x="418604" y="115396"/>
                </a:lnTo>
                <a:lnTo>
                  <a:pt x="418928" y="115774"/>
                </a:lnTo>
                <a:lnTo>
                  <a:pt x="419261" y="116145"/>
                </a:lnTo>
                <a:lnTo>
                  <a:pt x="419603" y="116509"/>
                </a:lnTo>
                <a:lnTo>
                  <a:pt x="419955" y="116865"/>
                </a:lnTo>
                <a:lnTo>
                  <a:pt x="420316" y="117214"/>
                </a:lnTo>
                <a:lnTo>
                  <a:pt x="420685" y="117555"/>
                </a:lnTo>
                <a:lnTo>
                  <a:pt x="421064" y="117889"/>
                </a:lnTo>
                <a:lnTo>
                  <a:pt x="421453" y="118216"/>
                </a:lnTo>
                <a:lnTo>
                  <a:pt x="421850" y="118535"/>
                </a:lnTo>
                <a:lnTo>
                  <a:pt x="422257" y="118846"/>
                </a:lnTo>
                <a:lnTo>
                  <a:pt x="422673" y="119151"/>
                </a:lnTo>
                <a:lnTo>
                  <a:pt x="423098" y="119448"/>
                </a:lnTo>
                <a:lnTo>
                  <a:pt x="423532" y="119737"/>
                </a:lnTo>
                <a:lnTo>
                  <a:pt x="423976" y="120019"/>
                </a:lnTo>
                <a:lnTo>
                  <a:pt x="424429" y="120294"/>
                </a:lnTo>
                <a:lnTo>
                  <a:pt x="424891" y="120561"/>
                </a:lnTo>
                <a:lnTo>
                  <a:pt x="425362" y="120820"/>
                </a:lnTo>
                <a:lnTo>
                  <a:pt x="425842" y="121073"/>
                </a:lnTo>
                <a:lnTo>
                  <a:pt x="426330" y="121316"/>
                </a:lnTo>
                <a:lnTo>
                  <a:pt x="426825" y="121549"/>
                </a:lnTo>
                <a:lnTo>
                  <a:pt x="427327" y="121772"/>
                </a:lnTo>
                <a:lnTo>
                  <a:pt x="427835" y="121984"/>
                </a:lnTo>
                <a:lnTo>
                  <a:pt x="428350" y="122186"/>
                </a:lnTo>
                <a:lnTo>
                  <a:pt x="428872" y="122378"/>
                </a:lnTo>
                <a:lnTo>
                  <a:pt x="429400" y="122559"/>
                </a:lnTo>
                <a:lnTo>
                  <a:pt x="429935" y="122730"/>
                </a:lnTo>
                <a:lnTo>
                  <a:pt x="430476" y="122891"/>
                </a:lnTo>
                <a:lnTo>
                  <a:pt x="431024" y="123041"/>
                </a:lnTo>
                <a:lnTo>
                  <a:pt x="431579" y="123181"/>
                </a:lnTo>
                <a:lnTo>
                  <a:pt x="432141" y="123310"/>
                </a:lnTo>
                <a:lnTo>
                  <a:pt x="432709" y="123430"/>
                </a:lnTo>
                <a:lnTo>
                  <a:pt x="433284" y="123538"/>
                </a:lnTo>
                <a:lnTo>
                  <a:pt x="433865" y="123637"/>
                </a:lnTo>
                <a:lnTo>
                  <a:pt x="434453" y="123725"/>
                </a:lnTo>
                <a:lnTo>
                  <a:pt x="435048" y="123803"/>
                </a:lnTo>
                <a:lnTo>
                  <a:pt x="435649" y="123870"/>
                </a:lnTo>
                <a:lnTo>
                  <a:pt x="436257" y="123927"/>
                </a:lnTo>
                <a:lnTo>
                  <a:pt x="436872" y="123973"/>
                </a:lnTo>
                <a:lnTo>
                  <a:pt x="437493" y="124010"/>
                </a:lnTo>
                <a:lnTo>
                  <a:pt x="438121" y="124036"/>
                </a:lnTo>
                <a:lnTo>
                  <a:pt x="438756" y="124051"/>
                </a:lnTo>
                <a:lnTo>
                  <a:pt x="439397" y="124056"/>
                </a:lnTo>
                <a:lnTo>
                  <a:pt x="439978" y="124053"/>
                </a:lnTo>
                <a:lnTo>
                  <a:pt x="440553" y="124042"/>
                </a:lnTo>
                <a:lnTo>
                  <a:pt x="441123" y="124024"/>
                </a:lnTo>
                <a:lnTo>
                  <a:pt x="441688" y="123998"/>
                </a:lnTo>
                <a:lnTo>
                  <a:pt x="442247" y="123965"/>
                </a:lnTo>
                <a:lnTo>
                  <a:pt x="442802" y="123925"/>
                </a:lnTo>
                <a:lnTo>
                  <a:pt x="443351" y="123878"/>
                </a:lnTo>
                <a:lnTo>
                  <a:pt x="443895" y="123823"/>
                </a:lnTo>
                <a:lnTo>
                  <a:pt x="444433" y="123761"/>
                </a:lnTo>
                <a:lnTo>
                  <a:pt x="444967" y="123692"/>
                </a:lnTo>
                <a:lnTo>
                  <a:pt x="445495" y="123615"/>
                </a:lnTo>
                <a:lnTo>
                  <a:pt x="446018" y="123531"/>
                </a:lnTo>
                <a:lnTo>
                  <a:pt x="446536" y="123440"/>
                </a:lnTo>
                <a:lnTo>
                  <a:pt x="447048" y="123342"/>
                </a:lnTo>
                <a:lnTo>
                  <a:pt x="447555" y="123236"/>
                </a:lnTo>
                <a:lnTo>
                  <a:pt x="448057" y="123123"/>
                </a:lnTo>
                <a:lnTo>
                  <a:pt x="448554" y="123003"/>
                </a:lnTo>
                <a:lnTo>
                  <a:pt x="449045" y="122875"/>
                </a:lnTo>
                <a:lnTo>
                  <a:pt x="449531" y="122740"/>
                </a:lnTo>
                <a:lnTo>
                  <a:pt x="450012" y="122598"/>
                </a:lnTo>
                <a:lnTo>
                  <a:pt x="450488" y="122449"/>
                </a:lnTo>
                <a:lnTo>
                  <a:pt x="450958" y="122292"/>
                </a:lnTo>
                <a:lnTo>
                  <a:pt x="451424" y="122128"/>
                </a:lnTo>
                <a:lnTo>
                  <a:pt x="451884" y="121957"/>
                </a:lnTo>
                <a:lnTo>
                  <a:pt x="452338" y="121780"/>
                </a:lnTo>
                <a:lnTo>
                  <a:pt x="452788" y="121598"/>
                </a:lnTo>
                <a:lnTo>
                  <a:pt x="453233" y="121412"/>
                </a:lnTo>
                <a:lnTo>
                  <a:pt x="453672" y="121222"/>
                </a:lnTo>
                <a:lnTo>
                  <a:pt x="454106" y="121028"/>
                </a:lnTo>
                <a:lnTo>
                  <a:pt x="454536" y="120829"/>
                </a:lnTo>
                <a:lnTo>
                  <a:pt x="454960" y="120626"/>
                </a:lnTo>
                <a:lnTo>
                  <a:pt x="455379" y="120418"/>
                </a:lnTo>
                <a:lnTo>
                  <a:pt x="455793" y="120206"/>
                </a:lnTo>
                <a:lnTo>
                  <a:pt x="456201" y="119990"/>
                </a:lnTo>
                <a:lnTo>
                  <a:pt x="456605" y="119769"/>
                </a:lnTo>
                <a:lnTo>
                  <a:pt x="457004" y="119544"/>
                </a:lnTo>
                <a:lnTo>
                  <a:pt x="457397" y="119315"/>
                </a:lnTo>
                <a:lnTo>
                  <a:pt x="457785" y="119081"/>
                </a:lnTo>
                <a:lnTo>
                  <a:pt x="458168" y="118843"/>
                </a:lnTo>
                <a:lnTo>
                  <a:pt x="458546" y="118601"/>
                </a:lnTo>
                <a:lnTo>
                  <a:pt x="458919" y="118354"/>
                </a:lnTo>
                <a:lnTo>
                  <a:pt x="459287" y="118103"/>
                </a:lnTo>
                <a:lnTo>
                  <a:pt x="459650" y="117848"/>
                </a:lnTo>
                <a:lnTo>
                  <a:pt x="460008" y="117588"/>
                </a:lnTo>
                <a:lnTo>
                  <a:pt x="460360" y="117324"/>
                </a:lnTo>
                <a:lnTo>
                  <a:pt x="460707" y="117055"/>
                </a:lnTo>
                <a:lnTo>
                  <a:pt x="461050" y="116783"/>
                </a:lnTo>
                <a:lnTo>
                  <a:pt x="461387" y="116505"/>
                </a:lnTo>
                <a:lnTo>
                  <a:pt x="461719" y="116225"/>
                </a:lnTo>
                <a:lnTo>
                  <a:pt x="462046" y="115943"/>
                </a:lnTo>
                <a:lnTo>
                  <a:pt x="462367" y="115659"/>
                </a:lnTo>
                <a:lnTo>
                  <a:pt x="462684" y="115373"/>
                </a:lnTo>
                <a:lnTo>
                  <a:pt x="462996" y="115085"/>
                </a:lnTo>
                <a:lnTo>
                  <a:pt x="463302" y="114795"/>
                </a:lnTo>
                <a:lnTo>
                  <a:pt x="463603" y="114503"/>
                </a:lnTo>
                <a:lnTo>
                  <a:pt x="463900" y="114209"/>
                </a:lnTo>
                <a:lnTo>
                  <a:pt x="464191" y="113914"/>
                </a:lnTo>
                <a:lnTo>
                  <a:pt x="464477" y="113616"/>
                </a:lnTo>
                <a:lnTo>
                  <a:pt x="464758" y="113317"/>
                </a:lnTo>
                <a:lnTo>
                  <a:pt x="465033" y="113015"/>
                </a:lnTo>
                <a:lnTo>
                  <a:pt x="465304" y="112712"/>
                </a:lnTo>
                <a:lnTo>
                  <a:pt x="465569" y="112407"/>
                </a:lnTo>
                <a:lnTo>
                  <a:pt x="465830" y="112100"/>
                </a:lnTo>
                <a:lnTo>
                  <a:pt x="466085" y="111791"/>
                </a:lnTo>
                <a:lnTo>
                  <a:pt x="466335" y="111480"/>
                </a:lnTo>
                <a:lnTo>
                  <a:pt x="466372" y="111432"/>
                </a:lnTo>
                <a:lnTo>
                  <a:pt x="466386" y="111685"/>
                </a:lnTo>
                <a:lnTo>
                  <a:pt x="466405" y="112002"/>
                </a:lnTo>
                <a:close/>
                <a:moveTo>
                  <a:pt x="466146" y="100870"/>
                </a:moveTo>
                <a:lnTo>
                  <a:pt x="465953" y="101276"/>
                </a:lnTo>
                <a:lnTo>
                  <a:pt x="465752" y="101680"/>
                </a:lnTo>
                <a:lnTo>
                  <a:pt x="465542" y="102080"/>
                </a:lnTo>
                <a:lnTo>
                  <a:pt x="465323" y="102478"/>
                </a:lnTo>
                <a:lnTo>
                  <a:pt x="465097" y="102873"/>
                </a:lnTo>
                <a:lnTo>
                  <a:pt x="464861" y="103266"/>
                </a:lnTo>
                <a:lnTo>
                  <a:pt x="464618" y="103655"/>
                </a:lnTo>
                <a:lnTo>
                  <a:pt x="464366" y="104042"/>
                </a:lnTo>
                <a:lnTo>
                  <a:pt x="464105" y="104426"/>
                </a:lnTo>
                <a:lnTo>
                  <a:pt x="463836" y="104807"/>
                </a:lnTo>
                <a:lnTo>
                  <a:pt x="463559" y="105185"/>
                </a:lnTo>
                <a:lnTo>
                  <a:pt x="463273" y="105560"/>
                </a:lnTo>
                <a:lnTo>
                  <a:pt x="462979" y="105933"/>
                </a:lnTo>
                <a:lnTo>
                  <a:pt x="462676" y="106302"/>
                </a:lnTo>
                <a:lnTo>
                  <a:pt x="462366" y="106668"/>
                </a:lnTo>
                <a:lnTo>
                  <a:pt x="462049" y="107027"/>
                </a:lnTo>
                <a:lnTo>
                  <a:pt x="461725" y="107380"/>
                </a:lnTo>
                <a:lnTo>
                  <a:pt x="461394" y="107728"/>
                </a:lnTo>
                <a:lnTo>
                  <a:pt x="461056" y="108069"/>
                </a:lnTo>
                <a:lnTo>
                  <a:pt x="460712" y="108404"/>
                </a:lnTo>
                <a:lnTo>
                  <a:pt x="460361" y="108734"/>
                </a:lnTo>
                <a:lnTo>
                  <a:pt x="460003" y="109057"/>
                </a:lnTo>
                <a:lnTo>
                  <a:pt x="459639" y="109374"/>
                </a:lnTo>
                <a:lnTo>
                  <a:pt x="459268" y="109685"/>
                </a:lnTo>
                <a:lnTo>
                  <a:pt x="458889" y="109990"/>
                </a:lnTo>
                <a:lnTo>
                  <a:pt x="458505" y="110290"/>
                </a:lnTo>
                <a:lnTo>
                  <a:pt x="458113" y="110583"/>
                </a:lnTo>
                <a:lnTo>
                  <a:pt x="457714" y="110870"/>
                </a:lnTo>
                <a:lnTo>
                  <a:pt x="457309" y="111151"/>
                </a:lnTo>
                <a:lnTo>
                  <a:pt x="456897" y="111426"/>
                </a:lnTo>
                <a:lnTo>
                  <a:pt x="456478" y="111696"/>
                </a:lnTo>
                <a:lnTo>
                  <a:pt x="456053" y="111959"/>
                </a:lnTo>
                <a:lnTo>
                  <a:pt x="455620" y="112216"/>
                </a:lnTo>
                <a:lnTo>
                  <a:pt x="455181" y="112467"/>
                </a:lnTo>
                <a:lnTo>
                  <a:pt x="454735" y="112712"/>
                </a:lnTo>
                <a:lnTo>
                  <a:pt x="454283" y="112951"/>
                </a:lnTo>
                <a:lnTo>
                  <a:pt x="453823" y="113184"/>
                </a:lnTo>
                <a:lnTo>
                  <a:pt x="453357" y="113411"/>
                </a:lnTo>
                <a:lnTo>
                  <a:pt x="452884" y="113631"/>
                </a:lnTo>
                <a:lnTo>
                  <a:pt x="452406" y="113841"/>
                </a:lnTo>
                <a:lnTo>
                  <a:pt x="451922" y="114042"/>
                </a:lnTo>
                <a:lnTo>
                  <a:pt x="451432" y="114233"/>
                </a:lnTo>
                <a:lnTo>
                  <a:pt x="450937" y="114415"/>
                </a:lnTo>
                <a:lnTo>
                  <a:pt x="450436" y="114588"/>
                </a:lnTo>
                <a:lnTo>
                  <a:pt x="449929" y="114751"/>
                </a:lnTo>
                <a:lnTo>
                  <a:pt x="449416" y="114905"/>
                </a:lnTo>
                <a:lnTo>
                  <a:pt x="448897" y="115050"/>
                </a:lnTo>
                <a:lnTo>
                  <a:pt x="448373" y="115185"/>
                </a:lnTo>
                <a:lnTo>
                  <a:pt x="447843" y="115311"/>
                </a:lnTo>
                <a:lnTo>
                  <a:pt x="447307" y="115428"/>
                </a:lnTo>
                <a:lnTo>
                  <a:pt x="446765" y="115535"/>
                </a:lnTo>
                <a:lnTo>
                  <a:pt x="446218" y="115633"/>
                </a:lnTo>
                <a:lnTo>
                  <a:pt x="445665" y="115722"/>
                </a:lnTo>
                <a:lnTo>
                  <a:pt x="445106" y="115801"/>
                </a:lnTo>
                <a:lnTo>
                  <a:pt x="444542" y="115871"/>
                </a:lnTo>
                <a:lnTo>
                  <a:pt x="443971" y="115932"/>
                </a:lnTo>
                <a:lnTo>
                  <a:pt x="443395" y="115984"/>
                </a:lnTo>
                <a:lnTo>
                  <a:pt x="442813" y="116026"/>
                </a:lnTo>
                <a:lnTo>
                  <a:pt x="442226" y="116058"/>
                </a:lnTo>
                <a:lnTo>
                  <a:pt x="441632" y="116082"/>
                </a:lnTo>
                <a:lnTo>
                  <a:pt x="441033" y="116096"/>
                </a:lnTo>
                <a:lnTo>
                  <a:pt x="440428" y="116100"/>
                </a:lnTo>
                <a:lnTo>
                  <a:pt x="439970" y="116097"/>
                </a:lnTo>
                <a:lnTo>
                  <a:pt x="439518" y="116086"/>
                </a:lnTo>
                <a:lnTo>
                  <a:pt x="439070" y="116068"/>
                </a:lnTo>
                <a:lnTo>
                  <a:pt x="438628" y="116043"/>
                </a:lnTo>
                <a:lnTo>
                  <a:pt x="438190" y="116011"/>
                </a:lnTo>
                <a:lnTo>
                  <a:pt x="437758" y="115971"/>
                </a:lnTo>
                <a:lnTo>
                  <a:pt x="437331" y="115925"/>
                </a:lnTo>
                <a:lnTo>
                  <a:pt x="436909" y="115871"/>
                </a:lnTo>
                <a:lnTo>
                  <a:pt x="436492" y="115810"/>
                </a:lnTo>
                <a:lnTo>
                  <a:pt x="436080" y="115742"/>
                </a:lnTo>
                <a:lnTo>
                  <a:pt x="435673" y="115667"/>
                </a:lnTo>
                <a:lnTo>
                  <a:pt x="435272" y="115585"/>
                </a:lnTo>
                <a:lnTo>
                  <a:pt x="434875" y="115495"/>
                </a:lnTo>
                <a:lnTo>
                  <a:pt x="434484" y="115398"/>
                </a:lnTo>
                <a:lnTo>
                  <a:pt x="434098" y="115294"/>
                </a:lnTo>
                <a:lnTo>
                  <a:pt x="433716" y="115183"/>
                </a:lnTo>
                <a:lnTo>
                  <a:pt x="433340" y="115065"/>
                </a:lnTo>
                <a:lnTo>
                  <a:pt x="432969" y="114940"/>
                </a:lnTo>
                <a:lnTo>
                  <a:pt x="432604" y="114807"/>
                </a:lnTo>
                <a:lnTo>
                  <a:pt x="432243" y="114668"/>
                </a:lnTo>
                <a:lnTo>
                  <a:pt x="431887" y="114521"/>
                </a:lnTo>
                <a:lnTo>
                  <a:pt x="431537" y="114367"/>
                </a:lnTo>
                <a:lnTo>
                  <a:pt x="431192" y="114206"/>
                </a:lnTo>
                <a:lnTo>
                  <a:pt x="430852" y="114038"/>
                </a:lnTo>
                <a:lnTo>
                  <a:pt x="430517" y="113863"/>
                </a:lnTo>
                <a:lnTo>
                  <a:pt x="430190" y="113684"/>
                </a:lnTo>
                <a:lnTo>
                  <a:pt x="429869" y="113499"/>
                </a:lnTo>
                <a:lnTo>
                  <a:pt x="429554" y="113309"/>
                </a:lnTo>
                <a:lnTo>
                  <a:pt x="429246" y="113114"/>
                </a:lnTo>
                <a:lnTo>
                  <a:pt x="428945" y="112914"/>
                </a:lnTo>
                <a:lnTo>
                  <a:pt x="428651" y="112709"/>
                </a:lnTo>
                <a:lnTo>
                  <a:pt x="428363" y="112499"/>
                </a:lnTo>
                <a:lnTo>
                  <a:pt x="428082" y="112283"/>
                </a:lnTo>
                <a:lnTo>
                  <a:pt x="427808" y="112063"/>
                </a:lnTo>
                <a:lnTo>
                  <a:pt x="427540" y="111837"/>
                </a:lnTo>
                <a:lnTo>
                  <a:pt x="427279" y="111607"/>
                </a:lnTo>
                <a:lnTo>
                  <a:pt x="427024" y="111371"/>
                </a:lnTo>
                <a:lnTo>
                  <a:pt x="426776" y="111130"/>
                </a:lnTo>
                <a:lnTo>
                  <a:pt x="426535" y="110884"/>
                </a:lnTo>
                <a:lnTo>
                  <a:pt x="426301" y="110632"/>
                </a:lnTo>
                <a:lnTo>
                  <a:pt x="426073" y="110376"/>
                </a:lnTo>
                <a:lnTo>
                  <a:pt x="425851" y="110115"/>
                </a:lnTo>
                <a:lnTo>
                  <a:pt x="425637" y="109848"/>
                </a:lnTo>
                <a:lnTo>
                  <a:pt x="425429" y="109577"/>
                </a:lnTo>
                <a:lnTo>
                  <a:pt x="425227" y="109300"/>
                </a:lnTo>
                <a:lnTo>
                  <a:pt x="425033" y="109018"/>
                </a:lnTo>
                <a:lnTo>
                  <a:pt x="424845" y="108731"/>
                </a:lnTo>
                <a:lnTo>
                  <a:pt x="424663" y="108439"/>
                </a:lnTo>
                <a:lnTo>
                  <a:pt x="424489" y="108143"/>
                </a:lnTo>
                <a:lnTo>
                  <a:pt x="424322" y="107844"/>
                </a:lnTo>
                <a:lnTo>
                  <a:pt x="424163" y="107543"/>
                </a:lnTo>
                <a:lnTo>
                  <a:pt x="424011" y="107240"/>
                </a:lnTo>
                <a:lnTo>
                  <a:pt x="423866" y="106933"/>
                </a:lnTo>
                <a:lnTo>
                  <a:pt x="423729" y="106625"/>
                </a:lnTo>
                <a:lnTo>
                  <a:pt x="423599" y="106313"/>
                </a:lnTo>
                <a:lnTo>
                  <a:pt x="423477" y="106000"/>
                </a:lnTo>
                <a:lnTo>
                  <a:pt x="423362" y="105683"/>
                </a:lnTo>
                <a:lnTo>
                  <a:pt x="423254" y="105364"/>
                </a:lnTo>
                <a:lnTo>
                  <a:pt x="423154" y="105043"/>
                </a:lnTo>
                <a:lnTo>
                  <a:pt x="423061" y="104719"/>
                </a:lnTo>
                <a:lnTo>
                  <a:pt x="422976" y="104392"/>
                </a:lnTo>
                <a:lnTo>
                  <a:pt x="422898" y="104063"/>
                </a:lnTo>
                <a:lnTo>
                  <a:pt x="422828" y="103731"/>
                </a:lnTo>
                <a:lnTo>
                  <a:pt x="422764" y="103397"/>
                </a:lnTo>
                <a:lnTo>
                  <a:pt x="422709" y="103060"/>
                </a:lnTo>
                <a:lnTo>
                  <a:pt x="422661" y="102720"/>
                </a:lnTo>
                <a:lnTo>
                  <a:pt x="422620" y="102378"/>
                </a:lnTo>
                <a:lnTo>
                  <a:pt x="422586" y="102034"/>
                </a:lnTo>
                <a:lnTo>
                  <a:pt x="422560" y="101687"/>
                </a:lnTo>
                <a:lnTo>
                  <a:pt x="422542" y="101337"/>
                </a:lnTo>
                <a:lnTo>
                  <a:pt x="422531" y="100985"/>
                </a:lnTo>
                <a:lnTo>
                  <a:pt x="422527" y="100630"/>
                </a:lnTo>
                <a:lnTo>
                  <a:pt x="422530" y="100288"/>
                </a:lnTo>
                <a:lnTo>
                  <a:pt x="422541" y="99948"/>
                </a:lnTo>
                <a:lnTo>
                  <a:pt x="422558" y="99612"/>
                </a:lnTo>
                <a:lnTo>
                  <a:pt x="422581" y="99278"/>
                </a:lnTo>
                <a:lnTo>
                  <a:pt x="422612" y="98948"/>
                </a:lnTo>
                <a:lnTo>
                  <a:pt x="422649" y="98620"/>
                </a:lnTo>
                <a:lnTo>
                  <a:pt x="422693" y="98296"/>
                </a:lnTo>
                <a:lnTo>
                  <a:pt x="422744" y="97974"/>
                </a:lnTo>
                <a:lnTo>
                  <a:pt x="422802" y="97655"/>
                </a:lnTo>
                <a:lnTo>
                  <a:pt x="422866" y="97339"/>
                </a:lnTo>
                <a:lnTo>
                  <a:pt x="422937" y="97026"/>
                </a:lnTo>
                <a:lnTo>
                  <a:pt x="423015" y="96716"/>
                </a:lnTo>
                <a:lnTo>
                  <a:pt x="423100" y="96409"/>
                </a:lnTo>
                <a:lnTo>
                  <a:pt x="423191" y="96105"/>
                </a:lnTo>
                <a:lnTo>
                  <a:pt x="423290" y="95804"/>
                </a:lnTo>
                <a:lnTo>
                  <a:pt x="423395" y="95506"/>
                </a:lnTo>
                <a:lnTo>
                  <a:pt x="423507" y="95211"/>
                </a:lnTo>
                <a:lnTo>
                  <a:pt x="423625" y="94918"/>
                </a:lnTo>
                <a:lnTo>
                  <a:pt x="423751" y="94629"/>
                </a:lnTo>
                <a:lnTo>
                  <a:pt x="423883" y="94343"/>
                </a:lnTo>
                <a:lnTo>
                  <a:pt x="424022" y="94059"/>
                </a:lnTo>
                <a:lnTo>
                  <a:pt x="424167" y="93779"/>
                </a:lnTo>
                <a:lnTo>
                  <a:pt x="424320" y="93501"/>
                </a:lnTo>
                <a:lnTo>
                  <a:pt x="424479" y="93226"/>
                </a:lnTo>
                <a:lnTo>
                  <a:pt x="424645" y="92955"/>
                </a:lnTo>
                <a:lnTo>
                  <a:pt x="424817" y="92687"/>
                </a:lnTo>
                <a:lnTo>
                  <a:pt x="424994" y="92422"/>
                </a:lnTo>
                <a:lnTo>
                  <a:pt x="425178" y="92161"/>
                </a:lnTo>
                <a:lnTo>
                  <a:pt x="425368" y="91904"/>
                </a:lnTo>
                <a:lnTo>
                  <a:pt x="425564" y="91649"/>
                </a:lnTo>
                <a:lnTo>
                  <a:pt x="425765" y="91399"/>
                </a:lnTo>
                <a:lnTo>
                  <a:pt x="425973" y="91151"/>
                </a:lnTo>
                <a:lnTo>
                  <a:pt x="426187" y="90908"/>
                </a:lnTo>
                <a:lnTo>
                  <a:pt x="426407" y="90667"/>
                </a:lnTo>
                <a:lnTo>
                  <a:pt x="426632" y="90430"/>
                </a:lnTo>
                <a:lnTo>
                  <a:pt x="426864" y="90197"/>
                </a:lnTo>
                <a:lnTo>
                  <a:pt x="427102" y="89967"/>
                </a:lnTo>
                <a:lnTo>
                  <a:pt x="427346" y="89740"/>
                </a:lnTo>
                <a:lnTo>
                  <a:pt x="427596" y="89517"/>
                </a:lnTo>
                <a:lnTo>
                  <a:pt x="427852" y="89297"/>
                </a:lnTo>
                <a:lnTo>
                  <a:pt x="428113" y="89081"/>
                </a:lnTo>
                <a:lnTo>
                  <a:pt x="428381" y="88869"/>
                </a:lnTo>
                <a:lnTo>
                  <a:pt x="428655" y="88659"/>
                </a:lnTo>
                <a:lnTo>
                  <a:pt x="428935" y="88453"/>
                </a:lnTo>
                <a:lnTo>
                  <a:pt x="429221" y="88251"/>
                </a:lnTo>
                <a:lnTo>
                  <a:pt x="429513" y="88052"/>
                </a:lnTo>
                <a:lnTo>
                  <a:pt x="429811" y="87857"/>
                </a:lnTo>
                <a:lnTo>
                  <a:pt x="430115" y="87665"/>
                </a:lnTo>
                <a:lnTo>
                  <a:pt x="430425" y="87476"/>
                </a:lnTo>
                <a:lnTo>
                  <a:pt x="430740" y="87291"/>
                </a:lnTo>
                <a:lnTo>
                  <a:pt x="431062" y="87110"/>
                </a:lnTo>
                <a:lnTo>
                  <a:pt x="431389" y="86933"/>
                </a:lnTo>
                <a:lnTo>
                  <a:pt x="431722" y="86759"/>
                </a:lnTo>
                <a:lnTo>
                  <a:pt x="432060" y="86589"/>
                </a:lnTo>
                <a:lnTo>
                  <a:pt x="432404" y="86423"/>
                </a:lnTo>
                <a:lnTo>
                  <a:pt x="432755" y="86261"/>
                </a:lnTo>
                <a:lnTo>
                  <a:pt x="433110" y="86102"/>
                </a:lnTo>
                <a:lnTo>
                  <a:pt x="433472" y="85947"/>
                </a:lnTo>
                <a:lnTo>
                  <a:pt x="433839" y="85796"/>
                </a:lnTo>
                <a:lnTo>
                  <a:pt x="434213" y="85648"/>
                </a:lnTo>
                <a:lnTo>
                  <a:pt x="434592" y="85504"/>
                </a:lnTo>
                <a:lnTo>
                  <a:pt x="434976" y="85364"/>
                </a:lnTo>
                <a:lnTo>
                  <a:pt x="435367" y="85227"/>
                </a:lnTo>
                <a:lnTo>
                  <a:pt x="435763" y="85094"/>
                </a:lnTo>
                <a:lnTo>
                  <a:pt x="436165" y="84965"/>
                </a:lnTo>
                <a:lnTo>
                  <a:pt x="436572" y="84840"/>
                </a:lnTo>
                <a:lnTo>
                  <a:pt x="436986" y="84718"/>
                </a:lnTo>
                <a:lnTo>
                  <a:pt x="437405" y="84600"/>
                </a:lnTo>
                <a:lnTo>
                  <a:pt x="437830" y="84486"/>
                </a:lnTo>
                <a:lnTo>
                  <a:pt x="438261" y="84375"/>
                </a:lnTo>
                <a:lnTo>
                  <a:pt x="438697" y="84268"/>
                </a:lnTo>
                <a:lnTo>
                  <a:pt x="439139" y="84165"/>
                </a:lnTo>
                <a:lnTo>
                  <a:pt x="439587" y="84066"/>
                </a:lnTo>
                <a:lnTo>
                  <a:pt x="440039" y="83971"/>
                </a:lnTo>
                <a:lnTo>
                  <a:pt x="440497" y="83880"/>
                </a:lnTo>
                <a:lnTo>
                  <a:pt x="440959" y="83794"/>
                </a:lnTo>
                <a:lnTo>
                  <a:pt x="441427" y="83712"/>
                </a:lnTo>
                <a:lnTo>
                  <a:pt x="441899" y="83634"/>
                </a:lnTo>
                <a:lnTo>
                  <a:pt x="442377" y="83560"/>
                </a:lnTo>
                <a:lnTo>
                  <a:pt x="442859" y="83490"/>
                </a:lnTo>
                <a:lnTo>
                  <a:pt x="443347" y="83425"/>
                </a:lnTo>
                <a:lnTo>
                  <a:pt x="443839" y="83363"/>
                </a:lnTo>
                <a:lnTo>
                  <a:pt x="444337" y="83306"/>
                </a:lnTo>
                <a:lnTo>
                  <a:pt x="444839" y="83254"/>
                </a:lnTo>
                <a:lnTo>
                  <a:pt x="445347" y="83205"/>
                </a:lnTo>
                <a:lnTo>
                  <a:pt x="445859" y="83161"/>
                </a:lnTo>
                <a:lnTo>
                  <a:pt x="446376" y="83121"/>
                </a:lnTo>
                <a:lnTo>
                  <a:pt x="446899" y="83085"/>
                </a:lnTo>
                <a:lnTo>
                  <a:pt x="447426" y="83053"/>
                </a:lnTo>
                <a:lnTo>
                  <a:pt x="447959" y="83026"/>
                </a:lnTo>
                <a:lnTo>
                  <a:pt x="448496" y="83003"/>
                </a:lnTo>
                <a:lnTo>
                  <a:pt x="449038" y="82984"/>
                </a:lnTo>
                <a:lnTo>
                  <a:pt x="449586" y="82969"/>
                </a:lnTo>
                <a:lnTo>
                  <a:pt x="450138" y="82958"/>
                </a:lnTo>
                <a:lnTo>
                  <a:pt x="450695" y="82952"/>
                </a:lnTo>
                <a:lnTo>
                  <a:pt x="451257" y="82950"/>
                </a:lnTo>
                <a:lnTo>
                  <a:pt x="466286" y="82950"/>
                </a:lnTo>
                <a:lnTo>
                  <a:pt x="466286" y="100560"/>
                </a:lnTo>
                <a:lnTo>
                  <a:pt x="466146" y="100870"/>
                </a:lnTo>
                <a:close/>
                <a:moveTo>
                  <a:pt x="100353" y="88169"/>
                </a:moveTo>
                <a:lnTo>
                  <a:pt x="100410" y="88862"/>
                </a:lnTo>
                <a:lnTo>
                  <a:pt x="100476" y="89551"/>
                </a:lnTo>
                <a:lnTo>
                  <a:pt x="100551" y="90235"/>
                </a:lnTo>
                <a:lnTo>
                  <a:pt x="100635" y="90915"/>
                </a:lnTo>
                <a:lnTo>
                  <a:pt x="100728" y="91590"/>
                </a:lnTo>
                <a:lnTo>
                  <a:pt x="100829" y="92260"/>
                </a:lnTo>
                <a:lnTo>
                  <a:pt x="100940" y="92925"/>
                </a:lnTo>
                <a:lnTo>
                  <a:pt x="101059" y="93585"/>
                </a:lnTo>
                <a:lnTo>
                  <a:pt x="101187" y="94241"/>
                </a:lnTo>
                <a:lnTo>
                  <a:pt x="101324" y="94892"/>
                </a:lnTo>
                <a:lnTo>
                  <a:pt x="101469" y="95538"/>
                </a:lnTo>
                <a:lnTo>
                  <a:pt x="101624" y="96180"/>
                </a:lnTo>
                <a:lnTo>
                  <a:pt x="101787" y="96817"/>
                </a:lnTo>
                <a:lnTo>
                  <a:pt x="101959" y="97449"/>
                </a:lnTo>
                <a:lnTo>
                  <a:pt x="102140" y="98076"/>
                </a:lnTo>
                <a:lnTo>
                  <a:pt x="102330" y="98699"/>
                </a:lnTo>
                <a:lnTo>
                  <a:pt x="102528" y="99317"/>
                </a:lnTo>
                <a:lnTo>
                  <a:pt x="102736" y="99930"/>
                </a:lnTo>
                <a:lnTo>
                  <a:pt x="102951" y="100538"/>
                </a:lnTo>
                <a:lnTo>
                  <a:pt x="103174" y="101139"/>
                </a:lnTo>
                <a:lnTo>
                  <a:pt x="103404" y="101733"/>
                </a:lnTo>
                <a:lnTo>
                  <a:pt x="103642" y="102320"/>
                </a:lnTo>
                <a:lnTo>
                  <a:pt x="103887" y="102901"/>
                </a:lnTo>
                <a:lnTo>
                  <a:pt x="104140" y="103475"/>
                </a:lnTo>
                <a:lnTo>
                  <a:pt x="104400" y="104043"/>
                </a:lnTo>
                <a:lnTo>
                  <a:pt x="104667" y="104604"/>
                </a:lnTo>
                <a:lnTo>
                  <a:pt x="104942" y="105158"/>
                </a:lnTo>
                <a:lnTo>
                  <a:pt x="105224" y="105706"/>
                </a:lnTo>
                <a:lnTo>
                  <a:pt x="105514" y="106247"/>
                </a:lnTo>
                <a:lnTo>
                  <a:pt x="105811" y="106781"/>
                </a:lnTo>
                <a:lnTo>
                  <a:pt x="106116" y="107309"/>
                </a:lnTo>
                <a:lnTo>
                  <a:pt x="106428" y="107830"/>
                </a:lnTo>
                <a:lnTo>
                  <a:pt x="106747" y="108344"/>
                </a:lnTo>
                <a:lnTo>
                  <a:pt x="107074" y="108852"/>
                </a:lnTo>
                <a:lnTo>
                  <a:pt x="107408" y="109353"/>
                </a:lnTo>
                <a:lnTo>
                  <a:pt x="107750" y="109848"/>
                </a:lnTo>
                <a:lnTo>
                  <a:pt x="108099" y="110335"/>
                </a:lnTo>
                <a:lnTo>
                  <a:pt x="108455" y="110817"/>
                </a:lnTo>
                <a:lnTo>
                  <a:pt x="108819" y="111291"/>
                </a:lnTo>
                <a:lnTo>
                  <a:pt x="109190" y="111759"/>
                </a:lnTo>
                <a:lnTo>
                  <a:pt x="109569" y="112220"/>
                </a:lnTo>
                <a:lnTo>
                  <a:pt x="109955" y="112675"/>
                </a:lnTo>
                <a:lnTo>
                  <a:pt x="110348" y="113122"/>
                </a:lnTo>
                <a:lnTo>
                  <a:pt x="110748" y="113560"/>
                </a:lnTo>
                <a:lnTo>
                  <a:pt x="111154" y="113990"/>
                </a:lnTo>
                <a:lnTo>
                  <a:pt x="111567" y="114412"/>
                </a:lnTo>
                <a:lnTo>
                  <a:pt x="111986" y="114825"/>
                </a:lnTo>
                <a:lnTo>
                  <a:pt x="112411" y="115230"/>
                </a:lnTo>
                <a:lnTo>
                  <a:pt x="112844" y="115626"/>
                </a:lnTo>
                <a:lnTo>
                  <a:pt x="113282" y="116014"/>
                </a:lnTo>
                <a:lnTo>
                  <a:pt x="113728" y="116394"/>
                </a:lnTo>
                <a:lnTo>
                  <a:pt x="114179" y="116765"/>
                </a:lnTo>
                <a:lnTo>
                  <a:pt x="114638" y="117127"/>
                </a:lnTo>
                <a:lnTo>
                  <a:pt x="115103" y="117482"/>
                </a:lnTo>
                <a:lnTo>
                  <a:pt x="115574" y="117827"/>
                </a:lnTo>
                <a:lnTo>
                  <a:pt x="116052" y="118164"/>
                </a:lnTo>
                <a:lnTo>
                  <a:pt x="116536" y="118493"/>
                </a:lnTo>
                <a:lnTo>
                  <a:pt x="117027" y="118814"/>
                </a:lnTo>
                <a:lnTo>
                  <a:pt x="117525" y="119126"/>
                </a:lnTo>
                <a:lnTo>
                  <a:pt x="118029" y="119429"/>
                </a:lnTo>
                <a:lnTo>
                  <a:pt x="118539" y="119724"/>
                </a:lnTo>
                <a:lnTo>
                  <a:pt x="119056" y="120011"/>
                </a:lnTo>
                <a:lnTo>
                  <a:pt x="119580" y="120289"/>
                </a:lnTo>
                <a:lnTo>
                  <a:pt x="120110" y="120559"/>
                </a:lnTo>
                <a:lnTo>
                  <a:pt x="120646" y="120820"/>
                </a:lnTo>
                <a:lnTo>
                  <a:pt x="121189" y="121073"/>
                </a:lnTo>
                <a:lnTo>
                  <a:pt x="121738" y="121316"/>
                </a:lnTo>
                <a:lnTo>
                  <a:pt x="122293" y="121549"/>
                </a:lnTo>
                <a:lnTo>
                  <a:pt x="122853" y="121772"/>
                </a:lnTo>
                <a:lnTo>
                  <a:pt x="123418" y="121984"/>
                </a:lnTo>
                <a:lnTo>
                  <a:pt x="123988" y="122186"/>
                </a:lnTo>
                <a:lnTo>
                  <a:pt x="124564" y="122378"/>
                </a:lnTo>
                <a:lnTo>
                  <a:pt x="125146" y="122559"/>
                </a:lnTo>
                <a:lnTo>
                  <a:pt x="125732" y="122730"/>
                </a:lnTo>
                <a:lnTo>
                  <a:pt x="126324" y="122891"/>
                </a:lnTo>
                <a:lnTo>
                  <a:pt x="126922" y="123041"/>
                </a:lnTo>
                <a:lnTo>
                  <a:pt x="127524" y="123181"/>
                </a:lnTo>
                <a:lnTo>
                  <a:pt x="128133" y="123310"/>
                </a:lnTo>
                <a:lnTo>
                  <a:pt x="128746" y="123430"/>
                </a:lnTo>
                <a:lnTo>
                  <a:pt x="129365" y="123538"/>
                </a:lnTo>
                <a:lnTo>
                  <a:pt x="129989" y="123637"/>
                </a:lnTo>
                <a:lnTo>
                  <a:pt x="130619" y="123725"/>
                </a:lnTo>
                <a:lnTo>
                  <a:pt x="131254" y="123803"/>
                </a:lnTo>
                <a:lnTo>
                  <a:pt x="131894" y="123870"/>
                </a:lnTo>
                <a:lnTo>
                  <a:pt x="132540" y="123927"/>
                </a:lnTo>
                <a:lnTo>
                  <a:pt x="133191" y="123973"/>
                </a:lnTo>
                <a:lnTo>
                  <a:pt x="133848" y="124010"/>
                </a:lnTo>
                <a:lnTo>
                  <a:pt x="134509" y="124036"/>
                </a:lnTo>
                <a:lnTo>
                  <a:pt x="135177" y="124051"/>
                </a:lnTo>
                <a:lnTo>
                  <a:pt x="135849" y="124056"/>
                </a:lnTo>
                <a:lnTo>
                  <a:pt x="136522" y="124051"/>
                </a:lnTo>
                <a:lnTo>
                  <a:pt x="137189" y="124036"/>
                </a:lnTo>
                <a:lnTo>
                  <a:pt x="137850" y="124010"/>
                </a:lnTo>
                <a:lnTo>
                  <a:pt x="138506" y="123973"/>
                </a:lnTo>
                <a:lnTo>
                  <a:pt x="139157" y="123927"/>
                </a:lnTo>
                <a:lnTo>
                  <a:pt x="139802" y="123870"/>
                </a:lnTo>
                <a:lnTo>
                  <a:pt x="140441" y="123803"/>
                </a:lnTo>
                <a:lnTo>
                  <a:pt x="141076" y="123725"/>
                </a:lnTo>
                <a:lnTo>
                  <a:pt x="141704" y="123637"/>
                </a:lnTo>
                <a:lnTo>
                  <a:pt x="142327" y="123538"/>
                </a:lnTo>
                <a:lnTo>
                  <a:pt x="142945" y="123430"/>
                </a:lnTo>
                <a:lnTo>
                  <a:pt x="143557" y="123310"/>
                </a:lnTo>
                <a:lnTo>
                  <a:pt x="144163" y="123181"/>
                </a:lnTo>
                <a:lnTo>
                  <a:pt x="144764" y="123041"/>
                </a:lnTo>
                <a:lnTo>
                  <a:pt x="145360" y="122891"/>
                </a:lnTo>
                <a:lnTo>
                  <a:pt x="145950" y="122730"/>
                </a:lnTo>
                <a:lnTo>
                  <a:pt x="146534" y="122559"/>
                </a:lnTo>
                <a:lnTo>
                  <a:pt x="147113" y="122378"/>
                </a:lnTo>
                <a:lnTo>
                  <a:pt x="147687" y="122186"/>
                </a:lnTo>
                <a:lnTo>
                  <a:pt x="148255" y="121984"/>
                </a:lnTo>
                <a:lnTo>
                  <a:pt x="148818" y="121772"/>
                </a:lnTo>
                <a:lnTo>
                  <a:pt x="149375" y="121549"/>
                </a:lnTo>
                <a:lnTo>
                  <a:pt x="149926" y="121316"/>
                </a:lnTo>
                <a:lnTo>
                  <a:pt x="150472" y="121073"/>
                </a:lnTo>
                <a:lnTo>
                  <a:pt x="151012" y="120820"/>
                </a:lnTo>
                <a:lnTo>
                  <a:pt x="151546" y="120559"/>
                </a:lnTo>
                <a:lnTo>
                  <a:pt x="152073" y="120289"/>
                </a:lnTo>
                <a:lnTo>
                  <a:pt x="152594" y="120011"/>
                </a:lnTo>
                <a:lnTo>
                  <a:pt x="153109" y="119724"/>
                </a:lnTo>
                <a:lnTo>
                  <a:pt x="153617" y="119429"/>
                </a:lnTo>
                <a:lnTo>
                  <a:pt x="154119" y="119126"/>
                </a:lnTo>
                <a:lnTo>
                  <a:pt x="154614" y="118814"/>
                </a:lnTo>
                <a:lnTo>
                  <a:pt x="155103" y="118493"/>
                </a:lnTo>
                <a:lnTo>
                  <a:pt x="155585" y="118164"/>
                </a:lnTo>
                <a:lnTo>
                  <a:pt x="156062" y="117827"/>
                </a:lnTo>
                <a:lnTo>
                  <a:pt x="156531" y="117482"/>
                </a:lnTo>
                <a:lnTo>
                  <a:pt x="156995" y="117127"/>
                </a:lnTo>
                <a:lnTo>
                  <a:pt x="157452" y="116765"/>
                </a:lnTo>
                <a:lnTo>
                  <a:pt x="157902" y="116394"/>
                </a:lnTo>
                <a:lnTo>
                  <a:pt x="158346" y="116014"/>
                </a:lnTo>
                <a:lnTo>
                  <a:pt x="158784" y="115626"/>
                </a:lnTo>
                <a:lnTo>
                  <a:pt x="159216" y="115230"/>
                </a:lnTo>
                <a:lnTo>
                  <a:pt x="159641" y="114825"/>
                </a:lnTo>
                <a:lnTo>
                  <a:pt x="160059" y="114412"/>
                </a:lnTo>
                <a:lnTo>
                  <a:pt x="160471" y="113990"/>
                </a:lnTo>
                <a:lnTo>
                  <a:pt x="160877" y="113560"/>
                </a:lnTo>
                <a:lnTo>
                  <a:pt x="161277" y="113122"/>
                </a:lnTo>
                <a:lnTo>
                  <a:pt x="161670" y="112675"/>
                </a:lnTo>
                <a:lnTo>
                  <a:pt x="162056" y="112220"/>
                </a:lnTo>
                <a:lnTo>
                  <a:pt x="162434" y="111759"/>
                </a:lnTo>
                <a:lnTo>
                  <a:pt x="162805" y="111291"/>
                </a:lnTo>
                <a:lnTo>
                  <a:pt x="163169" y="110817"/>
                </a:lnTo>
                <a:lnTo>
                  <a:pt x="163525" y="110335"/>
                </a:lnTo>
                <a:lnTo>
                  <a:pt x="163873" y="109848"/>
                </a:lnTo>
                <a:lnTo>
                  <a:pt x="164214" y="109353"/>
                </a:lnTo>
                <a:lnTo>
                  <a:pt x="164547" y="108852"/>
                </a:lnTo>
                <a:lnTo>
                  <a:pt x="164873" y="108344"/>
                </a:lnTo>
                <a:lnTo>
                  <a:pt x="165191" y="107830"/>
                </a:lnTo>
                <a:lnTo>
                  <a:pt x="165501" y="107309"/>
                </a:lnTo>
                <a:lnTo>
                  <a:pt x="165804" y="106781"/>
                </a:lnTo>
                <a:lnTo>
                  <a:pt x="166100" y="106247"/>
                </a:lnTo>
                <a:lnTo>
                  <a:pt x="166388" y="105706"/>
                </a:lnTo>
                <a:lnTo>
                  <a:pt x="166668" y="105158"/>
                </a:lnTo>
                <a:lnTo>
                  <a:pt x="166941" y="104604"/>
                </a:lnTo>
                <a:lnTo>
                  <a:pt x="167206" y="104043"/>
                </a:lnTo>
                <a:lnTo>
                  <a:pt x="167464" y="103475"/>
                </a:lnTo>
                <a:lnTo>
                  <a:pt x="167714" y="102901"/>
                </a:lnTo>
                <a:lnTo>
                  <a:pt x="167957" y="102320"/>
                </a:lnTo>
                <a:lnTo>
                  <a:pt x="168192" y="101733"/>
                </a:lnTo>
                <a:lnTo>
                  <a:pt x="168420" y="101139"/>
                </a:lnTo>
                <a:lnTo>
                  <a:pt x="168640" y="100538"/>
                </a:lnTo>
                <a:lnTo>
                  <a:pt x="168852" y="99930"/>
                </a:lnTo>
                <a:lnTo>
                  <a:pt x="169057" y="99317"/>
                </a:lnTo>
                <a:lnTo>
                  <a:pt x="169252" y="98699"/>
                </a:lnTo>
                <a:lnTo>
                  <a:pt x="169439" y="98076"/>
                </a:lnTo>
                <a:lnTo>
                  <a:pt x="169618" y="97449"/>
                </a:lnTo>
                <a:lnTo>
                  <a:pt x="169787" y="96817"/>
                </a:lnTo>
                <a:lnTo>
                  <a:pt x="169948" y="96180"/>
                </a:lnTo>
                <a:lnTo>
                  <a:pt x="170100" y="95538"/>
                </a:lnTo>
                <a:lnTo>
                  <a:pt x="170244" y="94892"/>
                </a:lnTo>
                <a:lnTo>
                  <a:pt x="170379" y="94241"/>
                </a:lnTo>
                <a:lnTo>
                  <a:pt x="170505" y="93585"/>
                </a:lnTo>
                <a:lnTo>
                  <a:pt x="170622" y="92925"/>
                </a:lnTo>
                <a:lnTo>
                  <a:pt x="170731" y="92260"/>
                </a:lnTo>
                <a:lnTo>
                  <a:pt x="170831" y="91590"/>
                </a:lnTo>
                <a:lnTo>
                  <a:pt x="170922" y="90915"/>
                </a:lnTo>
                <a:lnTo>
                  <a:pt x="171005" y="90235"/>
                </a:lnTo>
                <a:lnTo>
                  <a:pt x="171079" y="89551"/>
                </a:lnTo>
                <a:lnTo>
                  <a:pt x="171144" y="88862"/>
                </a:lnTo>
                <a:lnTo>
                  <a:pt x="171200" y="88169"/>
                </a:lnTo>
                <a:lnTo>
                  <a:pt x="171248" y="87470"/>
                </a:lnTo>
                <a:lnTo>
                  <a:pt x="171287" y="86767"/>
                </a:lnTo>
                <a:lnTo>
                  <a:pt x="171318" y="86059"/>
                </a:lnTo>
                <a:lnTo>
                  <a:pt x="171340" y="85347"/>
                </a:lnTo>
                <a:lnTo>
                  <a:pt x="171353" y="84629"/>
                </a:lnTo>
                <a:lnTo>
                  <a:pt x="171357" y="83907"/>
                </a:lnTo>
                <a:lnTo>
                  <a:pt x="171357" y="81550"/>
                </a:lnTo>
                <a:lnTo>
                  <a:pt x="171353" y="80828"/>
                </a:lnTo>
                <a:lnTo>
                  <a:pt x="171340" y="80111"/>
                </a:lnTo>
                <a:lnTo>
                  <a:pt x="171318" y="79398"/>
                </a:lnTo>
                <a:lnTo>
                  <a:pt x="171287" y="78689"/>
                </a:lnTo>
                <a:lnTo>
                  <a:pt x="171248" y="77986"/>
                </a:lnTo>
                <a:lnTo>
                  <a:pt x="171200" y="77287"/>
                </a:lnTo>
                <a:lnTo>
                  <a:pt x="171144" y="76592"/>
                </a:lnTo>
                <a:lnTo>
                  <a:pt x="171079" y="75902"/>
                </a:lnTo>
                <a:lnTo>
                  <a:pt x="171005" y="75217"/>
                </a:lnTo>
                <a:lnTo>
                  <a:pt x="170922" y="74536"/>
                </a:lnTo>
                <a:lnTo>
                  <a:pt x="170831" y="73860"/>
                </a:lnTo>
                <a:lnTo>
                  <a:pt x="170731" y="73189"/>
                </a:lnTo>
                <a:lnTo>
                  <a:pt x="170622" y="72522"/>
                </a:lnTo>
                <a:lnTo>
                  <a:pt x="170505" y="71860"/>
                </a:lnTo>
                <a:lnTo>
                  <a:pt x="170379" y="71202"/>
                </a:lnTo>
                <a:lnTo>
                  <a:pt x="170244" y="70549"/>
                </a:lnTo>
                <a:lnTo>
                  <a:pt x="170100" y="69901"/>
                </a:lnTo>
                <a:lnTo>
                  <a:pt x="169948" y="69257"/>
                </a:lnTo>
                <a:lnTo>
                  <a:pt x="169787" y="68618"/>
                </a:lnTo>
                <a:lnTo>
                  <a:pt x="169618" y="67983"/>
                </a:lnTo>
                <a:lnTo>
                  <a:pt x="169439" y="67353"/>
                </a:lnTo>
                <a:lnTo>
                  <a:pt x="169252" y="66728"/>
                </a:lnTo>
                <a:lnTo>
                  <a:pt x="169057" y="66107"/>
                </a:lnTo>
                <a:lnTo>
                  <a:pt x="168852" y="65491"/>
                </a:lnTo>
                <a:lnTo>
                  <a:pt x="168640" y="64880"/>
                </a:lnTo>
                <a:lnTo>
                  <a:pt x="168420" y="64277"/>
                </a:lnTo>
                <a:lnTo>
                  <a:pt x="168192" y="63680"/>
                </a:lnTo>
                <a:lnTo>
                  <a:pt x="167957" y="63090"/>
                </a:lnTo>
                <a:lnTo>
                  <a:pt x="167714" y="62507"/>
                </a:lnTo>
                <a:lnTo>
                  <a:pt x="167464" y="61931"/>
                </a:lnTo>
                <a:lnTo>
                  <a:pt x="167206" y="61362"/>
                </a:lnTo>
                <a:lnTo>
                  <a:pt x="166941" y="60800"/>
                </a:lnTo>
                <a:lnTo>
                  <a:pt x="166668" y="60245"/>
                </a:lnTo>
                <a:lnTo>
                  <a:pt x="166388" y="59697"/>
                </a:lnTo>
                <a:lnTo>
                  <a:pt x="166100" y="59156"/>
                </a:lnTo>
                <a:lnTo>
                  <a:pt x="165804" y="58621"/>
                </a:lnTo>
                <a:lnTo>
                  <a:pt x="165501" y="58093"/>
                </a:lnTo>
                <a:lnTo>
                  <a:pt x="165191" y="57573"/>
                </a:lnTo>
                <a:lnTo>
                  <a:pt x="164873" y="57059"/>
                </a:lnTo>
                <a:lnTo>
                  <a:pt x="164547" y="56552"/>
                </a:lnTo>
                <a:lnTo>
                  <a:pt x="164214" y="56052"/>
                </a:lnTo>
                <a:lnTo>
                  <a:pt x="163873" y="55559"/>
                </a:lnTo>
                <a:lnTo>
                  <a:pt x="163525" y="55073"/>
                </a:lnTo>
                <a:lnTo>
                  <a:pt x="163169" y="54594"/>
                </a:lnTo>
                <a:lnTo>
                  <a:pt x="162805" y="54122"/>
                </a:lnTo>
                <a:lnTo>
                  <a:pt x="162434" y="53656"/>
                </a:lnTo>
                <a:lnTo>
                  <a:pt x="162056" y="53198"/>
                </a:lnTo>
                <a:lnTo>
                  <a:pt x="161670" y="52746"/>
                </a:lnTo>
                <a:lnTo>
                  <a:pt x="161277" y="52302"/>
                </a:lnTo>
                <a:lnTo>
                  <a:pt x="160877" y="51866"/>
                </a:lnTo>
                <a:lnTo>
                  <a:pt x="160470" y="51439"/>
                </a:lnTo>
                <a:lnTo>
                  <a:pt x="160057" y="51020"/>
                </a:lnTo>
                <a:lnTo>
                  <a:pt x="159637" y="50609"/>
                </a:lnTo>
                <a:lnTo>
                  <a:pt x="159211" y="50207"/>
                </a:lnTo>
                <a:lnTo>
                  <a:pt x="158778" y="49813"/>
                </a:lnTo>
                <a:lnTo>
                  <a:pt x="158338" y="49427"/>
                </a:lnTo>
                <a:lnTo>
                  <a:pt x="157892" y="49049"/>
                </a:lnTo>
                <a:lnTo>
                  <a:pt x="157439" y="48680"/>
                </a:lnTo>
                <a:lnTo>
                  <a:pt x="156979" y="48319"/>
                </a:lnTo>
                <a:lnTo>
                  <a:pt x="156513" y="47967"/>
                </a:lnTo>
                <a:lnTo>
                  <a:pt x="156040" y="47623"/>
                </a:lnTo>
                <a:lnTo>
                  <a:pt x="155560" y="47287"/>
                </a:lnTo>
                <a:lnTo>
                  <a:pt x="155074" y="46959"/>
                </a:lnTo>
                <a:lnTo>
                  <a:pt x="154581" y="46640"/>
                </a:lnTo>
                <a:lnTo>
                  <a:pt x="154082" y="46329"/>
                </a:lnTo>
                <a:lnTo>
                  <a:pt x="153575" y="46026"/>
                </a:lnTo>
                <a:lnTo>
                  <a:pt x="153063" y="45732"/>
                </a:lnTo>
                <a:lnTo>
                  <a:pt x="152543" y="45446"/>
                </a:lnTo>
                <a:lnTo>
                  <a:pt x="152017" y="45168"/>
                </a:lnTo>
                <a:lnTo>
                  <a:pt x="151484" y="44899"/>
                </a:lnTo>
                <a:lnTo>
                  <a:pt x="150945" y="44638"/>
                </a:lnTo>
                <a:lnTo>
                  <a:pt x="150399" y="44385"/>
                </a:lnTo>
                <a:lnTo>
                  <a:pt x="149847" y="44141"/>
                </a:lnTo>
                <a:lnTo>
                  <a:pt x="149289" y="43908"/>
                </a:lnTo>
                <a:lnTo>
                  <a:pt x="148727" y="43685"/>
                </a:lnTo>
                <a:lnTo>
                  <a:pt x="148159" y="43473"/>
                </a:lnTo>
                <a:lnTo>
                  <a:pt x="147586" y="43271"/>
                </a:lnTo>
                <a:lnTo>
                  <a:pt x="147008" y="43079"/>
                </a:lnTo>
                <a:lnTo>
                  <a:pt x="146424" y="42898"/>
                </a:lnTo>
                <a:lnTo>
                  <a:pt x="145835" y="42727"/>
                </a:lnTo>
                <a:lnTo>
                  <a:pt x="145241" y="42567"/>
                </a:lnTo>
                <a:lnTo>
                  <a:pt x="144642" y="42416"/>
                </a:lnTo>
                <a:lnTo>
                  <a:pt x="144038" y="42277"/>
                </a:lnTo>
                <a:lnTo>
                  <a:pt x="143428" y="42147"/>
                </a:lnTo>
                <a:lnTo>
                  <a:pt x="142813" y="42028"/>
                </a:lnTo>
                <a:lnTo>
                  <a:pt x="142193" y="41919"/>
                </a:lnTo>
                <a:lnTo>
                  <a:pt x="141567" y="41821"/>
                </a:lnTo>
                <a:lnTo>
                  <a:pt x="140936" y="41733"/>
                </a:lnTo>
                <a:lnTo>
                  <a:pt x="140300" y="41655"/>
                </a:lnTo>
                <a:lnTo>
                  <a:pt x="139659" y="41588"/>
                </a:lnTo>
                <a:lnTo>
                  <a:pt x="139013" y="41531"/>
                </a:lnTo>
                <a:lnTo>
                  <a:pt x="138361" y="41484"/>
                </a:lnTo>
                <a:lnTo>
                  <a:pt x="137704" y="41448"/>
                </a:lnTo>
                <a:lnTo>
                  <a:pt x="137042" y="41422"/>
                </a:lnTo>
                <a:lnTo>
                  <a:pt x="136375" y="41406"/>
                </a:lnTo>
                <a:lnTo>
                  <a:pt x="135702" y="41401"/>
                </a:lnTo>
                <a:lnTo>
                  <a:pt x="135035" y="41406"/>
                </a:lnTo>
                <a:lnTo>
                  <a:pt x="134374" y="41422"/>
                </a:lnTo>
                <a:lnTo>
                  <a:pt x="133717" y="41448"/>
                </a:lnTo>
                <a:lnTo>
                  <a:pt x="133066" y="41484"/>
                </a:lnTo>
                <a:lnTo>
                  <a:pt x="132420" y="41531"/>
                </a:lnTo>
                <a:lnTo>
                  <a:pt x="131779" y="41588"/>
                </a:lnTo>
                <a:lnTo>
                  <a:pt x="131143" y="41655"/>
                </a:lnTo>
                <a:lnTo>
                  <a:pt x="130512" y="41733"/>
                </a:lnTo>
                <a:lnTo>
                  <a:pt x="129887" y="41821"/>
                </a:lnTo>
                <a:lnTo>
                  <a:pt x="129266" y="41919"/>
                </a:lnTo>
                <a:lnTo>
                  <a:pt x="128651" y="42028"/>
                </a:lnTo>
                <a:lnTo>
                  <a:pt x="128040" y="42147"/>
                </a:lnTo>
                <a:lnTo>
                  <a:pt x="127435" y="42277"/>
                </a:lnTo>
                <a:lnTo>
                  <a:pt x="126835" y="42416"/>
                </a:lnTo>
                <a:lnTo>
                  <a:pt x="126240" y="42567"/>
                </a:lnTo>
                <a:lnTo>
                  <a:pt x="125650" y="42727"/>
                </a:lnTo>
                <a:lnTo>
                  <a:pt x="125066" y="42898"/>
                </a:lnTo>
                <a:lnTo>
                  <a:pt x="124486" y="43079"/>
                </a:lnTo>
                <a:lnTo>
                  <a:pt x="123911" y="43271"/>
                </a:lnTo>
                <a:lnTo>
                  <a:pt x="123342" y="43473"/>
                </a:lnTo>
                <a:lnTo>
                  <a:pt x="122778" y="43685"/>
                </a:lnTo>
                <a:lnTo>
                  <a:pt x="122219" y="43908"/>
                </a:lnTo>
                <a:lnTo>
                  <a:pt x="121665" y="44141"/>
                </a:lnTo>
                <a:lnTo>
                  <a:pt x="121116" y="44385"/>
                </a:lnTo>
                <a:lnTo>
                  <a:pt x="120573" y="44638"/>
                </a:lnTo>
                <a:lnTo>
                  <a:pt x="120036" y="44899"/>
                </a:lnTo>
                <a:lnTo>
                  <a:pt x="119506" y="45168"/>
                </a:lnTo>
                <a:lnTo>
                  <a:pt x="118983" y="45446"/>
                </a:lnTo>
                <a:lnTo>
                  <a:pt x="118467" y="45732"/>
                </a:lnTo>
                <a:lnTo>
                  <a:pt x="117957" y="46026"/>
                </a:lnTo>
                <a:lnTo>
                  <a:pt x="117454" y="46329"/>
                </a:lnTo>
                <a:lnTo>
                  <a:pt x="116958" y="46640"/>
                </a:lnTo>
                <a:lnTo>
                  <a:pt x="116468" y="46959"/>
                </a:lnTo>
                <a:lnTo>
                  <a:pt x="115985" y="47287"/>
                </a:lnTo>
                <a:lnTo>
                  <a:pt x="115508" y="47623"/>
                </a:lnTo>
                <a:lnTo>
                  <a:pt x="115038" y="47967"/>
                </a:lnTo>
                <a:lnTo>
                  <a:pt x="114575" y="48319"/>
                </a:lnTo>
                <a:lnTo>
                  <a:pt x="114118" y="48680"/>
                </a:lnTo>
                <a:lnTo>
                  <a:pt x="113668" y="49049"/>
                </a:lnTo>
                <a:lnTo>
                  <a:pt x="113225" y="49427"/>
                </a:lnTo>
                <a:lnTo>
                  <a:pt x="112788" y="49813"/>
                </a:lnTo>
                <a:lnTo>
                  <a:pt x="112358" y="50207"/>
                </a:lnTo>
                <a:lnTo>
                  <a:pt x="111935" y="50609"/>
                </a:lnTo>
                <a:lnTo>
                  <a:pt x="111518" y="51020"/>
                </a:lnTo>
                <a:lnTo>
                  <a:pt x="111108" y="51439"/>
                </a:lnTo>
                <a:lnTo>
                  <a:pt x="110705" y="51866"/>
                </a:lnTo>
                <a:lnTo>
                  <a:pt x="110308" y="52302"/>
                </a:lnTo>
                <a:lnTo>
                  <a:pt x="109918" y="52746"/>
                </a:lnTo>
                <a:lnTo>
                  <a:pt x="109535" y="53198"/>
                </a:lnTo>
                <a:lnTo>
                  <a:pt x="109159" y="53656"/>
                </a:lnTo>
                <a:lnTo>
                  <a:pt x="108791" y="54122"/>
                </a:lnTo>
                <a:lnTo>
                  <a:pt x="108429" y="54594"/>
                </a:lnTo>
                <a:lnTo>
                  <a:pt x="108076" y="55073"/>
                </a:lnTo>
                <a:lnTo>
                  <a:pt x="107729" y="55559"/>
                </a:lnTo>
                <a:lnTo>
                  <a:pt x="107390" y="56052"/>
                </a:lnTo>
                <a:lnTo>
                  <a:pt x="107057" y="56552"/>
                </a:lnTo>
                <a:lnTo>
                  <a:pt x="106733" y="57059"/>
                </a:lnTo>
                <a:lnTo>
                  <a:pt x="106415" y="57573"/>
                </a:lnTo>
                <a:lnTo>
                  <a:pt x="106105" y="58093"/>
                </a:lnTo>
                <a:lnTo>
                  <a:pt x="105802" y="58621"/>
                </a:lnTo>
                <a:lnTo>
                  <a:pt x="105506" y="59156"/>
                </a:lnTo>
                <a:lnTo>
                  <a:pt x="105218" y="59697"/>
                </a:lnTo>
                <a:lnTo>
                  <a:pt x="104937" y="60245"/>
                </a:lnTo>
                <a:lnTo>
                  <a:pt x="104663" y="60800"/>
                </a:lnTo>
                <a:lnTo>
                  <a:pt x="104397" y="61362"/>
                </a:lnTo>
                <a:lnTo>
                  <a:pt x="104138" y="61931"/>
                </a:lnTo>
                <a:lnTo>
                  <a:pt x="103886" y="62507"/>
                </a:lnTo>
                <a:lnTo>
                  <a:pt x="103641" y="63090"/>
                </a:lnTo>
                <a:lnTo>
                  <a:pt x="103404" y="63680"/>
                </a:lnTo>
                <a:lnTo>
                  <a:pt x="103174" y="64277"/>
                </a:lnTo>
                <a:lnTo>
                  <a:pt x="102951" y="64880"/>
                </a:lnTo>
                <a:lnTo>
                  <a:pt x="102736" y="65491"/>
                </a:lnTo>
                <a:lnTo>
                  <a:pt x="102528" y="66107"/>
                </a:lnTo>
                <a:lnTo>
                  <a:pt x="102330" y="66728"/>
                </a:lnTo>
                <a:lnTo>
                  <a:pt x="102140" y="67353"/>
                </a:lnTo>
                <a:lnTo>
                  <a:pt x="101959" y="67983"/>
                </a:lnTo>
                <a:lnTo>
                  <a:pt x="101787" y="68618"/>
                </a:lnTo>
                <a:lnTo>
                  <a:pt x="101624" y="69257"/>
                </a:lnTo>
                <a:lnTo>
                  <a:pt x="101469" y="69901"/>
                </a:lnTo>
                <a:lnTo>
                  <a:pt x="101324" y="70549"/>
                </a:lnTo>
                <a:lnTo>
                  <a:pt x="101187" y="71202"/>
                </a:lnTo>
                <a:lnTo>
                  <a:pt x="101059" y="71860"/>
                </a:lnTo>
                <a:lnTo>
                  <a:pt x="100940" y="72522"/>
                </a:lnTo>
                <a:lnTo>
                  <a:pt x="100829" y="73189"/>
                </a:lnTo>
                <a:lnTo>
                  <a:pt x="100728" y="73860"/>
                </a:lnTo>
                <a:lnTo>
                  <a:pt x="100635" y="74536"/>
                </a:lnTo>
                <a:lnTo>
                  <a:pt x="100551" y="75217"/>
                </a:lnTo>
                <a:lnTo>
                  <a:pt x="100476" y="75902"/>
                </a:lnTo>
                <a:lnTo>
                  <a:pt x="100410" y="76592"/>
                </a:lnTo>
                <a:lnTo>
                  <a:pt x="100353" y="77287"/>
                </a:lnTo>
                <a:lnTo>
                  <a:pt x="100304" y="77986"/>
                </a:lnTo>
                <a:lnTo>
                  <a:pt x="100265" y="78689"/>
                </a:lnTo>
                <a:lnTo>
                  <a:pt x="100234" y="79398"/>
                </a:lnTo>
                <a:lnTo>
                  <a:pt x="100212" y="80111"/>
                </a:lnTo>
                <a:lnTo>
                  <a:pt x="100198" y="80828"/>
                </a:lnTo>
                <a:lnTo>
                  <a:pt x="100194" y="81550"/>
                </a:lnTo>
                <a:lnTo>
                  <a:pt x="100194" y="83907"/>
                </a:lnTo>
                <a:lnTo>
                  <a:pt x="100198" y="84629"/>
                </a:lnTo>
                <a:lnTo>
                  <a:pt x="100212" y="85347"/>
                </a:lnTo>
                <a:lnTo>
                  <a:pt x="100234" y="86059"/>
                </a:lnTo>
                <a:lnTo>
                  <a:pt x="100265" y="86767"/>
                </a:lnTo>
                <a:lnTo>
                  <a:pt x="100304" y="87470"/>
                </a:lnTo>
                <a:lnTo>
                  <a:pt x="100353" y="88169"/>
                </a:lnTo>
                <a:close/>
                <a:moveTo>
                  <a:pt x="109142" y="78350"/>
                </a:moveTo>
                <a:lnTo>
                  <a:pt x="109181" y="77825"/>
                </a:lnTo>
                <a:lnTo>
                  <a:pt x="109227" y="77302"/>
                </a:lnTo>
                <a:lnTo>
                  <a:pt x="109278" y="76781"/>
                </a:lnTo>
                <a:lnTo>
                  <a:pt x="109335" y="76263"/>
                </a:lnTo>
                <a:lnTo>
                  <a:pt x="109398" y="75747"/>
                </a:lnTo>
                <a:lnTo>
                  <a:pt x="109467" y="75233"/>
                </a:lnTo>
                <a:lnTo>
                  <a:pt x="109542" y="74722"/>
                </a:lnTo>
                <a:lnTo>
                  <a:pt x="109623" y="74212"/>
                </a:lnTo>
                <a:lnTo>
                  <a:pt x="109710" y="73706"/>
                </a:lnTo>
                <a:lnTo>
                  <a:pt x="109804" y="73201"/>
                </a:lnTo>
                <a:lnTo>
                  <a:pt x="109903" y="72699"/>
                </a:lnTo>
                <a:lnTo>
                  <a:pt x="110008" y="72199"/>
                </a:lnTo>
                <a:lnTo>
                  <a:pt x="110119" y="71701"/>
                </a:lnTo>
                <a:lnTo>
                  <a:pt x="110236" y="71206"/>
                </a:lnTo>
                <a:lnTo>
                  <a:pt x="110360" y="70713"/>
                </a:lnTo>
                <a:lnTo>
                  <a:pt x="110489" y="70222"/>
                </a:lnTo>
                <a:lnTo>
                  <a:pt x="110624" y="69734"/>
                </a:lnTo>
                <a:lnTo>
                  <a:pt x="110765" y="69248"/>
                </a:lnTo>
                <a:lnTo>
                  <a:pt x="110913" y="68765"/>
                </a:lnTo>
                <a:lnTo>
                  <a:pt x="111066" y="68286"/>
                </a:lnTo>
                <a:lnTo>
                  <a:pt x="111225" y="67812"/>
                </a:lnTo>
                <a:lnTo>
                  <a:pt x="111389" y="67342"/>
                </a:lnTo>
                <a:lnTo>
                  <a:pt x="111560" y="66877"/>
                </a:lnTo>
                <a:lnTo>
                  <a:pt x="111737" y="66416"/>
                </a:lnTo>
                <a:lnTo>
                  <a:pt x="111919" y="65959"/>
                </a:lnTo>
                <a:lnTo>
                  <a:pt x="112108" y="65507"/>
                </a:lnTo>
                <a:lnTo>
                  <a:pt x="112302" y="65059"/>
                </a:lnTo>
                <a:lnTo>
                  <a:pt x="112502" y="64615"/>
                </a:lnTo>
                <a:lnTo>
                  <a:pt x="112708" y="64176"/>
                </a:lnTo>
                <a:lnTo>
                  <a:pt x="112920" y="63741"/>
                </a:lnTo>
                <a:lnTo>
                  <a:pt x="113138" y="63310"/>
                </a:lnTo>
                <a:lnTo>
                  <a:pt x="113362" y="62884"/>
                </a:lnTo>
                <a:lnTo>
                  <a:pt x="113591" y="62462"/>
                </a:lnTo>
                <a:lnTo>
                  <a:pt x="113827" y="62045"/>
                </a:lnTo>
                <a:lnTo>
                  <a:pt x="114068" y="61631"/>
                </a:lnTo>
                <a:lnTo>
                  <a:pt x="114315" y="61222"/>
                </a:lnTo>
                <a:lnTo>
                  <a:pt x="114568" y="60818"/>
                </a:lnTo>
                <a:lnTo>
                  <a:pt x="114827" y="60418"/>
                </a:lnTo>
                <a:lnTo>
                  <a:pt x="115092" y="60022"/>
                </a:lnTo>
                <a:lnTo>
                  <a:pt x="115363" y="59630"/>
                </a:lnTo>
                <a:lnTo>
                  <a:pt x="115640" y="59243"/>
                </a:lnTo>
                <a:lnTo>
                  <a:pt x="115922" y="58860"/>
                </a:lnTo>
                <a:lnTo>
                  <a:pt x="116210" y="58483"/>
                </a:lnTo>
                <a:lnTo>
                  <a:pt x="116504" y="58113"/>
                </a:lnTo>
                <a:lnTo>
                  <a:pt x="116803" y="57749"/>
                </a:lnTo>
                <a:lnTo>
                  <a:pt x="117107" y="57391"/>
                </a:lnTo>
                <a:lnTo>
                  <a:pt x="117417" y="57041"/>
                </a:lnTo>
                <a:lnTo>
                  <a:pt x="117732" y="56696"/>
                </a:lnTo>
                <a:lnTo>
                  <a:pt x="118052" y="56359"/>
                </a:lnTo>
                <a:lnTo>
                  <a:pt x="118378" y="56028"/>
                </a:lnTo>
                <a:lnTo>
                  <a:pt x="118709" y="55704"/>
                </a:lnTo>
                <a:lnTo>
                  <a:pt x="119045" y="55387"/>
                </a:lnTo>
                <a:lnTo>
                  <a:pt x="119387" y="55076"/>
                </a:lnTo>
                <a:lnTo>
                  <a:pt x="119734" y="54772"/>
                </a:lnTo>
                <a:lnTo>
                  <a:pt x="120087" y="54474"/>
                </a:lnTo>
                <a:lnTo>
                  <a:pt x="120445" y="54184"/>
                </a:lnTo>
                <a:lnTo>
                  <a:pt x="120808" y="53899"/>
                </a:lnTo>
                <a:lnTo>
                  <a:pt x="121177" y="53622"/>
                </a:lnTo>
                <a:lnTo>
                  <a:pt x="121551" y="53351"/>
                </a:lnTo>
                <a:lnTo>
                  <a:pt x="121931" y="53087"/>
                </a:lnTo>
                <a:lnTo>
                  <a:pt x="122315" y="52829"/>
                </a:lnTo>
                <a:lnTo>
                  <a:pt x="122706" y="52578"/>
                </a:lnTo>
                <a:lnTo>
                  <a:pt x="123101" y="52334"/>
                </a:lnTo>
                <a:lnTo>
                  <a:pt x="123502" y="52096"/>
                </a:lnTo>
                <a:lnTo>
                  <a:pt x="123909" y="51865"/>
                </a:lnTo>
                <a:lnTo>
                  <a:pt x="124320" y="51641"/>
                </a:lnTo>
                <a:lnTo>
                  <a:pt x="124737" y="51425"/>
                </a:lnTo>
                <a:lnTo>
                  <a:pt x="125159" y="51217"/>
                </a:lnTo>
                <a:lnTo>
                  <a:pt x="125586" y="51019"/>
                </a:lnTo>
                <a:lnTo>
                  <a:pt x="126018" y="50831"/>
                </a:lnTo>
                <a:lnTo>
                  <a:pt x="126454" y="50651"/>
                </a:lnTo>
                <a:lnTo>
                  <a:pt x="126896" y="50481"/>
                </a:lnTo>
                <a:lnTo>
                  <a:pt x="127343" y="50320"/>
                </a:lnTo>
                <a:lnTo>
                  <a:pt x="127795" y="50168"/>
                </a:lnTo>
                <a:lnTo>
                  <a:pt x="128252" y="50025"/>
                </a:lnTo>
                <a:lnTo>
                  <a:pt x="128713" y="49891"/>
                </a:lnTo>
                <a:lnTo>
                  <a:pt x="129180" y="49767"/>
                </a:lnTo>
                <a:lnTo>
                  <a:pt x="129652" y="49652"/>
                </a:lnTo>
                <a:lnTo>
                  <a:pt x="130129" y="49546"/>
                </a:lnTo>
                <a:lnTo>
                  <a:pt x="130610" y="49449"/>
                </a:lnTo>
                <a:lnTo>
                  <a:pt x="131097" y="49362"/>
                </a:lnTo>
                <a:lnTo>
                  <a:pt x="131589" y="49284"/>
                </a:lnTo>
                <a:lnTo>
                  <a:pt x="132085" y="49215"/>
                </a:lnTo>
                <a:lnTo>
                  <a:pt x="132587" y="49155"/>
                </a:lnTo>
                <a:lnTo>
                  <a:pt x="133094" y="49104"/>
                </a:lnTo>
                <a:lnTo>
                  <a:pt x="133605" y="49063"/>
                </a:lnTo>
                <a:lnTo>
                  <a:pt x="134122" y="49030"/>
                </a:lnTo>
                <a:lnTo>
                  <a:pt x="134644" y="49007"/>
                </a:lnTo>
                <a:lnTo>
                  <a:pt x="135170" y="48994"/>
                </a:lnTo>
                <a:lnTo>
                  <a:pt x="135702" y="48989"/>
                </a:lnTo>
                <a:lnTo>
                  <a:pt x="136240" y="48994"/>
                </a:lnTo>
                <a:lnTo>
                  <a:pt x="136772" y="49007"/>
                </a:lnTo>
                <a:lnTo>
                  <a:pt x="137300" y="49030"/>
                </a:lnTo>
                <a:lnTo>
                  <a:pt x="137822" y="49063"/>
                </a:lnTo>
                <a:lnTo>
                  <a:pt x="138339" y="49104"/>
                </a:lnTo>
                <a:lnTo>
                  <a:pt x="138851" y="49155"/>
                </a:lnTo>
                <a:lnTo>
                  <a:pt x="139358" y="49215"/>
                </a:lnTo>
                <a:lnTo>
                  <a:pt x="139860" y="49284"/>
                </a:lnTo>
                <a:lnTo>
                  <a:pt x="140357" y="49362"/>
                </a:lnTo>
                <a:lnTo>
                  <a:pt x="140848" y="49449"/>
                </a:lnTo>
                <a:lnTo>
                  <a:pt x="141335" y="49546"/>
                </a:lnTo>
                <a:lnTo>
                  <a:pt x="141816" y="49652"/>
                </a:lnTo>
                <a:lnTo>
                  <a:pt x="142293" y="49767"/>
                </a:lnTo>
                <a:lnTo>
                  <a:pt x="142764" y="49891"/>
                </a:lnTo>
                <a:lnTo>
                  <a:pt x="143230" y="50025"/>
                </a:lnTo>
                <a:lnTo>
                  <a:pt x="143691" y="50168"/>
                </a:lnTo>
                <a:lnTo>
                  <a:pt x="144147" y="50320"/>
                </a:lnTo>
                <a:lnTo>
                  <a:pt x="144597" y="50481"/>
                </a:lnTo>
                <a:lnTo>
                  <a:pt x="145043" y="50651"/>
                </a:lnTo>
                <a:lnTo>
                  <a:pt x="145483" y="50831"/>
                </a:lnTo>
                <a:lnTo>
                  <a:pt x="145919" y="51019"/>
                </a:lnTo>
                <a:lnTo>
                  <a:pt x="146349" y="51217"/>
                </a:lnTo>
                <a:lnTo>
                  <a:pt x="146774" y="51425"/>
                </a:lnTo>
                <a:lnTo>
                  <a:pt x="147194" y="51641"/>
                </a:lnTo>
                <a:lnTo>
                  <a:pt x="147609" y="51865"/>
                </a:lnTo>
                <a:lnTo>
                  <a:pt x="148018" y="52096"/>
                </a:lnTo>
                <a:lnTo>
                  <a:pt x="148422" y="52334"/>
                </a:lnTo>
                <a:lnTo>
                  <a:pt x="148820" y="52578"/>
                </a:lnTo>
                <a:lnTo>
                  <a:pt x="149213" y="52829"/>
                </a:lnTo>
                <a:lnTo>
                  <a:pt x="149600" y="53087"/>
                </a:lnTo>
                <a:lnTo>
                  <a:pt x="149981" y="53351"/>
                </a:lnTo>
                <a:lnTo>
                  <a:pt x="150358" y="53622"/>
                </a:lnTo>
                <a:lnTo>
                  <a:pt x="150728" y="53899"/>
                </a:lnTo>
                <a:lnTo>
                  <a:pt x="151094" y="54184"/>
                </a:lnTo>
                <a:lnTo>
                  <a:pt x="151453" y="54474"/>
                </a:lnTo>
                <a:lnTo>
                  <a:pt x="151807" y="54772"/>
                </a:lnTo>
                <a:lnTo>
                  <a:pt x="152156" y="55076"/>
                </a:lnTo>
                <a:lnTo>
                  <a:pt x="152499" y="55387"/>
                </a:lnTo>
                <a:lnTo>
                  <a:pt x="152837" y="55704"/>
                </a:lnTo>
                <a:lnTo>
                  <a:pt x="153169" y="56028"/>
                </a:lnTo>
                <a:lnTo>
                  <a:pt x="153496" y="56359"/>
                </a:lnTo>
                <a:lnTo>
                  <a:pt x="153817" y="56696"/>
                </a:lnTo>
                <a:lnTo>
                  <a:pt x="154133" y="57041"/>
                </a:lnTo>
                <a:lnTo>
                  <a:pt x="154443" y="57391"/>
                </a:lnTo>
                <a:lnTo>
                  <a:pt x="154748" y="57749"/>
                </a:lnTo>
                <a:lnTo>
                  <a:pt x="155047" y="58113"/>
                </a:lnTo>
                <a:lnTo>
                  <a:pt x="155341" y="58483"/>
                </a:lnTo>
                <a:lnTo>
                  <a:pt x="155629" y="58860"/>
                </a:lnTo>
                <a:lnTo>
                  <a:pt x="155911" y="59243"/>
                </a:lnTo>
                <a:lnTo>
                  <a:pt x="156188" y="59630"/>
                </a:lnTo>
                <a:lnTo>
                  <a:pt x="156459" y="60022"/>
                </a:lnTo>
                <a:lnTo>
                  <a:pt x="156724" y="60418"/>
                </a:lnTo>
                <a:lnTo>
                  <a:pt x="156983" y="60818"/>
                </a:lnTo>
                <a:lnTo>
                  <a:pt x="157236" y="61222"/>
                </a:lnTo>
                <a:lnTo>
                  <a:pt x="157483" y="61631"/>
                </a:lnTo>
                <a:lnTo>
                  <a:pt x="157724" y="62045"/>
                </a:lnTo>
                <a:lnTo>
                  <a:pt x="157960" y="62462"/>
                </a:lnTo>
                <a:lnTo>
                  <a:pt x="158189" y="62884"/>
                </a:lnTo>
                <a:lnTo>
                  <a:pt x="158413" y="63310"/>
                </a:lnTo>
                <a:lnTo>
                  <a:pt x="158631" y="63741"/>
                </a:lnTo>
                <a:lnTo>
                  <a:pt x="158843" y="64176"/>
                </a:lnTo>
                <a:lnTo>
                  <a:pt x="159049" y="64615"/>
                </a:lnTo>
                <a:lnTo>
                  <a:pt x="159249" y="65059"/>
                </a:lnTo>
                <a:lnTo>
                  <a:pt x="159443" y="65507"/>
                </a:lnTo>
                <a:lnTo>
                  <a:pt x="159632" y="65959"/>
                </a:lnTo>
                <a:lnTo>
                  <a:pt x="159814" y="66416"/>
                </a:lnTo>
                <a:lnTo>
                  <a:pt x="159991" y="66877"/>
                </a:lnTo>
                <a:lnTo>
                  <a:pt x="160162" y="67342"/>
                </a:lnTo>
                <a:lnTo>
                  <a:pt x="160326" y="67812"/>
                </a:lnTo>
                <a:lnTo>
                  <a:pt x="160485" y="68286"/>
                </a:lnTo>
                <a:lnTo>
                  <a:pt x="160639" y="68765"/>
                </a:lnTo>
                <a:lnTo>
                  <a:pt x="160786" y="69248"/>
                </a:lnTo>
                <a:lnTo>
                  <a:pt x="160927" y="69734"/>
                </a:lnTo>
                <a:lnTo>
                  <a:pt x="161062" y="70222"/>
                </a:lnTo>
                <a:lnTo>
                  <a:pt x="161191" y="70713"/>
                </a:lnTo>
                <a:lnTo>
                  <a:pt x="161315" y="71206"/>
                </a:lnTo>
                <a:lnTo>
                  <a:pt x="161432" y="71701"/>
                </a:lnTo>
                <a:lnTo>
                  <a:pt x="161543" y="72199"/>
                </a:lnTo>
                <a:lnTo>
                  <a:pt x="161648" y="72699"/>
                </a:lnTo>
                <a:lnTo>
                  <a:pt x="161747" y="73201"/>
                </a:lnTo>
                <a:lnTo>
                  <a:pt x="161841" y="73706"/>
                </a:lnTo>
                <a:lnTo>
                  <a:pt x="161928" y="74212"/>
                </a:lnTo>
                <a:lnTo>
                  <a:pt x="162009" y="74722"/>
                </a:lnTo>
                <a:lnTo>
                  <a:pt x="162084" y="75233"/>
                </a:lnTo>
                <a:lnTo>
                  <a:pt x="162153" y="75747"/>
                </a:lnTo>
                <a:lnTo>
                  <a:pt x="162216" y="76263"/>
                </a:lnTo>
                <a:lnTo>
                  <a:pt x="162273" y="76781"/>
                </a:lnTo>
                <a:lnTo>
                  <a:pt x="162325" y="77302"/>
                </a:lnTo>
                <a:lnTo>
                  <a:pt x="162370" y="77825"/>
                </a:lnTo>
                <a:lnTo>
                  <a:pt x="162409" y="78350"/>
                </a:lnTo>
                <a:lnTo>
                  <a:pt x="162442" y="78878"/>
                </a:lnTo>
                <a:lnTo>
                  <a:pt x="162469" y="79408"/>
                </a:lnTo>
                <a:lnTo>
                  <a:pt x="162490" y="79940"/>
                </a:lnTo>
                <a:lnTo>
                  <a:pt x="162505" y="80474"/>
                </a:lnTo>
                <a:lnTo>
                  <a:pt x="162514" y="81011"/>
                </a:lnTo>
                <a:lnTo>
                  <a:pt x="162517" y="81550"/>
                </a:lnTo>
                <a:lnTo>
                  <a:pt x="162517" y="83907"/>
                </a:lnTo>
                <a:lnTo>
                  <a:pt x="162514" y="84453"/>
                </a:lnTo>
                <a:lnTo>
                  <a:pt x="162505" y="84995"/>
                </a:lnTo>
                <a:lnTo>
                  <a:pt x="162490" y="85536"/>
                </a:lnTo>
                <a:lnTo>
                  <a:pt x="162469" y="86073"/>
                </a:lnTo>
                <a:lnTo>
                  <a:pt x="162442" y="86609"/>
                </a:lnTo>
                <a:lnTo>
                  <a:pt x="162409" y="87142"/>
                </a:lnTo>
                <a:lnTo>
                  <a:pt x="162370" y="87673"/>
                </a:lnTo>
                <a:lnTo>
                  <a:pt x="162325" y="88201"/>
                </a:lnTo>
                <a:lnTo>
                  <a:pt x="162273" y="88726"/>
                </a:lnTo>
                <a:lnTo>
                  <a:pt x="162216" y="89250"/>
                </a:lnTo>
                <a:lnTo>
                  <a:pt x="162153" y="89771"/>
                </a:lnTo>
                <a:lnTo>
                  <a:pt x="162084" y="90289"/>
                </a:lnTo>
                <a:lnTo>
                  <a:pt x="162009" y="90805"/>
                </a:lnTo>
                <a:lnTo>
                  <a:pt x="161928" y="91318"/>
                </a:lnTo>
                <a:lnTo>
                  <a:pt x="161841" y="91830"/>
                </a:lnTo>
                <a:lnTo>
                  <a:pt x="161747" y="92338"/>
                </a:lnTo>
                <a:lnTo>
                  <a:pt x="161648" y="92845"/>
                </a:lnTo>
                <a:lnTo>
                  <a:pt x="161543" y="93348"/>
                </a:lnTo>
                <a:lnTo>
                  <a:pt x="161432" y="93850"/>
                </a:lnTo>
                <a:lnTo>
                  <a:pt x="161315" y="94349"/>
                </a:lnTo>
                <a:lnTo>
                  <a:pt x="161191" y="94845"/>
                </a:lnTo>
                <a:lnTo>
                  <a:pt x="161062" y="95340"/>
                </a:lnTo>
                <a:lnTo>
                  <a:pt x="160927" y="95831"/>
                </a:lnTo>
                <a:lnTo>
                  <a:pt x="160786" y="96320"/>
                </a:lnTo>
                <a:lnTo>
                  <a:pt x="160639" y="96806"/>
                </a:lnTo>
                <a:lnTo>
                  <a:pt x="160486" y="97287"/>
                </a:lnTo>
                <a:lnTo>
                  <a:pt x="160327" y="97764"/>
                </a:lnTo>
                <a:lnTo>
                  <a:pt x="160163" y="98236"/>
                </a:lnTo>
                <a:lnTo>
                  <a:pt x="159992" y="98703"/>
                </a:lnTo>
                <a:lnTo>
                  <a:pt x="159817" y="99166"/>
                </a:lnTo>
                <a:lnTo>
                  <a:pt x="159635" y="99624"/>
                </a:lnTo>
                <a:lnTo>
                  <a:pt x="159447" y="100078"/>
                </a:lnTo>
                <a:lnTo>
                  <a:pt x="159254" y="100526"/>
                </a:lnTo>
                <a:lnTo>
                  <a:pt x="159055" y="100971"/>
                </a:lnTo>
                <a:lnTo>
                  <a:pt x="158851" y="101410"/>
                </a:lnTo>
                <a:lnTo>
                  <a:pt x="158640" y="101846"/>
                </a:lnTo>
                <a:lnTo>
                  <a:pt x="158424" y="102276"/>
                </a:lnTo>
                <a:lnTo>
                  <a:pt x="158202" y="102702"/>
                </a:lnTo>
                <a:lnTo>
                  <a:pt x="157974" y="103123"/>
                </a:lnTo>
                <a:lnTo>
                  <a:pt x="157741" y="103540"/>
                </a:lnTo>
                <a:lnTo>
                  <a:pt x="157502" y="103952"/>
                </a:lnTo>
                <a:lnTo>
                  <a:pt x="157257" y="104359"/>
                </a:lnTo>
                <a:lnTo>
                  <a:pt x="157006" y="104762"/>
                </a:lnTo>
                <a:lnTo>
                  <a:pt x="156749" y="105161"/>
                </a:lnTo>
                <a:lnTo>
                  <a:pt x="156487" y="105554"/>
                </a:lnTo>
                <a:lnTo>
                  <a:pt x="156219" y="105943"/>
                </a:lnTo>
                <a:lnTo>
                  <a:pt x="155945" y="106328"/>
                </a:lnTo>
                <a:lnTo>
                  <a:pt x="155666" y="106708"/>
                </a:lnTo>
                <a:lnTo>
                  <a:pt x="155381" y="107082"/>
                </a:lnTo>
                <a:lnTo>
                  <a:pt x="155090" y="107449"/>
                </a:lnTo>
                <a:lnTo>
                  <a:pt x="154794" y="107810"/>
                </a:lnTo>
                <a:lnTo>
                  <a:pt x="154492" y="108165"/>
                </a:lnTo>
                <a:lnTo>
                  <a:pt x="154185" y="108512"/>
                </a:lnTo>
                <a:lnTo>
                  <a:pt x="153872" y="108853"/>
                </a:lnTo>
                <a:lnTo>
                  <a:pt x="153554" y="109187"/>
                </a:lnTo>
                <a:lnTo>
                  <a:pt x="153231" y="109515"/>
                </a:lnTo>
                <a:lnTo>
                  <a:pt x="152902" y="109836"/>
                </a:lnTo>
                <a:lnTo>
                  <a:pt x="152567" y="110151"/>
                </a:lnTo>
                <a:lnTo>
                  <a:pt x="152227" y="110458"/>
                </a:lnTo>
                <a:lnTo>
                  <a:pt x="151881" y="110759"/>
                </a:lnTo>
                <a:lnTo>
                  <a:pt x="151530" y="111054"/>
                </a:lnTo>
                <a:lnTo>
                  <a:pt x="151173" y="111342"/>
                </a:lnTo>
                <a:lnTo>
                  <a:pt x="150811" y="111623"/>
                </a:lnTo>
                <a:lnTo>
                  <a:pt x="150444" y="111897"/>
                </a:lnTo>
                <a:lnTo>
                  <a:pt x="150070" y="112165"/>
                </a:lnTo>
                <a:lnTo>
                  <a:pt x="149692" y="112426"/>
                </a:lnTo>
                <a:lnTo>
                  <a:pt x="149308" y="112681"/>
                </a:lnTo>
                <a:lnTo>
                  <a:pt x="148918" y="112928"/>
                </a:lnTo>
                <a:lnTo>
                  <a:pt x="148523" y="113170"/>
                </a:lnTo>
                <a:lnTo>
                  <a:pt x="148122" y="113404"/>
                </a:lnTo>
                <a:lnTo>
                  <a:pt x="147716" y="113632"/>
                </a:lnTo>
                <a:lnTo>
                  <a:pt x="147305" y="113853"/>
                </a:lnTo>
                <a:lnTo>
                  <a:pt x="146888" y="114067"/>
                </a:lnTo>
                <a:lnTo>
                  <a:pt x="146465" y="114271"/>
                </a:lnTo>
                <a:lnTo>
                  <a:pt x="146038" y="114466"/>
                </a:lnTo>
                <a:lnTo>
                  <a:pt x="145605" y="114652"/>
                </a:lnTo>
                <a:lnTo>
                  <a:pt x="145167" y="114830"/>
                </a:lnTo>
                <a:lnTo>
                  <a:pt x="144724" y="114998"/>
                </a:lnTo>
                <a:lnTo>
                  <a:pt x="144275" y="115156"/>
                </a:lnTo>
                <a:lnTo>
                  <a:pt x="143822" y="115306"/>
                </a:lnTo>
                <a:lnTo>
                  <a:pt x="143363" y="115447"/>
                </a:lnTo>
                <a:lnTo>
                  <a:pt x="142899" y="115579"/>
                </a:lnTo>
                <a:lnTo>
                  <a:pt x="142429" y="115701"/>
                </a:lnTo>
                <a:lnTo>
                  <a:pt x="141954" y="115815"/>
                </a:lnTo>
                <a:lnTo>
                  <a:pt x="141474" y="115919"/>
                </a:lnTo>
                <a:lnTo>
                  <a:pt x="140989" y="116015"/>
                </a:lnTo>
                <a:lnTo>
                  <a:pt x="140499" y="116101"/>
                </a:lnTo>
                <a:lnTo>
                  <a:pt x="140003" y="116178"/>
                </a:lnTo>
                <a:lnTo>
                  <a:pt x="139502" y="116246"/>
                </a:lnTo>
                <a:lnTo>
                  <a:pt x="138996" y="116305"/>
                </a:lnTo>
                <a:lnTo>
                  <a:pt x="138485" y="116355"/>
                </a:lnTo>
                <a:lnTo>
                  <a:pt x="137968" y="116396"/>
                </a:lnTo>
                <a:lnTo>
                  <a:pt x="137446" y="116428"/>
                </a:lnTo>
                <a:lnTo>
                  <a:pt x="136919" y="116450"/>
                </a:lnTo>
                <a:lnTo>
                  <a:pt x="136387" y="116464"/>
                </a:lnTo>
                <a:lnTo>
                  <a:pt x="135849" y="116469"/>
                </a:lnTo>
                <a:lnTo>
                  <a:pt x="135312" y="116464"/>
                </a:lnTo>
                <a:lnTo>
                  <a:pt x="134779" y="116450"/>
                </a:lnTo>
                <a:lnTo>
                  <a:pt x="134252" y="116428"/>
                </a:lnTo>
                <a:lnTo>
                  <a:pt x="133729" y="116396"/>
                </a:lnTo>
                <a:lnTo>
                  <a:pt x="133212" y="116355"/>
                </a:lnTo>
                <a:lnTo>
                  <a:pt x="132700" y="116305"/>
                </a:lnTo>
                <a:lnTo>
                  <a:pt x="132193" y="116246"/>
                </a:lnTo>
                <a:lnTo>
                  <a:pt x="131691" y="116178"/>
                </a:lnTo>
                <a:lnTo>
                  <a:pt x="131194" y="116101"/>
                </a:lnTo>
                <a:lnTo>
                  <a:pt x="130703" y="116015"/>
                </a:lnTo>
                <a:lnTo>
                  <a:pt x="130216" y="115919"/>
                </a:lnTo>
                <a:lnTo>
                  <a:pt x="129735" y="115815"/>
                </a:lnTo>
                <a:lnTo>
                  <a:pt x="129259" y="115701"/>
                </a:lnTo>
                <a:lnTo>
                  <a:pt x="128787" y="115579"/>
                </a:lnTo>
                <a:lnTo>
                  <a:pt x="128321" y="115447"/>
                </a:lnTo>
                <a:lnTo>
                  <a:pt x="127860" y="115306"/>
                </a:lnTo>
                <a:lnTo>
                  <a:pt x="127405" y="115156"/>
                </a:lnTo>
                <a:lnTo>
                  <a:pt x="126954" y="114998"/>
                </a:lnTo>
                <a:lnTo>
                  <a:pt x="126508" y="114830"/>
                </a:lnTo>
                <a:lnTo>
                  <a:pt x="126068" y="114652"/>
                </a:lnTo>
                <a:lnTo>
                  <a:pt x="125632" y="114466"/>
                </a:lnTo>
                <a:lnTo>
                  <a:pt x="125202" y="114271"/>
                </a:lnTo>
                <a:lnTo>
                  <a:pt x="124777" y="114067"/>
                </a:lnTo>
                <a:lnTo>
                  <a:pt x="124357" y="113853"/>
                </a:lnTo>
                <a:lnTo>
                  <a:pt x="123942" y="113632"/>
                </a:lnTo>
                <a:lnTo>
                  <a:pt x="123533" y="113404"/>
                </a:lnTo>
                <a:lnTo>
                  <a:pt x="123129" y="113170"/>
                </a:lnTo>
                <a:lnTo>
                  <a:pt x="122731" y="112928"/>
                </a:lnTo>
                <a:lnTo>
                  <a:pt x="122339" y="112681"/>
                </a:lnTo>
                <a:lnTo>
                  <a:pt x="121951" y="112426"/>
                </a:lnTo>
                <a:lnTo>
                  <a:pt x="121570" y="112165"/>
                </a:lnTo>
                <a:lnTo>
                  <a:pt x="121193" y="111897"/>
                </a:lnTo>
                <a:lnTo>
                  <a:pt x="120823" y="111623"/>
                </a:lnTo>
                <a:lnTo>
                  <a:pt x="120458" y="111342"/>
                </a:lnTo>
                <a:lnTo>
                  <a:pt x="120098" y="111054"/>
                </a:lnTo>
                <a:lnTo>
                  <a:pt x="119744" y="110759"/>
                </a:lnTo>
                <a:lnTo>
                  <a:pt x="119395" y="110458"/>
                </a:lnTo>
                <a:lnTo>
                  <a:pt x="119052" y="110151"/>
                </a:lnTo>
                <a:lnTo>
                  <a:pt x="118714" y="109836"/>
                </a:lnTo>
                <a:lnTo>
                  <a:pt x="118382" y="109515"/>
                </a:lnTo>
                <a:lnTo>
                  <a:pt x="118055" y="109187"/>
                </a:lnTo>
                <a:lnTo>
                  <a:pt x="117734" y="108853"/>
                </a:lnTo>
                <a:lnTo>
                  <a:pt x="117418" y="108512"/>
                </a:lnTo>
                <a:lnTo>
                  <a:pt x="117108" y="108165"/>
                </a:lnTo>
                <a:lnTo>
                  <a:pt x="116803" y="107810"/>
                </a:lnTo>
                <a:lnTo>
                  <a:pt x="116504" y="107449"/>
                </a:lnTo>
                <a:lnTo>
                  <a:pt x="116210" y="107082"/>
                </a:lnTo>
                <a:lnTo>
                  <a:pt x="115922" y="106708"/>
                </a:lnTo>
                <a:lnTo>
                  <a:pt x="115640" y="106328"/>
                </a:lnTo>
                <a:lnTo>
                  <a:pt x="115363" y="105943"/>
                </a:lnTo>
                <a:lnTo>
                  <a:pt x="115092" y="105554"/>
                </a:lnTo>
                <a:lnTo>
                  <a:pt x="114827" y="105161"/>
                </a:lnTo>
                <a:lnTo>
                  <a:pt x="114568" y="104762"/>
                </a:lnTo>
                <a:lnTo>
                  <a:pt x="114315" y="104359"/>
                </a:lnTo>
                <a:lnTo>
                  <a:pt x="114068" y="103952"/>
                </a:lnTo>
                <a:lnTo>
                  <a:pt x="113827" y="103540"/>
                </a:lnTo>
                <a:lnTo>
                  <a:pt x="113591" y="103123"/>
                </a:lnTo>
                <a:lnTo>
                  <a:pt x="113362" y="102702"/>
                </a:lnTo>
                <a:lnTo>
                  <a:pt x="113138" y="102276"/>
                </a:lnTo>
                <a:lnTo>
                  <a:pt x="112920" y="101846"/>
                </a:lnTo>
                <a:lnTo>
                  <a:pt x="112708" y="101410"/>
                </a:lnTo>
                <a:lnTo>
                  <a:pt x="112502" y="100971"/>
                </a:lnTo>
                <a:lnTo>
                  <a:pt x="112302" y="100526"/>
                </a:lnTo>
                <a:lnTo>
                  <a:pt x="112108" y="100078"/>
                </a:lnTo>
                <a:lnTo>
                  <a:pt x="111919" y="99624"/>
                </a:lnTo>
                <a:lnTo>
                  <a:pt x="111737" y="99166"/>
                </a:lnTo>
                <a:lnTo>
                  <a:pt x="111560" y="98703"/>
                </a:lnTo>
                <a:lnTo>
                  <a:pt x="111389" y="98236"/>
                </a:lnTo>
                <a:lnTo>
                  <a:pt x="111225" y="97764"/>
                </a:lnTo>
                <a:lnTo>
                  <a:pt x="111066" y="97287"/>
                </a:lnTo>
                <a:lnTo>
                  <a:pt x="110913" y="96806"/>
                </a:lnTo>
                <a:lnTo>
                  <a:pt x="110765" y="96320"/>
                </a:lnTo>
                <a:lnTo>
                  <a:pt x="110624" y="95831"/>
                </a:lnTo>
                <a:lnTo>
                  <a:pt x="110489" y="95340"/>
                </a:lnTo>
                <a:lnTo>
                  <a:pt x="110360" y="94845"/>
                </a:lnTo>
                <a:lnTo>
                  <a:pt x="110236" y="94349"/>
                </a:lnTo>
                <a:lnTo>
                  <a:pt x="110119" y="93850"/>
                </a:lnTo>
                <a:lnTo>
                  <a:pt x="110008" y="93348"/>
                </a:lnTo>
                <a:lnTo>
                  <a:pt x="109903" y="92845"/>
                </a:lnTo>
                <a:lnTo>
                  <a:pt x="109804" y="92338"/>
                </a:lnTo>
                <a:lnTo>
                  <a:pt x="109710" y="91830"/>
                </a:lnTo>
                <a:lnTo>
                  <a:pt x="109623" y="91318"/>
                </a:lnTo>
                <a:lnTo>
                  <a:pt x="109542" y="90805"/>
                </a:lnTo>
                <a:lnTo>
                  <a:pt x="109467" y="90289"/>
                </a:lnTo>
                <a:lnTo>
                  <a:pt x="109398" y="89771"/>
                </a:lnTo>
                <a:lnTo>
                  <a:pt x="109335" y="89250"/>
                </a:lnTo>
                <a:lnTo>
                  <a:pt x="109278" y="88726"/>
                </a:lnTo>
                <a:lnTo>
                  <a:pt x="109227" y="88201"/>
                </a:lnTo>
                <a:lnTo>
                  <a:pt x="109181" y="87673"/>
                </a:lnTo>
                <a:lnTo>
                  <a:pt x="109142" y="87142"/>
                </a:lnTo>
                <a:lnTo>
                  <a:pt x="109109" y="86609"/>
                </a:lnTo>
                <a:lnTo>
                  <a:pt x="109082" y="86073"/>
                </a:lnTo>
                <a:lnTo>
                  <a:pt x="109061" y="85536"/>
                </a:lnTo>
                <a:lnTo>
                  <a:pt x="109046" y="84995"/>
                </a:lnTo>
                <a:lnTo>
                  <a:pt x="109037" y="84453"/>
                </a:lnTo>
                <a:lnTo>
                  <a:pt x="109034" y="83907"/>
                </a:lnTo>
                <a:lnTo>
                  <a:pt x="109034" y="81550"/>
                </a:lnTo>
                <a:lnTo>
                  <a:pt x="109037" y="81011"/>
                </a:lnTo>
                <a:lnTo>
                  <a:pt x="109046" y="80474"/>
                </a:lnTo>
                <a:lnTo>
                  <a:pt x="109061" y="79940"/>
                </a:lnTo>
                <a:lnTo>
                  <a:pt x="109082" y="79408"/>
                </a:lnTo>
                <a:lnTo>
                  <a:pt x="109109" y="78878"/>
                </a:lnTo>
                <a:lnTo>
                  <a:pt x="109142" y="78350"/>
                </a:lnTo>
                <a:close/>
                <a:moveTo>
                  <a:pt x="1045170" y="20915"/>
                </a:moveTo>
                <a:lnTo>
                  <a:pt x="1045206" y="21102"/>
                </a:lnTo>
                <a:lnTo>
                  <a:pt x="1045247" y="21286"/>
                </a:lnTo>
                <a:lnTo>
                  <a:pt x="1045294" y="21468"/>
                </a:lnTo>
                <a:lnTo>
                  <a:pt x="1045346" y="21647"/>
                </a:lnTo>
                <a:lnTo>
                  <a:pt x="1045404" y="21824"/>
                </a:lnTo>
                <a:lnTo>
                  <a:pt x="1045467" y="21999"/>
                </a:lnTo>
                <a:lnTo>
                  <a:pt x="1045536" y="22171"/>
                </a:lnTo>
                <a:lnTo>
                  <a:pt x="1045610" y="22341"/>
                </a:lnTo>
                <a:lnTo>
                  <a:pt x="1045690" y="22508"/>
                </a:lnTo>
                <a:lnTo>
                  <a:pt x="1045775" y="22673"/>
                </a:lnTo>
                <a:lnTo>
                  <a:pt x="1045866" y="22836"/>
                </a:lnTo>
                <a:lnTo>
                  <a:pt x="1045962" y="22996"/>
                </a:lnTo>
                <a:lnTo>
                  <a:pt x="1046064" y="23153"/>
                </a:lnTo>
                <a:lnTo>
                  <a:pt x="1046171" y="23309"/>
                </a:lnTo>
                <a:lnTo>
                  <a:pt x="1046284" y="23461"/>
                </a:lnTo>
                <a:lnTo>
                  <a:pt x="1046402" y="23612"/>
                </a:lnTo>
                <a:lnTo>
                  <a:pt x="1046526" y="23760"/>
                </a:lnTo>
                <a:lnTo>
                  <a:pt x="1046655" y="23905"/>
                </a:lnTo>
                <a:lnTo>
                  <a:pt x="1046790" y="24046"/>
                </a:lnTo>
                <a:lnTo>
                  <a:pt x="1046928" y="24182"/>
                </a:lnTo>
                <a:lnTo>
                  <a:pt x="1047071" y="24311"/>
                </a:lnTo>
                <a:lnTo>
                  <a:pt x="1047219" y="24434"/>
                </a:lnTo>
                <a:lnTo>
                  <a:pt x="1047371" y="24551"/>
                </a:lnTo>
                <a:lnTo>
                  <a:pt x="1047528" y="24663"/>
                </a:lnTo>
                <a:lnTo>
                  <a:pt x="1047689" y="24768"/>
                </a:lnTo>
                <a:lnTo>
                  <a:pt x="1047854" y="24867"/>
                </a:lnTo>
                <a:lnTo>
                  <a:pt x="1048024" y="24960"/>
                </a:lnTo>
                <a:lnTo>
                  <a:pt x="1048199" y="25047"/>
                </a:lnTo>
                <a:lnTo>
                  <a:pt x="1048378" y="25128"/>
                </a:lnTo>
                <a:lnTo>
                  <a:pt x="1048561" y="25204"/>
                </a:lnTo>
                <a:lnTo>
                  <a:pt x="1048749" y="25273"/>
                </a:lnTo>
                <a:lnTo>
                  <a:pt x="1048942" y="25336"/>
                </a:lnTo>
                <a:lnTo>
                  <a:pt x="1049139" y="25393"/>
                </a:lnTo>
                <a:lnTo>
                  <a:pt x="1049340" y="25444"/>
                </a:lnTo>
                <a:lnTo>
                  <a:pt x="1049546" y="25489"/>
                </a:lnTo>
                <a:lnTo>
                  <a:pt x="1049756" y="25528"/>
                </a:lnTo>
                <a:lnTo>
                  <a:pt x="1049971" y="25561"/>
                </a:lnTo>
                <a:lnTo>
                  <a:pt x="1050190" y="25588"/>
                </a:lnTo>
                <a:lnTo>
                  <a:pt x="1050414" y="25609"/>
                </a:lnTo>
                <a:lnTo>
                  <a:pt x="1050642" y="25624"/>
                </a:lnTo>
                <a:lnTo>
                  <a:pt x="1050875" y="25633"/>
                </a:lnTo>
                <a:lnTo>
                  <a:pt x="1051112" y="25636"/>
                </a:lnTo>
                <a:lnTo>
                  <a:pt x="1051343" y="25633"/>
                </a:lnTo>
                <a:lnTo>
                  <a:pt x="1051571" y="25624"/>
                </a:lnTo>
                <a:lnTo>
                  <a:pt x="1051794" y="25609"/>
                </a:lnTo>
                <a:lnTo>
                  <a:pt x="1052014" y="25588"/>
                </a:lnTo>
                <a:lnTo>
                  <a:pt x="1052229" y="25561"/>
                </a:lnTo>
                <a:lnTo>
                  <a:pt x="1052440" y="25528"/>
                </a:lnTo>
                <a:lnTo>
                  <a:pt x="1052648" y="25489"/>
                </a:lnTo>
                <a:lnTo>
                  <a:pt x="1052852" y="25444"/>
                </a:lnTo>
                <a:lnTo>
                  <a:pt x="1053051" y="25393"/>
                </a:lnTo>
                <a:lnTo>
                  <a:pt x="1053247" y="25336"/>
                </a:lnTo>
                <a:lnTo>
                  <a:pt x="1053438" y="25273"/>
                </a:lnTo>
                <a:lnTo>
                  <a:pt x="1053626" y="25204"/>
                </a:lnTo>
                <a:lnTo>
                  <a:pt x="1053810" y="25128"/>
                </a:lnTo>
                <a:lnTo>
                  <a:pt x="1053990" y="25047"/>
                </a:lnTo>
                <a:lnTo>
                  <a:pt x="1054165" y="24960"/>
                </a:lnTo>
                <a:lnTo>
                  <a:pt x="1054337" y="24867"/>
                </a:lnTo>
                <a:lnTo>
                  <a:pt x="1054505" y="24768"/>
                </a:lnTo>
                <a:lnTo>
                  <a:pt x="1054669" y="24663"/>
                </a:lnTo>
                <a:lnTo>
                  <a:pt x="1054829" y="24551"/>
                </a:lnTo>
                <a:lnTo>
                  <a:pt x="1054985" y="24434"/>
                </a:lnTo>
                <a:lnTo>
                  <a:pt x="1055137" y="24311"/>
                </a:lnTo>
                <a:lnTo>
                  <a:pt x="1055285" y="24182"/>
                </a:lnTo>
                <a:lnTo>
                  <a:pt x="1055429" y="24046"/>
                </a:lnTo>
                <a:lnTo>
                  <a:pt x="1055569" y="23905"/>
                </a:lnTo>
                <a:lnTo>
                  <a:pt x="1055704" y="23760"/>
                </a:lnTo>
                <a:lnTo>
                  <a:pt x="1055834" y="23612"/>
                </a:lnTo>
                <a:lnTo>
                  <a:pt x="1055958" y="23461"/>
                </a:lnTo>
                <a:lnTo>
                  <a:pt x="1056076" y="23309"/>
                </a:lnTo>
                <a:lnTo>
                  <a:pt x="1056188" y="23153"/>
                </a:lnTo>
                <a:lnTo>
                  <a:pt x="1056294" y="22996"/>
                </a:lnTo>
                <a:lnTo>
                  <a:pt x="1056395" y="22836"/>
                </a:lnTo>
                <a:lnTo>
                  <a:pt x="1056490" y="22673"/>
                </a:lnTo>
                <a:lnTo>
                  <a:pt x="1056579" y="22508"/>
                </a:lnTo>
                <a:lnTo>
                  <a:pt x="1056663" y="22341"/>
                </a:lnTo>
                <a:lnTo>
                  <a:pt x="1056740" y="22171"/>
                </a:lnTo>
                <a:lnTo>
                  <a:pt x="1056812" y="21999"/>
                </a:lnTo>
                <a:lnTo>
                  <a:pt x="1056878" y="21824"/>
                </a:lnTo>
                <a:lnTo>
                  <a:pt x="1056939" y="21647"/>
                </a:lnTo>
                <a:lnTo>
                  <a:pt x="1056994" y="21468"/>
                </a:lnTo>
                <a:lnTo>
                  <a:pt x="1057042" y="21286"/>
                </a:lnTo>
                <a:lnTo>
                  <a:pt x="1057086" y="21102"/>
                </a:lnTo>
                <a:lnTo>
                  <a:pt x="1057123" y="20915"/>
                </a:lnTo>
                <a:lnTo>
                  <a:pt x="1057155" y="20725"/>
                </a:lnTo>
                <a:lnTo>
                  <a:pt x="1057181" y="20534"/>
                </a:lnTo>
                <a:lnTo>
                  <a:pt x="1057201" y="20340"/>
                </a:lnTo>
                <a:lnTo>
                  <a:pt x="1057215" y="20143"/>
                </a:lnTo>
                <a:lnTo>
                  <a:pt x="1057224" y="19944"/>
                </a:lnTo>
                <a:lnTo>
                  <a:pt x="1057227" y="19743"/>
                </a:lnTo>
                <a:lnTo>
                  <a:pt x="1057224" y="19536"/>
                </a:lnTo>
                <a:lnTo>
                  <a:pt x="1057215" y="19331"/>
                </a:lnTo>
                <a:lnTo>
                  <a:pt x="1057201" y="19129"/>
                </a:lnTo>
                <a:lnTo>
                  <a:pt x="1057181" y="18930"/>
                </a:lnTo>
                <a:lnTo>
                  <a:pt x="1057155" y="18733"/>
                </a:lnTo>
                <a:lnTo>
                  <a:pt x="1057123" y="18539"/>
                </a:lnTo>
                <a:lnTo>
                  <a:pt x="1057086" y="18348"/>
                </a:lnTo>
                <a:lnTo>
                  <a:pt x="1057042" y="18159"/>
                </a:lnTo>
                <a:lnTo>
                  <a:pt x="1056994" y="17973"/>
                </a:lnTo>
                <a:lnTo>
                  <a:pt x="1056939" y="17790"/>
                </a:lnTo>
                <a:lnTo>
                  <a:pt x="1056878" y="17609"/>
                </a:lnTo>
                <a:lnTo>
                  <a:pt x="1056812" y="17432"/>
                </a:lnTo>
                <a:lnTo>
                  <a:pt x="1056740" y="17256"/>
                </a:lnTo>
                <a:lnTo>
                  <a:pt x="1056663" y="17084"/>
                </a:lnTo>
                <a:lnTo>
                  <a:pt x="1056579" y="16914"/>
                </a:lnTo>
                <a:lnTo>
                  <a:pt x="1056490" y="16747"/>
                </a:lnTo>
                <a:lnTo>
                  <a:pt x="1056395" y="16583"/>
                </a:lnTo>
                <a:lnTo>
                  <a:pt x="1056294" y="16421"/>
                </a:lnTo>
                <a:lnTo>
                  <a:pt x="1056188" y="16262"/>
                </a:lnTo>
                <a:lnTo>
                  <a:pt x="1056076" y="16106"/>
                </a:lnTo>
                <a:lnTo>
                  <a:pt x="1055958" y="15952"/>
                </a:lnTo>
                <a:lnTo>
                  <a:pt x="1055834" y="15801"/>
                </a:lnTo>
                <a:lnTo>
                  <a:pt x="1055704" y="15653"/>
                </a:lnTo>
                <a:lnTo>
                  <a:pt x="1055569" y="15507"/>
                </a:lnTo>
                <a:lnTo>
                  <a:pt x="1055429" y="15366"/>
                </a:lnTo>
                <a:lnTo>
                  <a:pt x="1055285" y="15231"/>
                </a:lnTo>
                <a:lnTo>
                  <a:pt x="1055137" y="15101"/>
                </a:lnTo>
                <a:lnTo>
                  <a:pt x="1054985" y="14978"/>
                </a:lnTo>
                <a:lnTo>
                  <a:pt x="1054829" y="14861"/>
                </a:lnTo>
                <a:lnTo>
                  <a:pt x="1054669" y="14750"/>
                </a:lnTo>
                <a:lnTo>
                  <a:pt x="1054505" y="14644"/>
                </a:lnTo>
                <a:lnTo>
                  <a:pt x="1054337" y="14545"/>
                </a:lnTo>
                <a:lnTo>
                  <a:pt x="1054165" y="14452"/>
                </a:lnTo>
                <a:lnTo>
                  <a:pt x="1053990" y="14365"/>
                </a:lnTo>
                <a:lnTo>
                  <a:pt x="1053810" y="14284"/>
                </a:lnTo>
                <a:lnTo>
                  <a:pt x="1053626" y="14209"/>
                </a:lnTo>
                <a:lnTo>
                  <a:pt x="1053438" y="14140"/>
                </a:lnTo>
                <a:lnTo>
                  <a:pt x="1053247" y="14076"/>
                </a:lnTo>
                <a:lnTo>
                  <a:pt x="1053051" y="14019"/>
                </a:lnTo>
                <a:lnTo>
                  <a:pt x="1052852" y="13968"/>
                </a:lnTo>
                <a:lnTo>
                  <a:pt x="1052648" y="13923"/>
                </a:lnTo>
                <a:lnTo>
                  <a:pt x="1052440" y="13884"/>
                </a:lnTo>
                <a:lnTo>
                  <a:pt x="1052229" y="13851"/>
                </a:lnTo>
                <a:lnTo>
                  <a:pt x="1052014" y="13824"/>
                </a:lnTo>
                <a:lnTo>
                  <a:pt x="1051794" y="13803"/>
                </a:lnTo>
                <a:lnTo>
                  <a:pt x="1051571" y="13788"/>
                </a:lnTo>
                <a:lnTo>
                  <a:pt x="1051343" y="13779"/>
                </a:lnTo>
                <a:lnTo>
                  <a:pt x="1051112" y="13776"/>
                </a:lnTo>
                <a:lnTo>
                  <a:pt x="1050875" y="13779"/>
                </a:lnTo>
                <a:lnTo>
                  <a:pt x="1050642" y="13788"/>
                </a:lnTo>
                <a:lnTo>
                  <a:pt x="1050414" y="13803"/>
                </a:lnTo>
                <a:lnTo>
                  <a:pt x="1050190" y="13824"/>
                </a:lnTo>
                <a:lnTo>
                  <a:pt x="1049971" y="13851"/>
                </a:lnTo>
                <a:lnTo>
                  <a:pt x="1049756" y="13884"/>
                </a:lnTo>
                <a:lnTo>
                  <a:pt x="1049546" y="13923"/>
                </a:lnTo>
                <a:lnTo>
                  <a:pt x="1049340" y="13968"/>
                </a:lnTo>
                <a:lnTo>
                  <a:pt x="1049139" y="14019"/>
                </a:lnTo>
                <a:lnTo>
                  <a:pt x="1048942" y="14076"/>
                </a:lnTo>
                <a:lnTo>
                  <a:pt x="1048749" y="14140"/>
                </a:lnTo>
                <a:lnTo>
                  <a:pt x="1048561" y="14209"/>
                </a:lnTo>
                <a:lnTo>
                  <a:pt x="1048378" y="14284"/>
                </a:lnTo>
                <a:lnTo>
                  <a:pt x="1048199" y="14365"/>
                </a:lnTo>
                <a:lnTo>
                  <a:pt x="1048024" y="14452"/>
                </a:lnTo>
                <a:lnTo>
                  <a:pt x="1047854" y="14545"/>
                </a:lnTo>
                <a:lnTo>
                  <a:pt x="1047689" y="14644"/>
                </a:lnTo>
                <a:lnTo>
                  <a:pt x="1047528" y="14750"/>
                </a:lnTo>
                <a:lnTo>
                  <a:pt x="1047371" y="14861"/>
                </a:lnTo>
                <a:lnTo>
                  <a:pt x="1047219" y="14978"/>
                </a:lnTo>
                <a:lnTo>
                  <a:pt x="1047071" y="15101"/>
                </a:lnTo>
                <a:lnTo>
                  <a:pt x="1046928" y="15231"/>
                </a:lnTo>
                <a:lnTo>
                  <a:pt x="1046790" y="15366"/>
                </a:lnTo>
                <a:lnTo>
                  <a:pt x="1046655" y="15507"/>
                </a:lnTo>
                <a:lnTo>
                  <a:pt x="1046526" y="15653"/>
                </a:lnTo>
                <a:lnTo>
                  <a:pt x="1046402" y="15801"/>
                </a:lnTo>
                <a:lnTo>
                  <a:pt x="1046284" y="15952"/>
                </a:lnTo>
                <a:lnTo>
                  <a:pt x="1046171" y="16106"/>
                </a:lnTo>
                <a:lnTo>
                  <a:pt x="1046064" y="16262"/>
                </a:lnTo>
                <a:lnTo>
                  <a:pt x="1045962" y="16421"/>
                </a:lnTo>
                <a:lnTo>
                  <a:pt x="1045866" y="16583"/>
                </a:lnTo>
                <a:lnTo>
                  <a:pt x="1045775" y="16747"/>
                </a:lnTo>
                <a:lnTo>
                  <a:pt x="1045690" y="16914"/>
                </a:lnTo>
                <a:lnTo>
                  <a:pt x="1045610" y="17084"/>
                </a:lnTo>
                <a:lnTo>
                  <a:pt x="1045536" y="17256"/>
                </a:lnTo>
                <a:lnTo>
                  <a:pt x="1045467" y="17432"/>
                </a:lnTo>
                <a:lnTo>
                  <a:pt x="1045404" y="17609"/>
                </a:lnTo>
                <a:lnTo>
                  <a:pt x="1045346" y="17790"/>
                </a:lnTo>
                <a:lnTo>
                  <a:pt x="1045294" y="17973"/>
                </a:lnTo>
                <a:lnTo>
                  <a:pt x="1045247" y="18159"/>
                </a:lnTo>
                <a:lnTo>
                  <a:pt x="1045206" y="18348"/>
                </a:lnTo>
                <a:lnTo>
                  <a:pt x="1045170" y="18539"/>
                </a:lnTo>
                <a:lnTo>
                  <a:pt x="1045140" y="18733"/>
                </a:lnTo>
                <a:lnTo>
                  <a:pt x="1045115" y="18930"/>
                </a:lnTo>
                <a:lnTo>
                  <a:pt x="1045096" y="19129"/>
                </a:lnTo>
                <a:lnTo>
                  <a:pt x="1045082" y="19331"/>
                </a:lnTo>
                <a:lnTo>
                  <a:pt x="1045074" y="19536"/>
                </a:lnTo>
                <a:lnTo>
                  <a:pt x="1045071" y="19743"/>
                </a:lnTo>
                <a:lnTo>
                  <a:pt x="1045074" y="19944"/>
                </a:lnTo>
                <a:lnTo>
                  <a:pt x="1045082" y="20143"/>
                </a:lnTo>
                <a:lnTo>
                  <a:pt x="1045096" y="20340"/>
                </a:lnTo>
                <a:lnTo>
                  <a:pt x="1045115" y="20534"/>
                </a:lnTo>
                <a:lnTo>
                  <a:pt x="1045140" y="20725"/>
                </a:lnTo>
                <a:lnTo>
                  <a:pt x="1045170" y="20915"/>
                </a:lnTo>
                <a:close/>
                <a:moveTo>
                  <a:pt x="1088800" y="66039"/>
                </a:moveTo>
                <a:lnTo>
                  <a:pt x="1088936" y="65634"/>
                </a:lnTo>
                <a:lnTo>
                  <a:pt x="1089076" y="65233"/>
                </a:lnTo>
                <a:lnTo>
                  <a:pt x="1089222" y="64837"/>
                </a:lnTo>
                <a:lnTo>
                  <a:pt x="1089372" y="64444"/>
                </a:lnTo>
                <a:lnTo>
                  <a:pt x="1089527" y="64056"/>
                </a:lnTo>
                <a:lnTo>
                  <a:pt x="1089687" y="63672"/>
                </a:lnTo>
                <a:lnTo>
                  <a:pt x="1089851" y="63293"/>
                </a:lnTo>
                <a:lnTo>
                  <a:pt x="1090020" y="62917"/>
                </a:lnTo>
                <a:lnTo>
                  <a:pt x="1090194" y="62546"/>
                </a:lnTo>
                <a:lnTo>
                  <a:pt x="1090373" y="62179"/>
                </a:lnTo>
                <a:lnTo>
                  <a:pt x="1090556" y="61816"/>
                </a:lnTo>
                <a:lnTo>
                  <a:pt x="1090744" y="61458"/>
                </a:lnTo>
                <a:lnTo>
                  <a:pt x="1090937" y="61103"/>
                </a:lnTo>
                <a:lnTo>
                  <a:pt x="1091135" y="60753"/>
                </a:lnTo>
                <a:lnTo>
                  <a:pt x="1091337" y="60407"/>
                </a:lnTo>
                <a:lnTo>
                  <a:pt x="1091544" y="60066"/>
                </a:lnTo>
                <a:lnTo>
                  <a:pt x="1091756" y="59728"/>
                </a:lnTo>
                <a:lnTo>
                  <a:pt x="1091972" y="59395"/>
                </a:lnTo>
                <a:lnTo>
                  <a:pt x="1092193" y="59066"/>
                </a:lnTo>
                <a:lnTo>
                  <a:pt x="1092419" y="58741"/>
                </a:lnTo>
                <a:lnTo>
                  <a:pt x="1092650" y="58421"/>
                </a:lnTo>
                <a:lnTo>
                  <a:pt x="1092885" y="58104"/>
                </a:lnTo>
                <a:lnTo>
                  <a:pt x="1093125" y="57792"/>
                </a:lnTo>
                <a:lnTo>
                  <a:pt x="1093370" y="57485"/>
                </a:lnTo>
                <a:lnTo>
                  <a:pt x="1093620" y="57183"/>
                </a:lnTo>
                <a:lnTo>
                  <a:pt x="1093875" y="56888"/>
                </a:lnTo>
                <a:lnTo>
                  <a:pt x="1094135" y="56597"/>
                </a:lnTo>
                <a:lnTo>
                  <a:pt x="1094400" y="56313"/>
                </a:lnTo>
                <a:lnTo>
                  <a:pt x="1094670" y="56033"/>
                </a:lnTo>
                <a:lnTo>
                  <a:pt x="1094945" y="55760"/>
                </a:lnTo>
                <a:lnTo>
                  <a:pt x="1095225" y="55492"/>
                </a:lnTo>
                <a:lnTo>
                  <a:pt x="1095510" y="55230"/>
                </a:lnTo>
                <a:lnTo>
                  <a:pt x="1095800" y="54973"/>
                </a:lnTo>
                <a:lnTo>
                  <a:pt x="1096094" y="54723"/>
                </a:lnTo>
                <a:lnTo>
                  <a:pt x="1096394" y="54477"/>
                </a:lnTo>
                <a:lnTo>
                  <a:pt x="1096699" y="54238"/>
                </a:lnTo>
                <a:lnTo>
                  <a:pt x="1097009" y="54004"/>
                </a:lnTo>
                <a:lnTo>
                  <a:pt x="1097324" y="53775"/>
                </a:lnTo>
                <a:lnTo>
                  <a:pt x="1097644" y="53552"/>
                </a:lnTo>
                <a:lnTo>
                  <a:pt x="1097968" y="53335"/>
                </a:lnTo>
                <a:lnTo>
                  <a:pt x="1098298" y="53124"/>
                </a:lnTo>
                <a:lnTo>
                  <a:pt x="1098633" y="52918"/>
                </a:lnTo>
                <a:lnTo>
                  <a:pt x="1098973" y="52717"/>
                </a:lnTo>
                <a:lnTo>
                  <a:pt x="1099317" y="52523"/>
                </a:lnTo>
                <a:lnTo>
                  <a:pt x="1099667" y="52334"/>
                </a:lnTo>
                <a:lnTo>
                  <a:pt x="1100022" y="52150"/>
                </a:lnTo>
                <a:lnTo>
                  <a:pt x="1100382" y="51973"/>
                </a:lnTo>
                <a:lnTo>
                  <a:pt x="1100746" y="51801"/>
                </a:lnTo>
                <a:lnTo>
                  <a:pt x="1101115" y="51637"/>
                </a:lnTo>
                <a:lnTo>
                  <a:pt x="1101489" y="51480"/>
                </a:lnTo>
                <a:lnTo>
                  <a:pt x="1101867" y="51331"/>
                </a:lnTo>
                <a:lnTo>
                  <a:pt x="1102250" y="51189"/>
                </a:lnTo>
                <a:lnTo>
                  <a:pt x="1102638" y="51054"/>
                </a:lnTo>
                <a:lnTo>
                  <a:pt x="1103030" y="50926"/>
                </a:lnTo>
                <a:lnTo>
                  <a:pt x="1103427" y="50806"/>
                </a:lnTo>
                <a:lnTo>
                  <a:pt x="1103828" y="50693"/>
                </a:lnTo>
                <a:lnTo>
                  <a:pt x="1104234" y="50587"/>
                </a:lnTo>
                <a:lnTo>
                  <a:pt x="1104644" y="50489"/>
                </a:lnTo>
                <a:lnTo>
                  <a:pt x="1105059" y="50398"/>
                </a:lnTo>
                <a:lnTo>
                  <a:pt x="1105479" y="50314"/>
                </a:lnTo>
                <a:lnTo>
                  <a:pt x="1105904" y="50238"/>
                </a:lnTo>
                <a:lnTo>
                  <a:pt x="1106333" y="50168"/>
                </a:lnTo>
                <a:lnTo>
                  <a:pt x="1106766" y="50106"/>
                </a:lnTo>
                <a:lnTo>
                  <a:pt x="1107204" y="50052"/>
                </a:lnTo>
                <a:lnTo>
                  <a:pt x="1107647" y="50004"/>
                </a:lnTo>
                <a:lnTo>
                  <a:pt x="1108094" y="49964"/>
                </a:lnTo>
                <a:lnTo>
                  <a:pt x="1108546" y="49931"/>
                </a:lnTo>
                <a:lnTo>
                  <a:pt x="1109003" y="49906"/>
                </a:lnTo>
                <a:lnTo>
                  <a:pt x="1109464" y="49888"/>
                </a:lnTo>
                <a:lnTo>
                  <a:pt x="1109930" y="49877"/>
                </a:lnTo>
                <a:lnTo>
                  <a:pt x="1110400" y="49873"/>
                </a:lnTo>
                <a:lnTo>
                  <a:pt x="1110541" y="49873"/>
                </a:lnTo>
                <a:lnTo>
                  <a:pt x="1110681" y="49874"/>
                </a:lnTo>
                <a:lnTo>
                  <a:pt x="1110819" y="49875"/>
                </a:lnTo>
                <a:lnTo>
                  <a:pt x="1110957" y="49877"/>
                </a:lnTo>
                <a:lnTo>
                  <a:pt x="1111094" y="49879"/>
                </a:lnTo>
                <a:lnTo>
                  <a:pt x="1111229" y="49882"/>
                </a:lnTo>
                <a:lnTo>
                  <a:pt x="1111364" y="49886"/>
                </a:lnTo>
                <a:lnTo>
                  <a:pt x="1111497" y="49889"/>
                </a:lnTo>
                <a:lnTo>
                  <a:pt x="1111630" y="49894"/>
                </a:lnTo>
                <a:lnTo>
                  <a:pt x="1111761" y="49899"/>
                </a:lnTo>
                <a:lnTo>
                  <a:pt x="1111892" y="49904"/>
                </a:lnTo>
                <a:lnTo>
                  <a:pt x="1112021" y="49910"/>
                </a:lnTo>
                <a:lnTo>
                  <a:pt x="1112149" y="49916"/>
                </a:lnTo>
                <a:lnTo>
                  <a:pt x="1112277" y="49923"/>
                </a:lnTo>
                <a:lnTo>
                  <a:pt x="1112403" y="49931"/>
                </a:lnTo>
                <a:lnTo>
                  <a:pt x="1112529" y="49938"/>
                </a:lnTo>
                <a:lnTo>
                  <a:pt x="1112653" y="49947"/>
                </a:lnTo>
                <a:lnTo>
                  <a:pt x="1112776" y="49956"/>
                </a:lnTo>
                <a:lnTo>
                  <a:pt x="1112898" y="49965"/>
                </a:lnTo>
                <a:lnTo>
                  <a:pt x="1113020" y="49975"/>
                </a:lnTo>
                <a:lnTo>
                  <a:pt x="1113140" y="49986"/>
                </a:lnTo>
                <a:lnTo>
                  <a:pt x="1113259" y="49997"/>
                </a:lnTo>
                <a:lnTo>
                  <a:pt x="1113377" y="50008"/>
                </a:lnTo>
                <a:lnTo>
                  <a:pt x="1113494" y="50020"/>
                </a:lnTo>
                <a:lnTo>
                  <a:pt x="1113611" y="50033"/>
                </a:lnTo>
                <a:lnTo>
                  <a:pt x="1113728" y="50045"/>
                </a:lnTo>
                <a:lnTo>
                  <a:pt x="1113844" y="50058"/>
                </a:lnTo>
                <a:lnTo>
                  <a:pt x="1113961" y="50071"/>
                </a:lnTo>
                <a:lnTo>
                  <a:pt x="1114078" y="50085"/>
                </a:lnTo>
                <a:lnTo>
                  <a:pt x="1114194" y="50099"/>
                </a:lnTo>
                <a:lnTo>
                  <a:pt x="1114311" y="50113"/>
                </a:lnTo>
                <a:lnTo>
                  <a:pt x="1114428" y="50127"/>
                </a:lnTo>
                <a:lnTo>
                  <a:pt x="1114544" y="50141"/>
                </a:lnTo>
                <a:lnTo>
                  <a:pt x="1114661" y="50156"/>
                </a:lnTo>
                <a:lnTo>
                  <a:pt x="1114777" y="50171"/>
                </a:lnTo>
                <a:lnTo>
                  <a:pt x="1114894" y="50186"/>
                </a:lnTo>
                <a:lnTo>
                  <a:pt x="1115011" y="50202"/>
                </a:lnTo>
                <a:lnTo>
                  <a:pt x="1115127" y="50217"/>
                </a:lnTo>
                <a:lnTo>
                  <a:pt x="1115244" y="50233"/>
                </a:lnTo>
                <a:lnTo>
                  <a:pt x="1115361" y="50250"/>
                </a:lnTo>
                <a:lnTo>
                  <a:pt x="1115477" y="50266"/>
                </a:lnTo>
                <a:lnTo>
                  <a:pt x="1115594" y="50283"/>
                </a:lnTo>
                <a:lnTo>
                  <a:pt x="1115711" y="50300"/>
                </a:lnTo>
                <a:lnTo>
                  <a:pt x="1115827" y="50317"/>
                </a:lnTo>
                <a:lnTo>
                  <a:pt x="1115944" y="50335"/>
                </a:lnTo>
                <a:lnTo>
                  <a:pt x="1116061" y="50352"/>
                </a:lnTo>
                <a:lnTo>
                  <a:pt x="1116177" y="50370"/>
                </a:lnTo>
                <a:lnTo>
                  <a:pt x="1116294" y="50389"/>
                </a:lnTo>
                <a:lnTo>
                  <a:pt x="1116588" y="42285"/>
                </a:lnTo>
                <a:lnTo>
                  <a:pt x="1116513" y="42255"/>
                </a:lnTo>
                <a:lnTo>
                  <a:pt x="1116436" y="42225"/>
                </a:lnTo>
                <a:lnTo>
                  <a:pt x="1116355" y="42195"/>
                </a:lnTo>
                <a:lnTo>
                  <a:pt x="1116272" y="42166"/>
                </a:lnTo>
                <a:lnTo>
                  <a:pt x="1116187" y="42137"/>
                </a:lnTo>
                <a:lnTo>
                  <a:pt x="1116098" y="42108"/>
                </a:lnTo>
                <a:lnTo>
                  <a:pt x="1116007" y="42080"/>
                </a:lnTo>
                <a:lnTo>
                  <a:pt x="1115913" y="42052"/>
                </a:lnTo>
                <a:lnTo>
                  <a:pt x="1115817" y="42025"/>
                </a:lnTo>
                <a:lnTo>
                  <a:pt x="1115717" y="41997"/>
                </a:lnTo>
                <a:lnTo>
                  <a:pt x="1115616" y="41971"/>
                </a:lnTo>
                <a:lnTo>
                  <a:pt x="1115511" y="41945"/>
                </a:lnTo>
                <a:lnTo>
                  <a:pt x="1115404" y="41919"/>
                </a:lnTo>
                <a:lnTo>
                  <a:pt x="1115294" y="41893"/>
                </a:lnTo>
                <a:lnTo>
                  <a:pt x="1115181" y="41868"/>
                </a:lnTo>
                <a:lnTo>
                  <a:pt x="1115066" y="41843"/>
                </a:lnTo>
                <a:lnTo>
                  <a:pt x="1114948" y="41819"/>
                </a:lnTo>
                <a:lnTo>
                  <a:pt x="1114827" y="41795"/>
                </a:lnTo>
                <a:lnTo>
                  <a:pt x="1114704" y="41771"/>
                </a:lnTo>
                <a:lnTo>
                  <a:pt x="1114578" y="41748"/>
                </a:lnTo>
                <a:lnTo>
                  <a:pt x="1114449" y="41725"/>
                </a:lnTo>
                <a:lnTo>
                  <a:pt x="1114318" y="41703"/>
                </a:lnTo>
                <a:lnTo>
                  <a:pt x="1114184" y="41681"/>
                </a:lnTo>
                <a:lnTo>
                  <a:pt x="1114047" y="41659"/>
                </a:lnTo>
                <a:lnTo>
                  <a:pt x="1113909" y="41638"/>
                </a:lnTo>
                <a:lnTo>
                  <a:pt x="1113771" y="41618"/>
                </a:lnTo>
                <a:lnTo>
                  <a:pt x="1113633" y="41599"/>
                </a:lnTo>
                <a:lnTo>
                  <a:pt x="1113495" y="41580"/>
                </a:lnTo>
                <a:lnTo>
                  <a:pt x="1113358" y="41563"/>
                </a:lnTo>
                <a:lnTo>
                  <a:pt x="1113220" y="41546"/>
                </a:lnTo>
                <a:lnTo>
                  <a:pt x="1113083" y="41531"/>
                </a:lnTo>
                <a:lnTo>
                  <a:pt x="1112946" y="41516"/>
                </a:lnTo>
                <a:lnTo>
                  <a:pt x="1112809" y="41502"/>
                </a:lnTo>
                <a:lnTo>
                  <a:pt x="1112672" y="41489"/>
                </a:lnTo>
                <a:lnTo>
                  <a:pt x="1112535" y="41477"/>
                </a:lnTo>
                <a:lnTo>
                  <a:pt x="1112399" y="41466"/>
                </a:lnTo>
                <a:lnTo>
                  <a:pt x="1112262" y="41455"/>
                </a:lnTo>
                <a:lnTo>
                  <a:pt x="1112126" y="41446"/>
                </a:lnTo>
                <a:lnTo>
                  <a:pt x="1111989" y="41437"/>
                </a:lnTo>
                <a:lnTo>
                  <a:pt x="1111853" y="41430"/>
                </a:lnTo>
                <a:lnTo>
                  <a:pt x="1111717" y="41423"/>
                </a:lnTo>
                <a:lnTo>
                  <a:pt x="1111581" y="41417"/>
                </a:lnTo>
                <a:lnTo>
                  <a:pt x="1111446" y="41412"/>
                </a:lnTo>
                <a:lnTo>
                  <a:pt x="1111310" y="41408"/>
                </a:lnTo>
                <a:lnTo>
                  <a:pt x="1111174" y="41405"/>
                </a:lnTo>
                <a:lnTo>
                  <a:pt x="1111039" y="41403"/>
                </a:lnTo>
                <a:lnTo>
                  <a:pt x="1110904" y="41402"/>
                </a:lnTo>
                <a:lnTo>
                  <a:pt x="1110769" y="41401"/>
                </a:lnTo>
                <a:lnTo>
                  <a:pt x="1110189" y="41406"/>
                </a:lnTo>
                <a:lnTo>
                  <a:pt x="1109615" y="41421"/>
                </a:lnTo>
                <a:lnTo>
                  <a:pt x="1109048" y="41445"/>
                </a:lnTo>
                <a:lnTo>
                  <a:pt x="1108488" y="41479"/>
                </a:lnTo>
                <a:lnTo>
                  <a:pt x="1107934" y="41523"/>
                </a:lnTo>
                <a:lnTo>
                  <a:pt x="1107387" y="41576"/>
                </a:lnTo>
                <a:lnTo>
                  <a:pt x="1106846" y="41639"/>
                </a:lnTo>
                <a:lnTo>
                  <a:pt x="1106312" y="41712"/>
                </a:lnTo>
                <a:lnTo>
                  <a:pt x="1105784" y="41795"/>
                </a:lnTo>
                <a:lnTo>
                  <a:pt x="1105263" y="41887"/>
                </a:lnTo>
                <a:lnTo>
                  <a:pt x="1104748" y="41989"/>
                </a:lnTo>
                <a:lnTo>
                  <a:pt x="1104240" y="42101"/>
                </a:lnTo>
                <a:lnTo>
                  <a:pt x="1103738" y="42223"/>
                </a:lnTo>
                <a:lnTo>
                  <a:pt x="1103243" y="42354"/>
                </a:lnTo>
                <a:lnTo>
                  <a:pt x="1102754" y="42495"/>
                </a:lnTo>
                <a:lnTo>
                  <a:pt x="1102272" y="42645"/>
                </a:lnTo>
                <a:lnTo>
                  <a:pt x="1101797" y="42806"/>
                </a:lnTo>
                <a:lnTo>
                  <a:pt x="1101328" y="42976"/>
                </a:lnTo>
                <a:lnTo>
                  <a:pt x="1100865" y="43156"/>
                </a:lnTo>
                <a:lnTo>
                  <a:pt x="1100409" y="43345"/>
                </a:lnTo>
                <a:lnTo>
                  <a:pt x="1099960" y="43544"/>
                </a:lnTo>
                <a:lnTo>
                  <a:pt x="1099517" y="43753"/>
                </a:lnTo>
                <a:lnTo>
                  <a:pt x="1099080" y="43972"/>
                </a:lnTo>
                <a:lnTo>
                  <a:pt x="1098650" y="44201"/>
                </a:lnTo>
                <a:lnTo>
                  <a:pt x="1098227" y="44438"/>
                </a:lnTo>
                <a:lnTo>
                  <a:pt x="1097810" y="44683"/>
                </a:lnTo>
                <a:lnTo>
                  <a:pt x="1097399" y="44936"/>
                </a:lnTo>
                <a:lnTo>
                  <a:pt x="1096994" y="45196"/>
                </a:lnTo>
                <a:lnTo>
                  <a:pt x="1096595" y="45465"/>
                </a:lnTo>
                <a:lnTo>
                  <a:pt x="1096203" y="45741"/>
                </a:lnTo>
                <a:lnTo>
                  <a:pt x="1095817" y="46025"/>
                </a:lnTo>
                <a:lnTo>
                  <a:pt x="1095438" y="46316"/>
                </a:lnTo>
                <a:lnTo>
                  <a:pt x="1095064" y="46616"/>
                </a:lnTo>
                <a:lnTo>
                  <a:pt x="1094697" y="46923"/>
                </a:lnTo>
                <a:lnTo>
                  <a:pt x="1094336" y="47239"/>
                </a:lnTo>
                <a:lnTo>
                  <a:pt x="1093982" y="47562"/>
                </a:lnTo>
                <a:lnTo>
                  <a:pt x="1093633" y="47892"/>
                </a:lnTo>
                <a:lnTo>
                  <a:pt x="1093291" y="48231"/>
                </a:lnTo>
                <a:lnTo>
                  <a:pt x="1092956" y="48577"/>
                </a:lnTo>
                <a:lnTo>
                  <a:pt x="1092626" y="48932"/>
                </a:lnTo>
                <a:lnTo>
                  <a:pt x="1092303" y="49294"/>
                </a:lnTo>
                <a:lnTo>
                  <a:pt x="1091986" y="49664"/>
                </a:lnTo>
                <a:lnTo>
                  <a:pt x="1091675" y="50041"/>
                </a:lnTo>
                <a:lnTo>
                  <a:pt x="1091371" y="50427"/>
                </a:lnTo>
                <a:lnTo>
                  <a:pt x="1091072" y="50820"/>
                </a:lnTo>
                <a:lnTo>
                  <a:pt x="1090780" y="51221"/>
                </a:lnTo>
                <a:lnTo>
                  <a:pt x="1090495" y="51630"/>
                </a:lnTo>
                <a:lnTo>
                  <a:pt x="1090215" y="52046"/>
                </a:lnTo>
                <a:lnTo>
                  <a:pt x="1089942" y="52470"/>
                </a:lnTo>
                <a:lnTo>
                  <a:pt x="1089675" y="52899"/>
                </a:lnTo>
                <a:lnTo>
                  <a:pt x="1089413" y="53334"/>
                </a:lnTo>
                <a:lnTo>
                  <a:pt x="1089157" y="53774"/>
                </a:lnTo>
                <a:lnTo>
                  <a:pt x="1088908" y="54221"/>
                </a:lnTo>
                <a:lnTo>
                  <a:pt x="1088664" y="54673"/>
                </a:lnTo>
                <a:lnTo>
                  <a:pt x="1088426" y="55131"/>
                </a:lnTo>
                <a:lnTo>
                  <a:pt x="1088293" y="55397"/>
                </a:lnTo>
                <a:lnTo>
                  <a:pt x="1088153" y="42875"/>
                </a:lnTo>
                <a:lnTo>
                  <a:pt x="1079534" y="42875"/>
                </a:lnTo>
                <a:lnTo>
                  <a:pt x="1079534" y="122583"/>
                </a:lnTo>
                <a:lnTo>
                  <a:pt x="1088300" y="122583"/>
                </a:lnTo>
                <a:lnTo>
                  <a:pt x="1088300" y="67703"/>
                </a:lnTo>
                <a:lnTo>
                  <a:pt x="1088302" y="67695"/>
                </a:lnTo>
                <a:lnTo>
                  <a:pt x="1088420" y="67276"/>
                </a:lnTo>
                <a:lnTo>
                  <a:pt x="1088542" y="66861"/>
                </a:lnTo>
                <a:lnTo>
                  <a:pt x="1088668" y="66448"/>
                </a:lnTo>
                <a:lnTo>
                  <a:pt x="1088800" y="66039"/>
                </a:lnTo>
                <a:close/>
                <a:moveTo>
                  <a:pt x="757808" y="74873"/>
                </a:moveTo>
                <a:lnTo>
                  <a:pt x="758358" y="74649"/>
                </a:lnTo>
                <a:lnTo>
                  <a:pt x="758903" y="74416"/>
                </a:lnTo>
                <a:lnTo>
                  <a:pt x="759442" y="74174"/>
                </a:lnTo>
                <a:lnTo>
                  <a:pt x="759975" y="73923"/>
                </a:lnTo>
                <a:lnTo>
                  <a:pt x="760501" y="73663"/>
                </a:lnTo>
                <a:lnTo>
                  <a:pt x="761022" y="73393"/>
                </a:lnTo>
                <a:lnTo>
                  <a:pt x="761537" y="73115"/>
                </a:lnTo>
                <a:lnTo>
                  <a:pt x="762045" y="72828"/>
                </a:lnTo>
                <a:lnTo>
                  <a:pt x="762548" y="72531"/>
                </a:lnTo>
                <a:lnTo>
                  <a:pt x="763045" y="72225"/>
                </a:lnTo>
                <a:lnTo>
                  <a:pt x="763535" y="71911"/>
                </a:lnTo>
                <a:lnTo>
                  <a:pt x="764020" y="71587"/>
                </a:lnTo>
                <a:lnTo>
                  <a:pt x="764499" y="71254"/>
                </a:lnTo>
                <a:lnTo>
                  <a:pt x="764971" y="70912"/>
                </a:lnTo>
                <a:lnTo>
                  <a:pt x="765437" y="70562"/>
                </a:lnTo>
                <a:lnTo>
                  <a:pt x="765894" y="70205"/>
                </a:lnTo>
                <a:lnTo>
                  <a:pt x="766342" y="69841"/>
                </a:lnTo>
                <a:lnTo>
                  <a:pt x="766781" y="69470"/>
                </a:lnTo>
                <a:lnTo>
                  <a:pt x="767212" y="69092"/>
                </a:lnTo>
                <a:lnTo>
                  <a:pt x="767635" y="68707"/>
                </a:lnTo>
                <a:lnTo>
                  <a:pt x="768049" y="68315"/>
                </a:lnTo>
                <a:lnTo>
                  <a:pt x="768454" y="67916"/>
                </a:lnTo>
                <a:lnTo>
                  <a:pt x="768851" y="67510"/>
                </a:lnTo>
                <a:lnTo>
                  <a:pt x="769239" y="67096"/>
                </a:lnTo>
                <a:lnTo>
                  <a:pt x="769619" y="66676"/>
                </a:lnTo>
                <a:lnTo>
                  <a:pt x="769990" y="66249"/>
                </a:lnTo>
                <a:lnTo>
                  <a:pt x="770353" y="65815"/>
                </a:lnTo>
                <a:lnTo>
                  <a:pt x="770707" y="65374"/>
                </a:lnTo>
                <a:lnTo>
                  <a:pt x="771052" y="64925"/>
                </a:lnTo>
                <a:lnTo>
                  <a:pt x="771389" y="64470"/>
                </a:lnTo>
                <a:lnTo>
                  <a:pt x="771717" y="64008"/>
                </a:lnTo>
                <a:lnTo>
                  <a:pt x="772037" y="63539"/>
                </a:lnTo>
                <a:lnTo>
                  <a:pt x="772348" y="63062"/>
                </a:lnTo>
                <a:lnTo>
                  <a:pt x="772650" y="62579"/>
                </a:lnTo>
                <a:lnTo>
                  <a:pt x="772944" y="62089"/>
                </a:lnTo>
                <a:lnTo>
                  <a:pt x="773230" y="61591"/>
                </a:lnTo>
                <a:lnTo>
                  <a:pt x="773506" y="61087"/>
                </a:lnTo>
                <a:lnTo>
                  <a:pt x="773775" y="60576"/>
                </a:lnTo>
                <a:lnTo>
                  <a:pt x="774033" y="60058"/>
                </a:lnTo>
                <a:lnTo>
                  <a:pt x="774281" y="59536"/>
                </a:lnTo>
                <a:lnTo>
                  <a:pt x="774517" y="59008"/>
                </a:lnTo>
                <a:lnTo>
                  <a:pt x="774743" y="58476"/>
                </a:lnTo>
                <a:lnTo>
                  <a:pt x="774957" y="57939"/>
                </a:lnTo>
                <a:lnTo>
                  <a:pt x="775161" y="57398"/>
                </a:lnTo>
                <a:lnTo>
                  <a:pt x="775353" y="56851"/>
                </a:lnTo>
                <a:lnTo>
                  <a:pt x="775535" y="56299"/>
                </a:lnTo>
                <a:lnTo>
                  <a:pt x="775705" y="55743"/>
                </a:lnTo>
                <a:lnTo>
                  <a:pt x="775865" y="55182"/>
                </a:lnTo>
                <a:lnTo>
                  <a:pt x="776013" y="54616"/>
                </a:lnTo>
                <a:lnTo>
                  <a:pt x="776151" y="54045"/>
                </a:lnTo>
                <a:lnTo>
                  <a:pt x="776277" y="53469"/>
                </a:lnTo>
                <a:lnTo>
                  <a:pt x="776392" y="52889"/>
                </a:lnTo>
                <a:lnTo>
                  <a:pt x="776497" y="52303"/>
                </a:lnTo>
                <a:lnTo>
                  <a:pt x="776590" y="51713"/>
                </a:lnTo>
                <a:lnTo>
                  <a:pt x="776673" y="51118"/>
                </a:lnTo>
                <a:lnTo>
                  <a:pt x="776744" y="50518"/>
                </a:lnTo>
                <a:lnTo>
                  <a:pt x="776805" y="49913"/>
                </a:lnTo>
                <a:lnTo>
                  <a:pt x="776854" y="49303"/>
                </a:lnTo>
                <a:lnTo>
                  <a:pt x="776893" y="48689"/>
                </a:lnTo>
                <a:lnTo>
                  <a:pt x="776920" y="48069"/>
                </a:lnTo>
                <a:lnTo>
                  <a:pt x="776937" y="47445"/>
                </a:lnTo>
                <a:lnTo>
                  <a:pt x="776942" y="46816"/>
                </a:lnTo>
                <a:lnTo>
                  <a:pt x="776935" y="45969"/>
                </a:lnTo>
                <a:lnTo>
                  <a:pt x="776911" y="45133"/>
                </a:lnTo>
                <a:lnTo>
                  <a:pt x="776873" y="44309"/>
                </a:lnTo>
                <a:lnTo>
                  <a:pt x="776819" y="43495"/>
                </a:lnTo>
                <a:lnTo>
                  <a:pt x="776749" y="42693"/>
                </a:lnTo>
                <a:lnTo>
                  <a:pt x="776664" y="41902"/>
                </a:lnTo>
                <a:lnTo>
                  <a:pt x="776563" y="41122"/>
                </a:lnTo>
                <a:lnTo>
                  <a:pt x="776447" y="40353"/>
                </a:lnTo>
                <a:lnTo>
                  <a:pt x="776316" y="39595"/>
                </a:lnTo>
                <a:lnTo>
                  <a:pt x="776169" y="38848"/>
                </a:lnTo>
                <a:lnTo>
                  <a:pt x="776006" y="38113"/>
                </a:lnTo>
                <a:lnTo>
                  <a:pt x="775828" y="37388"/>
                </a:lnTo>
                <a:lnTo>
                  <a:pt x="775635" y="36675"/>
                </a:lnTo>
                <a:lnTo>
                  <a:pt x="775426" y="35972"/>
                </a:lnTo>
                <a:lnTo>
                  <a:pt x="775201" y="35281"/>
                </a:lnTo>
                <a:lnTo>
                  <a:pt x="774962" y="34601"/>
                </a:lnTo>
                <a:lnTo>
                  <a:pt x="774706" y="33932"/>
                </a:lnTo>
                <a:lnTo>
                  <a:pt x="774435" y="33275"/>
                </a:lnTo>
                <a:lnTo>
                  <a:pt x="774149" y="32628"/>
                </a:lnTo>
                <a:lnTo>
                  <a:pt x="773847" y="31992"/>
                </a:lnTo>
                <a:lnTo>
                  <a:pt x="773530" y="31368"/>
                </a:lnTo>
                <a:lnTo>
                  <a:pt x="773197" y="30755"/>
                </a:lnTo>
                <a:lnTo>
                  <a:pt x="772849" y="30153"/>
                </a:lnTo>
                <a:lnTo>
                  <a:pt x="772486" y="29561"/>
                </a:lnTo>
                <a:lnTo>
                  <a:pt x="772108" y="28982"/>
                </a:lnTo>
                <a:lnTo>
                  <a:pt x="771717" y="28414"/>
                </a:lnTo>
                <a:lnTo>
                  <a:pt x="771314" y="27858"/>
                </a:lnTo>
                <a:lnTo>
                  <a:pt x="770898" y="27314"/>
                </a:lnTo>
                <a:lnTo>
                  <a:pt x="770469" y="26782"/>
                </a:lnTo>
                <a:lnTo>
                  <a:pt x="770027" y="26261"/>
                </a:lnTo>
                <a:lnTo>
                  <a:pt x="769572" y="25753"/>
                </a:lnTo>
                <a:lnTo>
                  <a:pt x="769105" y="25256"/>
                </a:lnTo>
                <a:lnTo>
                  <a:pt x="768625" y="24772"/>
                </a:lnTo>
                <a:lnTo>
                  <a:pt x="768132" y="24299"/>
                </a:lnTo>
                <a:lnTo>
                  <a:pt x="767626" y="23838"/>
                </a:lnTo>
                <a:lnTo>
                  <a:pt x="767108" y="23389"/>
                </a:lnTo>
                <a:lnTo>
                  <a:pt x="766577" y="22952"/>
                </a:lnTo>
                <a:lnTo>
                  <a:pt x="766032" y="22527"/>
                </a:lnTo>
                <a:lnTo>
                  <a:pt x="765476" y="22113"/>
                </a:lnTo>
                <a:lnTo>
                  <a:pt x="764906" y="21712"/>
                </a:lnTo>
                <a:lnTo>
                  <a:pt x="764324" y="21322"/>
                </a:lnTo>
                <a:lnTo>
                  <a:pt x="763728" y="20944"/>
                </a:lnTo>
                <a:lnTo>
                  <a:pt x="763120" y="20579"/>
                </a:lnTo>
                <a:lnTo>
                  <a:pt x="762499" y="20225"/>
                </a:lnTo>
                <a:lnTo>
                  <a:pt x="761866" y="19883"/>
                </a:lnTo>
                <a:lnTo>
                  <a:pt x="761219" y="19553"/>
                </a:lnTo>
                <a:lnTo>
                  <a:pt x="760560" y="19234"/>
                </a:lnTo>
                <a:lnTo>
                  <a:pt x="759888" y="18928"/>
                </a:lnTo>
                <a:lnTo>
                  <a:pt x="759205" y="18634"/>
                </a:lnTo>
                <a:lnTo>
                  <a:pt x="758510" y="18352"/>
                </a:lnTo>
                <a:lnTo>
                  <a:pt x="757806" y="18083"/>
                </a:lnTo>
                <a:lnTo>
                  <a:pt x="757090" y="17826"/>
                </a:lnTo>
                <a:lnTo>
                  <a:pt x="756364" y="17582"/>
                </a:lnTo>
                <a:lnTo>
                  <a:pt x="755627" y="17351"/>
                </a:lnTo>
                <a:lnTo>
                  <a:pt x="754880" y="17132"/>
                </a:lnTo>
                <a:lnTo>
                  <a:pt x="754122" y="16925"/>
                </a:lnTo>
                <a:lnTo>
                  <a:pt x="753353" y="16731"/>
                </a:lnTo>
                <a:lnTo>
                  <a:pt x="752574" y="16550"/>
                </a:lnTo>
                <a:lnTo>
                  <a:pt x="751784" y="16381"/>
                </a:lnTo>
                <a:lnTo>
                  <a:pt x="750984" y="16224"/>
                </a:lnTo>
                <a:lnTo>
                  <a:pt x="750173" y="16080"/>
                </a:lnTo>
                <a:lnTo>
                  <a:pt x="749351" y="15949"/>
                </a:lnTo>
                <a:lnTo>
                  <a:pt x="748519" y="15830"/>
                </a:lnTo>
                <a:lnTo>
                  <a:pt x="747676" y="15723"/>
                </a:lnTo>
                <a:lnTo>
                  <a:pt x="746822" y="15630"/>
                </a:lnTo>
                <a:lnTo>
                  <a:pt x="745958" y="15548"/>
                </a:lnTo>
                <a:lnTo>
                  <a:pt x="745084" y="15479"/>
                </a:lnTo>
                <a:lnTo>
                  <a:pt x="744198" y="15423"/>
                </a:lnTo>
                <a:lnTo>
                  <a:pt x="743302" y="15379"/>
                </a:lnTo>
                <a:lnTo>
                  <a:pt x="742396" y="15348"/>
                </a:lnTo>
                <a:lnTo>
                  <a:pt x="741478" y="15329"/>
                </a:lnTo>
                <a:lnTo>
                  <a:pt x="740551" y="15323"/>
                </a:lnTo>
                <a:lnTo>
                  <a:pt x="705706" y="15323"/>
                </a:lnTo>
                <a:lnTo>
                  <a:pt x="705706" y="122583"/>
                </a:lnTo>
                <a:lnTo>
                  <a:pt x="714841" y="122583"/>
                </a:lnTo>
                <a:lnTo>
                  <a:pt x="714841" y="77793"/>
                </a:lnTo>
                <a:lnTo>
                  <a:pt x="746035" y="77793"/>
                </a:lnTo>
                <a:lnTo>
                  <a:pt x="771933" y="122583"/>
                </a:lnTo>
                <a:lnTo>
                  <a:pt x="781583" y="122583"/>
                </a:lnTo>
                <a:lnTo>
                  <a:pt x="781583" y="121625"/>
                </a:lnTo>
                <a:lnTo>
                  <a:pt x="754770" y="75913"/>
                </a:lnTo>
                <a:lnTo>
                  <a:pt x="754963" y="75857"/>
                </a:lnTo>
                <a:lnTo>
                  <a:pt x="755544" y="75679"/>
                </a:lnTo>
                <a:lnTo>
                  <a:pt x="756119" y="75491"/>
                </a:lnTo>
                <a:lnTo>
                  <a:pt x="756688" y="75294"/>
                </a:lnTo>
                <a:lnTo>
                  <a:pt x="757251" y="75088"/>
                </a:lnTo>
                <a:lnTo>
                  <a:pt x="757808" y="74873"/>
                </a:lnTo>
                <a:close/>
                <a:moveTo>
                  <a:pt x="742718" y="23176"/>
                </a:moveTo>
                <a:lnTo>
                  <a:pt x="743422" y="23211"/>
                </a:lnTo>
                <a:lnTo>
                  <a:pt x="744116" y="23256"/>
                </a:lnTo>
                <a:lnTo>
                  <a:pt x="744800" y="23311"/>
                </a:lnTo>
                <a:lnTo>
                  <a:pt x="745475" y="23376"/>
                </a:lnTo>
                <a:lnTo>
                  <a:pt x="746141" y="23450"/>
                </a:lnTo>
                <a:lnTo>
                  <a:pt x="746797" y="23535"/>
                </a:lnTo>
                <a:lnTo>
                  <a:pt x="747444" y="23630"/>
                </a:lnTo>
                <a:lnTo>
                  <a:pt x="748081" y="23734"/>
                </a:lnTo>
                <a:lnTo>
                  <a:pt x="748709" y="23849"/>
                </a:lnTo>
                <a:lnTo>
                  <a:pt x="749328" y="23973"/>
                </a:lnTo>
                <a:lnTo>
                  <a:pt x="749937" y="24108"/>
                </a:lnTo>
                <a:lnTo>
                  <a:pt x="750536" y="24252"/>
                </a:lnTo>
                <a:lnTo>
                  <a:pt x="751126" y="24407"/>
                </a:lnTo>
                <a:lnTo>
                  <a:pt x="751707" y="24571"/>
                </a:lnTo>
                <a:lnTo>
                  <a:pt x="752278" y="24745"/>
                </a:lnTo>
                <a:lnTo>
                  <a:pt x="752839" y="24929"/>
                </a:lnTo>
                <a:lnTo>
                  <a:pt x="753391" y="25124"/>
                </a:lnTo>
                <a:lnTo>
                  <a:pt x="753934" y="25328"/>
                </a:lnTo>
                <a:lnTo>
                  <a:pt x="754467" y="25542"/>
                </a:lnTo>
                <a:lnTo>
                  <a:pt x="754991" y="25766"/>
                </a:lnTo>
                <a:lnTo>
                  <a:pt x="755505" y="26000"/>
                </a:lnTo>
                <a:lnTo>
                  <a:pt x="756009" y="26243"/>
                </a:lnTo>
                <a:lnTo>
                  <a:pt x="756503" y="26495"/>
                </a:lnTo>
                <a:lnTo>
                  <a:pt x="756987" y="26756"/>
                </a:lnTo>
                <a:lnTo>
                  <a:pt x="757460" y="27025"/>
                </a:lnTo>
                <a:lnTo>
                  <a:pt x="757923" y="27302"/>
                </a:lnTo>
                <a:lnTo>
                  <a:pt x="758376" y="27588"/>
                </a:lnTo>
                <a:lnTo>
                  <a:pt x="758818" y="27883"/>
                </a:lnTo>
                <a:lnTo>
                  <a:pt x="759250" y="28186"/>
                </a:lnTo>
                <a:lnTo>
                  <a:pt x="759671" y="28498"/>
                </a:lnTo>
                <a:lnTo>
                  <a:pt x="760083" y="28818"/>
                </a:lnTo>
                <a:lnTo>
                  <a:pt x="760483" y="29147"/>
                </a:lnTo>
                <a:lnTo>
                  <a:pt x="760874" y="29485"/>
                </a:lnTo>
                <a:lnTo>
                  <a:pt x="761254" y="29831"/>
                </a:lnTo>
                <a:lnTo>
                  <a:pt x="761623" y="30186"/>
                </a:lnTo>
                <a:lnTo>
                  <a:pt x="761983" y="30549"/>
                </a:lnTo>
                <a:lnTo>
                  <a:pt x="762332" y="30920"/>
                </a:lnTo>
                <a:lnTo>
                  <a:pt x="762670" y="31301"/>
                </a:lnTo>
                <a:lnTo>
                  <a:pt x="762999" y="31690"/>
                </a:lnTo>
                <a:lnTo>
                  <a:pt x="763316" y="32087"/>
                </a:lnTo>
                <a:lnTo>
                  <a:pt x="763624" y="32493"/>
                </a:lnTo>
                <a:lnTo>
                  <a:pt x="763921" y="32908"/>
                </a:lnTo>
                <a:lnTo>
                  <a:pt x="764208" y="33331"/>
                </a:lnTo>
                <a:lnTo>
                  <a:pt x="764484" y="33762"/>
                </a:lnTo>
                <a:lnTo>
                  <a:pt x="764750" y="34203"/>
                </a:lnTo>
                <a:lnTo>
                  <a:pt x="765006" y="34650"/>
                </a:lnTo>
                <a:lnTo>
                  <a:pt x="765250" y="35105"/>
                </a:lnTo>
                <a:lnTo>
                  <a:pt x="765484" y="35566"/>
                </a:lnTo>
                <a:lnTo>
                  <a:pt x="765707" y="36034"/>
                </a:lnTo>
                <a:lnTo>
                  <a:pt x="765919" y="36509"/>
                </a:lnTo>
                <a:lnTo>
                  <a:pt x="766120" y="36990"/>
                </a:lnTo>
                <a:lnTo>
                  <a:pt x="766310" y="37479"/>
                </a:lnTo>
                <a:lnTo>
                  <a:pt x="766490" y="37974"/>
                </a:lnTo>
                <a:lnTo>
                  <a:pt x="766658" y="38475"/>
                </a:lnTo>
                <a:lnTo>
                  <a:pt x="766816" y="38984"/>
                </a:lnTo>
                <a:lnTo>
                  <a:pt x="766963" y="39500"/>
                </a:lnTo>
                <a:lnTo>
                  <a:pt x="767099" y="40022"/>
                </a:lnTo>
                <a:lnTo>
                  <a:pt x="767224" y="40551"/>
                </a:lnTo>
                <a:lnTo>
                  <a:pt x="767338" y="41086"/>
                </a:lnTo>
                <a:lnTo>
                  <a:pt x="767441" y="41629"/>
                </a:lnTo>
                <a:lnTo>
                  <a:pt x="767533" y="42178"/>
                </a:lnTo>
                <a:lnTo>
                  <a:pt x="767615" y="42734"/>
                </a:lnTo>
                <a:lnTo>
                  <a:pt x="767686" y="43297"/>
                </a:lnTo>
                <a:lnTo>
                  <a:pt x="767745" y="43866"/>
                </a:lnTo>
                <a:lnTo>
                  <a:pt x="767794" y="44443"/>
                </a:lnTo>
                <a:lnTo>
                  <a:pt x="767832" y="45026"/>
                </a:lnTo>
                <a:lnTo>
                  <a:pt x="767860" y="45616"/>
                </a:lnTo>
                <a:lnTo>
                  <a:pt x="767876" y="46212"/>
                </a:lnTo>
                <a:lnTo>
                  <a:pt x="767881" y="46816"/>
                </a:lnTo>
                <a:lnTo>
                  <a:pt x="767876" y="47323"/>
                </a:lnTo>
                <a:lnTo>
                  <a:pt x="767862" y="47828"/>
                </a:lnTo>
                <a:lnTo>
                  <a:pt x="767837" y="48329"/>
                </a:lnTo>
                <a:lnTo>
                  <a:pt x="767803" y="48828"/>
                </a:lnTo>
                <a:lnTo>
                  <a:pt x="767758" y="49324"/>
                </a:lnTo>
                <a:lnTo>
                  <a:pt x="767704" y="49818"/>
                </a:lnTo>
                <a:lnTo>
                  <a:pt x="767640" y="50308"/>
                </a:lnTo>
                <a:lnTo>
                  <a:pt x="767566" y="50796"/>
                </a:lnTo>
                <a:lnTo>
                  <a:pt x="767482" y="51281"/>
                </a:lnTo>
                <a:lnTo>
                  <a:pt x="767389" y="51763"/>
                </a:lnTo>
                <a:lnTo>
                  <a:pt x="767286" y="52242"/>
                </a:lnTo>
                <a:lnTo>
                  <a:pt x="767172" y="52718"/>
                </a:lnTo>
                <a:lnTo>
                  <a:pt x="767049" y="53192"/>
                </a:lnTo>
                <a:lnTo>
                  <a:pt x="766916" y="53663"/>
                </a:lnTo>
                <a:lnTo>
                  <a:pt x="766773" y="54131"/>
                </a:lnTo>
                <a:lnTo>
                  <a:pt x="766621" y="54596"/>
                </a:lnTo>
                <a:lnTo>
                  <a:pt x="766458" y="55058"/>
                </a:lnTo>
                <a:lnTo>
                  <a:pt x="766286" y="55518"/>
                </a:lnTo>
                <a:lnTo>
                  <a:pt x="766104" y="55975"/>
                </a:lnTo>
                <a:lnTo>
                  <a:pt x="765912" y="56428"/>
                </a:lnTo>
                <a:lnTo>
                  <a:pt x="765710" y="56879"/>
                </a:lnTo>
                <a:lnTo>
                  <a:pt x="765498" y="57328"/>
                </a:lnTo>
                <a:lnTo>
                  <a:pt x="765277" y="57773"/>
                </a:lnTo>
                <a:lnTo>
                  <a:pt x="765045" y="58216"/>
                </a:lnTo>
                <a:lnTo>
                  <a:pt x="764804" y="58654"/>
                </a:lnTo>
                <a:lnTo>
                  <a:pt x="764553" y="59084"/>
                </a:lnTo>
                <a:lnTo>
                  <a:pt x="764293" y="59508"/>
                </a:lnTo>
                <a:lnTo>
                  <a:pt x="764023" y="59925"/>
                </a:lnTo>
                <a:lnTo>
                  <a:pt x="763743" y="60334"/>
                </a:lnTo>
                <a:lnTo>
                  <a:pt x="763454" y="60737"/>
                </a:lnTo>
                <a:lnTo>
                  <a:pt x="763156" y="61133"/>
                </a:lnTo>
                <a:lnTo>
                  <a:pt x="762847" y="61521"/>
                </a:lnTo>
                <a:lnTo>
                  <a:pt x="762529" y="61903"/>
                </a:lnTo>
                <a:lnTo>
                  <a:pt x="762202" y="62277"/>
                </a:lnTo>
                <a:lnTo>
                  <a:pt x="761865" y="62645"/>
                </a:lnTo>
                <a:lnTo>
                  <a:pt x="761518" y="63005"/>
                </a:lnTo>
                <a:lnTo>
                  <a:pt x="761162" y="63359"/>
                </a:lnTo>
                <a:lnTo>
                  <a:pt x="760796" y="63705"/>
                </a:lnTo>
                <a:lnTo>
                  <a:pt x="760421" y="64045"/>
                </a:lnTo>
                <a:lnTo>
                  <a:pt x="760036" y="64377"/>
                </a:lnTo>
                <a:lnTo>
                  <a:pt x="759641" y="64703"/>
                </a:lnTo>
                <a:lnTo>
                  <a:pt x="759237" y="65021"/>
                </a:lnTo>
                <a:lnTo>
                  <a:pt x="758823" y="65333"/>
                </a:lnTo>
                <a:lnTo>
                  <a:pt x="758400" y="65637"/>
                </a:lnTo>
                <a:lnTo>
                  <a:pt x="757967" y="65934"/>
                </a:lnTo>
                <a:lnTo>
                  <a:pt x="757524" y="66225"/>
                </a:lnTo>
                <a:lnTo>
                  <a:pt x="757072" y="66508"/>
                </a:lnTo>
                <a:lnTo>
                  <a:pt x="756610" y="66784"/>
                </a:lnTo>
                <a:lnTo>
                  <a:pt x="756139" y="67051"/>
                </a:lnTo>
                <a:lnTo>
                  <a:pt x="755658" y="67307"/>
                </a:lnTo>
                <a:lnTo>
                  <a:pt x="755167" y="67552"/>
                </a:lnTo>
                <a:lnTo>
                  <a:pt x="754666" y="67785"/>
                </a:lnTo>
                <a:lnTo>
                  <a:pt x="754156" y="68006"/>
                </a:lnTo>
                <a:lnTo>
                  <a:pt x="753636" y="68217"/>
                </a:lnTo>
                <a:lnTo>
                  <a:pt x="753106" y="68415"/>
                </a:lnTo>
                <a:lnTo>
                  <a:pt x="752567" y="68603"/>
                </a:lnTo>
                <a:lnTo>
                  <a:pt x="752017" y="68779"/>
                </a:lnTo>
                <a:lnTo>
                  <a:pt x="751459" y="68944"/>
                </a:lnTo>
                <a:lnTo>
                  <a:pt x="750890" y="69097"/>
                </a:lnTo>
                <a:lnTo>
                  <a:pt x="750312" y="69240"/>
                </a:lnTo>
                <a:lnTo>
                  <a:pt x="749724" y="69370"/>
                </a:lnTo>
                <a:lnTo>
                  <a:pt x="749126" y="69490"/>
                </a:lnTo>
                <a:lnTo>
                  <a:pt x="748518" y="69598"/>
                </a:lnTo>
                <a:lnTo>
                  <a:pt x="747901" y="69694"/>
                </a:lnTo>
                <a:lnTo>
                  <a:pt x="747274" y="69779"/>
                </a:lnTo>
                <a:lnTo>
                  <a:pt x="746637" y="69853"/>
                </a:lnTo>
                <a:lnTo>
                  <a:pt x="745991" y="69916"/>
                </a:lnTo>
                <a:lnTo>
                  <a:pt x="745335" y="69967"/>
                </a:lnTo>
                <a:lnTo>
                  <a:pt x="744669" y="70007"/>
                </a:lnTo>
                <a:lnTo>
                  <a:pt x="743994" y="70035"/>
                </a:lnTo>
                <a:lnTo>
                  <a:pt x="743308" y="70052"/>
                </a:lnTo>
                <a:lnTo>
                  <a:pt x="742613" y="70058"/>
                </a:lnTo>
                <a:lnTo>
                  <a:pt x="714841" y="70058"/>
                </a:lnTo>
                <a:lnTo>
                  <a:pt x="714841" y="23132"/>
                </a:lnTo>
                <a:lnTo>
                  <a:pt x="740551" y="23132"/>
                </a:lnTo>
                <a:lnTo>
                  <a:pt x="741283" y="23137"/>
                </a:lnTo>
                <a:lnTo>
                  <a:pt x="742005" y="23152"/>
                </a:lnTo>
                <a:lnTo>
                  <a:pt x="742718" y="23176"/>
                </a:lnTo>
                <a:close/>
                <a:moveTo>
                  <a:pt x="677011" y="7588"/>
                </a:moveTo>
                <a:lnTo>
                  <a:pt x="692481" y="7588"/>
                </a:lnTo>
                <a:lnTo>
                  <a:pt x="692481" y="0"/>
                </a:lnTo>
                <a:lnTo>
                  <a:pt x="668171" y="0"/>
                </a:lnTo>
                <a:lnTo>
                  <a:pt x="668171" y="145567"/>
                </a:lnTo>
                <a:lnTo>
                  <a:pt x="692481" y="145567"/>
                </a:lnTo>
                <a:lnTo>
                  <a:pt x="692481" y="137980"/>
                </a:lnTo>
                <a:lnTo>
                  <a:pt x="677011" y="137980"/>
                </a:lnTo>
                <a:lnTo>
                  <a:pt x="677011" y="7588"/>
                </a:lnTo>
                <a:close/>
                <a:moveTo>
                  <a:pt x="860386" y="75242"/>
                </a:moveTo>
                <a:lnTo>
                  <a:pt x="860354" y="74595"/>
                </a:lnTo>
                <a:lnTo>
                  <a:pt x="860314" y="73953"/>
                </a:lnTo>
                <a:lnTo>
                  <a:pt x="860268" y="73316"/>
                </a:lnTo>
                <a:lnTo>
                  <a:pt x="860214" y="72683"/>
                </a:lnTo>
                <a:lnTo>
                  <a:pt x="860153" y="72055"/>
                </a:lnTo>
                <a:lnTo>
                  <a:pt x="860085" y="71432"/>
                </a:lnTo>
                <a:lnTo>
                  <a:pt x="860010" y="70814"/>
                </a:lnTo>
                <a:lnTo>
                  <a:pt x="859927" y="70200"/>
                </a:lnTo>
                <a:lnTo>
                  <a:pt x="859838" y="69591"/>
                </a:lnTo>
                <a:lnTo>
                  <a:pt x="859741" y="68987"/>
                </a:lnTo>
                <a:lnTo>
                  <a:pt x="859637" y="68387"/>
                </a:lnTo>
                <a:lnTo>
                  <a:pt x="859526" y="67793"/>
                </a:lnTo>
                <a:lnTo>
                  <a:pt x="859408" y="67203"/>
                </a:lnTo>
                <a:lnTo>
                  <a:pt x="859283" y="66617"/>
                </a:lnTo>
                <a:lnTo>
                  <a:pt x="859150" y="66037"/>
                </a:lnTo>
                <a:lnTo>
                  <a:pt x="859011" y="65461"/>
                </a:lnTo>
                <a:lnTo>
                  <a:pt x="858864" y="64890"/>
                </a:lnTo>
                <a:lnTo>
                  <a:pt x="858710" y="64323"/>
                </a:lnTo>
                <a:lnTo>
                  <a:pt x="858549" y="63762"/>
                </a:lnTo>
                <a:lnTo>
                  <a:pt x="858380" y="63205"/>
                </a:lnTo>
                <a:lnTo>
                  <a:pt x="858205" y="62653"/>
                </a:lnTo>
                <a:lnTo>
                  <a:pt x="858023" y="62108"/>
                </a:lnTo>
                <a:lnTo>
                  <a:pt x="857834" y="61568"/>
                </a:lnTo>
                <a:lnTo>
                  <a:pt x="857638" y="61035"/>
                </a:lnTo>
                <a:lnTo>
                  <a:pt x="857435" y="60508"/>
                </a:lnTo>
                <a:lnTo>
                  <a:pt x="857225" y="59987"/>
                </a:lnTo>
                <a:lnTo>
                  <a:pt x="857008" y="59472"/>
                </a:lnTo>
                <a:lnTo>
                  <a:pt x="856784" y="58964"/>
                </a:lnTo>
                <a:lnTo>
                  <a:pt x="856554" y="58461"/>
                </a:lnTo>
                <a:lnTo>
                  <a:pt x="856316" y="57965"/>
                </a:lnTo>
                <a:lnTo>
                  <a:pt x="856072" y="57475"/>
                </a:lnTo>
                <a:lnTo>
                  <a:pt x="855820" y="56991"/>
                </a:lnTo>
                <a:lnTo>
                  <a:pt x="855562" y="56513"/>
                </a:lnTo>
                <a:lnTo>
                  <a:pt x="855297" y="56041"/>
                </a:lnTo>
                <a:lnTo>
                  <a:pt x="855025" y="55575"/>
                </a:lnTo>
                <a:lnTo>
                  <a:pt x="854746" y="55115"/>
                </a:lnTo>
                <a:lnTo>
                  <a:pt x="854460" y="54662"/>
                </a:lnTo>
                <a:lnTo>
                  <a:pt x="854167" y="54215"/>
                </a:lnTo>
                <a:lnTo>
                  <a:pt x="853868" y="53773"/>
                </a:lnTo>
                <a:lnTo>
                  <a:pt x="853561" y="53338"/>
                </a:lnTo>
                <a:lnTo>
                  <a:pt x="853248" y="52909"/>
                </a:lnTo>
                <a:lnTo>
                  <a:pt x="852927" y="52487"/>
                </a:lnTo>
                <a:lnTo>
                  <a:pt x="852600" y="52070"/>
                </a:lnTo>
                <a:lnTo>
                  <a:pt x="852266" y="51659"/>
                </a:lnTo>
                <a:lnTo>
                  <a:pt x="851925" y="51256"/>
                </a:lnTo>
                <a:lnTo>
                  <a:pt x="851578" y="50860"/>
                </a:lnTo>
                <a:lnTo>
                  <a:pt x="851225" y="50471"/>
                </a:lnTo>
                <a:lnTo>
                  <a:pt x="850865" y="50091"/>
                </a:lnTo>
                <a:lnTo>
                  <a:pt x="850499" y="49718"/>
                </a:lnTo>
                <a:lnTo>
                  <a:pt x="850127" y="49352"/>
                </a:lnTo>
                <a:lnTo>
                  <a:pt x="849749" y="48995"/>
                </a:lnTo>
                <a:lnTo>
                  <a:pt x="849364" y="48645"/>
                </a:lnTo>
                <a:lnTo>
                  <a:pt x="848973" y="48302"/>
                </a:lnTo>
                <a:lnTo>
                  <a:pt x="848576" y="47968"/>
                </a:lnTo>
                <a:lnTo>
                  <a:pt x="848173" y="47641"/>
                </a:lnTo>
                <a:lnTo>
                  <a:pt x="847763" y="47321"/>
                </a:lnTo>
                <a:lnTo>
                  <a:pt x="847347" y="47009"/>
                </a:lnTo>
                <a:lnTo>
                  <a:pt x="846925" y="46705"/>
                </a:lnTo>
                <a:lnTo>
                  <a:pt x="846496" y="46409"/>
                </a:lnTo>
                <a:lnTo>
                  <a:pt x="846061" y="46120"/>
                </a:lnTo>
                <a:lnTo>
                  <a:pt x="845620" y="45839"/>
                </a:lnTo>
                <a:lnTo>
                  <a:pt x="845173" y="45565"/>
                </a:lnTo>
                <a:lnTo>
                  <a:pt x="844720" y="45300"/>
                </a:lnTo>
                <a:lnTo>
                  <a:pt x="844260" y="45042"/>
                </a:lnTo>
                <a:lnTo>
                  <a:pt x="843794" y="44791"/>
                </a:lnTo>
                <a:lnTo>
                  <a:pt x="843321" y="44548"/>
                </a:lnTo>
                <a:lnTo>
                  <a:pt x="842843" y="44313"/>
                </a:lnTo>
                <a:lnTo>
                  <a:pt x="842358" y="44085"/>
                </a:lnTo>
                <a:lnTo>
                  <a:pt x="841867" y="43866"/>
                </a:lnTo>
                <a:lnTo>
                  <a:pt x="841370" y="43657"/>
                </a:lnTo>
                <a:lnTo>
                  <a:pt x="840866" y="43456"/>
                </a:lnTo>
                <a:lnTo>
                  <a:pt x="840357" y="43265"/>
                </a:lnTo>
                <a:lnTo>
                  <a:pt x="839842" y="43084"/>
                </a:lnTo>
                <a:lnTo>
                  <a:pt x="839321" y="42911"/>
                </a:lnTo>
                <a:lnTo>
                  <a:pt x="838794" y="42748"/>
                </a:lnTo>
                <a:lnTo>
                  <a:pt x="838261" y="42594"/>
                </a:lnTo>
                <a:lnTo>
                  <a:pt x="837722" y="42450"/>
                </a:lnTo>
                <a:lnTo>
                  <a:pt x="837177" y="42315"/>
                </a:lnTo>
                <a:lnTo>
                  <a:pt x="836625" y="42189"/>
                </a:lnTo>
                <a:lnTo>
                  <a:pt x="836068" y="42072"/>
                </a:lnTo>
                <a:lnTo>
                  <a:pt x="835505" y="41965"/>
                </a:lnTo>
                <a:lnTo>
                  <a:pt x="834936" y="41867"/>
                </a:lnTo>
                <a:lnTo>
                  <a:pt x="834361" y="41779"/>
                </a:lnTo>
                <a:lnTo>
                  <a:pt x="833779" y="41699"/>
                </a:lnTo>
                <a:lnTo>
                  <a:pt x="833192" y="41630"/>
                </a:lnTo>
                <a:lnTo>
                  <a:pt x="832599" y="41569"/>
                </a:lnTo>
                <a:lnTo>
                  <a:pt x="832000" y="41518"/>
                </a:lnTo>
                <a:lnTo>
                  <a:pt x="831394" y="41476"/>
                </a:lnTo>
                <a:lnTo>
                  <a:pt x="830783" y="41443"/>
                </a:lnTo>
                <a:lnTo>
                  <a:pt x="830166" y="41420"/>
                </a:lnTo>
                <a:lnTo>
                  <a:pt x="829543" y="41406"/>
                </a:lnTo>
                <a:lnTo>
                  <a:pt x="828913" y="41401"/>
                </a:lnTo>
                <a:lnTo>
                  <a:pt x="828344" y="41406"/>
                </a:lnTo>
                <a:lnTo>
                  <a:pt x="827776" y="41421"/>
                </a:lnTo>
                <a:lnTo>
                  <a:pt x="827211" y="41445"/>
                </a:lnTo>
                <a:lnTo>
                  <a:pt x="826649" y="41479"/>
                </a:lnTo>
                <a:lnTo>
                  <a:pt x="826089" y="41523"/>
                </a:lnTo>
                <a:lnTo>
                  <a:pt x="825531" y="41576"/>
                </a:lnTo>
                <a:lnTo>
                  <a:pt x="824976" y="41639"/>
                </a:lnTo>
                <a:lnTo>
                  <a:pt x="824424" y="41712"/>
                </a:lnTo>
                <a:lnTo>
                  <a:pt x="823873" y="41795"/>
                </a:lnTo>
                <a:lnTo>
                  <a:pt x="823326" y="41887"/>
                </a:lnTo>
                <a:lnTo>
                  <a:pt x="822780" y="41989"/>
                </a:lnTo>
                <a:lnTo>
                  <a:pt x="822237" y="42101"/>
                </a:lnTo>
                <a:lnTo>
                  <a:pt x="821697" y="42223"/>
                </a:lnTo>
                <a:lnTo>
                  <a:pt x="821158" y="42354"/>
                </a:lnTo>
                <a:lnTo>
                  <a:pt x="820623" y="42495"/>
                </a:lnTo>
                <a:lnTo>
                  <a:pt x="820090" y="42645"/>
                </a:lnTo>
                <a:lnTo>
                  <a:pt x="819559" y="42806"/>
                </a:lnTo>
                <a:lnTo>
                  <a:pt x="819030" y="42976"/>
                </a:lnTo>
                <a:lnTo>
                  <a:pt x="818504" y="43156"/>
                </a:lnTo>
                <a:lnTo>
                  <a:pt x="817981" y="43345"/>
                </a:lnTo>
                <a:lnTo>
                  <a:pt x="817460" y="43544"/>
                </a:lnTo>
                <a:lnTo>
                  <a:pt x="816941" y="43753"/>
                </a:lnTo>
                <a:lnTo>
                  <a:pt x="816425" y="43972"/>
                </a:lnTo>
                <a:lnTo>
                  <a:pt x="815911" y="44201"/>
                </a:lnTo>
                <a:lnTo>
                  <a:pt x="815401" y="44438"/>
                </a:lnTo>
                <a:lnTo>
                  <a:pt x="814895" y="44685"/>
                </a:lnTo>
                <a:lnTo>
                  <a:pt x="814395" y="44940"/>
                </a:lnTo>
                <a:lnTo>
                  <a:pt x="813899" y="45204"/>
                </a:lnTo>
                <a:lnTo>
                  <a:pt x="813409" y="45477"/>
                </a:lnTo>
                <a:lnTo>
                  <a:pt x="812923" y="45759"/>
                </a:lnTo>
                <a:lnTo>
                  <a:pt x="812442" y="46050"/>
                </a:lnTo>
                <a:lnTo>
                  <a:pt x="811966" y="46349"/>
                </a:lnTo>
                <a:lnTo>
                  <a:pt x="811494" y="46658"/>
                </a:lnTo>
                <a:lnTo>
                  <a:pt x="811028" y="46975"/>
                </a:lnTo>
                <a:lnTo>
                  <a:pt x="810566" y="47301"/>
                </a:lnTo>
                <a:lnTo>
                  <a:pt x="810110" y="47635"/>
                </a:lnTo>
                <a:lnTo>
                  <a:pt x="809658" y="47979"/>
                </a:lnTo>
                <a:lnTo>
                  <a:pt x="809211" y="48331"/>
                </a:lnTo>
                <a:lnTo>
                  <a:pt x="808769" y="48693"/>
                </a:lnTo>
                <a:lnTo>
                  <a:pt x="808331" y="49063"/>
                </a:lnTo>
                <a:lnTo>
                  <a:pt x="807899" y="49442"/>
                </a:lnTo>
                <a:lnTo>
                  <a:pt x="807471" y="49829"/>
                </a:lnTo>
                <a:lnTo>
                  <a:pt x="807049" y="50226"/>
                </a:lnTo>
                <a:lnTo>
                  <a:pt x="806631" y="50631"/>
                </a:lnTo>
                <a:lnTo>
                  <a:pt x="806218" y="51045"/>
                </a:lnTo>
                <a:lnTo>
                  <a:pt x="805810" y="51468"/>
                </a:lnTo>
                <a:lnTo>
                  <a:pt x="805407" y="51900"/>
                </a:lnTo>
                <a:lnTo>
                  <a:pt x="805008" y="52341"/>
                </a:lnTo>
                <a:lnTo>
                  <a:pt x="804616" y="52790"/>
                </a:lnTo>
                <a:lnTo>
                  <a:pt x="804230" y="53246"/>
                </a:lnTo>
                <a:lnTo>
                  <a:pt x="803851" y="53709"/>
                </a:lnTo>
                <a:lnTo>
                  <a:pt x="803480" y="54179"/>
                </a:lnTo>
                <a:lnTo>
                  <a:pt x="803115" y="54657"/>
                </a:lnTo>
                <a:lnTo>
                  <a:pt x="802757" y="55143"/>
                </a:lnTo>
                <a:lnTo>
                  <a:pt x="802406" y="55635"/>
                </a:lnTo>
                <a:lnTo>
                  <a:pt x="802061" y="56135"/>
                </a:lnTo>
                <a:lnTo>
                  <a:pt x="801724" y="56642"/>
                </a:lnTo>
                <a:lnTo>
                  <a:pt x="801394" y="57156"/>
                </a:lnTo>
                <a:lnTo>
                  <a:pt x="801070" y="57678"/>
                </a:lnTo>
                <a:lnTo>
                  <a:pt x="800754" y="58207"/>
                </a:lnTo>
                <a:lnTo>
                  <a:pt x="800444" y="58743"/>
                </a:lnTo>
                <a:lnTo>
                  <a:pt x="800141" y="59286"/>
                </a:lnTo>
                <a:lnTo>
                  <a:pt x="799846" y="59837"/>
                </a:lnTo>
                <a:lnTo>
                  <a:pt x="799557" y="60395"/>
                </a:lnTo>
                <a:lnTo>
                  <a:pt x="799275" y="60961"/>
                </a:lnTo>
                <a:lnTo>
                  <a:pt x="799000" y="61533"/>
                </a:lnTo>
                <a:lnTo>
                  <a:pt x="798731" y="62113"/>
                </a:lnTo>
                <a:lnTo>
                  <a:pt x="798470" y="62700"/>
                </a:lnTo>
                <a:lnTo>
                  <a:pt x="798216" y="63295"/>
                </a:lnTo>
                <a:lnTo>
                  <a:pt x="797968" y="63897"/>
                </a:lnTo>
                <a:lnTo>
                  <a:pt x="797728" y="64506"/>
                </a:lnTo>
                <a:lnTo>
                  <a:pt x="797494" y="65122"/>
                </a:lnTo>
                <a:lnTo>
                  <a:pt x="797269" y="65745"/>
                </a:lnTo>
                <a:lnTo>
                  <a:pt x="797053" y="66375"/>
                </a:lnTo>
                <a:lnTo>
                  <a:pt x="796847" y="67010"/>
                </a:lnTo>
                <a:lnTo>
                  <a:pt x="796650" y="67651"/>
                </a:lnTo>
                <a:lnTo>
                  <a:pt x="796463" y="68299"/>
                </a:lnTo>
                <a:lnTo>
                  <a:pt x="796285" y="68953"/>
                </a:lnTo>
                <a:lnTo>
                  <a:pt x="796118" y="69613"/>
                </a:lnTo>
                <a:lnTo>
                  <a:pt x="795959" y="70279"/>
                </a:lnTo>
                <a:lnTo>
                  <a:pt x="795811" y="70951"/>
                </a:lnTo>
                <a:lnTo>
                  <a:pt x="795672" y="71630"/>
                </a:lnTo>
                <a:lnTo>
                  <a:pt x="795542" y="72314"/>
                </a:lnTo>
                <a:lnTo>
                  <a:pt x="795422" y="73005"/>
                </a:lnTo>
                <a:lnTo>
                  <a:pt x="795312" y="73701"/>
                </a:lnTo>
                <a:lnTo>
                  <a:pt x="795211" y="74404"/>
                </a:lnTo>
                <a:lnTo>
                  <a:pt x="795120" y="75113"/>
                </a:lnTo>
                <a:lnTo>
                  <a:pt x="795038" y="75829"/>
                </a:lnTo>
                <a:lnTo>
                  <a:pt x="794966" y="76550"/>
                </a:lnTo>
                <a:lnTo>
                  <a:pt x="794904" y="77277"/>
                </a:lnTo>
                <a:lnTo>
                  <a:pt x="794851" y="78011"/>
                </a:lnTo>
                <a:lnTo>
                  <a:pt x="794808" y="78751"/>
                </a:lnTo>
                <a:lnTo>
                  <a:pt x="794775" y="79497"/>
                </a:lnTo>
                <a:lnTo>
                  <a:pt x="794751" y="80249"/>
                </a:lnTo>
                <a:lnTo>
                  <a:pt x="794736" y="81007"/>
                </a:lnTo>
                <a:lnTo>
                  <a:pt x="794731" y="81771"/>
                </a:lnTo>
                <a:lnTo>
                  <a:pt x="794731" y="84939"/>
                </a:lnTo>
                <a:lnTo>
                  <a:pt x="794736" y="85649"/>
                </a:lnTo>
                <a:lnTo>
                  <a:pt x="794750" y="86354"/>
                </a:lnTo>
                <a:lnTo>
                  <a:pt x="794773" y="87054"/>
                </a:lnTo>
                <a:lnTo>
                  <a:pt x="794805" y="87749"/>
                </a:lnTo>
                <a:lnTo>
                  <a:pt x="794847" y="88440"/>
                </a:lnTo>
                <a:lnTo>
                  <a:pt x="794897" y="89126"/>
                </a:lnTo>
                <a:lnTo>
                  <a:pt x="794957" y="89808"/>
                </a:lnTo>
                <a:lnTo>
                  <a:pt x="795026" y="90484"/>
                </a:lnTo>
                <a:lnTo>
                  <a:pt x="795104" y="91156"/>
                </a:lnTo>
                <a:lnTo>
                  <a:pt x="795192" y="91823"/>
                </a:lnTo>
                <a:lnTo>
                  <a:pt x="795289" y="92486"/>
                </a:lnTo>
                <a:lnTo>
                  <a:pt x="795394" y="93144"/>
                </a:lnTo>
                <a:lnTo>
                  <a:pt x="795510" y="93797"/>
                </a:lnTo>
                <a:lnTo>
                  <a:pt x="795634" y="94445"/>
                </a:lnTo>
                <a:lnTo>
                  <a:pt x="795767" y="95088"/>
                </a:lnTo>
                <a:lnTo>
                  <a:pt x="795910" y="95727"/>
                </a:lnTo>
                <a:lnTo>
                  <a:pt x="796062" y="96361"/>
                </a:lnTo>
                <a:lnTo>
                  <a:pt x="796223" y="96990"/>
                </a:lnTo>
                <a:lnTo>
                  <a:pt x="796394" y="97615"/>
                </a:lnTo>
                <a:lnTo>
                  <a:pt x="796573" y="98235"/>
                </a:lnTo>
                <a:lnTo>
                  <a:pt x="796762" y="98850"/>
                </a:lnTo>
                <a:lnTo>
                  <a:pt x="796960" y="99460"/>
                </a:lnTo>
                <a:lnTo>
                  <a:pt x="797167" y="100066"/>
                </a:lnTo>
                <a:lnTo>
                  <a:pt x="797384" y="100667"/>
                </a:lnTo>
                <a:lnTo>
                  <a:pt x="797608" y="101262"/>
                </a:lnTo>
                <a:lnTo>
                  <a:pt x="797840" y="101850"/>
                </a:lnTo>
                <a:lnTo>
                  <a:pt x="798080" y="102432"/>
                </a:lnTo>
                <a:lnTo>
                  <a:pt x="798327" y="103007"/>
                </a:lnTo>
                <a:lnTo>
                  <a:pt x="798581" y="103575"/>
                </a:lnTo>
                <a:lnTo>
                  <a:pt x="798843" y="104136"/>
                </a:lnTo>
                <a:lnTo>
                  <a:pt x="799112" y="104691"/>
                </a:lnTo>
                <a:lnTo>
                  <a:pt x="799389" y="105238"/>
                </a:lnTo>
                <a:lnTo>
                  <a:pt x="799673" y="105779"/>
                </a:lnTo>
                <a:lnTo>
                  <a:pt x="799964" y="106313"/>
                </a:lnTo>
                <a:lnTo>
                  <a:pt x="800263" y="106841"/>
                </a:lnTo>
                <a:lnTo>
                  <a:pt x="800570" y="107361"/>
                </a:lnTo>
                <a:lnTo>
                  <a:pt x="800883" y="107875"/>
                </a:lnTo>
                <a:lnTo>
                  <a:pt x="801205" y="108382"/>
                </a:lnTo>
                <a:lnTo>
                  <a:pt x="801533" y="108883"/>
                </a:lnTo>
                <a:lnTo>
                  <a:pt x="801869" y="109376"/>
                </a:lnTo>
                <a:lnTo>
                  <a:pt x="802212" y="109863"/>
                </a:lnTo>
                <a:lnTo>
                  <a:pt x="802563" y="110343"/>
                </a:lnTo>
                <a:lnTo>
                  <a:pt x="802922" y="110816"/>
                </a:lnTo>
                <a:lnTo>
                  <a:pt x="803287" y="111282"/>
                </a:lnTo>
                <a:lnTo>
                  <a:pt x="803660" y="111742"/>
                </a:lnTo>
                <a:lnTo>
                  <a:pt x="804041" y="112195"/>
                </a:lnTo>
                <a:lnTo>
                  <a:pt x="804429" y="112641"/>
                </a:lnTo>
                <a:lnTo>
                  <a:pt x="804824" y="113080"/>
                </a:lnTo>
                <a:lnTo>
                  <a:pt x="805226" y="113512"/>
                </a:lnTo>
                <a:lnTo>
                  <a:pt x="805634" y="113935"/>
                </a:lnTo>
                <a:lnTo>
                  <a:pt x="806049" y="114351"/>
                </a:lnTo>
                <a:lnTo>
                  <a:pt x="806469" y="114758"/>
                </a:lnTo>
                <a:lnTo>
                  <a:pt x="806896" y="115157"/>
                </a:lnTo>
                <a:lnTo>
                  <a:pt x="807329" y="115548"/>
                </a:lnTo>
                <a:lnTo>
                  <a:pt x="807768" y="115930"/>
                </a:lnTo>
                <a:lnTo>
                  <a:pt x="808213" y="116305"/>
                </a:lnTo>
                <a:lnTo>
                  <a:pt x="808664" y="116671"/>
                </a:lnTo>
                <a:lnTo>
                  <a:pt x="809121" y="117029"/>
                </a:lnTo>
                <a:lnTo>
                  <a:pt x="809585" y="117379"/>
                </a:lnTo>
                <a:lnTo>
                  <a:pt x="810054" y="117721"/>
                </a:lnTo>
                <a:lnTo>
                  <a:pt x="810530" y="118054"/>
                </a:lnTo>
                <a:lnTo>
                  <a:pt x="811012" y="118380"/>
                </a:lnTo>
                <a:lnTo>
                  <a:pt x="811500" y="118697"/>
                </a:lnTo>
                <a:lnTo>
                  <a:pt x="811994" y="119006"/>
                </a:lnTo>
                <a:lnTo>
                  <a:pt x="812495" y="119307"/>
                </a:lnTo>
                <a:lnTo>
                  <a:pt x="813001" y="119599"/>
                </a:lnTo>
                <a:lnTo>
                  <a:pt x="813514" y="119884"/>
                </a:lnTo>
                <a:lnTo>
                  <a:pt x="814032" y="120160"/>
                </a:lnTo>
                <a:lnTo>
                  <a:pt x="814557" y="120428"/>
                </a:lnTo>
                <a:lnTo>
                  <a:pt x="815088" y="120688"/>
                </a:lnTo>
                <a:lnTo>
                  <a:pt x="815625" y="120940"/>
                </a:lnTo>
                <a:lnTo>
                  <a:pt x="816169" y="121183"/>
                </a:lnTo>
                <a:lnTo>
                  <a:pt x="816717" y="121418"/>
                </a:lnTo>
                <a:lnTo>
                  <a:pt x="817270" y="121642"/>
                </a:lnTo>
                <a:lnTo>
                  <a:pt x="817827" y="121857"/>
                </a:lnTo>
                <a:lnTo>
                  <a:pt x="818389" y="122061"/>
                </a:lnTo>
                <a:lnTo>
                  <a:pt x="818955" y="122256"/>
                </a:lnTo>
                <a:lnTo>
                  <a:pt x="819525" y="122440"/>
                </a:lnTo>
                <a:lnTo>
                  <a:pt x="820100" y="122615"/>
                </a:lnTo>
                <a:lnTo>
                  <a:pt x="820679" y="122779"/>
                </a:lnTo>
                <a:lnTo>
                  <a:pt x="821262" y="122934"/>
                </a:lnTo>
                <a:lnTo>
                  <a:pt x="821850" y="123079"/>
                </a:lnTo>
                <a:lnTo>
                  <a:pt x="822442" y="123213"/>
                </a:lnTo>
                <a:lnTo>
                  <a:pt x="823038" y="123338"/>
                </a:lnTo>
                <a:lnTo>
                  <a:pt x="823639" y="123453"/>
                </a:lnTo>
                <a:lnTo>
                  <a:pt x="824244" y="123558"/>
                </a:lnTo>
                <a:lnTo>
                  <a:pt x="824854" y="123652"/>
                </a:lnTo>
                <a:lnTo>
                  <a:pt x="825467" y="123737"/>
                </a:lnTo>
                <a:lnTo>
                  <a:pt x="826085" y="123812"/>
                </a:lnTo>
                <a:lnTo>
                  <a:pt x="826708" y="123877"/>
                </a:lnTo>
                <a:lnTo>
                  <a:pt x="827335" y="123932"/>
                </a:lnTo>
                <a:lnTo>
                  <a:pt x="827966" y="123977"/>
                </a:lnTo>
                <a:lnTo>
                  <a:pt x="828601" y="124011"/>
                </a:lnTo>
                <a:lnTo>
                  <a:pt x="829241" y="124036"/>
                </a:lnTo>
                <a:lnTo>
                  <a:pt x="829885" y="124051"/>
                </a:lnTo>
                <a:lnTo>
                  <a:pt x="830534" y="124056"/>
                </a:lnTo>
                <a:lnTo>
                  <a:pt x="831126" y="124053"/>
                </a:lnTo>
                <a:lnTo>
                  <a:pt x="831713" y="124043"/>
                </a:lnTo>
                <a:lnTo>
                  <a:pt x="832293" y="124026"/>
                </a:lnTo>
                <a:lnTo>
                  <a:pt x="832867" y="124002"/>
                </a:lnTo>
                <a:lnTo>
                  <a:pt x="833435" y="123972"/>
                </a:lnTo>
                <a:lnTo>
                  <a:pt x="833996" y="123934"/>
                </a:lnTo>
                <a:lnTo>
                  <a:pt x="834552" y="123890"/>
                </a:lnTo>
                <a:lnTo>
                  <a:pt x="835101" y="123839"/>
                </a:lnTo>
                <a:lnTo>
                  <a:pt x="835645" y="123782"/>
                </a:lnTo>
                <a:lnTo>
                  <a:pt x="836182" y="123717"/>
                </a:lnTo>
                <a:lnTo>
                  <a:pt x="836713" y="123646"/>
                </a:lnTo>
                <a:lnTo>
                  <a:pt x="837238" y="123568"/>
                </a:lnTo>
                <a:lnTo>
                  <a:pt x="837756" y="123484"/>
                </a:lnTo>
                <a:lnTo>
                  <a:pt x="838269" y="123392"/>
                </a:lnTo>
                <a:lnTo>
                  <a:pt x="838776" y="123294"/>
                </a:lnTo>
                <a:lnTo>
                  <a:pt x="839276" y="123189"/>
                </a:lnTo>
                <a:lnTo>
                  <a:pt x="839770" y="123077"/>
                </a:lnTo>
                <a:lnTo>
                  <a:pt x="840258" y="122958"/>
                </a:lnTo>
                <a:lnTo>
                  <a:pt x="840740" y="122833"/>
                </a:lnTo>
                <a:lnTo>
                  <a:pt x="841216" y="122701"/>
                </a:lnTo>
                <a:lnTo>
                  <a:pt x="841685" y="122562"/>
                </a:lnTo>
                <a:lnTo>
                  <a:pt x="842149" y="122416"/>
                </a:lnTo>
                <a:lnTo>
                  <a:pt x="842606" y="122263"/>
                </a:lnTo>
                <a:lnTo>
                  <a:pt x="843057" y="122104"/>
                </a:lnTo>
                <a:lnTo>
                  <a:pt x="843503" y="121939"/>
                </a:lnTo>
                <a:lnTo>
                  <a:pt x="843943" y="121770"/>
                </a:lnTo>
                <a:lnTo>
                  <a:pt x="844378" y="121597"/>
                </a:lnTo>
                <a:lnTo>
                  <a:pt x="844807" y="121419"/>
                </a:lnTo>
                <a:lnTo>
                  <a:pt x="845231" y="121236"/>
                </a:lnTo>
                <a:lnTo>
                  <a:pt x="845650" y="121050"/>
                </a:lnTo>
                <a:lnTo>
                  <a:pt x="846063" y="120859"/>
                </a:lnTo>
                <a:lnTo>
                  <a:pt x="846471" y="120664"/>
                </a:lnTo>
                <a:lnTo>
                  <a:pt x="846873" y="120464"/>
                </a:lnTo>
                <a:lnTo>
                  <a:pt x="847270" y="120260"/>
                </a:lnTo>
                <a:lnTo>
                  <a:pt x="847662" y="120052"/>
                </a:lnTo>
                <a:lnTo>
                  <a:pt x="848048" y="119839"/>
                </a:lnTo>
                <a:lnTo>
                  <a:pt x="848429" y="119622"/>
                </a:lnTo>
                <a:lnTo>
                  <a:pt x="848805" y="119400"/>
                </a:lnTo>
                <a:lnTo>
                  <a:pt x="849175" y="119175"/>
                </a:lnTo>
                <a:lnTo>
                  <a:pt x="849540" y="118945"/>
                </a:lnTo>
                <a:lnTo>
                  <a:pt x="849900" y="118710"/>
                </a:lnTo>
                <a:lnTo>
                  <a:pt x="850254" y="118471"/>
                </a:lnTo>
                <a:lnTo>
                  <a:pt x="850603" y="118228"/>
                </a:lnTo>
                <a:lnTo>
                  <a:pt x="850946" y="117981"/>
                </a:lnTo>
                <a:lnTo>
                  <a:pt x="851284" y="117729"/>
                </a:lnTo>
                <a:lnTo>
                  <a:pt x="851617" y="117473"/>
                </a:lnTo>
                <a:lnTo>
                  <a:pt x="851944" y="117212"/>
                </a:lnTo>
                <a:lnTo>
                  <a:pt x="852266" y="116947"/>
                </a:lnTo>
                <a:lnTo>
                  <a:pt x="852583" y="116679"/>
                </a:lnTo>
                <a:lnTo>
                  <a:pt x="852896" y="116409"/>
                </a:lnTo>
                <a:lnTo>
                  <a:pt x="853205" y="116136"/>
                </a:lnTo>
                <a:lnTo>
                  <a:pt x="853510" y="115862"/>
                </a:lnTo>
                <a:lnTo>
                  <a:pt x="853811" y="115585"/>
                </a:lnTo>
                <a:lnTo>
                  <a:pt x="854108" y="115306"/>
                </a:lnTo>
                <a:lnTo>
                  <a:pt x="854400" y="115025"/>
                </a:lnTo>
                <a:lnTo>
                  <a:pt x="854689" y="114741"/>
                </a:lnTo>
                <a:lnTo>
                  <a:pt x="854973" y="114456"/>
                </a:lnTo>
                <a:lnTo>
                  <a:pt x="855254" y="114168"/>
                </a:lnTo>
                <a:lnTo>
                  <a:pt x="855530" y="113878"/>
                </a:lnTo>
                <a:lnTo>
                  <a:pt x="855802" y="113586"/>
                </a:lnTo>
                <a:lnTo>
                  <a:pt x="856070" y="113292"/>
                </a:lnTo>
                <a:lnTo>
                  <a:pt x="856334" y="112996"/>
                </a:lnTo>
                <a:lnTo>
                  <a:pt x="856594" y="112697"/>
                </a:lnTo>
                <a:lnTo>
                  <a:pt x="856850" y="112396"/>
                </a:lnTo>
                <a:lnTo>
                  <a:pt x="857101" y="112093"/>
                </a:lnTo>
                <a:lnTo>
                  <a:pt x="857349" y="111788"/>
                </a:lnTo>
                <a:lnTo>
                  <a:pt x="857593" y="111481"/>
                </a:lnTo>
                <a:lnTo>
                  <a:pt x="857832" y="111172"/>
                </a:lnTo>
                <a:lnTo>
                  <a:pt x="858067" y="110860"/>
                </a:lnTo>
                <a:lnTo>
                  <a:pt x="858298" y="110546"/>
                </a:lnTo>
                <a:lnTo>
                  <a:pt x="858526" y="110230"/>
                </a:lnTo>
                <a:lnTo>
                  <a:pt x="858749" y="109912"/>
                </a:lnTo>
                <a:lnTo>
                  <a:pt x="853224" y="105639"/>
                </a:lnTo>
                <a:lnTo>
                  <a:pt x="852859" y="106107"/>
                </a:lnTo>
                <a:lnTo>
                  <a:pt x="852491" y="106564"/>
                </a:lnTo>
                <a:lnTo>
                  <a:pt x="852119" y="107010"/>
                </a:lnTo>
                <a:lnTo>
                  <a:pt x="851743" y="107445"/>
                </a:lnTo>
                <a:lnTo>
                  <a:pt x="851363" y="107870"/>
                </a:lnTo>
                <a:lnTo>
                  <a:pt x="850979" y="108285"/>
                </a:lnTo>
                <a:lnTo>
                  <a:pt x="850591" y="108688"/>
                </a:lnTo>
                <a:lnTo>
                  <a:pt x="850199" y="109081"/>
                </a:lnTo>
                <a:lnTo>
                  <a:pt x="849803" y="109464"/>
                </a:lnTo>
                <a:lnTo>
                  <a:pt x="849403" y="109836"/>
                </a:lnTo>
                <a:lnTo>
                  <a:pt x="849000" y="110197"/>
                </a:lnTo>
                <a:lnTo>
                  <a:pt x="848592" y="110548"/>
                </a:lnTo>
                <a:lnTo>
                  <a:pt x="848180" y="110888"/>
                </a:lnTo>
                <a:lnTo>
                  <a:pt x="847764" y="111217"/>
                </a:lnTo>
                <a:lnTo>
                  <a:pt x="847345" y="111536"/>
                </a:lnTo>
                <a:lnTo>
                  <a:pt x="846921" y="111844"/>
                </a:lnTo>
                <a:lnTo>
                  <a:pt x="846493" y="112141"/>
                </a:lnTo>
                <a:lnTo>
                  <a:pt x="846062" y="112428"/>
                </a:lnTo>
                <a:lnTo>
                  <a:pt x="845626" y="112705"/>
                </a:lnTo>
                <a:lnTo>
                  <a:pt x="845187" y="112970"/>
                </a:lnTo>
                <a:lnTo>
                  <a:pt x="844743" y="113225"/>
                </a:lnTo>
                <a:lnTo>
                  <a:pt x="844296" y="113470"/>
                </a:lnTo>
                <a:lnTo>
                  <a:pt x="843844" y="113704"/>
                </a:lnTo>
                <a:lnTo>
                  <a:pt x="843389" y="113927"/>
                </a:lnTo>
                <a:lnTo>
                  <a:pt x="842929" y="114140"/>
                </a:lnTo>
                <a:lnTo>
                  <a:pt x="842464" y="114345"/>
                </a:lnTo>
                <a:lnTo>
                  <a:pt x="841993" y="114540"/>
                </a:lnTo>
                <a:lnTo>
                  <a:pt x="841518" y="114726"/>
                </a:lnTo>
                <a:lnTo>
                  <a:pt x="841037" y="114903"/>
                </a:lnTo>
                <a:lnTo>
                  <a:pt x="840550" y="115071"/>
                </a:lnTo>
                <a:lnTo>
                  <a:pt x="840059" y="115230"/>
                </a:lnTo>
                <a:lnTo>
                  <a:pt x="839562" y="115380"/>
                </a:lnTo>
                <a:lnTo>
                  <a:pt x="839060" y="115521"/>
                </a:lnTo>
                <a:lnTo>
                  <a:pt x="838553" y="115652"/>
                </a:lnTo>
                <a:lnTo>
                  <a:pt x="838041" y="115775"/>
                </a:lnTo>
                <a:lnTo>
                  <a:pt x="837523" y="115888"/>
                </a:lnTo>
                <a:lnTo>
                  <a:pt x="837000" y="115993"/>
                </a:lnTo>
                <a:lnTo>
                  <a:pt x="836472" y="116088"/>
                </a:lnTo>
                <a:lnTo>
                  <a:pt x="835939" y="116174"/>
                </a:lnTo>
                <a:lnTo>
                  <a:pt x="835400" y="116252"/>
                </a:lnTo>
                <a:lnTo>
                  <a:pt x="834856" y="116320"/>
                </a:lnTo>
                <a:lnTo>
                  <a:pt x="834307" y="116379"/>
                </a:lnTo>
                <a:lnTo>
                  <a:pt x="833753" y="116429"/>
                </a:lnTo>
                <a:lnTo>
                  <a:pt x="833193" y="116470"/>
                </a:lnTo>
                <a:lnTo>
                  <a:pt x="832628" y="116501"/>
                </a:lnTo>
                <a:lnTo>
                  <a:pt x="832058" y="116524"/>
                </a:lnTo>
                <a:lnTo>
                  <a:pt x="831483" y="116538"/>
                </a:lnTo>
                <a:lnTo>
                  <a:pt x="830902" y="116542"/>
                </a:lnTo>
                <a:lnTo>
                  <a:pt x="830395" y="116538"/>
                </a:lnTo>
                <a:lnTo>
                  <a:pt x="829891" y="116525"/>
                </a:lnTo>
                <a:lnTo>
                  <a:pt x="829391" y="116504"/>
                </a:lnTo>
                <a:lnTo>
                  <a:pt x="828895" y="116474"/>
                </a:lnTo>
                <a:lnTo>
                  <a:pt x="828403" y="116435"/>
                </a:lnTo>
                <a:lnTo>
                  <a:pt x="827914" y="116388"/>
                </a:lnTo>
                <a:lnTo>
                  <a:pt x="827430" y="116332"/>
                </a:lnTo>
                <a:lnTo>
                  <a:pt x="826949" y="116268"/>
                </a:lnTo>
                <a:lnTo>
                  <a:pt x="826472" y="116195"/>
                </a:lnTo>
                <a:lnTo>
                  <a:pt x="825999" y="116114"/>
                </a:lnTo>
                <a:lnTo>
                  <a:pt x="825530" y="116024"/>
                </a:lnTo>
                <a:lnTo>
                  <a:pt x="825064" y="115925"/>
                </a:lnTo>
                <a:lnTo>
                  <a:pt x="824603" y="115818"/>
                </a:lnTo>
                <a:lnTo>
                  <a:pt x="824145" y="115702"/>
                </a:lnTo>
                <a:lnTo>
                  <a:pt x="823691" y="115578"/>
                </a:lnTo>
                <a:lnTo>
                  <a:pt x="823241" y="115445"/>
                </a:lnTo>
                <a:lnTo>
                  <a:pt x="822795" y="115304"/>
                </a:lnTo>
                <a:lnTo>
                  <a:pt x="822352" y="115154"/>
                </a:lnTo>
                <a:lnTo>
                  <a:pt x="821914" y="114996"/>
                </a:lnTo>
                <a:lnTo>
                  <a:pt x="821479" y="114828"/>
                </a:lnTo>
                <a:lnTo>
                  <a:pt x="821048" y="114653"/>
                </a:lnTo>
                <a:lnTo>
                  <a:pt x="820621" y="114469"/>
                </a:lnTo>
                <a:lnTo>
                  <a:pt x="820198" y="114276"/>
                </a:lnTo>
                <a:lnTo>
                  <a:pt x="819778" y="114074"/>
                </a:lnTo>
                <a:lnTo>
                  <a:pt x="819363" y="113866"/>
                </a:lnTo>
                <a:lnTo>
                  <a:pt x="818953" y="113650"/>
                </a:lnTo>
                <a:lnTo>
                  <a:pt x="818548" y="113429"/>
                </a:lnTo>
                <a:lnTo>
                  <a:pt x="818148" y="113201"/>
                </a:lnTo>
                <a:lnTo>
                  <a:pt x="817752" y="112966"/>
                </a:lnTo>
                <a:lnTo>
                  <a:pt x="817361" y="112725"/>
                </a:lnTo>
                <a:lnTo>
                  <a:pt x="816975" y="112478"/>
                </a:lnTo>
                <a:lnTo>
                  <a:pt x="816594" y="112224"/>
                </a:lnTo>
                <a:lnTo>
                  <a:pt x="816218" y="111964"/>
                </a:lnTo>
                <a:lnTo>
                  <a:pt x="815847" y="111698"/>
                </a:lnTo>
                <a:lnTo>
                  <a:pt x="815481" y="111425"/>
                </a:lnTo>
                <a:lnTo>
                  <a:pt x="815119" y="111146"/>
                </a:lnTo>
                <a:lnTo>
                  <a:pt x="814762" y="110860"/>
                </a:lnTo>
                <a:lnTo>
                  <a:pt x="814410" y="110569"/>
                </a:lnTo>
                <a:lnTo>
                  <a:pt x="814063" y="110270"/>
                </a:lnTo>
                <a:lnTo>
                  <a:pt x="813721" y="109965"/>
                </a:lnTo>
                <a:lnTo>
                  <a:pt x="813384" y="109654"/>
                </a:lnTo>
                <a:lnTo>
                  <a:pt x="813052" y="109337"/>
                </a:lnTo>
                <a:lnTo>
                  <a:pt x="812724" y="109013"/>
                </a:lnTo>
                <a:lnTo>
                  <a:pt x="812401" y="108682"/>
                </a:lnTo>
                <a:lnTo>
                  <a:pt x="812084" y="108346"/>
                </a:lnTo>
                <a:lnTo>
                  <a:pt x="811771" y="108002"/>
                </a:lnTo>
                <a:lnTo>
                  <a:pt x="811463" y="107653"/>
                </a:lnTo>
                <a:lnTo>
                  <a:pt x="811159" y="107297"/>
                </a:lnTo>
                <a:lnTo>
                  <a:pt x="810861" y="106935"/>
                </a:lnTo>
                <a:lnTo>
                  <a:pt x="810569" y="106569"/>
                </a:lnTo>
                <a:lnTo>
                  <a:pt x="810282" y="106197"/>
                </a:lnTo>
                <a:lnTo>
                  <a:pt x="810001" y="105821"/>
                </a:lnTo>
                <a:lnTo>
                  <a:pt x="809726" y="105439"/>
                </a:lnTo>
                <a:lnTo>
                  <a:pt x="809456" y="105052"/>
                </a:lnTo>
                <a:lnTo>
                  <a:pt x="809192" y="104661"/>
                </a:lnTo>
                <a:lnTo>
                  <a:pt x="808933" y="104264"/>
                </a:lnTo>
                <a:lnTo>
                  <a:pt x="808680" y="103863"/>
                </a:lnTo>
                <a:lnTo>
                  <a:pt x="808433" y="103456"/>
                </a:lnTo>
                <a:lnTo>
                  <a:pt x="808191" y="103045"/>
                </a:lnTo>
                <a:lnTo>
                  <a:pt x="807955" y="102628"/>
                </a:lnTo>
                <a:lnTo>
                  <a:pt x="807724" y="102207"/>
                </a:lnTo>
                <a:lnTo>
                  <a:pt x="807500" y="101780"/>
                </a:lnTo>
                <a:lnTo>
                  <a:pt x="807280" y="101349"/>
                </a:lnTo>
                <a:lnTo>
                  <a:pt x="807067" y="100912"/>
                </a:lnTo>
                <a:lnTo>
                  <a:pt x="806859" y="100471"/>
                </a:lnTo>
                <a:lnTo>
                  <a:pt x="806656" y="100025"/>
                </a:lnTo>
                <a:lnTo>
                  <a:pt x="806460" y="99573"/>
                </a:lnTo>
                <a:lnTo>
                  <a:pt x="806269" y="99117"/>
                </a:lnTo>
                <a:lnTo>
                  <a:pt x="806083" y="98655"/>
                </a:lnTo>
                <a:lnTo>
                  <a:pt x="805903" y="98189"/>
                </a:lnTo>
                <a:lnTo>
                  <a:pt x="805729" y="97718"/>
                </a:lnTo>
                <a:lnTo>
                  <a:pt x="805561" y="97241"/>
                </a:lnTo>
                <a:lnTo>
                  <a:pt x="805398" y="96761"/>
                </a:lnTo>
                <a:lnTo>
                  <a:pt x="805243" y="96278"/>
                </a:lnTo>
                <a:lnTo>
                  <a:pt x="805094" y="95792"/>
                </a:lnTo>
                <a:lnTo>
                  <a:pt x="804953" y="95303"/>
                </a:lnTo>
                <a:lnTo>
                  <a:pt x="804818" y="94812"/>
                </a:lnTo>
                <a:lnTo>
                  <a:pt x="804690" y="94318"/>
                </a:lnTo>
                <a:lnTo>
                  <a:pt x="804570" y="93820"/>
                </a:lnTo>
                <a:lnTo>
                  <a:pt x="804456" y="93321"/>
                </a:lnTo>
                <a:lnTo>
                  <a:pt x="804349" y="92818"/>
                </a:lnTo>
                <a:lnTo>
                  <a:pt x="804248" y="92312"/>
                </a:lnTo>
                <a:lnTo>
                  <a:pt x="804155" y="91804"/>
                </a:lnTo>
                <a:lnTo>
                  <a:pt x="804069" y="91293"/>
                </a:lnTo>
                <a:lnTo>
                  <a:pt x="803989" y="90779"/>
                </a:lnTo>
                <a:lnTo>
                  <a:pt x="803917" y="90262"/>
                </a:lnTo>
                <a:lnTo>
                  <a:pt x="803851" y="89742"/>
                </a:lnTo>
                <a:lnTo>
                  <a:pt x="803793" y="89220"/>
                </a:lnTo>
                <a:lnTo>
                  <a:pt x="803741" y="88694"/>
                </a:lnTo>
                <a:lnTo>
                  <a:pt x="803696" y="88166"/>
                </a:lnTo>
                <a:lnTo>
                  <a:pt x="803658" y="87635"/>
                </a:lnTo>
                <a:lnTo>
                  <a:pt x="803627" y="87102"/>
                </a:lnTo>
                <a:lnTo>
                  <a:pt x="803603" y="86565"/>
                </a:lnTo>
                <a:lnTo>
                  <a:pt x="803585" y="86026"/>
                </a:lnTo>
                <a:lnTo>
                  <a:pt x="803575" y="85484"/>
                </a:lnTo>
                <a:lnTo>
                  <a:pt x="803572" y="84939"/>
                </a:lnTo>
                <a:lnTo>
                  <a:pt x="803572" y="83244"/>
                </a:lnTo>
                <a:lnTo>
                  <a:pt x="860443" y="83244"/>
                </a:lnTo>
                <a:lnTo>
                  <a:pt x="860443" y="77876"/>
                </a:lnTo>
                <a:lnTo>
                  <a:pt x="860439" y="77210"/>
                </a:lnTo>
                <a:lnTo>
                  <a:pt x="860429" y="76549"/>
                </a:lnTo>
                <a:lnTo>
                  <a:pt x="860411" y="75893"/>
                </a:lnTo>
                <a:lnTo>
                  <a:pt x="860386" y="75242"/>
                </a:lnTo>
                <a:close/>
                <a:moveTo>
                  <a:pt x="804032" y="74800"/>
                </a:moveTo>
                <a:lnTo>
                  <a:pt x="804112" y="74248"/>
                </a:lnTo>
                <a:lnTo>
                  <a:pt x="804198" y="73701"/>
                </a:lnTo>
                <a:lnTo>
                  <a:pt x="804291" y="73158"/>
                </a:lnTo>
                <a:lnTo>
                  <a:pt x="804390" y="72620"/>
                </a:lnTo>
                <a:lnTo>
                  <a:pt x="804496" y="72086"/>
                </a:lnTo>
                <a:lnTo>
                  <a:pt x="804608" y="71557"/>
                </a:lnTo>
                <a:lnTo>
                  <a:pt x="804726" y="71032"/>
                </a:lnTo>
                <a:lnTo>
                  <a:pt x="804851" y="70511"/>
                </a:lnTo>
                <a:lnTo>
                  <a:pt x="804982" y="69995"/>
                </a:lnTo>
                <a:lnTo>
                  <a:pt x="805119" y="69484"/>
                </a:lnTo>
                <a:lnTo>
                  <a:pt x="805263" y="68977"/>
                </a:lnTo>
                <a:lnTo>
                  <a:pt x="805413" y="68474"/>
                </a:lnTo>
                <a:lnTo>
                  <a:pt x="805569" y="67977"/>
                </a:lnTo>
                <a:lnTo>
                  <a:pt x="805731" y="67485"/>
                </a:lnTo>
                <a:lnTo>
                  <a:pt x="805897" y="66998"/>
                </a:lnTo>
                <a:lnTo>
                  <a:pt x="806069" y="66518"/>
                </a:lnTo>
                <a:lnTo>
                  <a:pt x="806246" y="66043"/>
                </a:lnTo>
                <a:lnTo>
                  <a:pt x="806429" y="65573"/>
                </a:lnTo>
                <a:lnTo>
                  <a:pt x="806616" y="65110"/>
                </a:lnTo>
                <a:lnTo>
                  <a:pt x="806809" y="64652"/>
                </a:lnTo>
                <a:lnTo>
                  <a:pt x="807007" y="64199"/>
                </a:lnTo>
                <a:lnTo>
                  <a:pt x="807210" y="63752"/>
                </a:lnTo>
                <a:lnTo>
                  <a:pt x="807419" y="63311"/>
                </a:lnTo>
                <a:lnTo>
                  <a:pt x="807633" y="62875"/>
                </a:lnTo>
                <a:lnTo>
                  <a:pt x="807852" y="62445"/>
                </a:lnTo>
                <a:lnTo>
                  <a:pt x="808076" y="62021"/>
                </a:lnTo>
                <a:lnTo>
                  <a:pt x="808305" y="61602"/>
                </a:lnTo>
                <a:lnTo>
                  <a:pt x="808540" y="61189"/>
                </a:lnTo>
                <a:lnTo>
                  <a:pt x="808780" y="60782"/>
                </a:lnTo>
                <a:lnTo>
                  <a:pt x="809025" y="60380"/>
                </a:lnTo>
                <a:lnTo>
                  <a:pt x="809276" y="59984"/>
                </a:lnTo>
                <a:lnTo>
                  <a:pt x="809532" y="59593"/>
                </a:lnTo>
                <a:lnTo>
                  <a:pt x="809792" y="59208"/>
                </a:lnTo>
                <a:lnTo>
                  <a:pt x="810059" y="58829"/>
                </a:lnTo>
                <a:lnTo>
                  <a:pt x="810330" y="58455"/>
                </a:lnTo>
                <a:lnTo>
                  <a:pt x="810607" y="58087"/>
                </a:lnTo>
                <a:lnTo>
                  <a:pt x="810888" y="57725"/>
                </a:lnTo>
                <a:lnTo>
                  <a:pt x="811174" y="57370"/>
                </a:lnTo>
                <a:lnTo>
                  <a:pt x="811465" y="57023"/>
                </a:lnTo>
                <a:lnTo>
                  <a:pt x="811760" y="56682"/>
                </a:lnTo>
                <a:lnTo>
                  <a:pt x="812059" y="56349"/>
                </a:lnTo>
                <a:lnTo>
                  <a:pt x="812363" y="56022"/>
                </a:lnTo>
                <a:lnTo>
                  <a:pt x="812672" y="55702"/>
                </a:lnTo>
                <a:lnTo>
                  <a:pt x="812985" y="55390"/>
                </a:lnTo>
                <a:lnTo>
                  <a:pt x="813302" y="55084"/>
                </a:lnTo>
                <a:lnTo>
                  <a:pt x="813624" y="54786"/>
                </a:lnTo>
                <a:lnTo>
                  <a:pt x="813950" y="54495"/>
                </a:lnTo>
                <a:lnTo>
                  <a:pt x="814281" y="54210"/>
                </a:lnTo>
                <a:lnTo>
                  <a:pt x="814616" y="53933"/>
                </a:lnTo>
                <a:lnTo>
                  <a:pt x="814956" y="53663"/>
                </a:lnTo>
                <a:lnTo>
                  <a:pt x="815300" y="53399"/>
                </a:lnTo>
                <a:lnTo>
                  <a:pt x="815649" y="53143"/>
                </a:lnTo>
                <a:lnTo>
                  <a:pt x="816002" y="52894"/>
                </a:lnTo>
                <a:lnTo>
                  <a:pt x="816360" y="52652"/>
                </a:lnTo>
                <a:lnTo>
                  <a:pt x="816722" y="52417"/>
                </a:lnTo>
                <a:lnTo>
                  <a:pt x="817089" y="52188"/>
                </a:lnTo>
                <a:lnTo>
                  <a:pt x="817460" y="51967"/>
                </a:lnTo>
                <a:lnTo>
                  <a:pt x="817835" y="51753"/>
                </a:lnTo>
                <a:lnTo>
                  <a:pt x="818215" y="51546"/>
                </a:lnTo>
                <a:lnTo>
                  <a:pt x="818600" y="51346"/>
                </a:lnTo>
                <a:lnTo>
                  <a:pt x="818988" y="51154"/>
                </a:lnTo>
                <a:lnTo>
                  <a:pt x="819380" y="50970"/>
                </a:lnTo>
                <a:lnTo>
                  <a:pt x="819776" y="50794"/>
                </a:lnTo>
                <a:lnTo>
                  <a:pt x="820175" y="50626"/>
                </a:lnTo>
                <a:lnTo>
                  <a:pt x="820578" y="50466"/>
                </a:lnTo>
                <a:lnTo>
                  <a:pt x="820985" y="50315"/>
                </a:lnTo>
                <a:lnTo>
                  <a:pt x="821395" y="50172"/>
                </a:lnTo>
                <a:lnTo>
                  <a:pt x="821808" y="50037"/>
                </a:lnTo>
                <a:lnTo>
                  <a:pt x="822226" y="49910"/>
                </a:lnTo>
                <a:lnTo>
                  <a:pt x="822646" y="49791"/>
                </a:lnTo>
                <a:lnTo>
                  <a:pt x="823071" y="49681"/>
                </a:lnTo>
                <a:lnTo>
                  <a:pt x="823499" y="49578"/>
                </a:lnTo>
                <a:lnTo>
                  <a:pt x="823930" y="49484"/>
                </a:lnTo>
                <a:lnTo>
                  <a:pt x="824365" y="49398"/>
                </a:lnTo>
                <a:lnTo>
                  <a:pt x="824804" y="49320"/>
                </a:lnTo>
                <a:lnTo>
                  <a:pt x="825246" y="49251"/>
                </a:lnTo>
                <a:lnTo>
                  <a:pt x="825692" y="49190"/>
                </a:lnTo>
                <a:lnTo>
                  <a:pt x="826142" y="49136"/>
                </a:lnTo>
                <a:lnTo>
                  <a:pt x="826595" y="49091"/>
                </a:lnTo>
                <a:lnTo>
                  <a:pt x="827051" y="49054"/>
                </a:lnTo>
                <a:lnTo>
                  <a:pt x="827511" y="49026"/>
                </a:lnTo>
                <a:lnTo>
                  <a:pt x="827975" y="49005"/>
                </a:lnTo>
                <a:lnTo>
                  <a:pt x="828442" y="48993"/>
                </a:lnTo>
                <a:lnTo>
                  <a:pt x="828913" y="48989"/>
                </a:lnTo>
                <a:lnTo>
                  <a:pt x="829535" y="48995"/>
                </a:lnTo>
                <a:lnTo>
                  <a:pt x="830148" y="49015"/>
                </a:lnTo>
                <a:lnTo>
                  <a:pt x="830752" y="49046"/>
                </a:lnTo>
                <a:lnTo>
                  <a:pt x="831347" y="49091"/>
                </a:lnTo>
                <a:lnTo>
                  <a:pt x="831934" y="49148"/>
                </a:lnTo>
                <a:lnTo>
                  <a:pt x="832511" y="49219"/>
                </a:lnTo>
                <a:lnTo>
                  <a:pt x="833080" y="49302"/>
                </a:lnTo>
                <a:lnTo>
                  <a:pt x="833640" y="49397"/>
                </a:lnTo>
                <a:lnTo>
                  <a:pt x="834191" y="49506"/>
                </a:lnTo>
                <a:lnTo>
                  <a:pt x="834734" y="49627"/>
                </a:lnTo>
                <a:lnTo>
                  <a:pt x="835267" y="49761"/>
                </a:lnTo>
                <a:lnTo>
                  <a:pt x="835792" y="49908"/>
                </a:lnTo>
                <a:lnTo>
                  <a:pt x="836308" y="50067"/>
                </a:lnTo>
                <a:lnTo>
                  <a:pt x="836815" y="50239"/>
                </a:lnTo>
                <a:lnTo>
                  <a:pt x="837313" y="50424"/>
                </a:lnTo>
                <a:lnTo>
                  <a:pt x="837803" y="50622"/>
                </a:lnTo>
                <a:lnTo>
                  <a:pt x="838283" y="50832"/>
                </a:lnTo>
                <a:lnTo>
                  <a:pt x="838755" y="51056"/>
                </a:lnTo>
                <a:lnTo>
                  <a:pt x="839218" y="51292"/>
                </a:lnTo>
                <a:lnTo>
                  <a:pt x="839672" y="51541"/>
                </a:lnTo>
                <a:lnTo>
                  <a:pt x="840117" y="51802"/>
                </a:lnTo>
                <a:lnTo>
                  <a:pt x="840554" y="52076"/>
                </a:lnTo>
                <a:lnTo>
                  <a:pt x="840981" y="52363"/>
                </a:lnTo>
                <a:lnTo>
                  <a:pt x="841400" y="52663"/>
                </a:lnTo>
                <a:lnTo>
                  <a:pt x="841810" y="52973"/>
                </a:lnTo>
                <a:lnTo>
                  <a:pt x="842212" y="53290"/>
                </a:lnTo>
                <a:lnTo>
                  <a:pt x="842605" y="53615"/>
                </a:lnTo>
                <a:lnTo>
                  <a:pt x="842990" y="53947"/>
                </a:lnTo>
                <a:lnTo>
                  <a:pt x="843366" y="54287"/>
                </a:lnTo>
                <a:lnTo>
                  <a:pt x="843734" y="54635"/>
                </a:lnTo>
                <a:lnTo>
                  <a:pt x="844094" y="54990"/>
                </a:lnTo>
                <a:lnTo>
                  <a:pt x="844445" y="55352"/>
                </a:lnTo>
                <a:lnTo>
                  <a:pt x="844788" y="55722"/>
                </a:lnTo>
                <a:lnTo>
                  <a:pt x="845122" y="56100"/>
                </a:lnTo>
                <a:lnTo>
                  <a:pt x="845447" y="56485"/>
                </a:lnTo>
                <a:lnTo>
                  <a:pt x="845765" y="56877"/>
                </a:lnTo>
                <a:lnTo>
                  <a:pt x="846074" y="57277"/>
                </a:lnTo>
                <a:lnTo>
                  <a:pt x="846374" y="57685"/>
                </a:lnTo>
                <a:lnTo>
                  <a:pt x="846666" y="58100"/>
                </a:lnTo>
                <a:lnTo>
                  <a:pt x="846950" y="58523"/>
                </a:lnTo>
                <a:lnTo>
                  <a:pt x="847225" y="58953"/>
                </a:lnTo>
                <a:lnTo>
                  <a:pt x="847491" y="59391"/>
                </a:lnTo>
                <a:lnTo>
                  <a:pt x="847750" y="59836"/>
                </a:lnTo>
                <a:lnTo>
                  <a:pt x="847999" y="60289"/>
                </a:lnTo>
                <a:lnTo>
                  <a:pt x="848241" y="60749"/>
                </a:lnTo>
                <a:lnTo>
                  <a:pt x="848474" y="61217"/>
                </a:lnTo>
                <a:lnTo>
                  <a:pt x="848698" y="61693"/>
                </a:lnTo>
                <a:lnTo>
                  <a:pt x="848914" y="62176"/>
                </a:lnTo>
                <a:lnTo>
                  <a:pt x="849122" y="62664"/>
                </a:lnTo>
                <a:lnTo>
                  <a:pt x="849321" y="63155"/>
                </a:lnTo>
                <a:lnTo>
                  <a:pt x="849512" y="63649"/>
                </a:lnTo>
                <a:lnTo>
                  <a:pt x="849695" y="64146"/>
                </a:lnTo>
                <a:lnTo>
                  <a:pt x="849869" y="64646"/>
                </a:lnTo>
                <a:lnTo>
                  <a:pt x="850035" y="65149"/>
                </a:lnTo>
                <a:lnTo>
                  <a:pt x="850193" y="65654"/>
                </a:lnTo>
                <a:lnTo>
                  <a:pt x="850342" y="66163"/>
                </a:lnTo>
                <a:lnTo>
                  <a:pt x="850484" y="66675"/>
                </a:lnTo>
                <a:lnTo>
                  <a:pt x="850616" y="67189"/>
                </a:lnTo>
                <a:lnTo>
                  <a:pt x="850741" y="67707"/>
                </a:lnTo>
                <a:lnTo>
                  <a:pt x="850857" y="68227"/>
                </a:lnTo>
                <a:lnTo>
                  <a:pt x="850965" y="68751"/>
                </a:lnTo>
                <a:lnTo>
                  <a:pt x="851064" y="69277"/>
                </a:lnTo>
                <a:lnTo>
                  <a:pt x="851156" y="69806"/>
                </a:lnTo>
                <a:lnTo>
                  <a:pt x="851239" y="70338"/>
                </a:lnTo>
                <a:lnTo>
                  <a:pt x="851313" y="70873"/>
                </a:lnTo>
                <a:lnTo>
                  <a:pt x="851380" y="71411"/>
                </a:lnTo>
                <a:lnTo>
                  <a:pt x="851438" y="71952"/>
                </a:lnTo>
                <a:lnTo>
                  <a:pt x="851487" y="72496"/>
                </a:lnTo>
                <a:lnTo>
                  <a:pt x="851529" y="73043"/>
                </a:lnTo>
                <a:lnTo>
                  <a:pt x="851562" y="73593"/>
                </a:lnTo>
                <a:lnTo>
                  <a:pt x="851586" y="74146"/>
                </a:lnTo>
                <a:lnTo>
                  <a:pt x="851603" y="74701"/>
                </a:lnTo>
                <a:lnTo>
                  <a:pt x="851603" y="75657"/>
                </a:lnTo>
                <a:lnTo>
                  <a:pt x="803923" y="75657"/>
                </a:lnTo>
                <a:lnTo>
                  <a:pt x="803958" y="75357"/>
                </a:lnTo>
                <a:lnTo>
                  <a:pt x="804032" y="74800"/>
                </a:lnTo>
                <a:close/>
                <a:moveTo>
                  <a:pt x="929467" y="52872"/>
                </a:moveTo>
                <a:lnTo>
                  <a:pt x="929172" y="52479"/>
                </a:lnTo>
                <a:lnTo>
                  <a:pt x="928872" y="52092"/>
                </a:lnTo>
                <a:lnTo>
                  <a:pt x="928566" y="51711"/>
                </a:lnTo>
                <a:lnTo>
                  <a:pt x="928256" y="51335"/>
                </a:lnTo>
                <a:lnTo>
                  <a:pt x="927940" y="50965"/>
                </a:lnTo>
                <a:lnTo>
                  <a:pt x="927619" y="50600"/>
                </a:lnTo>
                <a:lnTo>
                  <a:pt x="927293" y="50241"/>
                </a:lnTo>
                <a:lnTo>
                  <a:pt x="926962" y="49889"/>
                </a:lnTo>
                <a:lnTo>
                  <a:pt x="926626" y="49543"/>
                </a:lnTo>
                <a:lnTo>
                  <a:pt x="926285" y="49204"/>
                </a:lnTo>
                <a:lnTo>
                  <a:pt x="925939" y="48872"/>
                </a:lnTo>
                <a:lnTo>
                  <a:pt x="925587" y="48547"/>
                </a:lnTo>
                <a:lnTo>
                  <a:pt x="925231" y="48229"/>
                </a:lnTo>
                <a:lnTo>
                  <a:pt x="924869" y="47918"/>
                </a:lnTo>
                <a:lnTo>
                  <a:pt x="924502" y="47614"/>
                </a:lnTo>
                <a:lnTo>
                  <a:pt x="924130" y="47317"/>
                </a:lnTo>
                <a:lnTo>
                  <a:pt x="923753" y="47026"/>
                </a:lnTo>
                <a:lnTo>
                  <a:pt x="923371" y="46743"/>
                </a:lnTo>
                <a:lnTo>
                  <a:pt x="922984" y="46466"/>
                </a:lnTo>
                <a:lnTo>
                  <a:pt x="922591" y="46196"/>
                </a:lnTo>
                <a:lnTo>
                  <a:pt x="922194" y="45933"/>
                </a:lnTo>
                <a:lnTo>
                  <a:pt x="921791" y="45677"/>
                </a:lnTo>
                <a:lnTo>
                  <a:pt x="921384" y="45428"/>
                </a:lnTo>
                <a:lnTo>
                  <a:pt x="920971" y="45186"/>
                </a:lnTo>
                <a:lnTo>
                  <a:pt x="920553" y="44951"/>
                </a:lnTo>
                <a:lnTo>
                  <a:pt x="920130" y="44723"/>
                </a:lnTo>
                <a:lnTo>
                  <a:pt x="919701" y="44501"/>
                </a:lnTo>
                <a:lnTo>
                  <a:pt x="919268" y="44287"/>
                </a:lnTo>
                <a:lnTo>
                  <a:pt x="918830" y="44079"/>
                </a:lnTo>
                <a:lnTo>
                  <a:pt x="918386" y="43879"/>
                </a:lnTo>
                <a:lnTo>
                  <a:pt x="917938" y="43685"/>
                </a:lnTo>
                <a:lnTo>
                  <a:pt x="917483" y="43499"/>
                </a:lnTo>
                <a:lnTo>
                  <a:pt x="917024" y="43320"/>
                </a:lnTo>
                <a:lnTo>
                  <a:pt x="916558" y="43150"/>
                </a:lnTo>
                <a:lnTo>
                  <a:pt x="916087" y="42987"/>
                </a:lnTo>
                <a:lnTo>
                  <a:pt x="915610" y="42833"/>
                </a:lnTo>
                <a:lnTo>
                  <a:pt x="915127" y="42686"/>
                </a:lnTo>
                <a:lnTo>
                  <a:pt x="914638" y="42547"/>
                </a:lnTo>
                <a:lnTo>
                  <a:pt x="914144" y="42416"/>
                </a:lnTo>
                <a:lnTo>
                  <a:pt x="913644" y="42293"/>
                </a:lnTo>
                <a:lnTo>
                  <a:pt x="913138" y="42178"/>
                </a:lnTo>
                <a:lnTo>
                  <a:pt x="912626" y="42071"/>
                </a:lnTo>
                <a:lnTo>
                  <a:pt x="912109" y="41972"/>
                </a:lnTo>
                <a:lnTo>
                  <a:pt x="911585" y="41881"/>
                </a:lnTo>
                <a:lnTo>
                  <a:pt x="911057" y="41798"/>
                </a:lnTo>
                <a:lnTo>
                  <a:pt x="910522" y="41722"/>
                </a:lnTo>
                <a:lnTo>
                  <a:pt x="909981" y="41655"/>
                </a:lnTo>
                <a:lnTo>
                  <a:pt x="909435" y="41595"/>
                </a:lnTo>
                <a:lnTo>
                  <a:pt x="908883" y="41544"/>
                </a:lnTo>
                <a:lnTo>
                  <a:pt x="908326" y="41500"/>
                </a:lnTo>
                <a:lnTo>
                  <a:pt x="907762" y="41465"/>
                </a:lnTo>
                <a:lnTo>
                  <a:pt x="907193" y="41437"/>
                </a:lnTo>
                <a:lnTo>
                  <a:pt x="906618" y="41417"/>
                </a:lnTo>
                <a:lnTo>
                  <a:pt x="906037" y="41405"/>
                </a:lnTo>
                <a:lnTo>
                  <a:pt x="905451" y="41401"/>
                </a:lnTo>
                <a:lnTo>
                  <a:pt x="904846" y="41406"/>
                </a:lnTo>
                <a:lnTo>
                  <a:pt x="904246" y="41421"/>
                </a:lnTo>
                <a:lnTo>
                  <a:pt x="903652" y="41446"/>
                </a:lnTo>
                <a:lnTo>
                  <a:pt x="903064" y="41480"/>
                </a:lnTo>
                <a:lnTo>
                  <a:pt x="902481" y="41524"/>
                </a:lnTo>
                <a:lnTo>
                  <a:pt x="901903" y="41578"/>
                </a:lnTo>
                <a:lnTo>
                  <a:pt x="901331" y="41642"/>
                </a:lnTo>
                <a:lnTo>
                  <a:pt x="900765" y="41716"/>
                </a:lnTo>
                <a:lnTo>
                  <a:pt x="900204" y="41800"/>
                </a:lnTo>
                <a:lnTo>
                  <a:pt x="899648" y="41894"/>
                </a:lnTo>
                <a:lnTo>
                  <a:pt x="899098" y="41997"/>
                </a:lnTo>
                <a:lnTo>
                  <a:pt x="898554" y="42110"/>
                </a:lnTo>
                <a:lnTo>
                  <a:pt x="898015" y="42233"/>
                </a:lnTo>
                <a:lnTo>
                  <a:pt x="897481" y="42366"/>
                </a:lnTo>
                <a:lnTo>
                  <a:pt x="896953" y="42509"/>
                </a:lnTo>
                <a:lnTo>
                  <a:pt x="896431" y="42662"/>
                </a:lnTo>
                <a:lnTo>
                  <a:pt x="895914" y="42824"/>
                </a:lnTo>
                <a:lnTo>
                  <a:pt x="895402" y="42997"/>
                </a:lnTo>
                <a:lnTo>
                  <a:pt x="894896" y="43179"/>
                </a:lnTo>
                <a:lnTo>
                  <a:pt x="894396" y="43371"/>
                </a:lnTo>
                <a:lnTo>
                  <a:pt x="893901" y="43573"/>
                </a:lnTo>
                <a:lnTo>
                  <a:pt x="893411" y="43784"/>
                </a:lnTo>
                <a:lnTo>
                  <a:pt x="892927" y="44006"/>
                </a:lnTo>
                <a:lnTo>
                  <a:pt x="892449" y="44237"/>
                </a:lnTo>
                <a:lnTo>
                  <a:pt x="891976" y="44478"/>
                </a:lnTo>
                <a:lnTo>
                  <a:pt x="891509" y="44728"/>
                </a:lnTo>
                <a:lnTo>
                  <a:pt x="891048" y="44986"/>
                </a:lnTo>
                <a:lnTo>
                  <a:pt x="890593" y="45252"/>
                </a:lnTo>
                <a:lnTo>
                  <a:pt x="890143" y="45528"/>
                </a:lnTo>
                <a:lnTo>
                  <a:pt x="889700" y="45812"/>
                </a:lnTo>
                <a:lnTo>
                  <a:pt x="889262" y="46105"/>
                </a:lnTo>
                <a:lnTo>
                  <a:pt x="888831" y="46407"/>
                </a:lnTo>
                <a:lnTo>
                  <a:pt x="888405" y="46717"/>
                </a:lnTo>
                <a:lnTo>
                  <a:pt x="887985" y="47036"/>
                </a:lnTo>
                <a:lnTo>
                  <a:pt x="887571" y="47363"/>
                </a:lnTo>
                <a:lnTo>
                  <a:pt x="887163" y="47700"/>
                </a:lnTo>
                <a:lnTo>
                  <a:pt x="886761" y="48045"/>
                </a:lnTo>
                <a:lnTo>
                  <a:pt x="886364" y="48399"/>
                </a:lnTo>
                <a:lnTo>
                  <a:pt x="885974" y="48761"/>
                </a:lnTo>
                <a:lnTo>
                  <a:pt x="885589" y="49132"/>
                </a:lnTo>
                <a:lnTo>
                  <a:pt x="885211" y="49512"/>
                </a:lnTo>
                <a:lnTo>
                  <a:pt x="884838" y="49901"/>
                </a:lnTo>
                <a:lnTo>
                  <a:pt x="884471" y="50298"/>
                </a:lnTo>
                <a:lnTo>
                  <a:pt x="884110" y="50704"/>
                </a:lnTo>
                <a:lnTo>
                  <a:pt x="883755" y="51118"/>
                </a:lnTo>
                <a:lnTo>
                  <a:pt x="883405" y="51542"/>
                </a:lnTo>
                <a:lnTo>
                  <a:pt x="883062" y="51974"/>
                </a:lnTo>
                <a:lnTo>
                  <a:pt x="882724" y="52415"/>
                </a:lnTo>
                <a:lnTo>
                  <a:pt x="882393" y="52863"/>
                </a:lnTo>
                <a:lnTo>
                  <a:pt x="882069" y="53320"/>
                </a:lnTo>
                <a:lnTo>
                  <a:pt x="881751" y="53783"/>
                </a:lnTo>
                <a:lnTo>
                  <a:pt x="881440" y="54254"/>
                </a:lnTo>
                <a:lnTo>
                  <a:pt x="881136" y="54733"/>
                </a:lnTo>
                <a:lnTo>
                  <a:pt x="880839" y="55219"/>
                </a:lnTo>
                <a:lnTo>
                  <a:pt x="880548" y="55712"/>
                </a:lnTo>
                <a:lnTo>
                  <a:pt x="880265" y="56213"/>
                </a:lnTo>
                <a:lnTo>
                  <a:pt x="879988" y="56721"/>
                </a:lnTo>
                <a:lnTo>
                  <a:pt x="879718" y="57236"/>
                </a:lnTo>
                <a:lnTo>
                  <a:pt x="879454" y="57759"/>
                </a:lnTo>
                <a:lnTo>
                  <a:pt x="879198" y="58290"/>
                </a:lnTo>
                <a:lnTo>
                  <a:pt x="878948" y="58827"/>
                </a:lnTo>
                <a:lnTo>
                  <a:pt x="878705" y="59373"/>
                </a:lnTo>
                <a:lnTo>
                  <a:pt x="878468" y="59925"/>
                </a:lnTo>
                <a:lnTo>
                  <a:pt x="878239" y="60485"/>
                </a:lnTo>
                <a:lnTo>
                  <a:pt x="878016" y="61053"/>
                </a:lnTo>
                <a:lnTo>
                  <a:pt x="877800" y="61628"/>
                </a:lnTo>
                <a:lnTo>
                  <a:pt x="877591" y="62210"/>
                </a:lnTo>
                <a:lnTo>
                  <a:pt x="877389" y="62800"/>
                </a:lnTo>
                <a:lnTo>
                  <a:pt x="877193" y="63397"/>
                </a:lnTo>
                <a:lnTo>
                  <a:pt x="877004" y="64001"/>
                </a:lnTo>
                <a:lnTo>
                  <a:pt x="876822" y="64613"/>
                </a:lnTo>
                <a:lnTo>
                  <a:pt x="876647" y="65233"/>
                </a:lnTo>
                <a:lnTo>
                  <a:pt x="876479" y="65859"/>
                </a:lnTo>
                <a:lnTo>
                  <a:pt x="876317" y="66491"/>
                </a:lnTo>
                <a:lnTo>
                  <a:pt x="876163" y="67130"/>
                </a:lnTo>
                <a:lnTo>
                  <a:pt x="876017" y="67775"/>
                </a:lnTo>
                <a:lnTo>
                  <a:pt x="875877" y="68427"/>
                </a:lnTo>
                <a:lnTo>
                  <a:pt x="875744" y="69084"/>
                </a:lnTo>
                <a:lnTo>
                  <a:pt x="875619" y="69748"/>
                </a:lnTo>
                <a:lnTo>
                  <a:pt x="875501" y="70418"/>
                </a:lnTo>
                <a:lnTo>
                  <a:pt x="875390" y="71094"/>
                </a:lnTo>
                <a:lnTo>
                  <a:pt x="875286" y="71777"/>
                </a:lnTo>
                <a:lnTo>
                  <a:pt x="875189" y="72466"/>
                </a:lnTo>
                <a:lnTo>
                  <a:pt x="875100" y="73161"/>
                </a:lnTo>
                <a:lnTo>
                  <a:pt x="875017" y="73863"/>
                </a:lnTo>
                <a:lnTo>
                  <a:pt x="874942" y="74570"/>
                </a:lnTo>
                <a:lnTo>
                  <a:pt x="874874" y="75284"/>
                </a:lnTo>
                <a:lnTo>
                  <a:pt x="874813" y="76005"/>
                </a:lnTo>
                <a:lnTo>
                  <a:pt x="874760" y="76731"/>
                </a:lnTo>
                <a:lnTo>
                  <a:pt x="874713" y="77464"/>
                </a:lnTo>
                <a:lnTo>
                  <a:pt x="874674" y="78203"/>
                </a:lnTo>
                <a:lnTo>
                  <a:pt x="874641" y="78948"/>
                </a:lnTo>
                <a:lnTo>
                  <a:pt x="874616" y="79700"/>
                </a:lnTo>
                <a:lnTo>
                  <a:pt x="874598" y="80458"/>
                </a:lnTo>
                <a:lnTo>
                  <a:pt x="874588" y="81222"/>
                </a:lnTo>
                <a:lnTo>
                  <a:pt x="874584" y="81992"/>
                </a:lnTo>
                <a:lnTo>
                  <a:pt x="874584" y="83539"/>
                </a:lnTo>
                <a:lnTo>
                  <a:pt x="874588" y="84279"/>
                </a:lnTo>
                <a:lnTo>
                  <a:pt x="874599" y="85014"/>
                </a:lnTo>
                <a:lnTo>
                  <a:pt x="874617" y="85744"/>
                </a:lnTo>
                <a:lnTo>
                  <a:pt x="874642" y="86468"/>
                </a:lnTo>
                <a:lnTo>
                  <a:pt x="874675" y="87188"/>
                </a:lnTo>
                <a:lnTo>
                  <a:pt x="874715" y="87902"/>
                </a:lnTo>
                <a:lnTo>
                  <a:pt x="874763" y="88610"/>
                </a:lnTo>
                <a:lnTo>
                  <a:pt x="874817" y="89314"/>
                </a:lnTo>
                <a:lnTo>
                  <a:pt x="874879" y="90012"/>
                </a:lnTo>
                <a:lnTo>
                  <a:pt x="874949" y="90705"/>
                </a:lnTo>
                <a:lnTo>
                  <a:pt x="875025" y="91393"/>
                </a:lnTo>
                <a:lnTo>
                  <a:pt x="875109" y="92075"/>
                </a:lnTo>
                <a:lnTo>
                  <a:pt x="875200" y="92753"/>
                </a:lnTo>
                <a:lnTo>
                  <a:pt x="875299" y="93425"/>
                </a:lnTo>
                <a:lnTo>
                  <a:pt x="875404" y="94091"/>
                </a:lnTo>
                <a:lnTo>
                  <a:pt x="875517" y="94753"/>
                </a:lnTo>
                <a:lnTo>
                  <a:pt x="875638" y="95409"/>
                </a:lnTo>
                <a:lnTo>
                  <a:pt x="875765" y="96060"/>
                </a:lnTo>
                <a:lnTo>
                  <a:pt x="875900" y="96706"/>
                </a:lnTo>
                <a:lnTo>
                  <a:pt x="876042" y="97347"/>
                </a:lnTo>
                <a:lnTo>
                  <a:pt x="876192" y="97982"/>
                </a:lnTo>
                <a:lnTo>
                  <a:pt x="876348" y="98612"/>
                </a:lnTo>
                <a:lnTo>
                  <a:pt x="876512" y="99237"/>
                </a:lnTo>
                <a:lnTo>
                  <a:pt x="876684" y="99857"/>
                </a:lnTo>
                <a:lnTo>
                  <a:pt x="876862" y="100470"/>
                </a:lnTo>
                <a:lnTo>
                  <a:pt x="877046" y="101077"/>
                </a:lnTo>
                <a:lnTo>
                  <a:pt x="877237" y="101676"/>
                </a:lnTo>
                <a:lnTo>
                  <a:pt x="877435" y="102269"/>
                </a:lnTo>
                <a:lnTo>
                  <a:pt x="877638" y="102855"/>
                </a:lnTo>
                <a:lnTo>
                  <a:pt x="877849" y="103434"/>
                </a:lnTo>
                <a:lnTo>
                  <a:pt x="878065" y="104006"/>
                </a:lnTo>
                <a:lnTo>
                  <a:pt x="878288" y="104571"/>
                </a:lnTo>
                <a:lnTo>
                  <a:pt x="878517" y="105130"/>
                </a:lnTo>
                <a:lnTo>
                  <a:pt x="878753" y="105681"/>
                </a:lnTo>
                <a:lnTo>
                  <a:pt x="878995" y="106225"/>
                </a:lnTo>
                <a:lnTo>
                  <a:pt x="879244" y="106763"/>
                </a:lnTo>
                <a:lnTo>
                  <a:pt x="879498" y="107293"/>
                </a:lnTo>
                <a:lnTo>
                  <a:pt x="879760" y="107817"/>
                </a:lnTo>
                <a:lnTo>
                  <a:pt x="880027" y="108334"/>
                </a:lnTo>
                <a:lnTo>
                  <a:pt x="880302" y="108844"/>
                </a:lnTo>
                <a:lnTo>
                  <a:pt x="880582" y="109347"/>
                </a:lnTo>
                <a:lnTo>
                  <a:pt x="880869" y="109843"/>
                </a:lnTo>
                <a:lnTo>
                  <a:pt x="881162" y="110332"/>
                </a:lnTo>
                <a:lnTo>
                  <a:pt x="881462" y="110815"/>
                </a:lnTo>
                <a:lnTo>
                  <a:pt x="881768" y="111290"/>
                </a:lnTo>
                <a:lnTo>
                  <a:pt x="882080" y="111758"/>
                </a:lnTo>
                <a:lnTo>
                  <a:pt x="882399" y="112220"/>
                </a:lnTo>
                <a:lnTo>
                  <a:pt x="882724" y="112675"/>
                </a:lnTo>
                <a:lnTo>
                  <a:pt x="883056" y="113122"/>
                </a:lnTo>
                <a:lnTo>
                  <a:pt x="883394" y="113560"/>
                </a:lnTo>
                <a:lnTo>
                  <a:pt x="883737" y="113990"/>
                </a:lnTo>
                <a:lnTo>
                  <a:pt x="884087" y="114412"/>
                </a:lnTo>
                <a:lnTo>
                  <a:pt x="884443" y="114825"/>
                </a:lnTo>
                <a:lnTo>
                  <a:pt x="884806" y="115230"/>
                </a:lnTo>
                <a:lnTo>
                  <a:pt x="885174" y="115626"/>
                </a:lnTo>
                <a:lnTo>
                  <a:pt x="885548" y="116014"/>
                </a:lnTo>
                <a:lnTo>
                  <a:pt x="885929" y="116394"/>
                </a:lnTo>
                <a:lnTo>
                  <a:pt x="886316" y="116765"/>
                </a:lnTo>
                <a:lnTo>
                  <a:pt x="886709" y="117127"/>
                </a:lnTo>
                <a:lnTo>
                  <a:pt x="887108" y="117482"/>
                </a:lnTo>
                <a:lnTo>
                  <a:pt x="887513" y="117827"/>
                </a:lnTo>
                <a:lnTo>
                  <a:pt x="887924" y="118164"/>
                </a:lnTo>
                <a:lnTo>
                  <a:pt x="888342" y="118493"/>
                </a:lnTo>
                <a:lnTo>
                  <a:pt x="888765" y="118814"/>
                </a:lnTo>
                <a:lnTo>
                  <a:pt x="889195" y="119126"/>
                </a:lnTo>
                <a:lnTo>
                  <a:pt x="889631" y="119429"/>
                </a:lnTo>
                <a:lnTo>
                  <a:pt x="890073" y="119724"/>
                </a:lnTo>
                <a:lnTo>
                  <a:pt x="890521" y="120011"/>
                </a:lnTo>
                <a:lnTo>
                  <a:pt x="890975" y="120289"/>
                </a:lnTo>
                <a:lnTo>
                  <a:pt x="891436" y="120559"/>
                </a:lnTo>
                <a:lnTo>
                  <a:pt x="891902" y="120820"/>
                </a:lnTo>
                <a:lnTo>
                  <a:pt x="892375" y="121073"/>
                </a:lnTo>
                <a:lnTo>
                  <a:pt x="892853" y="121316"/>
                </a:lnTo>
                <a:lnTo>
                  <a:pt x="893337" y="121549"/>
                </a:lnTo>
                <a:lnTo>
                  <a:pt x="893826" y="121772"/>
                </a:lnTo>
                <a:lnTo>
                  <a:pt x="894320" y="121984"/>
                </a:lnTo>
                <a:lnTo>
                  <a:pt x="894819" y="122186"/>
                </a:lnTo>
                <a:lnTo>
                  <a:pt x="895324" y="122378"/>
                </a:lnTo>
                <a:lnTo>
                  <a:pt x="895834" y="122559"/>
                </a:lnTo>
                <a:lnTo>
                  <a:pt x="896349" y="122730"/>
                </a:lnTo>
                <a:lnTo>
                  <a:pt x="896869" y="122891"/>
                </a:lnTo>
                <a:lnTo>
                  <a:pt x="897395" y="123041"/>
                </a:lnTo>
                <a:lnTo>
                  <a:pt x="897926" y="123181"/>
                </a:lnTo>
                <a:lnTo>
                  <a:pt x="898462" y="123310"/>
                </a:lnTo>
                <a:lnTo>
                  <a:pt x="899003" y="123430"/>
                </a:lnTo>
                <a:lnTo>
                  <a:pt x="899550" y="123538"/>
                </a:lnTo>
                <a:lnTo>
                  <a:pt x="900101" y="123637"/>
                </a:lnTo>
                <a:lnTo>
                  <a:pt x="900658" y="123725"/>
                </a:lnTo>
                <a:lnTo>
                  <a:pt x="901221" y="123803"/>
                </a:lnTo>
                <a:lnTo>
                  <a:pt x="901788" y="123870"/>
                </a:lnTo>
                <a:lnTo>
                  <a:pt x="902361" y="123927"/>
                </a:lnTo>
                <a:lnTo>
                  <a:pt x="902939" y="123973"/>
                </a:lnTo>
                <a:lnTo>
                  <a:pt x="903522" y="124010"/>
                </a:lnTo>
                <a:lnTo>
                  <a:pt x="904111" y="124036"/>
                </a:lnTo>
                <a:lnTo>
                  <a:pt x="904705" y="124051"/>
                </a:lnTo>
                <a:lnTo>
                  <a:pt x="905304" y="124056"/>
                </a:lnTo>
                <a:lnTo>
                  <a:pt x="905902" y="124052"/>
                </a:lnTo>
                <a:lnTo>
                  <a:pt x="906495" y="124040"/>
                </a:lnTo>
                <a:lnTo>
                  <a:pt x="907082" y="124021"/>
                </a:lnTo>
                <a:lnTo>
                  <a:pt x="907664" y="123993"/>
                </a:lnTo>
                <a:lnTo>
                  <a:pt x="908240" y="123957"/>
                </a:lnTo>
                <a:lnTo>
                  <a:pt x="908810" y="123914"/>
                </a:lnTo>
                <a:lnTo>
                  <a:pt x="909374" y="123862"/>
                </a:lnTo>
                <a:lnTo>
                  <a:pt x="909932" y="123803"/>
                </a:lnTo>
                <a:lnTo>
                  <a:pt x="910485" y="123735"/>
                </a:lnTo>
                <a:lnTo>
                  <a:pt x="911032" y="123660"/>
                </a:lnTo>
                <a:lnTo>
                  <a:pt x="911573" y="123577"/>
                </a:lnTo>
                <a:lnTo>
                  <a:pt x="912109" y="123485"/>
                </a:lnTo>
                <a:lnTo>
                  <a:pt x="912638" y="123386"/>
                </a:lnTo>
                <a:lnTo>
                  <a:pt x="913162" y="123279"/>
                </a:lnTo>
                <a:lnTo>
                  <a:pt x="913680" y="123164"/>
                </a:lnTo>
                <a:lnTo>
                  <a:pt x="914193" y="123041"/>
                </a:lnTo>
                <a:lnTo>
                  <a:pt x="914699" y="122911"/>
                </a:lnTo>
                <a:lnTo>
                  <a:pt x="915200" y="122772"/>
                </a:lnTo>
                <a:lnTo>
                  <a:pt x="915695" y="122625"/>
                </a:lnTo>
                <a:lnTo>
                  <a:pt x="916185" y="122470"/>
                </a:lnTo>
                <a:lnTo>
                  <a:pt x="916669" y="122308"/>
                </a:lnTo>
                <a:lnTo>
                  <a:pt x="917146" y="122137"/>
                </a:lnTo>
                <a:lnTo>
                  <a:pt x="917619" y="121959"/>
                </a:lnTo>
                <a:lnTo>
                  <a:pt x="918085" y="121773"/>
                </a:lnTo>
                <a:lnTo>
                  <a:pt x="918546" y="121579"/>
                </a:lnTo>
                <a:lnTo>
                  <a:pt x="919001" y="121379"/>
                </a:lnTo>
                <a:lnTo>
                  <a:pt x="919451" y="121173"/>
                </a:lnTo>
                <a:lnTo>
                  <a:pt x="919895" y="120960"/>
                </a:lnTo>
                <a:lnTo>
                  <a:pt x="920334" y="120741"/>
                </a:lnTo>
                <a:lnTo>
                  <a:pt x="920767" y="120516"/>
                </a:lnTo>
                <a:lnTo>
                  <a:pt x="921195" y="120284"/>
                </a:lnTo>
                <a:lnTo>
                  <a:pt x="921617" y="120046"/>
                </a:lnTo>
                <a:lnTo>
                  <a:pt x="922034" y="119801"/>
                </a:lnTo>
                <a:lnTo>
                  <a:pt x="922445" y="119550"/>
                </a:lnTo>
                <a:lnTo>
                  <a:pt x="922851" y="119292"/>
                </a:lnTo>
                <a:lnTo>
                  <a:pt x="923251" y="119029"/>
                </a:lnTo>
                <a:lnTo>
                  <a:pt x="923646" y="118758"/>
                </a:lnTo>
                <a:lnTo>
                  <a:pt x="924035" y="118482"/>
                </a:lnTo>
                <a:lnTo>
                  <a:pt x="924419" y="118199"/>
                </a:lnTo>
                <a:lnTo>
                  <a:pt x="924797" y="117909"/>
                </a:lnTo>
                <a:lnTo>
                  <a:pt x="925170" y="117613"/>
                </a:lnTo>
                <a:lnTo>
                  <a:pt x="925537" y="117311"/>
                </a:lnTo>
                <a:lnTo>
                  <a:pt x="925899" y="117003"/>
                </a:lnTo>
                <a:lnTo>
                  <a:pt x="926255" y="116688"/>
                </a:lnTo>
                <a:lnTo>
                  <a:pt x="926606" y="116366"/>
                </a:lnTo>
                <a:lnTo>
                  <a:pt x="926951" y="116038"/>
                </a:lnTo>
                <a:lnTo>
                  <a:pt x="927291" y="115704"/>
                </a:lnTo>
                <a:lnTo>
                  <a:pt x="927625" y="115364"/>
                </a:lnTo>
                <a:lnTo>
                  <a:pt x="927954" y="115017"/>
                </a:lnTo>
                <a:lnTo>
                  <a:pt x="928277" y="114665"/>
                </a:lnTo>
                <a:lnTo>
                  <a:pt x="928595" y="114308"/>
                </a:lnTo>
                <a:lnTo>
                  <a:pt x="928907" y="113945"/>
                </a:lnTo>
                <a:lnTo>
                  <a:pt x="929214" y="113578"/>
                </a:lnTo>
                <a:lnTo>
                  <a:pt x="929515" y="113204"/>
                </a:lnTo>
                <a:lnTo>
                  <a:pt x="929811" y="112825"/>
                </a:lnTo>
                <a:lnTo>
                  <a:pt x="929909" y="112696"/>
                </a:lnTo>
                <a:lnTo>
                  <a:pt x="929909" y="153229"/>
                </a:lnTo>
                <a:lnTo>
                  <a:pt x="938749" y="153229"/>
                </a:lnTo>
                <a:lnTo>
                  <a:pt x="938749" y="42875"/>
                </a:lnTo>
                <a:lnTo>
                  <a:pt x="930498" y="42875"/>
                </a:lnTo>
                <a:lnTo>
                  <a:pt x="930080" y="53730"/>
                </a:lnTo>
                <a:lnTo>
                  <a:pt x="930042" y="53674"/>
                </a:lnTo>
                <a:lnTo>
                  <a:pt x="929757" y="53270"/>
                </a:lnTo>
                <a:lnTo>
                  <a:pt x="929467" y="52872"/>
                </a:lnTo>
                <a:close/>
                <a:moveTo>
                  <a:pt x="928859" y="104438"/>
                </a:moveTo>
                <a:lnTo>
                  <a:pt x="928613" y="104854"/>
                </a:lnTo>
                <a:lnTo>
                  <a:pt x="928362" y="105267"/>
                </a:lnTo>
                <a:lnTo>
                  <a:pt x="928104" y="105676"/>
                </a:lnTo>
                <a:lnTo>
                  <a:pt x="927839" y="106081"/>
                </a:lnTo>
                <a:lnTo>
                  <a:pt x="927568" y="106479"/>
                </a:lnTo>
                <a:lnTo>
                  <a:pt x="927289" y="106870"/>
                </a:lnTo>
                <a:lnTo>
                  <a:pt x="927003" y="107255"/>
                </a:lnTo>
                <a:lnTo>
                  <a:pt x="926710" y="107633"/>
                </a:lnTo>
                <a:lnTo>
                  <a:pt x="926409" y="108004"/>
                </a:lnTo>
                <a:lnTo>
                  <a:pt x="926102" y="108368"/>
                </a:lnTo>
                <a:lnTo>
                  <a:pt x="925787" y="108725"/>
                </a:lnTo>
                <a:lnTo>
                  <a:pt x="925465" y="109076"/>
                </a:lnTo>
                <a:lnTo>
                  <a:pt x="925137" y="109420"/>
                </a:lnTo>
                <a:lnTo>
                  <a:pt x="924800" y="109757"/>
                </a:lnTo>
                <a:lnTo>
                  <a:pt x="924457" y="110087"/>
                </a:lnTo>
                <a:lnTo>
                  <a:pt x="924107" y="110411"/>
                </a:lnTo>
                <a:lnTo>
                  <a:pt x="923749" y="110727"/>
                </a:lnTo>
                <a:lnTo>
                  <a:pt x="923384" y="111037"/>
                </a:lnTo>
                <a:lnTo>
                  <a:pt x="923012" y="111340"/>
                </a:lnTo>
                <a:lnTo>
                  <a:pt x="922633" y="111637"/>
                </a:lnTo>
                <a:lnTo>
                  <a:pt x="922247" y="111927"/>
                </a:lnTo>
                <a:lnTo>
                  <a:pt x="921854" y="112209"/>
                </a:lnTo>
                <a:lnTo>
                  <a:pt x="921453" y="112485"/>
                </a:lnTo>
                <a:lnTo>
                  <a:pt x="921045" y="112755"/>
                </a:lnTo>
                <a:lnTo>
                  <a:pt x="920631" y="113017"/>
                </a:lnTo>
                <a:lnTo>
                  <a:pt x="920208" y="113273"/>
                </a:lnTo>
                <a:lnTo>
                  <a:pt x="919779" y="113522"/>
                </a:lnTo>
                <a:lnTo>
                  <a:pt x="919342" y="113762"/>
                </a:lnTo>
                <a:lnTo>
                  <a:pt x="918897" y="113993"/>
                </a:lnTo>
                <a:lnTo>
                  <a:pt x="918443" y="114213"/>
                </a:lnTo>
                <a:lnTo>
                  <a:pt x="917982" y="114422"/>
                </a:lnTo>
                <a:lnTo>
                  <a:pt x="917511" y="114622"/>
                </a:lnTo>
                <a:lnTo>
                  <a:pt x="917033" y="114811"/>
                </a:lnTo>
                <a:lnTo>
                  <a:pt x="916546" y="114990"/>
                </a:lnTo>
                <a:lnTo>
                  <a:pt x="916051" y="115159"/>
                </a:lnTo>
                <a:lnTo>
                  <a:pt x="915547" y="115318"/>
                </a:lnTo>
                <a:lnTo>
                  <a:pt x="915036" y="115466"/>
                </a:lnTo>
                <a:lnTo>
                  <a:pt x="914516" y="115604"/>
                </a:lnTo>
                <a:lnTo>
                  <a:pt x="913987" y="115732"/>
                </a:lnTo>
                <a:lnTo>
                  <a:pt x="913450" y="115850"/>
                </a:lnTo>
                <a:lnTo>
                  <a:pt x="912905" y="115957"/>
                </a:lnTo>
                <a:lnTo>
                  <a:pt x="912352" y="116054"/>
                </a:lnTo>
                <a:lnTo>
                  <a:pt x="911790" y="116141"/>
                </a:lnTo>
                <a:lnTo>
                  <a:pt x="911220" y="116218"/>
                </a:lnTo>
                <a:lnTo>
                  <a:pt x="910642" y="116284"/>
                </a:lnTo>
                <a:lnTo>
                  <a:pt x="910056" y="116341"/>
                </a:lnTo>
                <a:lnTo>
                  <a:pt x="909461" y="116387"/>
                </a:lnTo>
                <a:lnTo>
                  <a:pt x="908857" y="116423"/>
                </a:lnTo>
                <a:lnTo>
                  <a:pt x="908246" y="116448"/>
                </a:lnTo>
                <a:lnTo>
                  <a:pt x="907626" y="116463"/>
                </a:lnTo>
                <a:lnTo>
                  <a:pt x="906998" y="116469"/>
                </a:lnTo>
                <a:lnTo>
                  <a:pt x="906497" y="116464"/>
                </a:lnTo>
                <a:lnTo>
                  <a:pt x="906002" y="116451"/>
                </a:lnTo>
                <a:lnTo>
                  <a:pt x="905513" y="116429"/>
                </a:lnTo>
                <a:lnTo>
                  <a:pt x="905029" y="116398"/>
                </a:lnTo>
                <a:lnTo>
                  <a:pt x="904551" y="116358"/>
                </a:lnTo>
                <a:lnTo>
                  <a:pt x="904079" y="116310"/>
                </a:lnTo>
                <a:lnTo>
                  <a:pt x="903612" y="116252"/>
                </a:lnTo>
                <a:lnTo>
                  <a:pt x="903151" y="116186"/>
                </a:lnTo>
                <a:lnTo>
                  <a:pt x="902695" y="116111"/>
                </a:lnTo>
                <a:lnTo>
                  <a:pt x="902245" y="116027"/>
                </a:lnTo>
                <a:lnTo>
                  <a:pt x="901801" y="115935"/>
                </a:lnTo>
                <a:lnTo>
                  <a:pt x="901362" y="115833"/>
                </a:lnTo>
                <a:lnTo>
                  <a:pt x="900929" y="115723"/>
                </a:lnTo>
                <a:lnTo>
                  <a:pt x="900502" y="115604"/>
                </a:lnTo>
                <a:lnTo>
                  <a:pt x="900080" y="115476"/>
                </a:lnTo>
                <a:lnTo>
                  <a:pt x="899664" y="115339"/>
                </a:lnTo>
                <a:lnTo>
                  <a:pt x="899253" y="115193"/>
                </a:lnTo>
                <a:lnTo>
                  <a:pt x="898848" y="115039"/>
                </a:lnTo>
                <a:lnTo>
                  <a:pt x="898449" y="114876"/>
                </a:lnTo>
                <a:lnTo>
                  <a:pt x="898055" y="114704"/>
                </a:lnTo>
                <a:lnTo>
                  <a:pt x="897667" y="114523"/>
                </a:lnTo>
                <a:lnTo>
                  <a:pt x="897285" y="114333"/>
                </a:lnTo>
                <a:lnTo>
                  <a:pt x="896908" y="114134"/>
                </a:lnTo>
                <a:lnTo>
                  <a:pt x="896537" y="113927"/>
                </a:lnTo>
                <a:lnTo>
                  <a:pt x="896171" y="113712"/>
                </a:lnTo>
                <a:lnTo>
                  <a:pt x="895811" y="113490"/>
                </a:lnTo>
                <a:lnTo>
                  <a:pt x="895456" y="113262"/>
                </a:lnTo>
                <a:lnTo>
                  <a:pt x="895106" y="113027"/>
                </a:lnTo>
                <a:lnTo>
                  <a:pt x="894761" y="112785"/>
                </a:lnTo>
                <a:lnTo>
                  <a:pt x="894421" y="112537"/>
                </a:lnTo>
                <a:lnTo>
                  <a:pt x="894087" y="112282"/>
                </a:lnTo>
                <a:lnTo>
                  <a:pt x="893758" y="112020"/>
                </a:lnTo>
                <a:lnTo>
                  <a:pt x="893434" y="111752"/>
                </a:lnTo>
                <a:lnTo>
                  <a:pt x="893116" y="111477"/>
                </a:lnTo>
                <a:lnTo>
                  <a:pt x="892803" y="111195"/>
                </a:lnTo>
                <a:lnTo>
                  <a:pt x="892495" y="110907"/>
                </a:lnTo>
                <a:lnTo>
                  <a:pt x="892192" y="110612"/>
                </a:lnTo>
                <a:lnTo>
                  <a:pt x="891894" y="110310"/>
                </a:lnTo>
                <a:lnTo>
                  <a:pt x="891602" y="110002"/>
                </a:lnTo>
                <a:lnTo>
                  <a:pt x="891315" y="109687"/>
                </a:lnTo>
                <a:lnTo>
                  <a:pt x="891033" y="109366"/>
                </a:lnTo>
                <a:lnTo>
                  <a:pt x="890756" y="109037"/>
                </a:lnTo>
                <a:lnTo>
                  <a:pt x="890485" y="108703"/>
                </a:lnTo>
                <a:lnTo>
                  <a:pt x="890219" y="108361"/>
                </a:lnTo>
                <a:lnTo>
                  <a:pt x="889958" y="108013"/>
                </a:lnTo>
                <a:lnTo>
                  <a:pt x="889703" y="107658"/>
                </a:lnTo>
                <a:lnTo>
                  <a:pt x="889452" y="107297"/>
                </a:lnTo>
                <a:lnTo>
                  <a:pt x="889207" y="106929"/>
                </a:lnTo>
                <a:lnTo>
                  <a:pt x="888967" y="106555"/>
                </a:lnTo>
                <a:lnTo>
                  <a:pt x="888733" y="106175"/>
                </a:lnTo>
                <a:lnTo>
                  <a:pt x="888503" y="105790"/>
                </a:lnTo>
                <a:lnTo>
                  <a:pt x="888279" y="105400"/>
                </a:lnTo>
                <a:lnTo>
                  <a:pt x="888060" y="105004"/>
                </a:lnTo>
                <a:lnTo>
                  <a:pt x="887847" y="104603"/>
                </a:lnTo>
                <a:lnTo>
                  <a:pt x="887638" y="104197"/>
                </a:lnTo>
                <a:lnTo>
                  <a:pt x="887435" y="103785"/>
                </a:lnTo>
                <a:lnTo>
                  <a:pt x="887237" y="103368"/>
                </a:lnTo>
                <a:lnTo>
                  <a:pt x="887044" y="102946"/>
                </a:lnTo>
                <a:lnTo>
                  <a:pt x="886857" y="102518"/>
                </a:lnTo>
                <a:lnTo>
                  <a:pt x="886675" y="102085"/>
                </a:lnTo>
                <a:lnTo>
                  <a:pt x="886498" y="101646"/>
                </a:lnTo>
                <a:lnTo>
                  <a:pt x="886326" y="101202"/>
                </a:lnTo>
                <a:lnTo>
                  <a:pt x="886160" y="100753"/>
                </a:lnTo>
                <a:lnTo>
                  <a:pt x="885999" y="100299"/>
                </a:lnTo>
                <a:lnTo>
                  <a:pt x="885843" y="99838"/>
                </a:lnTo>
                <a:lnTo>
                  <a:pt x="885692" y="99373"/>
                </a:lnTo>
                <a:lnTo>
                  <a:pt x="885546" y="98902"/>
                </a:lnTo>
                <a:lnTo>
                  <a:pt x="885406" y="98426"/>
                </a:lnTo>
                <a:lnTo>
                  <a:pt x="885271" y="97945"/>
                </a:lnTo>
                <a:lnTo>
                  <a:pt x="885141" y="97458"/>
                </a:lnTo>
                <a:lnTo>
                  <a:pt x="885017" y="96965"/>
                </a:lnTo>
                <a:lnTo>
                  <a:pt x="884898" y="96468"/>
                </a:lnTo>
                <a:lnTo>
                  <a:pt x="884783" y="95966"/>
                </a:lnTo>
                <a:lnTo>
                  <a:pt x="884674" y="95461"/>
                </a:lnTo>
                <a:lnTo>
                  <a:pt x="884570" y="94952"/>
                </a:lnTo>
                <a:lnTo>
                  <a:pt x="884470" y="94441"/>
                </a:lnTo>
                <a:lnTo>
                  <a:pt x="884375" y="93926"/>
                </a:lnTo>
                <a:lnTo>
                  <a:pt x="884285" y="93408"/>
                </a:lnTo>
                <a:lnTo>
                  <a:pt x="884200" y="92887"/>
                </a:lnTo>
                <a:lnTo>
                  <a:pt x="884120" y="92363"/>
                </a:lnTo>
                <a:lnTo>
                  <a:pt x="884045" y="91835"/>
                </a:lnTo>
                <a:lnTo>
                  <a:pt x="883974" y="91305"/>
                </a:lnTo>
                <a:lnTo>
                  <a:pt x="883909" y="90771"/>
                </a:lnTo>
                <a:lnTo>
                  <a:pt x="883848" y="90234"/>
                </a:lnTo>
                <a:lnTo>
                  <a:pt x="883792" y="89693"/>
                </a:lnTo>
                <a:lnTo>
                  <a:pt x="883741" y="89150"/>
                </a:lnTo>
                <a:lnTo>
                  <a:pt x="883695" y="88603"/>
                </a:lnTo>
                <a:lnTo>
                  <a:pt x="883653" y="88053"/>
                </a:lnTo>
                <a:lnTo>
                  <a:pt x="883617" y="87500"/>
                </a:lnTo>
                <a:lnTo>
                  <a:pt x="883585" y="86944"/>
                </a:lnTo>
                <a:lnTo>
                  <a:pt x="883559" y="86384"/>
                </a:lnTo>
                <a:lnTo>
                  <a:pt x="883537" y="85822"/>
                </a:lnTo>
                <a:lnTo>
                  <a:pt x="883520" y="85256"/>
                </a:lnTo>
                <a:lnTo>
                  <a:pt x="883508" y="84687"/>
                </a:lnTo>
                <a:lnTo>
                  <a:pt x="883500" y="84115"/>
                </a:lnTo>
                <a:lnTo>
                  <a:pt x="883498" y="83539"/>
                </a:lnTo>
                <a:lnTo>
                  <a:pt x="883498" y="81992"/>
                </a:lnTo>
                <a:lnTo>
                  <a:pt x="883500" y="81411"/>
                </a:lnTo>
                <a:lnTo>
                  <a:pt x="883508" y="80833"/>
                </a:lnTo>
                <a:lnTo>
                  <a:pt x="883520" y="80259"/>
                </a:lnTo>
                <a:lnTo>
                  <a:pt x="883537" y="79688"/>
                </a:lnTo>
                <a:lnTo>
                  <a:pt x="883559" y="79121"/>
                </a:lnTo>
                <a:lnTo>
                  <a:pt x="883585" y="78557"/>
                </a:lnTo>
                <a:lnTo>
                  <a:pt x="883617" y="77997"/>
                </a:lnTo>
                <a:lnTo>
                  <a:pt x="883653" y="77441"/>
                </a:lnTo>
                <a:lnTo>
                  <a:pt x="883695" y="76888"/>
                </a:lnTo>
                <a:lnTo>
                  <a:pt x="883741" y="76339"/>
                </a:lnTo>
                <a:lnTo>
                  <a:pt x="883792" y="75794"/>
                </a:lnTo>
                <a:lnTo>
                  <a:pt x="883848" y="75252"/>
                </a:lnTo>
                <a:lnTo>
                  <a:pt x="883909" y="74713"/>
                </a:lnTo>
                <a:lnTo>
                  <a:pt x="883974" y="74178"/>
                </a:lnTo>
                <a:lnTo>
                  <a:pt x="884045" y="73647"/>
                </a:lnTo>
                <a:lnTo>
                  <a:pt x="884120" y="73119"/>
                </a:lnTo>
                <a:lnTo>
                  <a:pt x="884200" y="72595"/>
                </a:lnTo>
                <a:lnTo>
                  <a:pt x="884285" y="72075"/>
                </a:lnTo>
                <a:lnTo>
                  <a:pt x="884375" y="71558"/>
                </a:lnTo>
                <a:lnTo>
                  <a:pt x="884470" y="71044"/>
                </a:lnTo>
                <a:lnTo>
                  <a:pt x="884570" y="70534"/>
                </a:lnTo>
                <a:lnTo>
                  <a:pt x="884674" y="70028"/>
                </a:lnTo>
                <a:lnTo>
                  <a:pt x="884783" y="69526"/>
                </a:lnTo>
                <a:lnTo>
                  <a:pt x="884898" y="69027"/>
                </a:lnTo>
                <a:lnTo>
                  <a:pt x="885017" y="68532"/>
                </a:lnTo>
                <a:lnTo>
                  <a:pt x="885141" y="68042"/>
                </a:lnTo>
                <a:lnTo>
                  <a:pt x="885271" y="67558"/>
                </a:lnTo>
                <a:lnTo>
                  <a:pt x="885406" y="67078"/>
                </a:lnTo>
                <a:lnTo>
                  <a:pt x="885546" y="66604"/>
                </a:lnTo>
                <a:lnTo>
                  <a:pt x="885692" y="66135"/>
                </a:lnTo>
                <a:lnTo>
                  <a:pt x="885843" y="65671"/>
                </a:lnTo>
                <a:lnTo>
                  <a:pt x="885999" y="65212"/>
                </a:lnTo>
                <a:lnTo>
                  <a:pt x="886160" y="64758"/>
                </a:lnTo>
                <a:lnTo>
                  <a:pt x="886326" y="64310"/>
                </a:lnTo>
                <a:lnTo>
                  <a:pt x="886498" y="63866"/>
                </a:lnTo>
                <a:lnTo>
                  <a:pt x="886675" y="63428"/>
                </a:lnTo>
                <a:lnTo>
                  <a:pt x="886857" y="62995"/>
                </a:lnTo>
                <a:lnTo>
                  <a:pt x="887044" y="62566"/>
                </a:lnTo>
                <a:lnTo>
                  <a:pt x="887237" y="62143"/>
                </a:lnTo>
                <a:lnTo>
                  <a:pt x="887435" y="61725"/>
                </a:lnTo>
                <a:lnTo>
                  <a:pt x="887638" y="61312"/>
                </a:lnTo>
                <a:lnTo>
                  <a:pt x="887847" y="60905"/>
                </a:lnTo>
                <a:lnTo>
                  <a:pt x="888060" y="60502"/>
                </a:lnTo>
                <a:lnTo>
                  <a:pt x="888279" y="60105"/>
                </a:lnTo>
                <a:lnTo>
                  <a:pt x="888503" y="59712"/>
                </a:lnTo>
                <a:lnTo>
                  <a:pt x="888733" y="59325"/>
                </a:lnTo>
                <a:lnTo>
                  <a:pt x="888967" y="58943"/>
                </a:lnTo>
                <a:lnTo>
                  <a:pt x="889207" y="58566"/>
                </a:lnTo>
                <a:lnTo>
                  <a:pt x="889452" y="58195"/>
                </a:lnTo>
                <a:lnTo>
                  <a:pt x="889703" y="57830"/>
                </a:lnTo>
                <a:lnTo>
                  <a:pt x="889959" y="57473"/>
                </a:lnTo>
                <a:lnTo>
                  <a:pt x="890220" y="57122"/>
                </a:lnTo>
                <a:lnTo>
                  <a:pt x="890487" y="56778"/>
                </a:lnTo>
                <a:lnTo>
                  <a:pt x="890759" y="56441"/>
                </a:lnTo>
                <a:lnTo>
                  <a:pt x="891036" y="56111"/>
                </a:lnTo>
                <a:lnTo>
                  <a:pt x="891319" y="55787"/>
                </a:lnTo>
                <a:lnTo>
                  <a:pt x="891607" y="55470"/>
                </a:lnTo>
                <a:lnTo>
                  <a:pt x="891901" y="55160"/>
                </a:lnTo>
                <a:lnTo>
                  <a:pt x="892200" y="54857"/>
                </a:lnTo>
                <a:lnTo>
                  <a:pt x="892504" y="54560"/>
                </a:lnTo>
                <a:lnTo>
                  <a:pt x="892813" y="54270"/>
                </a:lnTo>
                <a:lnTo>
                  <a:pt x="893128" y="53987"/>
                </a:lnTo>
                <a:lnTo>
                  <a:pt x="893449" y="53711"/>
                </a:lnTo>
                <a:lnTo>
                  <a:pt x="893775" y="53442"/>
                </a:lnTo>
                <a:lnTo>
                  <a:pt x="894106" y="53179"/>
                </a:lnTo>
                <a:lnTo>
                  <a:pt x="894442" y="52923"/>
                </a:lnTo>
                <a:lnTo>
                  <a:pt x="894784" y="52674"/>
                </a:lnTo>
                <a:lnTo>
                  <a:pt x="895131" y="52432"/>
                </a:lnTo>
                <a:lnTo>
                  <a:pt x="895484" y="52196"/>
                </a:lnTo>
                <a:lnTo>
                  <a:pt x="895842" y="51968"/>
                </a:lnTo>
                <a:lnTo>
                  <a:pt x="896205" y="51746"/>
                </a:lnTo>
                <a:lnTo>
                  <a:pt x="896574" y="51531"/>
                </a:lnTo>
                <a:lnTo>
                  <a:pt x="896948" y="51323"/>
                </a:lnTo>
                <a:lnTo>
                  <a:pt x="897328" y="51125"/>
                </a:lnTo>
                <a:lnTo>
                  <a:pt x="897714" y="50935"/>
                </a:lnTo>
                <a:lnTo>
                  <a:pt x="898106" y="50754"/>
                </a:lnTo>
                <a:lnTo>
                  <a:pt x="898503" y="50582"/>
                </a:lnTo>
                <a:lnTo>
                  <a:pt x="898906" y="50419"/>
                </a:lnTo>
                <a:lnTo>
                  <a:pt x="899315" y="50264"/>
                </a:lnTo>
                <a:lnTo>
                  <a:pt x="899729" y="50119"/>
                </a:lnTo>
                <a:lnTo>
                  <a:pt x="900150" y="49982"/>
                </a:lnTo>
                <a:lnTo>
                  <a:pt x="900576" y="49854"/>
                </a:lnTo>
                <a:lnTo>
                  <a:pt x="901008" y="49735"/>
                </a:lnTo>
                <a:lnTo>
                  <a:pt x="901445" y="49624"/>
                </a:lnTo>
                <a:lnTo>
                  <a:pt x="901889" y="49523"/>
                </a:lnTo>
                <a:lnTo>
                  <a:pt x="902338" y="49430"/>
                </a:lnTo>
                <a:lnTo>
                  <a:pt x="902793" y="49346"/>
                </a:lnTo>
                <a:lnTo>
                  <a:pt x="903253" y="49271"/>
                </a:lnTo>
                <a:lnTo>
                  <a:pt x="903719" y="49205"/>
                </a:lnTo>
                <a:lnTo>
                  <a:pt x="904192" y="49148"/>
                </a:lnTo>
                <a:lnTo>
                  <a:pt x="904669" y="49099"/>
                </a:lnTo>
                <a:lnTo>
                  <a:pt x="905153" y="49060"/>
                </a:lnTo>
                <a:lnTo>
                  <a:pt x="905643" y="49029"/>
                </a:lnTo>
                <a:lnTo>
                  <a:pt x="906138" y="49007"/>
                </a:lnTo>
                <a:lnTo>
                  <a:pt x="906639" y="48993"/>
                </a:lnTo>
                <a:lnTo>
                  <a:pt x="907145" y="48989"/>
                </a:lnTo>
                <a:lnTo>
                  <a:pt x="907664" y="48993"/>
                </a:lnTo>
                <a:lnTo>
                  <a:pt x="908177" y="49004"/>
                </a:lnTo>
                <a:lnTo>
                  <a:pt x="908683" y="49023"/>
                </a:lnTo>
                <a:lnTo>
                  <a:pt x="909183" y="49049"/>
                </a:lnTo>
                <a:lnTo>
                  <a:pt x="909678" y="49083"/>
                </a:lnTo>
                <a:lnTo>
                  <a:pt x="910166" y="49125"/>
                </a:lnTo>
                <a:lnTo>
                  <a:pt x="910648" y="49174"/>
                </a:lnTo>
                <a:lnTo>
                  <a:pt x="911123" y="49230"/>
                </a:lnTo>
                <a:lnTo>
                  <a:pt x="911593" y="49295"/>
                </a:lnTo>
                <a:lnTo>
                  <a:pt x="912056" y="49366"/>
                </a:lnTo>
                <a:lnTo>
                  <a:pt x="912514" y="49446"/>
                </a:lnTo>
                <a:lnTo>
                  <a:pt x="912965" y="49532"/>
                </a:lnTo>
                <a:lnTo>
                  <a:pt x="913410" y="49627"/>
                </a:lnTo>
                <a:lnTo>
                  <a:pt x="913849" y="49728"/>
                </a:lnTo>
                <a:lnTo>
                  <a:pt x="914282" y="49838"/>
                </a:lnTo>
                <a:lnTo>
                  <a:pt x="914708" y="49955"/>
                </a:lnTo>
                <a:lnTo>
                  <a:pt x="915129" y="50079"/>
                </a:lnTo>
                <a:lnTo>
                  <a:pt x="915543" y="50211"/>
                </a:lnTo>
                <a:lnTo>
                  <a:pt x="915952" y="50351"/>
                </a:lnTo>
                <a:lnTo>
                  <a:pt x="916354" y="50498"/>
                </a:lnTo>
                <a:lnTo>
                  <a:pt x="916750" y="50653"/>
                </a:lnTo>
                <a:lnTo>
                  <a:pt x="917139" y="50815"/>
                </a:lnTo>
                <a:lnTo>
                  <a:pt x="917523" y="50985"/>
                </a:lnTo>
                <a:lnTo>
                  <a:pt x="917901" y="51162"/>
                </a:lnTo>
                <a:lnTo>
                  <a:pt x="918273" y="51346"/>
                </a:lnTo>
                <a:lnTo>
                  <a:pt x="918639" y="51534"/>
                </a:lnTo>
                <a:lnTo>
                  <a:pt x="919001" y="51726"/>
                </a:lnTo>
                <a:lnTo>
                  <a:pt x="919357" y="51923"/>
                </a:lnTo>
                <a:lnTo>
                  <a:pt x="919708" y="52125"/>
                </a:lnTo>
                <a:lnTo>
                  <a:pt x="920053" y="52332"/>
                </a:lnTo>
                <a:lnTo>
                  <a:pt x="920394" y="52543"/>
                </a:lnTo>
                <a:lnTo>
                  <a:pt x="920729" y="52758"/>
                </a:lnTo>
                <a:lnTo>
                  <a:pt x="921059" y="52979"/>
                </a:lnTo>
                <a:lnTo>
                  <a:pt x="921383" y="53203"/>
                </a:lnTo>
                <a:lnTo>
                  <a:pt x="921703" y="53433"/>
                </a:lnTo>
                <a:lnTo>
                  <a:pt x="922017" y="53667"/>
                </a:lnTo>
                <a:lnTo>
                  <a:pt x="922326" y="53906"/>
                </a:lnTo>
                <a:lnTo>
                  <a:pt x="922630" y="54149"/>
                </a:lnTo>
                <a:lnTo>
                  <a:pt x="922928" y="54397"/>
                </a:lnTo>
                <a:lnTo>
                  <a:pt x="923221" y="54649"/>
                </a:lnTo>
                <a:lnTo>
                  <a:pt x="923509" y="54906"/>
                </a:lnTo>
                <a:lnTo>
                  <a:pt x="923792" y="55168"/>
                </a:lnTo>
                <a:lnTo>
                  <a:pt x="924069" y="55434"/>
                </a:lnTo>
                <a:lnTo>
                  <a:pt x="924342" y="55705"/>
                </a:lnTo>
                <a:lnTo>
                  <a:pt x="924608" y="55981"/>
                </a:lnTo>
                <a:lnTo>
                  <a:pt x="924870" y="56261"/>
                </a:lnTo>
                <a:lnTo>
                  <a:pt x="925127" y="56545"/>
                </a:lnTo>
                <a:lnTo>
                  <a:pt x="925378" y="56835"/>
                </a:lnTo>
                <a:lnTo>
                  <a:pt x="925624" y="57127"/>
                </a:lnTo>
                <a:lnTo>
                  <a:pt x="925867" y="57422"/>
                </a:lnTo>
                <a:lnTo>
                  <a:pt x="926105" y="57718"/>
                </a:lnTo>
                <a:lnTo>
                  <a:pt x="926339" y="58016"/>
                </a:lnTo>
                <a:lnTo>
                  <a:pt x="926568" y="58317"/>
                </a:lnTo>
                <a:lnTo>
                  <a:pt x="926794" y="58619"/>
                </a:lnTo>
                <a:lnTo>
                  <a:pt x="927015" y="58923"/>
                </a:lnTo>
                <a:lnTo>
                  <a:pt x="927232" y="59229"/>
                </a:lnTo>
                <a:lnTo>
                  <a:pt x="927445" y="59537"/>
                </a:lnTo>
                <a:lnTo>
                  <a:pt x="927653" y="59847"/>
                </a:lnTo>
                <a:lnTo>
                  <a:pt x="927858" y="60158"/>
                </a:lnTo>
                <a:lnTo>
                  <a:pt x="928058" y="60472"/>
                </a:lnTo>
                <a:lnTo>
                  <a:pt x="928254" y="60788"/>
                </a:lnTo>
                <a:lnTo>
                  <a:pt x="928445" y="61105"/>
                </a:lnTo>
                <a:lnTo>
                  <a:pt x="928633" y="61424"/>
                </a:lnTo>
                <a:lnTo>
                  <a:pt x="928816" y="61746"/>
                </a:lnTo>
                <a:lnTo>
                  <a:pt x="928995" y="62069"/>
                </a:lnTo>
                <a:lnTo>
                  <a:pt x="929170" y="62394"/>
                </a:lnTo>
                <a:lnTo>
                  <a:pt x="929340" y="62721"/>
                </a:lnTo>
                <a:lnTo>
                  <a:pt x="929506" y="63050"/>
                </a:lnTo>
                <a:lnTo>
                  <a:pt x="929669" y="63381"/>
                </a:lnTo>
                <a:lnTo>
                  <a:pt x="929826" y="63714"/>
                </a:lnTo>
                <a:lnTo>
                  <a:pt x="929909" y="63893"/>
                </a:lnTo>
                <a:lnTo>
                  <a:pt x="929909" y="102496"/>
                </a:lnTo>
                <a:lnTo>
                  <a:pt x="929783" y="102746"/>
                </a:lnTo>
                <a:lnTo>
                  <a:pt x="929561" y="103174"/>
                </a:lnTo>
                <a:lnTo>
                  <a:pt x="929333" y="103598"/>
                </a:lnTo>
                <a:lnTo>
                  <a:pt x="929099" y="104020"/>
                </a:lnTo>
                <a:lnTo>
                  <a:pt x="928859" y="104438"/>
                </a:lnTo>
                <a:close/>
                <a:moveTo>
                  <a:pt x="1013317" y="100578"/>
                </a:moveTo>
                <a:lnTo>
                  <a:pt x="1013146" y="101103"/>
                </a:lnTo>
                <a:lnTo>
                  <a:pt x="1012968" y="101624"/>
                </a:lnTo>
                <a:lnTo>
                  <a:pt x="1012781" y="102142"/>
                </a:lnTo>
                <a:lnTo>
                  <a:pt x="1012585" y="102656"/>
                </a:lnTo>
                <a:lnTo>
                  <a:pt x="1012380" y="103164"/>
                </a:lnTo>
                <a:lnTo>
                  <a:pt x="1012164" y="103664"/>
                </a:lnTo>
                <a:lnTo>
                  <a:pt x="1011936" y="104156"/>
                </a:lnTo>
                <a:lnTo>
                  <a:pt x="1011697" y="104639"/>
                </a:lnTo>
                <a:lnTo>
                  <a:pt x="1011447" y="105113"/>
                </a:lnTo>
                <a:lnTo>
                  <a:pt x="1011185" y="105580"/>
                </a:lnTo>
                <a:lnTo>
                  <a:pt x="1010913" y="106037"/>
                </a:lnTo>
                <a:lnTo>
                  <a:pt x="1010629" y="106487"/>
                </a:lnTo>
                <a:lnTo>
                  <a:pt x="1010334" y="106927"/>
                </a:lnTo>
                <a:lnTo>
                  <a:pt x="1010027" y="107360"/>
                </a:lnTo>
                <a:lnTo>
                  <a:pt x="1009710" y="107784"/>
                </a:lnTo>
                <a:lnTo>
                  <a:pt x="1009381" y="108199"/>
                </a:lnTo>
                <a:lnTo>
                  <a:pt x="1009040" y="108606"/>
                </a:lnTo>
                <a:lnTo>
                  <a:pt x="1008689" y="109005"/>
                </a:lnTo>
                <a:lnTo>
                  <a:pt x="1008326" y="109395"/>
                </a:lnTo>
                <a:lnTo>
                  <a:pt x="1007952" y="109777"/>
                </a:lnTo>
                <a:lnTo>
                  <a:pt x="1007567" y="110150"/>
                </a:lnTo>
                <a:lnTo>
                  <a:pt x="1007171" y="110515"/>
                </a:lnTo>
                <a:lnTo>
                  <a:pt x="1006763" y="110872"/>
                </a:lnTo>
                <a:lnTo>
                  <a:pt x="1006344" y="111220"/>
                </a:lnTo>
                <a:lnTo>
                  <a:pt x="1005914" y="111559"/>
                </a:lnTo>
                <a:lnTo>
                  <a:pt x="1005472" y="111890"/>
                </a:lnTo>
                <a:lnTo>
                  <a:pt x="1005019" y="112213"/>
                </a:lnTo>
                <a:lnTo>
                  <a:pt x="1004555" y="112527"/>
                </a:lnTo>
                <a:lnTo>
                  <a:pt x="1004079" y="112831"/>
                </a:lnTo>
                <a:lnTo>
                  <a:pt x="1003588" y="113122"/>
                </a:lnTo>
                <a:lnTo>
                  <a:pt x="1003083" y="113399"/>
                </a:lnTo>
                <a:lnTo>
                  <a:pt x="1002563" y="113664"/>
                </a:lnTo>
                <a:lnTo>
                  <a:pt x="1002030" y="113916"/>
                </a:lnTo>
                <a:lnTo>
                  <a:pt x="1001482" y="114155"/>
                </a:lnTo>
                <a:lnTo>
                  <a:pt x="1000920" y="114381"/>
                </a:lnTo>
                <a:lnTo>
                  <a:pt x="1000344" y="114594"/>
                </a:lnTo>
                <a:lnTo>
                  <a:pt x="999754" y="114794"/>
                </a:lnTo>
                <a:lnTo>
                  <a:pt x="999149" y="114982"/>
                </a:lnTo>
                <a:lnTo>
                  <a:pt x="998531" y="115156"/>
                </a:lnTo>
                <a:lnTo>
                  <a:pt x="997898" y="115318"/>
                </a:lnTo>
                <a:lnTo>
                  <a:pt x="997251" y="115466"/>
                </a:lnTo>
                <a:lnTo>
                  <a:pt x="996589" y="115602"/>
                </a:lnTo>
                <a:lnTo>
                  <a:pt x="995914" y="115724"/>
                </a:lnTo>
                <a:lnTo>
                  <a:pt x="995224" y="115834"/>
                </a:lnTo>
                <a:lnTo>
                  <a:pt x="994520" y="115931"/>
                </a:lnTo>
                <a:lnTo>
                  <a:pt x="993802" y="116015"/>
                </a:lnTo>
                <a:lnTo>
                  <a:pt x="993070" y="116086"/>
                </a:lnTo>
                <a:lnTo>
                  <a:pt x="992323" y="116144"/>
                </a:lnTo>
                <a:lnTo>
                  <a:pt x="991563" y="116189"/>
                </a:lnTo>
                <a:lnTo>
                  <a:pt x="990788" y="116222"/>
                </a:lnTo>
                <a:lnTo>
                  <a:pt x="989999" y="116241"/>
                </a:lnTo>
                <a:lnTo>
                  <a:pt x="989196" y="116248"/>
                </a:lnTo>
                <a:lnTo>
                  <a:pt x="988877" y="116246"/>
                </a:lnTo>
                <a:lnTo>
                  <a:pt x="988561" y="116240"/>
                </a:lnTo>
                <a:lnTo>
                  <a:pt x="988246" y="116230"/>
                </a:lnTo>
                <a:lnTo>
                  <a:pt x="987933" y="116217"/>
                </a:lnTo>
                <a:lnTo>
                  <a:pt x="987622" y="116200"/>
                </a:lnTo>
                <a:lnTo>
                  <a:pt x="987313" y="116179"/>
                </a:lnTo>
                <a:lnTo>
                  <a:pt x="987005" y="116154"/>
                </a:lnTo>
                <a:lnTo>
                  <a:pt x="986699" y="116125"/>
                </a:lnTo>
                <a:lnTo>
                  <a:pt x="986395" y="116092"/>
                </a:lnTo>
                <a:lnTo>
                  <a:pt x="986093" y="116056"/>
                </a:lnTo>
                <a:lnTo>
                  <a:pt x="985793" y="116015"/>
                </a:lnTo>
                <a:lnTo>
                  <a:pt x="985494" y="115971"/>
                </a:lnTo>
                <a:lnTo>
                  <a:pt x="985197" y="115923"/>
                </a:lnTo>
                <a:lnTo>
                  <a:pt x="984902" y="115872"/>
                </a:lnTo>
                <a:lnTo>
                  <a:pt x="984609" y="115816"/>
                </a:lnTo>
                <a:lnTo>
                  <a:pt x="984317" y="115756"/>
                </a:lnTo>
                <a:lnTo>
                  <a:pt x="984028" y="115693"/>
                </a:lnTo>
                <a:lnTo>
                  <a:pt x="983740" y="115626"/>
                </a:lnTo>
                <a:lnTo>
                  <a:pt x="983454" y="115555"/>
                </a:lnTo>
                <a:lnTo>
                  <a:pt x="983169" y="115480"/>
                </a:lnTo>
                <a:lnTo>
                  <a:pt x="982887" y="115402"/>
                </a:lnTo>
                <a:lnTo>
                  <a:pt x="982606" y="115319"/>
                </a:lnTo>
                <a:lnTo>
                  <a:pt x="982327" y="115233"/>
                </a:lnTo>
                <a:lnTo>
                  <a:pt x="982050" y="115143"/>
                </a:lnTo>
                <a:lnTo>
                  <a:pt x="981775" y="115048"/>
                </a:lnTo>
                <a:lnTo>
                  <a:pt x="981503" y="114948"/>
                </a:lnTo>
                <a:lnTo>
                  <a:pt x="981233" y="114844"/>
                </a:lnTo>
                <a:lnTo>
                  <a:pt x="980966" y="114734"/>
                </a:lnTo>
                <a:lnTo>
                  <a:pt x="980702" y="114620"/>
                </a:lnTo>
                <a:lnTo>
                  <a:pt x="980441" y="114500"/>
                </a:lnTo>
                <a:lnTo>
                  <a:pt x="980182" y="114376"/>
                </a:lnTo>
                <a:lnTo>
                  <a:pt x="979926" y="114246"/>
                </a:lnTo>
                <a:lnTo>
                  <a:pt x="979672" y="114112"/>
                </a:lnTo>
                <a:lnTo>
                  <a:pt x="979422" y="113972"/>
                </a:lnTo>
                <a:lnTo>
                  <a:pt x="979174" y="113828"/>
                </a:lnTo>
                <a:lnTo>
                  <a:pt x="978928" y="113678"/>
                </a:lnTo>
                <a:lnTo>
                  <a:pt x="978686" y="113524"/>
                </a:lnTo>
                <a:lnTo>
                  <a:pt x="978446" y="113365"/>
                </a:lnTo>
                <a:lnTo>
                  <a:pt x="978208" y="113200"/>
                </a:lnTo>
                <a:lnTo>
                  <a:pt x="977974" y="113031"/>
                </a:lnTo>
                <a:lnTo>
                  <a:pt x="977742" y="112856"/>
                </a:lnTo>
                <a:lnTo>
                  <a:pt x="977512" y="112677"/>
                </a:lnTo>
                <a:lnTo>
                  <a:pt x="977286" y="112493"/>
                </a:lnTo>
                <a:lnTo>
                  <a:pt x="977062" y="112303"/>
                </a:lnTo>
                <a:lnTo>
                  <a:pt x="976841" y="112109"/>
                </a:lnTo>
                <a:lnTo>
                  <a:pt x="976622" y="111910"/>
                </a:lnTo>
                <a:lnTo>
                  <a:pt x="976406" y="111705"/>
                </a:lnTo>
                <a:lnTo>
                  <a:pt x="976193" y="111496"/>
                </a:lnTo>
                <a:lnTo>
                  <a:pt x="975983" y="111281"/>
                </a:lnTo>
                <a:lnTo>
                  <a:pt x="975777" y="111060"/>
                </a:lnTo>
                <a:lnTo>
                  <a:pt x="975575" y="110833"/>
                </a:lnTo>
                <a:lnTo>
                  <a:pt x="975377" y="110600"/>
                </a:lnTo>
                <a:lnTo>
                  <a:pt x="975182" y="110360"/>
                </a:lnTo>
                <a:lnTo>
                  <a:pt x="974992" y="110115"/>
                </a:lnTo>
                <a:lnTo>
                  <a:pt x="974805" y="109863"/>
                </a:lnTo>
                <a:lnTo>
                  <a:pt x="974622" y="109605"/>
                </a:lnTo>
                <a:lnTo>
                  <a:pt x="974443" y="109341"/>
                </a:lnTo>
                <a:lnTo>
                  <a:pt x="974267" y="109071"/>
                </a:lnTo>
                <a:lnTo>
                  <a:pt x="974096" y="108795"/>
                </a:lnTo>
                <a:lnTo>
                  <a:pt x="973928" y="108512"/>
                </a:lnTo>
                <a:lnTo>
                  <a:pt x="973764" y="108224"/>
                </a:lnTo>
                <a:lnTo>
                  <a:pt x="973604" y="107929"/>
                </a:lnTo>
                <a:lnTo>
                  <a:pt x="973448" y="107628"/>
                </a:lnTo>
                <a:lnTo>
                  <a:pt x="973296" y="107322"/>
                </a:lnTo>
                <a:lnTo>
                  <a:pt x="973147" y="107008"/>
                </a:lnTo>
                <a:lnTo>
                  <a:pt x="973003" y="106689"/>
                </a:lnTo>
                <a:lnTo>
                  <a:pt x="972862" y="106364"/>
                </a:lnTo>
                <a:lnTo>
                  <a:pt x="972725" y="106032"/>
                </a:lnTo>
                <a:lnTo>
                  <a:pt x="972592" y="105695"/>
                </a:lnTo>
                <a:lnTo>
                  <a:pt x="972462" y="105351"/>
                </a:lnTo>
                <a:lnTo>
                  <a:pt x="972337" y="105001"/>
                </a:lnTo>
                <a:lnTo>
                  <a:pt x="972215" y="104645"/>
                </a:lnTo>
                <a:lnTo>
                  <a:pt x="972098" y="104282"/>
                </a:lnTo>
                <a:lnTo>
                  <a:pt x="971986" y="103913"/>
                </a:lnTo>
                <a:lnTo>
                  <a:pt x="971879" y="103536"/>
                </a:lnTo>
                <a:lnTo>
                  <a:pt x="971776" y="103152"/>
                </a:lnTo>
                <a:lnTo>
                  <a:pt x="971679" y="102761"/>
                </a:lnTo>
                <a:lnTo>
                  <a:pt x="971587" y="102364"/>
                </a:lnTo>
                <a:lnTo>
                  <a:pt x="971500" y="101959"/>
                </a:lnTo>
                <a:lnTo>
                  <a:pt x="971417" y="101547"/>
                </a:lnTo>
                <a:lnTo>
                  <a:pt x="971340" y="101128"/>
                </a:lnTo>
                <a:lnTo>
                  <a:pt x="971268" y="100702"/>
                </a:lnTo>
                <a:lnTo>
                  <a:pt x="971200" y="100269"/>
                </a:lnTo>
                <a:lnTo>
                  <a:pt x="971138" y="99829"/>
                </a:lnTo>
                <a:lnTo>
                  <a:pt x="971081" y="99382"/>
                </a:lnTo>
                <a:lnTo>
                  <a:pt x="971028" y="98928"/>
                </a:lnTo>
                <a:lnTo>
                  <a:pt x="970981" y="98467"/>
                </a:lnTo>
                <a:lnTo>
                  <a:pt x="970938" y="97998"/>
                </a:lnTo>
                <a:lnTo>
                  <a:pt x="970901" y="97523"/>
                </a:lnTo>
                <a:lnTo>
                  <a:pt x="970869" y="97041"/>
                </a:lnTo>
                <a:lnTo>
                  <a:pt x="970841" y="96552"/>
                </a:lnTo>
                <a:lnTo>
                  <a:pt x="970819" y="96055"/>
                </a:lnTo>
                <a:lnTo>
                  <a:pt x="970801" y="95552"/>
                </a:lnTo>
                <a:lnTo>
                  <a:pt x="970789" y="95042"/>
                </a:lnTo>
                <a:lnTo>
                  <a:pt x="970781" y="94524"/>
                </a:lnTo>
                <a:lnTo>
                  <a:pt x="970779" y="94000"/>
                </a:lnTo>
                <a:lnTo>
                  <a:pt x="970779" y="42875"/>
                </a:lnTo>
                <a:lnTo>
                  <a:pt x="962012" y="42875"/>
                </a:lnTo>
                <a:lnTo>
                  <a:pt x="962012" y="93853"/>
                </a:lnTo>
                <a:lnTo>
                  <a:pt x="962016" y="94530"/>
                </a:lnTo>
                <a:lnTo>
                  <a:pt x="962025" y="95199"/>
                </a:lnTo>
                <a:lnTo>
                  <a:pt x="962042" y="95859"/>
                </a:lnTo>
                <a:lnTo>
                  <a:pt x="962064" y="96511"/>
                </a:lnTo>
                <a:lnTo>
                  <a:pt x="962094" y="97154"/>
                </a:lnTo>
                <a:lnTo>
                  <a:pt x="962130" y="97789"/>
                </a:lnTo>
                <a:lnTo>
                  <a:pt x="962172" y="98416"/>
                </a:lnTo>
                <a:lnTo>
                  <a:pt x="962221" y="99034"/>
                </a:lnTo>
                <a:lnTo>
                  <a:pt x="962276" y="99644"/>
                </a:lnTo>
                <a:lnTo>
                  <a:pt x="962338" y="100245"/>
                </a:lnTo>
                <a:lnTo>
                  <a:pt x="962407" y="100838"/>
                </a:lnTo>
                <a:lnTo>
                  <a:pt x="962482" y="101422"/>
                </a:lnTo>
                <a:lnTo>
                  <a:pt x="962563" y="101998"/>
                </a:lnTo>
                <a:lnTo>
                  <a:pt x="962652" y="102565"/>
                </a:lnTo>
                <a:lnTo>
                  <a:pt x="962746" y="103124"/>
                </a:lnTo>
                <a:lnTo>
                  <a:pt x="962847" y="103675"/>
                </a:lnTo>
                <a:lnTo>
                  <a:pt x="962955" y="104217"/>
                </a:lnTo>
                <a:lnTo>
                  <a:pt x="963069" y="104751"/>
                </a:lnTo>
                <a:lnTo>
                  <a:pt x="963190" y="105276"/>
                </a:lnTo>
                <a:lnTo>
                  <a:pt x="963317" y="105793"/>
                </a:lnTo>
                <a:lnTo>
                  <a:pt x="963451" y="106301"/>
                </a:lnTo>
                <a:lnTo>
                  <a:pt x="963591" y="106801"/>
                </a:lnTo>
                <a:lnTo>
                  <a:pt x="963738" y="107293"/>
                </a:lnTo>
                <a:lnTo>
                  <a:pt x="963891" y="107776"/>
                </a:lnTo>
                <a:lnTo>
                  <a:pt x="964050" y="108251"/>
                </a:lnTo>
                <a:lnTo>
                  <a:pt x="964215" y="108718"/>
                </a:lnTo>
                <a:lnTo>
                  <a:pt x="964385" y="109178"/>
                </a:lnTo>
                <a:lnTo>
                  <a:pt x="964561" y="109631"/>
                </a:lnTo>
                <a:lnTo>
                  <a:pt x="964742" y="110076"/>
                </a:lnTo>
                <a:lnTo>
                  <a:pt x="964929" y="110513"/>
                </a:lnTo>
                <a:lnTo>
                  <a:pt x="965121" y="110943"/>
                </a:lnTo>
                <a:lnTo>
                  <a:pt x="965319" y="111365"/>
                </a:lnTo>
                <a:lnTo>
                  <a:pt x="965522" y="111780"/>
                </a:lnTo>
                <a:lnTo>
                  <a:pt x="965731" y="112187"/>
                </a:lnTo>
                <a:lnTo>
                  <a:pt x="965946" y="112587"/>
                </a:lnTo>
                <a:lnTo>
                  <a:pt x="966165" y="112979"/>
                </a:lnTo>
                <a:lnTo>
                  <a:pt x="966391" y="113363"/>
                </a:lnTo>
                <a:lnTo>
                  <a:pt x="966621" y="113740"/>
                </a:lnTo>
                <a:lnTo>
                  <a:pt x="966858" y="114109"/>
                </a:lnTo>
                <a:lnTo>
                  <a:pt x="967099" y="114471"/>
                </a:lnTo>
                <a:lnTo>
                  <a:pt x="967347" y="114826"/>
                </a:lnTo>
                <a:lnTo>
                  <a:pt x="967600" y="115172"/>
                </a:lnTo>
                <a:lnTo>
                  <a:pt x="967858" y="115512"/>
                </a:lnTo>
                <a:lnTo>
                  <a:pt x="968122" y="115843"/>
                </a:lnTo>
                <a:lnTo>
                  <a:pt x="968391" y="116168"/>
                </a:lnTo>
                <a:lnTo>
                  <a:pt x="968666" y="116484"/>
                </a:lnTo>
                <a:lnTo>
                  <a:pt x="968946" y="116793"/>
                </a:lnTo>
                <a:lnTo>
                  <a:pt x="969232" y="117095"/>
                </a:lnTo>
                <a:lnTo>
                  <a:pt x="969523" y="117389"/>
                </a:lnTo>
                <a:lnTo>
                  <a:pt x="969818" y="117677"/>
                </a:lnTo>
                <a:lnTo>
                  <a:pt x="970119" y="117959"/>
                </a:lnTo>
                <a:lnTo>
                  <a:pt x="970424" y="118234"/>
                </a:lnTo>
                <a:lnTo>
                  <a:pt x="970734" y="118502"/>
                </a:lnTo>
                <a:lnTo>
                  <a:pt x="971048" y="118764"/>
                </a:lnTo>
                <a:lnTo>
                  <a:pt x="971367" y="119019"/>
                </a:lnTo>
                <a:lnTo>
                  <a:pt x="971691" y="119268"/>
                </a:lnTo>
                <a:lnTo>
                  <a:pt x="972020" y="119510"/>
                </a:lnTo>
                <a:lnTo>
                  <a:pt x="972354" y="119746"/>
                </a:lnTo>
                <a:lnTo>
                  <a:pt x="972692" y="119975"/>
                </a:lnTo>
                <a:lnTo>
                  <a:pt x="973035" y="120198"/>
                </a:lnTo>
                <a:lnTo>
                  <a:pt x="973383" y="120414"/>
                </a:lnTo>
                <a:lnTo>
                  <a:pt x="973735" y="120624"/>
                </a:lnTo>
                <a:lnTo>
                  <a:pt x="974092" y="120827"/>
                </a:lnTo>
                <a:lnTo>
                  <a:pt x="974454" y="121024"/>
                </a:lnTo>
                <a:lnTo>
                  <a:pt x="974821" y="121214"/>
                </a:lnTo>
                <a:lnTo>
                  <a:pt x="975192" y="121397"/>
                </a:lnTo>
                <a:lnTo>
                  <a:pt x="975568" y="121574"/>
                </a:lnTo>
                <a:lnTo>
                  <a:pt x="975949" y="121745"/>
                </a:lnTo>
                <a:lnTo>
                  <a:pt x="976334" y="121909"/>
                </a:lnTo>
                <a:lnTo>
                  <a:pt x="976725" y="122067"/>
                </a:lnTo>
                <a:lnTo>
                  <a:pt x="977120" y="122218"/>
                </a:lnTo>
                <a:lnTo>
                  <a:pt x="977519" y="122362"/>
                </a:lnTo>
                <a:lnTo>
                  <a:pt x="977923" y="122500"/>
                </a:lnTo>
                <a:lnTo>
                  <a:pt x="978330" y="122633"/>
                </a:lnTo>
                <a:lnTo>
                  <a:pt x="978741" y="122759"/>
                </a:lnTo>
                <a:lnTo>
                  <a:pt x="979155" y="122880"/>
                </a:lnTo>
                <a:lnTo>
                  <a:pt x="979573" y="122994"/>
                </a:lnTo>
                <a:lnTo>
                  <a:pt x="979994" y="123103"/>
                </a:lnTo>
                <a:lnTo>
                  <a:pt x="980419" y="123206"/>
                </a:lnTo>
                <a:lnTo>
                  <a:pt x="980847" y="123303"/>
                </a:lnTo>
                <a:lnTo>
                  <a:pt x="981278" y="123394"/>
                </a:lnTo>
                <a:lnTo>
                  <a:pt x="981713" y="123480"/>
                </a:lnTo>
                <a:lnTo>
                  <a:pt x="982151" y="123559"/>
                </a:lnTo>
                <a:lnTo>
                  <a:pt x="982593" y="123633"/>
                </a:lnTo>
                <a:lnTo>
                  <a:pt x="983038" y="123700"/>
                </a:lnTo>
                <a:lnTo>
                  <a:pt x="983487" y="123762"/>
                </a:lnTo>
                <a:lnTo>
                  <a:pt x="983939" y="123818"/>
                </a:lnTo>
                <a:lnTo>
                  <a:pt x="984395" y="123868"/>
                </a:lnTo>
                <a:lnTo>
                  <a:pt x="984854" y="123912"/>
                </a:lnTo>
                <a:lnTo>
                  <a:pt x="985317" y="123950"/>
                </a:lnTo>
                <a:lnTo>
                  <a:pt x="985783" y="123983"/>
                </a:lnTo>
                <a:lnTo>
                  <a:pt x="986252" y="124009"/>
                </a:lnTo>
                <a:lnTo>
                  <a:pt x="986725" y="124030"/>
                </a:lnTo>
                <a:lnTo>
                  <a:pt x="987201" y="124045"/>
                </a:lnTo>
                <a:lnTo>
                  <a:pt x="987681" y="124053"/>
                </a:lnTo>
                <a:lnTo>
                  <a:pt x="988164" y="124056"/>
                </a:lnTo>
                <a:lnTo>
                  <a:pt x="988860" y="124052"/>
                </a:lnTo>
                <a:lnTo>
                  <a:pt x="989547" y="124038"/>
                </a:lnTo>
                <a:lnTo>
                  <a:pt x="990226" y="124015"/>
                </a:lnTo>
                <a:lnTo>
                  <a:pt x="990896" y="123984"/>
                </a:lnTo>
                <a:lnTo>
                  <a:pt x="991558" y="123943"/>
                </a:lnTo>
                <a:lnTo>
                  <a:pt x="992211" y="123893"/>
                </a:lnTo>
                <a:lnTo>
                  <a:pt x="992856" y="123834"/>
                </a:lnTo>
                <a:lnTo>
                  <a:pt x="993493" y="123766"/>
                </a:lnTo>
                <a:lnTo>
                  <a:pt x="994121" y="123689"/>
                </a:lnTo>
                <a:lnTo>
                  <a:pt x="994741" y="123602"/>
                </a:lnTo>
                <a:lnTo>
                  <a:pt x="995352" y="123507"/>
                </a:lnTo>
                <a:lnTo>
                  <a:pt x="995955" y="123403"/>
                </a:lnTo>
                <a:lnTo>
                  <a:pt x="996549" y="123289"/>
                </a:lnTo>
                <a:lnTo>
                  <a:pt x="997135" y="123166"/>
                </a:lnTo>
                <a:lnTo>
                  <a:pt x="997712" y="123035"/>
                </a:lnTo>
                <a:lnTo>
                  <a:pt x="998281" y="122894"/>
                </a:lnTo>
                <a:lnTo>
                  <a:pt x="998842" y="122744"/>
                </a:lnTo>
                <a:lnTo>
                  <a:pt x="999394" y="122585"/>
                </a:lnTo>
                <a:lnTo>
                  <a:pt x="999938" y="122417"/>
                </a:lnTo>
                <a:lnTo>
                  <a:pt x="1000473" y="122240"/>
                </a:lnTo>
                <a:lnTo>
                  <a:pt x="1001000" y="122054"/>
                </a:lnTo>
                <a:lnTo>
                  <a:pt x="1001518" y="121859"/>
                </a:lnTo>
                <a:lnTo>
                  <a:pt x="1002028" y="121655"/>
                </a:lnTo>
                <a:lnTo>
                  <a:pt x="1002530" y="121441"/>
                </a:lnTo>
                <a:lnTo>
                  <a:pt x="1003023" y="121220"/>
                </a:lnTo>
                <a:lnTo>
                  <a:pt x="1003509" y="120991"/>
                </a:lnTo>
                <a:lnTo>
                  <a:pt x="1003987" y="120755"/>
                </a:lnTo>
                <a:lnTo>
                  <a:pt x="1004457" y="120512"/>
                </a:lnTo>
                <a:lnTo>
                  <a:pt x="1004920" y="120262"/>
                </a:lnTo>
                <a:lnTo>
                  <a:pt x="1005375" y="120005"/>
                </a:lnTo>
                <a:lnTo>
                  <a:pt x="1005822" y="119740"/>
                </a:lnTo>
                <a:lnTo>
                  <a:pt x="1006262" y="119468"/>
                </a:lnTo>
                <a:lnTo>
                  <a:pt x="1006694" y="119190"/>
                </a:lnTo>
                <a:lnTo>
                  <a:pt x="1007118" y="118904"/>
                </a:lnTo>
                <a:lnTo>
                  <a:pt x="1007535" y="118611"/>
                </a:lnTo>
                <a:lnTo>
                  <a:pt x="1007944" y="118310"/>
                </a:lnTo>
                <a:lnTo>
                  <a:pt x="1008345" y="118003"/>
                </a:lnTo>
                <a:lnTo>
                  <a:pt x="1008739" y="117688"/>
                </a:lnTo>
                <a:lnTo>
                  <a:pt x="1009125" y="117366"/>
                </a:lnTo>
                <a:lnTo>
                  <a:pt x="1009503" y="117037"/>
                </a:lnTo>
                <a:lnTo>
                  <a:pt x="1009874" y="116701"/>
                </a:lnTo>
                <a:lnTo>
                  <a:pt x="1010237" y="116358"/>
                </a:lnTo>
                <a:lnTo>
                  <a:pt x="1010592" y="116008"/>
                </a:lnTo>
                <a:lnTo>
                  <a:pt x="1010940" y="115650"/>
                </a:lnTo>
                <a:lnTo>
                  <a:pt x="1011280" y="115285"/>
                </a:lnTo>
                <a:lnTo>
                  <a:pt x="1011612" y="114913"/>
                </a:lnTo>
                <a:lnTo>
                  <a:pt x="1011937" y="114534"/>
                </a:lnTo>
                <a:lnTo>
                  <a:pt x="1012254" y="114148"/>
                </a:lnTo>
                <a:lnTo>
                  <a:pt x="1012563" y="113755"/>
                </a:lnTo>
                <a:lnTo>
                  <a:pt x="1012866" y="113357"/>
                </a:lnTo>
                <a:lnTo>
                  <a:pt x="1013162" y="112952"/>
                </a:lnTo>
                <a:lnTo>
                  <a:pt x="1013451" y="112542"/>
                </a:lnTo>
                <a:lnTo>
                  <a:pt x="1013524" y="112434"/>
                </a:lnTo>
                <a:lnTo>
                  <a:pt x="1013727" y="122583"/>
                </a:lnTo>
                <a:lnTo>
                  <a:pt x="1022272" y="122583"/>
                </a:lnTo>
                <a:lnTo>
                  <a:pt x="1022272" y="42875"/>
                </a:lnTo>
                <a:lnTo>
                  <a:pt x="1013359" y="42875"/>
                </a:lnTo>
                <a:lnTo>
                  <a:pt x="1013359" y="100441"/>
                </a:lnTo>
                <a:lnTo>
                  <a:pt x="1013317" y="100578"/>
                </a:lnTo>
                <a:close/>
                <a:moveTo>
                  <a:pt x="1046618" y="122583"/>
                </a:moveTo>
                <a:lnTo>
                  <a:pt x="1055459" y="122583"/>
                </a:lnTo>
                <a:lnTo>
                  <a:pt x="1055459" y="42875"/>
                </a:lnTo>
                <a:lnTo>
                  <a:pt x="1046618" y="42875"/>
                </a:lnTo>
                <a:lnTo>
                  <a:pt x="1046618" y="122583"/>
                </a:lnTo>
                <a:close/>
                <a:moveTo>
                  <a:pt x="1493080" y="50094"/>
                </a:moveTo>
                <a:lnTo>
                  <a:pt x="1507740" y="50094"/>
                </a:lnTo>
                <a:lnTo>
                  <a:pt x="1507740" y="103135"/>
                </a:lnTo>
                <a:lnTo>
                  <a:pt x="1507744" y="103792"/>
                </a:lnTo>
                <a:lnTo>
                  <a:pt x="1507756" y="104437"/>
                </a:lnTo>
                <a:lnTo>
                  <a:pt x="1507775" y="105071"/>
                </a:lnTo>
                <a:lnTo>
                  <a:pt x="1507802" y="105693"/>
                </a:lnTo>
                <a:lnTo>
                  <a:pt x="1507836" y="106303"/>
                </a:lnTo>
                <a:lnTo>
                  <a:pt x="1507878" y="106901"/>
                </a:lnTo>
                <a:lnTo>
                  <a:pt x="1507928" y="107488"/>
                </a:lnTo>
                <a:lnTo>
                  <a:pt x="1507986" y="108062"/>
                </a:lnTo>
                <a:lnTo>
                  <a:pt x="1508051" y="108625"/>
                </a:lnTo>
                <a:lnTo>
                  <a:pt x="1508124" y="109176"/>
                </a:lnTo>
                <a:lnTo>
                  <a:pt x="1508205" y="109716"/>
                </a:lnTo>
                <a:lnTo>
                  <a:pt x="1508293" y="110244"/>
                </a:lnTo>
                <a:lnTo>
                  <a:pt x="1508389" y="110760"/>
                </a:lnTo>
                <a:lnTo>
                  <a:pt x="1508492" y="111264"/>
                </a:lnTo>
                <a:lnTo>
                  <a:pt x="1508604" y="111756"/>
                </a:lnTo>
                <a:lnTo>
                  <a:pt x="1508723" y="112237"/>
                </a:lnTo>
                <a:lnTo>
                  <a:pt x="1508849" y="112706"/>
                </a:lnTo>
                <a:lnTo>
                  <a:pt x="1508983" y="113163"/>
                </a:lnTo>
                <a:lnTo>
                  <a:pt x="1509125" y="113608"/>
                </a:lnTo>
                <a:lnTo>
                  <a:pt x="1509275" y="114042"/>
                </a:lnTo>
                <a:lnTo>
                  <a:pt x="1509432" y="114463"/>
                </a:lnTo>
                <a:lnTo>
                  <a:pt x="1509597" y="114873"/>
                </a:lnTo>
                <a:lnTo>
                  <a:pt x="1509770" y="115272"/>
                </a:lnTo>
                <a:lnTo>
                  <a:pt x="1509950" y="115658"/>
                </a:lnTo>
                <a:lnTo>
                  <a:pt x="1510137" y="116034"/>
                </a:lnTo>
                <a:lnTo>
                  <a:pt x="1510330" y="116401"/>
                </a:lnTo>
                <a:lnTo>
                  <a:pt x="1510529" y="116759"/>
                </a:lnTo>
                <a:lnTo>
                  <a:pt x="1510734" y="117107"/>
                </a:lnTo>
                <a:lnTo>
                  <a:pt x="1510945" y="117446"/>
                </a:lnTo>
                <a:lnTo>
                  <a:pt x="1511161" y="117776"/>
                </a:lnTo>
                <a:lnTo>
                  <a:pt x="1511384" y="118097"/>
                </a:lnTo>
                <a:lnTo>
                  <a:pt x="1511612" y="118408"/>
                </a:lnTo>
                <a:lnTo>
                  <a:pt x="1511846" y="118711"/>
                </a:lnTo>
                <a:lnTo>
                  <a:pt x="1512086" y="119004"/>
                </a:lnTo>
                <a:lnTo>
                  <a:pt x="1512332" y="119288"/>
                </a:lnTo>
                <a:lnTo>
                  <a:pt x="1512584" y="119563"/>
                </a:lnTo>
                <a:lnTo>
                  <a:pt x="1512842" y="119828"/>
                </a:lnTo>
                <a:lnTo>
                  <a:pt x="1513105" y="120084"/>
                </a:lnTo>
                <a:lnTo>
                  <a:pt x="1513375" y="120332"/>
                </a:lnTo>
                <a:lnTo>
                  <a:pt x="1513650" y="120569"/>
                </a:lnTo>
                <a:lnTo>
                  <a:pt x="1513931" y="120798"/>
                </a:lnTo>
                <a:lnTo>
                  <a:pt x="1514218" y="121018"/>
                </a:lnTo>
                <a:lnTo>
                  <a:pt x="1514511" y="121228"/>
                </a:lnTo>
                <a:lnTo>
                  <a:pt x="1514810" y="121429"/>
                </a:lnTo>
                <a:lnTo>
                  <a:pt x="1515115" y="121621"/>
                </a:lnTo>
                <a:lnTo>
                  <a:pt x="1515426" y="121803"/>
                </a:lnTo>
                <a:lnTo>
                  <a:pt x="1515742" y="121977"/>
                </a:lnTo>
                <a:lnTo>
                  <a:pt x="1516065" y="122141"/>
                </a:lnTo>
                <a:lnTo>
                  <a:pt x="1516392" y="122297"/>
                </a:lnTo>
                <a:lnTo>
                  <a:pt x="1516724" y="122447"/>
                </a:lnTo>
                <a:lnTo>
                  <a:pt x="1517059" y="122590"/>
                </a:lnTo>
                <a:lnTo>
                  <a:pt x="1517399" y="122726"/>
                </a:lnTo>
                <a:lnTo>
                  <a:pt x="1517743" y="122856"/>
                </a:lnTo>
                <a:lnTo>
                  <a:pt x="1518091" y="122979"/>
                </a:lnTo>
                <a:lnTo>
                  <a:pt x="1518443" y="123095"/>
                </a:lnTo>
                <a:lnTo>
                  <a:pt x="1518799" y="123205"/>
                </a:lnTo>
                <a:lnTo>
                  <a:pt x="1519159" y="123308"/>
                </a:lnTo>
                <a:lnTo>
                  <a:pt x="1519523" y="123405"/>
                </a:lnTo>
                <a:lnTo>
                  <a:pt x="1519891" y="123494"/>
                </a:lnTo>
                <a:lnTo>
                  <a:pt x="1520264" y="123578"/>
                </a:lnTo>
                <a:lnTo>
                  <a:pt x="1520640" y="123654"/>
                </a:lnTo>
                <a:lnTo>
                  <a:pt x="1521021" y="123724"/>
                </a:lnTo>
                <a:lnTo>
                  <a:pt x="1521406" y="123787"/>
                </a:lnTo>
                <a:lnTo>
                  <a:pt x="1521794" y="123844"/>
                </a:lnTo>
                <a:lnTo>
                  <a:pt x="1522187" y="123893"/>
                </a:lnTo>
                <a:lnTo>
                  <a:pt x="1522584" y="123937"/>
                </a:lnTo>
                <a:lnTo>
                  <a:pt x="1522985" y="123973"/>
                </a:lnTo>
                <a:lnTo>
                  <a:pt x="1523391" y="124003"/>
                </a:lnTo>
                <a:lnTo>
                  <a:pt x="1523800" y="124026"/>
                </a:lnTo>
                <a:lnTo>
                  <a:pt x="1524213" y="124043"/>
                </a:lnTo>
                <a:lnTo>
                  <a:pt x="1524631" y="124053"/>
                </a:lnTo>
                <a:lnTo>
                  <a:pt x="1525052" y="124056"/>
                </a:lnTo>
                <a:lnTo>
                  <a:pt x="1525267" y="124056"/>
                </a:lnTo>
                <a:lnTo>
                  <a:pt x="1525482" y="124054"/>
                </a:lnTo>
                <a:lnTo>
                  <a:pt x="1525697" y="124051"/>
                </a:lnTo>
                <a:lnTo>
                  <a:pt x="1525913" y="124047"/>
                </a:lnTo>
                <a:lnTo>
                  <a:pt x="1526128" y="124042"/>
                </a:lnTo>
                <a:lnTo>
                  <a:pt x="1526344" y="124036"/>
                </a:lnTo>
                <a:lnTo>
                  <a:pt x="1526559" y="124028"/>
                </a:lnTo>
                <a:lnTo>
                  <a:pt x="1526775" y="124020"/>
                </a:lnTo>
                <a:lnTo>
                  <a:pt x="1526991" y="124010"/>
                </a:lnTo>
                <a:lnTo>
                  <a:pt x="1527207" y="123999"/>
                </a:lnTo>
                <a:lnTo>
                  <a:pt x="1527423" y="123987"/>
                </a:lnTo>
                <a:lnTo>
                  <a:pt x="1527640" y="123973"/>
                </a:lnTo>
                <a:lnTo>
                  <a:pt x="1527856" y="123959"/>
                </a:lnTo>
                <a:lnTo>
                  <a:pt x="1528073" y="123944"/>
                </a:lnTo>
                <a:lnTo>
                  <a:pt x="1528290" y="123927"/>
                </a:lnTo>
                <a:lnTo>
                  <a:pt x="1528506" y="123909"/>
                </a:lnTo>
                <a:lnTo>
                  <a:pt x="1528723" y="123890"/>
                </a:lnTo>
                <a:lnTo>
                  <a:pt x="1528940" y="123870"/>
                </a:lnTo>
                <a:lnTo>
                  <a:pt x="1529158" y="123849"/>
                </a:lnTo>
                <a:lnTo>
                  <a:pt x="1529375" y="123826"/>
                </a:lnTo>
                <a:lnTo>
                  <a:pt x="1529593" y="123803"/>
                </a:lnTo>
                <a:lnTo>
                  <a:pt x="1529810" y="123778"/>
                </a:lnTo>
                <a:lnTo>
                  <a:pt x="1530028" y="123752"/>
                </a:lnTo>
                <a:lnTo>
                  <a:pt x="1530246" y="123725"/>
                </a:lnTo>
                <a:lnTo>
                  <a:pt x="1530462" y="123697"/>
                </a:lnTo>
                <a:lnTo>
                  <a:pt x="1530675" y="123668"/>
                </a:lnTo>
                <a:lnTo>
                  <a:pt x="1530884" y="123639"/>
                </a:lnTo>
                <a:lnTo>
                  <a:pt x="1531090" y="123609"/>
                </a:lnTo>
                <a:lnTo>
                  <a:pt x="1531292" y="123579"/>
                </a:lnTo>
                <a:lnTo>
                  <a:pt x="1531491" y="123548"/>
                </a:lnTo>
                <a:lnTo>
                  <a:pt x="1531687" y="123516"/>
                </a:lnTo>
                <a:lnTo>
                  <a:pt x="1531879" y="123483"/>
                </a:lnTo>
                <a:lnTo>
                  <a:pt x="1532067" y="123450"/>
                </a:lnTo>
                <a:lnTo>
                  <a:pt x="1532252" y="123417"/>
                </a:lnTo>
                <a:lnTo>
                  <a:pt x="1532434" y="123382"/>
                </a:lnTo>
                <a:lnTo>
                  <a:pt x="1532612" y="123347"/>
                </a:lnTo>
                <a:lnTo>
                  <a:pt x="1532787" y="123312"/>
                </a:lnTo>
                <a:lnTo>
                  <a:pt x="1532958" y="123275"/>
                </a:lnTo>
                <a:lnTo>
                  <a:pt x="1533126" y="123239"/>
                </a:lnTo>
                <a:lnTo>
                  <a:pt x="1533291" y="123201"/>
                </a:lnTo>
                <a:lnTo>
                  <a:pt x="1533452" y="123163"/>
                </a:lnTo>
                <a:lnTo>
                  <a:pt x="1533609" y="123124"/>
                </a:lnTo>
                <a:lnTo>
                  <a:pt x="1533763" y="123085"/>
                </a:lnTo>
                <a:lnTo>
                  <a:pt x="1533914" y="123044"/>
                </a:lnTo>
                <a:lnTo>
                  <a:pt x="1534061" y="123004"/>
                </a:lnTo>
                <a:lnTo>
                  <a:pt x="1534205" y="122962"/>
                </a:lnTo>
                <a:lnTo>
                  <a:pt x="1534345" y="122920"/>
                </a:lnTo>
                <a:lnTo>
                  <a:pt x="1534482" y="122878"/>
                </a:lnTo>
                <a:lnTo>
                  <a:pt x="1534113" y="115437"/>
                </a:lnTo>
                <a:lnTo>
                  <a:pt x="1533984" y="115456"/>
                </a:lnTo>
                <a:lnTo>
                  <a:pt x="1533854" y="115474"/>
                </a:lnTo>
                <a:lnTo>
                  <a:pt x="1533723" y="115493"/>
                </a:lnTo>
                <a:lnTo>
                  <a:pt x="1533591" y="115512"/>
                </a:lnTo>
                <a:lnTo>
                  <a:pt x="1533458" y="115531"/>
                </a:lnTo>
                <a:lnTo>
                  <a:pt x="1533324" y="115550"/>
                </a:lnTo>
                <a:lnTo>
                  <a:pt x="1533189" y="115569"/>
                </a:lnTo>
                <a:lnTo>
                  <a:pt x="1533053" y="115589"/>
                </a:lnTo>
                <a:lnTo>
                  <a:pt x="1532917" y="115608"/>
                </a:lnTo>
                <a:lnTo>
                  <a:pt x="1532779" y="115628"/>
                </a:lnTo>
                <a:lnTo>
                  <a:pt x="1532641" y="115648"/>
                </a:lnTo>
                <a:lnTo>
                  <a:pt x="1532502" y="115667"/>
                </a:lnTo>
                <a:lnTo>
                  <a:pt x="1532362" y="115687"/>
                </a:lnTo>
                <a:lnTo>
                  <a:pt x="1532221" y="115708"/>
                </a:lnTo>
                <a:lnTo>
                  <a:pt x="1532079" y="115728"/>
                </a:lnTo>
                <a:lnTo>
                  <a:pt x="1531936" y="115748"/>
                </a:lnTo>
                <a:lnTo>
                  <a:pt x="1531792" y="115769"/>
                </a:lnTo>
                <a:lnTo>
                  <a:pt x="1531648" y="115789"/>
                </a:lnTo>
                <a:lnTo>
                  <a:pt x="1531502" y="115810"/>
                </a:lnTo>
                <a:lnTo>
                  <a:pt x="1531356" y="115831"/>
                </a:lnTo>
                <a:lnTo>
                  <a:pt x="1531209" y="115852"/>
                </a:lnTo>
                <a:lnTo>
                  <a:pt x="1531060" y="115873"/>
                </a:lnTo>
                <a:lnTo>
                  <a:pt x="1530911" y="115895"/>
                </a:lnTo>
                <a:lnTo>
                  <a:pt x="1530761" y="115916"/>
                </a:lnTo>
                <a:lnTo>
                  <a:pt x="1530611" y="115937"/>
                </a:lnTo>
                <a:lnTo>
                  <a:pt x="1530459" y="115957"/>
                </a:lnTo>
                <a:lnTo>
                  <a:pt x="1530307" y="115976"/>
                </a:lnTo>
                <a:lnTo>
                  <a:pt x="1530155" y="115995"/>
                </a:lnTo>
                <a:lnTo>
                  <a:pt x="1530001" y="116012"/>
                </a:lnTo>
                <a:lnTo>
                  <a:pt x="1529848" y="116029"/>
                </a:lnTo>
                <a:lnTo>
                  <a:pt x="1529693" y="116045"/>
                </a:lnTo>
                <a:lnTo>
                  <a:pt x="1529538" y="116059"/>
                </a:lnTo>
                <a:lnTo>
                  <a:pt x="1529382" y="116073"/>
                </a:lnTo>
                <a:lnTo>
                  <a:pt x="1529225" y="116086"/>
                </a:lnTo>
                <a:lnTo>
                  <a:pt x="1529068" y="116098"/>
                </a:lnTo>
                <a:lnTo>
                  <a:pt x="1528911" y="116109"/>
                </a:lnTo>
                <a:lnTo>
                  <a:pt x="1528752" y="116120"/>
                </a:lnTo>
                <a:lnTo>
                  <a:pt x="1528593" y="116129"/>
                </a:lnTo>
                <a:lnTo>
                  <a:pt x="1528433" y="116138"/>
                </a:lnTo>
                <a:lnTo>
                  <a:pt x="1528273" y="116145"/>
                </a:lnTo>
                <a:lnTo>
                  <a:pt x="1528112" y="116152"/>
                </a:lnTo>
                <a:lnTo>
                  <a:pt x="1527951" y="116158"/>
                </a:lnTo>
                <a:lnTo>
                  <a:pt x="1527788" y="116163"/>
                </a:lnTo>
                <a:lnTo>
                  <a:pt x="1527625" y="116167"/>
                </a:lnTo>
                <a:lnTo>
                  <a:pt x="1527462" y="116170"/>
                </a:lnTo>
                <a:lnTo>
                  <a:pt x="1527298" y="116172"/>
                </a:lnTo>
                <a:lnTo>
                  <a:pt x="1527133" y="116173"/>
                </a:lnTo>
                <a:lnTo>
                  <a:pt x="1526968" y="116174"/>
                </a:lnTo>
                <a:lnTo>
                  <a:pt x="1526741" y="116172"/>
                </a:lnTo>
                <a:lnTo>
                  <a:pt x="1526516" y="116168"/>
                </a:lnTo>
                <a:lnTo>
                  <a:pt x="1526291" y="116160"/>
                </a:lnTo>
                <a:lnTo>
                  <a:pt x="1526068" y="116148"/>
                </a:lnTo>
                <a:lnTo>
                  <a:pt x="1525846" y="116134"/>
                </a:lnTo>
                <a:lnTo>
                  <a:pt x="1525625" y="116116"/>
                </a:lnTo>
                <a:lnTo>
                  <a:pt x="1525406" y="116096"/>
                </a:lnTo>
                <a:lnTo>
                  <a:pt x="1525187" y="116072"/>
                </a:lnTo>
                <a:lnTo>
                  <a:pt x="1524970" y="116044"/>
                </a:lnTo>
                <a:lnTo>
                  <a:pt x="1524754" y="116014"/>
                </a:lnTo>
                <a:lnTo>
                  <a:pt x="1524539" y="115980"/>
                </a:lnTo>
                <a:lnTo>
                  <a:pt x="1524325" y="115944"/>
                </a:lnTo>
                <a:lnTo>
                  <a:pt x="1524112" y="115904"/>
                </a:lnTo>
                <a:lnTo>
                  <a:pt x="1523900" y="115861"/>
                </a:lnTo>
                <a:lnTo>
                  <a:pt x="1523690" y="115814"/>
                </a:lnTo>
                <a:lnTo>
                  <a:pt x="1523481" y="115765"/>
                </a:lnTo>
                <a:lnTo>
                  <a:pt x="1523272" y="115712"/>
                </a:lnTo>
                <a:lnTo>
                  <a:pt x="1523065" y="115656"/>
                </a:lnTo>
                <a:lnTo>
                  <a:pt x="1522860" y="115597"/>
                </a:lnTo>
                <a:lnTo>
                  <a:pt x="1522655" y="115534"/>
                </a:lnTo>
                <a:lnTo>
                  <a:pt x="1522451" y="115469"/>
                </a:lnTo>
                <a:lnTo>
                  <a:pt x="1522249" y="115400"/>
                </a:lnTo>
                <a:lnTo>
                  <a:pt x="1522048" y="115328"/>
                </a:lnTo>
                <a:lnTo>
                  <a:pt x="1521848" y="115253"/>
                </a:lnTo>
                <a:lnTo>
                  <a:pt x="1521650" y="115173"/>
                </a:lnTo>
                <a:lnTo>
                  <a:pt x="1521455" y="115086"/>
                </a:lnTo>
                <a:lnTo>
                  <a:pt x="1521264" y="114993"/>
                </a:lnTo>
                <a:lnTo>
                  <a:pt x="1521076" y="114893"/>
                </a:lnTo>
                <a:lnTo>
                  <a:pt x="1520892" y="114786"/>
                </a:lnTo>
                <a:lnTo>
                  <a:pt x="1520710" y="114673"/>
                </a:lnTo>
                <a:lnTo>
                  <a:pt x="1520533" y="114553"/>
                </a:lnTo>
                <a:lnTo>
                  <a:pt x="1520358" y="114426"/>
                </a:lnTo>
                <a:lnTo>
                  <a:pt x="1520187" y="114293"/>
                </a:lnTo>
                <a:lnTo>
                  <a:pt x="1520019" y="114153"/>
                </a:lnTo>
                <a:lnTo>
                  <a:pt x="1519854" y="114007"/>
                </a:lnTo>
                <a:lnTo>
                  <a:pt x="1519693" y="113853"/>
                </a:lnTo>
                <a:lnTo>
                  <a:pt x="1519535" y="113694"/>
                </a:lnTo>
                <a:lnTo>
                  <a:pt x="1519380" y="113527"/>
                </a:lnTo>
                <a:lnTo>
                  <a:pt x="1519229" y="113354"/>
                </a:lnTo>
                <a:lnTo>
                  <a:pt x="1519081" y="113174"/>
                </a:lnTo>
                <a:lnTo>
                  <a:pt x="1518936" y="112988"/>
                </a:lnTo>
                <a:lnTo>
                  <a:pt x="1518795" y="112794"/>
                </a:lnTo>
                <a:lnTo>
                  <a:pt x="1518657" y="112595"/>
                </a:lnTo>
                <a:lnTo>
                  <a:pt x="1518522" y="112388"/>
                </a:lnTo>
                <a:lnTo>
                  <a:pt x="1518391" y="112175"/>
                </a:lnTo>
                <a:lnTo>
                  <a:pt x="1518263" y="111955"/>
                </a:lnTo>
                <a:lnTo>
                  <a:pt x="1518138" y="111729"/>
                </a:lnTo>
                <a:lnTo>
                  <a:pt x="1518017" y="111496"/>
                </a:lnTo>
                <a:lnTo>
                  <a:pt x="1517900" y="111255"/>
                </a:lnTo>
                <a:lnTo>
                  <a:pt x="1517788" y="111005"/>
                </a:lnTo>
                <a:lnTo>
                  <a:pt x="1517680" y="110745"/>
                </a:lnTo>
                <a:lnTo>
                  <a:pt x="1517578" y="110476"/>
                </a:lnTo>
                <a:lnTo>
                  <a:pt x="1517481" y="110198"/>
                </a:lnTo>
                <a:lnTo>
                  <a:pt x="1517388" y="109910"/>
                </a:lnTo>
                <a:lnTo>
                  <a:pt x="1517301" y="109613"/>
                </a:lnTo>
                <a:lnTo>
                  <a:pt x="1517219" y="109306"/>
                </a:lnTo>
                <a:lnTo>
                  <a:pt x="1517142" y="108991"/>
                </a:lnTo>
                <a:lnTo>
                  <a:pt x="1517069" y="108666"/>
                </a:lnTo>
                <a:lnTo>
                  <a:pt x="1517002" y="108331"/>
                </a:lnTo>
                <a:lnTo>
                  <a:pt x="1516940" y="107988"/>
                </a:lnTo>
                <a:lnTo>
                  <a:pt x="1516882" y="107635"/>
                </a:lnTo>
                <a:lnTo>
                  <a:pt x="1516830" y="107272"/>
                </a:lnTo>
                <a:lnTo>
                  <a:pt x="1516782" y="106900"/>
                </a:lnTo>
                <a:lnTo>
                  <a:pt x="1516740" y="106519"/>
                </a:lnTo>
                <a:lnTo>
                  <a:pt x="1516703" y="106129"/>
                </a:lnTo>
                <a:lnTo>
                  <a:pt x="1516670" y="105729"/>
                </a:lnTo>
                <a:lnTo>
                  <a:pt x="1516643" y="105320"/>
                </a:lnTo>
                <a:lnTo>
                  <a:pt x="1516620" y="104902"/>
                </a:lnTo>
                <a:lnTo>
                  <a:pt x="1516603" y="104474"/>
                </a:lnTo>
                <a:lnTo>
                  <a:pt x="1516590" y="104037"/>
                </a:lnTo>
                <a:lnTo>
                  <a:pt x="1516583" y="103590"/>
                </a:lnTo>
                <a:lnTo>
                  <a:pt x="1516580" y="103135"/>
                </a:lnTo>
                <a:lnTo>
                  <a:pt x="1516580" y="50094"/>
                </a:lnTo>
                <a:lnTo>
                  <a:pt x="1533082" y="50094"/>
                </a:lnTo>
                <a:lnTo>
                  <a:pt x="1533082" y="42875"/>
                </a:lnTo>
                <a:lnTo>
                  <a:pt x="1516580" y="42875"/>
                </a:lnTo>
                <a:lnTo>
                  <a:pt x="1516580" y="22395"/>
                </a:lnTo>
                <a:lnTo>
                  <a:pt x="1507740" y="22395"/>
                </a:lnTo>
                <a:lnTo>
                  <a:pt x="1507740" y="42875"/>
                </a:lnTo>
                <a:lnTo>
                  <a:pt x="1493080" y="42875"/>
                </a:lnTo>
                <a:lnTo>
                  <a:pt x="1493080" y="50094"/>
                </a:lnTo>
                <a:close/>
                <a:moveTo>
                  <a:pt x="1264798" y="55737"/>
                </a:moveTo>
                <a:lnTo>
                  <a:pt x="1264634" y="55309"/>
                </a:lnTo>
                <a:lnTo>
                  <a:pt x="1264464" y="54889"/>
                </a:lnTo>
                <a:lnTo>
                  <a:pt x="1264289" y="54475"/>
                </a:lnTo>
                <a:lnTo>
                  <a:pt x="1264108" y="54067"/>
                </a:lnTo>
                <a:lnTo>
                  <a:pt x="1263922" y="53667"/>
                </a:lnTo>
                <a:lnTo>
                  <a:pt x="1263731" y="53274"/>
                </a:lnTo>
                <a:lnTo>
                  <a:pt x="1263533" y="52888"/>
                </a:lnTo>
                <a:lnTo>
                  <a:pt x="1263331" y="52508"/>
                </a:lnTo>
                <a:lnTo>
                  <a:pt x="1263123" y="52136"/>
                </a:lnTo>
                <a:lnTo>
                  <a:pt x="1262909" y="51770"/>
                </a:lnTo>
                <a:lnTo>
                  <a:pt x="1262690" y="51411"/>
                </a:lnTo>
                <a:lnTo>
                  <a:pt x="1262465" y="51059"/>
                </a:lnTo>
                <a:lnTo>
                  <a:pt x="1262235" y="50714"/>
                </a:lnTo>
                <a:lnTo>
                  <a:pt x="1261999" y="50376"/>
                </a:lnTo>
                <a:lnTo>
                  <a:pt x="1261758" y="50045"/>
                </a:lnTo>
                <a:lnTo>
                  <a:pt x="1261512" y="49721"/>
                </a:lnTo>
                <a:lnTo>
                  <a:pt x="1261259" y="49404"/>
                </a:lnTo>
                <a:lnTo>
                  <a:pt x="1261002" y="49093"/>
                </a:lnTo>
                <a:lnTo>
                  <a:pt x="1260739" y="48790"/>
                </a:lnTo>
                <a:lnTo>
                  <a:pt x="1260470" y="48493"/>
                </a:lnTo>
                <a:lnTo>
                  <a:pt x="1260196" y="48204"/>
                </a:lnTo>
                <a:lnTo>
                  <a:pt x="1259916" y="47921"/>
                </a:lnTo>
                <a:lnTo>
                  <a:pt x="1259632" y="47645"/>
                </a:lnTo>
                <a:lnTo>
                  <a:pt x="1259342" y="47374"/>
                </a:lnTo>
                <a:lnTo>
                  <a:pt x="1259048" y="47110"/>
                </a:lnTo>
                <a:lnTo>
                  <a:pt x="1258750" y="46853"/>
                </a:lnTo>
                <a:lnTo>
                  <a:pt x="1258447" y="46601"/>
                </a:lnTo>
                <a:lnTo>
                  <a:pt x="1258139" y="46355"/>
                </a:lnTo>
                <a:lnTo>
                  <a:pt x="1257827" y="46116"/>
                </a:lnTo>
                <a:lnTo>
                  <a:pt x="1257510" y="45883"/>
                </a:lnTo>
                <a:lnTo>
                  <a:pt x="1257188" y="45656"/>
                </a:lnTo>
                <a:lnTo>
                  <a:pt x="1256862" y="45435"/>
                </a:lnTo>
                <a:lnTo>
                  <a:pt x="1256531" y="45220"/>
                </a:lnTo>
                <a:lnTo>
                  <a:pt x="1256196" y="45011"/>
                </a:lnTo>
                <a:lnTo>
                  <a:pt x="1255856" y="44808"/>
                </a:lnTo>
                <a:lnTo>
                  <a:pt x="1255511" y="44612"/>
                </a:lnTo>
                <a:lnTo>
                  <a:pt x="1255162" y="44422"/>
                </a:lnTo>
                <a:lnTo>
                  <a:pt x="1254809" y="44237"/>
                </a:lnTo>
                <a:lnTo>
                  <a:pt x="1254450" y="44059"/>
                </a:lnTo>
                <a:lnTo>
                  <a:pt x="1254087" y="43888"/>
                </a:lnTo>
                <a:lnTo>
                  <a:pt x="1253720" y="43722"/>
                </a:lnTo>
                <a:lnTo>
                  <a:pt x="1253348" y="43562"/>
                </a:lnTo>
                <a:lnTo>
                  <a:pt x="1252971" y="43409"/>
                </a:lnTo>
                <a:lnTo>
                  <a:pt x="1252589" y="43261"/>
                </a:lnTo>
                <a:lnTo>
                  <a:pt x="1252203" y="43120"/>
                </a:lnTo>
                <a:lnTo>
                  <a:pt x="1251813" y="42985"/>
                </a:lnTo>
                <a:lnTo>
                  <a:pt x="1251418" y="42856"/>
                </a:lnTo>
                <a:lnTo>
                  <a:pt x="1251019" y="42732"/>
                </a:lnTo>
                <a:lnTo>
                  <a:pt x="1250617" y="42614"/>
                </a:lnTo>
                <a:lnTo>
                  <a:pt x="1250210" y="42501"/>
                </a:lnTo>
                <a:lnTo>
                  <a:pt x="1249800" y="42394"/>
                </a:lnTo>
                <a:lnTo>
                  <a:pt x="1249386" y="42292"/>
                </a:lnTo>
                <a:lnTo>
                  <a:pt x="1248968" y="42196"/>
                </a:lnTo>
                <a:lnTo>
                  <a:pt x="1248547" y="42105"/>
                </a:lnTo>
                <a:lnTo>
                  <a:pt x="1248121" y="42020"/>
                </a:lnTo>
                <a:lnTo>
                  <a:pt x="1247692" y="41940"/>
                </a:lnTo>
                <a:lnTo>
                  <a:pt x="1247259" y="41866"/>
                </a:lnTo>
                <a:lnTo>
                  <a:pt x="1246822" y="41797"/>
                </a:lnTo>
                <a:lnTo>
                  <a:pt x="1246381" y="41734"/>
                </a:lnTo>
                <a:lnTo>
                  <a:pt x="1245936" y="41676"/>
                </a:lnTo>
                <a:lnTo>
                  <a:pt x="1245488" y="41624"/>
                </a:lnTo>
                <a:lnTo>
                  <a:pt x="1245035" y="41577"/>
                </a:lnTo>
                <a:lnTo>
                  <a:pt x="1244579" y="41536"/>
                </a:lnTo>
                <a:lnTo>
                  <a:pt x="1244119" y="41500"/>
                </a:lnTo>
                <a:lnTo>
                  <a:pt x="1243655" y="41470"/>
                </a:lnTo>
                <a:lnTo>
                  <a:pt x="1243188" y="41445"/>
                </a:lnTo>
                <a:lnTo>
                  <a:pt x="1242716" y="41426"/>
                </a:lnTo>
                <a:lnTo>
                  <a:pt x="1242241" y="41412"/>
                </a:lnTo>
                <a:lnTo>
                  <a:pt x="1241761" y="41404"/>
                </a:lnTo>
                <a:lnTo>
                  <a:pt x="1241278" y="41401"/>
                </a:lnTo>
                <a:lnTo>
                  <a:pt x="1240679" y="41406"/>
                </a:lnTo>
                <a:lnTo>
                  <a:pt x="1240086" y="41420"/>
                </a:lnTo>
                <a:lnTo>
                  <a:pt x="1239497" y="41443"/>
                </a:lnTo>
                <a:lnTo>
                  <a:pt x="1238914" y="41475"/>
                </a:lnTo>
                <a:lnTo>
                  <a:pt x="1238336" y="41516"/>
                </a:lnTo>
                <a:lnTo>
                  <a:pt x="1237763" y="41567"/>
                </a:lnTo>
                <a:lnTo>
                  <a:pt x="1237195" y="41627"/>
                </a:lnTo>
                <a:lnTo>
                  <a:pt x="1236633" y="41696"/>
                </a:lnTo>
                <a:lnTo>
                  <a:pt x="1236076" y="41774"/>
                </a:lnTo>
                <a:lnTo>
                  <a:pt x="1235524" y="41862"/>
                </a:lnTo>
                <a:lnTo>
                  <a:pt x="1234978" y="41958"/>
                </a:lnTo>
                <a:lnTo>
                  <a:pt x="1234436" y="42064"/>
                </a:lnTo>
                <a:lnTo>
                  <a:pt x="1233900" y="42179"/>
                </a:lnTo>
                <a:lnTo>
                  <a:pt x="1233369" y="42304"/>
                </a:lnTo>
                <a:lnTo>
                  <a:pt x="1232844" y="42437"/>
                </a:lnTo>
                <a:lnTo>
                  <a:pt x="1232324" y="42580"/>
                </a:lnTo>
                <a:lnTo>
                  <a:pt x="1231808" y="42732"/>
                </a:lnTo>
                <a:lnTo>
                  <a:pt x="1231299" y="42893"/>
                </a:lnTo>
                <a:lnTo>
                  <a:pt x="1230794" y="43063"/>
                </a:lnTo>
                <a:lnTo>
                  <a:pt x="1230295" y="43243"/>
                </a:lnTo>
                <a:lnTo>
                  <a:pt x="1229801" y="43432"/>
                </a:lnTo>
                <a:lnTo>
                  <a:pt x="1229312" y="43630"/>
                </a:lnTo>
                <a:lnTo>
                  <a:pt x="1228828" y="43837"/>
                </a:lnTo>
                <a:lnTo>
                  <a:pt x="1228350" y="44053"/>
                </a:lnTo>
                <a:lnTo>
                  <a:pt x="1227877" y="44278"/>
                </a:lnTo>
                <a:lnTo>
                  <a:pt x="1227410" y="44510"/>
                </a:lnTo>
                <a:lnTo>
                  <a:pt x="1226949" y="44749"/>
                </a:lnTo>
                <a:lnTo>
                  <a:pt x="1226494" y="44995"/>
                </a:lnTo>
                <a:lnTo>
                  <a:pt x="1226044" y="45248"/>
                </a:lnTo>
                <a:lnTo>
                  <a:pt x="1225601" y="45508"/>
                </a:lnTo>
                <a:lnTo>
                  <a:pt x="1225163" y="45776"/>
                </a:lnTo>
                <a:lnTo>
                  <a:pt x="1224732" y="46050"/>
                </a:lnTo>
                <a:lnTo>
                  <a:pt x="1224306" y="46332"/>
                </a:lnTo>
                <a:lnTo>
                  <a:pt x="1223886" y="46621"/>
                </a:lnTo>
                <a:lnTo>
                  <a:pt x="1223472" y="46918"/>
                </a:lnTo>
                <a:lnTo>
                  <a:pt x="1223064" y="47221"/>
                </a:lnTo>
                <a:lnTo>
                  <a:pt x="1222662" y="47531"/>
                </a:lnTo>
                <a:lnTo>
                  <a:pt x="1222265" y="47849"/>
                </a:lnTo>
                <a:lnTo>
                  <a:pt x="1221875" y="48174"/>
                </a:lnTo>
                <a:lnTo>
                  <a:pt x="1221490" y="48506"/>
                </a:lnTo>
                <a:lnTo>
                  <a:pt x="1221112" y="48845"/>
                </a:lnTo>
                <a:lnTo>
                  <a:pt x="1220739" y="49192"/>
                </a:lnTo>
                <a:lnTo>
                  <a:pt x="1220372" y="49545"/>
                </a:lnTo>
                <a:lnTo>
                  <a:pt x="1220011" y="49906"/>
                </a:lnTo>
                <a:lnTo>
                  <a:pt x="1219656" y="50274"/>
                </a:lnTo>
                <a:lnTo>
                  <a:pt x="1219306" y="50649"/>
                </a:lnTo>
                <a:lnTo>
                  <a:pt x="1218963" y="51031"/>
                </a:lnTo>
                <a:lnTo>
                  <a:pt x="1218625" y="51420"/>
                </a:lnTo>
                <a:lnTo>
                  <a:pt x="1218294" y="51815"/>
                </a:lnTo>
                <a:lnTo>
                  <a:pt x="1217968" y="52216"/>
                </a:lnTo>
                <a:lnTo>
                  <a:pt x="1217649" y="52622"/>
                </a:lnTo>
                <a:lnTo>
                  <a:pt x="1217335" y="53033"/>
                </a:lnTo>
                <a:lnTo>
                  <a:pt x="1217028" y="53448"/>
                </a:lnTo>
                <a:lnTo>
                  <a:pt x="1216726" y="53869"/>
                </a:lnTo>
                <a:lnTo>
                  <a:pt x="1216431" y="54296"/>
                </a:lnTo>
                <a:lnTo>
                  <a:pt x="1216141" y="54727"/>
                </a:lnTo>
                <a:lnTo>
                  <a:pt x="1215858" y="55163"/>
                </a:lnTo>
                <a:lnTo>
                  <a:pt x="1215580" y="55605"/>
                </a:lnTo>
                <a:lnTo>
                  <a:pt x="1215489" y="55755"/>
                </a:lnTo>
                <a:lnTo>
                  <a:pt x="1215200" y="42875"/>
                </a:lnTo>
                <a:lnTo>
                  <a:pt x="1206654" y="42875"/>
                </a:lnTo>
                <a:lnTo>
                  <a:pt x="1206654" y="122583"/>
                </a:lnTo>
                <a:lnTo>
                  <a:pt x="1215568" y="122583"/>
                </a:lnTo>
                <a:lnTo>
                  <a:pt x="1215568" y="67684"/>
                </a:lnTo>
                <a:lnTo>
                  <a:pt x="1215622" y="67502"/>
                </a:lnTo>
                <a:lnTo>
                  <a:pt x="1215749" y="67093"/>
                </a:lnTo>
                <a:lnTo>
                  <a:pt x="1215881" y="66686"/>
                </a:lnTo>
                <a:lnTo>
                  <a:pt x="1216019" y="66280"/>
                </a:lnTo>
                <a:lnTo>
                  <a:pt x="1216162" y="65877"/>
                </a:lnTo>
                <a:lnTo>
                  <a:pt x="1216311" y="65476"/>
                </a:lnTo>
                <a:lnTo>
                  <a:pt x="1216465" y="65077"/>
                </a:lnTo>
                <a:lnTo>
                  <a:pt x="1216624" y="64680"/>
                </a:lnTo>
                <a:lnTo>
                  <a:pt x="1216788" y="64285"/>
                </a:lnTo>
                <a:lnTo>
                  <a:pt x="1216958" y="63892"/>
                </a:lnTo>
                <a:lnTo>
                  <a:pt x="1217134" y="63502"/>
                </a:lnTo>
                <a:lnTo>
                  <a:pt x="1217314" y="63113"/>
                </a:lnTo>
                <a:lnTo>
                  <a:pt x="1217501" y="62726"/>
                </a:lnTo>
                <a:lnTo>
                  <a:pt x="1217692" y="62341"/>
                </a:lnTo>
                <a:lnTo>
                  <a:pt x="1217889" y="61959"/>
                </a:lnTo>
                <a:lnTo>
                  <a:pt x="1218091" y="61578"/>
                </a:lnTo>
                <a:lnTo>
                  <a:pt x="1218299" y="61199"/>
                </a:lnTo>
                <a:lnTo>
                  <a:pt x="1218512" y="60823"/>
                </a:lnTo>
                <a:lnTo>
                  <a:pt x="1218730" y="60448"/>
                </a:lnTo>
                <a:lnTo>
                  <a:pt x="1218954" y="60076"/>
                </a:lnTo>
                <a:lnTo>
                  <a:pt x="1219183" y="59706"/>
                </a:lnTo>
                <a:lnTo>
                  <a:pt x="1219417" y="59337"/>
                </a:lnTo>
                <a:lnTo>
                  <a:pt x="1219657" y="58971"/>
                </a:lnTo>
                <a:lnTo>
                  <a:pt x="1219902" y="58609"/>
                </a:lnTo>
                <a:lnTo>
                  <a:pt x="1220154" y="58252"/>
                </a:lnTo>
                <a:lnTo>
                  <a:pt x="1220412" y="57900"/>
                </a:lnTo>
                <a:lnTo>
                  <a:pt x="1220676" y="57555"/>
                </a:lnTo>
                <a:lnTo>
                  <a:pt x="1220946" y="57215"/>
                </a:lnTo>
                <a:lnTo>
                  <a:pt x="1221222" y="56881"/>
                </a:lnTo>
                <a:lnTo>
                  <a:pt x="1221505" y="56552"/>
                </a:lnTo>
                <a:lnTo>
                  <a:pt x="1221793" y="56229"/>
                </a:lnTo>
                <a:lnTo>
                  <a:pt x="1222088" y="55911"/>
                </a:lnTo>
                <a:lnTo>
                  <a:pt x="1222389" y="55600"/>
                </a:lnTo>
                <a:lnTo>
                  <a:pt x="1222696" y="55293"/>
                </a:lnTo>
                <a:lnTo>
                  <a:pt x="1223009" y="54993"/>
                </a:lnTo>
                <a:lnTo>
                  <a:pt x="1223328" y="54698"/>
                </a:lnTo>
                <a:lnTo>
                  <a:pt x="1223653" y="54409"/>
                </a:lnTo>
                <a:lnTo>
                  <a:pt x="1223985" y="54125"/>
                </a:lnTo>
                <a:lnTo>
                  <a:pt x="1224322" y="53847"/>
                </a:lnTo>
                <a:lnTo>
                  <a:pt x="1224666" y="53575"/>
                </a:lnTo>
                <a:lnTo>
                  <a:pt x="1225016" y="53308"/>
                </a:lnTo>
                <a:lnTo>
                  <a:pt x="1225372" y="53047"/>
                </a:lnTo>
                <a:lnTo>
                  <a:pt x="1225734" y="52791"/>
                </a:lnTo>
                <a:lnTo>
                  <a:pt x="1226103" y="52541"/>
                </a:lnTo>
                <a:lnTo>
                  <a:pt x="1226477" y="52297"/>
                </a:lnTo>
                <a:lnTo>
                  <a:pt x="1226858" y="52058"/>
                </a:lnTo>
                <a:lnTo>
                  <a:pt x="1227245" y="51825"/>
                </a:lnTo>
                <a:lnTo>
                  <a:pt x="1227638" y="51600"/>
                </a:lnTo>
                <a:lnTo>
                  <a:pt x="1228039" y="51384"/>
                </a:lnTo>
                <a:lnTo>
                  <a:pt x="1228447" y="51178"/>
                </a:lnTo>
                <a:lnTo>
                  <a:pt x="1228862" y="50981"/>
                </a:lnTo>
                <a:lnTo>
                  <a:pt x="1229285" y="50794"/>
                </a:lnTo>
                <a:lnTo>
                  <a:pt x="1229715" y="50617"/>
                </a:lnTo>
                <a:lnTo>
                  <a:pt x="1230152" y="50449"/>
                </a:lnTo>
                <a:lnTo>
                  <a:pt x="1230596" y="50290"/>
                </a:lnTo>
                <a:lnTo>
                  <a:pt x="1231048" y="50142"/>
                </a:lnTo>
                <a:lnTo>
                  <a:pt x="1231507" y="50003"/>
                </a:lnTo>
                <a:lnTo>
                  <a:pt x="1231974" y="49873"/>
                </a:lnTo>
                <a:lnTo>
                  <a:pt x="1232447" y="49753"/>
                </a:lnTo>
                <a:lnTo>
                  <a:pt x="1232928" y="49643"/>
                </a:lnTo>
                <a:lnTo>
                  <a:pt x="1233417" y="49542"/>
                </a:lnTo>
                <a:lnTo>
                  <a:pt x="1233912" y="49451"/>
                </a:lnTo>
                <a:lnTo>
                  <a:pt x="1234415" y="49370"/>
                </a:lnTo>
                <a:lnTo>
                  <a:pt x="1234925" y="49298"/>
                </a:lnTo>
                <a:lnTo>
                  <a:pt x="1235442" y="49235"/>
                </a:lnTo>
                <a:lnTo>
                  <a:pt x="1235967" y="49183"/>
                </a:lnTo>
                <a:lnTo>
                  <a:pt x="1236499" y="49139"/>
                </a:lnTo>
                <a:lnTo>
                  <a:pt x="1237038" y="49106"/>
                </a:lnTo>
                <a:lnTo>
                  <a:pt x="1237585" y="49082"/>
                </a:lnTo>
                <a:lnTo>
                  <a:pt x="1238139" y="49067"/>
                </a:lnTo>
                <a:lnTo>
                  <a:pt x="1238700" y="49063"/>
                </a:lnTo>
                <a:lnTo>
                  <a:pt x="1239176" y="49066"/>
                </a:lnTo>
                <a:lnTo>
                  <a:pt x="1239648" y="49076"/>
                </a:lnTo>
                <a:lnTo>
                  <a:pt x="1240115" y="49093"/>
                </a:lnTo>
                <a:lnTo>
                  <a:pt x="1240577" y="49116"/>
                </a:lnTo>
                <a:lnTo>
                  <a:pt x="1241035" y="49146"/>
                </a:lnTo>
                <a:lnTo>
                  <a:pt x="1241488" y="49182"/>
                </a:lnTo>
                <a:lnTo>
                  <a:pt x="1241936" y="49226"/>
                </a:lnTo>
                <a:lnTo>
                  <a:pt x="1242379" y="49275"/>
                </a:lnTo>
                <a:lnTo>
                  <a:pt x="1242818" y="49332"/>
                </a:lnTo>
                <a:lnTo>
                  <a:pt x="1243252" y="49395"/>
                </a:lnTo>
                <a:lnTo>
                  <a:pt x="1243681" y="49465"/>
                </a:lnTo>
                <a:lnTo>
                  <a:pt x="1244105" y="49542"/>
                </a:lnTo>
                <a:lnTo>
                  <a:pt x="1244525" y="49625"/>
                </a:lnTo>
                <a:lnTo>
                  <a:pt x="1244940" y="49714"/>
                </a:lnTo>
                <a:lnTo>
                  <a:pt x="1245350" y="49811"/>
                </a:lnTo>
                <a:lnTo>
                  <a:pt x="1245756" y="49914"/>
                </a:lnTo>
                <a:lnTo>
                  <a:pt x="1246156" y="50024"/>
                </a:lnTo>
                <a:lnTo>
                  <a:pt x="1246552" y="50140"/>
                </a:lnTo>
                <a:lnTo>
                  <a:pt x="1246944" y="50263"/>
                </a:lnTo>
                <a:lnTo>
                  <a:pt x="1247330" y="50393"/>
                </a:lnTo>
                <a:lnTo>
                  <a:pt x="1247712" y="50529"/>
                </a:lnTo>
                <a:lnTo>
                  <a:pt x="1248089" y="50672"/>
                </a:lnTo>
                <a:lnTo>
                  <a:pt x="1248462" y="50822"/>
                </a:lnTo>
                <a:lnTo>
                  <a:pt x="1248829" y="50978"/>
                </a:lnTo>
                <a:lnTo>
                  <a:pt x="1249191" y="51142"/>
                </a:lnTo>
                <a:lnTo>
                  <a:pt x="1249546" y="51315"/>
                </a:lnTo>
                <a:lnTo>
                  <a:pt x="1249895" y="51497"/>
                </a:lnTo>
                <a:lnTo>
                  <a:pt x="1250237" y="51688"/>
                </a:lnTo>
                <a:lnTo>
                  <a:pt x="1250572" y="51888"/>
                </a:lnTo>
                <a:lnTo>
                  <a:pt x="1250901" y="52097"/>
                </a:lnTo>
                <a:lnTo>
                  <a:pt x="1251223" y="52315"/>
                </a:lnTo>
                <a:lnTo>
                  <a:pt x="1251539" y="52541"/>
                </a:lnTo>
                <a:lnTo>
                  <a:pt x="1251847" y="52777"/>
                </a:lnTo>
                <a:lnTo>
                  <a:pt x="1252149" y="53022"/>
                </a:lnTo>
                <a:lnTo>
                  <a:pt x="1252445" y="53275"/>
                </a:lnTo>
                <a:lnTo>
                  <a:pt x="1252734" y="53538"/>
                </a:lnTo>
                <a:lnTo>
                  <a:pt x="1253016" y="53809"/>
                </a:lnTo>
                <a:lnTo>
                  <a:pt x="1253291" y="54090"/>
                </a:lnTo>
                <a:lnTo>
                  <a:pt x="1253560" y="54379"/>
                </a:lnTo>
                <a:lnTo>
                  <a:pt x="1253822" y="54678"/>
                </a:lnTo>
                <a:lnTo>
                  <a:pt x="1254078" y="54985"/>
                </a:lnTo>
                <a:lnTo>
                  <a:pt x="1254327" y="55301"/>
                </a:lnTo>
                <a:lnTo>
                  <a:pt x="1254569" y="55627"/>
                </a:lnTo>
                <a:lnTo>
                  <a:pt x="1254804" y="55961"/>
                </a:lnTo>
                <a:lnTo>
                  <a:pt x="1255033" y="56304"/>
                </a:lnTo>
                <a:lnTo>
                  <a:pt x="1255256" y="56656"/>
                </a:lnTo>
                <a:lnTo>
                  <a:pt x="1255471" y="57017"/>
                </a:lnTo>
                <a:lnTo>
                  <a:pt x="1255680" y="57387"/>
                </a:lnTo>
                <a:lnTo>
                  <a:pt x="1255882" y="57768"/>
                </a:lnTo>
                <a:lnTo>
                  <a:pt x="1256074" y="58160"/>
                </a:lnTo>
                <a:lnTo>
                  <a:pt x="1256259" y="58565"/>
                </a:lnTo>
                <a:lnTo>
                  <a:pt x="1256434" y="58981"/>
                </a:lnTo>
                <a:lnTo>
                  <a:pt x="1256601" y="59410"/>
                </a:lnTo>
                <a:lnTo>
                  <a:pt x="1256760" y="59850"/>
                </a:lnTo>
                <a:lnTo>
                  <a:pt x="1256910" y="60303"/>
                </a:lnTo>
                <a:lnTo>
                  <a:pt x="1257051" y="60768"/>
                </a:lnTo>
                <a:lnTo>
                  <a:pt x="1257184" y="61244"/>
                </a:lnTo>
                <a:lnTo>
                  <a:pt x="1257308" y="61733"/>
                </a:lnTo>
                <a:lnTo>
                  <a:pt x="1257424" y="62234"/>
                </a:lnTo>
                <a:lnTo>
                  <a:pt x="1257531" y="62746"/>
                </a:lnTo>
                <a:lnTo>
                  <a:pt x="1257630" y="63271"/>
                </a:lnTo>
                <a:lnTo>
                  <a:pt x="1257720" y="63808"/>
                </a:lnTo>
                <a:lnTo>
                  <a:pt x="1257801" y="64357"/>
                </a:lnTo>
                <a:lnTo>
                  <a:pt x="1257874" y="64918"/>
                </a:lnTo>
                <a:lnTo>
                  <a:pt x="1257938" y="65490"/>
                </a:lnTo>
                <a:lnTo>
                  <a:pt x="1257994" y="66075"/>
                </a:lnTo>
                <a:lnTo>
                  <a:pt x="1258041" y="66672"/>
                </a:lnTo>
                <a:lnTo>
                  <a:pt x="1258080" y="67281"/>
                </a:lnTo>
                <a:lnTo>
                  <a:pt x="1258110" y="67902"/>
                </a:lnTo>
                <a:lnTo>
                  <a:pt x="1258131" y="68535"/>
                </a:lnTo>
                <a:lnTo>
                  <a:pt x="1258144" y="69180"/>
                </a:lnTo>
                <a:lnTo>
                  <a:pt x="1258148" y="69837"/>
                </a:lnTo>
                <a:lnTo>
                  <a:pt x="1258148" y="122583"/>
                </a:lnTo>
                <a:lnTo>
                  <a:pt x="1266915" y="122583"/>
                </a:lnTo>
                <a:lnTo>
                  <a:pt x="1266915" y="69801"/>
                </a:lnTo>
                <a:lnTo>
                  <a:pt x="1266928" y="69661"/>
                </a:lnTo>
                <a:lnTo>
                  <a:pt x="1266962" y="69358"/>
                </a:lnTo>
                <a:lnTo>
                  <a:pt x="1267000" y="69054"/>
                </a:lnTo>
                <a:lnTo>
                  <a:pt x="1267043" y="68750"/>
                </a:lnTo>
                <a:lnTo>
                  <a:pt x="1267091" y="68445"/>
                </a:lnTo>
                <a:lnTo>
                  <a:pt x="1267143" y="68140"/>
                </a:lnTo>
                <a:lnTo>
                  <a:pt x="1267200" y="67835"/>
                </a:lnTo>
                <a:lnTo>
                  <a:pt x="1267262" y="67528"/>
                </a:lnTo>
                <a:lnTo>
                  <a:pt x="1267329" y="67222"/>
                </a:lnTo>
                <a:lnTo>
                  <a:pt x="1267400" y="66915"/>
                </a:lnTo>
                <a:lnTo>
                  <a:pt x="1267477" y="66607"/>
                </a:lnTo>
                <a:lnTo>
                  <a:pt x="1267557" y="66299"/>
                </a:lnTo>
                <a:lnTo>
                  <a:pt x="1267643" y="65990"/>
                </a:lnTo>
                <a:lnTo>
                  <a:pt x="1267733" y="65681"/>
                </a:lnTo>
                <a:lnTo>
                  <a:pt x="1267829" y="65371"/>
                </a:lnTo>
                <a:lnTo>
                  <a:pt x="1267928" y="65061"/>
                </a:lnTo>
                <a:lnTo>
                  <a:pt x="1268033" y="64750"/>
                </a:lnTo>
                <a:lnTo>
                  <a:pt x="1268142" y="64438"/>
                </a:lnTo>
                <a:lnTo>
                  <a:pt x="1268256" y="64127"/>
                </a:lnTo>
                <a:lnTo>
                  <a:pt x="1268375" y="63814"/>
                </a:lnTo>
                <a:lnTo>
                  <a:pt x="1268498" y="63502"/>
                </a:lnTo>
                <a:lnTo>
                  <a:pt x="1268627" y="63189"/>
                </a:lnTo>
                <a:lnTo>
                  <a:pt x="1268760" y="62879"/>
                </a:lnTo>
                <a:lnTo>
                  <a:pt x="1268898" y="62570"/>
                </a:lnTo>
                <a:lnTo>
                  <a:pt x="1269041" y="62262"/>
                </a:lnTo>
                <a:lnTo>
                  <a:pt x="1269188" y="61957"/>
                </a:lnTo>
                <a:lnTo>
                  <a:pt x="1269341" y="61653"/>
                </a:lnTo>
                <a:lnTo>
                  <a:pt x="1269498" y="61351"/>
                </a:lnTo>
                <a:lnTo>
                  <a:pt x="1269661" y="61050"/>
                </a:lnTo>
                <a:lnTo>
                  <a:pt x="1269828" y="60751"/>
                </a:lnTo>
                <a:lnTo>
                  <a:pt x="1270000" y="60454"/>
                </a:lnTo>
                <a:lnTo>
                  <a:pt x="1270177" y="60158"/>
                </a:lnTo>
                <a:lnTo>
                  <a:pt x="1270359" y="59864"/>
                </a:lnTo>
                <a:lnTo>
                  <a:pt x="1270545" y="59572"/>
                </a:lnTo>
                <a:lnTo>
                  <a:pt x="1270737" y="59281"/>
                </a:lnTo>
                <a:lnTo>
                  <a:pt x="1270933" y="58992"/>
                </a:lnTo>
                <a:lnTo>
                  <a:pt x="1271134" y="58705"/>
                </a:lnTo>
                <a:lnTo>
                  <a:pt x="1271340" y="58419"/>
                </a:lnTo>
                <a:lnTo>
                  <a:pt x="1271551" y="58135"/>
                </a:lnTo>
                <a:lnTo>
                  <a:pt x="1271767" y="57853"/>
                </a:lnTo>
                <a:lnTo>
                  <a:pt x="1271987" y="57572"/>
                </a:lnTo>
                <a:lnTo>
                  <a:pt x="1272213" y="57293"/>
                </a:lnTo>
                <a:lnTo>
                  <a:pt x="1272443" y="57016"/>
                </a:lnTo>
                <a:lnTo>
                  <a:pt x="1272678" y="56740"/>
                </a:lnTo>
                <a:lnTo>
                  <a:pt x="1272919" y="56466"/>
                </a:lnTo>
                <a:lnTo>
                  <a:pt x="1273164" y="56195"/>
                </a:lnTo>
                <a:lnTo>
                  <a:pt x="1273414" y="55929"/>
                </a:lnTo>
                <a:lnTo>
                  <a:pt x="1273668" y="55666"/>
                </a:lnTo>
                <a:lnTo>
                  <a:pt x="1273928" y="55408"/>
                </a:lnTo>
                <a:lnTo>
                  <a:pt x="1274193" y="55155"/>
                </a:lnTo>
                <a:lnTo>
                  <a:pt x="1274463" y="54905"/>
                </a:lnTo>
                <a:lnTo>
                  <a:pt x="1274738" y="54661"/>
                </a:lnTo>
                <a:lnTo>
                  <a:pt x="1275018" y="54420"/>
                </a:lnTo>
                <a:lnTo>
                  <a:pt x="1275303" y="54184"/>
                </a:lnTo>
                <a:lnTo>
                  <a:pt x="1275593" y="53952"/>
                </a:lnTo>
                <a:lnTo>
                  <a:pt x="1275888" y="53724"/>
                </a:lnTo>
                <a:lnTo>
                  <a:pt x="1276188" y="53501"/>
                </a:lnTo>
                <a:lnTo>
                  <a:pt x="1276492" y="53282"/>
                </a:lnTo>
                <a:lnTo>
                  <a:pt x="1276802" y="53068"/>
                </a:lnTo>
                <a:lnTo>
                  <a:pt x="1277117" y="52858"/>
                </a:lnTo>
                <a:lnTo>
                  <a:pt x="1277437" y="52652"/>
                </a:lnTo>
                <a:lnTo>
                  <a:pt x="1277762" y="52450"/>
                </a:lnTo>
                <a:lnTo>
                  <a:pt x="1278091" y="52253"/>
                </a:lnTo>
                <a:lnTo>
                  <a:pt x="1278426" y="52061"/>
                </a:lnTo>
                <a:lnTo>
                  <a:pt x="1278766" y="51872"/>
                </a:lnTo>
                <a:lnTo>
                  <a:pt x="1279111" y="51688"/>
                </a:lnTo>
                <a:lnTo>
                  <a:pt x="1279460" y="51509"/>
                </a:lnTo>
                <a:lnTo>
                  <a:pt x="1279815" y="51333"/>
                </a:lnTo>
                <a:lnTo>
                  <a:pt x="1280175" y="51162"/>
                </a:lnTo>
                <a:lnTo>
                  <a:pt x="1280539" y="50997"/>
                </a:lnTo>
                <a:lnTo>
                  <a:pt x="1280909" y="50838"/>
                </a:lnTo>
                <a:lnTo>
                  <a:pt x="1281283" y="50686"/>
                </a:lnTo>
                <a:lnTo>
                  <a:pt x="1281662" y="50541"/>
                </a:lnTo>
                <a:lnTo>
                  <a:pt x="1282047" y="50403"/>
                </a:lnTo>
                <a:lnTo>
                  <a:pt x="1282435" y="50271"/>
                </a:lnTo>
                <a:lnTo>
                  <a:pt x="1282829" y="50147"/>
                </a:lnTo>
                <a:lnTo>
                  <a:pt x="1283228" y="50029"/>
                </a:lnTo>
                <a:lnTo>
                  <a:pt x="1283631" y="49917"/>
                </a:lnTo>
                <a:lnTo>
                  <a:pt x="1284040" y="49813"/>
                </a:lnTo>
                <a:lnTo>
                  <a:pt x="1284453" y="49715"/>
                </a:lnTo>
                <a:lnTo>
                  <a:pt x="1284871" y="49624"/>
                </a:lnTo>
                <a:lnTo>
                  <a:pt x="1285294" y="49540"/>
                </a:lnTo>
                <a:lnTo>
                  <a:pt x="1285722" y="49463"/>
                </a:lnTo>
                <a:lnTo>
                  <a:pt x="1286155" y="49392"/>
                </a:lnTo>
                <a:lnTo>
                  <a:pt x="1286592" y="49329"/>
                </a:lnTo>
                <a:lnTo>
                  <a:pt x="1287034" y="49272"/>
                </a:lnTo>
                <a:lnTo>
                  <a:pt x="1287482" y="49222"/>
                </a:lnTo>
                <a:lnTo>
                  <a:pt x="1287934" y="49178"/>
                </a:lnTo>
                <a:lnTo>
                  <a:pt x="1288391" y="49141"/>
                </a:lnTo>
                <a:lnTo>
                  <a:pt x="1288853" y="49112"/>
                </a:lnTo>
                <a:lnTo>
                  <a:pt x="1289319" y="49088"/>
                </a:lnTo>
                <a:lnTo>
                  <a:pt x="1289791" y="49072"/>
                </a:lnTo>
                <a:lnTo>
                  <a:pt x="1290267" y="49063"/>
                </a:lnTo>
                <a:lnTo>
                  <a:pt x="1290750" y="49066"/>
                </a:lnTo>
                <a:lnTo>
                  <a:pt x="1291227" y="49075"/>
                </a:lnTo>
                <a:lnTo>
                  <a:pt x="1291699" y="49091"/>
                </a:lnTo>
                <a:lnTo>
                  <a:pt x="1292166" y="49114"/>
                </a:lnTo>
                <a:lnTo>
                  <a:pt x="1292628" y="49143"/>
                </a:lnTo>
                <a:lnTo>
                  <a:pt x="1293085" y="49178"/>
                </a:lnTo>
                <a:lnTo>
                  <a:pt x="1293537" y="49219"/>
                </a:lnTo>
                <a:lnTo>
                  <a:pt x="1293983" y="49267"/>
                </a:lnTo>
                <a:lnTo>
                  <a:pt x="1294425" y="49322"/>
                </a:lnTo>
                <a:lnTo>
                  <a:pt x="1294861" y="49382"/>
                </a:lnTo>
                <a:lnTo>
                  <a:pt x="1295293" y="49450"/>
                </a:lnTo>
                <a:lnTo>
                  <a:pt x="1295719" y="49523"/>
                </a:lnTo>
                <a:lnTo>
                  <a:pt x="1296140" y="49603"/>
                </a:lnTo>
                <a:lnTo>
                  <a:pt x="1296556" y="49689"/>
                </a:lnTo>
                <a:lnTo>
                  <a:pt x="1296966" y="49782"/>
                </a:lnTo>
                <a:lnTo>
                  <a:pt x="1297372" y="49881"/>
                </a:lnTo>
                <a:lnTo>
                  <a:pt x="1297773" y="49987"/>
                </a:lnTo>
                <a:lnTo>
                  <a:pt x="1298168" y="50099"/>
                </a:lnTo>
                <a:lnTo>
                  <a:pt x="1298558" y="50217"/>
                </a:lnTo>
                <a:lnTo>
                  <a:pt x="1298944" y="50342"/>
                </a:lnTo>
                <a:lnTo>
                  <a:pt x="1299324" y="50473"/>
                </a:lnTo>
                <a:lnTo>
                  <a:pt x="1299699" y="50610"/>
                </a:lnTo>
                <a:lnTo>
                  <a:pt x="1300069" y="50754"/>
                </a:lnTo>
                <a:lnTo>
                  <a:pt x="1300433" y="50904"/>
                </a:lnTo>
                <a:lnTo>
                  <a:pt x="1300792" y="51063"/>
                </a:lnTo>
                <a:lnTo>
                  <a:pt x="1301145" y="51231"/>
                </a:lnTo>
                <a:lnTo>
                  <a:pt x="1301491" y="51409"/>
                </a:lnTo>
                <a:lnTo>
                  <a:pt x="1301830" y="51597"/>
                </a:lnTo>
                <a:lnTo>
                  <a:pt x="1302163" y="51795"/>
                </a:lnTo>
                <a:lnTo>
                  <a:pt x="1302489" y="52002"/>
                </a:lnTo>
                <a:lnTo>
                  <a:pt x="1302809" y="52220"/>
                </a:lnTo>
                <a:lnTo>
                  <a:pt x="1303122" y="52447"/>
                </a:lnTo>
                <a:lnTo>
                  <a:pt x="1303429" y="52684"/>
                </a:lnTo>
                <a:lnTo>
                  <a:pt x="1303729" y="52931"/>
                </a:lnTo>
                <a:lnTo>
                  <a:pt x="1304023" y="53188"/>
                </a:lnTo>
                <a:lnTo>
                  <a:pt x="1304310" y="53455"/>
                </a:lnTo>
                <a:lnTo>
                  <a:pt x="1304591" y="53732"/>
                </a:lnTo>
                <a:lnTo>
                  <a:pt x="1304865" y="54018"/>
                </a:lnTo>
                <a:lnTo>
                  <a:pt x="1305133" y="54314"/>
                </a:lnTo>
                <a:lnTo>
                  <a:pt x="1305394" y="54620"/>
                </a:lnTo>
                <a:lnTo>
                  <a:pt x="1305648" y="54936"/>
                </a:lnTo>
                <a:lnTo>
                  <a:pt x="1305896" y="55262"/>
                </a:lnTo>
                <a:lnTo>
                  <a:pt x="1306138" y="55598"/>
                </a:lnTo>
                <a:lnTo>
                  <a:pt x="1306373" y="55943"/>
                </a:lnTo>
                <a:lnTo>
                  <a:pt x="1306601" y="56299"/>
                </a:lnTo>
                <a:lnTo>
                  <a:pt x="1306823" y="56664"/>
                </a:lnTo>
                <a:lnTo>
                  <a:pt x="1307039" y="57039"/>
                </a:lnTo>
                <a:lnTo>
                  <a:pt x="1307248" y="57424"/>
                </a:lnTo>
                <a:lnTo>
                  <a:pt x="1307449" y="57820"/>
                </a:lnTo>
                <a:lnTo>
                  <a:pt x="1307642" y="58229"/>
                </a:lnTo>
                <a:lnTo>
                  <a:pt x="1307826" y="58652"/>
                </a:lnTo>
                <a:lnTo>
                  <a:pt x="1308002" y="59087"/>
                </a:lnTo>
                <a:lnTo>
                  <a:pt x="1308169" y="59535"/>
                </a:lnTo>
                <a:lnTo>
                  <a:pt x="1308327" y="59995"/>
                </a:lnTo>
                <a:lnTo>
                  <a:pt x="1308477" y="60469"/>
                </a:lnTo>
                <a:lnTo>
                  <a:pt x="1308619" y="60956"/>
                </a:lnTo>
                <a:lnTo>
                  <a:pt x="1308752" y="61456"/>
                </a:lnTo>
                <a:lnTo>
                  <a:pt x="1308876" y="61968"/>
                </a:lnTo>
                <a:lnTo>
                  <a:pt x="1308991" y="62494"/>
                </a:lnTo>
                <a:lnTo>
                  <a:pt x="1309099" y="63032"/>
                </a:lnTo>
                <a:lnTo>
                  <a:pt x="1309197" y="63583"/>
                </a:lnTo>
                <a:lnTo>
                  <a:pt x="1309287" y="64147"/>
                </a:lnTo>
                <a:lnTo>
                  <a:pt x="1309368" y="64725"/>
                </a:lnTo>
                <a:lnTo>
                  <a:pt x="1309441" y="65315"/>
                </a:lnTo>
                <a:lnTo>
                  <a:pt x="1309506" y="65918"/>
                </a:lnTo>
                <a:lnTo>
                  <a:pt x="1309561" y="66533"/>
                </a:lnTo>
                <a:lnTo>
                  <a:pt x="1309608" y="67162"/>
                </a:lnTo>
                <a:lnTo>
                  <a:pt x="1309647" y="67804"/>
                </a:lnTo>
                <a:lnTo>
                  <a:pt x="1309677" y="68459"/>
                </a:lnTo>
                <a:lnTo>
                  <a:pt x="1309698" y="69126"/>
                </a:lnTo>
                <a:lnTo>
                  <a:pt x="1309711" y="69807"/>
                </a:lnTo>
                <a:lnTo>
                  <a:pt x="1309716" y="70500"/>
                </a:lnTo>
                <a:lnTo>
                  <a:pt x="1309716" y="122583"/>
                </a:lnTo>
                <a:lnTo>
                  <a:pt x="1318556" y="122583"/>
                </a:lnTo>
                <a:lnTo>
                  <a:pt x="1318556" y="70574"/>
                </a:lnTo>
                <a:lnTo>
                  <a:pt x="1318553" y="69933"/>
                </a:lnTo>
                <a:lnTo>
                  <a:pt x="1318543" y="69300"/>
                </a:lnTo>
                <a:lnTo>
                  <a:pt x="1318528" y="68674"/>
                </a:lnTo>
                <a:lnTo>
                  <a:pt x="1318507" y="68057"/>
                </a:lnTo>
                <a:lnTo>
                  <a:pt x="1318479" y="67447"/>
                </a:lnTo>
                <a:lnTo>
                  <a:pt x="1318445" y="66844"/>
                </a:lnTo>
                <a:lnTo>
                  <a:pt x="1318405" y="66249"/>
                </a:lnTo>
                <a:lnTo>
                  <a:pt x="1318359" y="65662"/>
                </a:lnTo>
                <a:lnTo>
                  <a:pt x="1318307" y="65083"/>
                </a:lnTo>
                <a:lnTo>
                  <a:pt x="1318249" y="64511"/>
                </a:lnTo>
                <a:lnTo>
                  <a:pt x="1318184" y="63947"/>
                </a:lnTo>
                <a:lnTo>
                  <a:pt x="1318114" y="63391"/>
                </a:lnTo>
                <a:lnTo>
                  <a:pt x="1318037" y="62842"/>
                </a:lnTo>
                <a:lnTo>
                  <a:pt x="1317954" y="62301"/>
                </a:lnTo>
                <a:lnTo>
                  <a:pt x="1317865" y="61768"/>
                </a:lnTo>
                <a:lnTo>
                  <a:pt x="1317770" y="61242"/>
                </a:lnTo>
                <a:lnTo>
                  <a:pt x="1317669" y="60724"/>
                </a:lnTo>
                <a:lnTo>
                  <a:pt x="1317561" y="60214"/>
                </a:lnTo>
                <a:lnTo>
                  <a:pt x="1317448" y="59711"/>
                </a:lnTo>
                <a:lnTo>
                  <a:pt x="1317328" y="59217"/>
                </a:lnTo>
                <a:lnTo>
                  <a:pt x="1317202" y="58729"/>
                </a:lnTo>
                <a:lnTo>
                  <a:pt x="1317070" y="58250"/>
                </a:lnTo>
                <a:lnTo>
                  <a:pt x="1316932" y="57778"/>
                </a:lnTo>
                <a:lnTo>
                  <a:pt x="1316788" y="57313"/>
                </a:lnTo>
                <a:lnTo>
                  <a:pt x="1316638" y="56856"/>
                </a:lnTo>
                <a:lnTo>
                  <a:pt x="1316482" y="56406"/>
                </a:lnTo>
                <a:lnTo>
                  <a:pt x="1316321" y="55963"/>
                </a:lnTo>
                <a:lnTo>
                  <a:pt x="1316154" y="55527"/>
                </a:lnTo>
                <a:lnTo>
                  <a:pt x="1315982" y="55098"/>
                </a:lnTo>
                <a:lnTo>
                  <a:pt x="1315805" y="54675"/>
                </a:lnTo>
                <a:lnTo>
                  <a:pt x="1315622" y="54260"/>
                </a:lnTo>
                <a:lnTo>
                  <a:pt x="1315433" y="53851"/>
                </a:lnTo>
                <a:lnTo>
                  <a:pt x="1315239" y="53449"/>
                </a:lnTo>
                <a:lnTo>
                  <a:pt x="1315039" y="53055"/>
                </a:lnTo>
                <a:lnTo>
                  <a:pt x="1314834" y="52667"/>
                </a:lnTo>
                <a:lnTo>
                  <a:pt x="1314624" y="52286"/>
                </a:lnTo>
                <a:lnTo>
                  <a:pt x="1314408" y="51912"/>
                </a:lnTo>
                <a:lnTo>
                  <a:pt x="1314186" y="51544"/>
                </a:lnTo>
                <a:lnTo>
                  <a:pt x="1313959" y="51184"/>
                </a:lnTo>
                <a:lnTo>
                  <a:pt x="1313726" y="50831"/>
                </a:lnTo>
                <a:lnTo>
                  <a:pt x="1313488" y="50484"/>
                </a:lnTo>
                <a:lnTo>
                  <a:pt x="1313245" y="50145"/>
                </a:lnTo>
                <a:lnTo>
                  <a:pt x="1312996" y="49812"/>
                </a:lnTo>
                <a:lnTo>
                  <a:pt x="1312741" y="49486"/>
                </a:lnTo>
                <a:lnTo>
                  <a:pt x="1312481" y="49167"/>
                </a:lnTo>
                <a:lnTo>
                  <a:pt x="1312215" y="48855"/>
                </a:lnTo>
                <a:lnTo>
                  <a:pt x="1311944" y="48550"/>
                </a:lnTo>
                <a:lnTo>
                  <a:pt x="1311668" y="48252"/>
                </a:lnTo>
                <a:lnTo>
                  <a:pt x="1311386" y="47961"/>
                </a:lnTo>
                <a:lnTo>
                  <a:pt x="1311099" y="47676"/>
                </a:lnTo>
                <a:lnTo>
                  <a:pt x="1310806" y="47398"/>
                </a:lnTo>
                <a:lnTo>
                  <a:pt x="1310508" y="47126"/>
                </a:lnTo>
                <a:lnTo>
                  <a:pt x="1310206" y="46860"/>
                </a:lnTo>
                <a:lnTo>
                  <a:pt x="1309897" y="46602"/>
                </a:lnTo>
                <a:lnTo>
                  <a:pt x="1309584" y="46349"/>
                </a:lnTo>
                <a:lnTo>
                  <a:pt x="1309265" y="46104"/>
                </a:lnTo>
                <a:lnTo>
                  <a:pt x="1308941" y="45864"/>
                </a:lnTo>
                <a:lnTo>
                  <a:pt x="1308612" y="45632"/>
                </a:lnTo>
                <a:lnTo>
                  <a:pt x="1308278" y="45406"/>
                </a:lnTo>
                <a:lnTo>
                  <a:pt x="1307938" y="45186"/>
                </a:lnTo>
                <a:lnTo>
                  <a:pt x="1307593" y="44973"/>
                </a:lnTo>
                <a:lnTo>
                  <a:pt x="1307243" y="44766"/>
                </a:lnTo>
                <a:lnTo>
                  <a:pt x="1306888" y="44566"/>
                </a:lnTo>
                <a:lnTo>
                  <a:pt x="1306527" y="44372"/>
                </a:lnTo>
                <a:lnTo>
                  <a:pt x="1306162" y="44185"/>
                </a:lnTo>
                <a:lnTo>
                  <a:pt x="1305790" y="44005"/>
                </a:lnTo>
                <a:lnTo>
                  <a:pt x="1305414" y="43831"/>
                </a:lnTo>
                <a:lnTo>
                  <a:pt x="1305033" y="43663"/>
                </a:lnTo>
                <a:lnTo>
                  <a:pt x="1304646" y="43502"/>
                </a:lnTo>
                <a:lnTo>
                  <a:pt x="1304254" y="43348"/>
                </a:lnTo>
                <a:lnTo>
                  <a:pt x="1303856" y="43200"/>
                </a:lnTo>
                <a:lnTo>
                  <a:pt x="1303454" y="43059"/>
                </a:lnTo>
                <a:lnTo>
                  <a:pt x="1303046" y="42924"/>
                </a:lnTo>
                <a:lnTo>
                  <a:pt x="1302634" y="42794"/>
                </a:lnTo>
                <a:lnTo>
                  <a:pt x="1302218" y="42670"/>
                </a:lnTo>
                <a:lnTo>
                  <a:pt x="1301796" y="42552"/>
                </a:lnTo>
                <a:lnTo>
                  <a:pt x="1301370" y="42440"/>
                </a:lnTo>
                <a:lnTo>
                  <a:pt x="1300940" y="42334"/>
                </a:lnTo>
                <a:lnTo>
                  <a:pt x="1300505" y="42233"/>
                </a:lnTo>
                <a:lnTo>
                  <a:pt x="1300065" y="42138"/>
                </a:lnTo>
                <a:lnTo>
                  <a:pt x="1299621" y="42049"/>
                </a:lnTo>
                <a:lnTo>
                  <a:pt x="1299172" y="41965"/>
                </a:lnTo>
                <a:lnTo>
                  <a:pt x="1298718" y="41888"/>
                </a:lnTo>
                <a:lnTo>
                  <a:pt x="1298260" y="41816"/>
                </a:lnTo>
                <a:lnTo>
                  <a:pt x="1297797" y="41749"/>
                </a:lnTo>
                <a:lnTo>
                  <a:pt x="1297330" y="41689"/>
                </a:lnTo>
                <a:lnTo>
                  <a:pt x="1296858" y="41634"/>
                </a:lnTo>
                <a:lnTo>
                  <a:pt x="1296382" y="41585"/>
                </a:lnTo>
                <a:lnTo>
                  <a:pt x="1295901" y="41542"/>
                </a:lnTo>
                <a:lnTo>
                  <a:pt x="1295415" y="41505"/>
                </a:lnTo>
                <a:lnTo>
                  <a:pt x="1294924" y="41473"/>
                </a:lnTo>
                <a:lnTo>
                  <a:pt x="1294430" y="41447"/>
                </a:lnTo>
                <a:lnTo>
                  <a:pt x="1293930" y="41427"/>
                </a:lnTo>
                <a:lnTo>
                  <a:pt x="1293426" y="41413"/>
                </a:lnTo>
                <a:lnTo>
                  <a:pt x="1292917" y="41404"/>
                </a:lnTo>
                <a:lnTo>
                  <a:pt x="1292404" y="41401"/>
                </a:lnTo>
                <a:lnTo>
                  <a:pt x="1291817" y="41405"/>
                </a:lnTo>
                <a:lnTo>
                  <a:pt x="1291235" y="41418"/>
                </a:lnTo>
                <a:lnTo>
                  <a:pt x="1290658" y="41439"/>
                </a:lnTo>
                <a:lnTo>
                  <a:pt x="1290086" y="41469"/>
                </a:lnTo>
                <a:lnTo>
                  <a:pt x="1289519" y="41507"/>
                </a:lnTo>
                <a:lnTo>
                  <a:pt x="1288957" y="41553"/>
                </a:lnTo>
                <a:lnTo>
                  <a:pt x="1288400" y="41608"/>
                </a:lnTo>
                <a:lnTo>
                  <a:pt x="1287849" y="41671"/>
                </a:lnTo>
                <a:lnTo>
                  <a:pt x="1287302" y="41743"/>
                </a:lnTo>
                <a:lnTo>
                  <a:pt x="1286760" y="41823"/>
                </a:lnTo>
                <a:lnTo>
                  <a:pt x="1286223" y="41912"/>
                </a:lnTo>
                <a:lnTo>
                  <a:pt x="1285691" y="42009"/>
                </a:lnTo>
                <a:lnTo>
                  <a:pt x="1285164" y="42114"/>
                </a:lnTo>
                <a:lnTo>
                  <a:pt x="1284642" y="42228"/>
                </a:lnTo>
                <a:lnTo>
                  <a:pt x="1284125" y="42351"/>
                </a:lnTo>
                <a:lnTo>
                  <a:pt x="1283613" y="42482"/>
                </a:lnTo>
                <a:lnTo>
                  <a:pt x="1283106" y="42621"/>
                </a:lnTo>
                <a:lnTo>
                  <a:pt x="1282604" y="42769"/>
                </a:lnTo>
                <a:lnTo>
                  <a:pt x="1282106" y="42925"/>
                </a:lnTo>
                <a:lnTo>
                  <a:pt x="1281614" y="43089"/>
                </a:lnTo>
                <a:lnTo>
                  <a:pt x="1281127" y="43262"/>
                </a:lnTo>
                <a:lnTo>
                  <a:pt x="1280645" y="43444"/>
                </a:lnTo>
                <a:lnTo>
                  <a:pt x="1280168" y="43634"/>
                </a:lnTo>
                <a:lnTo>
                  <a:pt x="1279696" y="43832"/>
                </a:lnTo>
                <a:lnTo>
                  <a:pt x="1279229" y="44038"/>
                </a:lnTo>
                <a:lnTo>
                  <a:pt x="1278768" y="44249"/>
                </a:lnTo>
                <a:lnTo>
                  <a:pt x="1278312" y="44467"/>
                </a:lnTo>
                <a:lnTo>
                  <a:pt x="1277861" y="44691"/>
                </a:lnTo>
                <a:lnTo>
                  <a:pt x="1277417" y="44920"/>
                </a:lnTo>
                <a:lnTo>
                  <a:pt x="1276977" y="45156"/>
                </a:lnTo>
                <a:lnTo>
                  <a:pt x="1276543" y="45398"/>
                </a:lnTo>
                <a:lnTo>
                  <a:pt x="1276115" y="45645"/>
                </a:lnTo>
                <a:lnTo>
                  <a:pt x="1275692" y="45899"/>
                </a:lnTo>
                <a:lnTo>
                  <a:pt x="1275275" y="46159"/>
                </a:lnTo>
                <a:lnTo>
                  <a:pt x="1274863" y="46424"/>
                </a:lnTo>
                <a:lnTo>
                  <a:pt x="1274456" y="46696"/>
                </a:lnTo>
                <a:lnTo>
                  <a:pt x="1274055" y="46974"/>
                </a:lnTo>
                <a:lnTo>
                  <a:pt x="1273660" y="47258"/>
                </a:lnTo>
                <a:lnTo>
                  <a:pt x="1273270" y="47547"/>
                </a:lnTo>
                <a:lnTo>
                  <a:pt x="1272886" y="47843"/>
                </a:lnTo>
                <a:lnTo>
                  <a:pt x="1272507" y="48145"/>
                </a:lnTo>
                <a:lnTo>
                  <a:pt x="1272134" y="48453"/>
                </a:lnTo>
                <a:lnTo>
                  <a:pt x="1271766" y="48766"/>
                </a:lnTo>
                <a:lnTo>
                  <a:pt x="1271403" y="49086"/>
                </a:lnTo>
                <a:lnTo>
                  <a:pt x="1271046" y="49412"/>
                </a:lnTo>
                <a:lnTo>
                  <a:pt x="1270695" y="49744"/>
                </a:lnTo>
                <a:lnTo>
                  <a:pt x="1270349" y="50082"/>
                </a:lnTo>
                <a:lnTo>
                  <a:pt x="1270009" y="50426"/>
                </a:lnTo>
                <a:lnTo>
                  <a:pt x="1269674" y="50774"/>
                </a:lnTo>
                <a:lnTo>
                  <a:pt x="1269345" y="51127"/>
                </a:lnTo>
                <a:lnTo>
                  <a:pt x="1269023" y="51484"/>
                </a:lnTo>
                <a:lnTo>
                  <a:pt x="1268706" y="51845"/>
                </a:lnTo>
                <a:lnTo>
                  <a:pt x="1268396" y="52209"/>
                </a:lnTo>
                <a:lnTo>
                  <a:pt x="1268091" y="52578"/>
                </a:lnTo>
                <a:lnTo>
                  <a:pt x="1267792" y="52951"/>
                </a:lnTo>
                <a:lnTo>
                  <a:pt x="1267500" y="53327"/>
                </a:lnTo>
                <a:lnTo>
                  <a:pt x="1267213" y="53708"/>
                </a:lnTo>
                <a:lnTo>
                  <a:pt x="1266933" y="54092"/>
                </a:lnTo>
                <a:lnTo>
                  <a:pt x="1266658" y="54481"/>
                </a:lnTo>
                <a:lnTo>
                  <a:pt x="1266390" y="54873"/>
                </a:lnTo>
                <a:lnTo>
                  <a:pt x="1266127" y="55270"/>
                </a:lnTo>
                <a:lnTo>
                  <a:pt x="1265871" y="55670"/>
                </a:lnTo>
                <a:lnTo>
                  <a:pt x="1265620" y="56074"/>
                </a:lnTo>
                <a:lnTo>
                  <a:pt x="1265376" y="56483"/>
                </a:lnTo>
                <a:lnTo>
                  <a:pt x="1265179" y="56823"/>
                </a:lnTo>
                <a:lnTo>
                  <a:pt x="1265110" y="56614"/>
                </a:lnTo>
                <a:lnTo>
                  <a:pt x="1264957" y="56172"/>
                </a:lnTo>
                <a:lnTo>
                  <a:pt x="1264798" y="55737"/>
                </a:lnTo>
                <a:close/>
                <a:moveTo>
                  <a:pt x="1627832" y="122583"/>
                </a:moveTo>
                <a:lnTo>
                  <a:pt x="1627832" y="15323"/>
                </a:lnTo>
                <a:lnTo>
                  <a:pt x="1626358" y="15323"/>
                </a:lnTo>
                <a:lnTo>
                  <a:pt x="1589893" y="28896"/>
                </a:lnTo>
                <a:lnTo>
                  <a:pt x="1589893" y="37186"/>
                </a:lnTo>
                <a:lnTo>
                  <a:pt x="1619065" y="26401"/>
                </a:lnTo>
                <a:lnTo>
                  <a:pt x="1619065" y="122583"/>
                </a:lnTo>
                <a:lnTo>
                  <a:pt x="1627832" y="122583"/>
                </a:lnTo>
                <a:close/>
                <a:moveTo>
                  <a:pt x="1684897" y="0"/>
                </a:moveTo>
                <a:lnTo>
                  <a:pt x="1660513" y="0"/>
                </a:lnTo>
                <a:lnTo>
                  <a:pt x="1660513" y="7588"/>
                </a:lnTo>
                <a:lnTo>
                  <a:pt x="1675983" y="7588"/>
                </a:lnTo>
                <a:lnTo>
                  <a:pt x="1675983" y="137980"/>
                </a:lnTo>
                <a:lnTo>
                  <a:pt x="1660513" y="137980"/>
                </a:lnTo>
                <a:lnTo>
                  <a:pt x="1660513" y="145567"/>
                </a:lnTo>
                <a:lnTo>
                  <a:pt x="1684897" y="145567"/>
                </a:lnTo>
                <a:lnTo>
                  <a:pt x="1684897" y="0"/>
                </a:lnTo>
                <a:close/>
                <a:moveTo>
                  <a:pt x="1429007" y="65877"/>
                </a:moveTo>
                <a:lnTo>
                  <a:pt x="1429183" y="65476"/>
                </a:lnTo>
                <a:lnTo>
                  <a:pt x="1429363" y="65077"/>
                </a:lnTo>
                <a:lnTo>
                  <a:pt x="1429549" y="64680"/>
                </a:lnTo>
                <a:lnTo>
                  <a:pt x="1429740" y="64285"/>
                </a:lnTo>
                <a:lnTo>
                  <a:pt x="1429936" y="63892"/>
                </a:lnTo>
                <a:lnTo>
                  <a:pt x="1430138" y="63502"/>
                </a:lnTo>
                <a:lnTo>
                  <a:pt x="1430344" y="63113"/>
                </a:lnTo>
                <a:lnTo>
                  <a:pt x="1430556" y="62726"/>
                </a:lnTo>
                <a:lnTo>
                  <a:pt x="1430774" y="62341"/>
                </a:lnTo>
                <a:lnTo>
                  <a:pt x="1430996" y="61959"/>
                </a:lnTo>
                <a:lnTo>
                  <a:pt x="1431224" y="61578"/>
                </a:lnTo>
                <a:lnTo>
                  <a:pt x="1431457" y="61199"/>
                </a:lnTo>
                <a:lnTo>
                  <a:pt x="1431695" y="60823"/>
                </a:lnTo>
                <a:lnTo>
                  <a:pt x="1431938" y="60448"/>
                </a:lnTo>
                <a:lnTo>
                  <a:pt x="1432187" y="60076"/>
                </a:lnTo>
                <a:lnTo>
                  <a:pt x="1432441" y="59706"/>
                </a:lnTo>
                <a:lnTo>
                  <a:pt x="1432700" y="59337"/>
                </a:lnTo>
                <a:lnTo>
                  <a:pt x="1432965" y="58971"/>
                </a:lnTo>
                <a:lnTo>
                  <a:pt x="1433234" y="58609"/>
                </a:lnTo>
                <a:lnTo>
                  <a:pt x="1433510" y="58252"/>
                </a:lnTo>
                <a:lnTo>
                  <a:pt x="1433790" y="57900"/>
                </a:lnTo>
                <a:lnTo>
                  <a:pt x="1434076" y="57555"/>
                </a:lnTo>
                <a:lnTo>
                  <a:pt x="1434367" y="57215"/>
                </a:lnTo>
                <a:lnTo>
                  <a:pt x="1434664" y="56881"/>
                </a:lnTo>
                <a:lnTo>
                  <a:pt x="1434966" y="56552"/>
                </a:lnTo>
                <a:lnTo>
                  <a:pt x="1435273" y="56229"/>
                </a:lnTo>
                <a:lnTo>
                  <a:pt x="1435586" y="55911"/>
                </a:lnTo>
                <a:lnTo>
                  <a:pt x="1435904" y="55600"/>
                </a:lnTo>
                <a:lnTo>
                  <a:pt x="1436227" y="55293"/>
                </a:lnTo>
                <a:lnTo>
                  <a:pt x="1436556" y="54993"/>
                </a:lnTo>
                <a:lnTo>
                  <a:pt x="1436890" y="54698"/>
                </a:lnTo>
                <a:lnTo>
                  <a:pt x="1437230" y="54409"/>
                </a:lnTo>
                <a:lnTo>
                  <a:pt x="1437575" y="54125"/>
                </a:lnTo>
                <a:lnTo>
                  <a:pt x="1437925" y="53847"/>
                </a:lnTo>
                <a:lnTo>
                  <a:pt x="1438281" y="53575"/>
                </a:lnTo>
                <a:lnTo>
                  <a:pt x="1438642" y="53308"/>
                </a:lnTo>
                <a:lnTo>
                  <a:pt x="1439008" y="53047"/>
                </a:lnTo>
                <a:lnTo>
                  <a:pt x="1439380" y="52791"/>
                </a:lnTo>
                <a:lnTo>
                  <a:pt x="1439757" y="52541"/>
                </a:lnTo>
                <a:lnTo>
                  <a:pt x="1440140" y="52297"/>
                </a:lnTo>
                <a:lnTo>
                  <a:pt x="1440528" y="52058"/>
                </a:lnTo>
                <a:lnTo>
                  <a:pt x="1440921" y="51825"/>
                </a:lnTo>
                <a:lnTo>
                  <a:pt x="1441320" y="51600"/>
                </a:lnTo>
                <a:lnTo>
                  <a:pt x="1441724" y="51384"/>
                </a:lnTo>
                <a:lnTo>
                  <a:pt x="1442133" y="51178"/>
                </a:lnTo>
                <a:lnTo>
                  <a:pt x="1442549" y="50981"/>
                </a:lnTo>
                <a:lnTo>
                  <a:pt x="1442969" y="50794"/>
                </a:lnTo>
                <a:lnTo>
                  <a:pt x="1443396" y="50617"/>
                </a:lnTo>
                <a:lnTo>
                  <a:pt x="1443827" y="50449"/>
                </a:lnTo>
                <a:lnTo>
                  <a:pt x="1444265" y="50290"/>
                </a:lnTo>
                <a:lnTo>
                  <a:pt x="1444707" y="50142"/>
                </a:lnTo>
                <a:lnTo>
                  <a:pt x="1445155" y="50003"/>
                </a:lnTo>
                <a:lnTo>
                  <a:pt x="1445609" y="49873"/>
                </a:lnTo>
                <a:lnTo>
                  <a:pt x="1446068" y="49753"/>
                </a:lnTo>
                <a:lnTo>
                  <a:pt x="1446533" y="49643"/>
                </a:lnTo>
                <a:lnTo>
                  <a:pt x="1447003" y="49542"/>
                </a:lnTo>
                <a:lnTo>
                  <a:pt x="1447479" y="49451"/>
                </a:lnTo>
                <a:lnTo>
                  <a:pt x="1447960" y="49370"/>
                </a:lnTo>
                <a:lnTo>
                  <a:pt x="1448447" y="49298"/>
                </a:lnTo>
                <a:lnTo>
                  <a:pt x="1448939" y="49235"/>
                </a:lnTo>
                <a:lnTo>
                  <a:pt x="1449437" y="49183"/>
                </a:lnTo>
                <a:lnTo>
                  <a:pt x="1449940" y="49139"/>
                </a:lnTo>
                <a:lnTo>
                  <a:pt x="1450449" y="49106"/>
                </a:lnTo>
                <a:lnTo>
                  <a:pt x="1450963" y="49082"/>
                </a:lnTo>
                <a:lnTo>
                  <a:pt x="1451483" y="49067"/>
                </a:lnTo>
                <a:lnTo>
                  <a:pt x="1452008" y="49063"/>
                </a:lnTo>
                <a:lnTo>
                  <a:pt x="1452484" y="49066"/>
                </a:lnTo>
                <a:lnTo>
                  <a:pt x="1452955" y="49076"/>
                </a:lnTo>
                <a:lnTo>
                  <a:pt x="1453420" y="49094"/>
                </a:lnTo>
                <a:lnTo>
                  <a:pt x="1453880" y="49118"/>
                </a:lnTo>
                <a:lnTo>
                  <a:pt x="1454335" y="49149"/>
                </a:lnTo>
                <a:lnTo>
                  <a:pt x="1454784" y="49187"/>
                </a:lnTo>
                <a:lnTo>
                  <a:pt x="1455228" y="49232"/>
                </a:lnTo>
                <a:lnTo>
                  <a:pt x="1455667" y="49284"/>
                </a:lnTo>
                <a:lnTo>
                  <a:pt x="1456100" y="49342"/>
                </a:lnTo>
                <a:lnTo>
                  <a:pt x="1456528" y="49408"/>
                </a:lnTo>
                <a:lnTo>
                  <a:pt x="1456950" y="49480"/>
                </a:lnTo>
                <a:lnTo>
                  <a:pt x="1457367" y="49560"/>
                </a:lnTo>
                <a:lnTo>
                  <a:pt x="1457779" y="49646"/>
                </a:lnTo>
                <a:lnTo>
                  <a:pt x="1458185" y="49739"/>
                </a:lnTo>
                <a:lnTo>
                  <a:pt x="1458586" y="49840"/>
                </a:lnTo>
                <a:lnTo>
                  <a:pt x="1458982" y="49947"/>
                </a:lnTo>
                <a:lnTo>
                  <a:pt x="1459372" y="50061"/>
                </a:lnTo>
                <a:lnTo>
                  <a:pt x="1459757" y="50181"/>
                </a:lnTo>
                <a:lnTo>
                  <a:pt x="1460136" y="50309"/>
                </a:lnTo>
                <a:lnTo>
                  <a:pt x="1460510" y="50444"/>
                </a:lnTo>
                <a:lnTo>
                  <a:pt x="1460879" y="50586"/>
                </a:lnTo>
                <a:lnTo>
                  <a:pt x="1461242" y="50734"/>
                </a:lnTo>
                <a:lnTo>
                  <a:pt x="1461600" y="50889"/>
                </a:lnTo>
                <a:lnTo>
                  <a:pt x="1461953" y="51052"/>
                </a:lnTo>
                <a:lnTo>
                  <a:pt x="1462300" y="51222"/>
                </a:lnTo>
                <a:lnTo>
                  <a:pt x="1462639" y="51402"/>
                </a:lnTo>
                <a:lnTo>
                  <a:pt x="1462973" y="51591"/>
                </a:lnTo>
                <a:lnTo>
                  <a:pt x="1463299" y="51789"/>
                </a:lnTo>
                <a:lnTo>
                  <a:pt x="1463619" y="51997"/>
                </a:lnTo>
                <a:lnTo>
                  <a:pt x="1463933" y="52214"/>
                </a:lnTo>
                <a:lnTo>
                  <a:pt x="1464239" y="52441"/>
                </a:lnTo>
                <a:lnTo>
                  <a:pt x="1464539" y="52676"/>
                </a:lnTo>
                <a:lnTo>
                  <a:pt x="1464833" y="52922"/>
                </a:lnTo>
                <a:lnTo>
                  <a:pt x="1465120" y="53176"/>
                </a:lnTo>
                <a:lnTo>
                  <a:pt x="1465400" y="53440"/>
                </a:lnTo>
                <a:lnTo>
                  <a:pt x="1465673" y="53713"/>
                </a:lnTo>
                <a:lnTo>
                  <a:pt x="1465940" y="53995"/>
                </a:lnTo>
                <a:lnTo>
                  <a:pt x="1466200" y="54287"/>
                </a:lnTo>
                <a:lnTo>
                  <a:pt x="1466454" y="54588"/>
                </a:lnTo>
                <a:lnTo>
                  <a:pt x="1466700" y="54899"/>
                </a:lnTo>
                <a:lnTo>
                  <a:pt x="1466941" y="55219"/>
                </a:lnTo>
                <a:lnTo>
                  <a:pt x="1467174" y="55548"/>
                </a:lnTo>
                <a:lnTo>
                  <a:pt x="1467401" y="55886"/>
                </a:lnTo>
                <a:lnTo>
                  <a:pt x="1467621" y="56234"/>
                </a:lnTo>
                <a:lnTo>
                  <a:pt x="1467835" y="56591"/>
                </a:lnTo>
                <a:lnTo>
                  <a:pt x="1468042" y="56958"/>
                </a:lnTo>
                <a:lnTo>
                  <a:pt x="1468242" y="57333"/>
                </a:lnTo>
                <a:lnTo>
                  <a:pt x="1468436" y="57719"/>
                </a:lnTo>
                <a:lnTo>
                  <a:pt x="1468622" y="58115"/>
                </a:lnTo>
                <a:lnTo>
                  <a:pt x="1468800" y="58523"/>
                </a:lnTo>
                <a:lnTo>
                  <a:pt x="1468971" y="58943"/>
                </a:lnTo>
                <a:lnTo>
                  <a:pt x="1469133" y="59375"/>
                </a:lnTo>
                <a:lnTo>
                  <a:pt x="1469288" y="59820"/>
                </a:lnTo>
                <a:lnTo>
                  <a:pt x="1469435" y="60276"/>
                </a:lnTo>
                <a:lnTo>
                  <a:pt x="1469574" y="60745"/>
                </a:lnTo>
                <a:lnTo>
                  <a:pt x="1469704" y="61226"/>
                </a:lnTo>
                <a:lnTo>
                  <a:pt x="1469827" y="61719"/>
                </a:lnTo>
                <a:lnTo>
                  <a:pt x="1469942" y="62224"/>
                </a:lnTo>
                <a:lnTo>
                  <a:pt x="1470049" y="62742"/>
                </a:lnTo>
                <a:lnTo>
                  <a:pt x="1470148" y="63271"/>
                </a:lnTo>
                <a:lnTo>
                  <a:pt x="1470240" y="63813"/>
                </a:lnTo>
                <a:lnTo>
                  <a:pt x="1470323" y="64367"/>
                </a:lnTo>
                <a:lnTo>
                  <a:pt x="1470398" y="64933"/>
                </a:lnTo>
                <a:lnTo>
                  <a:pt x="1470466" y="65511"/>
                </a:lnTo>
                <a:lnTo>
                  <a:pt x="1470525" y="66101"/>
                </a:lnTo>
                <a:lnTo>
                  <a:pt x="1470577" y="66704"/>
                </a:lnTo>
                <a:lnTo>
                  <a:pt x="1470620" y="67318"/>
                </a:lnTo>
                <a:lnTo>
                  <a:pt x="1470656" y="67945"/>
                </a:lnTo>
                <a:lnTo>
                  <a:pt x="1470684" y="68584"/>
                </a:lnTo>
                <a:lnTo>
                  <a:pt x="1470704" y="69235"/>
                </a:lnTo>
                <a:lnTo>
                  <a:pt x="1470715" y="69898"/>
                </a:lnTo>
                <a:lnTo>
                  <a:pt x="1470719" y="70574"/>
                </a:lnTo>
                <a:lnTo>
                  <a:pt x="1470719" y="122583"/>
                </a:lnTo>
                <a:lnTo>
                  <a:pt x="1479560" y="122583"/>
                </a:lnTo>
                <a:lnTo>
                  <a:pt x="1479560" y="70647"/>
                </a:lnTo>
                <a:lnTo>
                  <a:pt x="1479556" y="69994"/>
                </a:lnTo>
                <a:lnTo>
                  <a:pt x="1479547" y="69350"/>
                </a:lnTo>
                <a:lnTo>
                  <a:pt x="1479532" y="68713"/>
                </a:lnTo>
                <a:lnTo>
                  <a:pt x="1479511" y="68084"/>
                </a:lnTo>
                <a:lnTo>
                  <a:pt x="1479484" y="67464"/>
                </a:lnTo>
                <a:lnTo>
                  <a:pt x="1479451" y="66851"/>
                </a:lnTo>
                <a:lnTo>
                  <a:pt x="1479412" y="66247"/>
                </a:lnTo>
                <a:lnTo>
                  <a:pt x="1479367" y="65650"/>
                </a:lnTo>
                <a:lnTo>
                  <a:pt x="1479316" y="65062"/>
                </a:lnTo>
                <a:lnTo>
                  <a:pt x="1479259" y="64481"/>
                </a:lnTo>
                <a:lnTo>
                  <a:pt x="1479196" y="63909"/>
                </a:lnTo>
                <a:lnTo>
                  <a:pt x="1479127" y="63345"/>
                </a:lnTo>
                <a:lnTo>
                  <a:pt x="1479052" y="62789"/>
                </a:lnTo>
                <a:lnTo>
                  <a:pt x="1478970" y="62241"/>
                </a:lnTo>
                <a:lnTo>
                  <a:pt x="1478883" y="61701"/>
                </a:lnTo>
                <a:lnTo>
                  <a:pt x="1478790" y="61169"/>
                </a:lnTo>
                <a:lnTo>
                  <a:pt x="1478691" y="60645"/>
                </a:lnTo>
                <a:lnTo>
                  <a:pt x="1478586" y="60129"/>
                </a:lnTo>
                <a:lnTo>
                  <a:pt x="1478475" y="59621"/>
                </a:lnTo>
                <a:lnTo>
                  <a:pt x="1478357" y="59121"/>
                </a:lnTo>
                <a:lnTo>
                  <a:pt x="1478234" y="58630"/>
                </a:lnTo>
                <a:lnTo>
                  <a:pt x="1478105" y="58146"/>
                </a:lnTo>
                <a:lnTo>
                  <a:pt x="1477970" y="57670"/>
                </a:lnTo>
                <a:lnTo>
                  <a:pt x="1477828" y="57203"/>
                </a:lnTo>
                <a:lnTo>
                  <a:pt x="1477681" y="56743"/>
                </a:lnTo>
                <a:lnTo>
                  <a:pt x="1477529" y="56290"/>
                </a:lnTo>
                <a:lnTo>
                  <a:pt x="1477371" y="55845"/>
                </a:lnTo>
                <a:lnTo>
                  <a:pt x="1477208" y="55406"/>
                </a:lnTo>
                <a:lnTo>
                  <a:pt x="1477040" y="54975"/>
                </a:lnTo>
                <a:lnTo>
                  <a:pt x="1476866" y="54551"/>
                </a:lnTo>
                <a:lnTo>
                  <a:pt x="1476687" y="54134"/>
                </a:lnTo>
                <a:lnTo>
                  <a:pt x="1476502" y="53724"/>
                </a:lnTo>
                <a:lnTo>
                  <a:pt x="1476312" y="53322"/>
                </a:lnTo>
                <a:lnTo>
                  <a:pt x="1476117" y="52926"/>
                </a:lnTo>
                <a:lnTo>
                  <a:pt x="1475916" y="52538"/>
                </a:lnTo>
                <a:lnTo>
                  <a:pt x="1475710" y="52157"/>
                </a:lnTo>
                <a:lnTo>
                  <a:pt x="1475499" y="51783"/>
                </a:lnTo>
                <a:lnTo>
                  <a:pt x="1475282" y="51416"/>
                </a:lnTo>
                <a:lnTo>
                  <a:pt x="1475060" y="51056"/>
                </a:lnTo>
                <a:lnTo>
                  <a:pt x="1474832" y="50704"/>
                </a:lnTo>
                <a:lnTo>
                  <a:pt x="1474600" y="50358"/>
                </a:lnTo>
                <a:lnTo>
                  <a:pt x="1474361" y="50020"/>
                </a:lnTo>
                <a:lnTo>
                  <a:pt x="1474118" y="49689"/>
                </a:lnTo>
                <a:lnTo>
                  <a:pt x="1473869" y="49366"/>
                </a:lnTo>
                <a:lnTo>
                  <a:pt x="1473614" y="49049"/>
                </a:lnTo>
                <a:lnTo>
                  <a:pt x="1473355" y="48739"/>
                </a:lnTo>
                <a:lnTo>
                  <a:pt x="1473089" y="48437"/>
                </a:lnTo>
                <a:lnTo>
                  <a:pt x="1472819" y="48142"/>
                </a:lnTo>
                <a:lnTo>
                  <a:pt x="1472543" y="47853"/>
                </a:lnTo>
                <a:lnTo>
                  <a:pt x="1472263" y="47572"/>
                </a:lnTo>
                <a:lnTo>
                  <a:pt x="1471977" y="47296"/>
                </a:lnTo>
                <a:lnTo>
                  <a:pt x="1471686" y="47028"/>
                </a:lnTo>
                <a:lnTo>
                  <a:pt x="1471391" y="46765"/>
                </a:lnTo>
                <a:lnTo>
                  <a:pt x="1471090" y="46510"/>
                </a:lnTo>
                <a:lnTo>
                  <a:pt x="1470784" y="46260"/>
                </a:lnTo>
                <a:lnTo>
                  <a:pt x="1470474" y="46018"/>
                </a:lnTo>
                <a:lnTo>
                  <a:pt x="1470158" y="45782"/>
                </a:lnTo>
                <a:lnTo>
                  <a:pt x="1469838" y="45552"/>
                </a:lnTo>
                <a:lnTo>
                  <a:pt x="1469512" y="45329"/>
                </a:lnTo>
                <a:lnTo>
                  <a:pt x="1469182" y="45112"/>
                </a:lnTo>
                <a:lnTo>
                  <a:pt x="1468846" y="44902"/>
                </a:lnTo>
                <a:lnTo>
                  <a:pt x="1468506" y="44699"/>
                </a:lnTo>
                <a:lnTo>
                  <a:pt x="1468160" y="44502"/>
                </a:lnTo>
                <a:lnTo>
                  <a:pt x="1467810" y="44311"/>
                </a:lnTo>
                <a:lnTo>
                  <a:pt x="1467454" y="44127"/>
                </a:lnTo>
                <a:lnTo>
                  <a:pt x="1467094" y="43950"/>
                </a:lnTo>
                <a:lnTo>
                  <a:pt x="1466728" y="43779"/>
                </a:lnTo>
                <a:lnTo>
                  <a:pt x="1466358" y="43614"/>
                </a:lnTo>
                <a:lnTo>
                  <a:pt x="1465982" y="43456"/>
                </a:lnTo>
                <a:lnTo>
                  <a:pt x="1465602" y="43305"/>
                </a:lnTo>
                <a:lnTo>
                  <a:pt x="1465216" y="43160"/>
                </a:lnTo>
                <a:lnTo>
                  <a:pt x="1464826" y="43022"/>
                </a:lnTo>
                <a:lnTo>
                  <a:pt x="1464431" y="42890"/>
                </a:lnTo>
                <a:lnTo>
                  <a:pt x="1464031" y="42763"/>
                </a:lnTo>
                <a:lnTo>
                  <a:pt x="1463628" y="42642"/>
                </a:lnTo>
                <a:lnTo>
                  <a:pt x="1463220" y="42527"/>
                </a:lnTo>
                <a:lnTo>
                  <a:pt x="1462807" y="42417"/>
                </a:lnTo>
                <a:lnTo>
                  <a:pt x="1462390" y="42313"/>
                </a:lnTo>
                <a:lnTo>
                  <a:pt x="1461969" y="42214"/>
                </a:lnTo>
                <a:lnTo>
                  <a:pt x="1461544" y="42122"/>
                </a:lnTo>
                <a:lnTo>
                  <a:pt x="1461114" y="42034"/>
                </a:lnTo>
                <a:lnTo>
                  <a:pt x="1460680" y="41953"/>
                </a:lnTo>
                <a:lnTo>
                  <a:pt x="1460241" y="41877"/>
                </a:lnTo>
                <a:lnTo>
                  <a:pt x="1459798" y="41806"/>
                </a:lnTo>
                <a:lnTo>
                  <a:pt x="1459351" y="41742"/>
                </a:lnTo>
                <a:lnTo>
                  <a:pt x="1458899" y="41683"/>
                </a:lnTo>
                <a:lnTo>
                  <a:pt x="1458443" y="41629"/>
                </a:lnTo>
                <a:lnTo>
                  <a:pt x="1457983" y="41581"/>
                </a:lnTo>
                <a:lnTo>
                  <a:pt x="1457518" y="41539"/>
                </a:lnTo>
                <a:lnTo>
                  <a:pt x="1457049" y="41503"/>
                </a:lnTo>
                <a:lnTo>
                  <a:pt x="1456576" y="41472"/>
                </a:lnTo>
                <a:lnTo>
                  <a:pt x="1456098" y="41446"/>
                </a:lnTo>
                <a:lnTo>
                  <a:pt x="1455616" y="41427"/>
                </a:lnTo>
                <a:lnTo>
                  <a:pt x="1455130" y="41412"/>
                </a:lnTo>
                <a:lnTo>
                  <a:pt x="1454639" y="41404"/>
                </a:lnTo>
                <a:lnTo>
                  <a:pt x="1454144" y="41401"/>
                </a:lnTo>
                <a:lnTo>
                  <a:pt x="1453575" y="41406"/>
                </a:lnTo>
                <a:lnTo>
                  <a:pt x="1453010" y="41420"/>
                </a:lnTo>
                <a:lnTo>
                  <a:pt x="1452450" y="41443"/>
                </a:lnTo>
                <a:lnTo>
                  <a:pt x="1451893" y="41475"/>
                </a:lnTo>
                <a:lnTo>
                  <a:pt x="1451341" y="41516"/>
                </a:lnTo>
                <a:lnTo>
                  <a:pt x="1450792" y="41567"/>
                </a:lnTo>
                <a:lnTo>
                  <a:pt x="1450248" y="41627"/>
                </a:lnTo>
                <a:lnTo>
                  <a:pt x="1449708" y="41696"/>
                </a:lnTo>
                <a:lnTo>
                  <a:pt x="1449172" y="41774"/>
                </a:lnTo>
                <a:lnTo>
                  <a:pt x="1448640" y="41862"/>
                </a:lnTo>
                <a:lnTo>
                  <a:pt x="1448112" y="41958"/>
                </a:lnTo>
                <a:lnTo>
                  <a:pt x="1447588" y="42064"/>
                </a:lnTo>
                <a:lnTo>
                  <a:pt x="1447068" y="42179"/>
                </a:lnTo>
                <a:lnTo>
                  <a:pt x="1446552" y="42304"/>
                </a:lnTo>
                <a:lnTo>
                  <a:pt x="1446041" y="42437"/>
                </a:lnTo>
                <a:lnTo>
                  <a:pt x="1445533" y="42580"/>
                </a:lnTo>
                <a:lnTo>
                  <a:pt x="1445030" y="42732"/>
                </a:lnTo>
                <a:lnTo>
                  <a:pt x="1444531" y="42893"/>
                </a:lnTo>
                <a:lnTo>
                  <a:pt x="1444035" y="43063"/>
                </a:lnTo>
                <a:lnTo>
                  <a:pt x="1443544" y="43243"/>
                </a:lnTo>
                <a:lnTo>
                  <a:pt x="1443057" y="43432"/>
                </a:lnTo>
                <a:lnTo>
                  <a:pt x="1442574" y="43630"/>
                </a:lnTo>
                <a:lnTo>
                  <a:pt x="1442095" y="43837"/>
                </a:lnTo>
                <a:lnTo>
                  <a:pt x="1441621" y="44053"/>
                </a:lnTo>
                <a:lnTo>
                  <a:pt x="1441151" y="44278"/>
                </a:lnTo>
                <a:lnTo>
                  <a:pt x="1440686" y="44510"/>
                </a:lnTo>
                <a:lnTo>
                  <a:pt x="1440226" y="44749"/>
                </a:lnTo>
                <a:lnTo>
                  <a:pt x="1439772" y="44995"/>
                </a:lnTo>
                <a:lnTo>
                  <a:pt x="1439323" y="45248"/>
                </a:lnTo>
                <a:lnTo>
                  <a:pt x="1438879" y="45508"/>
                </a:lnTo>
                <a:lnTo>
                  <a:pt x="1438440" y="45776"/>
                </a:lnTo>
                <a:lnTo>
                  <a:pt x="1438007" y="46050"/>
                </a:lnTo>
                <a:lnTo>
                  <a:pt x="1437579" y="46332"/>
                </a:lnTo>
                <a:lnTo>
                  <a:pt x="1437156" y="46621"/>
                </a:lnTo>
                <a:lnTo>
                  <a:pt x="1436738" y="46918"/>
                </a:lnTo>
                <a:lnTo>
                  <a:pt x="1436326" y="47221"/>
                </a:lnTo>
                <a:lnTo>
                  <a:pt x="1435919" y="47531"/>
                </a:lnTo>
                <a:lnTo>
                  <a:pt x="1435517" y="47849"/>
                </a:lnTo>
                <a:lnTo>
                  <a:pt x="1435120" y="48174"/>
                </a:lnTo>
                <a:lnTo>
                  <a:pt x="1434729" y="48506"/>
                </a:lnTo>
                <a:lnTo>
                  <a:pt x="1434342" y="48845"/>
                </a:lnTo>
                <a:lnTo>
                  <a:pt x="1433962" y="49192"/>
                </a:lnTo>
                <a:lnTo>
                  <a:pt x="1433586" y="49545"/>
                </a:lnTo>
                <a:lnTo>
                  <a:pt x="1433215" y="49906"/>
                </a:lnTo>
                <a:lnTo>
                  <a:pt x="1432850" y="50274"/>
                </a:lnTo>
                <a:lnTo>
                  <a:pt x="1432490" y="50649"/>
                </a:lnTo>
                <a:lnTo>
                  <a:pt x="1432135" y="51031"/>
                </a:lnTo>
                <a:lnTo>
                  <a:pt x="1431786" y="51420"/>
                </a:lnTo>
                <a:lnTo>
                  <a:pt x="1431442" y="51815"/>
                </a:lnTo>
                <a:lnTo>
                  <a:pt x="1431104" y="52216"/>
                </a:lnTo>
                <a:lnTo>
                  <a:pt x="1430773" y="52622"/>
                </a:lnTo>
                <a:lnTo>
                  <a:pt x="1430447" y="53033"/>
                </a:lnTo>
                <a:lnTo>
                  <a:pt x="1430127" y="53448"/>
                </a:lnTo>
                <a:lnTo>
                  <a:pt x="1429813" y="53869"/>
                </a:lnTo>
                <a:lnTo>
                  <a:pt x="1429505" y="54296"/>
                </a:lnTo>
                <a:lnTo>
                  <a:pt x="1429204" y="54727"/>
                </a:lnTo>
                <a:lnTo>
                  <a:pt x="1428908" y="55163"/>
                </a:lnTo>
                <a:lnTo>
                  <a:pt x="1428618" y="55605"/>
                </a:lnTo>
                <a:lnTo>
                  <a:pt x="1428334" y="56051"/>
                </a:lnTo>
                <a:lnTo>
                  <a:pt x="1428137" y="56372"/>
                </a:lnTo>
                <a:lnTo>
                  <a:pt x="1427845" y="42875"/>
                </a:lnTo>
                <a:lnTo>
                  <a:pt x="1419447" y="42875"/>
                </a:lnTo>
                <a:lnTo>
                  <a:pt x="1419447" y="122583"/>
                </a:lnTo>
                <a:lnTo>
                  <a:pt x="1428213" y="122583"/>
                </a:lnTo>
                <a:lnTo>
                  <a:pt x="1428213" y="67904"/>
                </a:lnTo>
                <a:lnTo>
                  <a:pt x="1428359" y="67502"/>
                </a:lnTo>
                <a:lnTo>
                  <a:pt x="1428513" y="67093"/>
                </a:lnTo>
                <a:lnTo>
                  <a:pt x="1428673" y="66686"/>
                </a:lnTo>
                <a:lnTo>
                  <a:pt x="1428837" y="66280"/>
                </a:lnTo>
                <a:lnTo>
                  <a:pt x="1429007" y="65877"/>
                </a:lnTo>
                <a:close/>
                <a:moveTo>
                  <a:pt x="1189889" y="75242"/>
                </a:moveTo>
                <a:lnTo>
                  <a:pt x="1189856" y="74595"/>
                </a:lnTo>
                <a:lnTo>
                  <a:pt x="1189817" y="73953"/>
                </a:lnTo>
                <a:lnTo>
                  <a:pt x="1189770" y="73316"/>
                </a:lnTo>
                <a:lnTo>
                  <a:pt x="1189717" y="72683"/>
                </a:lnTo>
                <a:lnTo>
                  <a:pt x="1189656" y="72055"/>
                </a:lnTo>
                <a:lnTo>
                  <a:pt x="1189588" y="71432"/>
                </a:lnTo>
                <a:lnTo>
                  <a:pt x="1189513" y="70814"/>
                </a:lnTo>
                <a:lnTo>
                  <a:pt x="1189430" y="70200"/>
                </a:lnTo>
                <a:lnTo>
                  <a:pt x="1189341" y="69591"/>
                </a:lnTo>
                <a:lnTo>
                  <a:pt x="1189244" y="68987"/>
                </a:lnTo>
                <a:lnTo>
                  <a:pt x="1189140" y="68387"/>
                </a:lnTo>
                <a:lnTo>
                  <a:pt x="1189029" y="67793"/>
                </a:lnTo>
                <a:lnTo>
                  <a:pt x="1188911" y="67203"/>
                </a:lnTo>
                <a:lnTo>
                  <a:pt x="1188786" y="66617"/>
                </a:lnTo>
                <a:lnTo>
                  <a:pt x="1188653" y="66037"/>
                </a:lnTo>
                <a:lnTo>
                  <a:pt x="1188514" y="65461"/>
                </a:lnTo>
                <a:lnTo>
                  <a:pt x="1188367" y="64890"/>
                </a:lnTo>
                <a:lnTo>
                  <a:pt x="1188213" y="64323"/>
                </a:lnTo>
                <a:lnTo>
                  <a:pt x="1188052" y="63762"/>
                </a:lnTo>
                <a:lnTo>
                  <a:pt x="1187883" y="63205"/>
                </a:lnTo>
                <a:lnTo>
                  <a:pt x="1187708" y="62653"/>
                </a:lnTo>
                <a:lnTo>
                  <a:pt x="1187526" y="62108"/>
                </a:lnTo>
                <a:lnTo>
                  <a:pt x="1187336" y="61568"/>
                </a:lnTo>
                <a:lnTo>
                  <a:pt x="1187140" y="61035"/>
                </a:lnTo>
                <a:lnTo>
                  <a:pt x="1186937" y="60508"/>
                </a:lnTo>
                <a:lnTo>
                  <a:pt x="1186728" y="59987"/>
                </a:lnTo>
                <a:lnTo>
                  <a:pt x="1186511" y="59472"/>
                </a:lnTo>
                <a:lnTo>
                  <a:pt x="1186287" y="58964"/>
                </a:lnTo>
                <a:lnTo>
                  <a:pt x="1186057" y="58461"/>
                </a:lnTo>
                <a:lnTo>
                  <a:pt x="1185819" y="57965"/>
                </a:lnTo>
                <a:lnTo>
                  <a:pt x="1185575" y="57475"/>
                </a:lnTo>
                <a:lnTo>
                  <a:pt x="1185323" y="56991"/>
                </a:lnTo>
                <a:lnTo>
                  <a:pt x="1185065" y="56513"/>
                </a:lnTo>
                <a:lnTo>
                  <a:pt x="1184800" y="56041"/>
                </a:lnTo>
                <a:lnTo>
                  <a:pt x="1184528" y="55575"/>
                </a:lnTo>
                <a:lnTo>
                  <a:pt x="1184249" y="55115"/>
                </a:lnTo>
                <a:lnTo>
                  <a:pt x="1183963" y="54662"/>
                </a:lnTo>
                <a:lnTo>
                  <a:pt x="1183670" y="54215"/>
                </a:lnTo>
                <a:lnTo>
                  <a:pt x="1183371" y="53773"/>
                </a:lnTo>
                <a:lnTo>
                  <a:pt x="1183064" y="53338"/>
                </a:lnTo>
                <a:lnTo>
                  <a:pt x="1182751" y="52909"/>
                </a:lnTo>
                <a:lnTo>
                  <a:pt x="1182430" y="52487"/>
                </a:lnTo>
                <a:lnTo>
                  <a:pt x="1182103" y="52070"/>
                </a:lnTo>
                <a:lnTo>
                  <a:pt x="1181769" y="51659"/>
                </a:lnTo>
                <a:lnTo>
                  <a:pt x="1181428" y="51256"/>
                </a:lnTo>
                <a:lnTo>
                  <a:pt x="1181081" y="50860"/>
                </a:lnTo>
                <a:lnTo>
                  <a:pt x="1180728" y="50471"/>
                </a:lnTo>
                <a:lnTo>
                  <a:pt x="1180368" y="50091"/>
                </a:lnTo>
                <a:lnTo>
                  <a:pt x="1180002" y="49718"/>
                </a:lnTo>
                <a:lnTo>
                  <a:pt x="1179630" y="49352"/>
                </a:lnTo>
                <a:lnTo>
                  <a:pt x="1179252" y="48995"/>
                </a:lnTo>
                <a:lnTo>
                  <a:pt x="1178867" y="48645"/>
                </a:lnTo>
                <a:lnTo>
                  <a:pt x="1178476" y="48302"/>
                </a:lnTo>
                <a:lnTo>
                  <a:pt x="1178079" y="47968"/>
                </a:lnTo>
                <a:lnTo>
                  <a:pt x="1177676" y="47641"/>
                </a:lnTo>
                <a:lnTo>
                  <a:pt x="1177266" y="47321"/>
                </a:lnTo>
                <a:lnTo>
                  <a:pt x="1176850" y="47009"/>
                </a:lnTo>
                <a:lnTo>
                  <a:pt x="1176428" y="46705"/>
                </a:lnTo>
                <a:lnTo>
                  <a:pt x="1175999" y="46409"/>
                </a:lnTo>
                <a:lnTo>
                  <a:pt x="1175564" y="46120"/>
                </a:lnTo>
                <a:lnTo>
                  <a:pt x="1175123" y="45839"/>
                </a:lnTo>
                <a:lnTo>
                  <a:pt x="1174676" y="45565"/>
                </a:lnTo>
                <a:lnTo>
                  <a:pt x="1174222" y="45300"/>
                </a:lnTo>
                <a:lnTo>
                  <a:pt x="1173763" y="45042"/>
                </a:lnTo>
                <a:lnTo>
                  <a:pt x="1173296" y="44791"/>
                </a:lnTo>
                <a:lnTo>
                  <a:pt x="1172824" y="44548"/>
                </a:lnTo>
                <a:lnTo>
                  <a:pt x="1172345" y="44313"/>
                </a:lnTo>
                <a:lnTo>
                  <a:pt x="1171861" y="44085"/>
                </a:lnTo>
                <a:lnTo>
                  <a:pt x="1171369" y="43866"/>
                </a:lnTo>
                <a:lnTo>
                  <a:pt x="1170872" y="43657"/>
                </a:lnTo>
                <a:lnTo>
                  <a:pt x="1170369" y="43456"/>
                </a:lnTo>
                <a:lnTo>
                  <a:pt x="1169860" y="43265"/>
                </a:lnTo>
                <a:lnTo>
                  <a:pt x="1169345" y="43084"/>
                </a:lnTo>
                <a:lnTo>
                  <a:pt x="1168824" y="42911"/>
                </a:lnTo>
                <a:lnTo>
                  <a:pt x="1168297" y="42748"/>
                </a:lnTo>
                <a:lnTo>
                  <a:pt x="1167764" y="42594"/>
                </a:lnTo>
                <a:lnTo>
                  <a:pt x="1167225" y="42450"/>
                </a:lnTo>
                <a:lnTo>
                  <a:pt x="1166679" y="42315"/>
                </a:lnTo>
                <a:lnTo>
                  <a:pt x="1166128" y="42189"/>
                </a:lnTo>
                <a:lnTo>
                  <a:pt x="1165571" y="42072"/>
                </a:lnTo>
                <a:lnTo>
                  <a:pt x="1165008" y="41965"/>
                </a:lnTo>
                <a:lnTo>
                  <a:pt x="1164439" y="41867"/>
                </a:lnTo>
                <a:lnTo>
                  <a:pt x="1163864" y="41779"/>
                </a:lnTo>
                <a:lnTo>
                  <a:pt x="1163282" y="41699"/>
                </a:lnTo>
                <a:lnTo>
                  <a:pt x="1162695" y="41630"/>
                </a:lnTo>
                <a:lnTo>
                  <a:pt x="1162102" y="41569"/>
                </a:lnTo>
                <a:lnTo>
                  <a:pt x="1161503" y="41518"/>
                </a:lnTo>
                <a:lnTo>
                  <a:pt x="1160897" y="41476"/>
                </a:lnTo>
                <a:lnTo>
                  <a:pt x="1160286" y="41443"/>
                </a:lnTo>
                <a:lnTo>
                  <a:pt x="1159669" y="41420"/>
                </a:lnTo>
                <a:lnTo>
                  <a:pt x="1159045" y="41406"/>
                </a:lnTo>
                <a:lnTo>
                  <a:pt x="1158416" y="41401"/>
                </a:lnTo>
                <a:lnTo>
                  <a:pt x="1157846" y="41406"/>
                </a:lnTo>
                <a:lnTo>
                  <a:pt x="1157279" y="41421"/>
                </a:lnTo>
                <a:lnTo>
                  <a:pt x="1156714" y="41445"/>
                </a:lnTo>
                <a:lnTo>
                  <a:pt x="1156152" y="41479"/>
                </a:lnTo>
                <a:lnTo>
                  <a:pt x="1155592" y="41523"/>
                </a:lnTo>
                <a:lnTo>
                  <a:pt x="1155034" y="41576"/>
                </a:lnTo>
                <a:lnTo>
                  <a:pt x="1154479" y="41639"/>
                </a:lnTo>
                <a:lnTo>
                  <a:pt x="1153927" y="41712"/>
                </a:lnTo>
                <a:lnTo>
                  <a:pt x="1153376" y="41795"/>
                </a:lnTo>
                <a:lnTo>
                  <a:pt x="1152828" y="41887"/>
                </a:lnTo>
                <a:lnTo>
                  <a:pt x="1152283" y="41989"/>
                </a:lnTo>
                <a:lnTo>
                  <a:pt x="1151740" y="42101"/>
                </a:lnTo>
                <a:lnTo>
                  <a:pt x="1151200" y="42223"/>
                </a:lnTo>
                <a:lnTo>
                  <a:pt x="1150661" y="42354"/>
                </a:lnTo>
                <a:lnTo>
                  <a:pt x="1150126" y="42495"/>
                </a:lnTo>
                <a:lnTo>
                  <a:pt x="1149592" y="42645"/>
                </a:lnTo>
                <a:lnTo>
                  <a:pt x="1149062" y="42806"/>
                </a:lnTo>
                <a:lnTo>
                  <a:pt x="1148533" y="42976"/>
                </a:lnTo>
                <a:lnTo>
                  <a:pt x="1148007" y="43156"/>
                </a:lnTo>
                <a:lnTo>
                  <a:pt x="1147484" y="43345"/>
                </a:lnTo>
                <a:lnTo>
                  <a:pt x="1146963" y="43544"/>
                </a:lnTo>
                <a:lnTo>
                  <a:pt x="1146444" y="43753"/>
                </a:lnTo>
                <a:lnTo>
                  <a:pt x="1145928" y="43972"/>
                </a:lnTo>
                <a:lnTo>
                  <a:pt x="1145414" y="44201"/>
                </a:lnTo>
                <a:lnTo>
                  <a:pt x="1144904" y="44438"/>
                </a:lnTo>
                <a:lnTo>
                  <a:pt x="1144398" y="44685"/>
                </a:lnTo>
                <a:lnTo>
                  <a:pt x="1143898" y="44940"/>
                </a:lnTo>
                <a:lnTo>
                  <a:pt x="1143402" y="45204"/>
                </a:lnTo>
                <a:lnTo>
                  <a:pt x="1142912" y="45477"/>
                </a:lnTo>
                <a:lnTo>
                  <a:pt x="1142426" y="45759"/>
                </a:lnTo>
                <a:lnTo>
                  <a:pt x="1141945" y="46050"/>
                </a:lnTo>
                <a:lnTo>
                  <a:pt x="1141469" y="46349"/>
                </a:lnTo>
                <a:lnTo>
                  <a:pt x="1140997" y="46658"/>
                </a:lnTo>
                <a:lnTo>
                  <a:pt x="1140531" y="46975"/>
                </a:lnTo>
                <a:lnTo>
                  <a:pt x="1140069" y="47301"/>
                </a:lnTo>
                <a:lnTo>
                  <a:pt x="1139613" y="47635"/>
                </a:lnTo>
                <a:lnTo>
                  <a:pt x="1139161" y="47979"/>
                </a:lnTo>
                <a:lnTo>
                  <a:pt x="1138714" y="48331"/>
                </a:lnTo>
                <a:lnTo>
                  <a:pt x="1138272" y="48693"/>
                </a:lnTo>
                <a:lnTo>
                  <a:pt x="1137834" y="49063"/>
                </a:lnTo>
                <a:lnTo>
                  <a:pt x="1137402" y="49442"/>
                </a:lnTo>
                <a:lnTo>
                  <a:pt x="1136974" y="49829"/>
                </a:lnTo>
                <a:lnTo>
                  <a:pt x="1136552" y="50226"/>
                </a:lnTo>
                <a:lnTo>
                  <a:pt x="1136134" y="50631"/>
                </a:lnTo>
                <a:lnTo>
                  <a:pt x="1135721" y="51045"/>
                </a:lnTo>
                <a:lnTo>
                  <a:pt x="1135313" y="51468"/>
                </a:lnTo>
                <a:lnTo>
                  <a:pt x="1134909" y="51900"/>
                </a:lnTo>
                <a:lnTo>
                  <a:pt x="1134511" y="52341"/>
                </a:lnTo>
                <a:lnTo>
                  <a:pt x="1134119" y="52790"/>
                </a:lnTo>
                <a:lnTo>
                  <a:pt x="1133733" y="53246"/>
                </a:lnTo>
                <a:lnTo>
                  <a:pt x="1133354" y="53709"/>
                </a:lnTo>
                <a:lnTo>
                  <a:pt x="1132982" y="54179"/>
                </a:lnTo>
                <a:lnTo>
                  <a:pt x="1132618" y="54657"/>
                </a:lnTo>
                <a:lnTo>
                  <a:pt x="1132260" y="55143"/>
                </a:lnTo>
                <a:lnTo>
                  <a:pt x="1131908" y="55635"/>
                </a:lnTo>
                <a:lnTo>
                  <a:pt x="1131564" y="56135"/>
                </a:lnTo>
                <a:lnTo>
                  <a:pt x="1131227" y="56642"/>
                </a:lnTo>
                <a:lnTo>
                  <a:pt x="1130897" y="57156"/>
                </a:lnTo>
                <a:lnTo>
                  <a:pt x="1130573" y="57678"/>
                </a:lnTo>
                <a:lnTo>
                  <a:pt x="1130257" y="58207"/>
                </a:lnTo>
                <a:lnTo>
                  <a:pt x="1129947" y="58743"/>
                </a:lnTo>
                <a:lnTo>
                  <a:pt x="1129644" y="59286"/>
                </a:lnTo>
                <a:lnTo>
                  <a:pt x="1129349" y="59837"/>
                </a:lnTo>
                <a:lnTo>
                  <a:pt x="1129060" y="60395"/>
                </a:lnTo>
                <a:lnTo>
                  <a:pt x="1128778" y="60961"/>
                </a:lnTo>
                <a:lnTo>
                  <a:pt x="1128503" y="61533"/>
                </a:lnTo>
                <a:lnTo>
                  <a:pt x="1128234" y="62113"/>
                </a:lnTo>
                <a:lnTo>
                  <a:pt x="1127973" y="62700"/>
                </a:lnTo>
                <a:lnTo>
                  <a:pt x="1127719" y="63295"/>
                </a:lnTo>
                <a:lnTo>
                  <a:pt x="1127471" y="63897"/>
                </a:lnTo>
                <a:lnTo>
                  <a:pt x="1127231" y="64506"/>
                </a:lnTo>
                <a:lnTo>
                  <a:pt x="1126997" y="65122"/>
                </a:lnTo>
                <a:lnTo>
                  <a:pt x="1126772" y="65745"/>
                </a:lnTo>
                <a:lnTo>
                  <a:pt x="1126556" y="66375"/>
                </a:lnTo>
                <a:lnTo>
                  <a:pt x="1126349" y="67010"/>
                </a:lnTo>
                <a:lnTo>
                  <a:pt x="1126153" y="67651"/>
                </a:lnTo>
                <a:lnTo>
                  <a:pt x="1125966" y="68299"/>
                </a:lnTo>
                <a:lnTo>
                  <a:pt x="1125788" y="68953"/>
                </a:lnTo>
                <a:lnTo>
                  <a:pt x="1125620" y="69613"/>
                </a:lnTo>
                <a:lnTo>
                  <a:pt x="1125462" y="70279"/>
                </a:lnTo>
                <a:lnTo>
                  <a:pt x="1125314" y="70951"/>
                </a:lnTo>
                <a:lnTo>
                  <a:pt x="1125174" y="71630"/>
                </a:lnTo>
                <a:lnTo>
                  <a:pt x="1125045" y="72314"/>
                </a:lnTo>
                <a:lnTo>
                  <a:pt x="1124925" y="73005"/>
                </a:lnTo>
                <a:lnTo>
                  <a:pt x="1124815" y="73701"/>
                </a:lnTo>
                <a:lnTo>
                  <a:pt x="1124714" y="74404"/>
                </a:lnTo>
                <a:lnTo>
                  <a:pt x="1124623" y="75113"/>
                </a:lnTo>
                <a:lnTo>
                  <a:pt x="1124541" y="75829"/>
                </a:lnTo>
                <a:lnTo>
                  <a:pt x="1124469" y="76550"/>
                </a:lnTo>
                <a:lnTo>
                  <a:pt x="1124407" y="77277"/>
                </a:lnTo>
                <a:lnTo>
                  <a:pt x="1124354" y="78011"/>
                </a:lnTo>
                <a:lnTo>
                  <a:pt x="1124311" y="78751"/>
                </a:lnTo>
                <a:lnTo>
                  <a:pt x="1124278" y="79497"/>
                </a:lnTo>
                <a:lnTo>
                  <a:pt x="1124254" y="80249"/>
                </a:lnTo>
                <a:lnTo>
                  <a:pt x="1124239" y="81007"/>
                </a:lnTo>
                <a:lnTo>
                  <a:pt x="1124234" y="81771"/>
                </a:lnTo>
                <a:lnTo>
                  <a:pt x="1124234" y="84939"/>
                </a:lnTo>
                <a:lnTo>
                  <a:pt x="1124239" y="85649"/>
                </a:lnTo>
                <a:lnTo>
                  <a:pt x="1124253" y="86354"/>
                </a:lnTo>
                <a:lnTo>
                  <a:pt x="1124276" y="87054"/>
                </a:lnTo>
                <a:lnTo>
                  <a:pt x="1124308" y="87749"/>
                </a:lnTo>
                <a:lnTo>
                  <a:pt x="1124349" y="88440"/>
                </a:lnTo>
                <a:lnTo>
                  <a:pt x="1124400" y="89126"/>
                </a:lnTo>
                <a:lnTo>
                  <a:pt x="1124460" y="89808"/>
                </a:lnTo>
                <a:lnTo>
                  <a:pt x="1124529" y="90484"/>
                </a:lnTo>
                <a:lnTo>
                  <a:pt x="1124607" y="91156"/>
                </a:lnTo>
                <a:lnTo>
                  <a:pt x="1124695" y="91823"/>
                </a:lnTo>
                <a:lnTo>
                  <a:pt x="1124791" y="92486"/>
                </a:lnTo>
                <a:lnTo>
                  <a:pt x="1124897" y="93144"/>
                </a:lnTo>
                <a:lnTo>
                  <a:pt x="1125013" y="93797"/>
                </a:lnTo>
                <a:lnTo>
                  <a:pt x="1125137" y="94445"/>
                </a:lnTo>
                <a:lnTo>
                  <a:pt x="1125270" y="95088"/>
                </a:lnTo>
                <a:lnTo>
                  <a:pt x="1125413" y="95727"/>
                </a:lnTo>
                <a:lnTo>
                  <a:pt x="1125565" y="96361"/>
                </a:lnTo>
                <a:lnTo>
                  <a:pt x="1125726" y="96990"/>
                </a:lnTo>
                <a:lnTo>
                  <a:pt x="1125897" y="97615"/>
                </a:lnTo>
                <a:lnTo>
                  <a:pt x="1126076" y="98235"/>
                </a:lnTo>
                <a:lnTo>
                  <a:pt x="1126265" y="98850"/>
                </a:lnTo>
                <a:lnTo>
                  <a:pt x="1126463" y="99460"/>
                </a:lnTo>
                <a:lnTo>
                  <a:pt x="1126670" y="100066"/>
                </a:lnTo>
                <a:lnTo>
                  <a:pt x="1126886" y="100667"/>
                </a:lnTo>
                <a:lnTo>
                  <a:pt x="1127111" y="101262"/>
                </a:lnTo>
                <a:lnTo>
                  <a:pt x="1127343" y="101850"/>
                </a:lnTo>
                <a:lnTo>
                  <a:pt x="1127583" y="102432"/>
                </a:lnTo>
                <a:lnTo>
                  <a:pt x="1127830" y="103007"/>
                </a:lnTo>
                <a:lnTo>
                  <a:pt x="1128084" y="103575"/>
                </a:lnTo>
                <a:lnTo>
                  <a:pt x="1128346" y="104136"/>
                </a:lnTo>
                <a:lnTo>
                  <a:pt x="1128615" y="104691"/>
                </a:lnTo>
                <a:lnTo>
                  <a:pt x="1128892" y="105238"/>
                </a:lnTo>
                <a:lnTo>
                  <a:pt x="1129176" y="105779"/>
                </a:lnTo>
                <a:lnTo>
                  <a:pt x="1129467" y="106313"/>
                </a:lnTo>
                <a:lnTo>
                  <a:pt x="1129766" y="106841"/>
                </a:lnTo>
                <a:lnTo>
                  <a:pt x="1130073" y="107361"/>
                </a:lnTo>
                <a:lnTo>
                  <a:pt x="1130386" y="107875"/>
                </a:lnTo>
                <a:lnTo>
                  <a:pt x="1130707" y="108382"/>
                </a:lnTo>
                <a:lnTo>
                  <a:pt x="1131036" y="108883"/>
                </a:lnTo>
                <a:lnTo>
                  <a:pt x="1131372" y="109376"/>
                </a:lnTo>
                <a:lnTo>
                  <a:pt x="1131715" y="109863"/>
                </a:lnTo>
                <a:lnTo>
                  <a:pt x="1132066" y="110343"/>
                </a:lnTo>
                <a:lnTo>
                  <a:pt x="1132424" y="110816"/>
                </a:lnTo>
                <a:lnTo>
                  <a:pt x="1132790" y="111282"/>
                </a:lnTo>
                <a:lnTo>
                  <a:pt x="1133163" y="111742"/>
                </a:lnTo>
                <a:lnTo>
                  <a:pt x="1133544" y="112195"/>
                </a:lnTo>
                <a:lnTo>
                  <a:pt x="1133932" y="112641"/>
                </a:lnTo>
                <a:lnTo>
                  <a:pt x="1134327" y="113080"/>
                </a:lnTo>
                <a:lnTo>
                  <a:pt x="1134729" y="113512"/>
                </a:lnTo>
                <a:lnTo>
                  <a:pt x="1135137" y="113935"/>
                </a:lnTo>
                <a:lnTo>
                  <a:pt x="1135552" y="114351"/>
                </a:lnTo>
                <a:lnTo>
                  <a:pt x="1135972" y="114758"/>
                </a:lnTo>
                <a:lnTo>
                  <a:pt x="1136399" y="115157"/>
                </a:lnTo>
                <a:lnTo>
                  <a:pt x="1136832" y="115548"/>
                </a:lnTo>
                <a:lnTo>
                  <a:pt x="1137270" y="115930"/>
                </a:lnTo>
                <a:lnTo>
                  <a:pt x="1137716" y="116305"/>
                </a:lnTo>
                <a:lnTo>
                  <a:pt x="1138167" y="116671"/>
                </a:lnTo>
                <a:lnTo>
                  <a:pt x="1138624" y="117029"/>
                </a:lnTo>
                <a:lnTo>
                  <a:pt x="1139088" y="117379"/>
                </a:lnTo>
                <a:lnTo>
                  <a:pt x="1139557" y="117721"/>
                </a:lnTo>
                <a:lnTo>
                  <a:pt x="1140033" y="118054"/>
                </a:lnTo>
                <a:lnTo>
                  <a:pt x="1140515" y="118380"/>
                </a:lnTo>
                <a:lnTo>
                  <a:pt x="1141003" y="118697"/>
                </a:lnTo>
                <a:lnTo>
                  <a:pt x="1141497" y="119006"/>
                </a:lnTo>
                <a:lnTo>
                  <a:pt x="1141998" y="119307"/>
                </a:lnTo>
                <a:lnTo>
                  <a:pt x="1142504" y="119599"/>
                </a:lnTo>
                <a:lnTo>
                  <a:pt x="1143017" y="119884"/>
                </a:lnTo>
                <a:lnTo>
                  <a:pt x="1143535" y="120160"/>
                </a:lnTo>
                <a:lnTo>
                  <a:pt x="1144060" y="120428"/>
                </a:lnTo>
                <a:lnTo>
                  <a:pt x="1144591" y="120688"/>
                </a:lnTo>
                <a:lnTo>
                  <a:pt x="1145128" y="120940"/>
                </a:lnTo>
                <a:lnTo>
                  <a:pt x="1145672" y="121183"/>
                </a:lnTo>
                <a:lnTo>
                  <a:pt x="1146220" y="121418"/>
                </a:lnTo>
                <a:lnTo>
                  <a:pt x="1146773" y="121642"/>
                </a:lnTo>
                <a:lnTo>
                  <a:pt x="1147330" y="121857"/>
                </a:lnTo>
                <a:lnTo>
                  <a:pt x="1147892" y="122061"/>
                </a:lnTo>
                <a:lnTo>
                  <a:pt x="1148458" y="122256"/>
                </a:lnTo>
                <a:lnTo>
                  <a:pt x="1149028" y="122440"/>
                </a:lnTo>
                <a:lnTo>
                  <a:pt x="1149603" y="122615"/>
                </a:lnTo>
                <a:lnTo>
                  <a:pt x="1150182" y="122779"/>
                </a:lnTo>
                <a:lnTo>
                  <a:pt x="1150765" y="122934"/>
                </a:lnTo>
                <a:lnTo>
                  <a:pt x="1151353" y="123079"/>
                </a:lnTo>
                <a:lnTo>
                  <a:pt x="1151945" y="123213"/>
                </a:lnTo>
                <a:lnTo>
                  <a:pt x="1152541" y="123338"/>
                </a:lnTo>
                <a:lnTo>
                  <a:pt x="1153142" y="123453"/>
                </a:lnTo>
                <a:lnTo>
                  <a:pt x="1153747" y="123558"/>
                </a:lnTo>
                <a:lnTo>
                  <a:pt x="1154356" y="123652"/>
                </a:lnTo>
                <a:lnTo>
                  <a:pt x="1154970" y="123737"/>
                </a:lnTo>
                <a:lnTo>
                  <a:pt x="1155588" y="123812"/>
                </a:lnTo>
                <a:lnTo>
                  <a:pt x="1156211" y="123877"/>
                </a:lnTo>
                <a:lnTo>
                  <a:pt x="1156838" y="123932"/>
                </a:lnTo>
                <a:lnTo>
                  <a:pt x="1157469" y="123977"/>
                </a:lnTo>
                <a:lnTo>
                  <a:pt x="1158104" y="124011"/>
                </a:lnTo>
                <a:lnTo>
                  <a:pt x="1158744" y="124036"/>
                </a:lnTo>
                <a:lnTo>
                  <a:pt x="1159388" y="124051"/>
                </a:lnTo>
                <a:lnTo>
                  <a:pt x="1160037" y="124056"/>
                </a:lnTo>
                <a:lnTo>
                  <a:pt x="1160629" y="124053"/>
                </a:lnTo>
                <a:lnTo>
                  <a:pt x="1161216" y="124043"/>
                </a:lnTo>
                <a:lnTo>
                  <a:pt x="1161796" y="124026"/>
                </a:lnTo>
                <a:lnTo>
                  <a:pt x="1162370" y="124002"/>
                </a:lnTo>
                <a:lnTo>
                  <a:pt x="1162938" y="123972"/>
                </a:lnTo>
                <a:lnTo>
                  <a:pt x="1163499" y="123934"/>
                </a:lnTo>
                <a:lnTo>
                  <a:pt x="1164055" y="123890"/>
                </a:lnTo>
                <a:lnTo>
                  <a:pt x="1164604" y="123839"/>
                </a:lnTo>
                <a:lnTo>
                  <a:pt x="1165148" y="123782"/>
                </a:lnTo>
                <a:lnTo>
                  <a:pt x="1165685" y="123717"/>
                </a:lnTo>
                <a:lnTo>
                  <a:pt x="1166216" y="123646"/>
                </a:lnTo>
                <a:lnTo>
                  <a:pt x="1166741" y="123568"/>
                </a:lnTo>
                <a:lnTo>
                  <a:pt x="1167259" y="123484"/>
                </a:lnTo>
                <a:lnTo>
                  <a:pt x="1167772" y="123392"/>
                </a:lnTo>
                <a:lnTo>
                  <a:pt x="1168278" y="123294"/>
                </a:lnTo>
                <a:lnTo>
                  <a:pt x="1168779" y="123189"/>
                </a:lnTo>
                <a:lnTo>
                  <a:pt x="1169273" y="123077"/>
                </a:lnTo>
                <a:lnTo>
                  <a:pt x="1169761" y="122958"/>
                </a:lnTo>
                <a:lnTo>
                  <a:pt x="1170243" y="122833"/>
                </a:lnTo>
                <a:lnTo>
                  <a:pt x="1170719" y="122701"/>
                </a:lnTo>
                <a:lnTo>
                  <a:pt x="1171188" y="122562"/>
                </a:lnTo>
                <a:lnTo>
                  <a:pt x="1171652" y="122416"/>
                </a:lnTo>
                <a:lnTo>
                  <a:pt x="1172109" y="122263"/>
                </a:lnTo>
                <a:lnTo>
                  <a:pt x="1172560" y="122104"/>
                </a:lnTo>
                <a:lnTo>
                  <a:pt x="1173006" y="121939"/>
                </a:lnTo>
                <a:lnTo>
                  <a:pt x="1173446" y="121770"/>
                </a:lnTo>
                <a:lnTo>
                  <a:pt x="1173881" y="121597"/>
                </a:lnTo>
                <a:lnTo>
                  <a:pt x="1174310" y="121419"/>
                </a:lnTo>
                <a:lnTo>
                  <a:pt x="1174734" y="121236"/>
                </a:lnTo>
                <a:lnTo>
                  <a:pt x="1175153" y="121050"/>
                </a:lnTo>
                <a:lnTo>
                  <a:pt x="1175566" y="120859"/>
                </a:lnTo>
                <a:lnTo>
                  <a:pt x="1175974" y="120664"/>
                </a:lnTo>
                <a:lnTo>
                  <a:pt x="1176376" y="120464"/>
                </a:lnTo>
                <a:lnTo>
                  <a:pt x="1176773" y="120260"/>
                </a:lnTo>
                <a:lnTo>
                  <a:pt x="1177165" y="120052"/>
                </a:lnTo>
                <a:lnTo>
                  <a:pt x="1177551" y="119839"/>
                </a:lnTo>
                <a:lnTo>
                  <a:pt x="1177932" y="119622"/>
                </a:lnTo>
                <a:lnTo>
                  <a:pt x="1178308" y="119400"/>
                </a:lnTo>
                <a:lnTo>
                  <a:pt x="1178678" y="119175"/>
                </a:lnTo>
                <a:lnTo>
                  <a:pt x="1179043" y="118945"/>
                </a:lnTo>
                <a:lnTo>
                  <a:pt x="1179403" y="118710"/>
                </a:lnTo>
                <a:lnTo>
                  <a:pt x="1179757" y="118471"/>
                </a:lnTo>
                <a:lnTo>
                  <a:pt x="1180106" y="118228"/>
                </a:lnTo>
                <a:lnTo>
                  <a:pt x="1180449" y="117981"/>
                </a:lnTo>
                <a:lnTo>
                  <a:pt x="1180787" y="117729"/>
                </a:lnTo>
                <a:lnTo>
                  <a:pt x="1181120" y="117473"/>
                </a:lnTo>
                <a:lnTo>
                  <a:pt x="1181447" y="117212"/>
                </a:lnTo>
                <a:lnTo>
                  <a:pt x="1181769" y="116947"/>
                </a:lnTo>
                <a:lnTo>
                  <a:pt x="1182086" y="116679"/>
                </a:lnTo>
                <a:lnTo>
                  <a:pt x="1182399" y="116409"/>
                </a:lnTo>
                <a:lnTo>
                  <a:pt x="1182708" y="116136"/>
                </a:lnTo>
                <a:lnTo>
                  <a:pt x="1183013" y="115862"/>
                </a:lnTo>
                <a:lnTo>
                  <a:pt x="1183314" y="115585"/>
                </a:lnTo>
                <a:lnTo>
                  <a:pt x="1183611" y="115306"/>
                </a:lnTo>
                <a:lnTo>
                  <a:pt x="1183903" y="115025"/>
                </a:lnTo>
                <a:lnTo>
                  <a:pt x="1184192" y="114741"/>
                </a:lnTo>
                <a:lnTo>
                  <a:pt x="1184476" y="114456"/>
                </a:lnTo>
                <a:lnTo>
                  <a:pt x="1184756" y="114168"/>
                </a:lnTo>
                <a:lnTo>
                  <a:pt x="1185033" y="113878"/>
                </a:lnTo>
                <a:lnTo>
                  <a:pt x="1185305" y="113586"/>
                </a:lnTo>
                <a:lnTo>
                  <a:pt x="1185573" y="113292"/>
                </a:lnTo>
                <a:lnTo>
                  <a:pt x="1185837" y="112996"/>
                </a:lnTo>
                <a:lnTo>
                  <a:pt x="1186097" y="112697"/>
                </a:lnTo>
                <a:lnTo>
                  <a:pt x="1186353" y="112396"/>
                </a:lnTo>
                <a:lnTo>
                  <a:pt x="1186604" y="112093"/>
                </a:lnTo>
                <a:lnTo>
                  <a:pt x="1186852" y="111788"/>
                </a:lnTo>
                <a:lnTo>
                  <a:pt x="1187095" y="111481"/>
                </a:lnTo>
                <a:lnTo>
                  <a:pt x="1187335" y="111172"/>
                </a:lnTo>
                <a:lnTo>
                  <a:pt x="1187570" y="110860"/>
                </a:lnTo>
                <a:lnTo>
                  <a:pt x="1187801" y="110546"/>
                </a:lnTo>
                <a:lnTo>
                  <a:pt x="1188029" y="110230"/>
                </a:lnTo>
                <a:lnTo>
                  <a:pt x="1188252" y="109912"/>
                </a:lnTo>
                <a:lnTo>
                  <a:pt x="1182727" y="105639"/>
                </a:lnTo>
                <a:lnTo>
                  <a:pt x="1182362" y="106107"/>
                </a:lnTo>
                <a:lnTo>
                  <a:pt x="1181994" y="106564"/>
                </a:lnTo>
                <a:lnTo>
                  <a:pt x="1181622" y="107010"/>
                </a:lnTo>
                <a:lnTo>
                  <a:pt x="1181246" y="107445"/>
                </a:lnTo>
                <a:lnTo>
                  <a:pt x="1180866" y="107870"/>
                </a:lnTo>
                <a:lnTo>
                  <a:pt x="1180482" y="108285"/>
                </a:lnTo>
                <a:lnTo>
                  <a:pt x="1180094" y="108688"/>
                </a:lnTo>
                <a:lnTo>
                  <a:pt x="1179702" y="109081"/>
                </a:lnTo>
                <a:lnTo>
                  <a:pt x="1179306" y="109464"/>
                </a:lnTo>
                <a:lnTo>
                  <a:pt x="1178906" y="109836"/>
                </a:lnTo>
                <a:lnTo>
                  <a:pt x="1178502" y="110197"/>
                </a:lnTo>
                <a:lnTo>
                  <a:pt x="1178095" y="110548"/>
                </a:lnTo>
                <a:lnTo>
                  <a:pt x="1177683" y="110888"/>
                </a:lnTo>
                <a:lnTo>
                  <a:pt x="1177267" y="111217"/>
                </a:lnTo>
                <a:lnTo>
                  <a:pt x="1176847" y="111536"/>
                </a:lnTo>
                <a:lnTo>
                  <a:pt x="1176424" y="111844"/>
                </a:lnTo>
                <a:lnTo>
                  <a:pt x="1175996" y="112141"/>
                </a:lnTo>
                <a:lnTo>
                  <a:pt x="1175565" y="112428"/>
                </a:lnTo>
                <a:lnTo>
                  <a:pt x="1175129" y="112705"/>
                </a:lnTo>
                <a:lnTo>
                  <a:pt x="1174690" y="112970"/>
                </a:lnTo>
                <a:lnTo>
                  <a:pt x="1174246" y="113225"/>
                </a:lnTo>
                <a:lnTo>
                  <a:pt x="1173799" y="113470"/>
                </a:lnTo>
                <a:lnTo>
                  <a:pt x="1173347" y="113704"/>
                </a:lnTo>
                <a:lnTo>
                  <a:pt x="1172892" y="113927"/>
                </a:lnTo>
                <a:lnTo>
                  <a:pt x="1172432" y="114140"/>
                </a:lnTo>
                <a:lnTo>
                  <a:pt x="1171967" y="114345"/>
                </a:lnTo>
                <a:lnTo>
                  <a:pt x="1171496" y="114540"/>
                </a:lnTo>
                <a:lnTo>
                  <a:pt x="1171021" y="114726"/>
                </a:lnTo>
                <a:lnTo>
                  <a:pt x="1170540" y="114903"/>
                </a:lnTo>
                <a:lnTo>
                  <a:pt x="1170053" y="115071"/>
                </a:lnTo>
                <a:lnTo>
                  <a:pt x="1169562" y="115230"/>
                </a:lnTo>
                <a:lnTo>
                  <a:pt x="1169065" y="115380"/>
                </a:lnTo>
                <a:lnTo>
                  <a:pt x="1168563" y="115521"/>
                </a:lnTo>
                <a:lnTo>
                  <a:pt x="1168056" y="115652"/>
                </a:lnTo>
                <a:lnTo>
                  <a:pt x="1167544" y="115775"/>
                </a:lnTo>
                <a:lnTo>
                  <a:pt x="1167026" y="115888"/>
                </a:lnTo>
                <a:lnTo>
                  <a:pt x="1166503" y="115993"/>
                </a:lnTo>
                <a:lnTo>
                  <a:pt x="1165975" y="116088"/>
                </a:lnTo>
                <a:lnTo>
                  <a:pt x="1165442" y="116174"/>
                </a:lnTo>
                <a:lnTo>
                  <a:pt x="1164903" y="116252"/>
                </a:lnTo>
                <a:lnTo>
                  <a:pt x="1164359" y="116320"/>
                </a:lnTo>
                <a:lnTo>
                  <a:pt x="1163810" y="116379"/>
                </a:lnTo>
                <a:lnTo>
                  <a:pt x="1163256" y="116429"/>
                </a:lnTo>
                <a:lnTo>
                  <a:pt x="1162696" y="116470"/>
                </a:lnTo>
                <a:lnTo>
                  <a:pt x="1162131" y="116501"/>
                </a:lnTo>
                <a:lnTo>
                  <a:pt x="1161561" y="116524"/>
                </a:lnTo>
                <a:lnTo>
                  <a:pt x="1160986" y="116538"/>
                </a:lnTo>
                <a:lnTo>
                  <a:pt x="1160405" y="116542"/>
                </a:lnTo>
                <a:lnTo>
                  <a:pt x="1159898" y="116538"/>
                </a:lnTo>
                <a:lnTo>
                  <a:pt x="1159394" y="116525"/>
                </a:lnTo>
                <a:lnTo>
                  <a:pt x="1158894" y="116504"/>
                </a:lnTo>
                <a:lnTo>
                  <a:pt x="1158398" y="116474"/>
                </a:lnTo>
                <a:lnTo>
                  <a:pt x="1157905" y="116435"/>
                </a:lnTo>
                <a:lnTo>
                  <a:pt x="1157417" y="116388"/>
                </a:lnTo>
                <a:lnTo>
                  <a:pt x="1156932" y="116332"/>
                </a:lnTo>
                <a:lnTo>
                  <a:pt x="1156452" y="116268"/>
                </a:lnTo>
                <a:lnTo>
                  <a:pt x="1155975" y="116195"/>
                </a:lnTo>
                <a:lnTo>
                  <a:pt x="1155502" y="116114"/>
                </a:lnTo>
                <a:lnTo>
                  <a:pt x="1155032" y="116024"/>
                </a:lnTo>
                <a:lnTo>
                  <a:pt x="1154567" y="115925"/>
                </a:lnTo>
                <a:lnTo>
                  <a:pt x="1154105" y="115818"/>
                </a:lnTo>
                <a:lnTo>
                  <a:pt x="1153648" y="115702"/>
                </a:lnTo>
                <a:lnTo>
                  <a:pt x="1153194" y="115578"/>
                </a:lnTo>
                <a:lnTo>
                  <a:pt x="1152744" y="115445"/>
                </a:lnTo>
                <a:lnTo>
                  <a:pt x="1152298" y="115304"/>
                </a:lnTo>
                <a:lnTo>
                  <a:pt x="1151855" y="115154"/>
                </a:lnTo>
                <a:lnTo>
                  <a:pt x="1151417" y="114996"/>
                </a:lnTo>
                <a:lnTo>
                  <a:pt x="1150982" y="114828"/>
                </a:lnTo>
                <a:lnTo>
                  <a:pt x="1150551" y="114653"/>
                </a:lnTo>
                <a:lnTo>
                  <a:pt x="1150124" y="114469"/>
                </a:lnTo>
                <a:lnTo>
                  <a:pt x="1149701" y="114276"/>
                </a:lnTo>
                <a:lnTo>
                  <a:pt x="1149281" y="114074"/>
                </a:lnTo>
                <a:lnTo>
                  <a:pt x="1148866" y="113866"/>
                </a:lnTo>
                <a:lnTo>
                  <a:pt x="1148456" y="113650"/>
                </a:lnTo>
                <a:lnTo>
                  <a:pt x="1148051" y="113429"/>
                </a:lnTo>
                <a:lnTo>
                  <a:pt x="1147650" y="113201"/>
                </a:lnTo>
                <a:lnTo>
                  <a:pt x="1147255" y="112966"/>
                </a:lnTo>
                <a:lnTo>
                  <a:pt x="1146864" y="112725"/>
                </a:lnTo>
                <a:lnTo>
                  <a:pt x="1146478" y="112478"/>
                </a:lnTo>
                <a:lnTo>
                  <a:pt x="1146097" y="112224"/>
                </a:lnTo>
                <a:lnTo>
                  <a:pt x="1145721" y="111964"/>
                </a:lnTo>
                <a:lnTo>
                  <a:pt x="1145350" y="111698"/>
                </a:lnTo>
                <a:lnTo>
                  <a:pt x="1144983" y="111425"/>
                </a:lnTo>
                <a:lnTo>
                  <a:pt x="1144622" y="111146"/>
                </a:lnTo>
                <a:lnTo>
                  <a:pt x="1144265" y="110860"/>
                </a:lnTo>
                <a:lnTo>
                  <a:pt x="1143913" y="110569"/>
                </a:lnTo>
                <a:lnTo>
                  <a:pt x="1143566" y="110270"/>
                </a:lnTo>
                <a:lnTo>
                  <a:pt x="1143224" y="109965"/>
                </a:lnTo>
                <a:lnTo>
                  <a:pt x="1142887" y="109654"/>
                </a:lnTo>
                <a:lnTo>
                  <a:pt x="1142555" y="109337"/>
                </a:lnTo>
                <a:lnTo>
                  <a:pt x="1142227" y="109013"/>
                </a:lnTo>
                <a:lnTo>
                  <a:pt x="1141904" y="108682"/>
                </a:lnTo>
                <a:lnTo>
                  <a:pt x="1141587" y="108346"/>
                </a:lnTo>
                <a:lnTo>
                  <a:pt x="1141274" y="108002"/>
                </a:lnTo>
                <a:lnTo>
                  <a:pt x="1140966" y="107653"/>
                </a:lnTo>
                <a:lnTo>
                  <a:pt x="1140662" y="107297"/>
                </a:lnTo>
                <a:lnTo>
                  <a:pt x="1140364" y="106935"/>
                </a:lnTo>
                <a:lnTo>
                  <a:pt x="1140072" y="106569"/>
                </a:lnTo>
                <a:lnTo>
                  <a:pt x="1139785" y="106197"/>
                </a:lnTo>
                <a:lnTo>
                  <a:pt x="1139504" y="105821"/>
                </a:lnTo>
                <a:lnTo>
                  <a:pt x="1139229" y="105439"/>
                </a:lnTo>
                <a:lnTo>
                  <a:pt x="1138959" y="105052"/>
                </a:lnTo>
                <a:lnTo>
                  <a:pt x="1138694" y="104661"/>
                </a:lnTo>
                <a:lnTo>
                  <a:pt x="1138436" y="104264"/>
                </a:lnTo>
                <a:lnTo>
                  <a:pt x="1138183" y="103863"/>
                </a:lnTo>
                <a:lnTo>
                  <a:pt x="1137936" y="103456"/>
                </a:lnTo>
                <a:lnTo>
                  <a:pt x="1137694" y="103045"/>
                </a:lnTo>
                <a:lnTo>
                  <a:pt x="1137458" y="102628"/>
                </a:lnTo>
                <a:lnTo>
                  <a:pt x="1137227" y="102207"/>
                </a:lnTo>
                <a:lnTo>
                  <a:pt x="1137002" y="101780"/>
                </a:lnTo>
                <a:lnTo>
                  <a:pt x="1136783" y="101349"/>
                </a:lnTo>
                <a:lnTo>
                  <a:pt x="1136570" y="100912"/>
                </a:lnTo>
                <a:lnTo>
                  <a:pt x="1136362" y="100471"/>
                </a:lnTo>
                <a:lnTo>
                  <a:pt x="1136159" y="100025"/>
                </a:lnTo>
                <a:lnTo>
                  <a:pt x="1135963" y="99573"/>
                </a:lnTo>
                <a:lnTo>
                  <a:pt x="1135772" y="99117"/>
                </a:lnTo>
                <a:lnTo>
                  <a:pt x="1135586" y="98655"/>
                </a:lnTo>
                <a:lnTo>
                  <a:pt x="1135406" y="98189"/>
                </a:lnTo>
                <a:lnTo>
                  <a:pt x="1135232" y="97718"/>
                </a:lnTo>
                <a:lnTo>
                  <a:pt x="1135064" y="97241"/>
                </a:lnTo>
                <a:lnTo>
                  <a:pt x="1134901" y="96761"/>
                </a:lnTo>
                <a:lnTo>
                  <a:pt x="1134746" y="96278"/>
                </a:lnTo>
                <a:lnTo>
                  <a:pt x="1134597" y="95792"/>
                </a:lnTo>
                <a:lnTo>
                  <a:pt x="1134456" y="95303"/>
                </a:lnTo>
                <a:lnTo>
                  <a:pt x="1134321" y="94812"/>
                </a:lnTo>
                <a:lnTo>
                  <a:pt x="1134193" y="94318"/>
                </a:lnTo>
                <a:lnTo>
                  <a:pt x="1134072" y="93820"/>
                </a:lnTo>
                <a:lnTo>
                  <a:pt x="1133959" y="93321"/>
                </a:lnTo>
                <a:lnTo>
                  <a:pt x="1133851" y="92818"/>
                </a:lnTo>
                <a:lnTo>
                  <a:pt x="1133751" y="92312"/>
                </a:lnTo>
                <a:lnTo>
                  <a:pt x="1133658" y="91804"/>
                </a:lnTo>
                <a:lnTo>
                  <a:pt x="1133572" y="91293"/>
                </a:lnTo>
                <a:lnTo>
                  <a:pt x="1133492" y="90779"/>
                </a:lnTo>
                <a:lnTo>
                  <a:pt x="1133420" y="90262"/>
                </a:lnTo>
                <a:lnTo>
                  <a:pt x="1133354" y="89742"/>
                </a:lnTo>
                <a:lnTo>
                  <a:pt x="1133296" y="89220"/>
                </a:lnTo>
                <a:lnTo>
                  <a:pt x="1133244" y="88694"/>
                </a:lnTo>
                <a:lnTo>
                  <a:pt x="1133199" y="88166"/>
                </a:lnTo>
                <a:lnTo>
                  <a:pt x="1133161" y="87635"/>
                </a:lnTo>
                <a:lnTo>
                  <a:pt x="1133130" y="87102"/>
                </a:lnTo>
                <a:lnTo>
                  <a:pt x="1133106" y="86565"/>
                </a:lnTo>
                <a:lnTo>
                  <a:pt x="1133088" y="86026"/>
                </a:lnTo>
                <a:lnTo>
                  <a:pt x="1133078" y="85484"/>
                </a:lnTo>
                <a:lnTo>
                  <a:pt x="1133075" y="84939"/>
                </a:lnTo>
                <a:lnTo>
                  <a:pt x="1133075" y="83244"/>
                </a:lnTo>
                <a:lnTo>
                  <a:pt x="1189946" y="83244"/>
                </a:lnTo>
                <a:lnTo>
                  <a:pt x="1189946" y="77876"/>
                </a:lnTo>
                <a:lnTo>
                  <a:pt x="1189942" y="77210"/>
                </a:lnTo>
                <a:lnTo>
                  <a:pt x="1189932" y="76549"/>
                </a:lnTo>
                <a:lnTo>
                  <a:pt x="1189914" y="75893"/>
                </a:lnTo>
                <a:lnTo>
                  <a:pt x="1189889" y="75242"/>
                </a:lnTo>
                <a:close/>
                <a:moveTo>
                  <a:pt x="1133615" y="74248"/>
                </a:moveTo>
                <a:lnTo>
                  <a:pt x="1133701" y="73701"/>
                </a:lnTo>
                <a:lnTo>
                  <a:pt x="1133794" y="73158"/>
                </a:lnTo>
                <a:lnTo>
                  <a:pt x="1133893" y="72620"/>
                </a:lnTo>
                <a:lnTo>
                  <a:pt x="1133999" y="72086"/>
                </a:lnTo>
                <a:lnTo>
                  <a:pt x="1134110" y="71557"/>
                </a:lnTo>
                <a:lnTo>
                  <a:pt x="1134229" y="71032"/>
                </a:lnTo>
                <a:lnTo>
                  <a:pt x="1134353" y="70511"/>
                </a:lnTo>
                <a:lnTo>
                  <a:pt x="1134485" y="69995"/>
                </a:lnTo>
                <a:lnTo>
                  <a:pt x="1134622" y="69484"/>
                </a:lnTo>
                <a:lnTo>
                  <a:pt x="1134766" y="68977"/>
                </a:lnTo>
                <a:lnTo>
                  <a:pt x="1134916" y="68474"/>
                </a:lnTo>
                <a:lnTo>
                  <a:pt x="1135072" y="67977"/>
                </a:lnTo>
                <a:lnTo>
                  <a:pt x="1135234" y="67485"/>
                </a:lnTo>
                <a:lnTo>
                  <a:pt x="1135400" y="66998"/>
                </a:lnTo>
                <a:lnTo>
                  <a:pt x="1135572" y="66518"/>
                </a:lnTo>
                <a:lnTo>
                  <a:pt x="1135749" y="66043"/>
                </a:lnTo>
                <a:lnTo>
                  <a:pt x="1135931" y="65573"/>
                </a:lnTo>
                <a:lnTo>
                  <a:pt x="1136119" y="65110"/>
                </a:lnTo>
                <a:lnTo>
                  <a:pt x="1136312" y="64652"/>
                </a:lnTo>
                <a:lnTo>
                  <a:pt x="1136510" y="64199"/>
                </a:lnTo>
                <a:lnTo>
                  <a:pt x="1136713" y="63752"/>
                </a:lnTo>
                <a:lnTo>
                  <a:pt x="1136922" y="63311"/>
                </a:lnTo>
                <a:lnTo>
                  <a:pt x="1137135" y="62875"/>
                </a:lnTo>
                <a:lnTo>
                  <a:pt x="1137354" y="62445"/>
                </a:lnTo>
                <a:lnTo>
                  <a:pt x="1137579" y="62021"/>
                </a:lnTo>
                <a:lnTo>
                  <a:pt x="1137808" y="61602"/>
                </a:lnTo>
                <a:lnTo>
                  <a:pt x="1138043" y="61189"/>
                </a:lnTo>
                <a:lnTo>
                  <a:pt x="1138283" y="60782"/>
                </a:lnTo>
                <a:lnTo>
                  <a:pt x="1138528" y="60380"/>
                </a:lnTo>
                <a:lnTo>
                  <a:pt x="1138779" y="59984"/>
                </a:lnTo>
                <a:lnTo>
                  <a:pt x="1139034" y="59593"/>
                </a:lnTo>
                <a:lnTo>
                  <a:pt x="1139295" y="59208"/>
                </a:lnTo>
                <a:lnTo>
                  <a:pt x="1139562" y="58829"/>
                </a:lnTo>
                <a:lnTo>
                  <a:pt x="1139833" y="58455"/>
                </a:lnTo>
                <a:lnTo>
                  <a:pt x="1140110" y="58087"/>
                </a:lnTo>
                <a:lnTo>
                  <a:pt x="1140391" y="57725"/>
                </a:lnTo>
                <a:lnTo>
                  <a:pt x="1140677" y="57370"/>
                </a:lnTo>
                <a:lnTo>
                  <a:pt x="1140968" y="57023"/>
                </a:lnTo>
                <a:lnTo>
                  <a:pt x="1141263" y="56682"/>
                </a:lnTo>
                <a:lnTo>
                  <a:pt x="1141562" y="56349"/>
                </a:lnTo>
                <a:lnTo>
                  <a:pt x="1141866" y="56022"/>
                </a:lnTo>
                <a:lnTo>
                  <a:pt x="1142175" y="55702"/>
                </a:lnTo>
                <a:lnTo>
                  <a:pt x="1142488" y="55390"/>
                </a:lnTo>
                <a:lnTo>
                  <a:pt x="1142805" y="55084"/>
                </a:lnTo>
                <a:lnTo>
                  <a:pt x="1143127" y="54786"/>
                </a:lnTo>
                <a:lnTo>
                  <a:pt x="1143453" y="54495"/>
                </a:lnTo>
                <a:lnTo>
                  <a:pt x="1143784" y="54210"/>
                </a:lnTo>
                <a:lnTo>
                  <a:pt x="1144119" y="53933"/>
                </a:lnTo>
                <a:lnTo>
                  <a:pt x="1144459" y="53663"/>
                </a:lnTo>
                <a:lnTo>
                  <a:pt x="1144803" y="53399"/>
                </a:lnTo>
                <a:lnTo>
                  <a:pt x="1145152" y="53143"/>
                </a:lnTo>
                <a:lnTo>
                  <a:pt x="1145505" y="52894"/>
                </a:lnTo>
                <a:lnTo>
                  <a:pt x="1145863" y="52652"/>
                </a:lnTo>
                <a:lnTo>
                  <a:pt x="1146225" y="52417"/>
                </a:lnTo>
                <a:lnTo>
                  <a:pt x="1146592" y="52188"/>
                </a:lnTo>
                <a:lnTo>
                  <a:pt x="1146963" y="51967"/>
                </a:lnTo>
                <a:lnTo>
                  <a:pt x="1147338" y="51753"/>
                </a:lnTo>
                <a:lnTo>
                  <a:pt x="1147718" y="51546"/>
                </a:lnTo>
                <a:lnTo>
                  <a:pt x="1148103" y="51346"/>
                </a:lnTo>
                <a:lnTo>
                  <a:pt x="1148491" y="51154"/>
                </a:lnTo>
                <a:lnTo>
                  <a:pt x="1148883" y="50970"/>
                </a:lnTo>
                <a:lnTo>
                  <a:pt x="1149279" y="50794"/>
                </a:lnTo>
                <a:lnTo>
                  <a:pt x="1149678" y="50626"/>
                </a:lnTo>
                <a:lnTo>
                  <a:pt x="1150081" y="50466"/>
                </a:lnTo>
                <a:lnTo>
                  <a:pt x="1150488" y="50315"/>
                </a:lnTo>
                <a:lnTo>
                  <a:pt x="1150898" y="50172"/>
                </a:lnTo>
                <a:lnTo>
                  <a:pt x="1151311" y="50037"/>
                </a:lnTo>
                <a:lnTo>
                  <a:pt x="1151729" y="49910"/>
                </a:lnTo>
                <a:lnTo>
                  <a:pt x="1152149" y="49791"/>
                </a:lnTo>
                <a:lnTo>
                  <a:pt x="1152574" y="49681"/>
                </a:lnTo>
                <a:lnTo>
                  <a:pt x="1153002" y="49578"/>
                </a:lnTo>
                <a:lnTo>
                  <a:pt x="1153433" y="49484"/>
                </a:lnTo>
                <a:lnTo>
                  <a:pt x="1153868" y="49398"/>
                </a:lnTo>
                <a:lnTo>
                  <a:pt x="1154307" y="49320"/>
                </a:lnTo>
                <a:lnTo>
                  <a:pt x="1154749" y="49251"/>
                </a:lnTo>
                <a:lnTo>
                  <a:pt x="1155195" y="49190"/>
                </a:lnTo>
                <a:lnTo>
                  <a:pt x="1155644" y="49136"/>
                </a:lnTo>
                <a:lnTo>
                  <a:pt x="1156097" y="49091"/>
                </a:lnTo>
                <a:lnTo>
                  <a:pt x="1156554" y="49054"/>
                </a:lnTo>
                <a:lnTo>
                  <a:pt x="1157014" y="49026"/>
                </a:lnTo>
                <a:lnTo>
                  <a:pt x="1157478" y="49005"/>
                </a:lnTo>
                <a:lnTo>
                  <a:pt x="1157945" y="48993"/>
                </a:lnTo>
                <a:lnTo>
                  <a:pt x="1158416" y="48989"/>
                </a:lnTo>
                <a:lnTo>
                  <a:pt x="1159038" y="48995"/>
                </a:lnTo>
                <a:lnTo>
                  <a:pt x="1159651" y="49015"/>
                </a:lnTo>
                <a:lnTo>
                  <a:pt x="1160255" y="49046"/>
                </a:lnTo>
                <a:lnTo>
                  <a:pt x="1160850" y="49091"/>
                </a:lnTo>
                <a:lnTo>
                  <a:pt x="1161437" y="49148"/>
                </a:lnTo>
                <a:lnTo>
                  <a:pt x="1162014" y="49219"/>
                </a:lnTo>
                <a:lnTo>
                  <a:pt x="1162583" y="49302"/>
                </a:lnTo>
                <a:lnTo>
                  <a:pt x="1163143" y="49397"/>
                </a:lnTo>
                <a:lnTo>
                  <a:pt x="1163694" y="49506"/>
                </a:lnTo>
                <a:lnTo>
                  <a:pt x="1164237" y="49627"/>
                </a:lnTo>
                <a:lnTo>
                  <a:pt x="1164770" y="49761"/>
                </a:lnTo>
                <a:lnTo>
                  <a:pt x="1165295" y="49908"/>
                </a:lnTo>
                <a:lnTo>
                  <a:pt x="1165811" y="50067"/>
                </a:lnTo>
                <a:lnTo>
                  <a:pt x="1166318" y="50239"/>
                </a:lnTo>
                <a:lnTo>
                  <a:pt x="1166816" y="50424"/>
                </a:lnTo>
                <a:lnTo>
                  <a:pt x="1167305" y="50622"/>
                </a:lnTo>
                <a:lnTo>
                  <a:pt x="1167786" y="50832"/>
                </a:lnTo>
                <a:lnTo>
                  <a:pt x="1168258" y="51056"/>
                </a:lnTo>
                <a:lnTo>
                  <a:pt x="1168721" y="51292"/>
                </a:lnTo>
                <a:lnTo>
                  <a:pt x="1169175" y="51541"/>
                </a:lnTo>
                <a:lnTo>
                  <a:pt x="1169620" y="51802"/>
                </a:lnTo>
                <a:lnTo>
                  <a:pt x="1170056" y="52076"/>
                </a:lnTo>
                <a:lnTo>
                  <a:pt x="1170484" y="52363"/>
                </a:lnTo>
                <a:lnTo>
                  <a:pt x="1170903" y="52663"/>
                </a:lnTo>
                <a:lnTo>
                  <a:pt x="1171313" y="52973"/>
                </a:lnTo>
                <a:lnTo>
                  <a:pt x="1171715" y="53290"/>
                </a:lnTo>
                <a:lnTo>
                  <a:pt x="1172108" y="53615"/>
                </a:lnTo>
                <a:lnTo>
                  <a:pt x="1172493" y="53947"/>
                </a:lnTo>
                <a:lnTo>
                  <a:pt x="1172869" y="54287"/>
                </a:lnTo>
                <a:lnTo>
                  <a:pt x="1173237" y="54635"/>
                </a:lnTo>
                <a:lnTo>
                  <a:pt x="1173597" y="54990"/>
                </a:lnTo>
                <a:lnTo>
                  <a:pt x="1173948" y="55352"/>
                </a:lnTo>
                <a:lnTo>
                  <a:pt x="1174290" y="55722"/>
                </a:lnTo>
                <a:lnTo>
                  <a:pt x="1174625" y="56100"/>
                </a:lnTo>
                <a:lnTo>
                  <a:pt x="1174950" y="56485"/>
                </a:lnTo>
                <a:lnTo>
                  <a:pt x="1175268" y="56877"/>
                </a:lnTo>
                <a:lnTo>
                  <a:pt x="1175577" y="57277"/>
                </a:lnTo>
                <a:lnTo>
                  <a:pt x="1175877" y="57685"/>
                </a:lnTo>
                <a:lnTo>
                  <a:pt x="1176169" y="58100"/>
                </a:lnTo>
                <a:lnTo>
                  <a:pt x="1176452" y="58523"/>
                </a:lnTo>
                <a:lnTo>
                  <a:pt x="1176728" y="58953"/>
                </a:lnTo>
                <a:lnTo>
                  <a:pt x="1176994" y="59391"/>
                </a:lnTo>
                <a:lnTo>
                  <a:pt x="1177252" y="59836"/>
                </a:lnTo>
                <a:lnTo>
                  <a:pt x="1177502" y="60289"/>
                </a:lnTo>
                <a:lnTo>
                  <a:pt x="1177744" y="60749"/>
                </a:lnTo>
                <a:lnTo>
                  <a:pt x="1177976" y="61217"/>
                </a:lnTo>
                <a:lnTo>
                  <a:pt x="1178201" y="61693"/>
                </a:lnTo>
                <a:lnTo>
                  <a:pt x="1178417" y="62176"/>
                </a:lnTo>
                <a:lnTo>
                  <a:pt x="1178625" y="62664"/>
                </a:lnTo>
                <a:lnTo>
                  <a:pt x="1178824" y="63155"/>
                </a:lnTo>
                <a:lnTo>
                  <a:pt x="1179015" y="63649"/>
                </a:lnTo>
                <a:lnTo>
                  <a:pt x="1179198" y="64146"/>
                </a:lnTo>
                <a:lnTo>
                  <a:pt x="1179372" y="64646"/>
                </a:lnTo>
                <a:lnTo>
                  <a:pt x="1179538" y="65149"/>
                </a:lnTo>
                <a:lnTo>
                  <a:pt x="1179696" y="65654"/>
                </a:lnTo>
                <a:lnTo>
                  <a:pt x="1179845" y="66163"/>
                </a:lnTo>
                <a:lnTo>
                  <a:pt x="1179986" y="66675"/>
                </a:lnTo>
                <a:lnTo>
                  <a:pt x="1180119" y="67189"/>
                </a:lnTo>
                <a:lnTo>
                  <a:pt x="1180244" y="67707"/>
                </a:lnTo>
                <a:lnTo>
                  <a:pt x="1180360" y="68227"/>
                </a:lnTo>
                <a:lnTo>
                  <a:pt x="1180468" y="68751"/>
                </a:lnTo>
                <a:lnTo>
                  <a:pt x="1180567" y="69277"/>
                </a:lnTo>
                <a:lnTo>
                  <a:pt x="1180659" y="69806"/>
                </a:lnTo>
                <a:lnTo>
                  <a:pt x="1180742" y="70338"/>
                </a:lnTo>
                <a:lnTo>
                  <a:pt x="1180816" y="70873"/>
                </a:lnTo>
                <a:lnTo>
                  <a:pt x="1180883" y="71411"/>
                </a:lnTo>
                <a:lnTo>
                  <a:pt x="1180941" y="71952"/>
                </a:lnTo>
                <a:lnTo>
                  <a:pt x="1180990" y="72496"/>
                </a:lnTo>
                <a:lnTo>
                  <a:pt x="1181032" y="73043"/>
                </a:lnTo>
                <a:lnTo>
                  <a:pt x="1181065" y="73593"/>
                </a:lnTo>
                <a:lnTo>
                  <a:pt x="1181089" y="74146"/>
                </a:lnTo>
                <a:lnTo>
                  <a:pt x="1181106" y="74701"/>
                </a:lnTo>
                <a:lnTo>
                  <a:pt x="1181106" y="75657"/>
                </a:lnTo>
                <a:lnTo>
                  <a:pt x="1133425" y="75657"/>
                </a:lnTo>
                <a:lnTo>
                  <a:pt x="1133461" y="75357"/>
                </a:lnTo>
                <a:lnTo>
                  <a:pt x="1133535" y="74800"/>
                </a:lnTo>
                <a:lnTo>
                  <a:pt x="1133615" y="74248"/>
                </a:lnTo>
                <a:close/>
                <a:moveTo>
                  <a:pt x="1402165" y="75242"/>
                </a:moveTo>
                <a:lnTo>
                  <a:pt x="1402133" y="74595"/>
                </a:lnTo>
                <a:lnTo>
                  <a:pt x="1402093" y="73953"/>
                </a:lnTo>
                <a:lnTo>
                  <a:pt x="1402047" y="73316"/>
                </a:lnTo>
                <a:lnTo>
                  <a:pt x="1401993" y="72683"/>
                </a:lnTo>
                <a:lnTo>
                  <a:pt x="1401932" y="72055"/>
                </a:lnTo>
                <a:lnTo>
                  <a:pt x="1401864" y="71432"/>
                </a:lnTo>
                <a:lnTo>
                  <a:pt x="1401789" y="70814"/>
                </a:lnTo>
                <a:lnTo>
                  <a:pt x="1401707" y="70200"/>
                </a:lnTo>
                <a:lnTo>
                  <a:pt x="1401617" y="69591"/>
                </a:lnTo>
                <a:lnTo>
                  <a:pt x="1401520" y="68987"/>
                </a:lnTo>
                <a:lnTo>
                  <a:pt x="1401416" y="68387"/>
                </a:lnTo>
                <a:lnTo>
                  <a:pt x="1401305" y="67793"/>
                </a:lnTo>
                <a:lnTo>
                  <a:pt x="1401187" y="67203"/>
                </a:lnTo>
                <a:lnTo>
                  <a:pt x="1401062" y="66617"/>
                </a:lnTo>
                <a:lnTo>
                  <a:pt x="1400929" y="66037"/>
                </a:lnTo>
                <a:lnTo>
                  <a:pt x="1400790" y="65461"/>
                </a:lnTo>
                <a:lnTo>
                  <a:pt x="1400643" y="64890"/>
                </a:lnTo>
                <a:lnTo>
                  <a:pt x="1400489" y="64323"/>
                </a:lnTo>
                <a:lnTo>
                  <a:pt x="1400328" y="63762"/>
                </a:lnTo>
                <a:lnTo>
                  <a:pt x="1400159" y="63205"/>
                </a:lnTo>
                <a:lnTo>
                  <a:pt x="1399984" y="62653"/>
                </a:lnTo>
                <a:lnTo>
                  <a:pt x="1399802" y="62108"/>
                </a:lnTo>
                <a:lnTo>
                  <a:pt x="1399613" y="61568"/>
                </a:lnTo>
                <a:lnTo>
                  <a:pt x="1399417" y="61035"/>
                </a:lnTo>
                <a:lnTo>
                  <a:pt x="1399214" y="60508"/>
                </a:lnTo>
                <a:lnTo>
                  <a:pt x="1399004" y="59987"/>
                </a:lnTo>
                <a:lnTo>
                  <a:pt x="1398787" y="59472"/>
                </a:lnTo>
                <a:lnTo>
                  <a:pt x="1398563" y="58964"/>
                </a:lnTo>
                <a:lnTo>
                  <a:pt x="1398333" y="58461"/>
                </a:lnTo>
                <a:lnTo>
                  <a:pt x="1398095" y="57965"/>
                </a:lnTo>
                <a:lnTo>
                  <a:pt x="1397851" y="57475"/>
                </a:lnTo>
                <a:lnTo>
                  <a:pt x="1397600" y="56991"/>
                </a:lnTo>
                <a:lnTo>
                  <a:pt x="1397341" y="56513"/>
                </a:lnTo>
                <a:lnTo>
                  <a:pt x="1397076" y="56041"/>
                </a:lnTo>
                <a:lnTo>
                  <a:pt x="1396804" y="55575"/>
                </a:lnTo>
                <a:lnTo>
                  <a:pt x="1396525" y="55115"/>
                </a:lnTo>
                <a:lnTo>
                  <a:pt x="1396239" y="54662"/>
                </a:lnTo>
                <a:lnTo>
                  <a:pt x="1395947" y="54215"/>
                </a:lnTo>
                <a:lnTo>
                  <a:pt x="1395647" y="53773"/>
                </a:lnTo>
                <a:lnTo>
                  <a:pt x="1395340" y="53338"/>
                </a:lnTo>
                <a:lnTo>
                  <a:pt x="1395027" y="52909"/>
                </a:lnTo>
                <a:lnTo>
                  <a:pt x="1394707" y="52487"/>
                </a:lnTo>
                <a:lnTo>
                  <a:pt x="1394379" y="52070"/>
                </a:lnTo>
                <a:lnTo>
                  <a:pt x="1394045" y="51659"/>
                </a:lnTo>
                <a:lnTo>
                  <a:pt x="1393704" y="51256"/>
                </a:lnTo>
                <a:lnTo>
                  <a:pt x="1393357" y="50860"/>
                </a:lnTo>
                <a:lnTo>
                  <a:pt x="1393004" y="50471"/>
                </a:lnTo>
                <a:lnTo>
                  <a:pt x="1392644" y="50091"/>
                </a:lnTo>
                <a:lnTo>
                  <a:pt x="1392279" y="49718"/>
                </a:lnTo>
                <a:lnTo>
                  <a:pt x="1391906" y="49352"/>
                </a:lnTo>
                <a:lnTo>
                  <a:pt x="1391528" y="48995"/>
                </a:lnTo>
                <a:lnTo>
                  <a:pt x="1391143" y="48645"/>
                </a:lnTo>
                <a:lnTo>
                  <a:pt x="1390752" y="48302"/>
                </a:lnTo>
                <a:lnTo>
                  <a:pt x="1390355" y="47968"/>
                </a:lnTo>
                <a:lnTo>
                  <a:pt x="1389952" y="47641"/>
                </a:lnTo>
                <a:lnTo>
                  <a:pt x="1389542" y="47321"/>
                </a:lnTo>
                <a:lnTo>
                  <a:pt x="1389126" y="47009"/>
                </a:lnTo>
                <a:lnTo>
                  <a:pt x="1388704" y="46705"/>
                </a:lnTo>
                <a:lnTo>
                  <a:pt x="1388275" y="46409"/>
                </a:lnTo>
                <a:lnTo>
                  <a:pt x="1387841" y="46120"/>
                </a:lnTo>
                <a:lnTo>
                  <a:pt x="1387400" y="45839"/>
                </a:lnTo>
                <a:lnTo>
                  <a:pt x="1386952" y="45565"/>
                </a:lnTo>
                <a:lnTo>
                  <a:pt x="1386499" y="45300"/>
                </a:lnTo>
                <a:lnTo>
                  <a:pt x="1386039" y="45042"/>
                </a:lnTo>
                <a:lnTo>
                  <a:pt x="1385573" y="44791"/>
                </a:lnTo>
                <a:lnTo>
                  <a:pt x="1385100" y="44548"/>
                </a:lnTo>
                <a:lnTo>
                  <a:pt x="1384622" y="44313"/>
                </a:lnTo>
                <a:lnTo>
                  <a:pt x="1384137" y="44085"/>
                </a:lnTo>
                <a:lnTo>
                  <a:pt x="1383646" y="43866"/>
                </a:lnTo>
                <a:lnTo>
                  <a:pt x="1383149" y="43657"/>
                </a:lnTo>
                <a:lnTo>
                  <a:pt x="1382646" y="43456"/>
                </a:lnTo>
                <a:lnTo>
                  <a:pt x="1382136" y="43265"/>
                </a:lnTo>
                <a:lnTo>
                  <a:pt x="1381621" y="43084"/>
                </a:lnTo>
                <a:lnTo>
                  <a:pt x="1381100" y="42911"/>
                </a:lnTo>
                <a:lnTo>
                  <a:pt x="1380573" y="42748"/>
                </a:lnTo>
                <a:lnTo>
                  <a:pt x="1380040" y="42594"/>
                </a:lnTo>
                <a:lnTo>
                  <a:pt x="1379501" y="42450"/>
                </a:lnTo>
                <a:lnTo>
                  <a:pt x="1378956" y="42315"/>
                </a:lnTo>
                <a:lnTo>
                  <a:pt x="1378405" y="42189"/>
                </a:lnTo>
                <a:lnTo>
                  <a:pt x="1377847" y="42072"/>
                </a:lnTo>
                <a:lnTo>
                  <a:pt x="1377284" y="41965"/>
                </a:lnTo>
                <a:lnTo>
                  <a:pt x="1376715" y="41867"/>
                </a:lnTo>
                <a:lnTo>
                  <a:pt x="1376140" y="41779"/>
                </a:lnTo>
                <a:lnTo>
                  <a:pt x="1375559" y="41699"/>
                </a:lnTo>
                <a:lnTo>
                  <a:pt x="1374971" y="41630"/>
                </a:lnTo>
                <a:lnTo>
                  <a:pt x="1374378" y="41569"/>
                </a:lnTo>
                <a:lnTo>
                  <a:pt x="1373779" y="41518"/>
                </a:lnTo>
                <a:lnTo>
                  <a:pt x="1373174" y="41476"/>
                </a:lnTo>
                <a:lnTo>
                  <a:pt x="1372562" y="41443"/>
                </a:lnTo>
                <a:lnTo>
                  <a:pt x="1371945" y="41420"/>
                </a:lnTo>
                <a:lnTo>
                  <a:pt x="1371322" y="41406"/>
                </a:lnTo>
                <a:lnTo>
                  <a:pt x="1370692" y="41401"/>
                </a:lnTo>
                <a:lnTo>
                  <a:pt x="1370123" y="41406"/>
                </a:lnTo>
                <a:lnTo>
                  <a:pt x="1369555" y="41421"/>
                </a:lnTo>
                <a:lnTo>
                  <a:pt x="1368991" y="41445"/>
                </a:lnTo>
                <a:lnTo>
                  <a:pt x="1368428" y="41479"/>
                </a:lnTo>
                <a:lnTo>
                  <a:pt x="1367868" y="41523"/>
                </a:lnTo>
                <a:lnTo>
                  <a:pt x="1367311" y="41576"/>
                </a:lnTo>
                <a:lnTo>
                  <a:pt x="1366755" y="41639"/>
                </a:lnTo>
                <a:lnTo>
                  <a:pt x="1366203" y="41712"/>
                </a:lnTo>
                <a:lnTo>
                  <a:pt x="1365653" y="41795"/>
                </a:lnTo>
                <a:lnTo>
                  <a:pt x="1365105" y="41887"/>
                </a:lnTo>
                <a:lnTo>
                  <a:pt x="1364559" y="41989"/>
                </a:lnTo>
                <a:lnTo>
                  <a:pt x="1364016" y="42101"/>
                </a:lnTo>
                <a:lnTo>
                  <a:pt x="1363476" y="42223"/>
                </a:lnTo>
                <a:lnTo>
                  <a:pt x="1362938" y="42354"/>
                </a:lnTo>
                <a:lnTo>
                  <a:pt x="1362402" y="42495"/>
                </a:lnTo>
                <a:lnTo>
                  <a:pt x="1361869" y="42645"/>
                </a:lnTo>
                <a:lnTo>
                  <a:pt x="1361338" y="42806"/>
                </a:lnTo>
                <a:lnTo>
                  <a:pt x="1360809" y="42976"/>
                </a:lnTo>
                <a:lnTo>
                  <a:pt x="1360283" y="43156"/>
                </a:lnTo>
                <a:lnTo>
                  <a:pt x="1359760" y="43345"/>
                </a:lnTo>
                <a:lnTo>
                  <a:pt x="1359239" y="43544"/>
                </a:lnTo>
                <a:lnTo>
                  <a:pt x="1358720" y="43753"/>
                </a:lnTo>
                <a:lnTo>
                  <a:pt x="1358204" y="43972"/>
                </a:lnTo>
                <a:lnTo>
                  <a:pt x="1357690" y="44201"/>
                </a:lnTo>
                <a:lnTo>
                  <a:pt x="1357180" y="44438"/>
                </a:lnTo>
                <a:lnTo>
                  <a:pt x="1356675" y="44685"/>
                </a:lnTo>
                <a:lnTo>
                  <a:pt x="1356174" y="44940"/>
                </a:lnTo>
                <a:lnTo>
                  <a:pt x="1355679" y="45204"/>
                </a:lnTo>
                <a:lnTo>
                  <a:pt x="1355188" y="45477"/>
                </a:lnTo>
                <a:lnTo>
                  <a:pt x="1354702" y="45759"/>
                </a:lnTo>
                <a:lnTo>
                  <a:pt x="1354221" y="46050"/>
                </a:lnTo>
                <a:lnTo>
                  <a:pt x="1353745" y="46349"/>
                </a:lnTo>
                <a:lnTo>
                  <a:pt x="1353273" y="46658"/>
                </a:lnTo>
                <a:lnTo>
                  <a:pt x="1352807" y="46975"/>
                </a:lnTo>
                <a:lnTo>
                  <a:pt x="1352345" y="47301"/>
                </a:lnTo>
                <a:lnTo>
                  <a:pt x="1351889" y="47635"/>
                </a:lnTo>
                <a:lnTo>
                  <a:pt x="1351437" y="47979"/>
                </a:lnTo>
                <a:lnTo>
                  <a:pt x="1350990" y="48331"/>
                </a:lnTo>
                <a:lnTo>
                  <a:pt x="1350548" y="48693"/>
                </a:lnTo>
                <a:lnTo>
                  <a:pt x="1350111" y="49063"/>
                </a:lnTo>
                <a:lnTo>
                  <a:pt x="1349678" y="49442"/>
                </a:lnTo>
                <a:lnTo>
                  <a:pt x="1349251" y="49829"/>
                </a:lnTo>
                <a:lnTo>
                  <a:pt x="1348828" y="50226"/>
                </a:lnTo>
                <a:lnTo>
                  <a:pt x="1348410" y="50631"/>
                </a:lnTo>
                <a:lnTo>
                  <a:pt x="1347997" y="51045"/>
                </a:lnTo>
                <a:lnTo>
                  <a:pt x="1347589" y="51468"/>
                </a:lnTo>
                <a:lnTo>
                  <a:pt x="1347186" y="51900"/>
                </a:lnTo>
                <a:lnTo>
                  <a:pt x="1346787" y="52341"/>
                </a:lnTo>
                <a:lnTo>
                  <a:pt x="1346395" y="52790"/>
                </a:lnTo>
                <a:lnTo>
                  <a:pt x="1346009" y="53246"/>
                </a:lnTo>
                <a:lnTo>
                  <a:pt x="1345630" y="53709"/>
                </a:lnTo>
                <a:lnTo>
                  <a:pt x="1345259" y="54179"/>
                </a:lnTo>
                <a:lnTo>
                  <a:pt x="1344894" y="54657"/>
                </a:lnTo>
                <a:lnTo>
                  <a:pt x="1344536" y="55143"/>
                </a:lnTo>
                <a:lnTo>
                  <a:pt x="1344185" y="55635"/>
                </a:lnTo>
                <a:lnTo>
                  <a:pt x="1343841" y="56135"/>
                </a:lnTo>
                <a:lnTo>
                  <a:pt x="1343503" y="56642"/>
                </a:lnTo>
                <a:lnTo>
                  <a:pt x="1343173" y="57156"/>
                </a:lnTo>
                <a:lnTo>
                  <a:pt x="1342850" y="57678"/>
                </a:lnTo>
                <a:lnTo>
                  <a:pt x="1342533" y="58207"/>
                </a:lnTo>
                <a:lnTo>
                  <a:pt x="1342223" y="58743"/>
                </a:lnTo>
                <a:lnTo>
                  <a:pt x="1341921" y="59286"/>
                </a:lnTo>
                <a:lnTo>
                  <a:pt x="1341625" y="59837"/>
                </a:lnTo>
                <a:lnTo>
                  <a:pt x="1341336" y="60395"/>
                </a:lnTo>
                <a:lnTo>
                  <a:pt x="1341054" y="60961"/>
                </a:lnTo>
                <a:lnTo>
                  <a:pt x="1340779" y="61533"/>
                </a:lnTo>
                <a:lnTo>
                  <a:pt x="1340511" y="62113"/>
                </a:lnTo>
                <a:lnTo>
                  <a:pt x="1340249" y="62700"/>
                </a:lnTo>
                <a:lnTo>
                  <a:pt x="1339995" y="63295"/>
                </a:lnTo>
                <a:lnTo>
                  <a:pt x="1339747" y="63897"/>
                </a:lnTo>
                <a:lnTo>
                  <a:pt x="1339507" y="64506"/>
                </a:lnTo>
                <a:lnTo>
                  <a:pt x="1339273" y="65122"/>
                </a:lnTo>
                <a:lnTo>
                  <a:pt x="1339048" y="65745"/>
                </a:lnTo>
                <a:lnTo>
                  <a:pt x="1338832" y="66375"/>
                </a:lnTo>
                <a:lnTo>
                  <a:pt x="1338626" y="67010"/>
                </a:lnTo>
                <a:lnTo>
                  <a:pt x="1338429" y="67651"/>
                </a:lnTo>
                <a:lnTo>
                  <a:pt x="1338242" y="68299"/>
                </a:lnTo>
                <a:lnTo>
                  <a:pt x="1338065" y="68953"/>
                </a:lnTo>
                <a:lnTo>
                  <a:pt x="1337897" y="69613"/>
                </a:lnTo>
                <a:lnTo>
                  <a:pt x="1337738" y="70279"/>
                </a:lnTo>
                <a:lnTo>
                  <a:pt x="1337590" y="70951"/>
                </a:lnTo>
                <a:lnTo>
                  <a:pt x="1337451" y="71630"/>
                </a:lnTo>
                <a:lnTo>
                  <a:pt x="1337321" y="72314"/>
                </a:lnTo>
                <a:lnTo>
                  <a:pt x="1337201" y="73005"/>
                </a:lnTo>
                <a:lnTo>
                  <a:pt x="1337091" y="73701"/>
                </a:lnTo>
                <a:lnTo>
                  <a:pt x="1336990" y="74404"/>
                </a:lnTo>
                <a:lnTo>
                  <a:pt x="1336899" y="75113"/>
                </a:lnTo>
                <a:lnTo>
                  <a:pt x="1336818" y="75829"/>
                </a:lnTo>
                <a:lnTo>
                  <a:pt x="1336746" y="76550"/>
                </a:lnTo>
                <a:lnTo>
                  <a:pt x="1336683" y="77277"/>
                </a:lnTo>
                <a:lnTo>
                  <a:pt x="1336631" y="78011"/>
                </a:lnTo>
                <a:lnTo>
                  <a:pt x="1336587" y="78751"/>
                </a:lnTo>
                <a:lnTo>
                  <a:pt x="1336554" y="79497"/>
                </a:lnTo>
                <a:lnTo>
                  <a:pt x="1336530" y="80249"/>
                </a:lnTo>
                <a:lnTo>
                  <a:pt x="1336515" y="81007"/>
                </a:lnTo>
                <a:lnTo>
                  <a:pt x="1336511" y="81771"/>
                </a:lnTo>
                <a:lnTo>
                  <a:pt x="1336511" y="84939"/>
                </a:lnTo>
                <a:lnTo>
                  <a:pt x="1336515" y="85649"/>
                </a:lnTo>
                <a:lnTo>
                  <a:pt x="1336529" y="86354"/>
                </a:lnTo>
                <a:lnTo>
                  <a:pt x="1336552" y="87054"/>
                </a:lnTo>
                <a:lnTo>
                  <a:pt x="1336584" y="87749"/>
                </a:lnTo>
                <a:lnTo>
                  <a:pt x="1336626" y="88440"/>
                </a:lnTo>
                <a:lnTo>
                  <a:pt x="1336676" y="89126"/>
                </a:lnTo>
                <a:lnTo>
                  <a:pt x="1336736" y="89808"/>
                </a:lnTo>
                <a:lnTo>
                  <a:pt x="1336805" y="90484"/>
                </a:lnTo>
                <a:lnTo>
                  <a:pt x="1336884" y="91156"/>
                </a:lnTo>
                <a:lnTo>
                  <a:pt x="1336971" y="91823"/>
                </a:lnTo>
                <a:lnTo>
                  <a:pt x="1337068" y="92486"/>
                </a:lnTo>
                <a:lnTo>
                  <a:pt x="1337174" y="93144"/>
                </a:lnTo>
                <a:lnTo>
                  <a:pt x="1337289" y="93797"/>
                </a:lnTo>
                <a:lnTo>
                  <a:pt x="1337413" y="94445"/>
                </a:lnTo>
                <a:lnTo>
                  <a:pt x="1337547" y="95088"/>
                </a:lnTo>
                <a:lnTo>
                  <a:pt x="1337689" y="95727"/>
                </a:lnTo>
                <a:lnTo>
                  <a:pt x="1337841" y="96361"/>
                </a:lnTo>
                <a:lnTo>
                  <a:pt x="1338002" y="96990"/>
                </a:lnTo>
                <a:lnTo>
                  <a:pt x="1338173" y="97615"/>
                </a:lnTo>
                <a:lnTo>
                  <a:pt x="1338352" y="98235"/>
                </a:lnTo>
                <a:lnTo>
                  <a:pt x="1338541" y="98850"/>
                </a:lnTo>
                <a:lnTo>
                  <a:pt x="1338739" y="99460"/>
                </a:lnTo>
                <a:lnTo>
                  <a:pt x="1338946" y="100066"/>
                </a:lnTo>
                <a:lnTo>
                  <a:pt x="1339163" y="100667"/>
                </a:lnTo>
                <a:lnTo>
                  <a:pt x="1339387" y="101262"/>
                </a:lnTo>
                <a:lnTo>
                  <a:pt x="1339620" y="101850"/>
                </a:lnTo>
                <a:lnTo>
                  <a:pt x="1339859" y="102432"/>
                </a:lnTo>
                <a:lnTo>
                  <a:pt x="1340106" y="103007"/>
                </a:lnTo>
                <a:lnTo>
                  <a:pt x="1340360" y="103575"/>
                </a:lnTo>
                <a:lnTo>
                  <a:pt x="1340622" y="104136"/>
                </a:lnTo>
                <a:lnTo>
                  <a:pt x="1340891" y="104691"/>
                </a:lnTo>
                <a:lnTo>
                  <a:pt x="1341168" y="105238"/>
                </a:lnTo>
                <a:lnTo>
                  <a:pt x="1341452" y="105779"/>
                </a:lnTo>
                <a:lnTo>
                  <a:pt x="1341744" y="106313"/>
                </a:lnTo>
                <a:lnTo>
                  <a:pt x="1342042" y="106841"/>
                </a:lnTo>
                <a:lnTo>
                  <a:pt x="1342349" y="107361"/>
                </a:lnTo>
                <a:lnTo>
                  <a:pt x="1342663" y="107875"/>
                </a:lnTo>
                <a:lnTo>
                  <a:pt x="1342984" y="108382"/>
                </a:lnTo>
                <a:lnTo>
                  <a:pt x="1343312" y="108883"/>
                </a:lnTo>
                <a:lnTo>
                  <a:pt x="1343648" y="109376"/>
                </a:lnTo>
                <a:lnTo>
                  <a:pt x="1343992" y="109863"/>
                </a:lnTo>
                <a:lnTo>
                  <a:pt x="1344342" y="110343"/>
                </a:lnTo>
                <a:lnTo>
                  <a:pt x="1344701" y="110816"/>
                </a:lnTo>
                <a:lnTo>
                  <a:pt x="1345066" y="111282"/>
                </a:lnTo>
                <a:lnTo>
                  <a:pt x="1345439" y="111742"/>
                </a:lnTo>
                <a:lnTo>
                  <a:pt x="1345820" y="112195"/>
                </a:lnTo>
                <a:lnTo>
                  <a:pt x="1346208" y="112641"/>
                </a:lnTo>
                <a:lnTo>
                  <a:pt x="1346603" y="113080"/>
                </a:lnTo>
                <a:lnTo>
                  <a:pt x="1347005" y="113512"/>
                </a:lnTo>
                <a:lnTo>
                  <a:pt x="1347413" y="113935"/>
                </a:lnTo>
                <a:lnTo>
                  <a:pt x="1347828" y="114351"/>
                </a:lnTo>
                <a:lnTo>
                  <a:pt x="1348248" y="114758"/>
                </a:lnTo>
                <a:lnTo>
                  <a:pt x="1348675" y="115157"/>
                </a:lnTo>
                <a:lnTo>
                  <a:pt x="1349108" y="115548"/>
                </a:lnTo>
                <a:lnTo>
                  <a:pt x="1349547" y="115930"/>
                </a:lnTo>
                <a:lnTo>
                  <a:pt x="1349992" y="116305"/>
                </a:lnTo>
                <a:lnTo>
                  <a:pt x="1350443" y="116671"/>
                </a:lnTo>
                <a:lnTo>
                  <a:pt x="1350900" y="117029"/>
                </a:lnTo>
                <a:lnTo>
                  <a:pt x="1351364" y="117379"/>
                </a:lnTo>
                <a:lnTo>
                  <a:pt x="1351834" y="117721"/>
                </a:lnTo>
                <a:lnTo>
                  <a:pt x="1352309" y="118054"/>
                </a:lnTo>
                <a:lnTo>
                  <a:pt x="1352791" y="118380"/>
                </a:lnTo>
                <a:lnTo>
                  <a:pt x="1353279" y="118697"/>
                </a:lnTo>
                <a:lnTo>
                  <a:pt x="1353773" y="119006"/>
                </a:lnTo>
                <a:lnTo>
                  <a:pt x="1354274" y="119307"/>
                </a:lnTo>
                <a:lnTo>
                  <a:pt x="1354780" y="119599"/>
                </a:lnTo>
                <a:lnTo>
                  <a:pt x="1355293" y="119884"/>
                </a:lnTo>
                <a:lnTo>
                  <a:pt x="1355812" y="120160"/>
                </a:lnTo>
                <a:lnTo>
                  <a:pt x="1356336" y="120428"/>
                </a:lnTo>
                <a:lnTo>
                  <a:pt x="1356867" y="120688"/>
                </a:lnTo>
                <a:lnTo>
                  <a:pt x="1357405" y="120940"/>
                </a:lnTo>
                <a:lnTo>
                  <a:pt x="1357948" y="121183"/>
                </a:lnTo>
                <a:lnTo>
                  <a:pt x="1358496" y="121418"/>
                </a:lnTo>
                <a:lnTo>
                  <a:pt x="1359049" y="121642"/>
                </a:lnTo>
                <a:lnTo>
                  <a:pt x="1359607" y="121857"/>
                </a:lnTo>
                <a:lnTo>
                  <a:pt x="1360168" y="122061"/>
                </a:lnTo>
                <a:lnTo>
                  <a:pt x="1360734" y="122256"/>
                </a:lnTo>
                <a:lnTo>
                  <a:pt x="1361304" y="122440"/>
                </a:lnTo>
                <a:lnTo>
                  <a:pt x="1361879" y="122615"/>
                </a:lnTo>
                <a:lnTo>
                  <a:pt x="1362458" y="122779"/>
                </a:lnTo>
                <a:lnTo>
                  <a:pt x="1363041" y="122934"/>
                </a:lnTo>
                <a:lnTo>
                  <a:pt x="1363629" y="123079"/>
                </a:lnTo>
                <a:lnTo>
                  <a:pt x="1364221" y="123213"/>
                </a:lnTo>
                <a:lnTo>
                  <a:pt x="1364817" y="123338"/>
                </a:lnTo>
                <a:lnTo>
                  <a:pt x="1365418" y="123453"/>
                </a:lnTo>
                <a:lnTo>
                  <a:pt x="1366023" y="123558"/>
                </a:lnTo>
                <a:lnTo>
                  <a:pt x="1366633" y="123652"/>
                </a:lnTo>
                <a:lnTo>
                  <a:pt x="1367246" y="123737"/>
                </a:lnTo>
                <a:lnTo>
                  <a:pt x="1367865" y="123812"/>
                </a:lnTo>
                <a:lnTo>
                  <a:pt x="1368487" y="123877"/>
                </a:lnTo>
                <a:lnTo>
                  <a:pt x="1369114" y="123932"/>
                </a:lnTo>
                <a:lnTo>
                  <a:pt x="1369745" y="123977"/>
                </a:lnTo>
                <a:lnTo>
                  <a:pt x="1370380" y="124011"/>
                </a:lnTo>
                <a:lnTo>
                  <a:pt x="1371020" y="124036"/>
                </a:lnTo>
                <a:lnTo>
                  <a:pt x="1371665" y="124051"/>
                </a:lnTo>
                <a:lnTo>
                  <a:pt x="1372313" y="124056"/>
                </a:lnTo>
                <a:lnTo>
                  <a:pt x="1372906" y="124053"/>
                </a:lnTo>
                <a:lnTo>
                  <a:pt x="1373492" y="124043"/>
                </a:lnTo>
                <a:lnTo>
                  <a:pt x="1374072" y="124026"/>
                </a:lnTo>
                <a:lnTo>
                  <a:pt x="1374646" y="124002"/>
                </a:lnTo>
                <a:lnTo>
                  <a:pt x="1375214" y="123972"/>
                </a:lnTo>
                <a:lnTo>
                  <a:pt x="1375775" y="123934"/>
                </a:lnTo>
                <a:lnTo>
                  <a:pt x="1376331" y="123890"/>
                </a:lnTo>
                <a:lnTo>
                  <a:pt x="1376881" y="123839"/>
                </a:lnTo>
                <a:lnTo>
                  <a:pt x="1377424" y="123782"/>
                </a:lnTo>
                <a:lnTo>
                  <a:pt x="1377961" y="123717"/>
                </a:lnTo>
                <a:lnTo>
                  <a:pt x="1378492" y="123646"/>
                </a:lnTo>
                <a:lnTo>
                  <a:pt x="1379017" y="123568"/>
                </a:lnTo>
                <a:lnTo>
                  <a:pt x="1379536" y="123484"/>
                </a:lnTo>
                <a:lnTo>
                  <a:pt x="1380048" y="123392"/>
                </a:lnTo>
                <a:lnTo>
                  <a:pt x="1380555" y="123294"/>
                </a:lnTo>
                <a:lnTo>
                  <a:pt x="1381055" y="123189"/>
                </a:lnTo>
                <a:lnTo>
                  <a:pt x="1381549" y="123077"/>
                </a:lnTo>
                <a:lnTo>
                  <a:pt x="1382037" y="122958"/>
                </a:lnTo>
                <a:lnTo>
                  <a:pt x="1382519" y="122833"/>
                </a:lnTo>
                <a:lnTo>
                  <a:pt x="1382995" y="122701"/>
                </a:lnTo>
                <a:lnTo>
                  <a:pt x="1383465" y="122562"/>
                </a:lnTo>
                <a:lnTo>
                  <a:pt x="1383928" y="122416"/>
                </a:lnTo>
                <a:lnTo>
                  <a:pt x="1384385" y="122263"/>
                </a:lnTo>
                <a:lnTo>
                  <a:pt x="1384837" y="122104"/>
                </a:lnTo>
                <a:lnTo>
                  <a:pt x="1385282" y="121939"/>
                </a:lnTo>
                <a:lnTo>
                  <a:pt x="1385722" y="121770"/>
                </a:lnTo>
                <a:lnTo>
                  <a:pt x="1386157" y="121597"/>
                </a:lnTo>
                <a:lnTo>
                  <a:pt x="1386586" y="121419"/>
                </a:lnTo>
                <a:lnTo>
                  <a:pt x="1387010" y="121236"/>
                </a:lnTo>
                <a:lnTo>
                  <a:pt x="1387429" y="121050"/>
                </a:lnTo>
                <a:lnTo>
                  <a:pt x="1387842" y="120859"/>
                </a:lnTo>
                <a:lnTo>
                  <a:pt x="1388250" y="120664"/>
                </a:lnTo>
                <a:lnTo>
                  <a:pt x="1388652" y="120464"/>
                </a:lnTo>
                <a:lnTo>
                  <a:pt x="1389049" y="120260"/>
                </a:lnTo>
                <a:lnTo>
                  <a:pt x="1389441" y="120052"/>
                </a:lnTo>
                <a:lnTo>
                  <a:pt x="1389828" y="119839"/>
                </a:lnTo>
                <a:lnTo>
                  <a:pt x="1390209" y="119622"/>
                </a:lnTo>
                <a:lnTo>
                  <a:pt x="1390584" y="119400"/>
                </a:lnTo>
                <a:lnTo>
                  <a:pt x="1390954" y="119175"/>
                </a:lnTo>
                <a:lnTo>
                  <a:pt x="1391319" y="118945"/>
                </a:lnTo>
                <a:lnTo>
                  <a:pt x="1391679" y="118710"/>
                </a:lnTo>
                <a:lnTo>
                  <a:pt x="1392033" y="118471"/>
                </a:lnTo>
                <a:lnTo>
                  <a:pt x="1392382" y="118228"/>
                </a:lnTo>
                <a:lnTo>
                  <a:pt x="1392725" y="117981"/>
                </a:lnTo>
                <a:lnTo>
                  <a:pt x="1393063" y="117729"/>
                </a:lnTo>
                <a:lnTo>
                  <a:pt x="1393396" y="117473"/>
                </a:lnTo>
                <a:lnTo>
                  <a:pt x="1393723" y="117212"/>
                </a:lnTo>
                <a:lnTo>
                  <a:pt x="1394045" y="116947"/>
                </a:lnTo>
                <a:lnTo>
                  <a:pt x="1394362" y="116679"/>
                </a:lnTo>
                <a:lnTo>
                  <a:pt x="1394675" y="116409"/>
                </a:lnTo>
                <a:lnTo>
                  <a:pt x="1394984" y="116136"/>
                </a:lnTo>
                <a:lnTo>
                  <a:pt x="1395289" y="115862"/>
                </a:lnTo>
                <a:lnTo>
                  <a:pt x="1395590" y="115585"/>
                </a:lnTo>
                <a:lnTo>
                  <a:pt x="1395887" y="115306"/>
                </a:lnTo>
                <a:lnTo>
                  <a:pt x="1396179" y="115025"/>
                </a:lnTo>
                <a:lnTo>
                  <a:pt x="1396468" y="114741"/>
                </a:lnTo>
                <a:lnTo>
                  <a:pt x="1396752" y="114456"/>
                </a:lnTo>
                <a:lnTo>
                  <a:pt x="1397033" y="114168"/>
                </a:lnTo>
                <a:lnTo>
                  <a:pt x="1397309" y="113878"/>
                </a:lnTo>
                <a:lnTo>
                  <a:pt x="1397581" y="113586"/>
                </a:lnTo>
                <a:lnTo>
                  <a:pt x="1397849" y="113292"/>
                </a:lnTo>
                <a:lnTo>
                  <a:pt x="1398113" y="112996"/>
                </a:lnTo>
                <a:lnTo>
                  <a:pt x="1398373" y="112697"/>
                </a:lnTo>
                <a:lnTo>
                  <a:pt x="1398629" y="112396"/>
                </a:lnTo>
                <a:lnTo>
                  <a:pt x="1398881" y="112093"/>
                </a:lnTo>
                <a:lnTo>
                  <a:pt x="1399128" y="111788"/>
                </a:lnTo>
                <a:lnTo>
                  <a:pt x="1399372" y="111481"/>
                </a:lnTo>
                <a:lnTo>
                  <a:pt x="1399611" y="111172"/>
                </a:lnTo>
                <a:lnTo>
                  <a:pt x="1399846" y="110860"/>
                </a:lnTo>
                <a:lnTo>
                  <a:pt x="1400078" y="110546"/>
                </a:lnTo>
                <a:lnTo>
                  <a:pt x="1400305" y="110230"/>
                </a:lnTo>
                <a:lnTo>
                  <a:pt x="1400528" y="109912"/>
                </a:lnTo>
                <a:lnTo>
                  <a:pt x="1395003" y="105639"/>
                </a:lnTo>
                <a:lnTo>
                  <a:pt x="1394639" y="106107"/>
                </a:lnTo>
                <a:lnTo>
                  <a:pt x="1394270" y="106564"/>
                </a:lnTo>
                <a:lnTo>
                  <a:pt x="1393898" y="107010"/>
                </a:lnTo>
                <a:lnTo>
                  <a:pt x="1393522" y="107445"/>
                </a:lnTo>
                <a:lnTo>
                  <a:pt x="1393142" y="107870"/>
                </a:lnTo>
                <a:lnTo>
                  <a:pt x="1392758" y="108285"/>
                </a:lnTo>
                <a:lnTo>
                  <a:pt x="1392370" y="108688"/>
                </a:lnTo>
                <a:lnTo>
                  <a:pt x="1391978" y="109081"/>
                </a:lnTo>
                <a:lnTo>
                  <a:pt x="1391582" y="109464"/>
                </a:lnTo>
                <a:lnTo>
                  <a:pt x="1391183" y="109836"/>
                </a:lnTo>
                <a:lnTo>
                  <a:pt x="1390779" y="110197"/>
                </a:lnTo>
                <a:lnTo>
                  <a:pt x="1390371" y="110548"/>
                </a:lnTo>
                <a:lnTo>
                  <a:pt x="1389959" y="110888"/>
                </a:lnTo>
                <a:lnTo>
                  <a:pt x="1389543" y="111217"/>
                </a:lnTo>
                <a:lnTo>
                  <a:pt x="1389124" y="111536"/>
                </a:lnTo>
                <a:lnTo>
                  <a:pt x="1388700" y="111844"/>
                </a:lnTo>
                <a:lnTo>
                  <a:pt x="1388272" y="112141"/>
                </a:lnTo>
                <a:lnTo>
                  <a:pt x="1387841" y="112428"/>
                </a:lnTo>
                <a:lnTo>
                  <a:pt x="1387405" y="112705"/>
                </a:lnTo>
                <a:lnTo>
                  <a:pt x="1386966" y="112970"/>
                </a:lnTo>
                <a:lnTo>
                  <a:pt x="1386522" y="113225"/>
                </a:lnTo>
                <a:lnTo>
                  <a:pt x="1386075" y="113470"/>
                </a:lnTo>
                <a:lnTo>
                  <a:pt x="1385623" y="113704"/>
                </a:lnTo>
                <a:lnTo>
                  <a:pt x="1385168" y="113927"/>
                </a:lnTo>
                <a:lnTo>
                  <a:pt x="1384708" y="114140"/>
                </a:lnTo>
                <a:lnTo>
                  <a:pt x="1384243" y="114345"/>
                </a:lnTo>
                <a:lnTo>
                  <a:pt x="1383772" y="114540"/>
                </a:lnTo>
                <a:lnTo>
                  <a:pt x="1383297" y="114726"/>
                </a:lnTo>
                <a:lnTo>
                  <a:pt x="1382816" y="114903"/>
                </a:lnTo>
                <a:lnTo>
                  <a:pt x="1382330" y="115071"/>
                </a:lnTo>
                <a:lnTo>
                  <a:pt x="1381838" y="115230"/>
                </a:lnTo>
                <a:lnTo>
                  <a:pt x="1381341" y="115380"/>
                </a:lnTo>
                <a:lnTo>
                  <a:pt x="1380840" y="115521"/>
                </a:lnTo>
                <a:lnTo>
                  <a:pt x="1380332" y="115652"/>
                </a:lnTo>
                <a:lnTo>
                  <a:pt x="1379820" y="115775"/>
                </a:lnTo>
                <a:lnTo>
                  <a:pt x="1379302" y="115888"/>
                </a:lnTo>
                <a:lnTo>
                  <a:pt x="1378779" y="115993"/>
                </a:lnTo>
                <a:lnTo>
                  <a:pt x="1378251" y="116088"/>
                </a:lnTo>
                <a:lnTo>
                  <a:pt x="1377718" y="116174"/>
                </a:lnTo>
                <a:lnTo>
                  <a:pt x="1377179" y="116252"/>
                </a:lnTo>
                <a:lnTo>
                  <a:pt x="1376635" y="116320"/>
                </a:lnTo>
                <a:lnTo>
                  <a:pt x="1376086" y="116379"/>
                </a:lnTo>
                <a:lnTo>
                  <a:pt x="1375532" y="116429"/>
                </a:lnTo>
                <a:lnTo>
                  <a:pt x="1374972" y="116470"/>
                </a:lnTo>
                <a:lnTo>
                  <a:pt x="1374407" y="116501"/>
                </a:lnTo>
                <a:lnTo>
                  <a:pt x="1373837" y="116524"/>
                </a:lnTo>
                <a:lnTo>
                  <a:pt x="1373262" y="116538"/>
                </a:lnTo>
                <a:lnTo>
                  <a:pt x="1372681" y="116542"/>
                </a:lnTo>
                <a:lnTo>
                  <a:pt x="1372174" y="116538"/>
                </a:lnTo>
                <a:lnTo>
                  <a:pt x="1371670" y="116525"/>
                </a:lnTo>
                <a:lnTo>
                  <a:pt x="1371170" y="116504"/>
                </a:lnTo>
                <a:lnTo>
                  <a:pt x="1370674" y="116474"/>
                </a:lnTo>
                <a:lnTo>
                  <a:pt x="1370182" y="116435"/>
                </a:lnTo>
                <a:lnTo>
                  <a:pt x="1369693" y="116388"/>
                </a:lnTo>
                <a:lnTo>
                  <a:pt x="1369209" y="116332"/>
                </a:lnTo>
                <a:lnTo>
                  <a:pt x="1368728" y="116268"/>
                </a:lnTo>
                <a:lnTo>
                  <a:pt x="1368251" y="116195"/>
                </a:lnTo>
                <a:lnTo>
                  <a:pt x="1367778" y="116114"/>
                </a:lnTo>
                <a:lnTo>
                  <a:pt x="1367309" y="116024"/>
                </a:lnTo>
                <a:lnTo>
                  <a:pt x="1366843" y="115925"/>
                </a:lnTo>
                <a:lnTo>
                  <a:pt x="1366382" y="115818"/>
                </a:lnTo>
                <a:lnTo>
                  <a:pt x="1365924" y="115702"/>
                </a:lnTo>
                <a:lnTo>
                  <a:pt x="1365470" y="115578"/>
                </a:lnTo>
                <a:lnTo>
                  <a:pt x="1365020" y="115445"/>
                </a:lnTo>
                <a:lnTo>
                  <a:pt x="1364574" y="115304"/>
                </a:lnTo>
                <a:lnTo>
                  <a:pt x="1364131" y="115154"/>
                </a:lnTo>
                <a:lnTo>
                  <a:pt x="1363693" y="114996"/>
                </a:lnTo>
                <a:lnTo>
                  <a:pt x="1363258" y="114828"/>
                </a:lnTo>
                <a:lnTo>
                  <a:pt x="1362827" y="114653"/>
                </a:lnTo>
                <a:lnTo>
                  <a:pt x="1362400" y="114469"/>
                </a:lnTo>
                <a:lnTo>
                  <a:pt x="1361977" y="114276"/>
                </a:lnTo>
                <a:lnTo>
                  <a:pt x="1361558" y="114074"/>
                </a:lnTo>
                <a:lnTo>
                  <a:pt x="1361143" y="113866"/>
                </a:lnTo>
                <a:lnTo>
                  <a:pt x="1360732" y="113650"/>
                </a:lnTo>
                <a:lnTo>
                  <a:pt x="1360327" y="113429"/>
                </a:lnTo>
                <a:lnTo>
                  <a:pt x="1359927" y="113201"/>
                </a:lnTo>
                <a:lnTo>
                  <a:pt x="1359531" y="112966"/>
                </a:lnTo>
                <a:lnTo>
                  <a:pt x="1359140" y="112725"/>
                </a:lnTo>
                <a:lnTo>
                  <a:pt x="1358755" y="112478"/>
                </a:lnTo>
                <a:lnTo>
                  <a:pt x="1358374" y="112224"/>
                </a:lnTo>
                <a:lnTo>
                  <a:pt x="1357997" y="111964"/>
                </a:lnTo>
                <a:lnTo>
                  <a:pt x="1357626" y="111698"/>
                </a:lnTo>
                <a:lnTo>
                  <a:pt x="1357260" y="111425"/>
                </a:lnTo>
                <a:lnTo>
                  <a:pt x="1356898" y="111146"/>
                </a:lnTo>
                <a:lnTo>
                  <a:pt x="1356541" y="110860"/>
                </a:lnTo>
                <a:lnTo>
                  <a:pt x="1356190" y="110569"/>
                </a:lnTo>
                <a:lnTo>
                  <a:pt x="1355843" y="110270"/>
                </a:lnTo>
                <a:lnTo>
                  <a:pt x="1355501" y="109965"/>
                </a:lnTo>
                <a:lnTo>
                  <a:pt x="1355163" y="109654"/>
                </a:lnTo>
                <a:lnTo>
                  <a:pt x="1354831" y="109337"/>
                </a:lnTo>
                <a:lnTo>
                  <a:pt x="1354503" y="109013"/>
                </a:lnTo>
                <a:lnTo>
                  <a:pt x="1354181" y="108682"/>
                </a:lnTo>
                <a:lnTo>
                  <a:pt x="1353863" y="108346"/>
                </a:lnTo>
                <a:lnTo>
                  <a:pt x="1353550" y="108002"/>
                </a:lnTo>
                <a:lnTo>
                  <a:pt x="1353242" y="107653"/>
                </a:lnTo>
                <a:lnTo>
                  <a:pt x="1352939" y="107297"/>
                </a:lnTo>
                <a:lnTo>
                  <a:pt x="1352641" y="106935"/>
                </a:lnTo>
                <a:lnTo>
                  <a:pt x="1352348" y="106569"/>
                </a:lnTo>
                <a:lnTo>
                  <a:pt x="1352061" y="106197"/>
                </a:lnTo>
                <a:lnTo>
                  <a:pt x="1351780" y="105821"/>
                </a:lnTo>
                <a:lnTo>
                  <a:pt x="1351505" y="105439"/>
                </a:lnTo>
                <a:lnTo>
                  <a:pt x="1351235" y="105052"/>
                </a:lnTo>
                <a:lnTo>
                  <a:pt x="1350971" y="104661"/>
                </a:lnTo>
                <a:lnTo>
                  <a:pt x="1350712" y="104264"/>
                </a:lnTo>
                <a:lnTo>
                  <a:pt x="1350459" y="103863"/>
                </a:lnTo>
                <a:lnTo>
                  <a:pt x="1350212" y="103456"/>
                </a:lnTo>
                <a:lnTo>
                  <a:pt x="1349970" y="103045"/>
                </a:lnTo>
                <a:lnTo>
                  <a:pt x="1349734" y="102628"/>
                </a:lnTo>
                <a:lnTo>
                  <a:pt x="1349504" y="102207"/>
                </a:lnTo>
                <a:lnTo>
                  <a:pt x="1349279" y="101780"/>
                </a:lnTo>
                <a:lnTo>
                  <a:pt x="1349059" y="101349"/>
                </a:lnTo>
                <a:lnTo>
                  <a:pt x="1348846" y="100912"/>
                </a:lnTo>
                <a:lnTo>
                  <a:pt x="1348638" y="100471"/>
                </a:lnTo>
                <a:lnTo>
                  <a:pt x="1348436" y="100025"/>
                </a:lnTo>
                <a:lnTo>
                  <a:pt x="1348239" y="99573"/>
                </a:lnTo>
                <a:lnTo>
                  <a:pt x="1348048" y="99117"/>
                </a:lnTo>
                <a:lnTo>
                  <a:pt x="1347862" y="98655"/>
                </a:lnTo>
                <a:lnTo>
                  <a:pt x="1347683" y="98189"/>
                </a:lnTo>
                <a:lnTo>
                  <a:pt x="1347508" y="97718"/>
                </a:lnTo>
                <a:lnTo>
                  <a:pt x="1347340" y="97241"/>
                </a:lnTo>
                <a:lnTo>
                  <a:pt x="1347177" y="96761"/>
                </a:lnTo>
                <a:lnTo>
                  <a:pt x="1347022" y="96278"/>
                </a:lnTo>
                <a:lnTo>
                  <a:pt x="1346874" y="95792"/>
                </a:lnTo>
                <a:lnTo>
                  <a:pt x="1346732" y="95303"/>
                </a:lnTo>
                <a:lnTo>
                  <a:pt x="1346597" y="94812"/>
                </a:lnTo>
                <a:lnTo>
                  <a:pt x="1346470" y="94318"/>
                </a:lnTo>
                <a:lnTo>
                  <a:pt x="1346349" y="93820"/>
                </a:lnTo>
                <a:lnTo>
                  <a:pt x="1346235" y="93321"/>
                </a:lnTo>
                <a:lnTo>
                  <a:pt x="1346128" y="92818"/>
                </a:lnTo>
                <a:lnTo>
                  <a:pt x="1346028" y="92312"/>
                </a:lnTo>
                <a:lnTo>
                  <a:pt x="1345934" y="91804"/>
                </a:lnTo>
                <a:lnTo>
                  <a:pt x="1345848" y="91293"/>
                </a:lnTo>
                <a:lnTo>
                  <a:pt x="1345769" y="90779"/>
                </a:lnTo>
                <a:lnTo>
                  <a:pt x="1345696" y="90262"/>
                </a:lnTo>
                <a:lnTo>
                  <a:pt x="1345630" y="89742"/>
                </a:lnTo>
                <a:lnTo>
                  <a:pt x="1345572" y="89220"/>
                </a:lnTo>
                <a:lnTo>
                  <a:pt x="1345520" y="88694"/>
                </a:lnTo>
                <a:lnTo>
                  <a:pt x="1345475" y="88166"/>
                </a:lnTo>
                <a:lnTo>
                  <a:pt x="1345437" y="87635"/>
                </a:lnTo>
                <a:lnTo>
                  <a:pt x="1345406" y="87102"/>
                </a:lnTo>
                <a:lnTo>
                  <a:pt x="1345382" y="86565"/>
                </a:lnTo>
                <a:lnTo>
                  <a:pt x="1345365" y="86026"/>
                </a:lnTo>
                <a:lnTo>
                  <a:pt x="1345354" y="85484"/>
                </a:lnTo>
                <a:lnTo>
                  <a:pt x="1345351" y="84939"/>
                </a:lnTo>
                <a:lnTo>
                  <a:pt x="1345351" y="83244"/>
                </a:lnTo>
                <a:lnTo>
                  <a:pt x="1402222" y="83244"/>
                </a:lnTo>
                <a:lnTo>
                  <a:pt x="1402222" y="77876"/>
                </a:lnTo>
                <a:lnTo>
                  <a:pt x="1402219" y="77210"/>
                </a:lnTo>
                <a:lnTo>
                  <a:pt x="1402208" y="76549"/>
                </a:lnTo>
                <a:lnTo>
                  <a:pt x="1402190" y="75893"/>
                </a:lnTo>
                <a:lnTo>
                  <a:pt x="1402165" y="75242"/>
                </a:lnTo>
                <a:close/>
                <a:moveTo>
                  <a:pt x="1345977" y="73701"/>
                </a:moveTo>
                <a:lnTo>
                  <a:pt x="1346070" y="73158"/>
                </a:lnTo>
                <a:lnTo>
                  <a:pt x="1346169" y="72620"/>
                </a:lnTo>
                <a:lnTo>
                  <a:pt x="1346275" y="72086"/>
                </a:lnTo>
                <a:lnTo>
                  <a:pt x="1346387" y="71557"/>
                </a:lnTo>
                <a:lnTo>
                  <a:pt x="1346505" y="71032"/>
                </a:lnTo>
                <a:lnTo>
                  <a:pt x="1346630" y="70511"/>
                </a:lnTo>
                <a:lnTo>
                  <a:pt x="1346761" y="69995"/>
                </a:lnTo>
                <a:lnTo>
                  <a:pt x="1346898" y="69484"/>
                </a:lnTo>
                <a:lnTo>
                  <a:pt x="1347042" y="68977"/>
                </a:lnTo>
                <a:lnTo>
                  <a:pt x="1347192" y="68474"/>
                </a:lnTo>
                <a:lnTo>
                  <a:pt x="1347349" y="67977"/>
                </a:lnTo>
                <a:lnTo>
                  <a:pt x="1347510" y="67485"/>
                </a:lnTo>
                <a:lnTo>
                  <a:pt x="1347676" y="66998"/>
                </a:lnTo>
                <a:lnTo>
                  <a:pt x="1347848" y="66518"/>
                </a:lnTo>
                <a:lnTo>
                  <a:pt x="1348025" y="66043"/>
                </a:lnTo>
                <a:lnTo>
                  <a:pt x="1348208" y="65573"/>
                </a:lnTo>
                <a:lnTo>
                  <a:pt x="1348395" y="65110"/>
                </a:lnTo>
                <a:lnTo>
                  <a:pt x="1348588" y="64652"/>
                </a:lnTo>
                <a:lnTo>
                  <a:pt x="1348786" y="64199"/>
                </a:lnTo>
                <a:lnTo>
                  <a:pt x="1348989" y="63752"/>
                </a:lnTo>
                <a:lnTo>
                  <a:pt x="1349198" y="63311"/>
                </a:lnTo>
                <a:lnTo>
                  <a:pt x="1349412" y="62875"/>
                </a:lnTo>
                <a:lnTo>
                  <a:pt x="1349631" y="62445"/>
                </a:lnTo>
                <a:lnTo>
                  <a:pt x="1349855" y="62021"/>
                </a:lnTo>
                <a:lnTo>
                  <a:pt x="1350084" y="61602"/>
                </a:lnTo>
                <a:lnTo>
                  <a:pt x="1350319" y="61189"/>
                </a:lnTo>
                <a:lnTo>
                  <a:pt x="1350559" y="60782"/>
                </a:lnTo>
                <a:lnTo>
                  <a:pt x="1350804" y="60380"/>
                </a:lnTo>
                <a:lnTo>
                  <a:pt x="1351055" y="59984"/>
                </a:lnTo>
                <a:lnTo>
                  <a:pt x="1351311" y="59593"/>
                </a:lnTo>
                <a:lnTo>
                  <a:pt x="1351572" y="59208"/>
                </a:lnTo>
                <a:lnTo>
                  <a:pt x="1351838" y="58829"/>
                </a:lnTo>
                <a:lnTo>
                  <a:pt x="1352109" y="58455"/>
                </a:lnTo>
                <a:lnTo>
                  <a:pt x="1352386" y="58087"/>
                </a:lnTo>
                <a:lnTo>
                  <a:pt x="1352668" y="57725"/>
                </a:lnTo>
                <a:lnTo>
                  <a:pt x="1352954" y="57370"/>
                </a:lnTo>
                <a:lnTo>
                  <a:pt x="1353244" y="57023"/>
                </a:lnTo>
                <a:lnTo>
                  <a:pt x="1353539" y="56682"/>
                </a:lnTo>
                <a:lnTo>
                  <a:pt x="1353839" y="56349"/>
                </a:lnTo>
                <a:lnTo>
                  <a:pt x="1354143" y="56022"/>
                </a:lnTo>
                <a:lnTo>
                  <a:pt x="1354451" y="55702"/>
                </a:lnTo>
                <a:lnTo>
                  <a:pt x="1354764" y="55390"/>
                </a:lnTo>
                <a:lnTo>
                  <a:pt x="1355081" y="55084"/>
                </a:lnTo>
                <a:lnTo>
                  <a:pt x="1355403" y="54786"/>
                </a:lnTo>
                <a:lnTo>
                  <a:pt x="1355729" y="54495"/>
                </a:lnTo>
                <a:lnTo>
                  <a:pt x="1356060" y="54210"/>
                </a:lnTo>
                <a:lnTo>
                  <a:pt x="1356395" y="53933"/>
                </a:lnTo>
                <a:lnTo>
                  <a:pt x="1356735" y="53663"/>
                </a:lnTo>
                <a:lnTo>
                  <a:pt x="1357079" y="53399"/>
                </a:lnTo>
                <a:lnTo>
                  <a:pt x="1357428" y="53143"/>
                </a:lnTo>
                <a:lnTo>
                  <a:pt x="1357781" y="52894"/>
                </a:lnTo>
                <a:lnTo>
                  <a:pt x="1358139" y="52652"/>
                </a:lnTo>
                <a:lnTo>
                  <a:pt x="1358501" y="52417"/>
                </a:lnTo>
                <a:lnTo>
                  <a:pt x="1358868" y="52188"/>
                </a:lnTo>
                <a:lnTo>
                  <a:pt x="1359239" y="51967"/>
                </a:lnTo>
                <a:lnTo>
                  <a:pt x="1359614" y="51753"/>
                </a:lnTo>
                <a:lnTo>
                  <a:pt x="1359994" y="51546"/>
                </a:lnTo>
                <a:lnTo>
                  <a:pt x="1360379" y="51346"/>
                </a:lnTo>
                <a:lnTo>
                  <a:pt x="1360768" y="51154"/>
                </a:lnTo>
                <a:lnTo>
                  <a:pt x="1361160" y="50970"/>
                </a:lnTo>
                <a:lnTo>
                  <a:pt x="1361555" y="50794"/>
                </a:lnTo>
                <a:lnTo>
                  <a:pt x="1361955" y="50626"/>
                </a:lnTo>
                <a:lnTo>
                  <a:pt x="1362357" y="50466"/>
                </a:lnTo>
                <a:lnTo>
                  <a:pt x="1362764" y="50315"/>
                </a:lnTo>
                <a:lnTo>
                  <a:pt x="1363174" y="50172"/>
                </a:lnTo>
                <a:lnTo>
                  <a:pt x="1363588" y="50037"/>
                </a:lnTo>
                <a:lnTo>
                  <a:pt x="1364005" y="49910"/>
                </a:lnTo>
                <a:lnTo>
                  <a:pt x="1364426" y="49791"/>
                </a:lnTo>
                <a:lnTo>
                  <a:pt x="1364850" y="49681"/>
                </a:lnTo>
                <a:lnTo>
                  <a:pt x="1365278" y="49578"/>
                </a:lnTo>
                <a:lnTo>
                  <a:pt x="1365709" y="49484"/>
                </a:lnTo>
                <a:lnTo>
                  <a:pt x="1366144" y="49398"/>
                </a:lnTo>
                <a:lnTo>
                  <a:pt x="1366583" y="49320"/>
                </a:lnTo>
                <a:lnTo>
                  <a:pt x="1367025" y="49251"/>
                </a:lnTo>
                <a:lnTo>
                  <a:pt x="1367471" y="49190"/>
                </a:lnTo>
                <a:lnTo>
                  <a:pt x="1367921" y="49136"/>
                </a:lnTo>
                <a:lnTo>
                  <a:pt x="1368374" y="49091"/>
                </a:lnTo>
                <a:lnTo>
                  <a:pt x="1368830" y="49054"/>
                </a:lnTo>
                <a:lnTo>
                  <a:pt x="1369290" y="49026"/>
                </a:lnTo>
                <a:lnTo>
                  <a:pt x="1369754" y="49005"/>
                </a:lnTo>
                <a:lnTo>
                  <a:pt x="1370222" y="48993"/>
                </a:lnTo>
                <a:lnTo>
                  <a:pt x="1370692" y="48989"/>
                </a:lnTo>
                <a:lnTo>
                  <a:pt x="1371314" y="48995"/>
                </a:lnTo>
                <a:lnTo>
                  <a:pt x="1371927" y="49015"/>
                </a:lnTo>
                <a:lnTo>
                  <a:pt x="1372531" y="49046"/>
                </a:lnTo>
                <a:lnTo>
                  <a:pt x="1373127" y="49091"/>
                </a:lnTo>
                <a:lnTo>
                  <a:pt x="1373713" y="49148"/>
                </a:lnTo>
                <a:lnTo>
                  <a:pt x="1374291" y="49219"/>
                </a:lnTo>
                <a:lnTo>
                  <a:pt x="1374859" y="49302"/>
                </a:lnTo>
                <a:lnTo>
                  <a:pt x="1375419" y="49397"/>
                </a:lnTo>
                <a:lnTo>
                  <a:pt x="1375971" y="49506"/>
                </a:lnTo>
                <a:lnTo>
                  <a:pt x="1376513" y="49627"/>
                </a:lnTo>
                <a:lnTo>
                  <a:pt x="1377046" y="49761"/>
                </a:lnTo>
                <a:lnTo>
                  <a:pt x="1377571" y="49908"/>
                </a:lnTo>
                <a:lnTo>
                  <a:pt x="1378087" y="50067"/>
                </a:lnTo>
                <a:lnTo>
                  <a:pt x="1378594" y="50239"/>
                </a:lnTo>
                <a:lnTo>
                  <a:pt x="1379092" y="50424"/>
                </a:lnTo>
                <a:lnTo>
                  <a:pt x="1379582" y="50622"/>
                </a:lnTo>
                <a:lnTo>
                  <a:pt x="1380062" y="50832"/>
                </a:lnTo>
                <a:lnTo>
                  <a:pt x="1380534" y="51056"/>
                </a:lnTo>
                <a:lnTo>
                  <a:pt x="1380997" y="51292"/>
                </a:lnTo>
                <a:lnTo>
                  <a:pt x="1381451" y="51541"/>
                </a:lnTo>
                <a:lnTo>
                  <a:pt x="1381896" y="51802"/>
                </a:lnTo>
                <a:lnTo>
                  <a:pt x="1382333" y="52076"/>
                </a:lnTo>
                <a:lnTo>
                  <a:pt x="1382760" y="52363"/>
                </a:lnTo>
                <a:lnTo>
                  <a:pt x="1383179" y="52663"/>
                </a:lnTo>
                <a:lnTo>
                  <a:pt x="1383589" y="52973"/>
                </a:lnTo>
                <a:lnTo>
                  <a:pt x="1383991" y="53290"/>
                </a:lnTo>
                <a:lnTo>
                  <a:pt x="1384384" y="53615"/>
                </a:lnTo>
                <a:lnTo>
                  <a:pt x="1384769" y="53947"/>
                </a:lnTo>
                <a:lnTo>
                  <a:pt x="1385145" y="54287"/>
                </a:lnTo>
                <a:lnTo>
                  <a:pt x="1385513" y="54635"/>
                </a:lnTo>
                <a:lnTo>
                  <a:pt x="1385873" y="54990"/>
                </a:lnTo>
                <a:lnTo>
                  <a:pt x="1386224" y="55352"/>
                </a:lnTo>
                <a:lnTo>
                  <a:pt x="1386567" y="55722"/>
                </a:lnTo>
                <a:lnTo>
                  <a:pt x="1386901" y="56100"/>
                </a:lnTo>
                <a:lnTo>
                  <a:pt x="1387227" y="56485"/>
                </a:lnTo>
                <a:lnTo>
                  <a:pt x="1387544" y="56877"/>
                </a:lnTo>
                <a:lnTo>
                  <a:pt x="1387853" y="57277"/>
                </a:lnTo>
                <a:lnTo>
                  <a:pt x="1388153" y="57685"/>
                </a:lnTo>
                <a:lnTo>
                  <a:pt x="1388445" y="58100"/>
                </a:lnTo>
                <a:lnTo>
                  <a:pt x="1388729" y="58523"/>
                </a:lnTo>
                <a:lnTo>
                  <a:pt x="1389004" y="58953"/>
                </a:lnTo>
                <a:lnTo>
                  <a:pt x="1389270" y="59391"/>
                </a:lnTo>
                <a:lnTo>
                  <a:pt x="1389529" y="59836"/>
                </a:lnTo>
                <a:lnTo>
                  <a:pt x="1389778" y="60289"/>
                </a:lnTo>
                <a:lnTo>
                  <a:pt x="1390020" y="60749"/>
                </a:lnTo>
                <a:lnTo>
                  <a:pt x="1390253" y="61217"/>
                </a:lnTo>
                <a:lnTo>
                  <a:pt x="1390477" y="61693"/>
                </a:lnTo>
                <a:lnTo>
                  <a:pt x="1390693" y="62176"/>
                </a:lnTo>
                <a:lnTo>
                  <a:pt x="1390901" y="62664"/>
                </a:lnTo>
                <a:lnTo>
                  <a:pt x="1391100" y="63155"/>
                </a:lnTo>
                <a:lnTo>
                  <a:pt x="1391291" y="63649"/>
                </a:lnTo>
                <a:lnTo>
                  <a:pt x="1391474" y="64146"/>
                </a:lnTo>
                <a:lnTo>
                  <a:pt x="1391648" y="64646"/>
                </a:lnTo>
                <a:lnTo>
                  <a:pt x="1391814" y="65149"/>
                </a:lnTo>
                <a:lnTo>
                  <a:pt x="1391972" y="65654"/>
                </a:lnTo>
                <a:lnTo>
                  <a:pt x="1392122" y="66163"/>
                </a:lnTo>
                <a:lnTo>
                  <a:pt x="1392263" y="66675"/>
                </a:lnTo>
                <a:lnTo>
                  <a:pt x="1392395" y="67189"/>
                </a:lnTo>
                <a:lnTo>
                  <a:pt x="1392520" y="67707"/>
                </a:lnTo>
                <a:lnTo>
                  <a:pt x="1392636" y="68227"/>
                </a:lnTo>
                <a:lnTo>
                  <a:pt x="1392744" y="68751"/>
                </a:lnTo>
                <a:lnTo>
                  <a:pt x="1392844" y="69277"/>
                </a:lnTo>
                <a:lnTo>
                  <a:pt x="1392935" y="69806"/>
                </a:lnTo>
                <a:lnTo>
                  <a:pt x="1393018" y="70338"/>
                </a:lnTo>
                <a:lnTo>
                  <a:pt x="1393092" y="70873"/>
                </a:lnTo>
                <a:lnTo>
                  <a:pt x="1393159" y="71411"/>
                </a:lnTo>
                <a:lnTo>
                  <a:pt x="1393217" y="71952"/>
                </a:lnTo>
                <a:lnTo>
                  <a:pt x="1393266" y="72496"/>
                </a:lnTo>
                <a:lnTo>
                  <a:pt x="1393308" y="73043"/>
                </a:lnTo>
                <a:lnTo>
                  <a:pt x="1393341" y="73593"/>
                </a:lnTo>
                <a:lnTo>
                  <a:pt x="1393366" y="74146"/>
                </a:lnTo>
                <a:lnTo>
                  <a:pt x="1393382" y="74701"/>
                </a:lnTo>
                <a:lnTo>
                  <a:pt x="1393382" y="75657"/>
                </a:lnTo>
                <a:lnTo>
                  <a:pt x="1345702" y="75657"/>
                </a:lnTo>
                <a:lnTo>
                  <a:pt x="1345738" y="75357"/>
                </a:lnTo>
                <a:lnTo>
                  <a:pt x="1345811" y="74800"/>
                </a:lnTo>
                <a:lnTo>
                  <a:pt x="1345891" y="74248"/>
                </a:lnTo>
                <a:lnTo>
                  <a:pt x="1345977" y="73701"/>
                </a:lnTo>
                <a:close/>
                <a:moveTo>
                  <a:pt x="1707507" y="119180"/>
                </a:moveTo>
                <a:lnTo>
                  <a:pt x="1707545" y="119377"/>
                </a:lnTo>
                <a:lnTo>
                  <a:pt x="1707588" y="119571"/>
                </a:lnTo>
                <a:lnTo>
                  <a:pt x="1707637" y="119762"/>
                </a:lnTo>
                <a:lnTo>
                  <a:pt x="1707691" y="119950"/>
                </a:lnTo>
                <a:lnTo>
                  <a:pt x="1707752" y="120135"/>
                </a:lnTo>
                <a:lnTo>
                  <a:pt x="1707818" y="120318"/>
                </a:lnTo>
                <a:lnTo>
                  <a:pt x="1707890" y="120497"/>
                </a:lnTo>
                <a:lnTo>
                  <a:pt x="1707968" y="120674"/>
                </a:lnTo>
                <a:lnTo>
                  <a:pt x="1708051" y="120848"/>
                </a:lnTo>
                <a:lnTo>
                  <a:pt x="1708140" y="121020"/>
                </a:lnTo>
                <a:lnTo>
                  <a:pt x="1708235" y="121188"/>
                </a:lnTo>
                <a:lnTo>
                  <a:pt x="1708336" y="121354"/>
                </a:lnTo>
                <a:lnTo>
                  <a:pt x="1708442" y="121516"/>
                </a:lnTo>
                <a:lnTo>
                  <a:pt x="1708555" y="121676"/>
                </a:lnTo>
                <a:lnTo>
                  <a:pt x="1708673" y="121834"/>
                </a:lnTo>
                <a:lnTo>
                  <a:pt x="1708796" y="121988"/>
                </a:lnTo>
                <a:lnTo>
                  <a:pt x="1708926" y="122140"/>
                </a:lnTo>
                <a:lnTo>
                  <a:pt x="1709061" y="122288"/>
                </a:lnTo>
                <a:lnTo>
                  <a:pt x="1709201" y="122433"/>
                </a:lnTo>
                <a:lnTo>
                  <a:pt x="1709346" y="122571"/>
                </a:lnTo>
                <a:lnTo>
                  <a:pt x="1709496" y="122703"/>
                </a:lnTo>
                <a:lnTo>
                  <a:pt x="1709649" y="122829"/>
                </a:lnTo>
                <a:lnTo>
                  <a:pt x="1709808" y="122948"/>
                </a:lnTo>
                <a:lnTo>
                  <a:pt x="1709970" y="123062"/>
                </a:lnTo>
                <a:lnTo>
                  <a:pt x="1710138" y="123169"/>
                </a:lnTo>
                <a:lnTo>
                  <a:pt x="1710309" y="123271"/>
                </a:lnTo>
                <a:lnTo>
                  <a:pt x="1710486" y="123366"/>
                </a:lnTo>
                <a:lnTo>
                  <a:pt x="1710666" y="123455"/>
                </a:lnTo>
                <a:lnTo>
                  <a:pt x="1710851" y="123538"/>
                </a:lnTo>
                <a:lnTo>
                  <a:pt x="1711041" y="123614"/>
                </a:lnTo>
                <a:lnTo>
                  <a:pt x="1711235" y="123685"/>
                </a:lnTo>
                <a:lnTo>
                  <a:pt x="1711434" y="123749"/>
                </a:lnTo>
                <a:lnTo>
                  <a:pt x="1711637" y="123808"/>
                </a:lnTo>
                <a:lnTo>
                  <a:pt x="1711844" y="123860"/>
                </a:lnTo>
                <a:lnTo>
                  <a:pt x="1712056" y="123906"/>
                </a:lnTo>
                <a:lnTo>
                  <a:pt x="1712273" y="123946"/>
                </a:lnTo>
                <a:lnTo>
                  <a:pt x="1712493" y="123980"/>
                </a:lnTo>
                <a:lnTo>
                  <a:pt x="1712719" y="124007"/>
                </a:lnTo>
                <a:lnTo>
                  <a:pt x="1712949" y="124029"/>
                </a:lnTo>
                <a:lnTo>
                  <a:pt x="1713183" y="124044"/>
                </a:lnTo>
                <a:lnTo>
                  <a:pt x="1713422" y="124053"/>
                </a:lnTo>
                <a:lnTo>
                  <a:pt x="1713665" y="124056"/>
                </a:lnTo>
                <a:lnTo>
                  <a:pt x="1713903" y="124053"/>
                </a:lnTo>
                <a:lnTo>
                  <a:pt x="1714136" y="124044"/>
                </a:lnTo>
                <a:lnTo>
                  <a:pt x="1714365" y="124029"/>
                </a:lnTo>
                <a:lnTo>
                  <a:pt x="1714590" y="124007"/>
                </a:lnTo>
                <a:lnTo>
                  <a:pt x="1714811" y="123980"/>
                </a:lnTo>
                <a:lnTo>
                  <a:pt x="1715028" y="123946"/>
                </a:lnTo>
                <a:lnTo>
                  <a:pt x="1715241" y="123906"/>
                </a:lnTo>
                <a:lnTo>
                  <a:pt x="1715450" y="123860"/>
                </a:lnTo>
                <a:lnTo>
                  <a:pt x="1715654" y="123808"/>
                </a:lnTo>
                <a:lnTo>
                  <a:pt x="1715855" y="123749"/>
                </a:lnTo>
                <a:lnTo>
                  <a:pt x="1716051" y="123685"/>
                </a:lnTo>
                <a:lnTo>
                  <a:pt x="1716244" y="123614"/>
                </a:lnTo>
                <a:lnTo>
                  <a:pt x="1716432" y="123538"/>
                </a:lnTo>
                <a:lnTo>
                  <a:pt x="1716616" y="123455"/>
                </a:lnTo>
                <a:lnTo>
                  <a:pt x="1716796" y="123366"/>
                </a:lnTo>
                <a:lnTo>
                  <a:pt x="1716972" y="123271"/>
                </a:lnTo>
                <a:lnTo>
                  <a:pt x="1717144" y="123169"/>
                </a:lnTo>
                <a:lnTo>
                  <a:pt x="1717312" y="123062"/>
                </a:lnTo>
                <a:lnTo>
                  <a:pt x="1717476" y="122948"/>
                </a:lnTo>
                <a:lnTo>
                  <a:pt x="1717635" y="122829"/>
                </a:lnTo>
                <a:lnTo>
                  <a:pt x="1717791" y="122703"/>
                </a:lnTo>
                <a:lnTo>
                  <a:pt x="1717942" y="122571"/>
                </a:lnTo>
                <a:lnTo>
                  <a:pt x="1718089" y="122433"/>
                </a:lnTo>
                <a:lnTo>
                  <a:pt x="1718233" y="122288"/>
                </a:lnTo>
                <a:lnTo>
                  <a:pt x="1718371" y="122140"/>
                </a:lnTo>
                <a:lnTo>
                  <a:pt x="1718503" y="121988"/>
                </a:lnTo>
                <a:lnTo>
                  <a:pt x="1718630" y="121834"/>
                </a:lnTo>
                <a:lnTo>
                  <a:pt x="1718750" y="121676"/>
                </a:lnTo>
                <a:lnTo>
                  <a:pt x="1718865" y="121516"/>
                </a:lnTo>
                <a:lnTo>
                  <a:pt x="1718974" y="121354"/>
                </a:lnTo>
                <a:lnTo>
                  <a:pt x="1719077" y="121188"/>
                </a:lnTo>
                <a:lnTo>
                  <a:pt x="1719174" y="121020"/>
                </a:lnTo>
                <a:lnTo>
                  <a:pt x="1719265" y="120848"/>
                </a:lnTo>
                <a:lnTo>
                  <a:pt x="1719351" y="120674"/>
                </a:lnTo>
                <a:lnTo>
                  <a:pt x="1719430" y="120497"/>
                </a:lnTo>
                <a:lnTo>
                  <a:pt x="1719503" y="120318"/>
                </a:lnTo>
                <a:lnTo>
                  <a:pt x="1719571" y="120135"/>
                </a:lnTo>
                <a:lnTo>
                  <a:pt x="1719633" y="119950"/>
                </a:lnTo>
                <a:lnTo>
                  <a:pt x="1719689" y="119762"/>
                </a:lnTo>
                <a:lnTo>
                  <a:pt x="1719739" y="119571"/>
                </a:lnTo>
                <a:lnTo>
                  <a:pt x="1719783" y="119377"/>
                </a:lnTo>
                <a:lnTo>
                  <a:pt x="1719821" y="119180"/>
                </a:lnTo>
                <a:lnTo>
                  <a:pt x="1719854" y="118981"/>
                </a:lnTo>
                <a:lnTo>
                  <a:pt x="1719880" y="118779"/>
                </a:lnTo>
                <a:lnTo>
                  <a:pt x="1719901" y="118574"/>
                </a:lnTo>
                <a:lnTo>
                  <a:pt x="1719915" y="118366"/>
                </a:lnTo>
                <a:lnTo>
                  <a:pt x="1719924" y="118155"/>
                </a:lnTo>
                <a:lnTo>
                  <a:pt x="1719927" y="117942"/>
                </a:lnTo>
                <a:lnTo>
                  <a:pt x="1719924" y="117728"/>
                </a:lnTo>
                <a:lnTo>
                  <a:pt x="1719915" y="117518"/>
                </a:lnTo>
                <a:lnTo>
                  <a:pt x="1719901" y="117309"/>
                </a:lnTo>
                <a:lnTo>
                  <a:pt x="1719880" y="117104"/>
                </a:lnTo>
                <a:lnTo>
                  <a:pt x="1719854" y="116901"/>
                </a:lnTo>
                <a:lnTo>
                  <a:pt x="1719821" y="116701"/>
                </a:lnTo>
                <a:lnTo>
                  <a:pt x="1719783" y="116504"/>
                </a:lnTo>
                <a:lnTo>
                  <a:pt x="1719739" y="116309"/>
                </a:lnTo>
                <a:lnTo>
                  <a:pt x="1719689" y="116117"/>
                </a:lnTo>
                <a:lnTo>
                  <a:pt x="1719633" y="115928"/>
                </a:lnTo>
                <a:lnTo>
                  <a:pt x="1719571" y="115741"/>
                </a:lnTo>
                <a:lnTo>
                  <a:pt x="1719503" y="115557"/>
                </a:lnTo>
                <a:lnTo>
                  <a:pt x="1719430" y="115376"/>
                </a:lnTo>
                <a:lnTo>
                  <a:pt x="1719351" y="115197"/>
                </a:lnTo>
                <a:lnTo>
                  <a:pt x="1719265" y="115021"/>
                </a:lnTo>
                <a:lnTo>
                  <a:pt x="1719174" y="114848"/>
                </a:lnTo>
                <a:lnTo>
                  <a:pt x="1719077" y="114677"/>
                </a:lnTo>
                <a:lnTo>
                  <a:pt x="1718974" y="114509"/>
                </a:lnTo>
                <a:lnTo>
                  <a:pt x="1718865" y="114344"/>
                </a:lnTo>
                <a:lnTo>
                  <a:pt x="1718750" y="114182"/>
                </a:lnTo>
                <a:lnTo>
                  <a:pt x="1718630" y="114022"/>
                </a:lnTo>
                <a:lnTo>
                  <a:pt x="1718503" y="113865"/>
                </a:lnTo>
                <a:lnTo>
                  <a:pt x="1718371" y="113710"/>
                </a:lnTo>
                <a:lnTo>
                  <a:pt x="1718233" y="113559"/>
                </a:lnTo>
                <a:lnTo>
                  <a:pt x="1718089" y="113411"/>
                </a:lnTo>
                <a:lnTo>
                  <a:pt x="1717942" y="113270"/>
                </a:lnTo>
                <a:lnTo>
                  <a:pt x="1717791" y="113136"/>
                </a:lnTo>
                <a:lnTo>
                  <a:pt x="1717635" y="113007"/>
                </a:lnTo>
                <a:lnTo>
                  <a:pt x="1717476" y="112885"/>
                </a:lnTo>
                <a:lnTo>
                  <a:pt x="1717312" y="112769"/>
                </a:lnTo>
                <a:lnTo>
                  <a:pt x="1717144" y="112659"/>
                </a:lnTo>
                <a:lnTo>
                  <a:pt x="1716972" y="112556"/>
                </a:lnTo>
                <a:lnTo>
                  <a:pt x="1716796" y="112459"/>
                </a:lnTo>
                <a:lnTo>
                  <a:pt x="1716616" y="112368"/>
                </a:lnTo>
                <a:lnTo>
                  <a:pt x="1716432" y="112283"/>
                </a:lnTo>
                <a:lnTo>
                  <a:pt x="1716244" y="112205"/>
                </a:lnTo>
                <a:lnTo>
                  <a:pt x="1716051" y="112133"/>
                </a:lnTo>
                <a:lnTo>
                  <a:pt x="1715855" y="112067"/>
                </a:lnTo>
                <a:lnTo>
                  <a:pt x="1715654" y="112008"/>
                </a:lnTo>
                <a:lnTo>
                  <a:pt x="1715450" y="111954"/>
                </a:lnTo>
                <a:lnTo>
                  <a:pt x="1715241" y="111907"/>
                </a:lnTo>
                <a:lnTo>
                  <a:pt x="1715028" y="111867"/>
                </a:lnTo>
                <a:lnTo>
                  <a:pt x="1714811" y="111832"/>
                </a:lnTo>
                <a:lnTo>
                  <a:pt x="1714590" y="111804"/>
                </a:lnTo>
                <a:lnTo>
                  <a:pt x="1714365" y="111782"/>
                </a:lnTo>
                <a:lnTo>
                  <a:pt x="1714136" y="111766"/>
                </a:lnTo>
                <a:lnTo>
                  <a:pt x="1713903" y="111757"/>
                </a:lnTo>
                <a:lnTo>
                  <a:pt x="1713665" y="111754"/>
                </a:lnTo>
                <a:lnTo>
                  <a:pt x="1713422" y="111757"/>
                </a:lnTo>
                <a:lnTo>
                  <a:pt x="1713183" y="111766"/>
                </a:lnTo>
                <a:lnTo>
                  <a:pt x="1712949" y="111782"/>
                </a:lnTo>
                <a:lnTo>
                  <a:pt x="1712719" y="111804"/>
                </a:lnTo>
                <a:lnTo>
                  <a:pt x="1712493" y="111832"/>
                </a:lnTo>
                <a:lnTo>
                  <a:pt x="1712273" y="111867"/>
                </a:lnTo>
                <a:lnTo>
                  <a:pt x="1712056" y="111907"/>
                </a:lnTo>
                <a:lnTo>
                  <a:pt x="1711844" y="111954"/>
                </a:lnTo>
                <a:lnTo>
                  <a:pt x="1711637" y="112008"/>
                </a:lnTo>
                <a:lnTo>
                  <a:pt x="1711434" y="112067"/>
                </a:lnTo>
                <a:lnTo>
                  <a:pt x="1711235" y="112133"/>
                </a:lnTo>
                <a:lnTo>
                  <a:pt x="1711041" y="112205"/>
                </a:lnTo>
                <a:lnTo>
                  <a:pt x="1710851" y="112283"/>
                </a:lnTo>
                <a:lnTo>
                  <a:pt x="1710666" y="112368"/>
                </a:lnTo>
                <a:lnTo>
                  <a:pt x="1710486" y="112459"/>
                </a:lnTo>
                <a:lnTo>
                  <a:pt x="1710309" y="112556"/>
                </a:lnTo>
                <a:lnTo>
                  <a:pt x="1710138" y="112659"/>
                </a:lnTo>
                <a:lnTo>
                  <a:pt x="1709970" y="112769"/>
                </a:lnTo>
                <a:lnTo>
                  <a:pt x="1709808" y="112885"/>
                </a:lnTo>
                <a:lnTo>
                  <a:pt x="1709649" y="113007"/>
                </a:lnTo>
                <a:lnTo>
                  <a:pt x="1709496" y="113136"/>
                </a:lnTo>
                <a:lnTo>
                  <a:pt x="1709346" y="113270"/>
                </a:lnTo>
                <a:lnTo>
                  <a:pt x="1709201" y="113411"/>
                </a:lnTo>
                <a:lnTo>
                  <a:pt x="1709061" y="113559"/>
                </a:lnTo>
                <a:lnTo>
                  <a:pt x="1708926" y="113710"/>
                </a:lnTo>
                <a:lnTo>
                  <a:pt x="1708796" y="113865"/>
                </a:lnTo>
                <a:lnTo>
                  <a:pt x="1708673" y="114022"/>
                </a:lnTo>
                <a:lnTo>
                  <a:pt x="1708555" y="114182"/>
                </a:lnTo>
                <a:lnTo>
                  <a:pt x="1708442" y="114344"/>
                </a:lnTo>
                <a:lnTo>
                  <a:pt x="1708336" y="114509"/>
                </a:lnTo>
                <a:lnTo>
                  <a:pt x="1708235" y="114677"/>
                </a:lnTo>
                <a:lnTo>
                  <a:pt x="1708140" y="114848"/>
                </a:lnTo>
                <a:lnTo>
                  <a:pt x="1708051" y="115021"/>
                </a:lnTo>
                <a:lnTo>
                  <a:pt x="1707968" y="115197"/>
                </a:lnTo>
                <a:lnTo>
                  <a:pt x="1707890" y="115376"/>
                </a:lnTo>
                <a:lnTo>
                  <a:pt x="1707818" y="115557"/>
                </a:lnTo>
                <a:lnTo>
                  <a:pt x="1707752" y="115741"/>
                </a:lnTo>
                <a:lnTo>
                  <a:pt x="1707691" y="115928"/>
                </a:lnTo>
                <a:lnTo>
                  <a:pt x="1707637" y="116117"/>
                </a:lnTo>
                <a:lnTo>
                  <a:pt x="1707588" y="116309"/>
                </a:lnTo>
                <a:lnTo>
                  <a:pt x="1707545" y="116504"/>
                </a:lnTo>
                <a:lnTo>
                  <a:pt x="1707507" y="116701"/>
                </a:lnTo>
                <a:lnTo>
                  <a:pt x="1707476" y="116901"/>
                </a:lnTo>
                <a:lnTo>
                  <a:pt x="1707450" y="117104"/>
                </a:lnTo>
                <a:lnTo>
                  <a:pt x="1707429" y="117309"/>
                </a:lnTo>
                <a:lnTo>
                  <a:pt x="1707415" y="117518"/>
                </a:lnTo>
                <a:lnTo>
                  <a:pt x="1707406" y="117728"/>
                </a:lnTo>
                <a:lnTo>
                  <a:pt x="1707404" y="117942"/>
                </a:lnTo>
                <a:lnTo>
                  <a:pt x="1707406" y="118155"/>
                </a:lnTo>
                <a:lnTo>
                  <a:pt x="1707415" y="118366"/>
                </a:lnTo>
                <a:lnTo>
                  <a:pt x="1707429" y="118574"/>
                </a:lnTo>
                <a:lnTo>
                  <a:pt x="1707450" y="118779"/>
                </a:lnTo>
                <a:lnTo>
                  <a:pt x="1707476" y="118981"/>
                </a:lnTo>
                <a:lnTo>
                  <a:pt x="1707507" y="11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9F39D-0E32-400A-BCC1-6BD1956F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2824075"/>
            <a:ext cx="1891538" cy="779055"/>
          </a:xfrm>
          <a:custGeom xmlns:a="http://schemas.openxmlformats.org/drawingml/2006/main">
            <a:pathLst>
              <a:path w="1891538" h="779055">
                <a:moveTo>
                  <a:pt x="0" y="129837"/>
                </a:moveTo>
                <a:cubicBezTo>
                  <a:pt x="0" y="58149"/>
                  <a:pt x="58149" y="0"/>
                  <a:pt x="129837" y="0"/>
                </a:cubicBezTo>
                <a:lnTo>
                  <a:pt x="1761701" y="0"/>
                </a:lnTo>
                <a:cubicBezTo>
                  <a:pt x="1796141" y="0"/>
                  <a:pt x="1829162" y="13671"/>
                  <a:pt x="1853511" y="38027"/>
                </a:cubicBezTo>
                <a:cubicBezTo>
                  <a:pt x="1877867" y="62376"/>
                  <a:pt x="1891538" y="95396"/>
                  <a:pt x="1891538" y="129837"/>
                </a:cubicBezTo>
                <a:lnTo>
                  <a:pt x="1891538" y="649191"/>
                </a:lnTo>
                <a:cubicBezTo>
                  <a:pt x="1891538" y="720905"/>
                  <a:pt x="1833415" y="779055"/>
                  <a:pt x="1761701" y="779055"/>
                </a:cubicBezTo>
                <a:lnTo>
                  <a:pt x="129837" y="779055"/>
                </a:lnTo>
                <a:cubicBezTo>
                  <a:pt x="58149" y="779055"/>
                  <a:pt x="0" y="720905"/>
                  <a:pt x="0" y="649191"/>
                </a:cubicBezTo>
                <a:lnTo>
                  <a:pt x="0" y="129837"/>
                </a:lnTo>
                <a:close/>
                <a:moveTo>
                  <a:pt x="0" y="1298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1536E-488B-4D93-AE3B-D0E3A871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2824075"/>
            <a:ext cx="1891538" cy="779055"/>
          </a:xfrm>
          <a:custGeom xmlns:a="http://schemas.openxmlformats.org/drawingml/2006/main">
            <a:pathLst>
              <a:path w="1891538" h="779055" fill="none">
                <a:moveTo>
                  <a:pt x="0" y="129837"/>
                </a:moveTo>
                <a:cubicBezTo>
                  <a:pt x="0" y="58149"/>
                  <a:pt x="58149" y="0"/>
                  <a:pt x="129837" y="0"/>
                </a:cubicBezTo>
                <a:lnTo>
                  <a:pt x="1761701" y="0"/>
                </a:lnTo>
                <a:cubicBezTo>
                  <a:pt x="1796141" y="0"/>
                  <a:pt x="1829162" y="13671"/>
                  <a:pt x="1853511" y="38027"/>
                </a:cubicBezTo>
                <a:cubicBezTo>
                  <a:pt x="1877867" y="62376"/>
                  <a:pt x="1891538" y="95396"/>
                  <a:pt x="1891538" y="129837"/>
                </a:cubicBezTo>
                <a:lnTo>
                  <a:pt x="1891538" y="649191"/>
                </a:lnTo>
                <a:cubicBezTo>
                  <a:pt x="1891538" y="720905"/>
                  <a:pt x="1833415" y="779055"/>
                  <a:pt x="1761701" y="779055"/>
                </a:cubicBezTo>
                <a:lnTo>
                  <a:pt x="129837" y="779055"/>
                </a:lnTo>
                <a:cubicBezTo>
                  <a:pt x="58149" y="779055"/>
                  <a:pt x="0" y="720905"/>
                  <a:pt x="0" y="649191"/>
                </a:cubicBezTo>
                <a:lnTo>
                  <a:pt x="0" y="129837"/>
                </a:lnTo>
                <a:close/>
                <a:moveTo>
                  <a:pt x="0" y="129837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34" name="Text Surething!">
            <a:extLst xmlns:a="http://schemas.openxmlformats.org/drawingml/2006/main">
              <a:ext uri="{FF2B5EF4-FFF2-40B4-BE49-F238E27FC236}">
                <a16:creationId xmlns:a16="http://schemas.microsoft.com/office/drawing/2014/main" id="{545F0CAA-ED07-4643-9B61-0BBFE16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332" y="2987764"/>
            <a:ext cx="700496" cy="144610"/>
          </a:xfrm>
          <a:custGeom xmlns:a="http://schemas.openxmlformats.org/drawingml/2006/main">
            <a:pathLst>
              <a:path w="700496" h="144610">
                <a:moveTo>
                  <a:pt x="335364" y="33445"/>
                </a:moveTo>
                <a:lnTo>
                  <a:pt x="335364" y="43906"/>
                </a:lnTo>
                <a:lnTo>
                  <a:pt x="349950" y="43906"/>
                </a:lnTo>
                <a:lnTo>
                  <a:pt x="349950" y="93321"/>
                </a:lnTo>
                <a:lnTo>
                  <a:pt x="349955" y="93979"/>
                </a:lnTo>
                <a:lnTo>
                  <a:pt x="349968" y="94625"/>
                </a:lnTo>
                <a:lnTo>
                  <a:pt x="349989" y="95260"/>
                </a:lnTo>
                <a:lnTo>
                  <a:pt x="350019" y="95884"/>
                </a:lnTo>
                <a:lnTo>
                  <a:pt x="350058" y="96496"/>
                </a:lnTo>
                <a:lnTo>
                  <a:pt x="350105" y="97097"/>
                </a:lnTo>
                <a:lnTo>
                  <a:pt x="350160" y="97687"/>
                </a:lnTo>
                <a:lnTo>
                  <a:pt x="350225" y="98265"/>
                </a:lnTo>
                <a:lnTo>
                  <a:pt x="350297" y="98832"/>
                </a:lnTo>
                <a:lnTo>
                  <a:pt x="350379" y="99387"/>
                </a:lnTo>
                <a:lnTo>
                  <a:pt x="350469" y="99931"/>
                </a:lnTo>
                <a:lnTo>
                  <a:pt x="350567" y="100464"/>
                </a:lnTo>
                <a:lnTo>
                  <a:pt x="350674" y="100985"/>
                </a:lnTo>
                <a:lnTo>
                  <a:pt x="350790" y="101495"/>
                </a:lnTo>
                <a:lnTo>
                  <a:pt x="350914" y="101993"/>
                </a:lnTo>
                <a:lnTo>
                  <a:pt x="351047" y="102480"/>
                </a:lnTo>
                <a:lnTo>
                  <a:pt x="351189" y="102956"/>
                </a:lnTo>
                <a:lnTo>
                  <a:pt x="351339" y="103420"/>
                </a:lnTo>
                <a:lnTo>
                  <a:pt x="351497" y="103873"/>
                </a:lnTo>
                <a:lnTo>
                  <a:pt x="351664" y="104314"/>
                </a:lnTo>
                <a:lnTo>
                  <a:pt x="351840" y="104744"/>
                </a:lnTo>
                <a:lnTo>
                  <a:pt x="352024" y="105163"/>
                </a:lnTo>
                <a:lnTo>
                  <a:pt x="352217" y="105570"/>
                </a:lnTo>
                <a:lnTo>
                  <a:pt x="352418" y="105966"/>
                </a:lnTo>
                <a:lnTo>
                  <a:pt x="352627" y="106352"/>
                </a:lnTo>
                <a:lnTo>
                  <a:pt x="352842" y="106728"/>
                </a:lnTo>
                <a:lnTo>
                  <a:pt x="353062" y="107094"/>
                </a:lnTo>
                <a:lnTo>
                  <a:pt x="353289" y="107452"/>
                </a:lnTo>
                <a:lnTo>
                  <a:pt x="353522" y="107800"/>
                </a:lnTo>
                <a:lnTo>
                  <a:pt x="353760" y="108138"/>
                </a:lnTo>
                <a:lnTo>
                  <a:pt x="354005" y="108468"/>
                </a:lnTo>
                <a:lnTo>
                  <a:pt x="354256" y="108788"/>
                </a:lnTo>
                <a:lnTo>
                  <a:pt x="354513" y="109098"/>
                </a:lnTo>
                <a:lnTo>
                  <a:pt x="354775" y="109400"/>
                </a:lnTo>
                <a:lnTo>
                  <a:pt x="355044" y="109692"/>
                </a:lnTo>
                <a:lnTo>
                  <a:pt x="355319" y="109974"/>
                </a:lnTo>
                <a:lnTo>
                  <a:pt x="355600" y="110248"/>
                </a:lnTo>
                <a:lnTo>
                  <a:pt x="355887" y="110512"/>
                </a:lnTo>
                <a:lnTo>
                  <a:pt x="356179" y="110766"/>
                </a:lnTo>
                <a:lnTo>
                  <a:pt x="356478" y="111012"/>
                </a:lnTo>
                <a:lnTo>
                  <a:pt x="356783" y="111248"/>
                </a:lnTo>
                <a:lnTo>
                  <a:pt x="357094" y="111474"/>
                </a:lnTo>
                <a:lnTo>
                  <a:pt x="357411" y="111691"/>
                </a:lnTo>
                <a:lnTo>
                  <a:pt x="357734" y="111899"/>
                </a:lnTo>
                <a:lnTo>
                  <a:pt x="358062" y="112098"/>
                </a:lnTo>
                <a:lnTo>
                  <a:pt x="358397" y="112287"/>
                </a:lnTo>
                <a:lnTo>
                  <a:pt x="358738" y="112467"/>
                </a:lnTo>
                <a:lnTo>
                  <a:pt x="359085" y="112638"/>
                </a:lnTo>
                <a:lnTo>
                  <a:pt x="359437" y="112800"/>
                </a:lnTo>
                <a:lnTo>
                  <a:pt x="359791" y="112956"/>
                </a:lnTo>
                <a:lnTo>
                  <a:pt x="360148" y="113104"/>
                </a:lnTo>
                <a:lnTo>
                  <a:pt x="360507" y="113246"/>
                </a:lnTo>
                <a:lnTo>
                  <a:pt x="360870" y="113380"/>
                </a:lnTo>
                <a:lnTo>
                  <a:pt x="361235" y="113508"/>
                </a:lnTo>
                <a:lnTo>
                  <a:pt x="361604" y="113629"/>
                </a:lnTo>
                <a:lnTo>
                  <a:pt x="361975" y="113743"/>
                </a:lnTo>
                <a:lnTo>
                  <a:pt x="362348" y="113850"/>
                </a:lnTo>
                <a:lnTo>
                  <a:pt x="362725" y="113950"/>
                </a:lnTo>
                <a:lnTo>
                  <a:pt x="363105" y="114043"/>
                </a:lnTo>
                <a:lnTo>
                  <a:pt x="363487" y="114130"/>
                </a:lnTo>
                <a:lnTo>
                  <a:pt x="363872" y="114209"/>
                </a:lnTo>
                <a:lnTo>
                  <a:pt x="364260" y="114282"/>
                </a:lnTo>
                <a:lnTo>
                  <a:pt x="364651" y="114347"/>
                </a:lnTo>
                <a:lnTo>
                  <a:pt x="365044" y="114406"/>
                </a:lnTo>
                <a:lnTo>
                  <a:pt x="365440" y="114458"/>
                </a:lnTo>
                <a:lnTo>
                  <a:pt x="365840" y="114503"/>
                </a:lnTo>
                <a:lnTo>
                  <a:pt x="366242" y="114541"/>
                </a:lnTo>
                <a:lnTo>
                  <a:pt x="366646" y="114572"/>
                </a:lnTo>
                <a:lnTo>
                  <a:pt x="367054" y="114596"/>
                </a:lnTo>
                <a:lnTo>
                  <a:pt x="367464" y="114613"/>
                </a:lnTo>
                <a:lnTo>
                  <a:pt x="367878" y="114623"/>
                </a:lnTo>
                <a:lnTo>
                  <a:pt x="368294" y="114627"/>
                </a:lnTo>
                <a:lnTo>
                  <a:pt x="368599" y="114626"/>
                </a:lnTo>
                <a:lnTo>
                  <a:pt x="368900" y="114624"/>
                </a:lnTo>
                <a:lnTo>
                  <a:pt x="369198" y="114619"/>
                </a:lnTo>
                <a:lnTo>
                  <a:pt x="369492" y="114614"/>
                </a:lnTo>
                <a:lnTo>
                  <a:pt x="369782" y="114606"/>
                </a:lnTo>
                <a:lnTo>
                  <a:pt x="370069" y="114597"/>
                </a:lnTo>
                <a:lnTo>
                  <a:pt x="370351" y="114586"/>
                </a:lnTo>
                <a:lnTo>
                  <a:pt x="370631" y="114574"/>
                </a:lnTo>
                <a:lnTo>
                  <a:pt x="370906" y="114560"/>
                </a:lnTo>
                <a:lnTo>
                  <a:pt x="371178" y="114544"/>
                </a:lnTo>
                <a:lnTo>
                  <a:pt x="371446" y="114526"/>
                </a:lnTo>
                <a:lnTo>
                  <a:pt x="371710" y="114507"/>
                </a:lnTo>
                <a:lnTo>
                  <a:pt x="371971" y="114486"/>
                </a:lnTo>
                <a:lnTo>
                  <a:pt x="372227" y="114464"/>
                </a:lnTo>
                <a:lnTo>
                  <a:pt x="372481" y="114440"/>
                </a:lnTo>
                <a:lnTo>
                  <a:pt x="372730" y="114414"/>
                </a:lnTo>
                <a:lnTo>
                  <a:pt x="372976" y="114387"/>
                </a:lnTo>
                <a:lnTo>
                  <a:pt x="373218" y="114358"/>
                </a:lnTo>
                <a:lnTo>
                  <a:pt x="373456" y="114327"/>
                </a:lnTo>
                <a:lnTo>
                  <a:pt x="373691" y="114294"/>
                </a:lnTo>
                <a:lnTo>
                  <a:pt x="373922" y="114260"/>
                </a:lnTo>
                <a:lnTo>
                  <a:pt x="374149" y="114225"/>
                </a:lnTo>
                <a:lnTo>
                  <a:pt x="374372" y="114187"/>
                </a:lnTo>
                <a:lnTo>
                  <a:pt x="374592" y="114148"/>
                </a:lnTo>
                <a:lnTo>
                  <a:pt x="374808" y="114108"/>
                </a:lnTo>
                <a:lnTo>
                  <a:pt x="375021" y="114068"/>
                </a:lnTo>
                <a:lnTo>
                  <a:pt x="375231" y="114028"/>
                </a:lnTo>
                <a:lnTo>
                  <a:pt x="375436" y="113987"/>
                </a:lnTo>
                <a:lnTo>
                  <a:pt x="375639" y="113947"/>
                </a:lnTo>
                <a:lnTo>
                  <a:pt x="375838" y="113906"/>
                </a:lnTo>
                <a:lnTo>
                  <a:pt x="376033" y="113866"/>
                </a:lnTo>
                <a:lnTo>
                  <a:pt x="376225" y="113825"/>
                </a:lnTo>
                <a:lnTo>
                  <a:pt x="376414" y="113784"/>
                </a:lnTo>
                <a:lnTo>
                  <a:pt x="376599" y="113743"/>
                </a:lnTo>
                <a:lnTo>
                  <a:pt x="376781" y="113701"/>
                </a:lnTo>
                <a:lnTo>
                  <a:pt x="376959" y="113660"/>
                </a:lnTo>
                <a:lnTo>
                  <a:pt x="377134" y="113618"/>
                </a:lnTo>
                <a:lnTo>
                  <a:pt x="377305" y="113577"/>
                </a:lnTo>
                <a:lnTo>
                  <a:pt x="377473" y="113535"/>
                </a:lnTo>
                <a:lnTo>
                  <a:pt x="377637" y="113493"/>
                </a:lnTo>
                <a:lnTo>
                  <a:pt x="377798" y="113451"/>
                </a:lnTo>
                <a:lnTo>
                  <a:pt x="377956" y="113409"/>
                </a:lnTo>
                <a:lnTo>
                  <a:pt x="378110" y="113367"/>
                </a:lnTo>
                <a:lnTo>
                  <a:pt x="378260" y="113324"/>
                </a:lnTo>
                <a:lnTo>
                  <a:pt x="378407" y="113282"/>
                </a:lnTo>
                <a:lnTo>
                  <a:pt x="378551" y="113239"/>
                </a:lnTo>
                <a:lnTo>
                  <a:pt x="378691" y="113196"/>
                </a:lnTo>
                <a:lnTo>
                  <a:pt x="378828" y="113154"/>
                </a:lnTo>
                <a:lnTo>
                  <a:pt x="378754" y="102030"/>
                </a:lnTo>
                <a:lnTo>
                  <a:pt x="378673" y="102048"/>
                </a:lnTo>
                <a:lnTo>
                  <a:pt x="378588" y="102067"/>
                </a:lnTo>
                <a:lnTo>
                  <a:pt x="378501" y="102087"/>
                </a:lnTo>
                <a:lnTo>
                  <a:pt x="378410" y="102106"/>
                </a:lnTo>
                <a:lnTo>
                  <a:pt x="378315" y="102127"/>
                </a:lnTo>
                <a:lnTo>
                  <a:pt x="378218" y="102147"/>
                </a:lnTo>
                <a:lnTo>
                  <a:pt x="378117" y="102168"/>
                </a:lnTo>
                <a:lnTo>
                  <a:pt x="378014" y="102189"/>
                </a:lnTo>
                <a:lnTo>
                  <a:pt x="377907" y="102211"/>
                </a:lnTo>
                <a:lnTo>
                  <a:pt x="377797" y="102233"/>
                </a:lnTo>
                <a:lnTo>
                  <a:pt x="377683" y="102256"/>
                </a:lnTo>
                <a:lnTo>
                  <a:pt x="377567" y="102278"/>
                </a:lnTo>
                <a:lnTo>
                  <a:pt x="377447" y="102302"/>
                </a:lnTo>
                <a:lnTo>
                  <a:pt x="377324" y="102325"/>
                </a:lnTo>
                <a:lnTo>
                  <a:pt x="377198" y="102349"/>
                </a:lnTo>
                <a:lnTo>
                  <a:pt x="377068" y="102373"/>
                </a:lnTo>
                <a:lnTo>
                  <a:pt x="376936" y="102398"/>
                </a:lnTo>
                <a:lnTo>
                  <a:pt x="376800" y="102423"/>
                </a:lnTo>
                <a:lnTo>
                  <a:pt x="376661" y="102449"/>
                </a:lnTo>
                <a:lnTo>
                  <a:pt x="376519" y="102475"/>
                </a:lnTo>
                <a:lnTo>
                  <a:pt x="376374" y="102501"/>
                </a:lnTo>
                <a:lnTo>
                  <a:pt x="376225" y="102528"/>
                </a:lnTo>
                <a:lnTo>
                  <a:pt x="376073" y="102555"/>
                </a:lnTo>
                <a:lnTo>
                  <a:pt x="375918" y="102582"/>
                </a:lnTo>
                <a:lnTo>
                  <a:pt x="375762" y="102609"/>
                </a:lnTo>
                <a:lnTo>
                  <a:pt x="375606" y="102635"/>
                </a:lnTo>
                <a:lnTo>
                  <a:pt x="375452" y="102660"/>
                </a:lnTo>
                <a:lnTo>
                  <a:pt x="375297" y="102684"/>
                </a:lnTo>
                <a:lnTo>
                  <a:pt x="375144" y="102706"/>
                </a:lnTo>
                <a:lnTo>
                  <a:pt x="374991" y="102727"/>
                </a:lnTo>
                <a:lnTo>
                  <a:pt x="374838" y="102747"/>
                </a:lnTo>
                <a:lnTo>
                  <a:pt x="374686" y="102766"/>
                </a:lnTo>
                <a:lnTo>
                  <a:pt x="374535" y="102784"/>
                </a:lnTo>
                <a:lnTo>
                  <a:pt x="374385" y="102801"/>
                </a:lnTo>
                <a:lnTo>
                  <a:pt x="374235" y="102816"/>
                </a:lnTo>
                <a:lnTo>
                  <a:pt x="374086" y="102831"/>
                </a:lnTo>
                <a:lnTo>
                  <a:pt x="373937" y="102844"/>
                </a:lnTo>
                <a:lnTo>
                  <a:pt x="373789" y="102856"/>
                </a:lnTo>
                <a:lnTo>
                  <a:pt x="373642" y="102867"/>
                </a:lnTo>
                <a:lnTo>
                  <a:pt x="373495" y="102877"/>
                </a:lnTo>
                <a:lnTo>
                  <a:pt x="373349" y="102886"/>
                </a:lnTo>
                <a:lnTo>
                  <a:pt x="373204" y="102893"/>
                </a:lnTo>
                <a:lnTo>
                  <a:pt x="373059" y="102899"/>
                </a:lnTo>
                <a:lnTo>
                  <a:pt x="372915" y="102905"/>
                </a:lnTo>
                <a:lnTo>
                  <a:pt x="372772" y="102909"/>
                </a:lnTo>
                <a:lnTo>
                  <a:pt x="372629" y="102911"/>
                </a:lnTo>
                <a:lnTo>
                  <a:pt x="372487" y="102913"/>
                </a:lnTo>
                <a:lnTo>
                  <a:pt x="372345" y="102914"/>
                </a:lnTo>
                <a:lnTo>
                  <a:pt x="372156" y="102913"/>
                </a:lnTo>
                <a:lnTo>
                  <a:pt x="371967" y="102909"/>
                </a:lnTo>
                <a:lnTo>
                  <a:pt x="371779" y="102903"/>
                </a:lnTo>
                <a:lnTo>
                  <a:pt x="371592" y="102895"/>
                </a:lnTo>
                <a:lnTo>
                  <a:pt x="371407" y="102885"/>
                </a:lnTo>
                <a:lnTo>
                  <a:pt x="371222" y="102872"/>
                </a:lnTo>
                <a:lnTo>
                  <a:pt x="371038" y="102857"/>
                </a:lnTo>
                <a:lnTo>
                  <a:pt x="370856" y="102840"/>
                </a:lnTo>
                <a:lnTo>
                  <a:pt x="370674" y="102820"/>
                </a:lnTo>
                <a:lnTo>
                  <a:pt x="370493" y="102799"/>
                </a:lnTo>
                <a:lnTo>
                  <a:pt x="370314" y="102774"/>
                </a:lnTo>
                <a:lnTo>
                  <a:pt x="370135" y="102748"/>
                </a:lnTo>
                <a:lnTo>
                  <a:pt x="369958" y="102719"/>
                </a:lnTo>
                <a:lnTo>
                  <a:pt x="369781" y="102688"/>
                </a:lnTo>
                <a:lnTo>
                  <a:pt x="369606" y="102655"/>
                </a:lnTo>
                <a:lnTo>
                  <a:pt x="369431" y="102619"/>
                </a:lnTo>
                <a:lnTo>
                  <a:pt x="369258" y="102581"/>
                </a:lnTo>
                <a:lnTo>
                  <a:pt x="369086" y="102541"/>
                </a:lnTo>
                <a:lnTo>
                  <a:pt x="368914" y="102498"/>
                </a:lnTo>
                <a:lnTo>
                  <a:pt x="368744" y="102453"/>
                </a:lnTo>
                <a:lnTo>
                  <a:pt x="368575" y="102406"/>
                </a:lnTo>
                <a:lnTo>
                  <a:pt x="368406" y="102357"/>
                </a:lnTo>
                <a:lnTo>
                  <a:pt x="368239" y="102305"/>
                </a:lnTo>
                <a:lnTo>
                  <a:pt x="368073" y="102251"/>
                </a:lnTo>
                <a:lnTo>
                  <a:pt x="367908" y="102193"/>
                </a:lnTo>
                <a:lnTo>
                  <a:pt x="367746" y="102130"/>
                </a:lnTo>
                <a:lnTo>
                  <a:pt x="367587" y="102063"/>
                </a:lnTo>
                <a:lnTo>
                  <a:pt x="367430" y="101991"/>
                </a:lnTo>
                <a:lnTo>
                  <a:pt x="367276" y="101914"/>
                </a:lnTo>
                <a:lnTo>
                  <a:pt x="367124" y="101832"/>
                </a:lnTo>
                <a:lnTo>
                  <a:pt x="366975" y="101745"/>
                </a:lnTo>
                <a:lnTo>
                  <a:pt x="366828" y="101653"/>
                </a:lnTo>
                <a:lnTo>
                  <a:pt x="366684" y="101556"/>
                </a:lnTo>
                <a:lnTo>
                  <a:pt x="366543" y="101455"/>
                </a:lnTo>
                <a:lnTo>
                  <a:pt x="366404" y="101348"/>
                </a:lnTo>
                <a:lnTo>
                  <a:pt x="366268" y="101237"/>
                </a:lnTo>
                <a:lnTo>
                  <a:pt x="366134" y="101121"/>
                </a:lnTo>
                <a:lnTo>
                  <a:pt x="366003" y="101000"/>
                </a:lnTo>
                <a:lnTo>
                  <a:pt x="365874" y="100874"/>
                </a:lnTo>
                <a:lnTo>
                  <a:pt x="365748" y="100744"/>
                </a:lnTo>
                <a:lnTo>
                  <a:pt x="365624" y="100608"/>
                </a:lnTo>
                <a:lnTo>
                  <a:pt x="365504" y="100468"/>
                </a:lnTo>
                <a:lnTo>
                  <a:pt x="365385" y="100322"/>
                </a:lnTo>
                <a:lnTo>
                  <a:pt x="365269" y="100172"/>
                </a:lnTo>
                <a:lnTo>
                  <a:pt x="365156" y="100017"/>
                </a:lnTo>
                <a:lnTo>
                  <a:pt x="365045" y="99857"/>
                </a:lnTo>
                <a:lnTo>
                  <a:pt x="364937" y="99692"/>
                </a:lnTo>
                <a:lnTo>
                  <a:pt x="364831" y="99523"/>
                </a:lnTo>
                <a:lnTo>
                  <a:pt x="364729" y="99347"/>
                </a:lnTo>
                <a:lnTo>
                  <a:pt x="364631" y="99165"/>
                </a:lnTo>
                <a:lnTo>
                  <a:pt x="364538" y="98975"/>
                </a:lnTo>
                <a:lnTo>
                  <a:pt x="364449" y="98779"/>
                </a:lnTo>
                <a:lnTo>
                  <a:pt x="364364" y="98576"/>
                </a:lnTo>
                <a:lnTo>
                  <a:pt x="364283" y="98366"/>
                </a:lnTo>
                <a:lnTo>
                  <a:pt x="364207" y="98149"/>
                </a:lnTo>
                <a:lnTo>
                  <a:pt x="364136" y="97925"/>
                </a:lnTo>
                <a:lnTo>
                  <a:pt x="364068" y="97694"/>
                </a:lnTo>
                <a:lnTo>
                  <a:pt x="364005" y="97457"/>
                </a:lnTo>
                <a:lnTo>
                  <a:pt x="363946" y="97212"/>
                </a:lnTo>
                <a:lnTo>
                  <a:pt x="363892" y="96960"/>
                </a:lnTo>
                <a:lnTo>
                  <a:pt x="363842" y="96702"/>
                </a:lnTo>
                <a:lnTo>
                  <a:pt x="363796" y="96437"/>
                </a:lnTo>
                <a:lnTo>
                  <a:pt x="363755" y="96164"/>
                </a:lnTo>
                <a:lnTo>
                  <a:pt x="363718" y="95885"/>
                </a:lnTo>
                <a:lnTo>
                  <a:pt x="363685" y="95599"/>
                </a:lnTo>
                <a:lnTo>
                  <a:pt x="363657" y="95306"/>
                </a:lnTo>
                <a:lnTo>
                  <a:pt x="363633" y="95007"/>
                </a:lnTo>
                <a:lnTo>
                  <a:pt x="363614" y="94700"/>
                </a:lnTo>
                <a:lnTo>
                  <a:pt x="363599" y="94386"/>
                </a:lnTo>
                <a:lnTo>
                  <a:pt x="363588" y="94066"/>
                </a:lnTo>
                <a:lnTo>
                  <a:pt x="363581" y="93738"/>
                </a:lnTo>
                <a:lnTo>
                  <a:pt x="363579" y="93404"/>
                </a:lnTo>
                <a:lnTo>
                  <a:pt x="363579" y="43906"/>
                </a:lnTo>
                <a:lnTo>
                  <a:pt x="378460" y="43906"/>
                </a:lnTo>
                <a:lnTo>
                  <a:pt x="378460" y="33445"/>
                </a:lnTo>
                <a:lnTo>
                  <a:pt x="363579" y="33445"/>
                </a:lnTo>
                <a:lnTo>
                  <a:pt x="363579" y="13997"/>
                </a:lnTo>
                <a:lnTo>
                  <a:pt x="349950" y="13997"/>
                </a:lnTo>
                <a:lnTo>
                  <a:pt x="349950" y="33445"/>
                </a:lnTo>
                <a:lnTo>
                  <a:pt x="335364" y="33445"/>
                </a:lnTo>
                <a:close/>
                <a:moveTo>
                  <a:pt x="191710" y="55506"/>
                </a:moveTo>
                <a:lnTo>
                  <a:pt x="191850" y="55221"/>
                </a:lnTo>
                <a:lnTo>
                  <a:pt x="191993" y="54939"/>
                </a:lnTo>
                <a:lnTo>
                  <a:pt x="192141" y="54661"/>
                </a:lnTo>
                <a:lnTo>
                  <a:pt x="192292" y="54387"/>
                </a:lnTo>
                <a:lnTo>
                  <a:pt x="192447" y="54116"/>
                </a:lnTo>
                <a:lnTo>
                  <a:pt x="192606" y="53848"/>
                </a:lnTo>
                <a:lnTo>
                  <a:pt x="192768" y="53584"/>
                </a:lnTo>
                <a:lnTo>
                  <a:pt x="192934" y="53323"/>
                </a:lnTo>
                <a:lnTo>
                  <a:pt x="193104" y="53066"/>
                </a:lnTo>
                <a:lnTo>
                  <a:pt x="193278" y="52812"/>
                </a:lnTo>
                <a:lnTo>
                  <a:pt x="193455" y="52562"/>
                </a:lnTo>
                <a:lnTo>
                  <a:pt x="193636" y="52315"/>
                </a:lnTo>
                <a:lnTo>
                  <a:pt x="193820" y="52072"/>
                </a:lnTo>
                <a:lnTo>
                  <a:pt x="194009" y="51832"/>
                </a:lnTo>
                <a:lnTo>
                  <a:pt x="194201" y="51595"/>
                </a:lnTo>
                <a:lnTo>
                  <a:pt x="194396" y="51362"/>
                </a:lnTo>
                <a:lnTo>
                  <a:pt x="194596" y="51132"/>
                </a:lnTo>
                <a:lnTo>
                  <a:pt x="194799" y="50906"/>
                </a:lnTo>
                <a:lnTo>
                  <a:pt x="195006" y="50683"/>
                </a:lnTo>
                <a:lnTo>
                  <a:pt x="195216" y="50464"/>
                </a:lnTo>
                <a:lnTo>
                  <a:pt x="195431" y="50250"/>
                </a:lnTo>
                <a:lnTo>
                  <a:pt x="195649" y="50039"/>
                </a:lnTo>
                <a:lnTo>
                  <a:pt x="195871" y="49832"/>
                </a:lnTo>
                <a:lnTo>
                  <a:pt x="196097" y="49629"/>
                </a:lnTo>
                <a:lnTo>
                  <a:pt x="196327" y="49431"/>
                </a:lnTo>
                <a:lnTo>
                  <a:pt x="196561" y="49237"/>
                </a:lnTo>
                <a:lnTo>
                  <a:pt x="196798" y="49046"/>
                </a:lnTo>
                <a:lnTo>
                  <a:pt x="197040" y="48860"/>
                </a:lnTo>
                <a:lnTo>
                  <a:pt x="197285" y="48678"/>
                </a:lnTo>
                <a:lnTo>
                  <a:pt x="197534" y="48500"/>
                </a:lnTo>
                <a:lnTo>
                  <a:pt x="197787" y="48326"/>
                </a:lnTo>
                <a:lnTo>
                  <a:pt x="198043" y="48156"/>
                </a:lnTo>
                <a:lnTo>
                  <a:pt x="198304" y="47990"/>
                </a:lnTo>
                <a:lnTo>
                  <a:pt x="198568" y="47829"/>
                </a:lnTo>
                <a:lnTo>
                  <a:pt x="198837" y="47671"/>
                </a:lnTo>
                <a:lnTo>
                  <a:pt x="199109" y="47518"/>
                </a:lnTo>
                <a:lnTo>
                  <a:pt x="199384" y="47368"/>
                </a:lnTo>
                <a:lnTo>
                  <a:pt x="199664" y="47223"/>
                </a:lnTo>
                <a:lnTo>
                  <a:pt x="199948" y="47082"/>
                </a:lnTo>
                <a:lnTo>
                  <a:pt x="200235" y="46945"/>
                </a:lnTo>
                <a:lnTo>
                  <a:pt x="200526" y="46812"/>
                </a:lnTo>
                <a:lnTo>
                  <a:pt x="200821" y="46683"/>
                </a:lnTo>
                <a:lnTo>
                  <a:pt x="201120" y="46558"/>
                </a:lnTo>
                <a:lnTo>
                  <a:pt x="201423" y="46438"/>
                </a:lnTo>
                <a:lnTo>
                  <a:pt x="201730" y="46323"/>
                </a:lnTo>
                <a:lnTo>
                  <a:pt x="202040" y="46213"/>
                </a:lnTo>
                <a:lnTo>
                  <a:pt x="202354" y="46108"/>
                </a:lnTo>
                <a:lnTo>
                  <a:pt x="202672" y="46008"/>
                </a:lnTo>
                <a:lnTo>
                  <a:pt x="202994" y="45913"/>
                </a:lnTo>
                <a:lnTo>
                  <a:pt x="203320" y="45824"/>
                </a:lnTo>
                <a:lnTo>
                  <a:pt x="203650" y="45739"/>
                </a:lnTo>
                <a:lnTo>
                  <a:pt x="203983" y="45660"/>
                </a:lnTo>
                <a:lnTo>
                  <a:pt x="204320" y="45586"/>
                </a:lnTo>
                <a:lnTo>
                  <a:pt x="204661" y="45517"/>
                </a:lnTo>
                <a:lnTo>
                  <a:pt x="205006" y="45453"/>
                </a:lnTo>
                <a:lnTo>
                  <a:pt x="205355" y="45394"/>
                </a:lnTo>
                <a:lnTo>
                  <a:pt x="205708" y="45340"/>
                </a:lnTo>
                <a:lnTo>
                  <a:pt x="206064" y="45292"/>
                </a:lnTo>
                <a:lnTo>
                  <a:pt x="206424" y="45248"/>
                </a:lnTo>
                <a:lnTo>
                  <a:pt x="206788" y="45210"/>
                </a:lnTo>
                <a:lnTo>
                  <a:pt x="207156" y="45177"/>
                </a:lnTo>
                <a:lnTo>
                  <a:pt x="207528" y="45149"/>
                </a:lnTo>
                <a:lnTo>
                  <a:pt x="207904" y="45126"/>
                </a:lnTo>
                <a:lnTo>
                  <a:pt x="208283" y="45108"/>
                </a:lnTo>
                <a:lnTo>
                  <a:pt x="208667" y="45095"/>
                </a:lnTo>
                <a:lnTo>
                  <a:pt x="209054" y="45087"/>
                </a:lnTo>
                <a:lnTo>
                  <a:pt x="209445" y="45085"/>
                </a:lnTo>
                <a:lnTo>
                  <a:pt x="209604" y="45085"/>
                </a:lnTo>
                <a:lnTo>
                  <a:pt x="209761" y="45085"/>
                </a:lnTo>
                <a:lnTo>
                  <a:pt x="209917" y="45086"/>
                </a:lnTo>
                <a:lnTo>
                  <a:pt x="210072" y="45088"/>
                </a:lnTo>
                <a:lnTo>
                  <a:pt x="210225" y="45089"/>
                </a:lnTo>
                <a:lnTo>
                  <a:pt x="210377" y="45092"/>
                </a:lnTo>
                <a:lnTo>
                  <a:pt x="210528" y="45094"/>
                </a:lnTo>
                <a:lnTo>
                  <a:pt x="210677" y="45097"/>
                </a:lnTo>
                <a:lnTo>
                  <a:pt x="210824" y="45100"/>
                </a:lnTo>
                <a:lnTo>
                  <a:pt x="210970" y="45104"/>
                </a:lnTo>
                <a:lnTo>
                  <a:pt x="211115" y="45108"/>
                </a:lnTo>
                <a:lnTo>
                  <a:pt x="211259" y="45112"/>
                </a:lnTo>
                <a:lnTo>
                  <a:pt x="211401" y="45117"/>
                </a:lnTo>
                <a:lnTo>
                  <a:pt x="211541" y="45122"/>
                </a:lnTo>
                <a:lnTo>
                  <a:pt x="211681" y="45128"/>
                </a:lnTo>
                <a:lnTo>
                  <a:pt x="211818" y="45134"/>
                </a:lnTo>
                <a:lnTo>
                  <a:pt x="211955" y="45140"/>
                </a:lnTo>
                <a:lnTo>
                  <a:pt x="212090" y="45147"/>
                </a:lnTo>
                <a:lnTo>
                  <a:pt x="212223" y="45154"/>
                </a:lnTo>
                <a:lnTo>
                  <a:pt x="212356" y="45161"/>
                </a:lnTo>
                <a:lnTo>
                  <a:pt x="212486" y="45169"/>
                </a:lnTo>
                <a:lnTo>
                  <a:pt x="212616" y="45177"/>
                </a:lnTo>
                <a:lnTo>
                  <a:pt x="212744" y="45186"/>
                </a:lnTo>
                <a:lnTo>
                  <a:pt x="212870" y="45195"/>
                </a:lnTo>
                <a:lnTo>
                  <a:pt x="212996" y="45205"/>
                </a:lnTo>
                <a:lnTo>
                  <a:pt x="213123" y="45215"/>
                </a:lnTo>
                <a:lnTo>
                  <a:pt x="213251" y="45227"/>
                </a:lnTo>
                <a:lnTo>
                  <a:pt x="213379" y="45239"/>
                </a:lnTo>
                <a:lnTo>
                  <a:pt x="213507" y="45252"/>
                </a:lnTo>
                <a:lnTo>
                  <a:pt x="213637" y="45266"/>
                </a:lnTo>
                <a:lnTo>
                  <a:pt x="213767" y="45282"/>
                </a:lnTo>
                <a:lnTo>
                  <a:pt x="213898" y="45297"/>
                </a:lnTo>
                <a:lnTo>
                  <a:pt x="214029" y="45314"/>
                </a:lnTo>
                <a:lnTo>
                  <a:pt x="214161" y="45332"/>
                </a:lnTo>
                <a:lnTo>
                  <a:pt x="214293" y="45351"/>
                </a:lnTo>
                <a:lnTo>
                  <a:pt x="214426" y="45370"/>
                </a:lnTo>
                <a:lnTo>
                  <a:pt x="214560" y="45390"/>
                </a:lnTo>
                <a:lnTo>
                  <a:pt x="214695" y="45412"/>
                </a:lnTo>
                <a:lnTo>
                  <a:pt x="214830" y="45434"/>
                </a:lnTo>
                <a:lnTo>
                  <a:pt x="214966" y="45457"/>
                </a:lnTo>
                <a:lnTo>
                  <a:pt x="215102" y="45481"/>
                </a:lnTo>
                <a:lnTo>
                  <a:pt x="215239" y="45506"/>
                </a:lnTo>
                <a:lnTo>
                  <a:pt x="215377" y="45532"/>
                </a:lnTo>
                <a:lnTo>
                  <a:pt x="215515" y="45558"/>
                </a:lnTo>
                <a:lnTo>
                  <a:pt x="215654" y="45586"/>
                </a:lnTo>
                <a:lnTo>
                  <a:pt x="215794" y="45614"/>
                </a:lnTo>
                <a:lnTo>
                  <a:pt x="215934" y="45644"/>
                </a:lnTo>
                <a:lnTo>
                  <a:pt x="216075" y="45674"/>
                </a:lnTo>
                <a:lnTo>
                  <a:pt x="216148" y="33003"/>
                </a:lnTo>
                <a:lnTo>
                  <a:pt x="216085" y="32972"/>
                </a:lnTo>
                <a:lnTo>
                  <a:pt x="216018" y="32942"/>
                </a:lnTo>
                <a:lnTo>
                  <a:pt x="215946" y="32912"/>
                </a:lnTo>
                <a:lnTo>
                  <a:pt x="215870" y="32881"/>
                </a:lnTo>
                <a:lnTo>
                  <a:pt x="215790" y="32851"/>
                </a:lnTo>
                <a:lnTo>
                  <a:pt x="215706" y="32821"/>
                </a:lnTo>
                <a:lnTo>
                  <a:pt x="215618" y="32791"/>
                </a:lnTo>
                <a:lnTo>
                  <a:pt x="215526" y="32762"/>
                </a:lnTo>
                <a:lnTo>
                  <a:pt x="215430" y="32732"/>
                </a:lnTo>
                <a:lnTo>
                  <a:pt x="215330" y="32703"/>
                </a:lnTo>
                <a:lnTo>
                  <a:pt x="215226" y="32673"/>
                </a:lnTo>
                <a:lnTo>
                  <a:pt x="215117" y="32644"/>
                </a:lnTo>
                <a:lnTo>
                  <a:pt x="215005" y="32615"/>
                </a:lnTo>
                <a:lnTo>
                  <a:pt x="214888" y="32586"/>
                </a:lnTo>
                <a:lnTo>
                  <a:pt x="214767" y="32557"/>
                </a:lnTo>
                <a:lnTo>
                  <a:pt x="214642" y="32528"/>
                </a:lnTo>
                <a:lnTo>
                  <a:pt x="214513" y="32500"/>
                </a:lnTo>
                <a:lnTo>
                  <a:pt x="214380" y="32471"/>
                </a:lnTo>
                <a:lnTo>
                  <a:pt x="214243" y="32443"/>
                </a:lnTo>
                <a:lnTo>
                  <a:pt x="214102" y="32415"/>
                </a:lnTo>
                <a:lnTo>
                  <a:pt x="213957" y="32387"/>
                </a:lnTo>
                <a:lnTo>
                  <a:pt x="213807" y="32359"/>
                </a:lnTo>
                <a:lnTo>
                  <a:pt x="213654" y="32331"/>
                </a:lnTo>
                <a:lnTo>
                  <a:pt x="213496" y="32303"/>
                </a:lnTo>
                <a:lnTo>
                  <a:pt x="213338" y="32276"/>
                </a:lnTo>
                <a:lnTo>
                  <a:pt x="213180" y="32250"/>
                </a:lnTo>
                <a:lnTo>
                  <a:pt x="213024" y="32226"/>
                </a:lnTo>
                <a:lnTo>
                  <a:pt x="212870" y="32202"/>
                </a:lnTo>
                <a:lnTo>
                  <a:pt x="212718" y="32180"/>
                </a:lnTo>
                <a:lnTo>
                  <a:pt x="212566" y="32158"/>
                </a:lnTo>
                <a:lnTo>
                  <a:pt x="212417" y="32138"/>
                </a:lnTo>
                <a:lnTo>
                  <a:pt x="212269" y="32119"/>
                </a:lnTo>
                <a:lnTo>
                  <a:pt x="212122" y="32101"/>
                </a:lnTo>
                <a:lnTo>
                  <a:pt x="211977" y="32085"/>
                </a:lnTo>
                <a:lnTo>
                  <a:pt x="211834" y="32069"/>
                </a:lnTo>
                <a:lnTo>
                  <a:pt x="211692" y="32055"/>
                </a:lnTo>
                <a:lnTo>
                  <a:pt x="211551" y="32041"/>
                </a:lnTo>
                <a:lnTo>
                  <a:pt x="211412" y="32029"/>
                </a:lnTo>
                <a:lnTo>
                  <a:pt x="211275" y="32018"/>
                </a:lnTo>
                <a:lnTo>
                  <a:pt x="211139" y="32009"/>
                </a:lnTo>
                <a:lnTo>
                  <a:pt x="211005" y="32000"/>
                </a:lnTo>
                <a:lnTo>
                  <a:pt x="210872" y="31992"/>
                </a:lnTo>
                <a:lnTo>
                  <a:pt x="210741" y="31986"/>
                </a:lnTo>
                <a:lnTo>
                  <a:pt x="210611" y="31981"/>
                </a:lnTo>
                <a:lnTo>
                  <a:pt x="210483" y="31977"/>
                </a:lnTo>
                <a:lnTo>
                  <a:pt x="210356" y="31974"/>
                </a:lnTo>
                <a:lnTo>
                  <a:pt x="210231" y="31972"/>
                </a:lnTo>
                <a:lnTo>
                  <a:pt x="210108" y="31972"/>
                </a:lnTo>
                <a:lnTo>
                  <a:pt x="209571" y="31977"/>
                </a:lnTo>
                <a:lnTo>
                  <a:pt x="209040" y="31991"/>
                </a:lnTo>
                <a:lnTo>
                  <a:pt x="208515" y="32015"/>
                </a:lnTo>
                <a:lnTo>
                  <a:pt x="207997" y="32048"/>
                </a:lnTo>
                <a:lnTo>
                  <a:pt x="207485" y="32092"/>
                </a:lnTo>
                <a:lnTo>
                  <a:pt x="206979" y="32144"/>
                </a:lnTo>
                <a:lnTo>
                  <a:pt x="206480" y="32207"/>
                </a:lnTo>
                <a:lnTo>
                  <a:pt x="205986" y="32279"/>
                </a:lnTo>
                <a:lnTo>
                  <a:pt x="205499" y="32360"/>
                </a:lnTo>
                <a:lnTo>
                  <a:pt x="205019" y="32451"/>
                </a:lnTo>
                <a:lnTo>
                  <a:pt x="204544" y="32552"/>
                </a:lnTo>
                <a:lnTo>
                  <a:pt x="204076" y="32662"/>
                </a:lnTo>
                <a:lnTo>
                  <a:pt x="203614" y="32782"/>
                </a:lnTo>
                <a:lnTo>
                  <a:pt x="203159" y="32912"/>
                </a:lnTo>
                <a:lnTo>
                  <a:pt x="202709" y="33051"/>
                </a:lnTo>
                <a:lnTo>
                  <a:pt x="202266" y="33200"/>
                </a:lnTo>
                <a:lnTo>
                  <a:pt x="201829" y="33358"/>
                </a:lnTo>
                <a:lnTo>
                  <a:pt x="201399" y="33526"/>
                </a:lnTo>
                <a:lnTo>
                  <a:pt x="200975" y="33703"/>
                </a:lnTo>
                <a:lnTo>
                  <a:pt x="200557" y="33890"/>
                </a:lnTo>
                <a:lnTo>
                  <a:pt x="200145" y="34087"/>
                </a:lnTo>
                <a:lnTo>
                  <a:pt x="199739" y="34293"/>
                </a:lnTo>
                <a:lnTo>
                  <a:pt x="199340" y="34509"/>
                </a:lnTo>
                <a:lnTo>
                  <a:pt x="198947" y="34734"/>
                </a:lnTo>
                <a:lnTo>
                  <a:pt x="198560" y="34968"/>
                </a:lnTo>
                <a:lnTo>
                  <a:pt x="198179" y="35210"/>
                </a:lnTo>
                <a:lnTo>
                  <a:pt x="197803" y="35458"/>
                </a:lnTo>
                <a:lnTo>
                  <a:pt x="197434" y="35714"/>
                </a:lnTo>
                <a:lnTo>
                  <a:pt x="197070" y="35978"/>
                </a:lnTo>
                <a:lnTo>
                  <a:pt x="196712" y="36249"/>
                </a:lnTo>
                <a:lnTo>
                  <a:pt x="196359" y="36528"/>
                </a:lnTo>
                <a:lnTo>
                  <a:pt x="196013" y="36813"/>
                </a:lnTo>
                <a:lnTo>
                  <a:pt x="195672" y="37107"/>
                </a:lnTo>
                <a:lnTo>
                  <a:pt x="195337" y="37407"/>
                </a:lnTo>
                <a:lnTo>
                  <a:pt x="195007" y="37715"/>
                </a:lnTo>
                <a:lnTo>
                  <a:pt x="194684" y="38031"/>
                </a:lnTo>
                <a:lnTo>
                  <a:pt x="194366" y="38354"/>
                </a:lnTo>
                <a:lnTo>
                  <a:pt x="194054" y="38684"/>
                </a:lnTo>
                <a:lnTo>
                  <a:pt x="193747" y="39022"/>
                </a:lnTo>
                <a:lnTo>
                  <a:pt x="193447" y="39367"/>
                </a:lnTo>
                <a:lnTo>
                  <a:pt x="193152" y="39720"/>
                </a:lnTo>
                <a:lnTo>
                  <a:pt x="192863" y="40080"/>
                </a:lnTo>
                <a:lnTo>
                  <a:pt x="192579" y="40447"/>
                </a:lnTo>
                <a:lnTo>
                  <a:pt x="192302" y="40822"/>
                </a:lnTo>
                <a:lnTo>
                  <a:pt x="192030" y="41204"/>
                </a:lnTo>
                <a:lnTo>
                  <a:pt x="191764" y="41594"/>
                </a:lnTo>
                <a:lnTo>
                  <a:pt x="191503" y="41991"/>
                </a:lnTo>
                <a:lnTo>
                  <a:pt x="191249" y="42396"/>
                </a:lnTo>
                <a:lnTo>
                  <a:pt x="191149" y="42561"/>
                </a:lnTo>
                <a:lnTo>
                  <a:pt x="190880" y="33445"/>
                </a:lnTo>
                <a:lnTo>
                  <a:pt x="177620" y="33445"/>
                </a:lnTo>
                <a:lnTo>
                  <a:pt x="177620" y="113154"/>
                </a:lnTo>
                <a:lnTo>
                  <a:pt x="191249" y="113154"/>
                </a:lnTo>
                <a:lnTo>
                  <a:pt x="191249" y="56531"/>
                </a:lnTo>
                <a:lnTo>
                  <a:pt x="191311" y="56381"/>
                </a:lnTo>
                <a:lnTo>
                  <a:pt x="191440" y="56086"/>
                </a:lnTo>
                <a:lnTo>
                  <a:pt x="191573" y="55794"/>
                </a:lnTo>
                <a:lnTo>
                  <a:pt x="191710" y="55506"/>
                </a:lnTo>
                <a:close/>
                <a:moveTo>
                  <a:pt x="63532" y="88162"/>
                </a:moveTo>
                <a:lnTo>
                  <a:pt x="63481" y="88572"/>
                </a:lnTo>
                <a:lnTo>
                  <a:pt x="63420" y="88976"/>
                </a:lnTo>
                <a:lnTo>
                  <a:pt x="63350" y="89375"/>
                </a:lnTo>
                <a:lnTo>
                  <a:pt x="63271" y="89770"/>
                </a:lnTo>
                <a:lnTo>
                  <a:pt x="63182" y="90159"/>
                </a:lnTo>
                <a:lnTo>
                  <a:pt x="63084" y="90544"/>
                </a:lnTo>
                <a:lnTo>
                  <a:pt x="62977" y="90924"/>
                </a:lnTo>
                <a:lnTo>
                  <a:pt x="62860" y="91299"/>
                </a:lnTo>
                <a:lnTo>
                  <a:pt x="62734" y="91670"/>
                </a:lnTo>
                <a:lnTo>
                  <a:pt x="62599" y="92035"/>
                </a:lnTo>
                <a:lnTo>
                  <a:pt x="62454" y="92396"/>
                </a:lnTo>
                <a:lnTo>
                  <a:pt x="62300" y="92751"/>
                </a:lnTo>
                <a:lnTo>
                  <a:pt x="62136" y="93102"/>
                </a:lnTo>
                <a:lnTo>
                  <a:pt x="61964" y="93448"/>
                </a:lnTo>
                <a:lnTo>
                  <a:pt x="61782" y="93789"/>
                </a:lnTo>
                <a:lnTo>
                  <a:pt x="61590" y="94125"/>
                </a:lnTo>
                <a:lnTo>
                  <a:pt x="61389" y="94457"/>
                </a:lnTo>
                <a:lnTo>
                  <a:pt x="61179" y="94783"/>
                </a:lnTo>
                <a:lnTo>
                  <a:pt x="60960" y="95105"/>
                </a:lnTo>
                <a:lnTo>
                  <a:pt x="60732" y="95421"/>
                </a:lnTo>
                <a:lnTo>
                  <a:pt x="60495" y="95731"/>
                </a:lnTo>
                <a:lnTo>
                  <a:pt x="60249" y="96035"/>
                </a:lnTo>
                <a:lnTo>
                  <a:pt x="59995" y="96333"/>
                </a:lnTo>
                <a:lnTo>
                  <a:pt x="59733" y="96624"/>
                </a:lnTo>
                <a:lnTo>
                  <a:pt x="59461" y="96910"/>
                </a:lnTo>
                <a:lnTo>
                  <a:pt x="59182" y="97189"/>
                </a:lnTo>
                <a:lnTo>
                  <a:pt x="58893" y="97462"/>
                </a:lnTo>
                <a:lnTo>
                  <a:pt x="58596" y="97729"/>
                </a:lnTo>
                <a:lnTo>
                  <a:pt x="58291" y="97990"/>
                </a:lnTo>
                <a:lnTo>
                  <a:pt x="57977" y="98245"/>
                </a:lnTo>
                <a:lnTo>
                  <a:pt x="57654" y="98494"/>
                </a:lnTo>
                <a:lnTo>
                  <a:pt x="57323" y="98736"/>
                </a:lnTo>
                <a:lnTo>
                  <a:pt x="56983" y="98973"/>
                </a:lnTo>
                <a:lnTo>
                  <a:pt x="56635" y="99203"/>
                </a:lnTo>
                <a:lnTo>
                  <a:pt x="56278" y="99427"/>
                </a:lnTo>
                <a:lnTo>
                  <a:pt x="55913" y="99645"/>
                </a:lnTo>
                <a:lnTo>
                  <a:pt x="55539" y="99857"/>
                </a:lnTo>
                <a:lnTo>
                  <a:pt x="55156" y="100062"/>
                </a:lnTo>
                <a:lnTo>
                  <a:pt x="54765" y="100262"/>
                </a:lnTo>
                <a:lnTo>
                  <a:pt x="54365" y="100455"/>
                </a:lnTo>
                <a:lnTo>
                  <a:pt x="53957" y="100642"/>
                </a:lnTo>
                <a:lnTo>
                  <a:pt x="53540" y="100823"/>
                </a:lnTo>
                <a:lnTo>
                  <a:pt x="53114" y="100998"/>
                </a:lnTo>
                <a:lnTo>
                  <a:pt x="52681" y="101167"/>
                </a:lnTo>
                <a:lnTo>
                  <a:pt x="52239" y="101328"/>
                </a:lnTo>
                <a:lnTo>
                  <a:pt x="51790" y="101482"/>
                </a:lnTo>
                <a:lnTo>
                  <a:pt x="51332" y="101629"/>
                </a:lnTo>
                <a:lnTo>
                  <a:pt x="50867" y="101768"/>
                </a:lnTo>
                <a:lnTo>
                  <a:pt x="50393" y="101901"/>
                </a:lnTo>
                <a:lnTo>
                  <a:pt x="49912" y="102026"/>
                </a:lnTo>
                <a:lnTo>
                  <a:pt x="49423" y="102144"/>
                </a:lnTo>
                <a:lnTo>
                  <a:pt x="48926" y="102255"/>
                </a:lnTo>
                <a:lnTo>
                  <a:pt x="48421" y="102359"/>
                </a:lnTo>
                <a:lnTo>
                  <a:pt x="47908" y="102456"/>
                </a:lnTo>
                <a:lnTo>
                  <a:pt x="47387" y="102545"/>
                </a:lnTo>
                <a:lnTo>
                  <a:pt x="46858" y="102628"/>
                </a:lnTo>
                <a:lnTo>
                  <a:pt x="46321" y="102703"/>
                </a:lnTo>
                <a:lnTo>
                  <a:pt x="45776" y="102771"/>
                </a:lnTo>
                <a:lnTo>
                  <a:pt x="45224" y="102832"/>
                </a:lnTo>
                <a:lnTo>
                  <a:pt x="44663" y="102886"/>
                </a:lnTo>
                <a:lnTo>
                  <a:pt x="44095" y="102932"/>
                </a:lnTo>
                <a:lnTo>
                  <a:pt x="43518" y="102972"/>
                </a:lnTo>
                <a:lnTo>
                  <a:pt x="42934" y="103004"/>
                </a:lnTo>
                <a:lnTo>
                  <a:pt x="42342" y="103029"/>
                </a:lnTo>
                <a:lnTo>
                  <a:pt x="41741" y="103047"/>
                </a:lnTo>
                <a:lnTo>
                  <a:pt x="41133" y="103057"/>
                </a:lnTo>
                <a:lnTo>
                  <a:pt x="40517" y="103061"/>
                </a:lnTo>
                <a:lnTo>
                  <a:pt x="40088" y="103059"/>
                </a:lnTo>
                <a:lnTo>
                  <a:pt x="39661" y="103053"/>
                </a:lnTo>
                <a:lnTo>
                  <a:pt x="39234" y="103042"/>
                </a:lnTo>
                <a:lnTo>
                  <a:pt x="38810" y="103027"/>
                </a:lnTo>
                <a:lnTo>
                  <a:pt x="38386" y="103008"/>
                </a:lnTo>
                <a:lnTo>
                  <a:pt x="37964" y="102985"/>
                </a:lnTo>
                <a:lnTo>
                  <a:pt x="37544" y="102958"/>
                </a:lnTo>
                <a:lnTo>
                  <a:pt x="37124" y="102926"/>
                </a:lnTo>
                <a:lnTo>
                  <a:pt x="36707" y="102890"/>
                </a:lnTo>
                <a:lnTo>
                  <a:pt x="36290" y="102850"/>
                </a:lnTo>
                <a:lnTo>
                  <a:pt x="35875" y="102806"/>
                </a:lnTo>
                <a:lnTo>
                  <a:pt x="35462" y="102757"/>
                </a:lnTo>
                <a:lnTo>
                  <a:pt x="35050" y="102704"/>
                </a:lnTo>
                <a:lnTo>
                  <a:pt x="34639" y="102647"/>
                </a:lnTo>
                <a:lnTo>
                  <a:pt x="34230" y="102586"/>
                </a:lnTo>
                <a:lnTo>
                  <a:pt x="33822" y="102521"/>
                </a:lnTo>
                <a:lnTo>
                  <a:pt x="33415" y="102451"/>
                </a:lnTo>
                <a:lnTo>
                  <a:pt x="33010" y="102377"/>
                </a:lnTo>
                <a:lnTo>
                  <a:pt x="32606" y="102299"/>
                </a:lnTo>
                <a:lnTo>
                  <a:pt x="32204" y="102217"/>
                </a:lnTo>
                <a:lnTo>
                  <a:pt x="31803" y="102130"/>
                </a:lnTo>
                <a:lnTo>
                  <a:pt x="31404" y="102040"/>
                </a:lnTo>
                <a:lnTo>
                  <a:pt x="31006" y="101945"/>
                </a:lnTo>
                <a:lnTo>
                  <a:pt x="30609" y="101846"/>
                </a:lnTo>
                <a:lnTo>
                  <a:pt x="30215" y="101742"/>
                </a:lnTo>
                <a:lnTo>
                  <a:pt x="29824" y="101633"/>
                </a:lnTo>
                <a:lnTo>
                  <a:pt x="29437" y="101520"/>
                </a:lnTo>
                <a:lnTo>
                  <a:pt x="29054" y="101403"/>
                </a:lnTo>
                <a:lnTo>
                  <a:pt x="28674" y="101280"/>
                </a:lnTo>
                <a:lnTo>
                  <a:pt x="28298" y="101153"/>
                </a:lnTo>
                <a:lnTo>
                  <a:pt x="27925" y="101021"/>
                </a:lnTo>
                <a:lnTo>
                  <a:pt x="27556" y="100884"/>
                </a:lnTo>
                <a:lnTo>
                  <a:pt x="27190" y="100742"/>
                </a:lnTo>
                <a:lnTo>
                  <a:pt x="26828" y="100596"/>
                </a:lnTo>
                <a:lnTo>
                  <a:pt x="26470" y="100445"/>
                </a:lnTo>
                <a:lnTo>
                  <a:pt x="26115" y="100289"/>
                </a:lnTo>
                <a:lnTo>
                  <a:pt x="25764" y="100129"/>
                </a:lnTo>
                <a:lnTo>
                  <a:pt x="25416" y="99964"/>
                </a:lnTo>
                <a:lnTo>
                  <a:pt x="25072" y="99794"/>
                </a:lnTo>
                <a:lnTo>
                  <a:pt x="24732" y="99619"/>
                </a:lnTo>
                <a:lnTo>
                  <a:pt x="24395" y="99440"/>
                </a:lnTo>
                <a:lnTo>
                  <a:pt x="24062" y="99256"/>
                </a:lnTo>
                <a:lnTo>
                  <a:pt x="23732" y="99067"/>
                </a:lnTo>
                <a:lnTo>
                  <a:pt x="23406" y="98873"/>
                </a:lnTo>
                <a:lnTo>
                  <a:pt x="23083" y="98675"/>
                </a:lnTo>
                <a:lnTo>
                  <a:pt x="22764" y="98472"/>
                </a:lnTo>
                <a:lnTo>
                  <a:pt x="22449" y="98264"/>
                </a:lnTo>
                <a:lnTo>
                  <a:pt x="22137" y="98052"/>
                </a:lnTo>
                <a:lnTo>
                  <a:pt x="21830" y="97834"/>
                </a:lnTo>
                <a:lnTo>
                  <a:pt x="21528" y="97612"/>
                </a:lnTo>
                <a:lnTo>
                  <a:pt x="21232" y="97386"/>
                </a:lnTo>
                <a:lnTo>
                  <a:pt x="20941" y="97154"/>
                </a:lnTo>
                <a:lnTo>
                  <a:pt x="20656" y="96918"/>
                </a:lnTo>
                <a:lnTo>
                  <a:pt x="20376" y="96677"/>
                </a:lnTo>
                <a:lnTo>
                  <a:pt x="20102" y="96432"/>
                </a:lnTo>
                <a:lnTo>
                  <a:pt x="19833" y="96181"/>
                </a:lnTo>
                <a:lnTo>
                  <a:pt x="19570" y="95926"/>
                </a:lnTo>
                <a:lnTo>
                  <a:pt x="19312" y="95666"/>
                </a:lnTo>
                <a:lnTo>
                  <a:pt x="19060" y="95402"/>
                </a:lnTo>
                <a:lnTo>
                  <a:pt x="18813" y="95133"/>
                </a:lnTo>
                <a:lnTo>
                  <a:pt x="18572" y="94859"/>
                </a:lnTo>
                <a:lnTo>
                  <a:pt x="18336" y="94580"/>
                </a:lnTo>
                <a:lnTo>
                  <a:pt x="18106" y="94296"/>
                </a:lnTo>
                <a:lnTo>
                  <a:pt x="17881" y="94008"/>
                </a:lnTo>
                <a:lnTo>
                  <a:pt x="17662" y="93715"/>
                </a:lnTo>
                <a:lnTo>
                  <a:pt x="17448" y="93418"/>
                </a:lnTo>
                <a:lnTo>
                  <a:pt x="17239" y="93115"/>
                </a:lnTo>
                <a:lnTo>
                  <a:pt x="17037" y="92808"/>
                </a:lnTo>
                <a:lnTo>
                  <a:pt x="16839" y="92496"/>
                </a:lnTo>
                <a:lnTo>
                  <a:pt x="16648" y="92179"/>
                </a:lnTo>
                <a:lnTo>
                  <a:pt x="16461" y="91858"/>
                </a:lnTo>
                <a:lnTo>
                  <a:pt x="16281" y="91532"/>
                </a:lnTo>
                <a:lnTo>
                  <a:pt x="16106" y="91201"/>
                </a:lnTo>
                <a:lnTo>
                  <a:pt x="15939" y="90864"/>
                </a:lnTo>
                <a:lnTo>
                  <a:pt x="15780" y="90522"/>
                </a:lnTo>
                <a:lnTo>
                  <a:pt x="15628" y="90174"/>
                </a:lnTo>
                <a:lnTo>
                  <a:pt x="15483" y="89821"/>
                </a:lnTo>
                <a:lnTo>
                  <a:pt x="15346" y="89462"/>
                </a:lnTo>
                <a:lnTo>
                  <a:pt x="15216" y="89098"/>
                </a:lnTo>
                <a:lnTo>
                  <a:pt x="15094" y="88729"/>
                </a:lnTo>
                <a:lnTo>
                  <a:pt x="14979" y="88353"/>
                </a:lnTo>
                <a:lnTo>
                  <a:pt x="14871" y="87973"/>
                </a:lnTo>
                <a:lnTo>
                  <a:pt x="14771" y="87587"/>
                </a:lnTo>
                <a:lnTo>
                  <a:pt x="14678" y="87195"/>
                </a:lnTo>
                <a:lnTo>
                  <a:pt x="14593" y="86798"/>
                </a:lnTo>
                <a:lnTo>
                  <a:pt x="14515" y="86395"/>
                </a:lnTo>
                <a:lnTo>
                  <a:pt x="14445" y="85987"/>
                </a:lnTo>
                <a:lnTo>
                  <a:pt x="14382" y="85573"/>
                </a:lnTo>
                <a:lnTo>
                  <a:pt x="14326" y="85154"/>
                </a:lnTo>
                <a:lnTo>
                  <a:pt x="14278" y="84729"/>
                </a:lnTo>
                <a:lnTo>
                  <a:pt x="14237" y="84299"/>
                </a:lnTo>
                <a:lnTo>
                  <a:pt x="14204" y="83863"/>
                </a:lnTo>
                <a:lnTo>
                  <a:pt x="14178" y="83422"/>
                </a:lnTo>
                <a:lnTo>
                  <a:pt x="14159" y="82976"/>
                </a:lnTo>
                <a:lnTo>
                  <a:pt x="14148" y="82523"/>
                </a:lnTo>
                <a:lnTo>
                  <a:pt x="14144" y="82066"/>
                </a:lnTo>
                <a:lnTo>
                  <a:pt x="0" y="82066"/>
                </a:lnTo>
                <a:lnTo>
                  <a:pt x="6" y="82732"/>
                </a:lnTo>
                <a:lnTo>
                  <a:pt x="24" y="83391"/>
                </a:lnTo>
                <a:lnTo>
                  <a:pt x="55" y="84043"/>
                </a:lnTo>
                <a:lnTo>
                  <a:pt x="97" y="84688"/>
                </a:lnTo>
                <a:lnTo>
                  <a:pt x="152" y="85327"/>
                </a:lnTo>
                <a:lnTo>
                  <a:pt x="219" y="85959"/>
                </a:lnTo>
                <a:lnTo>
                  <a:pt x="298" y="86584"/>
                </a:lnTo>
                <a:lnTo>
                  <a:pt x="389" y="87202"/>
                </a:lnTo>
                <a:lnTo>
                  <a:pt x="492" y="87814"/>
                </a:lnTo>
                <a:lnTo>
                  <a:pt x="608" y="88418"/>
                </a:lnTo>
                <a:lnTo>
                  <a:pt x="735" y="89016"/>
                </a:lnTo>
                <a:lnTo>
                  <a:pt x="875" y="89608"/>
                </a:lnTo>
                <a:lnTo>
                  <a:pt x="1027" y="90192"/>
                </a:lnTo>
                <a:lnTo>
                  <a:pt x="1191" y="90770"/>
                </a:lnTo>
                <a:lnTo>
                  <a:pt x="1367" y="91340"/>
                </a:lnTo>
                <a:lnTo>
                  <a:pt x="1555" y="91905"/>
                </a:lnTo>
                <a:lnTo>
                  <a:pt x="1756" y="92462"/>
                </a:lnTo>
                <a:lnTo>
                  <a:pt x="1968" y="93012"/>
                </a:lnTo>
                <a:lnTo>
                  <a:pt x="2193" y="93556"/>
                </a:lnTo>
                <a:lnTo>
                  <a:pt x="2430" y="94093"/>
                </a:lnTo>
                <a:lnTo>
                  <a:pt x="2679" y="94623"/>
                </a:lnTo>
                <a:lnTo>
                  <a:pt x="2940" y="95147"/>
                </a:lnTo>
                <a:lnTo>
                  <a:pt x="3214" y="95663"/>
                </a:lnTo>
                <a:lnTo>
                  <a:pt x="3499" y="96173"/>
                </a:lnTo>
                <a:lnTo>
                  <a:pt x="3795" y="96676"/>
                </a:lnTo>
                <a:lnTo>
                  <a:pt x="4099" y="97173"/>
                </a:lnTo>
                <a:lnTo>
                  <a:pt x="4411" y="97662"/>
                </a:lnTo>
                <a:lnTo>
                  <a:pt x="4731" y="98145"/>
                </a:lnTo>
                <a:lnTo>
                  <a:pt x="5060" y="98621"/>
                </a:lnTo>
                <a:lnTo>
                  <a:pt x="5396" y="99090"/>
                </a:lnTo>
                <a:lnTo>
                  <a:pt x="5741" y="99552"/>
                </a:lnTo>
                <a:lnTo>
                  <a:pt x="6094" y="100008"/>
                </a:lnTo>
                <a:lnTo>
                  <a:pt x="6455" y="100457"/>
                </a:lnTo>
                <a:lnTo>
                  <a:pt x="6824" y="100899"/>
                </a:lnTo>
                <a:lnTo>
                  <a:pt x="7202" y="101334"/>
                </a:lnTo>
                <a:lnTo>
                  <a:pt x="7588" y="101763"/>
                </a:lnTo>
                <a:lnTo>
                  <a:pt x="7982" y="102184"/>
                </a:lnTo>
                <a:lnTo>
                  <a:pt x="8384" y="102599"/>
                </a:lnTo>
                <a:lnTo>
                  <a:pt x="8794" y="103008"/>
                </a:lnTo>
                <a:lnTo>
                  <a:pt x="9213" y="103409"/>
                </a:lnTo>
                <a:lnTo>
                  <a:pt x="9639" y="103804"/>
                </a:lnTo>
                <a:lnTo>
                  <a:pt x="10074" y="104191"/>
                </a:lnTo>
                <a:lnTo>
                  <a:pt x="10517" y="104572"/>
                </a:lnTo>
                <a:lnTo>
                  <a:pt x="10968" y="104947"/>
                </a:lnTo>
                <a:lnTo>
                  <a:pt x="11428" y="105314"/>
                </a:lnTo>
                <a:lnTo>
                  <a:pt x="11895" y="105675"/>
                </a:lnTo>
                <a:lnTo>
                  <a:pt x="12371" y="106029"/>
                </a:lnTo>
                <a:lnTo>
                  <a:pt x="12855" y="106376"/>
                </a:lnTo>
                <a:lnTo>
                  <a:pt x="13345" y="106716"/>
                </a:lnTo>
                <a:lnTo>
                  <a:pt x="13840" y="107049"/>
                </a:lnTo>
                <a:lnTo>
                  <a:pt x="14340" y="107375"/>
                </a:lnTo>
                <a:lnTo>
                  <a:pt x="14844" y="107694"/>
                </a:lnTo>
                <a:lnTo>
                  <a:pt x="15353" y="108005"/>
                </a:lnTo>
                <a:lnTo>
                  <a:pt x="15866" y="108310"/>
                </a:lnTo>
                <a:lnTo>
                  <a:pt x="16384" y="108607"/>
                </a:lnTo>
                <a:lnTo>
                  <a:pt x="16907" y="108897"/>
                </a:lnTo>
                <a:lnTo>
                  <a:pt x="17434" y="109180"/>
                </a:lnTo>
                <a:lnTo>
                  <a:pt x="17966" y="109456"/>
                </a:lnTo>
                <a:lnTo>
                  <a:pt x="18502" y="109724"/>
                </a:lnTo>
                <a:lnTo>
                  <a:pt x="19043" y="109986"/>
                </a:lnTo>
                <a:lnTo>
                  <a:pt x="19589" y="110240"/>
                </a:lnTo>
                <a:lnTo>
                  <a:pt x="20139" y="110487"/>
                </a:lnTo>
                <a:lnTo>
                  <a:pt x="20694" y="110727"/>
                </a:lnTo>
                <a:lnTo>
                  <a:pt x="21253" y="110960"/>
                </a:lnTo>
                <a:lnTo>
                  <a:pt x="21817" y="111185"/>
                </a:lnTo>
                <a:lnTo>
                  <a:pt x="22386" y="111404"/>
                </a:lnTo>
                <a:lnTo>
                  <a:pt x="22959" y="111615"/>
                </a:lnTo>
                <a:lnTo>
                  <a:pt x="23537" y="111819"/>
                </a:lnTo>
                <a:lnTo>
                  <a:pt x="24119" y="112016"/>
                </a:lnTo>
                <a:lnTo>
                  <a:pt x="24706" y="112206"/>
                </a:lnTo>
                <a:lnTo>
                  <a:pt x="25298" y="112389"/>
                </a:lnTo>
                <a:lnTo>
                  <a:pt x="25894" y="112564"/>
                </a:lnTo>
                <a:lnTo>
                  <a:pt x="26493" y="112732"/>
                </a:lnTo>
                <a:lnTo>
                  <a:pt x="27093" y="112894"/>
                </a:lnTo>
                <a:lnTo>
                  <a:pt x="27694" y="113048"/>
                </a:lnTo>
                <a:lnTo>
                  <a:pt x="28296" y="113194"/>
                </a:lnTo>
                <a:lnTo>
                  <a:pt x="28898" y="113334"/>
                </a:lnTo>
                <a:lnTo>
                  <a:pt x="29502" y="113467"/>
                </a:lnTo>
                <a:lnTo>
                  <a:pt x="30106" y="113592"/>
                </a:lnTo>
                <a:lnTo>
                  <a:pt x="30711" y="113710"/>
                </a:lnTo>
                <a:lnTo>
                  <a:pt x="31317" y="113821"/>
                </a:lnTo>
                <a:lnTo>
                  <a:pt x="31924" y="113925"/>
                </a:lnTo>
                <a:lnTo>
                  <a:pt x="32532" y="114022"/>
                </a:lnTo>
                <a:lnTo>
                  <a:pt x="33141" y="114111"/>
                </a:lnTo>
                <a:lnTo>
                  <a:pt x="33751" y="114194"/>
                </a:lnTo>
                <a:lnTo>
                  <a:pt x="34362" y="114269"/>
                </a:lnTo>
                <a:lnTo>
                  <a:pt x="34973" y="114337"/>
                </a:lnTo>
                <a:lnTo>
                  <a:pt x="35586" y="114398"/>
                </a:lnTo>
                <a:lnTo>
                  <a:pt x="36199" y="114451"/>
                </a:lnTo>
                <a:lnTo>
                  <a:pt x="36813" y="114498"/>
                </a:lnTo>
                <a:lnTo>
                  <a:pt x="37428" y="114537"/>
                </a:lnTo>
                <a:lnTo>
                  <a:pt x="38044" y="114570"/>
                </a:lnTo>
                <a:lnTo>
                  <a:pt x="38661" y="114595"/>
                </a:lnTo>
                <a:lnTo>
                  <a:pt x="39279" y="114613"/>
                </a:lnTo>
                <a:lnTo>
                  <a:pt x="39898" y="114623"/>
                </a:lnTo>
                <a:lnTo>
                  <a:pt x="40517" y="114627"/>
                </a:lnTo>
                <a:lnTo>
                  <a:pt x="41220" y="114623"/>
                </a:lnTo>
                <a:lnTo>
                  <a:pt x="41918" y="114613"/>
                </a:lnTo>
                <a:lnTo>
                  <a:pt x="42610" y="114595"/>
                </a:lnTo>
                <a:lnTo>
                  <a:pt x="43297" y="114571"/>
                </a:lnTo>
                <a:lnTo>
                  <a:pt x="43978" y="114539"/>
                </a:lnTo>
                <a:lnTo>
                  <a:pt x="44654" y="114500"/>
                </a:lnTo>
                <a:lnTo>
                  <a:pt x="45324" y="114455"/>
                </a:lnTo>
                <a:lnTo>
                  <a:pt x="45989" y="114402"/>
                </a:lnTo>
                <a:lnTo>
                  <a:pt x="46648" y="114342"/>
                </a:lnTo>
                <a:lnTo>
                  <a:pt x="47302" y="114275"/>
                </a:lnTo>
                <a:lnTo>
                  <a:pt x="47950" y="114201"/>
                </a:lnTo>
                <a:lnTo>
                  <a:pt x="48593" y="114120"/>
                </a:lnTo>
                <a:lnTo>
                  <a:pt x="49230" y="114032"/>
                </a:lnTo>
                <a:lnTo>
                  <a:pt x="49862" y="113938"/>
                </a:lnTo>
                <a:lnTo>
                  <a:pt x="50488" y="113836"/>
                </a:lnTo>
                <a:lnTo>
                  <a:pt x="51109" y="113726"/>
                </a:lnTo>
                <a:lnTo>
                  <a:pt x="51724" y="113610"/>
                </a:lnTo>
                <a:lnTo>
                  <a:pt x="52334" y="113487"/>
                </a:lnTo>
                <a:lnTo>
                  <a:pt x="52938" y="113357"/>
                </a:lnTo>
                <a:lnTo>
                  <a:pt x="53537" y="113220"/>
                </a:lnTo>
                <a:lnTo>
                  <a:pt x="54130" y="113076"/>
                </a:lnTo>
                <a:lnTo>
                  <a:pt x="54718" y="112925"/>
                </a:lnTo>
                <a:lnTo>
                  <a:pt x="55300" y="112766"/>
                </a:lnTo>
                <a:lnTo>
                  <a:pt x="55877" y="112601"/>
                </a:lnTo>
                <a:lnTo>
                  <a:pt x="56448" y="112429"/>
                </a:lnTo>
                <a:lnTo>
                  <a:pt x="57011" y="112251"/>
                </a:lnTo>
                <a:lnTo>
                  <a:pt x="57568" y="112068"/>
                </a:lnTo>
                <a:lnTo>
                  <a:pt x="58119" y="111878"/>
                </a:lnTo>
                <a:lnTo>
                  <a:pt x="58662" y="111682"/>
                </a:lnTo>
                <a:lnTo>
                  <a:pt x="59199" y="111480"/>
                </a:lnTo>
                <a:lnTo>
                  <a:pt x="59729" y="111272"/>
                </a:lnTo>
                <a:lnTo>
                  <a:pt x="60252" y="111058"/>
                </a:lnTo>
                <a:lnTo>
                  <a:pt x="60768" y="110838"/>
                </a:lnTo>
                <a:lnTo>
                  <a:pt x="61278" y="110612"/>
                </a:lnTo>
                <a:lnTo>
                  <a:pt x="61781" y="110380"/>
                </a:lnTo>
                <a:lnTo>
                  <a:pt x="62277" y="110142"/>
                </a:lnTo>
                <a:lnTo>
                  <a:pt x="62766" y="109898"/>
                </a:lnTo>
                <a:lnTo>
                  <a:pt x="63249" y="109648"/>
                </a:lnTo>
                <a:lnTo>
                  <a:pt x="63724" y="109392"/>
                </a:lnTo>
                <a:lnTo>
                  <a:pt x="64193" y="109130"/>
                </a:lnTo>
                <a:lnTo>
                  <a:pt x="64655" y="108862"/>
                </a:lnTo>
                <a:lnTo>
                  <a:pt x="65111" y="108588"/>
                </a:lnTo>
                <a:lnTo>
                  <a:pt x="65559" y="108308"/>
                </a:lnTo>
                <a:lnTo>
                  <a:pt x="66001" y="108022"/>
                </a:lnTo>
                <a:lnTo>
                  <a:pt x="66436" y="107730"/>
                </a:lnTo>
                <a:lnTo>
                  <a:pt x="66864" y="107432"/>
                </a:lnTo>
                <a:lnTo>
                  <a:pt x="67286" y="107128"/>
                </a:lnTo>
                <a:lnTo>
                  <a:pt x="67701" y="106818"/>
                </a:lnTo>
                <a:lnTo>
                  <a:pt x="68108" y="106502"/>
                </a:lnTo>
                <a:lnTo>
                  <a:pt x="68507" y="106181"/>
                </a:lnTo>
                <a:lnTo>
                  <a:pt x="68899" y="105855"/>
                </a:lnTo>
                <a:lnTo>
                  <a:pt x="69282" y="105523"/>
                </a:lnTo>
                <a:lnTo>
                  <a:pt x="69658" y="105186"/>
                </a:lnTo>
                <a:lnTo>
                  <a:pt x="70026" y="104843"/>
                </a:lnTo>
                <a:lnTo>
                  <a:pt x="70385" y="104495"/>
                </a:lnTo>
                <a:lnTo>
                  <a:pt x="70737" y="104142"/>
                </a:lnTo>
                <a:lnTo>
                  <a:pt x="71081" y="103783"/>
                </a:lnTo>
                <a:lnTo>
                  <a:pt x="71417" y="103419"/>
                </a:lnTo>
                <a:lnTo>
                  <a:pt x="71745" y="103049"/>
                </a:lnTo>
                <a:lnTo>
                  <a:pt x="72065" y="102674"/>
                </a:lnTo>
                <a:lnTo>
                  <a:pt x="72378" y="102294"/>
                </a:lnTo>
                <a:lnTo>
                  <a:pt x="72682" y="101908"/>
                </a:lnTo>
                <a:lnTo>
                  <a:pt x="72978" y="101517"/>
                </a:lnTo>
                <a:lnTo>
                  <a:pt x="73267" y="101121"/>
                </a:lnTo>
                <a:lnTo>
                  <a:pt x="73547" y="100719"/>
                </a:lnTo>
                <a:lnTo>
                  <a:pt x="73820" y="100312"/>
                </a:lnTo>
                <a:lnTo>
                  <a:pt x="74084" y="99900"/>
                </a:lnTo>
                <a:lnTo>
                  <a:pt x="74341" y="99482"/>
                </a:lnTo>
                <a:lnTo>
                  <a:pt x="74590" y="99059"/>
                </a:lnTo>
                <a:lnTo>
                  <a:pt x="74830" y="98630"/>
                </a:lnTo>
                <a:lnTo>
                  <a:pt x="75063" y="98196"/>
                </a:lnTo>
                <a:lnTo>
                  <a:pt x="75288" y="97757"/>
                </a:lnTo>
                <a:lnTo>
                  <a:pt x="75505" y="97313"/>
                </a:lnTo>
                <a:lnTo>
                  <a:pt x="75712" y="96864"/>
                </a:lnTo>
                <a:lnTo>
                  <a:pt x="75910" y="96411"/>
                </a:lnTo>
                <a:lnTo>
                  <a:pt x="76099" y="95954"/>
                </a:lnTo>
                <a:lnTo>
                  <a:pt x="76278" y="95493"/>
                </a:lnTo>
                <a:lnTo>
                  <a:pt x="76449" y="95027"/>
                </a:lnTo>
                <a:lnTo>
                  <a:pt x="76610" y="94556"/>
                </a:lnTo>
                <a:lnTo>
                  <a:pt x="76762" y="94082"/>
                </a:lnTo>
                <a:lnTo>
                  <a:pt x="76904" y="93603"/>
                </a:lnTo>
                <a:lnTo>
                  <a:pt x="77038" y="93120"/>
                </a:lnTo>
                <a:lnTo>
                  <a:pt x="77162" y="92632"/>
                </a:lnTo>
                <a:lnTo>
                  <a:pt x="77277" y="92140"/>
                </a:lnTo>
                <a:lnTo>
                  <a:pt x="77383" y="91643"/>
                </a:lnTo>
                <a:lnTo>
                  <a:pt x="77480" y="91143"/>
                </a:lnTo>
                <a:lnTo>
                  <a:pt x="77567" y="90638"/>
                </a:lnTo>
                <a:lnTo>
                  <a:pt x="77646" y="90128"/>
                </a:lnTo>
                <a:lnTo>
                  <a:pt x="77715" y="89615"/>
                </a:lnTo>
                <a:lnTo>
                  <a:pt x="77775" y="89096"/>
                </a:lnTo>
                <a:lnTo>
                  <a:pt x="77825" y="88574"/>
                </a:lnTo>
                <a:lnTo>
                  <a:pt x="77867" y="88047"/>
                </a:lnTo>
                <a:lnTo>
                  <a:pt x="77899" y="87516"/>
                </a:lnTo>
                <a:lnTo>
                  <a:pt x="77922" y="86981"/>
                </a:lnTo>
                <a:lnTo>
                  <a:pt x="77936" y="86441"/>
                </a:lnTo>
                <a:lnTo>
                  <a:pt x="77940" y="85896"/>
                </a:lnTo>
                <a:lnTo>
                  <a:pt x="77937" y="85377"/>
                </a:lnTo>
                <a:lnTo>
                  <a:pt x="77926" y="84862"/>
                </a:lnTo>
                <a:lnTo>
                  <a:pt x="77908" y="84351"/>
                </a:lnTo>
                <a:lnTo>
                  <a:pt x="77882" y="83845"/>
                </a:lnTo>
                <a:lnTo>
                  <a:pt x="77849" y="83343"/>
                </a:lnTo>
                <a:lnTo>
                  <a:pt x="77809" y="82846"/>
                </a:lnTo>
                <a:lnTo>
                  <a:pt x="77762" y="82353"/>
                </a:lnTo>
                <a:lnTo>
                  <a:pt x="77707" y="81865"/>
                </a:lnTo>
                <a:lnTo>
                  <a:pt x="77645" y="81381"/>
                </a:lnTo>
                <a:lnTo>
                  <a:pt x="77576" y="80902"/>
                </a:lnTo>
                <a:lnTo>
                  <a:pt x="77499" y="80427"/>
                </a:lnTo>
                <a:lnTo>
                  <a:pt x="77416" y="79957"/>
                </a:lnTo>
                <a:lnTo>
                  <a:pt x="77324" y="79491"/>
                </a:lnTo>
                <a:lnTo>
                  <a:pt x="77226" y="79030"/>
                </a:lnTo>
                <a:lnTo>
                  <a:pt x="77120" y="78573"/>
                </a:lnTo>
                <a:lnTo>
                  <a:pt x="77007" y="78120"/>
                </a:lnTo>
                <a:lnTo>
                  <a:pt x="76887" y="77673"/>
                </a:lnTo>
                <a:lnTo>
                  <a:pt x="76759" y="77229"/>
                </a:lnTo>
                <a:lnTo>
                  <a:pt x="76625" y="76790"/>
                </a:lnTo>
                <a:lnTo>
                  <a:pt x="76482" y="76356"/>
                </a:lnTo>
                <a:lnTo>
                  <a:pt x="76333" y="75925"/>
                </a:lnTo>
                <a:lnTo>
                  <a:pt x="76176" y="75500"/>
                </a:lnTo>
                <a:lnTo>
                  <a:pt x="76012" y="75079"/>
                </a:lnTo>
                <a:lnTo>
                  <a:pt x="75841" y="74662"/>
                </a:lnTo>
                <a:lnTo>
                  <a:pt x="75662" y="74250"/>
                </a:lnTo>
                <a:lnTo>
                  <a:pt x="75476" y="73841"/>
                </a:lnTo>
                <a:lnTo>
                  <a:pt x="75281" y="73435"/>
                </a:lnTo>
                <a:lnTo>
                  <a:pt x="75080" y="73033"/>
                </a:lnTo>
                <a:lnTo>
                  <a:pt x="74870" y="72635"/>
                </a:lnTo>
                <a:lnTo>
                  <a:pt x="74653" y="72240"/>
                </a:lnTo>
                <a:lnTo>
                  <a:pt x="74428" y="71849"/>
                </a:lnTo>
                <a:lnTo>
                  <a:pt x="74196" y="71462"/>
                </a:lnTo>
                <a:lnTo>
                  <a:pt x="73955" y="71078"/>
                </a:lnTo>
                <a:lnTo>
                  <a:pt x="73708" y="70697"/>
                </a:lnTo>
                <a:lnTo>
                  <a:pt x="73452" y="70321"/>
                </a:lnTo>
                <a:lnTo>
                  <a:pt x="73189" y="69947"/>
                </a:lnTo>
                <a:lnTo>
                  <a:pt x="72918" y="69578"/>
                </a:lnTo>
                <a:lnTo>
                  <a:pt x="72639" y="69212"/>
                </a:lnTo>
                <a:lnTo>
                  <a:pt x="72353" y="68849"/>
                </a:lnTo>
                <a:lnTo>
                  <a:pt x="72059" y="68490"/>
                </a:lnTo>
                <a:lnTo>
                  <a:pt x="71758" y="68135"/>
                </a:lnTo>
                <a:lnTo>
                  <a:pt x="71448" y="67783"/>
                </a:lnTo>
                <a:lnTo>
                  <a:pt x="71131" y="67435"/>
                </a:lnTo>
                <a:lnTo>
                  <a:pt x="70807" y="67091"/>
                </a:lnTo>
                <a:lnTo>
                  <a:pt x="70475" y="66750"/>
                </a:lnTo>
                <a:lnTo>
                  <a:pt x="70135" y="66412"/>
                </a:lnTo>
                <a:lnTo>
                  <a:pt x="69787" y="66079"/>
                </a:lnTo>
                <a:lnTo>
                  <a:pt x="69432" y="65748"/>
                </a:lnTo>
                <a:lnTo>
                  <a:pt x="69069" y="65421"/>
                </a:lnTo>
                <a:lnTo>
                  <a:pt x="68697" y="65097"/>
                </a:lnTo>
                <a:lnTo>
                  <a:pt x="68318" y="64775"/>
                </a:lnTo>
                <a:lnTo>
                  <a:pt x="67931" y="64456"/>
                </a:lnTo>
                <a:lnTo>
                  <a:pt x="67535" y="64140"/>
                </a:lnTo>
                <a:lnTo>
                  <a:pt x="67132" y="63826"/>
                </a:lnTo>
                <a:lnTo>
                  <a:pt x="66720" y="63515"/>
                </a:lnTo>
                <a:lnTo>
                  <a:pt x="66301" y="63207"/>
                </a:lnTo>
                <a:lnTo>
                  <a:pt x="65873" y="62901"/>
                </a:lnTo>
                <a:lnTo>
                  <a:pt x="65438" y="62598"/>
                </a:lnTo>
                <a:lnTo>
                  <a:pt x="64994" y="62298"/>
                </a:lnTo>
                <a:lnTo>
                  <a:pt x="64542" y="62001"/>
                </a:lnTo>
                <a:lnTo>
                  <a:pt x="64082" y="61706"/>
                </a:lnTo>
                <a:lnTo>
                  <a:pt x="63614" y="61414"/>
                </a:lnTo>
                <a:lnTo>
                  <a:pt x="63138" y="61124"/>
                </a:lnTo>
                <a:lnTo>
                  <a:pt x="62654" y="60837"/>
                </a:lnTo>
                <a:lnTo>
                  <a:pt x="62162" y="60553"/>
                </a:lnTo>
                <a:lnTo>
                  <a:pt x="61662" y="60272"/>
                </a:lnTo>
                <a:lnTo>
                  <a:pt x="61154" y="59993"/>
                </a:lnTo>
                <a:lnTo>
                  <a:pt x="60638" y="59717"/>
                </a:lnTo>
                <a:lnTo>
                  <a:pt x="60113" y="59443"/>
                </a:lnTo>
                <a:lnTo>
                  <a:pt x="59581" y="59173"/>
                </a:lnTo>
                <a:lnTo>
                  <a:pt x="59041" y="58905"/>
                </a:lnTo>
                <a:lnTo>
                  <a:pt x="58492" y="58639"/>
                </a:lnTo>
                <a:lnTo>
                  <a:pt x="57935" y="58377"/>
                </a:lnTo>
                <a:lnTo>
                  <a:pt x="57370" y="58116"/>
                </a:lnTo>
                <a:lnTo>
                  <a:pt x="56795" y="57857"/>
                </a:lnTo>
                <a:lnTo>
                  <a:pt x="56213" y="57600"/>
                </a:lnTo>
                <a:lnTo>
                  <a:pt x="55621" y="57345"/>
                </a:lnTo>
                <a:lnTo>
                  <a:pt x="55021" y="57092"/>
                </a:lnTo>
                <a:lnTo>
                  <a:pt x="54411" y="56842"/>
                </a:lnTo>
                <a:lnTo>
                  <a:pt x="53794" y="56593"/>
                </a:lnTo>
                <a:lnTo>
                  <a:pt x="53167" y="56347"/>
                </a:lnTo>
                <a:lnTo>
                  <a:pt x="52532" y="56102"/>
                </a:lnTo>
                <a:lnTo>
                  <a:pt x="51888" y="55860"/>
                </a:lnTo>
                <a:lnTo>
                  <a:pt x="51236" y="55619"/>
                </a:lnTo>
                <a:lnTo>
                  <a:pt x="50575" y="55381"/>
                </a:lnTo>
                <a:lnTo>
                  <a:pt x="49905" y="55144"/>
                </a:lnTo>
                <a:lnTo>
                  <a:pt x="49226" y="54910"/>
                </a:lnTo>
                <a:lnTo>
                  <a:pt x="48539" y="54678"/>
                </a:lnTo>
                <a:lnTo>
                  <a:pt x="47843" y="54448"/>
                </a:lnTo>
                <a:lnTo>
                  <a:pt x="47138" y="54219"/>
                </a:lnTo>
                <a:lnTo>
                  <a:pt x="46425" y="53993"/>
                </a:lnTo>
                <a:lnTo>
                  <a:pt x="45703" y="53769"/>
                </a:lnTo>
                <a:lnTo>
                  <a:pt x="44972" y="53547"/>
                </a:lnTo>
                <a:lnTo>
                  <a:pt x="44232" y="53327"/>
                </a:lnTo>
                <a:lnTo>
                  <a:pt x="43484" y="53109"/>
                </a:lnTo>
                <a:lnTo>
                  <a:pt x="42727" y="52893"/>
                </a:lnTo>
                <a:lnTo>
                  <a:pt x="42178" y="52740"/>
                </a:lnTo>
                <a:lnTo>
                  <a:pt x="41635" y="52585"/>
                </a:lnTo>
                <a:lnTo>
                  <a:pt x="41099" y="52431"/>
                </a:lnTo>
                <a:lnTo>
                  <a:pt x="40569" y="52275"/>
                </a:lnTo>
                <a:lnTo>
                  <a:pt x="40046" y="52120"/>
                </a:lnTo>
                <a:lnTo>
                  <a:pt x="39530" y="51963"/>
                </a:lnTo>
                <a:lnTo>
                  <a:pt x="39019" y="51807"/>
                </a:lnTo>
                <a:lnTo>
                  <a:pt x="38516" y="51649"/>
                </a:lnTo>
                <a:lnTo>
                  <a:pt x="38019" y="51491"/>
                </a:lnTo>
                <a:lnTo>
                  <a:pt x="37528" y="51333"/>
                </a:lnTo>
                <a:lnTo>
                  <a:pt x="37044" y="51174"/>
                </a:lnTo>
                <a:lnTo>
                  <a:pt x="36567" y="51015"/>
                </a:lnTo>
                <a:lnTo>
                  <a:pt x="36096" y="50855"/>
                </a:lnTo>
                <a:lnTo>
                  <a:pt x="35631" y="50695"/>
                </a:lnTo>
                <a:lnTo>
                  <a:pt x="35173" y="50534"/>
                </a:lnTo>
                <a:lnTo>
                  <a:pt x="34722" y="50372"/>
                </a:lnTo>
                <a:lnTo>
                  <a:pt x="34277" y="50210"/>
                </a:lnTo>
                <a:lnTo>
                  <a:pt x="33839" y="50048"/>
                </a:lnTo>
                <a:lnTo>
                  <a:pt x="33407" y="49885"/>
                </a:lnTo>
                <a:lnTo>
                  <a:pt x="32982" y="49722"/>
                </a:lnTo>
                <a:lnTo>
                  <a:pt x="32563" y="49558"/>
                </a:lnTo>
                <a:lnTo>
                  <a:pt x="32151" y="49393"/>
                </a:lnTo>
                <a:lnTo>
                  <a:pt x="31745" y="49228"/>
                </a:lnTo>
                <a:lnTo>
                  <a:pt x="31346" y="49063"/>
                </a:lnTo>
                <a:lnTo>
                  <a:pt x="30953" y="48896"/>
                </a:lnTo>
                <a:lnTo>
                  <a:pt x="30565" y="48729"/>
                </a:lnTo>
                <a:lnTo>
                  <a:pt x="30184" y="48560"/>
                </a:lnTo>
                <a:lnTo>
                  <a:pt x="29809" y="48389"/>
                </a:lnTo>
                <a:lnTo>
                  <a:pt x="29439" y="48218"/>
                </a:lnTo>
                <a:lnTo>
                  <a:pt x="29076" y="48045"/>
                </a:lnTo>
                <a:lnTo>
                  <a:pt x="28718" y="47871"/>
                </a:lnTo>
                <a:lnTo>
                  <a:pt x="28366" y="47696"/>
                </a:lnTo>
                <a:lnTo>
                  <a:pt x="28020" y="47519"/>
                </a:lnTo>
                <a:lnTo>
                  <a:pt x="27680" y="47341"/>
                </a:lnTo>
                <a:lnTo>
                  <a:pt x="27346" y="47162"/>
                </a:lnTo>
                <a:lnTo>
                  <a:pt x="27018" y="46982"/>
                </a:lnTo>
                <a:lnTo>
                  <a:pt x="26695" y="46800"/>
                </a:lnTo>
                <a:lnTo>
                  <a:pt x="26379" y="46617"/>
                </a:lnTo>
                <a:lnTo>
                  <a:pt x="26068" y="46432"/>
                </a:lnTo>
                <a:lnTo>
                  <a:pt x="25763" y="46247"/>
                </a:lnTo>
                <a:lnTo>
                  <a:pt x="25464" y="46060"/>
                </a:lnTo>
                <a:lnTo>
                  <a:pt x="25171" y="45872"/>
                </a:lnTo>
                <a:lnTo>
                  <a:pt x="24884" y="45683"/>
                </a:lnTo>
                <a:lnTo>
                  <a:pt x="24603" y="45492"/>
                </a:lnTo>
                <a:lnTo>
                  <a:pt x="24328" y="45300"/>
                </a:lnTo>
                <a:lnTo>
                  <a:pt x="24058" y="45107"/>
                </a:lnTo>
                <a:lnTo>
                  <a:pt x="23795" y="44912"/>
                </a:lnTo>
                <a:lnTo>
                  <a:pt x="23537" y="44716"/>
                </a:lnTo>
                <a:lnTo>
                  <a:pt x="23285" y="44519"/>
                </a:lnTo>
                <a:lnTo>
                  <a:pt x="23039" y="44321"/>
                </a:lnTo>
                <a:lnTo>
                  <a:pt x="22798" y="44121"/>
                </a:lnTo>
                <a:lnTo>
                  <a:pt x="22563" y="43919"/>
                </a:lnTo>
                <a:lnTo>
                  <a:pt x="22333" y="43716"/>
                </a:lnTo>
                <a:lnTo>
                  <a:pt x="22110" y="43512"/>
                </a:lnTo>
                <a:lnTo>
                  <a:pt x="21891" y="43307"/>
                </a:lnTo>
                <a:lnTo>
                  <a:pt x="21679" y="43100"/>
                </a:lnTo>
                <a:lnTo>
                  <a:pt x="21472" y="42891"/>
                </a:lnTo>
                <a:lnTo>
                  <a:pt x="21271" y="42681"/>
                </a:lnTo>
                <a:lnTo>
                  <a:pt x="21075" y="42470"/>
                </a:lnTo>
                <a:lnTo>
                  <a:pt x="20885" y="42258"/>
                </a:lnTo>
                <a:lnTo>
                  <a:pt x="20700" y="42044"/>
                </a:lnTo>
                <a:lnTo>
                  <a:pt x="20522" y="41828"/>
                </a:lnTo>
                <a:lnTo>
                  <a:pt x="20348" y="41611"/>
                </a:lnTo>
                <a:lnTo>
                  <a:pt x="20181" y="41393"/>
                </a:lnTo>
                <a:lnTo>
                  <a:pt x="20019" y="41173"/>
                </a:lnTo>
                <a:lnTo>
                  <a:pt x="19863" y="40952"/>
                </a:lnTo>
                <a:lnTo>
                  <a:pt x="19712" y="40730"/>
                </a:lnTo>
                <a:lnTo>
                  <a:pt x="19567" y="40506"/>
                </a:lnTo>
                <a:lnTo>
                  <a:pt x="19428" y="40281"/>
                </a:lnTo>
                <a:lnTo>
                  <a:pt x="19294" y="40054"/>
                </a:lnTo>
                <a:lnTo>
                  <a:pt x="19166" y="39826"/>
                </a:lnTo>
                <a:lnTo>
                  <a:pt x="19043" y="39596"/>
                </a:lnTo>
                <a:lnTo>
                  <a:pt x="18926" y="39365"/>
                </a:lnTo>
                <a:lnTo>
                  <a:pt x="18814" y="39132"/>
                </a:lnTo>
                <a:lnTo>
                  <a:pt x="18706" y="38896"/>
                </a:lnTo>
                <a:lnTo>
                  <a:pt x="18604" y="38658"/>
                </a:lnTo>
                <a:lnTo>
                  <a:pt x="18507" y="38418"/>
                </a:lnTo>
                <a:lnTo>
                  <a:pt x="18415" y="38176"/>
                </a:lnTo>
                <a:lnTo>
                  <a:pt x="18327" y="37932"/>
                </a:lnTo>
                <a:lnTo>
                  <a:pt x="18245" y="37685"/>
                </a:lnTo>
                <a:lnTo>
                  <a:pt x="18168" y="37436"/>
                </a:lnTo>
                <a:lnTo>
                  <a:pt x="18095" y="37186"/>
                </a:lnTo>
                <a:lnTo>
                  <a:pt x="18028" y="36932"/>
                </a:lnTo>
                <a:lnTo>
                  <a:pt x="17966" y="36677"/>
                </a:lnTo>
                <a:lnTo>
                  <a:pt x="17908" y="36420"/>
                </a:lnTo>
                <a:lnTo>
                  <a:pt x="17856" y="36160"/>
                </a:lnTo>
                <a:lnTo>
                  <a:pt x="17809" y="35899"/>
                </a:lnTo>
                <a:lnTo>
                  <a:pt x="17766" y="35635"/>
                </a:lnTo>
                <a:lnTo>
                  <a:pt x="17729" y="35369"/>
                </a:lnTo>
                <a:lnTo>
                  <a:pt x="17696" y="35100"/>
                </a:lnTo>
                <a:lnTo>
                  <a:pt x="17669" y="34830"/>
                </a:lnTo>
                <a:lnTo>
                  <a:pt x="17646" y="34557"/>
                </a:lnTo>
                <a:lnTo>
                  <a:pt x="17629" y="34283"/>
                </a:lnTo>
                <a:lnTo>
                  <a:pt x="17617" y="34006"/>
                </a:lnTo>
                <a:lnTo>
                  <a:pt x="17609" y="33726"/>
                </a:lnTo>
                <a:lnTo>
                  <a:pt x="17607" y="33445"/>
                </a:lnTo>
                <a:lnTo>
                  <a:pt x="17611" y="33030"/>
                </a:lnTo>
                <a:lnTo>
                  <a:pt x="17623" y="32618"/>
                </a:lnTo>
                <a:lnTo>
                  <a:pt x="17644" y="32210"/>
                </a:lnTo>
                <a:lnTo>
                  <a:pt x="17673" y="31806"/>
                </a:lnTo>
                <a:lnTo>
                  <a:pt x="17710" y="31406"/>
                </a:lnTo>
                <a:lnTo>
                  <a:pt x="17756" y="31009"/>
                </a:lnTo>
                <a:lnTo>
                  <a:pt x="17810" y="30617"/>
                </a:lnTo>
                <a:lnTo>
                  <a:pt x="17873" y="30228"/>
                </a:lnTo>
                <a:lnTo>
                  <a:pt x="17943" y="29843"/>
                </a:lnTo>
                <a:lnTo>
                  <a:pt x="18022" y="29462"/>
                </a:lnTo>
                <a:lnTo>
                  <a:pt x="18110" y="29085"/>
                </a:lnTo>
                <a:lnTo>
                  <a:pt x="18205" y="28712"/>
                </a:lnTo>
                <a:lnTo>
                  <a:pt x="18309" y="28342"/>
                </a:lnTo>
                <a:lnTo>
                  <a:pt x="18421" y="27977"/>
                </a:lnTo>
                <a:lnTo>
                  <a:pt x="18542" y="27615"/>
                </a:lnTo>
                <a:lnTo>
                  <a:pt x="18671" y="27257"/>
                </a:lnTo>
                <a:lnTo>
                  <a:pt x="18808" y="26903"/>
                </a:lnTo>
                <a:lnTo>
                  <a:pt x="18953" y="26553"/>
                </a:lnTo>
                <a:lnTo>
                  <a:pt x="19107" y="26206"/>
                </a:lnTo>
                <a:lnTo>
                  <a:pt x="19269" y="25863"/>
                </a:lnTo>
                <a:lnTo>
                  <a:pt x="19440" y="25525"/>
                </a:lnTo>
                <a:lnTo>
                  <a:pt x="19618" y="25190"/>
                </a:lnTo>
                <a:lnTo>
                  <a:pt x="19805" y="24859"/>
                </a:lnTo>
                <a:lnTo>
                  <a:pt x="20001" y="24531"/>
                </a:lnTo>
                <a:lnTo>
                  <a:pt x="20205" y="24209"/>
                </a:lnTo>
                <a:lnTo>
                  <a:pt x="20417" y="23892"/>
                </a:lnTo>
                <a:lnTo>
                  <a:pt x="20639" y="23581"/>
                </a:lnTo>
                <a:lnTo>
                  <a:pt x="20869" y="23275"/>
                </a:lnTo>
                <a:lnTo>
                  <a:pt x="21109" y="22975"/>
                </a:lnTo>
                <a:lnTo>
                  <a:pt x="21357" y="22680"/>
                </a:lnTo>
                <a:lnTo>
                  <a:pt x="21614" y="22392"/>
                </a:lnTo>
                <a:lnTo>
                  <a:pt x="21879" y="22108"/>
                </a:lnTo>
                <a:lnTo>
                  <a:pt x="22154" y="21831"/>
                </a:lnTo>
                <a:lnTo>
                  <a:pt x="22437" y="21559"/>
                </a:lnTo>
                <a:lnTo>
                  <a:pt x="22729" y="21293"/>
                </a:lnTo>
                <a:lnTo>
                  <a:pt x="23030" y="21032"/>
                </a:lnTo>
                <a:lnTo>
                  <a:pt x="23340" y="20777"/>
                </a:lnTo>
                <a:lnTo>
                  <a:pt x="23659" y="20528"/>
                </a:lnTo>
                <a:lnTo>
                  <a:pt x="23986" y="20284"/>
                </a:lnTo>
                <a:lnTo>
                  <a:pt x="24323" y="20046"/>
                </a:lnTo>
                <a:lnTo>
                  <a:pt x="24668" y="19813"/>
                </a:lnTo>
                <a:lnTo>
                  <a:pt x="25022" y="19586"/>
                </a:lnTo>
                <a:lnTo>
                  <a:pt x="25384" y="19365"/>
                </a:lnTo>
                <a:lnTo>
                  <a:pt x="25756" y="19149"/>
                </a:lnTo>
                <a:lnTo>
                  <a:pt x="26136" y="18939"/>
                </a:lnTo>
                <a:lnTo>
                  <a:pt x="26526" y="18735"/>
                </a:lnTo>
                <a:lnTo>
                  <a:pt x="26924" y="18536"/>
                </a:lnTo>
                <a:lnTo>
                  <a:pt x="27331" y="18343"/>
                </a:lnTo>
                <a:lnTo>
                  <a:pt x="27747" y="18157"/>
                </a:lnTo>
                <a:lnTo>
                  <a:pt x="28172" y="17978"/>
                </a:lnTo>
                <a:lnTo>
                  <a:pt x="28606" y="17808"/>
                </a:lnTo>
                <a:lnTo>
                  <a:pt x="29050" y="17645"/>
                </a:lnTo>
                <a:lnTo>
                  <a:pt x="29502" y="17491"/>
                </a:lnTo>
                <a:lnTo>
                  <a:pt x="29964" y="17344"/>
                </a:lnTo>
                <a:lnTo>
                  <a:pt x="30435" y="17205"/>
                </a:lnTo>
                <a:lnTo>
                  <a:pt x="30916" y="17075"/>
                </a:lnTo>
                <a:lnTo>
                  <a:pt x="31405" y="16952"/>
                </a:lnTo>
                <a:lnTo>
                  <a:pt x="31904" y="16837"/>
                </a:lnTo>
                <a:lnTo>
                  <a:pt x="32412" y="16730"/>
                </a:lnTo>
                <a:lnTo>
                  <a:pt x="32929" y="16630"/>
                </a:lnTo>
                <a:lnTo>
                  <a:pt x="33456" y="16539"/>
                </a:lnTo>
                <a:lnTo>
                  <a:pt x="33991" y="16456"/>
                </a:lnTo>
                <a:lnTo>
                  <a:pt x="34536" y="16381"/>
                </a:lnTo>
                <a:lnTo>
                  <a:pt x="35090" y="16313"/>
                </a:lnTo>
                <a:lnTo>
                  <a:pt x="35654" y="16254"/>
                </a:lnTo>
                <a:lnTo>
                  <a:pt x="36226" y="16202"/>
                </a:lnTo>
                <a:lnTo>
                  <a:pt x="36808" y="16159"/>
                </a:lnTo>
                <a:lnTo>
                  <a:pt x="37399" y="16123"/>
                </a:lnTo>
                <a:lnTo>
                  <a:pt x="37999" y="16095"/>
                </a:lnTo>
                <a:lnTo>
                  <a:pt x="38608" y="16075"/>
                </a:lnTo>
                <a:lnTo>
                  <a:pt x="39226" y="16064"/>
                </a:lnTo>
                <a:lnTo>
                  <a:pt x="39854" y="16060"/>
                </a:lnTo>
                <a:lnTo>
                  <a:pt x="40518" y="16064"/>
                </a:lnTo>
                <a:lnTo>
                  <a:pt x="41173" y="16078"/>
                </a:lnTo>
                <a:lnTo>
                  <a:pt x="41818" y="16102"/>
                </a:lnTo>
                <a:lnTo>
                  <a:pt x="42453" y="16134"/>
                </a:lnTo>
                <a:lnTo>
                  <a:pt x="43078" y="16176"/>
                </a:lnTo>
                <a:lnTo>
                  <a:pt x="43694" y="16228"/>
                </a:lnTo>
                <a:lnTo>
                  <a:pt x="44300" y="16288"/>
                </a:lnTo>
                <a:lnTo>
                  <a:pt x="44896" y="16358"/>
                </a:lnTo>
                <a:lnTo>
                  <a:pt x="45483" y="16438"/>
                </a:lnTo>
                <a:lnTo>
                  <a:pt x="46060" y="16526"/>
                </a:lnTo>
                <a:lnTo>
                  <a:pt x="46627" y="16624"/>
                </a:lnTo>
                <a:lnTo>
                  <a:pt x="47184" y="16732"/>
                </a:lnTo>
                <a:lnTo>
                  <a:pt x="47732" y="16848"/>
                </a:lnTo>
                <a:lnTo>
                  <a:pt x="48270" y="16975"/>
                </a:lnTo>
                <a:lnTo>
                  <a:pt x="48798" y="17110"/>
                </a:lnTo>
                <a:lnTo>
                  <a:pt x="49316" y="17255"/>
                </a:lnTo>
                <a:lnTo>
                  <a:pt x="49825" y="17409"/>
                </a:lnTo>
                <a:lnTo>
                  <a:pt x="50324" y="17572"/>
                </a:lnTo>
                <a:lnTo>
                  <a:pt x="50814" y="17745"/>
                </a:lnTo>
                <a:lnTo>
                  <a:pt x="51293" y="17927"/>
                </a:lnTo>
                <a:lnTo>
                  <a:pt x="51763" y="18118"/>
                </a:lnTo>
                <a:lnTo>
                  <a:pt x="52223" y="18319"/>
                </a:lnTo>
                <a:lnTo>
                  <a:pt x="52674" y="18529"/>
                </a:lnTo>
                <a:lnTo>
                  <a:pt x="53114" y="18748"/>
                </a:lnTo>
                <a:lnTo>
                  <a:pt x="53546" y="18976"/>
                </a:lnTo>
                <a:lnTo>
                  <a:pt x="53968" y="19210"/>
                </a:lnTo>
                <a:lnTo>
                  <a:pt x="54381" y="19452"/>
                </a:lnTo>
                <a:lnTo>
                  <a:pt x="54784" y="19700"/>
                </a:lnTo>
                <a:lnTo>
                  <a:pt x="55179" y="19955"/>
                </a:lnTo>
                <a:lnTo>
                  <a:pt x="55564" y="20217"/>
                </a:lnTo>
                <a:lnTo>
                  <a:pt x="55940" y="20486"/>
                </a:lnTo>
                <a:lnTo>
                  <a:pt x="56307" y="20762"/>
                </a:lnTo>
                <a:lnTo>
                  <a:pt x="56664" y="21045"/>
                </a:lnTo>
                <a:lnTo>
                  <a:pt x="57013" y="21334"/>
                </a:lnTo>
                <a:lnTo>
                  <a:pt x="57352" y="21631"/>
                </a:lnTo>
                <a:lnTo>
                  <a:pt x="57682" y="21935"/>
                </a:lnTo>
                <a:lnTo>
                  <a:pt x="58003" y="22245"/>
                </a:lnTo>
                <a:lnTo>
                  <a:pt x="58314" y="22562"/>
                </a:lnTo>
                <a:lnTo>
                  <a:pt x="58616" y="22886"/>
                </a:lnTo>
                <a:lnTo>
                  <a:pt x="58910" y="23218"/>
                </a:lnTo>
                <a:lnTo>
                  <a:pt x="59194" y="23556"/>
                </a:lnTo>
                <a:lnTo>
                  <a:pt x="59468" y="23901"/>
                </a:lnTo>
                <a:lnTo>
                  <a:pt x="59734" y="24252"/>
                </a:lnTo>
                <a:lnTo>
                  <a:pt x="59990" y="24611"/>
                </a:lnTo>
                <a:lnTo>
                  <a:pt x="60237" y="24977"/>
                </a:lnTo>
                <a:lnTo>
                  <a:pt x="60475" y="25349"/>
                </a:lnTo>
                <a:lnTo>
                  <a:pt x="60704" y="25729"/>
                </a:lnTo>
                <a:lnTo>
                  <a:pt x="60923" y="26115"/>
                </a:lnTo>
                <a:lnTo>
                  <a:pt x="61134" y="26507"/>
                </a:lnTo>
                <a:lnTo>
                  <a:pt x="61335" y="26904"/>
                </a:lnTo>
                <a:lnTo>
                  <a:pt x="61527" y="27306"/>
                </a:lnTo>
                <a:lnTo>
                  <a:pt x="61711" y="27712"/>
                </a:lnTo>
                <a:lnTo>
                  <a:pt x="61886" y="28123"/>
                </a:lnTo>
                <a:lnTo>
                  <a:pt x="62051" y="28539"/>
                </a:lnTo>
                <a:lnTo>
                  <a:pt x="62208" y="28960"/>
                </a:lnTo>
                <a:lnTo>
                  <a:pt x="62356" y="29385"/>
                </a:lnTo>
                <a:lnTo>
                  <a:pt x="62494" y="29815"/>
                </a:lnTo>
                <a:lnTo>
                  <a:pt x="62624" y="30250"/>
                </a:lnTo>
                <a:lnTo>
                  <a:pt x="62745" y="30690"/>
                </a:lnTo>
                <a:lnTo>
                  <a:pt x="62857" y="31134"/>
                </a:lnTo>
                <a:lnTo>
                  <a:pt x="62960" y="31583"/>
                </a:lnTo>
                <a:lnTo>
                  <a:pt x="63054" y="32036"/>
                </a:lnTo>
                <a:lnTo>
                  <a:pt x="63139" y="32495"/>
                </a:lnTo>
                <a:lnTo>
                  <a:pt x="63215" y="32958"/>
                </a:lnTo>
                <a:lnTo>
                  <a:pt x="63282" y="33426"/>
                </a:lnTo>
                <a:lnTo>
                  <a:pt x="63340" y="33899"/>
                </a:lnTo>
                <a:lnTo>
                  <a:pt x="63390" y="34376"/>
                </a:lnTo>
                <a:lnTo>
                  <a:pt x="63430" y="34858"/>
                </a:lnTo>
                <a:lnTo>
                  <a:pt x="63461" y="35345"/>
                </a:lnTo>
                <a:lnTo>
                  <a:pt x="63484" y="35837"/>
                </a:lnTo>
                <a:lnTo>
                  <a:pt x="63497" y="36333"/>
                </a:lnTo>
                <a:lnTo>
                  <a:pt x="63502" y="36834"/>
                </a:lnTo>
                <a:lnTo>
                  <a:pt x="77646" y="36834"/>
                </a:lnTo>
                <a:lnTo>
                  <a:pt x="77638" y="36136"/>
                </a:lnTo>
                <a:lnTo>
                  <a:pt x="77615" y="35441"/>
                </a:lnTo>
                <a:lnTo>
                  <a:pt x="77577" y="34750"/>
                </a:lnTo>
                <a:lnTo>
                  <a:pt x="77523" y="34062"/>
                </a:lnTo>
                <a:lnTo>
                  <a:pt x="77454" y="33378"/>
                </a:lnTo>
                <a:lnTo>
                  <a:pt x="77369" y="32697"/>
                </a:lnTo>
                <a:lnTo>
                  <a:pt x="77270" y="32020"/>
                </a:lnTo>
                <a:lnTo>
                  <a:pt x="77155" y="31346"/>
                </a:lnTo>
                <a:lnTo>
                  <a:pt x="77024" y="30675"/>
                </a:lnTo>
                <a:lnTo>
                  <a:pt x="76878" y="30008"/>
                </a:lnTo>
                <a:lnTo>
                  <a:pt x="76717" y="29344"/>
                </a:lnTo>
                <a:lnTo>
                  <a:pt x="76541" y="28684"/>
                </a:lnTo>
                <a:lnTo>
                  <a:pt x="76349" y="28028"/>
                </a:lnTo>
                <a:lnTo>
                  <a:pt x="76142" y="27374"/>
                </a:lnTo>
                <a:lnTo>
                  <a:pt x="75919" y="26725"/>
                </a:lnTo>
                <a:lnTo>
                  <a:pt x="75681" y="26078"/>
                </a:lnTo>
                <a:lnTo>
                  <a:pt x="75428" y="25435"/>
                </a:lnTo>
                <a:lnTo>
                  <a:pt x="75159" y="24796"/>
                </a:lnTo>
                <a:lnTo>
                  <a:pt x="74876" y="24160"/>
                </a:lnTo>
                <a:lnTo>
                  <a:pt x="74576" y="23528"/>
                </a:lnTo>
                <a:lnTo>
                  <a:pt x="74262" y="22899"/>
                </a:lnTo>
                <a:lnTo>
                  <a:pt x="73932" y="22273"/>
                </a:lnTo>
                <a:lnTo>
                  <a:pt x="73586" y="21651"/>
                </a:lnTo>
                <a:lnTo>
                  <a:pt x="73226" y="21032"/>
                </a:lnTo>
                <a:lnTo>
                  <a:pt x="72850" y="20420"/>
                </a:lnTo>
                <a:lnTo>
                  <a:pt x="72461" y="19818"/>
                </a:lnTo>
                <a:lnTo>
                  <a:pt x="72058" y="19225"/>
                </a:lnTo>
                <a:lnTo>
                  <a:pt x="71641" y="18642"/>
                </a:lnTo>
                <a:lnTo>
                  <a:pt x="71210" y="18069"/>
                </a:lnTo>
                <a:lnTo>
                  <a:pt x="70765" y="17505"/>
                </a:lnTo>
                <a:lnTo>
                  <a:pt x="70306" y="16951"/>
                </a:lnTo>
                <a:lnTo>
                  <a:pt x="69833" y="16407"/>
                </a:lnTo>
                <a:lnTo>
                  <a:pt x="69346" y="15873"/>
                </a:lnTo>
                <a:lnTo>
                  <a:pt x="68845" y="15348"/>
                </a:lnTo>
                <a:lnTo>
                  <a:pt x="68331" y="14834"/>
                </a:lnTo>
                <a:lnTo>
                  <a:pt x="67802" y="14328"/>
                </a:lnTo>
                <a:lnTo>
                  <a:pt x="67259" y="13833"/>
                </a:lnTo>
                <a:lnTo>
                  <a:pt x="66703" y="13347"/>
                </a:lnTo>
                <a:lnTo>
                  <a:pt x="66132" y="12871"/>
                </a:lnTo>
                <a:lnTo>
                  <a:pt x="65548" y="12405"/>
                </a:lnTo>
                <a:lnTo>
                  <a:pt x="64949" y="11948"/>
                </a:lnTo>
                <a:lnTo>
                  <a:pt x="64337" y="11501"/>
                </a:lnTo>
                <a:lnTo>
                  <a:pt x="63711" y="11064"/>
                </a:lnTo>
                <a:lnTo>
                  <a:pt x="63071" y="10637"/>
                </a:lnTo>
                <a:lnTo>
                  <a:pt x="62417" y="10219"/>
                </a:lnTo>
                <a:lnTo>
                  <a:pt x="61749" y="9811"/>
                </a:lnTo>
                <a:lnTo>
                  <a:pt x="61067" y="9413"/>
                </a:lnTo>
                <a:lnTo>
                  <a:pt x="60371" y="9024"/>
                </a:lnTo>
                <a:lnTo>
                  <a:pt x="59661" y="8649"/>
                </a:lnTo>
                <a:lnTo>
                  <a:pt x="58940" y="8289"/>
                </a:lnTo>
                <a:lnTo>
                  <a:pt x="58205" y="7945"/>
                </a:lnTo>
                <a:lnTo>
                  <a:pt x="57458" y="7617"/>
                </a:lnTo>
                <a:lnTo>
                  <a:pt x="56698" y="7306"/>
                </a:lnTo>
                <a:lnTo>
                  <a:pt x="55925" y="7010"/>
                </a:lnTo>
                <a:lnTo>
                  <a:pt x="55140" y="6730"/>
                </a:lnTo>
                <a:lnTo>
                  <a:pt x="54342" y="6466"/>
                </a:lnTo>
                <a:lnTo>
                  <a:pt x="53532" y="6219"/>
                </a:lnTo>
                <a:lnTo>
                  <a:pt x="52708" y="5987"/>
                </a:lnTo>
                <a:lnTo>
                  <a:pt x="51873" y="5771"/>
                </a:lnTo>
                <a:lnTo>
                  <a:pt x="51024" y="5571"/>
                </a:lnTo>
                <a:lnTo>
                  <a:pt x="50163" y="5387"/>
                </a:lnTo>
                <a:lnTo>
                  <a:pt x="49289" y="5219"/>
                </a:lnTo>
                <a:lnTo>
                  <a:pt x="48403" y="5068"/>
                </a:lnTo>
                <a:lnTo>
                  <a:pt x="47503" y="4932"/>
                </a:lnTo>
                <a:lnTo>
                  <a:pt x="46592" y="4812"/>
                </a:lnTo>
                <a:lnTo>
                  <a:pt x="45667" y="4708"/>
                </a:lnTo>
                <a:lnTo>
                  <a:pt x="44730" y="4620"/>
                </a:lnTo>
                <a:lnTo>
                  <a:pt x="43780" y="4548"/>
                </a:lnTo>
                <a:lnTo>
                  <a:pt x="42818" y="4492"/>
                </a:lnTo>
                <a:lnTo>
                  <a:pt x="41842" y="4452"/>
                </a:lnTo>
                <a:lnTo>
                  <a:pt x="40855" y="4428"/>
                </a:lnTo>
                <a:lnTo>
                  <a:pt x="39854" y="4420"/>
                </a:lnTo>
                <a:lnTo>
                  <a:pt x="39169" y="4424"/>
                </a:lnTo>
                <a:lnTo>
                  <a:pt x="38490" y="4435"/>
                </a:lnTo>
                <a:lnTo>
                  <a:pt x="37816" y="4455"/>
                </a:lnTo>
                <a:lnTo>
                  <a:pt x="37147" y="4481"/>
                </a:lnTo>
                <a:lnTo>
                  <a:pt x="36484" y="4516"/>
                </a:lnTo>
                <a:lnTo>
                  <a:pt x="35826" y="4558"/>
                </a:lnTo>
                <a:lnTo>
                  <a:pt x="35173" y="4608"/>
                </a:lnTo>
                <a:lnTo>
                  <a:pt x="34526" y="4666"/>
                </a:lnTo>
                <a:lnTo>
                  <a:pt x="33884" y="4731"/>
                </a:lnTo>
                <a:lnTo>
                  <a:pt x="33247" y="4804"/>
                </a:lnTo>
                <a:lnTo>
                  <a:pt x="32616" y="4884"/>
                </a:lnTo>
                <a:lnTo>
                  <a:pt x="31990" y="4973"/>
                </a:lnTo>
                <a:lnTo>
                  <a:pt x="31370" y="5068"/>
                </a:lnTo>
                <a:lnTo>
                  <a:pt x="30755" y="5172"/>
                </a:lnTo>
                <a:lnTo>
                  <a:pt x="30145" y="5283"/>
                </a:lnTo>
                <a:lnTo>
                  <a:pt x="29541" y="5402"/>
                </a:lnTo>
                <a:lnTo>
                  <a:pt x="28942" y="5529"/>
                </a:lnTo>
                <a:lnTo>
                  <a:pt x="28348" y="5663"/>
                </a:lnTo>
                <a:lnTo>
                  <a:pt x="27760" y="5805"/>
                </a:lnTo>
                <a:lnTo>
                  <a:pt x="27177" y="5955"/>
                </a:lnTo>
                <a:lnTo>
                  <a:pt x="26600" y="6112"/>
                </a:lnTo>
                <a:lnTo>
                  <a:pt x="26028" y="6277"/>
                </a:lnTo>
                <a:lnTo>
                  <a:pt x="25461" y="6450"/>
                </a:lnTo>
                <a:lnTo>
                  <a:pt x="24900" y="6630"/>
                </a:lnTo>
                <a:lnTo>
                  <a:pt x="24344" y="6817"/>
                </a:lnTo>
                <a:lnTo>
                  <a:pt x="23795" y="7010"/>
                </a:lnTo>
                <a:lnTo>
                  <a:pt x="23253" y="7210"/>
                </a:lnTo>
                <a:lnTo>
                  <a:pt x="22717" y="7415"/>
                </a:lnTo>
                <a:lnTo>
                  <a:pt x="22188" y="7626"/>
                </a:lnTo>
                <a:lnTo>
                  <a:pt x="21665" y="7843"/>
                </a:lnTo>
                <a:lnTo>
                  <a:pt x="21149" y="8067"/>
                </a:lnTo>
                <a:lnTo>
                  <a:pt x="20639" y="8296"/>
                </a:lnTo>
                <a:lnTo>
                  <a:pt x="20136" y="8531"/>
                </a:lnTo>
                <a:lnTo>
                  <a:pt x="19639" y="8772"/>
                </a:lnTo>
                <a:lnTo>
                  <a:pt x="19149" y="9020"/>
                </a:lnTo>
                <a:lnTo>
                  <a:pt x="18666" y="9273"/>
                </a:lnTo>
                <a:lnTo>
                  <a:pt x="18188" y="9532"/>
                </a:lnTo>
                <a:lnTo>
                  <a:pt x="17718" y="9798"/>
                </a:lnTo>
                <a:lnTo>
                  <a:pt x="17254" y="10069"/>
                </a:lnTo>
                <a:lnTo>
                  <a:pt x="16796" y="10346"/>
                </a:lnTo>
                <a:lnTo>
                  <a:pt x="16345" y="10630"/>
                </a:lnTo>
                <a:lnTo>
                  <a:pt x="15901" y="10919"/>
                </a:lnTo>
                <a:lnTo>
                  <a:pt x="15463" y="11214"/>
                </a:lnTo>
                <a:lnTo>
                  <a:pt x="15031" y="11516"/>
                </a:lnTo>
                <a:lnTo>
                  <a:pt x="14606" y="11823"/>
                </a:lnTo>
                <a:lnTo>
                  <a:pt x="14188" y="12136"/>
                </a:lnTo>
                <a:lnTo>
                  <a:pt x="13776" y="12456"/>
                </a:lnTo>
                <a:lnTo>
                  <a:pt x="13371" y="12781"/>
                </a:lnTo>
                <a:lnTo>
                  <a:pt x="12972" y="13112"/>
                </a:lnTo>
                <a:lnTo>
                  <a:pt x="12582" y="13448"/>
                </a:lnTo>
                <a:lnTo>
                  <a:pt x="12199" y="13788"/>
                </a:lnTo>
                <a:lnTo>
                  <a:pt x="11825" y="14133"/>
                </a:lnTo>
                <a:lnTo>
                  <a:pt x="11458" y="14483"/>
                </a:lnTo>
                <a:lnTo>
                  <a:pt x="11098" y="14837"/>
                </a:lnTo>
                <a:lnTo>
                  <a:pt x="10747" y="15196"/>
                </a:lnTo>
                <a:lnTo>
                  <a:pt x="10404" y="15560"/>
                </a:lnTo>
                <a:lnTo>
                  <a:pt x="10068" y="15929"/>
                </a:lnTo>
                <a:lnTo>
                  <a:pt x="9740" y="16302"/>
                </a:lnTo>
                <a:lnTo>
                  <a:pt x="9420" y="16680"/>
                </a:lnTo>
                <a:lnTo>
                  <a:pt x="9107" y="17063"/>
                </a:lnTo>
                <a:lnTo>
                  <a:pt x="8803" y="17451"/>
                </a:lnTo>
                <a:lnTo>
                  <a:pt x="8506" y="17843"/>
                </a:lnTo>
                <a:lnTo>
                  <a:pt x="8217" y="18240"/>
                </a:lnTo>
                <a:lnTo>
                  <a:pt x="7936" y="18642"/>
                </a:lnTo>
                <a:lnTo>
                  <a:pt x="7662" y="19049"/>
                </a:lnTo>
                <a:lnTo>
                  <a:pt x="7397" y="19460"/>
                </a:lnTo>
                <a:lnTo>
                  <a:pt x="7139" y="19876"/>
                </a:lnTo>
                <a:lnTo>
                  <a:pt x="6889" y="20296"/>
                </a:lnTo>
                <a:lnTo>
                  <a:pt x="6647" y="20722"/>
                </a:lnTo>
                <a:lnTo>
                  <a:pt x="6412" y="21152"/>
                </a:lnTo>
                <a:lnTo>
                  <a:pt x="6186" y="21587"/>
                </a:lnTo>
                <a:lnTo>
                  <a:pt x="5967" y="22027"/>
                </a:lnTo>
                <a:lnTo>
                  <a:pt x="5757" y="22470"/>
                </a:lnTo>
                <a:lnTo>
                  <a:pt x="5555" y="22917"/>
                </a:lnTo>
                <a:lnTo>
                  <a:pt x="5363" y="23368"/>
                </a:lnTo>
                <a:lnTo>
                  <a:pt x="5179" y="23821"/>
                </a:lnTo>
                <a:lnTo>
                  <a:pt x="5005" y="24278"/>
                </a:lnTo>
                <a:lnTo>
                  <a:pt x="4839" y="24739"/>
                </a:lnTo>
                <a:lnTo>
                  <a:pt x="4682" y="25202"/>
                </a:lnTo>
                <a:lnTo>
                  <a:pt x="4535" y="25669"/>
                </a:lnTo>
                <a:lnTo>
                  <a:pt x="4396" y="26139"/>
                </a:lnTo>
                <a:lnTo>
                  <a:pt x="4266" y="26613"/>
                </a:lnTo>
                <a:lnTo>
                  <a:pt x="4145" y="27090"/>
                </a:lnTo>
                <a:lnTo>
                  <a:pt x="4033" y="27570"/>
                </a:lnTo>
                <a:lnTo>
                  <a:pt x="3930" y="28054"/>
                </a:lnTo>
                <a:lnTo>
                  <a:pt x="3836" y="28541"/>
                </a:lnTo>
                <a:lnTo>
                  <a:pt x="3751" y="29031"/>
                </a:lnTo>
                <a:lnTo>
                  <a:pt x="3675" y="29524"/>
                </a:lnTo>
                <a:lnTo>
                  <a:pt x="3608" y="30021"/>
                </a:lnTo>
                <a:lnTo>
                  <a:pt x="3550" y="30521"/>
                </a:lnTo>
                <a:lnTo>
                  <a:pt x="3501" y="31025"/>
                </a:lnTo>
                <a:lnTo>
                  <a:pt x="3460" y="31532"/>
                </a:lnTo>
                <a:lnTo>
                  <a:pt x="3429" y="32042"/>
                </a:lnTo>
                <a:lnTo>
                  <a:pt x="3407" y="32555"/>
                </a:lnTo>
                <a:lnTo>
                  <a:pt x="3393" y="33072"/>
                </a:lnTo>
                <a:lnTo>
                  <a:pt x="3389" y="33592"/>
                </a:lnTo>
                <a:lnTo>
                  <a:pt x="3393" y="34112"/>
                </a:lnTo>
                <a:lnTo>
                  <a:pt x="3406" y="34626"/>
                </a:lnTo>
                <a:lnTo>
                  <a:pt x="3427" y="35136"/>
                </a:lnTo>
                <a:lnTo>
                  <a:pt x="3456" y="35641"/>
                </a:lnTo>
                <a:lnTo>
                  <a:pt x="3494" y="36141"/>
                </a:lnTo>
                <a:lnTo>
                  <a:pt x="3541" y="36636"/>
                </a:lnTo>
                <a:lnTo>
                  <a:pt x="3596" y="37126"/>
                </a:lnTo>
                <a:lnTo>
                  <a:pt x="3659" y="37611"/>
                </a:lnTo>
                <a:lnTo>
                  <a:pt x="3731" y="38092"/>
                </a:lnTo>
                <a:lnTo>
                  <a:pt x="3811" y="38568"/>
                </a:lnTo>
                <a:lnTo>
                  <a:pt x="3899" y="39038"/>
                </a:lnTo>
                <a:lnTo>
                  <a:pt x="3996" y="39504"/>
                </a:lnTo>
                <a:lnTo>
                  <a:pt x="4102" y="39965"/>
                </a:lnTo>
                <a:lnTo>
                  <a:pt x="4216" y="40422"/>
                </a:lnTo>
                <a:lnTo>
                  <a:pt x="4338" y="40873"/>
                </a:lnTo>
                <a:lnTo>
                  <a:pt x="4469" y="41319"/>
                </a:lnTo>
                <a:lnTo>
                  <a:pt x="4608" y="41761"/>
                </a:lnTo>
                <a:lnTo>
                  <a:pt x="4756" y="42198"/>
                </a:lnTo>
                <a:lnTo>
                  <a:pt x="4912" y="42630"/>
                </a:lnTo>
                <a:lnTo>
                  <a:pt x="5077" y="43057"/>
                </a:lnTo>
                <a:lnTo>
                  <a:pt x="5250" y="43479"/>
                </a:lnTo>
                <a:lnTo>
                  <a:pt x="5431" y="43896"/>
                </a:lnTo>
                <a:lnTo>
                  <a:pt x="5621" y="44309"/>
                </a:lnTo>
                <a:lnTo>
                  <a:pt x="5820" y="44716"/>
                </a:lnTo>
                <a:lnTo>
                  <a:pt x="6026" y="45120"/>
                </a:lnTo>
                <a:lnTo>
                  <a:pt x="6240" y="45519"/>
                </a:lnTo>
                <a:lnTo>
                  <a:pt x="6461" y="45915"/>
                </a:lnTo>
                <a:lnTo>
                  <a:pt x="6689" y="46306"/>
                </a:lnTo>
                <a:lnTo>
                  <a:pt x="6925" y="46694"/>
                </a:lnTo>
                <a:lnTo>
                  <a:pt x="7169" y="47078"/>
                </a:lnTo>
                <a:lnTo>
                  <a:pt x="7420" y="47458"/>
                </a:lnTo>
                <a:lnTo>
                  <a:pt x="7678" y="47835"/>
                </a:lnTo>
                <a:lnTo>
                  <a:pt x="7943" y="48207"/>
                </a:lnTo>
                <a:lnTo>
                  <a:pt x="8217" y="48576"/>
                </a:lnTo>
                <a:lnTo>
                  <a:pt x="8497" y="48941"/>
                </a:lnTo>
                <a:lnTo>
                  <a:pt x="8785" y="49302"/>
                </a:lnTo>
                <a:lnTo>
                  <a:pt x="9080" y="49659"/>
                </a:lnTo>
                <a:lnTo>
                  <a:pt x="9383" y="50013"/>
                </a:lnTo>
                <a:lnTo>
                  <a:pt x="9693" y="50362"/>
                </a:lnTo>
                <a:lnTo>
                  <a:pt x="10011" y="50708"/>
                </a:lnTo>
                <a:lnTo>
                  <a:pt x="10336" y="51050"/>
                </a:lnTo>
                <a:lnTo>
                  <a:pt x="10668" y="51388"/>
                </a:lnTo>
                <a:lnTo>
                  <a:pt x="11008" y="51722"/>
                </a:lnTo>
                <a:lnTo>
                  <a:pt x="11355" y="52052"/>
                </a:lnTo>
                <a:lnTo>
                  <a:pt x="11710" y="52379"/>
                </a:lnTo>
                <a:lnTo>
                  <a:pt x="12072" y="52702"/>
                </a:lnTo>
                <a:lnTo>
                  <a:pt x="12441" y="53020"/>
                </a:lnTo>
                <a:lnTo>
                  <a:pt x="12818" y="53335"/>
                </a:lnTo>
                <a:lnTo>
                  <a:pt x="13202" y="53647"/>
                </a:lnTo>
                <a:lnTo>
                  <a:pt x="13592" y="53956"/>
                </a:lnTo>
                <a:lnTo>
                  <a:pt x="13989" y="54261"/>
                </a:lnTo>
                <a:lnTo>
                  <a:pt x="14392" y="54564"/>
                </a:lnTo>
                <a:lnTo>
                  <a:pt x="14801" y="54864"/>
                </a:lnTo>
                <a:lnTo>
                  <a:pt x="15217" y="55161"/>
                </a:lnTo>
                <a:lnTo>
                  <a:pt x="15639" y="55455"/>
                </a:lnTo>
                <a:lnTo>
                  <a:pt x="16068" y="55746"/>
                </a:lnTo>
                <a:lnTo>
                  <a:pt x="16503" y="56034"/>
                </a:lnTo>
                <a:lnTo>
                  <a:pt x="16944" y="56319"/>
                </a:lnTo>
                <a:lnTo>
                  <a:pt x="17392" y="56601"/>
                </a:lnTo>
                <a:lnTo>
                  <a:pt x="17846" y="56881"/>
                </a:lnTo>
                <a:lnTo>
                  <a:pt x="18307" y="57157"/>
                </a:lnTo>
                <a:lnTo>
                  <a:pt x="18773" y="57430"/>
                </a:lnTo>
                <a:lnTo>
                  <a:pt x="19247" y="57701"/>
                </a:lnTo>
                <a:lnTo>
                  <a:pt x="19727" y="57968"/>
                </a:lnTo>
                <a:lnTo>
                  <a:pt x="20213" y="58233"/>
                </a:lnTo>
                <a:lnTo>
                  <a:pt x="20705" y="58494"/>
                </a:lnTo>
                <a:lnTo>
                  <a:pt x="21204" y="58753"/>
                </a:lnTo>
                <a:lnTo>
                  <a:pt x="21709" y="59009"/>
                </a:lnTo>
                <a:lnTo>
                  <a:pt x="22221" y="59262"/>
                </a:lnTo>
                <a:lnTo>
                  <a:pt x="22739" y="59511"/>
                </a:lnTo>
                <a:lnTo>
                  <a:pt x="23264" y="59758"/>
                </a:lnTo>
                <a:lnTo>
                  <a:pt x="23795" y="60002"/>
                </a:lnTo>
                <a:lnTo>
                  <a:pt x="24331" y="60244"/>
                </a:lnTo>
                <a:lnTo>
                  <a:pt x="24874" y="60483"/>
                </a:lnTo>
                <a:lnTo>
                  <a:pt x="25421" y="60721"/>
                </a:lnTo>
                <a:lnTo>
                  <a:pt x="25974" y="60957"/>
                </a:lnTo>
                <a:lnTo>
                  <a:pt x="26532" y="61191"/>
                </a:lnTo>
                <a:lnTo>
                  <a:pt x="27096" y="61423"/>
                </a:lnTo>
                <a:lnTo>
                  <a:pt x="27665" y="61653"/>
                </a:lnTo>
                <a:lnTo>
                  <a:pt x="28239" y="61881"/>
                </a:lnTo>
                <a:lnTo>
                  <a:pt x="28819" y="62107"/>
                </a:lnTo>
                <a:lnTo>
                  <a:pt x="29404" y="62331"/>
                </a:lnTo>
                <a:lnTo>
                  <a:pt x="29995" y="62554"/>
                </a:lnTo>
                <a:lnTo>
                  <a:pt x="30590" y="62774"/>
                </a:lnTo>
                <a:lnTo>
                  <a:pt x="31192" y="62993"/>
                </a:lnTo>
                <a:lnTo>
                  <a:pt x="31798" y="63209"/>
                </a:lnTo>
                <a:lnTo>
                  <a:pt x="32410" y="63424"/>
                </a:lnTo>
                <a:lnTo>
                  <a:pt x="33028" y="63637"/>
                </a:lnTo>
                <a:lnTo>
                  <a:pt x="33650" y="63847"/>
                </a:lnTo>
                <a:lnTo>
                  <a:pt x="34278" y="64056"/>
                </a:lnTo>
                <a:lnTo>
                  <a:pt x="34912" y="64263"/>
                </a:lnTo>
                <a:lnTo>
                  <a:pt x="35551" y="64468"/>
                </a:lnTo>
                <a:lnTo>
                  <a:pt x="36195" y="64672"/>
                </a:lnTo>
                <a:lnTo>
                  <a:pt x="36845" y="64873"/>
                </a:lnTo>
                <a:lnTo>
                  <a:pt x="37500" y="65072"/>
                </a:lnTo>
                <a:lnTo>
                  <a:pt x="38160" y="65270"/>
                </a:lnTo>
                <a:lnTo>
                  <a:pt x="38788" y="65454"/>
                </a:lnTo>
                <a:lnTo>
                  <a:pt x="39406" y="65637"/>
                </a:lnTo>
                <a:lnTo>
                  <a:pt x="40016" y="65821"/>
                </a:lnTo>
                <a:lnTo>
                  <a:pt x="40616" y="66004"/>
                </a:lnTo>
                <a:lnTo>
                  <a:pt x="41208" y="66187"/>
                </a:lnTo>
                <a:lnTo>
                  <a:pt x="41790" y="66370"/>
                </a:lnTo>
                <a:lnTo>
                  <a:pt x="42364" y="66552"/>
                </a:lnTo>
                <a:lnTo>
                  <a:pt x="42928" y="66735"/>
                </a:lnTo>
                <a:lnTo>
                  <a:pt x="43483" y="66917"/>
                </a:lnTo>
                <a:lnTo>
                  <a:pt x="44029" y="67098"/>
                </a:lnTo>
                <a:lnTo>
                  <a:pt x="44566" y="67280"/>
                </a:lnTo>
                <a:lnTo>
                  <a:pt x="45094" y="67461"/>
                </a:lnTo>
                <a:lnTo>
                  <a:pt x="45613" y="67642"/>
                </a:lnTo>
                <a:lnTo>
                  <a:pt x="46122" y="67823"/>
                </a:lnTo>
                <a:lnTo>
                  <a:pt x="46623" y="68003"/>
                </a:lnTo>
                <a:lnTo>
                  <a:pt x="47115" y="68184"/>
                </a:lnTo>
                <a:lnTo>
                  <a:pt x="47597" y="68363"/>
                </a:lnTo>
                <a:lnTo>
                  <a:pt x="48070" y="68543"/>
                </a:lnTo>
                <a:lnTo>
                  <a:pt x="48535" y="68723"/>
                </a:lnTo>
                <a:lnTo>
                  <a:pt x="48990" y="68902"/>
                </a:lnTo>
                <a:lnTo>
                  <a:pt x="49436" y="69081"/>
                </a:lnTo>
                <a:lnTo>
                  <a:pt x="49873" y="69259"/>
                </a:lnTo>
                <a:lnTo>
                  <a:pt x="50301" y="69438"/>
                </a:lnTo>
                <a:lnTo>
                  <a:pt x="50720" y="69616"/>
                </a:lnTo>
                <a:lnTo>
                  <a:pt x="51131" y="69794"/>
                </a:lnTo>
                <a:lnTo>
                  <a:pt x="51534" y="69974"/>
                </a:lnTo>
                <a:lnTo>
                  <a:pt x="51930" y="70153"/>
                </a:lnTo>
                <a:lnTo>
                  <a:pt x="52318" y="70334"/>
                </a:lnTo>
                <a:lnTo>
                  <a:pt x="52699" y="70516"/>
                </a:lnTo>
                <a:lnTo>
                  <a:pt x="53073" y="70698"/>
                </a:lnTo>
                <a:lnTo>
                  <a:pt x="53439" y="70881"/>
                </a:lnTo>
                <a:lnTo>
                  <a:pt x="53798" y="71065"/>
                </a:lnTo>
                <a:lnTo>
                  <a:pt x="54149" y="71249"/>
                </a:lnTo>
                <a:lnTo>
                  <a:pt x="54493" y="71435"/>
                </a:lnTo>
                <a:lnTo>
                  <a:pt x="54830" y="71621"/>
                </a:lnTo>
                <a:lnTo>
                  <a:pt x="55159" y="71808"/>
                </a:lnTo>
                <a:lnTo>
                  <a:pt x="55480" y="71995"/>
                </a:lnTo>
                <a:lnTo>
                  <a:pt x="55795" y="72184"/>
                </a:lnTo>
                <a:lnTo>
                  <a:pt x="56101" y="72373"/>
                </a:lnTo>
                <a:lnTo>
                  <a:pt x="56401" y="72563"/>
                </a:lnTo>
                <a:lnTo>
                  <a:pt x="56693" y="72753"/>
                </a:lnTo>
                <a:lnTo>
                  <a:pt x="56977" y="72945"/>
                </a:lnTo>
                <a:lnTo>
                  <a:pt x="57254" y="73137"/>
                </a:lnTo>
                <a:lnTo>
                  <a:pt x="57524" y="73330"/>
                </a:lnTo>
                <a:lnTo>
                  <a:pt x="57787" y="73524"/>
                </a:lnTo>
                <a:lnTo>
                  <a:pt x="58041" y="73718"/>
                </a:lnTo>
                <a:lnTo>
                  <a:pt x="58289" y="73914"/>
                </a:lnTo>
                <a:lnTo>
                  <a:pt x="58529" y="74110"/>
                </a:lnTo>
                <a:lnTo>
                  <a:pt x="58762" y="74307"/>
                </a:lnTo>
                <a:lnTo>
                  <a:pt x="58990" y="74506"/>
                </a:lnTo>
                <a:lnTo>
                  <a:pt x="59212" y="74708"/>
                </a:lnTo>
                <a:lnTo>
                  <a:pt x="59427" y="74911"/>
                </a:lnTo>
                <a:lnTo>
                  <a:pt x="59637" y="75116"/>
                </a:lnTo>
                <a:lnTo>
                  <a:pt x="59841" y="75323"/>
                </a:lnTo>
                <a:lnTo>
                  <a:pt x="60039" y="75532"/>
                </a:lnTo>
                <a:lnTo>
                  <a:pt x="60232" y="75743"/>
                </a:lnTo>
                <a:lnTo>
                  <a:pt x="60418" y="75955"/>
                </a:lnTo>
                <a:lnTo>
                  <a:pt x="60598" y="76170"/>
                </a:lnTo>
                <a:lnTo>
                  <a:pt x="60773" y="76387"/>
                </a:lnTo>
                <a:lnTo>
                  <a:pt x="60942" y="76605"/>
                </a:lnTo>
                <a:lnTo>
                  <a:pt x="61104" y="76826"/>
                </a:lnTo>
                <a:lnTo>
                  <a:pt x="61261" y="77048"/>
                </a:lnTo>
                <a:lnTo>
                  <a:pt x="61412" y="77272"/>
                </a:lnTo>
                <a:lnTo>
                  <a:pt x="61558" y="77498"/>
                </a:lnTo>
                <a:lnTo>
                  <a:pt x="61697" y="77726"/>
                </a:lnTo>
                <a:lnTo>
                  <a:pt x="61830" y="77957"/>
                </a:lnTo>
                <a:lnTo>
                  <a:pt x="61958" y="78188"/>
                </a:lnTo>
                <a:lnTo>
                  <a:pt x="62079" y="78422"/>
                </a:lnTo>
                <a:lnTo>
                  <a:pt x="62195" y="78658"/>
                </a:lnTo>
                <a:lnTo>
                  <a:pt x="62305" y="78896"/>
                </a:lnTo>
                <a:lnTo>
                  <a:pt x="62409" y="79135"/>
                </a:lnTo>
                <a:lnTo>
                  <a:pt x="62507" y="79377"/>
                </a:lnTo>
                <a:lnTo>
                  <a:pt x="62600" y="79621"/>
                </a:lnTo>
                <a:lnTo>
                  <a:pt x="62689" y="79868"/>
                </a:lnTo>
                <a:lnTo>
                  <a:pt x="62775" y="80118"/>
                </a:lnTo>
                <a:lnTo>
                  <a:pt x="62856" y="80370"/>
                </a:lnTo>
                <a:lnTo>
                  <a:pt x="62933" y="80626"/>
                </a:lnTo>
                <a:lnTo>
                  <a:pt x="63007" y="80885"/>
                </a:lnTo>
                <a:lnTo>
                  <a:pt x="63076" y="81146"/>
                </a:lnTo>
                <a:lnTo>
                  <a:pt x="63141" y="81411"/>
                </a:lnTo>
                <a:lnTo>
                  <a:pt x="63203" y="81678"/>
                </a:lnTo>
                <a:lnTo>
                  <a:pt x="63260" y="81949"/>
                </a:lnTo>
                <a:lnTo>
                  <a:pt x="63314" y="82222"/>
                </a:lnTo>
                <a:lnTo>
                  <a:pt x="63363" y="82499"/>
                </a:lnTo>
                <a:lnTo>
                  <a:pt x="63409" y="82778"/>
                </a:lnTo>
                <a:lnTo>
                  <a:pt x="63451" y="83060"/>
                </a:lnTo>
                <a:lnTo>
                  <a:pt x="63488" y="83345"/>
                </a:lnTo>
                <a:lnTo>
                  <a:pt x="63522" y="83633"/>
                </a:lnTo>
                <a:lnTo>
                  <a:pt x="63552" y="83924"/>
                </a:lnTo>
                <a:lnTo>
                  <a:pt x="63577" y="84218"/>
                </a:lnTo>
                <a:lnTo>
                  <a:pt x="63599" y="84515"/>
                </a:lnTo>
                <a:lnTo>
                  <a:pt x="63617" y="84815"/>
                </a:lnTo>
                <a:lnTo>
                  <a:pt x="63631" y="85118"/>
                </a:lnTo>
                <a:lnTo>
                  <a:pt x="63641" y="85424"/>
                </a:lnTo>
                <a:lnTo>
                  <a:pt x="63647" y="85732"/>
                </a:lnTo>
                <a:lnTo>
                  <a:pt x="63649" y="86044"/>
                </a:lnTo>
                <a:lnTo>
                  <a:pt x="63644" y="86477"/>
                </a:lnTo>
                <a:lnTo>
                  <a:pt x="63630" y="86906"/>
                </a:lnTo>
                <a:lnTo>
                  <a:pt x="63607" y="87330"/>
                </a:lnTo>
                <a:lnTo>
                  <a:pt x="63574" y="87748"/>
                </a:lnTo>
                <a:lnTo>
                  <a:pt x="63532" y="88162"/>
                </a:lnTo>
                <a:close/>
                <a:moveTo>
                  <a:pt x="291469" y="68875"/>
                </a:moveTo>
                <a:lnTo>
                  <a:pt x="291446" y="68192"/>
                </a:lnTo>
                <a:lnTo>
                  <a:pt x="291416" y="67514"/>
                </a:lnTo>
                <a:lnTo>
                  <a:pt x="291380" y="66839"/>
                </a:lnTo>
                <a:lnTo>
                  <a:pt x="291336" y="66170"/>
                </a:lnTo>
                <a:lnTo>
                  <a:pt x="291287" y="65505"/>
                </a:lnTo>
                <a:lnTo>
                  <a:pt x="291230" y="64844"/>
                </a:lnTo>
                <a:lnTo>
                  <a:pt x="291167" y="64188"/>
                </a:lnTo>
                <a:lnTo>
                  <a:pt x="291097" y="63536"/>
                </a:lnTo>
                <a:lnTo>
                  <a:pt x="291021" y="62889"/>
                </a:lnTo>
                <a:lnTo>
                  <a:pt x="290937" y="62246"/>
                </a:lnTo>
                <a:lnTo>
                  <a:pt x="290848" y="61607"/>
                </a:lnTo>
                <a:lnTo>
                  <a:pt x="290751" y="60973"/>
                </a:lnTo>
                <a:lnTo>
                  <a:pt x="290648" y="60344"/>
                </a:lnTo>
                <a:lnTo>
                  <a:pt x="290538" y="59719"/>
                </a:lnTo>
                <a:lnTo>
                  <a:pt x="290422" y="59099"/>
                </a:lnTo>
                <a:lnTo>
                  <a:pt x="290299" y="58483"/>
                </a:lnTo>
                <a:lnTo>
                  <a:pt x="290169" y="57871"/>
                </a:lnTo>
                <a:lnTo>
                  <a:pt x="290033" y="57264"/>
                </a:lnTo>
                <a:lnTo>
                  <a:pt x="289890" y="56661"/>
                </a:lnTo>
                <a:lnTo>
                  <a:pt x="289740" y="56063"/>
                </a:lnTo>
                <a:lnTo>
                  <a:pt x="289584" y="55469"/>
                </a:lnTo>
                <a:lnTo>
                  <a:pt x="289421" y="54881"/>
                </a:lnTo>
                <a:lnTo>
                  <a:pt x="289250" y="54299"/>
                </a:lnTo>
                <a:lnTo>
                  <a:pt x="289073" y="53724"/>
                </a:lnTo>
                <a:lnTo>
                  <a:pt x="288888" y="53155"/>
                </a:lnTo>
                <a:lnTo>
                  <a:pt x="288696" y="52592"/>
                </a:lnTo>
                <a:lnTo>
                  <a:pt x="288497" y="52036"/>
                </a:lnTo>
                <a:lnTo>
                  <a:pt x="288291" y="51486"/>
                </a:lnTo>
                <a:lnTo>
                  <a:pt x="288078" y="50942"/>
                </a:lnTo>
                <a:lnTo>
                  <a:pt x="287857" y="50405"/>
                </a:lnTo>
                <a:lnTo>
                  <a:pt x="287630" y="49874"/>
                </a:lnTo>
                <a:lnTo>
                  <a:pt x="287395" y="49350"/>
                </a:lnTo>
                <a:lnTo>
                  <a:pt x="287153" y="48832"/>
                </a:lnTo>
                <a:lnTo>
                  <a:pt x="286904" y="48320"/>
                </a:lnTo>
                <a:lnTo>
                  <a:pt x="286648" y="47815"/>
                </a:lnTo>
                <a:lnTo>
                  <a:pt x="286384" y="47316"/>
                </a:lnTo>
                <a:lnTo>
                  <a:pt x="286113" y="46824"/>
                </a:lnTo>
                <a:lnTo>
                  <a:pt x="285836" y="46338"/>
                </a:lnTo>
                <a:lnTo>
                  <a:pt x="285551" y="45858"/>
                </a:lnTo>
                <a:lnTo>
                  <a:pt x="285259" y="45385"/>
                </a:lnTo>
                <a:lnTo>
                  <a:pt x="284959" y="44918"/>
                </a:lnTo>
                <a:lnTo>
                  <a:pt x="284653" y="44457"/>
                </a:lnTo>
                <a:lnTo>
                  <a:pt x="284339" y="44003"/>
                </a:lnTo>
                <a:lnTo>
                  <a:pt x="284019" y="43555"/>
                </a:lnTo>
                <a:lnTo>
                  <a:pt x="283691" y="43114"/>
                </a:lnTo>
                <a:lnTo>
                  <a:pt x="283355" y="42680"/>
                </a:lnTo>
                <a:lnTo>
                  <a:pt x="283012" y="42254"/>
                </a:lnTo>
                <a:lnTo>
                  <a:pt x="282661" y="41836"/>
                </a:lnTo>
                <a:lnTo>
                  <a:pt x="282302" y="41426"/>
                </a:lnTo>
                <a:lnTo>
                  <a:pt x="281936" y="41024"/>
                </a:lnTo>
                <a:lnTo>
                  <a:pt x="281561" y="40630"/>
                </a:lnTo>
                <a:lnTo>
                  <a:pt x="281179" y="40244"/>
                </a:lnTo>
                <a:lnTo>
                  <a:pt x="280789" y="39866"/>
                </a:lnTo>
                <a:lnTo>
                  <a:pt x="280391" y="39496"/>
                </a:lnTo>
                <a:lnTo>
                  <a:pt x="279985" y="39134"/>
                </a:lnTo>
                <a:lnTo>
                  <a:pt x="279572" y="38781"/>
                </a:lnTo>
                <a:lnTo>
                  <a:pt x="279151" y="38435"/>
                </a:lnTo>
                <a:lnTo>
                  <a:pt x="278722" y="38097"/>
                </a:lnTo>
                <a:lnTo>
                  <a:pt x="278285" y="37768"/>
                </a:lnTo>
                <a:lnTo>
                  <a:pt x="277840" y="37446"/>
                </a:lnTo>
                <a:lnTo>
                  <a:pt x="277388" y="37133"/>
                </a:lnTo>
                <a:lnTo>
                  <a:pt x="276928" y="36827"/>
                </a:lnTo>
                <a:lnTo>
                  <a:pt x="276460" y="36530"/>
                </a:lnTo>
                <a:lnTo>
                  <a:pt x="275984" y="36240"/>
                </a:lnTo>
                <a:lnTo>
                  <a:pt x="275500" y="35959"/>
                </a:lnTo>
                <a:lnTo>
                  <a:pt x="275009" y="35686"/>
                </a:lnTo>
                <a:lnTo>
                  <a:pt x="274510" y="35420"/>
                </a:lnTo>
                <a:lnTo>
                  <a:pt x="274002" y="35163"/>
                </a:lnTo>
                <a:lnTo>
                  <a:pt x="273488" y="34914"/>
                </a:lnTo>
                <a:lnTo>
                  <a:pt x="272965" y="34674"/>
                </a:lnTo>
                <a:lnTo>
                  <a:pt x="272434" y="34444"/>
                </a:lnTo>
                <a:lnTo>
                  <a:pt x="271895" y="34224"/>
                </a:lnTo>
                <a:lnTo>
                  <a:pt x="271348" y="34015"/>
                </a:lnTo>
                <a:lnTo>
                  <a:pt x="270793" y="33816"/>
                </a:lnTo>
                <a:lnTo>
                  <a:pt x="270230" y="33627"/>
                </a:lnTo>
                <a:lnTo>
                  <a:pt x="269659" y="33448"/>
                </a:lnTo>
                <a:lnTo>
                  <a:pt x="269080" y="33279"/>
                </a:lnTo>
                <a:lnTo>
                  <a:pt x="268493" y="33121"/>
                </a:lnTo>
                <a:lnTo>
                  <a:pt x="267897" y="32973"/>
                </a:lnTo>
                <a:lnTo>
                  <a:pt x="267294" y="32835"/>
                </a:lnTo>
                <a:lnTo>
                  <a:pt x="266683" y="32707"/>
                </a:lnTo>
                <a:lnTo>
                  <a:pt x="266063" y="32590"/>
                </a:lnTo>
                <a:lnTo>
                  <a:pt x="265436" y="32483"/>
                </a:lnTo>
                <a:lnTo>
                  <a:pt x="264800" y="32385"/>
                </a:lnTo>
                <a:lnTo>
                  <a:pt x="264156" y="32299"/>
                </a:lnTo>
                <a:lnTo>
                  <a:pt x="263505" y="32222"/>
                </a:lnTo>
                <a:lnTo>
                  <a:pt x="262845" y="32156"/>
                </a:lnTo>
                <a:lnTo>
                  <a:pt x="262177" y="32099"/>
                </a:lnTo>
                <a:lnTo>
                  <a:pt x="261501" y="32053"/>
                </a:lnTo>
                <a:lnTo>
                  <a:pt x="260817" y="32018"/>
                </a:lnTo>
                <a:lnTo>
                  <a:pt x="260125" y="31992"/>
                </a:lnTo>
                <a:lnTo>
                  <a:pt x="259425" y="31977"/>
                </a:lnTo>
                <a:lnTo>
                  <a:pt x="258717" y="31972"/>
                </a:lnTo>
                <a:lnTo>
                  <a:pt x="258159" y="31976"/>
                </a:lnTo>
                <a:lnTo>
                  <a:pt x="257603" y="31991"/>
                </a:lnTo>
                <a:lnTo>
                  <a:pt x="257048" y="32014"/>
                </a:lnTo>
                <a:lnTo>
                  <a:pt x="256495" y="32047"/>
                </a:lnTo>
                <a:lnTo>
                  <a:pt x="255943" y="32090"/>
                </a:lnTo>
                <a:lnTo>
                  <a:pt x="255393" y="32142"/>
                </a:lnTo>
                <a:lnTo>
                  <a:pt x="254844" y="32204"/>
                </a:lnTo>
                <a:lnTo>
                  <a:pt x="254297" y="32275"/>
                </a:lnTo>
                <a:lnTo>
                  <a:pt x="253752" y="32355"/>
                </a:lnTo>
                <a:lnTo>
                  <a:pt x="253208" y="32445"/>
                </a:lnTo>
                <a:lnTo>
                  <a:pt x="252665" y="32544"/>
                </a:lnTo>
                <a:lnTo>
                  <a:pt x="252124" y="32653"/>
                </a:lnTo>
                <a:lnTo>
                  <a:pt x="251585" y="32771"/>
                </a:lnTo>
                <a:lnTo>
                  <a:pt x="251047" y="32899"/>
                </a:lnTo>
                <a:lnTo>
                  <a:pt x="250510" y="33036"/>
                </a:lnTo>
                <a:lnTo>
                  <a:pt x="249975" y="33183"/>
                </a:lnTo>
                <a:lnTo>
                  <a:pt x="249442" y="33339"/>
                </a:lnTo>
                <a:lnTo>
                  <a:pt x="248910" y="33505"/>
                </a:lnTo>
                <a:lnTo>
                  <a:pt x="248380" y="33680"/>
                </a:lnTo>
                <a:lnTo>
                  <a:pt x="247851" y="33865"/>
                </a:lnTo>
                <a:lnTo>
                  <a:pt x="247324" y="34059"/>
                </a:lnTo>
                <a:lnTo>
                  <a:pt x="246798" y="34262"/>
                </a:lnTo>
                <a:lnTo>
                  <a:pt x="246274" y="34475"/>
                </a:lnTo>
                <a:lnTo>
                  <a:pt x="245752" y="34697"/>
                </a:lnTo>
                <a:lnTo>
                  <a:pt x="245232" y="34929"/>
                </a:lnTo>
                <a:lnTo>
                  <a:pt x="244717" y="35170"/>
                </a:lnTo>
                <a:lnTo>
                  <a:pt x="244207" y="35419"/>
                </a:lnTo>
                <a:lnTo>
                  <a:pt x="243701" y="35678"/>
                </a:lnTo>
                <a:lnTo>
                  <a:pt x="243200" y="35945"/>
                </a:lnTo>
                <a:lnTo>
                  <a:pt x="242704" y="36221"/>
                </a:lnTo>
                <a:lnTo>
                  <a:pt x="242212" y="36507"/>
                </a:lnTo>
                <a:lnTo>
                  <a:pt x="241725" y="36801"/>
                </a:lnTo>
                <a:lnTo>
                  <a:pt x="241242" y="37104"/>
                </a:lnTo>
                <a:lnTo>
                  <a:pt x="240764" y="37417"/>
                </a:lnTo>
                <a:lnTo>
                  <a:pt x="240290" y="37738"/>
                </a:lnTo>
                <a:lnTo>
                  <a:pt x="239822" y="38068"/>
                </a:lnTo>
                <a:lnTo>
                  <a:pt x="239357" y="38407"/>
                </a:lnTo>
                <a:lnTo>
                  <a:pt x="238898" y="38755"/>
                </a:lnTo>
                <a:lnTo>
                  <a:pt x="238443" y="39112"/>
                </a:lnTo>
                <a:lnTo>
                  <a:pt x="237992" y="39478"/>
                </a:lnTo>
                <a:lnTo>
                  <a:pt x="237546" y="39853"/>
                </a:lnTo>
                <a:lnTo>
                  <a:pt x="237105" y="40236"/>
                </a:lnTo>
                <a:lnTo>
                  <a:pt x="236668" y="40629"/>
                </a:lnTo>
                <a:lnTo>
                  <a:pt x="236236" y="41031"/>
                </a:lnTo>
                <a:lnTo>
                  <a:pt x="235809" y="41442"/>
                </a:lnTo>
                <a:lnTo>
                  <a:pt x="235386" y="41861"/>
                </a:lnTo>
                <a:lnTo>
                  <a:pt x="234968" y="42290"/>
                </a:lnTo>
                <a:lnTo>
                  <a:pt x="234554" y="42727"/>
                </a:lnTo>
                <a:lnTo>
                  <a:pt x="234147" y="43173"/>
                </a:lnTo>
                <a:lnTo>
                  <a:pt x="233746" y="43627"/>
                </a:lnTo>
                <a:lnTo>
                  <a:pt x="233353" y="44090"/>
                </a:lnTo>
                <a:lnTo>
                  <a:pt x="232966" y="44560"/>
                </a:lnTo>
                <a:lnTo>
                  <a:pt x="232587" y="45038"/>
                </a:lnTo>
                <a:lnTo>
                  <a:pt x="232215" y="45524"/>
                </a:lnTo>
                <a:lnTo>
                  <a:pt x="231851" y="46019"/>
                </a:lnTo>
                <a:lnTo>
                  <a:pt x="231493" y="46521"/>
                </a:lnTo>
                <a:lnTo>
                  <a:pt x="231143" y="47032"/>
                </a:lnTo>
                <a:lnTo>
                  <a:pt x="230799" y="47550"/>
                </a:lnTo>
                <a:lnTo>
                  <a:pt x="230463" y="48077"/>
                </a:lnTo>
                <a:lnTo>
                  <a:pt x="230134" y="48611"/>
                </a:lnTo>
                <a:lnTo>
                  <a:pt x="229812" y="49154"/>
                </a:lnTo>
                <a:lnTo>
                  <a:pt x="229498" y="49705"/>
                </a:lnTo>
                <a:lnTo>
                  <a:pt x="229190" y="50264"/>
                </a:lnTo>
                <a:lnTo>
                  <a:pt x="228890" y="50831"/>
                </a:lnTo>
                <a:lnTo>
                  <a:pt x="228597" y="51406"/>
                </a:lnTo>
                <a:lnTo>
                  <a:pt x="228311" y="51989"/>
                </a:lnTo>
                <a:lnTo>
                  <a:pt x="228032" y="52580"/>
                </a:lnTo>
                <a:lnTo>
                  <a:pt x="227760" y="53179"/>
                </a:lnTo>
                <a:lnTo>
                  <a:pt x="227496" y="53786"/>
                </a:lnTo>
                <a:lnTo>
                  <a:pt x="227239" y="54401"/>
                </a:lnTo>
                <a:lnTo>
                  <a:pt x="226988" y="55025"/>
                </a:lnTo>
                <a:lnTo>
                  <a:pt x="226745" y="55656"/>
                </a:lnTo>
                <a:lnTo>
                  <a:pt x="226511" y="56295"/>
                </a:lnTo>
                <a:lnTo>
                  <a:pt x="226287" y="56941"/>
                </a:lnTo>
                <a:lnTo>
                  <a:pt x="226072" y="57595"/>
                </a:lnTo>
                <a:lnTo>
                  <a:pt x="225868" y="58256"/>
                </a:lnTo>
                <a:lnTo>
                  <a:pt x="225673" y="58924"/>
                </a:lnTo>
                <a:lnTo>
                  <a:pt x="225489" y="59599"/>
                </a:lnTo>
                <a:lnTo>
                  <a:pt x="225314" y="60282"/>
                </a:lnTo>
                <a:lnTo>
                  <a:pt x="225149" y="60972"/>
                </a:lnTo>
                <a:lnTo>
                  <a:pt x="224995" y="61670"/>
                </a:lnTo>
                <a:lnTo>
                  <a:pt x="224850" y="62374"/>
                </a:lnTo>
                <a:lnTo>
                  <a:pt x="224715" y="63086"/>
                </a:lnTo>
                <a:lnTo>
                  <a:pt x="224591" y="63805"/>
                </a:lnTo>
                <a:lnTo>
                  <a:pt x="224476" y="64532"/>
                </a:lnTo>
                <a:lnTo>
                  <a:pt x="224371" y="65266"/>
                </a:lnTo>
                <a:lnTo>
                  <a:pt x="224276" y="66007"/>
                </a:lnTo>
                <a:lnTo>
                  <a:pt x="224192" y="66755"/>
                </a:lnTo>
                <a:lnTo>
                  <a:pt x="224117" y="67511"/>
                </a:lnTo>
                <a:lnTo>
                  <a:pt x="224052" y="68274"/>
                </a:lnTo>
                <a:lnTo>
                  <a:pt x="223997" y="69044"/>
                </a:lnTo>
                <a:lnTo>
                  <a:pt x="223952" y="69822"/>
                </a:lnTo>
                <a:lnTo>
                  <a:pt x="223917" y="70606"/>
                </a:lnTo>
                <a:lnTo>
                  <a:pt x="223892" y="71399"/>
                </a:lnTo>
                <a:lnTo>
                  <a:pt x="223877" y="72198"/>
                </a:lnTo>
                <a:lnTo>
                  <a:pt x="223872" y="73005"/>
                </a:lnTo>
                <a:lnTo>
                  <a:pt x="223872" y="76099"/>
                </a:lnTo>
                <a:lnTo>
                  <a:pt x="223877" y="76796"/>
                </a:lnTo>
                <a:lnTo>
                  <a:pt x="223890" y="77489"/>
                </a:lnTo>
                <a:lnTo>
                  <a:pt x="223913" y="78178"/>
                </a:lnTo>
                <a:lnTo>
                  <a:pt x="223944" y="78861"/>
                </a:lnTo>
                <a:lnTo>
                  <a:pt x="223984" y="79540"/>
                </a:lnTo>
                <a:lnTo>
                  <a:pt x="224034" y="80215"/>
                </a:lnTo>
                <a:lnTo>
                  <a:pt x="224092" y="80885"/>
                </a:lnTo>
                <a:lnTo>
                  <a:pt x="224159" y="81550"/>
                </a:lnTo>
                <a:lnTo>
                  <a:pt x="224235" y="82211"/>
                </a:lnTo>
                <a:lnTo>
                  <a:pt x="224320" y="82867"/>
                </a:lnTo>
                <a:lnTo>
                  <a:pt x="224414" y="83518"/>
                </a:lnTo>
                <a:lnTo>
                  <a:pt x="224517" y="84165"/>
                </a:lnTo>
                <a:lnTo>
                  <a:pt x="224629" y="84808"/>
                </a:lnTo>
                <a:lnTo>
                  <a:pt x="224750" y="85445"/>
                </a:lnTo>
                <a:lnTo>
                  <a:pt x="224880" y="86078"/>
                </a:lnTo>
                <a:lnTo>
                  <a:pt x="225018" y="86707"/>
                </a:lnTo>
                <a:lnTo>
                  <a:pt x="225166" y="87331"/>
                </a:lnTo>
                <a:lnTo>
                  <a:pt x="225323" y="87950"/>
                </a:lnTo>
                <a:lnTo>
                  <a:pt x="225488" y="88565"/>
                </a:lnTo>
                <a:lnTo>
                  <a:pt x="225663" y="89175"/>
                </a:lnTo>
                <a:lnTo>
                  <a:pt x="225847" y="89780"/>
                </a:lnTo>
                <a:lnTo>
                  <a:pt x="226039" y="90381"/>
                </a:lnTo>
                <a:lnTo>
                  <a:pt x="226240" y="90977"/>
                </a:lnTo>
                <a:lnTo>
                  <a:pt x="226451" y="91569"/>
                </a:lnTo>
                <a:lnTo>
                  <a:pt x="226670" y="92155"/>
                </a:lnTo>
                <a:lnTo>
                  <a:pt x="226896" y="92734"/>
                </a:lnTo>
                <a:lnTo>
                  <a:pt x="227131" y="93307"/>
                </a:lnTo>
                <a:lnTo>
                  <a:pt x="227373" y="93873"/>
                </a:lnTo>
                <a:lnTo>
                  <a:pt x="227623" y="94432"/>
                </a:lnTo>
                <a:lnTo>
                  <a:pt x="227880" y="94985"/>
                </a:lnTo>
                <a:lnTo>
                  <a:pt x="228146" y="95531"/>
                </a:lnTo>
                <a:lnTo>
                  <a:pt x="228419" y="96071"/>
                </a:lnTo>
                <a:lnTo>
                  <a:pt x="228701" y="96604"/>
                </a:lnTo>
                <a:lnTo>
                  <a:pt x="228990" y="97130"/>
                </a:lnTo>
                <a:lnTo>
                  <a:pt x="229286" y="97649"/>
                </a:lnTo>
                <a:lnTo>
                  <a:pt x="229591" y="98162"/>
                </a:lnTo>
                <a:lnTo>
                  <a:pt x="229903" y="98668"/>
                </a:lnTo>
                <a:lnTo>
                  <a:pt x="230223" y="99168"/>
                </a:lnTo>
                <a:lnTo>
                  <a:pt x="230551" y="99661"/>
                </a:lnTo>
                <a:lnTo>
                  <a:pt x="230887" y="100147"/>
                </a:lnTo>
                <a:lnTo>
                  <a:pt x="231231" y="100627"/>
                </a:lnTo>
                <a:lnTo>
                  <a:pt x="231582" y="101100"/>
                </a:lnTo>
                <a:lnTo>
                  <a:pt x="231941" y="101566"/>
                </a:lnTo>
                <a:lnTo>
                  <a:pt x="232308" y="102026"/>
                </a:lnTo>
                <a:lnTo>
                  <a:pt x="232683" y="102479"/>
                </a:lnTo>
                <a:lnTo>
                  <a:pt x="233066" y="102925"/>
                </a:lnTo>
                <a:lnTo>
                  <a:pt x="233456" y="103365"/>
                </a:lnTo>
                <a:lnTo>
                  <a:pt x="233854" y="103798"/>
                </a:lnTo>
                <a:lnTo>
                  <a:pt x="234260" y="104223"/>
                </a:lnTo>
                <a:lnTo>
                  <a:pt x="234672" y="104641"/>
                </a:lnTo>
                <a:lnTo>
                  <a:pt x="235091" y="105051"/>
                </a:lnTo>
                <a:lnTo>
                  <a:pt x="235516" y="105452"/>
                </a:lnTo>
                <a:lnTo>
                  <a:pt x="235948" y="105846"/>
                </a:lnTo>
                <a:lnTo>
                  <a:pt x="236387" y="106231"/>
                </a:lnTo>
                <a:lnTo>
                  <a:pt x="236832" y="106608"/>
                </a:lnTo>
                <a:lnTo>
                  <a:pt x="237284" y="106978"/>
                </a:lnTo>
                <a:lnTo>
                  <a:pt x="237743" y="107339"/>
                </a:lnTo>
                <a:lnTo>
                  <a:pt x="238208" y="107692"/>
                </a:lnTo>
                <a:lnTo>
                  <a:pt x="238680" y="108037"/>
                </a:lnTo>
                <a:lnTo>
                  <a:pt x="239158" y="108374"/>
                </a:lnTo>
                <a:lnTo>
                  <a:pt x="239644" y="108703"/>
                </a:lnTo>
                <a:lnTo>
                  <a:pt x="240136" y="109024"/>
                </a:lnTo>
                <a:lnTo>
                  <a:pt x="240634" y="109337"/>
                </a:lnTo>
                <a:lnTo>
                  <a:pt x="241139" y="109642"/>
                </a:lnTo>
                <a:lnTo>
                  <a:pt x="241651" y="109939"/>
                </a:lnTo>
                <a:lnTo>
                  <a:pt x="242170" y="110228"/>
                </a:lnTo>
                <a:lnTo>
                  <a:pt x="242695" y="110508"/>
                </a:lnTo>
                <a:lnTo>
                  <a:pt x="243227" y="110781"/>
                </a:lnTo>
                <a:lnTo>
                  <a:pt x="243765" y="111045"/>
                </a:lnTo>
                <a:lnTo>
                  <a:pt x="244310" y="111302"/>
                </a:lnTo>
                <a:lnTo>
                  <a:pt x="244862" y="111550"/>
                </a:lnTo>
                <a:lnTo>
                  <a:pt x="245420" y="111791"/>
                </a:lnTo>
                <a:lnTo>
                  <a:pt x="245985" y="112022"/>
                </a:lnTo>
                <a:lnTo>
                  <a:pt x="246555" y="112244"/>
                </a:lnTo>
                <a:lnTo>
                  <a:pt x="247130" y="112455"/>
                </a:lnTo>
                <a:lnTo>
                  <a:pt x="247711" y="112657"/>
                </a:lnTo>
                <a:lnTo>
                  <a:pt x="248298" y="112849"/>
                </a:lnTo>
                <a:lnTo>
                  <a:pt x="248890" y="113032"/>
                </a:lnTo>
                <a:lnTo>
                  <a:pt x="249487" y="113204"/>
                </a:lnTo>
                <a:lnTo>
                  <a:pt x="250090" y="113366"/>
                </a:lnTo>
                <a:lnTo>
                  <a:pt x="250698" y="113519"/>
                </a:lnTo>
                <a:lnTo>
                  <a:pt x="251312" y="113662"/>
                </a:lnTo>
                <a:lnTo>
                  <a:pt x="251932" y="113795"/>
                </a:lnTo>
                <a:lnTo>
                  <a:pt x="252557" y="113918"/>
                </a:lnTo>
                <a:lnTo>
                  <a:pt x="253187" y="114031"/>
                </a:lnTo>
                <a:lnTo>
                  <a:pt x="253823" y="114134"/>
                </a:lnTo>
                <a:lnTo>
                  <a:pt x="254465" y="114228"/>
                </a:lnTo>
                <a:lnTo>
                  <a:pt x="255112" y="114312"/>
                </a:lnTo>
                <a:lnTo>
                  <a:pt x="255764" y="114386"/>
                </a:lnTo>
                <a:lnTo>
                  <a:pt x="256422" y="114450"/>
                </a:lnTo>
                <a:lnTo>
                  <a:pt x="257086" y="114504"/>
                </a:lnTo>
                <a:lnTo>
                  <a:pt x="257754" y="114548"/>
                </a:lnTo>
                <a:lnTo>
                  <a:pt x="258429" y="114583"/>
                </a:lnTo>
                <a:lnTo>
                  <a:pt x="259109" y="114607"/>
                </a:lnTo>
                <a:lnTo>
                  <a:pt x="259794" y="114622"/>
                </a:lnTo>
                <a:lnTo>
                  <a:pt x="260485" y="114627"/>
                </a:lnTo>
                <a:lnTo>
                  <a:pt x="261139" y="114623"/>
                </a:lnTo>
                <a:lnTo>
                  <a:pt x="261784" y="114612"/>
                </a:lnTo>
                <a:lnTo>
                  <a:pt x="262423" y="114592"/>
                </a:lnTo>
                <a:lnTo>
                  <a:pt x="263054" y="114565"/>
                </a:lnTo>
                <a:lnTo>
                  <a:pt x="263679" y="114531"/>
                </a:lnTo>
                <a:lnTo>
                  <a:pt x="264295" y="114489"/>
                </a:lnTo>
                <a:lnTo>
                  <a:pt x="264905" y="114439"/>
                </a:lnTo>
                <a:lnTo>
                  <a:pt x="265507" y="114381"/>
                </a:lnTo>
                <a:lnTo>
                  <a:pt x="266102" y="114316"/>
                </a:lnTo>
                <a:lnTo>
                  <a:pt x="266689" y="114243"/>
                </a:lnTo>
                <a:lnTo>
                  <a:pt x="267270" y="114163"/>
                </a:lnTo>
                <a:lnTo>
                  <a:pt x="267843" y="114074"/>
                </a:lnTo>
                <a:lnTo>
                  <a:pt x="268409" y="113978"/>
                </a:lnTo>
                <a:lnTo>
                  <a:pt x="268967" y="113875"/>
                </a:lnTo>
                <a:lnTo>
                  <a:pt x="269518" y="113764"/>
                </a:lnTo>
                <a:lnTo>
                  <a:pt x="270062" y="113645"/>
                </a:lnTo>
                <a:lnTo>
                  <a:pt x="270599" y="113518"/>
                </a:lnTo>
                <a:lnTo>
                  <a:pt x="271128" y="113384"/>
                </a:lnTo>
                <a:lnTo>
                  <a:pt x="271650" y="113242"/>
                </a:lnTo>
                <a:lnTo>
                  <a:pt x="272165" y="113092"/>
                </a:lnTo>
                <a:lnTo>
                  <a:pt x="272672" y="112935"/>
                </a:lnTo>
                <a:lnTo>
                  <a:pt x="273172" y="112770"/>
                </a:lnTo>
                <a:lnTo>
                  <a:pt x="273665" y="112597"/>
                </a:lnTo>
                <a:lnTo>
                  <a:pt x="274151" y="112417"/>
                </a:lnTo>
                <a:lnTo>
                  <a:pt x="274629" y="112230"/>
                </a:lnTo>
                <a:lnTo>
                  <a:pt x="275102" y="112039"/>
                </a:lnTo>
                <a:lnTo>
                  <a:pt x="275568" y="111844"/>
                </a:lnTo>
                <a:lnTo>
                  <a:pt x="276028" y="111643"/>
                </a:lnTo>
                <a:lnTo>
                  <a:pt x="276482" y="111438"/>
                </a:lnTo>
                <a:lnTo>
                  <a:pt x="276929" y="111229"/>
                </a:lnTo>
                <a:lnTo>
                  <a:pt x="277370" y="111015"/>
                </a:lnTo>
                <a:lnTo>
                  <a:pt x="277805" y="110796"/>
                </a:lnTo>
                <a:lnTo>
                  <a:pt x="278234" y="110573"/>
                </a:lnTo>
                <a:lnTo>
                  <a:pt x="278656" y="110345"/>
                </a:lnTo>
                <a:lnTo>
                  <a:pt x="279072" y="110112"/>
                </a:lnTo>
                <a:lnTo>
                  <a:pt x="279482" y="109875"/>
                </a:lnTo>
                <a:lnTo>
                  <a:pt x="279886" y="109634"/>
                </a:lnTo>
                <a:lnTo>
                  <a:pt x="280283" y="109387"/>
                </a:lnTo>
                <a:lnTo>
                  <a:pt x="280674" y="109136"/>
                </a:lnTo>
                <a:lnTo>
                  <a:pt x="281059" y="108881"/>
                </a:lnTo>
                <a:lnTo>
                  <a:pt x="281438" y="108621"/>
                </a:lnTo>
                <a:lnTo>
                  <a:pt x="281810" y="108356"/>
                </a:lnTo>
                <a:lnTo>
                  <a:pt x="282176" y="108087"/>
                </a:lnTo>
                <a:lnTo>
                  <a:pt x="282535" y="107813"/>
                </a:lnTo>
                <a:lnTo>
                  <a:pt x="282889" y="107534"/>
                </a:lnTo>
                <a:lnTo>
                  <a:pt x="283236" y="107251"/>
                </a:lnTo>
                <a:lnTo>
                  <a:pt x="283577" y="106963"/>
                </a:lnTo>
                <a:lnTo>
                  <a:pt x="283912" y="106671"/>
                </a:lnTo>
                <a:lnTo>
                  <a:pt x="284241" y="106375"/>
                </a:lnTo>
                <a:lnTo>
                  <a:pt x="284565" y="106079"/>
                </a:lnTo>
                <a:lnTo>
                  <a:pt x="284884" y="105781"/>
                </a:lnTo>
                <a:lnTo>
                  <a:pt x="285199" y="105482"/>
                </a:lnTo>
                <a:lnTo>
                  <a:pt x="285508" y="105181"/>
                </a:lnTo>
                <a:lnTo>
                  <a:pt x="285813" y="104880"/>
                </a:lnTo>
                <a:lnTo>
                  <a:pt x="286113" y="104577"/>
                </a:lnTo>
                <a:lnTo>
                  <a:pt x="286408" y="104272"/>
                </a:lnTo>
                <a:lnTo>
                  <a:pt x="286698" y="103967"/>
                </a:lnTo>
                <a:lnTo>
                  <a:pt x="286984" y="103660"/>
                </a:lnTo>
                <a:lnTo>
                  <a:pt x="287264" y="103352"/>
                </a:lnTo>
                <a:lnTo>
                  <a:pt x="287540" y="103043"/>
                </a:lnTo>
                <a:lnTo>
                  <a:pt x="287810" y="102732"/>
                </a:lnTo>
                <a:lnTo>
                  <a:pt x="288076" y="102420"/>
                </a:lnTo>
                <a:lnTo>
                  <a:pt x="288337" y="102107"/>
                </a:lnTo>
                <a:lnTo>
                  <a:pt x="288594" y="101792"/>
                </a:lnTo>
                <a:lnTo>
                  <a:pt x="288845" y="101477"/>
                </a:lnTo>
                <a:lnTo>
                  <a:pt x="289091" y="101160"/>
                </a:lnTo>
                <a:lnTo>
                  <a:pt x="289333" y="100841"/>
                </a:lnTo>
                <a:lnTo>
                  <a:pt x="289570" y="100522"/>
                </a:lnTo>
                <a:lnTo>
                  <a:pt x="289802" y="100201"/>
                </a:lnTo>
                <a:lnTo>
                  <a:pt x="290029" y="99879"/>
                </a:lnTo>
                <a:lnTo>
                  <a:pt x="290251" y="99555"/>
                </a:lnTo>
                <a:lnTo>
                  <a:pt x="290468" y="99230"/>
                </a:lnTo>
                <a:lnTo>
                  <a:pt x="282217" y="92674"/>
                </a:lnTo>
                <a:lnTo>
                  <a:pt x="281902" y="93082"/>
                </a:lnTo>
                <a:lnTo>
                  <a:pt x="281582" y="93483"/>
                </a:lnTo>
                <a:lnTo>
                  <a:pt x="281258" y="93877"/>
                </a:lnTo>
                <a:lnTo>
                  <a:pt x="280930" y="94264"/>
                </a:lnTo>
                <a:lnTo>
                  <a:pt x="280597" y="94644"/>
                </a:lnTo>
                <a:lnTo>
                  <a:pt x="280260" y="95017"/>
                </a:lnTo>
                <a:lnTo>
                  <a:pt x="279919" y="95384"/>
                </a:lnTo>
                <a:lnTo>
                  <a:pt x="279573" y="95743"/>
                </a:lnTo>
                <a:lnTo>
                  <a:pt x="279223" y="96096"/>
                </a:lnTo>
                <a:lnTo>
                  <a:pt x="278869" y="96442"/>
                </a:lnTo>
                <a:lnTo>
                  <a:pt x="278510" y="96781"/>
                </a:lnTo>
                <a:lnTo>
                  <a:pt x="278147" y="97112"/>
                </a:lnTo>
                <a:lnTo>
                  <a:pt x="277780" y="97437"/>
                </a:lnTo>
                <a:lnTo>
                  <a:pt x="277408" y="97755"/>
                </a:lnTo>
                <a:lnTo>
                  <a:pt x="277032" y="98067"/>
                </a:lnTo>
                <a:lnTo>
                  <a:pt x="276651" y="98371"/>
                </a:lnTo>
                <a:lnTo>
                  <a:pt x="276266" y="98668"/>
                </a:lnTo>
                <a:lnTo>
                  <a:pt x="275877" y="98959"/>
                </a:lnTo>
                <a:lnTo>
                  <a:pt x="275484" y="99242"/>
                </a:lnTo>
                <a:lnTo>
                  <a:pt x="275086" y="99519"/>
                </a:lnTo>
                <a:lnTo>
                  <a:pt x="274684" y="99789"/>
                </a:lnTo>
                <a:lnTo>
                  <a:pt x="274277" y="100051"/>
                </a:lnTo>
                <a:lnTo>
                  <a:pt x="273866" y="100307"/>
                </a:lnTo>
                <a:lnTo>
                  <a:pt x="273451" y="100556"/>
                </a:lnTo>
                <a:lnTo>
                  <a:pt x="273030" y="100797"/>
                </a:lnTo>
                <a:lnTo>
                  <a:pt x="272601" y="101027"/>
                </a:lnTo>
                <a:lnTo>
                  <a:pt x="272164" y="101247"/>
                </a:lnTo>
                <a:lnTo>
                  <a:pt x="271720" y="101457"/>
                </a:lnTo>
                <a:lnTo>
                  <a:pt x="271268" y="101656"/>
                </a:lnTo>
                <a:lnTo>
                  <a:pt x="270808" y="101846"/>
                </a:lnTo>
                <a:lnTo>
                  <a:pt x="270341" y="102025"/>
                </a:lnTo>
                <a:lnTo>
                  <a:pt x="269866" y="102193"/>
                </a:lnTo>
                <a:lnTo>
                  <a:pt x="269383" y="102352"/>
                </a:lnTo>
                <a:lnTo>
                  <a:pt x="268893" y="102500"/>
                </a:lnTo>
                <a:lnTo>
                  <a:pt x="268395" y="102638"/>
                </a:lnTo>
                <a:lnTo>
                  <a:pt x="267889" y="102766"/>
                </a:lnTo>
                <a:lnTo>
                  <a:pt x="267376" y="102884"/>
                </a:lnTo>
                <a:lnTo>
                  <a:pt x="266854" y="102991"/>
                </a:lnTo>
                <a:lnTo>
                  <a:pt x="266326" y="103089"/>
                </a:lnTo>
                <a:lnTo>
                  <a:pt x="265789" y="103176"/>
                </a:lnTo>
                <a:lnTo>
                  <a:pt x="265245" y="103252"/>
                </a:lnTo>
                <a:lnTo>
                  <a:pt x="264694" y="103319"/>
                </a:lnTo>
                <a:lnTo>
                  <a:pt x="264134" y="103375"/>
                </a:lnTo>
                <a:lnTo>
                  <a:pt x="263567" y="103421"/>
                </a:lnTo>
                <a:lnTo>
                  <a:pt x="262992" y="103457"/>
                </a:lnTo>
                <a:lnTo>
                  <a:pt x="262410" y="103483"/>
                </a:lnTo>
                <a:lnTo>
                  <a:pt x="261820" y="103498"/>
                </a:lnTo>
                <a:lnTo>
                  <a:pt x="261222" y="103503"/>
                </a:lnTo>
                <a:lnTo>
                  <a:pt x="260758" y="103499"/>
                </a:lnTo>
                <a:lnTo>
                  <a:pt x="260297" y="103488"/>
                </a:lnTo>
                <a:lnTo>
                  <a:pt x="259841" y="103470"/>
                </a:lnTo>
                <a:lnTo>
                  <a:pt x="259389" y="103444"/>
                </a:lnTo>
                <a:lnTo>
                  <a:pt x="258942" y="103410"/>
                </a:lnTo>
                <a:lnTo>
                  <a:pt x="258499" y="103370"/>
                </a:lnTo>
                <a:lnTo>
                  <a:pt x="258059" y="103321"/>
                </a:lnTo>
                <a:lnTo>
                  <a:pt x="257625" y="103266"/>
                </a:lnTo>
                <a:lnTo>
                  <a:pt x="257194" y="103203"/>
                </a:lnTo>
                <a:lnTo>
                  <a:pt x="256767" y="103132"/>
                </a:lnTo>
                <a:lnTo>
                  <a:pt x="256345" y="103054"/>
                </a:lnTo>
                <a:lnTo>
                  <a:pt x="255927" y="102969"/>
                </a:lnTo>
                <a:lnTo>
                  <a:pt x="255513" y="102876"/>
                </a:lnTo>
                <a:lnTo>
                  <a:pt x="255104" y="102776"/>
                </a:lnTo>
                <a:lnTo>
                  <a:pt x="254698" y="102669"/>
                </a:lnTo>
                <a:lnTo>
                  <a:pt x="254297" y="102554"/>
                </a:lnTo>
                <a:lnTo>
                  <a:pt x="253900" y="102431"/>
                </a:lnTo>
                <a:lnTo>
                  <a:pt x="253508" y="102301"/>
                </a:lnTo>
                <a:lnTo>
                  <a:pt x="253119" y="102164"/>
                </a:lnTo>
                <a:lnTo>
                  <a:pt x="252735" y="102019"/>
                </a:lnTo>
                <a:lnTo>
                  <a:pt x="252355" y="101867"/>
                </a:lnTo>
                <a:lnTo>
                  <a:pt x="251979" y="101708"/>
                </a:lnTo>
                <a:lnTo>
                  <a:pt x="251607" y="101541"/>
                </a:lnTo>
                <a:lnTo>
                  <a:pt x="251240" y="101367"/>
                </a:lnTo>
                <a:lnTo>
                  <a:pt x="250877" y="101186"/>
                </a:lnTo>
                <a:lnTo>
                  <a:pt x="250519" y="100999"/>
                </a:lnTo>
                <a:lnTo>
                  <a:pt x="250165" y="100807"/>
                </a:lnTo>
                <a:lnTo>
                  <a:pt x="249816" y="100610"/>
                </a:lnTo>
                <a:lnTo>
                  <a:pt x="249471" y="100406"/>
                </a:lnTo>
                <a:lnTo>
                  <a:pt x="249131" y="100197"/>
                </a:lnTo>
                <a:lnTo>
                  <a:pt x="248796" y="99983"/>
                </a:lnTo>
                <a:lnTo>
                  <a:pt x="248465" y="99762"/>
                </a:lnTo>
                <a:lnTo>
                  <a:pt x="248139" y="99537"/>
                </a:lnTo>
                <a:lnTo>
                  <a:pt x="247818" y="99305"/>
                </a:lnTo>
                <a:lnTo>
                  <a:pt x="247501" y="99068"/>
                </a:lnTo>
                <a:lnTo>
                  <a:pt x="247188" y="98825"/>
                </a:lnTo>
                <a:lnTo>
                  <a:pt x="246881" y="98577"/>
                </a:lnTo>
                <a:lnTo>
                  <a:pt x="246577" y="98323"/>
                </a:lnTo>
                <a:lnTo>
                  <a:pt x="246279" y="98063"/>
                </a:lnTo>
                <a:lnTo>
                  <a:pt x="245985" y="97798"/>
                </a:lnTo>
                <a:lnTo>
                  <a:pt x="245696" y="97527"/>
                </a:lnTo>
                <a:lnTo>
                  <a:pt x="245411" y="97251"/>
                </a:lnTo>
                <a:lnTo>
                  <a:pt x="245131" y="96968"/>
                </a:lnTo>
                <a:lnTo>
                  <a:pt x="244855" y="96681"/>
                </a:lnTo>
                <a:lnTo>
                  <a:pt x="244585" y="96387"/>
                </a:lnTo>
                <a:lnTo>
                  <a:pt x="244318" y="96088"/>
                </a:lnTo>
                <a:lnTo>
                  <a:pt x="244057" y="95784"/>
                </a:lnTo>
                <a:lnTo>
                  <a:pt x="243800" y="95473"/>
                </a:lnTo>
                <a:lnTo>
                  <a:pt x="243547" y="95158"/>
                </a:lnTo>
                <a:lnTo>
                  <a:pt x="243300" y="94839"/>
                </a:lnTo>
                <a:lnTo>
                  <a:pt x="243058" y="94515"/>
                </a:lnTo>
                <a:lnTo>
                  <a:pt x="242821" y="94187"/>
                </a:lnTo>
                <a:lnTo>
                  <a:pt x="242590" y="93855"/>
                </a:lnTo>
                <a:lnTo>
                  <a:pt x="242363" y="93519"/>
                </a:lnTo>
                <a:lnTo>
                  <a:pt x="242142" y="93178"/>
                </a:lnTo>
                <a:lnTo>
                  <a:pt x="241925" y="92834"/>
                </a:lnTo>
                <a:lnTo>
                  <a:pt x="241714" y="92485"/>
                </a:lnTo>
                <a:lnTo>
                  <a:pt x="241508" y="92131"/>
                </a:lnTo>
                <a:lnTo>
                  <a:pt x="241307" y="91774"/>
                </a:lnTo>
                <a:lnTo>
                  <a:pt x="241111" y="91412"/>
                </a:lnTo>
                <a:lnTo>
                  <a:pt x="240920" y="91047"/>
                </a:lnTo>
                <a:lnTo>
                  <a:pt x="240734" y="90676"/>
                </a:lnTo>
                <a:lnTo>
                  <a:pt x="240554" y="90302"/>
                </a:lnTo>
                <a:lnTo>
                  <a:pt x="240378" y="89924"/>
                </a:lnTo>
                <a:lnTo>
                  <a:pt x="240208" y="89541"/>
                </a:lnTo>
                <a:lnTo>
                  <a:pt x="240043" y="89154"/>
                </a:lnTo>
                <a:lnTo>
                  <a:pt x="239882" y="88763"/>
                </a:lnTo>
                <a:lnTo>
                  <a:pt x="239727" y="88367"/>
                </a:lnTo>
                <a:lnTo>
                  <a:pt x="239577" y="87968"/>
                </a:lnTo>
                <a:lnTo>
                  <a:pt x="239433" y="87564"/>
                </a:lnTo>
                <a:lnTo>
                  <a:pt x="239293" y="87156"/>
                </a:lnTo>
                <a:lnTo>
                  <a:pt x="239158" y="86744"/>
                </a:lnTo>
                <a:lnTo>
                  <a:pt x="239029" y="86328"/>
                </a:lnTo>
                <a:lnTo>
                  <a:pt x="238906" y="85910"/>
                </a:lnTo>
                <a:lnTo>
                  <a:pt x="238787" y="85490"/>
                </a:lnTo>
                <a:lnTo>
                  <a:pt x="238675" y="85067"/>
                </a:lnTo>
                <a:lnTo>
                  <a:pt x="238567" y="84641"/>
                </a:lnTo>
                <a:lnTo>
                  <a:pt x="238466" y="84214"/>
                </a:lnTo>
                <a:lnTo>
                  <a:pt x="238369" y="83783"/>
                </a:lnTo>
                <a:lnTo>
                  <a:pt x="238279" y="83351"/>
                </a:lnTo>
                <a:lnTo>
                  <a:pt x="238193" y="82916"/>
                </a:lnTo>
                <a:lnTo>
                  <a:pt x="238114" y="82478"/>
                </a:lnTo>
                <a:lnTo>
                  <a:pt x="238039" y="82038"/>
                </a:lnTo>
                <a:lnTo>
                  <a:pt x="237971" y="81596"/>
                </a:lnTo>
                <a:lnTo>
                  <a:pt x="237907" y="81151"/>
                </a:lnTo>
                <a:lnTo>
                  <a:pt x="237850" y="80704"/>
                </a:lnTo>
                <a:lnTo>
                  <a:pt x="237797" y="80255"/>
                </a:lnTo>
                <a:lnTo>
                  <a:pt x="237751" y="79803"/>
                </a:lnTo>
                <a:lnTo>
                  <a:pt x="237709" y="79348"/>
                </a:lnTo>
                <a:lnTo>
                  <a:pt x="237674" y="78891"/>
                </a:lnTo>
                <a:lnTo>
                  <a:pt x="237643" y="78432"/>
                </a:lnTo>
                <a:lnTo>
                  <a:pt x="237619" y="77970"/>
                </a:lnTo>
                <a:lnTo>
                  <a:pt x="237599" y="77506"/>
                </a:lnTo>
                <a:lnTo>
                  <a:pt x="237586" y="77056"/>
                </a:lnTo>
                <a:lnTo>
                  <a:pt x="291499" y="77056"/>
                </a:lnTo>
                <a:lnTo>
                  <a:pt x="291499" y="70951"/>
                </a:lnTo>
                <a:lnTo>
                  <a:pt x="291496" y="70255"/>
                </a:lnTo>
                <a:lnTo>
                  <a:pt x="291486" y="69563"/>
                </a:lnTo>
                <a:lnTo>
                  <a:pt x="291469" y="68875"/>
                </a:lnTo>
                <a:close/>
                <a:moveTo>
                  <a:pt x="238351" y="63627"/>
                </a:moveTo>
                <a:lnTo>
                  <a:pt x="238445" y="63129"/>
                </a:lnTo>
                <a:lnTo>
                  <a:pt x="238544" y="62636"/>
                </a:lnTo>
                <a:lnTo>
                  <a:pt x="238649" y="62149"/>
                </a:lnTo>
                <a:lnTo>
                  <a:pt x="238759" y="61668"/>
                </a:lnTo>
                <a:lnTo>
                  <a:pt x="238875" y="61193"/>
                </a:lnTo>
                <a:lnTo>
                  <a:pt x="238995" y="60724"/>
                </a:lnTo>
                <a:lnTo>
                  <a:pt x="239122" y="60260"/>
                </a:lnTo>
                <a:lnTo>
                  <a:pt x="239253" y="59803"/>
                </a:lnTo>
                <a:lnTo>
                  <a:pt x="239388" y="59351"/>
                </a:lnTo>
                <a:lnTo>
                  <a:pt x="239528" y="58905"/>
                </a:lnTo>
                <a:lnTo>
                  <a:pt x="239672" y="58466"/>
                </a:lnTo>
                <a:lnTo>
                  <a:pt x="239821" y="58032"/>
                </a:lnTo>
                <a:lnTo>
                  <a:pt x="239973" y="57604"/>
                </a:lnTo>
                <a:lnTo>
                  <a:pt x="240131" y="57181"/>
                </a:lnTo>
                <a:lnTo>
                  <a:pt x="240292" y="56765"/>
                </a:lnTo>
                <a:lnTo>
                  <a:pt x="240458" y="56355"/>
                </a:lnTo>
                <a:lnTo>
                  <a:pt x="240628" y="55950"/>
                </a:lnTo>
                <a:lnTo>
                  <a:pt x="240803" y="55551"/>
                </a:lnTo>
                <a:lnTo>
                  <a:pt x="240982" y="55159"/>
                </a:lnTo>
                <a:lnTo>
                  <a:pt x="241165" y="54772"/>
                </a:lnTo>
                <a:lnTo>
                  <a:pt x="241353" y="54391"/>
                </a:lnTo>
                <a:lnTo>
                  <a:pt x="241545" y="54016"/>
                </a:lnTo>
                <a:lnTo>
                  <a:pt x="241741" y="53646"/>
                </a:lnTo>
                <a:lnTo>
                  <a:pt x="241942" y="53283"/>
                </a:lnTo>
                <a:lnTo>
                  <a:pt x="242147" y="52926"/>
                </a:lnTo>
                <a:lnTo>
                  <a:pt x="242356" y="52574"/>
                </a:lnTo>
                <a:lnTo>
                  <a:pt x="242570" y="52228"/>
                </a:lnTo>
                <a:lnTo>
                  <a:pt x="242788" y="51889"/>
                </a:lnTo>
                <a:lnTo>
                  <a:pt x="243010" y="51555"/>
                </a:lnTo>
                <a:lnTo>
                  <a:pt x="243237" y="51227"/>
                </a:lnTo>
                <a:lnTo>
                  <a:pt x="243468" y="50904"/>
                </a:lnTo>
                <a:lnTo>
                  <a:pt x="243703" y="50588"/>
                </a:lnTo>
                <a:lnTo>
                  <a:pt x="243942" y="50279"/>
                </a:lnTo>
                <a:lnTo>
                  <a:pt x="244185" y="49976"/>
                </a:lnTo>
                <a:lnTo>
                  <a:pt x="244432" y="49680"/>
                </a:lnTo>
                <a:lnTo>
                  <a:pt x="244682" y="49390"/>
                </a:lnTo>
                <a:lnTo>
                  <a:pt x="244937" y="49106"/>
                </a:lnTo>
                <a:lnTo>
                  <a:pt x="245195" y="48830"/>
                </a:lnTo>
                <a:lnTo>
                  <a:pt x="245457" y="48559"/>
                </a:lnTo>
                <a:lnTo>
                  <a:pt x="245723" y="48295"/>
                </a:lnTo>
                <a:lnTo>
                  <a:pt x="245993" y="48038"/>
                </a:lnTo>
                <a:lnTo>
                  <a:pt x="246266" y="47787"/>
                </a:lnTo>
                <a:lnTo>
                  <a:pt x="246544" y="47543"/>
                </a:lnTo>
                <a:lnTo>
                  <a:pt x="246825" y="47306"/>
                </a:lnTo>
                <a:lnTo>
                  <a:pt x="247110" y="47074"/>
                </a:lnTo>
                <a:lnTo>
                  <a:pt x="247399" y="46850"/>
                </a:lnTo>
                <a:lnTo>
                  <a:pt x="247692" y="46632"/>
                </a:lnTo>
                <a:lnTo>
                  <a:pt x="247988" y="46420"/>
                </a:lnTo>
                <a:lnTo>
                  <a:pt x="248289" y="46215"/>
                </a:lnTo>
                <a:lnTo>
                  <a:pt x="248593" y="46016"/>
                </a:lnTo>
                <a:lnTo>
                  <a:pt x="248901" y="45824"/>
                </a:lnTo>
                <a:lnTo>
                  <a:pt x="249213" y="45639"/>
                </a:lnTo>
                <a:lnTo>
                  <a:pt x="249529" y="45460"/>
                </a:lnTo>
                <a:lnTo>
                  <a:pt x="249848" y="45287"/>
                </a:lnTo>
                <a:lnTo>
                  <a:pt x="250172" y="45121"/>
                </a:lnTo>
                <a:lnTo>
                  <a:pt x="250498" y="44962"/>
                </a:lnTo>
                <a:lnTo>
                  <a:pt x="250828" y="44810"/>
                </a:lnTo>
                <a:lnTo>
                  <a:pt x="251159" y="44664"/>
                </a:lnTo>
                <a:lnTo>
                  <a:pt x="251494" y="44525"/>
                </a:lnTo>
                <a:lnTo>
                  <a:pt x="251831" y="44393"/>
                </a:lnTo>
                <a:lnTo>
                  <a:pt x="252170" y="44267"/>
                </a:lnTo>
                <a:lnTo>
                  <a:pt x="252512" y="44149"/>
                </a:lnTo>
                <a:lnTo>
                  <a:pt x="252857" y="44037"/>
                </a:lnTo>
                <a:lnTo>
                  <a:pt x="253204" y="43932"/>
                </a:lnTo>
                <a:lnTo>
                  <a:pt x="253553" y="43834"/>
                </a:lnTo>
                <a:lnTo>
                  <a:pt x="253906" y="43742"/>
                </a:lnTo>
                <a:lnTo>
                  <a:pt x="254260" y="43657"/>
                </a:lnTo>
                <a:lnTo>
                  <a:pt x="254618" y="43579"/>
                </a:lnTo>
                <a:lnTo>
                  <a:pt x="254978" y="43508"/>
                </a:lnTo>
                <a:lnTo>
                  <a:pt x="255340" y="43444"/>
                </a:lnTo>
                <a:lnTo>
                  <a:pt x="255705" y="43386"/>
                </a:lnTo>
                <a:lnTo>
                  <a:pt x="256073" y="43335"/>
                </a:lnTo>
                <a:lnTo>
                  <a:pt x="256443" y="43291"/>
                </a:lnTo>
                <a:lnTo>
                  <a:pt x="256815" y="43254"/>
                </a:lnTo>
                <a:lnTo>
                  <a:pt x="257191" y="43223"/>
                </a:lnTo>
                <a:lnTo>
                  <a:pt x="257569" y="43200"/>
                </a:lnTo>
                <a:lnTo>
                  <a:pt x="257949" y="43183"/>
                </a:lnTo>
                <a:lnTo>
                  <a:pt x="258332" y="43173"/>
                </a:lnTo>
                <a:lnTo>
                  <a:pt x="258717" y="43169"/>
                </a:lnTo>
                <a:lnTo>
                  <a:pt x="259295" y="43175"/>
                </a:lnTo>
                <a:lnTo>
                  <a:pt x="259863" y="43192"/>
                </a:lnTo>
                <a:lnTo>
                  <a:pt x="260421" y="43220"/>
                </a:lnTo>
                <a:lnTo>
                  <a:pt x="260968" y="43259"/>
                </a:lnTo>
                <a:lnTo>
                  <a:pt x="261505" y="43310"/>
                </a:lnTo>
                <a:lnTo>
                  <a:pt x="262032" y="43371"/>
                </a:lnTo>
                <a:lnTo>
                  <a:pt x="262549" y="43444"/>
                </a:lnTo>
                <a:lnTo>
                  <a:pt x="263055" y="43528"/>
                </a:lnTo>
                <a:lnTo>
                  <a:pt x="263552" y="43624"/>
                </a:lnTo>
                <a:lnTo>
                  <a:pt x="264038" y="43730"/>
                </a:lnTo>
                <a:lnTo>
                  <a:pt x="264513" y="43848"/>
                </a:lnTo>
                <a:lnTo>
                  <a:pt x="264979" y="43977"/>
                </a:lnTo>
                <a:lnTo>
                  <a:pt x="265434" y="44118"/>
                </a:lnTo>
                <a:lnTo>
                  <a:pt x="265879" y="44269"/>
                </a:lnTo>
                <a:lnTo>
                  <a:pt x="266314" y="44432"/>
                </a:lnTo>
                <a:lnTo>
                  <a:pt x="266739" y="44606"/>
                </a:lnTo>
                <a:lnTo>
                  <a:pt x="267153" y="44791"/>
                </a:lnTo>
                <a:lnTo>
                  <a:pt x="267557" y="44987"/>
                </a:lnTo>
                <a:lnTo>
                  <a:pt x="267951" y="45195"/>
                </a:lnTo>
                <a:lnTo>
                  <a:pt x="268335" y="45414"/>
                </a:lnTo>
                <a:lnTo>
                  <a:pt x="268708" y="45644"/>
                </a:lnTo>
                <a:lnTo>
                  <a:pt x="269072" y="45885"/>
                </a:lnTo>
                <a:lnTo>
                  <a:pt x="269425" y="46138"/>
                </a:lnTo>
                <a:lnTo>
                  <a:pt x="269767" y="46401"/>
                </a:lnTo>
                <a:lnTo>
                  <a:pt x="270101" y="46674"/>
                </a:lnTo>
                <a:lnTo>
                  <a:pt x="270428" y="46952"/>
                </a:lnTo>
                <a:lnTo>
                  <a:pt x="270746" y="47236"/>
                </a:lnTo>
                <a:lnTo>
                  <a:pt x="271058" y="47527"/>
                </a:lnTo>
                <a:lnTo>
                  <a:pt x="271361" y="47824"/>
                </a:lnTo>
                <a:lnTo>
                  <a:pt x="271657" y="48127"/>
                </a:lnTo>
                <a:lnTo>
                  <a:pt x="271946" y="48436"/>
                </a:lnTo>
                <a:lnTo>
                  <a:pt x="272227" y="48751"/>
                </a:lnTo>
                <a:lnTo>
                  <a:pt x="272501" y="49072"/>
                </a:lnTo>
                <a:lnTo>
                  <a:pt x="272767" y="49399"/>
                </a:lnTo>
                <a:lnTo>
                  <a:pt x="273025" y="49733"/>
                </a:lnTo>
                <a:lnTo>
                  <a:pt x="273276" y="50072"/>
                </a:lnTo>
                <a:lnTo>
                  <a:pt x="273519" y="50418"/>
                </a:lnTo>
                <a:lnTo>
                  <a:pt x="273755" y="50770"/>
                </a:lnTo>
                <a:lnTo>
                  <a:pt x="273983" y="51128"/>
                </a:lnTo>
                <a:lnTo>
                  <a:pt x="274204" y="51492"/>
                </a:lnTo>
                <a:lnTo>
                  <a:pt x="274417" y="51862"/>
                </a:lnTo>
                <a:lnTo>
                  <a:pt x="274623" y="52238"/>
                </a:lnTo>
                <a:lnTo>
                  <a:pt x="274821" y="52621"/>
                </a:lnTo>
                <a:lnTo>
                  <a:pt x="275011" y="53009"/>
                </a:lnTo>
                <a:lnTo>
                  <a:pt x="275194" y="53404"/>
                </a:lnTo>
                <a:lnTo>
                  <a:pt x="275369" y="53805"/>
                </a:lnTo>
                <a:lnTo>
                  <a:pt x="275537" y="54212"/>
                </a:lnTo>
                <a:lnTo>
                  <a:pt x="275698" y="54625"/>
                </a:lnTo>
                <a:lnTo>
                  <a:pt x="275851" y="55041"/>
                </a:lnTo>
                <a:lnTo>
                  <a:pt x="276000" y="55459"/>
                </a:lnTo>
                <a:lnTo>
                  <a:pt x="276143" y="55877"/>
                </a:lnTo>
                <a:lnTo>
                  <a:pt x="276280" y="56297"/>
                </a:lnTo>
                <a:lnTo>
                  <a:pt x="276412" y="56718"/>
                </a:lnTo>
                <a:lnTo>
                  <a:pt x="276538" y="57139"/>
                </a:lnTo>
                <a:lnTo>
                  <a:pt x="276659" y="57562"/>
                </a:lnTo>
                <a:lnTo>
                  <a:pt x="276774" y="57986"/>
                </a:lnTo>
                <a:lnTo>
                  <a:pt x="276884" y="58411"/>
                </a:lnTo>
                <a:lnTo>
                  <a:pt x="276988" y="58836"/>
                </a:lnTo>
                <a:lnTo>
                  <a:pt x="277087" y="59263"/>
                </a:lnTo>
                <a:lnTo>
                  <a:pt x="277180" y="59691"/>
                </a:lnTo>
                <a:lnTo>
                  <a:pt x="277268" y="60120"/>
                </a:lnTo>
                <a:lnTo>
                  <a:pt x="277350" y="60550"/>
                </a:lnTo>
                <a:lnTo>
                  <a:pt x="277427" y="60980"/>
                </a:lnTo>
                <a:lnTo>
                  <a:pt x="277498" y="61412"/>
                </a:lnTo>
                <a:lnTo>
                  <a:pt x="277564" y="61845"/>
                </a:lnTo>
                <a:lnTo>
                  <a:pt x="277625" y="62279"/>
                </a:lnTo>
                <a:lnTo>
                  <a:pt x="277679" y="62714"/>
                </a:lnTo>
                <a:lnTo>
                  <a:pt x="277729" y="63150"/>
                </a:lnTo>
                <a:lnTo>
                  <a:pt x="277772" y="63587"/>
                </a:lnTo>
                <a:lnTo>
                  <a:pt x="277811" y="64025"/>
                </a:lnTo>
                <a:lnTo>
                  <a:pt x="277844" y="64464"/>
                </a:lnTo>
                <a:lnTo>
                  <a:pt x="277871" y="64904"/>
                </a:lnTo>
                <a:lnTo>
                  <a:pt x="277871" y="65933"/>
                </a:lnTo>
                <a:lnTo>
                  <a:pt x="237997" y="65933"/>
                </a:lnTo>
                <a:lnTo>
                  <a:pt x="238029" y="65681"/>
                </a:lnTo>
                <a:lnTo>
                  <a:pt x="238101" y="65159"/>
                </a:lnTo>
                <a:lnTo>
                  <a:pt x="238179" y="64642"/>
                </a:lnTo>
                <a:lnTo>
                  <a:pt x="238262" y="64132"/>
                </a:lnTo>
                <a:lnTo>
                  <a:pt x="238351" y="63627"/>
                </a:lnTo>
                <a:close/>
                <a:moveTo>
                  <a:pt x="142806" y="91439"/>
                </a:moveTo>
                <a:lnTo>
                  <a:pt x="142743" y="91583"/>
                </a:lnTo>
                <a:lnTo>
                  <a:pt x="142531" y="92039"/>
                </a:lnTo>
                <a:lnTo>
                  <a:pt x="142310" y="92486"/>
                </a:lnTo>
                <a:lnTo>
                  <a:pt x="142078" y="92925"/>
                </a:lnTo>
                <a:lnTo>
                  <a:pt x="141837" y="93355"/>
                </a:lnTo>
                <a:lnTo>
                  <a:pt x="141585" y="93778"/>
                </a:lnTo>
                <a:lnTo>
                  <a:pt x="141324" y="94192"/>
                </a:lnTo>
                <a:lnTo>
                  <a:pt x="141053" y="94598"/>
                </a:lnTo>
                <a:lnTo>
                  <a:pt x="140773" y="94996"/>
                </a:lnTo>
                <a:lnTo>
                  <a:pt x="140482" y="95386"/>
                </a:lnTo>
                <a:lnTo>
                  <a:pt x="140181" y="95768"/>
                </a:lnTo>
                <a:lnTo>
                  <a:pt x="139871" y="96141"/>
                </a:lnTo>
                <a:lnTo>
                  <a:pt x="139551" y="96507"/>
                </a:lnTo>
                <a:lnTo>
                  <a:pt x="139221" y="96864"/>
                </a:lnTo>
                <a:lnTo>
                  <a:pt x="138881" y="97213"/>
                </a:lnTo>
                <a:lnTo>
                  <a:pt x="138531" y="97553"/>
                </a:lnTo>
                <a:lnTo>
                  <a:pt x="138172" y="97886"/>
                </a:lnTo>
                <a:lnTo>
                  <a:pt x="137802" y="98210"/>
                </a:lnTo>
                <a:lnTo>
                  <a:pt x="137423" y="98526"/>
                </a:lnTo>
                <a:lnTo>
                  <a:pt x="137034" y="98834"/>
                </a:lnTo>
                <a:lnTo>
                  <a:pt x="136635" y="99134"/>
                </a:lnTo>
                <a:lnTo>
                  <a:pt x="136226" y="99426"/>
                </a:lnTo>
                <a:lnTo>
                  <a:pt x="135807" y="99709"/>
                </a:lnTo>
                <a:lnTo>
                  <a:pt x="135378" y="99983"/>
                </a:lnTo>
                <a:lnTo>
                  <a:pt x="134935" y="100245"/>
                </a:lnTo>
                <a:lnTo>
                  <a:pt x="134480" y="100495"/>
                </a:lnTo>
                <a:lnTo>
                  <a:pt x="134013" y="100733"/>
                </a:lnTo>
                <a:lnTo>
                  <a:pt x="133533" y="100960"/>
                </a:lnTo>
                <a:lnTo>
                  <a:pt x="133040" y="101176"/>
                </a:lnTo>
                <a:lnTo>
                  <a:pt x="132535" y="101379"/>
                </a:lnTo>
                <a:lnTo>
                  <a:pt x="132018" y="101571"/>
                </a:lnTo>
                <a:lnTo>
                  <a:pt x="131487" y="101752"/>
                </a:lnTo>
                <a:lnTo>
                  <a:pt x="130945" y="101920"/>
                </a:lnTo>
                <a:lnTo>
                  <a:pt x="130390" y="102078"/>
                </a:lnTo>
                <a:lnTo>
                  <a:pt x="129822" y="102223"/>
                </a:lnTo>
                <a:lnTo>
                  <a:pt x="129242" y="102357"/>
                </a:lnTo>
                <a:lnTo>
                  <a:pt x="128649" y="102479"/>
                </a:lnTo>
                <a:lnTo>
                  <a:pt x="128044" y="102590"/>
                </a:lnTo>
                <a:lnTo>
                  <a:pt x="127426" y="102689"/>
                </a:lnTo>
                <a:lnTo>
                  <a:pt x="126795" y="102776"/>
                </a:lnTo>
                <a:lnTo>
                  <a:pt x="126152" y="102852"/>
                </a:lnTo>
                <a:lnTo>
                  <a:pt x="125497" y="102916"/>
                </a:lnTo>
                <a:lnTo>
                  <a:pt x="124829" y="102968"/>
                </a:lnTo>
                <a:lnTo>
                  <a:pt x="124148" y="103009"/>
                </a:lnTo>
                <a:lnTo>
                  <a:pt x="123455" y="103038"/>
                </a:lnTo>
                <a:lnTo>
                  <a:pt x="122750" y="103055"/>
                </a:lnTo>
                <a:lnTo>
                  <a:pt x="122032" y="103061"/>
                </a:lnTo>
                <a:lnTo>
                  <a:pt x="121799" y="103060"/>
                </a:lnTo>
                <a:lnTo>
                  <a:pt x="121566" y="103055"/>
                </a:lnTo>
                <a:lnTo>
                  <a:pt x="121335" y="103048"/>
                </a:lnTo>
                <a:lnTo>
                  <a:pt x="121104" y="103039"/>
                </a:lnTo>
                <a:lnTo>
                  <a:pt x="120873" y="103026"/>
                </a:lnTo>
                <a:lnTo>
                  <a:pt x="120643" y="103010"/>
                </a:lnTo>
                <a:lnTo>
                  <a:pt x="120414" y="102992"/>
                </a:lnTo>
                <a:lnTo>
                  <a:pt x="120186" y="102971"/>
                </a:lnTo>
                <a:lnTo>
                  <a:pt x="119958" y="102947"/>
                </a:lnTo>
                <a:lnTo>
                  <a:pt x="119731" y="102920"/>
                </a:lnTo>
                <a:lnTo>
                  <a:pt x="119504" y="102891"/>
                </a:lnTo>
                <a:lnTo>
                  <a:pt x="119278" y="102858"/>
                </a:lnTo>
                <a:lnTo>
                  <a:pt x="119053" y="102823"/>
                </a:lnTo>
                <a:lnTo>
                  <a:pt x="118828" y="102785"/>
                </a:lnTo>
                <a:lnTo>
                  <a:pt x="118604" y="102745"/>
                </a:lnTo>
                <a:lnTo>
                  <a:pt x="118381" y="102701"/>
                </a:lnTo>
                <a:lnTo>
                  <a:pt x="118158" y="102654"/>
                </a:lnTo>
                <a:lnTo>
                  <a:pt x="117936" y="102605"/>
                </a:lnTo>
                <a:lnTo>
                  <a:pt x="117715" y="102553"/>
                </a:lnTo>
                <a:lnTo>
                  <a:pt x="117494" y="102498"/>
                </a:lnTo>
                <a:lnTo>
                  <a:pt x="117274" y="102441"/>
                </a:lnTo>
                <a:lnTo>
                  <a:pt x="117054" y="102380"/>
                </a:lnTo>
                <a:lnTo>
                  <a:pt x="116835" y="102317"/>
                </a:lnTo>
                <a:lnTo>
                  <a:pt x="116617" y="102251"/>
                </a:lnTo>
                <a:lnTo>
                  <a:pt x="116400" y="102181"/>
                </a:lnTo>
                <a:lnTo>
                  <a:pt x="116185" y="102107"/>
                </a:lnTo>
                <a:lnTo>
                  <a:pt x="115971" y="102029"/>
                </a:lnTo>
                <a:lnTo>
                  <a:pt x="115760" y="101947"/>
                </a:lnTo>
                <a:lnTo>
                  <a:pt x="115550" y="101860"/>
                </a:lnTo>
                <a:lnTo>
                  <a:pt x="115342" y="101770"/>
                </a:lnTo>
                <a:lnTo>
                  <a:pt x="115135" y="101675"/>
                </a:lnTo>
                <a:lnTo>
                  <a:pt x="114931" y="101575"/>
                </a:lnTo>
                <a:lnTo>
                  <a:pt x="114728" y="101472"/>
                </a:lnTo>
                <a:lnTo>
                  <a:pt x="114527" y="101364"/>
                </a:lnTo>
                <a:lnTo>
                  <a:pt x="114328" y="101253"/>
                </a:lnTo>
                <a:lnTo>
                  <a:pt x="114131" y="101136"/>
                </a:lnTo>
                <a:lnTo>
                  <a:pt x="113935" y="101016"/>
                </a:lnTo>
                <a:lnTo>
                  <a:pt x="113741" y="100892"/>
                </a:lnTo>
                <a:lnTo>
                  <a:pt x="113549" y="100763"/>
                </a:lnTo>
                <a:lnTo>
                  <a:pt x="113359" y="100630"/>
                </a:lnTo>
                <a:lnTo>
                  <a:pt x="113171" y="100493"/>
                </a:lnTo>
                <a:lnTo>
                  <a:pt x="112984" y="100351"/>
                </a:lnTo>
                <a:lnTo>
                  <a:pt x="112799" y="100206"/>
                </a:lnTo>
                <a:lnTo>
                  <a:pt x="112616" y="100056"/>
                </a:lnTo>
                <a:lnTo>
                  <a:pt x="112435" y="99902"/>
                </a:lnTo>
                <a:lnTo>
                  <a:pt x="112256" y="99744"/>
                </a:lnTo>
                <a:lnTo>
                  <a:pt x="112078" y="99581"/>
                </a:lnTo>
                <a:lnTo>
                  <a:pt x="111902" y="99415"/>
                </a:lnTo>
                <a:lnTo>
                  <a:pt x="111729" y="99243"/>
                </a:lnTo>
                <a:lnTo>
                  <a:pt x="111558" y="99067"/>
                </a:lnTo>
                <a:lnTo>
                  <a:pt x="111391" y="98885"/>
                </a:lnTo>
                <a:lnTo>
                  <a:pt x="111227" y="98698"/>
                </a:lnTo>
                <a:lnTo>
                  <a:pt x="111066" y="98506"/>
                </a:lnTo>
                <a:lnTo>
                  <a:pt x="110908" y="98309"/>
                </a:lnTo>
                <a:lnTo>
                  <a:pt x="110753" y="98107"/>
                </a:lnTo>
                <a:lnTo>
                  <a:pt x="110601" y="97900"/>
                </a:lnTo>
                <a:lnTo>
                  <a:pt x="110452" y="97688"/>
                </a:lnTo>
                <a:lnTo>
                  <a:pt x="110306" y="97471"/>
                </a:lnTo>
                <a:lnTo>
                  <a:pt x="110163" y="97248"/>
                </a:lnTo>
                <a:lnTo>
                  <a:pt x="110024" y="97020"/>
                </a:lnTo>
                <a:lnTo>
                  <a:pt x="109887" y="96788"/>
                </a:lnTo>
                <a:lnTo>
                  <a:pt x="109754" y="96550"/>
                </a:lnTo>
                <a:lnTo>
                  <a:pt x="109623" y="96307"/>
                </a:lnTo>
                <a:lnTo>
                  <a:pt x="109496" y="96059"/>
                </a:lnTo>
                <a:lnTo>
                  <a:pt x="109371" y="95805"/>
                </a:lnTo>
                <a:lnTo>
                  <a:pt x="109250" y="95547"/>
                </a:lnTo>
                <a:lnTo>
                  <a:pt x="109132" y="95283"/>
                </a:lnTo>
                <a:lnTo>
                  <a:pt x="109017" y="95015"/>
                </a:lnTo>
                <a:lnTo>
                  <a:pt x="108905" y="94741"/>
                </a:lnTo>
                <a:lnTo>
                  <a:pt x="108796" y="94462"/>
                </a:lnTo>
                <a:lnTo>
                  <a:pt x="108690" y="94178"/>
                </a:lnTo>
                <a:lnTo>
                  <a:pt x="108587" y="93889"/>
                </a:lnTo>
                <a:lnTo>
                  <a:pt x="108488" y="93595"/>
                </a:lnTo>
                <a:lnTo>
                  <a:pt x="108393" y="93293"/>
                </a:lnTo>
                <a:lnTo>
                  <a:pt x="108302" y="92985"/>
                </a:lnTo>
                <a:lnTo>
                  <a:pt x="108216" y="92671"/>
                </a:lnTo>
                <a:lnTo>
                  <a:pt x="108133" y="92350"/>
                </a:lnTo>
                <a:lnTo>
                  <a:pt x="108055" y="92022"/>
                </a:lnTo>
                <a:lnTo>
                  <a:pt x="107982" y="91688"/>
                </a:lnTo>
                <a:lnTo>
                  <a:pt x="107912" y="91348"/>
                </a:lnTo>
                <a:lnTo>
                  <a:pt x="107846" y="91001"/>
                </a:lnTo>
                <a:lnTo>
                  <a:pt x="107785" y="90647"/>
                </a:lnTo>
                <a:lnTo>
                  <a:pt x="107728" y="90287"/>
                </a:lnTo>
                <a:lnTo>
                  <a:pt x="107676" y="89921"/>
                </a:lnTo>
                <a:lnTo>
                  <a:pt x="107627" y="89547"/>
                </a:lnTo>
                <a:lnTo>
                  <a:pt x="107583" y="89168"/>
                </a:lnTo>
                <a:lnTo>
                  <a:pt x="107543" y="88782"/>
                </a:lnTo>
                <a:lnTo>
                  <a:pt x="107507" y="88389"/>
                </a:lnTo>
                <a:lnTo>
                  <a:pt x="107475" y="87990"/>
                </a:lnTo>
                <a:lnTo>
                  <a:pt x="107448" y="87584"/>
                </a:lnTo>
                <a:lnTo>
                  <a:pt x="107424" y="87172"/>
                </a:lnTo>
                <a:lnTo>
                  <a:pt x="107405" y="86753"/>
                </a:lnTo>
                <a:lnTo>
                  <a:pt x="107391" y="86328"/>
                </a:lnTo>
                <a:lnTo>
                  <a:pt x="107380" y="85896"/>
                </a:lnTo>
                <a:lnTo>
                  <a:pt x="107374" y="85457"/>
                </a:lnTo>
                <a:lnTo>
                  <a:pt x="107372" y="85012"/>
                </a:lnTo>
                <a:lnTo>
                  <a:pt x="107372" y="33445"/>
                </a:lnTo>
                <a:lnTo>
                  <a:pt x="93743" y="33445"/>
                </a:lnTo>
                <a:lnTo>
                  <a:pt x="93743" y="84865"/>
                </a:lnTo>
                <a:lnTo>
                  <a:pt x="93746" y="85524"/>
                </a:lnTo>
                <a:lnTo>
                  <a:pt x="93756" y="86175"/>
                </a:lnTo>
                <a:lnTo>
                  <a:pt x="93773" y="86818"/>
                </a:lnTo>
                <a:lnTo>
                  <a:pt x="93795" y="87454"/>
                </a:lnTo>
                <a:lnTo>
                  <a:pt x="93825" y="88081"/>
                </a:lnTo>
                <a:lnTo>
                  <a:pt x="93861" y="88700"/>
                </a:lnTo>
                <a:lnTo>
                  <a:pt x="93903" y="89312"/>
                </a:lnTo>
                <a:lnTo>
                  <a:pt x="93952" y="89915"/>
                </a:lnTo>
                <a:lnTo>
                  <a:pt x="94007" y="90511"/>
                </a:lnTo>
                <a:lnTo>
                  <a:pt x="94069" y="91099"/>
                </a:lnTo>
                <a:lnTo>
                  <a:pt x="94138" y="91679"/>
                </a:lnTo>
                <a:lnTo>
                  <a:pt x="94213" y="92250"/>
                </a:lnTo>
                <a:lnTo>
                  <a:pt x="94294" y="92814"/>
                </a:lnTo>
                <a:lnTo>
                  <a:pt x="94382" y="93370"/>
                </a:lnTo>
                <a:lnTo>
                  <a:pt x="94477" y="93918"/>
                </a:lnTo>
                <a:lnTo>
                  <a:pt x="94578" y="94458"/>
                </a:lnTo>
                <a:lnTo>
                  <a:pt x="94686" y="94990"/>
                </a:lnTo>
                <a:lnTo>
                  <a:pt x="94800" y="95515"/>
                </a:lnTo>
                <a:lnTo>
                  <a:pt x="94921" y="96031"/>
                </a:lnTo>
                <a:lnTo>
                  <a:pt x="95048" y="96539"/>
                </a:lnTo>
                <a:lnTo>
                  <a:pt x="95181" y="97040"/>
                </a:lnTo>
                <a:lnTo>
                  <a:pt x="95322" y="97532"/>
                </a:lnTo>
                <a:lnTo>
                  <a:pt x="95468" y="98017"/>
                </a:lnTo>
                <a:lnTo>
                  <a:pt x="95622" y="98494"/>
                </a:lnTo>
                <a:lnTo>
                  <a:pt x="95781" y="98963"/>
                </a:lnTo>
                <a:lnTo>
                  <a:pt x="95946" y="99424"/>
                </a:lnTo>
                <a:lnTo>
                  <a:pt x="96116" y="99878"/>
                </a:lnTo>
                <a:lnTo>
                  <a:pt x="96292" y="100325"/>
                </a:lnTo>
                <a:lnTo>
                  <a:pt x="96473" y="100764"/>
                </a:lnTo>
                <a:lnTo>
                  <a:pt x="96660" y="101196"/>
                </a:lnTo>
                <a:lnTo>
                  <a:pt x="96852" y="101621"/>
                </a:lnTo>
                <a:lnTo>
                  <a:pt x="97050" y="102038"/>
                </a:lnTo>
                <a:lnTo>
                  <a:pt x="97253" y="102448"/>
                </a:lnTo>
                <a:lnTo>
                  <a:pt x="97462" y="102850"/>
                </a:lnTo>
                <a:lnTo>
                  <a:pt x="97676" y="103245"/>
                </a:lnTo>
                <a:lnTo>
                  <a:pt x="97896" y="103632"/>
                </a:lnTo>
                <a:lnTo>
                  <a:pt x="98121" y="104012"/>
                </a:lnTo>
                <a:lnTo>
                  <a:pt x="98352" y="104385"/>
                </a:lnTo>
                <a:lnTo>
                  <a:pt x="98589" y="104750"/>
                </a:lnTo>
                <a:lnTo>
                  <a:pt x="98830" y="105107"/>
                </a:lnTo>
                <a:lnTo>
                  <a:pt x="99078" y="105458"/>
                </a:lnTo>
                <a:lnTo>
                  <a:pt x="99330" y="105801"/>
                </a:lnTo>
                <a:lnTo>
                  <a:pt x="99589" y="106136"/>
                </a:lnTo>
                <a:lnTo>
                  <a:pt x="99852" y="106464"/>
                </a:lnTo>
                <a:lnTo>
                  <a:pt x="100122" y="106785"/>
                </a:lnTo>
                <a:lnTo>
                  <a:pt x="100397" y="107098"/>
                </a:lnTo>
                <a:lnTo>
                  <a:pt x="100677" y="107404"/>
                </a:lnTo>
                <a:lnTo>
                  <a:pt x="100963" y="107702"/>
                </a:lnTo>
                <a:lnTo>
                  <a:pt x="101253" y="107994"/>
                </a:lnTo>
                <a:lnTo>
                  <a:pt x="101549" y="108279"/>
                </a:lnTo>
                <a:lnTo>
                  <a:pt x="101849" y="108557"/>
                </a:lnTo>
                <a:lnTo>
                  <a:pt x="102155" y="108830"/>
                </a:lnTo>
                <a:lnTo>
                  <a:pt x="102464" y="109096"/>
                </a:lnTo>
                <a:lnTo>
                  <a:pt x="102779" y="109355"/>
                </a:lnTo>
                <a:lnTo>
                  <a:pt x="103098" y="109608"/>
                </a:lnTo>
                <a:lnTo>
                  <a:pt x="103422" y="109855"/>
                </a:lnTo>
                <a:lnTo>
                  <a:pt x="103751" y="110095"/>
                </a:lnTo>
                <a:lnTo>
                  <a:pt x="104085" y="110329"/>
                </a:lnTo>
                <a:lnTo>
                  <a:pt x="104423" y="110557"/>
                </a:lnTo>
                <a:lnTo>
                  <a:pt x="104766" y="110778"/>
                </a:lnTo>
                <a:lnTo>
                  <a:pt x="105113" y="110992"/>
                </a:lnTo>
                <a:lnTo>
                  <a:pt x="105466" y="111201"/>
                </a:lnTo>
                <a:lnTo>
                  <a:pt x="105823" y="111403"/>
                </a:lnTo>
                <a:lnTo>
                  <a:pt x="106185" y="111598"/>
                </a:lnTo>
                <a:lnTo>
                  <a:pt x="106551" y="111787"/>
                </a:lnTo>
                <a:lnTo>
                  <a:pt x="106923" y="111970"/>
                </a:lnTo>
                <a:lnTo>
                  <a:pt x="107299" y="112147"/>
                </a:lnTo>
                <a:lnTo>
                  <a:pt x="107680" y="112317"/>
                </a:lnTo>
                <a:lnTo>
                  <a:pt x="108065" y="112480"/>
                </a:lnTo>
                <a:lnTo>
                  <a:pt x="108455" y="112637"/>
                </a:lnTo>
                <a:lnTo>
                  <a:pt x="108850" y="112788"/>
                </a:lnTo>
                <a:lnTo>
                  <a:pt x="109250" y="112933"/>
                </a:lnTo>
                <a:lnTo>
                  <a:pt x="109654" y="113071"/>
                </a:lnTo>
                <a:lnTo>
                  <a:pt x="110061" y="113203"/>
                </a:lnTo>
                <a:lnTo>
                  <a:pt x="110472" y="113330"/>
                </a:lnTo>
                <a:lnTo>
                  <a:pt x="110886" y="113450"/>
                </a:lnTo>
                <a:lnTo>
                  <a:pt x="111304" y="113565"/>
                </a:lnTo>
                <a:lnTo>
                  <a:pt x="111725" y="113674"/>
                </a:lnTo>
                <a:lnTo>
                  <a:pt x="112150" y="113777"/>
                </a:lnTo>
                <a:lnTo>
                  <a:pt x="112578" y="113874"/>
                </a:lnTo>
                <a:lnTo>
                  <a:pt x="113009" y="113965"/>
                </a:lnTo>
                <a:lnTo>
                  <a:pt x="113444" y="114050"/>
                </a:lnTo>
                <a:lnTo>
                  <a:pt x="113882" y="114130"/>
                </a:lnTo>
                <a:lnTo>
                  <a:pt x="114324" y="114203"/>
                </a:lnTo>
                <a:lnTo>
                  <a:pt x="114769" y="114271"/>
                </a:lnTo>
                <a:lnTo>
                  <a:pt x="115218" y="114333"/>
                </a:lnTo>
                <a:lnTo>
                  <a:pt x="115670" y="114389"/>
                </a:lnTo>
                <a:lnTo>
                  <a:pt x="116126" y="114439"/>
                </a:lnTo>
                <a:lnTo>
                  <a:pt x="116585" y="114483"/>
                </a:lnTo>
                <a:lnTo>
                  <a:pt x="117047" y="114521"/>
                </a:lnTo>
                <a:lnTo>
                  <a:pt x="117513" y="114553"/>
                </a:lnTo>
                <a:lnTo>
                  <a:pt x="117983" y="114580"/>
                </a:lnTo>
                <a:lnTo>
                  <a:pt x="118456" y="114600"/>
                </a:lnTo>
                <a:lnTo>
                  <a:pt x="118932" y="114615"/>
                </a:lnTo>
                <a:lnTo>
                  <a:pt x="119412" y="114624"/>
                </a:lnTo>
                <a:lnTo>
                  <a:pt x="119895" y="114627"/>
                </a:lnTo>
                <a:lnTo>
                  <a:pt x="120603" y="114622"/>
                </a:lnTo>
                <a:lnTo>
                  <a:pt x="121302" y="114608"/>
                </a:lnTo>
                <a:lnTo>
                  <a:pt x="121991" y="114584"/>
                </a:lnTo>
                <a:lnTo>
                  <a:pt x="122672" y="114550"/>
                </a:lnTo>
                <a:lnTo>
                  <a:pt x="123344" y="114507"/>
                </a:lnTo>
                <a:lnTo>
                  <a:pt x="124007" y="114454"/>
                </a:lnTo>
                <a:lnTo>
                  <a:pt x="124661" y="114392"/>
                </a:lnTo>
                <a:lnTo>
                  <a:pt x="125306" y="114320"/>
                </a:lnTo>
                <a:lnTo>
                  <a:pt x="125942" y="114238"/>
                </a:lnTo>
                <a:lnTo>
                  <a:pt x="126569" y="114147"/>
                </a:lnTo>
                <a:lnTo>
                  <a:pt x="127187" y="114047"/>
                </a:lnTo>
                <a:lnTo>
                  <a:pt x="127796" y="113936"/>
                </a:lnTo>
                <a:lnTo>
                  <a:pt x="128396" y="113816"/>
                </a:lnTo>
                <a:lnTo>
                  <a:pt x="128988" y="113687"/>
                </a:lnTo>
                <a:lnTo>
                  <a:pt x="129570" y="113548"/>
                </a:lnTo>
                <a:lnTo>
                  <a:pt x="130143" y="113399"/>
                </a:lnTo>
                <a:lnTo>
                  <a:pt x="130708" y="113241"/>
                </a:lnTo>
                <a:lnTo>
                  <a:pt x="131263" y="113073"/>
                </a:lnTo>
                <a:lnTo>
                  <a:pt x="131810" y="112895"/>
                </a:lnTo>
                <a:lnTo>
                  <a:pt x="132347" y="112708"/>
                </a:lnTo>
                <a:lnTo>
                  <a:pt x="132876" y="112512"/>
                </a:lnTo>
                <a:lnTo>
                  <a:pt x="133395" y="112306"/>
                </a:lnTo>
                <a:lnTo>
                  <a:pt x="133906" y="112090"/>
                </a:lnTo>
                <a:lnTo>
                  <a:pt x="134408" y="111864"/>
                </a:lnTo>
                <a:lnTo>
                  <a:pt x="134901" y="111630"/>
                </a:lnTo>
                <a:lnTo>
                  <a:pt x="135386" y="111389"/>
                </a:lnTo>
                <a:lnTo>
                  <a:pt x="135864" y="111140"/>
                </a:lnTo>
                <a:lnTo>
                  <a:pt x="136333" y="110883"/>
                </a:lnTo>
                <a:lnTo>
                  <a:pt x="136795" y="110619"/>
                </a:lnTo>
                <a:lnTo>
                  <a:pt x="137249" y="110347"/>
                </a:lnTo>
                <a:lnTo>
                  <a:pt x="137694" y="110068"/>
                </a:lnTo>
                <a:lnTo>
                  <a:pt x="138132" y="109781"/>
                </a:lnTo>
                <a:lnTo>
                  <a:pt x="138562" y="109487"/>
                </a:lnTo>
                <a:lnTo>
                  <a:pt x="138984" y="109185"/>
                </a:lnTo>
                <a:lnTo>
                  <a:pt x="139398" y="108875"/>
                </a:lnTo>
                <a:lnTo>
                  <a:pt x="139804" y="108559"/>
                </a:lnTo>
                <a:lnTo>
                  <a:pt x="140202" y="108234"/>
                </a:lnTo>
                <a:lnTo>
                  <a:pt x="140592" y="107902"/>
                </a:lnTo>
                <a:lnTo>
                  <a:pt x="140974" y="107562"/>
                </a:lnTo>
                <a:lnTo>
                  <a:pt x="141349" y="107215"/>
                </a:lnTo>
                <a:lnTo>
                  <a:pt x="141715" y="106860"/>
                </a:lnTo>
                <a:lnTo>
                  <a:pt x="142074" y="106498"/>
                </a:lnTo>
                <a:lnTo>
                  <a:pt x="142424" y="106128"/>
                </a:lnTo>
                <a:lnTo>
                  <a:pt x="142767" y="105751"/>
                </a:lnTo>
                <a:lnTo>
                  <a:pt x="143102" y="105366"/>
                </a:lnTo>
                <a:lnTo>
                  <a:pt x="143185" y="105266"/>
                </a:lnTo>
                <a:lnTo>
                  <a:pt x="143469" y="113154"/>
                </a:lnTo>
                <a:lnTo>
                  <a:pt x="156508" y="113154"/>
                </a:lnTo>
                <a:lnTo>
                  <a:pt x="156508" y="33445"/>
                </a:lnTo>
                <a:lnTo>
                  <a:pt x="142806" y="33445"/>
                </a:lnTo>
                <a:lnTo>
                  <a:pt x="142806" y="91439"/>
                </a:lnTo>
                <a:close/>
                <a:moveTo>
                  <a:pt x="477684" y="13259"/>
                </a:moveTo>
                <a:lnTo>
                  <a:pt x="477716" y="13509"/>
                </a:lnTo>
                <a:lnTo>
                  <a:pt x="477754" y="13755"/>
                </a:lnTo>
                <a:lnTo>
                  <a:pt x="477800" y="13998"/>
                </a:lnTo>
                <a:lnTo>
                  <a:pt x="477853" y="14238"/>
                </a:lnTo>
                <a:lnTo>
                  <a:pt x="477913" y="14475"/>
                </a:lnTo>
                <a:lnTo>
                  <a:pt x="477979" y="14709"/>
                </a:lnTo>
                <a:lnTo>
                  <a:pt x="478053" y="14939"/>
                </a:lnTo>
                <a:lnTo>
                  <a:pt x="478134" y="15166"/>
                </a:lnTo>
                <a:lnTo>
                  <a:pt x="478222" y="15390"/>
                </a:lnTo>
                <a:lnTo>
                  <a:pt x="478317" y="15611"/>
                </a:lnTo>
                <a:lnTo>
                  <a:pt x="478419" y="15829"/>
                </a:lnTo>
                <a:lnTo>
                  <a:pt x="478528" y="16043"/>
                </a:lnTo>
                <a:lnTo>
                  <a:pt x="478644" y="16254"/>
                </a:lnTo>
                <a:lnTo>
                  <a:pt x="478767" y="16462"/>
                </a:lnTo>
                <a:lnTo>
                  <a:pt x="478897" y="16667"/>
                </a:lnTo>
                <a:lnTo>
                  <a:pt x="479035" y="16869"/>
                </a:lnTo>
                <a:lnTo>
                  <a:pt x="479179" y="17067"/>
                </a:lnTo>
                <a:lnTo>
                  <a:pt x="479330" y="17263"/>
                </a:lnTo>
                <a:lnTo>
                  <a:pt x="479488" y="17455"/>
                </a:lnTo>
                <a:lnTo>
                  <a:pt x="479654" y="17643"/>
                </a:lnTo>
                <a:lnTo>
                  <a:pt x="479826" y="17827"/>
                </a:lnTo>
                <a:lnTo>
                  <a:pt x="480005" y="18002"/>
                </a:lnTo>
                <a:lnTo>
                  <a:pt x="480191" y="18170"/>
                </a:lnTo>
                <a:lnTo>
                  <a:pt x="480383" y="18330"/>
                </a:lnTo>
                <a:lnTo>
                  <a:pt x="480582" y="18482"/>
                </a:lnTo>
                <a:lnTo>
                  <a:pt x="480789" y="18626"/>
                </a:lnTo>
                <a:lnTo>
                  <a:pt x="481001" y="18763"/>
                </a:lnTo>
                <a:lnTo>
                  <a:pt x="481221" y="18892"/>
                </a:lnTo>
                <a:lnTo>
                  <a:pt x="481448" y="19013"/>
                </a:lnTo>
                <a:lnTo>
                  <a:pt x="481681" y="19126"/>
                </a:lnTo>
                <a:lnTo>
                  <a:pt x="481921" y="19231"/>
                </a:lnTo>
                <a:lnTo>
                  <a:pt x="482167" y="19329"/>
                </a:lnTo>
                <a:lnTo>
                  <a:pt x="482421" y="19418"/>
                </a:lnTo>
                <a:lnTo>
                  <a:pt x="482681" y="19500"/>
                </a:lnTo>
                <a:lnTo>
                  <a:pt x="482948" y="19574"/>
                </a:lnTo>
                <a:lnTo>
                  <a:pt x="483222" y="19641"/>
                </a:lnTo>
                <a:lnTo>
                  <a:pt x="483503" y="19699"/>
                </a:lnTo>
                <a:lnTo>
                  <a:pt x="483790" y="19750"/>
                </a:lnTo>
                <a:lnTo>
                  <a:pt x="484085" y="19793"/>
                </a:lnTo>
                <a:lnTo>
                  <a:pt x="484386" y="19828"/>
                </a:lnTo>
                <a:lnTo>
                  <a:pt x="484693" y="19855"/>
                </a:lnTo>
                <a:lnTo>
                  <a:pt x="485008" y="19875"/>
                </a:lnTo>
                <a:lnTo>
                  <a:pt x="485329" y="19886"/>
                </a:lnTo>
                <a:lnTo>
                  <a:pt x="485657" y="19890"/>
                </a:lnTo>
                <a:lnTo>
                  <a:pt x="485980" y="19886"/>
                </a:lnTo>
                <a:lnTo>
                  <a:pt x="486296" y="19875"/>
                </a:lnTo>
                <a:lnTo>
                  <a:pt x="486605" y="19855"/>
                </a:lnTo>
                <a:lnTo>
                  <a:pt x="486909" y="19828"/>
                </a:lnTo>
                <a:lnTo>
                  <a:pt x="487206" y="19793"/>
                </a:lnTo>
                <a:lnTo>
                  <a:pt x="487497" y="19750"/>
                </a:lnTo>
                <a:lnTo>
                  <a:pt x="487782" y="19699"/>
                </a:lnTo>
                <a:lnTo>
                  <a:pt x="488060" y="19641"/>
                </a:lnTo>
                <a:lnTo>
                  <a:pt x="488332" y="19574"/>
                </a:lnTo>
                <a:lnTo>
                  <a:pt x="488598" y="19500"/>
                </a:lnTo>
                <a:lnTo>
                  <a:pt x="488857" y="19418"/>
                </a:lnTo>
                <a:lnTo>
                  <a:pt x="489111" y="19329"/>
                </a:lnTo>
                <a:lnTo>
                  <a:pt x="489358" y="19231"/>
                </a:lnTo>
                <a:lnTo>
                  <a:pt x="489598" y="19126"/>
                </a:lnTo>
                <a:lnTo>
                  <a:pt x="489833" y="19013"/>
                </a:lnTo>
                <a:lnTo>
                  <a:pt x="490061" y="18892"/>
                </a:lnTo>
                <a:lnTo>
                  <a:pt x="490283" y="18763"/>
                </a:lnTo>
                <a:lnTo>
                  <a:pt x="490499" y="18626"/>
                </a:lnTo>
                <a:lnTo>
                  <a:pt x="490708" y="18482"/>
                </a:lnTo>
                <a:lnTo>
                  <a:pt x="490911" y="18330"/>
                </a:lnTo>
                <a:lnTo>
                  <a:pt x="491108" y="18170"/>
                </a:lnTo>
                <a:lnTo>
                  <a:pt x="491299" y="18002"/>
                </a:lnTo>
                <a:lnTo>
                  <a:pt x="491483" y="17827"/>
                </a:lnTo>
                <a:lnTo>
                  <a:pt x="491661" y="17643"/>
                </a:lnTo>
                <a:lnTo>
                  <a:pt x="491833" y="17455"/>
                </a:lnTo>
                <a:lnTo>
                  <a:pt x="491997" y="17263"/>
                </a:lnTo>
                <a:lnTo>
                  <a:pt x="492153" y="17067"/>
                </a:lnTo>
                <a:lnTo>
                  <a:pt x="492303" y="16869"/>
                </a:lnTo>
                <a:lnTo>
                  <a:pt x="492445" y="16667"/>
                </a:lnTo>
                <a:lnTo>
                  <a:pt x="492580" y="16462"/>
                </a:lnTo>
                <a:lnTo>
                  <a:pt x="492708" y="16254"/>
                </a:lnTo>
                <a:lnTo>
                  <a:pt x="492828" y="16043"/>
                </a:lnTo>
                <a:lnTo>
                  <a:pt x="492941" y="15829"/>
                </a:lnTo>
                <a:lnTo>
                  <a:pt x="493047" y="15611"/>
                </a:lnTo>
                <a:lnTo>
                  <a:pt x="493145" y="15390"/>
                </a:lnTo>
                <a:lnTo>
                  <a:pt x="493236" y="15166"/>
                </a:lnTo>
                <a:lnTo>
                  <a:pt x="493320" y="14939"/>
                </a:lnTo>
                <a:lnTo>
                  <a:pt x="493396" y="14709"/>
                </a:lnTo>
                <a:lnTo>
                  <a:pt x="493466" y="14475"/>
                </a:lnTo>
                <a:lnTo>
                  <a:pt x="493528" y="14238"/>
                </a:lnTo>
                <a:lnTo>
                  <a:pt x="493582" y="13998"/>
                </a:lnTo>
                <a:lnTo>
                  <a:pt x="493630" y="13755"/>
                </a:lnTo>
                <a:lnTo>
                  <a:pt x="493670" y="13509"/>
                </a:lnTo>
                <a:lnTo>
                  <a:pt x="493703" y="13259"/>
                </a:lnTo>
                <a:lnTo>
                  <a:pt x="493728" y="13006"/>
                </a:lnTo>
                <a:lnTo>
                  <a:pt x="493746" y="12750"/>
                </a:lnTo>
                <a:lnTo>
                  <a:pt x="493757" y="12491"/>
                </a:lnTo>
                <a:lnTo>
                  <a:pt x="493761" y="12229"/>
                </a:lnTo>
                <a:lnTo>
                  <a:pt x="493757" y="11954"/>
                </a:lnTo>
                <a:lnTo>
                  <a:pt x="493746" y="11683"/>
                </a:lnTo>
                <a:lnTo>
                  <a:pt x="493728" y="11416"/>
                </a:lnTo>
                <a:lnTo>
                  <a:pt x="493703" y="11152"/>
                </a:lnTo>
                <a:lnTo>
                  <a:pt x="493670" y="10892"/>
                </a:lnTo>
                <a:lnTo>
                  <a:pt x="493630" y="10636"/>
                </a:lnTo>
                <a:lnTo>
                  <a:pt x="493582" y="10383"/>
                </a:lnTo>
                <a:lnTo>
                  <a:pt x="493528" y="10133"/>
                </a:lnTo>
                <a:lnTo>
                  <a:pt x="493466" y="9888"/>
                </a:lnTo>
                <a:lnTo>
                  <a:pt x="493396" y="9645"/>
                </a:lnTo>
                <a:lnTo>
                  <a:pt x="493320" y="9407"/>
                </a:lnTo>
                <a:lnTo>
                  <a:pt x="493236" y="9172"/>
                </a:lnTo>
                <a:lnTo>
                  <a:pt x="493145" y="8940"/>
                </a:lnTo>
                <a:lnTo>
                  <a:pt x="493047" y="8712"/>
                </a:lnTo>
                <a:lnTo>
                  <a:pt x="492941" y="8488"/>
                </a:lnTo>
                <a:lnTo>
                  <a:pt x="492828" y="8267"/>
                </a:lnTo>
                <a:lnTo>
                  <a:pt x="492708" y="8050"/>
                </a:lnTo>
                <a:lnTo>
                  <a:pt x="492580" y="7836"/>
                </a:lnTo>
                <a:lnTo>
                  <a:pt x="492445" y="7626"/>
                </a:lnTo>
                <a:lnTo>
                  <a:pt x="492303" y="7420"/>
                </a:lnTo>
                <a:lnTo>
                  <a:pt x="492153" y="7217"/>
                </a:lnTo>
                <a:lnTo>
                  <a:pt x="491997" y="7018"/>
                </a:lnTo>
                <a:lnTo>
                  <a:pt x="491833" y="6822"/>
                </a:lnTo>
                <a:lnTo>
                  <a:pt x="491661" y="6630"/>
                </a:lnTo>
                <a:lnTo>
                  <a:pt x="491483" y="6444"/>
                </a:lnTo>
                <a:lnTo>
                  <a:pt x="491299" y="6265"/>
                </a:lnTo>
                <a:lnTo>
                  <a:pt x="491108" y="6095"/>
                </a:lnTo>
                <a:lnTo>
                  <a:pt x="490911" y="5932"/>
                </a:lnTo>
                <a:lnTo>
                  <a:pt x="490708" y="5778"/>
                </a:lnTo>
                <a:lnTo>
                  <a:pt x="490499" y="5631"/>
                </a:lnTo>
                <a:lnTo>
                  <a:pt x="490283" y="5492"/>
                </a:lnTo>
                <a:lnTo>
                  <a:pt x="490061" y="5361"/>
                </a:lnTo>
                <a:lnTo>
                  <a:pt x="489833" y="5238"/>
                </a:lnTo>
                <a:lnTo>
                  <a:pt x="489598" y="5123"/>
                </a:lnTo>
                <a:lnTo>
                  <a:pt x="489358" y="5016"/>
                </a:lnTo>
                <a:lnTo>
                  <a:pt x="489111" y="4917"/>
                </a:lnTo>
                <a:lnTo>
                  <a:pt x="488857" y="4826"/>
                </a:lnTo>
                <a:lnTo>
                  <a:pt x="488598" y="4743"/>
                </a:lnTo>
                <a:lnTo>
                  <a:pt x="488332" y="4668"/>
                </a:lnTo>
                <a:lnTo>
                  <a:pt x="488060" y="4600"/>
                </a:lnTo>
                <a:lnTo>
                  <a:pt x="487782" y="4541"/>
                </a:lnTo>
                <a:lnTo>
                  <a:pt x="487497" y="4489"/>
                </a:lnTo>
                <a:lnTo>
                  <a:pt x="487206" y="4446"/>
                </a:lnTo>
                <a:lnTo>
                  <a:pt x="486909" y="4410"/>
                </a:lnTo>
                <a:lnTo>
                  <a:pt x="486605" y="4382"/>
                </a:lnTo>
                <a:lnTo>
                  <a:pt x="486296" y="4362"/>
                </a:lnTo>
                <a:lnTo>
                  <a:pt x="485980" y="4350"/>
                </a:lnTo>
                <a:lnTo>
                  <a:pt x="485657" y="4346"/>
                </a:lnTo>
                <a:lnTo>
                  <a:pt x="485329" y="4350"/>
                </a:lnTo>
                <a:lnTo>
                  <a:pt x="485008" y="4362"/>
                </a:lnTo>
                <a:lnTo>
                  <a:pt x="484693" y="4382"/>
                </a:lnTo>
                <a:lnTo>
                  <a:pt x="484386" y="4410"/>
                </a:lnTo>
                <a:lnTo>
                  <a:pt x="484085" y="4446"/>
                </a:lnTo>
                <a:lnTo>
                  <a:pt x="483790" y="4489"/>
                </a:lnTo>
                <a:lnTo>
                  <a:pt x="483503" y="4541"/>
                </a:lnTo>
                <a:lnTo>
                  <a:pt x="483222" y="4600"/>
                </a:lnTo>
                <a:lnTo>
                  <a:pt x="482948" y="4668"/>
                </a:lnTo>
                <a:lnTo>
                  <a:pt x="482681" y="4743"/>
                </a:lnTo>
                <a:lnTo>
                  <a:pt x="482421" y="4826"/>
                </a:lnTo>
                <a:lnTo>
                  <a:pt x="482167" y="4917"/>
                </a:lnTo>
                <a:lnTo>
                  <a:pt x="481921" y="5016"/>
                </a:lnTo>
                <a:lnTo>
                  <a:pt x="481681" y="5123"/>
                </a:lnTo>
                <a:lnTo>
                  <a:pt x="481448" y="5238"/>
                </a:lnTo>
                <a:lnTo>
                  <a:pt x="481221" y="5361"/>
                </a:lnTo>
                <a:lnTo>
                  <a:pt x="481001" y="5492"/>
                </a:lnTo>
                <a:lnTo>
                  <a:pt x="480789" y="5631"/>
                </a:lnTo>
                <a:lnTo>
                  <a:pt x="480582" y="5778"/>
                </a:lnTo>
                <a:lnTo>
                  <a:pt x="480383" y="5932"/>
                </a:lnTo>
                <a:lnTo>
                  <a:pt x="480191" y="6095"/>
                </a:lnTo>
                <a:lnTo>
                  <a:pt x="480005" y="6265"/>
                </a:lnTo>
                <a:lnTo>
                  <a:pt x="479826" y="6444"/>
                </a:lnTo>
                <a:lnTo>
                  <a:pt x="479654" y="6630"/>
                </a:lnTo>
                <a:lnTo>
                  <a:pt x="479488" y="6822"/>
                </a:lnTo>
                <a:lnTo>
                  <a:pt x="479330" y="7018"/>
                </a:lnTo>
                <a:lnTo>
                  <a:pt x="479179" y="7217"/>
                </a:lnTo>
                <a:lnTo>
                  <a:pt x="479035" y="7420"/>
                </a:lnTo>
                <a:lnTo>
                  <a:pt x="478897" y="7626"/>
                </a:lnTo>
                <a:lnTo>
                  <a:pt x="478767" y="7836"/>
                </a:lnTo>
                <a:lnTo>
                  <a:pt x="478644" y="8050"/>
                </a:lnTo>
                <a:lnTo>
                  <a:pt x="478528" y="8267"/>
                </a:lnTo>
                <a:lnTo>
                  <a:pt x="478419" y="8488"/>
                </a:lnTo>
                <a:lnTo>
                  <a:pt x="478317" y="8712"/>
                </a:lnTo>
                <a:lnTo>
                  <a:pt x="478222" y="8940"/>
                </a:lnTo>
                <a:lnTo>
                  <a:pt x="478134" y="9172"/>
                </a:lnTo>
                <a:lnTo>
                  <a:pt x="478053" y="9407"/>
                </a:lnTo>
                <a:lnTo>
                  <a:pt x="477979" y="9645"/>
                </a:lnTo>
                <a:lnTo>
                  <a:pt x="477913" y="9888"/>
                </a:lnTo>
                <a:lnTo>
                  <a:pt x="477853" y="10133"/>
                </a:lnTo>
                <a:lnTo>
                  <a:pt x="477800" y="10383"/>
                </a:lnTo>
                <a:lnTo>
                  <a:pt x="477754" y="10636"/>
                </a:lnTo>
                <a:lnTo>
                  <a:pt x="477716" y="10892"/>
                </a:lnTo>
                <a:lnTo>
                  <a:pt x="477684" y="11152"/>
                </a:lnTo>
                <a:lnTo>
                  <a:pt x="477659" y="11416"/>
                </a:lnTo>
                <a:lnTo>
                  <a:pt x="477642" y="11683"/>
                </a:lnTo>
                <a:lnTo>
                  <a:pt x="477631" y="11954"/>
                </a:lnTo>
                <a:lnTo>
                  <a:pt x="477628" y="12229"/>
                </a:lnTo>
                <a:lnTo>
                  <a:pt x="477631" y="12491"/>
                </a:lnTo>
                <a:lnTo>
                  <a:pt x="477642" y="12750"/>
                </a:lnTo>
                <a:lnTo>
                  <a:pt x="477659" y="13006"/>
                </a:lnTo>
                <a:lnTo>
                  <a:pt x="477684" y="13259"/>
                </a:lnTo>
                <a:close/>
                <a:moveTo>
                  <a:pt x="684805" y="5893"/>
                </a:moveTo>
                <a:lnTo>
                  <a:pt x="685836" y="83392"/>
                </a:lnTo>
                <a:lnTo>
                  <a:pt x="698139" y="83392"/>
                </a:lnTo>
                <a:lnTo>
                  <a:pt x="699097" y="5893"/>
                </a:lnTo>
                <a:lnTo>
                  <a:pt x="684805" y="5893"/>
                </a:lnTo>
                <a:close/>
                <a:moveTo>
                  <a:pt x="408052" y="56296"/>
                </a:moveTo>
                <a:lnTo>
                  <a:pt x="408080" y="56240"/>
                </a:lnTo>
                <a:lnTo>
                  <a:pt x="408266" y="55877"/>
                </a:lnTo>
                <a:lnTo>
                  <a:pt x="408457" y="55518"/>
                </a:lnTo>
                <a:lnTo>
                  <a:pt x="408653" y="55162"/>
                </a:lnTo>
                <a:lnTo>
                  <a:pt x="408853" y="54810"/>
                </a:lnTo>
                <a:lnTo>
                  <a:pt x="409058" y="54462"/>
                </a:lnTo>
                <a:lnTo>
                  <a:pt x="409267" y="54117"/>
                </a:lnTo>
                <a:lnTo>
                  <a:pt x="409482" y="53776"/>
                </a:lnTo>
                <a:lnTo>
                  <a:pt x="409700" y="53439"/>
                </a:lnTo>
                <a:lnTo>
                  <a:pt x="409924" y="53105"/>
                </a:lnTo>
                <a:lnTo>
                  <a:pt x="410151" y="52776"/>
                </a:lnTo>
                <a:lnTo>
                  <a:pt x="410384" y="52450"/>
                </a:lnTo>
                <a:lnTo>
                  <a:pt x="410621" y="52127"/>
                </a:lnTo>
                <a:lnTo>
                  <a:pt x="410863" y="51809"/>
                </a:lnTo>
                <a:lnTo>
                  <a:pt x="411109" y="51494"/>
                </a:lnTo>
                <a:lnTo>
                  <a:pt x="411360" y="51183"/>
                </a:lnTo>
                <a:lnTo>
                  <a:pt x="411615" y="50879"/>
                </a:lnTo>
                <a:lnTo>
                  <a:pt x="411873" y="50580"/>
                </a:lnTo>
                <a:lnTo>
                  <a:pt x="412136" y="50286"/>
                </a:lnTo>
                <a:lnTo>
                  <a:pt x="412403" y="49999"/>
                </a:lnTo>
                <a:lnTo>
                  <a:pt x="412675" y="49716"/>
                </a:lnTo>
                <a:lnTo>
                  <a:pt x="412950" y="49440"/>
                </a:lnTo>
                <a:lnTo>
                  <a:pt x="413229" y="49169"/>
                </a:lnTo>
                <a:lnTo>
                  <a:pt x="413513" y="48904"/>
                </a:lnTo>
                <a:lnTo>
                  <a:pt x="413800" y="48644"/>
                </a:lnTo>
                <a:lnTo>
                  <a:pt x="414092" y="48390"/>
                </a:lnTo>
                <a:lnTo>
                  <a:pt x="414387" y="48142"/>
                </a:lnTo>
                <a:lnTo>
                  <a:pt x="414687" y="47899"/>
                </a:lnTo>
                <a:lnTo>
                  <a:pt x="414991" y="47662"/>
                </a:lnTo>
                <a:lnTo>
                  <a:pt x="415299" y="47430"/>
                </a:lnTo>
                <a:lnTo>
                  <a:pt x="415611" y="47205"/>
                </a:lnTo>
                <a:lnTo>
                  <a:pt x="415927" y="46984"/>
                </a:lnTo>
                <a:lnTo>
                  <a:pt x="416247" y="46770"/>
                </a:lnTo>
                <a:lnTo>
                  <a:pt x="416572" y="46561"/>
                </a:lnTo>
                <a:lnTo>
                  <a:pt x="416900" y="46357"/>
                </a:lnTo>
                <a:lnTo>
                  <a:pt x="417233" y="46160"/>
                </a:lnTo>
                <a:lnTo>
                  <a:pt x="417569" y="45968"/>
                </a:lnTo>
                <a:lnTo>
                  <a:pt x="417910" y="45781"/>
                </a:lnTo>
                <a:lnTo>
                  <a:pt x="418255" y="45600"/>
                </a:lnTo>
                <a:lnTo>
                  <a:pt x="418603" y="45426"/>
                </a:lnTo>
                <a:lnTo>
                  <a:pt x="418955" y="45259"/>
                </a:lnTo>
                <a:lnTo>
                  <a:pt x="419310" y="45100"/>
                </a:lnTo>
                <a:lnTo>
                  <a:pt x="419668" y="44948"/>
                </a:lnTo>
                <a:lnTo>
                  <a:pt x="420029" y="44803"/>
                </a:lnTo>
                <a:lnTo>
                  <a:pt x="420394" y="44666"/>
                </a:lnTo>
                <a:lnTo>
                  <a:pt x="420761" y="44536"/>
                </a:lnTo>
                <a:lnTo>
                  <a:pt x="421132" y="44413"/>
                </a:lnTo>
                <a:lnTo>
                  <a:pt x="421506" y="44298"/>
                </a:lnTo>
                <a:lnTo>
                  <a:pt x="421883" y="44191"/>
                </a:lnTo>
                <a:lnTo>
                  <a:pt x="422264" y="44091"/>
                </a:lnTo>
                <a:lnTo>
                  <a:pt x="422647" y="43998"/>
                </a:lnTo>
                <a:lnTo>
                  <a:pt x="423034" y="43913"/>
                </a:lnTo>
                <a:lnTo>
                  <a:pt x="423424" y="43835"/>
                </a:lnTo>
                <a:lnTo>
                  <a:pt x="423817" y="43764"/>
                </a:lnTo>
                <a:lnTo>
                  <a:pt x="424214" y="43701"/>
                </a:lnTo>
                <a:lnTo>
                  <a:pt x="424613" y="43646"/>
                </a:lnTo>
                <a:lnTo>
                  <a:pt x="425016" y="43597"/>
                </a:lnTo>
                <a:lnTo>
                  <a:pt x="425422" y="43557"/>
                </a:lnTo>
                <a:lnTo>
                  <a:pt x="425831" y="43523"/>
                </a:lnTo>
                <a:lnTo>
                  <a:pt x="426244" y="43497"/>
                </a:lnTo>
                <a:lnTo>
                  <a:pt x="426659" y="43479"/>
                </a:lnTo>
                <a:lnTo>
                  <a:pt x="427078" y="43468"/>
                </a:lnTo>
                <a:lnTo>
                  <a:pt x="427500" y="43464"/>
                </a:lnTo>
                <a:lnTo>
                  <a:pt x="427927" y="43467"/>
                </a:lnTo>
                <a:lnTo>
                  <a:pt x="428348" y="43476"/>
                </a:lnTo>
                <a:lnTo>
                  <a:pt x="428764" y="43491"/>
                </a:lnTo>
                <a:lnTo>
                  <a:pt x="429174" y="43512"/>
                </a:lnTo>
                <a:lnTo>
                  <a:pt x="429578" y="43539"/>
                </a:lnTo>
                <a:lnTo>
                  <a:pt x="429977" y="43572"/>
                </a:lnTo>
                <a:lnTo>
                  <a:pt x="430370" y="43611"/>
                </a:lnTo>
                <a:lnTo>
                  <a:pt x="430758" y="43656"/>
                </a:lnTo>
                <a:lnTo>
                  <a:pt x="431140" y="43707"/>
                </a:lnTo>
                <a:lnTo>
                  <a:pt x="431516" y="43764"/>
                </a:lnTo>
                <a:lnTo>
                  <a:pt x="431887" y="43828"/>
                </a:lnTo>
                <a:lnTo>
                  <a:pt x="432252" y="43897"/>
                </a:lnTo>
                <a:lnTo>
                  <a:pt x="432611" y="43972"/>
                </a:lnTo>
                <a:lnTo>
                  <a:pt x="432965" y="44053"/>
                </a:lnTo>
                <a:lnTo>
                  <a:pt x="433313" y="44140"/>
                </a:lnTo>
                <a:lnTo>
                  <a:pt x="433655" y="44233"/>
                </a:lnTo>
                <a:lnTo>
                  <a:pt x="433992" y="44333"/>
                </a:lnTo>
                <a:lnTo>
                  <a:pt x="434324" y="44438"/>
                </a:lnTo>
                <a:lnTo>
                  <a:pt x="434649" y="44549"/>
                </a:lnTo>
                <a:lnTo>
                  <a:pt x="434969" y="44666"/>
                </a:lnTo>
                <a:lnTo>
                  <a:pt x="435284" y="44789"/>
                </a:lnTo>
                <a:lnTo>
                  <a:pt x="435592" y="44919"/>
                </a:lnTo>
                <a:lnTo>
                  <a:pt x="435895" y="45054"/>
                </a:lnTo>
                <a:lnTo>
                  <a:pt x="436193" y="45195"/>
                </a:lnTo>
                <a:lnTo>
                  <a:pt x="436485" y="45343"/>
                </a:lnTo>
                <a:lnTo>
                  <a:pt x="436771" y="45498"/>
                </a:lnTo>
                <a:lnTo>
                  <a:pt x="437050" y="45660"/>
                </a:lnTo>
                <a:lnTo>
                  <a:pt x="437325" y="45829"/>
                </a:lnTo>
                <a:lnTo>
                  <a:pt x="437593" y="46006"/>
                </a:lnTo>
                <a:lnTo>
                  <a:pt x="437855" y="46190"/>
                </a:lnTo>
                <a:lnTo>
                  <a:pt x="438111" y="46380"/>
                </a:lnTo>
                <a:lnTo>
                  <a:pt x="438362" y="46578"/>
                </a:lnTo>
                <a:lnTo>
                  <a:pt x="438607" y="46784"/>
                </a:lnTo>
                <a:lnTo>
                  <a:pt x="438845" y="46996"/>
                </a:lnTo>
                <a:lnTo>
                  <a:pt x="439078" y="47215"/>
                </a:lnTo>
                <a:lnTo>
                  <a:pt x="439305" y="47442"/>
                </a:lnTo>
                <a:lnTo>
                  <a:pt x="439527" y="47676"/>
                </a:lnTo>
                <a:lnTo>
                  <a:pt x="439742" y="47917"/>
                </a:lnTo>
                <a:lnTo>
                  <a:pt x="439951" y="48165"/>
                </a:lnTo>
                <a:lnTo>
                  <a:pt x="440155" y="48420"/>
                </a:lnTo>
                <a:lnTo>
                  <a:pt x="440352" y="48683"/>
                </a:lnTo>
                <a:lnTo>
                  <a:pt x="440544" y="48952"/>
                </a:lnTo>
                <a:lnTo>
                  <a:pt x="440730" y="49229"/>
                </a:lnTo>
                <a:lnTo>
                  <a:pt x="440910" y="49513"/>
                </a:lnTo>
                <a:lnTo>
                  <a:pt x="441084" y="49804"/>
                </a:lnTo>
                <a:lnTo>
                  <a:pt x="441252" y="50102"/>
                </a:lnTo>
                <a:lnTo>
                  <a:pt x="441414" y="50408"/>
                </a:lnTo>
                <a:lnTo>
                  <a:pt x="441571" y="50720"/>
                </a:lnTo>
                <a:lnTo>
                  <a:pt x="441721" y="51041"/>
                </a:lnTo>
                <a:lnTo>
                  <a:pt x="441865" y="51370"/>
                </a:lnTo>
                <a:lnTo>
                  <a:pt x="442002" y="51707"/>
                </a:lnTo>
                <a:lnTo>
                  <a:pt x="442133" y="52053"/>
                </a:lnTo>
                <a:lnTo>
                  <a:pt x="442258" y="52408"/>
                </a:lnTo>
                <a:lnTo>
                  <a:pt x="442376" y="52771"/>
                </a:lnTo>
                <a:lnTo>
                  <a:pt x="442488" y="53143"/>
                </a:lnTo>
                <a:lnTo>
                  <a:pt x="442594" y="53524"/>
                </a:lnTo>
                <a:lnTo>
                  <a:pt x="442693" y="53913"/>
                </a:lnTo>
                <a:lnTo>
                  <a:pt x="442786" y="54310"/>
                </a:lnTo>
                <a:lnTo>
                  <a:pt x="442872" y="54716"/>
                </a:lnTo>
                <a:lnTo>
                  <a:pt x="442952" y="55131"/>
                </a:lnTo>
                <a:lnTo>
                  <a:pt x="443025" y="55554"/>
                </a:lnTo>
                <a:lnTo>
                  <a:pt x="443093" y="55986"/>
                </a:lnTo>
                <a:lnTo>
                  <a:pt x="443153" y="56427"/>
                </a:lnTo>
                <a:lnTo>
                  <a:pt x="443208" y="56876"/>
                </a:lnTo>
                <a:lnTo>
                  <a:pt x="443256" y="57333"/>
                </a:lnTo>
                <a:lnTo>
                  <a:pt x="443297" y="57799"/>
                </a:lnTo>
                <a:lnTo>
                  <a:pt x="443332" y="58274"/>
                </a:lnTo>
                <a:lnTo>
                  <a:pt x="443361" y="58757"/>
                </a:lnTo>
                <a:lnTo>
                  <a:pt x="443384" y="59249"/>
                </a:lnTo>
                <a:lnTo>
                  <a:pt x="443400" y="59749"/>
                </a:lnTo>
                <a:lnTo>
                  <a:pt x="443409" y="60258"/>
                </a:lnTo>
                <a:lnTo>
                  <a:pt x="443412" y="60776"/>
                </a:lnTo>
                <a:lnTo>
                  <a:pt x="443412" y="113154"/>
                </a:lnTo>
                <a:lnTo>
                  <a:pt x="457115" y="113154"/>
                </a:lnTo>
                <a:lnTo>
                  <a:pt x="457115" y="60923"/>
                </a:lnTo>
                <a:lnTo>
                  <a:pt x="457111" y="60270"/>
                </a:lnTo>
                <a:lnTo>
                  <a:pt x="457102" y="59626"/>
                </a:lnTo>
                <a:lnTo>
                  <a:pt x="457087" y="58990"/>
                </a:lnTo>
                <a:lnTo>
                  <a:pt x="457065" y="58362"/>
                </a:lnTo>
                <a:lnTo>
                  <a:pt x="457038" y="57743"/>
                </a:lnTo>
                <a:lnTo>
                  <a:pt x="457004" y="57132"/>
                </a:lnTo>
                <a:lnTo>
                  <a:pt x="456964" y="56529"/>
                </a:lnTo>
                <a:lnTo>
                  <a:pt x="456918" y="55934"/>
                </a:lnTo>
                <a:lnTo>
                  <a:pt x="456866" y="55348"/>
                </a:lnTo>
                <a:lnTo>
                  <a:pt x="456808" y="54770"/>
                </a:lnTo>
                <a:lnTo>
                  <a:pt x="456743" y="54201"/>
                </a:lnTo>
                <a:lnTo>
                  <a:pt x="456673" y="53639"/>
                </a:lnTo>
                <a:lnTo>
                  <a:pt x="456596" y="53086"/>
                </a:lnTo>
                <a:lnTo>
                  <a:pt x="456513" y="52542"/>
                </a:lnTo>
                <a:lnTo>
                  <a:pt x="456424" y="52005"/>
                </a:lnTo>
                <a:lnTo>
                  <a:pt x="456329" y="51477"/>
                </a:lnTo>
                <a:lnTo>
                  <a:pt x="456227" y="50958"/>
                </a:lnTo>
                <a:lnTo>
                  <a:pt x="456120" y="50446"/>
                </a:lnTo>
                <a:lnTo>
                  <a:pt x="456006" y="49943"/>
                </a:lnTo>
                <a:lnTo>
                  <a:pt x="455887" y="49448"/>
                </a:lnTo>
                <a:lnTo>
                  <a:pt x="455761" y="48962"/>
                </a:lnTo>
                <a:lnTo>
                  <a:pt x="455629" y="48484"/>
                </a:lnTo>
                <a:lnTo>
                  <a:pt x="455491" y="48014"/>
                </a:lnTo>
                <a:lnTo>
                  <a:pt x="455347" y="47552"/>
                </a:lnTo>
                <a:lnTo>
                  <a:pt x="455196" y="47099"/>
                </a:lnTo>
                <a:lnTo>
                  <a:pt x="455041" y="46652"/>
                </a:lnTo>
                <a:lnTo>
                  <a:pt x="454880" y="46212"/>
                </a:lnTo>
                <a:lnTo>
                  <a:pt x="454713" y="45779"/>
                </a:lnTo>
                <a:lnTo>
                  <a:pt x="454541" y="45354"/>
                </a:lnTo>
                <a:lnTo>
                  <a:pt x="454364" y="44935"/>
                </a:lnTo>
                <a:lnTo>
                  <a:pt x="454180" y="44523"/>
                </a:lnTo>
                <a:lnTo>
                  <a:pt x="453992" y="44119"/>
                </a:lnTo>
                <a:lnTo>
                  <a:pt x="453798" y="43721"/>
                </a:lnTo>
                <a:lnTo>
                  <a:pt x="453598" y="43331"/>
                </a:lnTo>
                <a:lnTo>
                  <a:pt x="453393" y="42947"/>
                </a:lnTo>
                <a:lnTo>
                  <a:pt x="453183" y="42571"/>
                </a:lnTo>
                <a:lnTo>
                  <a:pt x="452966" y="42201"/>
                </a:lnTo>
                <a:lnTo>
                  <a:pt x="452745" y="41839"/>
                </a:lnTo>
                <a:lnTo>
                  <a:pt x="452518" y="41484"/>
                </a:lnTo>
                <a:lnTo>
                  <a:pt x="452285" y="41135"/>
                </a:lnTo>
                <a:lnTo>
                  <a:pt x="452047" y="40794"/>
                </a:lnTo>
                <a:lnTo>
                  <a:pt x="451804" y="40460"/>
                </a:lnTo>
                <a:lnTo>
                  <a:pt x="451555" y="40132"/>
                </a:lnTo>
                <a:lnTo>
                  <a:pt x="451300" y="39812"/>
                </a:lnTo>
                <a:lnTo>
                  <a:pt x="451040" y="39499"/>
                </a:lnTo>
                <a:lnTo>
                  <a:pt x="450774" y="39193"/>
                </a:lnTo>
                <a:lnTo>
                  <a:pt x="450503" y="38894"/>
                </a:lnTo>
                <a:lnTo>
                  <a:pt x="450227" y="38602"/>
                </a:lnTo>
                <a:lnTo>
                  <a:pt x="449945" y="38317"/>
                </a:lnTo>
                <a:lnTo>
                  <a:pt x="449659" y="38038"/>
                </a:lnTo>
                <a:lnTo>
                  <a:pt x="449367" y="37766"/>
                </a:lnTo>
                <a:lnTo>
                  <a:pt x="449071" y="37500"/>
                </a:lnTo>
                <a:lnTo>
                  <a:pt x="448771" y="37241"/>
                </a:lnTo>
                <a:lnTo>
                  <a:pt x="448466" y="36988"/>
                </a:lnTo>
                <a:lnTo>
                  <a:pt x="448155" y="36742"/>
                </a:lnTo>
                <a:lnTo>
                  <a:pt x="447841" y="36502"/>
                </a:lnTo>
                <a:lnTo>
                  <a:pt x="447521" y="36269"/>
                </a:lnTo>
                <a:lnTo>
                  <a:pt x="447197" y="36043"/>
                </a:lnTo>
                <a:lnTo>
                  <a:pt x="446868" y="35823"/>
                </a:lnTo>
                <a:lnTo>
                  <a:pt x="446534" y="35609"/>
                </a:lnTo>
                <a:lnTo>
                  <a:pt x="446196" y="35402"/>
                </a:lnTo>
                <a:lnTo>
                  <a:pt x="445852" y="35202"/>
                </a:lnTo>
                <a:lnTo>
                  <a:pt x="445504" y="35008"/>
                </a:lnTo>
                <a:lnTo>
                  <a:pt x="445152" y="34820"/>
                </a:lnTo>
                <a:lnTo>
                  <a:pt x="444794" y="34639"/>
                </a:lnTo>
                <a:lnTo>
                  <a:pt x="444432" y="34465"/>
                </a:lnTo>
                <a:lnTo>
                  <a:pt x="444065" y="34297"/>
                </a:lnTo>
                <a:lnTo>
                  <a:pt x="443694" y="34136"/>
                </a:lnTo>
                <a:lnTo>
                  <a:pt x="443317" y="33981"/>
                </a:lnTo>
                <a:lnTo>
                  <a:pt x="442936" y="33833"/>
                </a:lnTo>
                <a:lnTo>
                  <a:pt x="442551" y="33691"/>
                </a:lnTo>
                <a:lnTo>
                  <a:pt x="442160" y="33556"/>
                </a:lnTo>
                <a:lnTo>
                  <a:pt x="441765" y="33426"/>
                </a:lnTo>
                <a:lnTo>
                  <a:pt x="441366" y="33303"/>
                </a:lnTo>
                <a:lnTo>
                  <a:pt x="440963" y="33184"/>
                </a:lnTo>
                <a:lnTo>
                  <a:pt x="440556" y="33072"/>
                </a:lnTo>
                <a:lnTo>
                  <a:pt x="440144" y="32964"/>
                </a:lnTo>
                <a:lnTo>
                  <a:pt x="439729" y="32863"/>
                </a:lnTo>
                <a:lnTo>
                  <a:pt x="439309" y="32766"/>
                </a:lnTo>
                <a:lnTo>
                  <a:pt x="438886" y="32676"/>
                </a:lnTo>
                <a:lnTo>
                  <a:pt x="438458" y="32590"/>
                </a:lnTo>
                <a:lnTo>
                  <a:pt x="438026" y="32511"/>
                </a:lnTo>
                <a:lnTo>
                  <a:pt x="437591" y="32436"/>
                </a:lnTo>
                <a:lnTo>
                  <a:pt x="437151" y="32368"/>
                </a:lnTo>
                <a:lnTo>
                  <a:pt x="436707" y="32304"/>
                </a:lnTo>
                <a:lnTo>
                  <a:pt x="436258" y="32247"/>
                </a:lnTo>
                <a:lnTo>
                  <a:pt x="435806" y="32194"/>
                </a:lnTo>
                <a:lnTo>
                  <a:pt x="435350" y="32148"/>
                </a:lnTo>
                <a:lnTo>
                  <a:pt x="434889" y="32106"/>
                </a:lnTo>
                <a:lnTo>
                  <a:pt x="434425" y="32071"/>
                </a:lnTo>
                <a:lnTo>
                  <a:pt x="433956" y="32041"/>
                </a:lnTo>
                <a:lnTo>
                  <a:pt x="433484" y="32016"/>
                </a:lnTo>
                <a:lnTo>
                  <a:pt x="433007" y="31997"/>
                </a:lnTo>
                <a:lnTo>
                  <a:pt x="432526" y="31983"/>
                </a:lnTo>
                <a:lnTo>
                  <a:pt x="432041" y="31975"/>
                </a:lnTo>
                <a:lnTo>
                  <a:pt x="431552" y="31972"/>
                </a:lnTo>
                <a:lnTo>
                  <a:pt x="430952" y="31977"/>
                </a:lnTo>
                <a:lnTo>
                  <a:pt x="430358" y="31991"/>
                </a:lnTo>
                <a:lnTo>
                  <a:pt x="429767" y="32016"/>
                </a:lnTo>
                <a:lnTo>
                  <a:pt x="429181" y="32051"/>
                </a:lnTo>
                <a:lnTo>
                  <a:pt x="428600" y="32095"/>
                </a:lnTo>
                <a:lnTo>
                  <a:pt x="428023" y="32149"/>
                </a:lnTo>
                <a:lnTo>
                  <a:pt x="427450" y="32213"/>
                </a:lnTo>
                <a:lnTo>
                  <a:pt x="426882" y="32287"/>
                </a:lnTo>
                <a:lnTo>
                  <a:pt x="426319" y="32371"/>
                </a:lnTo>
                <a:lnTo>
                  <a:pt x="425760" y="32464"/>
                </a:lnTo>
                <a:lnTo>
                  <a:pt x="425205" y="32568"/>
                </a:lnTo>
                <a:lnTo>
                  <a:pt x="424655" y="32681"/>
                </a:lnTo>
                <a:lnTo>
                  <a:pt x="424109" y="32804"/>
                </a:lnTo>
                <a:lnTo>
                  <a:pt x="423568" y="32937"/>
                </a:lnTo>
                <a:lnTo>
                  <a:pt x="423031" y="33080"/>
                </a:lnTo>
                <a:lnTo>
                  <a:pt x="422499" y="33232"/>
                </a:lnTo>
                <a:lnTo>
                  <a:pt x="421971" y="33395"/>
                </a:lnTo>
                <a:lnTo>
                  <a:pt x="421448" y="33567"/>
                </a:lnTo>
                <a:lnTo>
                  <a:pt x="420929" y="33749"/>
                </a:lnTo>
                <a:lnTo>
                  <a:pt x="420415" y="33941"/>
                </a:lnTo>
                <a:lnTo>
                  <a:pt x="419905" y="34143"/>
                </a:lnTo>
                <a:lnTo>
                  <a:pt x="419400" y="34355"/>
                </a:lnTo>
                <a:lnTo>
                  <a:pt x="418899" y="34577"/>
                </a:lnTo>
                <a:lnTo>
                  <a:pt x="418402" y="34808"/>
                </a:lnTo>
                <a:lnTo>
                  <a:pt x="417911" y="35048"/>
                </a:lnTo>
                <a:lnTo>
                  <a:pt x="417425" y="35297"/>
                </a:lnTo>
                <a:lnTo>
                  <a:pt x="416946" y="35553"/>
                </a:lnTo>
                <a:lnTo>
                  <a:pt x="416471" y="35818"/>
                </a:lnTo>
                <a:lnTo>
                  <a:pt x="416003" y="36090"/>
                </a:lnTo>
                <a:lnTo>
                  <a:pt x="415541" y="36371"/>
                </a:lnTo>
                <a:lnTo>
                  <a:pt x="415084" y="36660"/>
                </a:lnTo>
                <a:lnTo>
                  <a:pt x="414633" y="36957"/>
                </a:lnTo>
                <a:lnTo>
                  <a:pt x="414188" y="37261"/>
                </a:lnTo>
                <a:lnTo>
                  <a:pt x="413748" y="37574"/>
                </a:lnTo>
                <a:lnTo>
                  <a:pt x="413314" y="37895"/>
                </a:lnTo>
                <a:lnTo>
                  <a:pt x="412886" y="38224"/>
                </a:lnTo>
                <a:lnTo>
                  <a:pt x="412464" y="38561"/>
                </a:lnTo>
                <a:lnTo>
                  <a:pt x="412048" y="38906"/>
                </a:lnTo>
                <a:lnTo>
                  <a:pt x="411637" y="39260"/>
                </a:lnTo>
                <a:lnTo>
                  <a:pt x="411232" y="39621"/>
                </a:lnTo>
                <a:lnTo>
                  <a:pt x="410833" y="39990"/>
                </a:lnTo>
                <a:lnTo>
                  <a:pt x="410439" y="40368"/>
                </a:lnTo>
                <a:lnTo>
                  <a:pt x="410051" y="40753"/>
                </a:lnTo>
                <a:lnTo>
                  <a:pt x="409670" y="41146"/>
                </a:lnTo>
                <a:lnTo>
                  <a:pt x="409293" y="41548"/>
                </a:lnTo>
                <a:lnTo>
                  <a:pt x="408923" y="41958"/>
                </a:lnTo>
                <a:lnTo>
                  <a:pt x="408558" y="42375"/>
                </a:lnTo>
                <a:lnTo>
                  <a:pt x="408199" y="42801"/>
                </a:lnTo>
                <a:lnTo>
                  <a:pt x="408052" y="42982"/>
                </a:lnTo>
                <a:lnTo>
                  <a:pt x="408052" y="0"/>
                </a:lnTo>
                <a:lnTo>
                  <a:pt x="394423" y="0"/>
                </a:lnTo>
                <a:lnTo>
                  <a:pt x="394423" y="113154"/>
                </a:lnTo>
                <a:lnTo>
                  <a:pt x="408052" y="113154"/>
                </a:lnTo>
                <a:lnTo>
                  <a:pt x="408052" y="56296"/>
                </a:lnTo>
                <a:close/>
                <a:moveTo>
                  <a:pt x="528058" y="55877"/>
                </a:moveTo>
                <a:lnTo>
                  <a:pt x="528249" y="55518"/>
                </a:lnTo>
                <a:lnTo>
                  <a:pt x="528445" y="55162"/>
                </a:lnTo>
                <a:lnTo>
                  <a:pt x="528645" y="54810"/>
                </a:lnTo>
                <a:lnTo>
                  <a:pt x="528850" y="54462"/>
                </a:lnTo>
                <a:lnTo>
                  <a:pt x="529060" y="54117"/>
                </a:lnTo>
                <a:lnTo>
                  <a:pt x="529274" y="53776"/>
                </a:lnTo>
                <a:lnTo>
                  <a:pt x="529492" y="53439"/>
                </a:lnTo>
                <a:lnTo>
                  <a:pt x="529716" y="53105"/>
                </a:lnTo>
                <a:lnTo>
                  <a:pt x="529944" y="52776"/>
                </a:lnTo>
                <a:lnTo>
                  <a:pt x="530176" y="52450"/>
                </a:lnTo>
                <a:lnTo>
                  <a:pt x="530413" y="52127"/>
                </a:lnTo>
                <a:lnTo>
                  <a:pt x="530655" y="51809"/>
                </a:lnTo>
                <a:lnTo>
                  <a:pt x="530901" y="51494"/>
                </a:lnTo>
                <a:lnTo>
                  <a:pt x="531152" y="51183"/>
                </a:lnTo>
                <a:lnTo>
                  <a:pt x="531407" y="50879"/>
                </a:lnTo>
                <a:lnTo>
                  <a:pt x="531666" y="50580"/>
                </a:lnTo>
                <a:lnTo>
                  <a:pt x="531928" y="50286"/>
                </a:lnTo>
                <a:lnTo>
                  <a:pt x="532196" y="49999"/>
                </a:lnTo>
                <a:lnTo>
                  <a:pt x="532467" y="49716"/>
                </a:lnTo>
                <a:lnTo>
                  <a:pt x="532742" y="49440"/>
                </a:lnTo>
                <a:lnTo>
                  <a:pt x="533021" y="49169"/>
                </a:lnTo>
                <a:lnTo>
                  <a:pt x="533305" y="48904"/>
                </a:lnTo>
                <a:lnTo>
                  <a:pt x="533592" y="48644"/>
                </a:lnTo>
                <a:lnTo>
                  <a:pt x="533884" y="48390"/>
                </a:lnTo>
                <a:lnTo>
                  <a:pt x="534179" y="48142"/>
                </a:lnTo>
                <a:lnTo>
                  <a:pt x="534479" y="47899"/>
                </a:lnTo>
                <a:lnTo>
                  <a:pt x="534783" y="47662"/>
                </a:lnTo>
                <a:lnTo>
                  <a:pt x="535091" y="47430"/>
                </a:lnTo>
                <a:lnTo>
                  <a:pt x="535403" y="47205"/>
                </a:lnTo>
                <a:lnTo>
                  <a:pt x="535719" y="46984"/>
                </a:lnTo>
                <a:lnTo>
                  <a:pt x="536040" y="46770"/>
                </a:lnTo>
                <a:lnTo>
                  <a:pt x="536364" y="46561"/>
                </a:lnTo>
                <a:lnTo>
                  <a:pt x="536692" y="46357"/>
                </a:lnTo>
                <a:lnTo>
                  <a:pt x="537025" y="46160"/>
                </a:lnTo>
                <a:lnTo>
                  <a:pt x="537361" y="45968"/>
                </a:lnTo>
                <a:lnTo>
                  <a:pt x="537702" y="45781"/>
                </a:lnTo>
                <a:lnTo>
                  <a:pt x="538047" y="45600"/>
                </a:lnTo>
                <a:lnTo>
                  <a:pt x="538395" y="45426"/>
                </a:lnTo>
                <a:lnTo>
                  <a:pt x="538747" y="45259"/>
                </a:lnTo>
                <a:lnTo>
                  <a:pt x="539102" y="45100"/>
                </a:lnTo>
                <a:lnTo>
                  <a:pt x="539460" y="44948"/>
                </a:lnTo>
                <a:lnTo>
                  <a:pt x="539821" y="44803"/>
                </a:lnTo>
                <a:lnTo>
                  <a:pt x="540186" y="44666"/>
                </a:lnTo>
                <a:lnTo>
                  <a:pt x="540553" y="44536"/>
                </a:lnTo>
                <a:lnTo>
                  <a:pt x="540924" y="44413"/>
                </a:lnTo>
                <a:lnTo>
                  <a:pt x="541298" y="44298"/>
                </a:lnTo>
                <a:lnTo>
                  <a:pt x="541675" y="44191"/>
                </a:lnTo>
                <a:lnTo>
                  <a:pt x="542056" y="44091"/>
                </a:lnTo>
                <a:lnTo>
                  <a:pt x="542439" y="43998"/>
                </a:lnTo>
                <a:lnTo>
                  <a:pt x="542826" y="43913"/>
                </a:lnTo>
                <a:lnTo>
                  <a:pt x="543216" y="43835"/>
                </a:lnTo>
                <a:lnTo>
                  <a:pt x="543609" y="43764"/>
                </a:lnTo>
                <a:lnTo>
                  <a:pt x="544006" y="43701"/>
                </a:lnTo>
                <a:lnTo>
                  <a:pt x="544405" y="43646"/>
                </a:lnTo>
                <a:lnTo>
                  <a:pt x="544808" y="43597"/>
                </a:lnTo>
                <a:lnTo>
                  <a:pt x="545214" y="43557"/>
                </a:lnTo>
                <a:lnTo>
                  <a:pt x="545623" y="43523"/>
                </a:lnTo>
                <a:lnTo>
                  <a:pt x="546036" y="43497"/>
                </a:lnTo>
                <a:lnTo>
                  <a:pt x="546451" y="43479"/>
                </a:lnTo>
                <a:lnTo>
                  <a:pt x="546870" y="43468"/>
                </a:lnTo>
                <a:lnTo>
                  <a:pt x="547292" y="43464"/>
                </a:lnTo>
                <a:lnTo>
                  <a:pt x="547719" y="43467"/>
                </a:lnTo>
                <a:lnTo>
                  <a:pt x="548140" y="43476"/>
                </a:lnTo>
                <a:lnTo>
                  <a:pt x="548556" y="43491"/>
                </a:lnTo>
                <a:lnTo>
                  <a:pt x="548966" y="43512"/>
                </a:lnTo>
                <a:lnTo>
                  <a:pt x="549371" y="43539"/>
                </a:lnTo>
                <a:lnTo>
                  <a:pt x="549769" y="43572"/>
                </a:lnTo>
                <a:lnTo>
                  <a:pt x="550162" y="43611"/>
                </a:lnTo>
                <a:lnTo>
                  <a:pt x="550550" y="43656"/>
                </a:lnTo>
                <a:lnTo>
                  <a:pt x="550932" y="43707"/>
                </a:lnTo>
                <a:lnTo>
                  <a:pt x="551308" y="43764"/>
                </a:lnTo>
                <a:lnTo>
                  <a:pt x="551679" y="43828"/>
                </a:lnTo>
                <a:lnTo>
                  <a:pt x="552044" y="43897"/>
                </a:lnTo>
                <a:lnTo>
                  <a:pt x="552403" y="43972"/>
                </a:lnTo>
                <a:lnTo>
                  <a:pt x="552757" y="44053"/>
                </a:lnTo>
                <a:lnTo>
                  <a:pt x="553105" y="44140"/>
                </a:lnTo>
                <a:lnTo>
                  <a:pt x="553448" y="44233"/>
                </a:lnTo>
                <a:lnTo>
                  <a:pt x="553784" y="44333"/>
                </a:lnTo>
                <a:lnTo>
                  <a:pt x="554116" y="44438"/>
                </a:lnTo>
                <a:lnTo>
                  <a:pt x="554441" y="44549"/>
                </a:lnTo>
                <a:lnTo>
                  <a:pt x="554761" y="44666"/>
                </a:lnTo>
                <a:lnTo>
                  <a:pt x="555076" y="44789"/>
                </a:lnTo>
                <a:lnTo>
                  <a:pt x="555384" y="44919"/>
                </a:lnTo>
                <a:lnTo>
                  <a:pt x="555688" y="45054"/>
                </a:lnTo>
                <a:lnTo>
                  <a:pt x="555985" y="45195"/>
                </a:lnTo>
                <a:lnTo>
                  <a:pt x="556277" y="45343"/>
                </a:lnTo>
                <a:lnTo>
                  <a:pt x="556563" y="45498"/>
                </a:lnTo>
                <a:lnTo>
                  <a:pt x="556843" y="45660"/>
                </a:lnTo>
                <a:lnTo>
                  <a:pt x="557117" y="45829"/>
                </a:lnTo>
                <a:lnTo>
                  <a:pt x="557385" y="46006"/>
                </a:lnTo>
                <a:lnTo>
                  <a:pt x="557647" y="46190"/>
                </a:lnTo>
                <a:lnTo>
                  <a:pt x="557904" y="46380"/>
                </a:lnTo>
                <a:lnTo>
                  <a:pt x="558154" y="46578"/>
                </a:lnTo>
                <a:lnTo>
                  <a:pt x="558399" y="46784"/>
                </a:lnTo>
                <a:lnTo>
                  <a:pt x="558638" y="46996"/>
                </a:lnTo>
                <a:lnTo>
                  <a:pt x="558871" y="47215"/>
                </a:lnTo>
                <a:lnTo>
                  <a:pt x="559098" y="47442"/>
                </a:lnTo>
                <a:lnTo>
                  <a:pt x="559319" y="47676"/>
                </a:lnTo>
                <a:lnTo>
                  <a:pt x="559534" y="47917"/>
                </a:lnTo>
                <a:lnTo>
                  <a:pt x="559743" y="48165"/>
                </a:lnTo>
                <a:lnTo>
                  <a:pt x="559947" y="48420"/>
                </a:lnTo>
                <a:lnTo>
                  <a:pt x="560144" y="48683"/>
                </a:lnTo>
                <a:lnTo>
                  <a:pt x="560336" y="48952"/>
                </a:lnTo>
                <a:lnTo>
                  <a:pt x="560522" y="49229"/>
                </a:lnTo>
                <a:lnTo>
                  <a:pt x="560702" y="49513"/>
                </a:lnTo>
                <a:lnTo>
                  <a:pt x="560876" y="49804"/>
                </a:lnTo>
                <a:lnTo>
                  <a:pt x="561044" y="50102"/>
                </a:lnTo>
                <a:lnTo>
                  <a:pt x="561206" y="50408"/>
                </a:lnTo>
                <a:lnTo>
                  <a:pt x="561363" y="50720"/>
                </a:lnTo>
                <a:lnTo>
                  <a:pt x="561513" y="51041"/>
                </a:lnTo>
                <a:lnTo>
                  <a:pt x="561657" y="51370"/>
                </a:lnTo>
                <a:lnTo>
                  <a:pt x="561794" y="51707"/>
                </a:lnTo>
                <a:lnTo>
                  <a:pt x="561926" y="52053"/>
                </a:lnTo>
                <a:lnTo>
                  <a:pt x="562050" y="52408"/>
                </a:lnTo>
                <a:lnTo>
                  <a:pt x="562169" y="52771"/>
                </a:lnTo>
                <a:lnTo>
                  <a:pt x="562280" y="53143"/>
                </a:lnTo>
                <a:lnTo>
                  <a:pt x="562386" y="53524"/>
                </a:lnTo>
                <a:lnTo>
                  <a:pt x="562485" y="53913"/>
                </a:lnTo>
                <a:lnTo>
                  <a:pt x="562578" y="54310"/>
                </a:lnTo>
                <a:lnTo>
                  <a:pt x="562664" y="54716"/>
                </a:lnTo>
                <a:lnTo>
                  <a:pt x="562744" y="55131"/>
                </a:lnTo>
                <a:lnTo>
                  <a:pt x="562818" y="55554"/>
                </a:lnTo>
                <a:lnTo>
                  <a:pt x="562885" y="55986"/>
                </a:lnTo>
                <a:lnTo>
                  <a:pt x="562945" y="56427"/>
                </a:lnTo>
                <a:lnTo>
                  <a:pt x="563000" y="56876"/>
                </a:lnTo>
                <a:lnTo>
                  <a:pt x="563048" y="57333"/>
                </a:lnTo>
                <a:lnTo>
                  <a:pt x="563089" y="57799"/>
                </a:lnTo>
                <a:lnTo>
                  <a:pt x="563125" y="58274"/>
                </a:lnTo>
                <a:lnTo>
                  <a:pt x="563153" y="58757"/>
                </a:lnTo>
                <a:lnTo>
                  <a:pt x="563176" y="59249"/>
                </a:lnTo>
                <a:lnTo>
                  <a:pt x="563192" y="59749"/>
                </a:lnTo>
                <a:lnTo>
                  <a:pt x="563201" y="60258"/>
                </a:lnTo>
                <a:lnTo>
                  <a:pt x="563204" y="60776"/>
                </a:lnTo>
                <a:lnTo>
                  <a:pt x="563204" y="113154"/>
                </a:lnTo>
                <a:lnTo>
                  <a:pt x="576907" y="113154"/>
                </a:lnTo>
                <a:lnTo>
                  <a:pt x="576907" y="60923"/>
                </a:lnTo>
                <a:lnTo>
                  <a:pt x="576904" y="60270"/>
                </a:lnTo>
                <a:lnTo>
                  <a:pt x="576894" y="59626"/>
                </a:lnTo>
                <a:lnTo>
                  <a:pt x="576879" y="58990"/>
                </a:lnTo>
                <a:lnTo>
                  <a:pt x="576858" y="58362"/>
                </a:lnTo>
                <a:lnTo>
                  <a:pt x="576830" y="57743"/>
                </a:lnTo>
                <a:lnTo>
                  <a:pt x="576796" y="57132"/>
                </a:lnTo>
                <a:lnTo>
                  <a:pt x="576756" y="56529"/>
                </a:lnTo>
                <a:lnTo>
                  <a:pt x="576710" y="55934"/>
                </a:lnTo>
                <a:lnTo>
                  <a:pt x="576658" y="55348"/>
                </a:lnTo>
                <a:lnTo>
                  <a:pt x="576600" y="54770"/>
                </a:lnTo>
                <a:lnTo>
                  <a:pt x="576535" y="54201"/>
                </a:lnTo>
                <a:lnTo>
                  <a:pt x="576465" y="53639"/>
                </a:lnTo>
                <a:lnTo>
                  <a:pt x="576388" y="53086"/>
                </a:lnTo>
                <a:lnTo>
                  <a:pt x="576305" y="52542"/>
                </a:lnTo>
                <a:lnTo>
                  <a:pt x="576216" y="52005"/>
                </a:lnTo>
                <a:lnTo>
                  <a:pt x="576121" y="51477"/>
                </a:lnTo>
                <a:lnTo>
                  <a:pt x="576020" y="50958"/>
                </a:lnTo>
                <a:lnTo>
                  <a:pt x="575912" y="50446"/>
                </a:lnTo>
                <a:lnTo>
                  <a:pt x="575799" y="49943"/>
                </a:lnTo>
                <a:lnTo>
                  <a:pt x="575679" y="49448"/>
                </a:lnTo>
                <a:lnTo>
                  <a:pt x="575553" y="48962"/>
                </a:lnTo>
                <a:lnTo>
                  <a:pt x="575421" y="48484"/>
                </a:lnTo>
                <a:lnTo>
                  <a:pt x="575283" y="48014"/>
                </a:lnTo>
                <a:lnTo>
                  <a:pt x="575139" y="47552"/>
                </a:lnTo>
                <a:lnTo>
                  <a:pt x="574989" y="47099"/>
                </a:lnTo>
                <a:lnTo>
                  <a:pt x="574833" y="46652"/>
                </a:lnTo>
                <a:lnTo>
                  <a:pt x="574672" y="46212"/>
                </a:lnTo>
                <a:lnTo>
                  <a:pt x="574505" y="45779"/>
                </a:lnTo>
                <a:lnTo>
                  <a:pt x="574333" y="45354"/>
                </a:lnTo>
                <a:lnTo>
                  <a:pt x="574156" y="44935"/>
                </a:lnTo>
                <a:lnTo>
                  <a:pt x="573973" y="44523"/>
                </a:lnTo>
                <a:lnTo>
                  <a:pt x="573784" y="44119"/>
                </a:lnTo>
                <a:lnTo>
                  <a:pt x="573590" y="43721"/>
                </a:lnTo>
                <a:lnTo>
                  <a:pt x="573390" y="43331"/>
                </a:lnTo>
                <a:lnTo>
                  <a:pt x="573185" y="42947"/>
                </a:lnTo>
                <a:lnTo>
                  <a:pt x="572975" y="42571"/>
                </a:lnTo>
                <a:lnTo>
                  <a:pt x="572759" y="42201"/>
                </a:lnTo>
                <a:lnTo>
                  <a:pt x="572537" y="41839"/>
                </a:lnTo>
                <a:lnTo>
                  <a:pt x="572310" y="41484"/>
                </a:lnTo>
                <a:lnTo>
                  <a:pt x="572077" y="41135"/>
                </a:lnTo>
                <a:lnTo>
                  <a:pt x="571839" y="40794"/>
                </a:lnTo>
                <a:lnTo>
                  <a:pt x="571596" y="40460"/>
                </a:lnTo>
                <a:lnTo>
                  <a:pt x="571347" y="40132"/>
                </a:lnTo>
                <a:lnTo>
                  <a:pt x="571092" y="39812"/>
                </a:lnTo>
                <a:lnTo>
                  <a:pt x="570832" y="39499"/>
                </a:lnTo>
                <a:lnTo>
                  <a:pt x="570566" y="39193"/>
                </a:lnTo>
                <a:lnTo>
                  <a:pt x="570295" y="38894"/>
                </a:lnTo>
                <a:lnTo>
                  <a:pt x="570019" y="38602"/>
                </a:lnTo>
                <a:lnTo>
                  <a:pt x="569737" y="38317"/>
                </a:lnTo>
                <a:lnTo>
                  <a:pt x="569451" y="38038"/>
                </a:lnTo>
                <a:lnTo>
                  <a:pt x="569159" y="37766"/>
                </a:lnTo>
                <a:lnTo>
                  <a:pt x="568864" y="37500"/>
                </a:lnTo>
                <a:lnTo>
                  <a:pt x="568563" y="37241"/>
                </a:lnTo>
                <a:lnTo>
                  <a:pt x="568258" y="36988"/>
                </a:lnTo>
                <a:lnTo>
                  <a:pt x="567948" y="36742"/>
                </a:lnTo>
                <a:lnTo>
                  <a:pt x="567633" y="36502"/>
                </a:lnTo>
                <a:lnTo>
                  <a:pt x="567313" y="36269"/>
                </a:lnTo>
                <a:lnTo>
                  <a:pt x="566989" y="36043"/>
                </a:lnTo>
                <a:lnTo>
                  <a:pt x="566660" y="35823"/>
                </a:lnTo>
                <a:lnTo>
                  <a:pt x="566326" y="35609"/>
                </a:lnTo>
                <a:lnTo>
                  <a:pt x="565988" y="35402"/>
                </a:lnTo>
                <a:lnTo>
                  <a:pt x="565644" y="35202"/>
                </a:lnTo>
                <a:lnTo>
                  <a:pt x="565297" y="35008"/>
                </a:lnTo>
                <a:lnTo>
                  <a:pt x="564944" y="34820"/>
                </a:lnTo>
                <a:lnTo>
                  <a:pt x="564586" y="34639"/>
                </a:lnTo>
                <a:lnTo>
                  <a:pt x="564224" y="34465"/>
                </a:lnTo>
                <a:lnTo>
                  <a:pt x="563857" y="34297"/>
                </a:lnTo>
                <a:lnTo>
                  <a:pt x="563486" y="34136"/>
                </a:lnTo>
                <a:lnTo>
                  <a:pt x="563110" y="33981"/>
                </a:lnTo>
                <a:lnTo>
                  <a:pt x="562728" y="33833"/>
                </a:lnTo>
                <a:lnTo>
                  <a:pt x="562343" y="33691"/>
                </a:lnTo>
                <a:lnTo>
                  <a:pt x="561952" y="33556"/>
                </a:lnTo>
                <a:lnTo>
                  <a:pt x="561557" y="33426"/>
                </a:lnTo>
                <a:lnTo>
                  <a:pt x="561158" y="33303"/>
                </a:lnTo>
                <a:lnTo>
                  <a:pt x="560755" y="33184"/>
                </a:lnTo>
                <a:lnTo>
                  <a:pt x="560348" y="33072"/>
                </a:lnTo>
                <a:lnTo>
                  <a:pt x="559937" y="32964"/>
                </a:lnTo>
                <a:lnTo>
                  <a:pt x="559521" y="32863"/>
                </a:lnTo>
                <a:lnTo>
                  <a:pt x="559102" y="32766"/>
                </a:lnTo>
                <a:lnTo>
                  <a:pt x="558678" y="32676"/>
                </a:lnTo>
                <a:lnTo>
                  <a:pt x="558250" y="32590"/>
                </a:lnTo>
                <a:lnTo>
                  <a:pt x="557819" y="32511"/>
                </a:lnTo>
                <a:lnTo>
                  <a:pt x="557383" y="32436"/>
                </a:lnTo>
                <a:lnTo>
                  <a:pt x="556943" y="32368"/>
                </a:lnTo>
                <a:lnTo>
                  <a:pt x="556499" y="32304"/>
                </a:lnTo>
                <a:lnTo>
                  <a:pt x="556051" y="32247"/>
                </a:lnTo>
                <a:lnTo>
                  <a:pt x="555598" y="32194"/>
                </a:lnTo>
                <a:lnTo>
                  <a:pt x="555142" y="32148"/>
                </a:lnTo>
                <a:lnTo>
                  <a:pt x="554682" y="32106"/>
                </a:lnTo>
                <a:lnTo>
                  <a:pt x="554217" y="32071"/>
                </a:lnTo>
                <a:lnTo>
                  <a:pt x="553748" y="32041"/>
                </a:lnTo>
                <a:lnTo>
                  <a:pt x="553276" y="32016"/>
                </a:lnTo>
                <a:lnTo>
                  <a:pt x="552799" y="31997"/>
                </a:lnTo>
                <a:lnTo>
                  <a:pt x="552318" y="31983"/>
                </a:lnTo>
                <a:lnTo>
                  <a:pt x="551833" y="31975"/>
                </a:lnTo>
                <a:lnTo>
                  <a:pt x="551344" y="31972"/>
                </a:lnTo>
                <a:lnTo>
                  <a:pt x="550745" y="31977"/>
                </a:lnTo>
                <a:lnTo>
                  <a:pt x="550150" y="31991"/>
                </a:lnTo>
                <a:lnTo>
                  <a:pt x="549559" y="32016"/>
                </a:lnTo>
                <a:lnTo>
                  <a:pt x="548973" y="32051"/>
                </a:lnTo>
                <a:lnTo>
                  <a:pt x="548392" y="32095"/>
                </a:lnTo>
                <a:lnTo>
                  <a:pt x="547815" y="32149"/>
                </a:lnTo>
                <a:lnTo>
                  <a:pt x="547242" y="32213"/>
                </a:lnTo>
                <a:lnTo>
                  <a:pt x="546674" y="32287"/>
                </a:lnTo>
                <a:lnTo>
                  <a:pt x="546111" y="32371"/>
                </a:lnTo>
                <a:lnTo>
                  <a:pt x="545552" y="32464"/>
                </a:lnTo>
                <a:lnTo>
                  <a:pt x="544997" y="32568"/>
                </a:lnTo>
                <a:lnTo>
                  <a:pt x="544447" y="32681"/>
                </a:lnTo>
                <a:lnTo>
                  <a:pt x="543901" y="32804"/>
                </a:lnTo>
                <a:lnTo>
                  <a:pt x="543360" y="32937"/>
                </a:lnTo>
                <a:lnTo>
                  <a:pt x="542823" y="33080"/>
                </a:lnTo>
                <a:lnTo>
                  <a:pt x="542291" y="33232"/>
                </a:lnTo>
                <a:lnTo>
                  <a:pt x="541763" y="33395"/>
                </a:lnTo>
                <a:lnTo>
                  <a:pt x="541240" y="33567"/>
                </a:lnTo>
                <a:lnTo>
                  <a:pt x="540721" y="33749"/>
                </a:lnTo>
                <a:lnTo>
                  <a:pt x="540207" y="33941"/>
                </a:lnTo>
                <a:lnTo>
                  <a:pt x="539697" y="34143"/>
                </a:lnTo>
                <a:lnTo>
                  <a:pt x="539192" y="34355"/>
                </a:lnTo>
                <a:lnTo>
                  <a:pt x="538691" y="34577"/>
                </a:lnTo>
                <a:lnTo>
                  <a:pt x="538194" y="34808"/>
                </a:lnTo>
                <a:lnTo>
                  <a:pt x="537703" y="35048"/>
                </a:lnTo>
                <a:lnTo>
                  <a:pt x="537217" y="35297"/>
                </a:lnTo>
                <a:lnTo>
                  <a:pt x="536738" y="35553"/>
                </a:lnTo>
                <a:lnTo>
                  <a:pt x="536264" y="35818"/>
                </a:lnTo>
                <a:lnTo>
                  <a:pt x="535795" y="36090"/>
                </a:lnTo>
                <a:lnTo>
                  <a:pt x="535333" y="36371"/>
                </a:lnTo>
                <a:lnTo>
                  <a:pt x="534876" y="36660"/>
                </a:lnTo>
                <a:lnTo>
                  <a:pt x="534425" y="36957"/>
                </a:lnTo>
                <a:lnTo>
                  <a:pt x="533980" y="37261"/>
                </a:lnTo>
                <a:lnTo>
                  <a:pt x="533540" y="37574"/>
                </a:lnTo>
                <a:lnTo>
                  <a:pt x="533106" y="37895"/>
                </a:lnTo>
                <a:lnTo>
                  <a:pt x="532678" y="38224"/>
                </a:lnTo>
                <a:lnTo>
                  <a:pt x="532256" y="38561"/>
                </a:lnTo>
                <a:lnTo>
                  <a:pt x="531840" y="38906"/>
                </a:lnTo>
                <a:lnTo>
                  <a:pt x="531429" y="39260"/>
                </a:lnTo>
                <a:lnTo>
                  <a:pt x="531024" y="39621"/>
                </a:lnTo>
                <a:lnTo>
                  <a:pt x="530625" y="39990"/>
                </a:lnTo>
                <a:lnTo>
                  <a:pt x="530231" y="40368"/>
                </a:lnTo>
                <a:lnTo>
                  <a:pt x="529844" y="40753"/>
                </a:lnTo>
                <a:lnTo>
                  <a:pt x="529462" y="41146"/>
                </a:lnTo>
                <a:lnTo>
                  <a:pt x="529085" y="41548"/>
                </a:lnTo>
                <a:lnTo>
                  <a:pt x="528715" y="41958"/>
                </a:lnTo>
                <a:lnTo>
                  <a:pt x="528350" y="42375"/>
                </a:lnTo>
                <a:lnTo>
                  <a:pt x="527991" y="42801"/>
                </a:lnTo>
                <a:lnTo>
                  <a:pt x="527639" y="43234"/>
                </a:lnTo>
                <a:lnTo>
                  <a:pt x="527537" y="43363"/>
                </a:lnTo>
                <a:lnTo>
                  <a:pt x="527107" y="33445"/>
                </a:lnTo>
                <a:lnTo>
                  <a:pt x="514215" y="33445"/>
                </a:lnTo>
                <a:lnTo>
                  <a:pt x="514215" y="113154"/>
                </a:lnTo>
                <a:lnTo>
                  <a:pt x="527844" y="113154"/>
                </a:lnTo>
                <a:lnTo>
                  <a:pt x="527844" y="56296"/>
                </a:lnTo>
                <a:lnTo>
                  <a:pt x="527872" y="56240"/>
                </a:lnTo>
                <a:lnTo>
                  <a:pt x="528058" y="55877"/>
                </a:lnTo>
                <a:close/>
                <a:moveTo>
                  <a:pt x="648373" y="41362"/>
                </a:moveTo>
                <a:lnTo>
                  <a:pt x="648030" y="40968"/>
                </a:lnTo>
                <a:lnTo>
                  <a:pt x="647681" y="40583"/>
                </a:lnTo>
                <a:lnTo>
                  <a:pt x="647326" y="40205"/>
                </a:lnTo>
                <a:lnTo>
                  <a:pt x="646965" y="39836"/>
                </a:lnTo>
                <a:lnTo>
                  <a:pt x="646598" y="39475"/>
                </a:lnTo>
                <a:lnTo>
                  <a:pt x="646226" y="39122"/>
                </a:lnTo>
                <a:lnTo>
                  <a:pt x="645847" y="38777"/>
                </a:lnTo>
                <a:lnTo>
                  <a:pt x="645463" y="38440"/>
                </a:lnTo>
                <a:lnTo>
                  <a:pt x="645073" y="38112"/>
                </a:lnTo>
                <a:lnTo>
                  <a:pt x="644677" y="37792"/>
                </a:lnTo>
                <a:lnTo>
                  <a:pt x="644275" y="37479"/>
                </a:lnTo>
                <a:lnTo>
                  <a:pt x="643867" y="37176"/>
                </a:lnTo>
                <a:lnTo>
                  <a:pt x="643453" y="36880"/>
                </a:lnTo>
                <a:lnTo>
                  <a:pt x="643033" y="36592"/>
                </a:lnTo>
                <a:lnTo>
                  <a:pt x="642608" y="36313"/>
                </a:lnTo>
                <a:lnTo>
                  <a:pt x="642177" y="36042"/>
                </a:lnTo>
                <a:lnTo>
                  <a:pt x="641739" y="35779"/>
                </a:lnTo>
                <a:lnTo>
                  <a:pt x="641296" y="35524"/>
                </a:lnTo>
                <a:lnTo>
                  <a:pt x="640847" y="35278"/>
                </a:lnTo>
                <a:lnTo>
                  <a:pt x="640392" y="35039"/>
                </a:lnTo>
                <a:lnTo>
                  <a:pt x="639931" y="34809"/>
                </a:lnTo>
                <a:lnTo>
                  <a:pt x="639465" y="34587"/>
                </a:lnTo>
                <a:lnTo>
                  <a:pt x="638992" y="34374"/>
                </a:lnTo>
                <a:lnTo>
                  <a:pt x="638512" y="34169"/>
                </a:lnTo>
                <a:lnTo>
                  <a:pt x="638026" y="33974"/>
                </a:lnTo>
                <a:lnTo>
                  <a:pt x="637534" y="33788"/>
                </a:lnTo>
                <a:lnTo>
                  <a:pt x="637035" y="33611"/>
                </a:lnTo>
                <a:lnTo>
                  <a:pt x="636529" y="33443"/>
                </a:lnTo>
                <a:lnTo>
                  <a:pt x="636017" y="33284"/>
                </a:lnTo>
                <a:lnTo>
                  <a:pt x="635499" y="33134"/>
                </a:lnTo>
                <a:lnTo>
                  <a:pt x="634974" y="32993"/>
                </a:lnTo>
                <a:lnTo>
                  <a:pt x="634442" y="32862"/>
                </a:lnTo>
                <a:lnTo>
                  <a:pt x="633904" y="32739"/>
                </a:lnTo>
                <a:lnTo>
                  <a:pt x="633359" y="32626"/>
                </a:lnTo>
                <a:lnTo>
                  <a:pt x="632808" y="32521"/>
                </a:lnTo>
                <a:lnTo>
                  <a:pt x="632251" y="32426"/>
                </a:lnTo>
                <a:lnTo>
                  <a:pt x="631686" y="32340"/>
                </a:lnTo>
                <a:lnTo>
                  <a:pt x="631116" y="32262"/>
                </a:lnTo>
                <a:lnTo>
                  <a:pt x="630538" y="32194"/>
                </a:lnTo>
                <a:lnTo>
                  <a:pt x="629955" y="32135"/>
                </a:lnTo>
                <a:lnTo>
                  <a:pt x="629364" y="32085"/>
                </a:lnTo>
                <a:lnTo>
                  <a:pt x="628767" y="32044"/>
                </a:lnTo>
                <a:lnTo>
                  <a:pt x="628164" y="32013"/>
                </a:lnTo>
                <a:lnTo>
                  <a:pt x="627554" y="31990"/>
                </a:lnTo>
                <a:lnTo>
                  <a:pt x="626938" y="31976"/>
                </a:lnTo>
                <a:lnTo>
                  <a:pt x="626315" y="31972"/>
                </a:lnTo>
                <a:lnTo>
                  <a:pt x="625710" y="31977"/>
                </a:lnTo>
                <a:lnTo>
                  <a:pt x="625110" y="31992"/>
                </a:lnTo>
                <a:lnTo>
                  <a:pt x="624515" y="32017"/>
                </a:lnTo>
                <a:lnTo>
                  <a:pt x="623925" y="32053"/>
                </a:lnTo>
                <a:lnTo>
                  <a:pt x="623340" y="32098"/>
                </a:lnTo>
                <a:lnTo>
                  <a:pt x="622761" y="32154"/>
                </a:lnTo>
                <a:lnTo>
                  <a:pt x="622186" y="32219"/>
                </a:lnTo>
                <a:lnTo>
                  <a:pt x="621617" y="32295"/>
                </a:lnTo>
                <a:lnTo>
                  <a:pt x="621052" y="32381"/>
                </a:lnTo>
                <a:lnTo>
                  <a:pt x="620493" y="32477"/>
                </a:lnTo>
                <a:lnTo>
                  <a:pt x="619939" y="32583"/>
                </a:lnTo>
                <a:lnTo>
                  <a:pt x="619390" y="32699"/>
                </a:lnTo>
                <a:lnTo>
                  <a:pt x="618846" y="32826"/>
                </a:lnTo>
                <a:lnTo>
                  <a:pt x="618308" y="32962"/>
                </a:lnTo>
                <a:lnTo>
                  <a:pt x="617774" y="33108"/>
                </a:lnTo>
                <a:lnTo>
                  <a:pt x="617246" y="33265"/>
                </a:lnTo>
                <a:lnTo>
                  <a:pt x="616722" y="33432"/>
                </a:lnTo>
                <a:lnTo>
                  <a:pt x="616204" y="33609"/>
                </a:lnTo>
                <a:lnTo>
                  <a:pt x="615691" y="33795"/>
                </a:lnTo>
                <a:lnTo>
                  <a:pt x="615183" y="33993"/>
                </a:lnTo>
                <a:lnTo>
                  <a:pt x="614680" y="34200"/>
                </a:lnTo>
                <a:lnTo>
                  <a:pt x="614182" y="34417"/>
                </a:lnTo>
                <a:lnTo>
                  <a:pt x="613690" y="34644"/>
                </a:lnTo>
                <a:lnTo>
                  <a:pt x="613202" y="34882"/>
                </a:lnTo>
                <a:lnTo>
                  <a:pt x="612720" y="35128"/>
                </a:lnTo>
                <a:lnTo>
                  <a:pt x="612244" y="35384"/>
                </a:lnTo>
                <a:lnTo>
                  <a:pt x="611774" y="35648"/>
                </a:lnTo>
                <a:lnTo>
                  <a:pt x="611310" y="35920"/>
                </a:lnTo>
                <a:lnTo>
                  <a:pt x="610852" y="36201"/>
                </a:lnTo>
                <a:lnTo>
                  <a:pt x="610400" y="36491"/>
                </a:lnTo>
                <a:lnTo>
                  <a:pt x="609955" y="36789"/>
                </a:lnTo>
                <a:lnTo>
                  <a:pt x="609515" y="37096"/>
                </a:lnTo>
                <a:lnTo>
                  <a:pt x="609081" y="37411"/>
                </a:lnTo>
                <a:lnTo>
                  <a:pt x="608653" y="37735"/>
                </a:lnTo>
                <a:lnTo>
                  <a:pt x="608231" y="38067"/>
                </a:lnTo>
                <a:lnTo>
                  <a:pt x="607815" y="38408"/>
                </a:lnTo>
                <a:lnTo>
                  <a:pt x="607405" y="38758"/>
                </a:lnTo>
                <a:lnTo>
                  <a:pt x="607002" y="39116"/>
                </a:lnTo>
                <a:lnTo>
                  <a:pt x="606604" y="39483"/>
                </a:lnTo>
                <a:lnTo>
                  <a:pt x="606212" y="39858"/>
                </a:lnTo>
                <a:lnTo>
                  <a:pt x="605826" y="40242"/>
                </a:lnTo>
                <a:lnTo>
                  <a:pt x="605446" y="40635"/>
                </a:lnTo>
                <a:lnTo>
                  <a:pt x="605073" y="41036"/>
                </a:lnTo>
                <a:lnTo>
                  <a:pt x="604705" y="41445"/>
                </a:lnTo>
                <a:lnTo>
                  <a:pt x="604343" y="41863"/>
                </a:lnTo>
                <a:lnTo>
                  <a:pt x="603987" y="42290"/>
                </a:lnTo>
                <a:lnTo>
                  <a:pt x="603638" y="42725"/>
                </a:lnTo>
                <a:lnTo>
                  <a:pt x="603294" y="43169"/>
                </a:lnTo>
                <a:lnTo>
                  <a:pt x="602956" y="43621"/>
                </a:lnTo>
                <a:lnTo>
                  <a:pt x="602626" y="44080"/>
                </a:lnTo>
                <a:lnTo>
                  <a:pt x="602302" y="44546"/>
                </a:lnTo>
                <a:lnTo>
                  <a:pt x="601984" y="45020"/>
                </a:lnTo>
                <a:lnTo>
                  <a:pt x="601673" y="45501"/>
                </a:lnTo>
                <a:lnTo>
                  <a:pt x="601369" y="45989"/>
                </a:lnTo>
                <a:lnTo>
                  <a:pt x="601072" y="46485"/>
                </a:lnTo>
                <a:lnTo>
                  <a:pt x="600781" y="46988"/>
                </a:lnTo>
                <a:lnTo>
                  <a:pt x="600497" y="47498"/>
                </a:lnTo>
                <a:lnTo>
                  <a:pt x="600219" y="48015"/>
                </a:lnTo>
                <a:lnTo>
                  <a:pt x="599948" y="48540"/>
                </a:lnTo>
                <a:lnTo>
                  <a:pt x="599684" y="49072"/>
                </a:lnTo>
                <a:lnTo>
                  <a:pt x="599427" y="49611"/>
                </a:lnTo>
                <a:lnTo>
                  <a:pt x="599176" y="50158"/>
                </a:lnTo>
                <a:lnTo>
                  <a:pt x="598931" y="50712"/>
                </a:lnTo>
                <a:lnTo>
                  <a:pt x="598694" y="51273"/>
                </a:lnTo>
                <a:lnTo>
                  <a:pt x="598463" y="51841"/>
                </a:lnTo>
                <a:lnTo>
                  <a:pt x="598238" y="52417"/>
                </a:lnTo>
                <a:lnTo>
                  <a:pt x="598021" y="53000"/>
                </a:lnTo>
                <a:lnTo>
                  <a:pt x="597810" y="53590"/>
                </a:lnTo>
                <a:lnTo>
                  <a:pt x="597605" y="54188"/>
                </a:lnTo>
                <a:lnTo>
                  <a:pt x="597408" y="54793"/>
                </a:lnTo>
                <a:lnTo>
                  <a:pt x="597217" y="55405"/>
                </a:lnTo>
                <a:lnTo>
                  <a:pt x="597032" y="56024"/>
                </a:lnTo>
                <a:lnTo>
                  <a:pt x="596855" y="56650"/>
                </a:lnTo>
                <a:lnTo>
                  <a:pt x="596685" y="57282"/>
                </a:lnTo>
                <a:lnTo>
                  <a:pt x="596523" y="57919"/>
                </a:lnTo>
                <a:lnTo>
                  <a:pt x="596368" y="58563"/>
                </a:lnTo>
                <a:lnTo>
                  <a:pt x="596221" y="59212"/>
                </a:lnTo>
                <a:lnTo>
                  <a:pt x="596081" y="59866"/>
                </a:lnTo>
                <a:lnTo>
                  <a:pt x="595949" y="60527"/>
                </a:lnTo>
                <a:lnTo>
                  <a:pt x="595825" y="61193"/>
                </a:lnTo>
                <a:lnTo>
                  <a:pt x="595708" y="61865"/>
                </a:lnTo>
                <a:lnTo>
                  <a:pt x="595598" y="62543"/>
                </a:lnTo>
                <a:lnTo>
                  <a:pt x="595497" y="63227"/>
                </a:lnTo>
                <a:lnTo>
                  <a:pt x="595402" y="63916"/>
                </a:lnTo>
                <a:lnTo>
                  <a:pt x="595315" y="64611"/>
                </a:lnTo>
                <a:lnTo>
                  <a:pt x="595236" y="65312"/>
                </a:lnTo>
                <a:lnTo>
                  <a:pt x="595164" y="66018"/>
                </a:lnTo>
                <a:lnTo>
                  <a:pt x="595100" y="66731"/>
                </a:lnTo>
                <a:lnTo>
                  <a:pt x="595044" y="67449"/>
                </a:lnTo>
                <a:lnTo>
                  <a:pt x="594995" y="68173"/>
                </a:lnTo>
                <a:lnTo>
                  <a:pt x="594953" y="68902"/>
                </a:lnTo>
                <a:lnTo>
                  <a:pt x="594919" y="69637"/>
                </a:lnTo>
                <a:lnTo>
                  <a:pt x="594893" y="70379"/>
                </a:lnTo>
                <a:lnTo>
                  <a:pt x="594874" y="71125"/>
                </a:lnTo>
                <a:lnTo>
                  <a:pt x="594863" y="71878"/>
                </a:lnTo>
                <a:lnTo>
                  <a:pt x="594859" y="72636"/>
                </a:lnTo>
                <a:lnTo>
                  <a:pt x="594859" y="74183"/>
                </a:lnTo>
                <a:lnTo>
                  <a:pt x="594863" y="74905"/>
                </a:lnTo>
                <a:lnTo>
                  <a:pt x="594874" y="75623"/>
                </a:lnTo>
                <a:lnTo>
                  <a:pt x="594893" y="76336"/>
                </a:lnTo>
                <a:lnTo>
                  <a:pt x="594919" y="77045"/>
                </a:lnTo>
                <a:lnTo>
                  <a:pt x="594953" y="77749"/>
                </a:lnTo>
                <a:lnTo>
                  <a:pt x="594995" y="78449"/>
                </a:lnTo>
                <a:lnTo>
                  <a:pt x="595044" y="79144"/>
                </a:lnTo>
                <a:lnTo>
                  <a:pt x="595100" y="79835"/>
                </a:lnTo>
                <a:lnTo>
                  <a:pt x="595164" y="80522"/>
                </a:lnTo>
                <a:lnTo>
                  <a:pt x="595236" y="81204"/>
                </a:lnTo>
                <a:lnTo>
                  <a:pt x="595315" y="81881"/>
                </a:lnTo>
                <a:lnTo>
                  <a:pt x="595402" y="82554"/>
                </a:lnTo>
                <a:lnTo>
                  <a:pt x="595497" y="83222"/>
                </a:lnTo>
                <a:lnTo>
                  <a:pt x="595598" y="83886"/>
                </a:lnTo>
                <a:lnTo>
                  <a:pt x="595708" y="84546"/>
                </a:lnTo>
                <a:lnTo>
                  <a:pt x="595825" y="85201"/>
                </a:lnTo>
                <a:lnTo>
                  <a:pt x="595949" y="85851"/>
                </a:lnTo>
                <a:lnTo>
                  <a:pt x="596081" y="86497"/>
                </a:lnTo>
                <a:lnTo>
                  <a:pt x="596221" y="87139"/>
                </a:lnTo>
                <a:lnTo>
                  <a:pt x="596368" y="87776"/>
                </a:lnTo>
                <a:lnTo>
                  <a:pt x="596523" y="88409"/>
                </a:lnTo>
                <a:lnTo>
                  <a:pt x="596685" y="89037"/>
                </a:lnTo>
                <a:lnTo>
                  <a:pt x="596855" y="89661"/>
                </a:lnTo>
                <a:lnTo>
                  <a:pt x="597032" y="90280"/>
                </a:lnTo>
                <a:lnTo>
                  <a:pt x="597217" y="90893"/>
                </a:lnTo>
                <a:lnTo>
                  <a:pt x="597408" y="91500"/>
                </a:lnTo>
                <a:lnTo>
                  <a:pt x="597606" y="92100"/>
                </a:lnTo>
                <a:lnTo>
                  <a:pt x="597811" y="92693"/>
                </a:lnTo>
                <a:lnTo>
                  <a:pt x="598022" y="93280"/>
                </a:lnTo>
                <a:lnTo>
                  <a:pt x="598241" y="93860"/>
                </a:lnTo>
                <a:lnTo>
                  <a:pt x="598466" y="94432"/>
                </a:lnTo>
                <a:lnTo>
                  <a:pt x="598698" y="94999"/>
                </a:lnTo>
                <a:lnTo>
                  <a:pt x="598937" y="95558"/>
                </a:lnTo>
                <a:lnTo>
                  <a:pt x="599182" y="96110"/>
                </a:lnTo>
                <a:lnTo>
                  <a:pt x="599434" y="96656"/>
                </a:lnTo>
                <a:lnTo>
                  <a:pt x="599693" y="97195"/>
                </a:lnTo>
                <a:lnTo>
                  <a:pt x="599959" y="97728"/>
                </a:lnTo>
                <a:lnTo>
                  <a:pt x="600232" y="98253"/>
                </a:lnTo>
                <a:lnTo>
                  <a:pt x="600511" y="98772"/>
                </a:lnTo>
                <a:lnTo>
                  <a:pt x="600797" y="99284"/>
                </a:lnTo>
                <a:lnTo>
                  <a:pt x="601090" y="99789"/>
                </a:lnTo>
                <a:lnTo>
                  <a:pt x="601390" y="100287"/>
                </a:lnTo>
                <a:lnTo>
                  <a:pt x="601696" y="100779"/>
                </a:lnTo>
                <a:lnTo>
                  <a:pt x="602010" y="101263"/>
                </a:lnTo>
                <a:lnTo>
                  <a:pt x="602330" y="101741"/>
                </a:lnTo>
                <a:lnTo>
                  <a:pt x="602657" y="102213"/>
                </a:lnTo>
                <a:lnTo>
                  <a:pt x="602990" y="102677"/>
                </a:lnTo>
                <a:lnTo>
                  <a:pt x="603331" y="103135"/>
                </a:lnTo>
                <a:lnTo>
                  <a:pt x="603677" y="103585"/>
                </a:lnTo>
                <a:lnTo>
                  <a:pt x="604030" y="104026"/>
                </a:lnTo>
                <a:lnTo>
                  <a:pt x="604388" y="104460"/>
                </a:lnTo>
                <a:lnTo>
                  <a:pt x="604752" y="104884"/>
                </a:lnTo>
                <a:lnTo>
                  <a:pt x="605122" y="105301"/>
                </a:lnTo>
                <a:lnTo>
                  <a:pt x="605497" y="105708"/>
                </a:lnTo>
                <a:lnTo>
                  <a:pt x="605878" y="106108"/>
                </a:lnTo>
                <a:lnTo>
                  <a:pt x="606265" y="106499"/>
                </a:lnTo>
                <a:lnTo>
                  <a:pt x="606658" y="106881"/>
                </a:lnTo>
                <a:lnTo>
                  <a:pt x="607056" y="107256"/>
                </a:lnTo>
                <a:lnTo>
                  <a:pt x="607460" y="107621"/>
                </a:lnTo>
                <a:lnTo>
                  <a:pt x="607870" y="107978"/>
                </a:lnTo>
                <a:lnTo>
                  <a:pt x="608286" y="108327"/>
                </a:lnTo>
                <a:lnTo>
                  <a:pt x="608708" y="108667"/>
                </a:lnTo>
                <a:lnTo>
                  <a:pt x="609135" y="108999"/>
                </a:lnTo>
                <a:lnTo>
                  <a:pt x="609568" y="109323"/>
                </a:lnTo>
                <a:lnTo>
                  <a:pt x="610007" y="109638"/>
                </a:lnTo>
                <a:lnTo>
                  <a:pt x="610451" y="109944"/>
                </a:lnTo>
                <a:lnTo>
                  <a:pt x="610901" y="110243"/>
                </a:lnTo>
                <a:lnTo>
                  <a:pt x="611357" y="110532"/>
                </a:lnTo>
                <a:lnTo>
                  <a:pt x="611819" y="110813"/>
                </a:lnTo>
                <a:lnTo>
                  <a:pt x="612287" y="111086"/>
                </a:lnTo>
                <a:lnTo>
                  <a:pt x="612760" y="111351"/>
                </a:lnTo>
                <a:lnTo>
                  <a:pt x="613239" y="111607"/>
                </a:lnTo>
                <a:lnTo>
                  <a:pt x="613723" y="111853"/>
                </a:lnTo>
                <a:lnTo>
                  <a:pt x="614212" y="112089"/>
                </a:lnTo>
                <a:lnTo>
                  <a:pt x="614706" y="112314"/>
                </a:lnTo>
                <a:lnTo>
                  <a:pt x="615204" y="112529"/>
                </a:lnTo>
                <a:lnTo>
                  <a:pt x="615708" y="112734"/>
                </a:lnTo>
                <a:lnTo>
                  <a:pt x="616216" y="112928"/>
                </a:lnTo>
                <a:lnTo>
                  <a:pt x="616728" y="113111"/>
                </a:lnTo>
                <a:lnTo>
                  <a:pt x="617246" y="113284"/>
                </a:lnTo>
                <a:lnTo>
                  <a:pt x="617768" y="113447"/>
                </a:lnTo>
                <a:lnTo>
                  <a:pt x="618295" y="113599"/>
                </a:lnTo>
                <a:lnTo>
                  <a:pt x="618826" y="113741"/>
                </a:lnTo>
                <a:lnTo>
                  <a:pt x="619363" y="113872"/>
                </a:lnTo>
                <a:lnTo>
                  <a:pt x="619904" y="113992"/>
                </a:lnTo>
                <a:lnTo>
                  <a:pt x="620449" y="114103"/>
                </a:lnTo>
                <a:lnTo>
                  <a:pt x="621000" y="114202"/>
                </a:lnTo>
                <a:lnTo>
                  <a:pt x="621555" y="114291"/>
                </a:lnTo>
                <a:lnTo>
                  <a:pt x="622115" y="114370"/>
                </a:lnTo>
                <a:lnTo>
                  <a:pt x="622680" y="114438"/>
                </a:lnTo>
                <a:lnTo>
                  <a:pt x="623249" y="114496"/>
                </a:lnTo>
                <a:lnTo>
                  <a:pt x="623824" y="114543"/>
                </a:lnTo>
                <a:lnTo>
                  <a:pt x="624402" y="114580"/>
                </a:lnTo>
                <a:lnTo>
                  <a:pt x="624986" y="114606"/>
                </a:lnTo>
                <a:lnTo>
                  <a:pt x="625575" y="114622"/>
                </a:lnTo>
                <a:lnTo>
                  <a:pt x="626168" y="114627"/>
                </a:lnTo>
                <a:lnTo>
                  <a:pt x="626797" y="114622"/>
                </a:lnTo>
                <a:lnTo>
                  <a:pt x="627419" y="114609"/>
                </a:lnTo>
                <a:lnTo>
                  <a:pt x="628035" y="114586"/>
                </a:lnTo>
                <a:lnTo>
                  <a:pt x="628644" y="114554"/>
                </a:lnTo>
                <a:lnTo>
                  <a:pt x="629246" y="114513"/>
                </a:lnTo>
                <a:lnTo>
                  <a:pt x="629842" y="114463"/>
                </a:lnTo>
                <a:lnTo>
                  <a:pt x="630431" y="114404"/>
                </a:lnTo>
                <a:lnTo>
                  <a:pt x="631013" y="114336"/>
                </a:lnTo>
                <a:lnTo>
                  <a:pt x="631589" y="114259"/>
                </a:lnTo>
                <a:lnTo>
                  <a:pt x="632158" y="114173"/>
                </a:lnTo>
                <a:lnTo>
                  <a:pt x="632721" y="114078"/>
                </a:lnTo>
                <a:lnTo>
                  <a:pt x="633277" y="113973"/>
                </a:lnTo>
                <a:lnTo>
                  <a:pt x="633826" y="113860"/>
                </a:lnTo>
                <a:lnTo>
                  <a:pt x="634368" y="113737"/>
                </a:lnTo>
                <a:lnTo>
                  <a:pt x="634904" y="113605"/>
                </a:lnTo>
                <a:lnTo>
                  <a:pt x="635433" y="113465"/>
                </a:lnTo>
                <a:lnTo>
                  <a:pt x="635956" y="113315"/>
                </a:lnTo>
                <a:lnTo>
                  <a:pt x="636472" y="113156"/>
                </a:lnTo>
                <a:lnTo>
                  <a:pt x="636981" y="112988"/>
                </a:lnTo>
                <a:lnTo>
                  <a:pt x="637484" y="112811"/>
                </a:lnTo>
                <a:lnTo>
                  <a:pt x="637980" y="112625"/>
                </a:lnTo>
                <a:lnTo>
                  <a:pt x="638469" y="112429"/>
                </a:lnTo>
                <a:lnTo>
                  <a:pt x="638952" y="112225"/>
                </a:lnTo>
                <a:lnTo>
                  <a:pt x="639428" y="112012"/>
                </a:lnTo>
                <a:lnTo>
                  <a:pt x="639898" y="111790"/>
                </a:lnTo>
                <a:lnTo>
                  <a:pt x="640361" y="111560"/>
                </a:lnTo>
                <a:lnTo>
                  <a:pt x="640819" y="111322"/>
                </a:lnTo>
                <a:lnTo>
                  <a:pt x="641271" y="111075"/>
                </a:lnTo>
                <a:lnTo>
                  <a:pt x="641716" y="110821"/>
                </a:lnTo>
                <a:lnTo>
                  <a:pt x="642156" y="110559"/>
                </a:lnTo>
                <a:lnTo>
                  <a:pt x="642589" y="110289"/>
                </a:lnTo>
                <a:lnTo>
                  <a:pt x="643017" y="110010"/>
                </a:lnTo>
                <a:lnTo>
                  <a:pt x="643439" y="109724"/>
                </a:lnTo>
                <a:lnTo>
                  <a:pt x="643854" y="109429"/>
                </a:lnTo>
                <a:lnTo>
                  <a:pt x="644264" y="109127"/>
                </a:lnTo>
                <a:lnTo>
                  <a:pt x="644667" y="108816"/>
                </a:lnTo>
                <a:lnTo>
                  <a:pt x="645065" y="108498"/>
                </a:lnTo>
                <a:lnTo>
                  <a:pt x="645457" y="108171"/>
                </a:lnTo>
                <a:lnTo>
                  <a:pt x="645842" y="107836"/>
                </a:lnTo>
                <a:lnTo>
                  <a:pt x="646222" y="107493"/>
                </a:lnTo>
                <a:lnTo>
                  <a:pt x="646595" y="107143"/>
                </a:lnTo>
                <a:lnTo>
                  <a:pt x="646963" y="106784"/>
                </a:lnTo>
                <a:lnTo>
                  <a:pt x="647324" y="106417"/>
                </a:lnTo>
                <a:lnTo>
                  <a:pt x="647680" y="106042"/>
                </a:lnTo>
                <a:lnTo>
                  <a:pt x="648029" y="105658"/>
                </a:lnTo>
                <a:lnTo>
                  <a:pt x="648373" y="105267"/>
                </a:lnTo>
                <a:lnTo>
                  <a:pt x="648489" y="105130"/>
                </a:lnTo>
                <a:lnTo>
                  <a:pt x="648489" y="112122"/>
                </a:lnTo>
                <a:lnTo>
                  <a:pt x="648484" y="112695"/>
                </a:lnTo>
                <a:lnTo>
                  <a:pt x="648471" y="113261"/>
                </a:lnTo>
                <a:lnTo>
                  <a:pt x="648448" y="113819"/>
                </a:lnTo>
                <a:lnTo>
                  <a:pt x="648416" y="114370"/>
                </a:lnTo>
                <a:lnTo>
                  <a:pt x="648375" y="114913"/>
                </a:lnTo>
                <a:lnTo>
                  <a:pt x="648325" y="115449"/>
                </a:lnTo>
                <a:lnTo>
                  <a:pt x="648266" y="115977"/>
                </a:lnTo>
                <a:lnTo>
                  <a:pt x="648198" y="116497"/>
                </a:lnTo>
                <a:lnTo>
                  <a:pt x="648121" y="117010"/>
                </a:lnTo>
                <a:lnTo>
                  <a:pt x="648035" y="117516"/>
                </a:lnTo>
                <a:lnTo>
                  <a:pt x="647940" y="118013"/>
                </a:lnTo>
                <a:lnTo>
                  <a:pt x="647835" y="118504"/>
                </a:lnTo>
                <a:lnTo>
                  <a:pt x="647722" y="118986"/>
                </a:lnTo>
                <a:lnTo>
                  <a:pt x="647599" y="119462"/>
                </a:lnTo>
                <a:lnTo>
                  <a:pt x="647467" y="119929"/>
                </a:lnTo>
                <a:lnTo>
                  <a:pt x="647327" y="120389"/>
                </a:lnTo>
                <a:lnTo>
                  <a:pt x="647177" y="120842"/>
                </a:lnTo>
                <a:lnTo>
                  <a:pt x="647018" y="121287"/>
                </a:lnTo>
                <a:lnTo>
                  <a:pt x="646850" y="121724"/>
                </a:lnTo>
                <a:lnTo>
                  <a:pt x="646673" y="122154"/>
                </a:lnTo>
                <a:lnTo>
                  <a:pt x="646487" y="122577"/>
                </a:lnTo>
                <a:lnTo>
                  <a:pt x="646291" y="122991"/>
                </a:lnTo>
                <a:lnTo>
                  <a:pt x="646087" y="123399"/>
                </a:lnTo>
                <a:lnTo>
                  <a:pt x="645874" y="123799"/>
                </a:lnTo>
                <a:lnTo>
                  <a:pt x="645652" y="124190"/>
                </a:lnTo>
                <a:lnTo>
                  <a:pt x="645423" y="124574"/>
                </a:lnTo>
                <a:lnTo>
                  <a:pt x="645187" y="124950"/>
                </a:lnTo>
                <a:lnTo>
                  <a:pt x="644944" y="125318"/>
                </a:lnTo>
                <a:lnTo>
                  <a:pt x="644693" y="125678"/>
                </a:lnTo>
                <a:lnTo>
                  <a:pt x="644435" y="126029"/>
                </a:lnTo>
                <a:lnTo>
                  <a:pt x="644170" y="126373"/>
                </a:lnTo>
                <a:lnTo>
                  <a:pt x="643897" y="126708"/>
                </a:lnTo>
                <a:lnTo>
                  <a:pt x="643617" y="127036"/>
                </a:lnTo>
                <a:lnTo>
                  <a:pt x="643330" y="127355"/>
                </a:lnTo>
                <a:lnTo>
                  <a:pt x="643035" y="127667"/>
                </a:lnTo>
                <a:lnTo>
                  <a:pt x="642734" y="127970"/>
                </a:lnTo>
                <a:lnTo>
                  <a:pt x="642425" y="128265"/>
                </a:lnTo>
                <a:lnTo>
                  <a:pt x="642108" y="128552"/>
                </a:lnTo>
                <a:lnTo>
                  <a:pt x="641785" y="128832"/>
                </a:lnTo>
                <a:lnTo>
                  <a:pt x="641454" y="129103"/>
                </a:lnTo>
                <a:lnTo>
                  <a:pt x="641115" y="129366"/>
                </a:lnTo>
                <a:lnTo>
                  <a:pt x="640770" y="129621"/>
                </a:lnTo>
                <a:lnTo>
                  <a:pt x="640417" y="129867"/>
                </a:lnTo>
                <a:lnTo>
                  <a:pt x="640057" y="130106"/>
                </a:lnTo>
                <a:lnTo>
                  <a:pt x="639690" y="130337"/>
                </a:lnTo>
                <a:lnTo>
                  <a:pt x="639315" y="130560"/>
                </a:lnTo>
                <a:lnTo>
                  <a:pt x="638933" y="130774"/>
                </a:lnTo>
                <a:lnTo>
                  <a:pt x="638544" y="130981"/>
                </a:lnTo>
                <a:lnTo>
                  <a:pt x="638148" y="131179"/>
                </a:lnTo>
                <a:lnTo>
                  <a:pt x="637746" y="131369"/>
                </a:lnTo>
                <a:lnTo>
                  <a:pt x="637337" y="131551"/>
                </a:lnTo>
                <a:lnTo>
                  <a:pt x="636923" y="131724"/>
                </a:lnTo>
                <a:lnTo>
                  <a:pt x="636503" y="131889"/>
                </a:lnTo>
                <a:lnTo>
                  <a:pt x="636076" y="132045"/>
                </a:lnTo>
                <a:lnTo>
                  <a:pt x="635643" y="132192"/>
                </a:lnTo>
                <a:lnTo>
                  <a:pt x="635204" y="132332"/>
                </a:lnTo>
                <a:lnTo>
                  <a:pt x="634759" y="132463"/>
                </a:lnTo>
                <a:lnTo>
                  <a:pt x="634308" y="132585"/>
                </a:lnTo>
                <a:lnTo>
                  <a:pt x="633851" y="132699"/>
                </a:lnTo>
                <a:lnTo>
                  <a:pt x="633387" y="132804"/>
                </a:lnTo>
                <a:lnTo>
                  <a:pt x="632917" y="132901"/>
                </a:lnTo>
                <a:lnTo>
                  <a:pt x="632442" y="132990"/>
                </a:lnTo>
                <a:lnTo>
                  <a:pt x="631960" y="133070"/>
                </a:lnTo>
                <a:lnTo>
                  <a:pt x="631472" y="133142"/>
                </a:lnTo>
                <a:lnTo>
                  <a:pt x="630978" y="133205"/>
                </a:lnTo>
                <a:lnTo>
                  <a:pt x="630477" y="133260"/>
                </a:lnTo>
                <a:lnTo>
                  <a:pt x="629971" y="133307"/>
                </a:lnTo>
                <a:lnTo>
                  <a:pt x="629458" y="133345"/>
                </a:lnTo>
                <a:lnTo>
                  <a:pt x="628939" y="133374"/>
                </a:lnTo>
                <a:lnTo>
                  <a:pt x="628415" y="133395"/>
                </a:lnTo>
                <a:lnTo>
                  <a:pt x="627883" y="133408"/>
                </a:lnTo>
                <a:lnTo>
                  <a:pt x="627346" y="133412"/>
                </a:lnTo>
                <a:lnTo>
                  <a:pt x="626898" y="133408"/>
                </a:lnTo>
                <a:lnTo>
                  <a:pt x="626449" y="133396"/>
                </a:lnTo>
                <a:lnTo>
                  <a:pt x="626000" y="133375"/>
                </a:lnTo>
                <a:lnTo>
                  <a:pt x="625551" y="133347"/>
                </a:lnTo>
                <a:lnTo>
                  <a:pt x="625101" y="133310"/>
                </a:lnTo>
                <a:lnTo>
                  <a:pt x="624651" y="133265"/>
                </a:lnTo>
                <a:lnTo>
                  <a:pt x="624200" y="133212"/>
                </a:lnTo>
                <a:lnTo>
                  <a:pt x="623749" y="133150"/>
                </a:lnTo>
                <a:lnTo>
                  <a:pt x="623297" y="133081"/>
                </a:lnTo>
                <a:lnTo>
                  <a:pt x="622846" y="133003"/>
                </a:lnTo>
                <a:lnTo>
                  <a:pt x="622394" y="132917"/>
                </a:lnTo>
                <a:lnTo>
                  <a:pt x="621941" y="132823"/>
                </a:lnTo>
                <a:lnTo>
                  <a:pt x="621488" y="132720"/>
                </a:lnTo>
                <a:lnTo>
                  <a:pt x="621035" y="132610"/>
                </a:lnTo>
                <a:lnTo>
                  <a:pt x="620581" y="132491"/>
                </a:lnTo>
                <a:lnTo>
                  <a:pt x="620127" y="132364"/>
                </a:lnTo>
                <a:lnTo>
                  <a:pt x="619672" y="132229"/>
                </a:lnTo>
                <a:lnTo>
                  <a:pt x="619218" y="132086"/>
                </a:lnTo>
                <a:lnTo>
                  <a:pt x="618762" y="131935"/>
                </a:lnTo>
                <a:lnTo>
                  <a:pt x="618307" y="131775"/>
                </a:lnTo>
                <a:lnTo>
                  <a:pt x="617851" y="131607"/>
                </a:lnTo>
                <a:lnTo>
                  <a:pt x="617394" y="131431"/>
                </a:lnTo>
                <a:lnTo>
                  <a:pt x="616938" y="131247"/>
                </a:lnTo>
                <a:lnTo>
                  <a:pt x="616480" y="131055"/>
                </a:lnTo>
                <a:lnTo>
                  <a:pt x="616024" y="130852"/>
                </a:lnTo>
                <a:lnTo>
                  <a:pt x="615569" y="130636"/>
                </a:lnTo>
                <a:lnTo>
                  <a:pt x="615116" y="130408"/>
                </a:lnTo>
                <a:lnTo>
                  <a:pt x="614664" y="130167"/>
                </a:lnTo>
                <a:lnTo>
                  <a:pt x="614214" y="129913"/>
                </a:lnTo>
                <a:lnTo>
                  <a:pt x="613766" y="129646"/>
                </a:lnTo>
                <a:lnTo>
                  <a:pt x="613320" y="129366"/>
                </a:lnTo>
                <a:lnTo>
                  <a:pt x="612875" y="129074"/>
                </a:lnTo>
                <a:lnTo>
                  <a:pt x="612431" y="128769"/>
                </a:lnTo>
                <a:lnTo>
                  <a:pt x="611990" y="128451"/>
                </a:lnTo>
                <a:lnTo>
                  <a:pt x="611550" y="128120"/>
                </a:lnTo>
                <a:lnTo>
                  <a:pt x="611112" y="127777"/>
                </a:lnTo>
                <a:lnTo>
                  <a:pt x="610675" y="127420"/>
                </a:lnTo>
                <a:lnTo>
                  <a:pt x="610240" y="127051"/>
                </a:lnTo>
                <a:lnTo>
                  <a:pt x="609807" y="126669"/>
                </a:lnTo>
                <a:lnTo>
                  <a:pt x="609376" y="126275"/>
                </a:lnTo>
                <a:lnTo>
                  <a:pt x="608946" y="125867"/>
                </a:lnTo>
                <a:lnTo>
                  <a:pt x="608517" y="125447"/>
                </a:lnTo>
                <a:lnTo>
                  <a:pt x="608091" y="125014"/>
                </a:lnTo>
                <a:lnTo>
                  <a:pt x="607666" y="124568"/>
                </a:lnTo>
                <a:lnTo>
                  <a:pt x="607243" y="124109"/>
                </a:lnTo>
                <a:lnTo>
                  <a:pt x="606821" y="123638"/>
                </a:lnTo>
                <a:lnTo>
                  <a:pt x="606401" y="123154"/>
                </a:lnTo>
                <a:lnTo>
                  <a:pt x="605983" y="122657"/>
                </a:lnTo>
                <a:lnTo>
                  <a:pt x="598837" y="130760"/>
                </a:lnTo>
                <a:lnTo>
                  <a:pt x="599141" y="131186"/>
                </a:lnTo>
                <a:lnTo>
                  <a:pt x="599451" y="131605"/>
                </a:lnTo>
                <a:lnTo>
                  <a:pt x="599766" y="132016"/>
                </a:lnTo>
                <a:lnTo>
                  <a:pt x="600088" y="132421"/>
                </a:lnTo>
                <a:lnTo>
                  <a:pt x="600416" y="132818"/>
                </a:lnTo>
                <a:lnTo>
                  <a:pt x="600750" y="133207"/>
                </a:lnTo>
                <a:lnTo>
                  <a:pt x="601090" y="133590"/>
                </a:lnTo>
                <a:lnTo>
                  <a:pt x="601436" y="133965"/>
                </a:lnTo>
                <a:lnTo>
                  <a:pt x="601788" y="134332"/>
                </a:lnTo>
                <a:lnTo>
                  <a:pt x="602146" y="134693"/>
                </a:lnTo>
                <a:lnTo>
                  <a:pt x="602510" y="135046"/>
                </a:lnTo>
                <a:lnTo>
                  <a:pt x="602879" y="135392"/>
                </a:lnTo>
                <a:lnTo>
                  <a:pt x="603255" y="135731"/>
                </a:lnTo>
                <a:lnTo>
                  <a:pt x="603637" y="136062"/>
                </a:lnTo>
                <a:lnTo>
                  <a:pt x="604025" y="136386"/>
                </a:lnTo>
                <a:lnTo>
                  <a:pt x="604419" y="136703"/>
                </a:lnTo>
                <a:lnTo>
                  <a:pt x="604819" y="137012"/>
                </a:lnTo>
                <a:lnTo>
                  <a:pt x="605225" y="137314"/>
                </a:lnTo>
                <a:lnTo>
                  <a:pt x="605637" y="137609"/>
                </a:lnTo>
                <a:lnTo>
                  <a:pt x="606055" y="137897"/>
                </a:lnTo>
                <a:lnTo>
                  <a:pt x="606479" y="138177"/>
                </a:lnTo>
                <a:lnTo>
                  <a:pt x="606909" y="138450"/>
                </a:lnTo>
                <a:lnTo>
                  <a:pt x="607345" y="138716"/>
                </a:lnTo>
                <a:lnTo>
                  <a:pt x="607788" y="138974"/>
                </a:lnTo>
                <a:lnTo>
                  <a:pt x="608233" y="139226"/>
                </a:lnTo>
                <a:lnTo>
                  <a:pt x="608679" y="139471"/>
                </a:lnTo>
                <a:lnTo>
                  <a:pt x="609126" y="139711"/>
                </a:lnTo>
                <a:lnTo>
                  <a:pt x="609574" y="139944"/>
                </a:lnTo>
                <a:lnTo>
                  <a:pt x="610023" y="140171"/>
                </a:lnTo>
                <a:lnTo>
                  <a:pt x="610472" y="140392"/>
                </a:lnTo>
                <a:lnTo>
                  <a:pt x="610922" y="140607"/>
                </a:lnTo>
                <a:lnTo>
                  <a:pt x="611373" y="140816"/>
                </a:lnTo>
                <a:lnTo>
                  <a:pt x="611824" y="141018"/>
                </a:lnTo>
                <a:lnTo>
                  <a:pt x="612277" y="141215"/>
                </a:lnTo>
                <a:lnTo>
                  <a:pt x="612730" y="141405"/>
                </a:lnTo>
                <a:lnTo>
                  <a:pt x="613184" y="141589"/>
                </a:lnTo>
                <a:lnTo>
                  <a:pt x="613638" y="141767"/>
                </a:lnTo>
                <a:lnTo>
                  <a:pt x="614094" y="141939"/>
                </a:lnTo>
                <a:lnTo>
                  <a:pt x="614550" y="142105"/>
                </a:lnTo>
                <a:lnTo>
                  <a:pt x="615007" y="142265"/>
                </a:lnTo>
                <a:lnTo>
                  <a:pt x="615465" y="142418"/>
                </a:lnTo>
                <a:lnTo>
                  <a:pt x="615923" y="142565"/>
                </a:lnTo>
                <a:lnTo>
                  <a:pt x="616383" y="142707"/>
                </a:lnTo>
                <a:lnTo>
                  <a:pt x="616843" y="142842"/>
                </a:lnTo>
                <a:lnTo>
                  <a:pt x="617303" y="142971"/>
                </a:lnTo>
                <a:lnTo>
                  <a:pt x="617765" y="143093"/>
                </a:lnTo>
                <a:lnTo>
                  <a:pt x="618227" y="143210"/>
                </a:lnTo>
                <a:lnTo>
                  <a:pt x="618690" y="143320"/>
                </a:lnTo>
                <a:lnTo>
                  <a:pt x="619151" y="143426"/>
                </a:lnTo>
                <a:lnTo>
                  <a:pt x="619607" y="143526"/>
                </a:lnTo>
                <a:lnTo>
                  <a:pt x="620058" y="143623"/>
                </a:lnTo>
                <a:lnTo>
                  <a:pt x="620504" y="143714"/>
                </a:lnTo>
                <a:lnTo>
                  <a:pt x="620945" y="143802"/>
                </a:lnTo>
                <a:lnTo>
                  <a:pt x="621382" y="143884"/>
                </a:lnTo>
                <a:lnTo>
                  <a:pt x="621813" y="143963"/>
                </a:lnTo>
                <a:lnTo>
                  <a:pt x="622239" y="144037"/>
                </a:lnTo>
                <a:lnTo>
                  <a:pt x="622660" y="144106"/>
                </a:lnTo>
                <a:lnTo>
                  <a:pt x="623076" y="144171"/>
                </a:lnTo>
                <a:lnTo>
                  <a:pt x="623487" y="144231"/>
                </a:lnTo>
                <a:lnTo>
                  <a:pt x="623893" y="144287"/>
                </a:lnTo>
                <a:lnTo>
                  <a:pt x="624294" y="144339"/>
                </a:lnTo>
                <a:lnTo>
                  <a:pt x="624690" y="144386"/>
                </a:lnTo>
                <a:lnTo>
                  <a:pt x="625082" y="144428"/>
                </a:lnTo>
                <a:lnTo>
                  <a:pt x="625468" y="144466"/>
                </a:lnTo>
                <a:lnTo>
                  <a:pt x="625849" y="144500"/>
                </a:lnTo>
                <a:lnTo>
                  <a:pt x="626225" y="144529"/>
                </a:lnTo>
                <a:lnTo>
                  <a:pt x="626596" y="144554"/>
                </a:lnTo>
                <a:lnTo>
                  <a:pt x="626963" y="144574"/>
                </a:lnTo>
                <a:lnTo>
                  <a:pt x="627324" y="144589"/>
                </a:lnTo>
                <a:lnTo>
                  <a:pt x="627680" y="144601"/>
                </a:lnTo>
                <a:lnTo>
                  <a:pt x="628031" y="144607"/>
                </a:lnTo>
                <a:lnTo>
                  <a:pt x="628378" y="144610"/>
                </a:lnTo>
                <a:lnTo>
                  <a:pt x="629202" y="144603"/>
                </a:lnTo>
                <a:lnTo>
                  <a:pt x="630019" y="144583"/>
                </a:lnTo>
                <a:lnTo>
                  <a:pt x="630828" y="144549"/>
                </a:lnTo>
                <a:lnTo>
                  <a:pt x="631628" y="144502"/>
                </a:lnTo>
                <a:lnTo>
                  <a:pt x="632421" y="144442"/>
                </a:lnTo>
                <a:lnTo>
                  <a:pt x="633205" y="144368"/>
                </a:lnTo>
                <a:lnTo>
                  <a:pt x="633982" y="144281"/>
                </a:lnTo>
                <a:lnTo>
                  <a:pt x="634750" y="144180"/>
                </a:lnTo>
                <a:lnTo>
                  <a:pt x="635510" y="144066"/>
                </a:lnTo>
                <a:lnTo>
                  <a:pt x="636262" y="143938"/>
                </a:lnTo>
                <a:lnTo>
                  <a:pt x="637007" y="143797"/>
                </a:lnTo>
                <a:lnTo>
                  <a:pt x="637743" y="143643"/>
                </a:lnTo>
                <a:lnTo>
                  <a:pt x="638471" y="143475"/>
                </a:lnTo>
                <a:lnTo>
                  <a:pt x="639191" y="143294"/>
                </a:lnTo>
                <a:lnTo>
                  <a:pt x="639903" y="143099"/>
                </a:lnTo>
                <a:lnTo>
                  <a:pt x="640607" y="142891"/>
                </a:lnTo>
                <a:lnTo>
                  <a:pt x="641302" y="142669"/>
                </a:lnTo>
                <a:lnTo>
                  <a:pt x="641990" y="142434"/>
                </a:lnTo>
                <a:lnTo>
                  <a:pt x="642670" y="142186"/>
                </a:lnTo>
                <a:lnTo>
                  <a:pt x="643341" y="141924"/>
                </a:lnTo>
                <a:lnTo>
                  <a:pt x="644005" y="141649"/>
                </a:lnTo>
                <a:lnTo>
                  <a:pt x="644661" y="141360"/>
                </a:lnTo>
                <a:lnTo>
                  <a:pt x="645308" y="141058"/>
                </a:lnTo>
                <a:lnTo>
                  <a:pt x="645947" y="140742"/>
                </a:lnTo>
                <a:lnTo>
                  <a:pt x="646577" y="140414"/>
                </a:lnTo>
                <a:lnTo>
                  <a:pt x="647195" y="140073"/>
                </a:lnTo>
                <a:lnTo>
                  <a:pt x="647801" y="139719"/>
                </a:lnTo>
                <a:lnTo>
                  <a:pt x="648396" y="139354"/>
                </a:lnTo>
                <a:lnTo>
                  <a:pt x="648979" y="138976"/>
                </a:lnTo>
                <a:lnTo>
                  <a:pt x="649550" y="138585"/>
                </a:lnTo>
                <a:lnTo>
                  <a:pt x="650110" y="138182"/>
                </a:lnTo>
                <a:lnTo>
                  <a:pt x="650658" y="137767"/>
                </a:lnTo>
                <a:lnTo>
                  <a:pt x="651195" y="137339"/>
                </a:lnTo>
                <a:lnTo>
                  <a:pt x="651719" y="136899"/>
                </a:lnTo>
                <a:lnTo>
                  <a:pt x="652232" y="136446"/>
                </a:lnTo>
                <a:lnTo>
                  <a:pt x="652734" y="135981"/>
                </a:lnTo>
                <a:lnTo>
                  <a:pt x="653224" y="135504"/>
                </a:lnTo>
                <a:lnTo>
                  <a:pt x="653702" y="135014"/>
                </a:lnTo>
                <a:lnTo>
                  <a:pt x="654169" y="134512"/>
                </a:lnTo>
                <a:lnTo>
                  <a:pt x="654624" y="133997"/>
                </a:lnTo>
                <a:lnTo>
                  <a:pt x="655067" y="133470"/>
                </a:lnTo>
                <a:lnTo>
                  <a:pt x="655499" y="132931"/>
                </a:lnTo>
                <a:lnTo>
                  <a:pt x="655919" y="132379"/>
                </a:lnTo>
                <a:lnTo>
                  <a:pt x="656327" y="131815"/>
                </a:lnTo>
                <a:lnTo>
                  <a:pt x="656724" y="131238"/>
                </a:lnTo>
                <a:lnTo>
                  <a:pt x="657109" y="130649"/>
                </a:lnTo>
                <a:lnTo>
                  <a:pt x="657483" y="130048"/>
                </a:lnTo>
                <a:lnTo>
                  <a:pt x="657845" y="129434"/>
                </a:lnTo>
                <a:lnTo>
                  <a:pt x="658193" y="128809"/>
                </a:lnTo>
                <a:lnTo>
                  <a:pt x="658527" y="128173"/>
                </a:lnTo>
                <a:lnTo>
                  <a:pt x="658846" y="127526"/>
                </a:lnTo>
                <a:lnTo>
                  <a:pt x="659150" y="126868"/>
                </a:lnTo>
                <a:lnTo>
                  <a:pt x="659440" y="126200"/>
                </a:lnTo>
                <a:lnTo>
                  <a:pt x="659714" y="125520"/>
                </a:lnTo>
                <a:lnTo>
                  <a:pt x="659974" y="124831"/>
                </a:lnTo>
                <a:lnTo>
                  <a:pt x="660218" y="124130"/>
                </a:lnTo>
                <a:lnTo>
                  <a:pt x="660448" y="123419"/>
                </a:lnTo>
                <a:lnTo>
                  <a:pt x="660664" y="122697"/>
                </a:lnTo>
                <a:lnTo>
                  <a:pt x="660864" y="121964"/>
                </a:lnTo>
                <a:lnTo>
                  <a:pt x="661049" y="121220"/>
                </a:lnTo>
                <a:lnTo>
                  <a:pt x="661220" y="120466"/>
                </a:lnTo>
                <a:lnTo>
                  <a:pt x="661376" y="119701"/>
                </a:lnTo>
                <a:lnTo>
                  <a:pt x="661517" y="118925"/>
                </a:lnTo>
                <a:lnTo>
                  <a:pt x="661643" y="118138"/>
                </a:lnTo>
                <a:lnTo>
                  <a:pt x="661754" y="117341"/>
                </a:lnTo>
                <a:lnTo>
                  <a:pt x="661850" y="116533"/>
                </a:lnTo>
                <a:lnTo>
                  <a:pt x="661932" y="115714"/>
                </a:lnTo>
                <a:lnTo>
                  <a:pt x="661999" y="114885"/>
                </a:lnTo>
                <a:lnTo>
                  <a:pt x="662051" y="114044"/>
                </a:lnTo>
                <a:lnTo>
                  <a:pt x="662088" y="113193"/>
                </a:lnTo>
                <a:lnTo>
                  <a:pt x="662110" y="112332"/>
                </a:lnTo>
                <a:lnTo>
                  <a:pt x="662117" y="111459"/>
                </a:lnTo>
                <a:lnTo>
                  <a:pt x="662117" y="33445"/>
                </a:lnTo>
                <a:lnTo>
                  <a:pt x="649741" y="33445"/>
                </a:lnTo>
                <a:lnTo>
                  <a:pt x="649111" y="42264"/>
                </a:lnTo>
                <a:lnTo>
                  <a:pt x="649041" y="42175"/>
                </a:lnTo>
                <a:lnTo>
                  <a:pt x="648710" y="41764"/>
                </a:lnTo>
                <a:lnTo>
                  <a:pt x="648373" y="41362"/>
                </a:lnTo>
                <a:close/>
                <a:moveTo>
                  <a:pt x="648143" y="91809"/>
                </a:moveTo>
                <a:lnTo>
                  <a:pt x="647931" y="92206"/>
                </a:lnTo>
                <a:lnTo>
                  <a:pt x="647715" y="92600"/>
                </a:lnTo>
                <a:lnTo>
                  <a:pt x="647494" y="92990"/>
                </a:lnTo>
                <a:lnTo>
                  <a:pt x="647267" y="93373"/>
                </a:lnTo>
                <a:lnTo>
                  <a:pt x="647033" y="93750"/>
                </a:lnTo>
                <a:lnTo>
                  <a:pt x="646794" y="94121"/>
                </a:lnTo>
                <a:lnTo>
                  <a:pt x="646547" y="94485"/>
                </a:lnTo>
                <a:lnTo>
                  <a:pt x="646295" y="94843"/>
                </a:lnTo>
                <a:lnTo>
                  <a:pt x="646036" y="95194"/>
                </a:lnTo>
                <a:lnTo>
                  <a:pt x="645771" y="95539"/>
                </a:lnTo>
                <a:lnTo>
                  <a:pt x="645500" y="95877"/>
                </a:lnTo>
                <a:lnTo>
                  <a:pt x="645223" y="96209"/>
                </a:lnTo>
                <a:lnTo>
                  <a:pt x="644939" y="96535"/>
                </a:lnTo>
                <a:lnTo>
                  <a:pt x="644649" y="96855"/>
                </a:lnTo>
                <a:lnTo>
                  <a:pt x="644353" y="97168"/>
                </a:lnTo>
                <a:lnTo>
                  <a:pt x="644050" y="97474"/>
                </a:lnTo>
                <a:lnTo>
                  <a:pt x="643741" y="97774"/>
                </a:lnTo>
                <a:lnTo>
                  <a:pt x="643426" y="98068"/>
                </a:lnTo>
                <a:lnTo>
                  <a:pt x="643105" y="98355"/>
                </a:lnTo>
                <a:lnTo>
                  <a:pt x="642777" y="98636"/>
                </a:lnTo>
                <a:lnTo>
                  <a:pt x="642444" y="98911"/>
                </a:lnTo>
                <a:lnTo>
                  <a:pt x="642103" y="99179"/>
                </a:lnTo>
                <a:lnTo>
                  <a:pt x="641757" y="99441"/>
                </a:lnTo>
                <a:lnTo>
                  <a:pt x="641404" y="99696"/>
                </a:lnTo>
                <a:lnTo>
                  <a:pt x="641045" y="99945"/>
                </a:lnTo>
                <a:lnTo>
                  <a:pt x="640680" y="100188"/>
                </a:lnTo>
                <a:lnTo>
                  <a:pt x="640308" y="100422"/>
                </a:lnTo>
                <a:lnTo>
                  <a:pt x="639927" y="100647"/>
                </a:lnTo>
                <a:lnTo>
                  <a:pt x="639538" y="100861"/>
                </a:lnTo>
                <a:lnTo>
                  <a:pt x="639141" y="101066"/>
                </a:lnTo>
                <a:lnTo>
                  <a:pt x="638736" y="101260"/>
                </a:lnTo>
                <a:lnTo>
                  <a:pt x="638323" y="101445"/>
                </a:lnTo>
                <a:lnTo>
                  <a:pt x="637901" y="101620"/>
                </a:lnTo>
                <a:lnTo>
                  <a:pt x="637472" y="101784"/>
                </a:lnTo>
                <a:lnTo>
                  <a:pt x="637034" y="101939"/>
                </a:lnTo>
                <a:lnTo>
                  <a:pt x="636588" y="102083"/>
                </a:lnTo>
                <a:lnTo>
                  <a:pt x="636133" y="102218"/>
                </a:lnTo>
                <a:lnTo>
                  <a:pt x="635671" y="102343"/>
                </a:lnTo>
                <a:lnTo>
                  <a:pt x="635200" y="102458"/>
                </a:lnTo>
                <a:lnTo>
                  <a:pt x="634721" y="102562"/>
                </a:lnTo>
                <a:lnTo>
                  <a:pt x="634234" y="102657"/>
                </a:lnTo>
                <a:lnTo>
                  <a:pt x="633739" y="102742"/>
                </a:lnTo>
                <a:lnTo>
                  <a:pt x="633236" y="102817"/>
                </a:lnTo>
                <a:lnTo>
                  <a:pt x="632724" y="102881"/>
                </a:lnTo>
                <a:lnTo>
                  <a:pt x="632204" y="102936"/>
                </a:lnTo>
                <a:lnTo>
                  <a:pt x="631676" y="102981"/>
                </a:lnTo>
                <a:lnTo>
                  <a:pt x="631140" y="103016"/>
                </a:lnTo>
                <a:lnTo>
                  <a:pt x="630596" y="103041"/>
                </a:lnTo>
                <a:lnTo>
                  <a:pt x="630043" y="103056"/>
                </a:lnTo>
                <a:lnTo>
                  <a:pt x="629483" y="103061"/>
                </a:lnTo>
                <a:lnTo>
                  <a:pt x="629025" y="103057"/>
                </a:lnTo>
                <a:lnTo>
                  <a:pt x="628573" y="103045"/>
                </a:lnTo>
                <a:lnTo>
                  <a:pt x="628126" y="103026"/>
                </a:lnTo>
                <a:lnTo>
                  <a:pt x="627684" y="102999"/>
                </a:lnTo>
                <a:lnTo>
                  <a:pt x="627248" y="102964"/>
                </a:lnTo>
                <a:lnTo>
                  <a:pt x="626817" y="102921"/>
                </a:lnTo>
                <a:lnTo>
                  <a:pt x="626391" y="102870"/>
                </a:lnTo>
                <a:lnTo>
                  <a:pt x="625971" y="102811"/>
                </a:lnTo>
                <a:lnTo>
                  <a:pt x="625556" y="102745"/>
                </a:lnTo>
                <a:lnTo>
                  <a:pt x="625147" y="102671"/>
                </a:lnTo>
                <a:lnTo>
                  <a:pt x="624743" y="102589"/>
                </a:lnTo>
                <a:lnTo>
                  <a:pt x="624344" y="102499"/>
                </a:lnTo>
                <a:lnTo>
                  <a:pt x="623951" y="102402"/>
                </a:lnTo>
                <a:lnTo>
                  <a:pt x="623563" y="102297"/>
                </a:lnTo>
                <a:lnTo>
                  <a:pt x="623181" y="102183"/>
                </a:lnTo>
                <a:lnTo>
                  <a:pt x="622803" y="102062"/>
                </a:lnTo>
                <a:lnTo>
                  <a:pt x="622432" y="101934"/>
                </a:lnTo>
                <a:lnTo>
                  <a:pt x="622065" y="101797"/>
                </a:lnTo>
                <a:lnTo>
                  <a:pt x="621704" y="101653"/>
                </a:lnTo>
                <a:lnTo>
                  <a:pt x="621349" y="101501"/>
                </a:lnTo>
                <a:lnTo>
                  <a:pt x="620998" y="101341"/>
                </a:lnTo>
                <a:lnTo>
                  <a:pt x="620653" y="101173"/>
                </a:lnTo>
                <a:lnTo>
                  <a:pt x="620314" y="100998"/>
                </a:lnTo>
                <a:lnTo>
                  <a:pt x="619980" y="100814"/>
                </a:lnTo>
                <a:lnTo>
                  <a:pt x="619651" y="100624"/>
                </a:lnTo>
                <a:lnTo>
                  <a:pt x="619327" y="100428"/>
                </a:lnTo>
                <a:lnTo>
                  <a:pt x="619007" y="100225"/>
                </a:lnTo>
                <a:lnTo>
                  <a:pt x="618693" y="100017"/>
                </a:lnTo>
                <a:lnTo>
                  <a:pt x="618384" y="99803"/>
                </a:lnTo>
                <a:lnTo>
                  <a:pt x="618080" y="99583"/>
                </a:lnTo>
                <a:lnTo>
                  <a:pt x="617781" y="99356"/>
                </a:lnTo>
                <a:lnTo>
                  <a:pt x="617487" y="99124"/>
                </a:lnTo>
                <a:lnTo>
                  <a:pt x="617198" y="98886"/>
                </a:lnTo>
                <a:lnTo>
                  <a:pt x="616914" y="98641"/>
                </a:lnTo>
                <a:lnTo>
                  <a:pt x="616635" y="98391"/>
                </a:lnTo>
                <a:lnTo>
                  <a:pt x="616361" y="98135"/>
                </a:lnTo>
                <a:lnTo>
                  <a:pt x="616091" y="97872"/>
                </a:lnTo>
                <a:lnTo>
                  <a:pt x="615827" y="97604"/>
                </a:lnTo>
                <a:lnTo>
                  <a:pt x="615568" y="97329"/>
                </a:lnTo>
                <a:lnTo>
                  <a:pt x="615314" y="97049"/>
                </a:lnTo>
                <a:lnTo>
                  <a:pt x="615065" y="96763"/>
                </a:lnTo>
                <a:lnTo>
                  <a:pt x="614821" y="96470"/>
                </a:lnTo>
                <a:lnTo>
                  <a:pt x="614581" y="96172"/>
                </a:lnTo>
                <a:lnTo>
                  <a:pt x="614347" y="95867"/>
                </a:lnTo>
                <a:lnTo>
                  <a:pt x="614118" y="95557"/>
                </a:lnTo>
                <a:lnTo>
                  <a:pt x="613894" y="95240"/>
                </a:lnTo>
                <a:lnTo>
                  <a:pt x="613674" y="94918"/>
                </a:lnTo>
                <a:lnTo>
                  <a:pt x="613460" y="94589"/>
                </a:lnTo>
                <a:lnTo>
                  <a:pt x="613250" y="94256"/>
                </a:lnTo>
                <a:lnTo>
                  <a:pt x="613046" y="93918"/>
                </a:lnTo>
                <a:lnTo>
                  <a:pt x="612845" y="93575"/>
                </a:lnTo>
                <a:lnTo>
                  <a:pt x="612650" y="93228"/>
                </a:lnTo>
                <a:lnTo>
                  <a:pt x="612459" y="92877"/>
                </a:lnTo>
                <a:lnTo>
                  <a:pt x="612272" y="92522"/>
                </a:lnTo>
                <a:lnTo>
                  <a:pt x="612090" y="92162"/>
                </a:lnTo>
                <a:lnTo>
                  <a:pt x="611913" y="91798"/>
                </a:lnTo>
                <a:lnTo>
                  <a:pt x="611740" y="91430"/>
                </a:lnTo>
                <a:lnTo>
                  <a:pt x="611572" y="91057"/>
                </a:lnTo>
                <a:lnTo>
                  <a:pt x="611409" y="90680"/>
                </a:lnTo>
                <a:lnTo>
                  <a:pt x="611250" y="90298"/>
                </a:lnTo>
                <a:lnTo>
                  <a:pt x="611096" y="89912"/>
                </a:lnTo>
                <a:lnTo>
                  <a:pt x="610946" y="89522"/>
                </a:lnTo>
                <a:lnTo>
                  <a:pt x="610801" y="89128"/>
                </a:lnTo>
                <a:lnTo>
                  <a:pt x="610661" y="88729"/>
                </a:lnTo>
                <a:lnTo>
                  <a:pt x="610525" y="88325"/>
                </a:lnTo>
                <a:lnTo>
                  <a:pt x="610394" y="87918"/>
                </a:lnTo>
                <a:lnTo>
                  <a:pt x="610267" y="87506"/>
                </a:lnTo>
                <a:lnTo>
                  <a:pt x="610145" y="87090"/>
                </a:lnTo>
                <a:lnTo>
                  <a:pt x="610028" y="86669"/>
                </a:lnTo>
                <a:lnTo>
                  <a:pt x="609915" y="86244"/>
                </a:lnTo>
                <a:lnTo>
                  <a:pt x="609807" y="85815"/>
                </a:lnTo>
                <a:lnTo>
                  <a:pt x="609703" y="85381"/>
                </a:lnTo>
                <a:lnTo>
                  <a:pt x="609604" y="84944"/>
                </a:lnTo>
                <a:lnTo>
                  <a:pt x="609509" y="84504"/>
                </a:lnTo>
                <a:lnTo>
                  <a:pt x="609418" y="84062"/>
                </a:lnTo>
                <a:lnTo>
                  <a:pt x="609332" y="83617"/>
                </a:lnTo>
                <a:lnTo>
                  <a:pt x="609249" y="83170"/>
                </a:lnTo>
                <a:lnTo>
                  <a:pt x="609171" y="82720"/>
                </a:lnTo>
                <a:lnTo>
                  <a:pt x="609097" y="82267"/>
                </a:lnTo>
                <a:lnTo>
                  <a:pt x="609028" y="81812"/>
                </a:lnTo>
                <a:lnTo>
                  <a:pt x="608962" y="81354"/>
                </a:lnTo>
                <a:lnTo>
                  <a:pt x="608901" y="80894"/>
                </a:lnTo>
                <a:lnTo>
                  <a:pt x="608844" y="80432"/>
                </a:lnTo>
                <a:lnTo>
                  <a:pt x="608791" y="79966"/>
                </a:lnTo>
                <a:lnTo>
                  <a:pt x="608743" y="79498"/>
                </a:lnTo>
                <a:lnTo>
                  <a:pt x="608698" y="79028"/>
                </a:lnTo>
                <a:lnTo>
                  <a:pt x="608658" y="78555"/>
                </a:lnTo>
                <a:lnTo>
                  <a:pt x="608622" y="78080"/>
                </a:lnTo>
                <a:lnTo>
                  <a:pt x="608591" y="77601"/>
                </a:lnTo>
                <a:lnTo>
                  <a:pt x="608563" y="77121"/>
                </a:lnTo>
                <a:lnTo>
                  <a:pt x="608540" y="76638"/>
                </a:lnTo>
                <a:lnTo>
                  <a:pt x="608521" y="76152"/>
                </a:lnTo>
                <a:lnTo>
                  <a:pt x="608506" y="75664"/>
                </a:lnTo>
                <a:lnTo>
                  <a:pt x="608496" y="75173"/>
                </a:lnTo>
                <a:lnTo>
                  <a:pt x="608490" y="74679"/>
                </a:lnTo>
                <a:lnTo>
                  <a:pt x="608487" y="74183"/>
                </a:lnTo>
                <a:lnTo>
                  <a:pt x="608487" y="72636"/>
                </a:lnTo>
                <a:lnTo>
                  <a:pt x="608490" y="72140"/>
                </a:lnTo>
                <a:lnTo>
                  <a:pt x="608496" y="71647"/>
                </a:lnTo>
                <a:lnTo>
                  <a:pt x="608506" y="71155"/>
                </a:lnTo>
                <a:lnTo>
                  <a:pt x="608521" y="70667"/>
                </a:lnTo>
                <a:lnTo>
                  <a:pt x="608540" y="70180"/>
                </a:lnTo>
                <a:lnTo>
                  <a:pt x="608563" y="69697"/>
                </a:lnTo>
                <a:lnTo>
                  <a:pt x="608591" y="69215"/>
                </a:lnTo>
                <a:lnTo>
                  <a:pt x="608622" y="68736"/>
                </a:lnTo>
                <a:lnTo>
                  <a:pt x="608658" y="68259"/>
                </a:lnTo>
                <a:lnTo>
                  <a:pt x="608698" y="67785"/>
                </a:lnTo>
                <a:lnTo>
                  <a:pt x="608743" y="67314"/>
                </a:lnTo>
                <a:lnTo>
                  <a:pt x="608791" y="66844"/>
                </a:lnTo>
                <a:lnTo>
                  <a:pt x="608844" y="66377"/>
                </a:lnTo>
                <a:lnTo>
                  <a:pt x="608901" y="65913"/>
                </a:lnTo>
                <a:lnTo>
                  <a:pt x="608962" y="65451"/>
                </a:lnTo>
                <a:lnTo>
                  <a:pt x="609028" y="64991"/>
                </a:lnTo>
                <a:lnTo>
                  <a:pt x="609097" y="64534"/>
                </a:lnTo>
                <a:lnTo>
                  <a:pt x="609171" y="64079"/>
                </a:lnTo>
                <a:lnTo>
                  <a:pt x="609249" y="63627"/>
                </a:lnTo>
                <a:lnTo>
                  <a:pt x="609332" y="63177"/>
                </a:lnTo>
                <a:lnTo>
                  <a:pt x="609418" y="62730"/>
                </a:lnTo>
                <a:lnTo>
                  <a:pt x="609509" y="62285"/>
                </a:lnTo>
                <a:lnTo>
                  <a:pt x="609604" y="61842"/>
                </a:lnTo>
                <a:lnTo>
                  <a:pt x="609703" y="61402"/>
                </a:lnTo>
                <a:lnTo>
                  <a:pt x="609807" y="60965"/>
                </a:lnTo>
                <a:lnTo>
                  <a:pt x="609915" y="60533"/>
                </a:lnTo>
                <a:lnTo>
                  <a:pt x="610028" y="60105"/>
                </a:lnTo>
                <a:lnTo>
                  <a:pt x="610145" y="59681"/>
                </a:lnTo>
                <a:lnTo>
                  <a:pt x="610267" y="59262"/>
                </a:lnTo>
                <a:lnTo>
                  <a:pt x="610394" y="58847"/>
                </a:lnTo>
                <a:lnTo>
                  <a:pt x="610525" y="58436"/>
                </a:lnTo>
                <a:lnTo>
                  <a:pt x="610661" y="58030"/>
                </a:lnTo>
                <a:lnTo>
                  <a:pt x="610801" y="57628"/>
                </a:lnTo>
                <a:lnTo>
                  <a:pt x="610946" y="57230"/>
                </a:lnTo>
                <a:lnTo>
                  <a:pt x="611096" y="56837"/>
                </a:lnTo>
                <a:lnTo>
                  <a:pt x="611250" y="56448"/>
                </a:lnTo>
                <a:lnTo>
                  <a:pt x="611409" y="56063"/>
                </a:lnTo>
                <a:lnTo>
                  <a:pt x="611572" y="55683"/>
                </a:lnTo>
                <a:lnTo>
                  <a:pt x="611740" y="55307"/>
                </a:lnTo>
                <a:lnTo>
                  <a:pt x="611913" y="54936"/>
                </a:lnTo>
                <a:lnTo>
                  <a:pt x="612090" y="54568"/>
                </a:lnTo>
                <a:lnTo>
                  <a:pt x="612272" y="54206"/>
                </a:lnTo>
                <a:lnTo>
                  <a:pt x="612459" y="53847"/>
                </a:lnTo>
                <a:lnTo>
                  <a:pt x="612650" y="53493"/>
                </a:lnTo>
                <a:lnTo>
                  <a:pt x="612845" y="53143"/>
                </a:lnTo>
                <a:lnTo>
                  <a:pt x="613046" y="52798"/>
                </a:lnTo>
                <a:lnTo>
                  <a:pt x="613250" y="52457"/>
                </a:lnTo>
                <a:lnTo>
                  <a:pt x="613460" y="52120"/>
                </a:lnTo>
                <a:lnTo>
                  <a:pt x="613674" y="51788"/>
                </a:lnTo>
                <a:lnTo>
                  <a:pt x="613894" y="51462"/>
                </a:lnTo>
                <a:lnTo>
                  <a:pt x="614118" y="51143"/>
                </a:lnTo>
                <a:lnTo>
                  <a:pt x="614348" y="50829"/>
                </a:lnTo>
                <a:lnTo>
                  <a:pt x="614583" y="50521"/>
                </a:lnTo>
                <a:lnTo>
                  <a:pt x="614823" y="50218"/>
                </a:lnTo>
                <a:lnTo>
                  <a:pt x="615068" y="49922"/>
                </a:lnTo>
                <a:lnTo>
                  <a:pt x="615318" y="49632"/>
                </a:lnTo>
                <a:lnTo>
                  <a:pt x="615573" y="49347"/>
                </a:lnTo>
                <a:lnTo>
                  <a:pt x="615834" y="49068"/>
                </a:lnTo>
                <a:lnTo>
                  <a:pt x="616099" y="48795"/>
                </a:lnTo>
                <a:lnTo>
                  <a:pt x="616370" y="48529"/>
                </a:lnTo>
                <a:lnTo>
                  <a:pt x="616646" y="48268"/>
                </a:lnTo>
                <a:lnTo>
                  <a:pt x="616926" y="48012"/>
                </a:lnTo>
                <a:lnTo>
                  <a:pt x="617212" y="47763"/>
                </a:lnTo>
                <a:lnTo>
                  <a:pt x="617504" y="47520"/>
                </a:lnTo>
                <a:lnTo>
                  <a:pt x="617800" y="47282"/>
                </a:lnTo>
                <a:lnTo>
                  <a:pt x="618101" y="47051"/>
                </a:lnTo>
                <a:lnTo>
                  <a:pt x="618407" y="46825"/>
                </a:lnTo>
                <a:lnTo>
                  <a:pt x="618719" y="46605"/>
                </a:lnTo>
                <a:lnTo>
                  <a:pt x="619036" y="46391"/>
                </a:lnTo>
                <a:lnTo>
                  <a:pt x="619357" y="46183"/>
                </a:lnTo>
                <a:lnTo>
                  <a:pt x="619684" y="45981"/>
                </a:lnTo>
                <a:lnTo>
                  <a:pt x="620016" y="45784"/>
                </a:lnTo>
                <a:lnTo>
                  <a:pt x="620354" y="45595"/>
                </a:lnTo>
                <a:lnTo>
                  <a:pt x="620697" y="45414"/>
                </a:lnTo>
                <a:lnTo>
                  <a:pt x="621045" y="45241"/>
                </a:lnTo>
                <a:lnTo>
                  <a:pt x="621399" y="45075"/>
                </a:lnTo>
                <a:lnTo>
                  <a:pt x="621758" y="44918"/>
                </a:lnTo>
                <a:lnTo>
                  <a:pt x="622123" y="44769"/>
                </a:lnTo>
                <a:lnTo>
                  <a:pt x="622493" y="44628"/>
                </a:lnTo>
                <a:lnTo>
                  <a:pt x="622869" y="44495"/>
                </a:lnTo>
                <a:lnTo>
                  <a:pt x="623250" y="44370"/>
                </a:lnTo>
                <a:lnTo>
                  <a:pt x="623637" y="44254"/>
                </a:lnTo>
                <a:lnTo>
                  <a:pt x="624029" y="44145"/>
                </a:lnTo>
                <a:lnTo>
                  <a:pt x="624427" y="44044"/>
                </a:lnTo>
                <a:lnTo>
                  <a:pt x="624831" y="43951"/>
                </a:lnTo>
                <a:lnTo>
                  <a:pt x="625239" y="43867"/>
                </a:lnTo>
                <a:lnTo>
                  <a:pt x="625654" y="43790"/>
                </a:lnTo>
                <a:lnTo>
                  <a:pt x="626074" y="43722"/>
                </a:lnTo>
                <a:lnTo>
                  <a:pt x="626499" y="43661"/>
                </a:lnTo>
                <a:lnTo>
                  <a:pt x="626930" y="43609"/>
                </a:lnTo>
                <a:lnTo>
                  <a:pt x="627366" y="43565"/>
                </a:lnTo>
                <a:lnTo>
                  <a:pt x="627808" y="43528"/>
                </a:lnTo>
                <a:lnTo>
                  <a:pt x="628255" y="43500"/>
                </a:lnTo>
                <a:lnTo>
                  <a:pt x="628708" y="43480"/>
                </a:lnTo>
                <a:lnTo>
                  <a:pt x="629166" y="43468"/>
                </a:lnTo>
                <a:lnTo>
                  <a:pt x="629630" y="43464"/>
                </a:lnTo>
                <a:lnTo>
                  <a:pt x="630057" y="43467"/>
                </a:lnTo>
                <a:lnTo>
                  <a:pt x="630480" y="43476"/>
                </a:lnTo>
                <a:lnTo>
                  <a:pt x="630898" y="43492"/>
                </a:lnTo>
                <a:lnTo>
                  <a:pt x="631312" y="43513"/>
                </a:lnTo>
                <a:lnTo>
                  <a:pt x="631721" y="43541"/>
                </a:lnTo>
                <a:lnTo>
                  <a:pt x="632126" y="43574"/>
                </a:lnTo>
                <a:lnTo>
                  <a:pt x="632525" y="43614"/>
                </a:lnTo>
                <a:lnTo>
                  <a:pt x="632921" y="43660"/>
                </a:lnTo>
                <a:lnTo>
                  <a:pt x="633311" y="43713"/>
                </a:lnTo>
                <a:lnTo>
                  <a:pt x="633697" y="43771"/>
                </a:lnTo>
                <a:lnTo>
                  <a:pt x="634078" y="43835"/>
                </a:lnTo>
                <a:lnTo>
                  <a:pt x="634455" y="43906"/>
                </a:lnTo>
                <a:lnTo>
                  <a:pt x="634827" y="43983"/>
                </a:lnTo>
                <a:lnTo>
                  <a:pt x="635195" y="44066"/>
                </a:lnTo>
                <a:lnTo>
                  <a:pt x="635558" y="44155"/>
                </a:lnTo>
                <a:lnTo>
                  <a:pt x="635916" y="44250"/>
                </a:lnTo>
                <a:lnTo>
                  <a:pt x="636270" y="44351"/>
                </a:lnTo>
                <a:lnTo>
                  <a:pt x="636619" y="44458"/>
                </a:lnTo>
                <a:lnTo>
                  <a:pt x="636964" y="44572"/>
                </a:lnTo>
                <a:lnTo>
                  <a:pt x="637304" y="44692"/>
                </a:lnTo>
                <a:lnTo>
                  <a:pt x="637639" y="44818"/>
                </a:lnTo>
                <a:lnTo>
                  <a:pt x="637970" y="44950"/>
                </a:lnTo>
                <a:lnTo>
                  <a:pt x="638296" y="45088"/>
                </a:lnTo>
                <a:lnTo>
                  <a:pt x="638617" y="45232"/>
                </a:lnTo>
                <a:lnTo>
                  <a:pt x="638935" y="45381"/>
                </a:lnTo>
                <a:lnTo>
                  <a:pt x="639247" y="45535"/>
                </a:lnTo>
                <a:lnTo>
                  <a:pt x="639556" y="45693"/>
                </a:lnTo>
                <a:lnTo>
                  <a:pt x="639861" y="45855"/>
                </a:lnTo>
                <a:lnTo>
                  <a:pt x="640161" y="46021"/>
                </a:lnTo>
                <a:lnTo>
                  <a:pt x="640457" y="46192"/>
                </a:lnTo>
                <a:lnTo>
                  <a:pt x="640749" y="46367"/>
                </a:lnTo>
                <a:lnTo>
                  <a:pt x="641036" y="46546"/>
                </a:lnTo>
                <a:lnTo>
                  <a:pt x="641320" y="46729"/>
                </a:lnTo>
                <a:lnTo>
                  <a:pt x="641599" y="46916"/>
                </a:lnTo>
                <a:lnTo>
                  <a:pt x="641874" y="47108"/>
                </a:lnTo>
                <a:lnTo>
                  <a:pt x="642144" y="47304"/>
                </a:lnTo>
                <a:lnTo>
                  <a:pt x="642411" y="47504"/>
                </a:lnTo>
                <a:lnTo>
                  <a:pt x="642673" y="47708"/>
                </a:lnTo>
                <a:lnTo>
                  <a:pt x="642931" y="47917"/>
                </a:lnTo>
                <a:lnTo>
                  <a:pt x="643185" y="48130"/>
                </a:lnTo>
                <a:lnTo>
                  <a:pt x="643434" y="48347"/>
                </a:lnTo>
                <a:lnTo>
                  <a:pt x="643680" y="48568"/>
                </a:lnTo>
                <a:lnTo>
                  <a:pt x="643921" y="48793"/>
                </a:lnTo>
                <a:lnTo>
                  <a:pt x="644158" y="49023"/>
                </a:lnTo>
                <a:lnTo>
                  <a:pt x="644391" y="49257"/>
                </a:lnTo>
                <a:lnTo>
                  <a:pt x="644619" y="49495"/>
                </a:lnTo>
                <a:lnTo>
                  <a:pt x="644843" y="49737"/>
                </a:lnTo>
                <a:lnTo>
                  <a:pt x="645063" y="49984"/>
                </a:lnTo>
                <a:lnTo>
                  <a:pt x="645280" y="50234"/>
                </a:lnTo>
                <a:lnTo>
                  <a:pt x="645493" y="50486"/>
                </a:lnTo>
                <a:lnTo>
                  <a:pt x="645702" y="50742"/>
                </a:lnTo>
                <a:lnTo>
                  <a:pt x="645909" y="51001"/>
                </a:lnTo>
                <a:lnTo>
                  <a:pt x="646111" y="51262"/>
                </a:lnTo>
                <a:lnTo>
                  <a:pt x="646311" y="51526"/>
                </a:lnTo>
                <a:lnTo>
                  <a:pt x="646507" y="51793"/>
                </a:lnTo>
                <a:lnTo>
                  <a:pt x="646700" y="52063"/>
                </a:lnTo>
                <a:lnTo>
                  <a:pt x="646890" y="52335"/>
                </a:lnTo>
                <a:lnTo>
                  <a:pt x="647076" y="52610"/>
                </a:lnTo>
                <a:lnTo>
                  <a:pt x="647259" y="52889"/>
                </a:lnTo>
                <a:lnTo>
                  <a:pt x="647439" y="53170"/>
                </a:lnTo>
                <a:lnTo>
                  <a:pt x="647616" y="53453"/>
                </a:lnTo>
                <a:lnTo>
                  <a:pt x="647789" y="53740"/>
                </a:lnTo>
                <a:lnTo>
                  <a:pt x="647958" y="54029"/>
                </a:lnTo>
                <a:lnTo>
                  <a:pt x="648125" y="54322"/>
                </a:lnTo>
                <a:lnTo>
                  <a:pt x="648288" y="54617"/>
                </a:lnTo>
                <a:lnTo>
                  <a:pt x="648448" y="54915"/>
                </a:lnTo>
                <a:lnTo>
                  <a:pt x="648489" y="54994"/>
                </a:lnTo>
                <a:lnTo>
                  <a:pt x="648489" y="91137"/>
                </a:lnTo>
                <a:lnTo>
                  <a:pt x="648351" y="91409"/>
                </a:lnTo>
                <a:lnTo>
                  <a:pt x="648143" y="91809"/>
                </a:lnTo>
                <a:close/>
                <a:moveTo>
                  <a:pt x="478659" y="33445"/>
                </a:moveTo>
                <a:lnTo>
                  <a:pt x="478659" y="113154"/>
                </a:lnTo>
                <a:lnTo>
                  <a:pt x="492361" y="113154"/>
                </a:lnTo>
                <a:lnTo>
                  <a:pt x="492361" y="33445"/>
                </a:lnTo>
                <a:lnTo>
                  <a:pt x="478659" y="33445"/>
                </a:lnTo>
                <a:close/>
                <a:moveTo>
                  <a:pt x="684451" y="108173"/>
                </a:moveTo>
                <a:lnTo>
                  <a:pt x="684490" y="108420"/>
                </a:lnTo>
                <a:lnTo>
                  <a:pt x="684535" y="108664"/>
                </a:lnTo>
                <a:lnTo>
                  <a:pt x="684588" y="108905"/>
                </a:lnTo>
                <a:lnTo>
                  <a:pt x="684648" y="109143"/>
                </a:lnTo>
                <a:lnTo>
                  <a:pt x="684715" y="109378"/>
                </a:lnTo>
                <a:lnTo>
                  <a:pt x="684789" y="109610"/>
                </a:lnTo>
                <a:lnTo>
                  <a:pt x="684870" y="109838"/>
                </a:lnTo>
                <a:lnTo>
                  <a:pt x="684957" y="110064"/>
                </a:lnTo>
                <a:lnTo>
                  <a:pt x="685052" y="110287"/>
                </a:lnTo>
                <a:lnTo>
                  <a:pt x="685154" y="110506"/>
                </a:lnTo>
                <a:lnTo>
                  <a:pt x="685263" y="110722"/>
                </a:lnTo>
                <a:lnTo>
                  <a:pt x="685380" y="110936"/>
                </a:lnTo>
                <a:lnTo>
                  <a:pt x="685503" y="111146"/>
                </a:lnTo>
                <a:lnTo>
                  <a:pt x="685633" y="111353"/>
                </a:lnTo>
                <a:lnTo>
                  <a:pt x="685770" y="111557"/>
                </a:lnTo>
                <a:lnTo>
                  <a:pt x="685914" y="111758"/>
                </a:lnTo>
                <a:lnTo>
                  <a:pt x="686065" y="111956"/>
                </a:lnTo>
                <a:lnTo>
                  <a:pt x="686224" y="112151"/>
                </a:lnTo>
                <a:lnTo>
                  <a:pt x="686389" y="112343"/>
                </a:lnTo>
                <a:lnTo>
                  <a:pt x="686561" y="112530"/>
                </a:lnTo>
                <a:lnTo>
                  <a:pt x="686740" y="112708"/>
                </a:lnTo>
                <a:lnTo>
                  <a:pt x="686926" y="112878"/>
                </a:lnTo>
                <a:lnTo>
                  <a:pt x="687118" y="113041"/>
                </a:lnTo>
                <a:lnTo>
                  <a:pt x="687318" y="113196"/>
                </a:lnTo>
                <a:lnTo>
                  <a:pt x="687524" y="113342"/>
                </a:lnTo>
                <a:lnTo>
                  <a:pt x="687737" y="113481"/>
                </a:lnTo>
                <a:lnTo>
                  <a:pt x="687956" y="113612"/>
                </a:lnTo>
                <a:lnTo>
                  <a:pt x="688183" y="113735"/>
                </a:lnTo>
                <a:lnTo>
                  <a:pt x="688416" y="113850"/>
                </a:lnTo>
                <a:lnTo>
                  <a:pt x="688656" y="113957"/>
                </a:lnTo>
                <a:lnTo>
                  <a:pt x="688903" y="114056"/>
                </a:lnTo>
                <a:lnTo>
                  <a:pt x="689156" y="114147"/>
                </a:lnTo>
                <a:lnTo>
                  <a:pt x="689417" y="114230"/>
                </a:lnTo>
                <a:lnTo>
                  <a:pt x="689684" y="114306"/>
                </a:lnTo>
                <a:lnTo>
                  <a:pt x="689958" y="114373"/>
                </a:lnTo>
                <a:lnTo>
                  <a:pt x="690238" y="114433"/>
                </a:lnTo>
                <a:lnTo>
                  <a:pt x="690526" y="114484"/>
                </a:lnTo>
                <a:lnTo>
                  <a:pt x="690820" y="114528"/>
                </a:lnTo>
                <a:lnTo>
                  <a:pt x="691121" y="114563"/>
                </a:lnTo>
                <a:lnTo>
                  <a:pt x="691429" y="114591"/>
                </a:lnTo>
                <a:lnTo>
                  <a:pt x="691743" y="114611"/>
                </a:lnTo>
                <a:lnTo>
                  <a:pt x="692065" y="114623"/>
                </a:lnTo>
                <a:lnTo>
                  <a:pt x="692393" y="114627"/>
                </a:lnTo>
                <a:lnTo>
                  <a:pt x="692715" y="114623"/>
                </a:lnTo>
                <a:lnTo>
                  <a:pt x="693031" y="114611"/>
                </a:lnTo>
                <a:lnTo>
                  <a:pt x="693341" y="114591"/>
                </a:lnTo>
                <a:lnTo>
                  <a:pt x="693644" y="114563"/>
                </a:lnTo>
                <a:lnTo>
                  <a:pt x="693941" y="114528"/>
                </a:lnTo>
                <a:lnTo>
                  <a:pt x="694232" y="114484"/>
                </a:lnTo>
                <a:lnTo>
                  <a:pt x="694517" y="114433"/>
                </a:lnTo>
                <a:lnTo>
                  <a:pt x="694795" y="114373"/>
                </a:lnTo>
                <a:lnTo>
                  <a:pt x="695067" y="114306"/>
                </a:lnTo>
                <a:lnTo>
                  <a:pt x="695333" y="114230"/>
                </a:lnTo>
                <a:lnTo>
                  <a:pt x="695593" y="114147"/>
                </a:lnTo>
                <a:lnTo>
                  <a:pt x="695846" y="114056"/>
                </a:lnTo>
                <a:lnTo>
                  <a:pt x="696093" y="113957"/>
                </a:lnTo>
                <a:lnTo>
                  <a:pt x="696334" y="113850"/>
                </a:lnTo>
                <a:lnTo>
                  <a:pt x="696568" y="113735"/>
                </a:lnTo>
                <a:lnTo>
                  <a:pt x="696797" y="113612"/>
                </a:lnTo>
                <a:lnTo>
                  <a:pt x="697018" y="113481"/>
                </a:lnTo>
                <a:lnTo>
                  <a:pt x="697234" y="113342"/>
                </a:lnTo>
                <a:lnTo>
                  <a:pt x="697444" y="113196"/>
                </a:lnTo>
                <a:lnTo>
                  <a:pt x="697647" y="113041"/>
                </a:lnTo>
                <a:lnTo>
                  <a:pt x="697844" y="112878"/>
                </a:lnTo>
                <a:lnTo>
                  <a:pt x="698034" y="112708"/>
                </a:lnTo>
                <a:lnTo>
                  <a:pt x="698219" y="112530"/>
                </a:lnTo>
                <a:lnTo>
                  <a:pt x="698397" y="112343"/>
                </a:lnTo>
                <a:lnTo>
                  <a:pt x="698568" y="112151"/>
                </a:lnTo>
                <a:lnTo>
                  <a:pt x="698732" y="111956"/>
                </a:lnTo>
                <a:lnTo>
                  <a:pt x="698889" y="111758"/>
                </a:lnTo>
                <a:lnTo>
                  <a:pt x="699038" y="111557"/>
                </a:lnTo>
                <a:lnTo>
                  <a:pt x="699180" y="111353"/>
                </a:lnTo>
                <a:lnTo>
                  <a:pt x="699315" y="111146"/>
                </a:lnTo>
                <a:lnTo>
                  <a:pt x="699443" y="110936"/>
                </a:lnTo>
                <a:lnTo>
                  <a:pt x="699563" y="110722"/>
                </a:lnTo>
                <a:lnTo>
                  <a:pt x="699676" y="110506"/>
                </a:lnTo>
                <a:lnTo>
                  <a:pt x="699782" y="110287"/>
                </a:lnTo>
                <a:lnTo>
                  <a:pt x="699880" y="110064"/>
                </a:lnTo>
                <a:lnTo>
                  <a:pt x="699971" y="109838"/>
                </a:lnTo>
                <a:lnTo>
                  <a:pt x="700055" y="109610"/>
                </a:lnTo>
                <a:lnTo>
                  <a:pt x="700132" y="109378"/>
                </a:lnTo>
                <a:lnTo>
                  <a:pt x="700201" y="109143"/>
                </a:lnTo>
                <a:lnTo>
                  <a:pt x="700263" y="108905"/>
                </a:lnTo>
                <a:lnTo>
                  <a:pt x="700318" y="108664"/>
                </a:lnTo>
                <a:lnTo>
                  <a:pt x="700365" y="108420"/>
                </a:lnTo>
                <a:lnTo>
                  <a:pt x="700405" y="108173"/>
                </a:lnTo>
                <a:lnTo>
                  <a:pt x="700438" y="107923"/>
                </a:lnTo>
                <a:lnTo>
                  <a:pt x="700463" y="107670"/>
                </a:lnTo>
                <a:lnTo>
                  <a:pt x="700482" y="107414"/>
                </a:lnTo>
                <a:lnTo>
                  <a:pt x="700493" y="107154"/>
                </a:lnTo>
                <a:lnTo>
                  <a:pt x="700496" y="106892"/>
                </a:lnTo>
                <a:lnTo>
                  <a:pt x="700493" y="106617"/>
                </a:lnTo>
                <a:lnTo>
                  <a:pt x="700482" y="106346"/>
                </a:lnTo>
                <a:lnTo>
                  <a:pt x="700463" y="106079"/>
                </a:lnTo>
                <a:lnTo>
                  <a:pt x="700438" y="105815"/>
                </a:lnTo>
                <a:lnTo>
                  <a:pt x="700405" y="105555"/>
                </a:lnTo>
                <a:lnTo>
                  <a:pt x="700365" y="105299"/>
                </a:lnTo>
                <a:lnTo>
                  <a:pt x="700318" y="105046"/>
                </a:lnTo>
                <a:lnTo>
                  <a:pt x="700263" y="104796"/>
                </a:lnTo>
                <a:lnTo>
                  <a:pt x="700201" y="104551"/>
                </a:lnTo>
                <a:lnTo>
                  <a:pt x="700132" y="104308"/>
                </a:lnTo>
                <a:lnTo>
                  <a:pt x="700055" y="104070"/>
                </a:lnTo>
                <a:lnTo>
                  <a:pt x="699971" y="103835"/>
                </a:lnTo>
                <a:lnTo>
                  <a:pt x="699880" y="103603"/>
                </a:lnTo>
                <a:lnTo>
                  <a:pt x="699782" y="103375"/>
                </a:lnTo>
                <a:lnTo>
                  <a:pt x="699676" y="103151"/>
                </a:lnTo>
                <a:lnTo>
                  <a:pt x="699563" y="102930"/>
                </a:lnTo>
                <a:lnTo>
                  <a:pt x="699443" y="102713"/>
                </a:lnTo>
                <a:lnTo>
                  <a:pt x="699315" y="102499"/>
                </a:lnTo>
                <a:lnTo>
                  <a:pt x="699180" y="102289"/>
                </a:lnTo>
                <a:lnTo>
                  <a:pt x="699038" y="102083"/>
                </a:lnTo>
                <a:lnTo>
                  <a:pt x="698889" y="101880"/>
                </a:lnTo>
                <a:lnTo>
                  <a:pt x="698732" y="101681"/>
                </a:lnTo>
                <a:lnTo>
                  <a:pt x="698568" y="101485"/>
                </a:lnTo>
                <a:lnTo>
                  <a:pt x="698397" y="101293"/>
                </a:lnTo>
                <a:lnTo>
                  <a:pt x="698219" y="101107"/>
                </a:lnTo>
                <a:lnTo>
                  <a:pt x="698034" y="100928"/>
                </a:lnTo>
                <a:lnTo>
                  <a:pt x="697844" y="100758"/>
                </a:lnTo>
                <a:lnTo>
                  <a:pt x="697647" y="100595"/>
                </a:lnTo>
                <a:lnTo>
                  <a:pt x="697444" y="100441"/>
                </a:lnTo>
                <a:lnTo>
                  <a:pt x="697234" y="100294"/>
                </a:lnTo>
                <a:lnTo>
                  <a:pt x="697018" y="100155"/>
                </a:lnTo>
                <a:lnTo>
                  <a:pt x="696797" y="100024"/>
                </a:lnTo>
                <a:lnTo>
                  <a:pt x="696568" y="99901"/>
                </a:lnTo>
                <a:lnTo>
                  <a:pt x="696334" y="99786"/>
                </a:lnTo>
                <a:lnTo>
                  <a:pt x="696093" y="99679"/>
                </a:lnTo>
                <a:lnTo>
                  <a:pt x="695846" y="99580"/>
                </a:lnTo>
                <a:lnTo>
                  <a:pt x="695593" y="99489"/>
                </a:lnTo>
                <a:lnTo>
                  <a:pt x="695333" y="99406"/>
                </a:lnTo>
                <a:lnTo>
                  <a:pt x="695067" y="99330"/>
                </a:lnTo>
                <a:lnTo>
                  <a:pt x="694795" y="99263"/>
                </a:lnTo>
                <a:lnTo>
                  <a:pt x="694517" y="99204"/>
                </a:lnTo>
                <a:lnTo>
                  <a:pt x="694232" y="99152"/>
                </a:lnTo>
                <a:lnTo>
                  <a:pt x="693941" y="99108"/>
                </a:lnTo>
                <a:lnTo>
                  <a:pt x="693644" y="99073"/>
                </a:lnTo>
                <a:lnTo>
                  <a:pt x="693341" y="99045"/>
                </a:lnTo>
                <a:lnTo>
                  <a:pt x="693031" y="99025"/>
                </a:lnTo>
                <a:lnTo>
                  <a:pt x="692715" y="99013"/>
                </a:lnTo>
                <a:lnTo>
                  <a:pt x="692393" y="99009"/>
                </a:lnTo>
                <a:lnTo>
                  <a:pt x="692065" y="99013"/>
                </a:lnTo>
                <a:lnTo>
                  <a:pt x="691743" y="99025"/>
                </a:lnTo>
                <a:lnTo>
                  <a:pt x="691429" y="99045"/>
                </a:lnTo>
                <a:lnTo>
                  <a:pt x="691121" y="99073"/>
                </a:lnTo>
                <a:lnTo>
                  <a:pt x="690820" y="99108"/>
                </a:lnTo>
                <a:lnTo>
                  <a:pt x="690526" y="99152"/>
                </a:lnTo>
                <a:lnTo>
                  <a:pt x="690238" y="99204"/>
                </a:lnTo>
                <a:lnTo>
                  <a:pt x="689958" y="99263"/>
                </a:lnTo>
                <a:lnTo>
                  <a:pt x="689684" y="99330"/>
                </a:lnTo>
                <a:lnTo>
                  <a:pt x="689417" y="99406"/>
                </a:lnTo>
                <a:lnTo>
                  <a:pt x="689156" y="99489"/>
                </a:lnTo>
                <a:lnTo>
                  <a:pt x="688903" y="99580"/>
                </a:lnTo>
                <a:lnTo>
                  <a:pt x="688656" y="99679"/>
                </a:lnTo>
                <a:lnTo>
                  <a:pt x="688416" y="99786"/>
                </a:lnTo>
                <a:lnTo>
                  <a:pt x="688183" y="99901"/>
                </a:lnTo>
                <a:lnTo>
                  <a:pt x="687956" y="100024"/>
                </a:lnTo>
                <a:lnTo>
                  <a:pt x="687737" y="100155"/>
                </a:lnTo>
                <a:lnTo>
                  <a:pt x="687524" y="100294"/>
                </a:lnTo>
                <a:lnTo>
                  <a:pt x="687318" y="100441"/>
                </a:lnTo>
                <a:lnTo>
                  <a:pt x="687118" y="100595"/>
                </a:lnTo>
                <a:lnTo>
                  <a:pt x="686926" y="100758"/>
                </a:lnTo>
                <a:lnTo>
                  <a:pt x="686740" y="100928"/>
                </a:lnTo>
                <a:lnTo>
                  <a:pt x="686561" y="101107"/>
                </a:lnTo>
                <a:lnTo>
                  <a:pt x="686389" y="101293"/>
                </a:lnTo>
                <a:lnTo>
                  <a:pt x="686224" y="101485"/>
                </a:lnTo>
                <a:lnTo>
                  <a:pt x="686065" y="101681"/>
                </a:lnTo>
                <a:lnTo>
                  <a:pt x="685914" y="101880"/>
                </a:lnTo>
                <a:lnTo>
                  <a:pt x="685770" y="102083"/>
                </a:lnTo>
                <a:lnTo>
                  <a:pt x="685633" y="102289"/>
                </a:lnTo>
                <a:lnTo>
                  <a:pt x="685503" y="102499"/>
                </a:lnTo>
                <a:lnTo>
                  <a:pt x="685380" y="102713"/>
                </a:lnTo>
                <a:lnTo>
                  <a:pt x="685263" y="102930"/>
                </a:lnTo>
                <a:lnTo>
                  <a:pt x="685154" y="103151"/>
                </a:lnTo>
                <a:lnTo>
                  <a:pt x="685052" y="103375"/>
                </a:lnTo>
                <a:lnTo>
                  <a:pt x="684957" y="103603"/>
                </a:lnTo>
                <a:lnTo>
                  <a:pt x="684870" y="103835"/>
                </a:lnTo>
                <a:lnTo>
                  <a:pt x="684789" y="104070"/>
                </a:lnTo>
                <a:lnTo>
                  <a:pt x="684715" y="104308"/>
                </a:lnTo>
                <a:lnTo>
                  <a:pt x="684648" y="104551"/>
                </a:lnTo>
                <a:lnTo>
                  <a:pt x="684588" y="104796"/>
                </a:lnTo>
                <a:lnTo>
                  <a:pt x="684535" y="105046"/>
                </a:lnTo>
                <a:lnTo>
                  <a:pt x="684490" y="105299"/>
                </a:lnTo>
                <a:lnTo>
                  <a:pt x="684451" y="105555"/>
                </a:lnTo>
                <a:lnTo>
                  <a:pt x="684419" y="105815"/>
                </a:lnTo>
                <a:lnTo>
                  <a:pt x="684395" y="106079"/>
                </a:lnTo>
                <a:lnTo>
                  <a:pt x="684377" y="106346"/>
                </a:lnTo>
                <a:lnTo>
                  <a:pt x="684367" y="106617"/>
                </a:lnTo>
                <a:lnTo>
                  <a:pt x="684363" y="106892"/>
                </a:lnTo>
                <a:lnTo>
                  <a:pt x="684367" y="107154"/>
                </a:lnTo>
                <a:lnTo>
                  <a:pt x="684377" y="107414"/>
                </a:lnTo>
                <a:lnTo>
                  <a:pt x="684395" y="107670"/>
                </a:lnTo>
                <a:lnTo>
                  <a:pt x="684419" y="107923"/>
                </a:lnTo>
                <a:lnTo>
                  <a:pt x="684451" y="10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deffunction(x):">
            <a:extLst xmlns:a="http://schemas.openxmlformats.org/drawingml/2006/main">
              <a:ext uri="{FF2B5EF4-FFF2-40B4-BE49-F238E27FC236}">
                <a16:creationId xmlns:a16="http://schemas.microsoft.com/office/drawing/2014/main" id="{EFFA65E7-5993-490B-9A83-D676578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946" y="3164087"/>
            <a:ext cx="1280960" cy="140839"/>
          </a:xfrm>
          <a:custGeom xmlns:a="http://schemas.openxmlformats.org/drawingml/2006/main">
            <a:pathLst>
              <a:path w="1280960" h="140839">
                <a:moveTo>
                  <a:pt x="0" y="72462"/>
                </a:moveTo>
                <a:lnTo>
                  <a:pt x="0" y="73869"/>
                </a:lnTo>
                <a:cubicBezTo>
                  <a:pt x="0" y="78557"/>
                  <a:pt x="603" y="83111"/>
                  <a:pt x="1808" y="87531"/>
                </a:cubicBezTo>
                <a:cubicBezTo>
                  <a:pt x="3014" y="91951"/>
                  <a:pt x="4777" y="95857"/>
                  <a:pt x="7099" y="99250"/>
                </a:cubicBezTo>
                <a:cubicBezTo>
                  <a:pt x="9510" y="102688"/>
                  <a:pt x="12512" y="105456"/>
                  <a:pt x="16106" y="107555"/>
                </a:cubicBezTo>
                <a:cubicBezTo>
                  <a:pt x="19701" y="109653"/>
                  <a:pt x="23886" y="110702"/>
                  <a:pt x="28663" y="110702"/>
                </a:cubicBezTo>
                <a:cubicBezTo>
                  <a:pt x="33083" y="110702"/>
                  <a:pt x="37213" y="109798"/>
                  <a:pt x="41053" y="107990"/>
                </a:cubicBezTo>
                <a:cubicBezTo>
                  <a:pt x="44893" y="106182"/>
                  <a:pt x="48063" y="103559"/>
                  <a:pt x="50563" y="100121"/>
                </a:cubicBezTo>
                <a:lnTo>
                  <a:pt x="50831" y="109363"/>
                </a:lnTo>
                <a:lnTo>
                  <a:pt x="58331" y="109363"/>
                </a:lnTo>
                <a:lnTo>
                  <a:pt x="58331" y="6496"/>
                </a:lnTo>
                <a:lnTo>
                  <a:pt x="50295" y="6496"/>
                </a:lnTo>
                <a:lnTo>
                  <a:pt x="50295" y="46679"/>
                </a:lnTo>
                <a:cubicBezTo>
                  <a:pt x="47929" y="43196"/>
                  <a:pt x="44893" y="40473"/>
                  <a:pt x="41187" y="38508"/>
                </a:cubicBezTo>
                <a:cubicBezTo>
                  <a:pt x="37481" y="36544"/>
                  <a:pt x="33351" y="35561"/>
                  <a:pt x="28797" y="35561"/>
                </a:cubicBezTo>
                <a:cubicBezTo>
                  <a:pt x="23842" y="35561"/>
                  <a:pt x="19555" y="36599"/>
                  <a:pt x="15939" y="38676"/>
                </a:cubicBezTo>
                <a:cubicBezTo>
                  <a:pt x="12323" y="40752"/>
                  <a:pt x="9331" y="43553"/>
                  <a:pt x="6965" y="47080"/>
                </a:cubicBezTo>
                <a:cubicBezTo>
                  <a:pt x="4688" y="50384"/>
                  <a:pt x="2958" y="54246"/>
                  <a:pt x="1775" y="58666"/>
                </a:cubicBezTo>
                <a:cubicBezTo>
                  <a:pt x="592" y="63086"/>
                  <a:pt x="0" y="67685"/>
                  <a:pt x="0" y="72462"/>
                </a:cubicBezTo>
                <a:moveTo>
                  <a:pt x="8036" y="73869"/>
                </a:moveTo>
                <a:lnTo>
                  <a:pt x="8036" y="72462"/>
                </a:lnTo>
                <a:cubicBezTo>
                  <a:pt x="8036" y="68890"/>
                  <a:pt x="8427" y="65341"/>
                  <a:pt x="9208" y="61814"/>
                </a:cubicBezTo>
                <a:cubicBezTo>
                  <a:pt x="9990" y="58287"/>
                  <a:pt x="11251" y="55094"/>
                  <a:pt x="12992" y="52237"/>
                </a:cubicBezTo>
                <a:cubicBezTo>
                  <a:pt x="14734" y="49380"/>
                  <a:pt x="17011" y="47058"/>
                  <a:pt x="19823" y="45272"/>
                </a:cubicBezTo>
                <a:cubicBezTo>
                  <a:pt x="22636" y="43486"/>
                  <a:pt x="26141" y="42593"/>
                  <a:pt x="30338" y="42593"/>
                </a:cubicBezTo>
                <a:cubicBezTo>
                  <a:pt x="34981" y="42593"/>
                  <a:pt x="39055" y="43855"/>
                  <a:pt x="42560" y="46377"/>
                </a:cubicBezTo>
                <a:cubicBezTo>
                  <a:pt x="46065" y="48900"/>
                  <a:pt x="48643" y="52215"/>
                  <a:pt x="50295" y="56322"/>
                </a:cubicBezTo>
                <a:lnTo>
                  <a:pt x="50295" y="91013"/>
                </a:lnTo>
                <a:cubicBezTo>
                  <a:pt x="48554" y="94942"/>
                  <a:pt x="45875" y="98023"/>
                  <a:pt x="42258" y="100255"/>
                </a:cubicBezTo>
                <a:cubicBezTo>
                  <a:pt x="38642" y="102487"/>
                  <a:pt x="34624" y="103604"/>
                  <a:pt x="30204" y="103604"/>
                </a:cubicBezTo>
                <a:cubicBezTo>
                  <a:pt x="26052" y="103604"/>
                  <a:pt x="22580" y="102722"/>
                  <a:pt x="19790" y="100958"/>
                </a:cubicBezTo>
                <a:cubicBezTo>
                  <a:pt x="16999" y="99195"/>
                  <a:pt x="14734" y="96884"/>
                  <a:pt x="12992" y="94027"/>
                </a:cubicBezTo>
                <a:cubicBezTo>
                  <a:pt x="11296" y="91214"/>
                  <a:pt x="10046" y="88044"/>
                  <a:pt x="9242" y="84517"/>
                </a:cubicBezTo>
                <a:cubicBezTo>
                  <a:pt x="8438" y="80990"/>
                  <a:pt x="8036" y="77440"/>
                  <a:pt x="8036" y="73869"/>
                </a:cubicBezTo>
                <a:close/>
                <a:moveTo>
                  <a:pt x="115578" y="110702"/>
                </a:moveTo>
                <a:cubicBezTo>
                  <a:pt x="121605" y="110702"/>
                  <a:pt x="126896" y="109519"/>
                  <a:pt x="131450" y="107153"/>
                </a:cubicBezTo>
                <a:cubicBezTo>
                  <a:pt x="136004" y="104787"/>
                  <a:pt x="139665" y="101684"/>
                  <a:pt x="142433" y="97844"/>
                </a:cubicBezTo>
                <a:lnTo>
                  <a:pt x="137343" y="93960"/>
                </a:lnTo>
                <a:cubicBezTo>
                  <a:pt x="134754" y="97174"/>
                  <a:pt x="131651" y="99630"/>
                  <a:pt x="128034" y="101327"/>
                </a:cubicBezTo>
                <a:cubicBezTo>
                  <a:pt x="124418" y="103023"/>
                  <a:pt x="120377" y="103871"/>
                  <a:pt x="115913" y="103871"/>
                </a:cubicBezTo>
                <a:cubicBezTo>
                  <a:pt x="112028" y="103827"/>
                  <a:pt x="108501" y="103045"/>
                  <a:pt x="105331" y="101527"/>
                </a:cubicBezTo>
                <a:cubicBezTo>
                  <a:pt x="102161" y="100009"/>
                  <a:pt x="99438" y="97933"/>
                  <a:pt x="97161" y="95299"/>
                </a:cubicBezTo>
                <a:cubicBezTo>
                  <a:pt x="94929" y="92799"/>
                  <a:pt x="93176" y="89897"/>
                  <a:pt x="91904" y="86593"/>
                </a:cubicBezTo>
                <a:cubicBezTo>
                  <a:pt x="90631" y="83289"/>
                  <a:pt x="89906" y="79717"/>
                  <a:pt x="89727" y="75878"/>
                </a:cubicBezTo>
                <a:lnTo>
                  <a:pt x="89727" y="73668"/>
                </a:lnTo>
                <a:lnTo>
                  <a:pt x="143973" y="73668"/>
                </a:lnTo>
                <a:lnTo>
                  <a:pt x="143973" y="68779"/>
                </a:lnTo>
                <a:cubicBezTo>
                  <a:pt x="143973" y="64180"/>
                  <a:pt x="143315" y="59861"/>
                  <a:pt x="141998" y="55820"/>
                </a:cubicBezTo>
                <a:cubicBezTo>
                  <a:pt x="140681" y="51779"/>
                  <a:pt x="138772" y="48241"/>
                  <a:pt x="136272" y="45205"/>
                </a:cubicBezTo>
                <a:cubicBezTo>
                  <a:pt x="133727" y="42214"/>
                  <a:pt x="130590" y="39859"/>
                  <a:pt x="126862" y="38140"/>
                </a:cubicBezTo>
                <a:cubicBezTo>
                  <a:pt x="123134" y="36421"/>
                  <a:pt x="118882" y="35561"/>
                  <a:pt x="114104" y="35561"/>
                </a:cubicBezTo>
                <a:cubicBezTo>
                  <a:pt x="109550" y="35561"/>
                  <a:pt x="105320" y="36499"/>
                  <a:pt x="101414" y="38374"/>
                </a:cubicBezTo>
                <a:cubicBezTo>
                  <a:pt x="97507" y="40249"/>
                  <a:pt x="94103" y="42839"/>
                  <a:pt x="91201" y="46143"/>
                </a:cubicBezTo>
                <a:cubicBezTo>
                  <a:pt x="88254" y="49447"/>
                  <a:pt x="85943" y="53331"/>
                  <a:pt x="84269" y="57796"/>
                </a:cubicBezTo>
                <a:cubicBezTo>
                  <a:pt x="82595" y="62260"/>
                  <a:pt x="81758" y="67082"/>
                  <a:pt x="81758" y="72261"/>
                </a:cubicBezTo>
                <a:lnTo>
                  <a:pt x="81758" y="75141"/>
                </a:lnTo>
                <a:cubicBezTo>
                  <a:pt x="81758" y="80008"/>
                  <a:pt x="82584" y="84595"/>
                  <a:pt x="84236" y="88903"/>
                </a:cubicBezTo>
                <a:cubicBezTo>
                  <a:pt x="85888" y="93212"/>
                  <a:pt x="88209" y="96996"/>
                  <a:pt x="91201" y="100255"/>
                </a:cubicBezTo>
                <a:cubicBezTo>
                  <a:pt x="94147" y="103470"/>
                  <a:pt x="97697" y="106014"/>
                  <a:pt x="101849" y="107890"/>
                </a:cubicBezTo>
                <a:cubicBezTo>
                  <a:pt x="106001" y="109765"/>
                  <a:pt x="110577" y="110702"/>
                  <a:pt x="115578" y="110702"/>
                </a:cubicBezTo>
                <a:moveTo>
                  <a:pt x="114104" y="42459"/>
                </a:moveTo>
                <a:cubicBezTo>
                  <a:pt x="117542" y="42459"/>
                  <a:pt x="120601" y="43118"/>
                  <a:pt x="123279" y="44435"/>
                </a:cubicBezTo>
                <a:cubicBezTo>
                  <a:pt x="125958" y="45752"/>
                  <a:pt x="128235" y="47504"/>
                  <a:pt x="130110" y="49692"/>
                </a:cubicBezTo>
                <a:cubicBezTo>
                  <a:pt x="131941" y="51880"/>
                  <a:pt x="133381" y="54425"/>
                  <a:pt x="134430" y="57327"/>
                </a:cubicBezTo>
                <a:cubicBezTo>
                  <a:pt x="135479" y="60229"/>
                  <a:pt x="136004" y="63131"/>
                  <a:pt x="136004" y="66033"/>
                </a:cubicBezTo>
                <a:lnTo>
                  <a:pt x="136004" y="66770"/>
                </a:lnTo>
                <a:lnTo>
                  <a:pt x="90129" y="66770"/>
                </a:lnTo>
                <a:cubicBezTo>
                  <a:pt x="90575" y="63287"/>
                  <a:pt x="91468" y="60061"/>
                  <a:pt x="92808" y="57092"/>
                </a:cubicBezTo>
                <a:cubicBezTo>
                  <a:pt x="94147" y="54123"/>
                  <a:pt x="95866" y="51545"/>
                  <a:pt x="97965" y="49357"/>
                </a:cubicBezTo>
                <a:cubicBezTo>
                  <a:pt x="100018" y="47214"/>
                  <a:pt x="102407" y="45529"/>
                  <a:pt x="105130" y="44301"/>
                </a:cubicBezTo>
                <a:cubicBezTo>
                  <a:pt x="107854" y="43073"/>
                  <a:pt x="110845" y="42459"/>
                  <a:pt x="114104" y="42459"/>
                </a:cubicBezTo>
                <a:close/>
                <a:moveTo>
                  <a:pt x="186366" y="109363"/>
                </a:moveTo>
                <a:lnTo>
                  <a:pt x="194737" y="109363"/>
                </a:lnTo>
                <a:lnTo>
                  <a:pt x="194603" y="43531"/>
                </a:lnTo>
                <a:lnTo>
                  <a:pt x="223468" y="43531"/>
                </a:lnTo>
                <a:lnTo>
                  <a:pt x="223468" y="36901"/>
                </a:lnTo>
                <a:lnTo>
                  <a:pt x="194603" y="36901"/>
                </a:lnTo>
                <a:lnTo>
                  <a:pt x="194603" y="31141"/>
                </a:lnTo>
                <a:cubicBezTo>
                  <a:pt x="194603" y="27570"/>
                  <a:pt x="195150" y="24467"/>
                  <a:pt x="196244" y="21832"/>
                </a:cubicBezTo>
                <a:cubicBezTo>
                  <a:pt x="197338" y="19198"/>
                  <a:pt x="198823" y="17100"/>
                  <a:pt x="200698" y="15537"/>
                </a:cubicBezTo>
                <a:cubicBezTo>
                  <a:pt x="202573" y="14064"/>
                  <a:pt x="204749" y="13003"/>
                  <a:pt x="207227" y="12356"/>
                </a:cubicBezTo>
                <a:cubicBezTo>
                  <a:pt x="209705" y="11709"/>
                  <a:pt x="212529" y="11385"/>
                  <a:pt x="215699" y="11385"/>
                </a:cubicBezTo>
                <a:cubicBezTo>
                  <a:pt x="218065" y="11385"/>
                  <a:pt x="220342" y="11541"/>
                  <a:pt x="222530" y="11854"/>
                </a:cubicBezTo>
                <a:cubicBezTo>
                  <a:pt x="224718" y="12166"/>
                  <a:pt x="226772" y="12568"/>
                  <a:pt x="228691" y="13059"/>
                </a:cubicBezTo>
                <a:lnTo>
                  <a:pt x="229696" y="6228"/>
                </a:lnTo>
                <a:cubicBezTo>
                  <a:pt x="228535" y="5916"/>
                  <a:pt x="227386" y="5659"/>
                  <a:pt x="226247" y="5458"/>
                </a:cubicBezTo>
                <a:cubicBezTo>
                  <a:pt x="225109" y="5257"/>
                  <a:pt x="223959" y="5090"/>
                  <a:pt x="222798" y="4956"/>
                </a:cubicBezTo>
                <a:cubicBezTo>
                  <a:pt x="221503" y="4777"/>
                  <a:pt x="220197" y="4632"/>
                  <a:pt x="218880" y="4521"/>
                </a:cubicBezTo>
                <a:cubicBezTo>
                  <a:pt x="217563" y="4409"/>
                  <a:pt x="216213" y="4353"/>
                  <a:pt x="214829" y="4353"/>
                </a:cubicBezTo>
                <a:cubicBezTo>
                  <a:pt x="210944" y="4353"/>
                  <a:pt x="207294" y="4822"/>
                  <a:pt x="203879" y="5759"/>
                </a:cubicBezTo>
                <a:cubicBezTo>
                  <a:pt x="200463" y="6697"/>
                  <a:pt x="197483" y="8215"/>
                  <a:pt x="194938" y="10313"/>
                </a:cubicBezTo>
                <a:cubicBezTo>
                  <a:pt x="192393" y="12457"/>
                  <a:pt x="190362" y="15225"/>
                  <a:pt x="188844" y="18618"/>
                </a:cubicBezTo>
                <a:cubicBezTo>
                  <a:pt x="187326" y="22011"/>
                  <a:pt x="186545" y="26186"/>
                  <a:pt x="186500" y="31141"/>
                </a:cubicBezTo>
                <a:lnTo>
                  <a:pt x="186500" y="36901"/>
                </a:lnTo>
                <a:lnTo>
                  <a:pt x="166677" y="36901"/>
                </a:lnTo>
                <a:lnTo>
                  <a:pt x="166677" y="43531"/>
                </a:lnTo>
                <a:lnTo>
                  <a:pt x="186500" y="43531"/>
                </a:lnTo>
                <a:lnTo>
                  <a:pt x="186366" y="109363"/>
                </a:lnTo>
                <a:close/>
                <a:moveTo>
                  <a:pt x="351364" y="109363"/>
                </a:moveTo>
                <a:lnTo>
                  <a:pt x="359735" y="109363"/>
                </a:lnTo>
                <a:lnTo>
                  <a:pt x="359601" y="43531"/>
                </a:lnTo>
                <a:lnTo>
                  <a:pt x="388466" y="43531"/>
                </a:lnTo>
                <a:lnTo>
                  <a:pt x="388466" y="36901"/>
                </a:lnTo>
                <a:lnTo>
                  <a:pt x="359601" y="36901"/>
                </a:lnTo>
                <a:lnTo>
                  <a:pt x="359601" y="31141"/>
                </a:lnTo>
                <a:cubicBezTo>
                  <a:pt x="359601" y="27570"/>
                  <a:pt x="360148" y="24467"/>
                  <a:pt x="361242" y="21832"/>
                </a:cubicBezTo>
                <a:cubicBezTo>
                  <a:pt x="362336" y="19198"/>
                  <a:pt x="363820" y="17100"/>
                  <a:pt x="365696" y="15537"/>
                </a:cubicBezTo>
                <a:cubicBezTo>
                  <a:pt x="367571" y="14064"/>
                  <a:pt x="369747" y="13003"/>
                  <a:pt x="372225" y="12356"/>
                </a:cubicBezTo>
                <a:cubicBezTo>
                  <a:pt x="374703" y="11709"/>
                  <a:pt x="377527" y="11385"/>
                  <a:pt x="380697" y="11385"/>
                </a:cubicBezTo>
                <a:cubicBezTo>
                  <a:pt x="383063" y="11385"/>
                  <a:pt x="385340" y="11541"/>
                  <a:pt x="387528" y="11854"/>
                </a:cubicBezTo>
                <a:cubicBezTo>
                  <a:pt x="389716" y="12166"/>
                  <a:pt x="391769" y="12568"/>
                  <a:pt x="393689" y="13059"/>
                </a:cubicBezTo>
                <a:lnTo>
                  <a:pt x="394694" y="6228"/>
                </a:lnTo>
                <a:cubicBezTo>
                  <a:pt x="393533" y="5916"/>
                  <a:pt x="392383" y="5659"/>
                  <a:pt x="391245" y="5458"/>
                </a:cubicBezTo>
                <a:cubicBezTo>
                  <a:pt x="390106" y="5257"/>
                  <a:pt x="388957" y="5090"/>
                  <a:pt x="387796" y="4956"/>
                </a:cubicBezTo>
                <a:cubicBezTo>
                  <a:pt x="386501" y="4777"/>
                  <a:pt x="385195" y="4632"/>
                  <a:pt x="383878" y="4521"/>
                </a:cubicBezTo>
                <a:cubicBezTo>
                  <a:pt x="382561" y="4409"/>
                  <a:pt x="381210" y="4353"/>
                  <a:pt x="379826" y="4353"/>
                </a:cubicBezTo>
                <a:cubicBezTo>
                  <a:pt x="375942" y="4353"/>
                  <a:pt x="372292" y="4822"/>
                  <a:pt x="368877" y="5759"/>
                </a:cubicBezTo>
                <a:cubicBezTo>
                  <a:pt x="365461" y="6697"/>
                  <a:pt x="362481" y="8215"/>
                  <a:pt x="359936" y="10313"/>
                </a:cubicBezTo>
                <a:cubicBezTo>
                  <a:pt x="357391" y="12457"/>
                  <a:pt x="355360" y="15225"/>
                  <a:pt x="353842" y="18618"/>
                </a:cubicBezTo>
                <a:cubicBezTo>
                  <a:pt x="352324" y="22011"/>
                  <a:pt x="351542" y="26186"/>
                  <a:pt x="351498" y="31141"/>
                </a:cubicBezTo>
                <a:lnTo>
                  <a:pt x="351498" y="36901"/>
                </a:lnTo>
                <a:lnTo>
                  <a:pt x="331674" y="36901"/>
                </a:lnTo>
                <a:lnTo>
                  <a:pt x="331674" y="43531"/>
                </a:lnTo>
                <a:lnTo>
                  <a:pt x="351498" y="43531"/>
                </a:lnTo>
                <a:lnTo>
                  <a:pt x="351364" y="109363"/>
                </a:lnTo>
                <a:close/>
                <a:moveTo>
                  <a:pt x="463861" y="109363"/>
                </a:moveTo>
                <a:lnTo>
                  <a:pt x="471362" y="109363"/>
                </a:lnTo>
                <a:lnTo>
                  <a:pt x="471362" y="36901"/>
                </a:lnTo>
                <a:lnTo>
                  <a:pt x="463258" y="36901"/>
                </a:lnTo>
                <a:lnTo>
                  <a:pt x="463258" y="87932"/>
                </a:lnTo>
                <a:cubicBezTo>
                  <a:pt x="462633" y="90299"/>
                  <a:pt x="461707" y="92431"/>
                  <a:pt x="460479" y="94328"/>
                </a:cubicBezTo>
                <a:cubicBezTo>
                  <a:pt x="459251" y="96226"/>
                  <a:pt x="457744" y="97822"/>
                  <a:pt x="455958" y="99117"/>
                </a:cubicBezTo>
                <a:cubicBezTo>
                  <a:pt x="454039" y="100590"/>
                  <a:pt x="451806" y="101717"/>
                  <a:pt x="449261" y="102499"/>
                </a:cubicBezTo>
                <a:cubicBezTo>
                  <a:pt x="446717" y="103280"/>
                  <a:pt x="443881" y="103671"/>
                  <a:pt x="440756" y="103671"/>
                </a:cubicBezTo>
                <a:cubicBezTo>
                  <a:pt x="437765" y="103671"/>
                  <a:pt x="435175" y="103202"/>
                  <a:pt x="432988" y="102264"/>
                </a:cubicBezTo>
                <a:cubicBezTo>
                  <a:pt x="430800" y="101327"/>
                  <a:pt x="428969" y="99920"/>
                  <a:pt x="427496" y="98045"/>
                </a:cubicBezTo>
                <a:cubicBezTo>
                  <a:pt x="426023" y="96170"/>
                  <a:pt x="424929" y="93859"/>
                  <a:pt x="424214" y="91114"/>
                </a:cubicBezTo>
                <a:cubicBezTo>
                  <a:pt x="423500" y="88368"/>
                  <a:pt x="423143" y="85187"/>
                  <a:pt x="423143" y="81570"/>
                </a:cubicBezTo>
                <a:lnTo>
                  <a:pt x="423143" y="36901"/>
                </a:lnTo>
                <a:lnTo>
                  <a:pt x="415106" y="36901"/>
                </a:lnTo>
                <a:lnTo>
                  <a:pt x="415106" y="81436"/>
                </a:lnTo>
                <a:cubicBezTo>
                  <a:pt x="415151" y="86080"/>
                  <a:pt x="415709" y="90221"/>
                  <a:pt x="416781" y="93859"/>
                </a:cubicBezTo>
                <a:cubicBezTo>
                  <a:pt x="417852" y="97498"/>
                  <a:pt x="419437" y="100545"/>
                  <a:pt x="421536" y="103001"/>
                </a:cubicBezTo>
                <a:cubicBezTo>
                  <a:pt x="423634" y="105501"/>
                  <a:pt x="426212" y="107410"/>
                  <a:pt x="429271" y="108727"/>
                </a:cubicBezTo>
                <a:cubicBezTo>
                  <a:pt x="432329" y="110044"/>
                  <a:pt x="435867" y="110702"/>
                  <a:pt x="439885" y="110702"/>
                </a:cubicBezTo>
                <a:cubicBezTo>
                  <a:pt x="445332" y="110702"/>
                  <a:pt x="450043" y="109575"/>
                  <a:pt x="454016" y="107320"/>
                </a:cubicBezTo>
                <a:cubicBezTo>
                  <a:pt x="457990" y="105066"/>
                  <a:pt x="461160" y="101929"/>
                  <a:pt x="463526" y="97911"/>
                </a:cubicBezTo>
                <a:lnTo>
                  <a:pt x="463861" y="109363"/>
                </a:lnTo>
                <a:close/>
                <a:moveTo>
                  <a:pt x="497614" y="109363"/>
                </a:moveTo>
                <a:lnTo>
                  <a:pt x="505650" y="109363"/>
                </a:lnTo>
                <a:lnTo>
                  <a:pt x="505650" y="59872"/>
                </a:lnTo>
                <a:cubicBezTo>
                  <a:pt x="506409" y="57505"/>
                  <a:pt x="507492" y="55295"/>
                  <a:pt x="508898" y="53242"/>
                </a:cubicBezTo>
                <a:cubicBezTo>
                  <a:pt x="510305" y="51188"/>
                  <a:pt x="511923" y="49402"/>
                  <a:pt x="513754" y="47884"/>
                </a:cubicBezTo>
                <a:cubicBezTo>
                  <a:pt x="515763" y="46277"/>
                  <a:pt x="517995" y="44993"/>
                  <a:pt x="520451" y="44033"/>
                </a:cubicBezTo>
                <a:cubicBezTo>
                  <a:pt x="522906" y="43073"/>
                  <a:pt x="525518" y="42593"/>
                  <a:pt x="528286" y="42593"/>
                </a:cubicBezTo>
                <a:cubicBezTo>
                  <a:pt x="531456" y="42549"/>
                  <a:pt x="534191" y="42973"/>
                  <a:pt x="536490" y="43866"/>
                </a:cubicBezTo>
                <a:cubicBezTo>
                  <a:pt x="538789" y="44759"/>
                  <a:pt x="540720" y="46076"/>
                  <a:pt x="542283" y="47817"/>
                </a:cubicBezTo>
                <a:cubicBezTo>
                  <a:pt x="543801" y="49558"/>
                  <a:pt x="544928" y="51701"/>
                  <a:pt x="545665" y="54246"/>
                </a:cubicBezTo>
                <a:cubicBezTo>
                  <a:pt x="546402" y="56791"/>
                  <a:pt x="546792" y="59715"/>
                  <a:pt x="546837" y="63019"/>
                </a:cubicBezTo>
                <a:lnTo>
                  <a:pt x="546837" y="109363"/>
                </a:lnTo>
                <a:lnTo>
                  <a:pt x="554873" y="109363"/>
                </a:lnTo>
                <a:lnTo>
                  <a:pt x="554806" y="62885"/>
                </a:lnTo>
                <a:cubicBezTo>
                  <a:pt x="554806" y="58555"/>
                  <a:pt x="554271" y="54682"/>
                  <a:pt x="553199" y="51266"/>
                </a:cubicBezTo>
                <a:cubicBezTo>
                  <a:pt x="552128" y="47851"/>
                  <a:pt x="550565" y="44982"/>
                  <a:pt x="548511" y="42660"/>
                </a:cubicBezTo>
                <a:cubicBezTo>
                  <a:pt x="546413" y="40339"/>
                  <a:pt x="543834" y="38575"/>
                  <a:pt x="540776" y="37370"/>
                </a:cubicBezTo>
                <a:cubicBezTo>
                  <a:pt x="537718" y="36164"/>
                  <a:pt x="534202" y="35561"/>
                  <a:pt x="530228" y="35561"/>
                </a:cubicBezTo>
                <a:cubicBezTo>
                  <a:pt x="527237" y="35561"/>
                  <a:pt x="524424" y="35997"/>
                  <a:pt x="521790" y="36867"/>
                </a:cubicBezTo>
                <a:cubicBezTo>
                  <a:pt x="519156" y="37738"/>
                  <a:pt x="516723" y="38955"/>
                  <a:pt x="514490" y="40517"/>
                </a:cubicBezTo>
                <a:cubicBezTo>
                  <a:pt x="512615" y="41812"/>
                  <a:pt x="510918" y="43352"/>
                  <a:pt x="509400" y="45138"/>
                </a:cubicBezTo>
                <a:cubicBezTo>
                  <a:pt x="507882" y="46924"/>
                  <a:pt x="506565" y="48866"/>
                  <a:pt x="505449" y="50965"/>
                </a:cubicBezTo>
                <a:lnTo>
                  <a:pt x="505047" y="36901"/>
                </a:lnTo>
                <a:lnTo>
                  <a:pt x="497614" y="36901"/>
                </a:lnTo>
                <a:lnTo>
                  <a:pt x="497614" y="109363"/>
                </a:lnTo>
                <a:close/>
                <a:moveTo>
                  <a:pt x="609374" y="103871"/>
                </a:moveTo>
                <a:cubicBezTo>
                  <a:pt x="605088" y="103871"/>
                  <a:pt x="601460" y="103023"/>
                  <a:pt x="598491" y="101327"/>
                </a:cubicBezTo>
                <a:cubicBezTo>
                  <a:pt x="595522" y="99630"/>
                  <a:pt x="593122" y="97398"/>
                  <a:pt x="591292" y="94629"/>
                </a:cubicBezTo>
                <a:cubicBezTo>
                  <a:pt x="589372" y="91861"/>
                  <a:pt x="587988" y="88736"/>
                  <a:pt x="587140" y="85254"/>
                </a:cubicBezTo>
                <a:cubicBezTo>
                  <a:pt x="586291" y="81771"/>
                  <a:pt x="585845" y="78199"/>
                  <a:pt x="585800" y="74538"/>
                </a:cubicBezTo>
                <a:lnTo>
                  <a:pt x="585800" y="71726"/>
                </a:lnTo>
                <a:cubicBezTo>
                  <a:pt x="585845" y="68109"/>
                  <a:pt x="586291" y="64560"/>
                  <a:pt x="587140" y="61077"/>
                </a:cubicBezTo>
                <a:cubicBezTo>
                  <a:pt x="587988" y="57595"/>
                  <a:pt x="589372" y="54447"/>
                  <a:pt x="591292" y="51634"/>
                </a:cubicBezTo>
                <a:cubicBezTo>
                  <a:pt x="593167" y="48911"/>
                  <a:pt x="595578" y="46701"/>
                  <a:pt x="598525" y="45004"/>
                </a:cubicBezTo>
                <a:cubicBezTo>
                  <a:pt x="601471" y="43308"/>
                  <a:pt x="605065" y="42459"/>
                  <a:pt x="609307" y="42459"/>
                </a:cubicBezTo>
                <a:cubicBezTo>
                  <a:pt x="612164" y="42459"/>
                  <a:pt x="614832" y="42928"/>
                  <a:pt x="617310" y="43866"/>
                </a:cubicBezTo>
                <a:cubicBezTo>
                  <a:pt x="619788" y="44803"/>
                  <a:pt x="621964" y="46098"/>
                  <a:pt x="623839" y="47750"/>
                </a:cubicBezTo>
                <a:cubicBezTo>
                  <a:pt x="625670" y="49447"/>
                  <a:pt x="627132" y="51445"/>
                  <a:pt x="628226" y="53744"/>
                </a:cubicBezTo>
                <a:cubicBezTo>
                  <a:pt x="629320" y="56043"/>
                  <a:pt x="629956" y="58555"/>
                  <a:pt x="630135" y="61278"/>
                </a:cubicBezTo>
                <a:lnTo>
                  <a:pt x="637769" y="61278"/>
                </a:lnTo>
                <a:cubicBezTo>
                  <a:pt x="637635" y="57572"/>
                  <a:pt x="636832" y="54135"/>
                  <a:pt x="635358" y="50965"/>
                </a:cubicBezTo>
                <a:cubicBezTo>
                  <a:pt x="633885" y="47795"/>
                  <a:pt x="631898" y="45071"/>
                  <a:pt x="629398" y="42794"/>
                </a:cubicBezTo>
                <a:cubicBezTo>
                  <a:pt x="626853" y="40517"/>
                  <a:pt x="623873" y="38742"/>
                  <a:pt x="620457" y="37470"/>
                </a:cubicBezTo>
                <a:cubicBezTo>
                  <a:pt x="617042" y="36198"/>
                  <a:pt x="613325" y="35561"/>
                  <a:pt x="609307" y="35561"/>
                </a:cubicBezTo>
                <a:cubicBezTo>
                  <a:pt x="603994" y="35561"/>
                  <a:pt x="599373" y="36566"/>
                  <a:pt x="595444" y="38575"/>
                </a:cubicBezTo>
                <a:cubicBezTo>
                  <a:pt x="591515" y="40584"/>
                  <a:pt x="588256" y="43241"/>
                  <a:pt x="585666" y="46545"/>
                </a:cubicBezTo>
                <a:cubicBezTo>
                  <a:pt x="583032" y="49938"/>
                  <a:pt x="581068" y="53811"/>
                  <a:pt x="579773" y="58164"/>
                </a:cubicBezTo>
                <a:cubicBezTo>
                  <a:pt x="578478" y="62517"/>
                  <a:pt x="577808" y="67038"/>
                  <a:pt x="577764" y="71726"/>
                </a:cubicBezTo>
                <a:lnTo>
                  <a:pt x="577764" y="74538"/>
                </a:lnTo>
                <a:cubicBezTo>
                  <a:pt x="577808" y="79226"/>
                  <a:pt x="578478" y="83747"/>
                  <a:pt x="579773" y="88100"/>
                </a:cubicBezTo>
                <a:cubicBezTo>
                  <a:pt x="581068" y="92453"/>
                  <a:pt x="583032" y="96281"/>
                  <a:pt x="585666" y="99585"/>
                </a:cubicBezTo>
                <a:cubicBezTo>
                  <a:pt x="588300" y="102978"/>
                  <a:pt x="591582" y="105680"/>
                  <a:pt x="595511" y="107689"/>
                </a:cubicBezTo>
                <a:cubicBezTo>
                  <a:pt x="599440" y="109698"/>
                  <a:pt x="604061" y="110702"/>
                  <a:pt x="609374" y="110702"/>
                </a:cubicBezTo>
                <a:cubicBezTo>
                  <a:pt x="613035" y="110702"/>
                  <a:pt x="616551" y="110100"/>
                  <a:pt x="619922" y="108894"/>
                </a:cubicBezTo>
                <a:cubicBezTo>
                  <a:pt x="623293" y="107689"/>
                  <a:pt x="626273" y="106037"/>
                  <a:pt x="628862" y="103938"/>
                </a:cubicBezTo>
                <a:cubicBezTo>
                  <a:pt x="631407" y="101840"/>
                  <a:pt x="633483" y="99340"/>
                  <a:pt x="635091" y="96438"/>
                </a:cubicBezTo>
                <a:cubicBezTo>
                  <a:pt x="636698" y="93536"/>
                  <a:pt x="637591" y="90366"/>
                  <a:pt x="637769" y="86928"/>
                </a:cubicBezTo>
                <a:lnTo>
                  <a:pt x="630135" y="86928"/>
                </a:lnTo>
                <a:cubicBezTo>
                  <a:pt x="629911" y="89517"/>
                  <a:pt x="629219" y="91861"/>
                  <a:pt x="628059" y="93960"/>
                </a:cubicBezTo>
                <a:cubicBezTo>
                  <a:pt x="626898" y="96058"/>
                  <a:pt x="625380" y="97822"/>
                  <a:pt x="623505" y="99250"/>
                </a:cubicBezTo>
                <a:cubicBezTo>
                  <a:pt x="621585" y="100768"/>
                  <a:pt x="619408" y="101918"/>
                  <a:pt x="616975" y="102699"/>
                </a:cubicBezTo>
                <a:cubicBezTo>
                  <a:pt x="614542" y="103481"/>
                  <a:pt x="612008" y="103871"/>
                  <a:pt x="609374" y="103871"/>
                </a:cubicBezTo>
                <a:close/>
                <a:moveTo>
                  <a:pt x="689400" y="18350"/>
                </a:moveTo>
                <a:lnTo>
                  <a:pt x="681230" y="18350"/>
                </a:lnTo>
                <a:lnTo>
                  <a:pt x="681230" y="36901"/>
                </a:lnTo>
                <a:lnTo>
                  <a:pt x="661072" y="36901"/>
                </a:lnTo>
                <a:lnTo>
                  <a:pt x="661072" y="43531"/>
                </a:lnTo>
                <a:lnTo>
                  <a:pt x="681230" y="43531"/>
                </a:lnTo>
                <a:lnTo>
                  <a:pt x="681230" y="88937"/>
                </a:lnTo>
                <a:cubicBezTo>
                  <a:pt x="681275" y="92911"/>
                  <a:pt x="681866" y="96270"/>
                  <a:pt x="683005" y="99016"/>
                </a:cubicBezTo>
                <a:cubicBezTo>
                  <a:pt x="684143" y="101762"/>
                  <a:pt x="685717" y="104005"/>
                  <a:pt x="687726" y="105747"/>
                </a:cubicBezTo>
                <a:cubicBezTo>
                  <a:pt x="689735" y="107488"/>
                  <a:pt x="692113" y="108749"/>
                  <a:pt x="694859" y="109530"/>
                </a:cubicBezTo>
                <a:cubicBezTo>
                  <a:pt x="697604" y="110312"/>
                  <a:pt x="700585" y="110702"/>
                  <a:pt x="703799" y="110702"/>
                </a:cubicBezTo>
                <a:cubicBezTo>
                  <a:pt x="705362" y="110702"/>
                  <a:pt x="706936" y="110647"/>
                  <a:pt x="708521" y="110535"/>
                </a:cubicBezTo>
                <a:cubicBezTo>
                  <a:pt x="710106" y="110423"/>
                  <a:pt x="711635" y="110256"/>
                  <a:pt x="713108" y="110033"/>
                </a:cubicBezTo>
                <a:cubicBezTo>
                  <a:pt x="714269" y="109854"/>
                  <a:pt x="715374" y="109620"/>
                  <a:pt x="716423" y="109330"/>
                </a:cubicBezTo>
                <a:cubicBezTo>
                  <a:pt x="717472" y="109039"/>
                  <a:pt x="718421" y="108716"/>
                  <a:pt x="719269" y="108358"/>
                </a:cubicBezTo>
                <a:lnTo>
                  <a:pt x="717997" y="102264"/>
                </a:lnTo>
                <a:cubicBezTo>
                  <a:pt x="717327" y="102353"/>
                  <a:pt x="716546" y="102476"/>
                  <a:pt x="715653" y="102632"/>
                </a:cubicBezTo>
                <a:cubicBezTo>
                  <a:pt x="714760" y="102789"/>
                  <a:pt x="713822" y="102934"/>
                  <a:pt x="712840" y="103068"/>
                </a:cubicBezTo>
                <a:cubicBezTo>
                  <a:pt x="711590" y="103246"/>
                  <a:pt x="710318" y="103380"/>
                  <a:pt x="709023" y="103470"/>
                </a:cubicBezTo>
                <a:cubicBezTo>
                  <a:pt x="707728" y="103559"/>
                  <a:pt x="706433" y="103604"/>
                  <a:pt x="705139" y="103604"/>
                </a:cubicBezTo>
                <a:cubicBezTo>
                  <a:pt x="702951" y="103604"/>
                  <a:pt x="700908" y="103358"/>
                  <a:pt x="699011" y="102867"/>
                </a:cubicBezTo>
                <a:cubicBezTo>
                  <a:pt x="697113" y="102376"/>
                  <a:pt x="695450" y="101550"/>
                  <a:pt x="694021" y="100389"/>
                </a:cubicBezTo>
                <a:cubicBezTo>
                  <a:pt x="692593" y="99273"/>
                  <a:pt x="691465" y="97788"/>
                  <a:pt x="690639" y="95935"/>
                </a:cubicBezTo>
                <a:cubicBezTo>
                  <a:pt x="689813" y="94083"/>
                  <a:pt x="689378" y="91750"/>
                  <a:pt x="689333" y="88937"/>
                </a:cubicBezTo>
                <a:lnTo>
                  <a:pt x="689333" y="43531"/>
                </a:lnTo>
                <a:lnTo>
                  <a:pt x="716189" y="43531"/>
                </a:lnTo>
                <a:lnTo>
                  <a:pt x="716189" y="36901"/>
                </a:lnTo>
                <a:lnTo>
                  <a:pt x="689333" y="36901"/>
                </a:lnTo>
                <a:lnTo>
                  <a:pt x="689400" y="18350"/>
                </a:lnTo>
                <a:close/>
                <a:moveTo>
                  <a:pt x="746781" y="36901"/>
                </a:moveTo>
                <a:lnTo>
                  <a:pt x="746781" y="44067"/>
                </a:lnTo>
                <a:lnTo>
                  <a:pt x="772431" y="44067"/>
                </a:lnTo>
                <a:lnTo>
                  <a:pt x="772431" y="102197"/>
                </a:lnTo>
                <a:lnTo>
                  <a:pt x="746781" y="102197"/>
                </a:lnTo>
                <a:lnTo>
                  <a:pt x="746781" y="109363"/>
                </a:lnTo>
                <a:lnTo>
                  <a:pt x="805112" y="109363"/>
                </a:lnTo>
                <a:lnTo>
                  <a:pt x="805112" y="102197"/>
                </a:lnTo>
                <a:lnTo>
                  <a:pt x="780400" y="102197"/>
                </a:lnTo>
                <a:lnTo>
                  <a:pt x="780400" y="36901"/>
                </a:lnTo>
                <a:lnTo>
                  <a:pt x="746781" y="36901"/>
                </a:lnTo>
                <a:moveTo>
                  <a:pt x="770087" y="17078"/>
                </a:moveTo>
                <a:cubicBezTo>
                  <a:pt x="770087" y="18685"/>
                  <a:pt x="770556" y="20069"/>
                  <a:pt x="771493" y="21230"/>
                </a:cubicBezTo>
                <a:cubicBezTo>
                  <a:pt x="772431" y="22391"/>
                  <a:pt x="773971" y="22971"/>
                  <a:pt x="776114" y="22971"/>
                </a:cubicBezTo>
                <a:cubicBezTo>
                  <a:pt x="778257" y="22971"/>
                  <a:pt x="779809" y="22391"/>
                  <a:pt x="780769" y="21230"/>
                </a:cubicBezTo>
                <a:cubicBezTo>
                  <a:pt x="781729" y="20069"/>
                  <a:pt x="782209" y="18685"/>
                  <a:pt x="782209" y="17078"/>
                </a:cubicBezTo>
                <a:cubicBezTo>
                  <a:pt x="782209" y="16185"/>
                  <a:pt x="782086" y="15359"/>
                  <a:pt x="781840" y="14600"/>
                </a:cubicBezTo>
                <a:cubicBezTo>
                  <a:pt x="781595" y="13841"/>
                  <a:pt x="781204" y="13171"/>
                  <a:pt x="780668" y="12590"/>
                </a:cubicBezTo>
                <a:cubicBezTo>
                  <a:pt x="780177" y="12099"/>
                  <a:pt x="779552" y="11698"/>
                  <a:pt x="778793" y="11385"/>
                </a:cubicBezTo>
                <a:cubicBezTo>
                  <a:pt x="778034" y="11072"/>
                  <a:pt x="777141" y="10916"/>
                  <a:pt x="776114" y="10916"/>
                </a:cubicBezTo>
                <a:cubicBezTo>
                  <a:pt x="775087" y="10916"/>
                  <a:pt x="774194" y="11072"/>
                  <a:pt x="773435" y="11385"/>
                </a:cubicBezTo>
                <a:cubicBezTo>
                  <a:pt x="772676" y="11698"/>
                  <a:pt x="772051" y="12099"/>
                  <a:pt x="771560" y="12590"/>
                </a:cubicBezTo>
                <a:cubicBezTo>
                  <a:pt x="771024" y="13171"/>
                  <a:pt x="770645" y="13852"/>
                  <a:pt x="770422" y="14633"/>
                </a:cubicBezTo>
                <a:cubicBezTo>
                  <a:pt x="770198" y="15414"/>
                  <a:pt x="770087" y="16229"/>
                  <a:pt x="770087" y="17078"/>
                </a:cubicBezTo>
                <a:close/>
                <a:moveTo>
                  <a:pt x="823663" y="72060"/>
                </a:moveTo>
                <a:lnTo>
                  <a:pt x="823663" y="74203"/>
                </a:lnTo>
                <a:cubicBezTo>
                  <a:pt x="823663" y="79159"/>
                  <a:pt x="824399" y="83847"/>
                  <a:pt x="825873" y="88267"/>
                </a:cubicBezTo>
                <a:cubicBezTo>
                  <a:pt x="827346" y="92687"/>
                  <a:pt x="829489" y="96549"/>
                  <a:pt x="832302" y="99853"/>
                </a:cubicBezTo>
                <a:cubicBezTo>
                  <a:pt x="835025" y="103202"/>
                  <a:pt x="838396" y="105847"/>
                  <a:pt x="842415" y="107789"/>
                </a:cubicBezTo>
                <a:cubicBezTo>
                  <a:pt x="846433" y="109731"/>
                  <a:pt x="850987" y="110702"/>
                  <a:pt x="856077" y="110702"/>
                </a:cubicBezTo>
                <a:cubicBezTo>
                  <a:pt x="861122" y="110702"/>
                  <a:pt x="865642" y="109720"/>
                  <a:pt x="869638" y="107756"/>
                </a:cubicBezTo>
                <a:cubicBezTo>
                  <a:pt x="873634" y="105791"/>
                  <a:pt x="877016" y="103157"/>
                  <a:pt x="879784" y="99853"/>
                </a:cubicBezTo>
                <a:cubicBezTo>
                  <a:pt x="882508" y="96505"/>
                  <a:pt x="884606" y="92632"/>
                  <a:pt x="886079" y="88234"/>
                </a:cubicBezTo>
                <a:cubicBezTo>
                  <a:pt x="887553" y="83836"/>
                  <a:pt x="888289" y="79159"/>
                  <a:pt x="888289" y="74203"/>
                </a:cubicBezTo>
                <a:lnTo>
                  <a:pt x="888289" y="72060"/>
                </a:lnTo>
                <a:cubicBezTo>
                  <a:pt x="888289" y="67105"/>
                  <a:pt x="887553" y="62417"/>
                  <a:pt x="886079" y="57997"/>
                </a:cubicBezTo>
                <a:cubicBezTo>
                  <a:pt x="884606" y="53576"/>
                  <a:pt x="882485" y="49715"/>
                  <a:pt x="879717" y="46411"/>
                </a:cubicBezTo>
                <a:cubicBezTo>
                  <a:pt x="876949" y="43062"/>
                  <a:pt x="873567" y="40417"/>
                  <a:pt x="869571" y="38475"/>
                </a:cubicBezTo>
                <a:cubicBezTo>
                  <a:pt x="865575" y="36532"/>
                  <a:pt x="861032" y="35561"/>
                  <a:pt x="855943" y="35561"/>
                </a:cubicBezTo>
                <a:cubicBezTo>
                  <a:pt x="850853" y="35561"/>
                  <a:pt x="846321" y="36544"/>
                  <a:pt x="842348" y="38508"/>
                </a:cubicBezTo>
                <a:cubicBezTo>
                  <a:pt x="838374" y="40473"/>
                  <a:pt x="835003" y="43107"/>
                  <a:pt x="832235" y="46411"/>
                </a:cubicBezTo>
                <a:cubicBezTo>
                  <a:pt x="829467" y="49759"/>
                  <a:pt x="827346" y="53643"/>
                  <a:pt x="825873" y="58064"/>
                </a:cubicBezTo>
                <a:cubicBezTo>
                  <a:pt x="824399" y="62484"/>
                  <a:pt x="823663" y="67149"/>
                  <a:pt x="823663" y="72060"/>
                </a:cubicBezTo>
                <a:moveTo>
                  <a:pt x="831632" y="74203"/>
                </a:moveTo>
                <a:lnTo>
                  <a:pt x="831632" y="72060"/>
                </a:lnTo>
                <a:cubicBezTo>
                  <a:pt x="831677" y="68265"/>
                  <a:pt x="832224" y="64582"/>
                  <a:pt x="833273" y="61010"/>
                </a:cubicBezTo>
                <a:cubicBezTo>
                  <a:pt x="834322" y="57438"/>
                  <a:pt x="835896" y="54291"/>
                  <a:pt x="837994" y="51567"/>
                </a:cubicBezTo>
                <a:cubicBezTo>
                  <a:pt x="840004" y="48799"/>
                  <a:pt x="842515" y="46589"/>
                  <a:pt x="845529" y="44937"/>
                </a:cubicBezTo>
                <a:cubicBezTo>
                  <a:pt x="848542" y="43285"/>
                  <a:pt x="852014" y="42459"/>
                  <a:pt x="855943" y="42459"/>
                </a:cubicBezTo>
                <a:cubicBezTo>
                  <a:pt x="859872" y="42459"/>
                  <a:pt x="863343" y="43285"/>
                  <a:pt x="866357" y="44937"/>
                </a:cubicBezTo>
                <a:cubicBezTo>
                  <a:pt x="869370" y="46589"/>
                  <a:pt x="871926" y="48799"/>
                  <a:pt x="874025" y="51567"/>
                </a:cubicBezTo>
                <a:cubicBezTo>
                  <a:pt x="876034" y="54291"/>
                  <a:pt x="877574" y="57438"/>
                  <a:pt x="878646" y="61010"/>
                </a:cubicBezTo>
                <a:cubicBezTo>
                  <a:pt x="879717" y="64582"/>
                  <a:pt x="880275" y="68265"/>
                  <a:pt x="880320" y="72060"/>
                </a:cubicBezTo>
                <a:lnTo>
                  <a:pt x="880320" y="74203"/>
                </a:lnTo>
                <a:cubicBezTo>
                  <a:pt x="880275" y="78043"/>
                  <a:pt x="879728" y="81749"/>
                  <a:pt x="878679" y="85321"/>
                </a:cubicBezTo>
                <a:cubicBezTo>
                  <a:pt x="877630" y="88892"/>
                  <a:pt x="876101" y="92040"/>
                  <a:pt x="874092" y="94763"/>
                </a:cubicBezTo>
                <a:cubicBezTo>
                  <a:pt x="871993" y="97532"/>
                  <a:pt x="869448" y="99742"/>
                  <a:pt x="866457" y="101394"/>
                </a:cubicBezTo>
                <a:cubicBezTo>
                  <a:pt x="863466" y="103045"/>
                  <a:pt x="860006" y="103871"/>
                  <a:pt x="856077" y="103871"/>
                </a:cubicBezTo>
                <a:cubicBezTo>
                  <a:pt x="852103" y="103871"/>
                  <a:pt x="848598" y="103045"/>
                  <a:pt x="845562" y="101394"/>
                </a:cubicBezTo>
                <a:cubicBezTo>
                  <a:pt x="842526" y="99742"/>
                  <a:pt x="840004" y="97554"/>
                  <a:pt x="837994" y="94830"/>
                </a:cubicBezTo>
                <a:cubicBezTo>
                  <a:pt x="835896" y="92062"/>
                  <a:pt x="834322" y="88892"/>
                  <a:pt x="833273" y="85321"/>
                </a:cubicBezTo>
                <a:cubicBezTo>
                  <a:pt x="832224" y="81749"/>
                  <a:pt x="831677" y="78043"/>
                  <a:pt x="831632" y="74203"/>
                </a:cubicBezTo>
                <a:close/>
                <a:moveTo>
                  <a:pt x="910041" y="109363"/>
                </a:moveTo>
                <a:lnTo>
                  <a:pt x="918078" y="109363"/>
                </a:lnTo>
                <a:lnTo>
                  <a:pt x="918078" y="59872"/>
                </a:lnTo>
                <a:cubicBezTo>
                  <a:pt x="918837" y="57505"/>
                  <a:pt x="919920" y="55295"/>
                  <a:pt x="921326" y="53242"/>
                </a:cubicBezTo>
                <a:cubicBezTo>
                  <a:pt x="922732" y="51188"/>
                  <a:pt x="924351" y="49402"/>
                  <a:pt x="926181" y="47884"/>
                </a:cubicBezTo>
                <a:cubicBezTo>
                  <a:pt x="928190" y="46277"/>
                  <a:pt x="930423" y="44993"/>
                  <a:pt x="932878" y="44033"/>
                </a:cubicBezTo>
                <a:cubicBezTo>
                  <a:pt x="935334" y="43073"/>
                  <a:pt x="937946" y="42593"/>
                  <a:pt x="940714" y="42593"/>
                </a:cubicBezTo>
                <a:cubicBezTo>
                  <a:pt x="943884" y="42549"/>
                  <a:pt x="946619" y="42973"/>
                  <a:pt x="948918" y="43866"/>
                </a:cubicBezTo>
                <a:cubicBezTo>
                  <a:pt x="951217" y="44759"/>
                  <a:pt x="953148" y="46076"/>
                  <a:pt x="954711" y="47817"/>
                </a:cubicBezTo>
                <a:cubicBezTo>
                  <a:pt x="956229" y="49558"/>
                  <a:pt x="957356" y="51701"/>
                  <a:pt x="958093" y="54246"/>
                </a:cubicBezTo>
                <a:cubicBezTo>
                  <a:pt x="958830" y="56791"/>
                  <a:pt x="959220" y="59715"/>
                  <a:pt x="959265" y="63019"/>
                </a:cubicBezTo>
                <a:lnTo>
                  <a:pt x="959265" y="109363"/>
                </a:lnTo>
                <a:lnTo>
                  <a:pt x="967301" y="109363"/>
                </a:lnTo>
                <a:lnTo>
                  <a:pt x="967234" y="62885"/>
                </a:lnTo>
                <a:cubicBezTo>
                  <a:pt x="967234" y="58555"/>
                  <a:pt x="966699" y="54682"/>
                  <a:pt x="965627" y="51266"/>
                </a:cubicBezTo>
                <a:cubicBezTo>
                  <a:pt x="964555" y="47851"/>
                  <a:pt x="962993" y="44982"/>
                  <a:pt x="960939" y="42660"/>
                </a:cubicBezTo>
                <a:cubicBezTo>
                  <a:pt x="958841" y="40339"/>
                  <a:pt x="956262" y="38575"/>
                  <a:pt x="953204" y="37370"/>
                </a:cubicBezTo>
                <a:cubicBezTo>
                  <a:pt x="950146" y="36164"/>
                  <a:pt x="946630" y="35561"/>
                  <a:pt x="942656" y="35561"/>
                </a:cubicBezTo>
                <a:cubicBezTo>
                  <a:pt x="939665" y="35561"/>
                  <a:pt x="936852" y="35997"/>
                  <a:pt x="934218" y="36867"/>
                </a:cubicBezTo>
                <a:cubicBezTo>
                  <a:pt x="931584" y="37738"/>
                  <a:pt x="929150" y="38955"/>
                  <a:pt x="926918" y="40517"/>
                </a:cubicBezTo>
                <a:cubicBezTo>
                  <a:pt x="925043" y="41812"/>
                  <a:pt x="923346" y="43352"/>
                  <a:pt x="921828" y="45138"/>
                </a:cubicBezTo>
                <a:cubicBezTo>
                  <a:pt x="920310" y="46924"/>
                  <a:pt x="918993" y="48866"/>
                  <a:pt x="917877" y="50965"/>
                </a:cubicBezTo>
                <a:lnTo>
                  <a:pt x="917475" y="36901"/>
                </a:lnTo>
                <a:lnTo>
                  <a:pt x="910041" y="36901"/>
                </a:lnTo>
                <a:lnTo>
                  <a:pt x="910041" y="109363"/>
                </a:lnTo>
                <a:close/>
                <a:moveTo>
                  <a:pt x="1005404" y="69917"/>
                </a:moveTo>
                <a:lnTo>
                  <a:pt x="1005404" y="70922"/>
                </a:lnTo>
                <a:cubicBezTo>
                  <a:pt x="1005404" y="76101"/>
                  <a:pt x="1005750" y="81168"/>
                  <a:pt x="1006442" y="86124"/>
                </a:cubicBezTo>
                <a:cubicBezTo>
                  <a:pt x="1007134" y="91080"/>
                  <a:pt x="1008128" y="95835"/>
                  <a:pt x="1009422" y="100389"/>
                </a:cubicBezTo>
                <a:cubicBezTo>
                  <a:pt x="1010672" y="104988"/>
                  <a:pt x="1012202" y="109341"/>
                  <a:pt x="1014010" y="113448"/>
                </a:cubicBezTo>
                <a:cubicBezTo>
                  <a:pt x="1015818" y="117556"/>
                  <a:pt x="1017861" y="121328"/>
                  <a:pt x="1020138" y="124766"/>
                </a:cubicBezTo>
                <a:cubicBezTo>
                  <a:pt x="1022370" y="128249"/>
                  <a:pt x="1024792" y="131341"/>
                  <a:pt x="1027404" y="134042"/>
                </a:cubicBezTo>
                <a:cubicBezTo>
                  <a:pt x="1030016" y="136743"/>
                  <a:pt x="1032750" y="139009"/>
                  <a:pt x="1035608" y="140839"/>
                </a:cubicBezTo>
                <a:lnTo>
                  <a:pt x="1037550" y="135615"/>
                </a:lnTo>
                <a:cubicBezTo>
                  <a:pt x="1035050" y="133740"/>
                  <a:pt x="1032717" y="131497"/>
                  <a:pt x="1030552" y="128885"/>
                </a:cubicBezTo>
                <a:cubicBezTo>
                  <a:pt x="1028386" y="126273"/>
                  <a:pt x="1026411" y="123382"/>
                  <a:pt x="1024625" y="120212"/>
                </a:cubicBezTo>
                <a:cubicBezTo>
                  <a:pt x="1022883" y="116953"/>
                  <a:pt x="1021310" y="113404"/>
                  <a:pt x="1019903" y="109564"/>
                </a:cubicBezTo>
                <a:cubicBezTo>
                  <a:pt x="1018497" y="105724"/>
                  <a:pt x="1017303" y="101728"/>
                  <a:pt x="1016320" y="97576"/>
                </a:cubicBezTo>
                <a:cubicBezTo>
                  <a:pt x="1015383" y="93424"/>
                  <a:pt x="1014668" y="89116"/>
                  <a:pt x="1014177" y="84651"/>
                </a:cubicBezTo>
                <a:cubicBezTo>
                  <a:pt x="1013686" y="80186"/>
                  <a:pt x="1013418" y="75654"/>
                  <a:pt x="1013374" y="71056"/>
                </a:cubicBezTo>
                <a:lnTo>
                  <a:pt x="1013374" y="69716"/>
                </a:lnTo>
                <a:cubicBezTo>
                  <a:pt x="1013374" y="65028"/>
                  <a:pt x="1013641" y="60407"/>
                  <a:pt x="1014177" y="55853"/>
                </a:cubicBezTo>
                <a:cubicBezTo>
                  <a:pt x="1014713" y="51299"/>
                  <a:pt x="1015472" y="46924"/>
                  <a:pt x="1016454" y="42727"/>
                </a:cubicBezTo>
                <a:cubicBezTo>
                  <a:pt x="1017481" y="38307"/>
                  <a:pt x="1018787" y="34099"/>
                  <a:pt x="1020372" y="30103"/>
                </a:cubicBezTo>
                <a:cubicBezTo>
                  <a:pt x="1021957" y="26107"/>
                  <a:pt x="1023732" y="22457"/>
                  <a:pt x="1025696" y="19154"/>
                </a:cubicBezTo>
                <a:cubicBezTo>
                  <a:pt x="1027348" y="16341"/>
                  <a:pt x="1029156" y="13774"/>
                  <a:pt x="1031121" y="11452"/>
                </a:cubicBezTo>
                <a:cubicBezTo>
                  <a:pt x="1033085" y="9130"/>
                  <a:pt x="1035228" y="7144"/>
                  <a:pt x="1037550" y="5492"/>
                </a:cubicBezTo>
                <a:lnTo>
                  <a:pt x="1035608" y="0"/>
                </a:lnTo>
                <a:cubicBezTo>
                  <a:pt x="1032750" y="1786"/>
                  <a:pt x="1030027" y="4041"/>
                  <a:pt x="1027437" y="6764"/>
                </a:cubicBezTo>
                <a:cubicBezTo>
                  <a:pt x="1024848" y="9488"/>
                  <a:pt x="1022437" y="12568"/>
                  <a:pt x="1020205" y="16006"/>
                </a:cubicBezTo>
                <a:cubicBezTo>
                  <a:pt x="1017972" y="19488"/>
                  <a:pt x="1015952" y="23283"/>
                  <a:pt x="1014144" y="27391"/>
                </a:cubicBezTo>
                <a:cubicBezTo>
                  <a:pt x="1012336" y="31499"/>
                  <a:pt x="1010784" y="35852"/>
                  <a:pt x="1009489" y="40450"/>
                </a:cubicBezTo>
                <a:cubicBezTo>
                  <a:pt x="1008195" y="45049"/>
                  <a:pt x="1007190" y="49826"/>
                  <a:pt x="1006476" y="54782"/>
                </a:cubicBezTo>
                <a:cubicBezTo>
                  <a:pt x="1005761" y="59738"/>
                  <a:pt x="1005404" y="64783"/>
                  <a:pt x="1005404" y="69917"/>
                </a:cubicBezTo>
                <a:close/>
                <a:moveTo>
                  <a:pt x="1103971" y="66368"/>
                </a:moveTo>
                <a:lnTo>
                  <a:pt x="1081536" y="36901"/>
                </a:lnTo>
                <a:lnTo>
                  <a:pt x="1071959" y="36901"/>
                </a:lnTo>
                <a:lnTo>
                  <a:pt x="1099551" y="72462"/>
                </a:lnTo>
                <a:lnTo>
                  <a:pt x="1070821" y="109363"/>
                </a:lnTo>
                <a:lnTo>
                  <a:pt x="1080465" y="109363"/>
                </a:lnTo>
                <a:lnTo>
                  <a:pt x="1104038" y="78557"/>
                </a:lnTo>
                <a:lnTo>
                  <a:pt x="1127746" y="109363"/>
                </a:lnTo>
                <a:lnTo>
                  <a:pt x="1137256" y="109363"/>
                </a:lnTo>
                <a:lnTo>
                  <a:pt x="1108525" y="72462"/>
                </a:lnTo>
                <a:lnTo>
                  <a:pt x="1136117" y="36901"/>
                </a:lnTo>
                <a:lnTo>
                  <a:pt x="1126473" y="36901"/>
                </a:lnTo>
                <a:lnTo>
                  <a:pt x="1103971" y="66368"/>
                </a:lnTo>
                <a:close/>
                <a:moveTo>
                  <a:pt x="1200140" y="70922"/>
                </a:moveTo>
                <a:lnTo>
                  <a:pt x="1200140" y="69917"/>
                </a:lnTo>
                <a:cubicBezTo>
                  <a:pt x="1200096" y="64560"/>
                  <a:pt x="1199716" y="59436"/>
                  <a:pt x="1199002" y="54548"/>
                </a:cubicBezTo>
                <a:cubicBezTo>
                  <a:pt x="1198287" y="49659"/>
                  <a:pt x="1197305" y="44960"/>
                  <a:pt x="1196055" y="40450"/>
                </a:cubicBezTo>
                <a:cubicBezTo>
                  <a:pt x="1194760" y="35807"/>
                  <a:pt x="1193220" y="31454"/>
                  <a:pt x="1191434" y="27391"/>
                </a:cubicBezTo>
                <a:cubicBezTo>
                  <a:pt x="1189648" y="23328"/>
                  <a:pt x="1187617" y="19533"/>
                  <a:pt x="1185340" y="16006"/>
                </a:cubicBezTo>
                <a:cubicBezTo>
                  <a:pt x="1183107" y="12568"/>
                  <a:pt x="1180685" y="9488"/>
                  <a:pt x="1178073" y="6764"/>
                </a:cubicBezTo>
                <a:cubicBezTo>
                  <a:pt x="1175462" y="4041"/>
                  <a:pt x="1172727" y="1786"/>
                  <a:pt x="1169870" y="0"/>
                </a:cubicBezTo>
                <a:lnTo>
                  <a:pt x="1167927" y="5224"/>
                </a:lnTo>
                <a:cubicBezTo>
                  <a:pt x="1170249" y="6920"/>
                  <a:pt x="1172426" y="8985"/>
                  <a:pt x="1174457" y="11418"/>
                </a:cubicBezTo>
                <a:cubicBezTo>
                  <a:pt x="1176488" y="13852"/>
                  <a:pt x="1178353" y="16564"/>
                  <a:pt x="1180049" y="19555"/>
                </a:cubicBezTo>
                <a:cubicBezTo>
                  <a:pt x="1181924" y="22859"/>
                  <a:pt x="1183643" y="26509"/>
                  <a:pt x="1185206" y="30505"/>
                </a:cubicBezTo>
                <a:cubicBezTo>
                  <a:pt x="1186768" y="34501"/>
                  <a:pt x="1188086" y="38776"/>
                  <a:pt x="1189157" y="43330"/>
                </a:cubicBezTo>
                <a:cubicBezTo>
                  <a:pt x="1190005" y="47125"/>
                  <a:pt x="1190697" y="51266"/>
                  <a:pt x="1191233" y="55753"/>
                </a:cubicBezTo>
                <a:cubicBezTo>
                  <a:pt x="1191769" y="60240"/>
                  <a:pt x="1192059" y="64895"/>
                  <a:pt x="1192104" y="69716"/>
                </a:cubicBezTo>
                <a:lnTo>
                  <a:pt x="1192104" y="71056"/>
                </a:lnTo>
                <a:cubicBezTo>
                  <a:pt x="1192059" y="75521"/>
                  <a:pt x="1191814" y="79941"/>
                  <a:pt x="1191367" y="84316"/>
                </a:cubicBezTo>
                <a:cubicBezTo>
                  <a:pt x="1190921" y="88691"/>
                  <a:pt x="1190229" y="92911"/>
                  <a:pt x="1189291" y="96973"/>
                </a:cubicBezTo>
                <a:cubicBezTo>
                  <a:pt x="1188398" y="101260"/>
                  <a:pt x="1187248" y="105334"/>
                  <a:pt x="1185842" y="109196"/>
                </a:cubicBezTo>
                <a:cubicBezTo>
                  <a:pt x="1184436" y="113058"/>
                  <a:pt x="1182840" y="116640"/>
                  <a:pt x="1181054" y="119944"/>
                </a:cubicBezTo>
                <a:cubicBezTo>
                  <a:pt x="1179268" y="123248"/>
                  <a:pt x="1177270" y="126228"/>
                  <a:pt x="1175060" y="128885"/>
                </a:cubicBezTo>
                <a:cubicBezTo>
                  <a:pt x="1172850" y="131541"/>
                  <a:pt x="1170472" y="133785"/>
                  <a:pt x="1167927" y="135615"/>
                </a:cubicBezTo>
                <a:lnTo>
                  <a:pt x="1169870" y="140839"/>
                </a:lnTo>
                <a:cubicBezTo>
                  <a:pt x="1172727" y="139009"/>
                  <a:pt x="1175462" y="136743"/>
                  <a:pt x="1178073" y="134042"/>
                </a:cubicBezTo>
                <a:cubicBezTo>
                  <a:pt x="1180685" y="131341"/>
                  <a:pt x="1183130" y="128249"/>
                  <a:pt x="1185407" y="124766"/>
                </a:cubicBezTo>
                <a:cubicBezTo>
                  <a:pt x="1187639" y="121328"/>
                  <a:pt x="1189659" y="117556"/>
                  <a:pt x="1191468" y="113448"/>
                </a:cubicBezTo>
                <a:cubicBezTo>
                  <a:pt x="1193276" y="109341"/>
                  <a:pt x="1194827" y="104988"/>
                  <a:pt x="1196122" y="100389"/>
                </a:cubicBezTo>
                <a:cubicBezTo>
                  <a:pt x="1197372" y="95835"/>
                  <a:pt x="1198354" y="91080"/>
                  <a:pt x="1199069" y="86124"/>
                </a:cubicBezTo>
                <a:cubicBezTo>
                  <a:pt x="1199783" y="81168"/>
                  <a:pt x="1200140" y="76101"/>
                  <a:pt x="1200140" y="70922"/>
                </a:cubicBezTo>
                <a:close/>
                <a:moveTo>
                  <a:pt x="1267231" y="103604"/>
                </a:moveTo>
                <a:cubicBezTo>
                  <a:pt x="1267231" y="105434"/>
                  <a:pt x="1267834" y="106986"/>
                  <a:pt x="1269039" y="108258"/>
                </a:cubicBezTo>
                <a:cubicBezTo>
                  <a:pt x="1270245" y="109530"/>
                  <a:pt x="1271897" y="110167"/>
                  <a:pt x="1273995" y="110167"/>
                </a:cubicBezTo>
                <a:cubicBezTo>
                  <a:pt x="1276094" y="110167"/>
                  <a:pt x="1277779" y="109530"/>
                  <a:pt x="1279051" y="108258"/>
                </a:cubicBezTo>
                <a:cubicBezTo>
                  <a:pt x="1280324" y="106986"/>
                  <a:pt x="1280960" y="105434"/>
                  <a:pt x="1280960" y="103604"/>
                </a:cubicBezTo>
                <a:cubicBezTo>
                  <a:pt x="1280960" y="101684"/>
                  <a:pt x="1280335" y="100065"/>
                  <a:pt x="1279085" y="98748"/>
                </a:cubicBezTo>
                <a:cubicBezTo>
                  <a:pt x="1277835" y="97431"/>
                  <a:pt x="1276138" y="96773"/>
                  <a:pt x="1273995" y="96773"/>
                </a:cubicBezTo>
                <a:cubicBezTo>
                  <a:pt x="1271897" y="96773"/>
                  <a:pt x="1270245" y="97442"/>
                  <a:pt x="1269039" y="98782"/>
                </a:cubicBezTo>
                <a:cubicBezTo>
                  <a:pt x="1267834" y="100121"/>
                  <a:pt x="1267231" y="101728"/>
                  <a:pt x="1267231" y="103604"/>
                </a:cubicBezTo>
                <a:moveTo>
                  <a:pt x="1267231" y="44937"/>
                </a:moveTo>
                <a:cubicBezTo>
                  <a:pt x="1267231" y="46768"/>
                  <a:pt x="1267834" y="48319"/>
                  <a:pt x="1269039" y="49592"/>
                </a:cubicBezTo>
                <a:cubicBezTo>
                  <a:pt x="1270245" y="50864"/>
                  <a:pt x="1271897" y="51500"/>
                  <a:pt x="1273995" y="51500"/>
                </a:cubicBezTo>
                <a:cubicBezTo>
                  <a:pt x="1276094" y="51500"/>
                  <a:pt x="1277779" y="50864"/>
                  <a:pt x="1279051" y="49592"/>
                </a:cubicBezTo>
                <a:cubicBezTo>
                  <a:pt x="1280324" y="48319"/>
                  <a:pt x="1280960" y="46768"/>
                  <a:pt x="1280960" y="44937"/>
                </a:cubicBezTo>
                <a:cubicBezTo>
                  <a:pt x="1280960" y="43017"/>
                  <a:pt x="1280335" y="41399"/>
                  <a:pt x="1279085" y="40082"/>
                </a:cubicBezTo>
                <a:cubicBezTo>
                  <a:pt x="1277835" y="38765"/>
                  <a:pt x="1276138" y="38106"/>
                  <a:pt x="1273995" y="38106"/>
                </a:cubicBezTo>
                <a:cubicBezTo>
                  <a:pt x="1271897" y="38106"/>
                  <a:pt x="1270245" y="38776"/>
                  <a:pt x="1269039" y="40115"/>
                </a:cubicBezTo>
                <a:cubicBezTo>
                  <a:pt x="1267834" y="41455"/>
                  <a:pt x="1267231" y="43062"/>
                  <a:pt x="1267231" y="44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[...]">
            <a:extLst xmlns:a="http://schemas.openxmlformats.org/drawingml/2006/main">
              <a:ext uri="{FF2B5EF4-FFF2-40B4-BE49-F238E27FC236}">
                <a16:creationId xmlns:a16="http://schemas.microsoft.com/office/drawing/2014/main" id="{229C32D8-A65A-4651-86EA-EE0EB356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2635" y="3327114"/>
            <a:ext cx="351833" cy="132334"/>
          </a:xfrm>
          <a:custGeom xmlns:a="http://schemas.openxmlformats.org/drawingml/2006/main">
            <a:pathLst>
              <a:path w="351833" h="132334">
                <a:moveTo>
                  <a:pt x="23172" y="6898"/>
                </a:moveTo>
                <a:lnTo>
                  <a:pt x="23172" y="0"/>
                </a:lnTo>
                <a:lnTo>
                  <a:pt x="0" y="0"/>
                </a:lnTo>
                <a:lnTo>
                  <a:pt x="0" y="132334"/>
                </a:lnTo>
                <a:lnTo>
                  <a:pt x="23172" y="132334"/>
                </a:lnTo>
                <a:lnTo>
                  <a:pt x="23172" y="125436"/>
                </a:lnTo>
                <a:lnTo>
                  <a:pt x="7702" y="125436"/>
                </a:lnTo>
                <a:lnTo>
                  <a:pt x="7702" y="6898"/>
                </a:lnTo>
                <a:lnTo>
                  <a:pt x="23172" y="6898"/>
                </a:lnTo>
                <a:close/>
                <a:moveTo>
                  <a:pt x="88388" y="105680"/>
                </a:moveTo>
                <a:cubicBezTo>
                  <a:pt x="88388" y="107510"/>
                  <a:pt x="88990" y="109062"/>
                  <a:pt x="90196" y="110334"/>
                </a:cubicBezTo>
                <a:cubicBezTo>
                  <a:pt x="91401" y="111607"/>
                  <a:pt x="93053" y="112243"/>
                  <a:pt x="95152" y="112243"/>
                </a:cubicBezTo>
                <a:cubicBezTo>
                  <a:pt x="97250" y="112243"/>
                  <a:pt x="98936" y="111607"/>
                  <a:pt x="100208" y="110334"/>
                </a:cubicBezTo>
                <a:cubicBezTo>
                  <a:pt x="101481" y="109062"/>
                  <a:pt x="102117" y="107510"/>
                  <a:pt x="102117" y="105680"/>
                </a:cubicBezTo>
                <a:cubicBezTo>
                  <a:pt x="102117" y="103760"/>
                  <a:pt x="101492" y="102141"/>
                  <a:pt x="100242" y="100824"/>
                </a:cubicBezTo>
                <a:cubicBezTo>
                  <a:pt x="98991" y="99507"/>
                  <a:pt x="97295" y="98849"/>
                  <a:pt x="95152" y="98849"/>
                </a:cubicBezTo>
                <a:cubicBezTo>
                  <a:pt x="93053" y="98849"/>
                  <a:pt x="91401" y="99518"/>
                  <a:pt x="90196" y="100858"/>
                </a:cubicBezTo>
                <a:cubicBezTo>
                  <a:pt x="88990" y="102197"/>
                  <a:pt x="88388" y="103804"/>
                  <a:pt x="88388" y="105680"/>
                </a:cubicBezTo>
                <a:close/>
                <a:moveTo>
                  <a:pt x="171231" y="105680"/>
                </a:moveTo>
                <a:cubicBezTo>
                  <a:pt x="171231" y="107510"/>
                  <a:pt x="171833" y="109062"/>
                  <a:pt x="173039" y="110334"/>
                </a:cubicBezTo>
                <a:cubicBezTo>
                  <a:pt x="174244" y="111607"/>
                  <a:pt x="175896" y="112243"/>
                  <a:pt x="177995" y="112243"/>
                </a:cubicBezTo>
                <a:cubicBezTo>
                  <a:pt x="180093" y="112243"/>
                  <a:pt x="181779" y="111607"/>
                  <a:pt x="183051" y="110334"/>
                </a:cubicBezTo>
                <a:cubicBezTo>
                  <a:pt x="184323" y="109062"/>
                  <a:pt x="184960" y="107510"/>
                  <a:pt x="184960" y="105680"/>
                </a:cubicBezTo>
                <a:cubicBezTo>
                  <a:pt x="184960" y="103760"/>
                  <a:pt x="184335" y="102141"/>
                  <a:pt x="183084" y="100824"/>
                </a:cubicBezTo>
                <a:cubicBezTo>
                  <a:pt x="181834" y="99507"/>
                  <a:pt x="180138" y="98849"/>
                  <a:pt x="177995" y="98849"/>
                </a:cubicBezTo>
                <a:cubicBezTo>
                  <a:pt x="175896" y="98849"/>
                  <a:pt x="174244" y="99518"/>
                  <a:pt x="173039" y="100858"/>
                </a:cubicBezTo>
                <a:cubicBezTo>
                  <a:pt x="171833" y="102197"/>
                  <a:pt x="171231" y="103804"/>
                  <a:pt x="171231" y="105680"/>
                </a:cubicBezTo>
                <a:close/>
                <a:moveTo>
                  <a:pt x="253524" y="105680"/>
                </a:moveTo>
                <a:cubicBezTo>
                  <a:pt x="253524" y="107510"/>
                  <a:pt x="254127" y="109062"/>
                  <a:pt x="255332" y="110334"/>
                </a:cubicBezTo>
                <a:cubicBezTo>
                  <a:pt x="256538" y="111607"/>
                  <a:pt x="258190" y="112243"/>
                  <a:pt x="260288" y="112243"/>
                </a:cubicBezTo>
                <a:cubicBezTo>
                  <a:pt x="262387" y="112243"/>
                  <a:pt x="264072" y="111607"/>
                  <a:pt x="265344" y="110334"/>
                </a:cubicBezTo>
                <a:cubicBezTo>
                  <a:pt x="266617" y="109062"/>
                  <a:pt x="267253" y="107510"/>
                  <a:pt x="267253" y="105680"/>
                </a:cubicBezTo>
                <a:cubicBezTo>
                  <a:pt x="267253" y="103760"/>
                  <a:pt x="266628" y="102141"/>
                  <a:pt x="265378" y="100824"/>
                </a:cubicBezTo>
                <a:cubicBezTo>
                  <a:pt x="264128" y="99507"/>
                  <a:pt x="262431" y="98849"/>
                  <a:pt x="260288" y="98849"/>
                </a:cubicBezTo>
                <a:cubicBezTo>
                  <a:pt x="258190" y="98849"/>
                  <a:pt x="256538" y="99518"/>
                  <a:pt x="255332" y="100858"/>
                </a:cubicBezTo>
                <a:cubicBezTo>
                  <a:pt x="254127" y="102197"/>
                  <a:pt x="253524" y="103804"/>
                  <a:pt x="253524" y="105680"/>
                </a:cubicBezTo>
                <a:close/>
                <a:moveTo>
                  <a:pt x="328661" y="0"/>
                </a:moveTo>
                <a:lnTo>
                  <a:pt x="328661" y="6898"/>
                </a:lnTo>
                <a:lnTo>
                  <a:pt x="344131" y="6898"/>
                </a:lnTo>
                <a:lnTo>
                  <a:pt x="344131" y="125436"/>
                </a:lnTo>
                <a:lnTo>
                  <a:pt x="328661" y="125436"/>
                </a:lnTo>
                <a:lnTo>
                  <a:pt x="328661" y="132334"/>
                </a:lnTo>
                <a:lnTo>
                  <a:pt x="351833" y="132334"/>
                </a:lnTo>
                <a:lnTo>
                  <a:pt x="351833" y="0"/>
                </a:lnTo>
                <a:lnTo>
                  <a:pt x="3286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DF4AA-0566-483E-93FC-9ACF59F5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47" y="3710084"/>
            <a:ext cx="2001384" cy="635725"/>
          </a:xfrm>
          <a:custGeom xmlns:a="http://schemas.openxmlformats.org/drawingml/2006/main">
            <a:pathLst>
              <a:path w="2001384" h="635725">
                <a:moveTo>
                  <a:pt x="0" y="105950"/>
                </a:moveTo>
                <a:cubicBezTo>
                  <a:pt x="0" y="47444"/>
                  <a:pt x="47411" y="0"/>
                  <a:pt x="105950" y="0"/>
                </a:cubicBezTo>
                <a:lnTo>
                  <a:pt x="1895408" y="0"/>
                </a:lnTo>
                <a:cubicBezTo>
                  <a:pt x="1923522" y="0"/>
                  <a:pt x="1950460" y="11174"/>
                  <a:pt x="1970345" y="31033"/>
                </a:cubicBezTo>
                <a:cubicBezTo>
                  <a:pt x="1990210" y="50898"/>
                  <a:pt x="2001384" y="77856"/>
                  <a:pt x="2001384" y="105950"/>
                </a:cubicBezTo>
                <a:lnTo>
                  <a:pt x="2001384" y="529749"/>
                </a:lnTo>
                <a:cubicBezTo>
                  <a:pt x="2001384" y="588281"/>
                  <a:pt x="1953940" y="635725"/>
                  <a:pt x="1895408" y="635725"/>
                </a:cubicBezTo>
                <a:lnTo>
                  <a:pt x="105950" y="635725"/>
                </a:lnTo>
                <a:cubicBezTo>
                  <a:pt x="47411" y="635725"/>
                  <a:pt x="0" y="588281"/>
                  <a:pt x="0" y="529749"/>
                </a:cubicBezTo>
                <a:lnTo>
                  <a:pt x="0" y="105950"/>
                </a:lnTo>
                <a:close/>
                <a:moveTo>
                  <a:pt x="0" y="105950"/>
                </a:moveTo>
              </a:path>
            </a:pathLst>
          </a:custGeom>
          <a:solidFill xmlns:a="http://schemas.openxmlformats.org/drawingml/2006/main">
            <a:srgbClr val="FFF2CC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Well,Ialsoneedthat">
            <a:extLst xmlns:a="http://schemas.openxmlformats.org/drawingml/2006/main">
              <a:ext uri="{FF2B5EF4-FFF2-40B4-BE49-F238E27FC236}">
                <a16:creationId xmlns:a16="http://schemas.microsoft.com/office/drawing/2014/main" id="{76AD90B2-C5FC-4A24-87AC-CEF95914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332" y="3874339"/>
            <a:ext cx="1347335" cy="133338"/>
          </a:xfrm>
          <a:custGeom xmlns:a="http://schemas.openxmlformats.org/drawingml/2006/main">
            <a:pathLst>
              <a:path w="1347335" h="133338">
                <a:moveTo>
                  <a:pt x="32276" y="100835"/>
                </a:moveTo>
                <a:lnTo>
                  <a:pt x="28878" y="84055"/>
                </a:lnTo>
                <a:lnTo>
                  <a:pt x="9282" y="5893"/>
                </a:lnTo>
                <a:lnTo>
                  <a:pt x="0" y="5893"/>
                </a:lnTo>
                <a:lnTo>
                  <a:pt x="27478" y="113154"/>
                </a:lnTo>
                <a:lnTo>
                  <a:pt x="29172" y="113154"/>
                </a:lnTo>
                <a:lnTo>
                  <a:pt x="34771" y="113154"/>
                </a:lnTo>
                <a:lnTo>
                  <a:pt x="36171" y="113154"/>
                </a:lnTo>
                <a:lnTo>
                  <a:pt x="61070" y="29320"/>
                </a:lnTo>
                <a:lnTo>
                  <a:pt x="63726" y="18631"/>
                </a:lnTo>
                <a:lnTo>
                  <a:pt x="66448" y="29320"/>
                </a:lnTo>
                <a:lnTo>
                  <a:pt x="90759" y="113154"/>
                </a:lnTo>
                <a:lnTo>
                  <a:pt x="92158" y="113154"/>
                </a:lnTo>
                <a:lnTo>
                  <a:pt x="97757" y="113154"/>
                </a:lnTo>
                <a:lnTo>
                  <a:pt x="99451" y="113154"/>
                </a:lnTo>
                <a:lnTo>
                  <a:pt x="126856" y="5893"/>
                </a:lnTo>
                <a:lnTo>
                  <a:pt x="117574" y="5893"/>
                </a:lnTo>
                <a:lnTo>
                  <a:pt x="98273" y="83981"/>
                </a:lnTo>
                <a:lnTo>
                  <a:pt x="94715" y="100954"/>
                </a:lnTo>
                <a:lnTo>
                  <a:pt x="90685" y="84791"/>
                </a:lnTo>
                <a:lnTo>
                  <a:pt x="67774" y="5893"/>
                </a:lnTo>
                <a:lnTo>
                  <a:pt x="66890" y="5893"/>
                </a:lnTo>
                <a:lnTo>
                  <a:pt x="60481" y="5893"/>
                </a:lnTo>
                <a:lnTo>
                  <a:pt x="59597" y="5893"/>
                </a:lnTo>
                <a:lnTo>
                  <a:pt x="36318" y="84791"/>
                </a:lnTo>
                <a:lnTo>
                  <a:pt x="32276" y="100835"/>
                </a:lnTo>
                <a:close/>
                <a:moveTo>
                  <a:pt x="219323" y="113154"/>
                </a:moveTo>
                <a:lnTo>
                  <a:pt x="228163" y="113154"/>
                </a:lnTo>
                <a:lnTo>
                  <a:pt x="228163" y="0"/>
                </a:lnTo>
                <a:lnTo>
                  <a:pt x="219323" y="0"/>
                </a:lnTo>
                <a:lnTo>
                  <a:pt x="219323" y="113154"/>
                </a:lnTo>
                <a:close/>
                <a:moveTo>
                  <a:pt x="253270" y="113154"/>
                </a:moveTo>
                <a:lnTo>
                  <a:pt x="262110" y="113154"/>
                </a:lnTo>
                <a:lnTo>
                  <a:pt x="262110" y="0"/>
                </a:lnTo>
                <a:lnTo>
                  <a:pt x="253270" y="0"/>
                </a:lnTo>
                <a:lnTo>
                  <a:pt x="253270" y="113154"/>
                </a:lnTo>
                <a:close/>
                <a:moveTo>
                  <a:pt x="356167" y="113154"/>
                </a:moveTo>
                <a:lnTo>
                  <a:pt x="365228" y="113154"/>
                </a:lnTo>
                <a:lnTo>
                  <a:pt x="365228" y="5893"/>
                </a:lnTo>
                <a:lnTo>
                  <a:pt x="356167" y="5893"/>
                </a:lnTo>
                <a:lnTo>
                  <a:pt x="356167" y="113154"/>
                </a:lnTo>
                <a:close/>
                <a:moveTo>
                  <a:pt x="477803" y="102573"/>
                </a:moveTo>
                <a:lnTo>
                  <a:pt x="477824" y="102891"/>
                </a:lnTo>
                <a:lnTo>
                  <a:pt x="477847" y="103211"/>
                </a:lnTo>
                <a:lnTo>
                  <a:pt x="477871" y="103532"/>
                </a:lnTo>
                <a:lnTo>
                  <a:pt x="477896" y="103855"/>
                </a:lnTo>
                <a:lnTo>
                  <a:pt x="477924" y="104179"/>
                </a:lnTo>
                <a:lnTo>
                  <a:pt x="477953" y="104504"/>
                </a:lnTo>
                <a:lnTo>
                  <a:pt x="477984" y="104831"/>
                </a:lnTo>
                <a:lnTo>
                  <a:pt x="478016" y="105160"/>
                </a:lnTo>
                <a:lnTo>
                  <a:pt x="478050" y="105489"/>
                </a:lnTo>
                <a:lnTo>
                  <a:pt x="478086" y="105820"/>
                </a:lnTo>
                <a:lnTo>
                  <a:pt x="478123" y="106153"/>
                </a:lnTo>
                <a:lnTo>
                  <a:pt x="478162" y="106487"/>
                </a:lnTo>
                <a:lnTo>
                  <a:pt x="478203" y="106819"/>
                </a:lnTo>
                <a:lnTo>
                  <a:pt x="478245" y="107146"/>
                </a:lnTo>
                <a:lnTo>
                  <a:pt x="478288" y="107469"/>
                </a:lnTo>
                <a:lnTo>
                  <a:pt x="478333" y="107787"/>
                </a:lnTo>
                <a:lnTo>
                  <a:pt x="478380" y="108100"/>
                </a:lnTo>
                <a:lnTo>
                  <a:pt x="478427" y="108409"/>
                </a:lnTo>
                <a:lnTo>
                  <a:pt x="478476" y="108713"/>
                </a:lnTo>
                <a:lnTo>
                  <a:pt x="478527" y="109012"/>
                </a:lnTo>
                <a:lnTo>
                  <a:pt x="478579" y="109306"/>
                </a:lnTo>
                <a:lnTo>
                  <a:pt x="478632" y="109596"/>
                </a:lnTo>
                <a:lnTo>
                  <a:pt x="478686" y="109881"/>
                </a:lnTo>
                <a:lnTo>
                  <a:pt x="478743" y="110161"/>
                </a:lnTo>
                <a:lnTo>
                  <a:pt x="478800" y="110436"/>
                </a:lnTo>
                <a:lnTo>
                  <a:pt x="478859" y="110707"/>
                </a:lnTo>
                <a:lnTo>
                  <a:pt x="478919" y="110973"/>
                </a:lnTo>
                <a:lnTo>
                  <a:pt x="478981" y="111234"/>
                </a:lnTo>
                <a:lnTo>
                  <a:pt x="479044" y="111491"/>
                </a:lnTo>
                <a:lnTo>
                  <a:pt x="479109" y="111742"/>
                </a:lnTo>
                <a:lnTo>
                  <a:pt x="479175" y="111989"/>
                </a:lnTo>
                <a:lnTo>
                  <a:pt x="479242" y="112232"/>
                </a:lnTo>
                <a:lnTo>
                  <a:pt x="479311" y="112469"/>
                </a:lnTo>
                <a:lnTo>
                  <a:pt x="479381" y="112702"/>
                </a:lnTo>
                <a:lnTo>
                  <a:pt x="479452" y="112930"/>
                </a:lnTo>
                <a:lnTo>
                  <a:pt x="479525" y="113154"/>
                </a:lnTo>
                <a:lnTo>
                  <a:pt x="488955" y="113154"/>
                </a:lnTo>
                <a:lnTo>
                  <a:pt x="488955" y="112196"/>
                </a:lnTo>
                <a:lnTo>
                  <a:pt x="488857" y="111960"/>
                </a:lnTo>
                <a:lnTo>
                  <a:pt x="488762" y="111718"/>
                </a:lnTo>
                <a:lnTo>
                  <a:pt x="488669" y="111471"/>
                </a:lnTo>
                <a:lnTo>
                  <a:pt x="488577" y="111218"/>
                </a:lnTo>
                <a:lnTo>
                  <a:pt x="488488" y="110959"/>
                </a:lnTo>
                <a:lnTo>
                  <a:pt x="488400" y="110695"/>
                </a:lnTo>
                <a:lnTo>
                  <a:pt x="488314" y="110425"/>
                </a:lnTo>
                <a:lnTo>
                  <a:pt x="488230" y="110150"/>
                </a:lnTo>
                <a:lnTo>
                  <a:pt x="488148" y="109868"/>
                </a:lnTo>
                <a:lnTo>
                  <a:pt x="488068" y="109582"/>
                </a:lnTo>
                <a:lnTo>
                  <a:pt x="487990" y="109289"/>
                </a:lnTo>
                <a:lnTo>
                  <a:pt x="487914" y="108991"/>
                </a:lnTo>
                <a:lnTo>
                  <a:pt x="487840" y="108688"/>
                </a:lnTo>
                <a:lnTo>
                  <a:pt x="487768" y="108378"/>
                </a:lnTo>
                <a:lnTo>
                  <a:pt x="487697" y="108064"/>
                </a:lnTo>
                <a:lnTo>
                  <a:pt x="487629" y="107743"/>
                </a:lnTo>
                <a:lnTo>
                  <a:pt x="487562" y="107417"/>
                </a:lnTo>
                <a:lnTo>
                  <a:pt x="487498" y="107085"/>
                </a:lnTo>
                <a:lnTo>
                  <a:pt x="487435" y="106748"/>
                </a:lnTo>
                <a:lnTo>
                  <a:pt x="487374" y="106405"/>
                </a:lnTo>
                <a:lnTo>
                  <a:pt x="487315" y="106056"/>
                </a:lnTo>
                <a:lnTo>
                  <a:pt x="487258" y="105702"/>
                </a:lnTo>
                <a:lnTo>
                  <a:pt x="487203" y="105342"/>
                </a:lnTo>
                <a:lnTo>
                  <a:pt x="487150" y="104976"/>
                </a:lnTo>
                <a:lnTo>
                  <a:pt x="487099" y="104609"/>
                </a:lnTo>
                <a:lnTo>
                  <a:pt x="487050" y="104242"/>
                </a:lnTo>
                <a:lnTo>
                  <a:pt x="487003" y="103876"/>
                </a:lnTo>
                <a:lnTo>
                  <a:pt x="486959" y="103511"/>
                </a:lnTo>
                <a:lnTo>
                  <a:pt x="486916" y="103148"/>
                </a:lnTo>
                <a:lnTo>
                  <a:pt x="486876" y="102785"/>
                </a:lnTo>
                <a:lnTo>
                  <a:pt x="486838" y="102423"/>
                </a:lnTo>
                <a:lnTo>
                  <a:pt x="486802" y="102062"/>
                </a:lnTo>
                <a:lnTo>
                  <a:pt x="486768" y="101703"/>
                </a:lnTo>
                <a:lnTo>
                  <a:pt x="486737" y="101344"/>
                </a:lnTo>
                <a:lnTo>
                  <a:pt x="486707" y="100987"/>
                </a:lnTo>
                <a:lnTo>
                  <a:pt x="486680" y="100630"/>
                </a:lnTo>
                <a:lnTo>
                  <a:pt x="486655" y="100274"/>
                </a:lnTo>
                <a:lnTo>
                  <a:pt x="486632" y="99920"/>
                </a:lnTo>
                <a:lnTo>
                  <a:pt x="486612" y="99566"/>
                </a:lnTo>
                <a:lnTo>
                  <a:pt x="486593" y="99214"/>
                </a:lnTo>
                <a:lnTo>
                  <a:pt x="486577" y="98863"/>
                </a:lnTo>
                <a:lnTo>
                  <a:pt x="486563" y="98512"/>
                </a:lnTo>
                <a:lnTo>
                  <a:pt x="486551" y="98163"/>
                </a:lnTo>
                <a:lnTo>
                  <a:pt x="486541" y="97814"/>
                </a:lnTo>
                <a:lnTo>
                  <a:pt x="486534" y="97467"/>
                </a:lnTo>
                <a:lnTo>
                  <a:pt x="486528" y="97121"/>
                </a:lnTo>
                <a:lnTo>
                  <a:pt x="486525" y="96775"/>
                </a:lnTo>
                <a:lnTo>
                  <a:pt x="486524" y="96431"/>
                </a:lnTo>
                <a:lnTo>
                  <a:pt x="486524" y="57903"/>
                </a:lnTo>
                <a:lnTo>
                  <a:pt x="486517" y="57183"/>
                </a:lnTo>
                <a:lnTo>
                  <a:pt x="486498" y="56474"/>
                </a:lnTo>
                <a:lnTo>
                  <a:pt x="486466" y="55776"/>
                </a:lnTo>
                <a:lnTo>
                  <a:pt x="486420" y="55087"/>
                </a:lnTo>
                <a:lnTo>
                  <a:pt x="486362" y="54409"/>
                </a:lnTo>
                <a:lnTo>
                  <a:pt x="486291" y="53741"/>
                </a:lnTo>
                <a:lnTo>
                  <a:pt x="486207" y="53083"/>
                </a:lnTo>
                <a:lnTo>
                  <a:pt x="486110" y="52435"/>
                </a:lnTo>
                <a:lnTo>
                  <a:pt x="486001" y="51798"/>
                </a:lnTo>
                <a:lnTo>
                  <a:pt x="485878" y="51170"/>
                </a:lnTo>
                <a:lnTo>
                  <a:pt x="485742" y="50553"/>
                </a:lnTo>
                <a:lnTo>
                  <a:pt x="485594" y="49947"/>
                </a:lnTo>
                <a:lnTo>
                  <a:pt x="485432" y="49350"/>
                </a:lnTo>
                <a:lnTo>
                  <a:pt x="485258" y="48764"/>
                </a:lnTo>
                <a:lnTo>
                  <a:pt x="485071" y="48188"/>
                </a:lnTo>
                <a:lnTo>
                  <a:pt x="484870" y="47622"/>
                </a:lnTo>
                <a:lnTo>
                  <a:pt x="484657" y="47066"/>
                </a:lnTo>
                <a:lnTo>
                  <a:pt x="484431" y="46521"/>
                </a:lnTo>
                <a:lnTo>
                  <a:pt x="484192" y="45986"/>
                </a:lnTo>
                <a:lnTo>
                  <a:pt x="483940" y="45461"/>
                </a:lnTo>
                <a:lnTo>
                  <a:pt x="483675" y="44946"/>
                </a:lnTo>
                <a:lnTo>
                  <a:pt x="483398" y="44442"/>
                </a:lnTo>
                <a:lnTo>
                  <a:pt x="483107" y="43948"/>
                </a:lnTo>
                <a:lnTo>
                  <a:pt x="482804" y="43464"/>
                </a:lnTo>
                <a:lnTo>
                  <a:pt x="482489" y="42990"/>
                </a:lnTo>
                <a:lnTo>
                  <a:pt x="482164" y="42526"/>
                </a:lnTo>
                <a:lnTo>
                  <a:pt x="481830" y="42072"/>
                </a:lnTo>
                <a:lnTo>
                  <a:pt x="481486" y="41628"/>
                </a:lnTo>
                <a:lnTo>
                  <a:pt x="481132" y="41194"/>
                </a:lnTo>
                <a:lnTo>
                  <a:pt x="480768" y="40770"/>
                </a:lnTo>
                <a:lnTo>
                  <a:pt x="480395" y="40356"/>
                </a:lnTo>
                <a:lnTo>
                  <a:pt x="480012" y="39952"/>
                </a:lnTo>
                <a:lnTo>
                  <a:pt x="479620" y="39558"/>
                </a:lnTo>
                <a:lnTo>
                  <a:pt x="479217" y="39174"/>
                </a:lnTo>
                <a:lnTo>
                  <a:pt x="478805" y="38800"/>
                </a:lnTo>
                <a:lnTo>
                  <a:pt x="478383" y="38436"/>
                </a:lnTo>
                <a:lnTo>
                  <a:pt x="477952" y="38082"/>
                </a:lnTo>
                <a:lnTo>
                  <a:pt x="477511" y="37738"/>
                </a:lnTo>
                <a:lnTo>
                  <a:pt x="477060" y="37404"/>
                </a:lnTo>
                <a:lnTo>
                  <a:pt x="476599" y="37079"/>
                </a:lnTo>
                <a:lnTo>
                  <a:pt x="476129" y="36765"/>
                </a:lnTo>
                <a:lnTo>
                  <a:pt x="475649" y="36461"/>
                </a:lnTo>
                <a:lnTo>
                  <a:pt x="475159" y="36167"/>
                </a:lnTo>
                <a:lnTo>
                  <a:pt x="474659" y="35882"/>
                </a:lnTo>
                <a:lnTo>
                  <a:pt x="474150" y="35608"/>
                </a:lnTo>
                <a:lnTo>
                  <a:pt x="473631" y="35344"/>
                </a:lnTo>
                <a:lnTo>
                  <a:pt x="473102" y="35089"/>
                </a:lnTo>
                <a:lnTo>
                  <a:pt x="472564" y="34845"/>
                </a:lnTo>
                <a:lnTo>
                  <a:pt x="472017" y="34610"/>
                </a:lnTo>
                <a:lnTo>
                  <a:pt x="471464" y="34386"/>
                </a:lnTo>
                <a:lnTo>
                  <a:pt x="470903" y="34171"/>
                </a:lnTo>
                <a:lnTo>
                  <a:pt x="470336" y="33967"/>
                </a:lnTo>
                <a:lnTo>
                  <a:pt x="469762" y="33772"/>
                </a:lnTo>
                <a:lnTo>
                  <a:pt x="469182" y="33588"/>
                </a:lnTo>
                <a:lnTo>
                  <a:pt x="468595" y="33413"/>
                </a:lnTo>
                <a:lnTo>
                  <a:pt x="468000" y="33249"/>
                </a:lnTo>
                <a:lnTo>
                  <a:pt x="467399" y="33094"/>
                </a:lnTo>
                <a:lnTo>
                  <a:pt x="466792" y="32949"/>
                </a:lnTo>
                <a:lnTo>
                  <a:pt x="466177" y="32815"/>
                </a:lnTo>
                <a:lnTo>
                  <a:pt x="465556" y="32690"/>
                </a:lnTo>
                <a:lnTo>
                  <a:pt x="464928" y="32575"/>
                </a:lnTo>
                <a:lnTo>
                  <a:pt x="464293" y="32471"/>
                </a:lnTo>
                <a:lnTo>
                  <a:pt x="463652" y="32376"/>
                </a:lnTo>
                <a:lnTo>
                  <a:pt x="463003" y="32291"/>
                </a:lnTo>
                <a:lnTo>
                  <a:pt x="462348" y="32216"/>
                </a:lnTo>
                <a:lnTo>
                  <a:pt x="461686" y="32151"/>
                </a:lnTo>
                <a:lnTo>
                  <a:pt x="461018" y="32096"/>
                </a:lnTo>
                <a:lnTo>
                  <a:pt x="460342" y="32052"/>
                </a:lnTo>
                <a:lnTo>
                  <a:pt x="459660" y="32017"/>
                </a:lnTo>
                <a:lnTo>
                  <a:pt x="458971" y="31992"/>
                </a:lnTo>
                <a:lnTo>
                  <a:pt x="458275" y="31977"/>
                </a:lnTo>
                <a:lnTo>
                  <a:pt x="457572" y="31972"/>
                </a:lnTo>
                <a:lnTo>
                  <a:pt x="457004" y="31975"/>
                </a:lnTo>
                <a:lnTo>
                  <a:pt x="456439" y="31985"/>
                </a:lnTo>
                <a:lnTo>
                  <a:pt x="455879" y="32002"/>
                </a:lnTo>
                <a:lnTo>
                  <a:pt x="455322" y="32026"/>
                </a:lnTo>
                <a:lnTo>
                  <a:pt x="454770" y="32056"/>
                </a:lnTo>
                <a:lnTo>
                  <a:pt x="454223" y="32094"/>
                </a:lnTo>
                <a:lnTo>
                  <a:pt x="453679" y="32138"/>
                </a:lnTo>
                <a:lnTo>
                  <a:pt x="453140" y="32189"/>
                </a:lnTo>
                <a:lnTo>
                  <a:pt x="452605" y="32246"/>
                </a:lnTo>
                <a:lnTo>
                  <a:pt x="452074" y="32311"/>
                </a:lnTo>
                <a:lnTo>
                  <a:pt x="451548" y="32382"/>
                </a:lnTo>
                <a:lnTo>
                  <a:pt x="451025" y="32460"/>
                </a:lnTo>
                <a:lnTo>
                  <a:pt x="450507" y="32545"/>
                </a:lnTo>
                <a:lnTo>
                  <a:pt x="449993" y="32636"/>
                </a:lnTo>
                <a:lnTo>
                  <a:pt x="449483" y="32734"/>
                </a:lnTo>
                <a:lnTo>
                  <a:pt x="448978" y="32839"/>
                </a:lnTo>
                <a:lnTo>
                  <a:pt x="448476" y="32951"/>
                </a:lnTo>
                <a:lnTo>
                  <a:pt x="447979" y="33070"/>
                </a:lnTo>
                <a:lnTo>
                  <a:pt x="447487" y="33195"/>
                </a:lnTo>
                <a:lnTo>
                  <a:pt x="446998" y="33327"/>
                </a:lnTo>
                <a:lnTo>
                  <a:pt x="446514" y="33466"/>
                </a:lnTo>
                <a:lnTo>
                  <a:pt x="446033" y="33612"/>
                </a:lnTo>
                <a:lnTo>
                  <a:pt x="445557" y="33765"/>
                </a:lnTo>
                <a:lnTo>
                  <a:pt x="445086" y="33924"/>
                </a:lnTo>
                <a:lnTo>
                  <a:pt x="444619" y="34089"/>
                </a:lnTo>
                <a:lnTo>
                  <a:pt x="444157" y="34259"/>
                </a:lnTo>
                <a:lnTo>
                  <a:pt x="443702" y="34433"/>
                </a:lnTo>
                <a:lnTo>
                  <a:pt x="443251" y="34613"/>
                </a:lnTo>
                <a:lnTo>
                  <a:pt x="442806" y="34797"/>
                </a:lnTo>
                <a:lnTo>
                  <a:pt x="442367" y="34985"/>
                </a:lnTo>
                <a:lnTo>
                  <a:pt x="441933" y="35179"/>
                </a:lnTo>
                <a:lnTo>
                  <a:pt x="441505" y="35377"/>
                </a:lnTo>
                <a:lnTo>
                  <a:pt x="441082" y="35580"/>
                </a:lnTo>
                <a:lnTo>
                  <a:pt x="440664" y="35787"/>
                </a:lnTo>
                <a:lnTo>
                  <a:pt x="440252" y="36000"/>
                </a:lnTo>
                <a:lnTo>
                  <a:pt x="439846" y="36217"/>
                </a:lnTo>
                <a:lnTo>
                  <a:pt x="439445" y="36439"/>
                </a:lnTo>
                <a:lnTo>
                  <a:pt x="439050" y="36665"/>
                </a:lnTo>
                <a:lnTo>
                  <a:pt x="438660" y="36897"/>
                </a:lnTo>
                <a:lnTo>
                  <a:pt x="438275" y="37133"/>
                </a:lnTo>
                <a:lnTo>
                  <a:pt x="437897" y="37373"/>
                </a:lnTo>
                <a:lnTo>
                  <a:pt x="437523" y="37619"/>
                </a:lnTo>
                <a:lnTo>
                  <a:pt x="437155" y="37869"/>
                </a:lnTo>
                <a:lnTo>
                  <a:pt x="436793" y="38124"/>
                </a:lnTo>
                <a:lnTo>
                  <a:pt x="436436" y="38384"/>
                </a:lnTo>
                <a:lnTo>
                  <a:pt x="436085" y="38648"/>
                </a:lnTo>
                <a:lnTo>
                  <a:pt x="435739" y="38917"/>
                </a:lnTo>
                <a:lnTo>
                  <a:pt x="435398" y="39191"/>
                </a:lnTo>
                <a:lnTo>
                  <a:pt x="435064" y="39469"/>
                </a:lnTo>
                <a:lnTo>
                  <a:pt x="434736" y="39750"/>
                </a:lnTo>
                <a:lnTo>
                  <a:pt x="434415" y="40034"/>
                </a:lnTo>
                <a:lnTo>
                  <a:pt x="434100" y="40321"/>
                </a:lnTo>
                <a:lnTo>
                  <a:pt x="433792" y="40611"/>
                </a:lnTo>
                <a:lnTo>
                  <a:pt x="433490" y="40904"/>
                </a:lnTo>
                <a:lnTo>
                  <a:pt x="433195" y="41200"/>
                </a:lnTo>
                <a:lnTo>
                  <a:pt x="432906" y="41499"/>
                </a:lnTo>
                <a:lnTo>
                  <a:pt x="432624" y="41802"/>
                </a:lnTo>
                <a:lnTo>
                  <a:pt x="432348" y="42107"/>
                </a:lnTo>
                <a:lnTo>
                  <a:pt x="432079" y="42416"/>
                </a:lnTo>
                <a:lnTo>
                  <a:pt x="431816" y="42727"/>
                </a:lnTo>
                <a:lnTo>
                  <a:pt x="431560" y="43042"/>
                </a:lnTo>
                <a:lnTo>
                  <a:pt x="431311" y="43360"/>
                </a:lnTo>
                <a:lnTo>
                  <a:pt x="431068" y="43680"/>
                </a:lnTo>
                <a:lnTo>
                  <a:pt x="430831" y="44004"/>
                </a:lnTo>
                <a:lnTo>
                  <a:pt x="430601" y="44331"/>
                </a:lnTo>
                <a:lnTo>
                  <a:pt x="430377" y="44661"/>
                </a:lnTo>
                <a:lnTo>
                  <a:pt x="430160" y="44994"/>
                </a:lnTo>
                <a:lnTo>
                  <a:pt x="429950" y="45330"/>
                </a:lnTo>
                <a:lnTo>
                  <a:pt x="429746" y="45669"/>
                </a:lnTo>
                <a:lnTo>
                  <a:pt x="429549" y="46012"/>
                </a:lnTo>
                <a:lnTo>
                  <a:pt x="429358" y="46357"/>
                </a:lnTo>
                <a:lnTo>
                  <a:pt x="429173" y="46705"/>
                </a:lnTo>
                <a:lnTo>
                  <a:pt x="428996" y="47056"/>
                </a:lnTo>
                <a:lnTo>
                  <a:pt x="428826" y="47407"/>
                </a:lnTo>
                <a:lnTo>
                  <a:pt x="428664" y="47760"/>
                </a:lnTo>
                <a:lnTo>
                  <a:pt x="428509" y="48113"/>
                </a:lnTo>
                <a:lnTo>
                  <a:pt x="428362" y="48468"/>
                </a:lnTo>
                <a:lnTo>
                  <a:pt x="428223" y="48823"/>
                </a:lnTo>
                <a:lnTo>
                  <a:pt x="428091" y="49180"/>
                </a:lnTo>
                <a:lnTo>
                  <a:pt x="427966" y="49537"/>
                </a:lnTo>
                <a:lnTo>
                  <a:pt x="427849" y="49896"/>
                </a:lnTo>
                <a:lnTo>
                  <a:pt x="427740" y="50256"/>
                </a:lnTo>
                <a:lnTo>
                  <a:pt x="427638" y="50616"/>
                </a:lnTo>
                <a:lnTo>
                  <a:pt x="427544" y="50978"/>
                </a:lnTo>
                <a:lnTo>
                  <a:pt x="427457" y="51341"/>
                </a:lnTo>
                <a:lnTo>
                  <a:pt x="427378" y="51704"/>
                </a:lnTo>
                <a:lnTo>
                  <a:pt x="427306" y="52069"/>
                </a:lnTo>
                <a:lnTo>
                  <a:pt x="427242" y="52435"/>
                </a:lnTo>
                <a:lnTo>
                  <a:pt x="427185" y="52802"/>
                </a:lnTo>
                <a:lnTo>
                  <a:pt x="427136" y="53170"/>
                </a:lnTo>
                <a:lnTo>
                  <a:pt x="427095" y="53538"/>
                </a:lnTo>
                <a:lnTo>
                  <a:pt x="427061" y="53908"/>
                </a:lnTo>
                <a:lnTo>
                  <a:pt x="427034" y="54279"/>
                </a:lnTo>
                <a:lnTo>
                  <a:pt x="427015" y="54651"/>
                </a:lnTo>
                <a:lnTo>
                  <a:pt x="427004" y="55024"/>
                </a:lnTo>
                <a:lnTo>
                  <a:pt x="427000" y="55398"/>
                </a:lnTo>
                <a:lnTo>
                  <a:pt x="435767" y="55472"/>
                </a:lnTo>
                <a:lnTo>
                  <a:pt x="435772" y="55105"/>
                </a:lnTo>
                <a:lnTo>
                  <a:pt x="435786" y="54740"/>
                </a:lnTo>
                <a:lnTo>
                  <a:pt x="435810" y="54379"/>
                </a:lnTo>
                <a:lnTo>
                  <a:pt x="435843" y="54020"/>
                </a:lnTo>
                <a:lnTo>
                  <a:pt x="435887" y="53664"/>
                </a:lnTo>
                <a:lnTo>
                  <a:pt x="435939" y="53310"/>
                </a:lnTo>
                <a:lnTo>
                  <a:pt x="436002" y="52959"/>
                </a:lnTo>
                <a:lnTo>
                  <a:pt x="436074" y="52611"/>
                </a:lnTo>
                <a:lnTo>
                  <a:pt x="436155" y="52265"/>
                </a:lnTo>
                <a:lnTo>
                  <a:pt x="436246" y="51923"/>
                </a:lnTo>
                <a:lnTo>
                  <a:pt x="436347" y="51583"/>
                </a:lnTo>
                <a:lnTo>
                  <a:pt x="436457" y="51245"/>
                </a:lnTo>
                <a:lnTo>
                  <a:pt x="436577" y="50910"/>
                </a:lnTo>
                <a:lnTo>
                  <a:pt x="436707" y="50578"/>
                </a:lnTo>
                <a:lnTo>
                  <a:pt x="436846" y="50249"/>
                </a:lnTo>
                <a:lnTo>
                  <a:pt x="436995" y="49922"/>
                </a:lnTo>
                <a:lnTo>
                  <a:pt x="437153" y="49598"/>
                </a:lnTo>
                <a:lnTo>
                  <a:pt x="437321" y="49277"/>
                </a:lnTo>
                <a:lnTo>
                  <a:pt x="437498" y="48958"/>
                </a:lnTo>
                <a:lnTo>
                  <a:pt x="437685" y="48642"/>
                </a:lnTo>
                <a:lnTo>
                  <a:pt x="437882" y="48329"/>
                </a:lnTo>
                <a:lnTo>
                  <a:pt x="438088" y="48018"/>
                </a:lnTo>
                <a:lnTo>
                  <a:pt x="438304" y="47710"/>
                </a:lnTo>
                <a:lnTo>
                  <a:pt x="438529" y="47405"/>
                </a:lnTo>
                <a:lnTo>
                  <a:pt x="438763" y="47104"/>
                </a:lnTo>
                <a:lnTo>
                  <a:pt x="439004" y="46808"/>
                </a:lnTo>
                <a:lnTo>
                  <a:pt x="439252" y="46517"/>
                </a:lnTo>
                <a:lnTo>
                  <a:pt x="439507" y="46231"/>
                </a:lnTo>
                <a:lnTo>
                  <a:pt x="439770" y="45950"/>
                </a:lnTo>
                <a:lnTo>
                  <a:pt x="440039" y="45674"/>
                </a:lnTo>
                <a:lnTo>
                  <a:pt x="440316" y="45403"/>
                </a:lnTo>
                <a:lnTo>
                  <a:pt x="440600" y="45138"/>
                </a:lnTo>
                <a:lnTo>
                  <a:pt x="440891" y="44877"/>
                </a:lnTo>
                <a:lnTo>
                  <a:pt x="441189" y="44622"/>
                </a:lnTo>
                <a:lnTo>
                  <a:pt x="441495" y="44372"/>
                </a:lnTo>
                <a:lnTo>
                  <a:pt x="441807" y="44127"/>
                </a:lnTo>
                <a:lnTo>
                  <a:pt x="442127" y="43887"/>
                </a:lnTo>
                <a:lnTo>
                  <a:pt x="442454" y="43652"/>
                </a:lnTo>
                <a:lnTo>
                  <a:pt x="442788" y="43422"/>
                </a:lnTo>
                <a:lnTo>
                  <a:pt x="443129" y="43198"/>
                </a:lnTo>
                <a:lnTo>
                  <a:pt x="443478" y="42978"/>
                </a:lnTo>
                <a:lnTo>
                  <a:pt x="443833" y="42764"/>
                </a:lnTo>
                <a:lnTo>
                  <a:pt x="444196" y="42555"/>
                </a:lnTo>
                <a:lnTo>
                  <a:pt x="444566" y="42351"/>
                </a:lnTo>
                <a:lnTo>
                  <a:pt x="444943" y="42152"/>
                </a:lnTo>
                <a:lnTo>
                  <a:pt x="445327" y="41958"/>
                </a:lnTo>
                <a:lnTo>
                  <a:pt x="445718" y="41769"/>
                </a:lnTo>
                <a:lnTo>
                  <a:pt x="446117" y="41585"/>
                </a:lnTo>
                <a:lnTo>
                  <a:pt x="446521" y="41408"/>
                </a:lnTo>
                <a:lnTo>
                  <a:pt x="446931" y="41238"/>
                </a:lnTo>
                <a:lnTo>
                  <a:pt x="447345" y="41076"/>
                </a:lnTo>
                <a:lnTo>
                  <a:pt x="447763" y="40921"/>
                </a:lnTo>
                <a:lnTo>
                  <a:pt x="448187" y="40774"/>
                </a:lnTo>
                <a:lnTo>
                  <a:pt x="448615" y="40635"/>
                </a:lnTo>
                <a:lnTo>
                  <a:pt x="449048" y="40503"/>
                </a:lnTo>
                <a:lnTo>
                  <a:pt x="449485" y="40378"/>
                </a:lnTo>
                <a:lnTo>
                  <a:pt x="449928" y="40261"/>
                </a:lnTo>
                <a:lnTo>
                  <a:pt x="450375" y="40152"/>
                </a:lnTo>
                <a:lnTo>
                  <a:pt x="450826" y="40050"/>
                </a:lnTo>
                <a:lnTo>
                  <a:pt x="451283" y="39955"/>
                </a:lnTo>
                <a:lnTo>
                  <a:pt x="451744" y="39869"/>
                </a:lnTo>
                <a:lnTo>
                  <a:pt x="452210" y="39789"/>
                </a:lnTo>
                <a:lnTo>
                  <a:pt x="452681" y="39718"/>
                </a:lnTo>
                <a:lnTo>
                  <a:pt x="453156" y="39654"/>
                </a:lnTo>
                <a:lnTo>
                  <a:pt x="453637" y="39597"/>
                </a:lnTo>
                <a:lnTo>
                  <a:pt x="454121" y="39548"/>
                </a:lnTo>
                <a:lnTo>
                  <a:pt x="454611" y="39507"/>
                </a:lnTo>
                <a:lnTo>
                  <a:pt x="455105" y="39473"/>
                </a:lnTo>
                <a:lnTo>
                  <a:pt x="455605" y="39446"/>
                </a:lnTo>
                <a:lnTo>
                  <a:pt x="456108" y="39427"/>
                </a:lnTo>
                <a:lnTo>
                  <a:pt x="456617" y="39416"/>
                </a:lnTo>
                <a:lnTo>
                  <a:pt x="457130" y="39412"/>
                </a:lnTo>
                <a:lnTo>
                  <a:pt x="457685" y="39416"/>
                </a:lnTo>
                <a:lnTo>
                  <a:pt x="458233" y="39428"/>
                </a:lnTo>
                <a:lnTo>
                  <a:pt x="458773" y="39447"/>
                </a:lnTo>
                <a:lnTo>
                  <a:pt x="459306" y="39474"/>
                </a:lnTo>
                <a:lnTo>
                  <a:pt x="459831" y="39508"/>
                </a:lnTo>
                <a:lnTo>
                  <a:pt x="460349" y="39550"/>
                </a:lnTo>
                <a:lnTo>
                  <a:pt x="460859" y="39600"/>
                </a:lnTo>
                <a:lnTo>
                  <a:pt x="461362" y="39658"/>
                </a:lnTo>
                <a:lnTo>
                  <a:pt x="461858" y="39723"/>
                </a:lnTo>
                <a:lnTo>
                  <a:pt x="462346" y="39796"/>
                </a:lnTo>
                <a:lnTo>
                  <a:pt x="462827" y="39876"/>
                </a:lnTo>
                <a:lnTo>
                  <a:pt x="463300" y="39965"/>
                </a:lnTo>
                <a:lnTo>
                  <a:pt x="463766" y="40061"/>
                </a:lnTo>
                <a:lnTo>
                  <a:pt x="464224" y="40164"/>
                </a:lnTo>
                <a:lnTo>
                  <a:pt x="464676" y="40275"/>
                </a:lnTo>
                <a:lnTo>
                  <a:pt x="465119" y="40394"/>
                </a:lnTo>
                <a:lnTo>
                  <a:pt x="465555" y="40521"/>
                </a:lnTo>
                <a:lnTo>
                  <a:pt x="465984" y="40655"/>
                </a:lnTo>
                <a:lnTo>
                  <a:pt x="466406" y="40797"/>
                </a:lnTo>
                <a:lnTo>
                  <a:pt x="466820" y="40947"/>
                </a:lnTo>
                <a:lnTo>
                  <a:pt x="467226" y="41104"/>
                </a:lnTo>
                <a:lnTo>
                  <a:pt x="467625" y="41269"/>
                </a:lnTo>
                <a:lnTo>
                  <a:pt x="468017" y="41442"/>
                </a:lnTo>
                <a:lnTo>
                  <a:pt x="468401" y="41622"/>
                </a:lnTo>
                <a:lnTo>
                  <a:pt x="468778" y="41810"/>
                </a:lnTo>
                <a:lnTo>
                  <a:pt x="469147" y="42004"/>
                </a:lnTo>
                <a:lnTo>
                  <a:pt x="469509" y="42205"/>
                </a:lnTo>
                <a:lnTo>
                  <a:pt x="469863" y="42412"/>
                </a:lnTo>
                <a:lnTo>
                  <a:pt x="470209" y="42626"/>
                </a:lnTo>
                <a:lnTo>
                  <a:pt x="470547" y="42847"/>
                </a:lnTo>
                <a:lnTo>
                  <a:pt x="470878" y="43074"/>
                </a:lnTo>
                <a:lnTo>
                  <a:pt x="471201" y="43308"/>
                </a:lnTo>
                <a:lnTo>
                  <a:pt x="471516" y="43549"/>
                </a:lnTo>
                <a:lnTo>
                  <a:pt x="471824" y="43796"/>
                </a:lnTo>
                <a:lnTo>
                  <a:pt x="472124" y="44050"/>
                </a:lnTo>
                <a:lnTo>
                  <a:pt x="472416" y="44311"/>
                </a:lnTo>
                <a:lnTo>
                  <a:pt x="472701" y="44578"/>
                </a:lnTo>
                <a:lnTo>
                  <a:pt x="472978" y="44852"/>
                </a:lnTo>
                <a:lnTo>
                  <a:pt x="473247" y="45133"/>
                </a:lnTo>
                <a:lnTo>
                  <a:pt x="473509" y="45420"/>
                </a:lnTo>
                <a:lnTo>
                  <a:pt x="473763" y="45714"/>
                </a:lnTo>
                <a:lnTo>
                  <a:pt x="474009" y="46015"/>
                </a:lnTo>
                <a:lnTo>
                  <a:pt x="474248" y="46322"/>
                </a:lnTo>
                <a:lnTo>
                  <a:pt x="474479" y="46636"/>
                </a:lnTo>
                <a:lnTo>
                  <a:pt x="474702" y="46956"/>
                </a:lnTo>
                <a:lnTo>
                  <a:pt x="474918" y="47283"/>
                </a:lnTo>
                <a:lnTo>
                  <a:pt x="475126" y="47617"/>
                </a:lnTo>
                <a:lnTo>
                  <a:pt x="475326" y="47958"/>
                </a:lnTo>
                <a:lnTo>
                  <a:pt x="475519" y="48304"/>
                </a:lnTo>
                <a:lnTo>
                  <a:pt x="475703" y="48656"/>
                </a:lnTo>
                <a:lnTo>
                  <a:pt x="475879" y="49013"/>
                </a:lnTo>
                <a:lnTo>
                  <a:pt x="476047" y="49376"/>
                </a:lnTo>
                <a:lnTo>
                  <a:pt x="476206" y="49744"/>
                </a:lnTo>
                <a:lnTo>
                  <a:pt x="476358" y="50117"/>
                </a:lnTo>
                <a:lnTo>
                  <a:pt x="476501" y="50496"/>
                </a:lnTo>
                <a:lnTo>
                  <a:pt x="476636" y="50880"/>
                </a:lnTo>
                <a:lnTo>
                  <a:pt x="476763" y="51269"/>
                </a:lnTo>
                <a:lnTo>
                  <a:pt x="476881" y="51664"/>
                </a:lnTo>
                <a:lnTo>
                  <a:pt x="476992" y="52064"/>
                </a:lnTo>
                <a:lnTo>
                  <a:pt x="477094" y="52470"/>
                </a:lnTo>
                <a:lnTo>
                  <a:pt x="477188" y="52881"/>
                </a:lnTo>
                <a:lnTo>
                  <a:pt x="477274" y="53297"/>
                </a:lnTo>
                <a:lnTo>
                  <a:pt x="477352" y="53719"/>
                </a:lnTo>
                <a:lnTo>
                  <a:pt x="477422" y="54146"/>
                </a:lnTo>
                <a:lnTo>
                  <a:pt x="477483" y="54578"/>
                </a:lnTo>
                <a:lnTo>
                  <a:pt x="477536" y="55016"/>
                </a:lnTo>
                <a:lnTo>
                  <a:pt x="477581" y="55459"/>
                </a:lnTo>
                <a:lnTo>
                  <a:pt x="477618" y="55908"/>
                </a:lnTo>
                <a:lnTo>
                  <a:pt x="477647" y="56362"/>
                </a:lnTo>
                <a:lnTo>
                  <a:pt x="477667" y="56821"/>
                </a:lnTo>
                <a:lnTo>
                  <a:pt x="477680" y="57285"/>
                </a:lnTo>
                <a:lnTo>
                  <a:pt x="477684" y="57755"/>
                </a:lnTo>
                <a:lnTo>
                  <a:pt x="477684" y="66743"/>
                </a:lnTo>
                <a:lnTo>
                  <a:pt x="461403" y="66743"/>
                </a:lnTo>
                <a:lnTo>
                  <a:pt x="460706" y="66746"/>
                </a:lnTo>
                <a:lnTo>
                  <a:pt x="460015" y="66755"/>
                </a:lnTo>
                <a:lnTo>
                  <a:pt x="459329" y="66770"/>
                </a:lnTo>
                <a:lnTo>
                  <a:pt x="458650" y="66791"/>
                </a:lnTo>
                <a:lnTo>
                  <a:pt x="457976" y="66818"/>
                </a:lnTo>
                <a:lnTo>
                  <a:pt x="457308" y="66851"/>
                </a:lnTo>
                <a:lnTo>
                  <a:pt x="456645" y="66890"/>
                </a:lnTo>
                <a:lnTo>
                  <a:pt x="455988" y="66935"/>
                </a:lnTo>
                <a:lnTo>
                  <a:pt x="455338" y="66986"/>
                </a:lnTo>
                <a:lnTo>
                  <a:pt x="454692" y="67043"/>
                </a:lnTo>
                <a:lnTo>
                  <a:pt x="454053" y="67107"/>
                </a:lnTo>
                <a:lnTo>
                  <a:pt x="453419" y="67176"/>
                </a:lnTo>
                <a:lnTo>
                  <a:pt x="452791" y="67251"/>
                </a:lnTo>
                <a:lnTo>
                  <a:pt x="452169" y="67332"/>
                </a:lnTo>
                <a:lnTo>
                  <a:pt x="451553" y="67419"/>
                </a:lnTo>
                <a:lnTo>
                  <a:pt x="450942" y="67512"/>
                </a:lnTo>
                <a:lnTo>
                  <a:pt x="450337" y="67611"/>
                </a:lnTo>
                <a:lnTo>
                  <a:pt x="449738" y="67717"/>
                </a:lnTo>
                <a:lnTo>
                  <a:pt x="449145" y="67828"/>
                </a:lnTo>
                <a:lnTo>
                  <a:pt x="448557" y="67945"/>
                </a:lnTo>
                <a:lnTo>
                  <a:pt x="447975" y="68068"/>
                </a:lnTo>
                <a:lnTo>
                  <a:pt x="447399" y="68198"/>
                </a:lnTo>
                <a:lnTo>
                  <a:pt x="446829" y="68333"/>
                </a:lnTo>
                <a:lnTo>
                  <a:pt x="446264" y="68474"/>
                </a:lnTo>
                <a:lnTo>
                  <a:pt x="445706" y="68621"/>
                </a:lnTo>
                <a:lnTo>
                  <a:pt x="445155" y="68773"/>
                </a:lnTo>
                <a:lnTo>
                  <a:pt x="444611" y="68931"/>
                </a:lnTo>
                <a:lnTo>
                  <a:pt x="444074" y="69094"/>
                </a:lnTo>
                <a:lnTo>
                  <a:pt x="443544" y="69263"/>
                </a:lnTo>
                <a:lnTo>
                  <a:pt x="443021" y="69436"/>
                </a:lnTo>
                <a:lnTo>
                  <a:pt x="442505" y="69616"/>
                </a:lnTo>
                <a:lnTo>
                  <a:pt x="441996" y="69800"/>
                </a:lnTo>
                <a:lnTo>
                  <a:pt x="441494" y="69990"/>
                </a:lnTo>
                <a:lnTo>
                  <a:pt x="440999" y="70185"/>
                </a:lnTo>
                <a:lnTo>
                  <a:pt x="440511" y="70386"/>
                </a:lnTo>
                <a:lnTo>
                  <a:pt x="440030" y="70592"/>
                </a:lnTo>
                <a:lnTo>
                  <a:pt x="439556" y="70803"/>
                </a:lnTo>
                <a:lnTo>
                  <a:pt x="439090" y="71020"/>
                </a:lnTo>
                <a:lnTo>
                  <a:pt x="438630" y="71242"/>
                </a:lnTo>
                <a:lnTo>
                  <a:pt x="438177" y="71470"/>
                </a:lnTo>
                <a:lnTo>
                  <a:pt x="437732" y="71703"/>
                </a:lnTo>
                <a:lnTo>
                  <a:pt x="437293" y="71941"/>
                </a:lnTo>
                <a:lnTo>
                  <a:pt x="436861" y="72185"/>
                </a:lnTo>
                <a:lnTo>
                  <a:pt x="436437" y="72434"/>
                </a:lnTo>
                <a:lnTo>
                  <a:pt x="436019" y="72688"/>
                </a:lnTo>
                <a:lnTo>
                  <a:pt x="435609" y="72948"/>
                </a:lnTo>
                <a:lnTo>
                  <a:pt x="435205" y="73213"/>
                </a:lnTo>
                <a:lnTo>
                  <a:pt x="434809" y="73483"/>
                </a:lnTo>
                <a:lnTo>
                  <a:pt x="434420" y="73759"/>
                </a:lnTo>
                <a:lnTo>
                  <a:pt x="434039" y="74040"/>
                </a:lnTo>
                <a:lnTo>
                  <a:pt x="433665" y="74325"/>
                </a:lnTo>
                <a:lnTo>
                  <a:pt x="433299" y="74615"/>
                </a:lnTo>
                <a:lnTo>
                  <a:pt x="432940" y="74910"/>
                </a:lnTo>
                <a:lnTo>
                  <a:pt x="432590" y="75210"/>
                </a:lnTo>
                <a:lnTo>
                  <a:pt x="432247" y="75515"/>
                </a:lnTo>
                <a:lnTo>
                  <a:pt x="431911" y="75824"/>
                </a:lnTo>
                <a:lnTo>
                  <a:pt x="431584" y="76139"/>
                </a:lnTo>
                <a:lnTo>
                  <a:pt x="431264" y="76458"/>
                </a:lnTo>
                <a:lnTo>
                  <a:pt x="430951" y="76783"/>
                </a:lnTo>
                <a:lnTo>
                  <a:pt x="430647" y="77112"/>
                </a:lnTo>
                <a:lnTo>
                  <a:pt x="430350" y="77446"/>
                </a:lnTo>
                <a:lnTo>
                  <a:pt x="430061" y="77784"/>
                </a:lnTo>
                <a:lnTo>
                  <a:pt x="429779" y="78128"/>
                </a:lnTo>
                <a:lnTo>
                  <a:pt x="429505" y="78477"/>
                </a:lnTo>
                <a:lnTo>
                  <a:pt x="429239" y="78830"/>
                </a:lnTo>
                <a:lnTo>
                  <a:pt x="428980" y="79188"/>
                </a:lnTo>
                <a:lnTo>
                  <a:pt x="428729" y="79551"/>
                </a:lnTo>
                <a:lnTo>
                  <a:pt x="428486" y="79919"/>
                </a:lnTo>
                <a:lnTo>
                  <a:pt x="428250" y="80292"/>
                </a:lnTo>
                <a:lnTo>
                  <a:pt x="428022" y="80670"/>
                </a:lnTo>
                <a:lnTo>
                  <a:pt x="427802" y="81052"/>
                </a:lnTo>
                <a:lnTo>
                  <a:pt x="427590" y="81440"/>
                </a:lnTo>
                <a:lnTo>
                  <a:pt x="427385" y="81831"/>
                </a:lnTo>
                <a:lnTo>
                  <a:pt x="427190" y="82227"/>
                </a:lnTo>
                <a:lnTo>
                  <a:pt x="427003" y="82627"/>
                </a:lnTo>
                <a:lnTo>
                  <a:pt x="426824" y="83031"/>
                </a:lnTo>
                <a:lnTo>
                  <a:pt x="426655" y="83438"/>
                </a:lnTo>
                <a:lnTo>
                  <a:pt x="426494" y="83850"/>
                </a:lnTo>
                <a:lnTo>
                  <a:pt x="426342" y="84266"/>
                </a:lnTo>
                <a:lnTo>
                  <a:pt x="426198" y="84685"/>
                </a:lnTo>
                <a:lnTo>
                  <a:pt x="426063" y="85109"/>
                </a:lnTo>
                <a:lnTo>
                  <a:pt x="425937" y="85536"/>
                </a:lnTo>
                <a:lnTo>
                  <a:pt x="425820" y="85968"/>
                </a:lnTo>
                <a:lnTo>
                  <a:pt x="425711" y="86403"/>
                </a:lnTo>
                <a:lnTo>
                  <a:pt x="425611" y="86842"/>
                </a:lnTo>
                <a:lnTo>
                  <a:pt x="425520" y="87286"/>
                </a:lnTo>
                <a:lnTo>
                  <a:pt x="425437" y="87733"/>
                </a:lnTo>
                <a:lnTo>
                  <a:pt x="425363" y="88184"/>
                </a:lnTo>
                <a:lnTo>
                  <a:pt x="425298" y="88640"/>
                </a:lnTo>
                <a:lnTo>
                  <a:pt x="425241" y="89099"/>
                </a:lnTo>
                <a:lnTo>
                  <a:pt x="425194" y="89562"/>
                </a:lnTo>
                <a:lnTo>
                  <a:pt x="425154" y="90029"/>
                </a:lnTo>
                <a:lnTo>
                  <a:pt x="425124" y="90500"/>
                </a:lnTo>
                <a:lnTo>
                  <a:pt x="425102" y="90975"/>
                </a:lnTo>
                <a:lnTo>
                  <a:pt x="425089" y="91454"/>
                </a:lnTo>
                <a:lnTo>
                  <a:pt x="425085" y="91937"/>
                </a:lnTo>
                <a:lnTo>
                  <a:pt x="425090" y="92475"/>
                </a:lnTo>
                <a:lnTo>
                  <a:pt x="425107" y="93008"/>
                </a:lnTo>
                <a:lnTo>
                  <a:pt x="425134" y="93537"/>
                </a:lnTo>
                <a:lnTo>
                  <a:pt x="425173" y="94060"/>
                </a:lnTo>
                <a:lnTo>
                  <a:pt x="425222" y="94579"/>
                </a:lnTo>
                <a:lnTo>
                  <a:pt x="425283" y="95093"/>
                </a:lnTo>
                <a:lnTo>
                  <a:pt x="425354" y="95603"/>
                </a:lnTo>
                <a:lnTo>
                  <a:pt x="425437" y="96108"/>
                </a:lnTo>
                <a:lnTo>
                  <a:pt x="425530" y="96608"/>
                </a:lnTo>
                <a:lnTo>
                  <a:pt x="425635" y="97103"/>
                </a:lnTo>
                <a:lnTo>
                  <a:pt x="425750" y="97593"/>
                </a:lnTo>
                <a:lnTo>
                  <a:pt x="425877" y="98079"/>
                </a:lnTo>
                <a:lnTo>
                  <a:pt x="426014" y="98560"/>
                </a:lnTo>
                <a:lnTo>
                  <a:pt x="426163" y="99037"/>
                </a:lnTo>
                <a:lnTo>
                  <a:pt x="426322" y="99508"/>
                </a:lnTo>
                <a:lnTo>
                  <a:pt x="426493" y="99975"/>
                </a:lnTo>
                <a:lnTo>
                  <a:pt x="426674" y="100437"/>
                </a:lnTo>
                <a:lnTo>
                  <a:pt x="426867" y="100895"/>
                </a:lnTo>
                <a:lnTo>
                  <a:pt x="427070" y="101347"/>
                </a:lnTo>
                <a:lnTo>
                  <a:pt x="427285" y="101795"/>
                </a:lnTo>
                <a:lnTo>
                  <a:pt x="427510" y="102239"/>
                </a:lnTo>
                <a:lnTo>
                  <a:pt x="427747" y="102677"/>
                </a:lnTo>
                <a:lnTo>
                  <a:pt x="427994" y="103111"/>
                </a:lnTo>
                <a:lnTo>
                  <a:pt x="428253" y="103540"/>
                </a:lnTo>
                <a:lnTo>
                  <a:pt x="428521" y="103963"/>
                </a:lnTo>
                <a:lnTo>
                  <a:pt x="428799" y="104378"/>
                </a:lnTo>
                <a:lnTo>
                  <a:pt x="429086" y="104786"/>
                </a:lnTo>
                <a:lnTo>
                  <a:pt x="429382" y="105187"/>
                </a:lnTo>
                <a:lnTo>
                  <a:pt x="429688" y="105580"/>
                </a:lnTo>
                <a:lnTo>
                  <a:pt x="430002" y="105966"/>
                </a:lnTo>
                <a:lnTo>
                  <a:pt x="430326" y="106345"/>
                </a:lnTo>
                <a:lnTo>
                  <a:pt x="430659" y="106716"/>
                </a:lnTo>
                <a:lnTo>
                  <a:pt x="431001" y="107079"/>
                </a:lnTo>
                <a:lnTo>
                  <a:pt x="431353" y="107436"/>
                </a:lnTo>
                <a:lnTo>
                  <a:pt x="431713" y="107784"/>
                </a:lnTo>
                <a:lnTo>
                  <a:pt x="432083" y="108126"/>
                </a:lnTo>
                <a:lnTo>
                  <a:pt x="432462" y="108460"/>
                </a:lnTo>
                <a:lnTo>
                  <a:pt x="432851" y="108786"/>
                </a:lnTo>
                <a:lnTo>
                  <a:pt x="433248" y="109105"/>
                </a:lnTo>
                <a:lnTo>
                  <a:pt x="433655" y="109417"/>
                </a:lnTo>
                <a:lnTo>
                  <a:pt x="434071" y="109721"/>
                </a:lnTo>
                <a:lnTo>
                  <a:pt x="434496" y="110018"/>
                </a:lnTo>
                <a:lnTo>
                  <a:pt x="434930" y="110307"/>
                </a:lnTo>
                <a:lnTo>
                  <a:pt x="435374" y="110589"/>
                </a:lnTo>
                <a:lnTo>
                  <a:pt x="435827" y="110864"/>
                </a:lnTo>
                <a:lnTo>
                  <a:pt x="436289" y="111131"/>
                </a:lnTo>
                <a:lnTo>
                  <a:pt x="436760" y="111391"/>
                </a:lnTo>
                <a:lnTo>
                  <a:pt x="437240" y="111643"/>
                </a:lnTo>
                <a:lnTo>
                  <a:pt x="437728" y="111887"/>
                </a:lnTo>
                <a:lnTo>
                  <a:pt x="438223" y="112120"/>
                </a:lnTo>
                <a:lnTo>
                  <a:pt x="438725" y="112343"/>
                </a:lnTo>
                <a:lnTo>
                  <a:pt x="439233" y="112555"/>
                </a:lnTo>
                <a:lnTo>
                  <a:pt x="439748" y="112757"/>
                </a:lnTo>
                <a:lnTo>
                  <a:pt x="440270" y="112949"/>
                </a:lnTo>
                <a:lnTo>
                  <a:pt x="440798" y="113130"/>
                </a:lnTo>
                <a:lnTo>
                  <a:pt x="441333" y="113301"/>
                </a:lnTo>
                <a:lnTo>
                  <a:pt x="441874" y="113461"/>
                </a:lnTo>
                <a:lnTo>
                  <a:pt x="442422" y="113612"/>
                </a:lnTo>
                <a:lnTo>
                  <a:pt x="442977" y="113752"/>
                </a:lnTo>
                <a:lnTo>
                  <a:pt x="443539" y="113881"/>
                </a:lnTo>
                <a:lnTo>
                  <a:pt x="444107" y="114000"/>
                </a:lnTo>
                <a:lnTo>
                  <a:pt x="444682" y="114109"/>
                </a:lnTo>
                <a:lnTo>
                  <a:pt x="445263" y="114207"/>
                </a:lnTo>
                <a:lnTo>
                  <a:pt x="445851" y="114295"/>
                </a:lnTo>
                <a:lnTo>
                  <a:pt x="446446" y="114373"/>
                </a:lnTo>
                <a:lnTo>
                  <a:pt x="447047" y="114440"/>
                </a:lnTo>
                <a:lnTo>
                  <a:pt x="447655" y="114497"/>
                </a:lnTo>
                <a:lnTo>
                  <a:pt x="448270" y="114544"/>
                </a:lnTo>
                <a:lnTo>
                  <a:pt x="448891" y="114580"/>
                </a:lnTo>
                <a:lnTo>
                  <a:pt x="449519" y="114606"/>
                </a:lnTo>
                <a:lnTo>
                  <a:pt x="450154" y="114622"/>
                </a:lnTo>
                <a:lnTo>
                  <a:pt x="450795" y="114627"/>
                </a:lnTo>
                <a:lnTo>
                  <a:pt x="451375" y="114623"/>
                </a:lnTo>
                <a:lnTo>
                  <a:pt x="451951" y="114612"/>
                </a:lnTo>
                <a:lnTo>
                  <a:pt x="452521" y="114594"/>
                </a:lnTo>
                <a:lnTo>
                  <a:pt x="453086" y="114569"/>
                </a:lnTo>
                <a:lnTo>
                  <a:pt x="453645" y="114536"/>
                </a:lnTo>
                <a:lnTo>
                  <a:pt x="454200" y="114496"/>
                </a:lnTo>
                <a:lnTo>
                  <a:pt x="454749" y="114448"/>
                </a:lnTo>
                <a:lnTo>
                  <a:pt x="455293" y="114394"/>
                </a:lnTo>
                <a:lnTo>
                  <a:pt x="455831" y="114332"/>
                </a:lnTo>
                <a:lnTo>
                  <a:pt x="456365" y="114262"/>
                </a:lnTo>
                <a:lnTo>
                  <a:pt x="456893" y="114186"/>
                </a:lnTo>
                <a:lnTo>
                  <a:pt x="457416" y="114102"/>
                </a:lnTo>
                <a:lnTo>
                  <a:pt x="457933" y="114011"/>
                </a:lnTo>
                <a:lnTo>
                  <a:pt x="458446" y="113912"/>
                </a:lnTo>
                <a:lnTo>
                  <a:pt x="458953" y="113807"/>
                </a:lnTo>
                <a:lnTo>
                  <a:pt x="459455" y="113694"/>
                </a:lnTo>
                <a:lnTo>
                  <a:pt x="459952" y="113573"/>
                </a:lnTo>
                <a:lnTo>
                  <a:pt x="460443" y="113446"/>
                </a:lnTo>
                <a:lnTo>
                  <a:pt x="460929" y="113311"/>
                </a:lnTo>
                <a:lnTo>
                  <a:pt x="461410" y="113169"/>
                </a:lnTo>
                <a:lnTo>
                  <a:pt x="461886" y="113019"/>
                </a:lnTo>
                <a:lnTo>
                  <a:pt x="462356" y="112863"/>
                </a:lnTo>
                <a:lnTo>
                  <a:pt x="462822" y="112699"/>
                </a:lnTo>
                <a:lnTo>
                  <a:pt x="463282" y="112527"/>
                </a:lnTo>
                <a:lnTo>
                  <a:pt x="463736" y="112350"/>
                </a:lnTo>
                <a:lnTo>
                  <a:pt x="464186" y="112169"/>
                </a:lnTo>
                <a:lnTo>
                  <a:pt x="464631" y="111983"/>
                </a:lnTo>
                <a:lnTo>
                  <a:pt x="465070" y="111793"/>
                </a:lnTo>
                <a:lnTo>
                  <a:pt x="465504" y="111598"/>
                </a:lnTo>
                <a:lnTo>
                  <a:pt x="465934" y="111399"/>
                </a:lnTo>
                <a:lnTo>
                  <a:pt x="466358" y="111196"/>
                </a:lnTo>
                <a:lnTo>
                  <a:pt x="466777" y="110989"/>
                </a:lnTo>
                <a:lnTo>
                  <a:pt x="467191" y="110777"/>
                </a:lnTo>
                <a:lnTo>
                  <a:pt x="467599" y="110560"/>
                </a:lnTo>
                <a:lnTo>
                  <a:pt x="468003" y="110340"/>
                </a:lnTo>
                <a:lnTo>
                  <a:pt x="468401" y="110115"/>
                </a:lnTo>
                <a:lnTo>
                  <a:pt x="468795" y="109885"/>
                </a:lnTo>
                <a:lnTo>
                  <a:pt x="469183" y="109652"/>
                </a:lnTo>
                <a:lnTo>
                  <a:pt x="469566" y="109414"/>
                </a:lnTo>
                <a:lnTo>
                  <a:pt x="469944" y="109171"/>
                </a:lnTo>
                <a:lnTo>
                  <a:pt x="470317" y="108925"/>
                </a:lnTo>
                <a:lnTo>
                  <a:pt x="470685" y="108674"/>
                </a:lnTo>
                <a:lnTo>
                  <a:pt x="471048" y="108418"/>
                </a:lnTo>
                <a:lnTo>
                  <a:pt x="471405" y="108158"/>
                </a:lnTo>
                <a:lnTo>
                  <a:pt x="471758" y="107894"/>
                </a:lnTo>
                <a:lnTo>
                  <a:pt x="472105" y="107626"/>
                </a:lnTo>
                <a:lnTo>
                  <a:pt x="472448" y="107353"/>
                </a:lnTo>
                <a:lnTo>
                  <a:pt x="472785" y="107076"/>
                </a:lnTo>
                <a:lnTo>
                  <a:pt x="473117" y="106796"/>
                </a:lnTo>
                <a:lnTo>
                  <a:pt x="473444" y="106513"/>
                </a:lnTo>
                <a:lnTo>
                  <a:pt x="473765" y="106229"/>
                </a:lnTo>
                <a:lnTo>
                  <a:pt x="474082" y="105943"/>
                </a:lnTo>
                <a:lnTo>
                  <a:pt x="474394" y="105655"/>
                </a:lnTo>
                <a:lnTo>
                  <a:pt x="474700" y="105365"/>
                </a:lnTo>
                <a:lnTo>
                  <a:pt x="475001" y="105074"/>
                </a:lnTo>
                <a:lnTo>
                  <a:pt x="475298" y="104780"/>
                </a:lnTo>
                <a:lnTo>
                  <a:pt x="475589" y="104484"/>
                </a:lnTo>
                <a:lnTo>
                  <a:pt x="475875" y="104187"/>
                </a:lnTo>
                <a:lnTo>
                  <a:pt x="476156" y="103887"/>
                </a:lnTo>
                <a:lnTo>
                  <a:pt x="476431" y="103586"/>
                </a:lnTo>
                <a:lnTo>
                  <a:pt x="476702" y="103283"/>
                </a:lnTo>
                <a:lnTo>
                  <a:pt x="476967" y="102977"/>
                </a:lnTo>
                <a:lnTo>
                  <a:pt x="477228" y="102670"/>
                </a:lnTo>
                <a:lnTo>
                  <a:pt x="477483" y="102361"/>
                </a:lnTo>
                <a:lnTo>
                  <a:pt x="477733" y="102050"/>
                </a:lnTo>
                <a:lnTo>
                  <a:pt x="477770" y="102003"/>
                </a:lnTo>
                <a:lnTo>
                  <a:pt x="477784" y="102256"/>
                </a:lnTo>
                <a:lnTo>
                  <a:pt x="477803" y="102573"/>
                </a:lnTo>
                <a:close/>
                <a:moveTo>
                  <a:pt x="477351" y="91847"/>
                </a:moveTo>
                <a:lnTo>
                  <a:pt x="477150" y="92250"/>
                </a:lnTo>
                <a:lnTo>
                  <a:pt x="476940" y="92651"/>
                </a:lnTo>
                <a:lnTo>
                  <a:pt x="476721" y="93049"/>
                </a:lnTo>
                <a:lnTo>
                  <a:pt x="476495" y="93444"/>
                </a:lnTo>
                <a:lnTo>
                  <a:pt x="476259" y="93836"/>
                </a:lnTo>
                <a:lnTo>
                  <a:pt x="476016" y="94226"/>
                </a:lnTo>
                <a:lnTo>
                  <a:pt x="475764" y="94612"/>
                </a:lnTo>
                <a:lnTo>
                  <a:pt x="475503" y="94996"/>
                </a:lnTo>
                <a:lnTo>
                  <a:pt x="475234" y="95377"/>
                </a:lnTo>
                <a:lnTo>
                  <a:pt x="474957" y="95755"/>
                </a:lnTo>
                <a:lnTo>
                  <a:pt x="474671" y="96131"/>
                </a:lnTo>
                <a:lnTo>
                  <a:pt x="474377" y="96503"/>
                </a:lnTo>
                <a:lnTo>
                  <a:pt x="474074" y="96873"/>
                </a:lnTo>
                <a:lnTo>
                  <a:pt x="473764" y="97238"/>
                </a:lnTo>
                <a:lnTo>
                  <a:pt x="473446" y="97598"/>
                </a:lnTo>
                <a:lnTo>
                  <a:pt x="473123" y="97951"/>
                </a:lnTo>
                <a:lnTo>
                  <a:pt x="472792" y="98298"/>
                </a:lnTo>
                <a:lnTo>
                  <a:pt x="472454" y="98640"/>
                </a:lnTo>
                <a:lnTo>
                  <a:pt x="472110" y="98975"/>
                </a:lnTo>
                <a:lnTo>
                  <a:pt x="471759" y="99304"/>
                </a:lnTo>
                <a:lnTo>
                  <a:pt x="471401" y="99627"/>
                </a:lnTo>
                <a:lnTo>
                  <a:pt x="471037" y="99945"/>
                </a:lnTo>
                <a:lnTo>
                  <a:pt x="470665" y="100256"/>
                </a:lnTo>
                <a:lnTo>
                  <a:pt x="470287" y="100561"/>
                </a:lnTo>
                <a:lnTo>
                  <a:pt x="469902" y="100860"/>
                </a:lnTo>
                <a:lnTo>
                  <a:pt x="469511" y="101153"/>
                </a:lnTo>
                <a:lnTo>
                  <a:pt x="469112" y="101441"/>
                </a:lnTo>
                <a:lnTo>
                  <a:pt x="468707" y="101722"/>
                </a:lnTo>
                <a:lnTo>
                  <a:pt x="468295" y="101997"/>
                </a:lnTo>
                <a:lnTo>
                  <a:pt x="467876" y="102266"/>
                </a:lnTo>
                <a:lnTo>
                  <a:pt x="467451" y="102529"/>
                </a:lnTo>
                <a:lnTo>
                  <a:pt x="467018" y="102786"/>
                </a:lnTo>
                <a:lnTo>
                  <a:pt x="466579" y="103038"/>
                </a:lnTo>
                <a:lnTo>
                  <a:pt x="466133" y="103283"/>
                </a:lnTo>
                <a:lnTo>
                  <a:pt x="465681" y="103522"/>
                </a:lnTo>
                <a:lnTo>
                  <a:pt x="465221" y="103755"/>
                </a:lnTo>
                <a:lnTo>
                  <a:pt x="464755" y="103982"/>
                </a:lnTo>
                <a:lnTo>
                  <a:pt x="464282" y="104201"/>
                </a:lnTo>
                <a:lnTo>
                  <a:pt x="463804" y="104411"/>
                </a:lnTo>
                <a:lnTo>
                  <a:pt x="463320" y="104612"/>
                </a:lnTo>
                <a:lnTo>
                  <a:pt x="462830" y="104804"/>
                </a:lnTo>
                <a:lnTo>
                  <a:pt x="462335" y="104986"/>
                </a:lnTo>
                <a:lnTo>
                  <a:pt x="461834" y="105158"/>
                </a:lnTo>
                <a:lnTo>
                  <a:pt x="461327" y="105322"/>
                </a:lnTo>
                <a:lnTo>
                  <a:pt x="460814" y="105476"/>
                </a:lnTo>
                <a:lnTo>
                  <a:pt x="460295" y="105620"/>
                </a:lnTo>
                <a:lnTo>
                  <a:pt x="459771" y="105756"/>
                </a:lnTo>
                <a:lnTo>
                  <a:pt x="459241" y="105882"/>
                </a:lnTo>
                <a:lnTo>
                  <a:pt x="458705" y="105999"/>
                </a:lnTo>
                <a:lnTo>
                  <a:pt x="458163" y="106106"/>
                </a:lnTo>
                <a:lnTo>
                  <a:pt x="457616" y="106204"/>
                </a:lnTo>
                <a:lnTo>
                  <a:pt x="457063" y="106293"/>
                </a:lnTo>
                <a:lnTo>
                  <a:pt x="456504" y="106372"/>
                </a:lnTo>
                <a:lnTo>
                  <a:pt x="455940" y="106442"/>
                </a:lnTo>
                <a:lnTo>
                  <a:pt x="455369" y="106503"/>
                </a:lnTo>
                <a:lnTo>
                  <a:pt x="454793" y="106554"/>
                </a:lnTo>
                <a:lnTo>
                  <a:pt x="454211" y="106596"/>
                </a:lnTo>
                <a:lnTo>
                  <a:pt x="453624" y="106629"/>
                </a:lnTo>
                <a:lnTo>
                  <a:pt x="453030" y="106652"/>
                </a:lnTo>
                <a:lnTo>
                  <a:pt x="452431" y="106666"/>
                </a:lnTo>
                <a:lnTo>
                  <a:pt x="451826" y="106671"/>
                </a:lnTo>
                <a:lnTo>
                  <a:pt x="451368" y="106667"/>
                </a:lnTo>
                <a:lnTo>
                  <a:pt x="450916" y="106656"/>
                </a:lnTo>
                <a:lnTo>
                  <a:pt x="450468" y="106639"/>
                </a:lnTo>
                <a:lnTo>
                  <a:pt x="450025" y="106613"/>
                </a:lnTo>
                <a:lnTo>
                  <a:pt x="449588" y="106581"/>
                </a:lnTo>
                <a:lnTo>
                  <a:pt x="449156" y="106542"/>
                </a:lnTo>
                <a:lnTo>
                  <a:pt x="448729" y="106495"/>
                </a:lnTo>
                <a:lnTo>
                  <a:pt x="448307" y="106442"/>
                </a:lnTo>
                <a:lnTo>
                  <a:pt x="447890" y="106381"/>
                </a:lnTo>
                <a:lnTo>
                  <a:pt x="447478" y="106313"/>
                </a:lnTo>
                <a:lnTo>
                  <a:pt x="447071" y="106237"/>
                </a:lnTo>
                <a:lnTo>
                  <a:pt x="446670" y="106155"/>
                </a:lnTo>
                <a:lnTo>
                  <a:pt x="446273" y="106066"/>
                </a:lnTo>
                <a:lnTo>
                  <a:pt x="445882" y="105969"/>
                </a:lnTo>
                <a:lnTo>
                  <a:pt x="445495" y="105865"/>
                </a:lnTo>
                <a:lnTo>
                  <a:pt x="445114" y="105754"/>
                </a:lnTo>
                <a:lnTo>
                  <a:pt x="444738" y="105636"/>
                </a:lnTo>
                <a:lnTo>
                  <a:pt x="444367" y="105511"/>
                </a:lnTo>
                <a:lnTo>
                  <a:pt x="444002" y="105378"/>
                </a:lnTo>
                <a:lnTo>
                  <a:pt x="443641" y="105238"/>
                </a:lnTo>
                <a:lnTo>
                  <a:pt x="443285" y="105092"/>
                </a:lnTo>
                <a:lnTo>
                  <a:pt x="442935" y="104938"/>
                </a:lnTo>
                <a:lnTo>
                  <a:pt x="442590" y="104776"/>
                </a:lnTo>
                <a:lnTo>
                  <a:pt x="442249" y="104608"/>
                </a:lnTo>
                <a:lnTo>
                  <a:pt x="441915" y="104434"/>
                </a:lnTo>
                <a:lnTo>
                  <a:pt x="441587" y="104254"/>
                </a:lnTo>
                <a:lnTo>
                  <a:pt x="441266" y="104069"/>
                </a:lnTo>
                <a:lnTo>
                  <a:pt x="440952" y="103880"/>
                </a:lnTo>
                <a:lnTo>
                  <a:pt x="440644" y="103685"/>
                </a:lnTo>
                <a:lnTo>
                  <a:pt x="440343" y="103485"/>
                </a:lnTo>
                <a:lnTo>
                  <a:pt x="440049" y="103280"/>
                </a:lnTo>
                <a:lnTo>
                  <a:pt x="439761" y="103069"/>
                </a:lnTo>
                <a:lnTo>
                  <a:pt x="439480" y="102854"/>
                </a:lnTo>
                <a:lnTo>
                  <a:pt x="439206" y="102633"/>
                </a:lnTo>
                <a:lnTo>
                  <a:pt x="438938" y="102408"/>
                </a:lnTo>
                <a:lnTo>
                  <a:pt x="438677" y="102177"/>
                </a:lnTo>
                <a:lnTo>
                  <a:pt x="438422" y="101941"/>
                </a:lnTo>
                <a:lnTo>
                  <a:pt x="438174" y="101700"/>
                </a:lnTo>
                <a:lnTo>
                  <a:pt x="437933" y="101454"/>
                </a:lnTo>
                <a:lnTo>
                  <a:pt x="437698" y="101203"/>
                </a:lnTo>
                <a:lnTo>
                  <a:pt x="437471" y="100947"/>
                </a:lnTo>
                <a:lnTo>
                  <a:pt x="437249" y="100685"/>
                </a:lnTo>
                <a:lnTo>
                  <a:pt x="437035" y="100419"/>
                </a:lnTo>
                <a:lnTo>
                  <a:pt x="436827" y="100147"/>
                </a:lnTo>
                <a:lnTo>
                  <a:pt x="436625" y="99870"/>
                </a:lnTo>
                <a:lnTo>
                  <a:pt x="436431" y="99588"/>
                </a:lnTo>
                <a:lnTo>
                  <a:pt x="436243" y="99301"/>
                </a:lnTo>
                <a:lnTo>
                  <a:pt x="436061" y="99009"/>
                </a:lnTo>
                <a:lnTo>
                  <a:pt x="435887" y="98713"/>
                </a:lnTo>
                <a:lnTo>
                  <a:pt x="435720" y="98415"/>
                </a:lnTo>
                <a:lnTo>
                  <a:pt x="435561" y="98114"/>
                </a:lnTo>
                <a:lnTo>
                  <a:pt x="435409" y="97810"/>
                </a:lnTo>
                <a:lnTo>
                  <a:pt x="435264" y="97504"/>
                </a:lnTo>
                <a:lnTo>
                  <a:pt x="435127" y="97195"/>
                </a:lnTo>
                <a:lnTo>
                  <a:pt x="434997" y="96884"/>
                </a:lnTo>
                <a:lnTo>
                  <a:pt x="434875" y="96570"/>
                </a:lnTo>
                <a:lnTo>
                  <a:pt x="434760" y="96254"/>
                </a:lnTo>
                <a:lnTo>
                  <a:pt x="434652" y="95935"/>
                </a:lnTo>
                <a:lnTo>
                  <a:pt x="434552" y="95613"/>
                </a:lnTo>
                <a:lnTo>
                  <a:pt x="434459" y="95289"/>
                </a:lnTo>
                <a:lnTo>
                  <a:pt x="434374" y="94962"/>
                </a:lnTo>
                <a:lnTo>
                  <a:pt x="434296" y="94633"/>
                </a:lnTo>
                <a:lnTo>
                  <a:pt x="434225" y="94302"/>
                </a:lnTo>
                <a:lnTo>
                  <a:pt x="434162" y="93967"/>
                </a:lnTo>
                <a:lnTo>
                  <a:pt x="434107" y="93630"/>
                </a:lnTo>
                <a:lnTo>
                  <a:pt x="434059" y="93291"/>
                </a:lnTo>
                <a:lnTo>
                  <a:pt x="434018" y="92949"/>
                </a:lnTo>
                <a:lnTo>
                  <a:pt x="433984" y="92604"/>
                </a:lnTo>
                <a:lnTo>
                  <a:pt x="433958" y="92257"/>
                </a:lnTo>
                <a:lnTo>
                  <a:pt x="433940" y="91908"/>
                </a:lnTo>
                <a:lnTo>
                  <a:pt x="433929" y="91555"/>
                </a:lnTo>
                <a:lnTo>
                  <a:pt x="433925" y="91201"/>
                </a:lnTo>
                <a:lnTo>
                  <a:pt x="433928" y="90858"/>
                </a:lnTo>
                <a:lnTo>
                  <a:pt x="433939" y="90519"/>
                </a:lnTo>
                <a:lnTo>
                  <a:pt x="433956" y="90182"/>
                </a:lnTo>
                <a:lnTo>
                  <a:pt x="433979" y="89849"/>
                </a:lnTo>
                <a:lnTo>
                  <a:pt x="434010" y="89518"/>
                </a:lnTo>
                <a:lnTo>
                  <a:pt x="434047" y="89191"/>
                </a:lnTo>
                <a:lnTo>
                  <a:pt x="434091" y="88866"/>
                </a:lnTo>
                <a:lnTo>
                  <a:pt x="434142" y="88544"/>
                </a:lnTo>
                <a:lnTo>
                  <a:pt x="434200" y="88226"/>
                </a:lnTo>
                <a:lnTo>
                  <a:pt x="434264" y="87910"/>
                </a:lnTo>
                <a:lnTo>
                  <a:pt x="434335" y="87597"/>
                </a:lnTo>
                <a:lnTo>
                  <a:pt x="434413" y="87287"/>
                </a:lnTo>
                <a:lnTo>
                  <a:pt x="434498" y="86980"/>
                </a:lnTo>
                <a:lnTo>
                  <a:pt x="434589" y="86676"/>
                </a:lnTo>
                <a:lnTo>
                  <a:pt x="434688" y="86375"/>
                </a:lnTo>
                <a:lnTo>
                  <a:pt x="434793" y="86077"/>
                </a:lnTo>
                <a:lnTo>
                  <a:pt x="434905" y="85781"/>
                </a:lnTo>
                <a:lnTo>
                  <a:pt x="435023" y="85489"/>
                </a:lnTo>
                <a:lnTo>
                  <a:pt x="435149" y="85200"/>
                </a:lnTo>
                <a:lnTo>
                  <a:pt x="435281" y="84913"/>
                </a:lnTo>
                <a:lnTo>
                  <a:pt x="435420" y="84630"/>
                </a:lnTo>
                <a:lnTo>
                  <a:pt x="435565" y="84349"/>
                </a:lnTo>
                <a:lnTo>
                  <a:pt x="435718" y="84072"/>
                </a:lnTo>
                <a:lnTo>
                  <a:pt x="435877" y="83797"/>
                </a:lnTo>
                <a:lnTo>
                  <a:pt x="436043" y="83526"/>
                </a:lnTo>
                <a:lnTo>
                  <a:pt x="436215" y="83258"/>
                </a:lnTo>
                <a:lnTo>
                  <a:pt x="436392" y="82993"/>
                </a:lnTo>
                <a:lnTo>
                  <a:pt x="436576" y="82732"/>
                </a:lnTo>
                <a:lnTo>
                  <a:pt x="436766" y="82474"/>
                </a:lnTo>
                <a:lnTo>
                  <a:pt x="436962" y="82220"/>
                </a:lnTo>
                <a:lnTo>
                  <a:pt x="437163" y="81969"/>
                </a:lnTo>
                <a:lnTo>
                  <a:pt x="437371" y="81722"/>
                </a:lnTo>
                <a:lnTo>
                  <a:pt x="437585" y="81478"/>
                </a:lnTo>
                <a:lnTo>
                  <a:pt x="437805" y="81238"/>
                </a:lnTo>
                <a:lnTo>
                  <a:pt x="438030" y="81001"/>
                </a:lnTo>
                <a:lnTo>
                  <a:pt x="438262" y="80767"/>
                </a:lnTo>
                <a:lnTo>
                  <a:pt x="438500" y="80537"/>
                </a:lnTo>
                <a:lnTo>
                  <a:pt x="438744" y="80311"/>
                </a:lnTo>
                <a:lnTo>
                  <a:pt x="438994" y="80088"/>
                </a:lnTo>
                <a:lnTo>
                  <a:pt x="439250" y="79868"/>
                </a:lnTo>
                <a:lnTo>
                  <a:pt x="439511" y="79652"/>
                </a:lnTo>
                <a:lnTo>
                  <a:pt x="439779" y="79439"/>
                </a:lnTo>
                <a:lnTo>
                  <a:pt x="440053" y="79230"/>
                </a:lnTo>
                <a:lnTo>
                  <a:pt x="440333" y="79024"/>
                </a:lnTo>
                <a:lnTo>
                  <a:pt x="440619" y="78822"/>
                </a:lnTo>
                <a:lnTo>
                  <a:pt x="440911" y="78623"/>
                </a:lnTo>
                <a:lnTo>
                  <a:pt x="441209" y="78427"/>
                </a:lnTo>
                <a:lnTo>
                  <a:pt x="441513" y="78235"/>
                </a:lnTo>
                <a:lnTo>
                  <a:pt x="441823" y="78047"/>
                </a:lnTo>
                <a:lnTo>
                  <a:pt x="442138" y="77862"/>
                </a:lnTo>
                <a:lnTo>
                  <a:pt x="442460" y="77681"/>
                </a:lnTo>
                <a:lnTo>
                  <a:pt x="442787" y="77503"/>
                </a:lnTo>
                <a:lnTo>
                  <a:pt x="443119" y="77330"/>
                </a:lnTo>
                <a:lnTo>
                  <a:pt x="443458" y="77160"/>
                </a:lnTo>
                <a:lnTo>
                  <a:pt x="443802" y="76994"/>
                </a:lnTo>
                <a:lnTo>
                  <a:pt x="444153" y="76831"/>
                </a:lnTo>
                <a:lnTo>
                  <a:pt x="444508" y="76672"/>
                </a:lnTo>
                <a:lnTo>
                  <a:pt x="444870" y="76517"/>
                </a:lnTo>
                <a:lnTo>
                  <a:pt x="445237" y="76366"/>
                </a:lnTo>
                <a:lnTo>
                  <a:pt x="445611" y="76218"/>
                </a:lnTo>
                <a:lnTo>
                  <a:pt x="445989" y="76074"/>
                </a:lnTo>
                <a:lnTo>
                  <a:pt x="446374" y="75934"/>
                </a:lnTo>
                <a:lnTo>
                  <a:pt x="446764" y="75798"/>
                </a:lnTo>
                <a:lnTo>
                  <a:pt x="447161" y="75665"/>
                </a:lnTo>
                <a:lnTo>
                  <a:pt x="447563" y="75536"/>
                </a:lnTo>
                <a:lnTo>
                  <a:pt x="447970" y="75410"/>
                </a:lnTo>
                <a:lnTo>
                  <a:pt x="448384" y="75289"/>
                </a:lnTo>
                <a:lnTo>
                  <a:pt x="448803" y="75171"/>
                </a:lnTo>
                <a:lnTo>
                  <a:pt x="449228" y="75056"/>
                </a:lnTo>
                <a:lnTo>
                  <a:pt x="449658" y="74946"/>
                </a:lnTo>
                <a:lnTo>
                  <a:pt x="450095" y="74839"/>
                </a:lnTo>
                <a:lnTo>
                  <a:pt x="450537" y="74736"/>
                </a:lnTo>
                <a:lnTo>
                  <a:pt x="450985" y="74637"/>
                </a:lnTo>
                <a:lnTo>
                  <a:pt x="451437" y="74542"/>
                </a:lnTo>
                <a:lnTo>
                  <a:pt x="451895" y="74451"/>
                </a:lnTo>
                <a:lnTo>
                  <a:pt x="452357" y="74364"/>
                </a:lnTo>
                <a:lnTo>
                  <a:pt x="452825" y="74282"/>
                </a:lnTo>
                <a:lnTo>
                  <a:pt x="453297" y="74204"/>
                </a:lnTo>
                <a:lnTo>
                  <a:pt x="453775" y="74130"/>
                </a:lnTo>
                <a:lnTo>
                  <a:pt x="454257" y="74061"/>
                </a:lnTo>
                <a:lnTo>
                  <a:pt x="454745" y="73995"/>
                </a:lnTo>
                <a:lnTo>
                  <a:pt x="455237" y="73934"/>
                </a:lnTo>
                <a:lnTo>
                  <a:pt x="455735" y="73877"/>
                </a:lnTo>
                <a:lnTo>
                  <a:pt x="456237" y="73824"/>
                </a:lnTo>
                <a:lnTo>
                  <a:pt x="456745" y="73776"/>
                </a:lnTo>
                <a:lnTo>
                  <a:pt x="457257" y="73731"/>
                </a:lnTo>
                <a:lnTo>
                  <a:pt x="457774" y="73691"/>
                </a:lnTo>
                <a:lnTo>
                  <a:pt x="458297" y="73655"/>
                </a:lnTo>
                <a:lnTo>
                  <a:pt x="458824" y="73624"/>
                </a:lnTo>
                <a:lnTo>
                  <a:pt x="459356" y="73596"/>
                </a:lnTo>
                <a:lnTo>
                  <a:pt x="459894" y="73573"/>
                </a:lnTo>
                <a:lnTo>
                  <a:pt x="460436" y="73554"/>
                </a:lnTo>
                <a:lnTo>
                  <a:pt x="460983" y="73539"/>
                </a:lnTo>
                <a:lnTo>
                  <a:pt x="461536" y="73529"/>
                </a:lnTo>
                <a:lnTo>
                  <a:pt x="462093" y="73522"/>
                </a:lnTo>
                <a:lnTo>
                  <a:pt x="462655" y="73520"/>
                </a:lnTo>
                <a:lnTo>
                  <a:pt x="477684" y="73520"/>
                </a:lnTo>
                <a:lnTo>
                  <a:pt x="477684" y="91131"/>
                </a:lnTo>
                <a:lnTo>
                  <a:pt x="477544" y="91440"/>
                </a:lnTo>
                <a:lnTo>
                  <a:pt x="477351" y="91847"/>
                </a:lnTo>
                <a:close/>
                <a:moveTo>
                  <a:pt x="201010" y="65812"/>
                </a:moveTo>
                <a:lnTo>
                  <a:pt x="200978" y="65166"/>
                </a:lnTo>
                <a:lnTo>
                  <a:pt x="200938" y="64524"/>
                </a:lnTo>
                <a:lnTo>
                  <a:pt x="200892" y="63886"/>
                </a:lnTo>
                <a:lnTo>
                  <a:pt x="200838" y="63254"/>
                </a:lnTo>
                <a:lnTo>
                  <a:pt x="200777" y="62626"/>
                </a:lnTo>
                <a:lnTo>
                  <a:pt x="200709" y="62003"/>
                </a:lnTo>
                <a:lnTo>
                  <a:pt x="200634" y="61384"/>
                </a:lnTo>
                <a:lnTo>
                  <a:pt x="200551" y="60771"/>
                </a:lnTo>
                <a:lnTo>
                  <a:pt x="200462" y="60162"/>
                </a:lnTo>
                <a:lnTo>
                  <a:pt x="200365" y="59557"/>
                </a:lnTo>
                <a:lnTo>
                  <a:pt x="200261" y="58958"/>
                </a:lnTo>
                <a:lnTo>
                  <a:pt x="200150" y="58363"/>
                </a:lnTo>
                <a:lnTo>
                  <a:pt x="200032" y="57773"/>
                </a:lnTo>
                <a:lnTo>
                  <a:pt x="199907" y="57188"/>
                </a:lnTo>
                <a:lnTo>
                  <a:pt x="199774" y="56607"/>
                </a:lnTo>
                <a:lnTo>
                  <a:pt x="199635" y="56031"/>
                </a:lnTo>
                <a:lnTo>
                  <a:pt x="199488" y="55460"/>
                </a:lnTo>
                <a:lnTo>
                  <a:pt x="199334" y="54894"/>
                </a:lnTo>
                <a:lnTo>
                  <a:pt x="199173" y="54332"/>
                </a:lnTo>
                <a:lnTo>
                  <a:pt x="199004" y="53775"/>
                </a:lnTo>
                <a:lnTo>
                  <a:pt x="198829" y="53224"/>
                </a:lnTo>
                <a:lnTo>
                  <a:pt x="198647" y="52678"/>
                </a:lnTo>
                <a:lnTo>
                  <a:pt x="198458" y="52139"/>
                </a:lnTo>
                <a:lnTo>
                  <a:pt x="198262" y="51606"/>
                </a:lnTo>
                <a:lnTo>
                  <a:pt x="198059" y="51079"/>
                </a:lnTo>
                <a:lnTo>
                  <a:pt x="197849" y="50558"/>
                </a:lnTo>
                <a:lnTo>
                  <a:pt x="197632" y="50043"/>
                </a:lnTo>
                <a:lnTo>
                  <a:pt x="197408" y="49534"/>
                </a:lnTo>
                <a:lnTo>
                  <a:pt x="197178" y="49032"/>
                </a:lnTo>
                <a:lnTo>
                  <a:pt x="196940" y="48535"/>
                </a:lnTo>
                <a:lnTo>
                  <a:pt x="196696" y="48045"/>
                </a:lnTo>
                <a:lnTo>
                  <a:pt x="196444" y="47561"/>
                </a:lnTo>
                <a:lnTo>
                  <a:pt x="196186" y="47083"/>
                </a:lnTo>
                <a:lnTo>
                  <a:pt x="195921" y="46611"/>
                </a:lnTo>
                <a:lnTo>
                  <a:pt x="195649" y="46146"/>
                </a:lnTo>
                <a:lnTo>
                  <a:pt x="195370" y="45686"/>
                </a:lnTo>
                <a:lnTo>
                  <a:pt x="195084" y="45233"/>
                </a:lnTo>
                <a:lnTo>
                  <a:pt x="194792" y="44785"/>
                </a:lnTo>
                <a:lnTo>
                  <a:pt x="194492" y="44344"/>
                </a:lnTo>
                <a:lnTo>
                  <a:pt x="194185" y="43909"/>
                </a:lnTo>
                <a:lnTo>
                  <a:pt x="193872" y="43480"/>
                </a:lnTo>
                <a:lnTo>
                  <a:pt x="193552" y="43057"/>
                </a:lnTo>
                <a:lnTo>
                  <a:pt x="193224" y="42641"/>
                </a:lnTo>
                <a:lnTo>
                  <a:pt x="192890" y="42230"/>
                </a:lnTo>
                <a:lnTo>
                  <a:pt x="192549" y="41826"/>
                </a:lnTo>
                <a:lnTo>
                  <a:pt x="192202" y="41430"/>
                </a:lnTo>
                <a:lnTo>
                  <a:pt x="191849" y="41042"/>
                </a:lnTo>
                <a:lnTo>
                  <a:pt x="191489" y="40661"/>
                </a:lnTo>
                <a:lnTo>
                  <a:pt x="191123" y="40288"/>
                </a:lnTo>
                <a:lnTo>
                  <a:pt x="190751" y="39923"/>
                </a:lnTo>
                <a:lnTo>
                  <a:pt x="190373" y="39565"/>
                </a:lnTo>
                <a:lnTo>
                  <a:pt x="189988" y="39215"/>
                </a:lnTo>
                <a:lnTo>
                  <a:pt x="189597" y="38873"/>
                </a:lnTo>
                <a:lnTo>
                  <a:pt x="189200" y="38538"/>
                </a:lnTo>
                <a:lnTo>
                  <a:pt x="188797" y="38211"/>
                </a:lnTo>
                <a:lnTo>
                  <a:pt x="188387" y="37892"/>
                </a:lnTo>
                <a:lnTo>
                  <a:pt x="187971" y="37580"/>
                </a:lnTo>
                <a:lnTo>
                  <a:pt x="187549" y="37276"/>
                </a:lnTo>
                <a:lnTo>
                  <a:pt x="187120" y="36979"/>
                </a:lnTo>
                <a:lnTo>
                  <a:pt x="186686" y="36691"/>
                </a:lnTo>
                <a:lnTo>
                  <a:pt x="186245" y="36409"/>
                </a:lnTo>
                <a:lnTo>
                  <a:pt x="185797" y="36136"/>
                </a:lnTo>
                <a:lnTo>
                  <a:pt x="185344" y="35870"/>
                </a:lnTo>
                <a:lnTo>
                  <a:pt x="184884" y="35612"/>
                </a:lnTo>
                <a:lnTo>
                  <a:pt x="184418" y="35362"/>
                </a:lnTo>
                <a:lnTo>
                  <a:pt x="183945" y="35119"/>
                </a:lnTo>
                <a:lnTo>
                  <a:pt x="183467" y="34884"/>
                </a:lnTo>
                <a:lnTo>
                  <a:pt x="182982" y="34656"/>
                </a:lnTo>
                <a:lnTo>
                  <a:pt x="182491" y="34437"/>
                </a:lnTo>
                <a:lnTo>
                  <a:pt x="181994" y="34227"/>
                </a:lnTo>
                <a:lnTo>
                  <a:pt x="181491" y="34027"/>
                </a:lnTo>
                <a:lnTo>
                  <a:pt x="180981" y="33836"/>
                </a:lnTo>
                <a:lnTo>
                  <a:pt x="180466" y="33654"/>
                </a:lnTo>
                <a:lnTo>
                  <a:pt x="179945" y="33482"/>
                </a:lnTo>
                <a:lnTo>
                  <a:pt x="179418" y="33319"/>
                </a:lnTo>
                <a:lnTo>
                  <a:pt x="178885" y="33165"/>
                </a:lnTo>
                <a:lnTo>
                  <a:pt x="178346" y="33020"/>
                </a:lnTo>
                <a:lnTo>
                  <a:pt x="177801" y="32885"/>
                </a:lnTo>
                <a:lnTo>
                  <a:pt x="177250" y="32759"/>
                </a:lnTo>
                <a:lnTo>
                  <a:pt x="176692" y="32643"/>
                </a:lnTo>
                <a:lnTo>
                  <a:pt x="176129" y="32536"/>
                </a:lnTo>
                <a:lnTo>
                  <a:pt x="175560" y="32438"/>
                </a:lnTo>
                <a:lnTo>
                  <a:pt x="174985" y="32349"/>
                </a:lnTo>
                <a:lnTo>
                  <a:pt x="174404" y="32270"/>
                </a:lnTo>
                <a:lnTo>
                  <a:pt x="173816" y="32200"/>
                </a:lnTo>
                <a:lnTo>
                  <a:pt x="173223" y="32140"/>
                </a:lnTo>
                <a:lnTo>
                  <a:pt x="172624" y="32088"/>
                </a:lnTo>
                <a:lnTo>
                  <a:pt x="172019" y="32046"/>
                </a:lnTo>
                <a:lnTo>
                  <a:pt x="171407" y="32014"/>
                </a:lnTo>
                <a:lnTo>
                  <a:pt x="170790" y="31990"/>
                </a:lnTo>
                <a:lnTo>
                  <a:pt x="170167" y="31976"/>
                </a:lnTo>
                <a:lnTo>
                  <a:pt x="169537" y="31972"/>
                </a:lnTo>
                <a:lnTo>
                  <a:pt x="168968" y="31977"/>
                </a:lnTo>
                <a:lnTo>
                  <a:pt x="168400" y="31991"/>
                </a:lnTo>
                <a:lnTo>
                  <a:pt x="167836" y="32016"/>
                </a:lnTo>
                <a:lnTo>
                  <a:pt x="167273" y="32050"/>
                </a:lnTo>
                <a:lnTo>
                  <a:pt x="166713" y="32093"/>
                </a:lnTo>
                <a:lnTo>
                  <a:pt x="166156" y="32147"/>
                </a:lnTo>
                <a:lnTo>
                  <a:pt x="165600" y="32210"/>
                </a:lnTo>
                <a:lnTo>
                  <a:pt x="165048" y="32283"/>
                </a:lnTo>
                <a:lnTo>
                  <a:pt x="164497" y="32365"/>
                </a:lnTo>
                <a:lnTo>
                  <a:pt x="163950" y="32458"/>
                </a:lnTo>
                <a:lnTo>
                  <a:pt x="163404" y="32560"/>
                </a:lnTo>
                <a:lnTo>
                  <a:pt x="162861" y="32672"/>
                </a:lnTo>
                <a:lnTo>
                  <a:pt x="162321" y="32793"/>
                </a:lnTo>
                <a:lnTo>
                  <a:pt x="161783" y="32924"/>
                </a:lnTo>
                <a:lnTo>
                  <a:pt x="161247" y="33065"/>
                </a:lnTo>
                <a:lnTo>
                  <a:pt x="160714" y="33216"/>
                </a:lnTo>
                <a:lnTo>
                  <a:pt x="160183" y="33376"/>
                </a:lnTo>
                <a:lnTo>
                  <a:pt x="159654" y="33546"/>
                </a:lnTo>
                <a:lnTo>
                  <a:pt x="159128" y="33726"/>
                </a:lnTo>
                <a:lnTo>
                  <a:pt x="158605" y="33916"/>
                </a:lnTo>
                <a:lnTo>
                  <a:pt x="158084" y="34115"/>
                </a:lnTo>
                <a:lnTo>
                  <a:pt x="157565" y="34324"/>
                </a:lnTo>
                <a:lnTo>
                  <a:pt x="157049" y="34543"/>
                </a:lnTo>
                <a:lnTo>
                  <a:pt x="156535" y="34771"/>
                </a:lnTo>
                <a:lnTo>
                  <a:pt x="156025" y="35009"/>
                </a:lnTo>
                <a:lnTo>
                  <a:pt x="155520" y="35255"/>
                </a:lnTo>
                <a:lnTo>
                  <a:pt x="155019" y="35511"/>
                </a:lnTo>
                <a:lnTo>
                  <a:pt x="154524" y="35775"/>
                </a:lnTo>
                <a:lnTo>
                  <a:pt x="154033" y="36048"/>
                </a:lnTo>
                <a:lnTo>
                  <a:pt x="153547" y="36330"/>
                </a:lnTo>
                <a:lnTo>
                  <a:pt x="153066" y="36620"/>
                </a:lnTo>
                <a:lnTo>
                  <a:pt x="152590" y="36920"/>
                </a:lnTo>
                <a:lnTo>
                  <a:pt x="152118" y="37228"/>
                </a:lnTo>
                <a:lnTo>
                  <a:pt x="151652" y="37545"/>
                </a:lnTo>
                <a:lnTo>
                  <a:pt x="151190" y="37871"/>
                </a:lnTo>
                <a:lnTo>
                  <a:pt x="150734" y="38206"/>
                </a:lnTo>
                <a:lnTo>
                  <a:pt x="150282" y="38549"/>
                </a:lnTo>
                <a:lnTo>
                  <a:pt x="149835" y="38902"/>
                </a:lnTo>
                <a:lnTo>
                  <a:pt x="149393" y="39263"/>
                </a:lnTo>
                <a:lnTo>
                  <a:pt x="148955" y="39633"/>
                </a:lnTo>
                <a:lnTo>
                  <a:pt x="148523" y="40012"/>
                </a:lnTo>
                <a:lnTo>
                  <a:pt x="148095" y="40400"/>
                </a:lnTo>
                <a:lnTo>
                  <a:pt x="147673" y="40796"/>
                </a:lnTo>
                <a:lnTo>
                  <a:pt x="147255" y="41202"/>
                </a:lnTo>
                <a:lnTo>
                  <a:pt x="146842" y="41616"/>
                </a:lnTo>
                <a:lnTo>
                  <a:pt x="146434" y="42039"/>
                </a:lnTo>
                <a:lnTo>
                  <a:pt x="146031" y="42471"/>
                </a:lnTo>
                <a:lnTo>
                  <a:pt x="145632" y="42911"/>
                </a:lnTo>
                <a:lnTo>
                  <a:pt x="145240" y="43360"/>
                </a:lnTo>
                <a:lnTo>
                  <a:pt x="144854" y="43816"/>
                </a:lnTo>
                <a:lnTo>
                  <a:pt x="144475" y="44279"/>
                </a:lnTo>
                <a:lnTo>
                  <a:pt x="144104" y="44750"/>
                </a:lnTo>
                <a:lnTo>
                  <a:pt x="143739" y="45228"/>
                </a:lnTo>
                <a:lnTo>
                  <a:pt x="143381" y="45713"/>
                </a:lnTo>
                <a:lnTo>
                  <a:pt x="143030" y="46206"/>
                </a:lnTo>
                <a:lnTo>
                  <a:pt x="142686" y="46705"/>
                </a:lnTo>
                <a:lnTo>
                  <a:pt x="142348" y="47212"/>
                </a:lnTo>
                <a:lnTo>
                  <a:pt x="142018" y="47727"/>
                </a:lnTo>
                <a:lnTo>
                  <a:pt x="141694" y="48248"/>
                </a:lnTo>
                <a:lnTo>
                  <a:pt x="141378" y="48777"/>
                </a:lnTo>
                <a:lnTo>
                  <a:pt x="141068" y="49313"/>
                </a:lnTo>
                <a:lnTo>
                  <a:pt x="140766" y="49857"/>
                </a:lnTo>
                <a:lnTo>
                  <a:pt x="140470" y="50408"/>
                </a:lnTo>
                <a:lnTo>
                  <a:pt x="140181" y="50966"/>
                </a:lnTo>
                <a:lnTo>
                  <a:pt x="139899" y="51531"/>
                </a:lnTo>
                <a:lnTo>
                  <a:pt x="139624" y="52104"/>
                </a:lnTo>
                <a:lnTo>
                  <a:pt x="139356" y="52684"/>
                </a:lnTo>
                <a:lnTo>
                  <a:pt x="139094" y="53271"/>
                </a:lnTo>
                <a:lnTo>
                  <a:pt x="138840" y="53865"/>
                </a:lnTo>
                <a:lnTo>
                  <a:pt x="138592" y="54467"/>
                </a:lnTo>
                <a:lnTo>
                  <a:pt x="138352" y="55076"/>
                </a:lnTo>
                <a:lnTo>
                  <a:pt x="138118" y="55693"/>
                </a:lnTo>
                <a:lnTo>
                  <a:pt x="137893" y="56316"/>
                </a:lnTo>
                <a:lnTo>
                  <a:pt x="137677" y="56945"/>
                </a:lnTo>
                <a:lnTo>
                  <a:pt x="137471" y="57580"/>
                </a:lnTo>
                <a:lnTo>
                  <a:pt x="137274" y="58222"/>
                </a:lnTo>
                <a:lnTo>
                  <a:pt x="137087" y="58870"/>
                </a:lnTo>
                <a:lnTo>
                  <a:pt x="136910" y="59523"/>
                </a:lnTo>
                <a:lnTo>
                  <a:pt x="136742" y="60183"/>
                </a:lnTo>
                <a:lnTo>
                  <a:pt x="136583" y="60849"/>
                </a:lnTo>
                <a:lnTo>
                  <a:pt x="136435" y="61522"/>
                </a:lnTo>
                <a:lnTo>
                  <a:pt x="136296" y="62200"/>
                </a:lnTo>
                <a:lnTo>
                  <a:pt x="136166" y="62885"/>
                </a:lnTo>
                <a:lnTo>
                  <a:pt x="136046" y="63575"/>
                </a:lnTo>
                <a:lnTo>
                  <a:pt x="135936" y="64272"/>
                </a:lnTo>
                <a:lnTo>
                  <a:pt x="135835" y="64975"/>
                </a:lnTo>
                <a:lnTo>
                  <a:pt x="135744" y="65684"/>
                </a:lnTo>
                <a:lnTo>
                  <a:pt x="135663" y="66399"/>
                </a:lnTo>
                <a:lnTo>
                  <a:pt x="135591" y="67120"/>
                </a:lnTo>
                <a:lnTo>
                  <a:pt x="135528" y="67848"/>
                </a:lnTo>
                <a:lnTo>
                  <a:pt x="135475" y="68582"/>
                </a:lnTo>
                <a:lnTo>
                  <a:pt x="135432" y="69321"/>
                </a:lnTo>
                <a:lnTo>
                  <a:pt x="135399" y="70067"/>
                </a:lnTo>
                <a:lnTo>
                  <a:pt x="135375" y="70819"/>
                </a:lnTo>
                <a:lnTo>
                  <a:pt x="135360" y="71577"/>
                </a:lnTo>
                <a:lnTo>
                  <a:pt x="135356" y="72342"/>
                </a:lnTo>
                <a:lnTo>
                  <a:pt x="135356" y="75509"/>
                </a:lnTo>
                <a:lnTo>
                  <a:pt x="135360" y="76219"/>
                </a:lnTo>
                <a:lnTo>
                  <a:pt x="135374" y="76924"/>
                </a:lnTo>
                <a:lnTo>
                  <a:pt x="135397" y="77624"/>
                </a:lnTo>
                <a:lnTo>
                  <a:pt x="135429" y="78320"/>
                </a:lnTo>
                <a:lnTo>
                  <a:pt x="135471" y="79011"/>
                </a:lnTo>
                <a:lnTo>
                  <a:pt x="135521" y="79697"/>
                </a:lnTo>
                <a:lnTo>
                  <a:pt x="135581" y="80378"/>
                </a:lnTo>
                <a:lnTo>
                  <a:pt x="135650" y="81055"/>
                </a:lnTo>
                <a:lnTo>
                  <a:pt x="135729" y="81727"/>
                </a:lnTo>
                <a:lnTo>
                  <a:pt x="135816" y="82394"/>
                </a:lnTo>
                <a:lnTo>
                  <a:pt x="135913" y="83056"/>
                </a:lnTo>
                <a:lnTo>
                  <a:pt x="136019" y="83714"/>
                </a:lnTo>
                <a:lnTo>
                  <a:pt x="136134" y="84367"/>
                </a:lnTo>
                <a:lnTo>
                  <a:pt x="136258" y="85015"/>
                </a:lnTo>
                <a:lnTo>
                  <a:pt x="136392" y="85659"/>
                </a:lnTo>
                <a:lnTo>
                  <a:pt x="136534" y="86298"/>
                </a:lnTo>
                <a:lnTo>
                  <a:pt x="136686" y="86932"/>
                </a:lnTo>
                <a:lnTo>
                  <a:pt x="136847" y="87561"/>
                </a:lnTo>
                <a:lnTo>
                  <a:pt x="137018" y="88185"/>
                </a:lnTo>
                <a:lnTo>
                  <a:pt x="137197" y="88805"/>
                </a:lnTo>
                <a:lnTo>
                  <a:pt x="137386" y="89420"/>
                </a:lnTo>
                <a:lnTo>
                  <a:pt x="137584" y="90031"/>
                </a:lnTo>
                <a:lnTo>
                  <a:pt x="137791" y="90636"/>
                </a:lnTo>
                <a:lnTo>
                  <a:pt x="138008" y="91237"/>
                </a:lnTo>
                <a:lnTo>
                  <a:pt x="138232" y="91833"/>
                </a:lnTo>
                <a:lnTo>
                  <a:pt x="138464" y="92421"/>
                </a:lnTo>
                <a:lnTo>
                  <a:pt x="138704" y="93003"/>
                </a:lnTo>
                <a:lnTo>
                  <a:pt x="138951" y="93577"/>
                </a:lnTo>
                <a:lnTo>
                  <a:pt x="139205" y="94145"/>
                </a:lnTo>
                <a:lnTo>
                  <a:pt x="139467" y="94707"/>
                </a:lnTo>
                <a:lnTo>
                  <a:pt x="139736" y="95261"/>
                </a:lnTo>
                <a:lnTo>
                  <a:pt x="140013" y="95809"/>
                </a:lnTo>
                <a:lnTo>
                  <a:pt x="140297" y="96350"/>
                </a:lnTo>
                <a:lnTo>
                  <a:pt x="140589" y="96884"/>
                </a:lnTo>
                <a:lnTo>
                  <a:pt x="140887" y="97411"/>
                </a:lnTo>
                <a:lnTo>
                  <a:pt x="141194" y="97932"/>
                </a:lnTo>
                <a:lnTo>
                  <a:pt x="141507" y="98446"/>
                </a:lnTo>
                <a:lnTo>
                  <a:pt x="141829" y="98953"/>
                </a:lnTo>
                <a:lnTo>
                  <a:pt x="142157" y="99453"/>
                </a:lnTo>
                <a:lnTo>
                  <a:pt x="142493" y="99947"/>
                </a:lnTo>
                <a:lnTo>
                  <a:pt x="142837" y="100433"/>
                </a:lnTo>
                <a:lnTo>
                  <a:pt x="143187" y="100913"/>
                </a:lnTo>
                <a:lnTo>
                  <a:pt x="143546" y="101386"/>
                </a:lnTo>
                <a:lnTo>
                  <a:pt x="143911" y="101853"/>
                </a:lnTo>
                <a:lnTo>
                  <a:pt x="144284" y="102312"/>
                </a:lnTo>
                <a:lnTo>
                  <a:pt x="144665" y="102765"/>
                </a:lnTo>
                <a:lnTo>
                  <a:pt x="145053" y="103211"/>
                </a:lnTo>
                <a:lnTo>
                  <a:pt x="145448" y="103650"/>
                </a:lnTo>
                <a:lnTo>
                  <a:pt x="145850" y="104082"/>
                </a:lnTo>
                <a:lnTo>
                  <a:pt x="146258" y="104506"/>
                </a:lnTo>
                <a:lnTo>
                  <a:pt x="146673" y="104921"/>
                </a:lnTo>
                <a:lnTo>
                  <a:pt x="147093" y="105328"/>
                </a:lnTo>
                <a:lnTo>
                  <a:pt x="147520" y="105727"/>
                </a:lnTo>
                <a:lnTo>
                  <a:pt x="147953" y="106118"/>
                </a:lnTo>
                <a:lnTo>
                  <a:pt x="148392" y="106501"/>
                </a:lnTo>
                <a:lnTo>
                  <a:pt x="148837" y="106875"/>
                </a:lnTo>
                <a:lnTo>
                  <a:pt x="149288" y="107242"/>
                </a:lnTo>
                <a:lnTo>
                  <a:pt x="149745" y="107600"/>
                </a:lnTo>
                <a:lnTo>
                  <a:pt x="150209" y="107950"/>
                </a:lnTo>
                <a:lnTo>
                  <a:pt x="150678" y="108291"/>
                </a:lnTo>
                <a:lnTo>
                  <a:pt x="151154" y="108625"/>
                </a:lnTo>
                <a:lnTo>
                  <a:pt x="151636" y="108950"/>
                </a:lnTo>
                <a:lnTo>
                  <a:pt x="152124" y="109268"/>
                </a:lnTo>
                <a:lnTo>
                  <a:pt x="152618" y="109577"/>
                </a:lnTo>
                <a:lnTo>
                  <a:pt x="153119" y="109877"/>
                </a:lnTo>
                <a:lnTo>
                  <a:pt x="153625" y="110170"/>
                </a:lnTo>
                <a:lnTo>
                  <a:pt x="154138" y="110454"/>
                </a:lnTo>
                <a:lnTo>
                  <a:pt x="154657" y="110731"/>
                </a:lnTo>
                <a:lnTo>
                  <a:pt x="155181" y="110999"/>
                </a:lnTo>
                <a:lnTo>
                  <a:pt x="155712" y="111259"/>
                </a:lnTo>
                <a:lnTo>
                  <a:pt x="156250" y="111510"/>
                </a:lnTo>
                <a:lnTo>
                  <a:pt x="156793" y="111754"/>
                </a:lnTo>
                <a:lnTo>
                  <a:pt x="157341" y="111988"/>
                </a:lnTo>
                <a:lnTo>
                  <a:pt x="157894" y="112213"/>
                </a:lnTo>
                <a:lnTo>
                  <a:pt x="158452" y="112427"/>
                </a:lnTo>
                <a:lnTo>
                  <a:pt x="159013" y="112632"/>
                </a:lnTo>
                <a:lnTo>
                  <a:pt x="159579" y="112826"/>
                </a:lnTo>
                <a:lnTo>
                  <a:pt x="160149" y="113011"/>
                </a:lnTo>
                <a:lnTo>
                  <a:pt x="160724" y="113185"/>
                </a:lnTo>
                <a:lnTo>
                  <a:pt x="161303" y="113350"/>
                </a:lnTo>
                <a:lnTo>
                  <a:pt x="161886" y="113505"/>
                </a:lnTo>
                <a:lnTo>
                  <a:pt x="162474" y="113649"/>
                </a:lnTo>
                <a:lnTo>
                  <a:pt x="163066" y="113784"/>
                </a:lnTo>
                <a:lnTo>
                  <a:pt x="163662" y="113909"/>
                </a:lnTo>
                <a:lnTo>
                  <a:pt x="164263" y="114023"/>
                </a:lnTo>
                <a:lnTo>
                  <a:pt x="164868" y="114128"/>
                </a:lnTo>
                <a:lnTo>
                  <a:pt x="165478" y="114223"/>
                </a:lnTo>
                <a:lnTo>
                  <a:pt x="166091" y="114308"/>
                </a:lnTo>
                <a:lnTo>
                  <a:pt x="166709" y="114382"/>
                </a:lnTo>
                <a:lnTo>
                  <a:pt x="167332" y="114447"/>
                </a:lnTo>
                <a:lnTo>
                  <a:pt x="167959" y="114502"/>
                </a:lnTo>
                <a:lnTo>
                  <a:pt x="168590" y="114547"/>
                </a:lnTo>
                <a:lnTo>
                  <a:pt x="169225" y="114582"/>
                </a:lnTo>
                <a:lnTo>
                  <a:pt x="169865" y="114607"/>
                </a:lnTo>
                <a:lnTo>
                  <a:pt x="170510" y="114622"/>
                </a:lnTo>
                <a:lnTo>
                  <a:pt x="171158" y="114627"/>
                </a:lnTo>
                <a:lnTo>
                  <a:pt x="171750" y="114623"/>
                </a:lnTo>
                <a:lnTo>
                  <a:pt x="172337" y="114613"/>
                </a:lnTo>
                <a:lnTo>
                  <a:pt x="172917" y="114596"/>
                </a:lnTo>
                <a:lnTo>
                  <a:pt x="173491" y="114573"/>
                </a:lnTo>
                <a:lnTo>
                  <a:pt x="174059" y="114542"/>
                </a:lnTo>
                <a:lnTo>
                  <a:pt x="174620" y="114505"/>
                </a:lnTo>
                <a:lnTo>
                  <a:pt x="175176" y="114461"/>
                </a:lnTo>
                <a:lnTo>
                  <a:pt x="175725" y="114410"/>
                </a:lnTo>
                <a:lnTo>
                  <a:pt x="176269" y="114352"/>
                </a:lnTo>
                <a:lnTo>
                  <a:pt x="176806" y="114288"/>
                </a:lnTo>
                <a:lnTo>
                  <a:pt x="177337" y="114217"/>
                </a:lnTo>
                <a:lnTo>
                  <a:pt x="177862" y="114139"/>
                </a:lnTo>
                <a:lnTo>
                  <a:pt x="178381" y="114054"/>
                </a:lnTo>
                <a:lnTo>
                  <a:pt x="178893" y="113963"/>
                </a:lnTo>
                <a:lnTo>
                  <a:pt x="179400" y="113864"/>
                </a:lnTo>
                <a:lnTo>
                  <a:pt x="179900" y="113759"/>
                </a:lnTo>
                <a:lnTo>
                  <a:pt x="180394" y="113647"/>
                </a:lnTo>
                <a:lnTo>
                  <a:pt x="180882" y="113529"/>
                </a:lnTo>
                <a:lnTo>
                  <a:pt x="181364" y="113403"/>
                </a:lnTo>
                <a:lnTo>
                  <a:pt x="181840" y="113271"/>
                </a:lnTo>
                <a:lnTo>
                  <a:pt x="182310" y="113132"/>
                </a:lnTo>
                <a:lnTo>
                  <a:pt x="182773" y="112986"/>
                </a:lnTo>
                <a:lnTo>
                  <a:pt x="183230" y="112834"/>
                </a:lnTo>
                <a:lnTo>
                  <a:pt x="183682" y="112675"/>
                </a:lnTo>
                <a:lnTo>
                  <a:pt x="184127" y="112510"/>
                </a:lnTo>
                <a:lnTo>
                  <a:pt x="184567" y="112341"/>
                </a:lnTo>
                <a:lnTo>
                  <a:pt x="185002" y="112167"/>
                </a:lnTo>
                <a:lnTo>
                  <a:pt x="185431" y="111989"/>
                </a:lnTo>
                <a:lnTo>
                  <a:pt x="185855" y="111807"/>
                </a:lnTo>
                <a:lnTo>
                  <a:pt x="186274" y="111620"/>
                </a:lnTo>
                <a:lnTo>
                  <a:pt x="186687" y="111429"/>
                </a:lnTo>
                <a:lnTo>
                  <a:pt x="187095" y="111234"/>
                </a:lnTo>
                <a:lnTo>
                  <a:pt x="187497" y="111034"/>
                </a:lnTo>
                <a:lnTo>
                  <a:pt x="187894" y="110830"/>
                </a:lnTo>
                <a:lnTo>
                  <a:pt x="188286" y="110622"/>
                </a:lnTo>
                <a:lnTo>
                  <a:pt x="188673" y="110409"/>
                </a:lnTo>
                <a:lnTo>
                  <a:pt x="189054" y="110192"/>
                </a:lnTo>
                <a:lnTo>
                  <a:pt x="189429" y="109971"/>
                </a:lnTo>
                <a:lnTo>
                  <a:pt x="189799" y="109745"/>
                </a:lnTo>
                <a:lnTo>
                  <a:pt x="190164" y="109515"/>
                </a:lnTo>
                <a:lnTo>
                  <a:pt x="190524" y="109281"/>
                </a:lnTo>
                <a:lnTo>
                  <a:pt x="190878" y="109042"/>
                </a:lnTo>
                <a:lnTo>
                  <a:pt x="191227" y="108799"/>
                </a:lnTo>
                <a:lnTo>
                  <a:pt x="191570" y="108551"/>
                </a:lnTo>
                <a:lnTo>
                  <a:pt x="191908" y="108300"/>
                </a:lnTo>
                <a:lnTo>
                  <a:pt x="192241" y="108043"/>
                </a:lnTo>
                <a:lnTo>
                  <a:pt x="192568" y="107783"/>
                </a:lnTo>
                <a:lnTo>
                  <a:pt x="192890" y="107518"/>
                </a:lnTo>
                <a:lnTo>
                  <a:pt x="193207" y="107250"/>
                </a:lnTo>
                <a:lnTo>
                  <a:pt x="193520" y="106980"/>
                </a:lnTo>
                <a:lnTo>
                  <a:pt x="193829" y="106707"/>
                </a:lnTo>
                <a:lnTo>
                  <a:pt x="194134" y="106432"/>
                </a:lnTo>
                <a:lnTo>
                  <a:pt x="194435" y="106156"/>
                </a:lnTo>
                <a:lnTo>
                  <a:pt x="194732" y="105877"/>
                </a:lnTo>
                <a:lnTo>
                  <a:pt x="195024" y="105595"/>
                </a:lnTo>
                <a:lnTo>
                  <a:pt x="195313" y="105312"/>
                </a:lnTo>
                <a:lnTo>
                  <a:pt x="195597" y="105026"/>
                </a:lnTo>
                <a:lnTo>
                  <a:pt x="195878" y="104739"/>
                </a:lnTo>
                <a:lnTo>
                  <a:pt x="196154" y="104449"/>
                </a:lnTo>
                <a:lnTo>
                  <a:pt x="196426" y="104157"/>
                </a:lnTo>
                <a:lnTo>
                  <a:pt x="196694" y="103863"/>
                </a:lnTo>
                <a:lnTo>
                  <a:pt x="196958" y="103566"/>
                </a:lnTo>
                <a:lnTo>
                  <a:pt x="197218" y="103268"/>
                </a:lnTo>
                <a:lnTo>
                  <a:pt x="197474" y="102967"/>
                </a:lnTo>
                <a:lnTo>
                  <a:pt x="197725" y="102664"/>
                </a:lnTo>
                <a:lnTo>
                  <a:pt x="197973" y="102359"/>
                </a:lnTo>
                <a:lnTo>
                  <a:pt x="198217" y="102052"/>
                </a:lnTo>
                <a:lnTo>
                  <a:pt x="198456" y="101742"/>
                </a:lnTo>
                <a:lnTo>
                  <a:pt x="198691" y="101431"/>
                </a:lnTo>
                <a:lnTo>
                  <a:pt x="198923" y="101117"/>
                </a:lnTo>
                <a:lnTo>
                  <a:pt x="199150" y="100801"/>
                </a:lnTo>
                <a:lnTo>
                  <a:pt x="199373" y="100483"/>
                </a:lnTo>
                <a:lnTo>
                  <a:pt x="193848" y="96210"/>
                </a:lnTo>
                <a:lnTo>
                  <a:pt x="193484" y="96677"/>
                </a:lnTo>
                <a:lnTo>
                  <a:pt x="193115" y="97134"/>
                </a:lnTo>
                <a:lnTo>
                  <a:pt x="192743" y="97580"/>
                </a:lnTo>
                <a:lnTo>
                  <a:pt x="192367" y="98016"/>
                </a:lnTo>
                <a:lnTo>
                  <a:pt x="191987" y="98441"/>
                </a:lnTo>
                <a:lnTo>
                  <a:pt x="191603" y="98855"/>
                </a:lnTo>
                <a:lnTo>
                  <a:pt x="191215" y="99259"/>
                </a:lnTo>
                <a:lnTo>
                  <a:pt x="190823" y="99652"/>
                </a:lnTo>
                <a:lnTo>
                  <a:pt x="190427" y="100034"/>
                </a:lnTo>
                <a:lnTo>
                  <a:pt x="190027" y="100406"/>
                </a:lnTo>
                <a:lnTo>
                  <a:pt x="189624" y="100767"/>
                </a:lnTo>
                <a:lnTo>
                  <a:pt x="189216" y="101118"/>
                </a:lnTo>
                <a:lnTo>
                  <a:pt x="188804" y="101458"/>
                </a:lnTo>
                <a:lnTo>
                  <a:pt x="188388" y="101787"/>
                </a:lnTo>
                <a:lnTo>
                  <a:pt x="187969" y="102106"/>
                </a:lnTo>
                <a:lnTo>
                  <a:pt x="187545" y="102414"/>
                </a:lnTo>
                <a:lnTo>
                  <a:pt x="187117" y="102712"/>
                </a:lnTo>
                <a:lnTo>
                  <a:pt x="186686" y="102999"/>
                </a:lnTo>
                <a:lnTo>
                  <a:pt x="186250" y="103275"/>
                </a:lnTo>
                <a:lnTo>
                  <a:pt x="185811" y="103541"/>
                </a:lnTo>
                <a:lnTo>
                  <a:pt x="185367" y="103796"/>
                </a:lnTo>
                <a:lnTo>
                  <a:pt x="184920" y="104040"/>
                </a:lnTo>
                <a:lnTo>
                  <a:pt x="184468" y="104274"/>
                </a:lnTo>
                <a:lnTo>
                  <a:pt x="184013" y="104498"/>
                </a:lnTo>
                <a:lnTo>
                  <a:pt x="183553" y="104711"/>
                </a:lnTo>
                <a:lnTo>
                  <a:pt x="183088" y="104915"/>
                </a:lnTo>
                <a:lnTo>
                  <a:pt x="182617" y="105111"/>
                </a:lnTo>
                <a:lnTo>
                  <a:pt x="182142" y="105297"/>
                </a:lnTo>
                <a:lnTo>
                  <a:pt x="181661" y="105474"/>
                </a:lnTo>
                <a:lnTo>
                  <a:pt x="181175" y="105642"/>
                </a:lnTo>
                <a:lnTo>
                  <a:pt x="180683" y="105801"/>
                </a:lnTo>
                <a:lnTo>
                  <a:pt x="180186" y="105950"/>
                </a:lnTo>
                <a:lnTo>
                  <a:pt x="179685" y="106091"/>
                </a:lnTo>
                <a:lnTo>
                  <a:pt x="179177" y="106223"/>
                </a:lnTo>
                <a:lnTo>
                  <a:pt x="178665" y="106345"/>
                </a:lnTo>
                <a:lnTo>
                  <a:pt x="178147" y="106459"/>
                </a:lnTo>
                <a:lnTo>
                  <a:pt x="177624" y="106563"/>
                </a:lnTo>
                <a:lnTo>
                  <a:pt x="177096" y="106659"/>
                </a:lnTo>
                <a:lnTo>
                  <a:pt x="176563" y="106745"/>
                </a:lnTo>
                <a:lnTo>
                  <a:pt x="176024" y="106822"/>
                </a:lnTo>
                <a:lnTo>
                  <a:pt x="175480" y="106890"/>
                </a:lnTo>
                <a:lnTo>
                  <a:pt x="174931" y="106949"/>
                </a:lnTo>
                <a:lnTo>
                  <a:pt x="174377" y="106999"/>
                </a:lnTo>
                <a:lnTo>
                  <a:pt x="173817" y="107040"/>
                </a:lnTo>
                <a:lnTo>
                  <a:pt x="173252" y="107072"/>
                </a:lnTo>
                <a:lnTo>
                  <a:pt x="172682" y="107095"/>
                </a:lnTo>
                <a:lnTo>
                  <a:pt x="172107" y="107108"/>
                </a:lnTo>
                <a:lnTo>
                  <a:pt x="171526" y="107113"/>
                </a:lnTo>
                <a:lnTo>
                  <a:pt x="171019" y="107108"/>
                </a:lnTo>
                <a:lnTo>
                  <a:pt x="170515" y="107096"/>
                </a:lnTo>
                <a:lnTo>
                  <a:pt x="170015" y="107074"/>
                </a:lnTo>
                <a:lnTo>
                  <a:pt x="169519" y="107044"/>
                </a:lnTo>
                <a:lnTo>
                  <a:pt x="169027" y="107006"/>
                </a:lnTo>
                <a:lnTo>
                  <a:pt x="168538" y="106959"/>
                </a:lnTo>
                <a:lnTo>
                  <a:pt x="168054" y="106903"/>
                </a:lnTo>
                <a:lnTo>
                  <a:pt x="167573" y="106839"/>
                </a:lnTo>
                <a:lnTo>
                  <a:pt x="167096" y="106766"/>
                </a:lnTo>
                <a:lnTo>
                  <a:pt x="166623" y="106684"/>
                </a:lnTo>
                <a:lnTo>
                  <a:pt x="166154" y="106594"/>
                </a:lnTo>
                <a:lnTo>
                  <a:pt x="165688" y="106496"/>
                </a:lnTo>
                <a:lnTo>
                  <a:pt x="165227" y="106389"/>
                </a:lnTo>
                <a:lnTo>
                  <a:pt x="164769" y="106273"/>
                </a:lnTo>
                <a:lnTo>
                  <a:pt x="164315" y="106149"/>
                </a:lnTo>
                <a:lnTo>
                  <a:pt x="163865" y="106016"/>
                </a:lnTo>
                <a:lnTo>
                  <a:pt x="163419" y="105875"/>
                </a:lnTo>
                <a:lnTo>
                  <a:pt x="162976" y="105725"/>
                </a:lnTo>
                <a:lnTo>
                  <a:pt x="162538" y="105566"/>
                </a:lnTo>
                <a:lnTo>
                  <a:pt x="162103" y="105399"/>
                </a:lnTo>
                <a:lnTo>
                  <a:pt x="161672" y="105223"/>
                </a:lnTo>
                <a:lnTo>
                  <a:pt x="161245" y="105039"/>
                </a:lnTo>
                <a:lnTo>
                  <a:pt x="160822" y="104846"/>
                </a:lnTo>
                <a:lnTo>
                  <a:pt x="160403" y="104645"/>
                </a:lnTo>
                <a:lnTo>
                  <a:pt x="159988" y="104436"/>
                </a:lnTo>
                <a:lnTo>
                  <a:pt x="159577" y="104221"/>
                </a:lnTo>
                <a:lnTo>
                  <a:pt x="159172" y="103999"/>
                </a:lnTo>
                <a:lnTo>
                  <a:pt x="158772" y="103771"/>
                </a:lnTo>
                <a:lnTo>
                  <a:pt x="158376" y="103537"/>
                </a:lnTo>
                <a:lnTo>
                  <a:pt x="157985" y="103296"/>
                </a:lnTo>
                <a:lnTo>
                  <a:pt x="157600" y="103049"/>
                </a:lnTo>
                <a:lnTo>
                  <a:pt x="157219" y="102795"/>
                </a:lnTo>
                <a:lnTo>
                  <a:pt x="156842" y="102535"/>
                </a:lnTo>
                <a:lnTo>
                  <a:pt x="156471" y="102269"/>
                </a:lnTo>
                <a:lnTo>
                  <a:pt x="156105" y="101996"/>
                </a:lnTo>
                <a:lnTo>
                  <a:pt x="155743" y="101717"/>
                </a:lnTo>
                <a:lnTo>
                  <a:pt x="155386" y="101431"/>
                </a:lnTo>
                <a:lnTo>
                  <a:pt x="155035" y="101139"/>
                </a:lnTo>
                <a:lnTo>
                  <a:pt x="154688" y="100841"/>
                </a:lnTo>
                <a:lnTo>
                  <a:pt x="154345" y="100536"/>
                </a:lnTo>
                <a:lnTo>
                  <a:pt x="154008" y="100225"/>
                </a:lnTo>
                <a:lnTo>
                  <a:pt x="153676" y="99907"/>
                </a:lnTo>
                <a:lnTo>
                  <a:pt x="153348" y="99583"/>
                </a:lnTo>
                <a:lnTo>
                  <a:pt x="153026" y="99253"/>
                </a:lnTo>
                <a:lnTo>
                  <a:pt x="152708" y="98916"/>
                </a:lnTo>
                <a:lnTo>
                  <a:pt x="152395" y="98573"/>
                </a:lnTo>
                <a:lnTo>
                  <a:pt x="152087" y="98223"/>
                </a:lnTo>
                <a:lnTo>
                  <a:pt x="151783" y="97867"/>
                </a:lnTo>
                <a:lnTo>
                  <a:pt x="151485" y="97506"/>
                </a:lnTo>
                <a:lnTo>
                  <a:pt x="151193" y="97139"/>
                </a:lnTo>
                <a:lnTo>
                  <a:pt x="150906" y="96768"/>
                </a:lnTo>
                <a:lnTo>
                  <a:pt x="150625" y="96391"/>
                </a:lnTo>
                <a:lnTo>
                  <a:pt x="150350" y="96009"/>
                </a:lnTo>
                <a:lnTo>
                  <a:pt x="150080" y="95623"/>
                </a:lnTo>
                <a:lnTo>
                  <a:pt x="149816" y="95231"/>
                </a:lnTo>
                <a:lnTo>
                  <a:pt x="149557" y="94835"/>
                </a:lnTo>
                <a:lnTo>
                  <a:pt x="149304" y="94433"/>
                </a:lnTo>
                <a:lnTo>
                  <a:pt x="149057" y="94027"/>
                </a:lnTo>
                <a:lnTo>
                  <a:pt x="148815" y="93615"/>
                </a:lnTo>
                <a:lnTo>
                  <a:pt x="148579" y="93199"/>
                </a:lnTo>
                <a:lnTo>
                  <a:pt x="148348" y="92777"/>
                </a:lnTo>
                <a:lnTo>
                  <a:pt x="148124" y="92351"/>
                </a:lnTo>
                <a:lnTo>
                  <a:pt x="147904" y="91919"/>
                </a:lnTo>
                <a:lnTo>
                  <a:pt x="147691" y="91483"/>
                </a:lnTo>
                <a:lnTo>
                  <a:pt x="147483" y="91042"/>
                </a:lnTo>
                <a:lnTo>
                  <a:pt x="147281" y="90595"/>
                </a:lnTo>
                <a:lnTo>
                  <a:pt x="147084" y="90144"/>
                </a:lnTo>
                <a:lnTo>
                  <a:pt x="146893" y="89687"/>
                </a:lnTo>
                <a:lnTo>
                  <a:pt x="146707" y="89226"/>
                </a:lnTo>
                <a:lnTo>
                  <a:pt x="146527" y="88760"/>
                </a:lnTo>
                <a:lnTo>
                  <a:pt x="146353" y="88288"/>
                </a:lnTo>
                <a:lnTo>
                  <a:pt x="146185" y="87812"/>
                </a:lnTo>
                <a:lnTo>
                  <a:pt x="146022" y="87332"/>
                </a:lnTo>
                <a:lnTo>
                  <a:pt x="145867" y="86849"/>
                </a:lnTo>
                <a:lnTo>
                  <a:pt x="145719" y="86363"/>
                </a:lnTo>
                <a:lnTo>
                  <a:pt x="145577" y="85874"/>
                </a:lnTo>
                <a:lnTo>
                  <a:pt x="145442" y="85382"/>
                </a:lnTo>
                <a:lnTo>
                  <a:pt x="145315" y="84888"/>
                </a:lnTo>
                <a:lnTo>
                  <a:pt x="145194" y="84391"/>
                </a:lnTo>
                <a:lnTo>
                  <a:pt x="145080" y="83891"/>
                </a:lnTo>
                <a:lnTo>
                  <a:pt x="144973" y="83388"/>
                </a:lnTo>
                <a:lnTo>
                  <a:pt x="144873" y="82883"/>
                </a:lnTo>
                <a:lnTo>
                  <a:pt x="144779" y="82374"/>
                </a:lnTo>
                <a:lnTo>
                  <a:pt x="144693" y="81863"/>
                </a:lnTo>
                <a:lnTo>
                  <a:pt x="144614" y="81349"/>
                </a:lnTo>
                <a:lnTo>
                  <a:pt x="144541" y="80832"/>
                </a:lnTo>
                <a:lnTo>
                  <a:pt x="144475" y="80313"/>
                </a:lnTo>
                <a:lnTo>
                  <a:pt x="144417" y="79790"/>
                </a:lnTo>
                <a:lnTo>
                  <a:pt x="144365" y="79265"/>
                </a:lnTo>
                <a:lnTo>
                  <a:pt x="144320" y="78737"/>
                </a:lnTo>
                <a:lnTo>
                  <a:pt x="144282" y="78206"/>
                </a:lnTo>
                <a:lnTo>
                  <a:pt x="144251" y="77672"/>
                </a:lnTo>
                <a:lnTo>
                  <a:pt x="144227" y="77136"/>
                </a:lnTo>
                <a:lnTo>
                  <a:pt x="144210" y="76596"/>
                </a:lnTo>
                <a:lnTo>
                  <a:pt x="144199" y="76054"/>
                </a:lnTo>
                <a:lnTo>
                  <a:pt x="144196" y="75509"/>
                </a:lnTo>
                <a:lnTo>
                  <a:pt x="144196" y="73815"/>
                </a:lnTo>
                <a:lnTo>
                  <a:pt x="201067" y="73815"/>
                </a:lnTo>
                <a:lnTo>
                  <a:pt x="201067" y="68446"/>
                </a:lnTo>
                <a:lnTo>
                  <a:pt x="201064" y="67781"/>
                </a:lnTo>
                <a:lnTo>
                  <a:pt x="201053" y="67120"/>
                </a:lnTo>
                <a:lnTo>
                  <a:pt x="201035" y="66464"/>
                </a:lnTo>
                <a:lnTo>
                  <a:pt x="201010" y="65812"/>
                </a:lnTo>
                <a:close/>
                <a:moveTo>
                  <a:pt x="144915" y="63729"/>
                </a:moveTo>
                <a:lnTo>
                  <a:pt x="145014" y="63190"/>
                </a:lnTo>
                <a:lnTo>
                  <a:pt x="145120" y="62657"/>
                </a:lnTo>
                <a:lnTo>
                  <a:pt x="145232" y="62127"/>
                </a:lnTo>
                <a:lnTo>
                  <a:pt x="145350" y="61602"/>
                </a:lnTo>
                <a:lnTo>
                  <a:pt x="145475" y="61082"/>
                </a:lnTo>
                <a:lnTo>
                  <a:pt x="145606" y="60566"/>
                </a:lnTo>
                <a:lnTo>
                  <a:pt x="145743" y="60054"/>
                </a:lnTo>
                <a:lnTo>
                  <a:pt x="145887" y="59547"/>
                </a:lnTo>
                <a:lnTo>
                  <a:pt x="146037" y="59045"/>
                </a:lnTo>
                <a:lnTo>
                  <a:pt x="146193" y="58547"/>
                </a:lnTo>
                <a:lnTo>
                  <a:pt x="146355" y="58055"/>
                </a:lnTo>
                <a:lnTo>
                  <a:pt x="146521" y="57569"/>
                </a:lnTo>
                <a:lnTo>
                  <a:pt x="146693" y="57088"/>
                </a:lnTo>
                <a:lnTo>
                  <a:pt x="146870" y="56613"/>
                </a:lnTo>
                <a:lnTo>
                  <a:pt x="147053" y="56144"/>
                </a:lnTo>
                <a:lnTo>
                  <a:pt x="147240" y="55680"/>
                </a:lnTo>
                <a:lnTo>
                  <a:pt x="147433" y="55222"/>
                </a:lnTo>
                <a:lnTo>
                  <a:pt x="147631" y="54770"/>
                </a:lnTo>
                <a:lnTo>
                  <a:pt x="147834" y="54323"/>
                </a:lnTo>
                <a:lnTo>
                  <a:pt x="148043" y="53881"/>
                </a:lnTo>
                <a:lnTo>
                  <a:pt x="148257" y="53446"/>
                </a:lnTo>
                <a:lnTo>
                  <a:pt x="148476" y="53016"/>
                </a:lnTo>
                <a:lnTo>
                  <a:pt x="148700" y="52592"/>
                </a:lnTo>
                <a:lnTo>
                  <a:pt x="148929" y="52173"/>
                </a:lnTo>
                <a:lnTo>
                  <a:pt x="149164" y="51760"/>
                </a:lnTo>
                <a:lnTo>
                  <a:pt x="149404" y="51352"/>
                </a:lnTo>
                <a:lnTo>
                  <a:pt x="149649" y="50950"/>
                </a:lnTo>
                <a:lnTo>
                  <a:pt x="149900" y="50554"/>
                </a:lnTo>
                <a:lnTo>
                  <a:pt x="150156" y="50164"/>
                </a:lnTo>
                <a:lnTo>
                  <a:pt x="150417" y="49779"/>
                </a:lnTo>
                <a:lnTo>
                  <a:pt x="150683" y="49399"/>
                </a:lnTo>
                <a:lnTo>
                  <a:pt x="150954" y="49026"/>
                </a:lnTo>
                <a:lnTo>
                  <a:pt x="151231" y="48657"/>
                </a:lnTo>
                <a:lnTo>
                  <a:pt x="151513" y="48296"/>
                </a:lnTo>
                <a:lnTo>
                  <a:pt x="151799" y="47941"/>
                </a:lnTo>
                <a:lnTo>
                  <a:pt x="152089" y="47593"/>
                </a:lnTo>
                <a:lnTo>
                  <a:pt x="152384" y="47253"/>
                </a:lnTo>
                <a:lnTo>
                  <a:pt x="152684" y="46919"/>
                </a:lnTo>
                <a:lnTo>
                  <a:pt x="152987" y="46592"/>
                </a:lnTo>
                <a:lnTo>
                  <a:pt x="153296" y="46273"/>
                </a:lnTo>
                <a:lnTo>
                  <a:pt x="153609" y="45960"/>
                </a:lnTo>
                <a:lnTo>
                  <a:pt x="153926" y="45655"/>
                </a:lnTo>
                <a:lnTo>
                  <a:pt x="154248" y="45357"/>
                </a:lnTo>
                <a:lnTo>
                  <a:pt x="154574" y="45065"/>
                </a:lnTo>
                <a:lnTo>
                  <a:pt x="154905" y="44781"/>
                </a:lnTo>
                <a:lnTo>
                  <a:pt x="155240" y="44503"/>
                </a:lnTo>
                <a:lnTo>
                  <a:pt x="155580" y="44233"/>
                </a:lnTo>
                <a:lnTo>
                  <a:pt x="155924" y="43970"/>
                </a:lnTo>
                <a:lnTo>
                  <a:pt x="156273" y="43714"/>
                </a:lnTo>
                <a:lnTo>
                  <a:pt x="156626" y="43464"/>
                </a:lnTo>
                <a:lnTo>
                  <a:pt x="156984" y="43222"/>
                </a:lnTo>
                <a:lnTo>
                  <a:pt x="157346" y="42987"/>
                </a:lnTo>
                <a:lnTo>
                  <a:pt x="157713" y="42759"/>
                </a:lnTo>
                <a:lnTo>
                  <a:pt x="158084" y="42538"/>
                </a:lnTo>
                <a:lnTo>
                  <a:pt x="158459" y="42324"/>
                </a:lnTo>
                <a:lnTo>
                  <a:pt x="158839" y="42117"/>
                </a:lnTo>
                <a:lnTo>
                  <a:pt x="159224" y="41917"/>
                </a:lnTo>
                <a:lnTo>
                  <a:pt x="159612" y="41725"/>
                </a:lnTo>
                <a:lnTo>
                  <a:pt x="160005" y="41540"/>
                </a:lnTo>
                <a:lnTo>
                  <a:pt x="160400" y="41364"/>
                </a:lnTo>
                <a:lnTo>
                  <a:pt x="160800" y="41197"/>
                </a:lnTo>
                <a:lnTo>
                  <a:pt x="161202" y="41037"/>
                </a:lnTo>
                <a:lnTo>
                  <a:pt x="161609" y="40886"/>
                </a:lnTo>
                <a:lnTo>
                  <a:pt x="162019" y="40742"/>
                </a:lnTo>
                <a:lnTo>
                  <a:pt x="162433" y="40607"/>
                </a:lnTo>
                <a:lnTo>
                  <a:pt x="162850" y="40480"/>
                </a:lnTo>
                <a:lnTo>
                  <a:pt x="163271" y="40362"/>
                </a:lnTo>
                <a:lnTo>
                  <a:pt x="163695" y="40251"/>
                </a:lnTo>
                <a:lnTo>
                  <a:pt x="164123" y="40149"/>
                </a:lnTo>
                <a:lnTo>
                  <a:pt x="164554" y="40055"/>
                </a:lnTo>
                <a:lnTo>
                  <a:pt x="164989" y="39969"/>
                </a:lnTo>
                <a:lnTo>
                  <a:pt x="165428" y="39891"/>
                </a:lnTo>
                <a:lnTo>
                  <a:pt x="165870" y="39821"/>
                </a:lnTo>
                <a:lnTo>
                  <a:pt x="166316" y="39760"/>
                </a:lnTo>
                <a:lnTo>
                  <a:pt x="166766" y="39707"/>
                </a:lnTo>
                <a:lnTo>
                  <a:pt x="167219" y="39662"/>
                </a:lnTo>
                <a:lnTo>
                  <a:pt x="167675" y="39625"/>
                </a:lnTo>
                <a:lnTo>
                  <a:pt x="168135" y="39596"/>
                </a:lnTo>
                <a:lnTo>
                  <a:pt x="168599" y="39576"/>
                </a:lnTo>
                <a:lnTo>
                  <a:pt x="169066" y="39564"/>
                </a:lnTo>
                <a:lnTo>
                  <a:pt x="169537" y="39560"/>
                </a:lnTo>
                <a:lnTo>
                  <a:pt x="170159" y="39566"/>
                </a:lnTo>
                <a:lnTo>
                  <a:pt x="170772" y="39585"/>
                </a:lnTo>
                <a:lnTo>
                  <a:pt x="171376" y="39617"/>
                </a:lnTo>
                <a:lnTo>
                  <a:pt x="171971" y="39662"/>
                </a:lnTo>
                <a:lnTo>
                  <a:pt x="172558" y="39719"/>
                </a:lnTo>
                <a:lnTo>
                  <a:pt x="173136" y="39789"/>
                </a:lnTo>
                <a:lnTo>
                  <a:pt x="173704" y="39872"/>
                </a:lnTo>
                <a:lnTo>
                  <a:pt x="174264" y="39968"/>
                </a:lnTo>
                <a:lnTo>
                  <a:pt x="174816" y="40076"/>
                </a:lnTo>
                <a:lnTo>
                  <a:pt x="175358" y="40197"/>
                </a:lnTo>
                <a:lnTo>
                  <a:pt x="175891" y="40331"/>
                </a:lnTo>
                <a:lnTo>
                  <a:pt x="176416" y="40478"/>
                </a:lnTo>
                <a:lnTo>
                  <a:pt x="176932" y="40638"/>
                </a:lnTo>
                <a:lnTo>
                  <a:pt x="177439" y="40810"/>
                </a:lnTo>
                <a:lnTo>
                  <a:pt x="177937" y="40995"/>
                </a:lnTo>
                <a:lnTo>
                  <a:pt x="178427" y="41192"/>
                </a:lnTo>
                <a:lnTo>
                  <a:pt x="178907" y="41403"/>
                </a:lnTo>
                <a:lnTo>
                  <a:pt x="179379" y="41626"/>
                </a:lnTo>
                <a:lnTo>
                  <a:pt x="179842" y="41862"/>
                </a:lnTo>
                <a:lnTo>
                  <a:pt x="180296" y="42111"/>
                </a:lnTo>
                <a:lnTo>
                  <a:pt x="180741" y="42373"/>
                </a:lnTo>
                <a:lnTo>
                  <a:pt x="181178" y="42647"/>
                </a:lnTo>
                <a:lnTo>
                  <a:pt x="181605" y="42934"/>
                </a:lnTo>
                <a:lnTo>
                  <a:pt x="182024" y="43234"/>
                </a:lnTo>
                <a:lnTo>
                  <a:pt x="182434" y="43543"/>
                </a:lnTo>
                <a:lnTo>
                  <a:pt x="182836" y="43861"/>
                </a:lnTo>
                <a:lnTo>
                  <a:pt x="183229" y="44186"/>
                </a:lnTo>
                <a:lnTo>
                  <a:pt x="183614" y="44518"/>
                </a:lnTo>
                <a:lnTo>
                  <a:pt x="183990" y="44858"/>
                </a:lnTo>
                <a:lnTo>
                  <a:pt x="184358" y="45205"/>
                </a:lnTo>
                <a:lnTo>
                  <a:pt x="184718" y="45560"/>
                </a:lnTo>
                <a:lnTo>
                  <a:pt x="185069" y="45923"/>
                </a:lnTo>
                <a:lnTo>
                  <a:pt x="185412" y="46293"/>
                </a:lnTo>
                <a:lnTo>
                  <a:pt x="185746" y="46670"/>
                </a:lnTo>
                <a:lnTo>
                  <a:pt x="186072" y="47055"/>
                </a:lnTo>
                <a:lnTo>
                  <a:pt x="186389" y="47448"/>
                </a:lnTo>
                <a:lnTo>
                  <a:pt x="186698" y="47848"/>
                </a:lnTo>
                <a:lnTo>
                  <a:pt x="186998" y="48255"/>
                </a:lnTo>
                <a:lnTo>
                  <a:pt x="187290" y="48671"/>
                </a:lnTo>
                <a:lnTo>
                  <a:pt x="187574" y="49093"/>
                </a:lnTo>
                <a:lnTo>
                  <a:pt x="187849" y="49524"/>
                </a:lnTo>
                <a:lnTo>
                  <a:pt x="188115" y="49961"/>
                </a:lnTo>
                <a:lnTo>
                  <a:pt x="188374" y="50407"/>
                </a:lnTo>
                <a:lnTo>
                  <a:pt x="188623" y="50859"/>
                </a:lnTo>
                <a:lnTo>
                  <a:pt x="188865" y="51320"/>
                </a:lnTo>
                <a:lnTo>
                  <a:pt x="189098" y="51788"/>
                </a:lnTo>
                <a:lnTo>
                  <a:pt x="189322" y="52263"/>
                </a:lnTo>
                <a:lnTo>
                  <a:pt x="189538" y="52746"/>
                </a:lnTo>
                <a:lnTo>
                  <a:pt x="189746" y="53234"/>
                </a:lnTo>
                <a:lnTo>
                  <a:pt x="189945" y="53725"/>
                </a:lnTo>
                <a:lnTo>
                  <a:pt x="190136" y="54219"/>
                </a:lnTo>
                <a:lnTo>
                  <a:pt x="190319" y="54716"/>
                </a:lnTo>
                <a:lnTo>
                  <a:pt x="190493" y="55216"/>
                </a:lnTo>
                <a:lnTo>
                  <a:pt x="190659" y="55719"/>
                </a:lnTo>
                <a:lnTo>
                  <a:pt x="190817" y="56225"/>
                </a:lnTo>
                <a:lnTo>
                  <a:pt x="190966" y="56734"/>
                </a:lnTo>
                <a:lnTo>
                  <a:pt x="191108" y="57245"/>
                </a:lnTo>
                <a:lnTo>
                  <a:pt x="191240" y="57760"/>
                </a:lnTo>
                <a:lnTo>
                  <a:pt x="191365" y="58277"/>
                </a:lnTo>
                <a:lnTo>
                  <a:pt x="191481" y="58798"/>
                </a:lnTo>
                <a:lnTo>
                  <a:pt x="191589" y="59321"/>
                </a:lnTo>
                <a:lnTo>
                  <a:pt x="191689" y="59847"/>
                </a:lnTo>
                <a:lnTo>
                  <a:pt x="191780" y="60377"/>
                </a:lnTo>
                <a:lnTo>
                  <a:pt x="191863" y="60909"/>
                </a:lnTo>
                <a:lnTo>
                  <a:pt x="191937" y="61444"/>
                </a:lnTo>
                <a:lnTo>
                  <a:pt x="192004" y="61982"/>
                </a:lnTo>
                <a:lnTo>
                  <a:pt x="192062" y="62523"/>
                </a:lnTo>
                <a:lnTo>
                  <a:pt x="192111" y="63067"/>
                </a:lnTo>
                <a:lnTo>
                  <a:pt x="192153" y="63614"/>
                </a:lnTo>
                <a:lnTo>
                  <a:pt x="192186" y="64163"/>
                </a:lnTo>
                <a:lnTo>
                  <a:pt x="192211" y="64716"/>
                </a:lnTo>
                <a:lnTo>
                  <a:pt x="192227" y="65272"/>
                </a:lnTo>
                <a:lnTo>
                  <a:pt x="192227" y="66227"/>
                </a:lnTo>
                <a:lnTo>
                  <a:pt x="144547" y="66227"/>
                </a:lnTo>
                <a:lnTo>
                  <a:pt x="144583" y="65927"/>
                </a:lnTo>
                <a:lnTo>
                  <a:pt x="144656" y="65371"/>
                </a:lnTo>
                <a:lnTo>
                  <a:pt x="144736" y="64819"/>
                </a:lnTo>
                <a:lnTo>
                  <a:pt x="144822" y="64272"/>
                </a:lnTo>
                <a:lnTo>
                  <a:pt x="144915" y="63729"/>
                </a:lnTo>
                <a:close/>
                <a:moveTo>
                  <a:pt x="286025" y="110683"/>
                </a:moveTo>
                <a:lnTo>
                  <a:pt x="286015" y="111002"/>
                </a:lnTo>
                <a:lnTo>
                  <a:pt x="286003" y="111319"/>
                </a:lnTo>
                <a:lnTo>
                  <a:pt x="285988" y="111634"/>
                </a:lnTo>
                <a:lnTo>
                  <a:pt x="285971" y="111947"/>
                </a:lnTo>
                <a:lnTo>
                  <a:pt x="285951" y="112257"/>
                </a:lnTo>
                <a:lnTo>
                  <a:pt x="285928" y="112566"/>
                </a:lnTo>
                <a:lnTo>
                  <a:pt x="285902" y="112873"/>
                </a:lnTo>
                <a:lnTo>
                  <a:pt x="285874" y="113177"/>
                </a:lnTo>
                <a:lnTo>
                  <a:pt x="285843" y="113480"/>
                </a:lnTo>
                <a:lnTo>
                  <a:pt x="285810" y="113780"/>
                </a:lnTo>
                <a:lnTo>
                  <a:pt x="285774" y="114079"/>
                </a:lnTo>
                <a:lnTo>
                  <a:pt x="285735" y="114375"/>
                </a:lnTo>
                <a:lnTo>
                  <a:pt x="285693" y="114669"/>
                </a:lnTo>
                <a:lnTo>
                  <a:pt x="285649" y="114962"/>
                </a:lnTo>
                <a:lnTo>
                  <a:pt x="285602" y="115252"/>
                </a:lnTo>
                <a:lnTo>
                  <a:pt x="285552" y="115540"/>
                </a:lnTo>
                <a:lnTo>
                  <a:pt x="285500" y="115826"/>
                </a:lnTo>
                <a:lnTo>
                  <a:pt x="285445" y="116110"/>
                </a:lnTo>
                <a:lnTo>
                  <a:pt x="285387" y="116392"/>
                </a:lnTo>
                <a:lnTo>
                  <a:pt x="285326" y="116672"/>
                </a:lnTo>
                <a:lnTo>
                  <a:pt x="285263" y="116950"/>
                </a:lnTo>
                <a:lnTo>
                  <a:pt x="285197" y="117226"/>
                </a:lnTo>
                <a:lnTo>
                  <a:pt x="285129" y="117502"/>
                </a:lnTo>
                <a:lnTo>
                  <a:pt x="285058" y="117776"/>
                </a:lnTo>
                <a:lnTo>
                  <a:pt x="284984" y="118050"/>
                </a:lnTo>
                <a:lnTo>
                  <a:pt x="284907" y="118323"/>
                </a:lnTo>
                <a:lnTo>
                  <a:pt x="284828" y="118595"/>
                </a:lnTo>
                <a:lnTo>
                  <a:pt x="284746" y="118866"/>
                </a:lnTo>
                <a:lnTo>
                  <a:pt x="284662" y="119136"/>
                </a:lnTo>
                <a:lnTo>
                  <a:pt x="284574" y="119405"/>
                </a:lnTo>
                <a:lnTo>
                  <a:pt x="284484" y="119673"/>
                </a:lnTo>
                <a:lnTo>
                  <a:pt x="284392" y="119941"/>
                </a:lnTo>
                <a:lnTo>
                  <a:pt x="284296" y="120207"/>
                </a:lnTo>
                <a:lnTo>
                  <a:pt x="284198" y="120473"/>
                </a:lnTo>
                <a:lnTo>
                  <a:pt x="284098" y="120738"/>
                </a:lnTo>
                <a:lnTo>
                  <a:pt x="283994" y="121001"/>
                </a:lnTo>
                <a:lnTo>
                  <a:pt x="283888" y="121264"/>
                </a:lnTo>
                <a:lnTo>
                  <a:pt x="283779" y="121526"/>
                </a:lnTo>
                <a:lnTo>
                  <a:pt x="283668" y="121788"/>
                </a:lnTo>
                <a:lnTo>
                  <a:pt x="283554" y="122048"/>
                </a:lnTo>
                <a:lnTo>
                  <a:pt x="283437" y="122307"/>
                </a:lnTo>
                <a:lnTo>
                  <a:pt x="283317" y="122566"/>
                </a:lnTo>
                <a:lnTo>
                  <a:pt x="283195" y="122823"/>
                </a:lnTo>
                <a:lnTo>
                  <a:pt x="283070" y="123080"/>
                </a:lnTo>
                <a:lnTo>
                  <a:pt x="282943" y="123336"/>
                </a:lnTo>
                <a:lnTo>
                  <a:pt x="282813" y="123591"/>
                </a:lnTo>
                <a:lnTo>
                  <a:pt x="282680" y="123846"/>
                </a:lnTo>
                <a:lnTo>
                  <a:pt x="282544" y="124101"/>
                </a:lnTo>
                <a:lnTo>
                  <a:pt x="282407" y="124356"/>
                </a:lnTo>
                <a:lnTo>
                  <a:pt x="282266" y="124611"/>
                </a:lnTo>
                <a:lnTo>
                  <a:pt x="282123" y="124865"/>
                </a:lnTo>
                <a:lnTo>
                  <a:pt x="281978" y="125120"/>
                </a:lnTo>
                <a:lnTo>
                  <a:pt x="281830" y="125374"/>
                </a:lnTo>
                <a:lnTo>
                  <a:pt x="281679" y="125628"/>
                </a:lnTo>
                <a:lnTo>
                  <a:pt x="281526" y="125882"/>
                </a:lnTo>
                <a:lnTo>
                  <a:pt x="281370" y="126136"/>
                </a:lnTo>
                <a:lnTo>
                  <a:pt x="281212" y="126390"/>
                </a:lnTo>
                <a:lnTo>
                  <a:pt x="281051" y="126644"/>
                </a:lnTo>
                <a:lnTo>
                  <a:pt x="280887" y="126897"/>
                </a:lnTo>
                <a:lnTo>
                  <a:pt x="280721" y="127151"/>
                </a:lnTo>
                <a:lnTo>
                  <a:pt x="280553" y="127404"/>
                </a:lnTo>
                <a:lnTo>
                  <a:pt x="280382" y="127657"/>
                </a:lnTo>
                <a:lnTo>
                  <a:pt x="280208" y="127910"/>
                </a:lnTo>
                <a:lnTo>
                  <a:pt x="280032" y="128163"/>
                </a:lnTo>
                <a:lnTo>
                  <a:pt x="279853" y="128415"/>
                </a:lnTo>
                <a:lnTo>
                  <a:pt x="279671" y="128668"/>
                </a:lnTo>
                <a:lnTo>
                  <a:pt x="279488" y="128920"/>
                </a:lnTo>
                <a:lnTo>
                  <a:pt x="279301" y="129173"/>
                </a:lnTo>
                <a:lnTo>
                  <a:pt x="279112" y="129425"/>
                </a:lnTo>
                <a:lnTo>
                  <a:pt x="284342" y="133338"/>
                </a:lnTo>
                <a:lnTo>
                  <a:pt x="284738" y="132972"/>
                </a:lnTo>
                <a:lnTo>
                  <a:pt x="285126" y="132599"/>
                </a:lnTo>
                <a:lnTo>
                  <a:pt x="285508" y="132218"/>
                </a:lnTo>
                <a:lnTo>
                  <a:pt x="285882" y="131831"/>
                </a:lnTo>
                <a:lnTo>
                  <a:pt x="286250" y="131437"/>
                </a:lnTo>
                <a:lnTo>
                  <a:pt x="286610" y="131036"/>
                </a:lnTo>
                <a:lnTo>
                  <a:pt x="286963" y="130628"/>
                </a:lnTo>
                <a:lnTo>
                  <a:pt x="287310" y="130213"/>
                </a:lnTo>
                <a:lnTo>
                  <a:pt x="287649" y="129791"/>
                </a:lnTo>
                <a:lnTo>
                  <a:pt x="287981" y="129363"/>
                </a:lnTo>
                <a:lnTo>
                  <a:pt x="288306" y="128927"/>
                </a:lnTo>
                <a:lnTo>
                  <a:pt x="288624" y="128484"/>
                </a:lnTo>
                <a:lnTo>
                  <a:pt x="288935" y="128035"/>
                </a:lnTo>
                <a:lnTo>
                  <a:pt x="289240" y="127579"/>
                </a:lnTo>
                <a:lnTo>
                  <a:pt x="289537" y="127115"/>
                </a:lnTo>
                <a:lnTo>
                  <a:pt x="289827" y="126645"/>
                </a:lnTo>
                <a:lnTo>
                  <a:pt x="290110" y="126168"/>
                </a:lnTo>
                <a:lnTo>
                  <a:pt x="290385" y="125684"/>
                </a:lnTo>
                <a:lnTo>
                  <a:pt x="290654" y="125193"/>
                </a:lnTo>
                <a:lnTo>
                  <a:pt x="290916" y="124695"/>
                </a:lnTo>
                <a:lnTo>
                  <a:pt x="291171" y="124190"/>
                </a:lnTo>
                <a:lnTo>
                  <a:pt x="291419" y="123678"/>
                </a:lnTo>
                <a:lnTo>
                  <a:pt x="291660" y="123159"/>
                </a:lnTo>
                <a:lnTo>
                  <a:pt x="291893" y="122634"/>
                </a:lnTo>
                <a:lnTo>
                  <a:pt x="292119" y="122104"/>
                </a:lnTo>
                <a:lnTo>
                  <a:pt x="292335" y="121573"/>
                </a:lnTo>
                <a:lnTo>
                  <a:pt x="292541" y="121041"/>
                </a:lnTo>
                <a:lnTo>
                  <a:pt x="292737" y="120507"/>
                </a:lnTo>
                <a:lnTo>
                  <a:pt x="292925" y="119972"/>
                </a:lnTo>
                <a:lnTo>
                  <a:pt x="293102" y="119436"/>
                </a:lnTo>
                <a:lnTo>
                  <a:pt x="293270" y="118899"/>
                </a:lnTo>
                <a:lnTo>
                  <a:pt x="293428" y="118360"/>
                </a:lnTo>
                <a:lnTo>
                  <a:pt x="293577" y="117820"/>
                </a:lnTo>
                <a:lnTo>
                  <a:pt x="293716" y="117279"/>
                </a:lnTo>
                <a:lnTo>
                  <a:pt x="293845" y="116736"/>
                </a:lnTo>
                <a:lnTo>
                  <a:pt x="293965" y="116192"/>
                </a:lnTo>
                <a:lnTo>
                  <a:pt x="294076" y="115647"/>
                </a:lnTo>
                <a:lnTo>
                  <a:pt x="294176" y="115101"/>
                </a:lnTo>
                <a:lnTo>
                  <a:pt x="294267" y="114553"/>
                </a:lnTo>
                <a:lnTo>
                  <a:pt x="294349" y="114004"/>
                </a:lnTo>
                <a:lnTo>
                  <a:pt x="294421" y="113454"/>
                </a:lnTo>
                <a:lnTo>
                  <a:pt x="294483" y="112903"/>
                </a:lnTo>
                <a:lnTo>
                  <a:pt x="294536" y="112350"/>
                </a:lnTo>
                <a:lnTo>
                  <a:pt x="294579" y="111796"/>
                </a:lnTo>
                <a:lnTo>
                  <a:pt x="294613" y="111240"/>
                </a:lnTo>
                <a:lnTo>
                  <a:pt x="294637" y="110684"/>
                </a:lnTo>
                <a:lnTo>
                  <a:pt x="294651" y="110126"/>
                </a:lnTo>
                <a:lnTo>
                  <a:pt x="294656" y="109567"/>
                </a:lnTo>
                <a:lnTo>
                  <a:pt x="294656" y="99157"/>
                </a:lnTo>
                <a:lnTo>
                  <a:pt x="286037" y="99157"/>
                </a:lnTo>
                <a:lnTo>
                  <a:pt x="286037" y="109714"/>
                </a:lnTo>
                <a:lnTo>
                  <a:pt x="286035" y="110039"/>
                </a:lnTo>
                <a:lnTo>
                  <a:pt x="286031" y="110362"/>
                </a:lnTo>
                <a:lnTo>
                  <a:pt x="286025" y="110683"/>
                </a:lnTo>
                <a:close/>
                <a:moveTo>
                  <a:pt x="1093204" y="40665"/>
                </a:moveTo>
                <a:lnTo>
                  <a:pt x="1107864" y="40665"/>
                </a:lnTo>
                <a:lnTo>
                  <a:pt x="1107864" y="93705"/>
                </a:lnTo>
                <a:lnTo>
                  <a:pt x="1107868" y="94362"/>
                </a:lnTo>
                <a:lnTo>
                  <a:pt x="1107880" y="95008"/>
                </a:lnTo>
                <a:lnTo>
                  <a:pt x="1107899" y="95641"/>
                </a:lnTo>
                <a:lnTo>
                  <a:pt x="1107926" y="96263"/>
                </a:lnTo>
                <a:lnTo>
                  <a:pt x="1107960" y="96873"/>
                </a:lnTo>
                <a:lnTo>
                  <a:pt x="1108002" y="97472"/>
                </a:lnTo>
                <a:lnTo>
                  <a:pt x="1108052" y="98058"/>
                </a:lnTo>
                <a:lnTo>
                  <a:pt x="1108110" y="98633"/>
                </a:lnTo>
                <a:lnTo>
                  <a:pt x="1108175" y="99196"/>
                </a:lnTo>
                <a:lnTo>
                  <a:pt x="1108248" y="99747"/>
                </a:lnTo>
                <a:lnTo>
                  <a:pt x="1108329" y="100286"/>
                </a:lnTo>
                <a:lnTo>
                  <a:pt x="1108417" y="100814"/>
                </a:lnTo>
                <a:lnTo>
                  <a:pt x="1108513" y="101330"/>
                </a:lnTo>
                <a:lnTo>
                  <a:pt x="1108616" y="101834"/>
                </a:lnTo>
                <a:lnTo>
                  <a:pt x="1108728" y="102327"/>
                </a:lnTo>
                <a:lnTo>
                  <a:pt x="1108847" y="102807"/>
                </a:lnTo>
                <a:lnTo>
                  <a:pt x="1108973" y="103276"/>
                </a:lnTo>
                <a:lnTo>
                  <a:pt x="1109107" y="103733"/>
                </a:lnTo>
                <a:lnTo>
                  <a:pt x="1109249" y="104179"/>
                </a:lnTo>
                <a:lnTo>
                  <a:pt x="1109399" y="104612"/>
                </a:lnTo>
                <a:lnTo>
                  <a:pt x="1109556" y="105034"/>
                </a:lnTo>
                <a:lnTo>
                  <a:pt x="1109721" y="105444"/>
                </a:lnTo>
                <a:lnTo>
                  <a:pt x="1109894" y="105842"/>
                </a:lnTo>
                <a:lnTo>
                  <a:pt x="1110074" y="106229"/>
                </a:lnTo>
                <a:lnTo>
                  <a:pt x="1110261" y="106605"/>
                </a:lnTo>
                <a:lnTo>
                  <a:pt x="1110454" y="106972"/>
                </a:lnTo>
                <a:lnTo>
                  <a:pt x="1110653" y="107329"/>
                </a:lnTo>
                <a:lnTo>
                  <a:pt x="1110858" y="107678"/>
                </a:lnTo>
                <a:lnTo>
                  <a:pt x="1111069" y="108017"/>
                </a:lnTo>
                <a:lnTo>
                  <a:pt x="1111285" y="108347"/>
                </a:lnTo>
                <a:lnTo>
                  <a:pt x="1111508" y="108667"/>
                </a:lnTo>
                <a:lnTo>
                  <a:pt x="1111736" y="108979"/>
                </a:lnTo>
                <a:lnTo>
                  <a:pt x="1111970" y="109281"/>
                </a:lnTo>
                <a:lnTo>
                  <a:pt x="1112210" y="109575"/>
                </a:lnTo>
                <a:lnTo>
                  <a:pt x="1112456" y="109858"/>
                </a:lnTo>
                <a:lnTo>
                  <a:pt x="1112708" y="110133"/>
                </a:lnTo>
                <a:lnTo>
                  <a:pt x="1112966" y="110399"/>
                </a:lnTo>
                <a:lnTo>
                  <a:pt x="1113229" y="110655"/>
                </a:lnTo>
                <a:lnTo>
                  <a:pt x="1113499" y="110902"/>
                </a:lnTo>
                <a:lnTo>
                  <a:pt x="1113774" y="111140"/>
                </a:lnTo>
                <a:lnTo>
                  <a:pt x="1114055" y="111369"/>
                </a:lnTo>
                <a:lnTo>
                  <a:pt x="1114342" y="111588"/>
                </a:lnTo>
                <a:lnTo>
                  <a:pt x="1114635" y="111798"/>
                </a:lnTo>
                <a:lnTo>
                  <a:pt x="1114934" y="111999"/>
                </a:lnTo>
                <a:lnTo>
                  <a:pt x="1115239" y="112191"/>
                </a:lnTo>
                <a:lnTo>
                  <a:pt x="1115550" y="112374"/>
                </a:lnTo>
                <a:lnTo>
                  <a:pt x="1115866" y="112547"/>
                </a:lnTo>
                <a:lnTo>
                  <a:pt x="1116189" y="112712"/>
                </a:lnTo>
                <a:lnTo>
                  <a:pt x="1116516" y="112868"/>
                </a:lnTo>
                <a:lnTo>
                  <a:pt x="1116848" y="113017"/>
                </a:lnTo>
                <a:lnTo>
                  <a:pt x="1117183" y="113160"/>
                </a:lnTo>
                <a:lnTo>
                  <a:pt x="1117523" y="113297"/>
                </a:lnTo>
                <a:lnTo>
                  <a:pt x="1117867" y="113426"/>
                </a:lnTo>
                <a:lnTo>
                  <a:pt x="1118215" y="113549"/>
                </a:lnTo>
                <a:lnTo>
                  <a:pt x="1118567" y="113666"/>
                </a:lnTo>
                <a:lnTo>
                  <a:pt x="1118923" y="113776"/>
                </a:lnTo>
                <a:lnTo>
                  <a:pt x="1119283" y="113879"/>
                </a:lnTo>
                <a:lnTo>
                  <a:pt x="1119647" y="113975"/>
                </a:lnTo>
                <a:lnTo>
                  <a:pt x="1120015" y="114065"/>
                </a:lnTo>
                <a:lnTo>
                  <a:pt x="1120388" y="114148"/>
                </a:lnTo>
                <a:lnTo>
                  <a:pt x="1120764" y="114225"/>
                </a:lnTo>
                <a:lnTo>
                  <a:pt x="1121145" y="114294"/>
                </a:lnTo>
                <a:lnTo>
                  <a:pt x="1121530" y="114358"/>
                </a:lnTo>
                <a:lnTo>
                  <a:pt x="1121918" y="114414"/>
                </a:lnTo>
                <a:lnTo>
                  <a:pt x="1122311" y="114464"/>
                </a:lnTo>
                <a:lnTo>
                  <a:pt x="1122708" y="114507"/>
                </a:lnTo>
                <a:lnTo>
                  <a:pt x="1123109" y="114544"/>
                </a:lnTo>
                <a:lnTo>
                  <a:pt x="1123515" y="114574"/>
                </a:lnTo>
                <a:lnTo>
                  <a:pt x="1123924" y="114597"/>
                </a:lnTo>
                <a:lnTo>
                  <a:pt x="1124337" y="114614"/>
                </a:lnTo>
                <a:lnTo>
                  <a:pt x="1124755" y="114624"/>
                </a:lnTo>
                <a:lnTo>
                  <a:pt x="1125176" y="114627"/>
                </a:lnTo>
                <a:lnTo>
                  <a:pt x="1125391" y="114626"/>
                </a:lnTo>
                <a:lnTo>
                  <a:pt x="1125606" y="114625"/>
                </a:lnTo>
                <a:lnTo>
                  <a:pt x="1125821" y="114622"/>
                </a:lnTo>
                <a:lnTo>
                  <a:pt x="1126037" y="114618"/>
                </a:lnTo>
                <a:lnTo>
                  <a:pt x="1126252" y="114612"/>
                </a:lnTo>
                <a:lnTo>
                  <a:pt x="1126468" y="114606"/>
                </a:lnTo>
                <a:lnTo>
                  <a:pt x="1126683" y="114599"/>
                </a:lnTo>
                <a:lnTo>
                  <a:pt x="1126899" y="114590"/>
                </a:lnTo>
                <a:lnTo>
                  <a:pt x="1127115" y="114580"/>
                </a:lnTo>
                <a:lnTo>
                  <a:pt x="1127331" y="114569"/>
                </a:lnTo>
                <a:lnTo>
                  <a:pt x="1127547" y="114557"/>
                </a:lnTo>
                <a:lnTo>
                  <a:pt x="1127764" y="114544"/>
                </a:lnTo>
                <a:lnTo>
                  <a:pt x="1127980" y="114530"/>
                </a:lnTo>
                <a:lnTo>
                  <a:pt x="1128197" y="114514"/>
                </a:lnTo>
                <a:lnTo>
                  <a:pt x="1128414" y="114497"/>
                </a:lnTo>
                <a:lnTo>
                  <a:pt x="1128630" y="114480"/>
                </a:lnTo>
                <a:lnTo>
                  <a:pt x="1128847" y="114461"/>
                </a:lnTo>
                <a:lnTo>
                  <a:pt x="1129064" y="114440"/>
                </a:lnTo>
                <a:lnTo>
                  <a:pt x="1129282" y="114419"/>
                </a:lnTo>
                <a:lnTo>
                  <a:pt x="1129499" y="114397"/>
                </a:lnTo>
                <a:lnTo>
                  <a:pt x="1129717" y="114373"/>
                </a:lnTo>
                <a:lnTo>
                  <a:pt x="1129934" y="114348"/>
                </a:lnTo>
                <a:lnTo>
                  <a:pt x="1130152" y="114322"/>
                </a:lnTo>
                <a:lnTo>
                  <a:pt x="1130370" y="114295"/>
                </a:lnTo>
                <a:lnTo>
                  <a:pt x="1130586" y="114267"/>
                </a:lnTo>
                <a:lnTo>
                  <a:pt x="1130799" y="114239"/>
                </a:lnTo>
                <a:lnTo>
                  <a:pt x="1131008" y="114210"/>
                </a:lnTo>
                <a:lnTo>
                  <a:pt x="1131214" y="114180"/>
                </a:lnTo>
                <a:lnTo>
                  <a:pt x="1131416" y="114149"/>
                </a:lnTo>
                <a:lnTo>
                  <a:pt x="1131615" y="114118"/>
                </a:lnTo>
                <a:lnTo>
                  <a:pt x="1131811" y="114086"/>
                </a:lnTo>
                <a:lnTo>
                  <a:pt x="1132003" y="114054"/>
                </a:lnTo>
                <a:lnTo>
                  <a:pt x="1132191" y="114021"/>
                </a:lnTo>
                <a:lnTo>
                  <a:pt x="1132376" y="113987"/>
                </a:lnTo>
                <a:lnTo>
                  <a:pt x="1132558" y="113953"/>
                </a:lnTo>
                <a:lnTo>
                  <a:pt x="1132736" y="113918"/>
                </a:lnTo>
                <a:lnTo>
                  <a:pt x="1132911" y="113882"/>
                </a:lnTo>
                <a:lnTo>
                  <a:pt x="1133082" y="113846"/>
                </a:lnTo>
                <a:lnTo>
                  <a:pt x="1133250" y="113809"/>
                </a:lnTo>
                <a:lnTo>
                  <a:pt x="1133415" y="113772"/>
                </a:lnTo>
                <a:lnTo>
                  <a:pt x="1133576" y="113733"/>
                </a:lnTo>
                <a:lnTo>
                  <a:pt x="1133733" y="113695"/>
                </a:lnTo>
                <a:lnTo>
                  <a:pt x="1133887" y="113655"/>
                </a:lnTo>
                <a:lnTo>
                  <a:pt x="1134038" y="113615"/>
                </a:lnTo>
                <a:lnTo>
                  <a:pt x="1134185" y="113574"/>
                </a:lnTo>
                <a:lnTo>
                  <a:pt x="1134329" y="113533"/>
                </a:lnTo>
                <a:lnTo>
                  <a:pt x="1134469" y="113491"/>
                </a:lnTo>
                <a:lnTo>
                  <a:pt x="1134606" y="113448"/>
                </a:lnTo>
                <a:lnTo>
                  <a:pt x="1134237" y="106008"/>
                </a:lnTo>
                <a:lnTo>
                  <a:pt x="1134108" y="106026"/>
                </a:lnTo>
                <a:lnTo>
                  <a:pt x="1133978" y="106045"/>
                </a:lnTo>
                <a:lnTo>
                  <a:pt x="1133847" y="106064"/>
                </a:lnTo>
                <a:lnTo>
                  <a:pt x="1133714" y="106082"/>
                </a:lnTo>
                <a:lnTo>
                  <a:pt x="1133582" y="106101"/>
                </a:lnTo>
                <a:lnTo>
                  <a:pt x="1133448" y="106121"/>
                </a:lnTo>
                <a:lnTo>
                  <a:pt x="1133313" y="106140"/>
                </a:lnTo>
                <a:lnTo>
                  <a:pt x="1133177" y="106159"/>
                </a:lnTo>
                <a:lnTo>
                  <a:pt x="1133041" y="106179"/>
                </a:lnTo>
                <a:lnTo>
                  <a:pt x="1132903" y="106198"/>
                </a:lnTo>
                <a:lnTo>
                  <a:pt x="1132765" y="106218"/>
                </a:lnTo>
                <a:lnTo>
                  <a:pt x="1132626" y="106238"/>
                </a:lnTo>
                <a:lnTo>
                  <a:pt x="1132486" y="106258"/>
                </a:lnTo>
                <a:lnTo>
                  <a:pt x="1132345" y="106278"/>
                </a:lnTo>
                <a:lnTo>
                  <a:pt x="1132203" y="106298"/>
                </a:lnTo>
                <a:lnTo>
                  <a:pt x="1132060" y="106319"/>
                </a:lnTo>
                <a:lnTo>
                  <a:pt x="1131916" y="106339"/>
                </a:lnTo>
                <a:lnTo>
                  <a:pt x="1131772" y="106360"/>
                </a:lnTo>
                <a:lnTo>
                  <a:pt x="1131626" y="106381"/>
                </a:lnTo>
                <a:lnTo>
                  <a:pt x="1131480" y="106402"/>
                </a:lnTo>
                <a:lnTo>
                  <a:pt x="1131333" y="106423"/>
                </a:lnTo>
                <a:lnTo>
                  <a:pt x="1131184" y="106444"/>
                </a:lnTo>
                <a:lnTo>
                  <a:pt x="1131035" y="106465"/>
                </a:lnTo>
                <a:lnTo>
                  <a:pt x="1130885" y="106487"/>
                </a:lnTo>
                <a:lnTo>
                  <a:pt x="1130735" y="106508"/>
                </a:lnTo>
                <a:lnTo>
                  <a:pt x="1130583" y="106528"/>
                </a:lnTo>
                <a:lnTo>
                  <a:pt x="1130431" y="106547"/>
                </a:lnTo>
                <a:lnTo>
                  <a:pt x="1130279" y="106565"/>
                </a:lnTo>
                <a:lnTo>
                  <a:pt x="1130125" y="106583"/>
                </a:lnTo>
                <a:lnTo>
                  <a:pt x="1129971" y="106599"/>
                </a:lnTo>
                <a:lnTo>
                  <a:pt x="1129817" y="106615"/>
                </a:lnTo>
                <a:lnTo>
                  <a:pt x="1129662" y="106630"/>
                </a:lnTo>
                <a:lnTo>
                  <a:pt x="1129506" y="106644"/>
                </a:lnTo>
                <a:lnTo>
                  <a:pt x="1129349" y="106657"/>
                </a:lnTo>
                <a:lnTo>
                  <a:pt x="1129192" y="106669"/>
                </a:lnTo>
                <a:lnTo>
                  <a:pt x="1129035" y="106680"/>
                </a:lnTo>
                <a:lnTo>
                  <a:pt x="1128876" y="106690"/>
                </a:lnTo>
                <a:lnTo>
                  <a:pt x="1128717" y="106700"/>
                </a:lnTo>
                <a:lnTo>
                  <a:pt x="1128557" y="106708"/>
                </a:lnTo>
                <a:lnTo>
                  <a:pt x="1128397" y="106716"/>
                </a:lnTo>
                <a:lnTo>
                  <a:pt x="1128236" y="106723"/>
                </a:lnTo>
                <a:lnTo>
                  <a:pt x="1128075" y="106728"/>
                </a:lnTo>
                <a:lnTo>
                  <a:pt x="1127912" y="106733"/>
                </a:lnTo>
                <a:lnTo>
                  <a:pt x="1127749" y="106737"/>
                </a:lnTo>
                <a:lnTo>
                  <a:pt x="1127586" y="106740"/>
                </a:lnTo>
                <a:lnTo>
                  <a:pt x="1127422" y="106743"/>
                </a:lnTo>
                <a:lnTo>
                  <a:pt x="1127257" y="106744"/>
                </a:lnTo>
                <a:lnTo>
                  <a:pt x="1127092" y="106744"/>
                </a:lnTo>
                <a:lnTo>
                  <a:pt x="1126865" y="106743"/>
                </a:lnTo>
                <a:lnTo>
                  <a:pt x="1126640" y="106738"/>
                </a:lnTo>
                <a:lnTo>
                  <a:pt x="1126415" y="106730"/>
                </a:lnTo>
                <a:lnTo>
                  <a:pt x="1126192" y="106719"/>
                </a:lnTo>
                <a:lnTo>
                  <a:pt x="1125970" y="106704"/>
                </a:lnTo>
                <a:lnTo>
                  <a:pt x="1125749" y="106687"/>
                </a:lnTo>
                <a:lnTo>
                  <a:pt x="1125530" y="106666"/>
                </a:lnTo>
                <a:lnTo>
                  <a:pt x="1125311" y="106642"/>
                </a:lnTo>
                <a:lnTo>
                  <a:pt x="1125094" y="106615"/>
                </a:lnTo>
                <a:lnTo>
                  <a:pt x="1124878" y="106585"/>
                </a:lnTo>
                <a:lnTo>
                  <a:pt x="1124663" y="106551"/>
                </a:lnTo>
                <a:lnTo>
                  <a:pt x="1124449" y="106514"/>
                </a:lnTo>
                <a:lnTo>
                  <a:pt x="1124236" y="106474"/>
                </a:lnTo>
                <a:lnTo>
                  <a:pt x="1124024" y="106431"/>
                </a:lnTo>
                <a:lnTo>
                  <a:pt x="1123814" y="106385"/>
                </a:lnTo>
                <a:lnTo>
                  <a:pt x="1123605" y="106335"/>
                </a:lnTo>
                <a:lnTo>
                  <a:pt x="1123396" y="106282"/>
                </a:lnTo>
                <a:lnTo>
                  <a:pt x="1123189" y="106226"/>
                </a:lnTo>
                <a:lnTo>
                  <a:pt x="1122984" y="106167"/>
                </a:lnTo>
                <a:lnTo>
                  <a:pt x="1122779" y="106105"/>
                </a:lnTo>
                <a:lnTo>
                  <a:pt x="1122575" y="106039"/>
                </a:lnTo>
                <a:lnTo>
                  <a:pt x="1122373" y="105971"/>
                </a:lnTo>
                <a:lnTo>
                  <a:pt x="1122172" y="105899"/>
                </a:lnTo>
                <a:lnTo>
                  <a:pt x="1121972" y="105824"/>
                </a:lnTo>
                <a:lnTo>
                  <a:pt x="1121774" y="105744"/>
                </a:lnTo>
                <a:lnTo>
                  <a:pt x="1121579" y="105657"/>
                </a:lnTo>
                <a:lnTo>
                  <a:pt x="1121388" y="105563"/>
                </a:lnTo>
                <a:lnTo>
                  <a:pt x="1121200" y="105463"/>
                </a:lnTo>
                <a:lnTo>
                  <a:pt x="1121016" y="105357"/>
                </a:lnTo>
                <a:lnTo>
                  <a:pt x="1120834" y="105243"/>
                </a:lnTo>
                <a:lnTo>
                  <a:pt x="1120656" y="105123"/>
                </a:lnTo>
                <a:lnTo>
                  <a:pt x="1120482" y="104997"/>
                </a:lnTo>
                <a:lnTo>
                  <a:pt x="1120311" y="104864"/>
                </a:lnTo>
                <a:lnTo>
                  <a:pt x="1120143" y="104724"/>
                </a:lnTo>
                <a:lnTo>
                  <a:pt x="1119978" y="104577"/>
                </a:lnTo>
                <a:lnTo>
                  <a:pt x="1119817" y="104424"/>
                </a:lnTo>
                <a:lnTo>
                  <a:pt x="1119659" y="104264"/>
                </a:lnTo>
                <a:lnTo>
                  <a:pt x="1119504" y="104098"/>
                </a:lnTo>
                <a:lnTo>
                  <a:pt x="1119353" y="103924"/>
                </a:lnTo>
                <a:lnTo>
                  <a:pt x="1119205" y="103745"/>
                </a:lnTo>
                <a:lnTo>
                  <a:pt x="1119060" y="103558"/>
                </a:lnTo>
                <a:lnTo>
                  <a:pt x="1118919" y="103365"/>
                </a:lnTo>
                <a:lnTo>
                  <a:pt x="1118781" y="103165"/>
                </a:lnTo>
                <a:lnTo>
                  <a:pt x="1118646" y="102959"/>
                </a:lnTo>
                <a:lnTo>
                  <a:pt x="1118515" y="102746"/>
                </a:lnTo>
                <a:lnTo>
                  <a:pt x="1118387" y="102526"/>
                </a:lnTo>
                <a:lnTo>
                  <a:pt x="1118262" y="102300"/>
                </a:lnTo>
                <a:lnTo>
                  <a:pt x="1118141" y="102067"/>
                </a:lnTo>
                <a:lnTo>
                  <a:pt x="1118024" y="101826"/>
                </a:lnTo>
                <a:lnTo>
                  <a:pt x="1117911" y="101575"/>
                </a:lnTo>
                <a:lnTo>
                  <a:pt x="1117804" y="101315"/>
                </a:lnTo>
                <a:lnTo>
                  <a:pt x="1117702" y="101046"/>
                </a:lnTo>
                <a:lnTo>
                  <a:pt x="1117605" y="100768"/>
                </a:lnTo>
                <a:lnTo>
                  <a:pt x="1117512" y="100480"/>
                </a:lnTo>
                <a:lnTo>
                  <a:pt x="1117425" y="100183"/>
                </a:lnTo>
                <a:lnTo>
                  <a:pt x="1117343" y="99877"/>
                </a:lnTo>
                <a:lnTo>
                  <a:pt x="1117266" y="99561"/>
                </a:lnTo>
                <a:lnTo>
                  <a:pt x="1117193" y="99236"/>
                </a:lnTo>
                <a:lnTo>
                  <a:pt x="1117126" y="98902"/>
                </a:lnTo>
                <a:lnTo>
                  <a:pt x="1117064" y="98558"/>
                </a:lnTo>
                <a:lnTo>
                  <a:pt x="1117006" y="98205"/>
                </a:lnTo>
                <a:lnTo>
                  <a:pt x="1116954" y="97843"/>
                </a:lnTo>
                <a:lnTo>
                  <a:pt x="1116906" y="97471"/>
                </a:lnTo>
                <a:lnTo>
                  <a:pt x="1116864" y="97090"/>
                </a:lnTo>
                <a:lnTo>
                  <a:pt x="1116827" y="96699"/>
                </a:lnTo>
                <a:lnTo>
                  <a:pt x="1116794" y="96300"/>
                </a:lnTo>
                <a:lnTo>
                  <a:pt x="1116767" y="95891"/>
                </a:lnTo>
                <a:lnTo>
                  <a:pt x="1116744" y="95472"/>
                </a:lnTo>
                <a:lnTo>
                  <a:pt x="1116727" y="95045"/>
                </a:lnTo>
                <a:lnTo>
                  <a:pt x="1116714" y="94607"/>
                </a:lnTo>
                <a:lnTo>
                  <a:pt x="1116707" y="94161"/>
                </a:lnTo>
                <a:lnTo>
                  <a:pt x="1116704" y="93705"/>
                </a:lnTo>
                <a:lnTo>
                  <a:pt x="1116704" y="40665"/>
                </a:lnTo>
                <a:lnTo>
                  <a:pt x="1133206" y="40665"/>
                </a:lnTo>
                <a:lnTo>
                  <a:pt x="1133206" y="33445"/>
                </a:lnTo>
                <a:lnTo>
                  <a:pt x="1116704" y="33445"/>
                </a:lnTo>
                <a:lnTo>
                  <a:pt x="1116704" y="12966"/>
                </a:lnTo>
                <a:lnTo>
                  <a:pt x="1107864" y="12966"/>
                </a:lnTo>
                <a:lnTo>
                  <a:pt x="1107864" y="33445"/>
                </a:lnTo>
                <a:lnTo>
                  <a:pt x="1093204" y="33445"/>
                </a:lnTo>
                <a:lnTo>
                  <a:pt x="1093204" y="40665"/>
                </a:lnTo>
                <a:close/>
                <a:moveTo>
                  <a:pt x="511109" y="113154"/>
                </a:moveTo>
                <a:lnTo>
                  <a:pt x="519949" y="113154"/>
                </a:lnTo>
                <a:lnTo>
                  <a:pt x="519949" y="0"/>
                </a:lnTo>
                <a:lnTo>
                  <a:pt x="511109" y="0"/>
                </a:lnTo>
                <a:lnTo>
                  <a:pt x="511109" y="113154"/>
                </a:lnTo>
                <a:close/>
                <a:moveTo>
                  <a:pt x="1033942" y="44568"/>
                </a:moveTo>
                <a:lnTo>
                  <a:pt x="1033726" y="44244"/>
                </a:lnTo>
                <a:lnTo>
                  <a:pt x="1033447" y="43840"/>
                </a:lnTo>
                <a:lnTo>
                  <a:pt x="1033163" y="43442"/>
                </a:lnTo>
                <a:lnTo>
                  <a:pt x="1032874" y="43050"/>
                </a:lnTo>
                <a:lnTo>
                  <a:pt x="1032580" y="42663"/>
                </a:lnTo>
                <a:lnTo>
                  <a:pt x="1032281" y="42281"/>
                </a:lnTo>
                <a:lnTo>
                  <a:pt x="1031976" y="41905"/>
                </a:lnTo>
                <a:lnTo>
                  <a:pt x="1031667" y="41535"/>
                </a:lnTo>
                <a:lnTo>
                  <a:pt x="1031352" y="41171"/>
                </a:lnTo>
                <a:lnTo>
                  <a:pt x="1031032" y="40812"/>
                </a:lnTo>
                <a:lnTo>
                  <a:pt x="1030708" y="40459"/>
                </a:lnTo>
                <a:lnTo>
                  <a:pt x="1030377" y="40114"/>
                </a:lnTo>
                <a:lnTo>
                  <a:pt x="1030042" y="39775"/>
                </a:lnTo>
                <a:lnTo>
                  <a:pt x="1029701" y="39443"/>
                </a:lnTo>
                <a:lnTo>
                  <a:pt x="1029355" y="39118"/>
                </a:lnTo>
                <a:lnTo>
                  <a:pt x="1029004" y="38800"/>
                </a:lnTo>
                <a:lnTo>
                  <a:pt x="1028648" y="38489"/>
                </a:lnTo>
                <a:lnTo>
                  <a:pt x="1028286" y="38184"/>
                </a:lnTo>
                <a:lnTo>
                  <a:pt x="1027919" y="37887"/>
                </a:lnTo>
                <a:lnTo>
                  <a:pt x="1027547" y="37597"/>
                </a:lnTo>
                <a:lnTo>
                  <a:pt x="1027170" y="37313"/>
                </a:lnTo>
                <a:lnTo>
                  <a:pt x="1026787" y="37036"/>
                </a:lnTo>
                <a:lnTo>
                  <a:pt x="1026400" y="36767"/>
                </a:lnTo>
                <a:lnTo>
                  <a:pt x="1026006" y="36504"/>
                </a:lnTo>
                <a:lnTo>
                  <a:pt x="1025608" y="36248"/>
                </a:lnTo>
                <a:lnTo>
                  <a:pt x="1025205" y="35999"/>
                </a:lnTo>
                <a:lnTo>
                  <a:pt x="1024796" y="35757"/>
                </a:lnTo>
                <a:lnTo>
                  <a:pt x="1024382" y="35522"/>
                </a:lnTo>
                <a:lnTo>
                  <a:pt x="1023962" y="35293"/>
                </a:lnTo>
                <a:lnTo>
                  <a:pt x="1023538" y="35072"/>
                </a:lnTo>
                <a:lnTo>
                  <a:pt x="1023108" y="34857"/>
                </a:lnTo>
                <a:lnTo>
                  <a:pt x="1022673" y="34650"/>
                </a:lnTo>
                <a:lnTo>
                  <a:pt x="1022233" y="34449"/>
                </a:lnTo>
                <a:lnTo>
                  <a:pt x="1021787" y="34255"/>
                </a:lnTo>
                <a:lnTo>
                  <a:pt x="1021336" y="34069"/>
                </a:lnTo>
                <a:lnTo>
                  <a:pt x="1020880" y="33891"/>
                </a:lnTo>
                <a:lnTo>
                  <a:pt x="1020417" y="33720"/>
                </a:lnTo>
                <a:lnTo>
                  <a:pt x="1019950" y="33558"/>
                </a:lnTo>
                <a:lnTo>
                  <a:pt x="1019476" y="33403"/>
                </a:lnTo>
                <a:lnTo>
                  <a:pt x="1018997" y="33256"/>
                </a:lnTo>
                <a:lnTo>
                  <a:pt x="1018512" y="33118"/>
                </a:lnTo>
                <a:lnTo>
                  <a:pt x="1018022" y="32987"/>
                </a:lnTo>
                <a:lnTo>
                  <a:pt x="1017526" y="32864"/>
                </a:lnTo>
                <a:lnTo>
                  <a:pt x="1017024" y="32749"/>
                </a:lnTo>
                <a:lnTo>
                  <a:pt x="1016517" y="32642"/>
                </a:lnTo>
                <a:lnTo>
                  <a:pt x="1016004" y="32543"/>
                </a:lnTo>
                <a:lnTo>
                  <a:pt x="1015486" y="32451"/>
                </a:lnTo>
                <a:lnTo>
                  <a:pt x="1014962" y="32368"/>
                </a:lnTo>
                <a:lnTo>
                  <a:pt x="1014432" y="32293"/>
                </a:lnTo>
                <a:lnTo>
                  <a:pt x="1013897" y="32226"/>
                </a:lnTo>
                <a:lnTo>
                  <a:pt x="1013356" y="32166"/>
                </a:lnTo>
                <a:lnTo>
                  <a:pt x="1012809" y="32114"/>
                </a:lnTo>
                <a:lnTo>
                  <a:pt x="1012257" y="32071"/>
                </a:lnTo>
                <a:lnTo>
                  <a:pt x="1011699" y="32035"/>
                </a:lnTo>
                <a:lnTo>
                  <a:pt x="1011135" y="32007"/>
                </a:lnTo>
                <a:lnTo>
                  <a:pt x="1010566" y="31988"/>
                </a:lnTo>
                <a:lnTo>
                  <a:pt x="1009991" y="31976"/>
                </a:lnTo>
                <a:lnTo>
                  <a:pt x="1009411" y="31972"/>
                </a:lnTo>
                <a:lnTo>
                  <a:pt x="1008818" y="31977"/>
                </a:lnTo>
                <a:lnTo>
                  <a:pt x="1008230" y="31991"/>
                </a:lnTo>
                <a:lnTo>
                  <a:pt x="1007648" y="32016"/>
                </a:lnTo>
                <a:lnTo>
                  <a:pt x="1007070" y="32051"/>
                </a:lnTo>
                <a:lnTo>
                  <a:pt x="1006498" y="32095"/>
                </a:lnTo>
                <a:lnTo>
                  <a:pt x="1005930" y="32149"/>
                </a:lnTo>
                <a:lnTo>
                  <a:pt x="1005368" y="32213"/>
                </a:lnTo>
                <a:lnTo>
                  <a:pt x="1004811" y="32287"/>
                </a:lnTo>
                <a:lnTo>
                  <a:pt x="1004259" y="32371"/>
                </a:lnTo>
                <a:lnTo>
                  <a:pt x="1003712" y="32464"/>
                </a:lnTo>
                <a:lnTo>
                  <a:pt x="1003170" y="32568"/>
                </a:lnTo>
                <a:lnTo>
                  <a:pt x="1002634" y="32681"/>
                </a:lnTo>
                <a:lnTo>
                  <a:pt x="1002102" y="32804"/>
                </a:lnTo>
                <a:lnTo>
                  <a:pt x="1001576" y="32937"/>
                </a:lnTo>
                <a:lnTo>
                  <a:pt x="1001054" y="33080"/>
                </a:lnTo>
                <a:lnTo>
                  <a:pt x="1000538" y="33232"/>
                </a:lnTo>
                <a:lnTo>
                  <a:pt x="1000027" y="33395"/>
                </a:lnTo>
                <a:lnTo>
                  <a:pt x="999521" y="33567"/>
                </a:lnTo>
                <a:lnTo>
                  <a:pt x="999020" y="33749"/>
                </a:lnTo>
                <a:lnTo>
                  <a:pt x="998525" y="33941"/>
                </a:lnTo>
                <a:lnTo>
                  <a:pt x="998034" y="34143"/>
                </a:lnTo>
                <a:lnTo>
                  <a:pt x="997548" y="34355"/>
                </a:lnTo>
                <a:lnTo>
                  <a:pt x="997068" y="34577"/>
                </a:lnTo>
                <a:lnTo>
                  <a:pt x="996593" y="34808"/>
                </a:lnTo>
                <a:lnTo>
                  <a:pt x="996123" y="35049"/>
                </a:lnTo>
                <a:lnTo>
                  <a:pt x="995659" y="35298"/>
                </a:lnTo>
                <a:lnTo>
                  <a:pt x="995201" y="35556"/>
                </a:lnTo>
                <a:lnTo>
                  <a:pt x="994748" y="35823"/>
                </a:lnTo>
                <a:lnTo>
                  <a:pt x="994301" y="36098"/>
                </a:lnTo>
                <a:lnTo>
                  <a:pt x="993860" y="36383"/>
                </a:lnTo>
                <a:lnTo>
                  <a:pt x="993425" y="36675"/>
                </a:lnTo>
                <a:lnTo>
                  <a:pt x="992995" y="36977"/>
                </a:lnTo>
                <a:lnTo>
                  <a:pt x="992572" y="37287"/>
                </a:lnTo>
                <a:lnTo>
                  <a:pt x="992154" y="37606"/>
                </a:lnTo>
                <a:lnTo>
                  <a:pt x="991741" y="37934"/>
                </a:lnTo>
                <a:lnTo>
                  <a:pt x="991335" y="38270"/>
                </a:lnTo>
                <a:lnTo>
                  <a:pt x="990934" y="38615"/>
                </a:lnTo>
                <a:lnTo>
                  <a:pt x="990539" y="38969"/>
                </a:lnTo>
                <a:lnTo>
                  <a:pt x="990150" y="39332"/>
                </a:lnTo>
                <a:lnTo>
                  <a:pt x="989766" y="39703"/>
                </a:lnTo>
                <a:lnTo>
                  <a:pt x="989389" y="40083"/>
                </a:lnTo>
                <a:lnTo>
                  <a:pt x="989017" y="40471"/>
                </a:lnTo>
                <a:lnTo>
                  <a:pt x="988650" y="40868"/>
                </a:lnTo>
                <a:lnTo>
                  <a:pt x="988290" y="41274"/>
                </a:lnTo>
                <a:lnTo>
                  <a:pt x="987935" y="41689"/>
                </a:lnTo>
                <a:lnTo>
                  <a:pt x="987586" y="42112"/>
                </a:lnTo>
                <a:lnTo>
                  <a:pt x="987243" y="42544"/>
                </a:lnTo>
                <a:lnTo>
                  <a:pt x="986906" y="42985"/>
                </a:lnTo>
                <a:lnTo>
                  <a:pt x="986574" y="43434"/>
                </a:lnTo>
                <a:lnTo>
                  <a:pt x="986249" y="43890"/>
                </a:lnTo>
                <a:lnTo>
                  <a:pt x="985931" y="44354"/>
                </a:lnTo>
                <a:lnTo>
                  <a:pt x="985619" y="44825"/>
                </a:lnTo>
                <a:lnTo>
                  <a:pt x="985314" y="45303"/>
                </a:lnTo>
                <a:lnTo>
                  <a:pt x="985015" y="45789"/>
                </a:lnTo>
                <a:lnTo>
                  <a:pt x="984723" y="46282"/>
                </a:lnTo>
                <a:lnTo>
                  <a:pt x="984438" y="46783"/>
                </a:lnTo>
                <a:lnTo>
                  <a:pt x="984159" y="47291"/>
                </a:lnTo>
                <a:lnTo>
                  <a:pt x="983886" y="47807"/>
                </a:lnTo>
                <a:lnTo>
                  <a:pt x="983620" y="48330"/>
                </a:lnTo>
                <a:lnTo>
                  <a:pt x="983360" y="48860"/>
                </a:lnTo>
                <a:lnTo>
                  <a:pt x="983107" y="49398"/>
                </a:lnTo>
                <a:lnTo>
                  <a:pt x="982861" y="49943"/>
                </a:lnTo>
                <a:lnTo>
                  <a:pt x="982621" y="50496"/>
                </a:lnTo>
                <a:lnTo>
                  <a:pt x="982387" y="51056"/>
                </a:lnTo>
                <a:lnTo>
                  <a:pt x="982160" y="51623"/>
                </a:lnTo>
                <a:lnTo>
                  <a:pt x="981940" y="52198"/>
                </a:lnTo>
                <a:lnTo>
                  <a:pt x="981726" y="52780"/>
                </a:lnTo>
                <a:lnTo>
                  <a:pt x="981519" y="53370"/>
                </a:lnTo>
                <a:lnTo>
                  <a:pt x="981318" y="53967"/>
                </a:lnTo>
                <a:lnTo>
                  <a:pt x="981123" y="54572"/>
                </a:lnTo>
                <a:lnTo>
                  <a:pt x="980936" y="55184"/>
                </a:lnTo>
                <a:lnTo>
                  <a:pt x="980754" y="55803"/>
                </a:lnTo>
                <a:lnTo>
                  <a:pt x="980580" y="56429"/>
                </a:lnTo>
                <a:lnTo>
                  <a:pt x="980413" y="57062"/>
                </a:lnTo>
                <a:lnTo>
                  <a:pt x="980254" y="57701"/>
                </a:lnTo>
                <a:lnTo>
                  <a:pt x="980102" y="58346"/>
                </a:lnTo>
                <a:lnTo>
                  <a:pt x="979957" y="58997"/>
                </a:lnTo>
                <a:lnTo>
                  <a:pt x="979820" y="59655"/>
                </a:lnTo>
                <a:lnTo>
                  <a:pt x="979690" y="60319"/>
                </a:lnTo>
                <a:lnTo>
                  <a:pt x="979567" y="60989"/>
                </a:lnTo>
                <a:lnTo>
                  <a:pt x="979452" y="61665"/>
                </a:lnTo>
                <a:lnTo>
                  <a:pt x="979345" y="62348"/>
                </a:lnTo>
                <a:lnTo>
                  <a:pt x="979245" y="63037"/>
                </a:lnTo>
                <a:lnTo>
                  <a:pt x="979152" y="63732"/>
                </a:lnTo>
                <a:lnTo>
                  <a:pt x="979067" y="64433"/>
                </a:lnTo>
                <a:lnTo>
                  <a:pt x="978989" y="65141"/>
                </a:lnTo>
                <a:lnTo>
                  <a:pt x="978918" y="65855"/>
                </a:lnTo>
                <a:lnTo>
                  <a:pt x="978855" y="66575"/>
                </a:lnTo>
                <a:lnTo>
                  <a:pt x="978800" y="67302"/>
                </a:lnTo>
                <a:lnTo>
                  <a:pt x="978751" y="68034"/>
                </a:lnTo>
                <a:lnTo>
                  <a:pt x="978711" y="68773"/>
                </a:lnTo>
                <a:lnTo>
                  <a:pt x="978677" y="69519"/>
                </a:lnTo>
                <a:lnTo>
                  <a:pt x="978651" y="70270"/>
                </a:lnTo>
                <a:lnTo>
                  <a:pt x="978633" y="71028"/>
                </a:lnTo>
                <a:lnTo>
                  <a:pt x="978622" y="71792"/>
                </a:lnTo>
                <a:lnTo>
                  <a:pt x="978618" y="72563"/>
                </a:lnTo>
                <a:lnTo>
                  <a:pt x="978618" y="74110"/>
                </a:lnTo>
                <a:lnTo>
                  <a:pt x="978622" y="74850"/>
                </a:lnTo>
                <a:lnTo>
                  <a:pt x="978633" y="75585"/>
                </a:lnTo>
                <a:lnTo>
                  <a:pt x="978651" y="76315"/>
                </a:lnTo>
                <a:lnTo>
                  <a:pt x="978677" y="77039"/>
                </a:lnTo>
                <a:lnTo>
                  <a:pt x="978711" y="77758"/>
                </a:lnTo>
                <a:lnTo>
                  <a:pt x="978751" y="78472"/>
                </a:lnTo>
                <a:lnTo>
                  <a:pt x="978800" y="79181"/>
                </a:lnTo>
                <a:lnTo>
                  <a:pt x="978855" y="79884"/>
                </a:lnTo>
                <a:lnTo>
                  <a:pt x="978918" y="80583"/>
                </a:lnTo>
                <a:lnTo>
                  <a:pt x="978989" y="81276"/>
                </a:lnTo>
                <a:lnTo>
                  <a:pt x="979067" y="81963"/>
                </a:lnTo>
                <a:lnTo>
                  <a:pt x="979152" y="82646"/>
                </a:lnTo>
                <a:lnTo>
                  <a:pt x="979245" y="83323"/>
                </a:lnTo>
                <a:lnTo>
                  <a:pt x="979345" y="83995"/>
                </a:lnTo>
                <a:lnTo>
                  <a:pt x="979452" y="84662"/>
                </a:lnTo>
                <a:lnTo>
                  <a:pt x="979567" y="85324"/>
                </a:lnTo>
                <a:lnTo>
                  <a:pt x="979690" y="85980"/>
                </a:lnTo>
                <a:lnTo>
                  <a:pt x="979820" y="86631"/>
                </a:lnTo>
                <a:lnTo>
                  <a:pt x="979957" y="87277"/>
                </a:lnTo>
                <a:lnTo>
                  <a:pt x="980102" y="87917"/>
                </a:lnTo>
                <a:lnTo>
                  <a:pt x="980254" y="88553"/>
                </a:lnTo>
                <a:lnTo>
                  <a:pt x="980413" y="89183"/>
                </a:lnTo>
                <a:lnTo>
                  <a:pt x="980580" y="89807"/>
                </a:lnTo>
                <a:lnTo>
                  <a:pt x="980754" y="90427"/>
                </a:lnTo>
                <a:lnTo>
                  <a:pt x="980936" y="91041"/>
                </a:lnTo>
                <a:lnTo>
                  <a:pt x="981123" y="91647"/>
                </a:lnTo>
                <a:lnTo>
                  <a:pt x="981317" y="92247"/>
                </a:lnTo>
                <a:lnTo>
                  <a:pt x="981518" y="92840"/>
                </a:lnTo>
                <a:lnTo>
                  <a:pt x="981724" y="93426"/>
                </a:lnTo>
                <a:lnTo>
                  <a:pt x="981938" y="94005"/>
                </a:lnTo>
                <a:lnTo>
                  <a:pt x="982157" y="94577"/>
                </a:lnTo>
                <a:lnTo>
                  <a:pt x="982383" y="95142"/>
                </a:lnTo>
                <a:lnTo>
                  <a:pt x="982616" y="95700"/>
                </a:lnTo>
                <a:lnTo>
                  <a:pt x="982854" y="96251"/>
                </a:lnTo>
                <a:lnTo>
                  <a:pt x="983099" y="96796"/>
                </a:lnTo>
                <a:lnTo>
                  <a:pt x="983351" y="97333"/>
                </a:lnTo>
                <a:lnTo>
                  <a:pt x="983609" y="97864"/>
                </a:lnTo>
                <a:lnTo>
                  <a:pt x="983873" y="98388"/>
                </a:lnTo>
                <a:lnTo>
                  <a:pt x="984144" y="98905"/>
                </a:lnTo>
                <a:lnTo>
                  <a:pt x="984421" y="99415"/>
                </a:lnTo>
                <a:lnTo>
                  <a:pt x="984705" y="99918"/>
                </a:lnTo>
                <a:lnTo>
                  <a:pt x="984995" y="100414"/>
                </a:lnTo>
                <a:lnTo>
                  <a:pt x="985291" y="100903"/>
                </a:lnTo>
                <a:lnTo>
                  <a:pt x="985594" y="101385"/>
                </a:lnTo>
                <a:lnTo>
                  <a:pt x="985903" y="101861"/>
                </a:lnTo>
                <a:lnTo>
                  <a:pt x="986218" y="102329"/>
                </a:lnTo>
                <a:lnTo>
                  <a:pt x="986540" y="102791"/>
                </a:lnTo>
                <a:lnTo>
                  <a:pt x="986869" y="103245"/>
                </a:lnTo>
                <a:lnTo>
                  <a:pt x="987203" y="103692"/>
                </a:lnTo>
                <a:lnTo>
                  <a:pt x="987543" y="104131"/>
                </a:lnTo>
                <a:lnTo>
                  <a:pt x="987890" y="104561"/>
                </a:lnTo>
                <a:lnTo>
                  <a:pt x="988242" y="104983"/>
                </a:lnTo>
                <a:lnTo>
                  <a:pt x="988600" y="105396"/>
                </a:lnTo>
                <a:lnTo>
                  <a:pt x="988964" y="105801"/>
                </a:lnTo>
                <a:lnTo>
                  <a:pt x="989333" y="106197"/>
                </a:lnTo>
                <a:lnTo>
                  <a:pt x="989709" y="106585"/>
                </a:lnTo>
                <a:lnTo>
                  <a:pt x="990091" y="106964"/>
                </a:lnTo>
                <a:lnTo>
                  <a:pt x="990478" y="107335"/>
                </a:lnTo>
                <a:lnTo>
                  <a:pt x="990871" y="107698"/>
                </a:lnTo>
                <a:lnTo>
                  <a:pt x="991270" y="108052"/>
                </a:lnTo>
                <a:lnTo>
                  <a:pt x="991675" y="108398"/>
                </a:lnTo>
                <a:lnTo>
                  <a:pt x="992086" y="108735"/>
                </a:lnTo>
                <a:lnTo>
                  <a:pt x="992503" y="109064"/>
                </a:lnTo>
                <a:lnTo>
                  <a:pt x="992926" y="109384"/>
                </a:lnTo>
                <a:lnTo>
                  <a:pt x="993354" y="109696"/>
                </a:lnTo>
                <a:lnTo>
                  <a:pt x="993789" y="110000"/>
                </a:lnTo>
                <a:lnTo>
                  <a:pt x="994229" y="110295"/>
                </a:lnTo>
                <a:lnTo>
                  <a:pt x="994675" y="110581"/>
                </a:lnTo>
                <a:lnTo>
                  <a:pt x="995128" y="110859"/>
                </a:lnTo>
                <a:lnTo>
                  <a:pt x="995586" y="111129"/>
                </a:lnTo>
                <a:lnTo>
                  <a:pt x="996049" y="111390"/>
                </a:lnTo>
                <a:lnTo>
                  <a:pt x="996519" y="111643"/>
                </a:lnTo>
                <a:lnTo>
                  <a:pt x="996994" y="111887"/>
                </a:lnTo>
                <a:lnTo>
                  <a:pt x="997474" y="112120"/>
                </a:lnTo>
                <a:lnTo>
                  <a:pt x="997959" y="112343"/>
                </a:lnTo>
                <a:lnTo>
                  <a:pt x="998449" y="112555"/>
                </a:lnTo>
                <a:lnTo>
                  <a:pt x="998943" y="112757"/>
                </a:lnTo>
                <a:lnTo>
                  <a:pt x="999443" y="112949"/>
                </a:lnTo>
                <a:lnTo>
                  <a:pt x="999947" y="113130"/>
                </a:lnTo>
                <a:lnTo>
                  <a:pt x="1000456" y="113301"/>
                </a:lnTo>
                <a:lnTo>
                  <a:pt x="1000970" y="113461"/>
                </a:lnTo>
                <a:lnTo>
                  <a:pt x="1001489" y="113612"/>
                </a:lnTo>
                <a:lnTo>
                  <a:pt x="1002013" y="113752"/>
                </a:lnTo>
                <a:lnTo>
                  <a:pt x="1002541" y="113881"/>
                </a:lnTo>
                <a:lnTo>
                  <a:pt x="1003075" y="114000"/>
                </a:lnTo>
                <a:lnTo>
                  <a:pt x="1003613" y="114109"/>
                </a:lnTo>
                <a:lnTo>
                  <a:pt x="1004156" y="114207"/>
                </a:lnTo>
                <a:lnTo>
                  <a:pt x="1004704" y="114295"/>
                </a:lnTo>
                <a:lnTo>
                  <a:pt x="1005257" y="114373"/>
                </a:lnTo>
                <a:lnTo>
                  <a:pt x="1005815" y="114440"/>
                </a:lnTo>
                <a:lnTo>
                  <a:pt x="1006378" y="114497"/>
                </a:lnTo>
                <a:lnTo>
                  <a:pt x="1006945" y="114544"/>
                </a:lnTo>
                <a:lnTo>
                  <a:pt x="1007518" y="114580"/>
                </a:lnTo>
                <a:lnTo>
                  <a:pt x="1008095" y="114606"/>
                </a:lnTo>
                <a:lnTo>
                  <a:pt x="1008677" y="114622"/>
                </a:lnTo>
                <a:lnTo>
                  <a:pt x="1009264" y="114627"/>
                </a:lnTo>
                <a:lnTo>
                  <a:pt x="1009856" y="114623"/>
                </a:lnTo>
                <a:lnTo>
                  <a:pt x="1010443" y="114611"/>
                </a:lnTo>
                <a:lnTo>
                  <a:pt x="1011024" y="114591"/>
                </a:lnTo>
                <a:lnTo>
                  <a:pt x="1011600" y="114563"/>
                </a:lnTo>
                <a:lnTo>
                  <a:pt x="1012169" y="114528"/>
                </a:lnTo>
                <a:lnTo>
                  <a:pt x="1012733" y="114484"/>
                </a:lnTo>
                <a:lnTo>
                  <a:pt x="1013291" y="114433"/>
                </a:lnTo>
                <a:lnTo>
                  <a:pt x="1013843" y="114373"/>
                </a:lnTo>
                <a:lnTo>
                  <a:pt x="1014390" y="114306"/>
                </a:lnTo>
                <a:lnTo>
                  <a:pt x="1014931" y="114230"/>
                </a:lnTo>
                <a:lnTo>
                  <a:pt x="1015466" y="114147"/>
                </a:lnTo>
                <a:lnTo>
                  <a:pt x="1015995" y="114056"/>
                </a:lnTo>
                <a:lnTo>
                  <a:pt x="1016519" y="113957"/>
                </a:lnTo>
                <a:lnTo>
                  <a:pt x="1017036" y="113850"/>
                </a:lnTo>
                <a:lnTo>
                  <a:pt x="1017548" y="113735"/>
                </a:lnTo>
                <a:lnTo>
                  <a:pt x="1018055" y="113612"/>
                </a:lnTo>
                <a:lnTo>
                  <a:pt x="1018555" y="113481"/>
                </a:lnTo>
                <a:lnTo>
                  <a:pt x="1019050" y="113342"/>
                </a:lnTo>
                <a:lnTo>
                  <a:pt x="1019539" y="113196"/>
                </a:lnTo>
                <a:lnTo>
                  <a:pt x="1020022" y="113041"/>
                </a:lnTo>
                <a:lnTo>
                  <a:pt x="1020500" y="112878"/>
                </a:lnTo>
                <a:lnTo>
                  <a:pt x="1020971" y="112708"/>
                </a:lnTo>
                <a:lnTo>
                  <a:pt x="1021437" y="112530"/>
                </a:lnTo>
                <a:lnTo>
                  <a:pt x="1021898" y="112343"/>
                </a:lnTo>
                <a:lnTo>
                  <a:pt x="1022352" y="112150"/>
                </a:lnTo>
                <a:lnTo>
                  <a:pt x="1022801" y="111950"/>
                </a:lnTo>
                <a:lnTo>
                  <a:pt x="1023245" y="111743"/>
                </a:lnTo>
                <a:lnTo>
                  <a:pt x="1023683" y="111531"/>
                </a:lnTo>
                <a:lnTo>
                  <a:pt x="1024116" y="111312"/>
                </a:lnTo>
                <a:lnTo>
                  <a:pt x="1024543" y="111086"/>
                </a:lnTo>
                <a:lnTo>
                  <a:pt x="1024964" y="110854"/>
                </a:lnTo>
                <a:lnTo>
                  <a:pt x="1025381" y="110616"/>
                </a:lnTo>
                <a:lnTo>
                  <a:pt x="1025791" y="110371"/>
                </a:lnTo>
                <a:lnTo>
                  <a:pt x="1026196" y="110120"/>
                </a:lnTo>
                <a:lnTo>
                  <a:pt x="1026596" y="109863"/>
                </a:lnTo>
                <a:lnTo>
                  <a:pt x="1026990" y="109599"/>
                </a:lnTo>
                <a:lnTo>
                  <a:pt x="1027379" y="109329"/>
                </a:lnTo>
                <a:lnTo>
                  <a:pt x="1027762" y="109052"/>
                </a:lnTo>
                <a:lnTo>
                  <a:pt x="1028139" y="108769"/>
                </a:lnTo>
                <a:lnTo>
                  <a:pt x="1028511" y="108480"/>
                </a:lnTo>
                <a:lnTo>
                  <a:pt x="1028878" y="108184"/>
                </a:lnTo>
                <a:lnTo>
                  <a:pt x="1029239" y="107882"/>
                </a:lnTo>
                <a:lnTo>
                  <a:pt x="1029595" y="107573"/>
                </a:lnTo>
                <a:lnTo>
                  <a:pt x="1029945" y="107258"/>
                </a:lnTo>
                <a:lnTo>
                  <a:pt x="1030289" y="106937"/>
                </a:lnTo>
                <a:lnTo>
                  <a:pt x="1030629" y="106609"/>
                </a:lnTo>
                <a:lnTo>
                  <a:pt x="1030962" y="106275"/>
                </a:lnTo>
                <a:lnTo>
                  <a:pt x="1031290" y="105934"/>
                </a:lnTo>
                <a:lnTo>
                  <a:pt x="1031613" y="105588"/>
                </a:lnTo>
                <a:lnTo>
                  <a:pt x="1031930" y="105236"/>
                </a:lnTo>
                <a:lnTo>
                  <a:pt x="1032242" y="104879"/>
                </a:lnTo>
                <a:lnTo>
                  <a:pt x="1032549" y="104516"/>
                </a:lnTo>
                <a:lnTo>
                  <a:pt x="1032850" y="104148"/>
                </a:lnTo>
                <a:lnTo>
                  <a:pt x="1033146" y="103775"/>
                </a:lnTo>
                <a:lnTo>
                  <a:pt x="1033436" y="103396"/>
                </a:lnTo>
                <a:lnTo>
                  <a:pt x="1033721" y="103012"/>
                </a:lnTo>
                <a:lnTo>
                  <a:pt x="1034001" y="102623"/>
                </a:lnTo>
                <a:lnTo>
                  <a:pt x="1034124" y="102446"/>
                </a:lnTo>
                <a:lnTo>
                  <a:pt x="1034532" y="113154"/>
                </a:lnTo>
                <a:lnTo>
                  <a:pt x="1042782" y="113154"/>
                </a:lnTo>
                <a:lnTo>
                  <a:pt x="1042782" y="0"/>
                </a:lnTo>
                <a:lnTo>
                  <a:pt x="1033942" y="0"/>
                </a:lnTo>
                <a:lnTo>
                  <a:pt x="1033942" y="44568"/>
                </a:lnTo>
                <a:close/>
                <a:moveTo>
                  <a:pt x="1032864" y="94539"/>
                </a:moveTo>
                <a:lnTo>
                  <a:pt x="1032627" y="94952"/>
                </a:lnTo>
                <a:lnTo>
                  <a:pt x="1032384" y="95363"/>
                </a:lnTo>
                <a:lnTo>
                  <a:pt x="1032135" y="95769"/>
                </a:lnTo>
                <a:lnTo>
                  <a:pt x="1031880" y="96173"/>
                </a:lnTo>
                <a:lnTo>
                  <a:pt x="1031618" y="96572"/>
                </a:lnTo>
                <a:lnTo>
                  <a:pt x="1031350" y="96964"/>
                </a:lnTo>
                <a:lnTo>
                  <a:pt x="1031074" y="97350"/>
                </a:lnTo>
                <a:lnTo>
                  <a:pt x="1030791" y="97728"/>
                </a:lnTo>
                <a:lnTo>
                  <a:pt x="1030501" y="98101"/>
                </a:lnTo>
                <a:lnTo>
                  <a:pt x="1030204" y="98466"/>
                </a:lnTo>
                <a:lnTo>
                  <a:pt x="1029899" y="98825"/>
                </a:lnTo>
                <a:lnTo>
                  <a:pt x="1029588" y="99177"/>
                </a:lnTo>
                <a:lnTo>
                  <a:pt x="1029269" y="99523"/>
                </a:lnTo>
                <a:lnTo>
                  <a:pt x="1028943" y="99862"/>
                </a:lnTo>
                <a:lnTo>
                  <a:pt x="1028610" y="100194"/>
                </a:lnTo>
                <a:lnTo>
                  <a:pt x="1028270" y="100520"/>
                </a:lnTo>
                <a:lnTo>
                  <a:pt x="1027923" y="100838"/>
                </a:lnTo>
                <a:lnTo>
                  <a:pt x="1027568" y="101151"/>
                </a:lnTo>
                <a:lnTo>
                  <a:pt x="1027206" y="101456"/>
                </a:lnTo>
                <a:lnTo>
                  <a:pt x="1026837" y="101756"/>
                </a:lnTo>
                <a:lnTo>
                  <a:pt x="1026461" y="102048"/>
                </a:lnTo>
                <a:lnTo>
                  <a:pt x="1026078" y="102334"/>
                </a:lnTo>
                <a:lnTo>
                  <a:pt x="1025688" y="102613"/>
                </a:lnTo>
                <a:lnTo>
                  <a:pt x="1025290" y="102885"/>
                </a:lnTo>
                <a:lnTo>
                  <a:pt x="1024886" y="103151"/>
                </a:lnTo>
                <a:lnTo>
                  <a:pt x="1024474" y="103410"/>
                </a:lnTo>
                <a:lnTo>
                  <a:pt x="1024055" y="103662"/>
                </a:lnTo>
                <a:lnTo>
                  <a:pt x="1023629" y="103908"/>
                </a:lnTo>
                <a:lnTo>
                  <a:pt x="1023195" y="104146"/>
                </a:lnTo>
                <a:lnTo>
                  <a:pt x="1022753" y="104373"/>
                </a:lnTo>
                <a:lnTo>
                  <a:pt x="1022302" y="104590"/>
                </a:lnTo>
                <a:lnTo>
                  <a:pt x="1021842" y="104797"/>
                </a:lnTo>
                <a:lnTo>
                  <a:pt x="1021375" y="104994"/>
                </a:lnTo>
                <a:lnTo>
                  <a:pt x="1020899" y="105181"/>
                </a:lnTo>
                <a:lnTo>
                  <a:pt x="1020414" y="105358"/>
                </a:lnTo>
                <a:lnTo>
                  <a:pt x="1019921" y="105525"/>
                </a:lnTo>
                <a:lnTo>
                  <a:pt x="1019419" y="105681"/>
                </a:lnTo>
                <a:lnTo>
                  <a:pt x="1018910" y="105828"/>
                </a:lnTo>
                <a:lnTo>
                  <a:pt x="1018391" y="105964"/>
                </a:lnTo>
                <a:lnTo>
                  <a:pt x="1017864" y="106091"/>
                </a:lnTo>
                <a:lnTo>
                  <a:pt x="1017329" y="106207"/>
                </a:lnTo>
                <a:lnTo>
                  <a:pt x="1016785" y="106313"/>
                </a:lnTo>
                <a:lnTo>
                  <a:pt x="1016233" y="106409"/>
                </a:lnTo>
                <a:lnTo>
                  <a:pt x="1015673" y="106495"/>
                </a:lnTo>
                <a:lnTo>
                  <a:pt x="1015104" y="106571"/>
                </a:lnTo>
                <a:lnTo>
                  <a:pt x="1014526" y="106636"/>
                </a:lnTo>
                <a:lnTo>
                  <a:pt x="1013940" y="106692"/>
                </a:lnTo>
                <a:lnTo>
                  <a:pt x="1013346" y="106737"/>
                </a:lnTo>
                <a:lnTo>
                  <a:pt x="1012743" y="106773"/>
                </a:lnTo>
                <a:lnTo>
                  <a:pt x="1012132" y="106798"/>
                </a:lnTo>
                <a:lnTo>
                  <a:pt x="1011512" y="106813"/>
                </a:lnTo>
                <a:lnTo>
                  <a:pt x="1010884" y="106818"/>
                </a:lnTo>
                <a:lnTo>
                  <a:pt x="1010390" y="106814"/>
                </a:lnTo>
                <a:lnTo>
                  <a:pt x="1009901" y="106801"/>
                </a:lnTo>
                <a:lnTo>
                  <a:pt x="1009417" y="106780"/>
                </a:lnTo>
                <a:lnTo>
                  <a:pt x="1008938" y="106750"/>
                </a:lnTo>
                <a:lnTo>
                  <a:pt x="1008465" y="106711"/>
                </a:lnTo>
                <a:lnTo>
                  <a:pt x="1007998" y="106664"/>
                </a:lnTo>
                <a:lnTo>
                  <a:pt x="1007535" y="106608"/>
                </a:lnTo>
                <a:lnTo>
                  <a:pt x="1007078" y="106544"/>
                </a:lnTo>
                <a:lnTo>
                  <a:pt x="1006627" y="106471"/>
                </a:lnTo>
                <a:lnTo>
                  <a:pt x="1006180" y="106390"/>
                </a:lnTo>
                <a:lnTo>
                  <a:pt x="1005740" y="106300"/>
                </a:lnTo>
                <a:lnTo>
                  <a:pt x="1005304" y="106201"/>
                </a:lnTo>
                <a:lnTo>
                  <a:pt x="1004874" y="106094"/>
                </a:lnTo>
                <a:lnTo>
                  <a:pt x="1004449" y="105978"/>
                </a:lnTo>
                <a:lnTo>
                  <a:pt x="1004030" y="105854"/>
                </a:lnTo>
                <a:lnTo>
                  <a:pt x="1003616" y="105721"/>
                </a:lnTo>
                <a:lnTo>
                  <a:pt x="1003207" y="105580"/>
                </a:lnTo>
                <a:lnTo>
                  <a:pt x="1002804" y="105430"/>
                </a:lnTo>
                <a:lnTo>
                  <a:pt x="1002406" y="105271"/>
                </a:lnTo>
                <a:lnTo>
                  <a:pt x="1002014" y="105104"/>
                </a:lnTo>
                <a:lnTo>
                  <a:pt x="1001626" y="104929"/>
                </a:lnTo>
                <a:lnTo>
                  <a:pt x="1001245" y="104744"/>
                </a:lnTo>
                <a:lnTo>
                  <a:pt x="1000868" y="104552"/>
                </a:lnTo>
                <a:lnTo>
                  <a:pt x="1000497" y="104350"/>
                </a:lnTo>
                <a:lnTo>
                  <a:pt x="1000132" y="104141"/>
                </a:lnTo>
                <a:lnTo>
                  <a:pt x="999771" y="103925"/>
                </a:lnTo>
                <a:lnTo>
                  <a:pt x="999416" y="103702"/>
                </a:lnTo>
                <a:lnTo>
                  <a:pt x="999067" y="103472"/>
                </a:lnTo>
                <a:lnTo>
                  <a:pt x="998723" y="103236"/>
                </a:lnTo>
                <a:lnTo>
                  <a:pt x="998384" y="102992"/>
                </a:lnTo>
                <a:lnTo>
                  <a:pt x="998050" y="102741"/>
                </a:lnTo>
                <a:lnTo>
                  <a:pt x="997722" y="102484"/>
                </a:lnTo>
                <a:lnTo>
                  <a:pt x="997400" y="102220"/>
                </a:lnTo>
                <a:lnTo>
                  <a:pt x="997082" y="101948"/>
                </a:lnTo>
                <a:lnTo>
                  <a:pt x="996770" y="101670"/>
                </a:lnTo>
                <a:lnTo>
                  <a:pt x="996464" y="101385"/>
                </a:lnTo>
                <a:lnTo>
                  <a:pt x="996163" y="101093"/>
                </a:lnTo>
                <a:lnTo>
                  <a:pt x="995867" y="100794"/>
                </a:lnTo>
                <a:lnTo>
                  <a:pt x="995576" y="100488"/>
                </a:lnTo>
                <a:lnTo>
                  <a:pt x="995291" y="100176"/>
                </a:lnTo>
                <a:lnTo>
                  <a:pt x="995012" y="99856"/>
                </a:lnTo>
                <a:lnTo>
                  <a:pt x="994737" y="99530"/>
                </a:lnTo>
                <a:lnTo>
                  <a:pt x="994468" y="99196"/>
                </a:lnTo>
                <a:lnTo>
                  <a:pt x="994205" y="98856"/>
                </a:lnTo>
                <a:lnTo>
                  <a:pt x="993947" y="98509"/>
                </a:lnTo>
                <a:lnTo>
                  <a:pt x="993694" y="98154"/>
                </a:lnTo>
                <a:lnTo>
                  <a:pt x="993446" y="97793"/>
                </a:lnTo>
                <a:lnTo>
                  <a:pt x="993204" y="97425"/>
                </a:lnTo>
                <a:lnTo>
                  <a:pt x="992967" y="97051"/>
                </a:lnTo>
                <a:lnTo>
                  <a:pt x="992736" y="96672"/>
                </a:lnTo>
                <a:lnTo>
                  <a:pt x="992509" y="96288"/>
                </a:lnTo>
                <a:lnTo>
                  <a:pt x="992287" y="95898"/>
                </a:lnTo>
                <a:lnTo>
                  <a:pt x="992071" y="95503"/>
                </a:lnTo>
                <a:lnTo>
                  <a:pt x="991860" y="95103"/>
                </a:lnTo>
                <a:lnTo>
                  <a:pt x="991654" y="94697"/>
                </a:lnTo>
                <a:lnTo>
                  <a:pt x="991452" y="94286"/>
                </a:lnTo>
                <a:lnTo>
                  <a:pt x="991257" y="93870"/>
                </a:lnTo>
                <a:lnTo>
                  <a:pt x="991066" y="93449"/>
                </a:lnTo>
                <a:lnTo>
                  <a:pt x="990880" y="93023"/>
                </a:lnTo>
                <a:lnTo>
                  <a:pt x="990699" y="92591"/>
                </a:lnTo>
                <a:lnTo>
                  <a:pt x="990524" y="92154"/>
                </a:lnTo>
                <a:lnTo>
                  <a:pt x="990354" y="91712"/>
                </a:lnTo>
                <a:lnTo>
                  <a:pt x="990188" y="91264"/>
                </a:lnTo>
                <a:lnTo>
                  <a:pt x="990028" y="90812"/>
                </a:lnTo>
                <a:lnTo>
                  <a:pt x="989873" y="90354"/>
                </a:lnTo>
                <a:lnTo>
                  <a:pt x="989723" y="89891"/>
                </a:lnTo>
                <a:lnTo>
                  <a:pt x="989579" y="89422"/>
                </a:lnTo>
                <a:lnTo>
                  <a:pt x="989439" y="88949"/>
                </a:lnTo>
                <a:lnTo>
                  <a:pt x="989304" y="88470"/>
                </a:lnTo>
                <a:lnTo>
                  <a:pt x="989175" y="87986"/>
                </a:lnTo>
                <a:lnTo>
                  <a:pt x="989051" y="87496"/>
                </a:lnTo>
                <a:lnTo>
                  <a:pt x="988931" y="87002"/>
                </a:lnTo>
                <a:lnTo>
                  <a:pt x="988817" y="86503"/>
                </a:lnTo>
                <a:lnTo>
                  <a:pt x="988708" y="86000"/>
                </a:lnTo>
                <a:lnTo>
                  <a:pt x="988603" y="85495"/>
                </a:lnTo>
                <a:lnTo>
                  <a:pt x="988504" y="84986"/>
                </a:lnTo>
                <a:lnTo>
                  <a:pt x="988409" y="84474"/>
                </a:lnTo>
                <a:lnTo>
                  <a:pt x="988319" y="83958"/>
                </a:lnTo>
                <a:lnTo>
                  <a:pt x="988234" y="83439"/>
                </a:lnTo>
                <a:lnTo>
                  <a:pt x="988154" y="82917"/>
                </a:lnTo>
                <a:lnTo>
                  <a:pt x="988078" y="82392"/>
                </a:lnTo>
                <a:lnTo>
                  <a:pt x="988008" y="81863"/>
                </a:lnTo>
                <a:lnTo>
                  <a:pt x="987942" y="81331"/>
                </a:lnTo>
                <a:lnTo>
                  <a:pt x="987882" y="80795"/>
                </a:lnTo>
                <a:lnTo>
                  <a:pt x="987826" y="80256"/>
                </a:lnTo>
                <a:lnTo>
                  <a:pt x="987775" y="79714"/>
                </a:lnTo>
                <a:lnTo>
                  <a:pt x="987729" y="79169"/>
                </a:lnTo>
                <a:lnTo>
                  <a:pt x="987687" y="78620"/>
                </a:lnTo>
                <a:lnTo>
                  <a:pt x="987651" y="78068"/>
                </a:lnTo>
                <a:lnTo>
                  <a:pt x="987619" y="77512"/>
                </a:lnTo>
                <a:lnTo>
                  <a:pt x="987592" y="76953"/>
                </a:lnTo>
                <a:lnTo>
                  <a:pt x="987571" y="76391"/>
                </a:lnTo>
                <a:lnTo>
                  <a:pt x="987554" y="75826"/>
                </a:lnTo>
                <a:lnTo>
                  <a:pt x="987541" y="75257"/>
                </a:lnTo>
                <a:lnTo>
                  <a:pt x="987534" y="74685"/>
                </a:lnTo>
                <a:lnTo>
                  <a:pt x="987532" y="74110"/>
                </a:lnTo>
                <a:lnTo>
                  <a:pt x="987532" y="72563"/>
                </a:lnTo>
                <a:lnTo>
                  <a:pt x="987534" y="71981"/>
                </a:lnTo>
                <a:lnTo>
                  <a:pt x="987541" y="71403"/>
                </a:lnTo>
                <a:lnTo>
                  <a:pt x="987554" y="70829"/>
                </a:lnTo>
                <a:lnTo>
                  <a:pt x="987571" y="70258"/>
                </a:lnTo>
                <a:lnTo>
                  <a:pt x="987592" y="69691"/>
                </a:lnTo>
                <a:lnTo>
                  <a:pt x="987619" y="69128"/>
                </a:lnTo>
                <a:lnTo>
                  <a:pt x="987651" y="68568"/>
                </a:lnTo>
                <a:lnTo>
                  <a:pt x="987687" y="68012"/>
                </a:lnTo>
                <a:lnTo>
                  <a:pt x="987729" y="67459"/>
                </a:lnTo>
                <a:lnTo>
                  <a:pt x="987775" y="66910"/>
                </a:lnTo>
                <a:lnTo>
                  <a:pt x="987826" y="66364"/>
                </a:lnTo>
                <a:lnTo>
                  <a:pt x="987882" y="65822"/>
                </a:lnTo>
                <a:lnTo>
                  <a:pt x="987942" y="65284"/>
                </a:lnTo>
                <a:lnTo>
                  <a:pt x="988008" y="64749"/>
                </a:lnTo>
                <a:lnTo>
                  <a:pt x="988078" y="64217"/>
                </a:lnTo>
                <a:lnTo>
                  <a:pt x="988154" y="63690"/>
                </a:lnTo>
                <a:lnTo>
                  <a:pt x="988234" y="63166"/>
                </a:lnTo>
                <a:lnTo>
                  <a:pt x="988319" y="62645"/>
                </a:lnTo>
                <a:lnTo>
                  <a:pt x="988409" y="62128"/>
                </a:lnTo>
                <a:lnTo>
                  <a:pt x="988504" y="61615"/>
                </a:lnTo>
                <a:lnTo>
                  <a:pt x="988603" y="61105"/>
                </a:lnTo>
                <a:lnTo>
                  <a:pt x="988708" y="60599"/>
                </a:lnTo>
                <a:lnTo>
                  <a:pt x="988817" y="60096"/>
                </a:lnTo>
                <a:lnTo>
                  <a:pt x="988931" y="59597"/>
                </a:lnTo>
                <a:lnTo>
                  <a:pt x="989051" y="59103"/>
                </a:lnTo>
                <a:lnTo>
                  <a:pt x="989175" y="58613"/>
                </a:lnTo>
                <a:lnTo>
                  <a:pt x="989304" y="58129"/>
                </a:lnTo>
                <a:lnTo>
                  <a:pt x="989439" y="57650"/>
                </a:lnTo>
                <a:lnTo>
                  <a:pt x="989579" y="57176"/>
                </a:lnTo>
                <a:lnTo>
                  <a:pt x="989723" y="56708"/>
                </a:lnTo>
                <a:lnTo>
                  <a:pt x="989873" y="56245"/>
                </a:lnTo>
                <a:lnTo>
                  <a:pt x="990028" y="55787"/>
                </a:lnTo>
                <a:lnTo>
                  <a:pt x="990188" y="55334"/>
                </a:lnTo>
                <a:lnTo>
                  <a:pt x="990354" y="54887"/>
                </a:lnTo>
                <a:lnTo>
                  <a:pt x="990524" y="54445"/>
                </a:lnTo>
                <a:lnTo>
                  <a:pt x="990699" y="54008"/>
                </a:lnTo>
                <a:lnTo>
                  <a:pt x="990880" y="53576"/>
                </a:lnTo>
                <a:lnTo>
                  <a:pt x="991066" y="53149"/>
                </a:lnTo>
                <a:lnTo>
                  <a:pt x="991257" y="52728"/>
                </a:lnTo>
                <a:lnTo>
                  <a:pt x="991452" y="52312"/>
                </a:lnTo>
                <a:lnTo>
                  <a:pt x="991654" y="51901"/>
                </a:lnTo>
                <a:lnTo>
                  <a:pt x="991860" y="51496"/>
                </a:lnTo>
                <a:lnTo>
                  <a:pt x="992071" y="51096"/>
                </a:lnTo>
                <a:lnTo>
                  <a:pt x="992287" y="50701"/>
                </a:lnTo>
                <a:lnTo>
                  <a:pt x="992509" y="50311"/>
                </a:lnTo>
                <a:lnTo>
                  <a:pt x="992736" y="49926"/>
                </a:lnTo>
                <a:lnTo>
                  <a:pt x="992967" y="49547"/>
                </a:lnTo>
                <a:lnTo>
                  <a:pt x="993204" y="49173"/>
                </a:lnTo>
                <a:lnTo>
                  <a:pt x="993446" y="48805"/>
                </a:lnTo>
                <a:lnTo>
                  <a:pt x="993694" y="48444"/>
                </a:lnTo>
                <a:lnTo>
                  <a:pt x="993947" y="48089"/>
                </a:lnTo>
                <a:lnTo>
                  <a:pt x="994206" y="47742"/>
                </a:lnTo>
                <a:lnTo>
                  <a:pt x="994470" y="47401"/>
                </a:lnTo>
                <a:lnTo>
                  <a:pt x="994740" y="47067"/>
                </a:lnTo>
                <a:lnTo>
                  <a:pt x="995015" y="46739"/>
                </a:lnTo>
                <a:lnTo>
                  <a:pt x="995295" y="46419"/>
                </a:lnTo>
                <a:lnTo>
                  <a:pt x="995582" y="46105"/>
                </a:lnTo>
                <a:lnTo>
                  <a:pt x="995873" y="45798"/>
                </a:lnTo>
                <a:lnTo>
                  <a:pt x="996170" y="45498"/>
                </a:lnTo>
                <a:lnTo>
                  <a:pt x="996473" y="45204"/>
                </a:lnTo>
                <a:lnTo>
                  <a:pt x="996781" y="44918"/>
                </a:lnTo>
                <a:lnTo>
                  <a:pt x="997095" y="44638"/>
                </a:lnTo>
                <a:lnTo>
                  <a:pt x="997414" y="44365"/>
                </a:lnTo>
                <a:lnTo>
                  <a:pt x="997739" y="44098"/>
                </a:lnTo>
                <a:lnTo>
                  <a:pt x="998069" y="43839"/>
                </a:lnTo>
                <a:lnTo>
                  <a:pt x="998405" y="43586"/>
                </a:lnTo>
                <a:lnTo>
                  <a:pt x="998746" y="43340"/>
                </a:lnTo>
                <a:lnTo>
                  <a:pt x="999092" y="43101"/>
                </a:lnTo>
                <a:lnTo>
                  <a:pt x="999445" y="42868"/>
                </a:lnTo>
                <a:lnTo>
                  <a:pt x="999802" y="42643"/>
                </a:lnTo>
                <a:lnTo>
                  <a:pt x="1000165" y="42424"/>
                </a:lnTo>
                <a:lnTo>
                  <a:pt x="1000534" y="42212"/>
                </a:lnTo>
                <a:lnTo>
                  <a:pt x="1000908" y="42007"/>
                </a:lnTo>
                <a:lnTo>
                  <a:pt x="1001288" y="41812"/>
                </a:lnTo>
                <a:lnTo>
                  <a:pt x="1001673" y="41625"/>
                </a:lnTo>
                <a:lnTo>
                  <a:pt x="1002064" y="41446"/>
                </a:lnTo>
                <a:lnTo>
                  <a:pt x="1002460" y="41277"/>
                </a:lnTo>
                <a:lnTo>
                  <a:pt x="1002861" y="41116"/>
                </a:lnTo>
                <a:lnTo>
                  <a:pt x="1003269" y="40964"/>
                </a:lnTo>
                <a:lnTo>
                  <a:pt x="1003681" y="40820"/>
                </a:lnTo>
                <a:lnTo>
                  <a:pt x="1004099" y="40685"/>
                </a:lnTo>
                <a:lnTo>
                  <a:pt x="1004523" y="40559"/>
                </a:lnTo>
                <a:lnTo>
                  <a:pt x="1004952" y="40442"/>
                </a:lnTo>
                <a:lnTo>
                  <a:pt x="1005387" y="40333"/>
                </a:lnTo>
                <a:lnTo>
                  <a:pt x="1005827" y="40233"/>
                </a:lnTo>
                <a:lnTo>
                  <a:pt x="1006273" y="40142"/>
                </a:lnTo>
                <a:lnTo>
                  <a:pt x="1006724" y="40059"/>
                </a:lnTo>
                <a:lnTo>
                  <a:pt x="1007181" y="39985"/>
                </a:lnTo>
                <a:lnTo>
                  <a:pt x="1007643" y="39920"/>
                </a:lnTo>
                <a:lnTo>
                  <a:pt x="1008110" y="39863"/>
                </a:lnTo>
                <a:lnTo>
                  <a:pt x="1008583" y="39816"/>
                </a:lnTo>
                <a:lnTo>
                  <a:pt x="1009062" y="39776"/>
                </a:lnTo>
                <a:lnTo>
                  <a:pt x="1009546" y="39746"/>
                </a:lnTo>
                <a:lnTo>
                  <a:pt x="1010036" y="39724"/>
                </a:lnTo>
                <a:lnTo>
                  <a:pt x="1010531" y="39711"/>
                </a:lnTo>
                <a:lnTo>
                  <a:pt x="1011032" y="39707"/>
                </a:lnTo>
                <a:lnTo>
                  <a:pt x="1011556" y="39711"/>
                </a:lnTo>
                <a:lnTo>
                  <a:pt x="1012075" y="39721"/>
                </a:lnTo>
                <a:lnTo>
                  <a:pt x="1012586" y="39740"/>
                </a:lnTo>
                <a:lnTo>
                  <a:pt x="1013091" y="39765"/>
                </a:lnTo>
                <a:lnTo>
                  <a:pt x="1013590" y="39798"/>
                </a:lnTo>
                <a:lnTo>
                  <a:pt x="1014082" y="39838"/>
                </a:lnTo>
                <a:lnTo>
                  <a:pt x="1014568" y="39885"/>
                </a:lnTo>
                <a:lnTo>
                  <a:pt x="1015047" y="39940"/>
                </a:lnTo>
                <a:lnTo>
                  <a:pt x="1015519" y="40002"/>
                </a:lnTo>
                <a:lnTo>
                  <a:pt x="1015985" y="40071"/>
                </a:lnTo>
                <a:lnTo>
                  <a:pt x="1016445" y="40148"/>
                </a:lnTo>
                <a:lnTo>
                  <a:pt x="1016897" y="40232"/>
                </a:lnTo>
                <a:lnTo>
                  <a:pt x="1017344" y="40323"/>
                </a:lnTo>
                <a:lnTo>
                  <a:pt x="1017784" y="40421"/>
                </a:lnTo>
                <a:lnTo>
                  <a:pt x="1018217" y="40527"/>
                </a:lnTo>
                <a:lnTo>
                  <a:pt x="1018644" y="40640"/>
                </a:lnTo>
                <a:lnTo>
                  <a:pt x="1019064" y="40760"/>
                </a:lnTo>
                <a:lnTo>
                  <a:pt x="1019478" y="40888"/>
                </a:lnTo>
                <a:lnTo>
                  <a:pt x="1019885" y="41023"/>
                </a:lnTo>
                <a:lnTo>
                  <a:pt x="1020286" y="41165"/>
                </a:lnTo>
                <a:lnTo>
                  <a:pt x="1020680" y="41314"/>
                </a:lnTo>
                <a:lnTo>
                  <a:pt x="1021068" y="41471"/>
                </a:lnTo>
                <a:lnTo>
                  <a:pt x="1021449" y="41635"/>
                </a:lnTo>
                <a:lnTo>
                  <a:pt x="1021824" y="41806"/>
                </a:lnTo>
                <a:lnTo>
                  <a:pt x="1022193" y="41984"/>
                </a:lnTo>
                <a:lnTo>
                  <a:pt x="1022556" y="42166"/>
                </a:lnTo>
                <a:lnTo>
                  <a:pt x="1022914" y="42352"/>
                </a:lnTo>
                <a:lnTo>
                  <a:pt x="1023267" y="42543"/>
                </a:lnTo>
                <a:lnTo>
                  <a:pt x="1023614" y="42739"/>
                </a:lnTo>
                <a:lnTo>
                  <a:pt x="1023956" y="42939"/>
                </a:lnTo>
                <a:lnTo>
                  <a:pt x="1024292" y="43144"/>
                </a:lnTo>
                <a:lnTo>
                  <a:pt x="1024623" y="43353"/>
                </a:lnTo>
                <a:lnTo>
                  <a:pt x="1024949" y="43568"/>
                </a:lnTo>
                <a:lnTo>
                  <a:pt x="1025269" y="43786"/>
                </a:lnTo>
                <a:lnTo>
                  <a:pt x="1025585" y="44010"/>
                </a:lnTo>
                <a:lnTo>
                  <a:pt x="1025894" y="44237"/>
                </a:lnTo>
                <a:lnTo>
                  <a:pt x="1026198" y="44470"/>
                </a:lnTo>
                <a:lnTo>
                  <a:pt x="1026497" y="44707"/>
                </a:lnTo>
                <a:lnTo>
                  <a:pt x="1026791" y="44949"/>
                </a:lnTo>
                <a:lnTo>
                  <a:pt x="1027079" y="45195"/>
                </a:lnTo>
                <a:lnTo>
                  <a:pt x="1027362" y="45446"/>
                </a:lnTo>
                <a:lnTo>
                  <a:pt x="1027639" y="45702"/>
                </a:lnTo>
                <a:lnTo>
                  <a:pt x="1027911" y="45962"/>
                </a:lnTo>
                <a:lnTo>
                  <a:pt x="1028178" y="46226"/>
                </a:lnTo>
                <a:lnTo>
                  <a:pt x="1028439" y="46496"/>
                </a:lnTo>
                <a:lnTo>
                  <a:pt x="1028695" y="46770"/>
                </a:lnTo>
                <a:lnTo>
                  <a:pt x="1028946" y="47048"/>
                </a:lnTo>
                <a:lnTo>
                  <a:pt x="1029191" y="47331"/>
                </a:lnTo>
                <a:lnTo>
                  <a:pt x="1029431" y="47618"/>
                </a:lnTo>
                <a:lnTo>
                  <a:pt x="1029667" y="47907"/>
                </a:lnTo>
                <a:lnTo>
                  <a:pt x="1029899" y="48198"/>
                </a:lnTo>
                <a:lnTo>
                  <a:pt x="1030127" y="48491"/>
                </a:lnTo>
                <a:lnTo>
                  <a:pt x="1030350" y="48786"/>
                </a:lnTo>
                <a:lnTo>
                  <a:pt x="1030570" y="49083"/>
                </a:lnTo>
                <a:lnTo>
                  <a:pt x="1030785" y="49383"/>
                </a:lnTo>
                <a:lnTo>
                  <a:pt x="1030996" y="49685"/>
                </a:lnTo>
                <a:lnTo>
                  <a:pt x="1031202" y="49989"/>
                </a:lnTo>
                <a:lnTo>
                  <a:pt x="1031405" y="50295"/>
                </a:lnTo>
                <a:lnTo>
                  <a:pt x="1031603" y="50603"/>
                </a:lnTo>
                <a:lnTo>
                  <a:pt x="1031797" y="50914"/>
                </a:lnTo>
                <a:lnTo>
                  <a:pt x="1031986" y="51226"/>
                </a:lnTo>
                <a:lnTo>
                  <a:pt x="1032172" y="51541"/>
                </a:lnTo>
                <a:lnTo>
                  <a:pt x="1032353" y="51858"/>
                </a:lnTo>
                <a:lnTo>
                  <a:pt x="1032530" y="52177"/>
                </a:lnTo>
                <a:lnTo>
                  <a:pt x="1032703" y="52499"/>
                </a:lnTo>
                <a:lnTo>
                  <a:pt x="1032872" y="52822"/>
                </a:lnTo>
                <a:lnTo>
                  <a:pt x="1033036" y="53148"/>
                </a:lnTo>
                <a:lnTo>
                  <a:pt x="1033196" y="53476"/>
                </a:lnTo>
                <a:lnTo>
                  <a:pt x="1033352" y="53806"/>
                </a:lnTo>
                <a:lnTo>
                  <a:pt x="1033504" y="54138"/>
                </a:lnTo>
                <a:lnTo>
                  <a:pt x="1033652" y="54472"/>
                </a:lnTo>
                <a:lnTo>
                  <a:pt x="1033795" y="54809"/>
                </a:lnTo>
                <a:lnTo>
                  <a:pt x="1033935" y="55146"/>
                </a:lnTo>
                <a:lnTo>
                  <a:pt x="1033942" y="55165"/>
                </a:lnTo>
                <a:lnTo>
                  <a:pt x="1033942" y="92465"/>
                </a:lnTo>
                <a:lnTo>
                  <a:pt x="1033754" y="92854"/>
                </a:lnTo>
                <a:lnTo>
                  <a:pt x="1033540" y="93280"/>
                </a:lnTo>
                <a:lnTo>
                  <a:pt x="1033321" y="93703"/>
                </a:lnTo>
                <a:lnTo>
                  <a:pt x="1033095" y="94123"/>
                </a:lnTo>
                <a:lnTo>
                  <a:pt x="1032864" y="94539"/>
                </a:lnTo>
                <a:close/>
                <a:moveTo>
                  <a:pt x="751482" y="58073"/>
                </a:moveTo>
                <a:lnTo>
                  <a:pt x="751636" y="57663"/>
                </a:lnTo>
                <a:lnTo>
                  <a:pt x="751796" y="57256"/>
                </a:lnTo>
                <a:lnTo>
                  <a:pt x="751960" y="56851"/>
                </a:lnTo>
                <a:lnTo>
                  <a:pt x="752130" y="56448"/>
                </a:lnTo>
                <a:lnTo>
                  <a:pt x="752306" y="56047"/>
                </a:lnTo>
                <a:lnTo>
                  <a:pt x="752486" y="55648"/>
                </a:lnTo>
                <a:lnTo>
                  <a:pt x="752672" y="55251"/>
                </a:lnTo>
                <a:lnTo>
                  <a:pt x="752863" y="54856"/>
                </a:lnTo>
                <a:lnTo>
                  <a:pt x="753059" y="54463"/>
                </a:lnTo>
                <a:lnTo>
                  <a:pt x="753261" y="54072"/>
                </a:lnTo>
                <a:lnTo>
                  <a:pt x="753467" y="53683"/>
                </a:lnTo>
                <a:lnTo>
                  <a:pt x="753679" y="53297"/>
                </a:lnTo>
                <a:lnTo>
                  <a:pt x="753897" y="52912"/>
                </a:lnTo>
                <a:lnTo>
                  <a:pt x="754119" y="52529"/>
                </a:lnTo>
                <a:lnTo>
                  <a:pt x="754347" y="52149"/>
                </a:lnTo>
                <a:lnTo>
                  <a:pt x="754580" y="51770"/>
                </a:lnTo>
                <a:lnTo>
                  <a:pt x="754818" y="51393"/>
                </a:lnTo>
                <a:lnTo>
                  <a:pt x="755062" y="51019"/>
                </a:lnTo>
                <a:lnTo>
                  <a:pt x="755310" y="50647"/>
                </a:lnTo>
                <a:lnTo>
                  <a:pt x="755564" y="50276"/>
                </a:lnTo>
                <a:lnTo>
                  <a:pt x="755823" y="49908"/>
                </a:lnTo>
                <a:lnTo>
                  <a:pt x="756088" y="49542"/>
                </a:lnTo>
                <a:lnTo>
                  <a:pt x="756357" y="49179"/>
                </a:lnTo>
                <a:lnTo>
                  <a:pt x="756633" y="48822"/>
                </a:lnTo>
                <a:lnTo>
                  <a:pt x="756913" y="48471"/>
                </a:lnTo>
                <a:lnTo>
                  <a:pt x="757199" y="48125"/>
                </a:lnTo>
                <a:lnTo>
                  <a:pt x="757490" y="47785"/>
                </a:lnTo>
                <a:lnTo>
                  <a:pt x="757787" y="47451"/>
                </a:lnTo>
                <a:lnTo>
                  <a:pt x="758089" y="47122"/>
                </a:lnTo>
                <a:lnTo>
                  <a:pt x="758396" y="46799"/>
                </a:lnTo>
                <a:lnTo>
                  <a:pt x="758709" y="46482"/>
                </a:lnTo>
                <a:lnTo>
                  <a:pt x="759027" y="46170"/>
                </a:lnTo>
                <a:lnTo>
                  <a:pt x="759350" y="45864"/>
                </a:lnTo>
                <a:lnTo>
                  <a:pt x="759679" y="45563"/>
                </a:lnTo>
                <a:lnTo>
                  <a:pt x="760013" y="45269"/>
                </a:lnTo>
                <a:lnTo>
                  <a:pt x="760353" y="44979"/>
                </a:lnTo>
                <a:lnTo>
                  <a:pt x="760698" y="44696"/>
                </a:lnTo>
                <a:lnTo>
                  <a:pt x="761048" y="44418"/>
                </a:lnTo>
                <a:lnTo>
                  <a:pt x="761404" y="44145"/>
                </a:lnTo>
                <a:lnTo>
                  <a:pt x="761765" y="43878"/>
                </a:lnTo>
                <a:lnTo>
                  <a:pt x="762131" y="43617"/>
                </a:lnTo>
                <a:lnTo>
                  <a:pt x="762503" y="43362"/>
                </a:lnTo>
                <a:lnTo>
                  <a:pt x="762880" y="43112"/>
                </a:lnTo>
                <a:lnTo>
                  <a:pt x="763263" y="42867"/>
                </a:lnTo>
                <a:lnTo>
                  <a:pt x="763651" y="42629"/>
                </a:lnTo>
                <a:lnTo>
                  <a:pt x="764044" y="42396"/>
                </a:lnTo>
                <a:lnTo>
                  <a:pt x="764443" y="42170"/>
                </a:lnTo>
                <a:lnTo>
                  <a:pt x="764847" y="41954"/>
                </a:lnTo>
                <a:lnTo>
                  <a:pt x="765256" y="41748"/>
                </a:lnTo>
                <a:lnTo>
                  <a:pt x="765672" y="41552"/>
                </a:lnTo>
                <a:lnTo>
                  <a:pt x="766092" y="41365"/>
                </a:lnTo>
                <a:lnTo>
                  <a:pt x="766519" y="41187"/>
                </a:lnTo>
                <a:lnTo>
                  <a:pt x="766950" y="41019"/>
                </a:lnTo>
                <a:lnTo>
                  <a:pt x="767388" y="40861"/>
                </a:lnTo>
                <a:lnTo>
                  <a:pt x="767830" y="40712"/>
                </a:lnTo>
                <a:lnTo>
                  <a:pt x="768278" y="40573"/>
                </a:lnTo>
                <a:lnTo>
                  <a:pt x="768732" y="40444"/>
                </a:lnTo>
                <a:lnTo>
                  <a:pt x="769191" y="40324"/>
                </a:lnTo>
                <a:lnTo>
                  <a:pt x="769656" y="40214"/>
                </a:lnTo>
                <a:lnTo>
                  <a:pt x="770126" y="40113"/>
                </a:lnTo>
                <a:lnTo>
                  <a:pt x="770602" y="40022"/>
                </a:lnTo>
                <a:lnTo>
                  <a:pt x="771083" y="39940"/>
                </a:lnTo>
                <a:lnTo>
                  <a:pt x="771570" y="39868"/>
                </a:lnTo>
                <a:lnTo>
                  <a:pt x="772062" y="39806"/>
                </a:lnTo>
                <a:lnTo>
                  <a:pt x="772560" y="39753"/>
                </a:lnTo>
                <a:lnTo>
                  <a:pt x="773063" y="39710"/>
                </a:lnTo>
                <a:lnTo>
                  <a:pt x="773572" y="39676"/>
                </a:lnTo>
                <a:lnTo>
                  <a:pt x="774086" y="39652"/>
                </a:lnTo>
                <a:lnTo>
                  <a:pt x="774606" y="39638"/>
                </a:lnTo>
                <a:lnTo>
                  <a:pt x="775131" y="39633"/>
                </a:lnTo>
                <a:lnTo>
                  <a:pt x="775607" y="39637"/>
                </a:lnTo>
                <a:lnTo>
                  <a:pt x="776078" y="39647"/>
                </a:lnTo>
                <a:lnTo>
                  <a:pt x="776543" y="39664"/>
                </a:lnTo>
                <a:lnTo>
                  <a:pt x="777003" y="39688"/>
                </a:lnTo>
                <a:lnTo>
                  <a:pt x="777458" y="39720"/>
                </a:lnTo>
                <a:lnTo>
                  <a:pt x="777907" y="39758"/>
                </a:lnTo>
                <a:lnTo>
                  <a:pt x="778351" y="39802"/>
                </a:lnTo>
                <a:lnTo>
                  <a:pt x="778790" y="39854"/>
                </a:lnTo>
                <a:lnTo>
                  <a:pt x="779223" y="39913"/>
                </a:lnTo>
                <a:lnTo>
                  <a:pt x="779651" y="39979"/>
                </a:lnTo>
                <a:lnTo>
                  <a:pt x="780073" y="40051"/>
                </a:lnTo>
                <a:lnTo>
                  <a:pt x="780490" y="40130"/>
                </a:lnTo>
                <a:lnTo>
                  <a:pt x="780902" y="40217"/>
                </a:lnTo>
                <a:lnTo>
                  <a:pt x="781308" y="40310"/>
                </a:lnTo>
                <a:lnTo>
                  <a:pt x="781709" y="40410"/>
                </a:lnTo>
                <a:lnTo>
                  <a:pt x="782105" y="40517"/>
                </a:lnTo>
                <a:lnTo>
                  <a:pt x="782495" y="40631"/>
                </a:lnTo>
                <a:lnTo>
                  <a:pt x="782880" y="40752"/>
                </a:lnTo>
                <a:lnTo>
                  <a:pt x="783259" y="40880"/>
                </a:lnTo>
                <a:lnTo>
                  <a:pt x="783633" y="41014"/>
                </a:lnTo>
                <a:lnTo>
                  <a:pt x="784002" y="41156"/>
                </a:lnTo>
                <a:lnTo>
                  <a:pt x="784365" y="41305"/>
                </a:lnTo>
                <a:lnTo>
                  <a:pt x="784723" y="41460"/>
                </a:lnTo>
                <a:lnTo>
                  <a:pt x="785076" y="41622"/>
                </a:lnTo>
                <a:lnTo>
                  <a:pt x="785423" y="41793"/>
                </a:lnTo>
                <a:lnTo>
                  <a:pt x="785763" y="41972"/>
                </a:lnTo>
                <a:lnTo>
                  <a:pt x="786096" y="42161"/>
                </a:lnTo>
                <a:lnTo>
                  <a:pt x="786422" y="42360"/>
                </a:lnTo>
                <a:lnTo>
                  <a:pt x="786742" y="42568"/>
                </a:lnTo>
                <a:lnTo>
                  <a:pt x="787056" y="42785"/>
                </a:lnTo>
                <a:lnTo>
                  <a:pt x="787362" y="43011"/>
                </a:lnTo>
                <a:lnTo>
                  <a:pt x="787663" y="43247"/>
                </a:lnTo>
                <a:lnTo>
                  <a:pt x="787956" y="43492"/>
                </a:lnTo>
                <a:lnTo>
                  <a:pt x="788243" y="43747"/>
                </a:lnTo>
                <a:lnTo>
                  <a:pt x="788523" y="44010"/>
                </a:lnTo>
                <a:lnTo>
                  <a:pt x="788796" y="44283"/>
                </a:lnTo>
                <a:lnTo>
                  <a:pt x="789063" y="44566"/>
                </a:lnTo>
                <a:lnTo>
                  <a:pt x="789323" y="44858"/>
                </a:lnTo>
                <a:lnTo>
                  <a:pt x="789577" y="45159"/>
                </a:lnTo>
                <a:lnTo>
                  <a:pt x="789823" y="45469"/>
                </a:lnTo>
                <a:lnTo>
                  <a:pt x="790064" y="45789"/>
                </a:lnTo>
                <a:lnTo>
                  <a:pt x="790297" y="46118"/>
                </a:lnTo>
                <a:lnTo>
                  <a:pt x="790524" y="46457"/>
                </a:lnTo>
                <a:lnTo>
                  <a:pt x="790744" y="46805"/>
                </a:lnTo>
                <a:lnTo>
                  <a:pt x="790958" y="47162"/>
                </a:lnTo>
                <a:lnTo>
                  <a:pt x="791165" y="47528"/>
                </a:lnTo>
                <a:lnTo>
                  <a:pt x="791365" y="47904"/>
                </a:lnTo>
                <a:lnTo>
                  <a:pt x="791559" y="48289"/>
                </a:lnTo>
                <a:lnTo>
                  <a:pt x="791745" y="48685"/>
                </a:lnTo>
                <a:lnTo>
                  <a:pt x="791923" y="49093"/>
                </a:lnTo>
                <a:lnTo>
                  <a:pt x="792094" y="49513"/>
                </a:lnTo>
                <a:lnTo>
                  <a:pt x="792257" y="49946"/>
                </a:lnTo>
                <a:lnTo>
                  <a:pt x="792411" y="50390"/>
                </a:lnTo>
                <a:lnTo>
                  <a:pt x="792558" y="50847"/>
                </a:lnTo>
                <a:lnTo>
                  <a:pt x="792697" y="51316"/>
                </a:lnTo>
                <a:lnTo>
                  <a:pt x="792827" y="51797"/>
                </a:lnTo>
                <a:lnTo>
                  <a:pt x="792950" y="52290"/>
                </a:lnTo>
                <a:lnTo>
                  <a:pt x="793065" y="52795"/>
                </a:lnTo>
                <a:lnTo>
                  <a:pt x="793172" y="53312"/>
                </a:lnTo>
                <a:lnTo>
                  <a:pt x="793272" y="53842"/>
                </a:lnTo>
                <a:lnTo>
                  <a:pt x="793363" y="54384"/>
                </a:lnTo>
                <a:lnTo>
                  <a:pt x="793446" y="54937"/>
                </a:lnTo>
                <a:lnTo>
                  <a:pt x="793521" y="55503"/>
                </a:lnTo>
                <a:lnTo>
                  <a:pt x="793589" y="56082"/>
                </a:lnTo>
                <a:lnTo>
                  <a:pt x="793648" y="56672"/>
                </a:lnTo>
                <a:lnTo>
                  <a:pt x="793700" y="57274"/>
                </a:lnTo>
                <a:lnTo>
                  <a:pt x="793743" y="57889"/>
                </a:lnTo>
                <a:lnTo>
                  <a:pt x="793779" y="58516"/>
                </a:lnTo>
                <a:lnTo>
                  <a:pt x="793807" y="59155"/>
                </a:lnTo>
                <a:lnTo>
                  <a:pt x="793827" y="59806"/>
                </a:lnTo>
                <a:lnTo>
                  <a:pt x="793838" y="60469"/>
                </a:lnTo>
                <a:lnTo>
                  <a:pt x="793842" y="61144"/>
                </a:lnTo>
                <a:lnTo>
                  <a:pt x="793842" y="113154"/>
                </a:lnTo>
                <a:lnTo>
                  <a:pt x="802683" y="113154"/>
                </a:lnTo>
                <a:lnTo>
                  <a:pt x="802683" y="61218"/>
                </a:lnTo>
                <a:lnTo>
                  <a:pt x="802680" y="60565"/>
                </a:lnTo>
                <a:lnTo>
                  <a:pt x="802671" y="59920"/>
                </a:lnTo>
                <a:lnTo>
                  <a:pt x="802655" y="59283"/>
                </a:lnTo>
                <a:lnTo>
                  <a:pt x="802634" y="58655"/>
                </a:lnTo>
                <a:lnTo>
                  <a:pt x="802607" y="58034"/>
                </a:lnTo>
                <a:lnTo>
                  <a:pt x="802574" y="57422"/>
                </a:lnTo>
                <a:lnTo>
                  <a:pt x="802535" y="56817"/>
                </a:lnTo>
                <a:lnTo>
                  <a:pt x="802490" y="56221"/>
                </a:lnTo>
                <a:lnTo>
                  <a:pt x="802439" y="55632"/>
                </a:lnTo>
                <a:lnTo>
                  <a:pt x="802382" y="55052"/>
                </a:lnTo>
                <a:lnTo>
                  <a:pt x="802319" y="54480"/>
                </a:lnTo>
                <a:lnTo>
                  <a:pt x="802250" y="53916"/>
                </a:lnTo>
                <a:lnTo>
                  <a:pt x="802175" y="53359"/>
                </a:lnTo>
                <a:lnTo>
                  <a:pt x="802093" y="52811"/>
                </a:lnTo>
                <a:lnTo>
                  <a:pt x="802006" y="52271"/>
                </a:lnTo>
                <a:lnTo>
                  <a:pt x="801913" y="51739"/>
                </a:lnTo>
                <a:lnTo>
                  <a:pt x="801814" y="51215"/>
                </a:lnTo>
                <a:lnTo>
                  <a:pt x="801709" y="50699"/>
                </a:lnTo>
                <a:lnTo>
                  <a:pt x="801598" y="50192"/>
                </a:lnTo>
                <a:lnTo>
                  <a:pt x="801480" y="49692"/>
                </a:lnTo>
                <a:lnTo>
                  <a:pt x="801357" y="49200"/>
                </a:lnTo>
                <a:lnTo>
                  <a:pt x="801228" y="48717"/>
                </a:lnTo>
                <a:lnTo>
                  <a:pt x="801093" y="48241"/>
                </a:lnTo>
                <a:lnTo>
                  <a:pt x="800951" y="47773"/>
                </a:lnTo>
                <a:lnTo>
                  <a:pt x="800804" y="47314"/>
                </a:lnTo>
                <a:lnTo>
                  <a:pt x="800652" y="46861"/>
                </a:lnTo>
                <a:lnTo>
                  <a:pt x="800494" y="46415"/>
                </a:lnTo>
                <a:lnTo>
                  <a:pt x="800331" y="45977"/>
                </a:lnTo>
                <a:lnTo>
                  <a:pt x="800163" y="45546"/>
                </a:lnTo>
                <a:lnTo>
                  <a:pt x="799989" y="45121"/>
                </a:lnTo>
                <a:lnTo>
                  <a:pt x="799810" y="44705"/>
                </a:lnTo>
                <a:lnTo>
                  <a:pt x="799625" y="44295"/>
                </a:lnTo>
                <a:lnTo>
                  <a:pt x="799435" y="43892"/>
                </a:lnTo>
                <a:lnTo>
                  <a:pt x="799240" y="43497"/>
                </a:lnTo>
                <a:lnTo>
                  <a:pt x="799039" y="43108"/>
                </a:lnTo>
                <a:lnTo>
                  <a:pt x="798833" y="42727"/>
                </a:lnTo>
                <a:lnTo>
                  <a:pt x="798622" y="42353"/>
                </a:lnTo>
                <a:lnTo>
                  <a:pt x="798405" y="41986"/>
                </a:lnTo>
                <a:lnTo>
                  <a:pt x="798183" y="41627"/>
                </a:lnTo>
                <a:lnTo>
                  <a:pt x="797956" y="41274"/>
                </a:lnTo>
                <a:lnTo>
                  <a:pt x="797723" y="40929"/>
                </a:lnTo>
                <a:lnTo>
                  <a:pt x="797484" y="40591"/>
                </a:lnTo>
                <a:lnTo>
                  <a:pt x="797241" y="40260"/>
                </a:lnTo>
                <a:lnTo>
                  <a:pt x="796992" y="39936"/>
                </a:lnTo>
                <a:lnTo>
                  <a:pt x="796737" y="39619"/>
                </a:lnTo>
                <a:lnTo>
                  <a:pt x="796478" y="39310"/>
                </a:lnTo>
                <a:lnTo>
                  <a:pt x="796212" y="39008"/>
                </a:lnTo>
                <a:lnTo>
                  <a:pt x="795942" y="38712"/>
                </a:lnTo>
                <a:lnTo>
                  <a:pt x="795666" y="38424"/>
                </a:lnTo>
                <a:lnTo>
                  <a:pt x="795386" y="38142"/>
                </a:lnTo>
                <a:lnTo>
                  <a:pt x="795100" y="37867"/>
                </a:lnTo>
                <a:lnTo>
                  <a:pt x="794809" y="37598"/>
                </a:lnTo>
                <a:lnTo>
                  <a:pt x="794514" y="37336"/>
                </a:lnTo>
                <a:lnTo>
                  <a:pt x="794213" y="37080"/>
                </a:lnTo>
                <a:lnTo>
                  <a:pt x="793907" y="36831"/>
                </a:lnTo>
                <a:lnTo>
                  <a:pt x="793597" y="36588"/>
                </a:lnTo>
                <a:lnTo>
                  <a:pt x="793281" y="36352"/>
                </a:lnTo>
                <a:lnTo>
                  <a:pt x="792961" y="36122"/>
                </a:lnTo>
                <a:lnTo>
                  <a:pt x="792635" y="35899"/>
                </a:lnTo>
                <a:lnTo>
                  <a:pt x="792305" y="35683"/>
                </a:lnTo>
                <a:lnTo>
                  <a:pt x="791969" y="35473"/>
                </a:lnTo>
                <a:lnTo>
                  <a:pt x="791629" y="35269"/>
                </a:lnTo>
                <a:lnTo>
                  <a:pt x="791283" y="35072"/>
                </a:lnTo>
                <a:lnTo>
                  <a:pt x="790933" y="34882"/>
                </a:lnTo>
                <a:lnTo>
                  <a:pt x="790577" y="34698"/>
                </a:lnTo>
                <a:lnTo>
                  <a:pt x="790217" y="34520"/>
                </a:lnTo>
                <a:lnTo>
                  <a:pt x="789851" y="34349"/>
                </a:lnTo>
                <a:lnTo>
                  <a:pt x="789481" y="34185"/>
                </a:lnTo>
                <a:lnTo>
                  <a:pt x="789105" y="34027"/>
                </a:lnTo>
                <a:lnTo>
                  <a:pt x="788725" y="33876"/>
                </a:lnTo>
                <a:lnTo>
                  <a:pt x="788339" y="33731"/>
                </a:lnTo>
                <a:lnTo>
                  <a:pt x="787949" y="33592"/>
                </a:lnTo>
                <a:lnTo>
                  <a:pt x="787554" y="33460"/>
                </a:lnTo>
                <a:lnTo>
                  <a:pt x="787155" y="33334"/>
                </a:lnTo>
                <a:lnTo>
                  <a:pt x="786751" y="33213"/>
                </a:lnTo>
                <a:lnTo>
                  <a:pt x="786343" y="33097"/>
                </a:lnTo>
                <a:lnTo>
                  <a:pt x="785930" y="32988"/>
                </a:lnTo>
                <a:lnTo>
                  <a:pt x="785513" y="32883"/>
                </a:lnTo>
                <a:lnTo>
                  <a:pt x="785092" y="32785"/>
                </a:lnTo>
                <a:lnTo>
                  <a:pt x="784667" y="32692"/>
                </a:lnTo>
                <a:lnTo>
                  <a:pt x="784237" y="32605"/>
                </a:lnTo>
                <a:lnTo>
                  <a:pt x="783803" y="32523"/>
                </a:lnTo>
                <a:lnTo>
                  <a:pt x="783364" y="32447"/>
                </a:lnTo>
                <a:lnTo>
                  <a:pt x="782921" y="32377"/>
                </a:lnTo>
                <a:lnTo>
                  <a:pt x="782474" y="32312"/>
                </a:lnTo>
                <a:lnTo>
                  <a:pt x="782022" y="32253"/>
                </a:lnTo>
                <a:lnTo>
                  <a:pt x="781566" y="32200"/>
                </a:lnTo>
                <a:lnTo>
                  <a:pt x="781106" y="32152"/>
                </a:lnTo>
                <a:lnTo>
                  <a:pt x="780641" y="32110"/>
                </a:lnTo>
                <a:lnTo>
                  <a:pt x="780172" y="32073"/>
                </a:lnTo>
                <a:lnTo>
                  <a:pt x="779699" y="32042"/>
                </a:lnTo>
                <a:lnTo>
                  <a:pt x="779221" y="32017"/>
                </a:lnTo>
                <a:lnTo>
                  <a:pt x="778739" y="31997"/>
                </a:lnTo>
                <a:lnTo>
                  <a:pt x="778253" y="31983"/>
                </a:lnTo>
                <a:lnTo>
                  <a:pt x="777762" y="31975"/>
                </a:lnTo>
                <a:lnTo>
                  <a:pt x="777267" y="31972"/>
                </a:lnTo>
                <a:lnTo>
                  <a:pt x="776698" y="31976"/>
                </a:lnTo>
                <a:lnTo>
                  <a:pt x="776134" y="31990"/>
                </a:lnTo>
                <a:lnTo>
                  <a:pt x="775573" y="32013"/>
                </a:lnTo>
                <a:lnTo>
                  <a:pt x="775016" y="32045"/>
                </a:lnTo>
                <a:lnTo>
                  <a:pt x="774464" y="32087"/>
                </a:lnTo>
                <a:lnTo>
                  <a:pt x="773915" y="32138"/>
                </a:lnTo>
                <a:lnTo>
                  <a:pt x="773371" y="32197"/>
                </a:lnTo>
                <a:lnTo>
                  <a:pt x="772831" y="32266"/>
                </a:lnTo>
                <a:lnTo>
                  <a:pt x="772295" y="32345"/>
                </a:lnTo>
                <a:lnTo>
                  <a:pt x="771763" y="32432"/>
                </a:lnTo>
                <a:lnTo>
                  <a:pt x="771235" y="32529"/>
                </a:lnTo>
                <a:lnTo>
                  <a:pt x="770711" y="32635"/>
                </a:lnTo>
                <a:lnTo>
                  <a:pt x="770191" y="32750"/>
                </a:lnTo>
                <a:lnTo>
                  <a:pt x="769675" y="32874"/>
                </a:lnTo>
                <a:lnTo>
                  <a:pt x="769164" y="33008"/>
                </a:lnTo>
                <a:lnTo>
                  <a:pt x="768656" y="33150"/>
                </a:lnTo>
                <a:lnTo>
                  <a:pt x="768153" y="33302"/>
                </a:lnTo>
                <a:lnTo>
                  <a:pt x="767654" y="33464"/>
                </a:lnTo>
                <a:lnTo>
                  <a:pt x="767158" y="33634"/>
                </a:lnTo>
                <a:lnTo>
                  <a:pt x="766667" y="33813"/>
                </a:lnTo>
                <a:lnTo>
                  <a:pt x="766180" y="34002"/>
                </a:lnTo>
                <a:lnTo>
                  <a:pt x="765697" y="34200"/>
                </a:lnTo>
                <a:lnTo>
                  <a:pt x="765218" y="34407"/>
                </a:lnTo>
                <a:lnTo>
                  <a:pt x="764744" y="34624"/>
                </a:lnTo>
                <a:lnTo>
                  <a:pt x="764274" y="34848"/>
                </a:lnTo>
                <a:lnTo>
                  <a:pt x="763809" y="35080"/>
                </a:lnTo>
                <a:lnTo>
                  <a:pt x="763349" y="35319"/>
                </a:lnTo>
                <a:lnTo>
                  <a:pt x="762895" y="35565"/>
                </a:lnTo>
                <a:lnTo>
                  <a:pt x="762446" y="35818"/>
                </a:lnTo>
                <a:lnTo>
                  <a:pt x="762002" y="36079"/>
                </a:lnTo>
                <a:lnTo>
                  <a:pt x="761563" y="36346"/>
                </a:lnTo>
                <a:lnTo>
                  <a:pt x="761130" y="36621"/>
                </a:lnTo>
                <a:lnTo>
                  <a:pt x="760702" y="36903"/>
                </a:lnTo>
                <a:lnTo>
                  <a:pt x="760279" y="37192"/>
                </a:lnTo>
                <a:lnTo>
                  <a:pt x="759861" y="37488"/>
                </a:lnTo>
                <a:lnTo>
                  <a:pt x="759449" y="37792"/>
                </a:lnTo>
                <a:lnTo>
                  <a:pt x="759042" y="38102"/>
                </a:lnTo>
                <a:lnTo>
                  <a:pt x="758640" y="38420"/>
                </a:lnTo>
                <a:lnTo>
                  <a:pt x="758243" y="38745"/>
                </a:lnTo>
                <a:lnTo>
                  <a:pt x="757852" y="39077"/>
                </a:lnTo>
                <a:lnTo>
                  <a:pt x="757466" y="39416"/>
                </a:lnTo>
                <a:lnTo>
                  <a:pt x="757085" y="39762"/>
                </a:lnTo>
                <a:lnTo>
                  <a:pt x="756709" y="40116"/>
                </a:lnTo>
                <a:lnTo>
                  <a:pt x="756338" y="40476"/>
                </a:lnTo>
                <a:lnTo>
                  <a:pt x="755973" y="40844"/>
                </a:lnTo>
                <a:lnTo>
                  <a:pt x="755613" y="41219"/>
                </a:lnTo>
                <a:lnTo>
                  <a:pt x="755259" y="41601"/>
                </a:lnTo>
                <a:lnTo>
                  <a:pt x="754909" y="41991"/>
                </a:lnTo>
                <a:lnTo>
                  <a:pt x="754565" y="42386"/>
                </a:lnTo>
                <a:lnTo>
                  <a:pt x="754227" y="42787"/>
                </a:lnTo>
                <a:lnTo>
                  <a:pt x="753896" y="43192"/>
                </a:lnTo>
                <a:lnTo>
                  <a:pt x="753570" y="43603"/>
                </a:lnTo>
                <a:lnTo>
                  <a:pt x="753250" y="44019"/>
                </a:lnTo>
                <a:lnTo>
                  <a:pt x="752936" y="44440"/>
                </a:lnTo>
                <a:lnTo>
                  <a:pt x="752628" y="44866"/>
                </a:lnTo>
                <a:lnTo>
                  <a:pt x="752327" y="45297"/>
                </a:lnTo>
                <a:lnTo>
                  <a:pt x="752031" y="45734"/>
                </a:lnTo>
                <a:lnTo>
                  <a:pt x="751741" y="46175"/>
                </a:lnTo>
                <a:lnTo>
                  <a:pt x="751457" y="46622"/>
                </a:lnTo>
                <a:lnTo>
                  <a:pt x="751260" y="46943"/>
                </a:lnTo>
                <a:lnTo>
                  <a:pt x="750968" y="33445"/>
                </a:lnTo>
                <a:lnTo>
                  <a:pt x="742570" y="33445"/>
                </a:lnTo>
                <a:lnTo>
                  <a:pt x="742570" y="113154"/>
                </a:lnTo>
                <a:lnTo>
                  <a:pt x="751336" y="113154"/>
                </a:lnTo>
                <a:lnTo>
                  <a:pt x="751336" y="58474"/>
                </a:lnTo>
                <a:lnTo>
                  <a:pt x="751482" y="58073"/>
                </a:lnTo>
                <a:close/>
                <a:moveTo>
                  <a:pt x="591613" y="94638"/>
                </a:moveTo>
                <a:lnTo>
                  <a:pt x="591560" y="94935"/>
                </a:lnTo>
                <a:lnTo>
                  <a:pt x="591498" y="95232"/>
                </a:lnTo>
                <a:lnTo>
                  <a:pt x="591429" y="95527"/>
                </a:lnTo>
                <a:lnTo>
                  <a:pt x="591351" y="95820"/>
                </a:lnTo>
                <a:lnTo>
                  <a:pt x="591265" y="96113"/>
                </a:lnTo>
                <a:lnTo>
                  <a:pt x="591171" y="96403"/>
                </a:lnTo>
                <a:lnTo>
                  <a:pt x="591069" y="96693"/>
                </a:lnTo>
                <a:lnTo>
                  <a:pt x="590958" y="96981"/>
                </a:lnTo>
                <a:lnTo>
                  <a:pt x="590840" y="97267"/>
                </a:lnTo>
                <a:lnTo>
                  <a:pt x="590713" y="97552"/>
                </a:lnTo>
                <a:lnTo>
                  <a:pt x="590578" y="97836"/>
                </a:lnTo>
                <a:lnTo>
                  <a:pt x="590434" y="98118"/>
                </a:lnTo>
                <a:lnTo>
                  <a:pt x="590283" y="98399"/>
                </a:lnTo>
                <a:lnTo>
                  <a:pt x="590123" y="98679"/>
                </a:lnTo>
                <a:lnTo>
                  <a:pt x="589956" y="98957"/>
                </a:lnTo>
                <a:lnTo>
                  <a:pt x="589780" y="99234"/>
                </a:lnTo>
                <a:lnTo>
                  <a:pt x="589595" y="99509"/>
                </a:lnTo>
                <a:lnTo>
                  <a:pt x="589403" y="99783"/>
                </a:lnTo>
                <a:lnTo>
                  <a:pt x="589203" y="100054"/>
                </a:lnTo>
                <a:lnTo>
                  <a:pt x="588995" y="100320"/>
                </a:lnTo>
                <a:lnTo>
                  <a:pt x="588779" y="100582"/>
                </a:lnTo>
                <a:lnTo>
                  <a:pt x="588556" y="100840"/>
                </a:lnTo>
                <a:lnTo>
                  <a:pt x="588325" y="101093"/>
                </a:lnTo>
                <a:lnTo>
                  <a:pt x="588086" y="101341"/>
                </a:lnTo>
                <a:lnTo>
                  <a:pt x="587840" y="101585"/>
                </a:lnTo>
                <a:lnTo>
                  <a:pt x="587586" y="101825"/>
                </a:lnTo>
                <a:lnTo>
                  <a:pt x="587324" y="102060"/>
                </a:lnTo>
                <a:lnTo>
                  <a:pt x="587055" y="102291"/>
                </a:lnTo>
                <a:lnTo>
                  <a:pt x="586778" y="102517"/>
                </a:lnTo>
                <a:lnTo>
                  <a:pt x="586493" y="102739"/>
                </a:lnTo>
                <a:lnTo>
                  <a:pt x="586201" y="102956"/>
                </a:lnTo>
                <a:lnTo>
                  <a:pt x="585901" y="103169"/>
                </a:lnTo>
                <a:lnTo>
                  <a:pt x="585593" y="103377"/>
                </a:lnTo>
                <a:lnTo>
                  <a:pt x="585278" y="103581"/>
                </a:lnTo>
                <a:lnTo>
                  <a:pt x="584955" y="103780"/>
                </a:lnTo>
                <a:lnTo>
                  <a:pt x="584624" y="103975"/>
                </a:lnTo>
                <a:lnTo>
                  <a:pt x="584285" y="104165"/>
                </a:lnTo>
                <a:lnTo>
                  <a:pt x="583939" y="104351"/>
                </a:lnTo>
                <a:lnTo>
                  <a:pt x="583586" y="104533"/>
                </a:lnTo>
                <a:lnTo>
                  <a:pt x="583224" y="104710"/>
                </a:lnTo>
                <a:lnTo>
                  <a:pt x="582855" y="104882"/>
                </a:lnTo>
                <a:lnTo>
                  <a:pt x="582478" y="105050"/>
                </a:lnTo>
                <a:lnTo>
                  <a:pt x="582094" y="105212"/>
                </a:lnTo>
                <a:lnTo>
                  <a:pt x="581702" y="105368"/>
                </a:lnTo>
                <a:lnTo>
                  <a:pt x="581303" y="105516"/>
                </a:lnTo>
                <a:lnTo>
                  <a:pt x="580896" y="105658"/>
                </a:lnTo>
                <a:lnTo>
                  <a:pt x="580482" y="105793"/>
                </a:lnTo>
                <a:lnTo>
                  <a:pt x="580061" y="105920"/>
                </a:lnTo>
                <a:lnTo>
                  <a:pt x="579632" y="106041"/>
                </a:lnTo>
                <a:lnTo>
                  <a:pt x="579196" y="106155"/>
                </a:lnTo>
                <a:lnTo>
                  <a:pt x="578752" y="106262"/>
                </a:lnTo>
                <a:lnTo>
                  <a:pt x="578301" y="106362"/>
                </a:lnTo>
                <a:lnTo>
                  <a:pt x="577843" y="106456"/>
                </a:lnTo>
                <a:lnTo>
                  <a:pt x="577377" y="106542"/>
                </a:lnTo>
                <a:lnTo>
                  <a:pt x="576903" y="106621"/>
                </a:lnTo>
                <a:lnTo>
                  <a:pt x="576423" y="106694"/>
                </a:lnTo>
                <a:lnTo>
                  <a:pt x="575935" y="106759"/>
                </a:lnTo>
                <a:lnTo>
                  <a:pt x="575439" y="106818"/>
                </a:lnTo>
                <a:lnTo>
                  <a:pt x="574936" y="106870"/>
                </a:lnTo>
                <a:lnTo>
                  <a:pt x="574426" y="106915"/>
                </a:lnTo>
                <a:lnTo>
                  <a:pt x="573908" y="106953"/>
                </a:lnTo>
                <a:lnTo>
                  <a:pt x="573382" y="106984"/>
                </a:lnTo>
                <a:lnTo>
                  <a:pt x="572850" y="107008"/>
                </a:lnTo>
                <a:lnTo>
                  <a:pt x="572310" y="107025"/>
                </a:lnTo>
                <a:lnTo>
                  <a:pt x="571762" y="107036"/>
                </a:lnTo>
                <a:lnTo>
                  <a:pt x="571207" y="107039"/>
                </a:lnTo>
                <a:lnTo>
                  <a:pt x="570790" y="107037"/>
                </a:lnTo>
                <a:lnTo>
                  <a:pt x="570372" y="107029"/>
                </a:lnTo>
                <a:lnTo>
                  <a:pt x="569955" y="107016"/>
                </a:lnTo>
                <a:lnTo>
                  <a:pt x="569537" y="106998"/>
                </a:lnTo>
                <a:lnTo>
                  <a:pt x="569120" y="106975"/>
                </a:lnTo>
                <a:lnTo>
                  <a:pt x="568702" y="106947"/>
                </a:lnTo>
                <a:lnTo>
                  <a:pt x="568285" y="106914"/>
                </a:lnTo>
                <a:lnTo>
                  <a:pt x="567868" y="106875"/>
                </a:lnTo>
                <a:lnTo>
                  <a:pt x="567450" y="106832"/>
                </a:lnTo>
                <a:lnTo>
                  <a:pt x="567033" y="106783"/>
                </a:lnTo>
                <a:lnTo>
                  <a:pt x="566615" y="106730"/>
                </a:lnTo>
                <a:lnTo>
                  <a:pt x="566198" y="106671"/>
                </a:lnTo>
                <a:lnTo>
                  <a:pt x="565780" y="106607"/>
                </a:lnTo>
                <a:lnTo>
                  <a:pt x="565363" y="106538"/>
                </a:lnTo>
                <a:lnTo>
                  <a:pt x="564945" y="106464"/>
                </a:lnTo>
                <a:lnTo>
                  <a:pt x="564528" y="106384"/>
                </a:lnTo>
                <a:lnTo>
                  <a:pt x="564110" y="106300"/>
                </a:lnTo>
                <a:lnTo>
                  <a:pt x="563693" y="106210"/>
                </a:lnTo>
                <a:lnTo>
                  <a:pt x="563276" y="106116"/>
                </a:lnTo>
                <a:lnTo>
                  <a:pt x="562858" y="106016"/>
                </a:lnTo>
                <a:lnTo>
                  <a:pt x="562441" y="105911"/>
                </a:lnTo>
                <a:lnTo>
                  <a:pt x="562023" y="105801"/>
                </a:lnTo>
                <a:lnTo>
                  <a:pt x="561606" y="105686"/>
                </a:lnTo>
                <a:lnTo>
                  <a:pt x="561188" y="105566"/>
                </a:lnTo>
                <a:lnTo>
                  <a:pt x="560774" y="105439"/>
                </a:lnTo>
                <a:lnTo>
                  <a:pt x="560364" y="105306"/>
                </a:lnTo>
                <a:lnTo>
                  <a:pt x="559960" y="105165"/>
                </a:lnTo>
                <a:lnTo>
                  <a:pt x="559560" y="105016"/>
                </a:lnTo>
                <a:lnTo>
                  <a:pt x="559167" y="104861"/>
                </a:lnTo>
                <a:lnTo>
                  <a:pt x="558778" y="104698"/>
                </a:lnTo>
                <a:lnTo>
                  <a:pt x="558395" y="104528"/>
                </a:lnTo>
                <a:lnTo>
                  <a:pt x="558017" y="104350"/>
                </a:lnTo>
                <a:lnTo>
                  <a:pt x="557644" y="104165"/>
                </a:lnTo>
                <a:lnTo>
                  <a:pt x="557276" y="103973"/>
                </a:lnTo>
                <a:lnTo>
                  <a:pt x="556914" y="103774"/>
                </a:lnTo>
                <a:lnTo>
                  <a:pt x="556556" y="103568"/>
                </a:lnTo>
                <a:lnTo>
                  <a:pt x="556205" y="103354"/>
                </a:lnTo>
                <a:lnTo>
                  <a:pt x="555858" y="103132"/>
                </a:lnTo>
                <a:lnTo>
                  <a:pt x="555517" y="102904"/>
                </a:lnTo>
                <a:lnTo>
                  <a:pt x="555180" y="102668"/>
                </a:lnTo>
                <a:lnTo>
                  <a:pt x="554849" y="102425"/>
                </a:lnTo>
                <a:lnTo>
                  <a:pt x="554524" y="102175"/>
                </a:lnTo>
                <a:lnTo>
                  <a:pt x="554203" y="101917"/>
                </a:lnTo>
                <a:lnTo>
                  <a:pt x="553888" y="101652"/>
                </a:lnTo>
                <a:lnTo>
                  <a:pt x="553578" y="101380"/>
                </a:lnTo>
                <a:lnTo>
                  <a:pt x="553273" y="101100"/>
                </a:lnTo>
                <a:lnTo>
                  <a:pt x="552974" y="100814"/>
                </a:lnTo>
                <a:lnTo>
                  <a:pt x="552680" y="100520"/>
                </a:lnTo>
                <a:lnTo>
                  <a:pt x="552394" y="100217"/>
                </a:lnTo>
                <a:lnTo>
                  <a:pt x="552118" y="99905"/>
                </a:lnTo>
                <a:lnTo>
                  <a:pt x="551854" y="99584"/>
                </a:lnTo>
                <a:lnTo>
                  <a:pt x="551600" y="99254"/>
                </a:lnTo>
                <a:lnTo>
                  <a:pt x="551358" y="98914"/>
                </a:lnTo>
                <a:lnTo>
                  <a:pt x="551126" y="98565"/>
                </a:lnTo>
                <a:lnTo>
                  <a:pt x="550905" y="98207"/>
                </a:lnTo>
                <a:lnTo>
                  <a:pt x="550695" y="97839"/>
                </a:lnTo>
                <a:lnTo>
                  <a:pt x="550496" y="97462"/>
                </a:lnTo>
                <a:lnTo>
                  <a:pt x="550307" y="97075"/>
                </a:lnTo>
                <a:lnTo>
                  <a:pt x="550130" y="96680"/>
                </a:lnTo>
                <a:lnTo>
                  <a:pt x="549963" y="96274"/>
                </a:lnTo>
                <a:lnTo>
                  <a:pt x="549808" y="95860"/>
                </a:lnTo>
                <a:lnTo>
                  <a:pt x="549663" y="95436"/>
                </a:lnTo>
                <a:lnTo>
                  <a:pt x="549529" y="95003"/>
                </a:lnTo>
                <a:lnTo>
                  <a:pt x="549406" y="94561"/>
                </a:lnTo>
                <a:lnTo>
                  <a:pt x="549293" y="94109"/>
                </a:lnTo>
                <a:lnTo>
                  <a:pt x="549192" y="93648"/>
                </a:lnTo>
                <a:lnTo>
                  <a:pt x="549102" y="93177"/>
                </a:lnTo>
                <a:lnTo>
                  <a:pt x="549022" y="92697"/>
                </a:lnTo>
                <a:lnTo>
                  <a:pt x="548953" y="92208"/>
                </a:lnTo>
                <a:lnTo>
                  <a:pt x="548895" y="91710"/>
                </a:lnTo>
                <a:lnTo>
                  <a:pt x="548848" y="91202"/>
                </a:lnTo>
                <a:lnTo>
                  <a:pt x="548812" y="90685"/>
                </a:lnTo>
                <a:lnTo>
                  <a:pt x="539972" y="90685"/>
                </a:lnTo>
                <a:lnTo>
                  <a:pt x="539978" y="91205"/>
                </a:lnTo>
                <a:lnTo>
                  <a:pt x="539997" y="91723"/>
                </a:lnTo>
                <a:lnTo>
                  <a:pt x="540028" y="92238"/>
                </a:lnTo>
                <a:lnTo>
                  <a:pt x="540071" y="92750"/>
                </a:lnTo>
                <a:lnTo>
                  <a:pt x="540127" y="93259"/>
                </a:lnTo>
                <a:lnTo>
                  <a:pt x="540195" y="93765"/>
                </a:lnTo>
                <a:lnTo>
                  <a:pt x="540276" y="94269"/>
                </a:lnTo>
                <a:lnTo>
                  <a:pt x="540369" y="94769"/>
                </a:lnTo>
                <a:lnTo>
                  <a:pt x="540474" y="95267"/>
                </a:lnTo>
                <a:lnTo>
                  <a:pt x="540592" y="95762"/>
                </a:lnTo>
                <a:lnTo>
                  <a:pt x="540723" y="96255"/>
                </a:lnTo>
                <a:lnTo>
                  <a:pt x="540865" y="96744"/>
                </a:lnTo>
                <a:lnTo>
                  <a:pt x="541020" y="97231"/>
                </a:lnTo>
                <a:lnTo>
                  <a:pt x="541188" y="97715"/>
                </a:lnTo>
                <a:lnTo>
                  <a:pt x="541368" y="98196"/>
                </a:lnTo>
                <a:lnTo>
                  <a:pt x="541560" y="98674"/>
                </a:lnTo>
                <a:lnTo>
                  <a:pt x="541765" y="99149"/>
                </a:lnTo>
                <a:lnTo>
                  <a:pt x="541982" y="99622"/>
                </a:lnTo>
                <a:lnTo>
                  <a:pt x="542211" y="100091"/>
                </a:lnTo>
                <a:lnTo>
                  <a:pt x="542453" y="100558"/>
                </a:lnTo>
                <a:lnTo>
                  <a:pt x="542708" y="101023"/>
                </a:lnTo>
                <a:lnTo>
                  <a:pt x="542974" y="101484"/>
                </a:lnTo>
                <a:lnTo>
                  <a:pt x="543253" y="101942"/>
                </a:lnTo>
                <a:lnTo>
                  <a:pt x="543545" y="102398"/>
                </a:lnTo>
                <a:lnTo>
                  <a:pt x="543849" y="102849"/>
                </a:lnTo>
                <a:lnTo>
                  <a:pt x="544164" y="103292"/>
                </a:lnTo>
                <a:lnTo>
                  <a:pt x="544492" y="103729"/>
                </a:lnTo>
                <a:lnTo>
                  <a:pt x="544831" y="104158"/>
                </a:lnTo>
                <a:lnTo>
                  <a:pt x="545182" y="104580"/>
                </a:lnTo>
                <a:lnTo>
                  <a:pt x="545545" y="104995"/>
                </a:lnTo>
                <a:lnTo>
                  <a:pt x="545921" y="105403"/>
                </a:lnTo>
                <a:lnTo>
                  <a:pt x="546307" y="105803"/>
                </a:lnTo>
                <a:lnTo>
                  <a:pt x="546706" y="106197"/>
                </a:lnTo>
                <a:lnTo>
                  <a:pt x="547117" y="106583"/>
                </a:lnTo>
                <a:lnTo>
                  <a:pt x="547540" y="106962"/>
                </a:lnTo>
                <a:lnTo>
                  <a:pt x="547974" y="107334"/>
                </a:lnTo>
                <a:lnTo>
                  <a:pt x="548421" y="107699"/>
                </a:lnTo>
                <a:lnTo>
                  <a:pt x="548879" y="108056"/>
                </a:lnTo>
                <a:lnTo>
                  <a:pt x="549349" y="108407"/>
                </a:lnTo>
                <a:lnTo>
                  <a:pt x="549831" y="108750"/>
                </a:lnTo>
                <a:lnTo>
                  <a:pt x="550325" y="109086"/>
                </a:lnTo>
                <a:lnTo>
                  <a:pt x="550831" y="109415"/>
                </a:lnTo>
                <a:lnTo>
                  <a:pt x="551349" y="109737"/>
                </a:lnTo>
                <a:lnTo>
                  <a:pt x="551879" y="110051"/>
                </a:lnTo>
                <a:lnTo>
                  <a:pt x="552420" y="110359"/>
                </a:lnTo>
                <a:lnTo>
                  <a:pt x="552974" y="110659"/>
                </a:lnTo>
                <a:lnTo>
                  <a:pt x="553539" y="110952"/>
                </a:lnTo>
                <a:lnTo>
                  <a:pt x="554116" y="111238"/>
                </a:lnTo>
                <a:lnTo>
                  <a:pt x="554705" y="111515"/>
                </a:lnTo>
                <a:lnTo>
                  <a:pt x="555304" y="111779"/>
                </a:lnTo>
                <a:lnTo>
                  <a:pt x="555914" y="112032"/>
                </a:lnTo>
                <a:lnTo>
                  <a:pt x="556535" y="112274"/>
                </a:lnTo>
                <a:lnTo>
                  <a:pt x="557167" y="112503"/>
                </a:lnTo>
                <a:lnTo>
                  <a:pt x="557809" y="112721"/>
                </a:lnTo>
                <a:lnTo>
                  <a:pt x="558462" y="112927"/>
                </a:lnTo>
                <a:lnTo>
                  <a:pt x="559126" y="113121"/>
                </a:lnTo>
                <a:lnTo>
                  <a:pt x="559800" y="113303"/>
                </a:lnTo>
                <a:lnTo>
                  <a:pt x="560485" y="113474"/>
                </a:lnTo>
                <a:lnTo>
                  <a:pt x="561181" y="113633"/>
                </a:lnTo>
                <a:lnTo>
                  <a:pt x="561888" y="113780"/>
                </a:lnTo>
                <a:lnTo>
                  <a:pt x="562606" y="113915"/>
                </a:lnTo>
                <a:lnTo>
                  <a:pt x="563334" y="114039"/>
                </a:lnTo>
                <a:lnTo>
                  <a:pt x="564073" y="114150"/>
                </a:lnTo>
                <a:lnTo>
                  <a:pt x="564823" y="114250"/>
                </a:lnTo>
                <a:lnTo>
                  <a:pt x="565583" y="114339"/>
                </a:lnTo>
                <a:lnTo>
                  <a:pt x="566354" y="114415"/>
                </a:lnTo>
                <a:lnTo>
                  <a:pt x="567136" y="114480"/>
                </a:lnTo>
                <a:lnTo>
                  <a:pt x="567929" y="114533"/>
                </a:lnTo>
                <a:lnTo>
                  <a:pt x="568732" y="114574"/>
                </a:lnTo>
                <a:lnTo>
                  <a:pt x="569547" y="114603"/>
                </a:lnTo>
                <a:lnTo>
                  <a:pt x="570371" y="114621"/>
                </a:lnTo>
                <a:lnTo>
                  <a:pt x="571207" y="114627"/>
                </a:lnTo>
                <a:lnTo>
                  <a:pt x="571764" y="114624"/>
                </a:lnTo>
                <a:lnTo>
                  <a:pt x="572315" y="114616"/>
                </a:lnTo>
                <a:lnTo>
                  <a:pt x="572863" y="114602"/>
                </a:lnTo>
                <a:lnTo>
                  <a:pt x="573406" y="114582"/>
                </a:lnTo>
                <a:lnTo>
                  <a:pt x="573944" y="114557"/>
                </a:lnTo>
                <a:lnTo>
                  <a:pt x="574478" y="114526"/>
                </a:lnTo>
                <a:lnTo>
                  <a:pt x="575008" y="114489"/>
                </a:lnTo>
                <a:lnTo>
                  <a:pt x="575533" y="114447"/>
                </a:lnTo>
                <a:lnTo>
                  <a:pt x="576054" y="114399"/>
                </a:lnTo>
                <a:lnTo>
                  <a:pt x="576570" y="114346"/>
                </a:lnTo>
                <a:lnTo>
                  <a:pt x="577081" y="114286"/>
                </a:lnTo>
                <a:lnTo>
                  <a:pt x="577589" y="114222"/>
                </a:lnTo>
                <a:lnTo>
                  <a:pt x="578091" y="114151"/>
                </a:lnTo>
                <a:lnTo>
                  <a:pt x="578590" y="114075"/>
                </a:lnTo>
                <a:lnTo>
                  <a:pt x="579083" y="113994"/>
                </a:lnTo>
                <a:lnTo>
                  <a:pt x="579573" y="113907"/>
                </a:lnTo>
                <a:lnTo>
                  <a:pt x="580057" y="113814"/>
                </a:lnTo>
                <a:lnTo>
                  <a:pt x="580538" y="113715"/>
                </a:lnTo>
                <a:lnTo>
                  <a:pt x="581013" y="113611"/>
                </a:lnTo>
                <a:lnTo>
                  <a:pt x="581485" y="113501"/>
                </a:lnTo>
                <a:lnTo>
                  <a:pt x="581952" y="113386"/>
                </a:lnTo>
                <a:lnTo>
                  <a:pt x="582414" y="113265"/>
                </a:lnTo>
                <a:lnTo>
                  <a:pt x="582872" y="113138"/>
                </a:lnTo>
                <a:lnTo>
                  <a:pt x="583325" y="113006"/>
                </a:lnTo>
                <a:lnTo>
                  <a:pt x="583774" y="112869"/>
                </a:lnTo>
                <a:lnTo>
                  <a:pt x="584217" y="112727"/>
                </a:lnTo>
                <a:lnTo>
                  <a:pt x="584655" y="112580"/>
                </a:lnTo>
                <a:lnTo>
                  <a:pt x="585087" y="112428"/>
                </a:lnTo>
                <a:lnTo>
                  <a:pt x="585514" y="112272"/>
                </a:lnTo>
                <a:lnTo>
                  <a:pt x="585936" y="112111"/>
                </a:lnTo>
                <a:lnTo>
                  <a:pt x="586352" y="111945"/>
                </a:lnTo>
                <a:lnTo>
                  <a:pt x="586763" y="111774"/>
                </a:lnTo>
                <a:lnTo>
                  <a:pt x="587169" y="111599"/>
                </a:lnTo>
                <a:lnTo>
                  <a:pt x="587569" y="111419"/>
                </a:lnTo>
                <a:lnTo>
                  <a:pt x="587964" y="111234"/>
                </a:lnTo>
                <a:lnTo>
                  <a:pt x="588353" y="111045"/>
                </a:lnTo>
                <a:lnTo>
                  <a:pt x="588737" y="110851"/>
                </a:lnTo>
                <a:lnTo>
                  <a:pt x="589116" y="110652"/>
                </a:lnTo>
                <a:lnTo>
                  <a:pt x="589489" y="110448"/>
                </a:lnTo>
                <a:lnTo>
                  <a:pt x="589857" y="110240"/>
                </a:lnTo>
                <a:lnTo>
                  <a:pt x="590220" y="110026"/>
                </a:lnTo>
                <a:lnTo>
                  <a:pt x="590577" y="109809"/>
                </a:lnTo>
                <a:lnTo>
                  <a:pt x="590929" y="109586"/>
                </a:lnTo>
                <a:lnTo>
                  <a:pt x="591275" y="109359"/>
                </a:lnTo>
                <a:lnTo>
                  <a:pt x="591617" y="109127"/>
                </a:lnTo>
                <a:lnTo>
                  <a:pt x="591952" y="108890"/>
                </a:lnTo>
                <a:lnTo>
                  <a:pt x="592283" y="108648"/>
                </a:lnTo>
                <a:lnTo>
                  <a:pt x="592608" y="108402"/>
                </a:lnTo>
                <a:lnTo>
                  <a:pt x="592927" y="108151"/>
                </a:lnTo>
                <a:lnTo>
                  <a:pt x="593240" y="107897"/>
                </a:lnTo>
                <a:lnTo>
                  <a:pt x="593546" y="107639"/>
                </a:lnTo>
                <a:lnTo>
                  <a:pt x="593847" y="107377"/>
                </a:lnTo>
                <a:lnTo>
                  <a:pt x="594141" y="107111"/>
                </a:lnTo>
                <a:lnTo>
                  <a:pt x="594429" y="106841"/>
                </a:lnTo>
                <a:lnTo>
                  <a:pt x="594710" y="106568"/>
                </a:lnTo>
                <a:lnTo>
                  <a:pt x="594985" y="106290"/>
                </a:lnTo>
                <a:lnTo>
                  <a:pt x="595254" y="106009"/>
                </a:lnTo>
                <a:lnTo>
                  <a:pt x="595517" y="105724"/>
                </a:lnTo>
                <a:lnTo>
                  <a:pt x="595774" y="105435"/>
                </a:lnTo>
                <a:lnTo>
                  <a:pt x="596024" y="105142"/>
                </a:lnTo>
                <a:lnTo>
                  <a:pt x="596268" y="104846"/>
                </a:lnTo>
                <a:lnTo>
                  <a:pt x="596506" y="104545"/>
                </a:lnTo>
                <a:lnTo>
                  <a:pt x="596737" y="104241"/>
                </a:lnTo>
                <a:lnTo>
                  <a:pt x="596962" y="103933"/>
                </a:lnTo>
                <a:lnTo>
                  <a:pt x="597181" y="103621"/>
                </a:lnTo>
                <a:lnTo>
                  <a:pt x="597394" y="103305"/>
                </a:lnTo>
                <a:lnTo>
                  <a:pt x="597600" y="102985"/>
                </a:lnTo>
                <a:lnTo>
                  <a:pt x="597800" y="102662"/>
                </a:lnTo>
                <a:lnTo>
                  <a:pt x="597994" y="102335"/>
                </a:lnTo>
                <a:lnTo>
                  <a:pt x="598182" y="102004"/>
                </a:lnTo>
                <a:lnTo>
                  <a:pt x="598363" y="101669"/>
                </a:lnTo>
                <a:lnTo>
                  <a:pt x="598538" y="101330"/>
                </a:lnTo>
                <a:lnTo>
                  <a:pt x="598706" y="100988"/>
                </a:lnTo>
                <a:lnTo>
                  <a:pt x="598867" y="100643"/>
                </a:lnTo>
                <a:lnTo>
                  <a:pt x="599021" y="100294"/>
                </a:lnTo>
                <a:lnTo>
                  <a:pt x="599168" y="99943"/>
                </a:lnTo>
                <a:lnTo>
                  <a:pt x="599308" y="99590"/>
                </a:lnTo>
                <a:lnTo>
                  <a:pt x="599440" y="99233"/>
                </a:lnTo>
                <a:lnTo>
                  <a:pt x="599566" y="98873"/>
                </a:lnTo>
                <a:lnTo>
                  <a:pt x="599684" y="98510"/>
                </a:lnTo>
                <a:lnTo>
                  <a:pt x="599795" y="98144"/>
                </a:lnTo>
                <a:lnTo>
                  <a:pt x="599899" y="97776"/>
                </a:lnTo>
                <a:lnTo>
                  <a:pt x="599995" y="97404"/>
                </a:lnTo>
                <a:lnTo>
                  <a:pt x="600085" y="97030"/>
                </a:lnTo>
                <a:lnTo>
                  <a:pt x="600167" y="96652"/>
                </a:lnTo>
                <a:lnTo>
                  <a:pt x="600242" y="96272"/>
                </a:lnTo>
                <a:lnTo>
                  <a:pt x="600310" y="95888"/>
                </a:lnTo>
                <a:lnTo>
                  <a:pt x="600371" y="95502"/>
                </a:lnTo>
                <a:lnTo>
                  <a:pt x="600425" y="95113"/>
                </a:lnTo>
                <a:lnTo>
                  <a:pt x="600472" y="94720"/>
                </a:lnTo>
                <a:lnTo>
                  <a:pt x="600511" y="94325"/>
                </a:lnTo>
                <a:lnTo>
                  <a:pt x="600543" y="93927"/>
                </a:lnTo>
                <a:lnTo>
                  <a:pt x="600568" y="93526"/>
                </a:lnTo>
                <a:lnTo>
                  <a:pt x="600586" y="93122"/>
                </a:lnTo>
                <a:lnTo>
                  <a:pt x="600597" y="92715"/>
                </a:lnTo>
                <a:lnTo>
                  <a:pt x="600601" y="92306"/>
                </a:lnTo>
                <a:lnTo>
                  <a:pt x="600595" y="91781"/>
                </a:lnTo>
                <a:lnTo>
                  <a:pt x="600580" y="91263"/>
                </a:lnTo>
                <a:lnTo>
                  <a:pt x="600554" y="90752"/>
                </a:lnTo>
                <a:lnTo>
                  <a:pt x="600518" y="90247"/>
                </a:lnTo>
                <a:lnTo>
                  <a:pt x="600471" y="89749"/>
                </a:lnTo>
                <a:lnTo>
                  <a:pt x="600414" y="89258"/>
                </a:lnTo>
                <a:lnTo>
                  <a:pt x="600347" y="88773"/>
                </a:lnTo>
                <a:lnTo>
                  <a:pt x="600269" y="88295"/>
                </a:lnTo>
                <a:lnTo>
                  <a:pt x="600181" y="87823"/>
                </a:lnTo>
                <a:lnTo>
                  <a:pt x="600083" y="87359"/>
                </a:lnTo>
                <a:lnTo>
                  <a:pt x="599974" y="86900"/>
                </a:lnTo>
                <a:lnTo>
                  <a:pt x="599855" y="86449"/>
                </a:lnTo>
                <a:lnTo>
                  <a:pt x="599725" y="86004"/>
                </a:lnTo>
                <a:lnTo>
                  <a:pt x="599585" y="85566"/>
                </a:lnTo>
                <a:lnTo>
                  <a:pt x="599435" y="85134"/>
                </a:lnTo>
                <a:lnTo>
                  <a:pt x="599275" y="84710"/>
                </a:lnTo>
                <a:lnTo>
                  <a:pt x="599104" y="84291"/>
                </a:lnTo>
                <a:lnTo>
                  <a:pt x="598922" y="83880"/>
                </a:lnTo>
                <a:lnTo>
                  <a:pt x="598731" y="83475"/>
                </a:lnTo>
                <a:lnTo>
                  <a:pt x="598529" y="83077"/>
                </a:lnTo>
                <a:lnTo>
                  <a:pt x="598316" y="82685"/>
                </a:lnTo>
                <a:lnTo>
                  <a:pt x="598094" y="82300"/>
                </a:lnTo>
                <a:lnTo>
                  <a:pt x="597860" y="81922"/>
                </a:lnTo>
                <a:lnTo>
                  <a:pt x="597617" y="81550"/>
                </a:lnTo>
                <a:lnTo>
                  <a:pt x="597363" y="81184"/>
                </a:lnTo>
                <a:lnTo>
                  <a:pt x="597098" y="80823"/>
                </a:lnTo>
                <a:lnTo>
                  <a:pt x="596822" y="80466"/>
                </a:lnTo>
                <a:lnTo>
                  <a:pt x="596534" y="80115"/>
                </a:lnTo>
                <a:lnTo>
                  <a:pt x="596236" y="79768"/>
                </a:lnTo>
                <a:lnTo>
                  <a:pt x="595927" y="79425"/>
                </a:lnTo>
                <a:lnTo>
                  <a:pt x="595607" y="79088"/>
                </a:lnTo>
                <a:lnTo>
                  <a:pt x="595276" y="78755"/>
                </a:lnTo>
                <a:lnTo>
                  <a:pt x="594934" y="78427"/>
                </a:lnTo>
                <a:lnTo>
                  <a:pt x="594581" y="78103"/>
                </a:lnTo>
                <a:lnTo>
                  <a:pt x="594217" y="77785"/>
                </a:lnTo>
                <a:lnTo>
                  <a:pt x="593842" y="77471"/>
                </a:lnTo>
                <a:lnTo>
                  <a:pt x="593455" y="77162"/>
                </a:lnTo>
                <a:lnTo>
                  <a:pt x="593058" y="76857"/>
                </a:lnTo>
                <a:lnTo>
                  <a:pt x="592650" y="76557"/>
                </a:lnTo>
                <a:lnTo>
                  <a:pt x="592231" y="76262"/>
                </a:lnTo>
                <a:lnTo>
                  <a:pt x="591801" y="75972"/>
                </a:lnTo>
                <a:lnTo>
                  <a:pt x="591360" y="75687"/>
                </a:lnTo>
                <a:lnTo>
                  <a:pt x="590908" y="75406"/>
                </a:lnTo>
                <a:lnTo>
                  <a:pt x="590445" y="75130"/>
                </a:lnTo>
                <a:lnTo>
                  <a:pt x="589971" y="74858"/>
                </a:lnTo>
                <a:lnTo>
                  <a:pt x="589485" y="74592"/>
                </a:lnTo>
                <a:lnTo>
                  <a:pt x="588989" y="74330"/>
                </a:lnTo>
                <a:lnTo>
                  <a:pt x="588482" y="74073"/>
                </a:lnTo>
                <a:lnTo>
                  <a:pt x="587964" y="73820"/>
                </a:lnTo>
                <a:lnTo>
                  <a:pt x="587433" y="73569"/>
                </a:lnTo>
                <a:lnTo>
                  <a:pt x="586890" y="73322"/>
                </a:lnTo>
                <a:lnTo>
                  <a:pt x="586335" y="73077"/>
                </a:lnTo>
                <a:lnTo>
                  <a:pt x="585767" y="72836"/>
                </a:lnTo>
                <a:lnTo>
                  <a:pt x="585188" y="72597"/>
                </a:lnTo>
                <a:lnTo>
                  <a:pt x="584596" y="72362"/>
                </a:lnTo>
                <a:lnTo>
                  <a:pt x="583993" y="72129"/>
                </a:lnTo>
                <a:lnTo>
                  <a:pt x="583377" y="71899"/>
                </a:lnTo>
                <a:lnTo>
                  <a:pt x="582749" y="71672"/>
                </a:lnTo>
                <a:lnTo>
                  <a:pt x="582108" y="71448"/>
                </a:lnTo>
                <a:lnTo>
                  <a:pt x="581456" y="71227"/>
                </a:lnTo>
                <a:lnTo>
                  <a:pt x="580792" y="71009"/>
                </a:lnTo>
                <a:lnTo>
                  <a:pt x="580115" y="70794"/>
                </a:lnTo>
                <a:lnTo>
                  <a:pt x="579426" y="70582"/>
                </a:lnTo>
                <a:lnTo>
                  <a:pt x="578725" y="70373"/>
                </a:lnTo>
                <a:lnTo>
                  <a:pt x="578012" y="70167"/>
                </a:lnTo>
                <a:lnTo>
                  <a:pt x="577287" y="69964"/>
                </a:lnTo>
                <a:lnTo>
                  <a:pt x="576550" y="69763"/>
                </a:lnTo>
                <a:lnTo>
                  <a:pt x="575800" y="69566"/>
                </a:lnTo>
                <a:lnTo>
                  <a:pt x="575038" y="69371"/>
                </a:lnTo>
                <a:lnTo>
                  <a:pt x="574265" y="69180"/>
                </a:lnTo>
                <a:lnTo>
                  <a:pt x="573479" y="68991"/>
                </a:lnTo>
                <a:lnTo>
                  <a:pt x="572680" y="68806"/>
                </a:lnTo>
                <a:lnTo>
                  <a:pt x="572132" y="68683"/>
                </a:lnTo>
                <a:lnTo>
                  <a:pt x="571592" y="68559"/>
                </a:lnTo>
                <a:lnTo>
                  <a:pt x="571061" y="68435"/>
                </a:lnTo>
                <a:lnTo>
                  <a:pt x="570538" y="68310"/>
                </a:lnTo>
                <a:lnTo>
                  <a:pt x="570023" y="68185"/>
                </a:lnTo>
                <a:lnTo>
                  <a:pt x="569517" y="68060"/>
                </a:lnTo>
                <a:lnTo>
                  <a:pt x="569020" y="67934"/>
                </a:lnTo>
                <a:lnTo>
                  <a:pt x="568531" y="67807"/>
                </a:lnTo>
                <a:lnTo>
                  <a:pt x="568050" y="67680"/>
                </a:lnTo>
                <a:lnTo>
                  <a:pt x="567577" y="67552"/>
                </a:lnTo>
                <a:lnTo>
                  <a:pt x="567114" y="67424"/>
                </a:lnTo>
                <a:lnTo>
                  <a:pt x="566658" y="67295"/>
                </a:lnTo>
                <a:lnTo>
                  <a:pt x="566211" y="67166"/>
                </a:lnTo>
                <a:lnTo>
                  <a:pt x="565773" y="67037"/>
                </a:lnTo>
                <a:lnTo>
                  <a:pt x="565343" y="66906"/>
                </a:lnTo>
                <a:lnTo>
                  <a:pt x="564921" y="66776"/>
                </a:lnTo>
                <a:lnTo>
                  <a:pt x="564508" y="66644"/>
                </a:lnTo>
                <a:lnTo>
                  <a:pt x="564103" y="66513"/>
                </a:lnTo>
                <a:lnTo>
                  <a:pt x="563706" y="66380"/>
                </a:lnTo>
                <a:lnTo>
                  <a:pt x="563319" y="66248"/>
                </a:lnTo>
                <a:lnTo>
                  <a:pt x="562939" y="66114"/>
                </a:lnTo>
                <a:lnTo>
                  <a:pt x="562568" y="65981"/>
                </a:lnTo>
                <a:lnTo>
                  <a:pt x="562205" y="65846"/>
                </a:lnTo>
                <a:lnTo>
                  <a:pt x="561851" y="65712"/>
                </a:lnTo>
                <a:lnTo>
                  <a:pt x="561505" y="65576"/>
                </a:lnTo>
                <a:lnTo>
                  <a:pt x="561165" y="65440"/>
                </a:lnTo>
                <a:lnTo>
                  <a:pt x="560832" y="65303"/>
                </a:lnTo>
                <a:lnTo>
                  <a:pt x="560505" y="65165"/>
                </a:lnTo>
                <a:lnTo>
                  <a:pt x="560185" y="65027"/>
                </a:lnTo>
                <a:lnTo>
                  <a:pt x="559872" y="64887"/>
                </a:lnTo>
                <a:lnTo>
                  <a:pt x="559565" y="64747"/>
                </a:lnTo>
                <a:lnTo>
                  <a:pt x="559265" y="64607"/>
                </a:lnTo>
                <a:lnTo>
                  <a:pt x="558971" y="64465"/>
                </a:lnTo>
                <a:lnTo>
                  <a:pt x="558685" y="64323"/>
                </a:lnTo>
                <a:lnTo>
                  <a:pt x="558405" y="64179"/>
                </a:lnTo>
                <a:lnTo>
                  <a:pt x="558131" y="64036"/>
                </a:lnTo>
                <a:lnTo>
                  <a:pt x="557864" y="63891"/>
                </a:lnTo>
                <a:lnTo>
                  <a:pt x="557604" y="63746"/>
                </a:lnTo>
                <a:lnTo>
                  <a:pt x="557351" y="63599"/>
                </a:lnTo>
                <a:lnTo>
                  <a:pt x="557104" y="63452"/>
                </a:lnTo>
                <a:lnTo>
                  <a:pt x="556864" y="63305"/>
                </a:lnTo>
                <a:lnTo>
                  <a:pt x="556630" y="63156"/>
                </a:lnTo>
                <a:lnTo>
                  <a:pt x="556403" y="63007"/>
                </a:lnTo>
                <a:lnTo>
                  <a:pt x="556183" y="62857"/>
                </a:lnTo>
                <a:lnTo>
                  <a:pt x="555969" y="62706"/>
                </a:lnTo>
                <a:lnTo>
                  <a:pt x="555763" y="62555"/>
                </a:lnTo>
                <a:lnTo>
                  <a:pt x="555562" y="62402"/>
                </a:lnTo>
                <a:lnTo>
                  <a:pt x="555369" y="62249"/>
                </a:lnTo>
                <a:lnTo>
                  <a:pt x="555181" y="62095"/>
                </a:lnTo>
                <a:lnTo>
                  <a:pt x="554998" y="61940"/>
                </a:lnTo>
                <a:lnTo>
                  <a:pt x="554821" y="61784"/>
                </a:lnTo>
                <a:lnTo>
                  <a:pt x="554648" y="61626"/>
                </a:lnTo>
                <a:lnTo>
                  <a:pt x="554481" y="61467"/>
                </a:lnTo>
                <a:lnTo>
                  <a:pt x="554319" y="61308"/>
                </a:lnTo>
                <a:lnTo>
                  <a:pt x="554162" y="61147"/>
                </a:lnTo>
                <a:lnTo>
                  <a:pt x="554010" y="60985"/>
                </a:lnTo>
                <a:lnTo>
                  <a:pt x="553863" y="60821"/>
                </a:lnTo>
                <a:lnTo>
                  <a:pt x="553721" y="60657"/>
                </a:lnTo>
                <a:lnTo>
                  <a:pt x="553585" y="60491"/>
                </a:lnTo>
                <a:lnTo>
                  <a:pt x="553453" y="60325"/>
                </a:lnTo>
                <a:lnTo>
                  <a:pt x="553327" y="60157"/>
                </a:lnTo>
                <a:lnTo>
                  <a:pt x="553206" y="59988"/>
                </a:lnTo>
                <a:lnTo>
                  <a:pt x="553090" y="59818"/>
                </a:lnTo>
                <a:lnTo>
                  <a:pt x="552978" y="59646"/>
                </a:lnTo>
                <a:lnTo>
                  <a:pt x="552873" y="59474"/>
                </a:lnTo>
                <a:lnTo>
                  <a:pt x="552772" y="59300"/>
                </a:lnTo>
                <a:lnTo>
                  <a:pt x="552676" y="59125"/>
                </a:lnTo>
                <a:lnTo>
                  <a:pt x="552586" y="58949"/>
                </a:lnTo>
                <a:lnTo>
                  <a:pt x="552500" y="58772"/>
                </a:lnTo>
                <a:lnTo>
                  <a:pt x="552420" y="58594"/>
                </a:lnTo>
                <a:lnTo>
                  <a:pt x="552345" y="58415"/>
                </a:lnTo>
                <a:lnTo>
                  <a:pt x="552275" y="58234"/>
                </a:lnTo>
                <a:lnTo>
                  <a:pt x="552208" y="58052"/>
                </a:lnTo>
                <a:lnTo>
                  <a:pt x="552145" y="57869"/>
                </a:lnTo>
                <a:lnTo>
                  <a:pt x="552085" y="57684"/>
                </a:lnTo>
                <a:lnTo>
                  <a:pt x="552027" y="57497"/>
                </a:lnTo>
                <a:lnTo>
                  <a:pt x="551972" y="57308"/>
                </a:lnTo>
                <a:lnTo>
                  <a:pt x="551920" y="57118"/>
                </a:lnTo>
                <a:lnTo>
                  <a:pt x="551871" y="56926"/>
                </a:lnTo>
                <a:lnTo>
                  <a:pt x="551824" y="56732"/>
                </a:lnTo>
                <a:lnTo>
                  <a:pt x="551781" y="56537"/>
                </a:lnTo>
                <a:lnTo>
                  <a:pt x="551740" y="56340"/>
                </a:lnTo>
                <a:lnTo>
                  <a:pt x="551702" y="56142"/>
                </a:lnTo>
                <a:lnTo>
                  <a:pt x="551667" y="55941"/>
                </a:lnTo>
                <a:lnTo>
                  <a:pt x="551634" y="55739"/>
                </a:lnTo>
                <a:lnTo>
                  <a:pt x="551605" y="55536"/>
                </a:lnTo>
                <a:lnTo>
                  <a:pt x="551578" y="55331"/>
                </a:lnTo>
                <a:lnTo>
                  <a:pt x="551554" y="55124"/>
                </a:lnTo>
                <a:lnTo>
                  <a:pt x="551533" y="54915"/>
                </a:lnTo>
                <a:lnTo>
                  <a:pt x="551515" y="54705"/>
                </a:lnTo>
                <a:lnTo>
                  <a:pt x="551499" y="54493"/>
                </a:lnTo>
                <a:lnTo>
                  <a:pt x="551487" y="54280"/>
                </a:lnTo>
                <a:lnTo>
                  <a:pt x="551477" y="54065"/>
                </a:lnTo>
                <a:lnTo>
                  <a:pt x="551470" y="53848"/>
                </a:lnTo>
                <a:lnTo>
                  <a:pt x="551466" y="53629"/>
                </a:lnTo>
                <a:lnTo>
                  <a:pt x="551464" y="53409"/>
                </a:lnTo>
                <a:lnTo>
                  <a:pt x="551468" y="53127"/>
                </a:lnTo>
                <a:lnTo>
                  <a:pt x="551478" y="52846"/>
                </a:lnTo>
                <a:lnTo>
                  <a:pt x="551495" y="52565"/>
                </a:lnTo>
                <a:lnTo>
                  <a:pt x="551518" y="52286"/>
                </a:lnTo>
                <a:lnTo>
                  <a:pt x="551549" y="52007"/>
                </a:lnTo>
                <a:lnTo>
                  <a:pt x="551586" y="51729"/>
                </a:lnTo>
                <a:lnTo>
                  <a:pt x="551630" y="51451"/>
                </a:lnTo>
                <a:lnTo>
                  <a:pt x="551681" y="51174"/>
                </a:lnTo>
                <a:lnTo>
                  <a:pt x="551739" y="50899"/>
                </a:lnTo>
                <a:lnTo>
                  <a:pt x="551803" y="50623"/>
                </a:lnTo>
                <a:lnTo>
                  <a:pt x="551874" y="50349"/>
                </a:lnTo>
                <a:lnTo>
                  <a:pt x="551952" y="50076"/>
                </a:lnTo>
                <a:lnTo>
                  <a:pt x="552037" y="49803"/>
                </a:lnTo>
                <a:lnTo>
                  <a:pt x="552128" y="49531"/>
                </a:lnTo>
                <a:lnTo>
                  <a:pt x="552227" y="49259"/>
                </a:lnTo>
                <a:lnTo>
                  <a:pt x="552332" y="48989"/>
                </a:lnTo>
                <a:lnTo>
                  <a:pt x="552444" y="48719"/>
                </a:lnTo>
                <a:lnTo>
                  <a:pt x="552562" y="48450"/>
                </a:lnTo>
                <a:lnTo>
                  <a:pt x="552688" y="48182"/>
                </a:lnTo>
                <a:lnTo>
                  <a:pt x="552820" y="47915"/>
                </a:lnTo>
                <a:lnTo>
                  <a:pt x="552959" y="47648"/>
                </a:lnTo>
                <a:lnTo>
                  <a:pt x="553105" y="47382"/>
                </a:lnTo>
                <a:lnTo>
                  <a:pt x="553257" y="47117"/>
                </a:lnTo>
                <a:lnTo>
                  <a:pt x="553416" y="46853"/>
                </a:lnTo>
                <a:lnTo>
                  <a:pt x="553583" y="46591"/>
                </a:lnTo>
                <a:lnTo>
                  <a:pt x="553758" y="46332"/>
                </a:lnTo>
                <a:lnTo>
                  <a:pt x="553940" y="46078"/>
                </a:lnTo>
                <a:lnTo>
                  <a:pt x="554131" y="45827"/>
                </a:lnTo>
                <a:lnTo>
                  <a:pt x="554329" y="45581"/>
                </a:lnTo>
                <a:lnTo>
                  <a:pt x="554535" y="45338"/>
                </a:lnTo>
                <a:lnTo>
                  <a:pt x="554749" y="45099"/>
                </a:lnTo>
                <a:lnTo>
                  <a:pt x="554972" y="44864"/>
                </a:lnTo>
                <a:lnTo>
                  <a:pt x="555202" y="44632"/>
                </a:lnTo>
                <a:lnTo>
                  <a:pt x="555440" y="44405"/>
                </a:lnTo>
                <a:lnTo>
                  <a:pt x="555686" y="44181"/>
                </a:lnTo>
                <a:lnTo>
                  <a:pt x="555940" y="43961"/>
                </a:lnTo>
                <a:lnTo>
                  <a:pt x="556201" y="43745"/>
                </a:lnTo>
                <a:lnTo>
                  <a:pt x="556471" y="43533"/>
                </a:lnTo>
                <a:lnTo>
                  <a:pt x="556749" y="43325"/>
                </a:lnTo>
                <a:lnTo>
                  <a:pt x="557034" y="43120"/>
                </a:lnTo>
                <a:lnTo>
                  <a:pt x="557328" y="42919"/>
                </a:lnTo>
                <a:lnTo>
                  <a:pt x="557629" y="42723"/>
                </a:lnTo>
                <a:lnTo>
                  <a:pt x="557939" y="42530"/>
                </a:lnTo>
                <a:lnTo>
                  <a:pt x="558256" y="42340"/>
                </a:lnTo>
                <a:lnTo>
                  <a:pt x="558581" y="42155"/>
                </a:lnTo>
                <a:lnTo>
                  <a:pt x="558914" y="41974"/>
                </a:lnTo>
                <a:lnTo>
                  <a:pt x="559255" y="41796"/>
                </a:lnTo>
                <a:lnTo>
                  <a:pt x="559604" y="41622"/>
                </a:lnTo>
                <a:lnTo>
                  <a:pt x="559962" y="41454"/>
                </a:lnTo>
                <a:lnTo>
                  <a:pt x="560329" y="41293"/>
                </a:lnTo>
                <a:lnTo>
                  <a:pt x="560704" y="41139"/>
                </a:lnTo>
                <a:lnTo>
                  <a:pt x="561089" y="40992"/>
                </a:lnTo>
                <a:lnTo>
                  <a:pt x="561483" y="40852"/>
                </a:lnTo>
                <a:lnTo>
                  <a:pt x="561886" y="40720"/>
                </a:lnTo>
                <a:lnTo>
                  <a:pt x="562298" y="40594"/>
                </a:lnTo>
                <a:lnTo>
                  <a:pt x="562719" y="40476"/>
                </a:lnTo>
                <a:lnTo>
                  <a:pt x="563149" y="40365"/>
                </a:lnTo>
                <a:lnTo>
                  <a:pt x="563588" y="40261"/>
                </a:lnTo>
                <a:lnTo>
                  <a:pt x="564037" y="40165"/>
                </a:lnTo>
                <a:lnTo>
                  <a:pt x="564494" y="40075"/>
                </a:lnTo>
                <a:lnTo>
                  <a:pt x="564961" y="39993"/>
                </a:lnTo>
                <a:lnTo>
                  <a:pt x="565436" y="39918"/>
                </a:lnTo>
                <a:lnTo>
                  <a:pt x="565921" y="39850"/>
                </a:lnTo>
                <a:lnTo>
                  <a:pt x="566415" y="39789"/>
                </a:lnTo>
                <a:lnTo>
                  <a:pt x="566917" y="39735"/>
                </a:lnTo>
                <a:lnTo>
                  <a:pt x="567429" y="39688"/>
                </a:lnTo>
                <a:lnTo>
                  <a:pt x="567950" y="39649"/>
                </a:lnTo>
                <a:lnTo>
                  <a:pt x="568480" y="39617"/>
                </a:lnTo>
                <a:lnTo>
                  <a:pt x="569020" y="39592"/>
                </a:lnTo>
                <a:lnTo>
                  <a:pt x="569568" y="39574"/>
                </a:lnTo>
                <a:lnTo>
                  <a:pt x="570125" y="39563"/>
                </a:lnTo>
                <a:lnTo>
                  <a:pt x="570691" y="39560"/>
                </a:lnTo>
                <a:lnTo>
                  <a:pt x="571240" y="39564"/>
                </a:lnTo>
                <a:lnTo>
                  <a:pt x="571782" y="39576"/>
                </a:lnTo>
                <a:lnTo>
                  <a:pt x="572317" y="39596"/>
                </a:lnTo>
                <a:lnTo>
                  <a:pt x="572845" y="39625"/>
                </a:lnTo>
                <a:lnTo>
                  <a:pt x="573366" y="39662"/>
                </a:lnTo>
                <a:lnTo>
                  <a:pt x="573880" y="39707"/>
                </a:lnTo>
                <a:lnTo>
                  <a:pt x="574387" y="39760"/>
                </a:lnTo>
                <a:lnTo>
                  <a:pt x="574886" y="39821"/>
                </a:lnTo>
                <a:lnTo>
                  <a:pt x="575379" y="39891"/>
                </a:lnTo>
                <a:lnTo>
                  <a:pt x="575865" y="39969"/>
                </a:lnTo>
                <a:lnTo>
                  <a:pt x="576343" y="40055"/>
                </a:lnTo>
                <a:lnTo>
                  <a:pt x="576815" y="40149"/>
                </a:lnTo>
                <a:lnTo>
                  <a:pt x="577280" y="40251"/>
                </a:lnTo>
                <a:lnTo>
                  <a:pt x="577737" y="40362"/>
                </a:lnTo>
                <a:lnTo>
                  <a:pt x="578188" y="40480"/>
                </a:lnTo>
                <a:lnTo>
                  <a:pt x="578631" y="40607"/>
                </a:lnTo>
                <a:lnTo>
                  <a:pt x="579068" y="40742"/>
                </a:lnTo>
                <a:lnTo>
                  <a:pt x="579497" y="40886"/>
                </a:lnTo>
                <a:lnTo>
                  <a:pt x="579919" y="41037"/>
                </a:lnTo>
                <a:lnTo>
                  <a:pt x="580335" y="41197"/>
                </a:lnTo>
                <a:lnTo>
                  <a:pt x="580743" y="41364"/>
                </a:lnTo>
                <a:lnTo>
                  <a:pt x="581144" y="41540"/>
                </a:lnTo>
                <a:lnTo>
                  <a:pt x="581539" y="41725"/>
                </a:lnTo>
                <a:lnTo>
                  <a:pt x="581926" y="41917"/>
                </a:lnTo>
                <a:lnTo>
                  <a:pt x="582306" y="42116"/>
                </a:lnTo>
                <a:lnTo>
                  <a:pt x="582678" y="42319"/>
                </a:lnTo>
                <a:lnTo>
                  <a:pt x="583042" y="42527"/>
                </a:lnTo>
                <a:lnTo>
                  <a:pt x="583399" y="42740"/>
                </a:lnTo>
                <a:lnTo>
                  <a:pt x="583748" y="42957"/>
                </a:lnTo>
                <a:lnTo>
                  <a:pt x="584090" y="43178"/>
                </a:lnTo>
                <a:lnTo>
                  <a:pt x="584424" y="43405"/>
                </a:lnTo>
                <a:lnTo>
                  <a:pt x="584750" y="43636"/>
                </a:lnTo>
                <a:lnTo>
                  <a:pt x="585068" y="43871"/>
                </a:lnTo>
                <a:lnTo>
                  <a:pt x="585379" y="44112"/>
                </a:lnTo>
                <a:lnTo>
                  <a:pt x="585682" y="44356"/>
                </a:lnTo>
                <a:lnTo>
                  <a:pt x="585978" y="44606"/>
                </a:lnTo>
                <a:lnTo>
                  <a:pt x="586265" y="44860"/>
                </a:lnTo>
                <a:lnTo>
                  <a:pt x="586545" y="45118"/>
                </a:lnTo>
                <a:lnTo>
                  <a:pt x="586818" y="45382"/>
                </a:lnTo>
                <a:lnTo>
                  <a:pt x="587083" y="45649"/>
                </a:lnTo>
                <a:lnTo>
                  <a:pt x="587340" y="45922"/>
                </a:lnTo>
                <a:lnTo>
                  <a:pt x="587589" y="46199"/>
                </a:lnTo>
                <a:lnTo>
                  <a:pt x="587831" y="46480"/>
                </a:lnTo>
                <a:lnTo>
                  <a:pt x="588065" y="46767"/>
                </a:lnTo>
                <a:lnTo>
                  <a:pt x="588291" y="47058"/>
                </a:lnTo>
                <a:lnTo>
                  <a:pt x="588510" y="47353"/>
                </a:lnTo>
                <a:lnTo>
                  <a:pt x="588721" y="47653"/>
                </a:lnTo>
                <a:lnTo>
                  <a:pt x="588924" y="47958"/>
                </a:lnTo>
                <a:lnTo>
                  <a:pt x="589120" y="48265"/>
                </a:lnTo>
                <a:lnTo>
                  <a:pt x="589307" y="48575"/>
                </a:lnTo>
                <a:lnTo>
                  <a:pt x="589485" y="48885"/>
                </a:lnTo>
                <a:lnTo>
                  <a:pt x="589656" y="49198"/>
                </a:lnTo>
                <a:lnTo>
                  <a:pt x="589818" y="49512"/>
                </a:lnTo>
                <a:lnTo>
                  <a:pt x="589972" y="49827"/>
                </a:lnTo>
                <a:lnTo>
                  <a:pt x="590117" y="50144"/>
                </a:lnTo>
                <a:lnTo>
                  <a:pt x="590254" y="50462"/>
                </a:lnTo>
                <a:lnTo>
                  <a:pt x="590383" y="50782"/>
                </a:lnTo>
                <a:lnTo>
                  <a:pt x="590504" y="51104"/>
                </a:lnTo>
                <a:lnTo>
                  <a:pt x="590616" y="51427"/>
                </a:lnTo>
                <a:lnTo>
                  <a:pt x="590720" y="51752"/>
                </a:lnTo>
                <a:lnTo>
                  <a:pt x="590815" y="52078"/>
                </a:lnTo>
                <a:lnTo>
                  <a:pt x="590903" y="52405"/>
                </a:lnTo>
                <a:lnTo>
                  <a:pt x="590982" y="52735"/>
                </a:lnTo>
                <a:lnTo>
                  <a:pt x="591052" y="53065"/>
                </a:lnTo>
                <a:lnTo>
                  <a:pt x="591115" y="53398"/>
                </a:lnTo>
                <a:lnTo>
                  <a:pt x="591169" y="53731"/>
                </a:lnTo>
                <a:lnTo>
                  <a:pt x="591215" y="54067"/>
                </a:lnTo>
                <a:lnTo>
                  <a:pt x="591252" y="54404"/>
                </a:lnTo>
                <a:lnTo>
                  <a:pt x="591281" y="54742"/>
                </a:lnTo>
                <a:lnTo>
                  <a:pt x="591302" y="55082"/>
                </a:lnTo>
                <a:lnTo>
                  <a:pt x="591314" y="55423"/>
                </a:lnTo>
                <a:lnTo>
                  <a:pt x="591318" y="55766"/>
                </a:lnTo>
                <a:lnTo>
                  <a:pt x="600159" y="55766"/>
                </a:lnTo>
                <a:lnTo>
                  <a:pt x="600152" y="55204"/>
                </a:lnTo>
                <a:lnTo>
                  <a:pt x="600134" y="54647"/>
                </a:lnTo>
                <a:lnTo>
                  <a:pt x="600103" y="54094"/>
                </a:lnTo>
                <a:lnTo>
                  <a:pt x="600060" y="53546"/>
                </a:lnTo>
                <a:lnTo>
                  <a:pt x="600005" y="53003"/>
                </a:lnTo>
                <a:lnTo>
                  <a:pt x="599938" y="52465"/>
                </a:lnTo>
                <a:lnTo>
                  <a:pt x="599858" y="51932"/>
                </a:lnTo>
                <a:lnTo>
                  <a:pt x="599766" y="51404"/>
                </a:lnTo>
                <a:lnTo>
                  <a:pt x="599661" y="50880"/>
                </a:lnTo>
                <a:lnTo>
                  <a:pt x="599545" y="50362"/>
                </a:lnTo>
                <a:lnTo>
                  <a:pt x="599416" y="49848"/>
                </a:lnTo>
                <a:lnTo>
                  <a:pt x="599275" y="49339"/>
                </a:lnTo>
                <a:lnTo>
                  <a:pt x="599121" y="48835"/>
                </a:lnTo>
                <a:lnTo>
                  <a:pt x="598955" y="48336"/>
                </a:lnTo>
                <a:lnTo>
                  <a:pt x="598777" y="47841"/>
                </a:lnTo>
                <a:lnTo>
                  <a:pt x="598587" y="47352"/>
                </a:lnTo>
                <a:lnTo>
                  <a:pt x="598384" y="46867"/>
                </a:lnTo>
                <a:lnTo>
                  <a:pt x="598170" y="46388"/>
                </a:lnTo>
                <a:lnTo>
                  <a:pt x="597942" y="45913"/>
                </a:lnTo>
                <a:lnTo>
                  <a:pt x="597703" y="45443"/>
                </a:lnTo>
                <a:lnTo>
                  <a:pt x="597451" y="44978"/>
                </a:lnTo>
                <a:lnTo>
                  <a:pt x="597187" y="44517"/>
                </a:lnTo>
                <a:lnTo>
                  <a:pt x="596911" y="44062"/>
                </a:lnTo>
                <a:lnTo>
                  <a:pt x="596622" y="43611"/>
                </a:lnTo>
                <a:lnTo>
                  <a:pt x="596323" y="43167"/>
                </a:lnTo>
                <a:lnTo>
                  <a:pt x="596012" y="42731"/>
                </a:lnTo>
                <a:lnTo>
                  <a:pt x="595691" y="42302"/>
                </a:lnTo>
                <a:lnTo>
                  <a:pt x="595360" y="41881"/>
                </a:lnTo>
                <a:lnTo>
                  <a:pt x="595018" y="41468"/>
                </a:lnTo>
                <a:lnTo>
                  <a:pt x="594666" y="41063"/>
                </a:lnTo>
                <a:lnTo>
                  <a:pt x="594303" y="40665"/>
                </a:lnTo>
                <a:lnTo>
                  <a:pt x="593930" y="40276"/>
                </a:lnTo>
                <a:lnTo>
                  <a:pt x="593546" y="39894"/>
                </a:lnTo>
                <a:lnTo>
                  <a:pt x="593151" y="39520"/>
                </a:lnTo>
                <a:lnTo>
                  <a:pt x="592747" y="39154"/>
                </a:lnTo>
                <a:lnTo>
                  <a:pt x="592331" y="38795"/>
                </a:lnTo>
                <a:lnTo>
                  <a:pt x="591906" y="38445"/>
                </a:lnTo>
                <a:lnTo>
                  <a:pt x="591469" y="38102"/>
                </a:lnTo>
                <a:lnTo>
                  <a:pt x="591023" y="37767"/>
                </a:lnTo>
                <a:lnTo>
                  <a:pt x="590565" y="37440"/>
                </a:lnTo>
                <a:lnTo>
                  <a:pt x="590098" y="37120"/>
                </a:lnTo>
                <a:lnTo>
                  <a:pt x="589619" y="36809"/>
                </a:lnTo>
                <a:lnTo>
                  <a:pt x="589131" y="36505"/>
                </a:lnTo>
                <a:lnTo>
                  <a:pt x="588632" y="36209"/>
                </a:lnTo>
                <a:lnTo>
                  <a:pt x="588122" y="35920"/>
                </a:lnTo>
                <a:lnTo>
                  <a:pt x="587602" y="35640"/>
                </a:lnTo>
                <a:lnTo>
                  <a:pt x="587071" y="35367"/>
                </a:lnTo>
                <a:lnTo>
                  <a:pt x="586530" y="35103"/>
                </a:lnTo>
                <a:lnTo>
                  <a:pt x="585979" y="34847"/>
                </a:lnTo>
                <a:lnTo>
                  <a:pt x="585418" y="34603"/>
                </a:lnTo>
                <a:lnTo>
                  <a:pt x="584848" y="34369"/>
                </a:lnTo>
                <a:lnTo>
                  <a:pt x="584269" y="34146"/>
                </a:lnTo>
                <a:lnTo>
                  <a:pt x="583680" y="33934"/>
                </a:lnTo>
                <a:lnTo>
                  <a:pt x="583081" y="33733"/>
                </a:lnTo>
                <a:lnTo>
                  <a:pt x="582474" y="33543"/>
                </a:lnTo>
                <a:lnTo>
                  <a:pt x="581856" y="33363"/>
                </a:lnTo>
                <a:lnTo>
                  <a:pt x="581229" y="33195"/>
                </a:lnTo>
                <a:lnTo>
                  <a:pt x="580593" y="33037"/>
                </a:lnTo>
                <a:lnTo>
                  <a:pt x="579947" y="32890"/>
                </a:lnTo>
                <a:lnTo>
                  <a:pt x="579292" y="32754"/>
                </a:lnTo>
                <a:lnTo>
                  <a:pt x="578628" y="32629"/>
                </a:lnTo>
                <a:lnTo>
                  <a:pt x="577953" y="32515"/>
                </a:lnTo>
                <a:lnTo>
                  <a:pt x="577270" y="32412"/>
                </a:lnTo>
                <a:lnTo>
                  <a:pt x="576577" y="32320"/>
                </a:lnTo>
                <a:lnTo>
                  <a:pt x="575874" y="32238"/>
                </a:lnTo>
                <a:lnTo>
                  <a:pt x="575162" y="32167"/>
                </a:lnTo>
                <a:lnTo>
                  <a:pt x="574441" y="32108"/>
                </a:lnTo>
                <a:lnTo>
                  <a:pt x="573710" y="32059"/>
                </a:lnTo>
                <a:lnTo>
                  <a:pt x="572969" y="32021"/>
                </a:lnTo>
                <a:lnTo>
                  <a:pt x="572220" y="31994"/>
                </a:lnTo>
                <a:lnTo>
                  <a:pt x="571460" y="31977"/>
                </a:lnTo>
                <a:lnTo>
                  <a:pt x="570691" y="31972"/>
                </a:lnTo>
                <a:lnTo>
                  <a:pt x="570153" y="31975"/>
                </a:lnTo>
                <a:lnTo>
                  <a:pt x="569620" y="31984"/>
                </a:lnTo>
                <a:lnTo>
                  <a:pt x="569091" y="31998"/>
                </a:lnTo>
                <a:lnTo>
                  <a:pt x="568566" y="32019"/>
                </a:lnTo>
                <a:lnTo>
                  <a:pt x="568046" y="32045"/>
                </a:lnTo>
                <a:lnTo>
                  <a:pt x="567531" y="32078"/>
                </a:lnTo>
                <a:lnTo>
                  <a:pt x="567020" y="32116"/>
                </a:lnTo>
                <a:lnTo>
                  <a:pt x="566513" y="32160"/>
                </a:lnTo>
                <a:lnTo>
                  <a:pt x="566011" y="32210"/>
                </a:lnTo>
                <a:lnTo>
                  <a:pt x="565513" y="32266"/>
                </a:lnTo>
                <a:lnTo>
                  <a:pt x="565020" y="32328"/>
                </a:lnTo>
                <a:lnTo>
                  <a:pt x="564531" y="32395"/>
                </a:lnTo>
                <a:lnTo>
                  <a:pt x="564047" y="32469"/>
                </a:lnTo>
                <a:lnTo>
                  <a:pt x="563567" y="32548"/>
                </a:lnTo>
                <a:lnTo>
                  <a:pt x="563092" y="32634"/>
                </a:lnTo>
                <a:lnTo>
                  <a:pt x="562621" y="32725"/>
                </a:lnTo>
                <a:lnTo>
                  <a:pt x="562154" y="32822"/>
                </a:lnTo>
                <a:lnTo>
                  <a:pt x="561693" y="32925"/>
                </a:lnTo>
                <a:lnTo>
                  <a:pt x="561235" y="33034"/>
                </a:lnTo>
                <a:lnTo>
                  <a:pt x="560782" y="33148"/>
                </a:lnTo>
                <a:lnTo>
                  <a:pt x="560334" y="33269"/>
                </a:lnTo>
                <a:lnTo>
                  <a:pt x="559890" y="33395"/>
                </a:lnTo>
                <a:lnTo>
                  <a:pt x="559450" y="33528"/>
                </a:lnTo>
                <a:lnTo>
                  <a:pt x="559015" y="33666"/>
                </a:lnTo>
                <a:lnTo>
                  <a:pt x="558585" y="33810"/>
                </a:lnTo>
                <a:lnTo>
                  <a:pt x="558160" y="33957"/>
                </a:lnTo>
                <a:lnTo>
                  <a:pt x="557741" y="34110"/>
                </a:lnTo>
                <a:lnTo>
                  <a:pt x="557327" y="34267"/>
                </a:lnTo>
                <a:lnTo>
                  <a:pt x="556918" y="34428"/>
                </a:lnTo>
                <a:lnTo>
                  <a:pt x="556515" y="34594"/>
                </a:lnTo>
                <a:lnTo>
                  <a:pt x="556117" y="34764"/>
                </a:lnTo>
                <a:lnTo>
                  <a:pt x="555725" y="34939"/>
                </a:lnTo>
                <a:lnTo>
                  <a:pt x="555338" y="35118"/>
                </a:lnTo>
                <a:lnTo>
                  <a:pt x="554956" y="35302"/>
                </a:lnTo>
                <a:lnTo>
                  <a:pt x="554579" y="35490"/>
                </a:lnTo>
                <a:lnTo>
                  <a:pt x="554208" y="35683"/>
                </a:lnTo>
                <a:lnTo>
                  <a:pt x="553843" y="35880"/>
                </a:lnTo>
                <a:lnTo>
                  <a:pt x="553482" y="36082"/>
                </a:lnTo>
                <a:lnTo>
                  <a:pt x="553127" y="36288"/>
                </a:lnTo>
                <a:lnTo>
                  <a:pt x="552778" y="36498"/>
                </a:lnTo>
                <a:lnTo>
                  <a:pt x="552434" y="36713"/>
                </a:lnTo>
                <a:lnTo>
                  <a:pt x="552095" y="36933"/>
                </a:lnTo>
                <a:lnTo>
                  <a:pt x="551762" y="37157"/>
                </a:lnTo>
                <a:lnTo>
                  <a:pt x="551434" y="37385"/>
                </a:lnTo>
                <a:lnTo>
                  <a:pt x="551111" y="37618"/>
                </a:lnTo>
                <a:lnTo>
                  <a:pt x="550794" y="37856"/>
                </a:lnTo>
                <a:lnTo>
                  <a:pt x="550482" y="38098"/>
                </a:lnTo>
                <a:lnTo>
                  <a:pt x="550175" y="38344"/>
                </a:lnTo>
                <a:lnTo>
                  <a:pt x="549874" y="38594"/>
                </a:lnTo>
                <a:lnTo>
                  <a:pt x="549579" y="38848"/>
                </a:lnTo>
                <a:lnTo>
                  <a:pt x="549290" y="39105"/>
                </a:lnTo>
                <a:lnTo>
                  <a:pt x="549007" y="39365"/>
                </a:lnTo>
                <a:lnTo>
                  <a:pt x="548729" y="39629"/>
                </a:lnTo>
                <a:lnTo>
                  <a:pt x="548458" y="39896"/>
                </a:lnTo>
                <a:lnTo>
                  <a:pt x="548192" y="40166"/>
                </a:lnTo>
                <a:lnTo>
                  <a:pt x="547932" y="40439"/>
                </a:lnTo>
                <a:lnTo>
                  <a:pt x="547678" y="40716"/>
                </a:lnTo>
                <a:lnTo>
                  <a:pt x="547430" y="40997"/>
                </a:lnTo>
                <a:lnTo>
                  <a:pt x="547188" y="41280"/>
                </a:lnTo>
                <a:lnTo>
                  <a:pt x="546952" y="41567"/>
                </a:lnTo>
                <a:lnTo>
                  <a:pt x="546722" y="41857"/>
                </a:lnTo>
                <a:lnTo>
                  <a:pt x="546497" y="42151"/>
                </a:lnTo>
                <a:lnTo>
                  <a:pt x="546279" y="42448"/>
                </a:lnTo>
                <a:lnTo>
                  <a:pt x="546066" y="42748"/>
                </a:lnTo>
                <a:lnTo>
                  <a:pt x="545859" y="43051"/>
                </a:lnTo>
                <a:lnTo>
                  <a:pt x="545658" y="43358"/>
                </a:lnTo>
                <a:lnTo>
                  <a:pt x="545463" y="43668"/>
                </a:lnTo>
                <a:lnTo>
                  <a:pt x="545274" y="43982"/>
                </a:lnTo>
                <a:lnTo>
                  <a:pt x="545091" y="44298"/>
                </a:lnTo>
                <a:lnTo>
                  <a:pt x="544913" y="44619"/>
                </a:lnTo>
                <a:lnTo>
                  <a:pt x="544742" y="44942"/>
                </a:lnTo>
                <a:lnTo>
                  <a:pt x="544576" y="45269"/>
                </a:lnTo>
                <a:lnTo>
                  <a:pt x="544417" y="45598"/>
                </a:lnTo>
                <a:lnTo>
                  <a:pt x="544264" y="45929"/>
                </a:lnTo>
                <a:lnTo>
                  <a:pt x="544119" y="46262"/>
                </a:lnTo>
                <a:lnTo>
                  <a:pt x="543980" y="46596"/>
                </a:lnTo>
                <a:lnTo>
                  <a:pt x="543848" y="46932"/>
                </a:lnTo>
                <a:lnTo>
                  <a:pt x="543722" y="47269"/>
                </a:lnTo>
                <a:lnTo>
                  <a:pt x="543604" y="47609"/>
                </a:lnTo>
                <a:lnTo>
                  <a:pt x="543492" y="47949"/>
                </a:lnTo>
                <a:lnTo>
                  <a:pt x="543387" y="48292"/>
                </a:lnTo>
                <a:lnTo>
                  <a:pt x="543288" y="48636"/>
                </a:lnTo>
                <a:lnTo>
                  <a:pt x="543197" y="48982"/>
                </a:lnTo>
                <a:lnTo>
                  <a:pt x="543112" y="49330"/>
                </a:lnTo>
                <a:lnTo>
                  <a:pt x="543034" y="49679"/>
                </a:lnTo>
                <a:lnTo>
                  <a:pt x="542963" y="50030"/>
                </a:lnTo>
                <a:lnTo>
                  <a:pt x="542899" y="50382"/>
                </a:lnTo>
                <a:lnTo>
                  <a:pt x="542841" y="50737"/>
                </a:lnTo>
                <a:lnTo>
                  <a:pt x="542790" y="51092"/>
                </a:lnTo>
                <a:lnTo>
                  <a:pt x="542746" y="51450"/>
                </a:lnTo>
                <a:lnTo>
                  <a:pt x="542709" y="51809"/>
                </a:lnTo>
                <a:lnTo>
                  <a:pt x="542678" y="52170"/>
                </a:lnTo>
                <a:lnTo>
                  <a:pt x="542655" y="52533"/>
                </a:lnTo>
                <a:lnTo>
                  <a:pt x="542638" y="52897"/>
                </a:lnTo>
                <a:lnTo>
                  <a:pt x="542627" y="53263"/>
                </a:lnTo>
                <a:lnTo>
                  <a:pt x="542624" y="53630"/>
                </a:lnTo>
                <a:lnTo>
                  <a:pt x="542627" y="54039"/>
                </a:lnTo>
                <a:lnTo>
                  <a:pt x="542637" y="54443"/>
                </a:lnTo>
                <a:lnTo>
                  <a:pt x="542653" y="54843"/>
                </a:lnTo>
                <a:lnTo>
                  <a:pt x="542675" y="55238"/>
                </a:lnTo>
                <a:lnTo>
                  <a:pt x="542704" y="55629"/>
                </a:lnTo>
                <a:lnTo>
                  <a:pt x="542739" y="56015"/>
                </a:lnTo>
                <a:lnTo>
                  <a:pt x="542781" y="56396"/>
                </a:lnTo>
                <a:lnTo>
                  <a:pt x="542829" y="56773"/>
                </a:lnTo>
                <a:lnTo>
                  <a:pt x="542883" y="57145"/>
                </a:lnTo>
                <a:lnTo>
                  <a:pt x="542944" y="57513"/>
                </a:lnTo>
                <a:lnTo>
                  <a:pt x="543011" y="57876"/>
                </a:lnTo>
                <a:lnTo>
                  <a:pt x="543085" y="58234"/>
                </a:lnTo>
                <a:lnTo>
                  <a:pt x="543164" y="58588"/>
                </a:lnTo>
                <a:lnTo>
                  <a:pt x="543251" y="58937"/>
                </a:lnTo>
                <a:lnTo>
                  <a:pt x="543344" y="59282"/>
                </a:lnTo>
                <a:lnTo>
                  <a:pt x="543443" y="59622"/>
                </a:lnTo>
                <a:lnTo>
                  <a:pt x="543548" y="59957"/>
                </a:lnTo>
                <a:lnTo>
                  <a:pt x="543660" y="60288"/>
                </a:lnTo>
                <a:lnTo>
                  <a:pt x="543778" y="60614"/>
                </a:lnTo>
                <a:lnTo>
                  <a:pt x="543903" y="60935"/>
                </a:lnTo>
                <a:lnTo>
                  <a:pt x="544034" y="61252"/>
                </a:lnTo>
                <a:lnTo>
                  <a:pt x="544172" y="61565"/>
                </a:lnTo>
                <a:lnTo>
                  <a:pt x="544316" y="61872"/>
                </a:lnTo>
                <a:lnTo>
                  <a:pt x="544466" y="62176"/>
                </a:lnTo>
                <a:lnTo>
                  <a:pt x="544622" y="62475"/>
                </a:lnTo>
                <a:lnTo>
                  <a:pt x="544784" y="62770"/>
                </a:lnTo>
                <a:lnTo>
                  <a:pt x="544953" y="63062"/>
                </a:lnTo>
                <a:lnTo>
                  <a:pt x="545127" y="63350"/>
                </a:lnTo>
                <a:lnTo>
                  <a:pt x="545307" y="63635"/>
                </a:lnTo>
                <a:lnTo>
                  <a:pt x="545493" y="63916"/>
                </a:lnTo>
                <a:lnTo>
                  <a:pt x="545684" y="64193"/>
                </a:lnTo>
                <a:lnTo>
                  <a:pt x="545882" y="64467"/>
                </a:lnTo>
                <a:lnTo>
                  <a:pt x="546085" y="64738"/>
                </a:lnTo>
                <a:lnTo>
                  <a:pt x="546295" y="65005"/>
                </a:lnTo>
                <a:lnTo>
                  <a:pt x="546510" y="65268"/>
                </a:lnTo>
                <a:lnTo>
                  <a:pt x="546731" y="65527"/>
                </a:lnTo>
                <a:lnTo>
                  <a:pt x="546958" y="65783"/>
                </a:lnTo>
                <a:lnTo>
                  <a:pt x="547191" y="66036"/>
                </a:lnTo>
                <a:lnTo>
                  <a:pt x="547430" y="66285"/>
                </a:lnTo>
                <a:lnTo>
                  <a:pt x="547674" y="66530"/>
                </a:lnTo>
                <a:lnTo>
                  <a:pt x="547925" y="66772"/>
                </a:lnTo>
                <a:lnTo>
                  <a:pt x="548181" y="67010"/>
                </a:lnTo>
                <a:lnTo>
                  <a:pt x="548444" y="67245"/>
                </a:lnTo>
                <a:lnTo>
                  <a:pt x="548712" y="67475"/>
                </a:lnTo>
                <a:lnTo>
                  <a:pt x="548986" y="67703"/>
                </a:lnTo>
                <a:lnTo>
                  <a:pt x="549266" y="67927"/>
                </a:lnTo>
                <a:lnTo>
                  <a:pt x="549552" y="68147"/>
                </a:lnTo>
                <a:lnTo>
                  <a:pt x="549844" y="68364"/>
                </a:lnTo>
                <a:lnTo>
                  <a:pt x="550141" y="68577"/>
                </a:lnTo>
                <a:lnTo>
                  <a:pt x="550444" y="68788"/>
                </a:lnTo>
                <a:lnTo>
                  <a:pt x="550753" y="68997"/>
                </a:lnTo>
                <a:lnTo>
                  <a:pt x="551068" y="69203"/>
                </a:lnTo>
                <a:lnTo>
                  <a:pt x="551389" y="69406"/>
                </a:lnTo>
                <a:lnTo>
                  <a:pt x="551715" y="69607"/>
                </a:lnTo>
                <a:lnTo>
                  <a:pt x="552047" y="69805"/>
                </a:lnTo>
                <a:lnTo>
                  <a:pt x="552385" y="70001"/>
                </a:lnTo>
                <a:lnTo>
                  <a:pt x="552729" y="70194"/>
                </a:lnTo>
                <a:lnTo>
                  <a:pt x="553078" y="70384"/>
                </a:lnTo>
                <a:lnTo>
                  <a:pt x="553433" y="70572"/>
                </a:lnTo>
                <a:lnTo>
                  <a:pt x="553794" y="70758"/>
                </a:lnTo>
                <a:lnTo>
                  <a:pt x="554161" y="70941"/>
                </a:lnTo>
                <a:lnTo>
                  <a:pt x="554533" y="71121"/>
                </a:lnTo>
                <a:lnTo>
                  <a:pt x="554911" y="71299"/>
                </a:lnTo>
                <a:lnTo>
                  <a:pt x="555295" y="71474"/>
                </a:lnTo>
                <a:lnTo>
                  <a:pt x="555685" y="71647"/>
                </a:lnTo>
                <a:lnTo>
                  <a:pt x="556080" y="71817"/>
                </a:lnTo>
                <a:lnTo>
                  <a:pt x="556481" y="71984"/>
                </a:lnTo>
                <a:lnTo>
                  <a:pt x="556888" y="72149"/>
                </a:lnTo>
                <a:lnTo>
                  <a:pt x="557301" y="72312"/>
                </a:lnTo>
                <a:lnTo>
                  <a:pt x="557719" y="72472"/>
                </a:lnTo>
                <a:lnTo>
                  <a:pt x="558143" y="72629"/>
                </a:lnTo>
                <a:lnTo>
                  <a:pt x="558573" y="72784"/>
                </a:lnTo>
                <a:lnTo>
                  <a:pt x="559009" y="72936"/>
                </a:lnTo>
                <a:lnTo>
                  <a:pt x="559449" y="73088"/>
                </a:lnTo>
                <a:lnTo>
                  <a:pt x="559895" y="73238"/>
                </a:lnTo>
                <a:lnTo>
                  <a:pt x="560346" y="73387"/>
                </a:lnTo>
                <a:lnTo>
                  <a:pt x="560803" y="73535"/>
                </a:lnTo>
                <a:lnTo>
                  <a:pt x="561264" y="73681"/>
                </a:lnTo>
                <a:lnTo>
                  <a:pt x="561731" y="73827"/>
                </a:lnTo>
                <a:lnTo>
                  <a:pt x="562203" y="73971"/>
                </a:lnTo>
                <a:lnTo>
                  <a:pt x="562681" y="74113"/>
                </a:lnTo>
                <a:lnTo>
                  <a:pt x="563163" y="74254"/>
                </a:lnTo>
                <a:lnTo>
                  <a:pt x="563651" y="74394"/>
                </a:lnTo>
                <a:lnTo>
                  <a:pt x="564144" y="74533"/>
                </a:lnTo>
                <a:lnTo>
                  <a:pt x="564643" y="74671"/>
                </a:lnTo>
                <a:lnTo>
                  <a:pt x="565146" y="74807"/>
                </a:lnTo>
                <a:lnTo>
                  <a:pt x="565655" y="74942"/>
                </a:lnTo>
                <a:lnTo>
                  <a:pt x="566169" y="75076"/>
                </a:lnTo>
                <a:lnTo>
                  <a:pt x="566688" y="75208"/>
                </a:lnTo>
                <a:lnTo>
                  <a:pt x="567213" y="75339"/>
                </a:lnTo>
                <a:lnTo>
                  <a:pt x="567743" y="75469"/>
                </a:lnTo>
                <a:lnTo>
                  <a:pt x="568278" y="75597"/>
                </a:lnTo>
                <a:lnTo>
                  <a:pt x="568818" y="75725"/>
                </a:lnTo>
                <a:lnTo>
                  <a:pt x="569364" y="75851"/>
                </a:lnTo>
                <a:lnTo>
                  <a:pt x="569914" y="75975"/>
                </a:lnTo>
                <a:lnTo>
                  <a:pt x="570470" y="76099"/>
                </a:lnTo>
                <a:lnTo>
                  <a:pt x="571200" y="76254"/>
                </a:lnTo>
                <a:lnTo>
                  <a:pt x="571914" y="76411"/>
                </a:lnTo>
                <a:lnTo>
                  <a:pt x="572614" y="76572"/>
                </a:lnTo>
                <a:lnTo>
                  <a:pt x="573300" y="76735"/>
                </a:lnTo>
                <a:lnTo>
                  <a:pt x="573970" y="76901"/>
                </a:lnTo>
                <a:lnTo>
                  <a:pt x="574626" y="77070"/>
                </a:lnTo>
                <a:lnTo>
                  <a:pt x="575267" y="77242"/>
                </a:lnTo>
                <a:lnTo>
                  <a:pt x="575893" y="77417"/>
                </a:lnTo>
                <a:lnTo>
                  <a:pt x="576505" y="77594"/>
                </a:lnTo>
                <a:lnTo>
                  <a:pt x="577102" y="77774"/>
                </a:lnTo>
                <a:lnTo>
                  <a:pt x="577684" y="77957"/>
                </a:lnTo>
                <a:lnTo>
                  <a:pt x="578252" y="78143"/>
                </a:lnTo>
                <a:lnTo>
                  <a:pt x="578804" y="78332"/>
                </a:lnTo>
                <a:lnTo>
                  <a:pt x="579343" y="78523"/>
                </a:lnTo>
                <a:lnTo>
                  <a:pt x="579866" y="78717"/>
                </a:lnTo>
                <a:lnTo>
                  <a:pt x="580375" y="78914"/>
                </a:lnTo>
                <a:lnTo>
                  <a:pt x="580869" y="79114"/>
                </a:lnTo>
                <a:lnTo>
                  <a:pt x="581348" y="79317"/>
                </a:lnTo>
                <a:lnTo>
                  <a:pt x="581813" y="79523"/>
                </a:lnTo>
                <a:lnTo>
                  <a:pt x="582262" y="79731"/>
                </a:lnTo>
                <a:lnTo>
                  <a:pt x="582698" y="79942"/>
                </a:lnTo>
                <a:lnTo>
                  <a:pt x="583118" y="80156"/>
                </a:lnTo>
                <a:lnTo>
                  <a:pt x="583524" y="80373"/>
                </a:lnTo>
                <a:lnTo>
                  <a:pt x="583915" y="80592"/>
                </a:lnTo>
                <a:lnTo>
                  <a:pt x="584293" y="80814"/>
                </a:lnTo>
                <a:lnTo>
                  <a:pt x="584661" y="81038"/>
                </a:lnTo>
                <a:lnTo>
                  <a:pt x="585019" y="81263"/>
                </a:lnTo>
                <a:lnTo>
                  <a:pt x="585367" y="81490"/>
                </a:lnTo>
                <a:lnTo>
                  <a:pt x="585704" y="81718"/>
                </a:lnTo>
                <a:lnTo>
                  <a:pt x="586030" y="81948"/>
                </a:lnTo>
                <a:lnTo>
                  <a:pt x="586347" y="82180"/>
                </a:lnTo>
                <a:lnTo>
                  <a:pt x="586653" y="82414"/>
                </a:lnTo>
                <a:lnTo>
                  <a:pt x="586948" y="82649"/>
                </a:lnTo>
                <a:lnTo>
                  <a:pt x="587234" y="82886"/>
                </a:lnTo>
                <a:lnTo>
                  <a:pt x="587509" y="83124"/>
                </a:lnTo>
                <a:lnTo>
                  <a:pt x="587773" y="83364"/>
                </a:lnTo>
                <a:lnTo>
                  <a:pt x="588027" y="83606"/>
                </a:lnTo>
                <a:lnTo>
                  <a:pt x="588271" y="83849"/>
                </a:lnTo>
                <a:lnTo>
                  <a:pt x="588505" y="84095"/>
                </a:lnTo>
                <a:lnTo>
                  <a:pt x="588728" y="84341"/>
                </a:lnTo>
                <a:lnTo>
                  <a:pt x="588941" y="84590"/>
                </a:lnTo>
                <a:lnTo>
                  <a:pt x="589143" y="84840"/>
                </a:lnTo>
                <a:lnTo>
                  <a:pt x="589335" y="85092"/>
                </a:lnTo>
                <a:lnTo>
                  <a:pt x="589517" y="85345"/>
                </a:lnTo>
                <a:lnTo>
                  <a:pt x="589688" y="85600"/>
                </a:lnTo>
                <a:lnTo>
                  <a:pt x="589849" y="85857"/>
                </a:lnTo>
                <a:lnTo>
                  <a:pt x="589999" y="86115"/>
                </a:lnTo>
                <a:lnTo>
                  <a:pt x="590140" y="86375"/>
                </a:lnTo>
                <a:lnTo>
                  <a:pt x="590272" y="86637"/>
                </a:lnTo>
                <a:lnTo>
                  <a:pt x="590399" y="86898"/>
                </a:lnTo>
                <a:lnTo>
                  <a:pt x="590520" y="87161"/>
                </a:lnTo>
                <a:lnTo>
                  <a:pt x="590635" y="87424"/>
                </a:lnTo>
                <a:lnTo>
                  <a:pt x="590745" y="87688"/>
                </a:lnTo>
                <a:lnTo>
                  <a:pt x="590849" y="87952"/>
                </a:lnTo>
                <a:lnTo>
                  <a:pt x="590947" y="88217"/>
                </a:lnTo>
                <a:lnTo>
                  <a:pt x="591040" y="88483"/>
                </a:lnTo>
                <a:lnTo>
                  <a:pt x="591127" y="88749"/>
                </a:lnTo>
                <a:lnTo>
                  <a:pt x="591209" y="89016"/>
                </a:lnTo>
                <a:lnTo>
                  <a:pt x="591285" y="89284"/>
                </a:lnTo>
                <a:lnTo>
                  <a:pt x="591355" y="89552"/>
                </a:lnTo>
                <a:lnTo>
                  <a:pt x="591420" y="89821"/>
                </a:lnTo>
                <a:lnTo>
                  <a:pt x="591479" y="90091"/>
                </a:lnTo>
                <a:lnTo>
                  <a:pt x="591533" y="90361"/>
                </a:lnTo>
                <a:lnTo>
                  <a:pt x="591580" y="90632"/>
                </a:lnTo>
                <a:lnTo>
                  <a:pt x="591623" y="90903"/>
                </a:lnTo>
                <a:lnTo>
                  <a:pt x="591659" y="91175"/>
                </a:lnTo>
                <a:lnTo>
                  <a:pt x="591690" y="91448"/>
                </a:lnTo>
                <a:lnTo>
                  <a:pt x="591715" y="91721"/>
                </a:lnTo>
                <a:lnTo>
                  <a:pt x="591735" y="91995"/>
                </a:lnTo>
                <a:lnTo>
                  <a:pt x="591749" y="92270"/>
                </a:lnTo>
                <a:lnTo>
                  <a:pt x="591758" y="92545"/>
                </a:lnTo>
                <a:lnTo>
                  <a:pt x="591760" y="92821"/>
                </a:lnTo>
                <a:lnTo>
                  <a:pt x="591756" y="93127"/>
                </a:lnTo>
                <a:lnTo>
                  <a:pt x="591744" y="93432"/>
                </a:lnTo>
                <a:lnTo>
                  <a:pt x="591724" y="93736"/>
                </a:lnTo>
                <a:lnTo>
                  <a:pt x="591695" y="94038"/>
                </a:lnTo>
                <a:lnTo>
                  <a:pt x="591658" y="94338"/>
                </a:lnTo>
                <a:lnTo>
                  <a:pt x="591613" y="94638"/>
                </a:lnTo>
                <a:close/>
                <a:moveTo>
                  <a:pt x="616216" y="78041"/>
                </a:moveTo>
                <a:lnTo>
                  <a:pt x="616264" y="78739"/>
                </a:lnTo>
                <a:lnTo>
                  <a:pt x="616322" y="79433"/>
                </a:lnTo>
                <a:lnTo>
                  <a:pt x="616388" y="80122"/>
                </a:lnTo>
                <a:lnTo>
                  <a:pt x="616463" y="80806"/>
                </a:lnTo>
                <a:lnTo>
                  <a:pt x="616547" y="81485"/>
                </a:lnTo>
                <a:lnTo>
                  <a:pt x="616639" y="82160"/>
                </a:lnTo>
                <a:lnTo>
                  <a:pt x="616741" y="82830"/>
                </a:lnTo>
                <a:lnTo>
                  <a:pt x="616851" y="83495"/>
                </a:lnTo>
                <a:lnTo>
                  <a:pt x="616970" y="84156"/>
                </a:lnTo>
                <a:lnTo>
                  <a:pt x="617098" y="84812"/>
                </a:lnTo>
                <a:lnTo>
                  <a:pt x="617235" y="85463"/>
                </a:lnTo>
                <a:lnTo>
                  <a:pt x="617381" y="86109"/>
                </a:lnTo>
                <a:lnTo>
                  <a:pt x="617535" y="86751"/>
                </a:lnTo>
                <a:lnTo>
                  <a:pt x="617698" y="87387"/>
                </a:lnTo>
                <a:lnTo>
                  <a:pt x="617870" y="88020"/>
                </a:lnTo>
                <a:lnTo>
                  <a:pt x="618051" y="88647"/>
                </a:lnTo>
                <a:lnTo>
                  <a:pt x="618241" y="89270"/>
                </a:lnTo>
                <a:lnTo>
                  <a:pt x="618439" y="89888"/>
                </a:lnTo>
                <a:lnTo>
                  <a:pt x="618647" y="90501"/>
                </a:lnTo>
                <a:lnTo>
                  <a:pt x="618862" y="91108"/>
                </a:lnTo>
                <a:lnTo>
                  <a:pt x="619085" y="91709"/>
                </a:lnTo>
                <a:lnTo>
                  <a:pt x="619316" y="92303"/>
                </a:lnTo>
                <a:lnTo>
                  <a:pt x="619553" y="92891"/>
                </a:lnTo>
                <a:lnTo>
                  <a:pt x="619799" y="93472"/>
                </a:lnTo>
                <a:lnTo>
                  <a:pt x="620051" y="94046"/>
                </a:lnTo>
                <a:lnTo>
                  <a:pt x="620311" y="94614"/>
                </a:lnTo>
                <a:lnTo>
                  <a:pt x="620579" y="95175"/>
                </a:lnTo>
                <a:lnTo>
                  <a:pt x="620853" y="95729"/>
                </a:lnTo>
                <a:lnTo>
                  <a:pt x="621136" y="96276"/>
                </a:lnTo>
                <a:lnTo>
                  <a:pt x="621425" y="96817"/>
                </a:lnTo>
                <a:lnTo>
                  <a:pt x="621722" y="97352"/>
                </a:lnTo>
                <a:lnTo>
                  <a:pt x="622027" y="97880"/>
                </a:lnTo>
                <a:lnTo>
                  <a:pt x="622339" y="98401"/>
                </a:lnTo>
                <a:lnTo>
                  <a:pt x="622658" y="98915"/>
                </a:lnTo>
                <a:lnTo>
                  <a:pt x="622985" y="99423"/>
                </a:lnTo>
                <a:lnTo>
                  <a:pt x="623319" y="99924"/>
                </a:lnTo>
                <a:lnTo>
                  <a:pt x="623661" y="100418"/>
                </a:lnTo>
                <a:lnTo>
                  <a:pt x="624010" y="100906"/>
                </a:lnTo>
                <a:lnTo>
                  <a:pt x="624366" y="101387"/>
                </a:lnTo>
                <a:lnTo>
                  <a:pt x="624730" y="101862"/>
                </a:lnTo>
                <a:lnTo>
                  <a:pt x="625101" y="102329"/>
                </a:lnTo>
                <a:lnTo>
                  <a:pt x="625480" y="102791"/>
                </a:lnTo>
                <a:lnTo>
                  <a:pt x="625866" y="103245"/>
                </a:lnTo>
                <a:lnTo>
                  <a:pt x="626259" y="103692"/>
                </a:lnTo>
                <a:lnTo>
                  <a:pt x="626659" y="104131"/>
                </a:lnTo>
                <a:lnTo>
                  <a:pt x="627065" y="104561"/>
                </a:lnTo>
                <a:lnTo>
                  <a:pt x="627478" y="104983"/>
                </a:lnTo>
                <a:lnTo>
                  <a:pt x="627897" y="105396"/>
                </a:lnTo>
                <a:lnTo>
                  <a:pt x="628323" y="105801"/>
                </a:lnTo>
                <a:lnTo>
                  <a:pt x="628755" y="106197"/>
                </a:lnTo>
                <a:lnTo>
                  <a:pt x="629194" y="106585"/>
                </a:lnTo>
                <a:lnTo>
                  <a:pt x="629639" y="106964"/>
                </a:lnTo>
                <a:lnTo>
                  <a:pt x="630091" y="107335"/>
                </a:lnTo>
                <a:lnTo>
                  <a:pt x="630549" y="107698"/>
                </a:lnTo>
                <a:lnTo>
                  <a:pt x="631014" y="108052"/>
                </a:lnTo>
                <a:lnTo>
                  <a:pt x="631485" y="108398"/>
                </a:lnTo>
                <a:lnTo>
                  <a:pt x="631963" y="108735"/>
                </a:lnTo>
                <a:lnTo>
                  <a:pt x="632447" y="109064"/>
                </a:lnTo>
                <a:lnTo>
                  <a:pt x="632938" y="109384"/>
                </a:lnTo>
                <a:lnTo>
                  <a:pt x="633436" y="109696"/>
                </a:lnTo>
                <a:lnTo>
                  <a:pt x="633940" y="110000"/>
                </a:lnTo>
                <a:lnTo>
                  <a:pt x="634450" y="110295"/>
                </a:lnTo>
                <a:lnTo>
                  <a:pt x="634967" y="110581"/>
                </a:lnTo>
                <a:lnTo>
                  <a:pt x="635491" y="110859"/>
                </a:lnTo>
                <a:lnTo>
                  <a:pt x="636021" y="111129"/>
                </a:lnTo>
                <a:lnTo>
                  <a:pt x="636558" y="111390"/>
                </a:lnTo>
                <a:lnTo>
                  <a:pt x="637101" y="111643"/>
                </a:lnTo>
                <a:lnTo>
                  <a:pt x="637650" y="111887"/>
                </a:lnTo>
                <a:lnTo>
                  <a:pt x="638204" y="112120"/>
                </a:lnTo>
                <a:lnTo>
                  <a:pt x="638764" y="112343"/>
                </a:lnTo>
                <a:lnTo>
                  <a:pt x="639329" y="112555"/>
                </a:lnTo>
                <a:lnTo>
                  <a:pt x="639900" y="112757"/>
                </a:lnTo>
                <a:lnTo>
                  <a:pt x="640476" y="112949"/>
                </a:lnTo>
                <a:lnTo>
                  <a:pt x="641057" y="113130"/>
                </a:lnTo>
                <a:lnTo>
                  <a:pt x="641643" y="113301"/>
                </a:lnTo>
                <a:lnTo>
                  <a:pt x="642235" y="113461"/>
                </a:lnTo>
                <a:lnTo>
                  <a:pt x="642833" y="113612"/>
                </a:lnTo>
                <a:lnTo>
                  <a:pt x="643436" y="113752"/>
                </a:lnTo>
                <a:lnTo>
                  <a:pt x="644044" y="113881"/>
                </a:lnTo>
                <a:lnTo>
                  <a:pt x="644657" y="114000"/>
                </a:lnTo>
                <a:lnTo>
                  <a:pt x="645276" y="114109"/>
                </a:lnTo>
                <a:lnTo>
                  <a:pt x="645900" y="114207"/>
                </a:lnTo>
                <a:lnTo>
                  <a:pt x="646530" y="114295"/>
                </a:lnTo>
                <a:lnTo>
                  <a:pt x="647165" y="114373"/>
                </a:lnTo>
                <a:lnTo>
                  <a:pt x="647805" y="114440"/>
                </a:lnTo>
                <a:lnTo>
                  <a:pt x="648451" y="114497"/>
                </a:lnTo>
                <a:lnTo>
                  <a:pt x="649102" y="114544"/>
                </a:lnTo>
                <a:lnTo>
                  <a:pt x="649759" y="114580"/>
                </a:lnTo>
                <a:lnTo>
                  <a:pt x="650421" y="114606"/>
                </a:lnTo>
                <a:lnTo>
                  <a:pt x="651088" y="114622"/>
                </a:lnTo>
                <a:lnTo>
                  <a:pt x="651760" y="114627"/>
                </a:lnTo>
                <a:lnTo>
                  <a:pt x="652433" y="114622"/>
                </a:lnTo>
                <a:lnTo>
                  <a:pt x="653100" y="114606"/>
                </a:lnTo>
                <a:lnTo>
                  <a:pt x="653762" y="114580"/>
                </a:lnTo>
                <a:lnTo>
                  <a:pt x="654418" y="114544"/>
                </a:lnTo>
                <a:lnTo>
                  <a:pt x="655068" y="114497"/>
                </a:lnTo>
                <a:lnTo>
                  <a:pt x="655713" y="114440"/>
                </a:lnTo>
                <a:lnTo>
                  <a:pt x="656353" y="114373"/>
                </a:lnTo>
                <a:lnTo>
                  <a:pt x="656987" y="114295"/>
                </a:lnTo>
                <a:lnTo>
                  <a:pt x="657615" y="114207"/>
                </a:lnTo>
                <a:lnTo>
                  <a:pt x="658238" y="114109"/>
                </a:lnTo>
                <a:lnTo>
                  <a:pt x="658856" y="114000"/>
                </a:lnTo>
                <a:lnTo>
                  <a:pt x="659468" y="113881"/>
                </a:lnTo>
                <a:lnTo>
                  <a:pt x="660074" y="113752"/>
                </a:lnTo>
                <a:lnTo>
                  <a:pt x="660676" y="113612"/>
                </a:lnTo>
                <a:lnTo>
                  <a:pt x="661271" y="113461"/>
                </a:lnTo>
                <a:lnTo>
                  <a:pt x="661861" y="113301"/>
                </a:lnTo>
                <a:lnTo>
                  <a:pt x="662446" y="113130"/>
                </a:lnTo>
                <a:lnTo>
                  <a:pt x="663025" y="112949"/>
                </a:lnTo>
                <a:lnTo>
                  <a:pt x="663598" y="112757"/>
                </a:lnTo>
                <a:lnTo>
                  <a:pt x="664166" y="112555"/>
                </a:lnTo>
                <a:lnTo>
                  <a:pt x="664729" y="112343"/>
                </a:lnTo>
                <a:lnTo>
                  <a:pt x="665286" y="112120"/>
                </a:lnTo>
                <a:lnTo>
                  <a:pt x="665837" y="111887"/>
                </a:lnTo>
                <a:lnTo>
                  <a:pt x="666384" y="111643"/>
                </a:lnTo>
                <a:lnTo>
                  <a:pt x="666924" y="111390"/>
                </a:lnTo>
                <a:lnTo>
                  <a:pt x="667457" y="111129"/>
                </a:lnTo>
                <a:lnTo>
                  <a:pt x="667985" y="110859"/>
                </a:lnTo>
                <a:lnTo>
                  <a:pt x="668506" y="110581"/>
                </a:lnTo>
                <a:lnTo>
                  <a:pt x="669020" y="110295"/>
                </a:lnTo>
                <a:lnTo>
                  <a:pt x="669528" y="110000"/>
                </a:lnTo>
                <a:lnTo>
                  <a:pt x="670030" y="109696"/>
                </a:lnTo>
                <a:lnTo>
                  <a:pt x="670525" y="109384"/>
                </a:lnTo>
                <a:lnTo>
                  <a:pt x="671014" y="109064"/>
                </a:lnTo>
                <a:lnTo>
                  <a:pt x="671497" y="108735"/>
                </a:lnTo>
                <a:lnTo>
                  <a:pt x="671973" y="108398"/>
                </a:lnTo>
                <a:lnTo>
                  <a:pt x="672443" y="108052"/>
                </a:lnTo>
                <a:lnTo>
                  <a:pt x="672906" y="107698"/>
                </a:lnTo>
                <a:lnTo>
                  <a:pt x="673363" y="107335"/>
                </a:lnTo>
                <a:lnTo>
                  <a:pt x="673814" y="106964"/>
                </a:lnTo>
                <a:lnTo>
                  <a:pt x="674258" y="106585"/>
                </a:lnTo>
                <a:lnTo>
                  <a:pt x="674696" y="106197"/>
                </a:lnTo>
                <a:lnTo>
                  <a:pt x="675127" y="105801"/>
                </a:lnTo>
                <a:lnTo>
                  <a:pt x="675552" y="105396"/>
                </a:lnTo>
                <a:lnTo>
                  <a:pt x="675971" y="104983"/>
                </a:lnTo>
                <a:lnTo>
                  <a:pt x="676383" y="104561"/>
                </a:lnTo>
                <a:lnTo>
                  <a:pt x="676789" y="104131"/>
                </a:lnTo>
                <a:lnTo>
                  <a:pt x="677188" y="103692"/>
                </a:lnTo>
                <a:lnTo>
                  <a:pt x="677581" y="103245"/>
                </a:lnTo>
                <a:lnTo>
                  <a:pt x="677967" y="102791"/>
                </a:lnTo>
                <a:lnTo>
                  <a:pt x="678346" y="102329"/>
                </a:lnTo>
                <a:lnTo>
                  <a:pt x="678717" y="101862"/>
                </a:lnTo>
                <a:lnTo>
                  <a:pt x="679080" y="101387"/>
                </a:lnTo>
                <a:lnTo>
                  <a:pt x="679436" y="100906"/>
                </a:lnTo>
                <a:lnTo>
                  <a:pt x="679784" y="100418"/>
                </a:lnTo>
                <a:lnTo>
                  <a:pt x="680125" y="99924"/>
                </a:lnTo>
                <a:lnTo>
                  <a:pt x="680458" y="99423"/>
                </a:lnTo>
                <a:lnTo>
                  <a:pt x="680784" y="98915"/>
                </a:lnTo>
                <a:lnTo>
                  <a:pt x="681102" y="98401"/>
                </a:lnTo>
                <a:lnTo>
                  <a:pt x="681413" y="97880"/>
                </a:lnTo>
                <a:lnTo>
                  <a:pt x="681716" y="97352"/>
                </a:lnTo>
                <a:lnTo>
                  <a:pt x="682011" y="96817"/>
                </a:lnTo>
                <a:lnTo>
                  <a:pt x="682299" y="96276"/>
                </a:lnTo>
                <a:lnTo>
                  <a:pt x="682579" y="95729"/>
                </a:lnTo>
                <a:lnTo>
                  <a:pt x="682852" y="95175"/>
                </a:lnTo>
                <a:lnTo>
                  <a:pt x="683118" y="94614"/>
                </a:lnTo>
                <a:lnTo>
                  <a:pt x="683375" y="94046"/>
                </a:lnTo>
                <a:lnTo>
                  <a:pt x="683626" y="93472"/>
                </a:lnTo>
                <a:lnTo>
                  <a:pt x="683868" y="92891"/>
                </a:lnTo>
                <a:lnTo>
                  <a:pt x="684103" y="92303"/>
                </a:lnTo>
                <a:lnTo>
                  <a:pt x="684331" y="91709"/>
                </a:lnTo>
                <a:lnTo>
                  <a:pt x="684551" y="91108"/>
                </a:lnTo>
                <a:lnTo>
                  <a:pt x="684764" y="90501"/>
                </a:lnTo>
                <a:lnTo>
                  <a:pt x="684968" y="89888"/>
                </a:lnTo>
                <a:lnTo>
                  <a:pt x="685164" y="89270"/>
                </a:lnTo>
                <a:lnTo>
                  <a:pt x="685351" y="88647"/>
                </a:lnTo>
                <a:lnTo>
                  <a:pt x="685529" y="88020"/>
                </a:lnTo>
                <a:lnTo>
                  <a:pt x="685699" y="87387"/>
                </a:lnTo>
                <a:lnTo>
                  <a:pt x="685859" y="86751"/>
                </a:lnTo>
                <a:lnTo>
                  <a:pt x="686012" y="86109"/>
                </a:lnTo>
                <a:lnTo>
                  <a:pt x="686155" y="85463"/>
                </a:lnTo>
                <a:lnTo>
                  <a:pt x="686290" y="84812"/>
                </a:lnTo>
                <a:lnTo>
                  <a:pt x="686416" y="84156"/>
                </a:lnTo>
                <a:lnTo>
                  <a:pt x="686533" y="83495"/>
                </a:lnTo>
                <a:lnTo>
                  <a:pt x="686642" y="82830"/>
                </a:lnTo>
                <a:lnTo>
                  <a:pt x="686742" y="82160"/>
                </a:lnTo>
                <a:lnTo>
                  <a:pt x="686833" y="81485"/>
                </a:lnTo>
                <a:lnTo>
                  <a:pt x="686916" y="80806"/>
                </a:lnTo>
                <a:lnTo>
                  <a:pt x="686990" y="80122"/>
                </a:lnTo>
                <a:lnTo>
                  <a:pt x="687055" y="79433"/>
                </a:lnTo>
                <a:lnTo>
                  <a:pt x="687112" y="78739"/>
                </a:lnTo>
                <a:lnTo>
                  <a:pt x="687160" y="78041"/>
                </a:lnTo>
                <a:lnTo>
                  <a:pt x="687199" y="77338"/>
                </a:lnTo>
                <a:lnTo>
                  <a:pt x="687229" y="76630"/>
                </a:lnTo>
                <a:lnTo>
                  <a:pt x="687251" y="75917"/>
                </a:lnTo>
                <a:lnTo>
                  <a:pt x="687264" y="75200"/>
                </a:lnTo>
                <a:lnTo>
                  <a:pt x="687268" y="74478"/>
                </a:lnTo>
                <a:lnTo>
                  <a:pt x="687268" y="72121"/>
                </a:lnTo>
                <a:lnTo>
                  <a:pt x="687264" y="71399"/>
                </a:lnTo>
                <a:lnTo>
                  <a:pt x="687251" y="70681"/>
                </a:lnTo>
                <a:lnTo>
                  <a:pt x="687229" y="69968"/>
                </a:lnTo>
                <a:lnTo>
                  <a:pt x="687199" y="69260"/>
                </a:lnTo>
                <a:lnTo>
                  <a:pt x="687160" y="68556"/>
                </a:lnTo>
                <a:lnTo>
                  <a:pt x="687112" y="67857"/>
                </a:lnTo>
                <a:lnTo>
                  <a:pt x="687055" y="67163"/>
                </a:lnTo>
                <a:lnTo>
                  <a:pt x="686990" y="66473"/>
                </a:lnTo>
                <a:lnTo>
                  <a:pt x="686916" y="65788"/>
                </a:lnTo>
                <a:lnTo>
                  <a:pt x="686833" y="65107"/>
                </a:lnTo>
                <a:lnTo>
                  <a:pt x="686742" y="64431"/>
                </a:lnTo>
                <a:lnTo>
                  <a:pt x="686642" y="63759"/>
                </a:lnTo>
                <a:lnTo>
                  <a:pt x="686533" y="63093"/>
                </a:lnTo>
                <a:lnTo>
                  <a:pt x="686416" y="62430"/>
                </a:lnTo>
                <a:lnTo>
                  <a:pt x="686290" y="61773"/>
                </a:lnTo>
                <a:lnTo>
                  <a:pt x="686155" y="61120"/>
                </a:lnTo>
                <a:lnTo>
                  <a:pt x="686012" y="60471"/>
                </a:lnTo>
                <a:lnTo>
                  <a:pt x="685859" y="59827"/>
                </a:lnTo>
                <a:lnTo>
                  <a:pt x="685699" y="59188"/>
                </a:lnTo>
                <a:lnTo>
                  <a:pt x="685529" y="58554"/>
                </a:lnTo>
                <a:lnTo>
                  <a:pt x="685351" y="57923"/>
                </a:lnTo>
                <a:lnTo>
                  <a:pt x="685164" y="57298"/>
                </a:lnTo>
                <a:lnTo>
                  <a:pt x="684968" y="56677"/>
                </a:lnTo>
                <a:lnTo>
                  <a:pt x="684764" y="56061"/>
                </a:lnTo>
                <a:lnTo>
                  <a:pt x="684551" y="55451"/>
                </a:lnTo>
                <a:lnTo>
                  <a:pt x="684331" y="54847"/>
                </a:lnTo>
                <a:lnTo>
                  <a:pt x="684103" y="54250"/>
                </a:lnTo>
                <a:lnTo>
                  <a:pt x="683868" y="53661"/>
                </a:lnTo>
                <a:lnTo>
                  <a:pt x="683626" y="53078"/>
                </a:lnTo>
                <a:lnTo>
                  <a:pt x="683375" y="52502"/>
                </a:lnTo>
                <a:lnTo>
                  <a:pt x="683118" y="51933"/>
                </a:lnTo>
                <a:lnTo>
                  <a:pt x="682852" y="51371"/>
                </a:lnTo>
                <a:lnTo>
                  <a:pt x="682579" y="50816"/>
                </a:lnTo>
                <a:lnTo>
                  <a:pt x="682299" y="50267"/>
                </a:lnTo>
                <a:lnTo>
                  <a:pt x="682011" y="49726"/>
                </a:lnTo>
                <a:lnTo>
                  <a:pt x="681716" y="49192"/>
                </a:lnTo>
                <a:lnTo>
                  <a:pt x="681413" y="48664"/>
                </a:lnTo>
                <a:lnTo>
                  <a:pt x="681102" y="48143"/>
                </a:lnTo>
                <a:lnTo>
                  <a:pt x="680784" y="47630"/>
                </a:lnTo>
                <a:lnTo>
                  <a:pt x="680458" y="47123"/>
                </a:lnTo>
                <a:lnTo>
                  <a:pt x="680125" y="46623"/>
                </a:lnTo>
                <a:lnTo>
                  <a:pt x="679784" y="46130"/>
                </a:lnTo>
                <a:lnTo>
                  <a:pt x="679436" y="45644"/>
                </a:lnTo>
                <a:lnTo>
                  <a:pt x="679080" y="45164"/>
                </a:lnTo>
                <a:lnTo>
                  <a:pt x="678717" y="44692"/>
                </a:lnTo>
                <a:lnTo>
                  <a:pt x="678346" y="44227"/>
                </a:lnTo>
                <a:lnTo>
                  <a:pt x="677967" y="43768"/>
                </a:lnTo>
                <a:lnTo>
                  <a:pt x="677581" y="43317"/>
                </a:lnTo>
                <a:lnTo>
                  <a:pt x="677188" y="42873"/>
                </a:lnTo>
                <a:lnTo>
                  <a:pt x="676788" y="42437"/>
                </a:lnTo>
                <a:lnTo>
                  <a:pt x="676382" y="42010"/>
                </a:lnTo>
                <a:lnTo>
                  <a:pt x="675968" y="41591"/>
                </a:lnTo>
                <a:lnTo>
                  <a:pt x="675549" y="41180"/>
                </a:lnTo>
                <a:lnTo>
                  <a:pt x="675122" y="40777"/>
                </a:lnTo>
                <a:lnTo>
                  <a:pt x="674689" y="40383"/>
                </a:lnTo>
                <a:lnTo>
                  <a:pt x="674250" y="39997"/>
                </a:lnTo>
                <a:lnTo>
                  <a:pt x="673803" y="39620"/>
                </a:lnTo>
                <a:lnTo>
                  <a:pt x="673350" y="39251"/>
                </a:lnTo>
                <a:lnTo>
                  <a:pt x="672891" y="38890"/>
                </a:lnTo>
                <a:lnTo>
                  <a:pt x="672424" y="38537"/>
                </a:lnTo>
                <a:lnTo>
                  <a:pt x="671951" y="38193"/>
                </a:lnTo>
                <a:lnTo>
                  <a:pt x="671472" y="37857"/>
                </a:lnTo>
                <a:lnTo>
                  <a:pt x="670985" y="37530"/>
                </a:lnTo>
                <a:lnTo>
                  <a:pt x="670493" y="37210"/>
                </a:lnTo>
                <a:lnTo>
                  <a:pt x="669993" y="36899"/>
                </a:lnTo>
                <a:lnTo>
                  <a:pt x="669487" y="36597"/>
                </a:lnTo>
                <a:lnTo>
                  <a:pt x="668974" y="36302"/>
                </a:lnTo>
                <a:lnTo>
                  <a:pt x="668454" y="36016"/>
                </a:lnTo>
                <a:lnTo>
                  <a:pt x="667928" y="35739"/>
                </a:lnTo>
                <a:lnTo>
                  <a:pt x="667395" y="35469"/>
                </a:lnTo>
                <a:lnTo>
                  <a:pt x="666856" y="35208"/>
                </a:lnTo>
                <a:lnTo>
                  <a:pt x="666310" y="34955"/>
                </a:lnTo>
                <a:lnTo>
                  <a:pt x="665758" y="34712"/>
                </a:lnTo>
                <a:lnTo>
                  <a:pt x="665200" y="34479"/>
                </a:lnTo>
                <a:lnTo>
                  <a:pt x="664638" y="34256"/>
                </a:lnTo>
                <a:lnTo>
                  <a:pt x="664070" y="34044"/>
                </a:lnTo>
                <a:lnTo>
                  <a:pt x="663497" y="33842"/>
                </a:lnTo>
                <a:lnTo>
                  <a:pt x="662919" y="33650"/>
                </a:lnTo>
                <a:lnTo>
                  <a:pt x="662335" y="33469"/>
                </a:lnTo>
                <a:lnTo>
                  <a:pt x="661747" y="33298"/>
                </a:lnTo>
                <a:lnTo>
                  <a:pt x="661153" y="33137"/>
                </a:lnTo>
                <a:lnTo>
                  <a:pt x="660553" y="32987"/>
                </a:lnTo>
                <a:lnTo>
                  <a:pt x="659949" y="32847"/>
                </a:lnTo>
                <a:lnTo>
                  <a:pt x="659339" y="32718"/>
                </a:lnTo>
                <a:lnTo>
                  <a:pt x="658724" y="32599"/>
                </a:lnTo>
                <a:lnTo>
                  <a:pt x="658104" y="32490"/>
                </a:lnTo>
                <a:lnTo>
                  <a:pt x="657478" y="32391"/>
                </a:lnTo>
                <a:lnTo>
                  <a:pt x="656848" y="32303"/>
                </a:lnTo>
                <a:lnTo>
                  <a:pt x="656212" y="32226"/>
                </a:lnTo>
                <a:lnTo>
                  <a:pt x="655570" y="32158"/>
                </a:lnTo>
                <a:lnTo>
                  <a:pt x="654924" y="32101"/>
                </a:lnTo>
                <a:lnTo>
                  <a:pt x="654272" y="32055"/>
                </a:lnTo>
                <a:lnTo>
                  <a:pt x="653615" y="32018"/>
                </a:lnTo>
                <a:lnTo>
                  <a:pt x="652953" y="31992"/>
                </a:lnTo>
                <a:lnTo>
                  <a:pt x="652286" y="31977"/>
                </a:lnTo>
                <a:lnTo>
                  <a:pt x="651613" y="31972"/>
                </a:lnTo>
                <a:lnTo>
                  <a:pt x="650947" y="31977"/>
                </a:lnTo>
                <a:lnTo>
                  <a:pt x="650285" y="31992"/>
                </a:lnTo>
                <a:lnTo>
                  <a:pt x="649629" y="32018"/>
                </a:lnTo>
                <a:lnTo>
                  <a:pt x="648977" y="32055"/>
                </a:lnTo>
                <a:lnTo>
                  <a:pt x="648331" y="32101"/>
                </a:lnTo>
                <a:lnTo>
                  <a:pt x="647690" y="32158"/>
                </a:lnTo>
                <a:lnTo>
                  <a:pt x="647054" y="32226"/>
                </a:lnTo>
                <a:lnTo>
                  <a:pt x="646424" y="32303"/>
                </a:lnTo>
                <a:lnTo>
                  <a:pt x="645798" y="32391"/>
                </a:lnTo>
                <a:lnTo>
                  <a:pt x="645177" y="32490"/>
                </a:lnTo>
                <a:lnTo>
                  <a:pt x="644562" y="32599"/>
                </a:lnTo>
                <a:lnTo>
                  <a:pt x="643952" y="32718"/>
                </a:lnTo>
                <a:lnTo>
                  <a:pt x="643347" y="32847"/>
                </a:lnTo>
                <a:lnTo>
                  <a:pt x="642746" y="32987"/>
                </a:lnTo>
                <a:lnTo>
                  <a:pt x="642151" y="33137"/>
                </a:lnTo>
                <a:lnTo>
                  <a:pt x="641562" y="33298"/>
                </a:lnTo>
                <a:lnTo>
                  <a:pt x="640977" y="33469"/>
                </a:lnTo>
                <a:lnTo>
                  <a:pt x="640397" y="33650"/>
                </a:lnTo>
                <a:lnTo>
                  <a:pt x="639823" y="33842"/>
                </a:lnTo>
                <a:lnTo>
                  <a:pt x="639253" y="34044"/>
                </a:lnTo>
                <a:lnTo>
                  <a:pt x="638689" y="34256"/>
                </a:lnTo>
                <a:lnTo>
                  <a:pt x="638130" y="34479"/>
                </a:lnTo>
                <a:lnTo>
                  <a:pt x="637576" y="34712"/>
                </a:lnTo>
                <a:lnTo>
                  <a:pt x="637027" y="34955"/>
                </a:lnTo>
                <a:lnTo>
                  <a:pt x="636484" y="35208"/>
                </a:lnTo>
                <a:lnTo>
                  <a:pt x="635948" y="35469"/>
                </a:lnTo>
                <a:lnTo>
                  <a:pt x="635418" y="35739"/>
                </a:lnTo>
                <a:lnTo>
                  <a:pt x="634895" y="36016"/>
                </a:lnTo>
                <a:lnTo>
                  <a:pt x="634378" y="36302"/>
                </a:lnTo>
                <a:lnTo>
                  <a:pt x="633868" y="36597"/>
                </a:lnTo>
                <a:lnTo>
                  <a:pt x="633365" y="36899"/>
                </a:lnTo>
                <a:lnTo>
                  <a:pt x="632869" y="37210"/>
                </a:lnTo>
                <a:lnTo>
                  <a:pt x="632379" y="37530"/>
                </a:lnTo>
                <a:lnTo>
                  <a:pt x="631896" y="37857"/>
                </a:lnTo>
                <a:lnTo>
                  <a:pt x="631419" y="38193"/>
                </a:lnTo>
                <a:lnTo>
                  <a:pt x="630949" y="38537"/>
                </a:lnTo>
                <a:lnTo>
                  <a:pt x="630486" y="38890"/>
                </a:lnTo>
                <a:lnTo>
                  <a:pt x="630030" y="39251"/>
                </a:lnTo>
                <a:lnTo>
                  <a:pt x="629580" y="39620"/>
                </a:lnTo>
                <a:lnTo>
                  <a:pt x="629136" y="39997"/>
                </a:lnTo>
                <a:lnTo>
                  <a:pt x="628700" y="40383"/>
                </a:lnTo>
                <a:lnTo>
                  <a:pt x="628270" y="40777"/>
                </a:lnTo>
                <a:lnTo>
                  <a:pt x="627846" y="41180"/>
                </a:lnTo>
                <a:lnTo>
                  <a:pt x="627430" y="41591"/>
                </a:lnTo>
                <a:lnTo>
                  <a:pt x="627020" y="42010"/>
                </a:lnTo>
                <a:lnTo>
                  <a:pt x="626616" y="42437"/>
                </a:lnTo>
                <a:lnTo>
                  <a:pt x="626220" y="42873"/>
                </a:lnTo>
                <a:lnTo>
                  <a:pt x="625829" y="43317"/>
                </a:lnTo>
                <a:lnTo>
                  <a:pt x="625446" y="43768"/>
                </a:lnTo>
                <a:lnTo>
                  <a:pt x="625071" y="44227"/>
                </a:lnTo>
                <a:lnTo>
                  <a:pt x="624702" y="44692"/>
                </a:lnTo>
                <a:lnTo>
                  <a:pt x="624341" y="45164"/>
                </a:lnTo>
                <a:lnTo>
                  <a:pt x="623987" y="45644"/>
                </a:lnTo>
                <a:lnTo>
                  <a:pt x="623640" y="46130"/>
                </a:lnTo>
                <a:lnTo>
                  <a:pt x="623301" y="46623"/>
                </a:lnTo>
                <a:lnTo>
                  <a:pt x="622969" y="47123"/>
                </a:lnTo>
                <a:lnTo>
                  <a:pt x="622644" y="47630"/>
                </a:lnTo>
                <a:lnTo>
                  <a:pt x="622326" y="48143"/>
                </a:lnTo>
                <a:lnTo>
                  <a:pt x="622016" y="48664"/>
                </a:lnTo>
                <a:lnTo>
                  <a:pt x="621713" y="49192"/>
                </a:lnTo>
                <a:lnTo>
                  <a:pt x="621418" y="49726"/>
                </a:lnTo>
                <a:lnTo>
                  <a:pt x="621129" y="50267"/>
                </a:lnTo>
                <a:lnTo>
                  <a:pt x="620848" y="50816"/>
                </a:lnTo>
                <a:lnTo>
                  <a:pt x="620575" y="51371"/>
                </a:lnTo>
                <a:lnTo>
                  <a:pt x="620308" y="51933"/>
                </a:lnTo>
                <a:lnTo>
                  <a:pt x="620049" y="52502"/>
                </a:lnTo>
                <a:lnTo>
                  <a:pt x="619797" y="53078"/>
                </a:lnTo>
                <a:lnTo>
                  <a:pt x="619552" y="53661"/>
                </a:lnTo>
                <a:lnTo>
                  <a:pt x="619315" y="54250"/>
                </a:lnTo>
                <a:lnTo>
                  <a:pt x="619085" y="54847"/>
                </a:lnTo>
                <a:lnTo>
                  <a:pt x="618862" y="55451"/>
                </a:lnTo>
                <a:lnTo>
                  <a:pt x="618647" y="56061"/>
                </a:lnTo>
                <a:lnTo>
                  <a:pt x="618439" y="56677"/>
                </a:lnTo>
                <a:lnTo>
                  <a:pt x="618241" y="57298"/>
                </a:lnTo>
                <a:lnTo>
                  <a:pt x="618051" y="57923"/>
                </a:lnTo>
                <a:lnTo>
                  <a:pt x="617870" y="58554"/>
                </a:lnTo>
                <a:lnTo>
                  <a:pt x="617698" y="59188"/>
                </a:lnTo>
                <a:lnTo>
                  <a:pt x="617535" y="59827"/>
                </a:lnTo>
                <a:lnTo>
                  <a:pt x="617381" y="60471"/>
                </a:lnTo>
                <a:lnTo>
                  <a:pt x="617235" y="61120"/>
                </a:lnTo>
                <a:lnTo>
                  <a:pt x="617098" y="61773"/>
                </a:lnTo>
                <a:lnTo>
                  <a:pt x="616970" y="62430"/>
                </a:lnTo>
                <a:lnTo>
                  <a:pt x="616851" y="63093"/>
                </a:lnTo>
                <a:lnTo>
                  <a:pt x="616741" y="63759"/>
                </a:lnTo>
                <a:lnTo>
                  <a:pt x="616639" y="64431"/>
                </a:lnTo>
                <a:lnTo>
                  <a:pt x="616547" y="65107"/>
                </a:lnTo>
                <a:lnTo>
                  <a:pt x="616463" y="65788"/>
                </a:lnTo>
                <a:lnTo>
                  <a:pt x="616388" y="66473"/>
                </a:lnTo>
                <a:lnTo>
                  <a:pt x="616322" y="67163"/>
                </a:lnTo>
                <a:lnTo>
                  <a:pt x="616264" y="67857"/>
                </a:lnTo>
                <a:lnTo>
                  <a:pt x="616216" y="68556"/>
                </a:lnTo>
                <a:lnTo>
                  <a:pt x="616176" y="69260"/>
                </a:lnTo>
                <a:lnTo>
                  <a:pt x="616145" y="69968"/>
                </a:lnTo>
                <a:lnTo>
                  <a:pt x="616123" y="70681"/>
                </a:lnTo>
                <a:lnTo>
                  <a:pt x="616110" y="71399"/>
                </a:lnTo>
                <a:lnTo>
                  <a:pt x="616105" y="72121"/>
                </a:lnTo>
                <a:lnTo>
                  <a:pt x="616105" y="74478"/>
                </a:lnTo>
                <a:lnTo>
                  <a:pt x="616110" y="75200"/>
                </a:lnTo>
                <a:lnTo>
                  <a:pt x="616123" y="75917"/>
                </a:lnTo>
                <a:lnTo>
                  <a:pt x="616145" y="76630"/>
                </a:lnTo>
                <a:lnTo>
                  <a:pt x="616176" y="77338"/>
                </a:lnTo>
                <a:lnTo>
                  <a:pt x="616216" y="78041"/>
                </a:lnTo>
                <a:close/>
                <a:moveTo>
                  <a:pt x="625021" y="69448"/>
                </a:moveTo>
                <a:lnTo>
                  <a:pt x="625054" y="68921"/>
                </a:lnTo>
                <a:lnTo>
                  <a:pt x="625093" y="68395"/>
                </a:lnTo>
                <a:lnTo>
                  <a:pt x="625138" y="67872"/>
                </a:lnTo>
                <a:lnTo>
                  <a:pt x="625189" y="67352"/>
                </a:lnTo>
                <a:lnTo>
                  <a:pt x="625246" y="66833"/>
                </a:lnTo>
                <a:lnTo>
                  <a:pt x="625309" y="66317"/>
                </a:lnTo>
                <a:lnTo>
                  <a:pt x="625378" y="65804"/>
                </a:lnTo>
                <a:lnTo>
                  <a:pt x="625453" y="65292"/>
                </a:lnTo>
                <a:lnTo>
                  <a:pt x="625535" y="64783"/>
                </a:lnTo>
                <a:lnTo>
                  <a:pt x="625622" y="64276"/>
                </a:lnTo>
                <a:lnTo>
                  <a:pt x="625715" y="63772"/>
                </a:lnTo>
                <a:lnTo>
                  <a:pt x="625814" y="63269"/>
                </a:lnTo>
                <a:lnTo>
                  <a:pt x="625919" y="62769"/>
                </a:lnTo>
                <a:lnTo>
                  <a:pt x="626030" y="62272"/>
                </a:lnTo>
                <a:lnTo>
                  <a:pt x="626148" y="61776"/>
                </a:lnTo>
                <a:lnTo>
                  <a:pt x="626271" y="61283"/>
                </a:lnTo>
                <a:lnTo>
                  <a:pt x="626400" y="60793"/>
                </a:lnTo>
                <a:lnTo>
                  <a:pt x="626535" y="60304"/>
                </a:lnTo>
                <a:lnTo>
                  <a:pt x="626677" y="59818"/>
                </a:lnTo>
                <a:lnTo>
                  <a:pt x="626824" y="59335"/>
                </a:lnTo>
                <a:lnTo>
                  <a:pt x="626977" y="58857"/>
                </a:lnTo>
                <a:lnTo>
                  <a:pt x="627136" y="58383"/>
                </a:lnTo>
                <a:lnTo>
                  <a:pt x="627301" y="57913"/>
                </a:lnTo>
                <a:lnTo>
                  <a:pt x="627472" y="57448"/>
                </a:lnTo>
                <a:lnTo>
                  <a:pt x="627648" y="56987"/>
                </a:lnTo>
                <a:lnTo>
                  <a:pt x="627831" y="56530"/>
                </a:lnTo>
                <a:lnTo>
                  <a:pt x="628019" y="56077"/>
                </a:lnTo>
                <a:lnTo>
                  <a:pt x="628213" y="55629"/>
                </a:lnTo>
                <a:lnTo>
                  <a:pt x="628413" y="55186"/>
                </a:lnTo>
                <a:lnTo>
                  <a:pt x="628619" y="54746"/>
                </a:lnTo>
                <a:lnTo>
                  <a:pt x="628831" y="54311"/>
                </a:lnTo>
                <a:lnTo>
                  <a:pt x="629049" y="53881"/>
                </a:lnTo>
                <a:lnTo>
                  <a:pt x="629273" y="53455"/>
                </a:lnTo>
                <a:lnTo>
                  <a:pt x="629502" y="53033"/>
                </a:lnTo>
                <a:lnTo>
                  <a:pt x="629738" y="52615"/>
                </a:lnTo>
                <a:lnTo>
                  <a:pt x="629979" y="52202"/>
                </a:lnTo>
                <a:lnTo>
                  <a:pt x="630226" y="51793"/>
                </a:lnTo>
                <a:lnTo>
                  <a:pt x="630480" y="51388"/>
                </a:lnTo>
                <a:lnTo>
                  <a:pt x="630739" y="50988"/>
                </a:lnTo>
                <a:lnTo>
                  <a:pt x="631003" y="50592"/>
                </a:lnTo>
                <a:lnTo>
                  <a:pt x="631274" y="50201"/>
                </a:lnTo>
                <a:lnTo>
                  <a:pt x="631551" y="49814"/>
                </a:lnTo>
                <a:lnTo>
                  <a:pt x="631833" y="49431"/>
                </a:lnTo>
                <a:lnTo>
                  <a:pt x="632122" y="49054"/>
                </a:lnTo>
                <a:lnTo>
                  <a:pt x="632415" y="48683"/>
                </a:lnTo>
                <a:lnTo>
                  <a:pt x="632714" y="48319"/>
                </a:lnTo>
                <a:lnTo>
                  <a:pt x="633018" y="47962"/>
                </a:lnTo>
                <a:lnTo>
                  <a:pt x="633328" y="47611"/>
                </a:lnTo>
                <a:lnTo>
                  <a:pt x="633643" y="47267"/>
                </a:lnTo>
                <a:lnTo>
                  <a:pt x="633963" y="46930"/>
                </a:lnTo>
                <a:lnTo>
                  <a:pt x="634289" y="46599"/>
                </a:lnTo>
                <a:lnTo>
                  <a:pt x="634620" y="46275"/>
                </a:lnTo>
                <a:lnTo>
                  <a:pt x="634957" y="45957"/>
                </a:lnTo>
                <a:lnTo>
                  <a:pt x="635298" y="45647"/>
                </a:lnTo>
                <a:lnTo>
                  <a:pt x="635646" y="45342"/>
                </a:lnTo>
                <a:lnTo>
                  <a:pt x="635998" y="45045"/>
                </a:lnTo>
                <a:lnTo>
                  <a:pt x="636356" y="44754"/>
                </a:lnTo>
                <a:lnTo>
                  <a:pt x="636720" y="44470"/>
                </a:lnTo>
                <a:lnTo>
                  <a:pt x="637088" y="44192"/>
                </a:lnTo>
                <a:lnTo>
                  <a:pt x="637462" y="43922"/>
                </a:lnTo>
                <a:lnTo>
                  <a:pt x="637842" y="43657"/>
                </a:lnTo>
                <a:lnTo>
                  <a:pt x="638227" y="43400"/>
                </a:lnTo>
                <a:lnTo>
                  <a:pt x="638617" y="43149"/>
                </a:lnTo>
                <a:lnTo>
                  <a:pt x="639013" y="42905"/>
                </a:lnTo>
                <a:lnTo>
                  <a:pt x="639413" y="42667"/>
                </a:lnTo>
                <a:lnTo>
                  <a:pt x="639820" y="42436"/>
                </a:lnTo>
                <a:lnTo>
                  <a:pt x="640231" y="42212"/>
                </a:lnTo>
                <a:lnTo>
                  <a:pt x="640648" y="41995"/>
                </a:lnTo>
                <a:lnTo>
                  <a:pt x="641070" y="41788"/>
                </a:lnTo>
                <a:lnTo>
                  <a:pt x="641497" y="41590"/>
                </a:lnTo>
                <a:lnTo>
                  <a:pt x="641929" y="41401"/>
                </a:lnTo>
                <a:lnTo>
                  <a:pt x="642366" y="41222"/>
                </a:lnTo>
                <a:lnTo>
                  <a:pt x="642808" y="41051"/>
                </a:lnTo>
                <a:lnTo>
                  <a:pt x="643254" y="40890"/>
                </a:lnTo>
                <a:lnTo>
                  <a:pt x="643706" y="40738"/>
                </a:lnTo>
                <a:lnTo>
                  <a:pt x="644163" y="40595"/>
                </a:lnTo>
                <a:lnTo>
                  <a:pt x="644625" y="40462"/>
                </a:lnTo>
                <a:lnTo>
                  <a:pt x="645091" y="40338"/>
                </a:lnTo>
                <a:lnTo>
                  <a:pt x="645563" y="40223"/>
                </a:lnTo>
                <a:lnTo>
                  <a:pt x="646040" y="40117"/>
                </a:lnTo>
                <a:lnTo>
                  <a:pt x="646522" y="40020"/>
                </a:lnTo>
                <a:lnTo>
                  <a:pt x="647008" y="39932"/>
                </a:lnTo>
                <a:lnTo>
                  <a:pt x="647500" y="39854"/>
                </a:lnTo>
                <a:lnTo>
                  <a:pt x="647997" y="39785"/>
                </a:lnTo>
                <a:lnTo>
                  <a:pt x="648498" y="39725"/>
                </a:lnTo>
                <a:lnTo>
                  <a:pt x="649005" y="39675"/>
                </a:lnTo>
                <a:lnTo>
                  <a:pt x="649517" y="39633"/>
                </a:lnTo>
                <a:lnTo>
                  <a:pt x="650033" y="39601"/>
                </a:lnTo>
                <a:lnTo>
                  <a:pt x="650555" y="39578"/>
                </a:lnTo>
                <a:lnTo>
                  <a:pt x="651082" y="39564"/>
                </a:lnTo>
                <a:lnTo>
                  <a:pt x="651613" y="39560"/>
                </a:lnTo>
                <a:lnTo>
                  <a:pt x="652151" y="39564"/>
                </a:lnTo>
                <a:lnTo>
                  <a:pt x="652683" y="39578"/>
                </a:lnTo>
                <a:lnTo>
                  <a:pt x="653211" y="39601"/>
                </a:lnTo>
                <a:lnTo>
                  <a:pt x="653733" y="39633"/>
                </a:lnTo>
                <a:lnTo>
                  <a:pt x="654250" y="39675"/>
                </a:lnTo>
                <a:lnTo>
                  <a:pt x="654762" y="39725"/>
                </a:lnTo>
                <a:lnTo>
                  <a:pt x="655269" y="39785"/>
                </a:lnTo>
                <a:lnTo>
                  <a:pt x="655771" y="39854"/>
                </a:lnTo>
                <a:lnTo>
                  <a:pt x="656268" y="39932"/>
                </a:lnTo>
                <a:lnTo>
                  <a:pt x="656760" y="40020"/>
                </a:lnTo>
                <a:lnTo>
                  <a:pt x="657246" y="40117"/>
                </a:lnTo>
                <a:lnTo>
                  <a:pt x="657728" y="40223"/>
                </a:lnTo>
                <a:lnTo>
                  <a:pt x="658204" y="40338"/>
                </a:lnTo>
                <a:lnTo>
                  <a:pt x="658675" y="40462"/>
                </a:lnTo>
                <a:lnTo>
                  <a:pt x="659141" y="40595"/>
                </a:lnTo>
                <a:lnTo>
                  <a:pt x="659602" y="40738"/>
                </a:lnTo>
                <a:lnTo>
                  <a:pt x="660058" y="40890"/>
                </a:lnTo>
                <a:lnTo>
                  <a:pt x="660509" y="41051"/>
                </a:lnTo>
                <a:lnTo>
                  <a:pt x="660954" y="41222"/>
                </a:lnTo>
                <a:lnTo>
                  <a:pt x="661395" y="41401"/>
                </a:lnTo>
                <a:lnTo>
                  <a:pt x="661830" y="41590"/>
                </a:lnTo>
                <a:lnTo>
                  <a:pt x="662260" y="41788"/>
                </a:lnTo>
                <a:lnTo>
                  <a:pt x="662685" y="41995"/>
                </a:lnTo>
                <a:lnTo>
                  <a:pt x="663105" y="42212"/>
                </a:lnTo>
                <a:lnTo>
                  <a:pt x="663520" y="42436"/>
                </a:lnTo>
                <a:lnTo>
                  <a:pt x="663929" y="42667"/>
                </a:lnTo>
                <a:lnTo>
                  <a:pt x="664333" y="42905"/>
                </a:lnTo>
                <a:lnTo>
                  <a:pt x="664731" y="43149"/>
                </a:lnTo>
                <a:lnTo>
                  <a:pt x="665124" y="43400"/>
                </a:lnTo>
                <a:lnTo>
                  <a:pt x="665511" y="43657"/>
                </a:lnTo>
                <a:lnTo>
                  <a:pt x="665893" y="43922"/>
                </a:lnTo>
                <a:lnTo>
                  <a:pt x="666269" y="44192"/>
                </a:lnTo>
                <a:lnTo>
                  <a:pt x="666640" y="44470"/>
                </a:lnTo>
                <a:lnTo>
                  <a:pt x="667005" y="44754"/>
                </a:lnTo>
                <a:lnTo>
                  <a:pt x="667365" y="45045"/>
                </a:lnTo>
                <a:lnTo>
                  <a:pt x="667719" y="45342"/>
                </a:lnTo>
                <a:lnTo>
                  <a:pt x="668067" y="45647"/>
                </a:lnTo>
                <a:lnTo>
                  <a:pt x="668411" y="45957"/>
                </a:lnTo>
                <a:lnTo>
                  <a:pt x="668748" y="46275"/>
                </a:lnTo>
                <a:lnTo>
                  <a:pt x="669081" y="46599"/>
                </a:lnTo>
                <a:lnTo>
                  <a:pt x="669407" y="46930"/>
                </a:lnTo>
                <a:lnTo>
                  <a:pt x="669728" y="47267"/>
                </a:lnTo>
                <a:lnTo>
                  <a:pt x="670044" y="47611"/>
                </a:lnTo>
                <a:lnTo>
                  <a:pt x="670354" y="47962"/>
                </a:lnTo>
                <a:lnTo>
                  <a:pt x="670659" y="48319"/>
                </a:lnTo>
                <a:lnTo>
                  <a:pt x="670958" y="48683"/>
                </a:lnTo>
                <a:lnTo>
                  <a:pt x="671252" y="49054"/>
                </a:lnTo>
                <a:lnTo>
                  <a:pt x="671540" y="49431"/>
                </a:lnTo>
                <a:lnTo>
                  <a:pt x="671823" y="49814"/>
                </a:lnTo>
                <a:lnTo>
                  <a:pt x="672099" y="50201"/>
                </a:lnTo>
                <a:lnTo>
                  <a:pt x="672370" y="50592"/>
                </a:lnTo>
                <a:lnTo>
                  <a:pt x="672635" y="50988"/>
                </a:lnTo>
                <a:lnTo>
                  <a:pt x="672894" y="51388"/>
                </a:lnTo>
                <a:lnTo>
                  <a:pt x="673147" y="51793"/>
                </a:lnTo>
                <a:lnTo>
                  <a:pt x="673394" y="52202"/>
                </a:lnTo>
                <a:lnTo>
                  <a:pt x="673636" y="52615"/>
                </a:lnTo>
                <a:lnTo>
                  <a:pt x="673871" y="53033"/>
                </a:lnTo>
                <a:lnTo>
                  <a:pt x="674101" y="53455"/>
                </a:lnTo>
                <a:lnTo>
                  <a:pt x="674324" y="53881"/>
                </a:lnTo>
                <a:lnTo>
                  <a:pt x="674542" y="54311"/>
                </a:lnTo>
                <a:lnTo>
                  <a:pt x="674754" y="54746"/>
                </a:lnTo>
                <a:lnTo>
                  <a:pt x="674960" y="55186"/>
                </a:lnTo>
                <a:lnTo>
                  <a:pt x="675160" y="55629"/>
                </a:lnTo>
                <a:lnTo>
                  <a:pt x="675355" y="56077"/>
                </a:lnTo>
                <a:lnTo>
                  <a:pt x="675543" y="56530"/>
                </a:lnTo>
                <a:lnTo>
                  <a:pt x="675725" y="56987"/>
                </a:lnTo>
                <a:lnTo>
                  <a:pt x="675902" y="57448"/>
                </a:lnTo>
                <a:lnTo>
                  <a:pt x="676073" y="57913"/>
                </a:lnTo>
                <a:lnTo>
                  <a:pt x="676238" y="58383"/>
                </a:lnTo>
                <a:lnTo>
                  <a:pt x="676397" y="58857"/>
                </a:lnTo>
                <a:lnTo>
                  <a:pt x="676550" y="59335"/>
                </a:lnTo>
                <a:lnTo>
                  <a:pt x="676697" y="59818"/>
                </a:lnTo>
                <a:lnTo>
                  <a:pt x="676838" y="60304"/>
                </a:lnTo>
                <a:lnTo>
                  <a:pt x="676973" y="60793"/>
                </a:lnTo>
                <a:lnTo>
                  <a:pt x="677103" y="61283"/>
                </a:lnTo>
                <a:lnTo>
                  <a:pt x="677226" y="61776"/>
                </a:lnTo>
                <a:lnTo>
                  <a:pt x="677343" y="62272"/>
                </a:lnTo>
                <a:lnTo>
                  <a:pt x="677454" y="62769"/>
                </a:lnTo>
                <a:lnTo>
                  <a:pt x="677560" y="63269"/>
                </a:lnTo>
                <a:lnTo>
                  <a:pt x="677659" y="63772"/>
                </a:lnTo>
                <a:lnTo>
                  <a:pt x="677752" y="64276"/>
                </a:lnTo>
                <a:lnTo>
                  <a:pt x="677839" y="64783"/>
                </a:lnTo>
                <a:lnTo>
                  <a:pt x="677920" y="65292"/>
                </a:lnTo>
                <a:lnTo>
                  <a:pt x="677995" y="65804"/>
                </a:lnTo>
                <a:lnTo>
                  <a:pt x="678065" y="66317"/>
                </a:lnTo>
                <a:lnTo>
                  <a:pt x="678128" y="66833"/>
                </a:lnTo>
                <a:lnTo>
                  <a:pt x="678185" y="67352"/>
                </a:lnTo>
                <a:lnTo>
                  <a:pt x="678236" y="67872"/>
                </a:lnTo>
                <a:lnTo>
                  <a:pt x="678281" y="68395"/>
                </a:lnTo>
                <a:lnTo>
                  <a:pt x="678320" y="68921"/>
                </a:lnTo>
                <a:lnTo>
                  <a:pt x="678353" y="69448"/>
                </a:lnTo>
                <a:lnTo>
                  <a:pt x="678380" y="69978"/>
                </a:lnTo>
                <a:lnTo>
                  <a:pt x="678401" y="70510"/>
                </a:lnTo>
                <a:lnTo>
                  <a:pt x="678416" y="71045"/>
                </a:lnTo>
                <a:lnTo>
                  <a:pt x="678425" y="71582"/>
                </a:lnTo>
                <a:lnTo>
                  <a:pt x="678428" y="72121"/>
                </a:lnTo>
                <a:lnTo>
                  <a:pt x="678428" y="74478"/>
                </a:lnTo>
                <a:lnTo>
                  <a:pt x="678425" y="75023"/>
                </a:lnTo>
                <a:lnTo>
                  <a:pt x="678416" y="75566"/>
                </a:lnTo>
                <a:lnTo>
                  <a:pt x="678401" y="76106"/>
                </a:lnTo>
                <a:lnTo>
                  <a:pt x="678380" y="76644"/>
                </a:lnTo>
                <a:lnTo>
                  <a:pt x="678353" y="77179"/>
                </a:lnTo>
                <a:lnTo>
                  <a:pt x="678320" y="77712"/>
                </a:lnTo>
                <a:lnTo>
                  <a:pt x="678281" y="78243"/>
                </a:lnTo>
                <a:lnTo>
                  <a:pt x="678236" y="78771"/>
                </a:lnTo>
                <a:lnTo>
                  <a:pt x="678185" y="79297"/>
                </a:lnTo>
                <a:lnTo>
                  <a:pt x="678128" y="79820"/>
                </a:lnTo>
                <a:lnTo>
                  <a:pt x="678065" y="80341"/>
                </a:lnTo>
                <a:lnTo>
                  <a:pt x="677995" y="80859"/>
                </a:lnTo>
                <a:lnTo>
                  <a:pt x="677920" y="81375"/>
                </a:lnTo>
                <a:lnTo>
                  <a:pt x="677839" y="81889"/>
                </a:lnTo>
                <a:lnTo>
                  <a:pt x="677752" y="82400"/>
                </a:lnTo>
                <a:lnTo>
                  <a:pt x="677659" y="82909"/>
                </a:lnTo>
                <a:lnTo>
                  <a:pt x="677560" y="83415"/>
                </a:lnTo>
                <a:lnTo>
                  <a:pt x="677454" y="83919"/>
                </a:lnTo>
                <a:lnTo>
                  <a:pt x="677343" y="84420"/>
                </a:lnTo>
                <a:lnTo>
                  <a:pt x="677226" y="84919"/>
                </a:lnTo>
                <a:lnTo>
                  <a:pt x="677103" y="85416"/>
                </a:lnTo>
                <a:lnTo>
                  <a:pt x="676973" y="85910"/>
                </a:lnTo>
                <a:lnTo>
                  <a:pt x="676838" y="86402"/>
                </a:lnTo>
                <a:lnTo>
                  <a:pt x="676697" y="86891"/>
                </a:lnTo>
                <a:lnTo>
                  <a:pt x="676550" y="87377"/>
                </a:lnTo>
                <a:lnTo>
                  <a:pt x="676397" y="87858"/>
                </a:lnTo>
                <a:lnTo>
                  <a:pt x="676238" y="88334"/>
                </a:lnTo>
                <a:lnTo>
                  <a:pt x="676074" y="88806"/>
                </a:lnTo>
                <a:lnTo>
                  <a:pt x="675904" y="89274"/>
                </a:lnTo>
                <a:lnTo>
                  <a:pt x="675728" y="89736"/>
                </a:lnTo>
                <a:lnTo>
                  <a:pt x="675546" y="90195"/>
                </a:lnTo>
                <a:lnTo>
                  <a:pt x="675359" y="90648"/>
                </a:lnTo>
                <a:lnTo>
                  <a:pt x="675165" y="91097"/>
                </a:lnTo>
                <a:lnTo>
                  <a:pt x="674967" y="91541"/>
                </a:lnTo>
                <a:lnTo>
                  <a:pt x="674762" y="91981"/>
                </a:lnTo>
                <a:lnTo>
                  <a:pt x="674551" y="92416"/>
                </a:lnTo>
                <a:lnTo>
                  <a:pt x="674335" y="92847"/>
                </a:lnTo>
                <a:lnTo>
                  <a:pt x="674113" y="93272"/>
                </a:lnTo>
                <a:lnTo>
                  <a:pt x="673886" y="93694"/>
                </a:lnTo>
                <a:lnTo>
                  <a:pt x="673652" y="94110"/>
                </a:lnTo>
                <a:lnTo>
                  <a:pt x="673413" y="94523"/>
                </a:lnTo>
                <a:lnTo>
                  <a:pt x="673168" y="94930"/>
                </a:lnTo>
                <a:lnTo>
                  <a:pt x="672917" y="95333"/>
                </a:lnTo>
                <a:lnTo>
                  <a:pt x="672661" y="95731"/>
                </a:lnTo>
                <a:lnTo>
                  <a:pt x="672398" y="96125"/>
                </a:lnTo>
                <a:lnTo>
                  <a:pt x="672130" y="96514"/>
                </a:lnTo>
                <a:lnTo>
                  <a:pt x="671857" y="96898"/>
                </a:lnTo>
                <a:lnTo>
                  <a:pt x="671577" y="97278"/>
                </a:lnTo>
                <a:lnTo>
                  <a:pt x="671292" y="97652"/>
                </a:lnTo>
                <a:lnTo>
                  <a:pt x="671001" y="98020"/>
                </a:lnTo>
                <a:lnTo>
                  <a:pt x="670705" y="98381"/>
                </a:lnTo>
                <a:lnTo>
                  <a:pt x="670404" y="98735"/>
                </a:lnTo>
                <a:lnTo>
                  <a:pt x="670096" y="99083"/>
                </a:lnTo>
                <a:lnTo>
                  <a:pt x="669784" y="99424"/>
                </a:lnTo>
                <a:lnTo>
                  <a:pt x="669466" y="99758"/>
                </a:lnTo>
                <a:lnTo>
                  <a:pt x="669142" y="100086"/>
                </a:lnTo>
                <a:lnTo>
                  <a:pt x="668813" y="100407"/>
                </a:lnTo>
                <a:lnTo>
                  <a:pt x="668478" y="100721"/>
                </a:lnTo>
                <a:lnTo>
                  <a:pt x="668138" y="101029"/>
                </a:lnTo>
                <a:lnTo>
                  <a:pt x="667792" y="101330"/>
                </a:lnTo>
                <a:lnTo>
                  <a:pt x="667441" y="101624"/>
                </a:lnTo>
                <a:lnTo>
                  <a:pt x="667085" y="101912"/>
                </a:lnTo>
                <a:lnTo>
                  <a:pt x="666722" y="102193"/>
                </a:lnTo>
                <a:lnTo>
                  <a:pt x="666355" y="102468"/>
                </a:lnTo>
                <a:lnTo>
                  <a:pt x="665982" y="102735"/>
                </a:lnTo>
                <a:lnTo>
                  <a:pt x="665603" y="102997"/>
                </a:lnTo>
                <a:lnTo>
                  <a:pt x="665219" y="103251"/>
                </a:lnTo>
                <a:lnTo>
                  <a:pt x="664829" y="103499"/>
                </a:lnTo>
                <a:lnTo>
                  <a:pt x="664434" y="103740"/>
                </a:lnTo>
                <a:lnTo>
                  <a:pt x="664034" y="103975"/>
                </a:lnTo>
                <a:lnTo>
                  <a:pt x="663627" y="104203"/>
                </a:lnTo>
                <a:lnTo>
                  <a:pt x="663216" y="104424"/>
                </a:lnTo>
                <a:lnTo>
                  <a:pt x="662799" y="104637"/>
                </a:lnTo>
                <a:lnTo>
                  <a:pt x="662377" y="104842"/>
                </a:lnTo>
                <a:lnTo>
                  <a:pt x="661949" y="105037"/>
                </a:lnTo>
                <a:lnTo>
                  <a:pt x="661516" y="105223"/>
                </a:lnTo>
                <a:lnTo>
                  <a:pt x="661078" y="105400"/>
                </a:lnTo>
                <a:lnTo>
                  <a:pt x="660635" y="105568"/>
                </a:lnTo>
                <a:lnTo>
                  <a:pt x="660187" y="105727"/>
                </a:lnTo>
                <a:lnTo>
                  <a:pt x="659733" y="105877"/>
                </a:lnTo>
                <a:lnTo>
                  <a:pt x="659274" y="106018"/>
                </a:lnTo>
                <a:lnTo>
                  <a:pt x="658810" y="106149"/>
                </a:lnTo>
                <a:lnTo>
                  <a:pt x="658340" y="106272"/>
                </a:lnTo>
                <a:lnTo>
                  <a:pt x="657866" y="106385"/>
                </a:lnTo>
                <a:lnTo>
                  <a:pt x="657386" y="106490"/>
                </a:lnTo>
                <a:lnTo>
                  <a:pt x="656901" y="106585"/>
                </a:lnTo>
                <a:lnTo>
                  <a:pt x="656410" y="106671"/>
                </a:lnTo>
                <a:lnTo>
                  <a:pt x="655915" y="106749"/>
                </a:lnTo>
                <a:lnTo>
                  <a:pt x="655414" y="106817"/>
                </a:lnTo>
                <a:lnTo>
                  <a:pt x="654907" y="106876"/>
                </a:lnTo>
                <a:lnTo>
                  <a:pt x="654396" y="106926"/>
                </a:lnTo>
                <a:lnTo>
                  <a:pt x="653879" y="106966"/>
                </a:lnTo>
                <a:lnTo>
                  <a:pt x="653358" y="106998"/>
                </a:lnTo>
                <a:lnTo>
                  <a:pt x="652830" y="107021"/>
                </a:lnTo>
                <a:lnTo>
                  <a:pt x="652298" y="107035"/>
                </a:lnTo>
                <a:lnTo>
                  <a:pt x="651760" y="107039"/>
                </a:lnTo>
                <a:lnTo>
                  <a:pt x="651223" y="107035"/>
                </a:lnTo>
                <a:lnTo>
                  <a:pt x="650690" y="107021"/>
                </a:lnTo>
                <a:lnTo>
                  <a:pt x="650163" y="106998"/>
                </a:lnTo>
                <a:lnTo>
                  <a:pt x="649640" y="106966"/>
                </a:lnTo>
                <a:lnTo>
                  <a:pt x="649123" y="106926"/>
                </a:lnTo>
                <a:lnTo>
                  <a:pt x="648611" y="106876"/>
                </a:lnTo>
                <a:lnTo>
                  <a:pt x="648104" y="106817"/>
                </a:lnTo>
                <a:lnTo>
                  <a:pt x="647602" y="106749"/>
                </a:lnTo>
                <a:lnTo>
                  <a:pt x="647106" y="106671"/>
                </a:lnTo>
                <a:lnTo>
                  <a:pt x="646614" y="106585"/>
                </a:lnTo>
                <a:lnTo>
                  <a:pt x="646127" y="106490"/>
                </a:lnTo>
                <a:lnTo>
                  <a:pt x="645646" y="106385"/>
                </a:lnTo>
                <a:lnTo>
                  <a:pt x="645170" y="106272"/>
                </a:lnTo>
                <a:lnTo>
                  <a:pt x="644699" y="106149"/>
                </a:lnTo>
                <a:lnTo>
                  <a:pt x="644233" y="106018"/>
                </a:lnTo>
                <a:lnTo>
                  <a:pt x="643772" y="105877"/>
                </a:lnTo>
                <a:lnTo>
                  <a:pt x="643316" y="105727"/>
                </a:lnTo>
                <a:lnTo>
                  <a:pt x="642865" y="105568"/>
                </a:lnTo>
                <a:lnTo>
                  <a:pt x="642420" y="105400"/>
                </a:lnTo>
                <a:lnTo>
                  <a:pt x="641979" y="105223"/>
                </a:lnTo>
                <a:lnTo>
                  <a:pt x="641544" y="105037"/>
                </a:lnTo>
                <a:lnTo>
                  <a:pt x="641113" y="104842"/>
                </a:lnTo>
                <a:lnTo>
                  <a:pt x="640688" y="104637"/>
                </a:lnTo>
                <a:lnTo>
                  <a:pt x="640268" y="104424"/>
                </a:lnTo>
                <a:lnTo>
                  <a:pt x="639854" y="104203"/>
                </a:lnTo>
                <a:lnTo>
                  <a:pt x="639444" y="103975"/>
                </a:lnTo>
                <a:lnTo>
                  <a:pt x="639041" y="103740"/>
                </a:lnTo>
                <a:lnTo>
                  <a:pt x="638643" y="103499"/>
                </a:lnTo>
                <a:lnTo>
                  <a:pt x="638250" y="103251"/>
                </a:lnTo>
                <a:lnTo>
                  <a:pt x="637863" y="102997"/>
                </a:lnTo>
                <a:lnTo>
                  <a:pt x="637481" y="102735"/>
                </a:lnTo>
                <a:lnTo>
                  <a:pt x="637105" y="102468"/>
                </a:lnTo>
                <a:lnTo>
                  <a:pt x="636734" y="102193"/>
                </a:lnTo>
                <a:lnTo>
                  <a:pt x="636369" y="101912"/>
                </a:lnTo>
                <a:lnTo>
                  <a:pt x="636009" y="101624"/>
                </a:lnTo>
                <a:lnTo>
                  <a:pt x="635655" y="101330"/>
                </a:lnTo>
                <a:lnTo>
                  <a:pt x="635306" y="101029"/>
                </a:lnTo>
                <a:lnTo>
                  <a:pt x="634963" y="100721"/>
                </a:lnTo>
                <a:lnTo>
                  <a:pt x="634625" y="100407"/>
                </a:lnTo>
                <a:lnTo>
                  <a:pt x="634293" y="100086"/>
                </a:lnTo>
                <a:lnTo>
                  <a:pt x="633966" y="99758"/>
                </a:lnTo>
                <a:lnTo>
                  <a:pt x="633645" y="99424"/>
                </a:lnTo>
                <a:lnTo>
                  <a:pt x="633329" y="99083"/>
                </a:lnTo>
                <a:lnTo>
                  <a:pt x="633019" y="98735"/>
                </a:lnTo>
                <a:lnTo>
                  <a:pt x="632715" y="98381"/>
                </a:lnTo>
                <a:lnTo>
                  <a:pt x="632415" y="98020"/>
                </a:lnTo>
                <a:lnTo>
                  <a:pt x="632122" y="97652"/>
                </a:lnTo>
                <a:lnTo>
                  <a:pt x="631833" y="97278"/>
                </a:lnTo>
                <a:lnTo>
                  <a:pt x="631551" y="96898"/>
                </a:lnTo>
                <a:lnTo>
                  <a:pt x="631274" y="96514"/>
                </a:lnTo>
                <a:lnTo>
                  <a:pt x="631003" y="96125"/>
                </a:lnTo>
                <a:lnTo>
                  <a:pt x="630739" y="95731"/>
                </a:lnTo>
                <a:lnTo>
                  <a:pt x="630480" y="95333"/>
                </a:lnTo>
                <a:lnTo>
                  <a:pt x="630226" y="94930"/>
                </a:lnTo>
                <a:lnTo>
                  <a:pt x="629979" y="94523"/>
                </a:lnTo>
                <a:lnTo>
                  <a:pt x="629738" y="94110"/>
                </a:lnTo>
                <a:lnTo>
                  <a:pt x="629502" y="93694"/>
                </a:lnTo>
                <a:lnTo>
                  <a:pt x="629273" y="93272"/>
                </a:lnTo>
                <a:lnTo>
                  <a:pt x="629049" y="92847"/>
                </a:lnTo>
                <a:lnTo>
                  <a:pt x="628831" y="92416"/>
                </a:lnTo>
                <a:lnTo>
                  <a:pt x="628619" y="91981"/>
                </a:lnTo>
                <a:lnTo>
                  <a:pt x="628413" y="91541"/>
                </a:lnTo>
                <a:lnTo>
                  <a:pt x="628213" y="91097"/>
                </a:lnTo>
                <a:lnTo>
                  <a:pt x="628019" y="90648"/>
                </a:lnTo>
                <a:lnTo>
                  <a:pt x="627831" y="90195"/>
                </a:lnTo>
                <a:lnTo>
                  <a:pt x="627648" y="89736"/>
                </a:lnTo>
                <a:lnTo>
                  <a:pt x="627472" y="89274"/>
                </a:lnTo>
                <a:lnTo>
                  <a:pt x="627301" y="88806"/>
                </a:lnTo>
                <a:lnTo>
                  <a:pt x="627136" y="88334"/>
                </a:lnTo>
                <a:lnTo>
                  <a:pt x="626977" y="87858"/>
                </a:lnTo>
                <a:lnTo>
                  <a:pt x="626824" y="87377"/>
                </a:lnTo>
                <a:lnTo>
                  <a:pt x="626677" y="86891"/>
                </a:lnTo>
                <a:lnTo>
                  <a:pt x="626535" y="86402"/>
                </a:lnTo>
                <a:lnTo>
                  <a:pt x="626400" y="85910"/>
                </a:lnTo>
                <a:lnTo>
                  <a:pt x="626271" y="85416"/>
                </a:lnTo>
                <a:lnTo>
                  <a:pt x="626148" y="84919"/>
                </a:lnTo>
                <a:lnTo>
                  <a:pt x="626030" y="84420"/>
                </a:lnTo>
                <a:lnTo>
                  <a:pt x="625919" y="83919"/>
                </a:lnTo>
                <a:lnTo>
                  <a:pt x="625814" y="83415"/>
                </a:lnTo>
                <a:lnTo>
                  <a:pt x="625715" y="82909"/>
                </a:lnTo>
                <a:lnTo>
                  <a:pt x="625622" y="82400"/>
                </a:lnTo>
                <a:lnTo>
                  <a:pt x="625535" y="81889"/>
                </a:lnTo>
                <a:lnTo>
                  <a:pt x="625453" y="81375"/>
                </a:lnTo>
                <a:lnTo>
                  <a:pt x="625378" y="80859"/>
                </a:lnTo>
                <a:lnTo>
                  <a:pt x="625309" y="80341"/>
                </a:lnTo>
                <a:lnTo>
                  <a:pt x="625246" y="79820"/>
                </a:lnTo>
                <a:lnTo>
                  <a:pt x="625189" y="79297"/>
                </a:lnTo>
                <a:lnTo>
                  <a:pt x="625138" y="78771"/>
                </a:lnTo>
                <a:lnTo>
                  <a:pt x="625093" y="78243"/>
                </a:lnTo>
                <a:lnTo>
                  <a:pt x="625054" y="77712"/>
                </a:lnTo>
                <a:lnTo>
                  <a:pt x="625021" y="77179"/>
                </a:lnTo>
                <a:lnTo>
                  <a:pt x="624994" y="76644"/>
                </a:lnTo>
                <a:lnTo>
                  <a:pt x="624972" y="76106"/>
                </a:lnTo>
                <a:lnTo>
                  <a:pt x="624957" y="75566"/>
                </a:lnTo>
                <a:lnTo>
                  <a:pt x="624948" y="75023"/>
                </a:lnTo>
                <a:lnTo>
                  <a:pt x="624945" y="74478"/>
                </a:lnTo>
                <a:lnTo>
                  <a:pt x="624945" y="72121"/>
                </a:lnTo>
                <a:lnTo>
                  <a:pt x="624948" y="71582"/>
                </a:lnTo>
                <a:lnTo>
                  <a:pt x="624957" y="71045"/>
                </a:lnTo>
                <a:lnTo>
                  <a:pt x="624972" y="70510"/>
                </a:lnTo>
                <a:lnTo>
                  <a:pt x="624994" y="69978"/>
                </a:lnTo>
                <a:lnTo>
                  <a:pt x="625021" y="69448"/>
                </a:lnTo>
                <a:close/>
                <a:moveTo>
                  <a:pt x="886267" y="65812"/>
                </a:moveTo>
                <a:lnTo>
                  <a:pt x="886235" y="65166"/>
                </a:lnTo>
                <a:lnTo>
                  <a:pt x="886196" y="64524"/>
                </a:lnTo>
                <a:lnTo>
                  <a:pt x="886149" y="63886"/>
                </a:lnTo>
                <a:lnTo>
                  <a:pt x="886095" y="63254"/>
                </a:lnTo>
                <a:lnTo>
                  <a:pt x="886034" y="62626"/>
                </a:lnTo>
                <a:lnTo>
                  <a:pt x="885966" y="62003"/>
                </a:lnTo>
                <a:lnTo>
                  <a:pt x="885891" y="61384"/>
                </a:lnTo>
                <a:lnTo>
                  <a:pt x="885809" y="60771"/>
                </a:lnTo>
                <a:lnTo>
                  <a:pt x="885719" y="60162"/>
                </a:lnTo>
                <a:lnTo>
                  <a:pt x="885623" y="59557"/>
                </a:lnTo>
                <a:lnTo>
                  <a:pt x="885519" y="58958"/>
                </a:lnTo>
                <a:lnTo>
                  <a:pt x="885408" y="58363"/>
                </a:lnTo>
                <a:lnTo>
                  <a:pt x="885290" y="57773"/>
                </a:lnTo>
                <a:lnTo>
                  <a:pt x="885164" y="57188"/>
                </a:lnTo>
                <a:lnTo>
                  <a:pt x="885032" y="56607"/>
                </a:lnTo>
                <a:lnTo>
                  <a:pt x="884892" y="56031"/>
                </a:lnTo>
                <a:lnTo>
                  <a:pt x="884745" y="55460"/>
                </a:lnTo>
                <a:lnTo>
                  <a:pt x="884591" y="54894"/>
                </a:lnTo>
                <a:lnTo>
                  <a:pt x="884430" y="54332"/>
                </a:lnTo>
                <a:lnTo>
                  <a:pt x="884262" y="53775"/>
                </a:lnTo>
                <a:lnTo>
                  <a:pt x="884086" y="53224"/>
                </a:lnTo>
                <a:lnTo>
                  <a:pt x="883904" y="52678"/>
                </a:lnTo>
                <a:lnTo>
                  <a:pt x="883715" y="52139"/>
                </a:lnTo>
                <a:lnTo>
                  <a:pt x="883519" y="51606"/>
                </a:lnTo>
                <a:lnTo>
                  <a:pt x="883316" y="51079"/>
                </a:lnTo>
                <a:lnTo>
                  <a:pt x="883106" y="50558"/>
                </a:lnTo>
                <a:lnTo>
                  <a:pt x="882889" y="50043"/>
                </a:lnTo>
                <a:lnTo>
                  <a:pt x="882666" y="49534"/>
                </a:lnTo>
                <a:lnTo>
                  <a:pt x="882435" y="49032"/>
                </a:lnTo>
                <a:lnTo>
                  <a:pt x="882198" y="48535"/>
                </a:lnTo>
                <a:lnTo>
                  <a:pt x="881953" y="48045"/>
                </a:lnTo>
                <a:lnTo>
                  <a:pt x="881702" y="47561"/>
                </a:lnTo>
                <a:lnTo>
                  <a:pt x="881444" y="47083"/>
                </a:lnTo>
                <a:lnTo>
                  <a:pt x="881179" y="46611"/>
                </a:lnTo>
                <a:lnTo>
                  <a:pt x="880906" y="46146"/>
                </a:lnTo>
                <a:lnTo>
                  <a:pt x="880628" y="45686"/>
                </a:lnTo>
                <a:lnTo>
                  <a:pt x="880342" y="45233"/>
                </a:lnTo>
                <a:lnTo>
                  <a:pt x="880049" y="44785"/>
                </a:lnTo>
                <a:lnTo>
                  <a:pt x="879749" y="44344"/>
                </a:lnTo>
                <a:lnTo>
                  <a:pt x="879443" y="43909"/>
                </a:lnTo>
                <a:lnTo>
                  <a:pt x="879129" y="43480"/>
                </a:lnTo>
                <a:lnTo>
                  <a:pt x="878809" y="43057"/>
                </a:lnTo>
                <a:lnTo>
                  <a:pt x="878482" y="42641"/>
                </a:lnTo>
                <a:lnTo>
                  <a:pt x="878147" y="42230"/>
                </a:lnTo>
                <a:lnTo>
                  <a:pt x="877807" y="41826"/>
                </a:lnTo>
                <a:lnTo>
                  <a:pt x="877460" y="41430"/>
                </a:lnTo>
                <a:lnTo>
                  <a:pt x="877106" y="41042"/>
                </a:lnTo>
                <a:lnTo>
                  <a:pt x="876747" y="40661"/>
                </a:lnTo>
                <a:lnTo>
                  <a:pt x="876381" y="40288"/>
                </a:lnTo>
                <a:lnTo>
                  <a:pt x="876009" y="39923"/>
                </a:lnTo>
                <a:lnTo>
                  <a:pt x="875630" y="39565"/>
                </a:lnTo>
                <a:lnTo>
                  <a:pt x="875246" y="39215"/>
                </a:lnTo>
                <a:lnTo>
                  <a:pt x="874855" y="38873"/>
                </a:lnTo>
                <a:lnTo>
                  <a:pt x="874458" y="38538"/>
                </a:lnTo>
                <a:lnTo>
                  <a:pt x="874054" y="38211"/>
                </a:lnTo>
                <a:lnTo>
                  <a:pt x="873644" y="37892"/>
                </a:lnTo>
                <a:lnTo>
                  <a:pt x="873228" y="37580"/>
                </a:lnTo>
                <a:lnTo>
                  <a:pt x="872806" y="37276"/>
                </a:lnTo>
                <a:lnTo>
                  <a:pt x="872378" y="36979"/>
                </a:lnTo>
                <a:lnTo>
                  <a:pt x="871943" y="36691"/>
                </a:lnTo>
                <a:lnTo>
                  <a:pt x="871502" y="36409"/>
                </a:lnTo>
                <a:lnTo>
                  <a:pt x="871055" y="36136"/>
                </a:lnTo>
                <a:lnTo>
                  <a:pt x="870601" y="35870"/>
                </a:lnTo>
                <a:lnTo>
                  <a:pt x="870141" y="35612"/>
                </a:lnTo>
                <a:lnTo>
                  <a:pt x="869675" y="35362"/>
                </a:lnTo>
                <a:lnTo>
                  <a:pt x="869203" y="35119"/>
                </a:lnTo>
                <a:lnTo>
                  <a:pt x="868724" y="34884"/>
                </a:lnTo>
                <a:lnTo>
                  <a:pt x="868239" y="34656"/>
                </a:lnTo>
                <a:lnTo>
                  <a:pt x="867748" y="34437"/>
                </a:lnTo>
                <a:lnTo>
                  <a:pt x="867251" y="34227"/>
                </a:lnTo>
                <a:lnTo>
                  <a:pt x="866748" y="34027"/>
                </a:lnTo>
                <a:lnTo>
                  <a:pt x="866239" y="33836"/>
                </a:lnTo>
                <a:lnTo>
                  <a:pt x="865724" y="33654"/>
                </a:lnTo>
                <a:lnTo>
                  <a:pt x="865203" y="33482"/>
                </a:lnTo>
                <a:lnTo>
                  <a:pt x="864675" y="33319"/>
                </a:lnTo>
                <a:lnTo>
                  <a:pt x="864142" y="33165"/>
                </a:lnTo>
                <a:lnTo>
                  <a:pt x="863603" y="33020"/>
                </a:lnTo>
                <a:lnTo>
                  <a:pt x="863058" y="32885"/>
                </a:lnTo>
                <a:lnTo>
                  <a:pt x="862507" y="32759"/>
                </a:lnTo>
                <a:lnTo>
                  <a:pt x="861950" y="32643"/>
                </a:lnTo>
                <a:lnTo>
                  <a:pt x="861387" y="32536"/>
                </a:lnTo>
                <a:lnTo>
                  <a:pt x="860817" y="32438"/>
                </a:lnTo>
                <a:lnTo>
                  <a:pt x="860242" y="32349"/>
                </a:lnTo>
                <a:lnTo>
                  <a:pt x="859661" y="32270"/>
                </a:lnTo>
                <a:lnTo>
                  <a:pt x="859074" y="32200"/>
                </a:lnTo>
                <a:lnTo>
                  <a:pt x="858480" y="32140"/>
                </a:lnTo>
                <a:lnTo>
                  <a:pt x="857881" y="32088"/>
                </a:lnTo>
                <a:lnTo>
                  <a:pt x="857276" y="32046"/>
                </a:lnTo>
                <a:lnTo>
                  <a:pt x="856665" y="32014"/>
                </a:lnTo>
                <a:lnTo>
                  <a:pt x="856047" y="31990"/>
                </a:lnTo>
                <a:lnTo>
                  <a:pt x="855424" y="31976"/>
                </a:lnTo>
                <a:lnTo>
                  <a:pt x="854795" y="31972"/>
                </a:lnTo>
                <a:lnTo>
                  <a:pt x="854225" y="31977"/>
                </a:lnTo>
                <a:lnTo>
                  <a:pt x="853658" y="31991"/>
                </a:lnTo>
                <a:lnTo>
                  <a:pt x="853093" y="32016"/>
                </a:lnTo>
                <a:lnTo>
                  <a:pt x="852530" y="32050"/>
                </a:lnTo>
                <a:lnTo>
                  <a:pt x="851970" y="32093"/>
                </a:lnTo>
                <a:lnTo>
                  <a:pt x="851413" y="32147"/>
                </a:lnTo>
                <a:lnTo>
                  <a:pt x="850858" y="32210"/>
                </a:lnTo>
                <a:lnTo>
                  <a:pt x="850305" y="32283"/>
                </a:lnTo>
                <a:lnTo>
                  <a:pt x="849755" y="32365"/>
                </a:lnTo>
                <a:lnTo>
                  <a:pt x="849207" y="32458"/>
                </a:lnTo>
                <a:lnTo>
                  <a:pt x="848662" y="32560"/>
                </a:lnTo>
                <a:lnTo>
                  <a:pt x="848119" y="32672"/>
                </a:lnTo>
                <a:lnTo>
                  <a:pt x="847578" y="32793"/>
                </a:lnTo>
                <a:lnTo>
                  <a:pt x="847040" y="32924"/>
                </a:lnTo>
                <a:lnTo>
                  <a:pt x="846504" y="33065"/>
                </a:lnTo>
                <a:lnTo>
                  <a:pt x="845971" y="33216"/>
                </a:lnTo>
                <a:lnTo>
                  <a:pt x="845440" y="33376"/>
                </a:lnTo>
                <a:lnTo>
                  <a:pt x="844912" y="33546"/>
                </a:lnTo>
                <a:lnTo>
                  <a:pt x="844386" y="33726"/>
                </a:lnTo>
                <a:lnTo>
                  <a:pt x="843862" y="33916"/>
                </a:lnTo>
                <a:lnTo>
                  <a:pt x="843341" y="34115"/>
                </a:lnTo>
                <a:lnTo>
                  <a:pt x="842822" y="34324"/>
                </a:lnTo>
                <a:lnTo>
                  <a:pt x="842306" y="34543"/>
                </a:lnTo>
                <a:lnTo>
                  <a:pt x="841792" y="34771"/>
                </a:lnTo>
                <a:lnTo>
                  <a:pt x="841282" y="35009"/>
                </a:lnTo>
                <a:lnTo>
                  <a:pt x="840777" y="35255"/>
                </a:lnTo>
                <a:lnTo>
                  <a:pt x="840276" y="35511"/>
                </a:lnTo>
                <a:lnTo>
                  <a:pt x="839781" y="35775"/>
                </a:lnTo>
                <a:lnTo>
                  <a:pt x="839290" y="36048"/>
                </a:lnTo>
                <a:lnTo>
                  <a:pt x="838804" y="36330"/>
                </a:lnTo>
                <a:lnTo>
                  <a:pt x="838323" y="36620"/>
                </a:lnTo>
                <a:lnTo>
                  <a:pt x="837847" y="36920"/>
                </a:lnTo>
                <a:lnTo>
                  <a:pt x="837376" y="37228"/>
                </a:lnTo>
                <a:lnTo>
                  <a:pt x="836909" y="37545"/>
                </a:lnTo>
                <a:lnTo>
                  <a:pt x="836448" y="37871"/>
                </a:lnTo>
                <a:lnTo>
                  <a:pt x="835991" y="38206"/>
                </a:lnTo>
                <a:lnTo>
                  <a:pt x="835539" y="38549"/>
                </a:lnTo>
                <a:lnTo>
                  <a:pt x="835092" y="38902"/>
                </a:lnTo>
                <a:lnTo>
                  <a:pt x="834650" y="39263"/>
                </a:lnTo>
                <a:lnTo>
                  <a:pt x="834213" y="39633"/>
                </a:lnTo>
                <a:lnTo>
                  <a:pt x="833780" y="40012"/>
                </a:lnTo>
                <a:lnTo>
                  <a:pt x="833353" y="40400"/>
                </a:lnTo>
                <a:lnTo>
                  <a:pt x="832930" y="40796"/>
                </a:lnTo>
                <a:lnTo>
                  <a:pt x="832512" y="41202"/>
                </a:lnTo>
                <a:lnTo>
                  <a:pt x="832099" y="41616"/>
                </a:lnTo>
                <a:lnTo>
                  <a:pt x="831691" y="42039"/>
                </a:lnTo>
                <a:lnTo>
                  <a:pt x="831288" y="42471"/>
                </a:lnTo>
                <a:lnTo>
                  <a:pt x="830890" y="42911"/>
                </a:lnTo>
                <a:lnTo>
                  <a:pt x="830497" y="43360"/>
                </a:lnTo>
                <a:lnTo>
                  <a:pt x="830111" y="43816"/>
                </a:lnTo>
                <a:lnTo>
                  <a:pt x="829733" y="44279"/>
                </a:lnTo>
                <a:lnTo>
                  <a:pt x="829361" y="44750"/>
                </a:lnTo>
                <a:lnTo>
                  <a:pt x="828996" y="45228"/>
                </a:lnTo>
                <a:lnTo>
                  <a:pt x="828638" y="45713"/>
                </a:lnTo>
                <a:lnTo>
                  <a:pt x="828287" y="46206"/>
                </a:lnTo>
                <a:lnTo>
                  <a:pt x="827943" y="46705"/>
                </a:lnTo>
                <a:lnTo>
                  <a:pt x="827606" y="47212"/>
                </a:lnTo>
                <a:lnTo>
                  <a:pt x="827275" y="47727"/>
                </a:lnTo>
                <a:lnTo>
                  <a:pt x="826952" y="48248"/>
                </a:lnTo>
                <a:lnTo>
                  <a:pt x="826635" y="48777"/>
                </a:lnTo>
                <a:lnTo>
                  <a:pt x="826326" y="49313"/>
                </a:lnTo>
                <a:lnTo>
                  <a:pt x="826023" y="49857"/>
                </a:lnTo>
                <a:lnTo>
                  <a:pt x="825727" y="50408"/>
                </a:lnTo>
                <a:lnTo>
                  <a:pt x="825438" y="50966"/>
                </a:lnTo>
                <a:lnTo>
                  <a:pt x="825156" y="51531"/>
                </a:lnTo>
                <a:lnTo>
                  <a:pt x="824881" y="52104"/>
                </a:lnTo>
                <a:lnTo>
                  <a:pt x="824613" y="52684"/>
                </a:lnTo>
                <a:lnTo>
                  <a:pt x="824352" y="53271"/>
                </a:lnTo>
                <a:lnTo>
                  <a:pt x="824097" y="53865"/>
                </a:lnTo>
                <a:lnTo>
                  <a:pt x="823850" y="54467"/>
                </a:lnTo>
                <a:lnTo>
                  <a:pt x="823609" y="55076"/>
                </a:lnTo>
                <a:lnTo>
                  <a:pt x="823375" y="55693"/>
                </a:lnTo>
                <a:lnTo>
                  <a:pt x="823150" y="56316"/>
                </a:lnTo>
                <a:lnTo>
                  <a:pt x="822934" y="56945"/>
                </a:lnTo>
                <a:lnTo>
                  <a:pt x="822728" y="57580"/>
                </a:lnTo>
                <a:lnTo>
                  <a:pt x="822531" y="58222"/>
                </a:lnTo>
                <a:lnTo>
                  <a:pt x="822344" y="58870"/>
                </a:lnTo>
                <a:lnTo>
                  <a:pt x="822167" y="59523"/>
                </a:lnTo>
                <a:lnTo>
                  <a:pt x="821999" y="60183"/>
                </a:lnTo>
                <a:lnTo>
                  <a:pt x="821841" y="60849"/>
                </a:lnTo>
                <a:lnTo>
                  <a:pt x="821692" y="61522"/>
                </a:lnTo>
                <a:lnTo>
                  <a:pt x="821553" y="62200"/>
                </a:lnTo>
                <a:lnTo>
                  <a:pt x="821423" y="62885"/>
                </a:lnTo>
                <a:lnTo>
                  <a:pt x="821304" y="63575"/>
                </a:lnTo>
                <a:lnTo>
                  <a:pt x="821193" y="64272"/>
                </a:lnTo>
                <a:lnTo>
                  <a:pt x="821093" y="64975"/>
                </a:lnTo>
                <a:lnTo>
                  <a:pt x="821001" y="65684"/>
                </a:lnTo>
                <a:lnTo>
                  <a:pt x="820920" y="66399"/>
                </a:lnTo>
                <a:lnTo>
                  <a:pt x="820848" y="67120"/>
                </a:lnTo>
                <a:lnTo>
                  <a:pt x="820786" y="67848"/>
                </a:lnTo>
                <a:lnTo>
                  <a:pt x="820733" y="68582"/>
                </a:lnTo>
                <a:lnTo>
                  <a:pt x="820690" y="69321"/>
                </a:lnTo>
                <a:lnTo>
                  <a:pt x="820656" y="70067"/>
                </a:lnTo>
                <a:lnTo>
                  <a:pt x="820632" y="70819"/>
                </a:lnTo>
                <a:lnTo>
                  <a:pt x="820618" y="71577"/>
                </a:lnTo>
                <a:lnTo>
                  <a:pt x="820613" y="72342"/>
                </a:lnTo>
                <a:lnTo>
                  <a:pt x="820613" y="75509"/>
                </a:lnTo>
                <a:lnTo>
                  <a:pt x="820618" y="76219"/>
                </a:lnTo>
                <a:lnTo>
                  <a:pt x="820631" y="76924"/>
                </a:lnTo>
                <a:lnTo>
                  <a:pt x="820654" y="77624"/>
                </a:lnTo>
                <a:lnTo>
                  <a:pt x="820687" y="78320"/>
                </a:lnTo>
                <a:lnTo>
                  <a:pt x="820728" y="79011"/>
                </a:lnTo>
                <a:lnTo>
                  <a:pt x="820779" y="79697"/>
                </a:lnTo>
                <a:lnTo>
                  <a:pt x="820839" y="80378"/>
                </a:lnTo>
                <a:lnTo>
                  <a:pt x="820908" y="81055"/>
                </a:lnTo>
                <a:lnTo>
                  <a:pt x="820986" y="81727"/>
                </a:lnTo>
                <a:lnTo>
                  <a:pt x="821073" y="82394"/>
                </a:lnTo>
                <a:lnTo>
                  <a:pt x="821170" y="83056"/>
                </a:lnTo>
                <a:lnTo>
                  <a:pt x="821276" y="83714"/>
                </a:lnTo>
                <a:lnTo>
                  <a:pt x="821391" y="84367"/>
                </a:lnTo>
                <a:lnTo>
                  <a:pt x="821515" y="85015"/>
                </a:lnTo>
                <a:lnTo>
                  <a:pt x="821649" y="85659"/>
                </a:lnTo>
                <a:lnTo>
                  <a:pt x="821792" y="86298"/>
                </a:lnTo>
                <a:lnTo>
                  <a:pt x="821944" y="86932"/>
                </a:lnTo>
                <a:lnTo>
                  <a:pt x="822105" y="87561"/>
                </a:lnTo>
                <a:lnTo>
                  <a:pt x="822275" y="88185"/>
                </a:lnTo>
                <a:lnTo>
                  <a:pt x="822455" y="88805"/>
                </a:lnTo>
                <a:lnTo>
                  <a:pt x="822643" y="89420"/>
                </a:lnTo>
                <a:lnTo>
                  <a:pt x="822841" y="90031"/>
                </a:lnTo>
                <a:lnTo>
                  <a:pt x="823049" y="90636"/>
                </a:lnTo>
                <a:lnTo>
                  <a:pt x="823265" y="91237"/>
                </a:lnTo>
                <a:lnTo>
                  <a:pt x="823490" y="91833"/>
                </a:lnTo>
                <a:lnTo>
                  <a:pt x="823722" y="92421"/>
                </a:lnTo>
                <a:lnTo>
                  <a:pt x="823961" y="93003"/>
                </a:lnTo>
                <a:lnTo>
                  <a:pt x="824208" y="93577"/>
                </a:lnTo>
                <a:lnTo>
                  <a:pt x="824463" y="94145"/>
                </a:lnTo>
                <a:lnTo>
                  <a:pt x="824725" y="94707"/>
                </a:lnTo>
                <a:lnTo>
                  <a:pt x="824994" y="95261"/>
                </a:lnTo>
                <a:lnTo>
                  <a:pt x="825270" y="95809"/>
                </a:lnTo>
                <a:lnTo>
                  <a:pt x="825554" y="96350"/>
                </a:lnTo>
                <a:lnTo>
                  <a:pt x="825846" y="96884"/>
                </a:lnTo>
                <a:lnTo>
                  <a:pt x="826145" y="97411"/>
                </a:lnTo>
                <a:lnTo>
                  <a:pt x="826451" y="97932"/>
                </a:lnTo>
                <a:lnTo>
                  <a:pt x="826765" y="98446"/>
                </a:lnTo>
                <a:lnTo>
                  <a:pt x="827086" y="98953"/>
                </a:lnTo>
                <a:lnTo>
                  <a:pt x="827415" y="99453"/>
                </a:lnTo>
                <a:lnTo>
                  <a:pt x="827751" y="99947"/>
                </a:lnTo>
                <a:lnTo>
                  <a:pt x="828094" y="100433"/>
                </a:lnTo>
                <a:lnTo>
                  <a:pt x="828445" y="100913"/>
                </a:lnTo>
                <a:lnTo>
                  <a:pt x="828803" y="101386"/>
                </a:lnTo>
                <a:lnTo>
                  <a:pt x="829169" y="101853"/>
                </a:lnTo>
                <a:lnTo>
                  <a:pt x="829542" y="102312"/>
                </a:lnTo>
                <a:lnTo>
                  <a:pt x="829922" y="102765"/>
                </a:lnTo>
                <a:lnTo>
                  <a:pt x="830310" y="103211"/>
                </a:lnTo>
                <a:lnTo>
                  <a:pt x="830705" y="103650"/>
                </a:lnTo>
                <a:lnTo>
                  <a:pt x="831108" y="104082"/>
                </a:lnTo>
                <a:lnTo>
                  <a:pt x="831516" y="104506"/>
                </a:lnTo>
                <a:lnTo>
                  <a:pt x="831930" y="104921"/>
                </a:lnTo>
                <a:lnTo>
                  <a:pt x="832351" y="105328"/>
                </a:lnTo>
                <a:lnTo>
                  <a:pt x="832777" y="105727"/>
                </a:lnTo>
                <a:lnTo>
                  <a:pt x="833210" y="106118"/>
                </a:lnTo>
                <a:lnTo>
                  <a:pt x="833649" y="106501"/>
                </a:lnTo>
                <a:lnTo>
                  <a:pt x="834094" y="106875"/>
                </a:lnTo>
                <a:lnTo>
                  <a:pt x="834545" y="107242"/>
                </a:lnTo>
                <a:lnTo>
                  <a:pt x="835003" y="107600"/>
                </a:lnTo>
                <a:lnTo>
                  <a:pt x="835466" y="107950"/>
                </a:lnTo>
                <a:lnTo>
                  <a:pt x="835936" y="108291"/>
                </a:lnTo>
                <a:lnTo>
                  <a:pt x="836412" y="108625"/>
                </a:lnTo>
                <a:lnTo>
                  <a:pt x="836893" y="108950"/>
                </a:lnTo>
                <a:lnTo>
                  <a:pt x="837382" y="109268"/>
                </a:lnTo>
                <a:lnTo>
                  <a:pt x="837876" y="109577"/>
                </a:lnTo>
                <a:lnTo>
                  <a:pt x="838376" y="109877"/>
                </a:lnTo>
                <a:lnTo>
                  <a:pt x="838883" y="110170"/>
                </a:lnTo>
                <a:lnTo>
                  <a:pt x="839395" y="110454"/>
                </a:lnTo>
                <a:lnTo>
                  <a:pt x="839914" y="110731"/>
                </a:lnTo>
                <a:lnTo>
                  <a:pt x="840439" y="110999"/>
                </a:lnTo>
                <a:lnTo>
                  <a:pt x="840970" y="111259"/>
                </a:lnTo>
                <a:lnTo>
                  <a:pt x="841507" y="111510"/>
                </a:lnTo>
                <a:lnTo>
                  <a:pt x="842050" y="111754"/>
                </a:lnTo>
                <a:lnTo>
                  <a:pt x="842599" y="111988"/>
                </a:lnTo>
                <a:lnTo>
                  <a:pt x="843152" y="112213"/>
                </a:lnTo>
                <a:lnTo>
                  <a:pt x="843709" y="112427"/>
                </a:lnTo>
                <a:lnTo>
                  <a:pt x="844270" y="112632"/>
                </a:lnTo>
                <a:lnTo>
                  <a:pt x="844836" y="112826"/>
                </a:lnTo>
                <a:lnTo>
                  <a:pt x="845407" y="113011"/>
                </a:lnTo>
                <a:lnTo>
                  <a:pt x="845981" y="113185"/>
                </a:lnTo>
                <a:lnTo>
                  <a:pt x="846560" y="113350"/>
                </a:lnTo>
                <a:lnTo>
                  <a:pt x="847144" y="113505"/>
                </a:lnTo>
                <a:lnTo>
                  <a:pt x="847731" y="113649"/>
                </a:lnTo>
                <a:lnTo>
                  <a:pt x="848323" y="113784"/>
                </a:lnTo>
                <a:lnTo>
                  <a:pt x="848920" y="113909"/>
                </a:lnTo>
                <a:lnTo>
                  <a:pt x="849520" y="114023"/>
                </a:lnTo>
                <a:lnTo>
                  <a:pt x="850126" y="114128"/>
                </a:lnTo>
                <a:lnTo>
                  <a:pt x="850735" y="114223"/>
                </a:lnTo>
                <a:lnTo>
                  <a:pt x="851349" y="114308"/>
                </a:lnTo>
                <a:lnTo>
                  <a:pt x="851967" y="114382"/>
                </a:lnTo>
                <a:lnTo>
                  <a:pt x="852589" y="114447"/>
                </a:lnTo>
                <a:lnTo>
                  <a:pt x="853216" y="114502"/>
                </a:lnTo>
                <a:lnTo>
                  <a:pt x="853847" y="114547"/>
                </a:lnTo>
                <a:lnTo>
                  <a:pt x="854483" y="114582"/>
                </a:lnTo>
                <a:lnTo>
                  <a:pt x="855123" y="114607"/>
                </a:lnTo>
                <a:lnTo>
                  <a:pt x="855767" y="114622"/>
                </a:lnTo>
                <a:lnTo>
                  <a:pt x="856415" y="114627"/>
                </a:lnTo>
                <a:lnTo>
                  <a:pt x="857008" y="114623"/>
                </a:lnTo>
                <a:lnTo>
                  <a:pt x="857594" y="114613"/>
                </a:lnTo>
                <a:lnTo>
                  <a:pt x="858174" y="114596"/>
                </a:lnTo>
                <a:lnTo>
                  <a:pt x="858748" y="114573"/>
                </a:lnTo>
                <a:lnTo>
                  <a:pt x="859316" y="114542"/>
                </a:lnTo>
                <a:lnTo>
                  <a:pt x="859878" y="114505"/>
                </a:lnTo>
                <a:lnTo>
                  <a:pt x="860433" y="114461"/>
                </a:lnTo>
                <a:lnTo>
                  <a:pt x="860983" y="114410"/>
                </a:lnTo>
                <a:lnTo>
                  <a:pt x="861526" y="114352"/>
                </a:lnTo>
                <a:lnTo>
                  <a:pt x="862063" y="114288"/>
                </a:lnTo>
                <a:lnTo>
                  <a:pt x="862594" y="114217"/>
                </a:lnTo>
                <a:lnTo>
                  <a:pt x="863119" y="114139"/>
                </a:lnTo>
                <a:lnTo>
                  <a:pt x="863638" y="114054"/>
                </a:lnTo>
                <a:lnTo>
                  <a:pt x="864151" y="113963"/>
                </a:lnTo>
                <a:lnTo>
                  <a:pt x="864657" y="113864"/>
                </a:lnTo>
                <a:lnTo>
                  <a:pt x="865157" y="113759"/>
                </a:lnTo>
                <a:lnTo>
                  <a:pt x="865652" y="113647"/>
                </a:lnTo>
                <a:lnTo>
                  <a:pt x="866140" y="113529"/>
                </a:lnTo>
                <a:lnTo>
                  <a:pt x="866621" y="113403"/>
                </a:lnTo>
                <a:lnTo>
                  <a:pt x="867097" y="113271"/>
                </a:lnTo>
                <a:lnTo>
                  <a:pt x="867567" y="113132"/>
                </a:lnTo>
                <a:lnTo>
                  <a:pt x="868030" y="112986"/>
                </a:lnTo>
                <a:lnTo>
                  <a:pt x="868488" y="112834"/>
                </a:lnTo>
                <a:lnTo>
                  <a:pt x="868939" y="112675"/>
                </a:lnTo>
                <a:lnTo>
                  <a:pt x="869384" y="112510"/>
                </a:lnTo>
                <a:lnTo>
                  <a:pt x="869824" y="112341"/>
                </a:lnTo>
                <a:lnTo>
                  <a:pt x="870259" y="112167"/>
                </a:lnTo>
                <a:lnTo>
                  <a:pt x="870689" y="111989"/>
                </a:lnTo>
                <a:lnTo>
                  <a:pt x="871113" y="111807"/>
                </a:lnTo>
                <a:lnTo>
                  <a:pt x="871531" y="111620"/>
                </a:lnTo>
                <a:lnTo>
                  <a:pt x="871944" y="111429"/>
                </a:lnTo>
                <a:lnTo>
                  <a:pt x="872352" y="111234"/>
                </a:lnTo>
                <a:lnTo>
                  <a:pt x="872755" y="111034"/>
                </a:lnTo>
                <a:lnTo>
                  <a:pt x="873152" y="110830"/>
                </a:lnTo>
                <a:lnTo>
                  <a:pt x="873544" y="110622"/>
                </a:lnTo>
                <a:lnTo>
                  <a:pt x="873930" y="110409"/>
                </a:lnTo>
                <a:lnTo>
                  <a:pt x="874311" y="110192"/>
                </a:lnTo>
                <a:lnTo>
                  <a:pt x="874687" y="109971"/>
                </a:lnTo>
                <a:lnTo>
                  <a:pt x="875057" y="109745"/>
                </a:lnTo>
                <a:lnTo>
                  <a:pt x="875422" y="109515"/>
                </a:lnTo>
                <a:lnTo>
                  <a:pt x="875781" y="109281"/>
                </a:lnTo>
                <a:lnTo>
                  <a:pt x="876135" y="109042"/>
                </a:lnTo>
                <a:lnTo>
                  <a:pt x="876484" y="108799"/>
                </a:lnTo>
                <a:lnTo>
                  <a:pt x="876828" y="108551"/>
                </a:lnTo>
                <a:lnTo>
                  <a:pt x="877166" y="108300"/>
                </a:lnTo>
                <a:lnTo>
                  <a:pt x="877498" y="108043"/>
                </a:lnTo>
                <a:lnTo>
                  <a:pt x="877825" y="107783"/>
                </a:lnTo>
                <a:lnTo>
                  <a:pt x="878147" y="107518"/>
                </a:lnTo>
                <a:lnTo>
                  <a:pt x="878465" y="107250"/>
                </a:lnTo>
                <a:lnTo>
                  <a:pt x="878778" y="106980"/>
                </a:lnTo>
                <a:lnTo>
                  <a:pt x="879087" y="106707"/>
                </a:lnTo>
                <a:lnTo>
                  <a:pt x="879392" y="106432"/>
                </a:lnTo>
                <a:lnTo>
                  <a:pt x="879692" y="106156"/>
                </a:lnTo>
                <a:lnTo>
                  <a:pt x="879989" y="105877"/>
                </a:lnTo>
                <a:lnTo>
                  <a:pt x="880282" y="105595"/>
                </a:lnTo>
                <a:lnTo>
                  <a:pt x="880570" y="105312"/>
                </a:lnTo>
                <a:lnTo>
                  <a:pt x="880855" y="105026"/>
                </a:lnTo>
                <a:lnTo>
                  <a:pt x="881135" y="104739"/>
                </a:lnTo>
                <a:lnTo>
                  <a:pt x="881411" y="104449"/>
                </a:lnTo>
                <a:lnTo>
                  <a:pt x="881683" y="104157"/>
                </a:lnTo>
                <a:lnTo>
                  <a:pt x="881952" y="103863"/>
                </a:lnTo>
                <a:lnTo>
                  <a:pt x="882215" y="103566"/>
                </a:lnTo>
                <a:lnTo>
                  <a:pt x="882475" y="103268"/>
                </a:lnTo>
                <a:lnTo>
                  <a:pt x="882731" y="102967"/>
                </a:lnTo>
                <a:lnTo>
                  <a:pt x="882983" y="102664"/>
                </a:lnTo>
                <a:lnTo>
                  <a:pt x="883230" y="102359"/>
                </a:lnTo>
                <a:lnTo>
                  <a:pt x="883474" y="102052"/>
                </a:lnTo>
                <a:lnTo>
                  <a:pt x="883713" y="101742"/>
                </a:lnTo>
                <a:lnTo>
                  <a:pt x="883949" y="101431"/>
                </a:lnTo>
                <a:lnTo>
                  <a:pt x="884180" y="101117"/>
                </a:lnTo>
                <a:lnTo>
                  <a:pt x="884407" y="100801"/>
                </a:lnTo>
                <a:lnTo>
                  <a:pt x="884630" y="100483"/>
                </a:lnTo>
                <a:lnTo>
                  <a:pt x="879105" y="96210"/>
                </a:lnTo>
                <a:lnTo>
                  <a:pt x="878741" y="96677"/>
                </a:lnTo>
                <a:lnTo>
                  <a:pt x="878373" y="97134"/>
                </a:lnTo>
                <a:lnTo>
                  <a:pt x="878001" y="97580"/>
                </a:lnTo>
                <a:lnTo>
                  <a:pt x="877625" y="98016"/>
                </a:lnTo>
                <a:lnTo>
                  <a:pt x="877245" y="98441"/>
                </a:lnTo>
                <a:lnTo>
                  <a:pt x="876861" y="98855"/>
                </a:lnTo>
                <a:lnTo>
                  <a:pt x="876473" y="99259"/>
                </a:lnTo>
                <a:lnTo>
                  <a:pt x="876081" y="99652"/>
                </a:lnTo>
                <a:lnTo>
                  <a:pt x="875685" y="100034"/>
                </a:lnTo>
                <a:lnTo>
                  <a:pt x="875285" y="100406"/>
                </a:lnTo>
                <a:lnTo>
                  <a:pt x="874881" y="100767"/>
                </a:lnTo>
                <a:lnTo>
                  <a:pt x="874473" y="101118"/>
                </a:lnTo>
                <a:lnTo>
                  <a:pt x="874061" y="101458"/>
                </a:lnTo>
                <a:lnTo>
                  <a:pt x="873646" y="101787"/>
                </a:lnTo>
                <a:lnTo>
                  <a:pt x="873226" y="102106"/>
                </a:lnTo>
                <a:lnTo>
                  <a:pt x="872802" y="102414"/>
                </a:lnTo>
                <a:lnTo>
                  <a:pt x="872375" y="102712"/>
                </a:lnTo>
                <a:lnTo>
                  <a:pt x="871943" y="102999"/>
                </a:lnTo>
                <a:lnTo>
                  <a:pt x="871508" y="103275"/>
                </a:lnTo>
                <a:lnTo>
                  <a:pt x="871068" y="103541"/>
                </a:lnTo>
                <a:lnTo>
                  <a:pt x="870625" y="103796"/>
                </a:lnTo>
                <a:lnTo>
                  <a:pt x="870177" y="104040"/>
                </a:lnTo>
                <a:lnTo>
                  <a:pt x="869726" y="104274"/>
                </a:lnTo>
                <a:lnTo>
                  <a:pt x="869270" y="104498"/>
                </a:lnTo>
                <a:lnTo>
                  <a:pt x="868810" y="104711"/>
                </a:lnTo>
                <a:lnTo>
                  <a:pt x="868345" y="104915"/>
                </a:lnTo>
                <a:lnTo>
                  <a:pt x="867875" y="105111"/>
                </a:lnTo>
                <a:lnTo>
                  <a:pt x="867399" y="105297"/>
                </a:lnTo>
                <a:lnTo>
                  <a:pt x="866918" y="105474"/>
                </a:lnTo>
                <a:lnTo>
                  <a:pt x="866432" y="105642"/>
                </a:lnTo>
                <a:lnTo>
                  <a:pt x="865940" y="105801"/>
                </a:lnTo>
                <a:lnTo>
                  <a:pt x="865444" y="105950"/>
                </a:lnTo>
                <a:lnTo>
                  <a:pt x="864942" y="106091"/>
                </a:lnTo>
                <a:lnTo>
                  <a:pt x="864435" y="106223"/>
                </a:lnTo>
                <a:lnTo>
                  <a:pt x="863922" y="106345"/>
                </a:lnTo>
                <a:lnTo>
                  <a:pt x="863405" y="106459"/>
                </a:lnTo>
                <a:lnTo>
                  <a:pt x="862882" y="106563"/>
                </a:lnTo>
                <a:lnTo>
                  <a:pt x="862354" y="106659"/>
                </a:lnTo>
                <a:lnTo>
                  <a:pt x="861820" y="106745"/>
                </a:lnTo>
                <a:lnTo>
                  <a:pt x="861282" y="106822"/>
                </a:lnTo>
                <a:lnTo>
                  <a:pt x="860738" y="106890"/>
                </a:lnTo>
                <a:lnTo>
                  <a:pt x="860189" y="106949"/>
                </a:lnTo>
                <a:lnTo>
                  <a:pt x="859634" y="106999"/>
                </a:lnTo>
                <a:lnTo>
                  <a:pt x="859075" y="107040"/>
                </a:lnTo>
                <a:lnTo>
                  <a:pt x="858510" y="107072"/>
                </a:lnTo>
                <a:lnTo>
                  <a:pt x="857940" y="107095"/>
                </a:lnTo>
                <a:lnTo>
                  <a:pt x="857364" y="107108"/>
                </a:lnTo>
                <a:lnTo>
                  <a:pt x="856784" y="107113"/>
                </a:lnTo>
                <a:lnTo>
                  <a:pt x="856276" y="107108"/>
                </a:lnTo>
                <a:lnTo>
                  <a:pt x="855772" y="107096"/>
                </a:lnTo>
                <a:lnTo>
                  <a:pt x="855272" y="107074"/>
                </a:lnTo>
                <a:lnTo>
                  <a:pt x="854776" y="107044"/>
                </a:lnTo>
                <a:lnTo>
                  <a:pt x="854284" y="107006"/>
                </a:lnTo>
                <a:lnTo>
                  <a:pt x="853796" y="106959"/>
                </a:lnTo>
                <a:lnTo>
                  <a:pt x="853311" y="106903"/>
                </a:lnTo>
                <a:lnTo>
                  <a:pt x="852830" y="106839"/>
                </a:lnTo>
                <a:lnTo>
                  <a:pt x="852353" y="106766"/>
                </a:lnTo>
                <a:lnTo>
                  <a:pt x="851880" y="106684"/>
                </a:lnTo>
                <a:lnTo>
                  <a:pt x="851411" y="106594"/>
                </a:lnTo>
                <a:lnTo>
                  <a:pt x="850946" y="106496"/>
                </a:lnTo>
                <a:lnTo>
                  <a:pt x="850484" y="106389"/>
                </a:lnTo>
                <a:lnTo>
                  <a:pt x="850026" y="106273"/>
                </a:lnTo>
                <a:lnTo>
                  <a:pt x="849572" y="106149"/>
                </a:lnTo>
                <a:lnTo>
                  <a:pt x="849122" y="106016"/>
                </a:lnTo>
                <a:lnTo>
                  <a:pt x="848676" y="105875"/>
                </a:lnTo>
                <a:lnTo>
                  <a:pt x="848234" y="105725"/>
                </a:lnTo>
                <a:lnTo>
                  <a:pt x="847795" y="105566"/>
                </a:lnTo>
                <a:lnTo>
                  <a:pt x="847360" y="105399"/>
                </a:lnTo>
                <a:lnTo>
                  <a:pt x="846930" y="105223"/>
                </a:lnTo>
                <a:lnTo>
                  <a:pt x="846503" y="105039"/>
                </a:lnTo>
                <a:lnTo>
                  <a:pt x="846079" y="104846"/>
                </a:lnTo>
                <a:lnTo>
                  <a:pt x="845660" y="104645"/>
                </a:lnTo>
                <a:lnTo>
                  <a:pt x="845245" y="104436"/>
                </a:lnTo>
                <a:lnTo>
                  <a:pt x="844835" y="104221"/>
                </a:lnTo>
                <a:lnTo>
                  <a:pt x="844429" y="103999"/>
                </a:lnTo>
                <a:lnTo>
                  <a:pt x="844029" y="103771"/>
                </a:lnTo>
                <a:lnTo>
                  <a:pt x="843633" y="103537"/>
                </a:lnTo>
                <a:lnTo>
                  <a:pt x="843243" y="103296"/>
                </a:lnTo>
                <a:lnTo>
                  <a:pt x="842857" y="103049"/>
                </a:lnTo>
                <a:lnTo>
                  <a:pt x="842476" y="102795"/>
                </a:lnTo>
                <a:lnTo>
                  <a:pt x="842100" y="102535"/>
                </a:lnTo>
                <a:lnTo>
                  <a:pt x="841728" y="102269"/>
                </a:lnTo>
                <a:lnTo>
                  <a:pt x="841362" y="101996"/>
                </a:lnTo>
                <a:lnTo>
                  <a:pt x="841000" y="101717"/>
                </a:lnTo>
                <a:lnTo>
                  <a:pt x="840644" y="101431"/>
                </a:lnTo>
                <a:lnTo>
                  <a:pt x="840292" y="101139"/>
                </a:lnTo>
                <a:lnTo>
                  <a:pt x="839945" y="100841"/>
                </a:lnTo>
                <a:lnTo>
                  <a:pt x="839603" y="100536"/>
                </a:lnTo>
                <a:lnTo>
                  <a:pt x="839266" y="100225"/>
                </a:lnTo>
                <a:lnTo>
                  <a:pt x="838933" y="99907"/>
                </a:lnTo>
                <a:lnTo>
                  <a:pt x="838606" y="99583"/>
                </a:lnTo>
                <a:lnTo>
                  <a:pt x="838283" y="99253"/>
                </a:lnTo>
                <a:lnTo>
                  <a:pt x="837965" y="98916"/>
                </a:lnTo>
                <a:lnTo>
                  <a:pt x="837652" y="98573"/>
                </a:lnTo>
                <a:lnTo>
                  <a:pt x="837344" y="98223"/>
                </a:lnTo>
                <a:lnTo>
                  <a:pt x="837041" y="97867"/>
                </a:lnTo>
                <a:lnTo>
                  <a:pt x="836743" y="97506"/>
                </a:lnTo>
                <a:lnTo>
                  <a:pt x="836450" y="97139"/>
                </a:lnTo>
                <a:lnTo>
                  <a:pt x="836164" y="96768"/>
                </a:lnTo>
                <a:lnTo>
                  <a:pt x="835883" y="96391"/>
                </a:lnTo>
                <a:lnTo>
                  <a:pt x="835607" y="96009"/>
                </a:lnTo>
                <a:lnTo>
                  <a:pt x="835337" y="95623"/>
                </a:lnTo>
                <a:lnTo>
                  <a:pt x="835073" y="95231"/>
                </a:lnTo>
                <a:lnTo>
                  <a:pt x="834814" y="94835"/>
                </a:lnTo>
                <a:lnTo>
                  <a:pt x="834561" y="94433"/>
                </a:lnTo>
                <a:lnTo>
                  <a:pt x="834314" y="94027"/>
                </a:lnTo>
                <a:lnTo>
                  <a:pt x="834072" y="93615"/>
                </a:lnTo>
                <a:lnTo>
                  <a:pt x="833836" y="93199"/>
                </a:lnTo>
                <a:lnTo>
                  <a:pt x="833606" y="92777"/>
                </a:lnTo>
                <a:lnTo>
                  <a:pt x="833381" y="92351"/>
                </a:lnTo>
                <a:lnTo>
                  <a:pt x="833162" y="91919"/>
                </a:lnTo>
                <a:lnTo>
                  <a:pt x="832948" y="91483"/>
                </a:lnTo>
                <a:lnTo>
                  <a:pt x="832740" y="91042"/>
                </a:lnTo>
                <a:lnTo>
                  <a:pt x="832538" y="90595"/>
                </a:lnTo>
                <a:lnTo>
                  <a:pt x="832341" y="90144"/>
                </a:lnTo>
                <a:lnTo>
                  <a:pt x="832150" y="89687"/>
                </a:lnTo>
                <a:lnTo>
                  <a:pt x="831965" y="89226"/>
                </a:lnTo>
                <a:lnTo>
                  <a:pt x="831785" y="88760"/>
                </a:lnTo>
                <a:lnTo>
                  <a:pt x="831611" y="88288"/>
                </a:lnTo>
                <a:lnTo>
                  <a:pt x="831442" y="87812"/>
                </a:lnTo>
                <a:lnTo>
                  <a:pt x="831280" y="87332"/>
                </a:lnTo>
                <a:lnTo>
                  <a:pt x="831124" y="86849"/>
                </a:lnTo>
                <a:lnTo>
                  <a:pt x="830976" y="86363"/>
                </a:lnTo>
                <a:lnTo>
                  <a:pt x="830834" y="85874"/>
                </a:lnTo>
                <a:lnTo>
                  <a:pt x="830700" y="85382"/>
                </a:lnTo>
                <a:lnTo>
                  <a:pt x="830572" y="84888"/>
                </a:lnTo>
                <a:lnTo>
                  <a:pt x="830451" y="84391"/>
                </a:lnTo>
                <a:lnTo>
                  <a:pt x="830337" y="83891"/>
                </a:lnTo>
                <a:lnTo>
                  <a:pt x="830230" y="83388"/>
                </a:lnTo>
                <a:lnTo>
                  <a:pt x="830130" y="82883"/>
                </a:lnTo>
                <a:lnTo>
                  <a:pt x="830037" y="82374"/>
                </a:lnTo>
                <a:lnTo>
                  <a:pt x="829950" y="81863"/>
                </a:lnTo>
                <a:lnTo>
                  <a:pt x="829871" y="81349"/>
                </a:lnTo>
                <a:lnTo>
                  <a:pt x="829798" y="80832"/>
                </a:lnTo>
                <a:lnTo>
                  <a:pt x="829733" y="80313"/>
                </a:lnTo>
                <a:lnTo>
                  <a:pt x="829674" y="79790"/>
                </a:lnTo>
                <a:lnTo>
                  <a:pt x="829622" y="79265"/>
                </a:lnTo>
                <a:lnTo>
                  <a:pt x="829577" y="78737"/>
                </a:lnTo>
                <a:lnTo>
                  <a:pt x="829539" y="78206"/>
                </a:lnTo>
                <a:lnTo>
                  <a:pt x="829508" y="77672"/>
                </a:lnTo>
                <a:lnTo>
                  <a:pt x="829484" y="77136"/>
                </a:lnTo>
                <a:lnTo>
                  <a:pt x="829467" y="76596"/>
                </a:lnTo>
                <a:lnTo>
                  <a:pt x="829457" y="76054"/>
                </a:lnTo>
                <a:lnTo>
                  <a:pt x="829453" y="75509"/>
                </a:lnTo>
                <a:lnTo>
                  <a:pt x="829453" y="73815"/>
                </a:lnTo>
                <a:lnTo>
                  <a:pt x="886325" y="73815"/>
                </a:lnTo>
                <a:lnTo>
                  <a:pt x="886325" y="68446"/>
                </a:lnTo>
                <a:lnTo>
                  <a:pt x="886321" y="67781"/>
                </a:lnTo>
                <a:lnTo>
                  <a:pt x="886310" y="67120"/>
                </a:lnTo>
                <a:lnTo>
                  <a:pt x="886292" y="66464"/>
                </a:lnTo>
                <a:lnTo>
                  <a:pt x="886267" y="65812"/>
                </a:lnTo>
                <a:close/>
                <a:moveTo>
                  <a:pt x="829913" y="65371"/>
                </a:moveTo>
                <a:lnTo>
                  <a:pt x="829993" y="64819"/>
                </a:lnTo>
                <a:lnTo>
                  <a:pt x="830080" y="64272"/>
                </a:lnTo>
                <a:lnTo>
                  <a:pt x="830172" y="63729"/>
                </a:lnTo>
                <a:lnTo>
                  <a:pt x="830272" y="63190"/>
                </a:lnTo>
                <a:lnTo>
                  <a:pt x="830377" y="62657"/>
                </a:lnTo>
                <a:lnTo>
                  <a:pt x="830489" y="62127"/>
                </a:lnTo>
                <a:lnTo>
                  <a:pt x="830607" y="61602"/>
                </a:lnTo>
                <a:lnTo>
                  <a:pt x="830732" y="61082"/>
                </a:lnTo>
                <a:lnTo>
                  <a:pt x="830863" y="60566"/>
                </a:lnTo>
                <a:lnTo>
                  <a:pt x="831001" y="60054"/>
                </a:lnTo>
                <a:lnTo>
                  <a:pt x="831144" y="59547"/>
                </a:lnTo>
                <a:lnTo>
                  <a:pt x="831295" y="59045"/>
                </a:lnTo>
                <a:lnTo>
                  <a:pt x="831451" y="58547"/>
                </a:lnTo>
                <a:lnTo>
                  <a:pt x="831612" y="58055"/>
                </a:lnTo>
                <a:lnTo>
                  <a:pt x="831779" y="57569"/>
                </a:lnTo>
                <a:lnTo>
                  <a:pt x="831951" y="57088"/>
                </a:lnTo>
                <a:lnTo>
                  <a:pt x="832128" y="56613"/>
                </a:lnTo>
                <a:lnTo>
                  <a:pt x="832310" y="56144"/>
                </a:lnTo>
                <a:lnTo>
                  <a:pt x="832498" y="55680"/>
                </a:lnTo>
                <a:lnTo>
                  <a:pt x="832690" y="55222"/>
                </a:lnTo>
                <a:lnTo>
                  <a:pt x="832888" y="54770"/>
                </a:lnTo>
                <a:lnTo>
                  <a:pt x="833092" y="54323"/>
                </a:lnTo>
                <a:lnTo>
                  <a:pt x="833300" y="53881"/>
                </a:lnTo>
                <a:lnTo>
                  <a:pt x="833514" y="53446"/>
                </a:lnTo>
                <a:lnTo>
                  <a:pt x="833733" y="53016"/>
                </a:lnTo>
                <a:lnTo>
                  <a:pt x="833957" y="52592"/>
                </a:lnTo>
                <a:lnTo>
                  <a:pt x="834187" y="52173"/>
                </a:lnTo>
                <a:lnTo>
                  <a:pt x="834422" y="51760"/>
                </a:lnTo>
                <a:lnTo>
                  <a:pt x="834662" y="51352"/>
                </a:lnTo>
                <a:lnTo>
                  <a:pt x="834907" y="50950"/>
                </a:lnTo>
                <a:lnTo>
                  <a:pt x="835157" y="50554"/>
                </a:lnTo>
                <a:lnTo>
                  <a:pt x="835413" y="50164"/>
                </a:lnTo>
                <a:lnTo>
                  <a:pt x="835674" y="49779"/>
                </a:lnTo>
                <a:lnTo>
                  <a:pt x="835940" y="49399"/>
                </a:lnTo>
                <a:lnTo>
                  <a:pt x="836212" y="49026"/>
                </a:lnTo>
                <a:lnTo>
                  <a:pt x="836488" y="48657"/>
                </a:lnTo>
                <a:lnTo>
                  <a:pt x="836770" y="48296"/>
                </a:lnTo>
                <a:lnTo>
                  <a:pt x="837056" y="47941"/>
                </a:lnTo>
                <a:lnTo>
                  <a:pt x="837346" y="47593"/>
                </a:lnTo>
                <a:lnTo>
                  <a:pt x="837641" y="47253"/>
                </a:lnTo>
                <a:lnTo>
                  <a:pt x="837941" y="46919"/>
                </a:lnTo>
                <a:lnTo>
                  <a:pt x="838245" y="46592"/>
                </a:lnTo>
                <a:lnTo>
                  <a:pt x="838553" y="46273"/>
                </a:lnTo>
                <a:lnTo>
                  <a:pt x="838866" y="45960"/>
                </a:lnTo>
                <a:lnTo>
                  <a:pt x="839184" y="45655"/>
                </a:lnTo>
                <a:lnTo>
                  <a:pt x="839505" y="45357"/>
                </a:lnTo>
                <a:lnTo>
                  <a:pt x="839832" y="45065"/>
                </a:lnTo>
                <a:lnTo>
                  <a:pt x="840163" y="44781"/>
                </a:lnTo>
                <a:lnTo>
                  <a:pt x="840498" y="44503"/>
                </a:lnTo>
                <a:lnTo>
                  <a:pt x="840838" y="44233"/>
                </a:lnTo>
                <a:lnTo>
                  <a:pt x="841182" y="43970"/>
                </a:lnTo>
                <a:lnTo>
                  <a:pt x="841530" y="43714"/>
                </a:lnTo>
                <a:lnTo>
                  <a:pt x="841884" y="43464"/>
                </a:lnTo>
                <a:lnTo>
                  <a:pt x="842241" y="43222"/>
                </a:lnTo>
                <a:lnTo>
                  <a:pt x="842603" y="42987"/>
                </a:lnTo>
                <a:lnTo>
                  <a:pt x="842970" y="42759"/>
                </a:lnTo>
                <a:lnTo>
                  <a:pt x="843341" y="42538"/>
                </a:lnTo>
                <a:lnTo>
                  <a:pt x="843717" y="42324"/>
                </a:lnTo>
                <a:lnTo>
                  <a:pt x="844097" y="42117"/>
                </a:lnTo>
                <a:lnTo>
                  <a:pt x="844481" y="41917"/>
                </a:lnTo>
                <a:lnTo>
                  <a:pt x="844870" y="41725"/>
                </a:lnTo>
                <a:lnTo>
                  <a:pt x="845262" y="41540"/>
                </a:lnTo>
                <a:lnTo>
                  <a:pt x="845658" y="41364"/>
                </a:lnTo>
                <a:lnTo>
                  <a:pt x="846057" y="41197"/>
                </a:lnTo>
                <a:lnTo>
                  <a:pt x="846460" y="41037"/>
                </a:lnTo>
                <a:lnTo>
                  <a:pt x="846866" y="40886"/>
                </a:lnTo>
                <a:lnTo>
                  <a:pt x="847276" y="40742"/>
                </a:lnTo>
                <a:lnTo>
                  <a:pt x="847690" y="40607"/>
                </a:lnTo>
                <a:lnTo>
                  <a:pt x="848107" y="40480"/>
                </a:lnTo>
                <a:lnTo>
                  <a:pt x="848528" y="40362"/>
                </a:lnTo>
                <a:lnTo>
                  <a:pt x="848952" y="40251"/>
                </a:lnTo>
                <a:lnTo>
                  <a:pt x="849380" y="40149"/>
                </a:lnTo>
                <a:lnTo>
                  <a:pt x="849812" y="40055"/>
                </a:lnTo>
                <a:lnTo>
                  <a:pt x="850247" y="39969"/>
                </a:lnTo>
                <a:lnTo>
                  <a:pt x="850685" y="39891"/>
                </a:lnTo>
                <a:lnTo>
                  <a:pt x="851128" y="39821"/>
                </a:lnTo>
                <a:lnTo>
                  <a:pt x="851574" y="39760"/>
                </a:lnTo>
                <a:lnTo>
                  <a:pt x="852023" y="39707"/>
                </a:lnTo>
                <a:lnTo>
                  <a:pt x="852476" y="39662"/>
                </a:lnTo>
                <a:lnTo>
                  <a:pt x="852933" y="39625"/>
                </a:lnTo>
                <a:lnTo>
                  <a:pt x="853393" y="39596"/>
                </a:lnTo>
                <a:lnTo>
                  <a:pt x="853856" y="39576"/>
                </a:lnTo>
                <a:lnTo>
                  <a:pt x="854324" y="39564"/>
                </a:lnTo>
                <a:lnTo>
                  <a:pt x="854795" y="39560"/>
                </a:lnTo>
                <a:lnTo>
                  <a:pt x="855417" y="39566"/>
                </a:lnTo>
                <a:lnTo>
                  <a:pt x="856029" y="39585"/>
                </a:lnTo>
                <a:lnTo>
                  <a:pt x="856634" y="39617"/>
                </a:lnTo>
                <a:lnTo>
                  <a:pt x="857229" y="39662"/>
                </a:lnTo>
                <a:lnTo>
                  <a:pt x="857815" y="39719"/>
                </a:lnTo>
                <a:lnTo>
                  <a:pt x="858393" y="39789"/>
                </a:lnTo>
                <a:lnTo>
                  <a:pt x="858962" y="39872"/>
                </a:lnTo>
                <a:lnTo>
                  <a:pt x="859522" y="39968"/>
                </a:lnTo>
                <a:lnTo>
                  <a:pt x="860073" y="40076"/>
                </a:lnTo>
                <a:lnTo>
                  <a:pt x="860615" y="40197"/>
                </a:lnTo>
                <a:lnTo>
                  <a:pt x="861149" y="40331"/>
                </a:lnTo>
                <a:lnTo>
                  <a:pt x="861673" y="40478"/>
                </a:lnTo>
                <a:lnTo>
                  <a:pt x="862189" y="40638"/>
                </a:lnTo>
                <a:lnTo>
                  <a:pt x="862696" y="40810"/>
                </a:lnTo>
                <a:lnTo>
                  <a:pt x="863195" y="40995"/>
                </a:lnTo>
                <a:lnTo>
                  <a:pt x="863684" y="41192"/>
                </a:lnTo>
                <a:lnTo>
                  <a:pt x="864165" y="41403"/>
                </a:lnTo>
                <a:lnTo>
                  <a:pt x="864636" y="41626"/>
                </a:lnTo>
                <a:lnTo>
                  <a:pt x="865099" y="41862"/>
                </a:lnTo>
                <a:lnTo>
                  <a:pt x="865553" y="42111"/>
                </a:lnTo>
                <a:lnTo>
                  <a:pt x="865999" y="42373"/>
                </a:lnTo>
                <a:lnTo>
                  <a:pt x="866435" y="42647"/>
                </a:lnTo>
                <a:lnTo>
                  <a:pt x="866863" y="42934"/>
                </a:lnTo>
                <a:lnTo>
                  <a:pt x="867281" y="43234"/>
                </a:lnTo>
                <a:lnTo>
                  <a:pt x="867692" y="43543"/>
                </a:lnTo>
                <a:lnTo>
                  <a:pt x="868093" y="43861"/>
                </a:lnTo>
                <a:lnTo>
                  <a:pt x="868487" y="44186"/>
                </a:lnTo>
                <a:lnTo>
                  <a:pt x="868871" y="44518"/>
                </a:lnTo>
                <a:lnTo>
                  <a:pt x="869248" y="44858"/>
                </a:lnTo>
                <a:lnTo>
                  <a:pt x="869616" y="45205"/>
                </a:lnTo>
                <a:lnTo>
                  <a:pt x="869975" y="45560"/>
                </a:lnTo>
                <a:lnTo>
                  <a:pt x="870326" y="45923"/>
                </a:lnTo>
                <a:lnTo>
                  <a:pt x="870669" y="46293"/>
                </a:lnTo>
                <a:lnTo>
                  <a:pt x="871003" y="46670"/>
                </a:lnTo>
                <a:lnTo>
                  <a:pt x="871329" y="47055"/>
                </a:lnTo>
                <a:lnTo>
                  <a:pt x="871646" y="47448"/>
                </a:lnTo>
                <a:lnTo>
                  <a:pt x="871955" y="47848"/>
                </a:lnTo>
                <a:lnTo>
                  <a:pt x="872256" y="48255"/>
                </a:lnTo>
                <a:lnTo>
                  <a:pt x="872547" y="48671"/>
                </a:lnTo>
                <a:lnTo>
                  <a:pt x="872831" y="49093"/>
                </a:lnTo>
                <a:lnTo>
                  <a:pt x="873106" y="49524"/>
                </a:lnTo>
                <a:lnTo>
                  <a:pt x="873373" y="49961"/>
                </a:lnTo>
                <a:lnTo>
                  <a:pt x="873631" y="50407"/>
                </a:lnTo>
                <a:lnTo>
                  <a:pt x="873881" y="50859"/>
                </a:lnTo>
                <a:lnTo>
                  <a:pt x="874122" y="51320"/>
                </a:lnTo>
                <a:lnTo>
                  <a:pt x="874355" y="51788"/>
                </a:lnTo>
                <a:lnTo>
                  <a:pt x="874579" y="52263"/>
                </a:lnTo>
                <a:lnTo>
                  <a:pt x="874796" y="52746"/>
                </a:lnTo>
                <a:lnTo>
                  <a:pt x="875003" y="53234"/>
                </a:lnTo>
                <a:lnTo>
                  <a:pt x="875202" y="53725"/>
                </a:lnTo>
                <a:lnTo>
                  <a:pt x="875393" y="54219"/>
                </a:lnTo>
                <a:lnTo>
                  <a:pt x="875576" y="54716"/>
                </a:lnTo>
                <a:lnTo>
                  <a:pt x="875751" y="55216"/>
                </a:lnTo>
                <a:lnTo>
                  <a:pt x="875917" y="55719"/>
                </a:lnTo>
                <a:lnTo>
                  <a:pt x="876074" y="56225"/>
                </a:lnTo>
                <a:lnTo>
                  <a:pt x="876224" y="56734"/>
                </a:lnTo>
                <a:lnTo>
                  <a:pt x="876365" y="57245"/>
                </a:lnTo>
                <a:lnTo>
                  <a:pt x="876498" y="57760"/>
                </a:lnTo>
                <a:lnTo>
                  <a:pt x="876622" y="58277"/>
                </a:lnTo>
                <a:lnTo>
                  <a:pt x="876738" y="58798"/>
                </a:lnTo>
                <a:lnTo>
                  <a:pt x="876846" y="59321"/>
                </a:lnTo>
                <a:lnTo>
                  <a:pt x="876946" y="59847"/>
                </a:lnTo>
                <a:lnTo>
                  <a:pt x="877037" y="60377"/>
                </a:lnTo>
                <a:lnTo>
                  <a:pt x="877120" y="60909"/>
                </a:lnTo>
                <a:lnTo>
                  <a:pt x="877195" y="61444"/>
                </a:lnTo>
                <a:lnTo>
                  <a:pt x="877261" y="61982"/>
                </a:lnTo>
                <a:lnTo>
                  <a:pt x="877319" y="62523"/>
                </a:lnTo>
                <a:lnTo>
                  <a:pt x="877369" y="63067"/>
                </a:lnTo>
                <a:lnTo>
                  <a:pt x="877410" y="63614"/>
                </a:lnTo>
                <a:lnTo>
                  <a:pt x="877443" y="64163"/>
                </a:lnTo>
                <a:lnTo>
                  <a:pt x="877468" y="64716"/>
                </a:lnTo>
                <a:lnTo>
                  <a:pt x="877484" y="65272"/>
                </a:lnTo>
                <a:lnTo>
                  <a:pt x="877484" y="66227"/>
                </a:lnTo>
                <a:lnTo>
                  <a:pt x="829804" y="66227"/>
                </a:lnTo>
                <a:lnTo>
                  <a:pt x="829840" y="65927"/>
                </a:lnTo>
                <a:lnTo>
                  <a:pt x="829913" y="65371"/>
                </a:lnTo>
                <a:close/>
                <a:moveTo>
                  <a:pt x="964268" y="65812"/>
                </a:moveTo>
                <a:lnTo>
                  <a:pt x="964236" y="65166"/>
                </a:lnTo>
                <a:lnTo>
                  <a:pt x="964197" y="64524"/>
                </a:lnTo>
                <a:lnTo>
                  <a:pt x="964150" y="63886"/>
                </a:lnTo>
                <a:lnTo>
                  <a:pt x="964096" y="63254"/>
                </a:lnTo>
                <a:lnTo>
                  <a:pt x="964036" y="62626"/>
                </a:lnTo>
                <a:lnTo>
                  <a:pt x="963968" y="62003"/>
                </a:lnTo>
                <a:lnTo>
                  <a:pt x="963892" y="61384"/>
                </a:lnTo>
                <a:lnTo>
                  <a:pt x="963810" y="60771"/>
                </a:lnTo>
                <a:lnTo>
                  <a:pt x="963720" y="60162"/>
                </a:lnTo>
                <a:lnTo>
                  <a:pt x="963624" y="59557"/>
                </a:lnTo>
                <a:lnTo>
                  <a:pt x="963520" y="58958"/>
                </a:lnTo>
                <a:lnTo>
                  <a:pt x="963409" y="58363"/>
                </a:lnTo>
                <a:lnTo>
                  <a:pt x="963291" y="57773"/>
                </a:lnTo>
                <a:lnTo>
                  <a:pt x="963165" y="57188"/>
                </a:lnTo>
                <a:lnTo>
                  <a:pt x="963033" y="56607"/>
                </a:lnTo>
                <a:lnTo>
                  <a:pt x="962893" y="56031"/>
                </a:lnTo>
                <a:lnTo>
                  <a:pt x="962746" y="55460"/>
                </a:lnTo>
                <a:lnTo>
                  <a:pt x="962592" y="54894"/>
                </a:lnTo>
                <a:lnTo>
                  <a:pt x="962431" y="54332"/>
                </a:lnTo>
                <a:lnTo>
                  <a:pt x="962263" y="53775"/>
                </a:lnTo>
                <a:lnTo>
                  <a:pt x="962088" y="53224"/>
                </a:lnTo>
                <a:lnTo>
                  <a:pt x="961905" y="52678"/>
                </a:lnTo>
                <a:lnTo>
                  <a:pt x="961716" y="52139"/>
                </a:lnTo>
                <a:lnTo>
                  <a:pt x="961520" y="51606"/>
                </a:lnTo>
                <a:lnTo>
                  <a:pt x="961317" y="51079"/>
                </a:lnTo>
                <a:lnTo>
                  <a:pt x="961107" y="50558"/>
                </a:lnTo>
                <a:lnTo>
                  <a:pt x="960891" y="50043"/>
                </a:lnTo>
                <a:lnTo>
                  <a:pt x="960667" y="49534"/>
                </a:lnTo>
                <a:lnTo>
                  <a:pt x="960436" y="49032"/>
                </a:lnTo>
                <a:lnTo>
                  <a:pt x="960199" y="48535"/>
                </a:lnTo>
                <a:lnTo>
                  <a:pt x="959954" y="48045"/>
                </a:lnTo>
                <a:lnTo>
                  <a:pt x="959703" y="47561"/>
                </a:lnTo>
                <a:lnTo>
                  <a:pt x="959445" y="47083"/>
                </a:lnTo>
                <a:lnTo>
                  <a:pt x="959180" y="46611"/>
                </a:lnTo>
                <a:lnTo>
                  <a:pt x="958908" y="46146"/>
                </a:lnTo>
                <a:lnTo>
                  <a:pt x="958629" y="45686"/>
                </a:lnTo>
                <a:lnTo>
                  <a:pt x="958343" y="45233"/>
                </a:lnTo>
                <a:lnTo>
                  <a:pt x="958050" y="44785"/>
                </a:lnTo>
                <a:lnTo>
                  <a:pt x="957750" y="44344"/>
                </a:lnTo>
                <a:lnTo>
                  <a:pt x="957444" y="43909"/>
                </a:lnTo>
                <a:lnTo>
                  <a:pt x="957130" y="43480"/>
                </a:lnTo>
                <a:lnTo>
                  <a:pt x="956810" y="43057"/>
                </a:lnTo>
                <a:lnTo>
                  <a:pt x="956483" y="42641"/>
                </a:lnTo>
                <a:lnTo>
                  <a:pt x="956149" y="42230"/>
                </a:lnTo>
                <a:lnTo>
                  <a:pt x="955808" y="41826"/>
                </a:lnTo>
                <a:lnTo>
                  <a:pt x="955461" y="41430"/>
                </a:lnTo>
                <a:lnTo>
                  <a:pt x="955107" y="41042"/>
                </a:lnTo>
                <a:lnTo>
                  <a:pt x="954748" y="40661"/>
                </a:lnTo>
                <a:lnTo>
                  <a:pt x="954382" y="40288"/>
                </a:lnTo>
                <a:lnTo>
                  <a:pt x="954010" y="39923"/>
                </a:lnTo>
                <a:lnTo>
                  <a:pt x="953632" y="39565"/>
                </a:lnTo>
                <a:lnTo>
                  <a:pt x="953247" y="39215"/>
                </a:lnTo>
                <a:lnTo>
                  <a:pt x="952856" y="38873"/>
                </a:lnTo>
                <a:lnTo>
                  <a:pt x="952459" y="38538"/>
                </a:lnTo>
                <a:lnTo>
                  <a:pt x="952055" y="38211"/>
                </a:lnTo>
                <a:lnTo>
                  <a:pt x="951646" y="37892"/>
                </a:lnTo>
                <a:lnTo>
                  <a:pt x="951230" y="37580"/>
                </a:lnTo>
                <a:lnTo>
                  <a:pt x="950807" y="37276"/>
                </a:lnTo>
                <a:lnTo>
                  <a:pt x="950379" y="36979"/>
                </a:lnTo>
                <a:lnTo>
                  <a:pt x="949944" y="36691"/>
                </a:lnTo>
                <a:lnTo>
                  <a:pt x="949503" y="36409"/>
                </a:lnTo>
                <a:lnTo>
                  <a:pt x="949056" y="36136"/>
                </a:lnTo>
                <a:lnTo>
                  <a:pt x="948602" y="35870"/>
                </a:lnTo>
                <a:lnTo>
                  <a:pt x="948142" y="35612"/>
                </a:lnTo>
                <a:lnTo>
                  <a:pt x="947676" y="35362"/>
                </a:lnTo>
                <a:lnTo>
                  <a:pt x="947204" y="35119"/>
                </a:lnTo>
                <a:lnTo>
                  <a:pt x="946725" y="34884"/>
                </a:lnTo>
                <a:lnTo>
                  <a:pt x="946240" y="34656"/>
                </a:lnTo>
                <a:lnTo>
                  <a:pt x="945749" y="34437"/>
                </a:lnTo>
                <a:lnTo>
                  <a:pt x="945252" y="34227"/>
                </a:lnTo>
                <a:lnTo>
                  <a:pt x="944749" y="34027"/>
                </a:lnTo>
                <a:lnTo>
                  <a:pt x="944240" y="33836"/>
                </a:lnTo>
                <a:lnTo>
                  <a:pt x="943725" y="33654"/>
                </a:lnTo>
                <a:lnTo>
                  <a:pt x="943204" y="33482"/>
                </a:lnTo>
                <a:lnTo>
                  <a:pt x="942677" y="33319"/>
                </a:lnTo>
                <a:lnTo>
                  <a:pt x="942144" y="33165"/>
                </a:lnTo>
                <a:lnTo>
                  <a:pt x="941604" y="33020"/>
                </a:lnTo>
                <a:lnTo>
                  <a:pt x="941059" y="32885"/>
                </a:lnTo>
                <a:lnTo>
                  <a:pt x="940508" y="32759"/>
                </a:lnTo>
                <a:lnTo>
                  <a:pt x="939951" y="32643"/>
                </a:lnTo>
                <a:lnTo>
                  <a:pt x="939388" y="32536"/>
                </a:lnTo>
                <a:lnTo>
                  <a:pt x="938819" y="32438"/>
                </a:lnTo>
                <a:lnTo>
                  <a:pt x="938243" y="32349"/>
                </a:lnTo>
                <a:lnTo>
                  <a:pt x="937662" y="32270"/>
                </a:lnTo>
                <a:lnTo>
                  <a:pt x="937075" y="32200"/>
                </a:lnTo>
                <a:lnTo>
                  <a:pt x="936482" y="32140"/>
                </a:lnTo>
                <a:lnTo>
                  <a:pt x="935882" y="32088"/>
                </a:lnTo>
                <a:lnTo>
                  <a:pt x="935277" y="32046"/>
                </a:lnTo>
                <a:lnTo>
                  <a:pt x="934666" y="32014"/>
                </a:lnTo>
                <a:lnTo>
                  <a:pt x="934049" y="31990"/>
                </a:lnTo>
                <a:lnTo>
                  <a:pt x="933425" y="31976"/>
                </a:lnTo>
                <a:lnTo>
                  <a:pt x="932796" y="31972"/>
                </a:lnTo>
                <a:lnTo>
                  <a:pt x="932226" y="31977"/>
                </a:lnTo>
                <a:lnTo>
                  <a:pt x="931659" y="31991"/>
                </a:lnTo>
                <a:lnTo>
                  <a:pt x="931094" y="32016"/>
                </a:lnTo>
                <a:lnTo>
                  <a:pt x="930532" y="32050"/>
                </a:lnTo>
                <a:lnTo>
                  <a:pt x="929972" y="32093"/>
                </a:lnTo>
                <a:lnTo>
                  <a:pt x="929414" y="32147"/>
                </a:lnTo>
                <a:lnTo>
                  <a:pt x="928859" y="32210"/>
                </a:lnTo>
                <a:lnTo>
                  <a:pt x="928306" y="32283"/>
                </a:lnTo>
                <a:lnTo>
                  <a:pt x="927756" y="32365"/>
                </a:lnTo>
                <a:lnTo>
                  <a:pt x="927208" y="32458"/>
                </a:lnTo>
                <a:lnTo>
                  <a:pt x="926663" y="32560"/>
                </a:lnTo>
                <a:lnTo>
                  <a:pt x="926120" y="32672"/>
                </a:lnTo>
                <a:lnTo>
                  <a:pt x="925579" y="32793"/>
                </a:lnTo>
                <a:lnTo>
                  <a:pt x="925041" y="32924"/>
                </a:lnTo>
                <a:lnTo>
                  <a:pt x="924505" y="33065"/>
                </a:lnTo>
                <a:lnTo>
                  <a:pt x="923972" y="33216"/>
                </a:lnTo>
                <a:lnTo>
                  <a:pt x="923441" y="33376"/>
                </a:lnTo>
                <a:lnTo>
                  <a:pt x="922913" y="33546"/>
                </a:lnTo>
                <a:lnTo>
                  <a:pt x="922387" y="33726"/>
                </a:lnTo>
                <a:lnTo>
                  <a:pt x="921863" y="33916"/>
                </a:lnTo>
                <a:lnTo>
                  <a:pt x="921342" y="34115"/>
                </a:lnTo>
                <a:lnTo>
                  <a:pt x="920824" y="34324"/>
                </a:lnTo>
                <a:lnTo>
                  <a:pt x="920307" y="34543"/>
                </a:lnTo>
                <a:lnTo>
                  <a:pt x="919794" y="34771"/>
                </a:lnTo>
                <a:lnTo>
                  <a:pt x="919283" y="35009"/>
                </a:lnTo>
                <a:lnTo>
                  <a:pt x="918778" y="35255"/>
                </a:lnTo>
                <a:lnTo>
                  <a:pt x="918278" y="35511"/>
                </a:lnTo>
                <a:lnTo>
                  <a:pt x="917782" y="35775"/>
                </a:lnTo>
                <a:lnTo>
                  <a:pt x="917291" y="36048"/>
                </a:lnTo>
                <a:lnTo>
                  <a:pt x="916805" y="36330"/>
                </a:lnTo>
                <a:lnTo>
                  <a:pt x="916324" y="36620"/>
                </a:lnTo>
                <a:lnTo>
                  <a:pt x="915848" y="36920"/>
                </a:lnTo>
                <a:lnTo>
                  <a:pt x="915377" y="37228"/>
                </a:lnTo>
                <a:lnTo>
                  <a:pt x="914911" y="37545"/>
                </a:lnTo>
                <a:lnTo>
                  <a:pt x="914449" y="37871"/>
                </a:lnTo>
                <a:lnTo>
                  <a:pt x="913992" y="38206"/>
                </a:lnTo>
                <a:lnTo>
                  <a:pt x="913540" y="38549"/>
                </a:lnTo>
                <a:lnTo>
                  <a:pt x="913093" y="38902"/>
                </a:lnTo>
                <a:lnTo>
                  <a:pt x="912651" y="39263"/>
                </a:lnTo>
                <a:lnTo>
                  <a:pt x="912214" y="39633"/>
                </a:lnTo>
                <a:lnTo>
                  <a:pt x="911782" y="40012"/>
                </a:lnTo>
                <a:lnTo>
                  <a:pt x="911354" y="40400"/>
                </a:lnTo>
                <a:lnTo>
                  <a:pt x="910931" y="40796"/>
                </a:lnTo>
                <a:lnTo>
                  <a:pt x="910513" y="41202"/>
                </a:lnTo>
                <a:lnTo>
                  <a:pt x="910101" y="41616"/>
                </a:lnTo>
                <a:lnTo>
                  <a:pt x="909692" y="42039"/>
                </a:lnTo>
                <a:lnTo>
                  <a:pt x="909289" y="42471"/>
                </a:lnTo>
                <a:lnTo>
                  <a:pt x="908891" y="42911"/>
                </a:lnTo>
                <a:lnTo>
                  <a:pt x="908498" y="43360"/>
                </a:lnTo>
                <a:lnTo>
                  <a:pt x="908113" y="43816"/>
                </a:lnTo>
                <a:lnTo>
                  <a:pt x="907734" y="44279"/>
                </a:lnTo>
                <a:lnTo>
                  <a:pt x="907362" y="44750"/>
                </a:lnTo>
                <a:lnTo>
                  <a:pt x="906997" y="45228"/>
                </a:lnTo>
                <a:lnTo>
                  <a:pt x="906639" y="45713"/>
                </a:lnTo>
                <a:lnTo>
                  <a:pt x="906288" y="46206"/>
                </a:lnTo>
                <a:lnTo>
                  <a:pt x="905944" y="46705"/>
                </a:lnTo>
                <a:lnTo>
                  <a:pt x="905607" y="47212"/>
                </a:lnTo>
                <a:lnTo>
                  <a:pt x="905276" y="47727"/>
                </a:lnTo>
                <a:lnTo>
                  <a:pt x="904953" y="48248"/>
                </a:lnTo>
                <a:lnTo>
                  <a:pt x="904636" y="48777"/>
                </a:lnTo>
                <a:lnTo>
                  <a:pt x="904327" y="49313"/>
                </a:lnTo>
                <a:lnTo>
                  <a:pt x="904024" y="49857"/>
                </a:lnTo>
                <a:lnTo>
                  <a:pt x="903728" y="50408"/>
                </a:lnTo>
                <a:lnTo>
                  <a:pt x="903439" y="50966"/>
                </a:lnTo>
                <a:lnTo>
                  <a:pt x="903157" y="51531"/>
                </a:lnTo>
                <a:lnTo>
                  <a:pt x="902882" y="52104"/>
                </a:lnTo>
                <a:lnTo>
                  <a:pt x="902614" y="52684"/>
                </a:lnTo>
                <a:lnTo>
                  <a:pt x="902353" y="53271"/>
                </a:lnTo>
                <a:lnTo>
                  <a:pt x="902098" y="53865"/>
                </a:lnTo>
                <a:lnTo>
                  <a:pt x="901851" y="54467"/>
                </a:lnTo>
                <a:lnTo>
                  <a:pt x="901610" y="55076"/>
                </a:lnTo>
                <a:lnTo>
                  <a:pt x="901377" y="55693"/>
                </a:lnTo>
                <a:lnTo>
                  <a:pt x="901151" y="56316"/>
                </a:lnTo>
                <a:lnTo>
                  <a:pt x="900935" y="56945"/>
                </a:lnTo>
                <a:lnTo>
                  <a:pt x="900729" y="57580"/>
                </a:lnTo>
                <a:lnTo>
                  <a:pt x="900533" y="58222"/>
                </a:lnTo>
                <a:lnTo>
                  <a:pt x="900346" y="58870"/>
                </a:lnTo>
                <a:lnTo>
                  <a:pt x="900168" y="59523"/>
                </a:lnTo>
                <a:lnTo>
                  <a:pt x="900000" y="60183"/>
                </a:lnTo>
                <a:lnTo>
                  <a:pt x="899842" y="60849"/>
                </a:lnTo>
                <a:lnTo>
                  <a:pt x="899693" y="61522"/>
                </a:lnTo>
                <a:lnTo>
                  <a:pt x="899554" y="62200"/>
                </a:lnTo>
                <a:lnTo>
                  <a:pt x="899425" y="62885"/>
                </a:lnTo>
                <a:lnTo>
                  <a:pt x="899305" y="63575"/>
                </a:lnTo>
                <a:lnTo>
                  <a:pt x="899194" y="64272"/>
                </a:lnTo>
                <a:lnTo>
                  <a:pt x="899094" y="64975"/>
                </a:lnTo>
                <a:lnTo>
                  <a:pt x="899003" y="65684"/>
                </a:lnTo>
                <a:lnTo>
                  <a:pt x="898921" y="66399"/>
                </a:lnTo>
                <a:lnTo>
                  <a:pt x="898849" y="67120"/>
                </a:lnTo>
                <a:lnTo>
                  <a:pt x="898787" y="67848"/>
                </a:lnTo>
                <a:lnTo>
                  <a:pt x="898734" y="68582"/>
                </a:lnTo>
                <a:lnTo>
                  <a:pt x="898691" y="69321"/>
                </a:lnTo>
                <a:lnTo>
                  <a:pt x="898657" y="70067"/>
                </a:lnTo>
                <a:lnTo>
                  <a:pt x="898633" y="70819"/>
                </a:lnTo>
                <a:lnTo>
                  <a:pt x="898619" y="71577"/>
                </a:lnTo>
                <a:lnTo>
                  <a:pt x="898614" y="72342"/>
                </a:lnTo>
                <a:lnTo>
                  <a:pt x="898614" y="75509"/>
                </a:lnTo>
                <a:lnTo>
                  <a:pt x="898619" y="76219"/>
                </a:lnTo>
                <a:lnTo>
                  <a:pt x="898633" y="76924"/>
                </a:lnTo>
                <a:lnTo>
                  <a:pt x="898656" y="77624"/>
                </a:lnTo>
                <a:lnTo>
                  <a:pt x="898688" y="78320"/>
                </a:lnTo>
                <a:lnTo>
                  <a:pt x="898729" y="79011"/>
                </a:lnTo>
                <a:lnTo>
                  <a:pt x="898780" y="79697"/>
                </a:lnTo>
                <a:lnTo>
                  <a:pt x="898840" y="80378"/>
                </a:lnTo>
                <a:lnTo>
                  <a:pt x="898909" y="81055"/>
                </a:lnTo>
                <a:lnTo>
                  <a:pt x="898987" y="81727"/>
                </a:lnTo>
                <a:lnTo>
                  <a:pt x="899075" y="82394"/>
                </a:lnTo>
                <a:lnTo>
                  <a:pt x="899171" y="83056"/>
                </a:lnTo>
                <a:lnTo>
                  <a:pt x="899277" y="83714"/>
                </a:lnTo>
                <a:lnTo>
                  <a:pt x="899392" y="84367"/>
                </a:lnTo>
                <a:lnTo>
                  <a:pt x="899517" y="85015"/>
                </a:lnTo>
                <a:lnTo>
                  <a:pt x="899650" y="85659"/>
                </a:lnTo>
                <a:lnTo>
                  <a:pt x="899793" y="86298"/>
                </a:lnTo>
                <a:lnTo>
                  <a:pt x="899945" y="86932"/>
                </a:lnTo>
                <a:lnTo>
                  <a:pt x="900106" y="87561"/>
                </a:lnTo>
                <a:lnTo>
                  <a:pt x="900276" y="88185"/>
                </a:lnTo>
                <a:lnTo>
                  <a:pt x="900456" y="88805"/>
                </a:lnTo>
                <a:lnTo>
                  <a:pt x="900645" y="89420"/>
                </a:lnTo>
                <a:lnTo>
                  <a:pt x="900843" y="90031"/>
                </a:lnTo>
                <a:lnTo>
                  <a:pt x="901050" y="90636"/>
                </a:lnTo>
                <a:lnTo>
                  <a:pt x="901266" y="91237"/>
                </a:lnTo>
                <a:lnTo>
                  <a:pt x="901491" y="91833"/>
                </a:lnTo>
                <a:lnTo>
                  <a:pt x="901723" y="92421"/>
                </a:lnTo>
                <a:lnTo>
                  <a:pt x="901963" y="93003"/>
                </a:lnTo>
                <a:lnTo>
                  <a:pt x="902210" y="93577"/>
                </a:lnTo>
                <a:lnTo>
                  <a:pt x="902464" y="94145"/>
                </a:lnTo>
                <a:lnTo>
                  <a:pt x="902726" y="94707"/>
                </a:lnTo>
                <a:lnTo>
                  <a:pt x="902995" y="95261"/>
                </a:lnTo>
                <a:lnTo>
                  <a:pt x="903272" y="95809"/>
                </a:lnTo>
                <a:lnTo>
                  <a:pt x="903556" y="96350"/>
                </a:lnTo>
                <a:lnTo>
                  <a:pt x="903847" y="96884"/>
                </a:lnTo>
                <a:lnTo>
                  <a:pt x="904146" y="97411"/>
                </a:lnTo>
                <a:lnTo>
                  <a:pt x="904452" y="97932"/>
                </a:lnTo>
                <a:lnTo>
                  <a:pt x="904766" y="98446"/>
                </a:lnTo>
                <a:lnTo>
                  <a:pt x="905087" y="98953"/>
                </a:lnTo>
                <a:lnTo>
                  <a:pt x="905416" y="99453"/>
                </a:lnTo>
                <a:lnTo>
                  <a:pt x="905752" y="99947"/>
                </a:lnTo>
                <a:lnTo>
                  <a:pt x="906095" y="100433"/>
                </a:lnTo>
                <a:lnTo>
                  <a:pt x="906446" y="100913"/>
                </a:lnTo>
                <a:lnTo>
                  <a:pt x="906804" y="101386"/>
                </a:lnTo>
                <a:lnTo>
                  <a:pt x="907170" y="101853"/>
                </a:lnTo>
                <a:lnTo>
                  <a:pt x="907543" y="102312"/>
                </a:lnTo>
                <a:lnTo>
                  <a:pt x="907923" y="102765"/>
                </a:lnTo>
                <a:lnTo>
                  <a:pt x="908311" y="103211"/>
                </a:lnTo>
                <a:lnTo>
                  <a:pt x="908707" y="103650"/>
                </a:lnTo>
                <a:lnTo>
                  <a:pt x="909109" y="104082"/>
                </a:lnTo>
                <a:lnTo>
                  <a:pt x="909517" y="104506"/>
                </a:lnTo>
                <a:lnTo>
                  <a:pt x="909931" y="104921"/>
                </a:lnTo>
                <a:lnTo>
                  <a:pt x="910352" y="105328"/>
                </a:lnTo>
                <a:lnTo>
                  <a:pt x="910778" y="105727"/>
                </a:lnTo>
                <a:lnTo>
                  <a:pt x="911211" y="106118"/>
                </a:lnTo>
                <a:lnTo>
                  <a:pt x="911650" y="106501"/>
                </a:lnTo>
                <a:lnTo>
                  <a:pt x="912095" y="106875"/>
                </a:lnTo>
                <a:lnTo>
                  <a:pt x="912547" y="107242"/>
                </a:lnTo>
                <a:lnTo>
                  <a:pt x="913004" y="107600"/>
                </a:lnTo>
                <a:lnTo>
                  <a:pt x="913467" y="107950"/>
                </a:lnTo>
                <a:lnTo>
                  <a:pt x="913937" y="108291"/>
                </a:lnTo>
                <a:lnTo>
                  <a:pt x="914413" y="108625"/>
                </a:lnTo>
                <a:lnTo>
                  <a:pt x="914895" y="108950"/>
                </a:lnTo>
                <a:lnTo>
                  <a:pt x="915383" y="109268"/>
                </a:lnTo>
                <a:lnTo>
                  <a:pt x="915877" y="109577"/>
                </a:lnTo>
                <a:lnTo>
                  <a:pt x="916377" y="109877"/>
                </a:lnTo>
                <a:lnTo>
                  <a:pt x="916884" y="110170"/>
                </a:lnTo>
                <a:lnTo>
                  <a:pt x="917396" y="110454"/>
                </a:lnTo>
                <a:lnTo>
                  <a:pt x="917915" y="110731"/>
                </a:lnTo>
                <a:lnTo>
                  <a:pt x="918440" y="110999"/>
                </a:lnTo>
                <a:lnTo>
                  <a:pt x="918971" y="111259"/>
                </a:lnTo>
                <a:lnTo>
                  <a:pt x="919508" y="111510"/>
                </a:lnTo>
                <a:lnTo>
                  <a:pt x="920051" y="111754"/>
                </a:lnTo>
                <a:lnTo>
                  <a:pt x="920600" y="111988"/>
                </a:lnTo>
                <a:lnTo>
                  <a:pt x="921153" y="112213"/>
                </a:lnTo>
                <a:lnTo>
                  <a:pt x="921710" y="112427"/>
                </a:lnTo>
                <a:lnTo>
                  <a:pt x="922272" y="112632"/>
                </a:lnTo>
                <a:lnTo>
                  <a:pt x="922838" y="112826"/>
                </a:lnTo>
                <a:lnTo>
                  <a:pt x="923408" y="113011"/>
                </a:lnTo>
                <a:lnTo>
                  <a:pt x="923983" y="113185"/>
                </a:lnTo>
                <a:lnTo>
                  <a:pt x="924562" y="113350"/>
                </a:lnTo>
                <a:lnTo>
                  <a:pt x="925145" y="113505"/>
                </a:lnTo>
                <a:lnTo>
                  <a:pt x="925733" y="113649"/>
                </a:lnTo>
                <a:lnTo>
                  <a:pt x="926325" y="113784"/>
                </a:lnTo>
                <a:lnTo>
                  <a:pt x="926921" y="113909"/>
                </a:lnTo>
                <a:lnTo>
                  <a:pt x="927522" y="114023"/>
                </a:lnTo>
                <a:lnTo>
                  <a:pt x="928127" y="114128"/>
                </a:lnTo>
                <a:lnTo>
                  <a:pt x="928736" y="114223"/>
                </a:lnTo>
                <a:lnTo>
                  <a:pt x="929350" y="114308"/>
                </a:lnTo>
                <a:lnTo>
                  <a:pt x="929968" y="114382"/>
                </a:lnTo>
                <a:lnTo>
                  <a:pt x="930590" y="114447"/>
                </a:lnTo>
                <a:lnTo>
                  <a:pt x="931217" y="114502"/>
                </a:lnTo>
                <a:lnTo>
                  <a:pt x="931848" y="114547"/>
                </a:lnTo>
                <a:lnTo>
                  <a:pt x="932484" y="114582"/>
                </a:lnTo>
                <a:lnTo>
                  <a:pt x="933124" y="114607"/>
                </a:lnTo>
                <a:lnTo>
                  <a:pt x="933768" y="114622"/>
                </a:lnTo>
                <a:lnTo>
                  <a:pt x="934417" y="114627"/>
                </a:lnTo>
                <a:lnTo>
                  <a:pt x="935009" y="114623"/>
                </a:lnTo>
                <a:lnTo>
                  <a:pt x="935595" y="114613"/>
                </a:lnTo>
                <a:lnTo>
                  <a:pt x="936175" y="114596"/>
                </a:lnTo>
                <a:lnTo>
                  <a:pt x="936749" y="114573"/>
                </a:lnTo>
                <a:lnTo>
                  <a:pt x="937317" y="114542"/>
                </a:lnTo>
                <a:lnTo>
                  <a:pt x="937879" y="114505"/>
                </a:lnTo>
                <a:lnTo>
                  <a:pt x="938435" y="114461"/>
                </a:lnTo>
                <a:lnTo>
                  <a:pt x="938984" y="114410"/>
                </a:lnTo>
                <a:lnTo>
                  <a:pt x="939527" y="114352"/>
                </a:lnTo>
                <a:lnTo>
                  <a:pt x="940064" y="114288"/>
                </a:lnTo>
                <a:lnTo>
                  <a:pt x="940595" y="114217"/>
                </a:lnTo>
                <a:lnTo>
                  <a:pt x="941120" y="114139"/>
                </a:lnTo>
                <a:lnTo>
                  <a:pt x="941639" y="114054"/>
                </a:lnTo>
                <a:lnTo>
                  <a:pt x="942152" y="113963"/>
                </a:lnTo>
                <a:lnTo>
                  <a:pt x="942658" y="113864"/>
                </a:lnTo>
                <a:lnTo>
                  <a:pt x="943159" y="113759"/>
                </a:lnTo>
                <a:lnTo>
                  <a:pt x="943653" y="113647"/>
                </a:lnTo>
                <a:lnTo>
                  <a:pt x="944141" y="113529"/>
                </a:lnTo>
                <a:lnTo>
                  <a:pt x="944623" y="113403"/>
                </a:lnTo>
                <a:lnTo>
                  <a:pt x="945098" y="113271"/>
                </a:lnTo>
                <a:lnTo>
                  <a:pt x="945568" y="113132"/>
                </a:lnTo>
                <a:lnTo>
                  <a:pt x="946032" y="112986"/>
                </a:lnTo>
                <a:lnTo>
                  <a:pt x="946489" y="112834"/>
                </a:lnTo>
                <a:lnTo>
                  <a:pt x="946940" y="112675"/>
                </a:lnTo>
                <a:lnTo>
                  <a:pt x="947386" y="112510"/>
                </a:lnTo>
                <a:lnTo>
                  <a:pt x="947826" y="112341"/>
                </a:lnTo>
                <a:lnTo>
                  <a:pt x="948260" y="112167"/>
                </a:lnTo>
                <a:lnTo>
                  <a:pt x="948690" y="111989"/>
                </a:lnTo>
                <a:lnTo>
                  <a:pt x="949114" y="111807"/>
                </a:lnTo>
                <a:lnTo>
                  <a:pt x="949532" y="111620"/>
                </a:lnTo>
                <a:lnTo>
                  <a:pt x="949946" y="111429"/>
                </a:lnTo>
                <a:lnTo>
                  <a:pt x="950353" y="111234"/>
                </a:lnTo>
                <a:lnTo>
                  <a:pt x="950756" y="111034"/>
                </a:lnTo>
                <a:lnTo>
                  <a:pt x="951153" y="110830"/>
                </a:lnTo>
                <a:lnTo>
                  <a:pt x="951545" y="110622"/>
                </a:lnTo>
                <a:lnTo>
                  <a:pt x="951931" y="110409"/>
                </a:lnTo>
                <a:lnTo>
                  <a:pt x="952312" y="110192"/>
                </a:lnTo>
                <a:lnTo>
                  <a:pt x="952688" y="109971"/>
                </a:lnTo>
                <a:lnTo>
                  <a:pt x="953058" y="109745"/>
                </a:lnTo>
                <a:lnTo>
                  <a:pt x="953423" y="109515"/>
                </a:lnTo>
                <a:lnTo>
                  <a:pt x="953782" y="109281"/>
                </a:lnTo>
                <a:lnTo>
                  <a:pt x="954137" y="109042"/>
                </a:lnTo>
                <a:lnTo>
                  <a:pt x="954485" y="108799"/>
                </a:lnTo>
                <a:lnTo>
                  <a:pt x="954829" y="108551"/>
                </a:lnTo>
                <a:lnTo>
                  <a:pt x="955167" y="108300"/>
                </a:lnTo>
                <a:lnTo>
                  <a:pt x="955499" y="108043"/>
                </a:lnTo>
                <a:lnTo>
                  <a:pt x="955827" y="107783"/>
                </a:lnTo>
                <a:lnTo>
                  <a:pt x="956149" y="107518"/>
                </a:lnTo>
                <a:lnTo>
                  <a:pt x="956466" y="107250"/>
                </a:lnTo>
                <a:lnTo>
                  <a:pt x="956779" y="106980"/>
                </a:lnTo>
                <a:lnTo>
                  <a:pt x="957088" y="106707"/>
                </a:lnTo>
                <a:lnTo>
                  <a:pt x="957393" y="106432"/>
                </a:lnTo>
                <a:lnTo>
                  <a:pt x="957694" y="106156"/>
                </a:lnTo>
                <a:lnTo>
                  <a:pt x="957990" y="105877"/>
                </a:lnTo>
                <a:lnTo>
                  <a:pt x="958283" y="105595"/>
                </a:lnTo>
                <a:lnTo>
                  <a:pt x="958571" y="105312"/>
                </a:lnTo>
                <a:lnTo>
                  <a:pt x="958856" y="105026"/>
                </a:lnTo>
                <a:lnTo>
                  <a:pt x="959136" y="104739"/>
                </a:lnTo>
                <a:lnTo>
                  <a:pt x="959412" y="104449"/>
                </a:lnTo>
                <a:lnTo>
                  <a:pt x="959685" y="104157"/>
                </a:lnTo>
                <a:lnTo>
                  <a:pt x="959953" y="103863"/>
                </a:lnTo>
                <a:lnTo>
                  <a:pt x="960217" y="103566"/>
                </a:lnTo>
                <a:lnTo>
                  <a:pt x="960477" y="103268"/>
                </a:lnTo>
                <a:lnTo>
                  <a:pt x="960732" y="102967"/>
                </a:lnTo>
                <a:lnTo>
                  <a:pt x="960984" y="102664"/>
                </a:lnTo>
                <a:lnTo>
                  <a:pt x="961232" y="102359"/>
                </a:lnTo>
                <a:lnTo>
                  <a:pt x="961475" y="102052"/>
                </a:lnTo>
                <a:lnTo>
                  <a:pt x="961715" y="101742"/>
                </a:lnTo>
                <a:lnTo>
                  <a:pt x="961950" y="101431"/>
                </a:lnTo>
                <a:lnTo>
                  <a:pt x="962181" y="101117"/>
                </a:lnTo>
                <a:lnTo>
                  <a:pt x="962408" y="100801"/>
                </a:lnTo>
                <a:lnTo>
                  <a:pt x="962631" y="100483"/>
                </a:lnTo>
                <a:lnTo>
                  <a:pt x="957106" y="96210"/>
                </a:lnTo>
                <a:lnTo>
                  <a:pt x="956742" y="96677"/>
                </a:lnTo>
                <a:lnTo>
                  <a:pt x="956374" y="97134"/>
                </a:lnTo>
                <a:lnTo>
                  <a:pt x="956002" y="97580"/>
                </a:lnTo>
                <a:lnTo>
                  <a:pt x="955626" y="98016"/>
                </a:lnTo>
                <a:lnTo>
                  <a:pt x="955246" y="98441"/>
                </a:lnTo>
                <a:lnTo>
                  <a:pt x="954862" y="98855"/>
                </a:lnTo>
                <a:lnTo>
                  <a:pt x="954474" y="99259"/>
                </a:lnTo>
                <a:lnTo>
                  <a:pt x="954082" y="99652"/>
                </a:lnTo>
                <a:lnTo>
                  <a:pt x="953686" y="100034"/>
                </a:lnTo>
                <a:lnTo>
                  <a:pt x="953286" y="100406"/>
                </a:lnTo>
                <a:lnTo>
                  <a:pt x="952882" y="100767"/>
                </a:lnTo>
                <a:lnTo>
                  <a:pt x="952474" y="101118"/>
                </a:lnTo>
                <a:lnTo>
                  <a:pt x="952063" y="101458"/>
                </a:lnTo>
                <a:lnTo>
                  <a:pt x="951647" y="101787"/>
                </a:lnTo>
                <a:lnTo>
                  <a:pt x="951227" y="102106"/>
                </a:lnTo>
                <a:lnTo>
                  <a:pt x="950804" y="102414"/>
                </a:lnTo>
                <a:lnTo>
                  <a:pt x="950376" y="102712"/>
                </a:lnTo>
                <a:lnTo>
                  <a:pt x="949944" y="102999"/>
                </a:lnTo>
                <a:lnTo>
                  <a:pt x="949509" y="103275"/>
                </a:lnTo>
                <a:lnTo>
                  <a:pt x="949069" y="103541"/>
                </a:lnTo>
                <a:lnTo>
                  <a:pt x="948626" y="103796"/>
                </a:lnTo>
                <a:lnTo>
                  <a:pt x="948178" y="104040"/>
                </a:lnTo>
                <a:lnTo>
                  <a:pt x="947727" y="104274"/>
                </a:lnTo>
                <a:lnTo>
                  <a:pt x="947272" y="104498"/>
                </a:lnTo>
                <a:lnTo>
                  <a:pt x="946812" y="104711"/>
                </a:lnTo>
                <a:lnTo>
                  <a:pt x="946346" y="104915"/>
                </a:lnTo>
                <a:lnTo>
                  <a:pt x="945876" y="105111"/>
                </a:lnTo>
                <a:lnTo>
                  <a:pt x="945400" y="105297"/>
                </a:lnTo>
                <a:lnTo>
                  <a:pt x="944919" y="105474"/>
                </a:lnTo>
                <a:lnTo>
                  <a:pt x="944433" y="105642"/>
                </a:lnTo>
                <a:lnTo>
                  <a:pt x="943942" y="105801"/>
                </a:lnTo>
                <a:lnTo>
                  <a:pt x="943445" y="105950"/>
                </a:lnTo>
                <a:lnTo>
                  <a:pt x="942943" y="106091"/>
                </a:lnTo>
                <a:lnTo>
                  <a:pt x="942436" y="106223"/>
                </a:lnTo>
                <a:lnTo>
                  <a:pt x="941923" y="106345"/>
                </a:lnTo>
                <a:lnTo>
                  <a:pt x="941406" y="106459"/>
                </a:lnTo>
                <a:lnTo>
                  <a:pt x="940883" y="106563"/>
                </a:lnTo>
                <a:lnTo>
                  <a:pt x="940355" y="106659"/>
                </a:lnTo>
                <a:lnTo>
                  <a:pt x="939821" y="106745"/>
                </a:lnTo>
                <a:lnTo>
                  <a:pt x="939283" y="106822"/>
                </a:lnTo>
                <a:lnTo>
                  <a:pt x="938739" y="106890"/>
                </a:lnTo>
                <a:lnTo>
                  <a:pt x="938190" y="106949"/>
                </a:lnTo>
                <a:lnTo>
                  <a:pt x="937635" y="106999"/>
                </a:lnTo>
                <a:lnTo>
                  <a:pt x="937076" y="107040"/>
                </a:lnTo>
                <a:lnTo>
                  <a:pt x="936511" y="107072"/>
                </a:lnTo>
                <a:lnTo>
                  <a:pt x="935941" y="107095"/>
                </a:lnTo>
                <a:lnTo>
                  <a:pt x="935366" y="107108"/>
                </a:lnTo>
                <a:lnTo>
                  <a:pt x="934785" y="107113"/>
                </a:lnTo>
                <a:lnTo>
                  <a:pt x="934277" y="107108"/>
                </a:lnTo>
                <a:lnTo>
                  <a:pt x="933774" y="107096"/>
                </a:lnTo>
                <a:lnTo>
                  <a:pt x="933274" y="107074"/>
                </a:lnTo>
                <a:lnTo>
                  <a:pt x="932778" y="107044"/>
                </a:lnTo>
                <a:lnTo>
                  <a:pt x="932285" y="107006"/>
                </a:lnTo>
                <a:lnTo>
                  <a:pt x="931797" y="106959"/>
                </a:lnTo>
                <a:lnTo>
                  <a:pt x="931312" y="106903"/>
                </a:lnTo>
                <a:lnTo>
                  <a:pt x="930831" y="106839"/>
                </a:lnTo>
                <a:lnTo>
                  <a:pt x="930355" y="106766"/>
                </a:lnTo>
                <a:lnTo>
                  <a:pt x="929881" y="106684"/>
                </a:lnTo>
                <a:lnTo>
                  <a:pt x="929412" y="106594"/>
                </a:lnTo>
                <a:lnTo>
                  <a:pt x="928947" y="106496"/>
                </a:lnTo>
                <a:lnTo>
                  <a:pt x="928485" y="106389"/>
                </a:lnTo>
                <a:lnTo>
                  <a:pt x="928027" y="106273"/>
                </a:lnTo>
                <a:lnTo>
                  <a:pt x="927574" y="106149"/>
                </a:lnTo>
                <a:lnTo>
                  <a:pt x="927124" y="106016"/>
                </a:lnTo>
                <a:lnTo>
                  <a:pt x="926677" y="105875"/>
                </a:lnTo>
                <a:lnTo>
                  <a:pt x="926235" y="105725"/>
                </a:lnTo>
                <a:lnTo>
                  <a:pt x="925796" y="105566"/>
                </a:lnTo>
                <a:lnTo>
                  <a:pt x="925362" y="105399"/>
                </a:lnTo>
                <a:lnTo>
                  <a:pt x="924931" y="105223"/>
                </a:lnTo>
                <a:lnTo>
                  <a:pt x="924504" y="105039"/>
                </a:lnTo>
                <a:lnTo>
                  <a:pt x="924080" y="104846"/>
                </a:lnTo>
                <a:lnTo>
                  <a:pt x="923661" y="104645"/>
                </a:lnTo>
                <a:lnTo>
                  <a:pt x="923246" y="104436"/>
                </a:lnTo>
                <a:lnTo>
                  <a:pt x="922836" y="104221"/>
                </a:lnTo>
                <a:lnTo>
                  <a:pt x="922431" y="103999"/>
                </a:lnTo>
                <a:lnTo>
                  <a:pt x="922030" y="103771"/>
                </a:lnTo>
                <a:lnTo>
                  <a:pt x="921635" y="103537"/>
                </a:lnTo>
                <a:lnTo>
                  <a:pt x="921244" y="103296"/>
                </a:lnTo>
                <a:lnTo>
                  <a:pt x="920858" y="103049"/>
                </a:lnTo>
                <a:lnTo>
                  <a:pt x="920477" y="102795"/>
                </a:lnTo>
                <a:lnTo>
                  <a:pt x="920101" y="102535"/>
                </a:lnTo>
                <a:lnTo>
                  <a:pt x="919730" y="102269"/>
                </a:lnTo>
                <a:lnTo>
                  <a:pt x="919363" y="101996"/>
                </a:lnTo>
                <a:lnTo>
                  <a:pt x="919002" y="101717"/>
                </a:lnTo>
                <a:lnTo>
                  <a:pt x="918645" y="101431"/>
                </a:lnTo>
                <a:lnTo>
                  <a:pt x="918293" y="101139"/>
                </a:lnTo>
                <a:lnTo>
                  <a:pt x="917946" y="100841"/>
                </a:lnTo>
                <a:lnTo>
                  <a:pt x="917604" y="100536"/>
                </a:lnTo>
                <a:lnTo>
                  <a:pt x="917267" y="100225"/>
                </a:lnTo>
                <a:lnTo>
                  <a:pt x="916934" y="99907"/>
                </a:lnTo>
                <a:lnTo>
                  <a:pt x="916607" y="99583"/>
                </a:lnTo>
                <a:lnTo>
                  <a:pt x="916284" y="99253"/>
                </a:lnTo>
                <a:lnTo>
                  <a:pt x="915966" y="98916"/>
                </a:lnTo>
                <a:lnTo>
                  <a:pt x="915653" y="98573"/>
                </a:lnTo>
                <a:lnTo>
                  <a:pt x="915345" y="98223"/>
                </a:lnTo>
                <a:lnTo>
                  <a:pt x="915042" y="97867"/>
                </a:lnTo>
                <a:lnTo>
                  <a:pt x="914744" y="97506"/>
                </a:lnTo>
                <a:lnTo>
                  <a:pt x="914452" y="97139"/>
                </a:lnTo>
                <a:lnTo>
                  <a:pt x="914165" y="96768"/>
                </a:lnTo>
                <a:lnTo>
                  <a:pt x="913884" y="96391"/>
                </a:lnTo>
                <a:lnTo>
                  <a:pt x="913608" y="96009"/>
                </a:lnTo>
                <a:lnTo>
                  <a:pt x="913338" y="95623"/>
                </a:lnTo>
                <a:lnTo>
                  <a:pt x="913074" y="95231"/>
                </a:lnTo>
                <a:lnTo>
                  <a:pt x="912816" y="94835"/>
                </a:lnTo>
                <a:lnTo>
                  <a:pt x="912563" y="94433"/>
                </a:lnTo>
                <a:lnTo>
                  <a:pt x="912315" y="94027"/>
                </a:lnTo>
                <a:lnTo>
                  <a:pt x="912074" y="93615"/>
                </a:lnTo>
                <a:lnTo>
                  <a:pt x="911837" y="93199"/>
                </a:lnTo>
                <a:lnTo>
                  <a:pt x="911607" y="92777"/>
                </a:lnTo>
                <a:lnTo>
                  <a:pt x="911382" y="92351"/>
                </a:lnTo>
                <a:lnTo>
                  <a:pt x="911163" y="91919"/>
                </a:lnTo>
                <a:lnTo>
                  <a:pt x="910949" y="91483"/>
                </a:lnTo>
                <a:lnTo>
                  <a:pt x="910741" y="91042"/>
                </a:lnTo>
                <a:lnTo>
                  <a:pt x="910539" y="90595"/>
                </a:lnTo>
                <a:lnTo>
                  <a:pt x="910342" y="90144"/>
                </a:lnTo>
                <a:lnTo>
                  <a:pt x="910151" y="89687"/>
                </a:lnTo>
                <a:lnTo>
                  <a:pt x="909966" y="89226"/>
                </a:lnTo>
                <a:lnTo>
                  <a:pt x="909786" y="88760"/>
                </a:lnTo>
                <a:lnTo>
                  <a:pt x="909612" y="88288"/>
                </a:lnTo>
                <a:lnTo>
                  <a:pt x="909443" y="87812"/>
                </a:lnTo>
                <a:lnTo>
                  <a:pt x="909281" y="87332"/>
                </a:lnTo>
                <a:lnTo>
                  <a:pt x="909126" y="86849"/>
                </a:lnTo>
                <a:lnTo>
                  <a:pt x="908977" y="86363"/>
                </a:lnTo>
                <a:lnTo>
                  <a:pt x="908836" y="85874"/>
                </a:lnTo>
                <a:lnTo>
                  <a:pt x="908701" y="85382"/>
                </a:lnTo>
                <a:lnTo>
                  <a:pt x="908573" y="84888"/>
                </a:lnTo>
                <a:lnTo>
                  <a:pt x="908452" y="84391"/>
                </a:lnTo>
                <a:lnTo>
                  <a:pt x="908338" y="83891"/>
                </a:lnTo>
                <a:lnTo>
                  <a:pt x="908231" y="83388"/>
                </a:lnTo>
                <a:lnTo>
                  <a:pt x="908131" y="82883"/>
                </a:lnTo>
                <a:lnTo>
                  <a:pt x="908038" y="82374"/>
                </a:lnTo>
                <a:lnTo>
                  <a:pt x="907951" y="81863"/>
                </a:lnTo>
                <a:lnTo>
                  <a:pt x="907872" y="81349"/>
                </a:lnTo>
                <a:lnTo>
                  <a:pt x="907800" y="80832"/>
                </a:lnTo>
                <a:lnTo>
                  <a:pt x="907734" y="80313"/>
                </a:lnTo>
                <a:lnTo>
                  <a:pt x="907675" y="79790"/>
                </a:lnTo>
                <a:lnTo>
                  <a:pt x="907623" y="79265"/>
                </a:lnTo>
                <a:lnTo>
                  <a:pt x="907579" y="78737"/>
                </a:lnTo>
                <a:lnTo>
                  <a:pt x="907541" y="78206"/>
                </a:lnTo>
                <a:lnTo>
                  <a:pt x="907509" y="77672"/>
                </a:lnTo>
                <a:lnTo>
                  <a:pt x="907485" y="77136"/>
                </a:lnTo>
                <a:lnTo>
                  <a:pt x="907468" y="76596"/>
                </a:lnTo>
                <a:lnTo>
                  <a:pt x="907458" y="76054"/>
                </a:lnTo>
                <a:lnTo>
                  <a:pt x="907454" y="75509"/>
                </a:lnTo>
                <a:lnTo>
                  <a:pt x="907454" y="73815"/>
                </a:lnTo>
                <a:lnTo>
                  <a:pt x="964326" y="73815"/>
                </a:lnTo>
                <a:lnTo>
                  <a:pt x="964326" y="68446"/>
                </a:lnTo>
                <a:lnTo>
                  <a:pt x="964322" y="67781"/>
                </a:lnTo>
                <a:lnTo>
                  <a:pt x="964311" y="67120"/>
                </a:lnTo>
                <a:lnTo>
                  <a:pt x="964293" y="66464"/>
                </a:lnTo>
                <a:lnTo>
                  <a:pt x="964268" y="65812"/>
                </a:lnTo>
                <a:close/>
                <a:moveTo>
                  <a:pt x="907915" y="65371"/>
                </a:moveTo>
                <a:lnTo>
                  <a:pt x="907995" y="64819"/>
                </a:lnTo>
                <a:lnTo>
                  <a:pt x="908081" y="64272"/>
                </a:lnTo>
                <a:lnTo>
                  <a:pt x="908174" y="63729"/>
                </a:lnTo>
                <a:lnTo>
                  <a:pt x="908273" y="63190"/>
                </a:lnTo>
                <a:lnTo>
                  <a:pt x="908378" y="62657"/>
                </a:lnTo>
                <a:lnTo>
                  <a:pt x="908490" y="62127"/>
                </a:lnTo>
                <a:lnTo>
                  <a:pt x="908608" y="61602"/>
                </a:lnTo>
                <a:lnTo>
                  <a:pt x="908733" y="61082"/>
                </a:lnTo>
                <a:lnTo>
                  <a:pt x="908864" y="60566"/>
                </a:lnTo>
                <a:lnTo>
                  <a:pt x="909002" y="60054"/>
                </a:lnTo>
                <a:lnTo>
                  <a:pt x="909146" y="59547"/>
                </a:lnTo>
                <a:lnTo>
                  <a:pt x="909296" y="59045"/>
                </a:lnTo>
                <a:lnTo>
                  <a:pt x="909452" y="58547"/>
                </a:lnTo>
                <a:lnTo>
                  <a:pt x="909613" y="58055"/>
                </a:lnTo>
                <a:lnTo>
                  <a:pt x="909780" y="57569"/>
                </a:lnTo>
                <a:lnTo>
                  <a:pt x="909952" y="57088"/>
                </a:lnTo>
                <a:lnTo>
                  <a:pt x="910129" y="56613"/>
                </a:lnTo>
                <a:lnTo>
                  <a:pt x="910311" y="56144"/>
                </a:lnTo>
                <a:lnTo>
                  <a:pt x="910499" y="55680"/>
                </a:lnTo>
                <a:lnTo>
                  <a:pt x="910692" y="55222"/>
                </a:lnTo>
                <a:lnTo>
                  <a:pt x="910890" y="54770"/>
                </a:lnTo>
                <a:lnTo>
                  <a:pt x="911093" y="54323"/>
                </a:lnTo>
                <a:lnTo>
                  <a:pt x="911301" y="53881"/>
                </a:lnTo>
                <a:lnTo>
                  <a:pt x="911515" y="53446"/>
                </a:lnTo>
                <a:lnTo>
                  <a:pt x="911734" y="53016"/>
                </a:lnTo>
                <a:lnTo>
                  <a:pt x="911958" y="52592"/>
                </a:lnTo>
                <a:lnTo>
                  <a:pt x="912188" y="52173"/>
                </a:lnTo>
                <a:lnTo>
                  <a:pt x="912423" y="51760"/>
                </a:lnTo>
                <a:lnTo>
                  <a:pt x="912663" y="51352"/>
                </a:lnTo>
                <a:lnTo>
                  <a:pt x="912908" y="50950"/>
                </a:lnTo>
                <a:lnTo>
                  <a:pt x="913158" y="50554"/>
                </a:lnTo>
                <a:lnTo>
                  <a:pt x="913414" y="50164"/>
                </a:lnTo>
                <a:lnTo>
                  <a:pt x="913675" y="49779"/>
                </a:lnTo>
                <a:lnTo>
                  <a:pt x="913941" y="49399"/>
                </a:lnTo>
                <a:lnTo>
                  <a:pt x="914213" y="49026"/>
                </a:lnTo>
                <a:lnTo>
                  <a:pt x="914490" y="48657"/>
                </a:lnTo>
                <a:lnTo>
                  <a:pt x="914771" y="48296"/>
                </a:lnTo>
                <a:lnTo>
                  <a:pt x="915057" y="47941"/>
                </a:lnTo>
                <a:lnTo>
                  <a:pt x="915348" y="47593"/>
                </a:lnTo>
                <a:lnTo>
                  <a:pt x="915643" y="47253"/>
                </a:lnTo>
                <a:lnTo>
                  <a:pt x="915942" y="46919"/>
                </a:lnTo>
                <a:lnTo>
                  <a:pt x="916246" y="46592"/>
                </a:lnTo>
                <a:lnTo>
                  <a:pt x="916554" y="46273"/>
                </a:lnTo>
                <a:lnTo>
                  <a:pt x="916867" y="45960"/>
                </a:lnTo>
                <a:lnTo>
                  <a:pt x="917185" y="45655"/>
                </a:lnTo>
                <a:lnTo>
                  <a:pt x="917507" y="45357"/>
                </a:lnTo>
                <a:lnTo>
                  <a:pt x="917833" y="45065"/>
                </a:lnTo>
                <a:lnTo>
                  <a:pt x="918164" y="44781"/>
                </a:lnTo>
                <a:lnTo>
                  <a:pt x="918499" y="44503"/>
                </a:lnTo>
                <a:lnTo>
                  <a:pt x="918839" y="44233"/>
                </a:lnTo>
                <a:lnTo>
                  <a:pt x="919183" y="43970"/>
                </a:lnTo>
                <a:lnTo>
                  <a:pt x="919532" y="43714"/>
                </a:lnTo>
                <a:lnTo>
                  <a:pt x="919885" y="43464"/>
                </a:lnTo>
                <a:lnTo>
                  <a:pt x="920242" y="43222"/>
                </a:lnTo>
                <a:lnTo>
                  <a:pt x="920605" y="42987"/>
                </a:lnTo>
                <a:lnTo>
                  <a:pt x="920971" y="42759"/>
                </a:lnTo>
                <a:lnTo>
                  <a:pt x="921342" y="42538"/>
                </a:lnTo>
                <a:lnTo>
                  <a:pt x="921718" y="42324"/>
                </a:lnTo>
                <a:lnTo>
                  <a:pt x="922098" y="42117"/>
                </a:lnTo>
                <a:lnTo>
                  <a:pt x="922482" y="41917"/>
                </a:lnTo>
                <a:lnTo>
                  <a:pt x="922871" y="41725"/>
                </a:lnTo>
                <a:lnTo>
                  <a:pt x="923263" y="41540"/>
                </a:lnTo>
                <a:lnTo>
                  <a:pt x="923659" y="41364"/>
                </a:lnTo>
                <a:lnTo>
                  <a:pt x="924058" y="41197"/>
                </a:lnTo>
                <a:lnTo>
                  <a:pt x="924461" y="41037"/>
                </a:lnTo>
                <a:lnTo>
                  <a:pt x="924867" y="40886"/>
                </a:lnTo>
                <a:lnTo>
                  <a:pt x="925277" y="40742"/>
                </a:lnTo>
                <a:lnTo>
                  <a:pt x="925691" y="40607"/>
                </a:lnTo>
                <a:lnTo>
                  <a:pt x="926108" y="40480"/>
                </a:lnTo>
                <a:lnTo>
                  <a:pt x="926529" y="40362"/>
                </a:lnTo>
                <a:lnTo>
                  <a:pt x="926953" y="40251"/>
                </a:lnTo>
                <a:lnTo>
                  <a:pt x="927381" y="40149"/>
                </a:lnTo>
                <a:lnTo>
                  <a:pt x="927813" y="40055"/>
                </a:lnTo>
                <a:lnTo>
                  <a:pt x="928248" y="39969"/>
                </a:lnTo>
                <a:lnTo>
                  <a:pt x="928687" y="39891"/>
                </a:lnTo>
                <a:lnTo>
                  <a:pt x="929129" y="39821"/>
                </a:lnTo>
                <a:lnTo>
                  <a:pt x="929575" y="39760"/>
                </a:lnTo>
                <a:lnTo>
                  <a:pt x="930024" y="39707"/>
                </a:lnTo>
                <a:lnTo>
                  <a:pt x="930477" y="39662"/>
                </a:lnTo>
                <a:lnTo>
                  <a:pt x="930934" y="39625"/>
                </a:lnTo>
                <a:lnTo>
                  <a:pt x="931394" y="39596"/>
                </a:lnTo>
                <a:lnTo>
                  <a:pt x="931858" y="39576"/>
                </a:lnTo>
                <a:lnTo>
                  <a:pt x="932325" y="39564"/>
                </a:lnTo>
                <a:lnTo>
                  <a:pt x="932796" y="39560"/>
                </a:lnTo>
                <a:lnTo>
                  <a:pt x="933418" y="39566"/>
                </a:lnTo>
                <a:lnTo>
                  <a:pt x="934031" y="39585"/>
                </a:lnTo>
                <a:lnTo>
                  <a:pt x="934635" y="39617"/>
                </a:lnTo>
                <a:lnTo>
                  <a:pt x="935230" y="39662"/>
                </a:lnTo>
                <a:lnTo>
                  <a:pt x="935816" y="39719"/>
                </a:lnTo>
                <a:lnTo>
                  <a:pt x="936394" y="39789"/>
                </a:lnTo>
                <a:lnTo>
                  <a:pt x="936963" y="39872"/>
                </a:lnTo>
                <a:lnTo>
                  <a:pt x="937523" y="39968"/>
                </a:lnTo>
                <a:lnTo>
                  <a:pt x="938074" y="40076"/>
                </a:lnTo>
                <a:lnTo>
                  <a:pt x="938616" y="40197"/>
                </a:lnTo>
                <a:lnTo>
                  <a:pt x="939150" y="40331"/>
                </a:lnTo>
                <a:lnTo>
                  <a:pt x="939675" y="40478"/>
                </a:lnTo>
                <a:lnTo>
                  <a:pt x="940191" y="40638"/>
                </a:lnTo>
                <a:lnTo>
                  <a:pt x="940698" y="40810"/>
                </a:lnTo>
                <a:lnTo>
                  <a:pt x="941196" y="40995"/>
                </a:lnTo>
                <a:lnTo>
                  <a:pt x="941685" y="41192"/>
                </a:lnTo>
                <a:lnTo>
                  <a:pt x="942166" y="41403"/>
                </a:lnTo>
                <a:lnTo>
                  <a:pt x="942637" y="41626"/>
                </a:lnTo>
                <a:lnTo>
                  <a:pt x="943100" y="41862"/>
                </a:lnTo>
                <a:lnTo>
                  <a:pt x="943554" y="42111"/>
                </a:lnTo>
                <a:lnTo>
                  <a:pt x="944000" y="42373"/>
                </a:lnTo>
                <a:lnTo>
                  <a:pt x="944436" y="42647"/>
                </a:lnTo>
                <a:lnTo>
                  <a:pt x="944864" y="42934"/>
                </a:lnTo>
                <a:lnTo>
                  <a:pt x="945283" y="43234"/>
                </a:lnTo>
                <a:lnTo>
                  <a:pt x="945693" y="43543"/>
                </a:lnTo>
                <a:lnTo>
                  <a:pt x="946094" y="43861"/>
                </a:lnTo>
                <a:lnTo>
                  <a:pt x="946488" y="44186"/>
                </a:lnTo>
                <a:lnTo>
                  <a:pt x="946873" y="44518"/>
                </a:lnTo>
                <a:lnTo>
                  <a:pt x="947249" y="44858"/>
                </a:lnTo>
                <a:lnTo>
                  <a:pt x="947617" y="45205"/>
                </a:lnTo>
                <a:lnTo>
                  <a:pt x="947976" y="45560"/>
                </a:lnTo>
                <a:lnTo>
                  <a:pt x="948328" y="45923"/>
                </a:lnTo>
                <a:lnTo>
                  <a:pt x="948670" y="46293"/>
                </a:lnTo>
                <a:lnTo>
                  <a:pt x="949004" y="46670"/>
                </a:lnTo>
                <a:lnTo>
                  <a:pt x="949330" y="47055"/>
                </a:lnTo>
                <a:lnTo>
                  <a:pt x="949647" y="47448"/>
                </a:lnTo>
                <a:lnTo>
                  <a:pt x="949956" y="47848"/>
                </a:lnTo>
                <a:lnTo>
                  <a:pt x="950257" y="48255"/>
                </a:lnTo>
                <a:lnTo>
                  <a:pt x="950549" y="48671"/>
                </a:lnTo>
                <a:lnTo>
                  <a:pt x="950832" y="49093"/>
                </a:lnTo>
                <a:lnTo>
                  <a:pt x="951107" y="49524"/>
                </a:lnTo>
                <a:lnTo>
                  <a:pt x="951374" y="49961"/>
                </a:lnTo>
                <a:lnTo>
                  <a:pt x="951632" y="50407"/>
                </a:lnTo>
                <a:lnTo>
                  <a:pt x="951882" y="50859"/>
                </a:lnTo>
                <a:lnTo>
                  <a:pt x="952123" y="51320"/>
                </a:lnTo>
                <a:lnTo>
                  <a:pt x="952356" y="51788"/>
                </a:lnTo>
                <a:lnTo>
                  <a:pt x="952581" y="52263"/>
                </a:lnTo>
                <a:lnTo>
                  <a:pt x="952797" y="52746"/>
                </a:lnTo>
                <a:lnTo>
                  <a:pt x="953004" y="53234"/>
                </a:lnTo>
                <a:lnTo>
                  <a:pt x="953204" y="53725"/>
                </a:lnTo>
                <a:lnTo>
                  <a:pt x="953395" y="54219"/>
                </a:lnTo>
                <a:lnTo>
                  <a:pt x="953577" y="54716"/>
                </a:lnTo>
                <a:lnTo>
                  <a:pt x="953752" y="55216"/>
                </a:lnTo>
                <a:lnTo>
                  <a:pt x="953918" y="55719"/>
                </a:lnTo>
                <a:lnTo>
                  <a:pt x="954076" y="56225"/>
                </a:lnTo>
                <a:lnTo>
                  <a:pt x="954225" y="56734"/>
                </a:lnTo>
                <a:lnTo>
                  <a:pt x="954366" y="57245"/>
                </a:lnTo>
                <a:lnTo>
                  <a:pt x="954499" y="57760"/>
                </a:lnTo>
                <a:lnTo>
                  <a:pt x="954623" y="58277"/>
                </a:lnTo>
                <a:lnTo>
                  <a:pt x="954740" y="58798"/>
                </a:lnTo>
                <a:lnTo>
                  <a:pt x="954848" y="59321"/>
                </a:lnTo>
                <a:lnTo>
                  <a:pt x="954947" y="59847"/>
                </a:lnTo>
                <a:lnTo>
                  <a:pt x="955038" y="60377"/>
                </a:lnTo>
                <a:lnTo>
                  <a:pt x="955121" y="60909"/>
                </a:lnTo>
                <a:lnTo>
                  <a:pt x="955196" y="61444"/>
                </a:lnTo>
                <a:lnTo>
                  <a:pt x="955262" y="61982"/>
                </a:lnTo>
                <a:lnTo>
                  <a:pt x="955320" y="62523"/>
                </a:lnTo>
                <a:lnTo>
                  <a:pt x="955370" y="63067"/>
                </a:lnTo>
                <a:lnTo>
                  <a:pt x="955411" y="63614"/>
                </a:lnTo>
                <a:lnTo>
                  <a:pt x="955444" y="64163"/>
                </a:lnTo>
                <a:lnTo>
                  <a:pt x="955469" y="64716"/>
                </a:lnTo>
                <a:lnTo>
                  <a:pt x="955486" y="65272"/>
                </a:lnTo>
                <a:lnTo>
                  <a:pt x="955486" y="66227"/>
                </a:lnTo>
                <a:lnTo>
                  <a:pt x="907805" y="66227"/>
                </a:lnTo>
                <a:lnTo>
                  <a:pt x="907841" y="65927"/>
                </a:lnTo>
                <a:lnTo>
                  <a:pt x="907915" y="65371"/>
                </a:lnTo>
                <a:close/>
                <a:moveTo>
                  <a:pt x="1305933" y="33445"/>
                </a:moveTo>
                <a:lnTo>
                  <a:pt x="1305933" y="40665"/>
                </a:lnTo>
                <a:lnTo>
                  <a:pt x="1320593" y="40665"/>
                </a:lnTo>
                <a:lnTo>
                  <a:pt x="1320593" y="93705"/>
                </a:lnTo>
                <a:lnTo>
                  <a:pt x="1320597" y="94362"/>
                </a:lnTo>
                <a:lnTo>
                  <a:pt x="1320608" y="95008"/>
                </a:lnTo>
                <a:lnTo>
                  <a:pt x="1320628" y="95641"/>
                </a:lnTo>
                <a:lnTo>
                  <a:pt x="1320655" y="96263"/>
                </a:lnTo>
                <a:lnTo>
                  <a:pt x="1320689" y="96873"/>
                </a:lnTo>
                <a:lnTo>
                  <a:pt x="1320731" y="97472"/>
                </a:lnTo>
                <a:lnTo>
                  <a:pt x="1320781" y="98058"/>
                </a:lnTo>
                <a:lnTo>
                  <a:pt x="1320839" y="98633"/>
                </a:lnTo>
                <a:lnTo>
                  <a:pt x="1320904" y="99196"/>
                </a:lnTo>
                <a:lnTo>
                  <a:pt x="1320977" y="99747"/>
                </a:lnTo>
                <a:lnTo>
                  <a:pt x="1321057" y="100286"/>
                </a:lnTo>
                <a:lnTo>
                  <a:pt x="1321146" y="100814"/>
                </a:lnTo>
                <a:lnTo>
                  <a:pt x="1321242" y="101330"/>
                </a:lnTo>
                <a:lnTo>
                  <a:pt x="1321345" y="101834"/>
                </a:lnTo>
                <a:lnTo>
                  <a:pt x="1321456" y="102327"/>
                </a:lnTo>
                <a:lnTo>
                  <a:pt x="1321575" y="102807"/>
                </a:lnTo>
                <a:lnTo>
                  <a:pt x="1321702" y="103276"/>
                </a:lnTo>
                <a:lnTo>
                  <a:pt x="1321836" y="103733"/>
                </a:lnTo>
                <a:lnTo>
                  <a:pt x="1321978" y="104179"/>
                </a:lnTo>
                <a:lnTo>
                  <a:pt x="1322128" y="104612"/>
                </a:lnTo>
                <a:lnTo>
                  <a:pt x="1322285" y="105034"/>
                </a:lnTo>
                <a:lnTo>
                  <a:pt x="1322450" y="105444"/>
                </a:lnTo>
                <a:lnTo>
                  <a:pt x="1322623" y="105842"/>
                </a:lnTo>
                <a:lnTo>
                  <a:pt x="1322803" y="106229"/>
                </a:lnTo>
                <a:lnTo>
                  <a:pt x="1322990" y="106605"/>
                </a:lnTo>
                <a:lnTo>
                  <a:pt x="1323183" y="106972"/>
                </a:lnTo>
                <a:lnTo>
                  <a:pt x="1323382" y="107329"/>
                </a:lnTo>
                <a:lnTo>
                  <a:pt x="1323587" y="107678"/>
                </a:lnTo>
                <a:lnTo>
                  <a:pt x="1323798" y="108017"/>
                </a:lnTo>
                <a:lnTo>
                  <a:pt x="1324014" y="108347"/>
                </a:lnTo>
                <a:lnTo>
                  <a:pt x="1324237" y="108667"/>
                </a:lnTo>
                <a:lnTo>
                  <a:pt x="1324465" y="108979"/>
                </a:lnTo>
                <a:lnTo>
                  <a:pt x="1324699" y="109281"/>
                </a:lnTo>
                <a:lnTo>
                  <a:pt x="1324939" y="109575"/>
                </a:lnTo>
                <a:lnTo>
                  <a:pt x="1325185" y="109858"/>
                </a:lnTo>
                <a:lnTo>
                  <a:pt x="1325437" y="110133"/>
                </a:lnTo>
                <a:lnTo>
                  <a:pt x="1325695" y="110399"/>
                </a:lnTo>
                <a:lnTo>
                  <a:pt x="1325958" y="110655"/>
                </a:lnTo>
                <a:lnTo>
                  <a:pt x="1326228" y="110902"/>
                </a:lnTo>
                <a:lnTo>
                  <a:pt x="1326503" y="111140"/>
                </a:lnTo>
                <a:lnTo>
                  <a:pt x="1326784" y="111369"/>
                </a:lnTo>
                <a:lnTo>
                  <a:pt x="1327071" y="111588"/>
                </a:lnTo>
                <a:lnTo>
                  <a:pt x="1327364" y="111798"/>
                </a:lnTo>
                <a:lnTo>
                  <a:pt x="1327663" y="111999"/>
                </a:lnTo>
                <a:lnTo>
                  <a:pt x="1327968" y="112191"/>
                </a:lnTo>
                <a:lnTo>
                  <a:pt x="1328279" y="112374"/>
                </a:lnTo>
                <a:lnTo>
                  <a:pt x="1328595" y="112547"/>
                </a:lnTo>
                <a:lnTo>
                  <a:pt x="1328918" y="112712"/>
                </a:lnTo>
                <a:lnTo>
                  <a:pt x="1329245" y="112868"/>
                </a:lnTo>
                <a:lnTo>
                  <a:pt x="1329577" y="113017"/>
                </a:lnTo>
                <a:lnTo>
                  <a:pt x="1329912" y="113160"/>
                </a:lnTo>
                <a:lnTo>
                  <a:pt x="1330252" y="113297"/>
                </a:lnTo>
                <a:lnTo>
                  <a:pt x="1330596" y="113426"/>
                </a:lnTo>
                <a:lnTo>
                  <a:pt x="1330943" y="113549"/>
                </a:lnTo>
                <a:lnTo>
                  <a:pt x="1331295" y="113666"/>
                </a:lnTo>
                <a:lnTo>
                  <a:pt x="1331651" y="113776"/>
                </a:lnTo>
                <a:lnTo>
                  <a:pt x="1332012" y="113879"/>
                </a:lnTo>
                <a:lnTo>
                  <a:pt x="1332376" y="113975"/>
                </a:lnTo>
                <a:lnTo>
                  <a:pt x="1332744" y="114065"/>
                </a:lnTo>
                <a:lnTo>
                  <a:pt x="1333117" y="114148"/>
                </a:lnTo>
                <a:lnTo>
                  <a:pt x="1333493" y="114225"/>
                </a:lnTo>
                <a:lnTo>
                  <a:pt x="1333874" y="114294"/>
                </a:lnTo>
                <a:lnTo>
                  <a:pt x="1334259" y="114358"/>
                </a:lnTo>
                <a:lnTo>
                  <a:pt x="1334647" y="114414"/>
                </a:lnTo>
                <a:lnTo>
                  <a:pt x="1335040" y="114464"/>
                </a:lnTo>
                <a:lnTo>
                  <a:pt x="1335437" y="114507"/>
                </a:lnTo>
                <a:lnTo>
                  <a:pt x="1335838" y="114544"/>
                </a:lnTo>
                <a:lnTo>
                  <a:pt x="1336243" y="114574"/>
                </a:lnTo>
                <a:lnTo>
                  <a:pt x="1336653" y="114597"/>
                </a:lnTo>
                <a:lnTo>
                  <a:pt x="1337066" y="114614"/>
                </a:lnTo>
                <a:lnTo>
                  <a:pt x="1337484" y="114624"/>
                </a:lnTo>
                <a:lnTo>
                  <a:pt x="1337905" y="114627"/>
                </a:lnTo>
                <a:lnTo>
                  <a:pt x="1338120" y="114626"/>
                </a:lnTo>
                <a:lnTo>
                  <a:pt x="1338335" y="114625"/>
                </a:lnTo>
                <a:lnTo>
                  <a:pt x="1338550" y="114622"/>
                </a:lnTo>
                <a:lnTo>
                  <a:pt x="1338766" y="114618"/>
                </a:lnTo>
                <a:lnTo>
                  <a:pt x="1338981" y="114612"/>
                </a:lnTo>
                <a:lnTo>
                  <a:pt x="1339197" y="114606"/>
                </a:lnTo>
                <a:lnTo>
                  <a:pt x="1339412" y="114599"/>
                </a:lnTo>
                <a:lnTo>
                  <a:pt x="1339628" y="114590"/>
                </a:lnTo>
                <a:lnTo>
                  <a:pt x="1339844" y="114580"/>
                </a:lnTo>
                <a:lnTo>
                  <a:pt x="1340060" y="114569"/>
                </a:lnTo>
                <a:lnTo>
                  <a:pt x="1340276" y="114557"/>
                </a:lnTo>
                <a:lnTo>
                  <a:pt x="1340493" y="114544"/>
                </a:lnTo>
                <a:lnTo>
                  <a:pt x="1340709" y="114530"/>
                </a:lnTo>
                <a:lnTo>
                  <a:pt x="1340926" y="114514"/>
                </a:lnTo>
                <a:lnTo>
                  <a:pt x="1341142" y="114497"/>
                </a:lnTo>
                <a:lnTo>
                  <a:pt x="1341359" y="114480"/>
                </a:lnTo>
                <a:lnTo>
                  <a:pt x="1341576" y="114461"/>
                </a:lnTo>
                <a:lnTo>
                  <a:pt x="1341793" y="114440"/>
                </a:lnTo>
                <a:lnTo>
                  <a:pt x="1342011" y="114419"/>
                </a:lnTo>
                <a:lnTo>
                  <a:pt x="1342228" y="114397"/>
                </a:lnTo>
                <a:lnTo>
                  <a:pt x="1342445" y="114373"/>
                </a:lnTo>
                <a:lnTo>
                  <a:pt x="1342663" y="114348"/>
                </a:lnTo>
                <a:lnTo>
                  <a:pt x="1342881" y="114322"/>
                </a:lnTo>
                <a:lnTo>
                  <a:pt x="1343099" y="114295"/>
                </a:lnTo>
                <a:lnTo>
                  <a:pt x="1343315" y="114267"/>
                </a:lnTo>
                <a:lnTo>
                  <a:pt x="1343528" y="114239"/>
                </a:lnTo>
                <a:lnTo>
                  <a:pt x="1343737" y="114210"/>
                </a:lnTo>
                <a:lnTo>
                  <a:pt x="1343943" y="114180"/>
                </a:lnTo>
                <a:lnTo>
                  <a:pt x="1344145" y="114149"/>
                </a:lnTo>
                <a:lnTo>
                  <a:pt x="1344344" y="114118"/>
                </a:lnTo>
                <a:lnTo>
                  <a:pt x="1344540" y="114086"/>
                </a:lnTo>
                <a:lnTo>
                  <a:pt x="1344732" y="114054"/>
                </a:lnTo>
                <a:lnTo>
                  <a:pt x="1344920" y="114021"/>
                </a:lnTo>
                <a:lnTo>
                  <a:pt x="1345105" y="113987"/>
                </a:lnTo>
                <a:lnTo>
                  <a:pt x="1345287" y="113953"/>
                </a:lnTo>
                <a:lnTo>
                  <a:pt x="1345465" y="113918"/>
                </a:lnTo>
                <a:lnTo>
                  <a:pt x="1345640" y="113882"/>
                </a:lnTo>
                <a:lnTo>
                  <a:pt x="1345811" y="113846"/>
                </a:lnTo>
                <a:lnTo>
                  <a:pt x="1345979" y="113809"/>
                </a:lnTo>
                <a:lnTo>
                  <a:pt x="1346144" y="113772"/>
                </a:lnTo>
                <a:lnTo>
                  <a:pt x="1346305" y="113733"/>
                </a:lnTo>
                <a:lnTo>
                  <a:pt x="1346462" y="113695"/>
                </a:lnTo>
                <a:lnTo>
                  <a:pt x="1346616" y="113655"/>
                </a:lnTo>
                <a:lnTo>
                  <a:pt x="1346767" y="113615"/>
                </a:lnTo>
                <a:lnTo>
                  <a:pt x="1346914" y="113574"/>
                </a:lnTo>
                <a:lnTo>
                  <a:pt x="1347057" y="113533"/>
                </a:lnTo>
                <a:lnTo>
                  <a:pt x="1347198" y="113491"/>
                </a:lnTo>
                <a:lnTo>
                  <a:pt x="1347335" y="113448"/>
                </a:lnTo>
                <a:lnTo>
                  <a:pt x="1346966" y="106008"/>
                </a:lnTo>
                <a:lnTo>
                  <a:pt x="1346837" y="106026"/>
                </a:lnTo>
                <a:lnTo>
                  <a:pt x="1346707" y="106045"/>
                </a:lnTo>
                <a:lnTo>
                  <a:pt x="1346575" y="106064"/>
                </a:lnTo>
                <a:lnTo>
                  <a:pt x="1346443" y="106082"/>
                </a:lnTo>
                <a:lnTo>
                  <a:pt x="1346310" y="106101"/>
                </a:lnTo>
                <a:lnTo>
                  <a:pt x="1346177" y="106121"/>
                </a:lnTo>
                <a:lnTo>
                  <a:pt x="1346042" y="106140"/>
                </a:lnTo>
                <a:lnTo>
                  <a:pt x="1345906" y="106159"/>
                </a:lnTo>
                <a:lnTo>
                  <a:pt x="1345770" y="106179"/>
                </a:lnTo>
                <a:lnTo>
                  <a:pt x="1345632" y="106198"/>
                </a:lnTo>
                <a:lnTo>
                  <a:pt x="1345494" y="106218"/>
                </a:lnTo>
                <a:lnTo>
                  <a:pt x="1345355" y="106238"/>
                </a:lnTo>
                <a:lnTo>
                  <a:pt x="1345215" y="106258"/>
                </a:lnTo>
                <a:lnTo>
                  <a:pt x="1345074" y="106278"/>
                </a:lnTo>
                <a:lnTo>
                  <a:pt x="1344932" y="106298"/>
                </a:lnTo>
                <a:lnTo>
                  <a:pt x="1344789" y="106319"/>
                </a:lnTo>
                <a:lnTo>
                  <a:pt x="1344645" y="106339"/>
                </a:lnTo>
                <a:lnTo>
                  <a:pt x="1344501" y="106360"/>
                </a:lnTo>
                <a:lnTo>
                  <a:pt x="1344355" y="106381"/>
                </a:lnTo>
                <a:lnTo>
                  <a:pt x="1344209" y="106402"/>
                </a:lnTo>
                <a:lnTo>
                  <a:pt x="1344061" y="106423"/>
                </a:lnTo>
                <a:lnTo>
                  <a:pt x="1343913" y="106444"/>
                </a:lnTo>
                <a:lnTo>
                  <a:pt x="1343764" y="106465"/>
                </a:lnTo>
                <a:lnTo>
                  <a:pt x="1343614" y="106487"/>
                </a:lnTo>
                <a:lnTo>
                  <a:pt x="1343464" y="106508"/>
                </a:lnTo>
                <a:lnTo>
                  <a:pt x="1343312" y="106528"/>
                </a:lnTo>
                <a:lnTo>
                  <a:pt x="1343160" y="106547"/>
                </a:lnTo>
                <a:lnTo>
                  <a:pt x="1343008" y="106565"/>
                </a:lnTo>
                <a:lnTo>
                  <a:pt x="1342854" y="106583"/>
                </a:lnTo>
                <a:lnTo>
                  <a:pt x="1342700" y="106599"/>
                </a:lnTo>
                <a:lnTo>
                  <a:pt x="1342546" y="106615"/>
                </a:lnTo>
                <a:lnTo>
                  <a:pt x="1342391" y="106630"/>
                </a:lnTo>
                <a:lnTo>
                  <a:pt x="1342235" y="106644"/>
                </a:lnTo>
                <a:lnTo>
                  <a:pt x="1342078" y="106657"/>
                </a:lnTo>
                <a:lnTo>
                  <a:pt x="1341921" y="106669"/>
                </a:lnTo>
                <a:lnTo>
                  <a:pt x="1341763" y="106680"/>
                </a:lnTo>
                <a:lnTo>
                  <a:pt x="1341605" y="106690"/>
                </a:lnTo>
                <a:lnTo>
                  <a:pt x="1341446" y="106700"/>
                </a:lnTo>
                <a:lnTo>
                  <a:pt x="1341286" y="106708"/>
                </a:lnTo>
                <a:lnTo>
                  <a:pt x="1341126" y="106716"/>
                </a:lnTo>
                <a:lnTo>
                  <a:pt x="1340965" y="106723"/>
                </a:lnTo>
                <a:lnTo>
                  <a:pt x="1340803" y="106728"/>
                </a:lnTo>
                <a:lnTo>
                  <a:pt x="1340641" y="106733"/>
                </a:lnTo>
                <a:lnTo>
                  <a:pt x="1340478" y="106737"/>
                </a:lnTo>
                <a:lnTo>
                  <a:pt x="1340315" y="106740"/>
                </a:lnTo>
                <a:lnTo>
                  <a:pt x="1340151" y="106743"/>
                </a:lnTo>
                <a:lnTo>
                  <a:pt x="1339986" y="106744"/>
                </a:lnTo>
                <a:lnTo>
                  <a:pt x="1339820" y="106744"/>
                </a:lnTo>
                <a:lnTo>
                  <a:pt x="1339594" y="106743"/>
                </a:lnTo>
                <a:lnTo>
                  <a:pt x="1339368" y="106738"/>
                </a:lnTo>
                <a:lnTo>
                  <a:pt x="1339144" y="106730"/>
                </a:lnTo>
                <a:lnTo>
                  <a:pt x="1338921" y="106719"/>
                </a:lnTo>
                <a:lnTo>
                  <a:pt x="1338699" y="106704"/>
                </a:lnTo>
                <a:lnTo>
                  <a:pt x="1338478" y="106687"/>
                </a:lnTo>
                <a:lnTo>
                  <a:pt x="1338259" y="106666"/>
                </a:lnTo>
                <a:lnTo>
                  <a:pt x="1338040" y="106642"/>
                </a:lnTo>
                <a:lnTo>
                  <a:pt x="1337823" y="106615"/>
                </a:lnTo>
                <a:lnTo>
                  <a:pt x="1337607" y="106585"/>
                </a:lnTo>
                <a:lnTo>
                  <a:pt x="1337391" y="106551"/>
                </a:lnTo>
                <a:lnTo>
                  <a:pt x="1337178" y="106514"/>
                </a:lnTo>
                <a:lnTo>
                  <a:pt x="1336965" y="106474"/>
                </a:lnTo>
                <a:lnTo>
                  <a:pt x="1336753" y="106431"/>
                </a:lnTo>
                <a:lnTo>
                  <a:pt x="1336543" y="106385"/>
                </a:lnTo>
                <a:lnTo>
                  <a:pt x="1336333" y="106335"/>
                </a:lnTo>
                <a:lnTo>
                  <a:pt x="1336125" y="106282"/>
                </a:lnTo>
                <a:lnTo>
                  <a:pt x="1335918" y="106226"/>
                </a:lnTo>
                <a:lnTo>
                  <a:pt x="1335712" y="106167"/>
                </a:lnTo>
                <a:lnTo>
                  <a:pt x="1335508" y="106105"/>
                </a:lnTo>
                <a:lnTo>
                  <a:pt x="1335304" y="106039"/>
                </a:lnTo>
                <a:lnTo>
                  <a:pt x="1335102" y="105971"/>
                </a:lnTo>
                <a:lnTo>
                  <a:pt x="1334901" y="105899"/>
                </a:lnTo>
                <a:lnTo>
                  <a:pt x="1334701" y="105824"/>
                </a:lnTo>
                <a:lnTo>
                  <a:pt x="1334503" y="105744"/>
                </a:lnTo>
                <a:lnTo>
                  <a:pt x="1334308" y="105657"/>
                </a:lnTo>
                <a:lnTo>
                  <a:pt x="1334117" y="105563"/>
                </a:lnTo>
                <a:lnTo>
                  <a:pt x="1333929" y="105463"/>
                </a:lnTo>
                <a:lnTo>
                  <a:pt x="1333744" y="105357"/>
                </a:lnTo>
                <a:lnTo>
                  <a:pt x="1333563" y="105243"/>
                </a:lnTo>
                <a:lnTo>
                  <a:pt x="1333385" y="105123"/>
                </a:lnTo>
                <a:lnTo>
                  <a:pt x="1333211" y="104997"/>
                </a:lnTo>
                <a:lnTo>
                  <a:pt x="1333040" y="104864"/>
                </a:lnTo>
                <a:lnTo>
                  <a:pt x="1332872" y="104724"/>
                </a:lnTo>
                <a:lnTo>
                  <a:pt x="1332707" y="104577"/>
                </a:lnTo>
                <a:lnTo>
                  <a:pt x="1332546" y="104424"/>
                </a:lnTo>
                <a:lnTo>
                  <a:pt x="1332388" y="104264"/>
                </a:lnTo>
                <a:lnTo>
                  <a:pt x="1332233" y="104098"/>
                </a:lnTo>
                <a:lnTo>
                  <a:pt x="1332082" y="103924"/>
                </a:lnTo>
                <a:lnTo>
                  <a:pt x="1331934" y="103745"/>
                </a:lnTo>
                <a:lnTo>
                  <a:pt x="1331789" y="103558"/>
                </a:lnTo>
                <a:lnTo>
                  <a:pt x="1331648" y="103365"/>
                </a:lnTo>
                <a:lnTo>
                  <a:pt x="1331510" y="103165"/>
                </a:lnTo>
                <a:lnTo>
                  <a:pt x="1331375" y="102959"/>
                </a:lnTo>
                <a:lnTo>
                  <a:pt x="1331244" y="102746"/>
                </a:lnTo>
                <a:lnTo>
                  <a:pt x="1331116" y="102526"/>
                </a:lnTo>
                <a:lnTo>
                  <a:pt x="1330991" y="102300"/>
                </a:lnTo>
                <a:lnTo>
                  <a:pt x="1330870" y="102067"/>
                </a:lnTo>
                <a:lnTo>
                  <a:pt x="1330753" y="101826"/>
                </a:lnTo>
                <a:lnTo>
                  <a:pt x="1330640" y="101575"/>
                </a:lnTo>
                <a:lnTo>
                  <a:pt x="1330533" y="101315"/>
                </a:lnTo>
                <a:lnTo>
                  <a:pt x="1330431" y="101046"/>
                </a:lnTo>
                <a:lnTo>
                  <a:pt x="1330334" y="100768"/>
                </a:lnTo>
                <a:lnTo>
                  <a:pt x="1330241" y="100480"/>
                </a:lnTo>
                <a:lnTo>
                  <a:pt x="1330154" y="100183"/>
                </a:lnTo>
                <a:lnTo>
                  <a:pt x="1330072" y="99877"/>
                </a:lnTo>
                <a:lnTo>
                  <a:pt x="1329994" y="99561"/>
                </a:lnTo>
                <a:lnTo>
                  <a:pt x="1329922" y="99236"/>
                </a:lnTo>
                <a:lnTo>
                  <a:pt x="1329855" y="98902"/>
                </a:lnTo>
                <a:lnTo>
                  <a:pt x="1329792" y="98558"/>
                </a:lnTo>
                <a:lnTo>
                  <a:pt x="1329735" y="98205"/>
                </a:lnTo>
                <a:lnTo>
                  <a:pt x="1329683" y="97843"/>
                </a:lnTo>
                <a:lnTo>
                  <a:pt x="1329635" y="97471"/>
                </a:lnTo>
                <a:lnTo>
                  <a:pt x="1329593" y="97090"/>
                </a:lnTo>
                <a:lnTo>
                  <a:pt x="1329555" y="96699"/>
                </a:lnTo>
                <a:lnTo>
                  <a:pt x="1329523" y="96300"/>
                </a:lnTo>
                <a:lnTo>
                  <a:pt x="1329496" y="95891"/>
                </a:lnTo>
                <a:lnTo>
                  <a:pt x="1329473" y="95472"/>
                </a:lnTo>
                <a:lnTo>
                  <a:pt x="1329456" y="95045"/>
                </a:lnTo>
                <a:lnTo>
                  <a:pt x="1329443" y="94607"/>
                </a:lnTo>
                <a:lnTo>
                  <a:pt x="1329436" y="94161"/>
                </a:lnTo>
                <a:lnTo>
                  <a:pt x="1329433" y="93705"/>
                </a:lnTo>
                <a:lnTo>
                  <a:pt x="1329433" y="40665"/>
                </a:lnTo>
                <a:lnTo>
                  <a:pt x="1345935" y="40665"/>
                </a:lnTo>
                <a:lnTo>
                  <a:pt x="1345935" y="33445"/>
                </a:lnTo>
                <a:lnTo>
                  <a:pt x="1329433" y="33445"/>
                </a:lnTo>
                <a:lnTo>
                  <a:pt x="1329433" y="12966"/>
                </a:lnTo>
                <a:lnTo>
                  <a:pt x="1320593" y="12966"/>
                </a:lnTo>
                <a:lnTo>
                  <a:pt x="1320593" y="33445"/>
                </a:lnTo>
                <a:lnTo>
                  <a:pt x="1305933" y="33445"/>
                </a:lnTo>
                <a:close/>
                <a:moveTo>
                  <a:pt x="1160349" y="58474"/>
                </a:moveTo>
                <a:lnTo>
                  <a:pt x="1160495" y="58073"/>
                </a:lnTo>
                <a:lnTo>
                  <a:pt x="1160649" y="57663"/>
                </a:lnTo>
                <a:lnTo>
                  <a:pt x="1160808" y="57256"/>
                </a:lnTo>
                <a:lnTo>
                  <a:pt x="1160973" y="56851"/>
                </a:lnTo>
                <a:lnTo>
                  <a:pt x="1161143" y="56448"/>
                </a:lnTo>
                <a:lnTo>
                  <a:pt x="1161319" y="56047"/>
                </a:lnTo>
                <a:lnTo>
                  <a:pt x="1161499" y="55648"/>
                </a:lnTo>
                <a:lnTo>
                  <a:pt x="1161685" y="55251"/>
                </a:lnTo>
                <a:lnTo>
                  <a:pt x="1161876" y="54856"/>
                </a:lnTo>
                <a:lnTo>
                  <a:pt x="1162072" y="54463"/>
                </a:lnTo>
                <a:lnTo>
                  <a:pt x="1162274" y="54072"/>
                </a:lnTo>
                <a:lnTo>
                  <a:pt x="1162480" y="53683"/>
                </a:lnTo>
                <a:lnTo>
                  <a:pt x="1162692" y="53297"/>
                </a:lnTo>
                <a:lnTo>
                  <a:pt x="1162910" y="52912"/>
                </a:lnTo>
                <a:lnTo>
                  <a:pt x="1163132" y="52529"/>
                </a:lnTo>
                <a:lnTo>
                  <a:pt x="1163360" y="52149"/>
                </a:lnTo>
                <a:lnTo>
                  <a:pt x="1163593" y="51770"/>
                </a:lnTo>
                <a:lnTo>
                  <a:pt x="1163831" y="51393"/>
                </a:lnTo>
                <a:lnTo>
                  <a:pt x="1164074" y="51019"/>
                </a:lnTo>
                <a:lnTo>
                  <a:pt x="1164323" y="50647"/>
                </a:lnTo>
                <a:lnTo>
                  <a:pt x="1164577" y="50276"/>
                </a:lnTo>
                <a:lnTo>
                  <a:pt x="1164836" y="49908"/>
                </a:lnTo>
                <a:lnTo>
                  <a:pt x="1165101" y="49542"/>
                </a:lnTo>
                <a:lnTo>
                  <a:pt x="1165370" y="49179"/>
                </a:lnTo>
                <a:lnTo>
                  <a:pt x="1165645" y="48822"/>
                </a:lnTo>
                <a:lnTo>
                  <a:pt x="1165926" y="48471"/>
                </a:lnTo>
                <a:lnTo>
                  <a:pt x="1166212" y="48125"/>
                </a:lnTo>
                <a:lnTo>
                  <a:pt x="1166503" y="47785"/>
                </a:lnTo>
                <a:lnTo>
                  <a:pt x="1166800" y="47451"/>
                </a:lnTo>
                <a:lnTo>
                  <a:pt x="1167102" y="47122"/>
                </a:lnTo>
                <a:lnTo>
                  <a:pt x="1167409" y="46799"/>
                </a:lnTo>
                <a:lnTo>
                  <a:pt x="1167722" y="46482"/>
                </a:lnTo>
                <a:lnTo>
                  <a:pt x="1168040" y="46170"/>
                </a:lnTo>
                <a:lnTo>
                  <a:pt x="1168363" y="45864"/>
                </a:lnTo>
                <a:lnTo>
                  <a:pt x="1168692" y="45563"/>
                </a:lnTo>
                <a:lnTo>
                  <a:pt x="1169026" y="45269"/>
                </a:lnTo>
                <a:lnTo>
                  <a:pt x="1169366" y="44979"/>
                </a:lnTo>
                <a:lnTo>
                  <a:pt x="1169711" y="44696"/>
                </a:lnTo>
                <a:lnTo>
                  <a:pt x="1170061" y="44418"/>
                </a:lnTo>
                <a:lnTo>
                  <a:pt x="1170417" y="44145"/>
                </a:lnTo>
                <a:lnTo>
                  <a:pt x="1170778" y="43878"/>
                </a:lnTo>
                <a:lnTo>
                  <a:pt x="1171144" y="43617"/>
                </a:lnTo>
                <a:lnTo>
                  <a:pt x="1171516" y="43362"/>
                </a:lnTo>
                <a:lnTo>
                  <a:pt x="1171893" y="43112"/>
                </a:lnTo>
                <a:lnTo>
                  <a:pt x="1172276" y="42867"/>
                </a:lnTo>
                <a:lnTo>
                  <a:pt x="1172663" y="42629"/>
                </a:lnTo>
                <a:lnTo>
                  <a:pt x="1173057" y="42396"/>
                </a:lnTo>
                <a:lnTo>
                  <a:pt x="1173455" y="42170"/>
                </a:lnTo>
                <a:lnTo>
                  <a:pt x="1173860" y="41954"/>
                </a:lnTo>
                <a:lnTo>
                  <a:pt x="1174269" y="41748"/>
                </a:lnTo>
                <a:lnTo>
                  <a:pt x="1174685" y="41552"/>
                </a:lnTo>
                <a:lnTo>
                  <a:pt x="1175105" y="41365"/>
                </a:lnTo>
                <a:lnTo>
                  <a:pt x="1175531" y="41187"/>
                </a:lnTo>
                <a:lnTo>
                  <a:pt x="1175963" y="41019"/>
                </a:lnTo>
                <a:lnTo>
                  <a:pt x="1176400" y="40861"/>
                </a:lnTo>
                <a:lnTo>
                  <a:pt x="1176843" y="40712"/>
                </a:lnTo>
                <a:lnTo>
                  <a:pt x="1177291" y="40573"/>
                </a:lnTo>
                <a:lnTo>
                  <a:pt x="1177745" y="40444"/>
                </a:lnTo>
                <a:lnTo>
                  <a:pt x="1178204" y="40324"/>
                </a:lnTo>
                <a:lnTo>
                  <a:pt x="1178669" y="40214"/>
                </a:lnTo>
                <a:lnTo>
                  <a:pt x="1179139" y="40113"/>
                </a:lnTo>
                <a:lnTo>
                  <a:pt x="1179615" y="40022"/>
                </a:lnTo>
                <a:lnTo>
                  <a:pt x="1180096" y="39940"/>
                </a:lnTo>
                <a:lnTo>
                  <a:pt x="1180583" y="39868"/>
                </a:lnTo>
                <a:lnTo>
                  <a:pt x="1181075" y="39806"/>
                </a:lnTo>
                <a:lnTo>
                  <a:pt x="1181573" y="39753"/>
                </a:lnTo>
                <a:lnTo>
                  <a:pt x="1182076" y="39710"/>
                </a:lnTo>
                <a:lnTo>
                  <a:pt x="1182585" y="39676"/>
                </a:lnTo>
                <a:lnTo>
                  <a:pt x="1183099" y="39652"/>
                </a:lnTo>
                <a:lnTo>
                  <a:pt x="1183618" y="39638"/>
                </a:lnTo>
                <a:lnTo>
                  <a:pt x="1184144" y="39633"/>
                </a:lnTo>
                <a:lnTo>
                  <a:pt x="1184620" y="39637"/>
                </a:lnTo>
                <a:lnTo>
                  <a:pt x="1185091" y="39647"/>
                </a:lnTo>
                <a:lnTo>
                  <a:pt x="1185556" y="39664"/>
                </a:lnTo>
                <a:lnTo>
                  <a:pt x="1186016" y="39688"/>
                </a:lnTo>
                <a:lnTo>
                  <a:pt x="1186471" y="39720"/>
                </a:lnTo>
                <a:lnTo>
                  <a:pt x="1186920" y="39758"/>
                </a:lnTo>
                <a:lnTo>
                  <a:pt x="1187364" y="39802"/>
                </a:lnTo>
                <a:lnTo>
                  <a:pt x="1187803" y="39854"/>
                </a:lnTo>
                <a:lnTo>
                  <a:pt x="1188236" y="39913"/>
                </a:lnTo>
                <a:lnTo>
                  <a:pt x="1188663" y="39979"/>
                </a:lnTo>
                <a:lnTo>
                  <a:pt x="1189086" y="40051"/>
                </a:lnTo>
                <a:lnTo>
                  <a:pt x="1189503" y="40130"/>
                </a:lnTo>
                <a:lnTo>
                  <a:pt x="1189915" y="40217"/>
                </a:lnTo>
                <a:lnTo>
                  <a:pt x="1190321" y="40310"/>
                </a:lnTo>
                <a:lnTo>
                  <a:pt x="1190722" y="40410"/>
                </a:lnTo>
                <a:lnTo>
                  <a:pt x="1191118" y="40517"/>
                </a:lnTo>
                <a:lnTo>
                  <a:pt x="1191508" y="40631"/>
                </a:lnTo>
                <a:lnTo>
                  <a:pt x="1191893" y="40752"/>
                </a:lnTo>
                <a:lnTo>
                  <a:pt x="1192272" y="40880"/>
                </a:lnTo>
                <a:lnTo>
                  <a:pt x="1192646" y="41014"/>
                </a:lnTo>
                <a:lnTo>
                  <a:pt x="1193015" y="41156"/>
                </a:lnTo>
                <a:lnTo>
                  <a:pt x="1193378" y="41305"/>
                </a:lnTo>
                <a:lnTo>
                  <a:pt x="1193736" y="41460"/>
                </a:lnTo>
                <a:lnTo>
                  <a:pt x="1194089" y="41622"/>
                </a:lnTo>
                <a:lnTo>
                  <a:pt x="1194435" y="41793"/>
                </a:lnTo>
                <a:lnTo>
                  <a:pt x="1194775" y="41972"/>
                </a:lnTo>
                <a:lnTo>
                  <a:pt x="1195109" y="42161"/>
                </a:lnTo>
                <a:lnTo>
                  <a:pt x="1195435" y="42360"/>
                </a:lnTo>
                <a:lnTo>
                  <a:pt x="1195755" y="42568"/>
                </a:lnTo>
                <a:lnTo>
                  <a:pt x="1196069" y="42785"/>
                </a:lnTo>
                <a:lnTo>
                  <a:pt x="1196375" y="43011"/>
                </a:lnTo>
                <a:lnTo>
                  <a:pt x="1196675" y="43247"/>
                </a:lnTo>
                <a:lnTo>
                  <a:pt x="1196969" y="43492"/>
                </a:lnTo>
                <a:lnTo>
                  <a:pt x="1197255" y="43747"/>
                </a:lnTo>
                <a:lnTo>
                  <a:pt x="1197536" y="44010"/>
                </a:lnTo>
                <a:lnTo>
                  <a:pt x="1197809" y="44283"/>
                </a:lnTo>
                <a:lnTo>
                  <a:pt x="1198076" y="44566"/>
                </a:lnTo>
                <a:lnTo>
                  <a:pt x="1198336" y="44858"/>
                </a:lnTo>
                <a:lnTo>
                  <a:pt x="1198589" y="45159"/>
                </a:lnTo>
                <a:lnTo>
                  <a:pt x="1198836" y="45469"/>
                </a:lnTo>
                <a:lnTo>
                  <a:pt x="1199076" y="45789"/>
                </a:lnTo>
                <a:lnTo>
                  <a:pt x="1199310" y="46118"/>
                </a:lnTo>
                <a:lnTo>
                  <a:pt x="1199537" y="46457"/>
                </a:lnTo>
                <a:lnTo>
                  <a:pt x="1199757" y="46805"/>
                </a:lnTo>
                <a:lnTo>
                  <a:pt x="1199971" y="47162"/>
                </a:lnTo>
                <a:lnTo>
                  <a:pt x="1200178" y="47528"/>
                </a:lnTo>
                <a:lnTo>
                  <a:pt x="1200378" y="47904"/>
                </a:lnTo>
                <a:lnTo>
                  <a:pt x="1200572" y="48289"/>
                </a:lnTo>
                <a:lnTo>
                  <a:pt x="1200758" y="48685"/>
                </a:lnTo>
                <a:lnTo>
                  <a:pt x="1200936" y="49093"/>
                </a:lnTo>
                <a:lnTo>
                  <a:pt x="1201107" y="49513"/>
                </a:lnTo>
                <a:lnTo>
                  <a:pt x="1201269" y="49946"/>
                </a:lnTo>
                <a:lnTo>
                  <a:pt x="1201424" y="50390"/>
                </a:lnTo>
                <a:lnTo>
                  <a:pt x="1201571" y="50847"/>
                </a:lnTo>
                <a:lnTo>
                  <a:pt x="1201709" y="51316"/>
                </a:lnTo>
                <a:lnTo>
                  <a:pt x="1201840" y="51797"/>
                </a:lnTo>
                <a:lnTo>
                  <a:pt x="1201963" y="52290"/>
                </a:lnTo>
                <a:lnTo>
                  <a:pt x="1202078" y="52795"/>
                </a:lnTo>
                <a:lnTo>
                  <a:pt x="1202185" y="53312"/>
                </a:lnTo>
                <a:lnTo>
                  <a:pt x="1202284" y="53842"/>
                </a:lnTo>
                <a:lnTo>
                  <a:pt x="1202376" y="54384"/>
                </a:lnTo>
                <a:lnTo>
                  <a:pt x="1202459" y="54937"/>
                </a:lnTo>
                <a:lnTo>
                  <a:pt x="1202534" y="55503"/>
                </a:lnTo>
                <a:lnTo>
                  <a:pt x="1202602" y="56082"/>
                </a:lnTo>
                <a:lnTo>
                  <a:pt x="1202661" y="56672"/>
                </a:lnTo>
                <a:lnTo>
                  <a:pt x="1202713" y="57274"/>
                </a:lnTo>
                <a:lnTo>
                  <a:pt x="1202756" y="57889"/>
                </a:lnTo>
                <a:lnTo>
                  <a:pt x="1202792" y="58516"/>
                </a:lnTo>
                <a:lnTo>
                  <a:pt x="1202820" y="59155"/>
                </a:lnTo>
                <a:lnTo>
                  <a:pt x="1202839" y="59806"/>
                </a:lnTo>
                <a:lnTo>
                  <a:pt x="1202851" y="60469"/>
                </a:lnTo>
                <a:lnTo>
                  <a:pt x="1202855" y="61144"/>
                </a:lnTo>
                <a:lnTo>
                  <a:pt x="1202855" y="113154"/>
                </a:lnTo>
                <a:lnTo>
                  <a:pt x="1211695" y="113154"/>
                </a:lnTo>
                <a:lnTo>
                  <a:pt x="1211695" y="61218"/>
                </a:lnTo>
                <a:lnTo>
                  <a:pt x="1211692" y="60565"/>
                </a:lnTo>
                <a:lnTo>
                  <a:pt x="1211683" y="59920"/>
                </a:lnTo>
                <a:lnTo>
                  <a:pt x="1211668" y="59283"/>
                </a:lnTo>
                <a:lnTo>
                  <a:pt x="1211647" y="58655"/>
                </a:lnTo>
                <a:lnTo>
                  <a:pt x="1211620" y="58034"/>
                </a:lnTo>
                <a:lnTo>
                  <a:pt x="1211587" y="57422"/>
                </a:lnTo>
                <a:lnTo>
                  <a:pt x="1211548" y="56817"/>
                </a:lnTo>
                <a:lnTo>
                  <a:pt x="1211503" y="56221"/>
                </a:lnTo>
                <a:lnTo>
                  <a:pt x="1211452" y="55632"/>
                </a:lnTo>
                <a:lnTo>
                  <a:pt x="1211395" y="55052"/>
                </a:lnTo>
                <a:lnTo>
                  <a:pt x="1211332" y="54480"/>
                </a:lnTo>
                <a:lnTo>
                  <a:pt x="1211263" y="53916"/>
                </a:lnTo>
                <a:lnTo>
                  <a:pt x="1211187" y="53359"/>
                </a:lnTo>
                <a:lnTo>
                  <a:pt x="1211106" y="52811"/>
                </a:lnTo>
                <a:lnTo>
                  <a:pt x="1211019" y="52271"/>
                </a:lnTo>
                <a:lnTo>
                  <a:pt x="1210926" y="51739"/>
                </a:lnTo>
                <a:lnTo>
                  <a:pt x="1210827" y="51215"/>
                </a:lnTo>
                <a:lnTo>
                  <a:pt x="1210722" y="50699"/>
                </a:lnTo>
                <a:lnTo>
                  <a:pt x="1210610" y="50192"/>
                </a:lnTo>
                <a:lnTo>
                  <a:pt x="1210493" y="49692"/>
                </a:lnTo>
                <a:lnTo>
                  <a:pt x="1210370" y="49200"/>
                </a:lnTo>
                <a:lnTo>
                  <a:pt x="1210241" y="48717"/>
                </a:lnTo>
                <a:lnTo>
                  <a:pt x="1210105" y="48241"/>
                </a:lnTo>
                <a:lnTo>
                  <a:pt x="1209964" y="47773"/>
                </a:lnTo>
                <a:lnTo>
                  <a:pt x="1209817" y="47314"/>
                </a:lnTo>
                <a:lnTo>
                  <a:pt x="1209665" y="46861"/>
                </a:lnTo>
                <a:lnTo>
                  <a:pt x="1209507" y="46415"/>
                </a:lnTo>
                <a:lnTo>
                  <a:pt x="1209344" y="45977"/>
                </a:lnTo>
                <a:lnTo>
                  <a:pt x="1209176" y="45546"/>
                </a:lnTo>
                <a:lnTo>
                  <a:pt x="1209002" y="45121"/>
                </a:lnTo>
                <a:lnTo>
                  <a:pt x="1208823" y="44705"/>
                </a:lnTo>
                <a:lnTo>
                  <a:pt x="1208638" y="44295"/>
                </a:lnTo>
                <a:lnTo>
                  <a:pt x="1208448" y="43892"/>
                </a:lnTo>
                <a:lnTo>
                  <a:pt x="1208253" y="43497"/>
                </a:lnTo>
                <a:lnTo>
                  <a:pt x="1208052" y="43108"/>
                </a:lnTo>
                <a:lnTo>
                  <a:pt x="1207846" y="42727"/>
                </a:lnTo>
                <a:lnTo>
                  <a:pt x="1207635" y="42353"/>
                </a:lnTo>
                <a:lnTo>
                  <a:pt x="1207418" y="41986"/>
                </a:lnTo>
                <a:lnTo>
                  <a:pt x="1207196" y="41627"/>
                </a:lnTo>
                <a:lnTo>
                  <a:pt x="1206968" y="41274"/>
                </a:lnTo>
                <a:lnTo>
                  <a:pt x="1206735" y="40929"/>
                </a:lnTo>
                <a:lnTo>
                  <a:pt x="1206497" y="40591"/>
                </a:lnTo>
                <a:lnTo>
                  <a:pt x="1206254" y="40260"/>
                </a:lnTo>
                <a:lnTo>
                  <a:pt x="1206005" y="39936"/>
                </a:lnTo>
                <a:lnTo>
                  <a:pt x="1205750" y="39619"/>
                </a:lnTo>
                <a:lnTo>
                  <a:pt x="1205490" y="39310"/>
                </a:lnTo>
                <a:lnTo>
                  <a:pt x="1205225" y="39008"/>
                </a:lnTo>
                <a:lnTo>
                  <a:pt x="1204955" y="38712"/>
                </a:lnTo>
                <a:lnTo>
                  <a:pt x="1204679" y="38424"/>
                </a:lnTo>
                <a:lnTo>
                  <a:pt x="1204398" y="38142"/>
                </a:lnTo>
                <a:lnTo>
                  <a:pt x="1204113" y="37867"/>
                </a:lnTo>
                <a:lnTo>
                  <a:pt x="1203822" y="37598"/>
                </a:lnTo>
                <a:lnTo>
                  <a:pt x="1203527" y="37336"/>
                </a:lnTo>
                <a:lnTo>
                  <a:pt x="1203226" y="37080"/>
                </a:lnTo>
                <a:lnTo>
                  <a:pt x="1202920" y="36831"/>
                </a:lnTo>
                <a:lnTo>
                  <a:pt x="1202610" y="36588"/>
                </a:lnTo>
                <a:lnTo>
                  <a:pt x="1202294" y="36352"/>
                </a:lnTo>
                <a:lnTo>
                  <a:pt x="1201974" y="36122"/>
                </a:lnTo>
                <a:lnTo>
                  <a:pt x="1201648" y="35899"/>
                </a:lnTo>
                <a:lnTo>
                  <a:pt x="1201317" y="35683"/>
                </a:lnTo>
                <a:lnTo>
                  <a:pt x="1200982" y="35473"/>
                </a:lnTo>
                <a:lnTo>
                  <a:pt x="1200641" y="35269"/>
                </a:lnTo>
                <a:lnTo>
                  <a:pt x="1200296" y="35072"/>
                </a:lnTo>
                <a:lnTo>
                  <a:pt x="1199945" y="34882"/>
                </a:lnTo>
                <a:lnTo>
                  <a:pt x="1199590" y="34698"/>
                </a:lnTo>
                <a:lnTo>
                  <a:pt x="1199229" y="34520"/>
                </a:lnTo>
                <a:lnTo>
                  <a:pt x="1198864" y="34349"/>
                </a:lnTo>
                <a:lnTo>
                  <a:pt x="1198494" y="34185"/>
                </a:lnTo>
                <a:lnTo>
                  <a:pt x="1198118" y="34027"/>
                </a:lnTo>
                <a:lnTo>
                  <a:pt x="1197738" y="33876"/>
                </a:lnTo>
                <a:lnTo>
                  <a:pt x="1197352" y="33731"/>
                </a:lnTo>
                <a:lnTo>
                  <a:pt x="1196962" y="33592"/>
                </a:lnTo>
                <a:lnTo>
                  <a:pt x="1196567" y="33460"/>
                </a:lnTo>
                <a:lnTo>
                  <a:pt x="1196167" y="33334"/>
                </a:lnTo>
                <a:lnTo>
                  <a:pt x="1195764" y="33213"/>
                </a:lnTo>
                <a:lnTo>
                  <a:pt x="1195355" y="33097"/>
                </a:lnTo>
                <a:lnTo>
                  <a:pt x="1194943" y="32988"/>
                </a:lnTo>
                <a:lnTo>
                  <a:pt x="1194526" y="32883"/>
                </a:lnTo>
                <a:lnTo>
                  <a:pt x="1194105" y="32785"/>
                </a:lnTo>
                <a:lnTo>
                  <a:pt x="1193680" y="32692"/>
                </a:lnTo>
                <a:lnTo>
                  <a:pt x="1193250" y="32605"/>
                </a:lnTo>
                <a:lnTo>
                  <a:pt x="1192815" y="32523"/>
                </a:lnTo>
                <a:lnTo>
                  <a:pt x="1192377" y="32447"/>
                </a:lnTo>
                <a:lnTo>
                  <a:pt x="1191934" y="32377"/>
                </a:lnTo>
                <a:lnTo>
                  <a:pt x="1191487" y="32312"/>
                </a:lnTo>
                <a:lnTo>
                  <a:pt x="1191035" y="32253"/>
                </a:lnTo>
                <a:lnTo>
                  <a:pt x="1190579" y="32200"/>
                </a:lnTo>
                <a:lnTo>
                  <a:pt x="1190119" y="32152"/>
                </a:lnTo>
                <a:lnTo>
                  <a:pt x="1189654" y="32110"/>
                </a:lnTo>
                <a:lnTo>
                  <a:pt x="1189185" y="32073"/>
                </a:lnTo>
                <a:lnTo>
                  <a:pt x="1188712" y="32042"/>
                </a:lnTo>
                <a:lnTo>
                  <a:pt x="1188234" y="32017"/>
                </a:lnTo>
                <a:lnTo>
                  <a:pt x="1187752" y="31997"/>
                </a:lnTo>
                <a:lnTo>
                  <a:pt x="1187266" y="31983"/>
                </a:lnTo>
                <a:lnTo>
                  <a:pt x="1186775" y="31975"/>
                </a:lnTo>
                <a:lnTo>
                  <a:pt x="1186280" y="31972"/>
                </a:lnTo>
                <a:lnTo>
                  <a:pt x="1185711" y="31976"/>
                </a:lnTo>
                <a:lnTo>
                  <a:pt x="1185146" y="31990"/>
                </a:lnTo>
                <a:lnTo>
                  <a:pt x="1184586" y="32013"/>
                </a:lnTo>
                <a:lnTo>
                  <a:pt x="1184029" y="32045"/>
                </a:lnTo>
                <a:lnTo>
                  <a:pt x="1183477" y="32087"/>
                </a:lnTo>
                <a:lnTo>
                  <a:pt x="1182928" y="32138"/>
                </a:lnTo>
                <a:lnTo>
                  <a:pt x="1182384" y="32197"/>
                </a:lnTo>
                <a:lnTo>
                  <a:pt x="1181844" y="32266"/>
                </a:lnTo>
                <a:lnTo>
                  <a:pt x="1181307" y="32345"/>
                </a:lnTo>
                <a:lnTo>
                  <a:pt x="1180775" y="32432"/>
                </a:lnTo>
                <a:lnTo>
                  <a:pt x="1180247" y="32529"/>
                </a:lnTo>
                <a:lnTo>
                  <a:pt x="1179724" y="32635"/>
                </a:lnTo>
                <a:lnTo>
                  <a:pt x="1179204" y="32750"/>
                </a:lnTo>
                <a:lnTo>
                  <a:pt x="1178688" y="32874"/>
                </a:lnTo>
                <a:lnTo>
                  <a:pt x="1178177" y="33008"/>
                </a:lnTo>
                <a:lnTo>
                  <a:pt x="1177669" y="33150"/>
                </a:lnTo>
                <a:lnTo>
                  <a:pt x="1177166" y="33302"/>
                </a:lnTo>
                <a:lnTo>
                  <a:pt x="1176666" y="33464"/>
                </a:lnTo>
                <a:lnTo>
                  <a:pt x="1176171" y="33634"/>
                </a:lnTo>
                <a:lnTo>
                  <a:pt x="1175680" y="33813"/>
                </a:lnTo>
                <a:lnTo>
                  <a:pt x="1175193" y="34002"/>
                </a:lnTo>
                <a:lnTo>
                  <a:pt x="1174710" y="34200"/>
                </a:lnTo>
                <a:lnTo>
                  <a:pt x="1174231" y="34407"/>
                </a:lnTo>
                <a:lnTo>
                  <a:pt x="1173757" y="34624"/>
                </a:lnTo>
                <a:lnTo>
                  <a:pt x="1173286" y="34848"/>
                </a:lnTo>
                <a:lnTo>
                  <a:pt x="1172822" y="35080"/>
                </a:lnTo>
                <a:lnTo>
                  <a:pt x="1172362" y="35319"/>
                </a:lnTo>
                <a:lnTo>
                  <a:pt x="1171908" y="35565"/>
                </a:lnTo>
                <a:lnTo>
                  <a:pt x="1171459" y="35818"/>
                </a:lnTo>
                <a:lnTo>
                  <a:pt x="1171015" y="36079"/>
                </a:lnTo>
                <a:lnTo>
                  <a:pt x="1170576" y="36346"/>
                </a:lnTo>
                <a:lnTo>
                  <a:pt x="1170143" y="36621"/>
                </a:lnTo>
                <a:lnTo>
                  <a:pt x="1169715" y="36903"/>
                </a:lnTo>
                <a:lnTo>
                  <a:pt x="1169292" y="37192"/>
                </a:lnTo>
                <a:lnTo>
                  <a:pt x="1168874" y="37488"/>
                </a:lnTo>
                <a:lnTo>
                  <a:pt x="1168462" y="37792"/>
                </a:lnTo>
                <a:lnTo>
                  <a:pt x="1168055" y="38102"/>
                </a:lnTo>
                <a:lnTo>
                  <a:pt x="1167653" y="38420"/>
                </a:lnTo>
                <a:lnTo>
                  <a:pt x="1167256" y="38745"/>
                </a:lnTo>
                <a:lnTo>
                  <a:pt x="1166865" y="39077"/>
                </a:lnTo>
                <a:lnTo>
                  <a:pt x="1166478" y="39416"/>
                </a:lnTo>
                <a:lnTo>
                  <a:pt x="1166097" y="39762"/>
                </a:lnTo>
                <a:lnTo>
                  <a:pt x="1165722" y="40116"/>
                </a:lnTo>
                <a:lnTo>
                  <a:pt x="1165351" y="40476"/>
                </a:lnTo>
                <a:lnTo>
                  <a:pt x="1164986" y="40844"/>
                </a:lnTo>
                <a:lnTo>
                  <a:pt x="1164626" y="41219"/>
                </a:lnTo>
                <a:lnTo>
                  <a:pt x="1164271" y="41601"/>
                </a:lnTo>
                <a:lnTo>
                  <a:pt x="1163922" y="41991"/>
                </a:lnTo>
                <a:lnTo>
                  <a:pt x="1163578" y="42386"/>
                </a:lnTo>
                <a:lnTo>
                  <a:pt x="1163240" y="42787"/>
                </a:lnTo>
                <a:lnTo>
                  <a:pt x="1162908" y="43192"/>
                </a:lnTo>
                <a:lnTo>
                  <a:pt x="1162583" y="43603"/>
                </a:lnTo>
                <a:lnTo>
                  <a:pt x="1162263" y="44019"/>
                </a:lnTo>
                <a:lnTo>
                  <a:pt x="1161949" y="44440"/>
                </a:lnTo>
                <a:lnTo>
                  <a:pt x="1161641" y="44866"/>
                </a:lnTo>
                <a:lnTo>
                  <a:pt x="1161339" y="45297"/>
                </a:lnTo>
                <a:lnTo>
                  <a:pt x="1161044" y="45734"/>
                </a:lnTo>
                <a:lnTo>
                  <a:pt x="1160754" y="46175"/>
                </a:lnTo>
                <a:lnTo>
                  <a:pt x="1160470" y="46622"/>
                </a:lnTo>
                <a:lnTo>
                  <a:pt x="1160349" y="46819"/>
                </a:lnTo>
                <a:lnTo>
                  <a:pt x="1160349" y="0"/>
                </a:lnTo>
                <a:lnTo>
                  <a:pt x="1151583" y="0"/>
                </a:lnTo>
                <a:lnTo>
                  <a:pt x="1151583" y="113154"/>
                </a:lnTo>
                <a:lnTo>
                  <a:pt x="1160349" y="113154"/>
                </a:lnTo>
                <a:lnTo>
                  <a:pt x="1160349" y="58474"/>
                </a:lnTo>
                <a:close/>
                <a:moveTo>
                  <a:pt x="1283047" y="103211"/>
                </a:moveTo>
                <a:lnTo>
                  <a:pt x="1283072" y="103532"/>
                </a:lnTo>
                <a:lnTo>
                  <a:pt x="1283097" y="103855"/>
                </a:lnTo>
                <a:lnTo>
                  <a:pt x="1283125" y="104179"/>
                </a:lnTo>
                <a:lnTo>
                  <a:pt x="1283154" y="104504"/>
                </a:lnTo>
                <a:lnTo>
                  <a:pt x="1283185" y="104831"/>
                </a:lnTo>
                <a:lnTo>
                  <a:pt x="1283217" y="105160"/>
                </a:lnTo>
                <a:lnTo>
                  <a:pt x="1283251" y="105489"/>
                </a:lnTo>
                <a:lnTo>
                  <a:pt x="1283287" y="105820"/>
                </a:lnTo>
                <a:lnTo>
                  <a:pt x="1283324" y="106153"/>
                </a:lnTo>
                <a:lnTo>
                  <a:pt x="1283363" y="106487"/>
                </a:lnTo>
                <a:lnTo>
                  <a:pt x="1283404" y="106819"/>
                </a:lnTo>
                <a:lnTo>
                  <a:pt x="1283446" y="107146"/>
                </a:lnTo>
                <a:lnTo>
                  <a:pt x="1283489" y="107469"/>
                </a:lnTo>
                <a:lnTo>
                  <a:pt x="1283534" y="107787"/>
                </a:lnTo>
                <a:lnTo>
                  <a:pt x="1283580" y="108100"/>
                </a:lnTo>
                <a:lnTo>
                  <a:pt x="1283628" y="108409"/>
                </a:lnTo>
                <a:lnTo>
                  <a:pt x="1283677" y="108713"/>
                </a:lnTo>
                <a:lnTo>
                  <a:pt x="1283728" y="109012"/>
                </a:lnTo>
                <a:lnTo>
                  <a:pt x="1283779" y="109306"/>
                </a:lnTo>
                <a:lnTo>
                  <a:pt x="1283833" y="109596"/>
                </a:lnTo>
                <a:lnTo>
                  <a:pt x="1283887" y="109881"/>
                </a:lnTo>
                <a:lnTo>
                  <a:pt x="1283944" y="110161"/>
                </a:lnTo>
                <a:lnTo>
                  <a:pt x="1284001" y="110436"/>
                </a:lnTo>
                <a:lnTo>
                  <a:pt x="1284060" y="110707"/>
                </a:lnTo>
                <a:lnTo>
                  <a:pt x="1284120" y="110973"/>
                </a:lnTo>
                <a:lnTo>
                  <a:pt x="1284182" y="111234"/>
                </a:lnTo>
                <a:lnTo>
                  <a:pt x="1284245" y="111491"/>
                </a:lnTo>
                <a:lnTo>
                  <a:pt x="1284310" y="111742"/>
                </a:lnTo>
                <a:lnTo>
                  <a:pt x="1284375" y="111989"/>
                </a:lnTo>
                <a:lnTo>
                  <a:pt x="1284443" y="112232"/>
                </a:lnTo>
                <a:lnTo>
                  <a:pt x="1284512" y="112469"/>
                </a:lnTo>
                <a:lnTo>
                  <a:pt x="1284582" y="112702"/>
                </a:lnTo>
                <a:lnTo>
                  <a:pt x="1284653" y="112930"/>
                </a:lnTo>
                <a:lnTo>
                  <a:pt x="1284726" y="113154"/>
                </a:lnTo>
                <a:lnTo>
                  <a:pt x="1294156" y="113154"/>
                </a:lnTo>
                <a:lnTo>
                  <a:pt x="1294156" y="112196"/>
                </a:lnTo>
                <a:lnTo>
                  <a:pt x="1294058" y="111960"/>
                </a:lnTo>
                <a:lnTo>
                  <a:pt x="1293963" y="111718"/>
                </a:lnTo>
                <a:lnTo>
                  <a:pt x="1293870" y="111471"/>
                </a:lnTo>
                <a:lnTo>
                  <a:pt x="1293778" y="111218"/>
                </a:lnTo>
                <a:lnTo>
                  <a:pt x="1293689" y="110959"/>
                </a:lnTo>
                <a:lnTo>
                  <a:pt x="1293601" y="110695"/>
                </a:lnTo>
                <a:lnTo>
                  <a:pt x="1293515" y="110425"/>
                </a:lnTo>
                <a:lnTo>
                  <a:pt x="1293431" y="110150"/>
                </a:lnTo>
                <a:lnTo>
                  <a:pt x="1293349" y="109868"/>
                </a:lnTo>
                <a:lnTo>
                  <a:pt x="1293269" y="109582"/>
                </a:lnTo>
                <a:lnTo>
                  <a:pt x="1293191" y="109289"/>
                </a:lnTo>
                <a:lnTo>
                  <a:pt x="1293115" y="108991"/>
                </a:lnTo>
                <a:lnTo>
                  <a:pt x="1293041" y="108688"/>
                </a:lnTo>
                <a:lnTo>
                  <a:pt x="1292969" y="108378"/>
                </a:lnTo>
                <a:lnTo>
                  <a:pt x="1292898" y="108064"/>
                </a:lnTo>
                <a:lnTo>
                  <a:pt x="1292830" y="107743"/>
                </a:lnTo>
                <a:lnTo>
                  <a:pt x="1292763" y="107417"/>
                </a:lnTo>
                <a:lnTo>
                  <a:pt x="1292698" y="107085"/>
                </a:lnTo>
                <a:lnTo>
                  <a:pt x="1292636" y="106748"/>
                </a:lnTo>
                <a:lnTo>
                  <a:pt x="1292575" y="106405"/>
                </a:lnTo>
                <a:lnTo>
                  <a:pt x="1292516" y="106056"/>
                </a:lnTo>
                <a:lnTo>
                  <a:pt x="1292459" y="105702"/>
                </a:lnTo>
                <a:lnTo>
                  <a:pt x="1292404" y="105342"/>
                </a:lnTo>
                <a:lnTo>
                  <a:pt x="1292351" y="104976"/>
                </a:lnTo>
                <a:lnTo>
                  <a:pt x="1292300" y="104609"/>
                </a:lnTo>
                <a:lnTo>
                  <a:pt x="1292251" y="104242"/>
                </a:lnTo>
                <a:lnTo>
                  <a:pt x="1292204" y="103876"/>
                </a:lnTo>
                <a:lnTo>
                  <a:pt x="1292159" y="103511"/>
                </a:lnTo>
                <a:lnTo>
                  <a:pt x="1292117" y="103148"/>
                </a:lnTo>
                <a:lnTo>
                  <a:pt x="1292077" y="102785"/>
                </a:lnTo>
                <a:lnTo>
                  <a:pt x="1292039" y="102423"/>
                </a:lnTo>
                <a:lnTo>
                  <a:pt x="1292003" y="102062"/>
                </a:lnTo>
                <a:lnTo>
                  <a:pt x="1291969" y="101703"/>
                </a:lnTo>
                <a:lnTo>
                  <a:pt x="1291938" y="101344"/>
                </a:lnTo>
                <a:lnTo>
                  <a:pt x="1291908" y="100987"/>
                </a:lnTo>
                <a:lnTo>
                  <a:pt x="1291881" y="100630"/>
                </a:lnTo>
                <a:lnTo>
                  <a:pt x="1291856" y="100274"/>
                </a:lnTo>
                <a:lnTo>
                  <a:pt x="1291833" y="99920"/>
                </a:lnTo>
                <a:lnTo>
                  <a:pt x="1291813" y="99566"/>
                </a:lnTo>
                <a:lnTo>
                  <a:pt x="1291794" y="99214"/>
                </a:lnTo>
                <a:lnTo>
                  <a:pt x="1291778" y="98863"/>
                </a:lnTo>
                <a:lnTo>
                  <a:pt x="1291764" y="98512"/>
                </a:lnTo>
                <a:lnTo>
                  <a:pt x="1291752" y="98163"/>
                </a:lnTo>
                <a:lnTo>
                  <a:pt x="1291742" y="97814"/>
                </a:lnTo>
                <a:lnTo>
                  <a:pt x="1291734" y="97467"/>
                </a:lnTo>
                <a:lnTo>
                  <a:pt x="1291729" y="97121"/>
                </a:lnTo>
                <a:lnTo>
                  <a:pt x="1291726" y="96775"/>
                </a:lnTo>
                <a:lnTo>
                  <a:pt x="1291725" y="96431"/>
                </a:lnTo>
                <a:lnTo>
                  <a:pt x="1291725" y="57903"/>
                </a:lnTo>
                <a:lnTo>
                  <a:pt x="1291718" y="57183"/>
                </a:lnTo>
                <a:lnTo>
                  <a:pt x="1291699" y="56474"/>
                </a:lnTo>
                <a:lnTo>
                  <a:pt x="1291667" y="55776"/>
                </a:lnTo>
                <a:lnTo>
                  <a:pt x="1291621" y="55087"/>
                </a:lnTo>
                <a:lnTo>
                  <a:pt x="1291563" y="54409"/>
                </a:lnTo>
                <a:lnTo>
                  <a:pt x="1291492" y="53741"/>
                </a:lnTo>
                <a:lnTo>
                  <a:pt x="1291408" y="53083"/>
                </a:lnTo>
                <a:lnTo>
                  <a:pt x="1291311" y="52435"/>
                </a:lnTo>
                <a:lnTo>
                  <a:pt x="1291201" y="51798"/>
                </a:lnTo>
                <a:lnTo>
                  <a:pt x="1291079" y="51170"/>
                </a:lnTo>
                <a:lnTo>
                  <a:pt x="1290943" y="50553"/>
                </a:lnTo>
                <a:lnTo>
                  <a:pt x="1290795" y="49947"/>
                </a:lnTo>
                <a:lnTo>
                  <a:pt x="1290633" y="49350"/>
                </a:lnTo>
                <a:lnTo>
                  <a:pt x="1290459" y="48764"/>
                </a:lnTo>
                <a:lnTo>
                  <a:pt x="1290271" y="48188"/>
                </a:lnTo>
                <a:lnTo>
                  <a:pt x="1290071" y="47622"/>
                </a:lnTo>
                <a:lnTo>
                  <a:pt x="1289858" y="47066"/>
                </a:lnTo>
                <a:lnTo>
                  <a:pt x="1289632" y="46521"/>
                </a:lnTo>
                <a:lnTo>
                  <a:pt x="1289393" y="45986"/>
                </a:lnTo>
                <a:lnTo>
                  <a:pt x="1289141" y="45461"/>
                </a:lnTo>
                <a:lnTo>
                  <a:pt x="1288876" y="44946"/>
                </a:lnTo>
                <a:lnTo>
                  <a:pt x="1288599" y="44442"/>
                </a:lnTo>
                <a:lnTo>
                  <a:pt x="1288308" y="43948"/>
                </a:lnTo>
                <a:lnTo>
                  <a:pt x="1288004" y="43464"/>
                </a:lnTo>
                <a:lnTo>
                  <a:pt x="1287690" y="42990"/>
                </a:lnTo>
                <a:lnTo>
                  <a:pt x="1287365" y="42526"/>
                </a:lnTo>
                <a:lnTo>
                  <a:pt x="1287031" y="42072"/>
                </a:lnTo>
                <a:lnTo>
                  <a:pt x="1286687" y="41628"/>
                </a:lnTo>
                <a:lnTo>
                  <a:pt x="1286333" y="41194"/>
                </a:lnTo>
                <a:lnTo>
                  <a:pt x="1285969" y="40770"/>
                </a:lnTo>
                <a:lnTo>
                  <a:pt x="1285596" y="40356"/>
                </a:lnTo>
                <a:lnTo>
                  <a:pt x="1285213" y="39952"/>
                </a:lnTo>
                <a:lnTo>
                  <a:pt x="1284821" y="39558"/>
                </a:lnTo>
                <a:lnTo>
                  <a:pt x="1284418" y="39174"/>
                </a:lnTo>
                <a:lnTo>
                  <a:pt x="1284006" y="38800"/>
                </a:lnTo>
                <a:lnTo>
                  <a:pt x="1283584" y="38436"/>
                </a:lnTo>
                <a:lnTo>
                  <a:pt x="1283153" y="38082"/>
                </a:lnTo>
                <a:lnTo>
                  <a:pt x="1282712" y="37738"/>
                </a:lnTo>
                <a:lnTo>
                  <a:pt x="1282261" y="37404"/>
                </a:lnTo>
                <a:lnTo>
                  <a:pt x="1281800" y="37079"/>
                </a:lnTo>
                <a:lnTo>
                  <a:pt x="1281330" y="36765"/>
                </a:lnTo>
                <a:lnTo>
                  <a:pt x="1280849" y="36461"/>
                </a:lnTo>
                <a:lnTo>
                  <a:pt x="1280360" y="36167"/>
                </a:lnTo>
                <a:lnTo>
                  <a:pt x="1279860" y="35882"/>
                </a:lnTo>
                <a:lnTo>
                  <a:pt x="1279351" y="35608"/>
                </a:lnTo>
                <a:lnTo>
                  <a:pt x="1278832" y="35344"/>
                </a:lnTo>
                <a:lnTo>
                  <a:pt x="1278303" y="35089"/>
                </a:lnTo>
                <a:lnTo>
                  <a:pt x="1277765" y="34845"/>
                </a:lnTo>
                <a:lnTo>
                  <a:pt x="1277218" y="34610"/>
                </a:lnTo>
                <a:lnTo>
                  <a:pt x="1276664" y="34386"/>
                </a:lnTo>
                <a:lnTo>
                  <a:pt x="1276104" y="34171"/>
                </a:lnTo>
                <a:lnTo>
                  <a:pt x="1275537" y="33967"/>
                </a:lnTo>
                <a:lnTo>
                  <a:pt x="1274963" y="33772"/>
                </a:lnTo>
                <a:lnTo>
                  <a:pt x="1274383" y="33588"/>
                </a:lnTo>
                <a:lnTo>
                  <a:pt x="1273795" y="33413"/>
                </a:lnTo>
                <a:lnTo>
                  <a:pt x="1273201" y="33249"/>
                </a:lnTo>
                <a:lnTo>
                  <a:pt x="1272600" y="33094"/>
                </a:lnTo>
                <a:lnTo>
                  <a:pt x="1271993" y="32949"/>
                </a:lnTo>
                <a:lnTo>
                  <a:pt x="1271378" y="32815"/>
                </a:lnTo>
                <a:lnTo>
                  <a:pt x="1270757" y="32690"/>
                </a:lnTo>
                <a:lnTo>
                  <a:pt x="1270129" y="32575"/>
                </a:lnTo>
                <a:lnTo>
                  <a:pt x="1269494" y="32471"/>
                </a:lnTo>
                <a:lnTo>
                  <a:pt x="1268853" y="32376"/>
                </a:lnTo>
                <a:lnTo>
                  <a:pt x="1268204" y="32291"/>
                </a:lnTo>
                <a:lnTo>
                  <a:pt x="1267549" y="32216"/>
                </a:lnTo>
                <a:lnTo>
                  <a:pt x="1266887" y="32151"/>
                </a:lnTo>
                <a:lnTo>
                  <a:pt x="1266218" y="32096"/>
                </a:lnTo>
                <a:lnTo>
                  <a:pt x="1265543" y="32052"/>
                </a:lnTo>
                <a:lnTo>
                  <a:pt x="1264861" y="32017"/>
                </a:lnTo>
                <a:lnTo>
                  <a:pt x="1264172" y="31992"/>
                </a:lnTo>
                <a:lnTo>
                  <a:pt x="1263476" y="31977"/>
                </a:lnTo>
                <a:lnTo>
                  <a:pt x="1262773" y="31972"/>
                </a:lnTo>
                <a:lnTo>
                  <a:pt x="1262204" y="31975"/>
                </a:lnTo>
                <a:lnTo>
                  <a:pt x="1261640" y="31985"/>
                </a:lnTo>
                <a:lnTo>
                  <a:pt x="1261079" y="32002"/>
                </a:lnTo>
                <a:lnTo>
                  <a:pt x="1260523" y="32026"/>
                </a:lnTo>
                <a:lnTo>
                  <a:pt x="1259971" y="32056"/>
                </a:lnTo>
                <a:lnTo>
                  <a:pt x="1259424" y="32094"/>
                </a:lnTo>
                <a:lnTo>
                  <a:pt x="1258880" y="32138"/>
                </a:lnTo>
                <a:lnTo>
                  <a:pt x="1258341" y="32189"/>
                </a:lnTo>
                <a:lnTo>
                  <a:pt x="1257806" y="32246"/>
                </a:lnTo>
                <a:lnTo>
                  <a:pt x="1257275" y="32311"/>
                </a:lnTo>
                <a:lnTo>
                  <a:pt x="1256748" y="32382"/>
                </a:lnTo>
                <a:lnTo>
                  <a:pt x="1256226" y="32460"/>
                </a:lnTo>
                <a:lnTo>
                  <a:pt x="1255708" y="32545"/>
                </a:lnTo>
                <a:lnTo>
                  <a:pt x="1255194" y="32636"/>
                </a:lnTo>
                <a:lnTo>
                  <a:pt x="1254684" y="32734"/>
                </a:lnTo>
                <a:lnTo>
                  <a:pt x="1254179" y="32839"/>
                </a:lnTo>
                <a:lnTo>
                  <a:pt x="1253677" y="32951"/>
                </a:lnTo>
                <a:lnTo>
                  <a:pt x="1253180" y="33070"/>
                </a:lnTo>
                <a:lnTo>
                  <a:pt x="1252688" y="33195"/>
                </a:lnTo>
                <a:lnTo>
                  <a:pt x="1252199" y="33327"/>
                </a:lnTo>
                <a:lnTo>
                  <a:pt x="1251714" y="33466"/>
                </a:lnTo>
                <a:lnTo>
                  <a:pt x="1251234" y="33612"/>
                </a:lnTo>
                <a:lnTo>
                  <a:pt x="1250758" y="33765"/>
                </a:lnTo>
                <a:lnTo>
                  <a:pt x="1250287" y="33924"/>
                </a:lnTo>
                <a:lnTo>
                  <a:pt x="1249820" y="34089"/>
                </a:lnTo>
                <a:lnTo>
                  <a:pt x="1249358" y="34259"/>
                </a:lnTo>
                <a:lnTo>
                  <a:pt x="1248902" y="34433"/>
                </a:lnTo>
                <a:lnTo>
                  <a:pt x="1248452" y="34613"/>
                </a:lnTo>
                <a:lnTo>
                  <a:pt x="1248007" y="34797"/>
                </a:lnTo>
                <a:lnTo>
                  <a:pt x="1247568" y="34985"/>
                </a:lnTo>
                <a:lnTo>
                  <a:pt x="1247134" y="35179"/>
                </a:lnTo>
                <a:lnTo>
                  <a:pt x="1246706" y="35377"/>
                </a:lnTo>
                <a:lnTo>
                  <a:pt x="1246283" y="35580"/>
                </a:lnTo>
                <a:lnTo>
                  <a:pt x="1245865" y="35787"/>
                </a:lnTo>
                <a:lnTo>
                  <a:pt x="1245453" y="36000"/>
                </a:lnTo>
                <a:lnTo>
                  <a:pt x="1245047" y="36217"/>
                </a:lnTo>
                <a:lnTo>
                  <a:pt x="1244646" y="36439"/>
                </a:lnTo>
                <a:lnTo>
                  <a:pt x="1244251" y="36665"/>
                </a:lnTo>
                <a:lnTo>
                  <a:pt x="1243861" y="36897"/>
                </a:lnTo>
                <a:lnTo>
                  <a:pt x="1243476" y="37133"/>
                </a:lnTo>
                <a:lnTo>
                  <a:pt x="1243098" y="37373"/>
                </a:lnTo>
                <a:lnTo>
                  <a:pt x="1242724" y="37619"/>
                </a:lnTo>
                <a:lnTo>
                  <a:pt x="1242356" y="37869"/>
                </a:lnTo>
                <a:lnTo>
                  <a:pt x="1241994" y="38124"/>
                </a:lnTo>
                <a:lnTo>
                  <a:pt x="1241637" y="38384"/>
                </a:lnTo>
                <a:lnTo>
                  <a:pt x="1241286" y="38648"/>
                </a:lnTo>
                <a:lnTo>
                  <a:pt x="1240940" y="38917"/>
                </a:lnTo>
                <a:lnTo>
                  <a:pt x="1240599" y="39191"/>
                </a:lnTo>
                <a:lnTo>
                  <a:pt x="1240265" y="39469"/>
                </a:lnTo>
                <a:lnTo>
                  <a:pt x="1239937" y="39750"/>
                </a:lnTo>
                <a:lnTo>
                  <a:pt x="1239616" y="40034"/>
                </a:lnTo>
                <a:lnTo>
                  <a:pt x="1239301" y="40321"/>
                </a:lnTo>
                <a:lnTo>
                  <a:pt x="1238993" y="40611"/>
                </a:lnTo>
                <a:lnTo>
                  <a:pt x="1238691" y="40904"/>
                </a:lnTo>
                <a:lnTo>
                  <a:pt x="1238396" y="41200"/>
                </a:lnTo>
                <a:lnTo>
                  <a:pt x="1238107" y="41499"/>
                </a:lnTo>
                <a:lnTo>
                  <a:pt x="1237825" y="41802"/>
                </a:lnTo>
                <a:lnTo>
                  <a:pt x="1237549" y="42107"/>
                </a:lnTo>
                <a:lnTo>
                  <a:pt x="1237280" y="42416"/>
                </a:lnTo>
                <a:lnTo>
                  <a:pt x="1237017" y="42727"/>
                </a:lnTo>
                <a:lnTo>
                  <a:pt x="1236761" y="43042"/>
                </a:lnTo>
                <a:lnTo>
                  <a:pt x="1236512" y="43360"/>
                </a:lnTo>
                <a:lnTo>
                  <a:pt x="1236268" y="43680"/>
                </a:lnTo>
                <a:lnTo>
                  <a:pt x="1236032" y="44004"/>
                </a:lnTo>
                <a:lnTo>
                  <a:pt x="1235802" y="44331"/>
                </a:lnTo>
                <a:lnTo>
                  <a:pt x="1235578" y="44661"/>
                </a:lnTo>
                <a:lnTo>
                  <a:pt x="1235361" y="44994"/>
                </a:lnTo>
                <a:lnTo>
                  <a:pt x="1235151" y="45330"/>
                </a:lnTo>
                <a:lnTo>
                  <a:pt x="1234947" y="45669"/>
                </a:lnTo>
                <a:lnTo>
                  <a:pt x="1234750" y="46012"/>
                </a:lnTo>
                <a:lnTo>
                  <a:pt x="1234559" y="46357"/>
                </a:lnTo>
                <a:lnTo>
                  <a:pt x="1234374" y="46705"/>
                </a:lnTo>
                <a:lnTo>
                  <a:pt x="1234197" y="47056"/>
                </a:lnTo>
                <a:lnTo>
                  <a:pt x="1234027" y="47407"/>
                </a:lnTo>
                <a:lnTo>
                  <a:pt x="1233865" y="47760"/>
                </a:lnTo>
                <a:lnTo>
                  <a:pt x="1233710" y="48113"/>
                </a:lnTo>
                <a:lnTo>
                  <a:pt x="1233563" y="48468"/>
                </a:lnTo>
                <a:lnTo>
                  <a:pt x="1233424" y="48823"/>
                </a:lnTo>
                <a:lnTo>
                  <a:pt x="1233292" y="49180"/>
                </a:lnTo>
                <a:lnTo>
                  <a:pt x="1233167" y="49537"/>
                </a:lnTo>
                <a:lnTo>
                  <a:pt x="1233050" y="49896"/>
                </a:lnTo>
                <a:lnTo>
                  <a:pt x="1232941" y="50256"/>
                </a:lnTo>
                <a:lnTo>
                  <a:pt x="1232839" y="50616"/>
                </a:lnTo>
                <a:lnTo>
                  <a:pt x="1232744" y="50978"/>
                </a:lnTo>
                <a:lnTo>
                  <a:pt x="1232658" y="51341"/>
                </a:lnTo>
                <a:lnTo>
                  <a:pt x="1232578" y="51704"/>
                </a:lnTo>
                <a:lnTo>
                  <a:pt x="1232507" y="52069"/>
                </a:lnTo>
                <a:lnTo>
                  <a:pt x="1232443" y="52435"/>
                </a:lnTo>
                <a:lnTo>
                  <a:pt x="1232386" y="52802"/>
                </a:lnTo>
                <a:lnTo>
                  <a:pt x="1232337" y="53170"/>
                </a:lnTo>
                <a:lnTo>
                  <a:pt x="1232296" y="53538"/>
                </a:lnTo>
                <a:lnTo>
                  <a:pt x="1232262" y="53908"/>
                </a:lnTo>
                <a:lnTo>
                  <a:pt x="1232235" y="54279"/>
                </a:lnTo>
                <a:lnTo>
                  <a:pt x="1232216" y="54651"/>
                </a:lnTo>
                <a:lnTo>
                  <a:pt x="1232205" y="55024"/>
                </a:lnTo>
                <a:lnTo>
                  <a:pt x="1232201" y="55398"/>
                </a:lnTo>
                <a:lnTo>
                  <a:pt x="1240968" y="55472"/>
                </a:lnTo>
                <a:lnTo>
                  <a:pt x="1240972" y="55105"/>
                </a:lnTo>
                <a:lnTo>
                  <a:pt x="1240987" y="54740"/>
                </a:lnTo>
                <a:lnTo>
                  <a:pt x="1241011" y="54379"/>
                </a:lnTo>
                <a:lnTo>
                  <a:pt x="1241044" y="54020"/>
                </a:lnTo>
                <a:lnTo>
                  <a:pt x="1241088" y="53664"/>
                </a:lnTo>
                <a:lnTo>
                  <a:pt x="1241140" y="53310"/>
                </a:lnTo>
                <a:lnTo>
                  <a:pt x="1241203" y="52959"/>
                </a:lnTo>
                <a:lnTo>
                  <a:pt x="1241275" y="52611"/>
                </a:lnTo>
                <a:lnTo>
                  <a:pt x="1241356" y="52265"/>
                </a:lnTo>
                <a:lnTo>
                  <a:pt x="1241447" y="51923"/>
                </a:lnTo>
                <a:lnTo>
                  <a:pt x="1241548" y="51583"/>
                </a:lnTo>
                <a:lnTo>
                  <a:pt x="1241658" y="51245"/>
                </a:lnTo>
                <a:lnTo>
                  <a:pt x="1241778" y="50910"/>
                </a:lnTo>
                <a:lnTo>
                  <a:pt x="1241908" y="50578"/>
                </a:lnTo>
                <a:lnTo>
                  <a:pt x="1242047" y="50249"/>
                </a:lnTo>
                <a:lnTo>
                  <a:pt x="1242195" y="49922"/>
                </a:lnTo>
                <a:lnTo>
                  <a:pt x="1242354" y="49598"/>
                </a:lnTo>
                <a:lnTo>
                  <a:pt x="1242522" y="49277"/>
                </a:lnTo>
                <a:lnTo>
                  <a:pt x="1242699" y="48958"/>
                </a:lnTo>
                <a:lnTo>
                  <a:pt x="1242886" y="48642"/>
                </a:lnTo>
                <a:lnTo>
                  <a:pt x="1243083" y="48329"/>
                </a:lnTo>
                <a:lnTo>
                  <a:pt x="1243289" y="48018"/>
                </a:lnTo>
                <a:lnTo>
                  <a:pt x="1243505" y="47710"/>
                </a:lnTo>
                <a:lnTo>
                  <a:pt x="1243730" y="47405"/>
                </a:lnTo>
                <a:lnTo>
                  <a:pt x="1243964" y="47104"/>
                </a:lnTo>
                <a:lnTo>
                  <a:pt x="1244205" y="46808"/>
                </a:lnTo>
                <a:lnTo>
                  <a:pt x="1244453" y="46517"/>
                </a:lnTo>
                <a:lnTo>
                  <a:pt x="1244708" y="46231"/>
                </a:lnTo>
                <a:lnTo>
                  <a:pt x="1244971" y="45950"/>
                </a:lnTo>
                <a:lnTo>
                  <a:pt x="1245240" y="45674"/>
                </a:lnTo>
                <a:lnTo>
                  <a:pt x="1245517" y="45403"/>
                </a:lnTo>
                <a:lnTo>
                  <a:pt x="1245801" y="45138"/>
                </a:lnTo>
                <a:lnTo>
                  <a:pt x="1246092" y="44877"/>
                </a:lnTo>
                <a:lnTo>
                  <a:pt x="1246390" y="44622"/>
                </a:lnTo>
                <a:lnTo>
                  <a:pt x="1246696" y="44372"/>
                </a:lnTo>
                <a:lnTo>
                  <a:pt x="1247008" y="44127"/>
                </a:lnTo>
                <a:lnTo>
                  <a:pt x="1247328" y="43887"/>
                </a:lnTo>
                <a:lnTo>
                  <a:pt x="1247655" y="43652"/>
                </a:lnTo>
                <a:lnTo>
                  <a:pt x="1247989" y="43422"/>
                </a:lnTo>
                <a:lnTo>
                  <a:pt x="1248330" y="43198"/>
                </a:lnTo>
                <a:lnTo>
                  <a:pt x="1248679" y="42978"/>
                </a:lnTo>
                <a:lnTo>
                  <a:pt x="1249034" y="42764"/>
                </a:lnTo>
                <a:lnTo>
                  <a:pt x="1249397" y="42555"/>
                </a:lnTo>
                <a:lnTo>
                  <a:pt x="1249767" y="42351"/>
                </a:lnTo>
                <a:lnTo>
                  <a:pt x="1250144" y="42152"/>
                </a:lnTo>
                <a:lnTo>
                  <a:pt x="1250528" y="41958"/>
                </a:lnTo>
                <a:lnTo>
                  <a:pt x="1250919" y="41769"/>
                </a:lnTo>
                <a:lnTo>
                  <a:pt x="1251318" y="41585"/>
                </a:lnTo>
                <a:lnTo>
                  <a:pt x="1251722" y="41408"/>
                </a:lnTo>
                <a:lnTo>
                  <a:pt x="1252132" y="41238"/>
                </a:lnTo>
                <a:lnTo>
                  <a:pt x="1252546" y="41076"/>
                </a:lnTo>
                <a:lnTo>
                  <a:pt x="1252964" y="40921"/>
                </a:lnTo>
                <a:lnTo>
                  <a:pt x="1253388" y="40774"/>
                </a:lnTo>
                <a:lnTo>
                  <a:pt x="1253816" y="40635"/>
                </a:lnTo>
                <a:lnTo>
                  <a:pt x="1254249" y="40503"/>
                </a:lnTo>
                <a:lnTo>
                  <a:pt x="1254686" y="40378"/>
                </a:lnTo>
                <a:lnTo>
                  <a:pt x="1255129" y="40261"/>
                </a:lnTo>
                <a:lnTo>
                  <a:pt x="1255576" y="40152"/>
                </a:lnTo>
                <a:lnTo>
                  <a:pt x="1256027" y="40050"/>
                </a:lnTo>
                <a:lnTo>
                  <a:pt x="1256484" y="39955"/>
                </a:lnTo>
                <a:lnTo>
                  <a:pt x="1256945" y="39869"/>
                </a:lnTo>
                <a:lnTo>
                  <a:pt x="1257411" y="39789"/>
                </a:lnTo>
                <a:lnTo>
                  <a:pt x="1257882" y="39718"/>
                </a:lnTo>
                <a:lnTo>
                  <a:pt x="1258357" y="39654"/>
                </a:lnTo>
                <a:lnTo>
                  <a:pt x="1258837" y="39597"/>
                </a:lnTo>
                <a:lnTo>
                  <a:pt x="1259322" y="39548"/>
                </a:lnTo>
                <a:lnTo>
                  <a:pt x="1259812" y="39507"/>
                </a:lnTo>
                <a:lnTo>
                  <a:pt x="1260306" y="39473"/>
                </a:lnTo>
                <a:lnTo>
                  <a:pt x="1260806" y="39446"/>
                </a:lnTo>
                <a:lnTo>
                  <a:pt x="1261309" y="39427"/>
                </a:lnTo>
                <a:lnTo>
                  <a:pt x="1261818" y="39416"/>
                </a:lnTo>
                <a:lnTo>
                  <a:pt x="1262331" y="39412"/>
                </a:lnTo>
                <a:lnTo>
                  <a:pt x="1262886" y="39416"/>
                </a:lnTo>
                <a:lnTo>
                  <a:pt x="1263434" y="39428"/>
                </a:lnTo>
                <a:lnTo>
                  <a:pt x="1263974" y="39447"/>
                </a:lnTo>
                <a:lnTo>
                  <a:pt x="1264506" y="39474"/>
                </a:lnTo>
                <a:lnTo>
                  <a:pt x="1265032" y="39508"/>
                </a:lnTo>
                <a:lnTo>
                  <a:pt x="1265550" y="39550"/>
                </a:lnTo>
                <a:lnTo>
                  <a:pt x="1266060" y="39600"/>
                </a:lnTo>
                <a:lnTo>
                  <a:pt x="1266563" y="39658"/>
                </a:lnTo>
                <a:lnTo>
                  <a:pt x="1267059" y="39723"/>
                </a:lnTo>
                <a:lnTo>
                  <a:pt x="1267547" y="39796"/>
                </a:lnTo>
                <a:lnTo>
                  <a:pt x="1268028" y="39876"/>
                </a:lnTo>
                <a:lnTo>
                  <a:pt x="1268501" y="39965"/>
                </a:lnTo>
                <a:lnTo>
                  <a:pt x="1268967" y="40061"/>
                </a:lnTo>
                <a:lnTo>
                  <a:pt x="1269425" y="40164"/>
                </a:lnTo>
                <a:lnTo>
                  <a:pt x="1269876" y="40275"/>
                </a:lnTo>
                <a:lnTo>
                  <a:pt x="1270320" y="40394"/>
                </a:lnTo>
                <a:lnTo>
                  <a:pt x="1270756" y="40521"/>
                </a:lnTo>
                <a:lnTo>
                  <a:pt x="1271185" y="40655"/>
                </a:lnTo>
                <a:lnTo>
                  <a:pt x="1271607" y="40797"/>
                </a:lnTo>
                <a:lnTo>
                  <a:pt x="1272021" y="40947"/>
                </a:lnTo>
                <a:lnTo>
                  <a:pt x="1272427" y="41104"/>
                </a:lnTo>
                <a:lnTo>
                  <a:pt x="1272826" y="41269"/>
                </a:lnTo>
                <a:lnTo>
                  <a:pt x="1273218" y="41442"/>
                </a:lnTo>
                <a:lnTo>
                  <a:pt x="1273602" y="41622"/>
                </a:lnTo>
                <a:lnTo>
                  <a:pt x="1273979" y="41810"/>
                </a:lnTo>
                <a:lnTo>
                  <a:pt x="1274348" y="42004"/>
                </a:lnTo>
                <a:lnTo>
                  <a:pt x="1274710" y="42205"/>
                </a:lnTo>
                <a:lnTo>
                  <a:pt x="1275063" y="42412"/>
                </a:lnTo>
                <a:lnTo>
                  <a:pt x="1275410" y="42626"/>
                </a:lnTo>
                <a:lnTo>
                  <a:pt x="1275748" y="42847"/>
                </a:lnTo>
                <a:lnTo>
                  <a:pt x="1276079" y="43074"/>
                </a:lnTo>
                <a:lnTo>
                  <a:pt x="1276402" y="43308"/>
                </a:lnTo>
                <a:lnTo>
                  <a:pt x="1276717" y="43549"/>
                </a:lnTo>
                <a:lnTo>
                  <a:pt x="1277025" y="43796"/>
                </a:lnTo>
                <a:lnTo>
                  <a:pt x="1277325" y="44050"/>
                </a:lnTo>
                <a:lnTo>
                  <a:pt x="1277617" y="44311"/>
                </a:lnTo>
                <a:lnTo>
                  <a:pt x="1277902" y="44578"/>
                </a:lnTo>
                <a:lnTo>
                  <a:pt x="1278179" y="44852"/>
                </a:lnTo>
                <a:lnTo>
                  <a:pt x="1278448" y="45133"/>
                </a:lnTo>
                <a:lnTo>
                  <a:pt x="1278710" y="45420"/>
                </a:lnTo>
                <a:lnTo>
                  <a:pt x="1278964" y="45714"/>
                </a:lnTo>
                <a:lnTo>
                  <a:pt x="1279210" y="46015"/>
                </a:lnTo>
                <a:lnTo>
                  <a:pt x="1279449" y="46322"/>
                </a:lnTo>
                <a:lnTo>
                  <a:pt x="1279680" y="46636"/>
                </a:lnTo>
                <a:lnTo>
                  <a:pt x="1279903" y="46956"/>
                </a:lnTo>
                <a:lnTo>
                  <a:pt x="1280119" y="47283"/>
                </a:lnTo>
                <a:lnTo>
                  <a:pt x="1280327" y="47617"/>
                </a:lnTo>
                <a:lnTo>
                  <a:pt x="1280527" y="47958"/>
                </a:lnTo>
                <a:lnTo>
                  <a:pt x="1280720" y="48304"/>
                </a:lnTo>
                <a:lnTo>
                  <a:pt x="1280904" y="48656"/>
                </a:lnTo>
                <a:lnTo>
                  <a:pt x="1281080" y="49013"/>
                </a:lnTo>
                <a:lnTo>
                  <a:pt x="1281247" y="49376"/>
                </a:lnTo>
                <a:lnTo>
                  <a:pt x="1281407" y="49744"/>
                </a:lnTo>
                <a:lnTo>
                  <a:pt x="1281559" y="50117"/>
                </a:lnTo>
                <a:lnTo>
                  <a:pt x="1281702" y="50496"/>
                </a:lnTo>
                <a:lnTo>
                  <a:pt x="1281837" y="50880"/>
                </a:lnTo>
                <a:lnTo>
                  <a:pt x="1281964" y="51269"/>
                </a:lnTo>
                <a:lnTo>
                  <a:pt x="1282082" y="51664"/>
                </a:lnTo>
                <a:lnTo>
                  <a:pt x="1282193" y="52064"/>
                </a:lnTo>
                <a:lnTo>
                  <a:pt x="1282295" y="52470"/>
                </a:lnTo>
                <a:lnTo>
                  <a:pt x="1282389" y="52881"/>
                </a:lnTo>
                <a:lnTo>
                  <a:pt x="1282475" y="53297"/>
                </a:lnTo>
                <a:lnTo>
                  <a:pt x="1282553" y="53719"/>
                </a:lnTo>
                <a:lnTo>
                  <a:pt x="1282623" y="54146"/>
                </a:lnTo>
                <a:lnTo>
                  <a:pt x="1282684" y="54578"/>
                </a:lnTo>
                <a:lnTo>
                  <a:pt x="1282737" y="55016"/>
                </a:lnTo>
                <a:lnTo>
                  <a:pt x="1282782" y="55459"/>
                </a:lnTo>
                <a:lnTo>
                  <a:pt x="1282819" y="55908"/>
                </a:lnTo>
                <a:lnTo>
                  <a:pt x="1282848" y="56362"/>
                </a:lnTo>
                <a:lnTo>
                  <a:pt x="1282868" y="56821"/>
                </a:lnTo>
                <a:lnTo>
                  <a:pt x="1282880" y="57285"/>
                </a:lnTo>
                <a:lnTo>
                  <a:pt x="1282885" y="57755"/>
                </a:lnTo>
                <a:lnTo>
                  <a:pt x="1282885" y="66743"/>
                </a:lnTo>
                <a:lnTo>
                  <a:pt x="1266604" y="66743"/>
                </a:lnTo>
                <a:lnTo>
                  <a:pt x="1265907" y="66746"/>
                </a:lnTo>
                <a:lnTo>
                  <a:pt x="1265216" y="66755"/>
                </a:lnTo>
                <a:lnTo>
                  <a:pt x="1264530" y="66770"/>
                </a:lnTo>
                <a:lnTo>
                  <a:pt x="1263851" y="66791"/>
                </a:lnTo>
                <a:lnTo>
                  <a:pt x="1263177" y="66818"/>
                </a:lnTo>
                <a:lnTo>
                  <a:pt x="1262509" y="66851"/>
                </a:lnTo>
                <a:lnTo>
                  <a:pt x="1261846" y="66890"/>
                </a:lnTo>
                <a:lnTo>
                  <a:pt x="1261189" y="66935"/>
                </a:lnTo>
                <a:lnTo>
                  <a:pt x="1260538" y="66986"/>
                </a:lnTo>
                <a:lnTo>
                  <a:pt x="1259893" y="67043"/>
                </a:lnTo>
                <a:lnTo>
                  <a:pt x="1259254" y="67107"/>
                </a:lnTo>
                <a:lnTo>
                  <a:pt x="1258620" y="67176"/>
                </a:lnTo>
                <a:lnTo>
                  <a:pt x="1257992" y="67251"/>
                </a:lnTo>
                <a:lnTo>
                  <a:pt x="1257370" y="67332"/>
                </a:lnTo>
                <a:lnTo>
                  <a:pt x="1256754" y="67419"/>
                </a:lnTo>
                <a:lnTo>
                  <a:pt x="1256143" y="67512"/>
                </a:lnTo>
                <a:lnTo>
                  <a:pt x="1255538" y="67611"/>
                </a:lnTo>
                <a:lnTo>
                  <a:pt x="1254939" y="67717"/>
                </a:lnTo>
                <a:lnTo>
                  <a:pt x="1254346" y="67828"/>
                </a:lnTo>
                <a:lnTo>
                  <a:pt x="1253758" y="67945"/>
                </a:lnTo>
                <a:lnTo>
                  <a:pt x="1253176" y="68068"/>
                </a:lnTo>
                <a:lnTo>
                  <a:pt x="1252600" y="68198"/>
                </a:lnTo>
                <a:lnTo>
                  <a:pt x="1252030" y="68333"/>
                </a:lnTo>
                <a:lnTo>
                  <a:pt x="1251465" y="68474"/>
                </a:lnTo>
                <a:lnTo>
                  <a:pt x="1250907" y="68621"/>
                </a:lnTo>
                <a:lnTo>
                  <a:pt x="1250356" y="68773"/>
                </a:lnTo>
                <a:lnTo>
                  <a:pt x="1249812" y="68931"/>
                </a:lnTo>
                <a:lnTo>
                  <a:pt x="1249275" y="69094"/>
                </a:lnTo>
                <a:lnTo>
                  <a:pt x="1248745" y="69263"/>
                </a:lnTo>
                <a:lnTo>
                  <a:pt x="1248222" y="69436"/>
                </a:lnTo>
                <a:lnTo>
                  <a:pt x="1247706" y="69616"/>
                </a:lnTo>
                <a:lnTo>
                  <a:pt x="1247197" y="69800"/>
                </a:lnTo>
                <a:lnTo>
                  <a:pt x="1246695" y="69990"/>
                </a:lnTo>
                <a:lnTo>
                  <a:pt x="1246200" y="70185"/>
                </a:lnTo>
                <a:lnTo>
                  <a:pt x="1245712" y="70386"/>
                </a:lnTo>
                <a:lnTo>
                  <a:pt x="1245231" y="70592"/>
                </a:lnTo>
                <a:lnTo>
                  <a:pt x="1244757" y="70803"/>
                </a:lnTo>
                <a:lnTo>
                  <a:pt x="1244291" y="71020"/>
                </a:lnTo>
                <a:lnTo>
                  <a:pt x="1243831" y="71242"/>
                </a:lnTo>
                <a:lnTo>
                  <a:pt x="1243378" y="71470"/>
                </a:lnTo>
                <a:lnTo>
                  <a:pt x="1242933" y="71703"/>
                </a:lnTo>
                <a:lnTo>
                  <a:pt x="1242494" y="71941"/>
                </a:lnTo>
                <a:lnTo>
                  <a:pt x="1242062" y="72185"/>
                </a:lnTo>
                <a:lnTo>
                  <a:pt x="1241638" y="72434"/>
                </a:lnTo>
                <a:lnTo>
                  <a:pt x="1241220" y="72688"/>
                </a:lnTo>
                <a:lnTo>
                  <a:pt x="1240810" y="72948"/>
                </a:lnTo>
                <a:lnTo>
                  <a:pt x="1240406" y="73213"/>
                </a:lnTo>
                <a:lnTo>
                  <a:pt x="1240010" y="73483"/>
                </a:lnTo>
                <a:lnTo>
                  <a:pt x="1239621" y="73759"/>
                </a:lnTo>
                <a:lnTo>
                  <a:pt x="1239240" y="74040"/>
                </a:lnTo>
                <a:lnTo>
                  <a:pt x="1238866" y="74325"/>
                </a:lnTo>
                <a:lnTo>
                  <a:pt x="1238500" y="74615"/>
                </a:lnTo>
                <a:lnTo>
                  <a:pt x="1238141" y="74910"/>
                </a:lnTo>
                <a:lnTo>
                  <a:pt x="1237791" y="75210"/>
                </a:lnTo>
                <a:lnTo>
                  <a:pt x="1237448" y="75515"/>
                </a:lnTo>
                <a:lnTo>
                  <a:pt x="1237112" y="75824"/>
                </a:lnTo>
                <a:lnTo>
                  <a:pt x="1236785" y="76139"/>
                </a:lnTo>
                <a:lnTo>
                  <a:pt x="1236465" y="76458"/>
                </a:lnTo>
                <a:lnTo>
                  <a:pt x="1236152" y="76783"/>
                </a:lnTo>
                <a:lnTo>
                  <a:pt x="1235848" y="77112"/>
                </a:lnTo>
                <a:lnTo>
                  <a:pt x="1235551" y="77446"/>
                </a:lnTo>
                <a:lnTo>
                  <a:pt x="1235261" y="77784"/>
                </a:lnTo>
                <a:lnTo>
                  <a:pt x="1234980" y="78128"/>
                </a:lnTo>
                <a:lnTo>
                  <a:pt x="1234706" y="78477"/>
                </a:lnTo>
                <a:lnTo>
                  <a:pt x="1234440" y="78830"/>
                </a:lnTo>
                <a:lnTo>
                  <a:pt x="1234181" y="79188"/>
                </a:lnTo>
                <a:lnTo>
                  <a:pt x="1233930" y="79551"/>
                </a:lnTo>
                <a:lnTo>
                  <a:pt x="1233687" y="79919"/>
                </a:lnTo>
                <a:lnTo>
                  <a:pt x="1233451" y="80292"/>
                </a:lnTo>
                <a:lnTo>
                  <a:pt x="1233223" y="80670"/>
                </a:lnTo>
                <a:lnTo>
                  <a:pt x="1233003" y="81052"/>
                </a:lnTo>
                <a:lnTo>
                  <a:pt x="1232791" y="81440"/>
                </a:lnTo>
                <a:lnTo>
                  <a:pt x="1232586" y="81831"/>
                </a:lnTo>
                <a:lnTo>
                  <a:pt x="1232390" y="82227"/>
                </a:lnTo>
                <a:lnTo>
                  <a:pt x="1232203" y="82627"/>
                </a:lnTo>
                <a:lnTo>
                  <a:pt x="1232025" y="83031"/>
                </a:lnTo>
                <a:lnTo>
                  <a:pt x="1231856" y="83438"/>
                </a:lnTo>
                <a:lnTo>
                  <a:pt x="1231695" y="83850"/>
                </a:lnTo>
                <a:lnTo>
                  <a:pt x="1231543" y="84266"/>
                </a:lnTo>
                <a:lnTo>
                  <a:pt x="1231399" y="84685"/>
                </a:lnTo>
                <a:lnTo>
                  <a:pt x="1231264" y="85109"/>
                </a:lnTo>
                <a:lnTo>
                  <a:pt x="1231138" y="85536"/>
                </a:lnTo>
                <a:lnTo>
                  <a:pt x="1231021" y="85968"/>
                </a:lnTo>
                <a:lnTo>
                  <a:pt x="1230912" y="86403"/>
                </a:lnTo>
                <a:lnTo>
                  <a:pt x="1230812" y="86842"/>
                </a:lnTo>
                <a:lnTo>
                  <a:pt x="1230721" y="87286"/>
                </a:lnTo>
                <a:lnTo>
                  <a:pt x="1230638" y="87733"/>
                </a:lnTo>
                <a:lnTo>
                  <a:pt x="1230564" y="88184"/>
                </a:lnTo>
                <a:lnTo>
                  <a:pt x="1230499" y="88640"/>
                </a:lnTo>
                <a:lnTo>
                  <a:pt x="1230442" y="89099"/>
                </a:lnTo>
                <a:lnTo>
                  <a:pt x="1230395" y="89562"/>
                </a:lnTo>
                <a:lnTo>
                  <a:pt x="1230355" y="90029"/>
                </a:lnTo>
                <a:lnTo>
                  <a:pt x="1230325" y="90500"/>
                </a:lnTo>
                <a:lnTo>
                  <a:pt x="1230303" y="90975"/>
                </a:lnTo>
                <a:lnTo>
                  <a:pt x="1230290" y="91454"/>
                </a:lnTo>
                <a:lnTo>
                  <a:pt x="1230286" y="91937"/>
                </a:lnTo>
                <a:lnTo>
                  <a:pt x="1230291" y="92475"/>
                </a:lnTo>
                <a:lnTo>
                  <a:pt x="1230308" y="93008"/>
                </a:lnTo>
                <a:lnTo>
                  <a:pt x="1230335" y="93537"/>
                </a:lnTo>
                <a:lnTo>
                  <a:pt x="1230374" y="94060"/>
                </a:lnTo>
                <a:lnTo>
                  <a:pt x="1230423" y="94579"/>
                </a:lnTo>
                <a:lnTo>
                  <a:pt x="1230484" y="95093"/>
                </a:lnTo>
                <a:lnTo>
                  <a:pt x="1230555" y="95603"/>
                </a:lnTo>
                <a:lnTo>
                  <a:pt x="1230638" y="96108"/>
                </a:lnTo>
                <a:lnTo>
                  <a:pt x="1230731" y="96608"/>
                </a:lnTo>
                <a:lnTo>
                  <a:pt x="1230836" y="97103"/>
                </a:lnTo>
                <a:lnTo>
                  <a:pt x="1230951" y="97593"/>
                </a:lnTo>
                <a:lnTo>
                  <a:pt x="1231078" y="98079"/>
                </a:lnTo>
                <a:lnTo>
                  <a:pt x="1231215" y="98560"/>
                </a:lnTo>
                <a:lnTo>
                  <a:pt x="1231364" y="99037"/>
                </a:lnTo>
                <a:lnTo>
                  <a:pt x="1231523" y="99508"/>
                </a:lnTo>
                <a:lnTo>
                  <a:pt x="1231694" y="99975"/>
                </a:lnTo>
                <a:lnTo>
                  <a:pt x="1231875" y="100437"/>
                </a:lnTo>
                <a:lnTo>
                  <a:pt x="1232068" y="100895"/>
                </a:lnTo>
                <a:lnTo>
                  <a:pt x="1232271" y="101347"/>
                </a:lnTo>
                <a:lnTo>
                  <a:pt x="1232486" y="101795"/>
                </a:lnTo>
                <a:lnTo>
                  <a:pt x="1232711" y="102239"/>
                </a:lnTo>
                <a:lnTo>
                  <a:pt x="1232948" y="102677"/>
                </a:lnTo>
                <a:lnTo>
                  <a:pt x="1233195" y="103111"/>
                </a:lnTo>
                <a:lnTo>
                  <a:pt x="1233454" y="103540"/>
                </a:lnTo>
                <a:lnTo>
                  <a:pt x="1233722" y="103963"/>
                </a:lnTo>
                <a:lnTo>
                  <a:pt x="1234000" y="104378"/>
                </a:lnTo>
                <a:lnTo>
                  <a:pt x="1234287" y="104786"/>
                </a:lnTo>
                <a:lnTo>
                  <a:pt x="1234583" y="105187"/>
                </a:lnTo>
                <a:lnTo>
                  <a:pt x="1234889" y="105580"/>
                </a:lnTo>
                <a:lnTo>
                  <a:pt x="1235203" y="105966"/>
                </a:lnTo>
                <a:lnTo>
                  <a:pt x="1235527" y="106345"/>
                </a:lnTo>
                <a:lnTo>
                  <a:pt x="1235860" y="106716"/>
                </a:lnTo>
                <a:lnTo>
                  <a:pt x="1236202" y="107079"/>
                </a:lnTo>
                <a:lnTo>
                  <a:pt x="1236554" y="107436"/>
                </a:lnTo>
                <a:lnTo>
                  <a:pt x="1236914" y="107784"/>
                </a:lnTo>
                <a:lnTo>
                  <a:pt x="1237284" y="108126"/>
                </a:lnTo>
                <a:lnTo>
                  <a:pt x="1237663" y="108460"/>
                </a:lnTo>
                <a:lnTo>
                  <a:pt x="1238052" y="108786"/>
                </a:lnTo>
                <a:lnTo>
                  <a:pt x="1238449" y="109105"/>
                </a:lnTo>
                <a:lnTo>
                  <a:pt x="1238856" y="109417"/>
                </a:lnTo>
                <a:lnTo>
                  <a:pt x="1239272" y="109721"/>
                </a:lnTo>
                <a:lnTo>
                  <a:pt x="1239697" y="110018"/>
                </a:lnTo>
                <a:lnTo>
                  <a:pt x="1240131" y="110307"/>
                </a:lnTo>
                <a:lnTo>
                  <a:pt x="1240575" y="110589"/>
                </a:lnTo>
                <a:lnTo>
                  <a:pt x="1241027" y="110864"/>
                </a:lnTo>
                <a:lnTo>
                  <a:pt x="1241489" y="111131"/>
                </a:lnTo>
                <a:lnTo>
                  <a:pt x="1241961" y="111391"/>
                </a:lnTo>
                <a:lnTo>
                  <a:pt x="1242441" y="111643"/>
                </a:lnTo>
                <a:lnTo>
                  <a:pt x="1242929" y="111887"/>
                </a:lnTo>
                <a:lnTo>
                  <a:pt x="1243424" y="112120"/>
                </a:lnTo>
                <a:lnTo>
                  <a:pt x="1243926" y="112343"/>
                </a:lnTo>
                <a:lnTo>
                  <a:pt x="1244434" y="112555"/>
                </a:lnTo>
                <a:lnTo>
                  <a:pt x="1244949" y="112757"/>
                </a:lnTo>
                <a:lnTo>
                  <a:pt x="1245471" y="112949"/>
                </a:lnTo>
                <a:lnTo>
                  <a:pt x="1245999" y="113130"/>
                </a:lnTo>
                <a:lnTo>
                  <a:pt x="1246534" y="113301"/>
                </a:lnTo>
                <a:lnTo>
                  <a:pt x="1247075" y="113461"/>
                </a:lnTo>
                <a:lnTo>
                  <a:pt x="1247623" y="113612"/>
                </a:lnTo>
                <a:lnTo>
                  <a:pt x="1248178" y="113752"/>
                </a:lnTo>
                <a:lnTo>
                  <a:pt x="1248740" y="113881"/>
                </a:lnTo>
                <a:lnTo>
                  <a:pt x="1249308" y="114000"/>
                </a:lnTo>
                <a:lnTo>
                  <a:pt x="1249882" y="114109"/>
                </a:lnTo>
                <a:lnTo>
                  <a:pt x="1250464" y="114207"/>
                </a:lnTo>
                <a:lnTo>
                  <a:pt x="1251052" y="114295"/>
                </a:lnTo>
                <a:lnTo>
                  <a:pt x="1251647" y="114373"/>
                </a:lnTo>
                <a:lnTo>
                  <a:pt x="1252248" y="114440"/>
                </a:lnTo>
                <a:lnTo>
                  <a:pt x="1252856" y="114497"/>
                </a:lnTo>
                <a:lnTo>
                  <a:pt x="1253471" y="114544"/>
                </a:lnTo>
                <a:lnTo>
                  <a:pt x="1254092" y="114580"/>
                </a:lnTo>
                <a:lnTo>
                  <a:pt x="1254720" y="114606"/>
                </a:lnTo>
                <a:lnTo>
                  <a:pt x="1255355" y="114622"/>
                </a:lnTo>
                <a:lnTo>
                  <a:pt x="1255996" y="114627"/>
                </a:lnTo>
                <a:lnTo>
                  <a:pt x="1256576" y="114623"/>
                </a:lnTo>
                <a:lnTo>
                  <a:pt x="1257152" y="114612"/>
                </a:lnTo>
                <a:lnTo>
                  <a:pt x="1257722" y="114594"/>
                </a:lnTo>
                <a:lnTo>
                  <a:pt x="1258287" y="114569"/>
                </a:lnTo>
                <a:lnTo>
                  <a:pt x="1258846" y="114536"/>
                </a:lnTo>
                <a:lnTo>
                  <a:pt x="1259401" y="114496"/>
                </a:lnTo>
                <a:lnTo>
                  <a:pt x="1259950" y="114448"/>
                </a:lnTo>
                <a:lnTo>
                  <a:pt x="1260494" y="114394"/>
                </a:lnTo>
                <a:lnTo>
                  <a:pt x="1261032" y="114332"/>
                </a:lnTo>
                <a:lnTo>
                  <a:pt x="1261566" y="114262"/>
                </a:lnTo>
                <a:lnTo>
                  <a:pt x="1262094" y="114186"/>
                </a:lnTo>
                <a:lnTo>
                  <a:pt x="1262617" y="114102"/>
                </a:lnTo>
                <a:lnTo>
                  <a:pt x="1263134" y="114011"/>
                </a:lnTo>
                <a:lnTo>
                  <a:pt x="1263647" y="113912"/>
                </a:lnTo>
                <a:lnTo>
                  <a:pt x="1264154" y="113807"/>
                </a:lnTo>
                <a:lnTo>
                  <a:pt x="1264656" y="113694"/>
                </a:lnTo>
                <a:lnTo>
                  <a:pt x="1265153" y="113573"/>
                </a:lnTo>
                <a:lnTo>
                  <a:pt x="1265644" y="113446"/>
                </a:lnTo>
                <a:lnTo>
                  <a:pt x="1266130" y="113311"/>
                </a:lnTo>
                <a:lnTo>
                  <a:pt x="1266611" y="113169"/>
                </a:lnTo>
                <a:lnTo>
                  <a:pt x="1267087" y="113019"/>
                </a:lnTo>
                <a:lnTo>
                  <a:pt x="1267557" y="112863"/>
                </a:lnTo>
                <a:lnTo>
                  <a:pt x="1268023" y="112699"/>
                </a:lnTo>
                <a:lnTo>
                  <a:pt x="1268483" y="112527"/>
                </a:lnTo>
                <a:lnTo>
                  <a:pt x="1268937" y="112350"/>
                </a:lnTo>
                <a:lnTo>
                  <a:pt x="1269387" y="112169"/>
                </a:lnTo>
                <a:lnTo>
                  <a:pt x="1269832" y="111983"/>
                </a:lnTo>
                <a:lnTo>
                  <a:pt x="1270271" y="111793"/>
                </a:lnTo>
                <a:lnTo>
                  <a:pt x="1270705" y="111598"/>
                </a:lnTo>
                <a:lnTo>
                  <a:pt x="1271135" y="111399"/>
                </a:lnTo>
                <a:lnTo>
                  <a:pt x="1271559" y="111196"/>
                </a:lnTo>
                <a:lnTo>
                  <a:pt x="1271978" y="110989"/>
                </a:lnTo>
                <a:lnTo>
                  <a:pt x="1272391" y="110777"/>
                </a:lnTo>
                <a:lnTo>
                  <a:pt x="1272800" y="110560"/>
                </a:lnTo>
                <a:lnTo>
                  <a:pt x="1273204" y="110340"/>
                </a:lnTo>
                <a:lnTo>
                  <a:pt x="1273602" y="110115"/>
                </a:lnTo>
                <a:lnTo>
                  <a:pt x="1273996" y="109885"/>
                </a:lnTo>
                <a:lnTo>
                  <a:pt x="1274384" y="109652"/>
                </a:lnTo>
                <a:lnTo>
                  <a:pt x="1274767" y="109414"/>
                </a:lnTo>
                <a:lnTo>
                  <a:pt x="1275145" y="109171"/>
                </a:lnTo>
                <a:lnTo>
                  <a:pt x="1275518" y="108925"/>
                </a:lnTo>
                <a:lnTo>
                  <a:pt x="1275886" y="108674"/>
                </a:lnTo>
                <a:lnTo>
                  <a:pt x="1276249" y="108418"/>
                </a:lnTo>
                <a:lnTo>
                  <a:pt x="1276606" y="108158"/>
                </a:lnTo>
                <a:lnTo>
                  <a:pt x="1276959" y="107894"/>
                </a:lnTo>
                <a:lnTo>
                  <a:pt x="1277306" y="107626"/>
                </a:lnTo>
                <a:lnTo>
                  <a:pt x="1277649" y="107353"/>
                </a:lnTo>
                <a:lnTo>
                  <a:pt x="1277986" y="107076"/>
                </a:lnTo>
                <a:lnTo>
                  <a:pt x="1278318" y="106796"/>
                </a:lnTo>
                <a:lnTo>
                  <a:pt x="1278645" y="106513"/>
                </a:lnTo>
                <a:lnTo>
                  <a:pt x="1278966" y="106229"/>
                </a:lnTo>
                <a:lnTo>
                  <a:pt x="1279283" y="105943"/>
                </a:lnTo>
                <a:lnTo>
                  <a:pt x="1279595" y="105655"/>
                </a:lnTo>
                <a:lnTo>
                  <a:pt x="1279901" y="105365"/>
                </a:lnTo>
                <a:lnTo>
                  <a:pt x="1280202" y="105074"/>
                </a:lnTo>
                <a:lnTo>
                  <a:pt x="1280499" y="104780"/>
                </a:lnTo>
                <a:lnTo>
                  <a:pt x="1280790" y="104484"/>
                </a:lnTo>
                <a:lnTo>
                  <a:pt x="1281076" y="104187"/>
                </a:lnTo>
                <a:lnTo>
                  <a:pt x="1281356" y="103887"/>
                </a:lnTo>
                <a:lnTo>
                  <a:pt x="1281632" y="103586"/>
                </a:lnTo>
                <a:lnTo>
                  <a:pt x="1281903" y="103283"/>
                </a:lnTo>
                <a:lnTo>
                  <a:pt x="1282168" y="102977"/>
                </a:lnTo>
                <a:lnTo>
                  <a:pt x="1282429" y="102670"/>
                </a:lnTo>
                <a:lnTo>
                  <a:pt x="1282684" y="102361"/>
                </a:lnTo>
                <a:lnTo>
                  <a:pt x="1282934" y="102050"/>
                </a:lnTo>
                <a:lnTo>
                  <a:pt x="1282971" y="102003"/>
                </a:lnTo>
                <a:lnTo>
                  <a:pt x="1282985" y="102256"/>
                </a:lnTo>
                <a:lnTo>
                  <a:pt x="1283004" y="102573"/>
                </a:lnTo>
                <a:lnTo>
                  <a:pt x="1283025" y="102891"/>
                </a:lnTo>
                <a:lnTo>
                  <a:pt x="1283047" y="103211"/>
                </a:lnTo>
                <a:close/>
                <a:moveTo>
                  <a:pt x="1282350" y="92250"/>
                </a:moveTo>
                <a:lnTo>
                  <a:pt x="1282141" y="92651"/>
                </a:lnTo>
                <a:lnTo>
                  <a:pt x="1281922" y="93049"/>
                </a:lnTo>
                <a:lnTo>
                  <a:pt x="1281695" y="93444"/>
                </a:lnTo>
                <a:lnTo>
                  <a:pt x="1281460" y="93836"/>
                </a:lnTo>
                <a:lnTo>
                  <a:pt x="1281217" y="94226"/>
                </a:lnTo>
                <a:lnTo>
                  <a:pt x="1280965" y="94612"/>
                </a:lnTo>
                <a:lnTo>
                  <a:pt x="1280704" y="94996"/>
                </a:lnTo>
                <a:lnTo>
                  <a:pt x="1280435" y="95377"/>
                </a:lnTo>
                <a:lnTo>
                  <a:pt x="1280158" y="95755"/>
                </a:lnTo>
                <a:lnTo>
                  <a:pt x="1279872" y="96131"/>
                </a:lnTo>
                <a:lnTo>
                  <a:pt x="1279578" y="96503"/>
                </a:lnTo>
                <a:lnTo>
                  <a:pt x="1279275" y="96873"/>
                </a:lnTo>
                <a:lnTo>
                  <a:pt x="1278964" y="97238"/>
                </a:lnTo>
                <a:lnTo>
                  <a:pt x="1278647" y="97598"/>
                </a:lnTo>
                <a:lnTo>
                  <a:pt x="1278323" y="97951"/>
                </a:lnTo>
                <a:lnTo>
                  <a:pt x="1277993" y="98298"/>
                </a:lnTo>
                <a:lnTo>
                  <a:pt x="1277655" y="98640"/>
                </a:lnTo>
                <a:lnTo>
                  <a:pt x="1277311" y="98975"/>
                </a:lnTo>
                <a:lnTo>
                  <a:pt x="1276960" y="99304"/>
                </a:lnTo>
                <a:lnTo>
                  <a:pt x="1276602" y="99627"/>
                </a:lnTo>
                <a:lnTo>
                  <a:pt x="1276238" y="99945"/>
                </a:lnTo>
                <a:lnTo>
                  <a:pt x="1275866" y="100256"/>
                </a:lnTo>
                <a:lnTo>
                  <a:pt x="1275488" y="100561"/>
                </a:lnTo>
                <a:lnTo>
                  <a:pt x="1275103" y="100860"/>
                </a:lnTo>
                <a:lnTo>
                  <a:pt x="1274712" y="101153"/>
                </a:lnTo>
                <a:lnTo>
                  <a:pt x="1274313" y="101441"/>
                </a:lnTo>
                <a:lnTo>
                  <a:pt x="1273908" y="101722"/>
                </a:lnTo>
                <a:lnTo>
                  <a:pt x="1273496" y="101997"/>
                </a:lnTo>
                <a:lnTo>
                  <a:pt x="1273077" y="102266"/>
                </a:lnTo>
                <a:lnTo>
                  <a:pt x="1272652" y="102529"/>
                </a:lnTo>
                <a:lnTo>
                  <a:pt x="1272219" y="102786"/>
                </a:lnTo>
                <a:lnTo>
                  <a:pt x="1271780" y="103038"/>
                </a:lnTo>
                <a:lnTo>
                  <a:pt x="1271334" y="103283"/>
                </a:lnTo>
                <a:lnTo>
                  <a:pt x="1270882" y="103522"/>
                </a:lnTo>
                <a:lnTo>
                  <a:pt x="1270422" y="103755"/>
                </a:lnTo>
                <a:lnTo>
                  <a:pt x="1269956" y="103982"/>
                </a:lnTo>
                <a:lnTo>
                  <a:pt x="1269483" y="104201"/>
                </a:lnTo>
                <a:lnTo>
                  <a:pt x="1269005" y="104411"/>
                </a:lnTo>
                <a:lnTo>
                  <a:pt x="1268521" y="104612"/>
                </a:lnTo>
                <a:lnTo>
                  <a:pt x="1268031" y="104804"/>
                </a:lnTo>
                <a:lnTo>
                  <a:pt x="1267536" y="104986"/>
                </a:lnTo>
                <a:lnTo>
                  <a:pt x="1267034" y="105158"/>
                </a:lnTo>
                <a:lnTo>
                  <a:pt x="1266527" y="105322"/>
                </a:lnTo>
                <a:lnTo>
                  <a:pt x="1266015" y="105476"/>
                </a:lnTo>
                <a:lnTo>
                  <a:pt x="1265496" y="105620"/>
                </a:lnTo>
                <a:lnTo>
                  <a:pt x="1264972" y="105756"/>
                </a:lnTo>
                <a:lnTo>
                  <a:pt x="1264442" y="105882"/>
                </a:lnTo>
                <a:lnTo>
                  <a:pt x="1263906" y="105999"/>
                </a:lnTo>
                <a:lnTo>
                  <a:pt x="1263364" y="106106"/>
                </a:lnTo>
                <a:lnTo>
                  <a:pt x="1262817" y="106204"/>
                </a:lnTo>
                <a:lnTo>
                  <a:pt x="1262264" y="106293"/>
                </a:lnTo>
                <a:lnTo>
                  <a:pt x="1261705" y="106372"/>
                </a:lnTo>
                <a:lnTo>
                  <a:pt x="1261140" y="106442"/>
                </a:lnTo>
                <a:lnTo>
                  <a:pt x="1260570" y="106503"/>
                </a:lnTo>
                <a:lnTo>
                  <a:pt x="1259994" y="106554"/>
                </a:lnTo>
                <a:lnTo>
                  <a:pt x="1259412" y="106596"/>
                </a:lnTo>
                <a:lnTo>
                  <a:pt x="1258825" y="106629"/>
                </a:lnTo>
                <a:lnTo>
                  <a:pt x="1258231" y="106652"/>
                </a:lnTo>
                <a:lnTo>
                  <a:pt x="1257632" y="106666"/>
                </a:lnTo>
                <a:lnTo>
                  <a:pt x="1257027" y="106671"/>
                </a:lnTo>
                <a:lnTo>
                  <a:pt x="1256569" y="106667"/>
                </a:lnTo>
                <a:lnTo>
                  <a:pt x="1256117" y="106656"/>
                </a:lnTo>
                <a:lnTo>
                  <a:pt x="1255669" y="106639"/>
                </a:lnTo>
                <a:lnTo>
                  <a:pt x="1255226" y="106613"/>
                </a:lnTo>
                <a:lnTo>
                  <a:pt x="1254789" y="106581"/>
                </a:lnTo>
                <a:lnTo>
                  <a:pt x="1254357" y="106542"/>
                </a:lnTo>
                <a:lnTo>
                  <a:pt x="1253930" y="106495"/>
                </a:lnTo>
                <a:lnTo>
                  <a:pt x="1253508" y="106442"/>
                </a:lnTo>
                <a:lnTo>
                  <a:pt x="1253091" y="106381"/>
                </a:lnTo>
                <a:lnTo>
                  <a:pt x="1252679" y="106313"/>
                </a:lnTo>
                <a:lnTo>
                  <a:pt x="1252272" y="106237"/>
                </a:lnTo>
                <a:lnTo>
                  <a:pt x="1251870" y="106155"/>
                </a:lnTo>
                <a:lnTo>
                  <a:pt x="1251474" y="106066"/>
                </a:lnTo>
                <a:lnTo>
                  <a:pt x="1251083" y="105969"/>
                </a:lnTo>
                <a:lnTo>
                  <a:pt x="1250696" y="105865"/>
                </a:lnTo>
                <a:lnTo>
                  <a:pt x="1250315" y="105754"/>
                </a:lnTo>
                <a:lnTo>
                  <a:pt x="1249939" y="105636"/>
                </a:lnTo>
                <a:lnTo>
                  <a:pt x="1249568" y="105511"/>
                </a:lnTo>
                <a:lnTo>
                  <a:pt x="1249203" y="105378"/>
                </a:lnTo>
                <a:lnTo>
                  <a:pt x="1248842" y="105238"/>
                </a:lnTo>
                <a:lnTo>
                  <a:pt x="1248486" y="105092"/>
                </a:lnTo>
                <a:lnTo>
                  <a:pt x="1248136" y="104938"/>
                </a:lnTo>
                <a:lnTo>
                  <a:pt x="1247791" y="104776"/>
                </a:lnTo>
                <a:lnTo>
                  <a:pt x="1247450" y="104608"/>
                </a:lnTo>
                <a:lnTo>
                  <a:pt x="1247116" y="104434"/>
                </a:lnTo>
                <a:lnTo>
                  <a:pt x="1246788" y="104254"/>
                </a:lnTo>
                <a:lnTo>
                  <a:pt x="1246467" y="104069"/>
                </a:lnTo>
                <a:lnTo>
                  <a:pt x="1246153" y="103880"/>
                </a:lnTo>
                <a:lnTo>
                  <a:pt x="1245845" y="103685"/>
                </a:lnTo>
                <a:lnTo>
                  <a:pt x="1245544" y="103485"/>
                </a:lnTo>
                <a:lnTo>
                  <a:pt x="1245250" y="103280"/>
                </a:lnTo>
                <a:lnTo>
                  <a:pt x="1244962" y="103069"/>
                </a:lnTo>
                <a:lnTo>
                  <a:pt x="1244681" y="102854"/>
                </a:lnTo>
                <a:lnTo>
                  <a:pt x="1244406" y="102633"/>
                </a:lnTo>
                <a:lnTo>
                  <a:pt x="1244139" y="102408"/>
                </a:lnTo>
                <a:lnTo>
                  <a:pt x="1243878" y="102177"/>
                </a:lnTo>
                <a:lnTo>
                  <a:pt x="1243623" y="101941"/>
                </a:lnTo>
                <a:lnTo>
                  <a:pt x="1243375" y="101700"/>
                </a:lnTo>
                <a:lnTo>
                  <a:pt x="1243134" y="101454"/>
                </a:lnTo>
                <a:lnTo>
                  <a:pt x="1242899" y="101203"/>
                </a:lnTo>
                <a:lnTo>
                  <a:pt x="1242671" y="100947"/>
                </a:lnTo>
                <a:lnTo>
                  <a:pt x="1242450" y="100685"/>
                </a:lnTo>
                <a:lnTo>
                  <a:pt x="1242236" y="100419"/>
                </a:lnTo>
                <a:lnTo>
                  <a:pt x="1242028" y="100147"/>
                </a:lnTo>
                <a:lnTo>
                  <a:pt x="1241826" y="99870"/>
                </a:lnTo>
                <a:lnTo>
                  <a:pt x="1241632" y="99588"/>
                </a:lnTo>
                <a:lnTo>
                  <a:pt x="1241444" y="99301"/>
                </a:lnTo>
                <a:lnTo>
                  <a:pt x="1241262" y="99009"/>
                </a:lnTo>
                <a:lnTo>
                  <a:pt x="1241088" y="98713"/>
                </a:lnTo>
                <a:lnTo>
                  <a:pt x="1240921" y="98415"/>
                </a:lnTo>
                <a:lnTo>
                  <a:pt x="1240762" y="98114"/>
                </a:lnTo>
                <a:lnTo>
                  <a:pt x="1240610" y="97810"/>
                </a:lnTo>
                <a:lnTo>
                  <a:pt x="1240465" y="97504"/>
                </a:lnTo>
                <a:lnTo>
                  <a:pt x="1240328" y="97195"/>
                </a:lnTo>
                <a:lnTo>
                  <a:pt x="1240198" y="96884"/>
                </a:lnTo>
                <a:lnTo>
                  <a:pt x="1240075" y="96570"/>
                </a:lnTo>
                <a:lnTo>
                  <a:pt x="1239960" y="96254"/>
                </a:lnTo>
                <a:lnTo>
                  <a:pt x="1239853" y="95935"/>
                </a:lnTo>
                <a:lnTo>
                  <a:pt x="1239753" y="95613"/>
                </a:lnTo>
                <a:lnTo>
                  <a:pt x="1239660" y="95289"/>
                </a:lnTo>
                <a:lnTo>
                  <a:pt x="1239575" y="94962"/>
                </a:lnTo>
                <a:lnTo>
                  <a:pt x="1239497" y="94633"/>
                </a:lnTo>
                <a:lnTo>
                  <a:pt x="1239426" y="94302"/>
                </a:lnTo>
                <a:lnTo>
                  <a:pt x="1239363" y="93967"/>
                </a:lnTo>
                <a:lnTo>
                  <a:pt x="1239308" y="93630"/>
                </a:lnTo>
                <a:lnTo>
                  <a:pt x="1239259" y="93291"/>
                </a:lnTo>
                <a:lnTo>
                  <a:pt x="1239219" y="92949"/>
                </a:lnTo>
                <a:lnTo>
                  <a:pt x="1239185" y="92604"/>
                </a:lnTo>
                <a:lnTo>
                  <a:pt x="1239159" y="92257"/>
                </a:lnTo>
                <a:lnTo>
                  <a:pt x="1239141" y="91908"/>
                </a:lnTo>
                <a:lnTo>
                  <a:pt x="1239130" y="91555"/>
                </a:lnTo>
                <a:lnTo>
                  <a:pt x="1239126" y="91201"/>
                </a:lnTo>
                <a:lnTo>
                  <a:pt x="1239129" y="90858"/>
                </a:lnTo>
                <a:lnTo>
                  <a:pt x="1239139" y="90519"/>
                </a:lnTo>
                <a:lnTo>
                  <a:pt x="1239156" y="90182"/>
                </a:lnTo>
                <a:lnTo>
                  <a:pt x="1239180" y="89849"/>
                </a:lnTo>
                <a:lnTo>
                  <a:pt x="1239211" y="89518"/>
                </a:lnTo>
                <a:lnTo>
                  <a:pt x="1239248" y="89191"/>
                </a:lnTo>
                <a:lnTo>
                  <a:pt x="1239292" y="88866"/>
                </a:lnTo>
                <a:lnTo>
                  <a:pt x="1239343" y="88544"/>
                </a:lnTo>
                <a:lnTo>
                  <a:pt x="1239400" y="88226"/>
                </a:lnTo>
                <a:lnTo>
                  <a:pt x="1239465" y="87910"/>
                </a:lnTo>
                <a:lnTo>
                  <a:pt x="1239536" y="87597"/>
                </a:lnTo>
                <a:lnTo>
                  <a:pt x="1239614" y="87287"/>
                </a:lnTo>
                <a:lnTo>
                  <a:pt x="1239699" y="86980"/>
                </a:lnTo>
                <a:lnTo>
                  <a:pt x="1239790" y="86676"/>
                </a:lnTo>
                <a:lnTo>
                  <a:pt x="1239889" y="86375"/>
                </a:lnTo>
                <a:lnTo>
                  <a:pt x="1239994" y="86077"/>
                </a:lnTo>
                <a:lnTo>
                  <a:pt x="1240105" y="85781"/>
                </a:lnTo>
                <a:lnTo>
                  <a:pt x="1240224" y="85489"/>
                </a:lnTo>
                <a:lnTo>
                  <a:pt x="1240349" y="85200"/>
                </a:lnTo>
                <a:lnTo>
                  <a:pt x="1240482" y="84913"/>
                </a:lnTo>
                <a:lnTo>
                  <a:pt x="1240621" y="84630"/>
                </a:lnTo>
                <a:lnTo>
                  <a:pt x="1240766" y="84349"/>
                </a:lnTo>
                <a:lnTo>
                  <a:pt x="1240919" y="84072"/>
                </a:lnTo>
                <a:lnTo>
                  <a:pt x="1241078" y="83797"/>
                </a:lnTo>
                <a:lnTo>
                  <a:pt x="1241244" y="83526"/>
                </a:lnTo>
                <a:lnTo>
                  <a:pt x="1241416" y="83258"/>
                </a:lnTo>
                <a:lnTo>
                  <a:pt x="1241593" y="82993"/>
                </a:lnTo>
                <a:lnTo>
                  <a:pt x="1241777" y="82732"/>
                </a:lnTo>
                <a:lnTo>
                  <a:pt x="1241967" y="82474"/>
                </a:lnTo>
                <a:lnTo>
                  <a:pt x="1242162" y="82220"/>
                </a:lnTo>
                <a:lnTo>
                  <a:pt x="1242364" y="81969"/>
                </a:lnTo>
                <a:lnTo>
                  <a:pt x="1242572" y="81722"/>
                </a:lnTo>
                <a:lnTo>
                  <a:pt x="1242786" y="81478"/>
                </a:lnTo>
                <a:lnTo>
                  <a:pt x="1243006" y="81238"/>
                </a:lnTo>
                <a:lnTo>
                  <a:pt x="1243231" y="81001"/>
                </a:lnTo>
                <a:lnTo>
                  <a:pt x="1243463" y="80767"/>
                </a:lnTo>
                <a:lnTo>
                  <a:pt x="1243701" y="80537"/>
                </a:lnTo>
                <a:lnTo>
                  <a:pt x="1243945" y="80311"/>
                </a:lnTo>
                <a:lnTo>
                  <a:pt x="1244195" y="80088"/>
                </a:lnTo>
                <a:lnTo>
                  <a:pt x="1244450" y="79868"/>
                </a:lnTo>
                <a:lnTo>
                  <a:pt x="1244712" y="79652"/>
                </a:lnTo>
                <a:lnTo>
                  <a:pt x="1244980" y="79439"/>
                </a:lnTo>
                <a:lnTo>
                  <a:pt x="1245254" y="79230"/>
                </a:lnTo>
                <a:lnTo>
                  <a:pt x="1245534" y="79024"/>
                </a:lnTo>
                <a:lnTo>
                  <a:pt x="1245820" y="78822"/>
                </a:lnTo>
                <a:lnTo>
                  <a:pt x="1246112" y="78623"/>
                </a:lnTo>
                <a:lnTo>
                  <a:pt x="1246410" y="78427"/>
                </a:lnTo>
                <a:lnTo>
                  <a:pt x="1246714" y="78235"/>
                </a:lnTo>
                <a:lnTo>
                  <a:pt x="1247024" y="78047"/>
                </a:lnTo>
                <a:lnTo>
                  <a:pt x="1247339" y="77862"/>
                </a:lnTo>
                <a:lnTo>
                  <a:pt x="1247660" y="77681"/>
                </a:lnTo>
                <a:lnTo>
                  <a:pt x="1247988" y="77503"/>
                </a:lnTo>
                <a:lnTo>
                  <a:pt x="1248320" y="77330"/>
                </a:lnTo>
                <a:lnTo>
                  <a:pt x="1248659" y="77160"/>
                </a:lnTo>
                <a:lnTo>
                  <a:pt x="1249003" y="76994"/>
                </a:lnTo>
                <a:lnTo>
                  <a:pt x="1249353" y="76831"/>
                </a:lnTo>
                <a:lnTo>
                  <a:pt x="1249709" y="76672"/>
                </a:lnTo>
                <a:lnTo>
                  <a:pt x="1250071" y="76517"/>
                </a:lnTo>
                <a:lnTo>
                  <a:pt x="1250438" y="76366"/>
                </a:lnTo>
                <a:lnTo>
                  <a:pt x="1250811" y="76218"/>
                </a:lnTo>
                <a:lnTo>
                  <a:pt x="1251190" y="76074"/>
                </a:lnTo>
                <a:lnTo>
                  <a:pt x="1251575" y="75934"/>
                </a:lnTo>
                <a:lnTo>
                  <a:pt x="1251965" y="75798"/>
                </a:lnTo>
                <a:lnTo>
                  <a:pt x="1252362" y="75665"/>
                </a:lnTo>
                <a:lnTo>
                  <a:pt x="1252763" y="75536"/>
                </a:lnTo>
                <a:lnTo>
                  <a:pt x="1253171" y="75410"/>
                </a:lnTo>
                <a:lnTo>
                  <a:pt x="1253585" y="75289"/>
                </a:lnTo>
                <a:lnTo>
                  <a:pt x="1254004" y="75171"/>
                </a:lnTo>
                <a:lnTo>
                  <a:pt x="1254429" y="75056"/>
                </a:lnTo>
                <a:lnTo>
                  <a:pt x="1254859" y="74946"/>
                </a:lnTo>
                <a:lnTo>
                  <a:pt x="1255296" y="74839"/>
                </a:lnTo>
                <a:lnTo>
                  <a:pt x="1255738" y="74736"/>
                </a:lnTo>
                <a:lnTo>
                  <a:pt x="1256186" y="74637"/>
                </a:lnTo>
                <a:lnTo>
                  <a:pt x="1256638" y="74542"/>
                </a:lnTo>
                <a:lnTo>
                  <a:pt x="1257096" y="74451"/>
                </a:lnTo>
                <a:lnTo>
                  <a:pt x="1257558" y="74364"/>
                </a:lnTo>
                <a:lnTo>
                  <a:pt x="1258026" y="74282"/>
                </a:lnTo>
                <a:lnTo>
                  <a:pt x="1258498" y="74204"/>
                </a:lnTo>
                <a:lnTo>
                  <a:pt x="1258976" y="74130"/>
                </a:lnTo>
                <a:lnTo>
                  <a:pt x="1259458" y="74061"/>
                </a:lnTo>
                <a:lnTo>
                  <a:pt x="1259946" y="73995"/>
                </a:lnTo>
                <a:lnTo>
                  <a:pt x="1260438" y="73934"/>
                </a:lnTo>
                <a:lnTo>
                  <a:pt x="1260936" y="73877"/>
                </a:lnTo>
                <a:lnTo>
                  <a:pt x="1261438" y="73824"/>
                </a:lnTo>
                <a:lnTo>
                  <a:pt x="1261945" y="73776"/>
                </a:lnTo>
                <a:lnTo>
                  <a:pt x="1262458" y="73731"/>
                </a:lnTo>
                <a:lnTo>
                  <a:pt x="1262975" y="73691"/>
                </a:lnTo>
                <a:lnTo>
                  <a:pt x="1263498" y="73655"/>
                </a:lnTo>
                <a:lnTo>
                  <a:pt x="1264025" y="73624"/>
                </a:lnTo>
                <a:lnTo>
                  <a:pt x="1264557" y="73596"/>
                </a:lnTo>
                <a:lnTo>
                  <a:pt x="1265095" y="73573"/>
                </a:lnTo>
                <a:lnTo>
                  <a:pt x="1265637" y="73554"/>
                </a:lnTo>
                <a:lnTo>
                  <a:pt x="1266184" y="73539"/>
                </a:lnTo>
                <a:lnTo>
                  <a:pt x="1266737" y="73529"/>
                </a:lnTo>
                <a:lnTo>
                  <a:pt x="1267294" y="73522"/>
                </a:lnTo>
                <a:lnTo>
                  <a:pt x="1267856" y="73520"/>
                </a:lnTo>
                <a:lnTo>
                  <a:pt x="1282885" y="73520"/>
                </a:lnTo>
                <a:lnTo>
                  <a:pt x="1282885" y="91131"/>
                </a:lnTo>
                <a:lnTo>
                  <a:pt x="1282745" y="91440"/>
                </a:lnTo>
                <a:lnTo>
                  <a:pt x="1282552" y="91847"/>
                </a:lnTo>
                <a:lnTo>
                  <a:pt x="1282350" y="92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[Requirement3].">
            <a:extLst xmlns:a="http://schemas.openxmlformats.org/drawingml/2006/main">
              <a:ext uri="{FF2B5EF4-FFF2-40B4-BE49-F238E27FC236}">
                <a16:creationId xmlns:a16="http://schemas.microsoft.com/office/drawing/2014/main" id="{90290192-E7AB-4B30-889E-A9E9C3B5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20" y="4050650"/>
            <a:ext cx="1051756" cy="153229"/>
          </a:xfrm>
          <a:custGeom xmlns:a="http://schemas.openxmlformats.org/drawingml/2006/main">
            <a:pathLst>
              <a:path w="1051756" h="153229">
                <a:moveTo>
                  <a:pt x="89080" y="75088"/>
                </a:moveTo>
                <a:lnTo>
                  <a:pt x="89637" y="74873"/>
                </a:lnTo>
                <a:lnTo>
                  <a:pt x="90188" y="74649"/>
                </a:lnTo>
                <a:lnTo>
                  <a:pt x="90732" y="74416"/>
                </a:lnTo>
                <a:lnTo>
                  <a:pt x="91271" y="74174"/>
                </a:lnTo>
                <a:lnTo>
                  <a:pt x="91804" y="73923"/>
                </a:lnTo>
                <a:lnTo>
                  <a:pt x="92331" y="73663"/>
                </a:lnTo>
                <a:lnTo>
                  <a:pt x="92851" y="73393"/>
                </a:lnTo>
                <a:lnTo>
                  <a:pt x="93366" y="73115"/>
                </a:lnTo>
                <a:lnTo>
                  <a:pt x="93875" y="72828"/>
                </a:lnTo>
                <a:lnTo>
                  <a:pt x="94377" y="72531"/>
                </a:lnTo>
                <a:lnTo>
                  <a:pt x="94874" y="72225"/>
                </a:lnTo>
                <a:lnTo>
                  <a:pt x="95365" y="71911"/>
                </a:lnTo>
                <a:lnTo>
                  <a:pt x="95849" y="71587"/>
                </a:lnTo>
                <a:lnTo>
                  <a:pt x="96328" y="71254"/>
                </a:lnTo>
                <a:lnTo>
                  <a:pt x="96801" y="70912"/>
                </a:lnTo>
                <a:lnTo>
                  <a:pt x="97266" y="70562"/>
                </a:lnTo>
                <a:lnTo>
                  <a:pt x="97723" y="70205"/>
                </a:lnTo>
                <a:lnTo>
                  <a:pt x="98171" y="69841"/>
                </a:lnTo>
                <a:lnTo>
                  <a:pt x="98611" y="69470"/>
                </a:lnTo>
                <a:lnTo>
                  <a:pt x="99042" y="69092"/>
                </a:lnTo>
                <a:lnTo>
                  <a:pt x="99464" y="68707"/>
                </a:lnTo>
                <a:lnTo>
                  <a:pt x="99878" y="68315"/>
                </a:lnTo>
                <a:lnTo>
                  <a:pt x="100284" y="67916"/>
                </a:lnTo>
                <a:lnTo>
                  <a:pt x="100680" y="67510"/>
                </a:lnTo>
                <a:lnTo>
                  <a:pt x="101069" y="67096"/>
                </a:lnTo>
                <a:lnTo>
                  <a:pt x="101448" y="66676"/>
                </a:lnTo>
                <a:lnTo>
                  <a:pt x="101819" y="66249"/>
                </a:lnTo>
                <a:lnTo>
                  <a:pt x="102182" y="65815"/>
                </a:lnTo>
                <a:lnTo>
                  <a:pt x="102536" y="65374"/>
                </a:lnTo>
                <a:lnTo>
                  <a:pt x="102881" y="64925"/>
                </a:lnTo>
                <a:lnTo>
                  <a:pt x="103218" y="64470"/>
                </a:lnTo>
                <a:lnTo>
                  <a:pt x="103546" y="64008"/>
                </a:lnTo>
                <a:lnTo>
                  <a:pt x="103866" y="63539"/>
                </a:lnTo>
                <a:lnTo>
                  <a:pt x="104177" y="63062"/>
                </a:lnTo>
                <a:lnTo>
                  <a:pt x="104480" y="62579"/>
                </a:lnTo>
                <a:lnTo>
                  <a:pt x="104774" y="62089"/>
                </a:lnTo>
                <a:lnTo>
                  <a:pt x="105059" y="61591"/>
                </a:lnTo>
                <a:lnTo>
                  <a:pt x="105336" y="61087"/>
                </a:lnTo>
                <a:lnTo>
                  <a:pt x="105604" y="60576"/>
                </a:lnTo>
                <a:lnTo>
                  <a:pt x="105863" y="60058"/>
                </a:lnTo>
                <a:lnTo>
                  <a:pt x="106110" y="59536"/>
                </a:lnTo>
                <a:lnTo>
                  <a:pt x="106346" y="59008"/>
                </a:lnTo>
                <a:lnTo>
                  <a:pt x="106572" y="58476"/>
                </a:lnTo>
                <a:lnTo>
                  <a:pt x="106786" y="57939"/>
                </a:lnTo>
                <a:lnTo>
                  <a:pt x="106990" y="57398"/>
                </a:lnTo>
                <a:lnTo>
                  <a:pt x="107182" y="56851"/>
                </a:lnTo>
                <a:lnTo>
                  <a:pt x="107364" y="56299"/>
                </a:lnTo>
                <a:lnTo>
                  <a:pt x="107534" y="55743"/>
                </a:lnTo>
                <a:lnTo>
                  <a:pt x="107694" y="55182"/>
                </a:lnTo>
                <a:lnTo>
                  <a:pt x="107842" y="54616"/>
                </a:lnTo>
                <a:lnTo>
                  <a:pt x="107980" y="54045"/>
                </a:lnTo>
                <a:lnTo>
                  <a:pt x="108106" y="53469"/>
                </a:lnTo>
                <a:lnTo>
                  <a:pt x="108222" y="52889"/>
                </a:lnTo>
                <a:lnTo>
                  <a:pt x="108326" y="52303"/>
                </a:lnTo>
                <a:lnTo>
                  <a:pt x="108420" y="51713"/>
                </a:lnTo>
                <a:lnTo>
                  <a:pt x="108502" y="51118"/>
                </a:lnTo>
                <a:lnTo>
                  <a:pt x="108574" y="50518"/>
                </a:lnTo>
                <a:lnTo>
                  <a:pt x="108634" y="49913"/>
                </a:lnTo>
                <a:lnTo>
                  <a:pt x="108684" y="49303"/>
                </a:lnTo>
                <a:lnTo>
                  <a:pt x="108722" y="48689"/>
                </a:lnTo>
                <a:lnTo>
                  <a:pt x="108750" y="48069"/>
                </a:lnTo>
                <a:lnTo>
                  <a:pt x="108766" y="47445"/>
                </a:lnTo>
                <a:lnTo>
                  <a:pt x="108772" y="46816"/>
                </a:lnTo>
                <a:lnTo>
                  <a:pt x="108764" y="45969"/>
                </a:lnTo>
                <a:lnTo>
                  <a:pt x="108741" y="45133"/>
                </a:lnTo>
                <a:lnTo>
                  <a:pt x="108702" y="44309"/>
                </a:lnTo>
                <a:lnTo>
                  <a:pt x="108648" y="43495"/>
                </a:lnTo>
                <a:lnTo>
                  <a:pt x="108578" y="42693"/>
                </a:lnTo>
                <a:lnTo>
                  <a:pt x="108493" y="41902"/>
                </a:lnTo>
                <a:lnTo>
                  <a:pt x="108393" y="41122"/>
                </a:lnTo>
                <a:lnTo>
                  <a:pt x="108277" y="40353"/>
                </a:lnTo>
                <a:lnTo>
                  <a:pt x="108145" y="39595"/>
                </a:lnTo>
                <a:lnTo>
                  <a:pt x="107998" y="38848"/>
                </a:lnTo>
                <a:lnTo>
                  <a:pt x="107835" y="38113"/>
                </a:lnTo>
                <a:lnTo>
                  <a:pt x="107658" y="37388"/>
                </a:lnTo>
                <a:lnTo>
                  <a:pt x="107464" y="36675"/>
                </a:lnTo>
                <a:lnTo>
                  <a:pt x="107255" y="35972"/>
                </a:lnTo>
                <a:lnTo>
                  <a:pt x="107031" y="35281"/>
                </a:lnTo>
                <a:lnTo>
                  <a:pt x="106791" y="34601"/>
                </a:lnTo>
                <a:lnTo>
                  <a:pt x="106536" y="33932"/>
                </a:lnTo>
                <a:lnTo>
                  <a:pt x="106265" y="33275"/>
                </a:lnTo>
                <a:lnTo>
                  <a:pt x="105978" y="32628"/>
                </a:lnTo>
                <a:lnTo>
                  <a:pt x="105677" y="31992"/>
                </a:lnTo>
                <a:lnTo>
                  <a:pt x="105359" y="31368"/>
                </a:lnTo>
                <a:lnTo>
                  <a:pt x="105027" y="30755"/>
                </a:lnTo>
                <a:lnTo>
                  <a:pt x="104679" y="30153"/>
                </a:lnTo>
                <a:lnTo>
                  <a:pt x="104315" y="29561"/>
                </a:lnTo>
                <a:lnTo>
                  <a:pt x="103937" y="28982"/>
                </a:lnTo>
                <a:lnTo>
                  <a:pt x="103546" y="28414"/>
                </a:lnTo>
                <a:lnTo>
                  <a:pt x="103143" y="27858"/>
                </a:lnTo>
                <a:lnTo>
                  <a:pt x="102727" y="27314"/>
                </a:lnTo>
                <a:lnTo>
                  <a:pt x="102298" y="26782"/>
                </a:lnTo>
                <a:lnTo>
                  <a:pt x="101856" y="26261"/>
                </a:lnTo>
                <a:lnTo>
                  <a:pt x="101402" y="25753"/>
                </a:lnTo>
                <a:lnTo>
                  <a:pt x="100934" y="25256"/>
                </a:lnTo>
                <a:lnTo>
                  <a:pt x="100454" y="24772"/>
                </a:lnTo>
                <a:lnTo>
                  <a:pt x="99961" y="24299"/>
                </a:lnTo>
                <a:lnTo>
                  <a:pt x="99456" y="23838"/>
                </a:lnTo>
                <a:lnTo>
                  <a:pt x="98937" y="23389"/>
                </a:lnTo>
                <a:lnTo>
                  <a:pt x="98406" y="22952"/>
                </a:lnTo>
                <a:lnTo>
                  <a:pt x="97862" y="22527"/>
                </a:lnTo>
                <a:lnTo>
                  <a:pt x="97305" y="22113"/>
                </a:lnTo>
                <a:lnTo>
                  <a:pt x="96735" y="21712"/>
                </a:lnTo>
                <a:lnTo>
                  <a:pt x="96153" y="21322"/>
                </a:lnTo>
                <a:lnTo>
                  <a:pt x="95558" y="20944"/>
                </a:lnTo>
                <a:lnTo>
                  <a:pt x="94950" y="20579"/>
                </a:lnTo>
                <a:lnTo>
                  <a:pt x="94329" y="20225"/>
                </a:lnTo>
                <a:lnTo>
                  <a:pt x="93695" y="19883"/>
                </a:lnTo>
                <a:lnTo>
                  <a:pt x="93049" y="19553"/>
                </a:lnTo>
                <a:lnTo>
                  <a:pt x="92390" y="19234"/>
                </a:lnTo>
                <a:lnTo>
                  <a:pt x="91718" y="18928"/>
                </a:lnTo>
                <a:lnTo>
                  <a:pt x="91034" y="18634"/>
                </a:lnTo>
                <a:lnTo>
                  <a:pt x="90340" y="18352"/>
                </a:lnTo>
                <a:lnTo>
                  <a:pt x="89635" y="18083"/>
                </a:lnTo>
                <a:lnTo>
                  <a:pt x="88919" y="17826"/>
                </a:lnTo>
                <a:lnTo>
                  <a:pt x="88193" y="17582"/>
                </a:lnTo>
                <a:lnTo>
                  <a:pt x="87456" y="17351"/>
                </a:lnTo>
                <a:lnTo>
                  <a:pt x="86709" y="17132"/>
                </a:lnTo>
                <a:lnTo>
                  <a:pt x="85951" y="16925"/>
                </a:lnTo>
                <a:lnTo>
                  <a:pt x="85183" y="16731"/>
                </a:lnTo>
                <a:lnTo>
                  <a:pt x="84403" y="16550"/>
                </a:lnTo>
                <a:lnTo>
                  <a:pt x="83614" y="16381"/>
                </a:lnTo>
                <a:lnTo>
                  <a:pt x="82813" y="16224"/>
                </a:lnTo>
                <a:lnTo>
                  <a:pt x="82002" y="16080"/>
                </a:lnTo>
                <a:lnTo>
                  <a:pt x="81180" y="15949"/>
                </a:lnTo>
                <a:lnTo>
                  <a:pt x="80348" y="15830"/>
                </a:lnTo>
                <a:lnTo>
                  <a:pt x="79505" y="15723"/>
                </a:lnTo>
                <a:lnTo>
                  <a:pt x="78652" y="15630"/>
                </a:lnTo>
                <a:lnTo>
                  <a:pt x="77788" y="15548"/>
                </a:lnTo>
                <a:lnTo>
                  <a:pt x="76913" y="15479"/>
                </a:lnTo>
                <a:lnTo>
                  <a:pt x="76027" y="15423"/>
                </a:lnTo>
                <a:lnTo>
                  <a:pt x="75132" y="15379"/>
                </a:lnTo>
                <a:lnTo>
                  <a:pt x="74225" y="15348"/>
                </a:lnTo>
                <a:lnTo>
                  <a:pt x="73308" y="15329"/>
                </a:lnTo>
                <a:lnTo>
                  <a:pt x="72380" y="15323"/>
                </a:lnTo>
                <a:lnTo>
                  <a:pt x="37535" y="15323"/>
                </a:lnTo>
                <a:lnTo>
                  <a:pt x="37535" y="122583"/>
                </a:lnTo>
                <a:lnTo>
                  <a:pt x="46670" y="122583"/>
                </a:lnTo>
                <a:lnTo>
                  <a:pt x="46670" y="77793"/>
                </a:lnTo>
                <a:lnTo>
                  <a:pt x="77864" y="77793"/>
                </a:lnTo>
                <a:lnTo>
                  <a:pt x="103762" y="122583"/>
                </a:lnTo>
                <a:lnTo>
                  <a:pt x="113413" y="122583"/>
                </a:lnTo>
                <a:lnTo>
                  <a:pt x="113413" y="121625"/>
                </a:lnTo>
                <a:lnTo>
                  <a:pt x="86599" y="75913"/>
                </a:lnTo>
                <a:lnTo>
                  <a:pt x="86793" y="75857"/>
                </a:lnTo>
                <a:lnTo>
                  <a:pt x="87374" y="75679"/>
                </a:lnTo>
                <a:lnTo>
                  <a:pt x="87948" y="75491"/>
                </a:lnTo>
                <a:lnTo>
                  <a:pt x="88517" y="75294"/>
                </a:lnTo>
                <a:lnTo>
                  <a:pt x="89080" y="75088"/>
                </a:lnTo>
                <a:close/>
                <a:moveTo>
                  <a:pt x="74547" y="23176"/>
                </a:moveTo>
                <a:lnTo>
                  <a:pt x="75251" y="23211"/>
                </a:lnTo>
                <a:lnTo>
                  <a:pt x="75945" y="23256"/>
                </a:lnTo>
                <a:lnTo>
                  <a:pt x="76630" y="23311"/>
                </a:lnTo>
                <a:lnTo>
                  <a:pt x="77305" y="23376"/>
                </a:lnTo>
                <a:lnTo>
                  <a:pt x="77970" y="23450"/>
                </a:lnTo>
                <a:lnTo>
                  <a:pt x="78627" y="23535"/>
                </a:lnTo>
                <a:lnTo>
                  <a:pt x="79273" y="23630"/>
                </a:lnTo>
                <a:lnTo>
                  <a:pt x="79911" y="23734"/>
                </a:lnTo>
                <a:lnTo>
                  <a:pt x="80539" y="23849"/>
                </a:lnTo>
                <a:lnTo>
                  <a:pt x="81157" y="23973"/>
                </a:lnTo>
                <a:lnTo>
                  <a:pt x="81766" y="24108"/>
                </a:lnTo>
                <a:lnTo>
                  <a:pt x="82365" y="24252"/>
                </a:lnTo>
                <a:lnTo>
                  <a:pt x="82955" y="24407"/>
                </a:lnTo>
                <a:lnTo>
                  <a:pt x="83536" y="24571"/>
                </a:lnTo>
                <a:lnTo>
                  <a:pt x="84107" y="24745"/>
                </a:lnTo>
                <a:lnTo>
                  <a:pt x="84668" y="24929"/>
                </a:lnTo>
                <a:lnTo>
                  <a:pt x="85221" y="25124"/>
                </a:lnTo>
                <a:lnTo>
                  <a:pt x="85763" y="25328"/>
                </a:lnTo>
                <a:lnTo>
                  <a:pt x="86296" y="25542"/>
                </a:lnTo>
                <a:lnTo>
                  <a:pt x="86820" y="25766"/>
                </a:lnTo>
                <a:lnTo>
                  <a:pt x="87334" y="26000"/>
                </a:lnTo>
                <a:lnTo>
                  <a:pt x="87839" y="26243"/>
                </a:lnTo>
                <a:lnTo>
                  <a:pt x="88333" y="26495"/>
                </a:lnTo>
                <a:lnTo>
                  <a:pt x="88816" y="26756"/>
                </a:lnTo>
                <a:lnTo>
                  <a:pt x="89290" y="27025"/>
                </a:lnTo>
                <a:lnTo>
                  <a:pt x="89753" y="27302"/>
                </a:lnTo>
                <a:lnTo>
                  <a:pt x="90205" y="27588"/>
                </a:lnTo>
                <a:lnTo>
                  <a:pt x="90647" y="27883"/>
                </a:lnTo>
                <a:lnTo>
                  <a:pt x="91079" y="28186"/>
                </a:lnTo>
                <a:lnTo>
                  <a:pt x="91501" y="28498"/>
                </a:lnTo>
                <a:lnTo>
                  <a:pt x="91912" y="28818"/>
                </a:lnTo>
                <a:lnTo>
                  <a:pt x="92313" y="29147"/>
                </a:lnTo>
                <a:lnTo>
                  <a:pt x="92703" y="29485"/>
                </a:lnTo>
                <a:lnTo>
                  <a:pt x="93083" y="29831"/>
                </a:lnTo>
                <a:lnTo>
                  <a:pt x="93453" y="30186"/>
                </a:lnTo>
                <a:lnTo>
                  <a:pt x="93812" y="30549"/>
                </a:lnTo>
                <a:lnTo>
                  <a:pt x="94161" y="30920"/>
                </a:lnTo>
                <a:lnTo>
                  <a:pt x="94500" y="31301"/>
                </a:lnTo>
                <a:lnTo>
                  <a:pt x="94828" y="31690"/>
                </a:lnTo>
                <a:lnTo>
                  <a:pt x="95146" y="32087"/>
                </a:lnTo>
                <a:lnTo>
                  <a:pt x="95453" y="32493"/>
                </a:lnTo>
                <a:lnTo>
                  <a:pt x="95750" y="32908"/>
                </a:lnTo>
                <a:lnTo>
                  <a:pt x="96037" y="33331"/>
                </a:lnTo>
                <a:lnTo>
                  <a:pt x="96314" y="33762"/>
                </a:lnTo>
                <a:lnTo>
                  <a:pt x="96580" y="34203"/>
                </a:lnTo>
                <a:lnTo>
                  <a:pt x="96835" y="34650"/>
                </a:lnTo>
                <a:lnTo>
                  <a:pt x="97080" y="35105"/>
                </a:lnTo>
                <a:lnTo>
                  <a:pt x="97314" y="35566"/>
                </a:lnTo>
                <a:lnTo>
                  <a:pt x="97536" y="36034"/>
                </a:lnTo>
                <a:lnTo>
                  <a:pt x="97748" y="36509"/>
                </a:lnTo>
                <a:lnTo>
                  <a:pt x="97950" y="36990"/>
                </a:lnTo>
                <a:lnTo>
                  <a:pt x="98140" y="37479"/>
                </a:lnTo>
                <a:lnTo>
                  <a:pt x="98319" y="37974"/>
                </a:lnTo>
                <a:lnTo>
                  <a:pt x="98488" y="38475"/>
                </a:lnTo>
                <a:lnTo>
                  <a:pt x="98645" y="38984"/>
                </a:lnTo>
                <a:lnTo>
                  <a:pt x="98792" y="39500"/>
                </a:lnTo>
                <a:lnTo>
                  <a:pt x="98928" y="40022"/>
                </a:lnTo>
                <a:lnTo>
                  <a:pt x="99053" y="40551"/>
                </a:lnTo>
                <a:lnTo>
                  <a:pt x="99167" y="41086"/>
                </a:lnTo>
                <a:lnTo>
                  <a:pt x="99270" y="41629"/>
                </a:lnTo>
                <a:lnTo>
                  <a:pt x="99363" y="42178"/>
                </a:lnTo>
                <a:lnTo>
                  <a:pt x="99444" y="42734"/>
                </a:lnTo>
                <a:lnTo>
                  <a:pt x="99515" y="43297"/>
                </a:lnTo>
                <a:lnTo>
                  <a:pt x="99575" y="43866"/>
                </a:lnTo>
                <a:lnTo>
                  <a:pt x="99624" y="44443"/>
                </a:lnTo>
                <a:lnTo>
                  <a:pt x="99662" y="45026"/>
                </a:lnTo>
                <a:lnTo>
                  <a:pt x="99689" y="45616"/>
                </a:lnTo>
                <a:lnTo>
                  <a:pt x="99705" y="46212"/>
                </a:lnTo>
                <a:lnTo>
                  <a:pt x="99711" y="46816"/>
                </a:lnTo>
                <a:lnTo>
                  <a:pt x="99706" y="47323"/>
                </a:lnTo>
                <a:lnTo>
                  <a:pt x="99691" y="47828"/>
                </a:lnTo>
                <a:lnTo>
                  <a:pt x="99666" y="48329"/>
                </a:lnTo>
                <a:lnTo>
                  <a:pt x="99632" y="48828"/>
                </a:lnTo>
                <a:lnTo>
                  <a:pt x="99588" y="49324"/>
                </a:lnTo>
                <a:lnTo>
                  <a:pt x="99533" y="49818"/>
                </a:lnTo>
                <a:lnTo>
                  <a:pt x="99469" y="50308"/>
                </a:lnTo>
                <a:lnTo>
                  <a:pt x="99395" y="50796"/>
                </a:lnTo>
                <a:lnTo>
                  <a:pt x="99312" y="51281"/>
                </a:lnTo>
                <a:lnTo>
                  <a:pt x="99218" y="51763"/>
                </a:lnTo>
                <a:lnTo>
                  <a:pt x="99115" y="52242"/>
                </a:lnTo>
                <a:lnTo>
                  <a:pt x="99002" y="52718"/>
                </a:lnTo>
                <a:lnTo>
                  <a:pt x="98878" y="53192"/>
                </a:lnTo>
                <a:lnTo>
                  <a:pt x="98746" y="53663"/>
                </a:lnTo>
                <a:lnTo>
                  <a:pt x="98603" y="54131"/>
                </a:lnTo>
                <a:lnTo>
                  <a:pt x="98450" y="54596"/>
                </a:lnTo>
                <a:lnTo>
                  <a:pt x="98288" y="55058"/>
                </a:lnTo>
                <a:lnTo>
                  <a:pt x="98115" y="55518"/>
                </a:lnTo>
                <a:lnTo>
                  <a:pt x="97933" y="55975"/>
                </a:lnTo>
                <a:lnTo>
                  <a:pt x="97741" y="56428"/>
                </a:lnTo>
                <a:lnTo>
                  <a:pt x="97539" y="56879"/>
                </a:lnTo>
                <a:lnTo>
                  <a:pt x="97327" y="57328"/>
                </a:lnTo>
                <a:lnTo>
                  <a:pt x="97106" y="57773"/>
                </a:lnTo>
                <a:lnTo>
                  <a:pt x="96874" y="58216"/>
                </a:lnTo>
                <a:lnTo>
                  <a:pt x="96633" y="58654"/>
                </a:lnTo>
                <a:lnTo>
                  <a:pt x="96383" y="59084"/>
                </a:lnTo>
                <a:lnTo>
                  <a:pt x="96122" y="59508"/>
                </a:lnTo>
                <a:lnTo>
                  <a:pt x="95852" y="59925"/>
                </a:lnTo>
                <a:lnTo>
                  <a:pt x="95573" y="60334"/>
                </a:lnTo>
                <a:lnTo>
                  <a:pt x="95284" y="60737"/>
                </a:lnTo>
                <a:lnTo>
                  <a:pt x="94985" y="61133"/>
                </a:lnTo>
                <a:lnTo>
                  <a:pt x="94677" y="61521"/>
                </a:lnTo>
                <a:lnTo>
                  <a:pt x="94359" y="61903"/>
                </a:lnTo>
                <a:lnTo>
                  <a:pt x="94031" y="62277"/>
                </a:lnTo>
                <a:lnTo>
                  <a:pt x="93694" y="62645"/>
                </a:lnTo>
                <a:lnTo>
                  <a:pt x="93348" y="63005"/>
                </a:lnTo>
                <a:lnTo>
                  <a:pt x="92991" y="63359"/>
                </a:lnTo>
                <a:lnTo>
                  <a:pt x="92625" y="63705"/>
                </a:lnTo>
                <a:lnTo>
                  <a:pt x="92250" y="64045"/>
                </a:lnTo>
                <a:lnTo>
                  <a:pt x="91865" y="64377"/>
                </a:lnTo>
                <a:lnTo>
                  <a:pt x="91470" y="64703"/>
                </a:lnTo>
                <a:lnTo>
                  <a:pt x="91066" y="65021"/>
                </a:lnTo>
                <a:lnTo>
                  <a:pt x="90652" y="65333"/>
                </a:lnTo>
                <a:lnTo>
                  <a:pt x="90229" y="65637"/>
                </a:lnTo>
                <a:lnTo>
                  <a:pt x="89796" y="65934"/>
                </a:lnTo>
                <a:lnTo>
                  <a:pt x="89353" y="66225"/>
                </a:lnTo>
                <a:lnTo>
                  <a:pt x="88901" y="66508"/>
                </a:lnTo>
                <a:lnTo>
                  <a:pt x="88439" y="66784"/>
                </a:lnTo>
                <a:lnTo>
                  <a:pt x="87968" y="67051"/>
                </a:lnTo>
                <a:lnTo>
                  <a:pt x="87487" y="67307"/>
                </a:lnTo>
                <a:lnTo>
                  <a:pt x="86996" y="67552"/>
                </a:lnTo>
                <a:lnTo>
                  <a:pt x="86495" y="67785"/>
                </a:lnTo>
                <a:lnTo>
                  <a:pt x="85985" y="68006"/>
                </a:lnTo>
                <a:lnTo>
                  <a:pt x="85465" y="68217"/>
                </a:lnTo>
                <a:lnTo>
                  <a:pt x="84935" y="68415"/>
                </a:lnTo>
                <a:lnTo>
                  <a:pt x="84396" y="68603"/>
                </a:lnTo>
                <a:lnTo>
                  <a:pt x="83847" y="68779"/>
                </a:lnTo>
                <a:lnTo>
                  <a:pt x="83288" y="68944"/>
                </a:lnTo>
                <a:lnTo>
                  <a:pt x="82719" y="69097"/>
                </a:lnTo>
                <a:lnTo>
                  <a:pt x="82141" y="69240"/>
                </a:lnTo>
                <a:lnTo>
                  <a:pt x="81553" y="69370"/>
                </a:lnTo>
                <a:lnTo>
                  <a:pt x="80955" y="69490"/>
                </a:lnTo>
                <a:lnTo>
                  <a:pt x="80348" y="69598"/>
                </a:lnTo>
                <a:lnTo>
                  <a:pt x="79730" y="69694"/>
                </a:lnTo>
                <a:lnTo>
                  <a:pt x="79103" y="69779"/>
                </a:lnTo>
                <a:lnTo>
                  <a:pt x="78467" y="69853"/>
                </a:lnTo>
                <a:lnTo>
                  <a:pt x="77820" y="69916"/>
                </a:lnTo>
                <a:lnTo>
                  <a:pt x="77164" y="69967"/>
                </a:lnTo>
                <a:lnTo>
                  <a:pt x="76498" y="70007"/>
                </a:lnTo>
                <a:lnTo>
                  <a:pt x="75823" y="70035"/>
                </a:lnTo>
                <a:lnTo>
                  <a:pt x="75138" y="70052"/>
                </a:lnTo>
                <a:lnTo>
                  <a:pt x="74443" y="70058"/>
                </a:lnTo>
                <a:lnTo>
                  <a:pt x="46670" y="70058"/>
                </a:lnTo>
                <a:lnTo>
                  <a:pt x="46670" y="23132"/>
                </a:lnTo>
                <a:lnTo>
                  <a:pt x="72380" y="23132"/>
                </a:lnTo>
                <a:lnTo>
                  <a:pt x="73112" y="23137"/>
                </a:lnTo>
                <a:lnTo>
                  <a:pt x="73834" y="23152"/>
                </a:lnTo>
                <a:lnTo>
                  <a:pt x="74547" y="23176"/>
                </a:lnTo>
                <a:close/>
                <a:moveTo>
                  <a:pt x="8840" y="137980"/>
                </a:moveTo>
                <a:lnTo>
                  <a:pt x="8840" y="7588"/>
                </a:lnTo>
                <a:lnTo>
                  <a:pt x="24310" y="7588"/>
                </a:lnTo>
                <a:lnTo>
                  <a:pt x="24310" y="0"/>
                </a:lnTo>
                <a:lnTo>
                  <a:pt x="0" y="0"/>
                </a:lnTo>
                <a:lnTo>
                  <a:pt x="0" y="145567"/>
                </a:lnTo>
                <a:lnTo>
                  <a:pt x="24310" y="145567"/>
                </a:lnTo>
                <a:lnTo>
                  <a:pt x="24310" y="137980"/>
                </a:lnTo>
                <a:lnTo>
                  <a:pt x="8840" y="137980"/>
                </a:lnTo>
                <a:close/>
                <a:moveTo>
                  <a:pt x="192240" y="75893"/>
                </a:moveTo>
                <a:lnTo>
                  <a:pt x="192215" y="75242"/>
                </a:lnTo>
                <a:lnTo>
                  <a:pt x="192183" y="74595"/>
                </a:lnTo>
                <a:lnTo>
                  <a:pt x="192143" y="73953"/>
                </a:lnTo>
                <a:lnTo>
                  <a:pt x="192097" y="73316"/>
                </a:lnTo>
                <a:lnTo>
                  <a:pt x="192043" y="72683"/>
                </a:lnTo>
                <a:lnTo>
                  <a:pt x="191982" y="72055"/>
                </a:lnTo>
                <a:lnTo>
                  <a:pt x="191914" y="71432"/>
                </a:lnTo>
                <a:lnTo>
                  <a:pt x="191839" y="70814"/>
                </a:lnTo>
                <a:lnTo>
                  <a:pt x="191757" y="70200"/>
                </a:lnTo>
                <a:lnTo>
                  <a:pt x="191667" y="69591"/>
                </a:lnTo>
                <a:lnTo>
                  <a:pt x="191570" y="68987"/>
                </a:lnTo>
                <a:lnTo>
                  <a:pt x="191467" y="68387"/>
                </a:lnTo>
                <a:lnTo>
                  <a:pt x="191356" y="67793"/>
                </a:lnTo>
                <a:lnTo>
                  <a:pt x="191237" y="67203"/>
                </a:lnTo>
                <a:lnTo>
                  <a:pt x="191112" y="66617"/>
                </a:lnTo>
                <a:lnTo>
                  <a:pt x="190980" y="66037"/>
                </a:lnTo>
                <a:lnTo>
                  <a:pt x="190840" y="65461"/>
                </a:lnTo>
                <a:lnTo>
                  <a:pt x="190693" y="64890"/>
                </a:lnTo>
                <a:lnTo>
                  <a:pt x="190539" y="64323"/>
                </a:lnTo>
                <a:lnTo>
                  <a:pt x="190378" y="63762"/>
                </a:lnTo>
                <a:lnTo>
                  <a:pt x="190210" y="63205"/>
                </a:lnTo>
                <a:lnTo>
                  <a:pt x="190034" y="62653"/>
                </a:lnTo>
                <a:lnTo>
                  <a:pt x="189852" y="62108"/>
                </a:lnTo>
                <a:lnTo>
                  <a:pt x="189663" y="61568"/>
                </a:lnTo>
                <a:lnTo>
                  <a:pt x="189467" y="61035"/>
                </a:lnTo>
                <a:lnTo>
                  <a:pt x="189264" y="60508"/>
                </a:lnTo>
                <a:lnTo>
                  <a:pt x="189054" y="59987"/>
                </a:lnTo>
                <a:lnTo>
                  <a:pt x="188837" y="59472"/>
                </a:lnTo>
                <a:lnTo>
                  <a:pt x="188614" y="58964"/>
                </a:lnTo>
                <a:lnTo>
                  <a:pt x="188383" y="58461"/>
                </a:lnTo>
                <a:lnTo>
                  <a:pt x="188145" y="57965"/>
                </a:lnTo>
                <a:lnTo>
                  <a:pt x="187901" y="57475"/>
                </a:lnTo>
                <a:lnTo>
                  <a:pt x="187650" y="56991"/>
                </a:lnTo>
                <a:lnTo>
                  <a:pt x="187391" y="56513"/>
                </a:lnTo>
                <a:lnTo>
                  <a:pt x="187126" y="56041"/>
                </a:lnTo>
                <a:lnTo>
                  <a:pt x="186854" y="55575"/>
                </a:lnTo>
                <a:lnTo>
                  <a:pt x="186575" y="55115"/>
                </a:lnTo>
                <a:lnTo>
                  <a:pt x="186290" y="54662"/>
                </a:lnTo>
                <a:lnTo>
                  <a:pt x="185997" y="54215"/>
                </a:lnTo>
                <a:lnTo>
                  <a:pt x="185697" y="53773"/>
                </a:lnTo>
                <a:lnTo>
                  <a:pt x="185391" y="53338"/>
                </a:lnTo>
                <a:lnTo>
                  <a:pt x="185077" y="52909"/>
                </a:lnTo>
                <a:lnTo>
                  <a:pt x="184757" y="52487"/>
                </a:lnTo>
                <a:lnTo>
                  <a:pt x="184429" y="52070"/>
                </a:lnTo>
                <a:lnTo>
                  <a:pt x="184095" y="51659"/>
                </a:lnTo>
                <a:lnTo>
                  <a:pt x="183754" y="51256"/>
                </a:lnTo>
                <a:lnTo>
                  <a:pt x="183407" y="50860"/>
                </a:lnTo>
                <a:lnTo>
                  <a:pt x="183054" y="50471"/>
                </a:lnTo>
                <a:lnTo>
                  <a:pt x="182695" y="50091"/>
                </a:lnTo>
                <a:lnTo>
                  <a:pt x="182329" y="49718"/>
                </a:lnTo>
                <a:lnTo>
                  <a:pt x="181957" y="49352"/>
                </a:lnTo>
                <a:lnTo>
                  <a:pt x="181578" y="48995"/>
                </a:lnTo>
                <a:lnTo>
                  <a:pt x="181194" y="48645"/>
                </a:lnTo>
                <a:lnTo>
                  <a:pt x="180803" y="48302"/>
                </a:lnTo>
                <a:lnTo>
                  <a:pt x="180405" y="47968"/>
                </a:lnTo>
                <a:lnTo>
                  <a:pt x="180002" y="47641"/>
                </a:lnTo>
                <a:lnTo>
                  <a:pt x="179592" y="47321"/>
                </a:lnTo>
                <a:lnTo>
                  <a:pt x="179176" y="47009"/>
                </a:lnTo>
                <a:lnTo>
                  <a:pt x="178754" y="46705"/>
                </a:lnTo>
                <a:lnTo>
                  <a:pt x="178326" y="46409"/>
                </a:lnTo>
                <a:lnTo>
                  <a:pt x="177891" y="46120"/>
                </a:lnTo>
                <a:lnTo>
                  <a:pt x="177450" y="45839"/>
                </a:lnTo>
                <a:lnTo>
                  <a:pt x="177002" y="45565"/>
                </a:lnTo>
                <a:lnTo>
                  <a:pt x="176549" y="45300"/>
                </a:lnTo>
                <a:lnTo>
                  <a:pt x="176089" y="45042"/>
                </a:lnTo>
                <a:lnTo>
                  <a:pt x="175623" y="44791"/>
                </a:lnTo>
                <a:lnTo>
                  <a:pt x="175151" y="44548"/>
                </a:lnTo>
                <a:lnTo>
                  <a:pt x="174672" y="44313"/>
                </a:lnTo>
                <a:lnTo>
                  <a:pt x="174187" y="44085"/>
                </a:lnTo>
                <a:lnTo>
                  <a:pt x="173696" y="43866"/>
                </a:lnTo>
                <a:lnTo>
                  <a:pt x="173199" y="43657"/>
                </a:lnTo>
                <a:lnTo>
                  <a:pt x="172696" y="43456"/>
                </a:lnTo>
                <a:lnTo>
                  <a:pt x="172187" y="43265"/>
                </a:lnTo>
                <a:lnTo>
                  <a:pt x="171672" y="43084"/>
                </a:lnTo>
                <a:lnTo>
                  <a:pt x="171150" y="42911"/>
                </a:lnTo>
                <a:lnTo>
                  <a:pt x="170623" y="42748"/>
                </a:lnTo>
                <a:lnTo>
                  <a:pt x="170090" y="42594"/>
                </a:lnTo>
                <a:lnTo>
                  <a:pt x="169551" y="42450"/>
                </a:lnTo>
                <a:lnTo>
                  <a:pt x="169006" y="42315"/>
                </a:lnTo>
                <a:lnTo>
                  <a:pt x="168455" y="42189"/>
                </a:lnTo>
                <a:lnTo>
                  <a:pt x="167898" y="42072"/>
                </a:lnTo>
                <a:lnTo>
                  <a:pt x="167334" y="41965"/>
                </a:lnTo>
                <a:lnTo>
                  <a:pt x="166765" y="41867"/>
                </a:lnTo>
                <a:lnTo>
                  <a:pt x="166190" y="41779"/>
                </a:lnTo>
                <a:lnTo>
                  <a:pt x="165609" y="41699"/>
                </a:lnTo>
                <a:lnTo>
                  <a:pt x="165022" y="41630"/>
                </a:lnTo>
                <a:lnTo>
                  <a:pt x="164428" y="41569"/>
                </a:lnTo>
                <a:lnTo>
                  <a:pt x="163829" y="41518"/>
                </a:lnTo>
                <a:lnTo>
                  <a:pt x="163224" y="41476"/>
                </a:lnTo>
                <a:lnTo>
                  <a:pt x="162612" y="41443"/>
                </a:lnTo>
                <a:lnTo>
                  <a:pt x="161995" y="41420"/>
                </a:lnTo>
                <a:lnTo>
                  <a:pt x="161372" y="41406"/>
                </a:lnTo>
                <a:lnTo>
                  <a:pt x="160743" y="41401"/>
                </a:lnTo>
                <a:lnTo>
                  <a:pt x="160173" y="41406"/>
                </a:lnTo>
                <a:lnTo>
                  <a:pt x="159606" y="41421"/>
                </a:lnTo>
                <a:lnTo>
                  <a:pt x="159041" y="41445"/>
                </a:lnTo>
                <a:lnTo>
                  <a:pt x="158478" y="41479"/>
                </a:lnTo>
                <a:lnTo>
                  <a:pt x="157918" y="41523"/>
                </a:lnTo>
                <a:lnTo>
                  <a:pt x="157361" y="41576"/>
                </a:lnTo>
                <a:lnTo>
                  <a:pt x="156806" y="41639"/>
                </a:lnTo>
                <a:lnTo>
                  <a:pt x="156253" y="41712"/>
                </a:lnTo>
                <a:lnTo>
                  <a:pt x="155703" y="41795"/>
                </a:lnTo>
                <a:lnTo>
                  <a:pt x="155155" y="41887"/>
                </a:lnTo>
                <a:lnTo>
                  <a:pt x="154609" y="41989"/>
                </a:lnTo>
                <a:lnTo>
                  <a:pt x="154066" y="42101"/>
                </a:lnTo>
                <a:lnTo>
                  <a:pt x="153526" y="42223"/>
                </a:lnTo>
                <a:lnTo>
                  <a:pt x="152988" y="42354"/>
                </a:lnTo>
                <a:lnTo>
                  <a:pt x="152452" y="42495"/>
                </a:lnTo>
                <a:lnTo>
                  <a:pt x="151919" y="42645"/>
                </a:lnTo>
                <a:lnTo>
                  <a:pt x="151388" y="42806"/>
                </a:lnTo>
                <a:lnTo>
                  <a:pt x="150860" y="42976"/>
                </a:lnTo>
                <a:lnTo>
                  <a:pt x="150334" y="43156"/>
                </a:lnTo>
                <a:lnTo>
                  <a:pt x="149810" y="43345"/>
                </a:lnTo>
                <a:lnTo>
                  <a:pt x="149289" y="43544"/>
                </a:lnTo>
                <a:lnTo>
                  <a:pt x="148770" y="43753"/>
                </a:lnTo>
                <a:lnTo>
                  <a:pt x="148254" y="43972"/>
                </a:lnTo>
                <a:lnTo>
                  <a:pt x="147740" y="44201"/>
                </a:lnTo>
                <a:lnTo>
                  <a:pt x="147230" y="44438"/>
                </a:lnTo>
                <a:lnTo>
                  <a:pt x="146725" y="44685"/>
                </a:lnTo>
                <a:lnTo>
                  <a:pt x="146224" y="44940"/>
                </a:lnTo>
                <a:lnTo>
                  <a:pt x="145729" y="45204"/>
                </a:lnTo>
                <a:lnTo>
                  <a:pt x="145238" y="45477"/>
                </a:lnTo>
                <a:lnTo>
                  <a:pt x="144752" y="45759"/>
                </a:lnTo>
                <a:lnTo>
                  <a:pt x="144271" y="46050"/>
                </a:lnTo>
                <a:lnTo>
                  <a:pt x="143795" y="46349"/>
                </a:lnTo>
                <a:lnTo>
                  <a:pt x="143324" y="46658"/>
                </a:lnTo>
                <a:lnTo>
                  <a:pt x="142857" y="46975"/>
                </a:lnTo>
                <a:lnTo>
                  <a:pt x="142396" y="47301"/>
                </a:lnTo>
                <a:lnTo>
                  <a:pt x="141939" y="47635"/>
                </a:lnTo>
                <a:lnTo>
                  <a:pt x="141487" y="47979"/>
                </a:lnTo>
                <a:lnTo>
                  <a:pt x="141040" y="48331"/>
                </a:lnTo>
                <a:lnTo>
                  <a:pt x="140598" y="48693"/>
                </a:lnTo>
                <a:lnTo>
                  <a:pt x="140161" y="49063"/>
                </a:lnTo>
                <a:lnTo>
                  <a:pt x="139728" y="49442"/>
                </a:lnTo>
                <a:lnTo>
                  <a:pt x="139301" y="49829"/>
                </a:lnTo>
                <a:lnTo>
                  <a:pt x="138878" y="50226"/>
                </a:lnTo>
                <a:lnTo>
                  <a:pt x="138460" y="50631"/>
                </a:lnTo>
                <a:lnTo>
                  <a:pt x="138047" y="51045"/>
                </a:lnTo>
                <a:lnTo>
                  <a:pt x="137639" y="51468"/>
                </a:lnTo>
                <a:lnTo>
                  <a:pt x="137236" y="51900"/>
                </a:lnTo>
                <a:lnTo>
                  <a:pt x="136837" y="52341"/>
                </a:lnTo>
                <a:lnTo>
                  <a:pt x="136445" y="52790"/>
                </a:lnTo>
                <a:lnTo>
                  <a:pt x="136059" y="53246"/>
                </a:lnTo>
                <a:lnTo>
                  <a:pt x="135681" y="53709"/>
                </a:lnTo>
                <a:lnTo>
                  <a:pt x="135309" y="54179"/>
                </a:lnTo>
                <a:lnTo>
                  <a:pt x="134944" y="54657"/>
                </a:lnTo>
                <a:lnTo>
                  <a:pt x="134586" y="55143"/>
                </a:lnTo>
                <a:lnTo>
                  <a:pt x="134235" y="55635"/>
                </a:lnTo>
                <a:lnTo>
                  <a:pt x="133891" y="56135"/>
                </a:lnTo>
                <a:lnTo>
                  <a:pt x="133553" y="56642"/>
                </a:lnTo>
                <a:lnTo>
                  <a:pt x="133223" y="57156"/>
                </a:lnTo>
                <a:lnTo>
                  <a:pt x="132900" y="57678"/>
                </a:lnTo>
                <a:lnTo>
                  <a:pt x="132583" y="58207"/>
                </a:lnTo>
                <a:lnTo>
                  <a:pt x="132274" y="58743"/>
                </a:lnTo>
                <a:lnTo>
                  <a:pt x="131971" y="59286"/>
                </a:lnTo>
                <a:lnTo>
                  <a:pt x="131675" y="59837"/>
                </a:lnTo>
                <a:lnTo>
                  <a:pt x="131386" y="60395"/>
                </a:lnTo>
                <a:lnTo>
                  <a:pt x="131104" y="60961"/>
                </a:lnTo>
                <a:lnTo>
                  <a:pt x="130829" y="61533"/>
                </a:lnTo>
                <a:lnTo>
                  <a:pt x="130561" y="62113"/>
                </a:lnTo>
                <a:lnTo>
                  <a:pt x="130299" y="62700"/>
                </a:lnTo>
                <a:lnTo>
                  <a:pt x="130045" y="63295"/>
                </a:lnTo>
                <a:lnTo>
                  <a:pt x="129798" y="63897"/>
                </a:lnTo>
                <a:lnTo>
                  <a:pt x="129557" y="64506"/>
                </a:lnTo>
                <a:lnTo>
                  <a:pt x="129323" y="65122"/>
                </a:lnTo>
                <a:lnTo>
                  <a:pt x="129098" y="65745"/>
                </a:lnTo>
                <a:lnTo>
                  <a:pt x="128882" y="66375"/>
                </a:lnTo>
                <a:lnTo>
                  <a:pt x="128676" y="67010"/>
                </a:lnTo>
                <a:lnTo>
                  <a:pt x="128479" y="67651"/>
                </a:lnTo>
                <a:lnTo>
                  <a:pt x="128292" y="68299"/>
                </a:lnTo>
                <a:lnTo>
                  <a:pt x="128115" y="68953"/>
                </a:lnTo>
                <a:lnTo>
                  <a:pt x="127947" y="69613"/>
                </a:lnTo>
                <a:lnTo>
                  <a:pt x="127789" y="70279"/>
                </a:lnTo>
                <a:lnTo>
                  <a:pt x="127640" y="70951"/>
                </a:lnTo>
                <a:lnTo>
                  <a:pt x="127501" y="71630"/>
                </a:lnTo>
                <a:lnTo>
                  <a:pt x="127371" y="72314"/>
                </a:lnTo>
                <a:lnTo>
                  <a:pt x="127251" y="73005"/>
                </a:lnTo>
                <a:lnTo>
                  <a:pt x="127141" y="73701"/>
                </a:lnTo>
                <a:lnTo>
                  <a:pt x="127040" y="74404"/>
                </a:lnTo>
                <a:lnTo>
                  <a:pt x="126949" y="75113"/>
                </a:lnTo>
                <a:lnTo>
                  <a:pt x="126868" y="75829"/>
                </a:lnTo>
                <a:lnTo>
                  <a:pt x="126796" y="76550"/>
                </a:lnTo>
                <a:lnTo>
                  <a:pt x="126733" y="77277"/>
                </a:lnTo>
                <a:lnTo>
                  <a:pt x="126681" y="78011"/>
                </a:lnTo>
                <a:lnTo>
                  <a:pt x="126638" y="78751"/>
                </a:lnTo>
                <a:lnTo>
                  <a:pt x="126604" y="79497"/>
                </a:lnTo>
                <a:lnTo>
                  <a:pt x="126580" y="80249"/>
                </a:lnTo>
                <a:lnTo>
                  <a:pt x="126566" y="81007"/>
                </a:lnTo>
                <a:lnTo>
                  <a:pt x="126561" y="81771"/>
                </a:lnTo>
                <a:lnTo>
                  <a:pt x="126561" y="84939"/>
                </a:lnTo>
                <a:lnTo>
                  <a:pt x="126565" y="85649"/>
                </a:lnTo>
                <a:lnTo>
                  <a:pt x="126579" y="86354"/>
                </a:lnTo>
                <a:lnTo>
                  <a:pt x="126602" y="87054"/>
                </a:lnTo>
                <a:lnTo>
                  <a:pt x="126634" y="87749"/>
                </a:lnTo>
                <a:lnTo>
                  <a:pt x="126676" y="88440"/>
                </a:lnTo>
                <a:lnTo>
                  <a:pt x="126727" y="89126"/>
                </a:lnTo>
                <a:lnTo>
                  <a:pt x="126786" y="89808"/>
                </a:lnTo>
                <a:lnTo>
                  <a:pt x="126855" y="90484"/>
                </a:lnTo>
                <a:lnTo>
                  <a:pt x="126934" y="91156"/>
                </a:lnTo>
                <a:lnTo>
                  <a:pt x="127021" y="91823"/>
                </a:lnTo>
                <a:lnTo>
                  <a:pt x="127118" y="92486"/>
                </a:lnTo>
                <a:lnTo>
                  <a:pt x="127224" y="93144"/>
                </a:lnTo>
                <a:lnTo>
                  <a:pt x="127339" y="93797"/>
                </a:lnTo>
                <a:lnTo>
                  <a:pt x="127463" y="94445"/>
                </a:lnTo>
                <a:lnTo>
                  <a:pt x="127597" y="95088"/>
                </a:lnTo>
                <a:lnTo>
                  <a:pt x="127739" y="95727"/>
                </a:lnTo>
                <a:lnTo>
                  <a:pt x="127891" y="96361"/>
                </a:lnTo>
                <a:lnTo>
                  <a:pt x="128053" y="96990"/>
                </a:lnTo>
                <a:lnTo>
                  <a:pt x="128223" y="97615"/>
                </a:lnTo>
                <a:lnTo>
                  <a:pt x="128402" y="98235"/>
                </a:lnTo>
                <a:lnTo>
                  <a:pt x="128591" y="98850"/>
                </a:lnTo>
                <a:lnTo>
                  <a:pt x="128789" y="99460"/>
                </a:lnTo>
                <a:lnTo>
                  <a:pt x="128996" y="100066"/>
                </a:lnTo>
                <a:lnTo>
                  <a:pt x="129213" y="100667"/>
                </a:lnTo>
                <a:lnTo>
                  <a:pt x="129438" y="101262"/>
                </a:lnTo>
                <a:lnTo>
                  <a:pt x="129670" y="101850"/>
                </a:lnTo>
                <a:lnTo>
                  <a:pt x="129909" y="102432"/>
                </a:lnTo>
                <a:lnTo>
                  <a:pt x="130156" y="103007"/>
                </a:lnTo>
                <a:lnTo>
                  <a:pt x="130411" y="103575"/>
                </a:lnTo>
                <a:lnTo>
                  <a:pt x="130672" y="104136"/>
                </a:lnTo>
                <a:lnTo>
                  <a:pt x="130942" y="104691"/>
                </a:lnTo>
                <a:lnTo>
                  <a:pt x="131218" y="105238"/>
                </a:lnTo>
                <a:lnTo>
                  <a:pt x="131502" y="105779"/>
                </a:lnTo>
                <a:lnTo>
                  <a:pt x="131794" y="106313"/>
                </a:lnTo>
                <a:lnTo>
                  <a:pt x="132093" y="106841"/>
                </a:lnTo>
                <a:lnTo>
                  <a:pt x="132399" y="107361"/>
                </a:lnTo>
                <a:lnTo>
                  <a:pt x="132713" y="107875"/>
                </a:lnTo>
                <a:lnTo>
                  <a:pt x="133034" y="108382"/>
                </a:lnTo>
                <a:lnTo>
                  <a:pt x="133362" y="108883"/>
                </a:lnTo>
                <a:lnTo>
                  <a:pt x="133698" y="109376"/>
                </a:lnTo>
                <a:lnTo>
                  <a:pt x="134042" y="109863"/>
                </a:lnTo>
                <a:lnTo>
                  <a:pt x="134393" y="110343"/>
                </a:lnTo>
                <a:lnTo>
                  <a:pt x="134751" y="110816"/>
                </a:lnTo>
                <a:lnTo>
                  <a:pt x="135116" y="111282"/>
                </a:lnTo>
                <a:lnTo>
                  <a:pt x="135490" y="111742"/>
                </a:lnTo>
                <a:lnTo>
                  <a:pt x="135870" y="112195"/>
                </a:lnTo>
                <a:lnTo>
                  <a:pt x="136258" y="112641"/>
                </a:lnTo>
                <a:lnTo>
                  <a:pt x="136653" y="113080"/>
                </a:lnTo>
                <a:lnTo>
                  <a:pt x="137055" y="113512"/>
                </a:lnTo>
                <a:lnTo>
                  <a:pt x="137464" y="113935"/>
                </a:lnTo>
                <a:lnTo>
                  <a:pt x="137878" y="114351"/>
                </a:lnTo>
                <a:lnTo>
                  <a:pt x="138299" y="114758"/>
                </a:lnTo>
                <a:lnTo>
                  <a:pt x="138725" y="115157"/>
                </a:lnTo>
                <a:lnTo>
                  <a:pt x="139158" y="115548"/>
                </a:lnTo>
                <a:lnTo>
                  <a:pt x="139597" y="115930"/>
                </a:lnTo>
                <a:lnTo>
                  <a:pt x="140042" y="116305"/>
                </a:lnTo>
                <a:lnTo>
                  <a:pt x="140493" y="116671"/>
                </a:lnTo>
                <a:lnTo>
                  <a:pt x="140951" y="117029"/>
                </a:lnTo>
                <a:lnTo>
                  <a:pt x="141414" y="117379"/>
                </a:lnTo>
                <a:lnTo>
                  <a:pt x="141884" y="117721"/>
                </a:lnTo>
                <a:lnTo>
                  <a:pt x="142359" y="118054"/>
                </a:lnTo>
                <a:lnTo>
                  <a:pt x="142841" y="118380"/>
                </a:lnTo>
                <a:lnTo>
                  <a:pt x="143329" y="118697"/>
                </a:lnTo>
                <a:lnTo>
                  <a:pt x="143824" y="119006"/>
                </a:lnTo>
                <a:lnTo>
                  <a:pt x="144324" y="119307"/>
                </a:lnTo>
                <a:lnTo>
                  <a:pt x="144830" y="119599"/>
                </a:lnTo>
                <a:lnTo>
                  <a:pt x="145343" y="119884"/>
                </a:lnTo>
                <a:lnTo>
                  <a:pt x="145862" y="120160"/>
                </a:lnTo>
                <a:lnTo>
                  <a:pt x="146387" y="120428"/>
                </a:lnTo>
                <a:lnTo>
                  <a:pt x="146918" y="120688"/>
                </a:lnTo>
                <a:lnTo>
                  <a:pt x="147455" y="120940"/>
                </a:lnTo>
                <a:lnTo>
                  <a:pt x="147998" y="121183"/>
                </a:lnTo>
                <a:lnTo>
                  <a:pt x="148547" y="121418"/>
                </a:lnTo>
                <a:lnTo>
                  <a:pt x="149100" y="121642"/>
                </a:lnTo>
                <a:lnTo>
                  <a:pt x="149657" y="121857"/>
                </a:lnTo>
                <a:lnTo>
                  <a:pt x="150218" y="122061"/>
                </a:lnTo>
                <a:lnTo>
                  <a:pt x="150784" y="122256"/>
                </a:lnTo>
                <a:lnTo>
                  <a:pt x="151355" y="122440"/>
                </a:lnTo>
                <a:lnTo>
                  <a:pt x="151929" y="122615"/>
                </a:lnTo>
                <a:lnTo>
                  <a:pt x="152508" y="122779"/>
                </a:lnTo>
                <a:lnTo>
                  <a:pt x="153092" y="122934"/>
                </a:lnTo>
                <a:lnTo>
                  <a:pt x="153679" y="123079"/>
                </a:lnTo>
                <a:lnTo>
                  <a:pt x="154271" y="123213"/>
                </a:lnTo>
                <a:lnTo>
                  <a:pt x="154868" y="123338"/>
                </a:lnTo>
                <a:lnTo>
                  <a:pt x="155468" y="123453"/>
                </a:lnTo>
                <a:lnTo>
                  <a:pt x="156073" y="123558"/>
                </a:lnTo>
                <a:lnTo>
                  <a:pt x="156683" y="123652"/>
                </a:lnTo>
                <a:lnTo>
                  <a:pt x="157297" y="123737"/>
                </a:lnTo>
                <a:lnTo>
                  <a:pt x="157915" y="123812"/>
                </a:lnTo>
                <a:lnTo>
                  <a:pt x="158537" y="123877"/>
                </a:lnTo>
                <a:lnTo>
                  <a:pt x="159164" y="123932"/>
                </a:lnTo>
                <a:lnTo>
                  <a:pt x="159795" y="123977"/>
                </a:lnTo>
                <a:lnTo>
                  <a:pt x="160431" y="124011"/>
                </a:lnTo>
                <a:lnTo>
                  <a:pt x="161071" y="124036"/>
                </a:lnTo>
                <a:lnTo>
                  <a:pt x="161715" y="124051"/>
                </a:lnTo>
                <a:lnTo>
                  <a:pt x="162363" y="124056"/>
                </a:lnTo>
                <a:lnTo>
                  <a:pt x="162956" y="124053"/>
                </a:lnTo>
                <a:lnTo>
                  <a:pt x="163542" y="124043"/>
                </a:lnTo>
                <a:lnTo>
                  <a:pt x="164122" y="124026"/>
                </a:lnTo>
                <a:lnTo>
                  <a:pt x="164696" y="124002"/>
                </a:lnTo>
                <a:lnTo>
                  <a:pt x="165264" y="123972"/>
                </a:lnTo>
                <a:lnTo>
                  <a:pt x="165826" y="123934"/>
                </a:lnTo>
                <a:lnTo>
                  <a:pt x="166381" y="123890"/>
                </a:lnTo>
                <a:lnTo>
                  <a:pt x="166931" y="123839"/>
                </a:lnTo>
                <a:lnTo>
                  <a:pt x="167474" y="123782"/>
                </a:lnTo>
                <a:lnTo>
                  <a:pt x="168011" y="123717"/>
                </a:lnTo>
                <a:lnTo>
                  <a:pt x="168542" y="123646"/>
                </a:lnTo>
                <a:lnTo>
                  <a:pt x="169067" y="123568"/>
                </a:lnTo>
                <a:lnTo>
                  <a:pt x="169586" y="123484"/>
                </a:lnTo>
                <a:lnTo>
                  <a:pt x="170098" y="123392"/>
                </a:lnTo>
                <a:lnTo>
                  <a:pt x="170605" y="123294"/>
                </a:lnTo>
                <a:lnTo>
                  <a:pt x="171105" y="123189"/>
                </a:lnTo>
                <a:lnTo>
                  <a:pt x="171599" y="123077"/>
                </a:lnTo>
                <a:lnTo>
                  <a:pt x="172087" y="122958"/>
                </a:lnTo>
                <a:lnTo>
                  <a:pt x="172569" y="122833"/>
                </a:lnTo>
                <a:lnTo>
                  <a:pt x="173045" y="122701"/>
                </a:lnTo>
                <a:lnTo>
                  <a:pt x="173515" y="122562"/>
                </a:lnTo>
                <a:lnTo>
                  <a:pt x="173978" y="122416"/>
                </a:lnTo>
                <a:lnTo>
                  <a:pt x="174436" y="122263"/>
                </a:lnTo>
                <a:lnTo>
                  <a:pt x="174887" y="122104"/>
                </a:lnTo>
                <a:lnTo>
                  <a:pt x="175332" y="121939"/>
                </a:lnTo>
                <a:lnTo>
                  <a:pt x="175772" y="121770"/>
                </a:lnTo>
                <a:lnTo>
                  <a:pt x="176207" y="121597"/>
                </a:lnTo>
                <a:lnTo>
                  <a:pt x="176636" y="121419"/>
                </a:lnTo>
                <a:lnTo>
                  <a:pt x="177060" y="121236"/>
                </a:lnTo>
                <a:lnTo>
                  <a:pt x="177479" y="121050"/>
                </a:lnTo>
                <a:lnTo>
                  <a:pt x="177892" y="120859"/>
                </a:lnTo>
                <a:lnTo>
                  <a:pt x="178300" y="120664"/>
                </a:lnTo>
                <a:lnTo>
                  <a:pt x="178703" y="120464"/>
                </a:lnTo>
                <a:lnTo>
                  <a:pt x="179100" y="120260"/>
                </a:lnTo>
                <a:lnTo>
                  <a:pt x="179491" y="120052"/>
                </a:lnTo>
                <a:lnTo>
                  <a:pt x="179878" y="119839"/>
                </a:lnTo>
                <a:lnTo>
                  <a:pt x="180259" y="119622"/>
                </a:lnTo>
                <a:lnTo>
                  <a:pt x="180634" y="119400"/>
                </a:lnTo>
                <a:lnTo>
                  <a:pt x="181005" y="119175"/>
                </a:lnTo>
                <a:lnTo>
                  <a:pt x="181370" y="118945"/>
                </a:lnTo>
                <a:lnTo>
                  <a:pt x="181729" y="118710"/>
                </a:lnTo>
                <a:lnTo>
                  <a:pt x="182083" y="118471"/>
                </a:lnTo>
                <a:lnTo>
                  <a:pt x="182432" y="118228"/>
                </a:lnTo>
                <a:lnTo>
                  <a:pt x="182775" y="117981"/>
                </a:lnTo>
                <a:lnTo>
                  <a:pt x="183113" y="117729"/>
                </a:lnTo>
                <a:lnTo>
                  <a:pt x="183446" y="117473"/>
                </a:lnTo>
                <a:lnTo>
                  <a:pt x="183773" y="117212"/>
                </a:lnTo>
                <a:lnTo>
                  <a:pt x="184095" y="116947"/>
                </a:lnTo>
                <a:lnTo>
                  <a:pt x="184412" y="116679"/>
                </a:lnTo>
                <a:lnTo>
                  <a:pt x="184726" y="116409"/>
                </a:lnTo>
                <a:lnTo>
                  <a:pt x="185035" y="116136"/>
                </a:lnTo>
                <a:lnTo>
                  <a:pt x="185339" y="115862"/>
                </a:lnTo>
                <a:lnTo>
                  <a:pt x="185640" y="115585"/>
                </a:lnTo>
                <a:lnTo>
                  <a:pt x="185937" y="115306"/>
                </a:lnTo>
                <a:lnTo>
                  <a:pt x="186230" y="115025"/>
                </a:lnTo>
                <a:lnTo>
                  <a:pt x="186518" y="114741"/>
                </a:lnTo>
                <a:lnTo>
                  <a:pt x="186803" y="114456"/>
                </a:lnTo>
                <a:lnTo>
                  <a:pt x="187083" y="114168"/>
                </a:lnTo>
                <a:lnTo>
                  <a:pt x="187359" y="113878"/>
                </a:lnTo>
                <a:lnTo>
                  <a:pt x="187631" y="113586"/>
                </a:lnTo>
                <a:lnTo>
                  <a:pt x="187899" y="113292"/>
                </a:lnTo>
                <a:lnTo>
                  <a:pt x="188163" y="112996"/>
                </a:lnTo>
                <a:lnTo>
                  <a:pt x="188423" y="112697"/>
                </a:lnTo>
                <a:lnTo>
                  <a:pt x="188679" y="112396"/>
                </a:lnTo>
                <a:lnTo>
                  <a:pt x="188931" y="112093"/>
                </a:lnTo>
                <a:lnTo>
                  <a:pt x="189178" y="111788"/>
                </a:lnTo>
                <a:lnTo>
                  <a:pt x="189422" y="111481"/>
                </a:lnTo>
                <a:lnTo>
                  <a:pt x="189661" y="111172"/>
                </a:lnTo>
                <a:lnTo>
                  <a:pt x="189897" y="110860"/>
                </a:lnTo>
                <a:lnTo>
                  <a:pt x="190128" y="110546"/>
                </a:lnTo>
                <a:lnTo>
                  <a:pt x="190355" y="110230"/>
                </a:lnTo>
                <a:lnTo>
                  <a:pt x="190578" y="109912"/>
                </a:lnTo>
                <a:lnTo>
                  <a:pt x="185053" y="105639"/>
                </a:lnTo>
                <a:lnTo>
                  <a:pt x="184689" y="106107"/>
                </a:lnTo>
                <a:lnTo>
                  <a:pt x="184321" y="106564"/>
                </a:lnTo>
                <a:lnTo>
                  <a:pt x="183948" y="107010"/>
                </a:lnTo>
                <a:lnTo>
                  <a:pt x="183572" y="107445"/>
                </a:lnTo>
                <a:lnTo>
                  <a:pt x="183192" y="107870"/>
                </a:lnTo>
                <a:lnTo>
                  <a:pt x="182808" y="108285"/>
                </a:lnTo>
                <a:lnTo>
                  <a:pt x="182420" y="108688"/>
                </a:lnTo>
                <a:lnTo>
                  <a:pt x="182028" y="109081"/>
                </a:lnTo>
                <a:lnTo>
                  <a:pt x="181633" y="109464"/>
                </a:lnTo>
                <a:lnTo>
                  <a:pt x="181233" y="109836"/>
                </a:lnTo>
                <a:lnTo>
                  <a:pt x="180829" y="110197"/>
                </a:lnTo>
                <a:lnTo>
                  <a:pt x="180421" y="110548"/>
                </a:lnTo>
                <a:lnTo>
                  <a:pt x="180009" y="110888"/>
                </a:lnTo>
                <a:lnTo>
                  <a:pt x="179594" y="111217"/>
                </a:lnTo>
                <a:lnTo>
                  <a:pt x="179174" y="111536"/>
                </a:lnTo>
                <a:lnTo>
                  <a:pt x="178750" y="111844"/>
                </a:lnTo>
                <a:lnTo>
                  <a:pt x="178323" y="112141"/>
                </a:lnTo>
                <a:lnTo>
                  <a:pt x="177891" y="112428"/>
                </a:lnTo>
                <a:lnTo>
                  <a:pt x="177456" y="112705"/>
                </a:lnTo>
                <a:lnTo>
                  <a:pt x="177016" y="112970"/>
                </a:lnTo>
                <a:lnTo>
                  <a:pt x="176573" y="113225"/>
                </a:lnTo>
                <a:lnTo>
                  <a:pt x="176125" y="113470"/>
                </a:lnTo>
                <a:lnTo>
                  <a:pt x="175674" y="113704"/>
                </a:lnTo>
                <a:lnTo>
                  <a:pt x="175218" y="113927"/>
                </a:lnTo>
                <a:lnTo>
                  <a:pt x="174758" y="114140"/>
                </a:lnTo>
                <a:lnTo>
                  <a:pt x="174293" y="114345"/>
                </a:lnTo>
                <a:lnTo>
                  <a:pt x="173823" y="114540"/>
                </a:lnTo>
                <a:lnTo>
                  <a:pt x="173347" y="114726"/>
                </a:lnTo>
                <a:lnTo>
                  <a:pt x="172866" y="114903"/>
                </a:lnTo>
                <a:lnTo>
                  <a:pt x="172380" y="115071"/>
                </a:lnTo>
                <a:lnTo>
                  <a:pt x="171888" y="115230"/>
                </a:lnTo>
                <a:lnTo>
                  <a:pt x="171392" y="115380"/>
                </a:lnTo>
                <a:lnTo>
                  <a:pt x="170890" y="115521"/>
                </a:lnTo>
                <a:lnTo>
                  <a:pt x="170383" y="115652"/>
                </a:lnTo>
                <a:lnTo>
                  <a:pt x="169870" y="115775"/>
                </a:lnTo>
                <a:lnTo>
                  <a:pt x="169353" y="115888"/>
                </a:lnTo>
                <a:lnTo>
                  <a:pt x="168830" y="115993"/>
                </a:lnTo>
                <a:lnTo>
                  <a:pt x="168301" y="116088"/>
                </a:lnTo>
                <a:lnTo>
                  <a:pt x="167768" y="116174"/>
                </a:lnTo>
                <a:lnTo>
                  <a:pt x="167229" y="116252"/>
                </a:lnTo>
                <a:lnTo>
                  <a:pt x="166686" y="116320"/>
                </a:lnTo>
                <a:lnTo>
                  <a:pt x="166136" y="116379"/>
                </a:lnTo>
                <a:lnTo>
                  <a:pt x="165582" y="116429"/>
                </a:lnTo>
                <a:lnTo>
                  <a:pt x="165022" y="116470"/>
                </a:lnTo>
                <a:lnTo>
                  <a:pt x="164458" y="116501"/>
                </a:lnTo>
                <a:lnTo>
                  <a:pt x="163888" y="116524"/>
                </a:lnTo>
                <a:lnTo>
                  <a:pt x="163312" y="116538"/>
                </a:lnTo>
                <a:lnTo>
                  <a:pt x="162732" y="116542"/>
                </a:lnTo>
                <a:lnTo>
                  <a:pt x="162224" y="116538"/>
                </a:lnTo>
                <a:lnTo>
                  <a:pt x="161720" y="116525"/>
                </a:lnTo>
                <a:lnTo>
                  <a:pt x="161220" y="116504"/>
                </a:lnTo>
                <a:lnTo>
                  <a:pt x="160724" y="116474"/>
                </a:lnTo>
                <a:lnTo>
                  <a:pt x="160232" y="116435"/>
                </a:lnTo>
                <a:lnTo>
                  <a:pt x="159743" y="116388"/>
                </a:lnTo>
                <a:lnTo>
                  <a:pt x="159259" y="116332"/>
                </a:lnTo>
                <a:lnTo>
                  <a:pt x="158778" y="116268"/>
                </a:lnTo>
                <a:lnTo>
                  <a:pt x="158301" y="116195"/>
                </a:lnTo>
                <a:lnTo>
                  <a:pt x="157828" y="116114"/>
                </a:lnTo>
                <a:lnTo>
                  <a:pt x="157359" y="116024"/>
                </a:lnTo>
                <a:lnTo>
                  <a:pt x="156893" y="115925"/>
                </a:lnTo>
                <a:lnTo>
                  <a:pt x="156432" y="115818"/>
                </a:lnTo>
                <a:lnTo>
                  <a:pt x="155974" y="115702"/>
                </a:lnTo>
                <a:lnTo>
                  <a:pt x="155520" y="115578"/>
                </a:lnTo>
                <a:lnTo>
                  <a:pt x="155070" y="115445"/>
                </a:lnTo>
                <a:lnTo>
                  <a:pt x="154624" y="115304"/>
                </a:lnTo>
                <a:lnTo>
                  <a:pt x="154182" y="115154"/>
                </a:lnTo>
                <a:lnTo>
                  <a:pt x="153743" y="114996"/>
                </a:lnTo>
                <a:lnTo>
                  <a:pt x="153308" y="114828"/>
                </a:lnTo>
                <a:lnTo>
                  <a:pt x="152877" y="114653"/>
                </a:lnTo>
                <a:lnTo>
                  <a:pt x="152450" y="114469"/>
                </a:lnTo>
                <a:lnTo>
                  <a:pt x="152027" y="114276"/>
                </a:lnTo>
                <a:lnTo>
                  <a:pt x="151608" y="114074"/>
                </a:lnTo>
                <a:lnTo>
                  <a:pt x="151193" y="113866"/>
                </a:lnTo>
                <a:lnTo>
                  <a:pt x="150783" y="113650"/>
                </a:lnTo>
                <a:lnTo>
                  <a:pt x="150377" y="113429"/>
                </a:lnTo>
                <a:lnTo>
                  <a:pt x="149977" y="113201"/>
                </a:lnTo>
                <a:lnTo>
                  <a:pt x="149581" y="112966"/>
                </a:lnTo>
                <a:lnTo>
                  <a:pt x="149191" y="112725"/>
                </a:lnTo>
                <a:lnTo>
                  <a:pt x="148805" y="112478"/>
                </a:lnTo>
                <a:lnTo>
                  <a:pt x="148424" y="112224"/>
                </a:lnTo>
                <a:lnTo>
                  <a:pt x="148048" y="111964"/>
                </a:lnTo>
                <a:lnTo>
                  <a:pt x="147676" y="111698"/>
                </a:lnTo>
                <a:lnTo>
                  <a:pt x="147310" y="111425"/>
                </a:lnTo>
                <a:lnTo>
                  <a:pt x="146948" y="111146"/>
                </a:lnTo>
                <a:lnTo>
                  <a:pt x="146592" y="110860"/>
                </a:lnTo>
                <a:lnTo>
                  <a:pt x="146240" y="110569"/>
                </a:lnTo>
                <a:lnTo>
                  <a:pt x="145893" y="110270"/>
                </a:lnTo>
                <a:lnTo>
                  <a:pt x="145551" y="109965"/>
                </a:lnTo>
                <a:lnTo>
                  <a:pt x="145213" y="109654"/>
                </a:lnTo>
                <a:lnTo>
                  <a:pt x="144881" y="109337"/>
                </a:lnTo>
                <a:lnTo>
                  <a:pt x="144553" y="109013"/>
                </a:lnTo>
                <a:lnTo>
                  <a:pt x="144231" y="108682"/>
                </a:lnTo>
                <a:lnTo>
                  <a:pt x="143913" y="108346"/>
                </a:lnTo>
                <a:lnTo>
                  <a:pt x="143600" y="108002"/>
                </a:lnTo>
                <a:lnTo>
                  <a:pt x="143292" y="107653"/>
                </a:lnTo>
                <a:lnTo>
                  <a:pt x="142989" y="107297"/>
                </a:lnTo>
                <a:lnTo>
                  <a:pt x="142691" y="106935"/>
                </a:lnTo>
                <a:lnTo>
                  <a:pt x="142398" y="106569"/>
                </a:lnTo>
                <a:lnTo>
                  <a:pt x="142112" y="106197"/>
                </a:lnTo>
                <a:lnTo>
                  <a:pt x="141830" y="105821"/>
                </a:lnTo>
                <a:lnTo>
                  <a:pt x="141555" y="105439"/>
                </a:lnTo>
                <a:lnTo>
                  <a:pt x="141285" y="105052"/>
                </a:lnTo>
                <a:lnTo>
                  <a:pt x="141021" y="104661"/>
                </a:lnTo>
                <a:lnTo>
                  <a:pt x="140762" y="104264"/>
                </a:lnTo>
                <a:lnTo>
                  <a:pt x="140509" y="103863"/>
                </a:lnTo>
                <a:lnTo>
                  <a:pt x="140262" y="103456"/>
                </a:lnTo>
                <a:lnTo>
                  <a:pt x="140020" y="103045"/>
                </a:lnTo>
                <a:lnTo>
                  <a:pt x="139784" y="102628"/>
                </a:lnTo>
                <a:lnTo>
                  <a:pt x="139554" y="102207"/>
                </a:lnTo>
                <a:lnTo>
                  <a:pt x="139329" y="101780"/>
                </a:lnTo>
                <a:lnTo>
                  <a:pt x="139110" y="101349"/>
                </a:lnTo>
                <a:lnTo>
                  <a:pt x="138896" y="100912"/>
                </a:lnTo>
                <a:lnTo>
                  <a:pt x="138688" y="100471"/>
                </a:lnTo>
                <a:lnTo>
                  <a:pt x="138486" y="100025"/>
                </a:lnTo>
                <a:lnTo>
                  <a:pt x="138289" y="99573"/>
                </a:lnTo>
                <a:lnTo>
                  <a:pt x="138098" y="99117"/>
                </a:lnTo>
                <a:lnTo>
                  <a:pt x="137913" y="98655"/>
                </a:lnTo>
                <a:lnTo>
                  <a:pt x="137733" y="98189"/>
                </a:lnTo>
                <a:lnTo>
                  <a:pt x="137559" y="97718"/>
                </a:lnTo>
                <a:lnTo>
                  <a:pt x="137390" y="97241"/>
                </a:lnTo>
                <a:lnTo>
                  <a:pt x="137228" y="96761"/>
                </a:lnTo>
                <a:lnTo>
                  <a:pt x="137072" y="96278"/>
                </a:lnTo>
                <a:lnTo>
                  <a:pt x="136924" y="95792"/>
                </a:lnTo>
                <a:lnTo>
                  <a:pt x="136782" y="95303"/>
                </a:lnTo>
                <a:lnTo>
                  <a:pt x="136648" y="94812"/>
                </a:lnTo>
                <a:lnTo>
                  <a:pt x="136520" y="94318"/>
                </a:lnTo>
                <a:lnTo>
                  <a:pt x="136399" y="93820"/>
                </a:lnTo>
                <a:lnTo>
                  <a:pt x="136285" y="93321"/>
                </a:lnTo>
                <a:lnTo>
                  <a:pt x="136178" y="92818"/>
                </a:lnTo>
                <a:lnTo>
                  <a:pt x="136078" y="92312"/>
                </a:lnTo>
                <a:lnTo>
                  <a:pt x="135985" y="91804"/>
                </a:lnTo>
                <a:lnTo>
                  <a:pt x="135898" y="91293"/>
                </a:lnTo>
                <a:lnTo>
                  <a:pt x="135819" y="90779"/>
                </a:lnTo>
                <a:lnTo>
                  <a:pt x="135746" y="90262"/>
                </a:lnTo>
                <a:lnTo>
                  <a:pt x="135681" y="89742"/>
                </a:lnTo>
                <a:lnTo>
                  <a:pt x="135622" y="89220"/>
                </a:lnTo>
                <a:lnTo>
                  <a:pt x="135570" y="88694"/>
                </a:lnTo>
                <a:lnTo>
                  <a:pt x="135525" y="88166"/>
                </a:lnTo>
                <a:lnTo>
                  <a:pt x="135487" y="87635"/>
                </a:lnTo>
                <a:lnTo>
                  <a:pt x="135456" y="87102"/>
                </a:lnTo>
                <a:lnTo>
                  <a:pt x="135432" y="86565"/>
                </a:lnTo>
                <a:lnTo>
                  <a:pt x="135415" y="86026"/>
                </a:lnTo>
                <a:lnTo>
                  <a:pt x="135404" y="85484"/>
                </a:lnTo>
                <a:lnTo>
                  <a:pt x="135401" y="84939"/>
                </a:lnTo>
                <a:lnTo>
                  <a:pt x="135401" y="83244"/>
                </a:lnTo>
                <a:lnTo>
                  <a:pt x="192272" y="83244"/>
                </a:lnTo>
                <a:lnTo>
                  <a:pt x="192272" y="77876"/>
                </a:lnTo>
                <a:lnTo>
                  <a:pt x="192269" y="77210"/>
                </a:lnTo>
                <a:lnTo>
                  <a:pt x="192258" y="76549"/>
                </a:lnTo>
                <a:lnTo>
                  <a:pt x="192240" y="75893"/>
                </a:lnTo>
                <a:close/>
                <a:moveTo>
                  <a:pt x="136028" y="73701"/>
                </a:moveTo>
                <a:lnTo>
                  <a:pt x="136120" y="73158"/>
                </a:lnTo>
                <a:lnTo>
                  <a:pt x="136219" y="72620"/>
                </a:lnTo>
                <a:lnTo>
                  <a:pt x="136325" y="72086"/>
                </a:lnTo>
                <a:lnTo>
                  <a:pt x="136437" y="71557"/>
                </a:lnTo>
                <a:lnTo>
                  <a:pt x="136555" y="71032"/>
                </a:lnTo>
                <a:lnTo>
                  <a:pt x="136680" y="70511"/>
                </a:lnTo>
                <a:lnTo>
                  <a:pt x="136811" y="69995"/>
                </a:lnTo>
                <a:lnTo>
                  <a:pt x="136948" y="69484"/>
                </a:lnTo>
                <a:lnTo>
                  <a:pt x="137092" y="68977"/>
                </a:lnTo>
                <a:lnTo>
                  <a:pt x="137243" y="68474"/>
                </a:lnTo>
                <a:lnTo>
                  <a:pt x="137399" y="67977"/>
                </a:lnTo>
                <a:lnTo>
                  <a:pt x="137560" y="67485"/>
                </a:lnTo>
                <a:lnTo>
                  <a:pt x="137727" y="66998"/>
                </a:lnTo>
                <a:lnTo>
                  <a:pt x="137898" y="66518"/>
                </a:lnTo>
                <a:lnTo>
                  <a:pt x="138076" y="66043"/>
                </a:lnTo>
                <a:lnTo>
                  <a:pt x="138258" y="65573"/>
                </a:lnTo>
                <a:lnTo>
                  <a:pt x="138445" y="65110"/>
                </a:lnTo>
                <a:lnTo>
                  <a:pt x="138638" y="64652"/>
                </a:lnTo>
                <a:lnTo>
                  <a:pt x="138836" y="64199"/>
                </a:lnTo>
                <a:lnTo>
                  <a:pt x="139040" y="63752"/>
                </a:lnTo>
                <a:lnTo>
                  <a:pt x="139248" y="63311"/>
                </a:lnTo>
                <a:lnTo>
                  <a:pt x="139462" y="62875"/>
                </a:lnTo>
                <a:lnTo>
                  <a:pt x="139681" y="62445"/>
                </a:lnTo>
                <a:lnTo>
                  <a:pt x="139905" y="62021"/>
                </a:lnTo>
                <a:lnTo>
                  <a:pt x="140135" y="61602"/>
                </a:lnTo>
                <a:lnTo>
                  <a:pt x="140369" y="61189"/>
                </a:lnTo>
                <a:lnTo>
                  <a:pt x="140609" y="60782"/>
                </a:lnTo>
                <a:lnTo>
                  <a:pt x="140855" y="60380"/>
                </a:lnTo>
                <a:lnTo>
                  <a:pt x="141105" y="59984"/>
                </a:lnTo>
                <a:lnTo>
                  <a:pt x="141361" y="59593"/>
                </a:lnTo>
                <a:lnTo>
                  <a:pt x="141622" y="59208"/>
                </a:lnTo>
                <a:lnTo>
                  <a:pt x="141888" y="58829"/>
                </a:lnTo>
                <a:lnTo>
                  <a:pt x="142159" y="58455"/>
                </a:lnTo>
                <a:lnTo>
                  <a:pt x="142436" y="58087"/>
                </a:lnTo>
                <a:lnTo>
                  <a:pt x="142718" y="57725"/>
                </a:lnTo>
                <a:lnTo>
                  <a:pt x="143004" y="57370"/>
                </a:lnTo>
                <a:lnTo>
                  <a:pt x="143294" y="57023"/>
                </a:lnTo>
                <a:lnTo>
                  <a:pt x="143589" y="56682"/>
                </a:lnTo>
                <a:lnTo>
                  <a:pt x="143889" y="56349"/>
                </a:lnTo>
                <a:lnTo>
                  <a:pt x="144193" y="56022"/>
                </a:lnTo>
                <a:lnTo>
                  <a:pt x="144501" y="55702"/>
                </a:lnTo>
                <a:lnTo>
                  <a:pt x="144814" y="55390"/>
                </a:lnTo>
                <a:lnTo>
                  <a:pt x="145131" y="55084"/>
                </a:lnTo>
                <a:lnTo>
                  <a:pt x="145453" y="54786"/>
                </a:lnTo>
                <a:lnTo>
                  <a:pt x="145780" y="54495"/>
                </a:lnTo>
                <a:lnTo>
                  <a:pt x="146110" y="54210"/>
                </a:lnTo>
                <a:lnTo>
                  <a:pt x="146446" y="53933"/>
                </a:lnTo>
                <a:lnTo>
                  <a:pt x="146785" y="53663"/>
                </a:lnTo>
                <a:lnTo>
                  <a:pt x="147130" y="53399"/>
                </a:lnTo>
                <a:lnTo>
                  <a:pt x="147478" y="53143"/>
                </a:lnTo>
                <a:lnTo>
                  <a:pt x="147832" y="52894"/>
                </a:lnTo>
                <a:lnTo>
                  <a:pt x="148189" y="52652"/>
                </a:lnTo>
                <a:lnTo>
                  <a:pt x="148551" y="52417"/>
                </a:lnTo>
                <a:lnTo>
                  <a:pt x="148918" y="52188"/>
                </a:lnTo>
                <a:lnTo>
                  <a:pt x="149289" y="51967"/>
                </a:lnTo>
                <a:lnTo>
                  <a:pt x="149665" y="51753"/>
                </a:lnTo>
                <a:lnTo>
                  <a:pt x="150045" y="51546"/>
                </a:lnTo>
                <a:lnTo>
                  <a:pt x="150429" y="51346"/>
                </a:lnTo>
                <a:lnTo>
                  <a:pt x="150818" y="51154"/>
                </a:lnTo>
                <a:lnTo>
                  <a:pt x="151210" y="50970"/>
                </a:lnTo>
                <a:lnTo>
                  <a:pt x="151606" y="50794"/>
                </a:lnTo>
                <a:lnTo>
                  <a:pt x="152005" y="50626"/>
                </a:lnTo>
                <a:lnTo>
                  <a:pt x="152408" y="50466"/>
                </a:lnTo>
                <a:lnTo>
                  <a:pt x="152814" y="50315"/>
                </a:lnTo>
                <a:lnTo>
                  <a:pt x="153224" y="50172"/>
                </a:lnTo>
                <a:lnTo>
                  <a:pt x="153638" y="50037"/>
                </a:lnTo>
                <a:lnTo>
                  <a:pt x="154055" y="49910"/>
                </a:lnTo>
                <a:lnTo>
                  <a:pt x="154476" y="49791"/>
                </a:lnTo>
                <a:lnTo>
                  <a:pt x="154900" y="49681"/>
                </a:lnTo>
                <a:lnTo>
                  <a:pt x="155328" y="49578"/>
                </a:lnTo>
                <a:lnTo>
                  <a:pt x="155760" y="49484"/>
                </a:lnTo>
                <a:lnTo>
                  <a:pt x="156195" y="49398"/>
                </a:lnTo>
                <a:lnTo>
                  <a:pt x="156633" y="49320"/>
                </a:lnTo>
                <a:lnTo>
                  <a:pt x="157076" y="49251"/>
                </a:lnTo>
                <a:lnTo>
                  <a:pt x="157521" y="49190"/>
                </a:lnTo>
                <a:lnTo>
                  <a:pt x="157971" y="49136"/>
                </a:lnTo>
                <a:lnTo>
                  <a:pt x="158424" y="49091"/>
                </a:lnTo>
                <a:lnTo>
                  <a:pt x="158880" y="49054"/>
                </a:lnTo>
                <a:lnTo>
                  <a:pt x="159341" y="49026"/>
                </a:lnTo>
                <a:lnTo>
                  <a:pt x="159804" y="49005"/>
                </a:lnTo>
                <a:lnTo>
                  <a:pt x="160272" y="48993"/>
                </a:lnTo>
                <a:lnTo>
                  <a:pt x="160743" y="48989"/>
                </a:lnTo>
                <a:lnTo>
                  <a:pt x="161364" y="48995"/>
                </a:lnTo>
                <a:lnTo>
                  <a:pt x="161977" y="49015"/>
                </a:lnTo>
                <a:lnTo>
                  <a:pt x="162581" y="49046"/>
                </a:lnTo>
                <a:lnTo>
                  <a:pt x="163177" y="49091"/>
                </a:lnTo>
                <a:lnTo>
                  <a:pt x="163763" y="49148"/>
                </a:lnTo>
                <a:lnTo>
                  <a:pt x="164341" y="49219"/>
                </a:lnTo>
                <a:lnTo>
                  <a:pt x="164910" y="49302"/>
                </a:lnTo>
                <a:lnTo>
                  <a:pt x="165470" y="49397"/>
                </a:lnTo>
                <a:lnTo>
                  <a:pt x="166021" y="49506"/>
                </a:lnTo>
                <a:lnTo>
                  <a:pt x="166563" y="49627"/>
                </a:lnTo>
                <a:lnTo>
                  <a:pt x="167097" y="49761"/>
                </a:lnTo>
                <a:lnTo>
                  <a:pt x="167621" y="49908"/>
                </a:lnTo>
                <a:lnTo>
                  <a:pt x="168137" y="50067"/>
                </a:lnTo>
                <a:lnTo>
                  <a:pt x="168644" y="50239"/>
                </a:lnTo>
                <a:lnTo>
                  <a:pt x="169142" y="50424"/>
                </a:lnTo>
                <a:lnTo>
                  <a:pt x="169632" y="50622"/>
                </a:lnTo>
                <a:lnTo>
                  <a:pt x="170112" y="50832"/>
                </a:lnTo>
                <a:lnTo>
                  <a:pt x="170584" y="51056"/>
                </a:lnTo>
                <a:lnTo>
                  <a:pt x="171047" y="51292"/>
                </a:lnTo>
                <a:lnTo>
                  <a:pt x="171501" y="51541"/>
                </a:lnTo>
                <a:lnTo>
                  <a:pt x="171946" y="51802"/>
                </a:lnTo>
                <a:lnTo>
                  <a:pt x="172383" y="52076"/>
                </a:lnTo>
                <a:lnTo>
                  <a:pt x="172810" y="52363"/>
                </a:lnTo>
                <a:lnTo>
                  <a:pt x="173229" y="52663"/>
                </a:lnTo>
                <a:lnTo>
                  <a:pt x="173639" y="52973"/>
                </a:lnTo>
                <a:lnTo>
                  <a:pt x="174041" y="53290"/>
                </a:lnTo>
                <a:lnTo>
                  <a:pt x="174434" y="53615"/>
                </a:lnTo>
                <a:lnTo>
                  <a:pt x="174819" y="53947"/>
                </a:lnTo>
                <a:lnTo>
                  <a:pt x="175196" y="54287"/>
                </a:lnTo>
                <a:lnTo>
                  <a:pt x="175564" y="54635"/>
                </a:lnTo>
                <a:lnTo>
                  <a:pt x="175923" y="54990"/>
                </a:lnTo>
                <a:lnTo>
                  <a:pt x="176274" y="55352"/>
                </a:lnTo>
                <a:lnTo>
                  <a:pt x="176617" y="55722"/>
                </a:lnTo>
                <a:lnTo>
                  <a:pt x="176951" y="56100"/>
                </a:lnTo>
                <a:lnTo>
                  <a:pt x="177277" y="56485"/>
                </a:lnTo>
                <a:lnTo>
                  <a:pt x="177594" y="56877"/>
                </a:lnTo>
                <a:lnTo>
                  <a:pt x="177903" y="57277"/>
                </a:lnTo>
                <a:lnTo>
                  <a:pt x="178203" y="57685"/>
                </a:lnTo>
                <a:lnTo>
                  <a:pt x="178495" y="58100"/>
                </a:lnTo>
                <a:lnTo>
                  <a:pt x="178779" y="58523"/>
                </a:lnTo>
                <a:lnTo>
                  <a:pt x="179054" y="58953"/>
                </a:lnTo>
                <a:lnTo>
                  <a:pt x="179321" y="59391"/>
                </a:lnTo>
                <a:lnTo>
                  <a:pt x="179579" y="59836"/>
                </a:lnTo>
                <a:lnTo>
                  <a:pt x="179829" y="60289"/>
                </a:lnTo>
                <a:lnTo>
                  <a:pt x="180070" y="60749"/>
                </a:lnTo>
                <a:lnTo>
                  <a:pt x="180303" y="61217"/>
                </a:lnTo>
                <a:lnTo>
                  <a:pt x="180527" y="61693"/>
                </a:lnTo>
                <a:lnTo>
                  <a:pt x="180743" y="62176"/>
                </a:lnTo>
                <a:lnTo>
                  <a:pt x="180951" y="62664"/>
                </a:lnTo>
                <a:lnTo>
                  <a:pt x="181150" y="63155"/>
                </a:lnTo>
                <a:lnTo>
                  <a:pt x="181341" y="63649"/>
                </a:lnTo>
                <a:lnTo>
                  <a:pt x="181524" y="64146"/>
                </a:lnTo>
                <a:lnTo>
                  <a:pt x="181698" y="64646"/>
                </a:lnTo>
                <a:lnTo>
                  <a:pt x="181865" y="65149"/>
                </a:lnTo>
                <a:lnTo>
                  <a:pt x="182022" y="65654"/>
                </a:lnTo>
                <a:lnTo>
                  <a:pt x="182172" y="66163"/>
                </a:lnTo>
                <a:lnTo>
                  <a:pt x="182313" y="66675"/>
                </a:lnTo>
                <a:lnTo>
                  <a:pt x="182446" y="67189"/>
                </a:lnTo>
                <a:lnTo>
                  <a:pt x="182570" y="67707"/>
                </a:lnTo>
                <a:lnTo>
                  <a:pt x="182686" y="68227"/>
                </a:lnTo>
                <a:lnTo>
                  <a:pt x="182794" y="68751"/>
                </a:lnTo>
                <a:lnTo>
                  <a:pt x="182894" y="69277"/>
                </a:lnTo>
                <a:lnTo>
                  <a:pt x="182985" y="69806"/>
                </a:lnTo>
                <a:lnTo>
                  <a:pt x="183068" y="70338"/>
                </a:lnTo>
                <a:lnTo>
                  <a:pt x="183143" y="70873"/>
                </a:lnTo>
                <a:lnTo>
                  <a:pt x="183209" y="71411"/>
                </a:lnTo>
                <a:lnTo>
                  <a:pt x="183267" y="71952"/>
                </a:lnTo>
                <a:lnTo>
                  <a:pt x="183317" y="72496"/>
                </a:lnTo>
                <a:lnTo>
                  <a:pt x="183358" y="73043"/>
                </a:lnTo>
                <a:lnTo>
                  <a:pt x="183391" y="73593"/>
                </a:lnTo>
                <a:lnTo>
                  <a:pt x="183416" y="74146"/>
                </a:lnTo>
                <a:lnTo>
                  <a:pt x="183432" y="74701"/>
                </a:lnTo>
                <a:lnTo>
                  <a:pt x="183432" y="75657"/>
                </a:lnTo>
                <a:lnTo>
                  <a:pt x="135752" y="75657"/>
                </a:lnTo>
                <a:lnTo>
                  <a:pt x="135788" y="75357"/>
                </a:lnTo>
                <a:lnTo>
                  <a:pt x="135861" y="74800"/>
                </a:lnTo>
                <a:lnTo>
                  <a:pt x="135941" y="74248"/>
                </a:lnTo>
                <a:lnTo>
                  <a:pt x="136028" y="73701"/>
                </a:lnTo>
                <a:close/>
                <a:moveTo>
                  <a:pt x="261001" y="52479"/>
                </a:moveTo>
                <a:lnTo>
                  <a:pt x="260701" y="52092"/>
                </a:lnTo>
                <a:lnTo>
                  <a:pt x="260395" y="51711"/>
                </a:lnTo>
                <a:lnTo>
                  <a:pt x="260085" y="51335"/>
                </a:lnTo>
                <a:lnTo>
                  <a:pt x="259769" y="50965"/>
                </a:lnTo>
                <a:lnTo>
                  <a:pt x="259449" y="50600"/>
                </a:lnTo>
                <a:lnTo>
                  <a:pt x="259123" y="50241"/>
                </a:lnTo>
                <a:lnTo>
                  <a:pt x="258792" y="49889"/>
                </a:lnTo>
                <a:lnTo>
                  <a:pt x="258456" y="49543"/>
                </a:lnTo>
                <a:lnTo>
                  <a:pt x="258114" y="49204"/>
                </a:lnTo>
                <a:lnTo>
                  <a:pt x="257768" y="48872"/>
                </a:lnTo>
                <a:lnTo>
                  <a:pt x="257417" y="48547"/>
                </a:lnTo>
                <a:lnTo>
                  <a:pt x="257060" y="48229"/>
                </a:lnTo>
                <a:lnTo>
                  <a:pt x="256698" y="47918"/>
                </a:lnTo>
                <a:lnTo>
                  <a:pt x="256331" y="47614"/>
                </a:lnTo>
                <a:lnTo>
                  <a:pt x="255960" y="47317"/>
                </a:lnTo>
                <a:lnTo>
                  <a:pt x="255583" y="47026"/>
                </a:lnTo>
                <a:lnTo>
                  <a:pt x="255200" y="46743"/>
                </a:lnTo>
                <a:lnTo>
                  <a:pt x="254813" y="46466"/>
                </a:lnTo>
                <a:lnTo>
                  <a:pt x="254421" y="46196"/>
                </a:lnTo>
                <a:lnTo>
                  <a:pt x="254023" y="45933"/>
                </a:lnTo>
                <a:lnTo>
                  <a:pt x="253621" y="45677"/>
                </a:lnTo>
                <a:lnTo>
                  <a:pt x="253213" y="45428"/>
                </a:lnTo>
                <a:lnTo>
                  <a:pt x="252800" y="45186"/>
                </a:lnTo>
                <a:lnTo>
                  <a:pt x="252382" y="44951"/>
                </a:lnTo>
                <a:lnTo>
                  <a:pt x="251959" y="44723"/>
                </a:lnTo>
                <a:lnTo>
                  <a:pt x="251531" y="44501"/>
                </a:lnTo>
                <a:lnTo>
                  <a:pt x="251097" y="44287"/>
                </a:lnTo>
                <a:lnTo>
                  <a:pt x="250659" y="44079"/>
                </a:lnTo>
                <a:lnTo>
                  <a:pt x="250216" y="43879"/>
                </a:lnTo>
                <a:lnTo>
                  <a:pt x="249767" y="43685"/>
                </a:lnTo>
                <a:lnTo>
                  <a:pt x="249313" y="43499"/>
                </a:lnTo>
                <a:lnTo>
                  <a:pt x="248853" y="43320"/>
                </a:lnTo>
                <a:lnTo>
                  <a:pt x="248387" y="43150"/>
                </a:lnTo>
                <a:lnTo>
                  <a:pt x="247916" y="42987"/>
                </a:lnTo>
                <a:lnTo>
                  <a:pt x="247439" y="42833"/>
                </a:lnTo>
                <a:lnTo>
                  <a:pt x="246956" y="42686"/>
                </a:lnTo>
                <a:lnTo>
                  <a:pt x="246467" y="42547"/>
                </a:lnTo>
                <a:lnTo>
                  <a:pt x="245973" y="42416"/>
                </a:lnTo>
                <a:lnTo>
                  <a:pt x="245473" y="42293"/>
                </a:lnTo>
                <a:lnTo>
                  <a:pt x="244967" y="42178"/>
                </a:lnTo>
                <a:lnTo>
                  <a:pt x="244455" y="42071"/>
                </a:lnTo>
                <a:lnTo>
                  <a:pt x="243938" y="41972"/>
                </a:lnTo>
                <a:lnTo>
                  <a:pt x="243415" y="41881"/>
                </a:lnTo>
                <a:lnTo>
                  <a:pt x="242886" y="41798"/>
                </a:lnTo>
                <a:lnTo>
                  <a:pt x="242351" y="41722"/>
                </a:lnTo>
                <a:lnTo>
                  <a:pt x="241811" y="41655"/>
                </a:lnTo>
                <a:lnTo>
                  <a:pt x="241265" y="41595"/>
                </a:lnTo>
                <a:lnTo>
                  <a:pt x="240713" y="41544"/>
                </a:lnTo>
                <a:lnTo>
                  <a:pt x="240155" y="41500"/>
                </a:lnTo>
                <a:lnTo>
                  <a:pt x="239592" y="41465"/>
                </a:lnTo>
                <a:lnTo>
                  <a:pt x="239022" y="41437"/>
                </a:lnTo>
                <a:lnTo>
                  <a:pt x="238447" y="41417"/>
                </a:lnTo>
                <a:lnTo>
                  <a:pt x="237867" y="41405"/>
                </a:lnTo>
                <a:lnTo>
                  <a:pt x="237280" y="41401"/>
                </a:lnTo>
                <a:lnTo>
                  <a:pt x="236675" y="41406"/>
                </a:lnTo>
                <a:lnTo>
                  <a:pt x="236076" y="41421"/>
                </a:lnTo>
                <a:lnTo>
                  <a:pt x="235482" y="41446"/>
                </a:lnTo>
                <a:lnTo>
                  <a:pt x="234893" y="41480"/>
                </a:lnTo>
                <a:lnTo>
                  <a:pt x="234310" y="41524"/>
                </a:lnTo>
                <a:lnTo>
                  <a:pt x="233733" y="41578"/>
                </a:lnTo>
                <a:lnTo>
                  <a:pt x="233161" y="41642"/>
                </a:lnTo>
                <a:lnTo>
                  <a:pt x="232594" y="41716"/>
                </a:lnTo>
                <a:lnTo>
                  <a:pt x="232033" y="41800"/>
                </a:lnTo>
                <a:lnTo>
                  <a:pt x="231478" y="41894"/>
                </a:lnTo>
                <a:lnTo>
                  <a:pt x="230928" y="41997"/>
                </a:lnTo>
                <a:lnTo>
                  <a:pt x="230383" y="42110"/>
                </a:lnTo>
                <a:lnTo>
                  <a:pt x="229844" y="42233"/>
                </a:lnTo>
                <a:lnTo>
                  <a:pt x="229311" y="42366"/>
                </a:lnTo>
                <a:lnTo>
                  <a:pt x="228783" y="42509"/>
                </a:lnTo>
                <a:lnTo>
                  <a:pt x="228260" y="42662"/>
                </a:lnTo>
                <a:lnTo>
                  <a:pt x="227743" y="42824"/>
                </a:lnTo>
                <a:lnTo>
                  <a:pt x="227231" y="42997"/>
                </a:lnTo>
                <a:lnTo>
                  <a:pt x="226725" y="43179"/>
                </a:lnTo>
                <a:lnTo>
                  <a:pt x="226225" y="43371"/>
                </a:lnTo>
                <a:lnTo>
                  <a:pt x="225730" y="43573"/>
                </a:lnTo>
                <a:lnTo>
                  <a:pt x="225240" y="43784"/>
                </a:lnTo>
                <a:lnTo>
                  <a:pt x="224756" y="44006"/>
                </a:lnTo>
                <a:lnTo>
                  <a:pt x="224278" y="44237"/>
                </a:lnTo>
                <a:lnTo>
                  <a:pt x="223805" y="44478"/>
                </a:lnTo>
                <a:lnTo>
                  <a:pt x="223338" y="44728"/>
                </a:lnTo>
                <a:lnTo>
                  <a:pt x="222877" y="44986"/>
                </a:lnTo>
                <a:lnTo>
                  <a:pt x="222422" y="45252"/>
                </a:lnTo>
                <a:lnTo>
                  <a:pt x="221973" y="45528"/>
                </a:lnTo>
                <a:lnTo>
                  <a:pt x="221529" y="45812"/>
                </a:lnTo>
                <a:lnTo>
                  <a:pt x="221092" y="46105"/>
                </a:lnTo>
                <a:lnTo>
                  <a:pt x="220660" y="46407"/>
                </a:lnTo>
                <a:lnTo>
                  <a:pt x="220234" y="46717"/>
                </a:lnTo>
                <a:lnTo>
                  <a:pt x="219814" y="47036"/>
                </a:lnTo>
                <a:lnTo>
                  <a:pt x="219400" y="47363"/>
                </a:lnTo>
                <a:lnTo>
                  <a:pt x="218992" y="47700"/>
                </a:lnTo>
                <a:lnTo>
                  <a:pt x="218590" y="48045"/>
                </a:lnTo>
                <a:lnTo>
                  <a:pt x="218194" y="48399"/>
                </a:lnTo>
                <a:lnTo>
                  <a:pt x="217803" y="48761"/>
                </a:lnTo>
                <a:lnTo>
                  <a:pt x="217419" y="49132"/>
                </a:lnTo>
                <a:lnTo>
                  <a:pt x="217040" y="49512"/>
                </a:lnTo>
                <a:lnTo>
                  <a:pt x="216667" y="49901"/>
                </a:lnTo>
                <a:lnTo>
                  <a:pt x="216300" y="50298"/>
                </a:lnTo>
                <a:lnTo>
                  <a:pt x="215939" y="50704"/>
                </a:lnTo>
                <a:lnTo>
                  <a:pt x="215584" y="51118"/>
                </a:lnTo>
                <a:lnTo>
                  <a:pt x="215235" y="51542"/>
                </a:lnTo>
                <a:lnTo>
                  <a:pt x="214891" y="51974"/>
                </a:lnTo>
                <a:lnTo>
                  <a:pt x="214554" y="52415"/>
                </a:lnTo>
                <a:lnTo>
                  <a:pt x="214223" y="52863"/>
                </a:lnTo>
                <a:lnTo>
                  <a:pt x="213898" y="53320"/>
                </a:lnTo>
                <a:lnTo>
                  <a:pt x="213580" y="53783"/>
                </a:lnTo>
                <a:lnTo>
                  <a:pt x="213270" y="54254"/>
                </a:lnTo>
                <a:lnTo>
                  <a:pt x="212966" y="54733"/>
                </a:lnTo>
                <a:lnTo>
                  <a:pt x="212668" y="55219"/>
                </a:lnTo>
                <a:lnTo>
                  <a:pt x="212378" y="55712"/>
                </a:lnTo>
                <a:lnTo>
                  <a:pt x="212094" y="56213"/>
                </a:lnTo>
                <a:lnTo>
                  <a:pt x="211817" y="56721"/>
                </a:lnTo>
                <a:lnTo>
                  <a:pt x="211547" y="57236"/>
                </a:lnTo>
                <a:lnTo>
                  <a:pt x="211283" y="57759"/>
                </a:lnTo>
                <a:lnTo>
                  <a:pt x="211027" y="58290"/>
                </a:lnTo>
                <a:lnTo>
                  <a:pt x="210777" y="58827"/>
                </a:lnTo>
                <a:lnTo>
                  <a:pt x="210534" y="59373"/>
                </a:lnTo>
                <a:lnTo>
                  <a:pt x="210298" y="59925"/>
                </a:lnTo>
                <a:lnTo>
                  <a:pt x="210068" y="60485"/>
                </a:lnTo>
                <a:lnTo>
                  <a:pt x="209845" y="61053"/>
                </a:lnTo>
                <a:lnTo>
                  <a:pt x="209629" y="61628"/>
                </a:lnTo>
                <a:lnTo>
                  <a:pt x="209420" y="62210"/>
                </a:lnTo>
                <a:lnTo>
                  <a:pt x="209218" y="62800"/>
                </a:lnTo>
                <a:lnTo>
                  <a:pt x="209022" y="63397"/>
                </a:lnTo>
                <a:lnTo>
                  <a:pt x="208833" y="64001"/>
                </a:lnTo>
                <a:lnTo>
                  <a:pt x="208651" y="64613"/>
                </a:lnTo>
                <a:lnTo>
                  <a:pt x="208476" y="65233"/>
                </a:lnTo>
                <a:lnTo>
                  <a:pt x="208308" y="65859"/>
                </a:lnTo>
                <a:lnTo>
                  <a:pt x="208147" y="66491"/>
                </a:lnTo>
                <a:lnTo>
                  <a:pt x="207993" y="67130"/>
                </a:lnTo>
                <a:lnTo>
                  <a:pt x="207846" y="67775"/>
                </a:lnTo>
                <a:lnTo>
                  <a:pt x="207706" y="68427"/>
                </a:lnTo>
                <a:lnTo>
                  <a:pt x="207574" y="69084"/>
                </a:lnTo>
                <a:lnTo>
                  <a:pt x="207448" y="69748"/>
                </a:lnTo>
                <a:lnTo>
                  <a:pt x="207330" y="70418"/>
                </a:lnTo>
                <a:lnTo>
                  <a:pt x="207219" y="71094"/>
                </a:lnTo>
                <a:lnTo>
                  <a:pt x="207115" y="71777"/>
                </a:lnTo>
                <a:lnTo>
                  <a:pt x="207019" y="72466"/>
                </a:lnTo>
                <a:lnTo>
                  <a:pt x="206929" y="73161"/>
                </a:lnTo>
                <a:lnTo>
                  <a:pt x="206847" y="73863"/>
                </a:lnTo>
                <a:lnTo>
                  <a:pt x="206772" y="74570"/>
                </a:lnTo>
                <a:lnTo>
                  <a:pt x="206704" y="75284"/>
                </a:lnTo>
                <a:lnTo>
                  <a:pt x="206643" y="76005"/>
                </a:lnTo>
                <a:lnTo>
                  <a:pt x="206589" y="76731"/>
                </a:lnTo>
                <a:lnTo>
                  <a:pt x="206542" y="77464"/>
                </a:lnTo>
                <a:lnTo>
                  <a:pt x="206503" y="78203"/>
                </a:lnTo>
                <a:lnTo>
                  <a:pt x="206471" y="78948"/>
                </a:lnTo>
                <a:lnTo>
                  <a:pt x="206446" y="79700"/>
                </a:lnTo>
                <a:lnTo>
                  <a:pt x="206428" y="80458"/>
                </a:lnTo>
                <a:lnTo>
                  <a:pt x="206417" y="81222"/>
                </a:lnTo>
                <a:lnTo>
                  <a:pt x="206413" y="81992"/>
                </a:lnTo>
                <a:lnTo>
                  <a:pt x="206413" y="83539"/>
                </a:lnTo>
                <a:lnTo>
                  <a:pt x="206417" y="84279"/>
                </a:lnTo>
                <a:lnTo>
                  <a:pt x="206428" y="85014"/>
                </a:lnTo>
                <a:lnTo>
                  <a:pt x="206446" y="85744"/>
                </a:lnTo>
                <a:lnTo>
                  <a:pt x="206472" y="86468"/>
                </a:lnTo>
                <a:lnTo>
                  <a:pt x="206505" y="87188"/>
                </a:lnTo>
                <a:lnTo>
                  <a:pt x="206545" y="87902"/>
                </a:lnTo>
                <a:lnTo>
                  <a:pt x="206592" y="88610"/>
                </a:lnTo>
                <a:lnTo>
                  <a:pt x="206647" y="89314"/>
                </a:lnTo>
                <a:lnTo>
                  <a:pt x="206709" y="90012"/>
                </a:lnTo>
                <a:lnTo>
                  <a:pt x="206778" y="90705"/>
                </a:lnTo>
                <a:lnTo>
                  <a:pt x="206854" y="91393"/>
                </a:lnTo>
                <a:lnTo>
                  <a:pt x="206938" y="92075"/>
                </a:lnTo>
                <a:lnTo>
                  <a:pt x="207029" y="92753"/>
                </a:lnTo>
                <a:lnTo>
                  <a:pt x="207128" y="93425"/>
                </a:lnTo>
                <a:lnTo>
                  <a:pt x="207234" y="94091"/>
                </a:lnTo>
                <a:lnTo>
                  <a:pt x="207347" y="94753"/>
                </a:lnTo>
                <a:lnTo>
                  <a:pt x="207467" y="95409"/>
                </a:lnTo>
                <a:lnTo>
                  <a:pt x="207594" y="96060"/>
                </a:lnTo>
                <a:lnTo>
                  <a:pt x="207729" y="96706"/>
                </a:lnTo>
                <a:lnTo>
                  <a:pt x="207871" y="97347"/>
                </a:lnTo>
                <a:lnTo>
                  <a:pt x="208021" y="97982"/>
                </a:lnTo>
                <a:lnTo>
                  <a:pt x="208178" y="98612"/>
                </a:lnTo>
                <a:lnTo>
                  <a:pt x="208342" y="99237"/>
                </a:lnTo>
                <a:lnTo>
                  <a:pt x="208513" y="99857"/>
                </a:lnTo>
                <a:lnTo>
                  <a:pt x="208691" y="100470"/>
                </a:lnTo>
                <a:lnTo>
                  <a:pt x="208876" y="101077"/>
                </a:lnTo>
                <a:lnTo>
                  <a:pt x="209067" y="101676"/>
                </a:lnTo>
                <a:lnTo>
                  <a:pt x="209264" y="102269"/>
                </a:lnTo>
                <a:lnTo>
                  <a:pt x="209468" y="102855"/>
                </a:lnTo>
                <a:lnTo>
                  <a:pt x="209678" y="103434"/>
                </a:lnTo>
                <a:lnTo>
                  <a:pt x="209894" y="104006"/>
                </a:lnTo>
                <a:lnTo>
                  <a:pt x="210117" y="104571"/>
                </a:lnTo>
                <a:lnTo>
                  <a:pt x="210347" y="105130"/>
                </a:lnTo>
                <a:lnTo>
                  <a:pt x="210582" y="105681"/>
                </a:lnTo>
                <a:lnTo>
                  <a:pt x="210824" y="106225"/>
                </a:lnTo>
                <a:lnTo>
                  <a:pt x="211073" y="106763"/>
                </a:lnTo>
                <a:lnTo>
                  <a:pt x="211328" y="107293"/>
                </a:lnTo>
                <a:lnTo>
                  <a:pt x="211589" y="107817"/>
                </a:lnTo>
                <a:lnTo>
                  <a:pt x="211857" y="108334"/>
                </a:lnTo>
                <a:lnTo>
                  <a:pt x="212131" y="108844"/>
                </a:lnTo>
                <a:lnTo>
                  <a:pt x="212411" y="109347"/>
                </a:lnTo>
                <a:lnTo>
                  <a:pt x="212698" y="109843"/>
                </a:lnTo>
                <a:lnTo>
                  <a:pt x="212991" y="110332"/>
                </a:lnTo>
                <a:lnTo>
                  <a:pt x="213291" y="110815"/>
                </a:lnTo>
                <a:lnTo>
                  <a:pt x="213597" y="111290"/>
                </a:lnTo>
                <a:lnTo>
                  <a:pt x="213910" y="111758"/>
                </a:lnTo>
                <a:lnTo>
                  <a:pt x="214228" y="112220"/>
                </a:lnTo>
                <a:lnTo>
                  <a:pt x="214554" y="112675"/>
                </a:lnTo>
                <a:lnTo>
                  <a:pt x="214885" y="113122"/>
                </a:lnTo>
                <a:lnTo>
                  <a:pt x="215223" y="113560"/>
                </a:lnTo>
                <a:lnTo>
                  <a:pt x="215567" y="113990"/>
                </a:lnTo>
                <a:lnTo>
                  <a:pt x="215917" y="114412"/>
                </a:lnTo>
                <a:lnTo>
                  <a:pt x="216273" y="114825"/>
                </a:lnTo>
                <a:lnTo>
                  <a:pt x="216635" y="115230"/>
                </a:lnTo>
                <a:lnTo>
                  <a:pt x="217003" y="115626"/>
                </a:lnTo>
                <a:lnTo>
                  <a:pt x="217378" y="116014"/>
                </a:lnTo>
                <a:lnTo>
                  <a:pt x="217758" y="116394"/>
                </a:lnTo>
                <a:lnTo>
                  <a:pt x="218145" y="116765"/>
                </a:lnTo>
                <a:lnTo>
                  <a:pt x="218538" y="117127"/>
                </a:lnTo>
                <a:lnTo>
                  <a:pt x="218937" y="117482"/>
                </a:lnTo>
                <a:lnTo>
                  <a:pt x="219342" y="117827"/>
                </a:lnTo>
                <a:lnTo>
                  <a:pt x="219753" y="118164"/>
                </a:lnTo>
                <a:lnTo>
                  <a:pt x="220171" y="118493"/>
                </a:lnTo>
                <a:lnTo>
                  <a:pt x="220594" y="118814"/>
                </a:lnTo>
                <a:lnTo>
                  <a:pt x="221024" y="119126"/>
                </a:lnTo>
                <a:lnTo>
                  <a:pt x="221460" y="119429"/>
                </a:lnTo>
                <a:lnTo>
                  <a:pt x="221902" y="119724"/>
                </a:lnTo>
                <a:lnTo>
                  <a:pt x="222350" y="120011"/>
                </a:lnTo>
                <a:lnTo>
                  <a:pt x="222804" y="120289"/>
                </a:lnTo>
                <a:lnTo>
                  <a:pt x="223265" y="120559"/>
                </a:lnTo>
                <a:lnTo>
                  <a:pt x="223731" y="120820"/>
                </a:lnTo>
                <a:lnTo>
                  <a:pt x="224204" y="121073"/>
                </a:lnTo>
                <a:lnTo>
                  <a:pt x="224683" y="121316"/>
                </a:lnTo>
                <a:lnTo>
                  <a:pt x="225166" y="121549"/>
                </a:lnTo>
                <a:lnTo>
                  <a:pt x="225655" y="121772"/>
                </a:lnTo>
                <a:lnTo>
                  <a:pt x="226149" y="121984"/>
                </a:lnTo>
                <a:lnTo>
                  <a:pt x="226649" y="122186"/>
                </a:lnTo>
                <a:lnTo>
                  <a:pt x="227153" y="122378"/>
                </a:lnTo>
                <a:lnTo>
                  <a:pt x="227663" y="122559"/>
                </a:lnTo>
                <a:lnTo>
                  <a:pt x="228178" y="122730"/>
                </a:lnTo>
                <a:lnTo>
                  <a:pt x="228698" y="122891"/>
                </a:lnTo>
                <a:lnTo>
                  <a:pt x="229224" y="123041"/>
                </a:lnTo>
                <a:lnTo>
                  <a:pt x="229755" y="123181"/>
                </a:lnTo>
                <a:lnTo>
                  <a:pt x="230291" y="123310"/>
                </a:lnTo>
                <a:lnTo>
                  <a:pt x="230832" y="123430"/>
                </a:lnTo>
                <a:lnTo>
                  <a:pt x="231379" y="123538"/>
                </a:lnTo>
                <a:lnTo>
                  <a:pt x="231931" y="123637"/>
                </a:lnTo>
                <a:lnTo>
                  <a:pt x="232488" y="123725"/>
                </a:lnTo>
                <a:lnTo>
                  <a:pt x="233050" y="123803"/>
                </a:lnTo>
                <a:lnTo>
                  <a:pt x="233618" y="123870"/>
                </a:lnTo>
                <a:lnTo>
                  <a:pt x="234190" y="123927"/>
                </a:lnTo>
                <a:lnTo>
                  <a:pt x="234768" y="123973"/>
                </a:lnTo>
                <a:lnTo>
                  <a:pt x="235352" y="124010"/>
                </a:lnTo>
                <a:lnTo>
                  <a:pt x="235940" y="124036"/>
                </a:lnTo>
                <a:lnTo>
                  <a:pt x="236534" y="124051"/>
                </a:lnTo>
                <a:lnTo>
                  <a:pt x="237133" y="124056"/>
                </a:lnTo>
                <a:lnTo>
                  <a:pt x="237732" y="124052"/>
                </a:lnTo>
                <a:lnTo>
                  <a:pt x="238325" y="124040"/>
                </a:lnTo>
                <a:lnTo>
                  <a:pt x="238912" y="124021"/>
                </a:lnTo>
                <a:lnTo>
                  <a:pt x="239493" y="123993"/>
                </a:lnTo>
                <a:lnTo>
                  <a:pt x="240069" y="123957"/>
                </a:lnTo>
                <a:lnTo>
                  <a:pt x="240639" y="123914"/>
                </a:lnTo>
                <a:lnTo>
                  <a:pt x="241203" y="123862"/>
                </a:lnTo>
                <a:lnTo>
                  <a:pt x="241762" y="123803"/>
                </a:lnTo>
                <a:lnTo>
                  <a:pt x="242314" y="123735"/>
                </a:lnTo>
                <a:lnTo>
                  <a:pt x="242861" y="123660"/>
                </a:lnTo>
                <a:lnTo>
                  <a:pt x="243402" y="123577"/>
                </a:lnTo>
                <a:lnTo>
                  <a:pt x="243938" y="123485"/>
                </a:lnTo>
                <a:lnTo>
                  <a:pt x="244468" y="123386"/>
                </a:lnTo>
                <a:lnTo>
                  <a:pt x="244992" y="123279"/>
                </a:lnTo>
                <a:lnTo>
                  <a:pt x="245510" y="123164"/>
                </a:lnTo>
                <a:lnTo>
                  <a:pt x="246022" y="123041"/>
                </a:lnTo>
                <a:lnTo>
                  <a:pt x="246529" y="122911"/>
                </a:lnTo>
                <a:lnTo>
                  <a:pt x="247030" y="122772"/>
                </a:lnTo>
                <a:lnTo>
                  <a:pt x="247525" y="122625"/>
                </a:lnTo>
                <a:lnTo>
                  <a:pt x="248014" y="122470"/>
                </a:lnTo>
                <a:lnTo>
                  <a:pt x="248498" y="122308"/>
                </a:lnTo>
                <a:lnTo>
                  <a:pt x="248976" y="122137"/>
                </a:lnTo>
                <a:lnTo>
                  <a:pt x="249448" y="121959"/>
                </a:lnTo>
                <a:lnTo>
                  <a:pt x="249914" y="121773"/>
                </a:lnTo>
                <a:lnTo>
                  <a:pt x="250375" y="121579"/>
                </a:lnTo>
                <a:lnTo>
                  <a:pt x="250830" y="121379"/>
                </a:lnTo>
                <a:lnTo>
                  <a:pt x="251280" y="121173"/>
                </a:lnTo>
                <a:lnTo>
                  <a:pt x="251724" y="120960"/>
                </a:lnTo>
                <a:lnTo>
                  <a:pt x="252163" y="120741"/>
                </a:lnTo>
                <a:lnTo>
                  <a:pt x="252596" y="120516"/>
                </a:lnTo>
                <a:lnTo>
                  <a:pt x="253024" y="120284"/>
                </a:lnTo>
                <a:lnTo>
                  <a:pt x="253446" y="120046"/>
                </a:lnTo>
                <a:lnTo>
                  <a:pt x="253863" y="119801"/>
                </a:lnTo>
                <a:lnTo>
                  <a:pt x="254274" y="119550"/>
                </a:lnTo>
                <a:lnTo>
                  <a:pt x="254680" y="119292"/>
                </a:lnTo>
                <a:lnTo>
                  <a:pt x="255080" y="119029"/>
                </a:lnTo>
                <a:lnTo>
                  <a:pt x="255475" y="118758"/>
                </a:lnTo>
                <a:lnTo>
                  <a:pt x="255864" y="118482"/>
                </a:lnTo>
                <a:lnTo>
                  <a:pt x="256248" y="118199"/>
                </a:lnTo>
                <a:lnTo>
                  <a:pt x="256626" y="117909"/>
                </a:lnTo>
                <a:lnTo>
                  <a:pt x="256999" y="117613"/>
                </a:lnTo>
                <a:lnTo>
                  <a:pt x="257366" y="117311"/>
                </a:lnTo>
                <a:lnTo>
                  <a:pt x="257728" y="117003"/>
                </a:lnTo>
                <a:lnTo>
                  <a:pt x="258084" y="116688"/>
                </a:lnTo>
                <a:lnTo>
                  <a:pt x="258435" y="116366"/>
                </a:lnTo>
                <a:lnTo>
                  <a:pt x="258780" y="116038"/>
                </a:lnTo>
                <a:lnTo>
                  <a:pt x="259120" y="115704"/>
                </a:lnTo>
                <a:lnTo>
                  <a:pt x="259454" y="115364"/>
                </a:lnTo>
                <a:lnTo>
                  <a:pt x="259783" y="115017"/>
                </a:lnTo>
                <a:lnTo>
                  <a:pt x="260106" y="114665"/>
                </a:lnTo>
                <a:lnTo>
                  <a:pt x="260424" y="114308"/>
                </a:lnTo>
                <a:lnTo>
                  <a:pt x="260736" y="113945"/>
                </a:lnTo>
                <a:lnTo>
                  <a:pt x="261043" y="113578"/>
                </a:lnTo>
                <a:lnTo>
                  <a:pt x="261344" y="113204"/>
                </a:lnTo>
                <a:lnTo>
                  <a:pt x="261640" y="112825"/>
                </a:lnTo>
                <a:lnTo>
                  <a:pt x="261738" y="112696"/>
                </a:lnTo>
                <a:lnTo>
                  <a:pt x="261738" y="153229"/>
                </a:lnTo>
                <a:lnTo>
                  <a:pt x="270578" y="153229"/>
                </a:lnTo>
                <a:lnTo>
                  <a:pt x="270578" y="42875"/>
                </a:lnTo>
                <a:lnTo>
                  <a:pt x="262327" y="42875"/>
                </a:lnTo>
                <a:lnTo>
                  <a:pt x="261910" y="53730"/>
                </a:lnTo>
                <a:lnTo>
                  <a:pt x="261871" y="53674"/>
                </a:lnTo>
                <a:lnTo>
                  <a:pt x="261586" y="53270"/>
                </a:lnTo>
                <a:lnTo>
                  <a:pt x="261296" y="52872"/>
                </a:lnTo>
                <a:lnTo>
                  <a:pt x="261001" y="52479"/>
                </a:lnTo>
                <a:close/>
                <a:moveTo>
                  <a:pt x="260929" y="104020"/>
                </a:moveTo>
                <a:lnTo>
                  <a:pt x="260689" y="104438"/>
                </a:lnTo>
                <a:lnTo>
                  <a:pt x="260443" y="104854"/>
                </a:lnTo>
                <a:lnTo>
                  <a:pt x="260191" y="105267"/>
                </a:lnTo>
                <a:lnTo>
                  <a:pt x="259933" y="105676"/>
                </a:lnTo>
                <a:lnTo>
                  <a:pt x="259669" y="106081"/>
                </a:lnTo>
                <a:lnTo>
                  <a:pt x="259397" y="106479"/>
                </a:lnTo>
                <a:lnTo>
                  <a:pt x="259118" y="106870"/>
                </a:lnTo>
                <a:lnTo>
                  <a:pt x="258832" y="107255"/>
                </a:lnTo>
                <a:lnTo>
                  <a:pt x="258539" y="107633"/>
                </a:lnTo>
                <a:lnTo>
                  <a:pt x="258239" y="108004"/>
                </a:lnTo>
                <a:lnTo>
                  <a:pt x="257931" y="108368"/>
                </a:lnTo>
                <a:lnTo>
                  <a:pt x="257617" y="108725"/>
                </a:lnTo>
                <a:lnTo>
                  <a:pt x="257295" y="109076"/>
                </a:lnTo>
                <a:lnTo>
                  <a:pt x="256966" y="109420"/>
                </a:lnTo>
                <a:lnTo>
                  <a:pt x="256630" y="109757"/>
                </a:lnTo>
                <a:lnTo>
                  <a:pt x="256286" y="110087"/>
                </a:lnTo>
                <a:lnTo>
                  <a:pt x="255936" y="110411"/>
                </a:lnTo>
                <a:lnTo>
                  <a:pt x="255578" y="110727"/>
                </a:lnTo>
                <a:lnTo>
                  <a:pt x="255214" y="111037"/>
                </a:lnTo>
                <a:lnTo>
                  <a:pt x="254842" y="111340"/>
                </a:lnTo>
                <a:lnTo>
                  <a:pt x="254463" y="111637"/>
                </a:lnTo>
                <a:lnTo>
                  <a:pt x="254076" y="111927"/>
                </a:lnTo>
                <a:lnTo>
                  <a:pt x="253683" y="112209"/>
                </a:lnTo>
                <a:lnTo>
                  <a:pt x="253282" y="112485"/>
                </a:lnTo>
                <a:lnTo>
                  <a:pt x="252875" y="112755"/>
                </a:lnTo>
                <a:lnTo>
                  <a:pt x="252460" y="113017"/>
                </a:lnTo>
                <a:lnTo>
                  <a:pt x="252038" y="113273"/>
                </a:lnTo>
                <a:lnTo>
                  <a:pt x="251609" y="113522"/>
                </a:lnTo>
                <a:lnTo>
                  <a:pt x="251172" y="113762"/>
                </a:lnTo>
                <a:lnTo>
                  <a:pt x="250726" y="113993"/>
                </a:lnTo>
                <a:lnTo>
                  <a:pt x="250273" y="114213"/>
                </a:lnTo>
                <a:lnTo>
                  <a:pt x="249811" y="114422"/>
                </a:lnTo>
                <a:lnTo>
                  <a:pt x="249341" y="114622"/>
                </a:lnTo>
                <a:lnTo>
                  <a:pt x="248862" y="114811"/>
                </a:lnTo>
                <a:lnTo>
                  <a:pt x="248375" y="114990"/>
                </a:lnTo>
                <a:lnTo>
                  <a:pt x="247880" y="115159"/>
                </a:lnTo>
                <a:lnTo>
                  <a:pt x="247377" y="115318"/>
                </a:lnTo>
                <a:lnTo>
                  <a:pt x="246865" y="115466"/>
                </a:lnTo>
                <a:lnTo>
                  <a:pt x="246345" y="115604"/>
                </a:lnTo>
                <a:lnTo>
                  <a:pt x="245816" y="115732"/>
                </a:lnTo>
                <a:lnTo>
                  <a:pt x="245280" y="115850"/>
                </a:lnTo>
                <a:lnTo>
                  <a:pt x="244735" y="115957"/>
                </a:lnTo>
                <a:lnTo>
                  <a:pt x="244181" y="116054"/>
                </a:lnTo>
                <a:lnTo>
                  <a:pt x="243620" y="116141"/>
                </a:lnTo>
                <a:lnTo>
                  <a:pt x="243050" y="116218"/>
                </a:lnTo>
                <a:lnTo>
                  <a:pt x="242471" y="116284"/>
                </a:lnTo>
                <a:lnTo>
                  <a:pt x="241885" y="116341"/>
                </a:lnTo>
                <a:lnTo>
                  <a:pt x="241290" y="116387"/>
                </a:lnTo>
                <a:lnTo>
                  <a:pt x="240687" y="116423"/>
                </a:lnTo>
                <a:lnTo>
                  <a:pt x="240075" y="116448"/>
                </a:lnTo>
                <a:lnTo>
                  <a:pt x="239455" y="116463"/>
                </a:lnTo>
                <a:lnTo>
                  <a:pt x="238827" y="116469"/>
                </a:lnTo>
                <a:lnTo>
                  <a:pt x="238327" y="116464"/>
                </a:lnTo>
                <a:lnTo>
                  <a:pt x="237832" y="116451"/>
                </a:lnTo>
                <a:lnTo>
                  <a:pt x="237342" y="116429"/>
                </a:lnTo>
                <a:lnTo>
                  <a:pt x="236859" y="116398"/>
                </a:lnTo>
                <a:lnTo>
                  <a:pt x="236381" y="116358"/>
                </a:lnTo>
                <a:lnTo>
                  <a:pt x="235908" y="116310"/>
                </a:lnTo>
                <a:lnTo>
                  <a:pt x="235441" y="116252"/>
                </a:lnTo>
                <a:lnTo>
                  <a:pt x="234980" y="116186"/>
                </a:lnTo>
                <a:lnTo>
                  <a:pt x="234525" y="116111"/>
                </a:lnTo>
                <a:lnTo>
                  <a:pt x="234075" y="116027"/>
                </a:lnTo>
                <a:lnTo>
                  <a:pt x="233630" y="115935"/>
                </a:lnTo>
                <a:lnTo>
                  <a:pt x="233192" y="115833"/>
                </a:lnTo>
                <a:lnTo>
                  <a:pt x="232759" y="115723"/>
                </a:lnTo>
                <a:lnTo>
                  <a:pt x="232331" y="115604"/>
                </a:lnTo>
                <a:lnTo>
                  <a:pt x="231909" y="115476"/>
                </a:lnTo>
                <a:lnTo>
                  <a:pt x="231493" y="115339"/>
                </a:lnTo>
                <a:lnTo>
                  <a:pt x="231083" y="115193"/>
                </a:lnTo>
                <a:lnTo>
                  <a:pt x="230678" y="115039"/>
                </a:lnTo>
                <a:lnTo>
                  <a:pt x="230278" y="114876"/>
                </a:lnTo>
                <a:lnTo>
                  <a:pt x="229885" y="114704"/>
                </a:lnTo>
                <a:lnTo>
                  <a:pt x="229497" y="114523"/>
                </a:lnTo>
                <a:lnTo>
                  <a:pt x="229114" y="114333"/>
                </a:lnTo>
                <a:lnTo>
                  <a:pt x="228738" y="114134"/>
                </a:lnTo>
                <a:lnTo>
                  <a:pt x="228366" y="113927"/>
                </a:lnTo>
                <a:lnTo>
                  <a:pt x="228001" y="113712"/>
                </a:lnTo>
                <a:lnTo>
                  <a:pt x="227640" y="113490"/>
                </a:lnTo>
                <a:lnTo>
                  <a:pt x="227285" y="113262"/>
                </a:lnTo>
                <a:lnTo>
                  <a:pt x="226935" y="113027"/>
                </a:lnTo>
                <a:lnTo>
                  <a:pt x="226590" y="112785"/>
                </a:lnTo>
                <a:lnTo>
                  <a:pt x="226251" y="112537"/>
                </a:lnTo>
                <a:lnTo>
                  <a:pt x="225917" y="112282"/>
                </a:lnTo>
                <a:lnTo>
                  <a:pt x="225587" y="112020"/>
                </a:lnTo>
                <a:lnTo>
                  <a:pt x="225264" y="111752"/>
                </a:lnTo>
                <a:lnTo>
                  <a:pt x="224945" y="111477"/>
                </a:lnTo>
                <a:lnTo>
                  <a:pt x="224632" y="111195"/>
                </a:lnTo>
                <a:lnTo>
                  <a:pt x="224324" y="110907"/>
                </a:lnTo>
                <a:lnTo>
                  <a:pt x="224021" y="110612"/>
                </a:lnTo>
                <a:lnTo>
                  <a:pt x="223724" y="110310"/>
                </a:lnTo>
                <a:lnTo>
                  <a:pt x="223431" y="110002"/>
                </a:lnTo>
                <a:lnTo>
                  <a:pt x="223144" y="109687"/>
                </a:lnTo>
                <a:lnTo>
                  <a:pt x="222862" y="109366"/>
                </a:lnTo>
                <a:lnTo>
                  <a:pt x="222586" y="109037"/>
                </a:lnTo>
                <a:lnTo>
                  <a:pt x="222314" y="108703"/>
                </a:lnTo>
                <a:lnTo>
                  <a:pt x="222048" y="108361"/>
                </a:lnTo>
                <a:lnTo>
                  <a:pt x="221788" y="108013"/>
                </a:lnTo>
                <a:lnTo>
                  <a:pt x="221532" y="107658"/>
                </a:lnTo>
                <a:lnTo>
                  <a:pt x="221282" y="107297"/>
                </a:lnTo>
                <a:lnTo>
                  <a:pt x="221036" y="106929"/>
                </a:lnTo>
                <a:lnTo>
                  <a:pt x="220797" y="106555"/>
                </a:lnTo>
                <a:lnTo>
                  <a:pt x="220562" y="106175"/>
                </a:lnTo>
                <a:lnTo>
                  <a:pt x="220333" y="105790"/>
                </a:lnTo>
                <a:lnTo>
                  <a:pt x="220108" y="105400"/>
                </a:lnTo>
                <a:lnTo>
                  <a:pt x="219890" y="105004"/>
                </a:lnTo>
                <a:lnTo>
                  <a:pt x="219676" y="104603"/>
                </a:lnTo>
                <a:lnTo>
                  <a:pt x="219468" y="104197"/>
                </a:lnTo>
                <a:lnTo>
                  <a:pt x="219264" y="103785"/>
                </a:lnTo>
                <a:lnTo>
                  <a:pt x="219066" y="103368"/>
                </a:lnTo>
                <a:lnTo>
                  <a:pt x="218874" y="102946"/>
                </a:lnTo>
                <a:lnTo>
                  <a:pt x="218686" y="102518"/>
                </a:lnTo>
                <a:lnTo>
                  <a:pt x="218504" y="102085"/>
                </a:lnTo>
                <a:lnTo>
                  <a:pt x="218327" y="101646"/>
                </a:lnTo>
                <a:lnTo>
                  <a:pt x="218156" y="101202"/>
                </a:lnTo>
                <a:lnTo>
                  <a:pt x="217989" y="100753"/>
                </a:lnTo>
                <a:lnTo>
                  <a:pt x="217828" y="100299"/>
                </a:lnTo>
                <a:lnTo>
                  <a:pt x="217672" y="99838"/>
                </a:lnTo>
                <a:lnTo>
                  <a:pt x="217521" y="99373"/>
                </a:lnTo>
                <a:lnTo>
                  <a:pt x="217376" y="98902"/>
                </a:lnTo>
                <a:lnTo>
                  <a:pt x="217235" y="98426"/>
                </a:lnTo>
                <a:lnTo>
                  <a:pt x="217100" y="97945"/>
                </a:lnTo>
                <a:lnTo>
                  <a:pt x="216971" y="97458"/>
                </a:lnTo>
                <a:lnTo>
                  <a:pt x="216846" y="96965"/>
                </a:lnTo>
                <a:lnTo>
                  <a:pt x="216727" y="96468"/>
                </a:lnTo>
                <a:lnTo>
                  <a:pt x="216613" y="95966"/>
                </a:lnTo>
                <a:lnTo>
                  <a:pt x="216503" y="95461"/>
                </a:lnTo>
                <a:lnTo>
                  <a:pt x="216399" y="94952"/>
                </a:lnTo>
                <a:lnTo>
                  <a:pt x="216299" y="94441"/>
                </a:lnTo>
                <a:lnTo>
                  <a:pt x="216204" y="93926"/>
                </a:lnTo>
                <a:lnTo>
                  <a:pt x="216115" y="93408"/>
                </a:lnTo>
                <a:lnTo>
                  <a:pt x="216029" y="92887"/>
                </a:lnTo>
                <a:lnTo>
                  <a:pt x="215949" y="92363"/>
                </a:lnTo>
                <a:lnTo>
                  <a:pt x="215874" y="91835"/>
                </a:lnTo>
                <a:lnTo>
                  <a:pt x="215804" y="91305"/>
                </a:lnTo>
                <a:lnTo>
                  <a:pt x="215738" y="90771"/>
                </a:lnTo>
                <a:lnTo>
                  <a:pt x="215677" y="90234"/>
                </a:lnTo>
                <a:lnTo>
                  <a:pt x="215621" y="89693"/>
                </a:lnTo>
                <a:lnTo>
                  <a:pt x="215570" y="89150"/>
                </a:lnTo>
                <a:lnTo>
                  <a:pt x="215524" y="88603"/>
                </a:lnTo>
                <a:lnTo>
                  <a:pt x="215483" y="88053"/>
                </a:lnTo>
                <a:lnTo>
                  <a:pt x="215446" y="87500"/>
                </a:lnTo>
                <a:lnTo>
                  <a:pt x="215415" y="86944"/>
                </a:lnTo>
                <a:lnTo>
                  <a:pt x="215388" y="86384"/>
                </a:lnTo>
                <a:lnTo>
                  <a:pt x="215366" y="85822"/>
                </a:lnTo>
                <a:lnTo>
                  <a:pt x="215349" y="85256"/>
                </a:lnTo>
                <a:lnTo>
                  <a:pt x="215337" y="84687"/>
                </a:lnTo>
                <a:lnTo>
                  <a:pt x="215330" y="84115"/>
                </a:lnTo>
                <a:lnTo>
                  <a:pt x="215327" y="83539"/>
                </a:lnTo>
                <a:lnTo>
                  <a:pt x="215327" y="81992"/>
                </a:lnTo>
                <a:lnTo>
                  <a:pt x="215330" y="81411"/>
                </a:lnTo>
                <a:lnTo>
                  <a:pt x="215337" y="80833"/>
                </a:lnTo>
                <a:lnTo>
                  <a:pt x="215349" y="80259"/>
                </a:lnTo>
                <a:lnTo>
                  <a:pt x="215366" y="79688"/>
                </a:lnTo>
                <a:lnTo>
                  <a:pt x="215388" y="79121"/>
                </a:lnTo>
                <a:lnTo>
                  <a:pt x="215415" y="78557"/>
                </a:lnTo>
                <a:lnTo>
                  <a:pt x="215446" y="77997"/>
                </a:lnTo>
                <a:lnTo>
                  <a:pt x="215483" y="77441"/>
                </a:lnTo>
                <a:lnTo>
                  <a:pt x="215524" y="76888"/>
                </a:lnTo>
                <a:lnTo>
                  <a:pt x="215570" y="76339"/>
                </a:lnTo>
                <a:lnTo>
                  <a:pt x="215621" y="75794"/>
                </a:lnTo>
                <a:lnTo>
                  <a:pt x="215677" y="75252"/>
                </a:lnTo>
                <a:lnTo>
                  <a:pt x="215738" y="74713"/>
                </a:lnTo>
                <a:lnTo>
                  <a:pt x="215804" y="74178"/>
                </a:lnTo>
                <a:lnTo>
                  <a:pt x="215874" y="73647"/>
                </a:lnTo>
                <a:lnTo>
                  <a:pt x="215949" y="73119"/>
                </a:lnTo>
                <a:lnTo>
                  <a:pt x="216029" y="72595"/>
                </a:lnTo>
                <a:lnTo>
                  <a:pt x="216115" y="72075"/>
                </a:lnTo>
                <a:lnTo>
                  <a:pt x="216204" y="71558"/>
                </a:lnTo>
                <a:lnTo>
                  <a:pt x="216299" y="71044"/>
                </a:lnTo>
                <a:lnTo>
                  <a:pt x="216399" y="70534"/>
                </a:lnTo>
                <a:lnTo>
                  <a:pt x="216503" y="70028"/>
                </a:lnTo>
                <a:lnTo>
                  <a:pt x="216613" y="69526"/>
                </a:lnTo>
                <a:lnTo>
                  <a:pt x="216727" y="69027"/>
                </a:lnTo>
                <a:lnTo>
                  <a:pt x="216846" y="68532"/>
                </a:lnTo>
                <a:lnTo>
                  <a:pt x="216971" y="68042"/>
                </a:lnTo>
                <a:lnTo>
                  <a:pt x="217100" y="67558"/>
                </a:lnTo>
                <a:lnTo>
                  <a:pt x="217235" y="67078"/>
                </a:lnTo>
                <a:lnTo>
                  <a:pt x="217376" y="66604"/>
                </a:lnTo>
                <a:lnTo>
                  <a:pt x="217521" y="66135"/>
                </a:lnTo>
                <a:lnTo>
                  <a:pt x="217672" y="65671"/>
                </a:lnTo>
                <a:lnTo>
                  <a:pt x="217828" y="65212"/>
                </a:lnTo>
                <a:lnTo>
                  <a:pt x="217989" y="64758"/>
                </a:lnTo>
                <a:lnTo>
                  <a:pt x="218156" y="64310"/>
                </a:lnTo>
                <a:lnTo>
                  <a:pt x="218327" y="63866"/>
                </a:lnTo>
                <a:lnTo>
                  <a:pt x="218504" y="63428"/>
                </a:lnTo>
                <a:lnTo>
                  <a:pt x="218686" y="62995"/>
                </a:lnTo>
                <a:lnTo>
                  <a:pt x="218874" y="62566"/>
                </a:lnTo>
                <a:lnTo>
                  <a:pt x="219066" y="62143"/>
                </a:lnTo>
                <a:lnTo>
                  <a:pt x="219264" y="61725"/>
                </a:lnTo>
                <a:lnTo>
                  <a:pt x="219468" y="61312"/>
                </a:lnTo>
                <a:lnTo>
                  <a:pt x="219676" y="60905"/>
                </a:lnTo>
                <a:lnTo>
                  <a:pt x="219890" y="60502"/>
                </a:lnTo>
                <a:lnTo>
                  <a:pt x="220108" y="60105"/>
                </a:lnTo>
                <a:lnTo>
                  <a:pt x="220333" y="59712"/>
                </a:lnTo>
                <a:lnTo>
                  <a:pt x="220562" y="59325"/>
                </a:lnTo>
                <a:lnTo>
                  <a:pt x="220797" y="58943"/>
                </a:lnTo>
                <a:lnTo>
                  <a:pt x="221036" y="58566"/>
                </a:lnTo>
                <a:lnTo>
                  <a:pt x="221282" y="58195"/>
                </a:lnTo>
                <a:lnTo>
                  <a:pt x="221532" y="57830"/>
                </a:lnTo>
                <a:lnTo>
                  <a:pt x="221788" y="57473"/>
                </a:lnTo>
                <a:lnTo>
                  <a:pt x="222049" y="57122"/>
                </a:lnTo>
                <a:lnTo>
                  <a:pt x="222316" y="56778"/>
                </a:lnTo>
                <a:lnTo>
                  <a:pt x="222588" y="56441"/>
                </a:lnTo>
                <a:lnTo>
                  <a:pt x="222866" y="56111"/>
                </a:lnTo>
                <a:lnTo>
                  <a:pt x="223148" y="55787"/>
                </a:lnTo>
                <a:lnTo>
                  <a:pt x="223436" y="55470"/>
                </a:lnTo>
                <a:lnTo>
                  <a:pt x="223730" y="55160"/>
                </a:lnTo>
                <a:lnTo>
                  <a:pt x="224029" y="54857"/>
                </a:lnTo>
                <a:lnTo>
                  <a:pt x="224333" y="54560"/>
                </a:lnTo>
                <a:lnTo>
                  <a:pt x="224643" y="54270"/>
                </a:lnTo>
                <a:lnTo>
                  <a:pt x="224958" y="53987"/>
                </a:lnTo>
                <a:lnTo>
                  <a:pt x="225278" y="53711"/>
                </a:lnTo>
                <a:lnTo>
                  <a:pt x="225604" y="53442"/>
                </a:lnTo>
                <a:lnTo>
                  <a:pt x="225935" y="53179"/>
                </a:lnTo>
                <a:lnTo>
                  <a:pt x="226271" y="52923"/>
                </a:lnTo>
                <a:lnTo>
                  <a:pt x="226613" y="52674"/>
                </a:lnTo>
                <a:lnTo>
                  <a:pt x="226961" y="52432"/>
                </a:lnTo>
                <a:lnTo>
                  <a:pt x="227313" y="52196"/>
                </a:lnTo>
                <a:lnTo>
                  <a:pt x="227671" y="51968"/>
                </a:lnTo>
                <a:lnTo>
                  <a:pt x="228035" y="51746"/>
                </a:lnTo>
                <a:lnTo>
                  <a:pt x="228403" y="51531"/>
                </a:lnTo>
                <a:lnTo>
                  <a:pt x="228778" y="51323"/>
                </a:lnTo>
                <a:lnTo>
                  <a:pt x="229158" y="51125"/>
                </a:lnTo>
                <a:lnTo>
                  <a:pt x="229543" y="50935"/>
                </a:lnTo>
                <a:lnTo>
                  <a:pt x="229935" y="50754"/>
                </a:lnTo>
                <a:lnTo>
                  <a:pt x="230332" y="50582"/>
                </a:lnTo>
                <a:lnTo>
                  <a:pt x="230735" y="50419"/>
                </a:lnTo>
                <a:lnTo>
                  <a:pt x="231144" y="50264"/>
                </a:lnTo>
                <a:lnTo>
                  <a:pt x="231559" y="50119"/>
                </a:lnTo>
                <a:lnTo>
                  <a:pt x="231979" y="49982"/>
                </a:lnTo>
                <a:lnTo>
                  <a:pt x="232405" y="49854"/>
                </a:lnTo>
                <a:lnTo>
                  <a:pt x="232837" y="49735"/>
                </a:lnTo>
                <a:lnTo>
                  <a:pt x="233275" y="49624"/>
                </a:lnTo>
                <a:lnTo>
                  <a:pt x="233718" y="49523"/>
                </a:lnTo>
                <a:lnTo>
                  <a:pt x="234167" y="49430"/>
                </a:lnTo>
                <a:lnTo>
                  <a:pt x="234622" y="49346"/>
                </a:lnTo>
                <a:lnTo>
                  <a:pt x="235082" y="49271"/>
                </a:lnTo>
                <a:lnTo>
                  <a:pt x="235549" y="49205"/>
                </a:lnTo>
                <a:lnTo>
                  <a:pt x="236021" y="49148"/>
                </a:lnTo>
                <a:lnTo>
                  <a:pt x="236499" y="49099"/>
                </a:lnTo>
                <a:lnTo>
                  <a:pt x="236982" y="49060"/>
                </a:lnTo>
                <a:lnTo>
                  <a:pt x="237472" y="49029"/>
                </a:lnTo>
                <a:lnTo>
                  <a:pt x="237967" y="49007"/>
                </a:lnTo>
                <a:lnTo>
                  <a:pt x="238468" y="48993"/>
                </a:lnTo>
                <a:lnTo>
                  <a:pt x="238975" y="48989"/>
                </a:lnTo>
                <a:lnTo>
                  <a:pt x="239493" y="48993"/>
                </a:lnTo>
                <a:lnTo>
                  <a:pt x="240006" y="49004"/>
                </a:lnTo>
                <a:lnTo>
                  <a:pt x="240512" y="49023"/>
                </a:lnTo>
                <a:lnTo>
                  <a:pt x="241013" y="49049"/>
                </a:lnTo>
                <a:lnTo>
                  <a:pt x="241507" y="49083"/>
                </a:lnTo>
                <a:lnTo>
                  <a:pt x="241995" y="49125"/>
                </a:lnTo>
                <a:lnTo>
                  <a:pt x="242477" y="49174"/>
                </a:lnTo>
                <a:lnTo>
                  <a:pt x="242953" y="49230"/>
                </a:lnTo>
                <a:lnTo>
                  <a:pt x="243422" y="49295"/>
                </a:lnTo>
                <a:lnTo>
                  <a:pt x="243886" y="49366"/>
                </a:lnTo>
                <a:lnTo>
                  <a:pt x="244343" y="49446"/>
                </a:lnTo>
                <a:lnTo>
                  <a:pt x="244794" y="49532"/>
                </a:lnTo>
                <a:lnTo>
                  <a:pt x="245239" y="49627"/>
                </a:lnTo>
                <a:lnTo>
                  <a:pt x="245678" y="49728"/>
                </a:lnTo>
                <a:lnTo>
                  <a:pt x="246111" y="49838"/>
                </a:lnTo>
                <a:lnTo>
                  <a:pt x="246538" y="49955"/>
                </a:lnTo>
                <a:lnTo>
                  <a:pt x="246958" y="50079"/>
                </a:lnTo>
                <a:lnTo>
                  <a:pt x="247373" y="50211"/>
                </a:lnTo>
                <a:lnTo>
                  <a:pt x="247781" y="50351"/>
                </a:lnTo>
                <a:lnTo>
                  <a:pt x="248183" y="50498"/>
                </a:lnTo>
                <a:lnTo>
                  <a:pt x="248579" y="50653"/>
                </a:lnTo>
                <a:lnTo>
                  <a:pt x="248969" y="50815"/>
                </a:lnTo>
                <a:lnTo>
                  <a:pt x="249352" y="50985"/>
                </a:lnTo>
                <a:lnTo>
                  <a:pt x="249730" y="51162"/>
                </a:lnTo>
                <a:lnTo>
                  <a:pt x="250102" y="51346"/>
                </a:lnTo>
                <a:lnTo>
                  <a:pt x="250468" y="51534"/>
                </a:lnTo>
                <a:lnTo>
                  <a:pt x="250830" y="51726"/>
                </a:lnTo>
                <a:lnTo>
                  <a:pt x="251186" y="51923"/>
                </a:lnTo>
                <a:lnTo>
                  <a:pt x="251537" y="52125"/>
                </a:lnTo>
                <a:lnTo>
                  <a:pt x="251883" y="52332"/>
                </a:lnTo>
                <a:lnTo>
                  <a:pt x="252223" y="52543"/>
                </a:lnTo>
                <a:lnTo>
                  <a:pt x="252558" y="52758"/>
                </a:lnTo>
                <a:lnTo>
                  <a:pt x="252888" y="52979"/>
                </a:lnTo>
                <a:lnTo>
                  <a:pt x="253213" y="53203"/>
                </a:lnTo>
                <a:lnTo>
                  <a:pt x="253532" y="53433"/>
                </a:lnTo>
                <a:lnTo>
                  <a:pt x="253846" y="53667"/>
                </a:lnTo>
                <a:lnTo>
                  <a:pt x="254155" y="53906"/>
                </a:lnTo>
                <a:lnTo>
                  <a:pt x="254459" y="54149"/>
                </a:lnTo>
                <a:lnTo>
                  <a:pt x="254757" y="54397"/>
                </a:lnTo>
                <a:lnTo>
                  <a:pt x="255050" y="54649"/>
                </a:lnTo>
                <a:lnTo>
                  <a:pt x="255338" y="54906"/>
                </a:lnTo>
                <a:lnTo>
                  <a:pt x="255621" y="55168"/>
                </a:lnTo>
                <a:lnTo>
                  <a:pt x="255899" y="55434"/>
                </a:lnTo>
                <a:lnTo>
                  <a:pt x="256171" y="55705"/>
                </a:lnTo>
                <a:lnTo>
                  <a:pt x="256438" y="55981"/>
                </a:lnTo>
                <a:lnTo>
                  <a:pt x="256700" y="56261"/>
                </a:lnTo>
                <a:lnTo>
                  <a:pt x="256956" y="56545"/>
                </a:lnTo>
                <a:lnTo>
                  <a:pt x="257207" y="56835"/>
                </a:lnTo>
                <a:lnTo>
                  <a:pt x="257454" y="57127"/>
                </a:lnTo>
                <a:lnTo>
                  <a:pt x="257696" y="57422"/>
                </a:lnTo>
                <a:lnTo>
                  <a:pt x="257934" y="57718"/>
                </a:lnTo>
                <a:lnTo>
                  <a:pt x="258168" y="58016"/>
                </a:lnTo>
                <a:lnTo>
                  <a:pt x="258398" y="58317"/>
                </a:lnTo>
                <a:lnTo>
                  <a:pt x="258623" y="58619"/>
                </a:lnTo>
                <a:lnTo>
                  <a:pt x="258844" y="58923"/>
                </a:lnTo>
                <a:lnTo>
                  <a:pt x="259061" y="59229"/>
                </a:lnTo>
                <a:lnTo>
                  <a:pt x="259274" y="59537"/>
                </a:lnTo>
                <a:lnTo>
                  <a:pt x="259483" y="59847"/>
                </a:lnTo>
                <a:lnTo>
                  <a:pt x="259687" y="60158"/>
                </a:lnTo>
                <a:lnTo>
                  <a:pt x="259887" y="60472"/>
                </a:lnTo>
                <a:lnTo>
                  <a:pt x="260083" y="60788"/>
                </a:lnTo>
                <a:lnTo>
                  <a:pt x="260274" y="61105"/>
                </a:lnTo>
                <a:lnTo>
                  <a:pt x="260462" y="61424"/>
                </a:lnTo>
                <a:lnTo>
                  <a:pt x="260645" y="61746"/>
                </a:lnTo>
                <a:lnTo>
                  <a:pt x="260824" y="62069"/>
                </a:lnTo>
                <a:lnTo>
                  <a:pt x="260999" y="62394"/>
                </a:lnTo>
                <a:lnTo>
                  <a:pt x="261169" y="62721"/>
                </a:lnTo>
                <a:lnTo>
                  <a:pt x="261336" y="63050"/>
                </a:lnTo>
                <a:lnTo>
                  <a:pt x="261498" y="63381"/>
                </a:lnTo>
                <a:lnTo>
                  <a:pt x="261656" y="63714"/>
                </a:lnTo>
                <a:lnTo>
                  <a:pt x="261738" y="63893"/>
                </a:lnTo>
                <a:lnTo>
                  <a:pt x="261738" y="102496"/>
                </a:lnTo>
                <a:lnTo>
                  <a:pt x="261612" y="102746"/>
                </a:lnTo>
                <a:lnTo>
                  <a:pt x="261390" y="103174"/>
                </a:lnTo>
                <a:lnTo>
                  <a:pt x="261162" y="103598"/>
                </a:lnTo>
                <a:lnTo>
                  <a:pt x="260929" y="104020"/>
                </a:lnTo>
                <a:close/>
                <a:moveTo>
                  <a:pt x="345188" y="100441"/>
                </a:moveTo>
                <a:lnTo>
                  <a:pt x="345146" y="100578"/>
                </a:lnTo>
                <a:lnTo>
                  <a:pt x="344976" y="101103"/>
                </a:lnTo>
                <a:lnTo>
                  <a:pt x="344797" y="101624"/>
                </a:lnTo>
                <a:lnTo>
                  <a:pt x="344610" y="102142"/>
                </a:lnTo>
                <a:lnTo>
                  <a:pt x="344414" y="102656"/>
                </a:lnTo>
                <a:lnTo>
                  <a:pt x="344209" y="103164"/>
                </a:lnTo>
                <a:lnTo>
                  <a:pt x="343993" y="103664"/>
                </a:lnTo>
                <a:lnTo>
                  <a:pt x="343765" y="104156"/>
                </a:lnTo>
                <a:lnTo>
                  <a:pt x="343526" y="104639"/>
                </a:lnTo>
                <a:lnTo>
                  <a:pt x="343276" y="105113"/>
                </a:lnTo>
                <a:lnTo>
                  <a:pt x="343015" y="105580"/>
                </a:lnTo>
                <a:lnTo>
                  <a:pt x="342742" y="106037"/>
                </a:lnTo>
                <a:lnTo>
                  <a:pt x="342458" y="106487"/>
                </a:lnTo>
                <a:lnTo>
                  <a:pt x="342163" y="106927"/>
                </a:lnTo>
                <a:lnTo>
                  <a:pt x="341857" y="107360"/>
                </a:lnTo>
                <a:lnTo>
                  <a:pt x="341539" y="107784"/>
                </a:lnTo>
                <a:lnTo>
                  <a:pt x="341210" y="108199"/>
                </a:lnTo>
                <a:lnTo>
                  <a:pt x="340870" y="108606"/>
                </a:lnTo>
                <a:lnTo>
                  <a:pt x="340518" y="109005"/>
                </a:lnTo>
                <a:lnTo>
                  <a:pt x="340156" y="109395"/>
                </a:lnTo>
                <a:lnTo>
                  <a:pt x="339782" y="109777"/>
                </a:lnTo>
                <a:lnTo>
                  <a:pt x="339396" y="110150"/>
                </a:lnTo>
                <a:lnTo>
                  <a:pt x="339000" y="110515"/>
                </a:lnTo>
                <a:lnTo>
                  <a:pt x="338592" y="110872"/>
                </a:lnTo>
                <a:lnTo>
                  <a:pt x="338173" y="111220"/>
                </a:lnTo>
                <a:lnTo>
                  <a:pt x="337743" y="111559"/>
                </a:lnTo>
                <a:lnTo>
                  <a:pt x="337301" y="111890"/>
                </a:lnTo>
                <a:lnTo>
                  <a:pt x="336849" y="112213"/>
                </a:lnTo>
                <a:lnTo>
                  <a:pt x="336385" y="112527"/>
                </a:lnTo>
                <a:lnTo>
                  <a:pt x="335908" y="112831"/>
                </a:lnTo>
                <a:lnTo>
                  <a:pt x="335417" y="113122"/>
                </a:lnTo>
                <a:lnTo>
                  <a:pt x="334912" y="113399"/>
                </a:lnTo>
                <a:lnTo>
                  <a:pt x="334393" y="113664"/>
                </a:lnTo>
                <a:lnTo>
                  <a:pt x="333859" y="113916"/>
                </a:lnTo>
                <a:lnTo>
                  <a:pt x="333311" y="114155"/>
                </a:lnTo>
                <a:lnTo>
                  <a:pt x="332749" y="114381"/>
                </a:lnTo>
                <a:lnTo>
                  <a:pt x="332173" y="114594"/>
                </a:lnTo>
                <a:lnTo>
                  <a:pt x="331583" y="114794"/>
                </a:lnTo>
                <a:lnTo>
                  <a:pt x="330979" y="114982"/>
                </a:lnTo>
                <a:lnTo>
                  <a:pt x="330360" y="115156"/>
                </a:lnTo>
                <a:lnTo>
                  <a:pt x="329727" y="115318"/>
                </a:lnTo>
                <a:lnTo>
                  <a:pt x="329080" y="115466"/>
                </a:lnTo>
                <a:lnTo>
                  <a:pt x="328419" y="115602"/>
                </a:lnTo>
                <a:lnTo>
                  <a:pt x="327743" y="115724"/>
                </a:lnTo>
                <a:lnTo>
                  <a:pt x="327053" y="115834"/>
                </a:lnTo>
                <a:lnTo>
                  <a:pt x="326350" y="115931"/>
                </a:lnTo>
                <a:lnTo>
                  <a:pt x="325632" y="116015"/>
                </a:lnTo>
                <a:lnTo>
                  <a:pt x="324899" y="116086"/>
                </a:lnTo>
                <a:lnTo>
                  <a:pt x="324153" y="116144"/>
                </a:lnTo>
                <a:lnTo>
                  <a:pt x="323392" y="116189"/>
                </a:lnTo>
                <a:lnTo>
                  <a:pt x="322617" y="116222"/>
                </a:lnTo>
                <a:lnTo>
                  <a:pt x="321828" y="116241"/>
                </a:lnTo>
                <a:lnTo>
                  <a:pt x="321025" y="116248"/>
                </a:lnTo>
                <a:lnTo>
                  <a:pt x="320707" y="116246"/>
                </a:lnTo>
                <a:lnTo>
                  <a:pt x="320390" y="116240"/>
                </a:lnTo>
                <a:lnTo>
                  <a:pt x="320075" y="116230"/>
                </a:lnTo>
                <a:lnTo>
                  <a:pt x="319762" y="116217"/>
                </a:lnTo>
                <a:lnTo>
                  <a:pt x="319451" y="116200"/>
                </a:lnTo>
                <a:lnTo>
                  <a:pt x="319142" y="116179"/>
                </a:lnTo>
                <a:lnTo>
                  <a:pt x="318834" y="116154"/>
                </a:lnTo>
                <a:lnTo>
                  <a:pt x="318528" y="116125"/>
                </a:lnTo>
                <a:lnTo>
                  <a:pt x="318224" y="116092"/>
                </a:lnTo>
                <a:lnTo>
                  <a:pt x="317922" y="116056"/>
                </a:lnTo>
                <a:lnTo>
                  <a:pt x="317622" y="116015"/>
                </a:lnTo>
                <a:lnTo>
                  <a:pt x="317323" y="115971"/>
                </a:lnTo>
                <a:lnTo>
                  <a:pt x="317026" y="115923"/>
                </a:lnTo>
                <a:lnTo>
                  <a:pt x="316731" y="115872"/>
                </a:lnTo>
                <a:lnTo>
                  <a:pt x="316438" y="115816"/>
                </a:lnTo>
                <a:lnTo>
                  <a:pt x="316147" y="115756"/>
                </a:lnTo>
                <a:lnTo>
                  <a:pt x="315857" y="115693"/>
                </a:lnTo>
                <a:lnTo>
                  <a:pt x="315569" y="115626"/>
                </a:lnTo>
                <a:lnTo>
                  <a:pt x="315283" y="115555"/>
                </a:lnTo>
                <a:lnTo>
                  <a:pt x="314999" y="115480"/>
                </a:lnTo>
                <a:lnTo>
                  <a:pt x="314716" y="115402"/>
                </a:lnTo>
                <a:lnTo>
                  <a:pt x="314435" y="115319"/>
                </a:lnTo>
                <a:lnTo>
                  <a:pt x="314156" y="115233"/>
                </a:lnTo>
                <a:lnTo>
                  <a:pt x="313879" y="115143"/>
                </a:lnTo>
                <a:lnTo>
                  <a:pt x="313604" y="115048"/>
                </a:lnTo>
                <a:lnTo>
                  <a:pt x="313332" y="114948"/>
                </a:lnTo>
                <a:lnTo>
                  <a:pt x="313063" y="114844"/>
                </a:lnTo>
                <a:lnTo>
                  <a:pt x="312796" y="114734"/>
                </a:lnTo>
                <a:lnTo>
                  <a:pt x="312532" y="114620"/>
                </a:lnTo>
                <a:lnTo>
                  <a:pt x="312270" y="114500"/>
                </a:lnTo>
                <a:lnTo>
                  <a:pt x="312011" y="114376"/>
                </a:lnTo>
                <a:lnTo>
                  <a:pt x="311755" y="114246"/>
                </a:lnTo>
                <a:lnTo>
                  <a:pt x="311502" y="114112"/>
                </a:lnTo>
                <a:lnTo>
                  <a:pt x="311251" y="113972"/>
                </a:lnTo>
                <a:lnTo>
                  <a:pt x="311003" y="113828"/>
                </a:lnTo>
                <a:lnTo>
                  <a:pt x="310758" y="113678"/>
                </a:lnTo>
                <a:lnTo>
                  <a:pt x="310515" y="113524"/>
                </a:lnTo>
                <a:lnTo>
                  <a:pt x="310275" y="113365"/>
                </a:lnTo>
                <a:lnTo>
                  <a:pt x="310038" y="113200"/>
                </a:lnTo>
                <a:lnTo>
                  <a:pt x="309803" y="113031"/>
                </a:lnTo>
                <a:lnTo>
                  <a:pt x="309571" y="112856"/>
                </a:lnTo>
                <a:lnTo>
                  <a:pt x="309342" y="112677"/>
                </a:lnTo>
                <a:lnTo>
                  <a:pt x="309115" y="112493"/>
                </a:lnTo>
                <a:lnTo>
                  <a:pt x="308891" y="112303"/>
                </a:lnTo>
                <a:lnTo>
                  <a:pt x="308670" y="112109"/>
                </a:lnTo>
                <a:lnTo>
                  <a:pt x="308452" y="111910"/>
                </a:lnTo>
                <a:lnTo>
                  <a:pt x="308236" y="111705"/>
                </a:lnTo>
                <a:lnTo>
                  <a:pt x="308023" y="111496"/>
                </a:lnTo>
                <a:lnTo>
                  <a:pt x="307813" y="111281"/>
                </a:lnTo>
                <a:lnTo>
                  <a:pt x="307607" y="111060"/>
                </a:lnTo>
                <a:lnTo>
                  <a:pt x="307405" y="110833"/>
                </a:lnTo>
                <a:lnTo>
                  <a:pt x="307206" y="110600"/>
                </a:lnTo>
                <a:lnTo>
                  <a:pt x="307012" y="110360"/>
                </a:lnTo>
                <a:lnTo>
                  <a:pt x="306821" y="110115"/>
                </a:lnTo>
                <a:lnTo>
                  <a:pt x="306634" y="109863"/>
                </a:lnTo>
                <a:lnTo>
                  <a:pt x="306451" y="109605"/>
                </a:lnTo>
                <a:lnTo>
                  <a:pt x="306272" y="109341"/>
                </a:lnTo>
                <a:lnTo>
                  <a:pt x="306097" y="109071"/>
                </a:lnTo>
                <a:lnTo>
                  <a:pt x="305925" y="108795"/>
                </a:lnTo>
                <a:lnTo>
                  <a:pt x="305757" y="108512"/>
                </a:lnTo>
                <a:lnTo>
                  <a:pt x="305594" y="108224"/>
                </a:lnTo>
                <a:lnTo>
                  <a:pt x="305434" y="107929"/>
                </a:lnTo>
                <a:lnTo>
                  <a:pt x="305277" y="107628"/>
                </a:lnTo>
                <a:lnTo>
                  <a:pt x="305125" y="107322"/>
                </a:lnTo>
                <a:lnTo>
                  <a:pt x="304977" y="107008"/>
                </a:lnTo>
                <a:lnTo>
                  <a:pt x="304832" y="106689"/>
                </a:lnTo>
                <a:lnTo>
                  <a:pt x="304691" y="106364"/>
                </a:lnTo>
                <a:lnTo>
                  <a:pt x="304554" y="106032"/>
                </a:lnTo>
                <a:lnTo>
                  <a:pt x="304421" y="105695"/>
                </a:lnTo>
                <a:lnTo>
                  <a:pt x="304292" y="105351"/>
                </a:lnTo>
                <a:lnTo>
                  <a:pt x="304166" y="105001"/>
                </a:lnTo>
                <a:lnTo>
                  <a:pt x="304045" y="104645"/>
                </a:lnTo>
                <a:lnTo>
                  <a:pt x="303927" y="104282"/>
                </a:lnTo>
                <a:lnTo>
                  <a:pt x="303815" y="103913"/>
                </a:lnTo>
                <a:lnTo>
                  <a:pt x="303708" y="103536"/>
                </a:lnTo>
                <a:lnTo>
                  <a:pt x="303606" y="103152"/>
                </a:lnTo>
                <a:lnTo>
                  <a:pt x="303508" y="102761"/>
                </a:lnTo>
                <a:lnTo>
                  <a:pt x="303416" y="102364"/>
                </a:lnTo>
                <a:lnTo>
                  <a:pt x="303329" y="101959"/>
                </a:lnTo>
                <a:lnTo>
                  <a:pt x="303247" y="101547"/>
                </a:lnTo>
                <a:lnTo>
                  <a:pt x="303169" y="101128"/>
                </a:lnTo>
                <a:lnTo>
                  <a:pt x="303097" y="100702"/>
                </a:lnTo>
                <a:lnTo>
                  <a:pt x="303030" y="100269"/>
                </a:lnTo>
                <a:lnTo>
                  <a:pt x="302967" y="99829"/>
                </a:lnTo>
                <a:lnTo>
                  <a:pt x="302910" y="99382"/>
                </a:lnTo>
                <a:lnTo>
                  <a:pt x="302857" y="98928"/>
                </a:lnTo>
                <a:lnTo>
                  <a:pt x="302810" y="98467"/>
                </a:lnTo>
                <a:lnTo>
                  <a:pt x="302768" y="97998"/>
                </a:lnTo>
                <a:lnTo>
                  <a:pt x="302730" y="97523"/>
                </a:lnTo>
                <a:lnTo>
                  <a:pt x="302698" y="97041"/>
                </a:lnTo>
                <a:lnTo>
                  <a:pt x="302670" y="96552"/>
                </a:lnTo>
                <a:lnTo>
                  <a:pt x="302648" y="96055"/>
                </a:lnTo>
                <a:lnTo>
                  <a:pt x="302631" y="95552"/>
                </a:lnTo>
                <a:lnTo>
                  <a:pt x="302618" y="95042"/>
                </a:lnTo>
                <a:lnTo>
                  <a:pt x="302611" y="94524"/>
                </a:lnTo>
                <a:lnTo>
                  <a:pt x="302608" y="94000"/>
                </a:lnTo>
                <a:lnTo>
                  <a:pt x="302608" y="42875"/>
                </a:lnTo>
                <a:lnTo>
                  <a:pt x="293842" y="42875"/>
                </a:lnTo>
                <a:lnTo>
                  <a:pt x="293842" y="93853"/>
                </a:lnTo>
                <a:lnTo>
                  <a:pt x="293845" y="94530"/>
                </a:lnTo>
                <a:lnTo>
                  <a:pt x="293855" y="95199"/>
                </a:lnTo>
                <a:lnTo>
                  <a:pt x="293871" y="95859"/>
                </a:lnTo>
                <a:lnTo>
                  <a:pt x="293894" y="96511"/>
                </a:lnTo>
                <a:lnTo>
                  <a:pt x="293923" y="97154"/>
                </a:lnTo>
                <a:lnTo>
                  <a:pt x="293959" y="97789"/>
                </a:lnTo>
                <a:lnTo>
                  <a:pt x="294001" y="98416"/>
                </a:lnTo>
                <a:lnTo>
                  <a:pt x="294050" y="99034"/>
                </a:lnTo>
                <a:lnTo>
                  <a:pt x="294106" y="99644"/>
                </a:lnTo>
                <a:lnTo>
                  <a:pt x="294168" y="100245"/>
                </a:lnTo>
                <a:lnTo>
                  <a:pt x="294236" y="100838"/>
                </a:lnTo>
                <a:lnTo>
                  <a:pt x="294311" y="101422"/>
                </a:lnTo>
                <a:lnTo>
                  <a:pt x="294393" y="101998"/>
                </a:lnTo>
                <a:lnTo>
                  <a:pt x="294481" y="102565"/>
                </a:lnTo>
                <a:lnTo>
                  <a:pt x="294575" y="103124"/>
                </a:lnTo>
                <a:lnTo>
                  <a:pt x="294677" y="103675"/>
                </a:lnTo>
                <a:lnTo>
                  <a:pt x="294784" y="104217"/>
                </a:lnTo>
                <a:lnTo>
                  <a:pt x="294898" y="104751"/>
                </a:lnTo>
                <a:lnTo>
                  <a:pt x="295019" y="105276"/>
                </a:lnTo>
                <a:lnTo>
                  <a:pt x="295146" y="105793"/>
                </a:lnTo>
                <a:lnTo>
                  <a:pt x="295280" y="106301"/>
                </a:lnTo>
                <a:lnTo>
                  <a:pt x="295420" y="106801"/>
                </a:lnTo>
                <a:lnTo>
                  <a:pt x="295567" y="107293"/>
                </a:lnTo>
                <a:lnTo>
                  <a:pt x="295720" y="107776"/>
                </a:lnTo>
                <a:lnTo>
                  <a:pt x="295879" y="108251"/>
                </a:lnTo>
                <a:lnTo>
                  <a:pt x="296044" y="108718"/>
                </a:lnTo>
                <a:lnTo>
                  <a:pt x="296215" y="109178"/>
                </a:lnTo>
                <a:lnTo>
                  <a:pt x="296390" y="109631"/>
                </a:lnTo>
                <a:lnTo>
                  <a:pt x="296572" y="110076"/>
                </a:lnTo>
                <a:lnTo>
                  <a:pt x="296758" y="110513"/>
                </a:lnTo>
                <a:lnTo>
                  <a:pt x="296951" y="110943"/>
                </a:lnTo>
                <a:lnTo>
                  <a:pt x="297148" y="111365"/>
                </a:lnTo>
                <a:lnTo>
                  <a:pt x="297352" y="111780"/>
                </a:lnTo>
                <a:lnTo>
                  <a:pt x="297561" y="112187"/>
                </a:lnTo>
                <a:lnTo>
                  <a:pt x="297775" y="112587"/>
                </a:lnTo>
                <a:lnTo>
                  <a:pt x="297995" y="112979"/>
                </a:lnTo>
                <a:lnTo>
                  <a:pt x="298220" y="113363"/>
                </a:lnTo>
                <a:lnTo>
                  <a:pt x="298451" y="113740"/>
                </a:lnTo>
                <a:lnTo>
                  <a:pt x="298687" y="114109"/>
                </a:lnTo>
                <a:lnTo>
                  <a:pt x="298929" y="114471"/>
                </a:lnTo>
                <a:lnTo>
                  <a:pt x="299176" y="114826"/>
                </a:lnTo>
                <a:lnTo>
                  <a:pt x="299429" y="115172"/>
                </a:lnTo>
                <a:lnTo>
                  <a:pt x="299687" y="115512"/>
                </a:lnTo>
                <a:lnTo>
                  <a:pt x="299951" y="115843"/>
                </a:lnTo>
                <a:lnTo>
                  <a:pt x="300220" y="116168"/>
                </a:lnTo>
                <a:lnTo>
                  <a:pt x="300495" y="116484"/>
                </a:lnTo>
                <a:lnTo>
                  <a:pt x="300775" y="116793"/>
                </a:lnTo>
                <a:lnTo>
                  <a:pt x="301061" y="117095"/>
                </a:lnTo>
                <a:lnTo>
                  <a:pt x="301352" y="117389"/>
                </a:lnTo>
                <a:lnTo>
                  <a:pt x="301648" y="117677"/>
                </a:lnTo>
                <a:lnTo>
                  <a:pt x="301948" y="117959"/>
                </a:lnTo>
                <a:lnTo>
                  <a:pt x="302253" y="118234"/>
                </a:lnTo>
                <a:lnTo>
                  <a:pt x="302563" y="118502"/>
                </a:lnTo>
                <a:lnTo>
                  <a:pt x="302877" y="118764"/>
                </a:lnTo>
                <a:lnTo>
                  <a:pt x="303197" y="119019"/>
                </a:lnTo>
                <a:lnTo>
                  <a:pt x="303521" y="119268"/>
                </a:lnTo>
                <a:lnTo>
                  <a:pt x="303849" y="119510"/>
                </a:lnTo>
                <a:lnTo>
                  <a:pt x="304183" y="119746"/>
                </a:lnTo>
                <a:lnTo>
                  <a:pt x="304521" y="119975"/>
                </a:lnTo>
                <a:lnTo>
                  <a:pt x="304864" y="120198"/>
                </a:lnTo>
                <a:lnTo>
                  <a:pt x="305212" y="120414"/>
                </a:lnTo>
                <a:lnTo>
                  <a:pt x="305564" y="120624"/>
                </a:lnTo>
                <a:lnTo>
                  <a:pt x="305921" y="120827"/>
                </a:lnTo>
                <a:lnTo>
                  <a:pt x="306283" y="121024"/>
                </a:lnTo>
                <a:lnTo>
                  <a:pt x="306650" y="121214"/>
                </a:lnTo>
                <a:lnTo>
                  <a:pt x="307021" y="121397"/>
                </a:lnTo>
                <a:lnTo>
                  <a:pt x="307397" y="121574"/>
                </a:lnTo>
                <a:lnTo>
                  <a:pt x="307778" y="121745"/>
                </a:lnTo>
                <a:lnTo>
                  <a:pt x="308164" y="121909"/>
                </a:lnTo>
                <a:lnTo>
                  <a:pt x="308554" y="122067"/>
                </a:lnTo>
                <a:lnTo>
                  <a:pt x="308949" y="122218"/>
                </a:lnTo>
                <a:lnTo>
                  <a:pt x="309349" y="122362"/>
                </a:lnTo>
                <a:lnTo>
                  <a:pt x="309752" y="122500"/>
                </a:lnTo>
                <a:lnTo>
                  <a:pt x="310160" y="122633"/>
                </a:lnTo>
                <a:lnTo>
                  <a:pt x="310571" y="122759"/>
                </a:lnTo>
                <a:lnTo>
                  <a:pt x="310985" y="122880"/>
                </a:lnTo>
                <a:lnTo>
                  <a:pt x="311402" y="122994"/>
                </a:lnTo>
                <a:lnTo>
                  <a:pt x="311823" y="123103"/>
                </a:lnTo>
                <a:lnTo>
                  <a:pt x="312248" y="123206"/>
                </a:lnTo>
                <a:lnTo>
                  <a:pt x="312676" y="123303"/>
                </a:lnTo>
                <a:lnTo>
                  <a:pt x="313107" y="123394"/>
                </a:lnTo>
                <a:lnTo>
                  <a:pt x="313542" y="123480"/>
                </a:lnTo>
                <a:lnTo>
                  <a:pt x="313981" y="123559"/>
                </a:lnTo>
                <a:lnTo>
                  <a:pt x="314423" y="123633"/>
                </a:lnTo>
                <a:lnTo>
                  <a:pt x="314868" y="123700"/>
                </a:lnTo>
                <a:lnTo>
                  <a:pt x="315317" y="123762"/>
                </a:lnTo>
                <a:lnTo>
                  <a:pt x="315769" y="123818"/>
                </a:lnTo>
                <a:lnTo>
                  <a:pt x="316224" y="123868"/>
                </a:lnTo>
                <a:lnTo>
                  <a:pt x="316683" y="123912"/>
                </a:lnTo>
                <a:lnTo>
                  <a:pt x="317146" y="123950"/>
                </a:lnTo>
                <a:lnTo>
                  <a:pt x="317612" y="123983"/>
                </a:lnTo>
                <a:lnTo>
                  <a:pt x="318081" y="124009"/>
                </a:lnTo>
                <a:lnTo>
                  <a:pt x="318554" y="124030"/>
                </a:lnTo>
                <a:lnTo>
                  <a:pt x="319031" y="124045"/>
                </a:lnTo>
                <a:lnTo>
                  <a:pt x="319510" y="124053"/>
                </a:lnTo>
                <a:lnTo>
                  <a:pt x="319994" y="124056"/>
                </a:lnTo>
                <a:lnTo>
                  <a:pt x="320689" y="124052"/>
                </a:lnTo>
                <a:lnTo>
                  <a:pt x="321376" y="124038"/>
                </a:lnTo>
                <a:lnTo>
                  <a:pt x="322055" y="124015"/>
                </a:lnTo>
                <a:lnTo>
                  <a:pt x="322725" y="123984"/>
                </a:lnTo>
                <a:lnTo>
                  <a:pt x="323387" y="123943"/>
                </a:lnTo>
                <a:lnTo>
                  <a:pt x="324041" y="123893"/>
                </a:lnTo>
                <a:lnTo>
                  <a:pt x="324686" y="123834"/>
                </a:lnTo>
                <a:lnTo>
                  <a:pt x="325322" y="123766"/>
                </a:lnTo>
                <a:lnTo>
                  <a:pt x="325950" y="123689"/>
                </a:lnTo>
                <a:lnTo>
                  <a:pt x="326570" y="123602"/>
                </a:lnTo>
                <a:lnTo>
                  <a:pt x="327181" y="123507"/>
                </a:lnTo>
                <a:lnTo>
                  <a:pt x="327784" y="123403"/>
                </a:lnTo>
                <a:lnTo>
                  <a:pt x="328378" y="123289"/>
                </a:lnTo>
                <a:lnTo>
                  <a:pt x="328964" y="123166"/>
                </a:lnTo>
                <a:lnTo>
                  <a:pt x="329542" y="123035"/>
                </a:lnTo>
                <a:lnTo>
                  <a:pt x="330111" y="122894"/>
                </a:lnTo>
                <a:lnTo>
                  <a:pt x="330671" y="122744"/>
                </a:lnTo>
                <a:lnTo>
                  <a:pt x="331223" y="122585"/>
                </a:lnTo>
                <a:lnTo>
                  <a:pt x="331767" y="122417"/>
                </a:lnTo>
                <a:lnTo>
                  <a:pt x="332302" y="122240"/>
                </a:lnTo>
                <a:lnTo>
                  <a:pt x="332829" y="122054"/>
                </a:lnTo>
                <a:lnTo>
                  <a:pt x="333347" y="121859"/>
                </a:lnTo>
                <a:lnTo>
                  <a:pt x="333857" y="121655"/>
                </a:lnTo>
                <a:lnTo>
                  <a:pt x="334359" y="121441"/>
                </a:lnTo>
                <a:lnTo>
                  <a:pt x="334852" y="121220"/>
                </a:lnTo>
                <a:lnTo>
                  <a:pt x="335338" y="120991"/>
                </a:lnTo>
                <a:lnTo>
                  <a:pt x="335816" y="120755"/>
                </a:lnTo>
                <a:lnTo>
                  <a:pt x="336286" y="120512"/>
                </a:lnTo>
                <a:lnTo>
                  <a:pt x="336749" y="120262"/>
                </a:lnTo>
                <a:lnTo>
                  <a:pt x="337204" y="120005"/>
                </a:lnTo>
                <a:lnTo>
                  <a:pt x="337652" y="119740"/>
                </a:lnTo>
                <a:lnTo>
                  <a:pt x="338091" y="119468"/>
                </a:lnTo>
                <a:lnTo>
                  <a:pt x="338523" y="119190"/>
                </a:lnTo>
                <a:lnTo>
                  <a:pt x="338948" y="118904"/>
                </a:lnTo>
                <a:lnTo>
                  <a:pt x="339364" y="118611"/>
                </a:lnTo>
                <a:lnTo>
                  <a:pt x="339773" y="118310"/>
                </a:lnTo>
                <a:lnTo>
                  <a:pt x="340175" y="118003"/>
                </a:lnTo>
                <a:lnTo>
                  <a:pt x="340568" y="117688"/>
                </a:lnTo>
                <a:lnTo>
                  <a:pt x="340954" y="117366"/>
                </a:lnTo>
                <a:lnTo>
                  <a:pt x="341333" y="117037"/>
                </a:lnTo>
                <a:lnTo>
                  <a:pt x="341703" y="116701"/>
                </a:lnTo>
                <a:lnTo>
                  <a:pt x="342066" y="116358"/>
                </a:lnTo>
                <a:lnTo>
                  <a:pt x="342422" y="116008"/>
                </a:lnTo>
                <a:lnTo>
                  <a:pt x="342769" y="115650"/>
                </a:lnTo>
                <a:lnTo>
                  <a:pt x="343109" y="115285"/>
                </a:lnTo>
                <a:lnTo>
                  <a:pt x="343441" y="114913"/>
                </a:lnTo>
                <a:lnTo>
                  <a:pt x="343766" y="114534"/>
                </a:lnTo>
                <a:lnTo>
                  <a:pt x="344083" y="114148"/>
                </a:lnTo>
                <a:lnTo>
                  <a:pt x="344393" y="113755"/>
                </a:lnTo>
                <a:lnTo>
                  <a:pt x="344695" y="113357"/>
                </a:lnTo>
                <a:lnTo>
                  <a:pt x="344991" y="112952"/>
                </a:lnTo>
                <a:lnTo>
                  <a:pt x="345280" y="112542"/>
                </a:lnTo>
                <a:lnTo>
                  <a:pt x="345353" y="112434"/>
                </a:lnTo>
                <a:lnTo>
                  <a:pt x="345556" y="122583"/>
                </a:lnTo>
                <a:lnTo>
                  <a:pt x="354102" y="122583"/>
                </a:lnTo>
                <a:lnTo>
                  <a:pt x="354102" y="42875"/>
                </a:lnTo>
                <a:lnTo>
                  <a:pt x="345188" y="42875"/>
                </a:lnTo>
                <a:lnTo>
                  <a:pt x="345188" y="100441"/>
                </a:lnTo>
                <a:close/>
                <a:moveTo>
                  <a:pt x="377000" y="20915"/>
                </a:moveTo>
                <a:lnTo>
                  <a:pt x="377036" y="21102"/>
                </a:lnTo>
                <a:lnTo>
                  <a:pt x="377077" y="21286"/>
                </a:lnTo>
                <a:lnTo>
                  <a:pt x="377124" y="21468"/>
                </a:lnTo>
                <a:lnTo>
                  <a:pt x="377176" y="21647"/>
                </a:lnTo>
                <a:lnTo>
                  <a:pt x="377234" y="21824"/>
                </a:lnTo>
                <a:lnTo>
                  <a:pt x="377297" y="21999"/>
                </a:lnTo>
                <a:lnTo>
                  <a:pt x="377366" y="22171"/>
                </a:lnTo>
                <a:lnTo>
                  <a:pt x="377440" y="22341"/>
                </a:lnTo>
                <a:lnTo>
                  <a:pt x="377520" y="22508"/>
                </a:lnTo>
                <a:lnTo>
                  <a:pt x="377605" y="22673"/>
                </a:lnTo>
                <a:lnTo>
                  <a:pt x="377696" y="22836"/>
                </a:lnTo>
                <a:lnTo>
                  <a:pt x="377792" y="22996"/>
                </a:lnTo>
                <a:lnTo>
                  <a:pt x="377894" y="23153"/>
                </a:lnTo>
                <a:lnTo>
                  <a:pt x="378001" y="23309"/>
                </a:lnTo>
                <a:lnTo>
                  <a:pt x="378114" y="23461"/>
                </a:lnTo>
                <a:lnTo>
                  <a:pt x="378232" y="23612"/>
                </a:lnTo>
                <a:lnTo>
                  <a:pt x="378356" y="23760"/>
                </a:lnTo>
                <a:lnTo>
                  <a:pt x="378485" y="23905"/>
                </a:lnTo>
                <a:lnTo>
                  <a:pt x="378619" y="24046"/>
                </a:lnTo>
                <a:lnTo>
                  <a:pt x="378758" y="24182"/>
                </a:lnTo>
                <a:lnTo>
                  <a:pt x="378901" y="24311"/>
                </a:lnTo>
                <a:lnTo>
                  <a:pt x="379049" y="24434"/>
                </a:lnTo>
                <a:lnTo>
                  <a:pt x="379201" y="24551"/>
                </a:lnTo>
                <a:lnTo>
                  <a:pt x="379358" y="24663"/>
                </a:lnTo>
                <a:lnTo>
                  <a:pt x="379519" y="24768"/>
                </a:lnTo>
                <a:lnTo>
                  <a:pt x="379684" y="24867"/>
                </a:lnTo>
                <a:lnTo>
                  <a:pt x="379854" y="24960"/>
                </a:lnTo>
                <a:lnTo>
                  <a:pt x="380029" y="25047"/>
                </a:lnTo>
                <a:lnTo>
                  <a:pt x="380208" y="25128"/>
                </a:lnTo>
                <a:lnTo>
                  <a:pt x="380391" y="25204"/>
                </a:lnTo>
                <a:lnTo>
                  <a:pt x="380579" y="25273"/>
                </a:lnTo>
                <a:lnTo>
                  <a:pt x="380772" y="25336"/>
                </a:lnTo>
                <a:lnTo>
                  <a:pt x="380969" y="25393"/>
                </a:lnTo>
                <a:lnTo>
                  <a:pt x="381170" y="25444"/>
                </a:lnTo>
                <a:lnTo>
                  <a:pt x="381376" y="25489"/>
                </a:lnTo>
                <a:lnTo>
                  <a:pt x="381586" y="25528"/>
                </a:lnTo>
                <a:lnTo>
                  <a:pt x="381801" y="25561"/>
                </a:lnTo>
                <a:lnTo>
                  <a:pt x="382020" y="25588"/>
                </a:lnTo>
                <a:lnTo>
                  <a:pt x="382244" y="25609"/>
                </a:lnTo>
                <a:lnTo>
                  <a:pt x="382472" y="25624"/>
                </a:lnTo>
                <a:lnTo>
                  <a:pt x="382705" y="25633"/>
                </a:lnTo>
                <a:lnTo>
                  <a:pt x="382942" y="25636"/>
                </a:lnTo>
                <a:lnTo>
                  <a:pt x="383173" y="25633"/>
                </a:lnTo>
                <a:lnTo>
                  <a:pt x="383401" y="25624"/>
                </a:lnTo>
                <a:lnTo>
                  <a:pt x="383624" y="25609"/>
                </a:lnTo>
                <a:lnTo>
                  <a:pt x="383843" y="25588"/>
                </a:lnTo>
                <a:lnTo>
                  <a:pt x="384059" y="25561"/>
                </a:lnTo>
                <a:lnTo>
                  <a:pt x="384270" y="25528"/>
                </a:lnTo>
                <a:lnTo>
                  <a:pt x="384478" y="25489"/>
                </a:lnTo>
                <a:lnTo>
                  <a:pt x="384681" y="25444"/>
                </a:lnTo>
                <a:lnTo>
                  <a:pt x="384881" y="25393"/>
                </a:lnTo>
                <a:lnTo>
                  <a:pt x="385077" y="25336"/>
                </a:lnTo>
                <a:lnTo>
                  <a:pt x="385268" y="25273"/>
                </a:lnTo>
                <a:lnTo>
                  <a:pt x="385456" y="25204"/>
                </a:lnTo>
                <a:lnTo>
                  <a:pt x="385640" y="25128"/>
                </a:lnTo>
                <a:lnTo>
                  <a:pt x="385819" y="25047"/>
                </a:lnTo>
                <a:lnTo>
                  <a:pt x="385995" y="24960"/>
                </a:lnTo>
                <a:lnTo>
                  <a:pt x="386167" y="24867"/>
                </a:lnTo>
                <a:lnTo>
                  <a:pt x="386335" y="24768"/>
                </a:lnTo>
                <a:lnTo>
                  <a:pt x="386499" y="24663"/>
                </a:lnTo>
                <a:lnTo>
                  <a:pt x="386659" y="24551"/>
                </a:lnTo>
                <a:lnTo>
                  <a:pt x="386815" y="24434"/>
                </a:lnTo>
                <a:lnTo>
                  <a:pt x="386967" y="24311"/>
                </a:lnTo>
                <a:lnTo>
                  <a:pt x="387115" y="24182"/>
                </a:lnTo>
                <a:lnTo>
                  <a:pt x="387259" y="24046"/>
                </a:lnTo>
                <a:lnTo>
                  <a:pt x="387399" y="23905"/>
                </a:lnTo>
                <a:lnTo>
                  <a:pt x="387534" y="23760"/>
                </a:lnTo>
                <a:lnTo>
                  <a:pt x="387664" y="23612"/>
                </a:lnTo>
                <a:lnTo>
                  <a:pt x="387787" y="23461"/>
                </a:lnTo>
                <a:lnTo>
                  <a:pt x="387905" y="23309"/>
                </a:lnTo>
                <a:lnTo>
                  <a:pt x="388018" y="23153"/>
                </a:lnTo>
                <a:lnTo>
                  <a:pt x="388124" y="22996"/>
                </a:lnTo>
                <a:lnTo>
                  <a:pt x="388225" y="22836"/>
                </a:lnTo>
                <a:lnTo>
                  <a:pt x="388320" y="22673"/>
                </a:lnTo>
                <a:lnTo>
                  <a:pt x="388409" y="22508"/>
                </a:lnTo>
                <a:lnTo>
                  <a:pt x="388492" y="22341"/>
                </a:lnTo>
                <a:lnTo>
                  <a:pt x="388570" y="22171"/>
                </a:lnTo>
                <a:lnTo>
                  <a:pt x="388642" y="21999"/>
                </a:lnTo>
                <a:lnTo>
                  <a:pt x="388708" y="21824"/>
                </a:lnTo>
                <a:lnTo>
                  <a:pt x="388769" y="21647"/>
                </a:lnTo>
                <a:lnTo>
                  <a:pt x="388823" y="21468"/>
                </a:lnTo>
                <a:lnTo>
                  <a:pt x="388872" y="21286"/>
                </a:lnTo>
                <a:lnTo>
                  <a:pt x="388915" y="21102"/>
                </a:lnTo>
                <a:lnTo>
                  <a:pt x="388953" y="20915"/>
                </a:lnTo>
                <a:lnTo>
                  <a:pt x="388985" y="20725"/>
                </a:lnTo>
                <a:lnTo>
                  <a:pt x="389010" y="20534"/>
                </a:lnTo>
                <a:lnTo>
                  <a:pt x="389031" y="20340"/>
                </a:lnTo>
                <a:lnTo>
                  <a:pt x="389045" y="20143"/>
                </a:lnTo>
                <a:lnTo>
                  <a:pt x="389054" y="19944"/>
                </a:lnTo>
                <a:lnTo>
                  <a:pt x="389056" y="19743"/>
                </a:lnTo>
                <a:lnTo>
                  <a:pt x="389054" y="19536"/>
                </a:lnTo>
                <a:lnTo>
                  <a:pt x="389045" y="19331"/>
                </a:lnTo>
                <a:lnTo>
                  <a:pt x="389031" y="19129"/>
                </a:lnTo>
                <a:lnTo>
                  <a:pt x="389010" y="18930"/>
                </a:lnTo>
                <a:lnTo>
                  <a:pt x="388985" y="18733"/>
                </a:lnTo>
                <a:lnTo>
                  <a:pt x="388953" y="18539"/>
                </a:lnTo>
                <a:lnTo>
                  <a:pt x="388915" y="18348"/>
                </a:lnTo>
                <a:lnTo>
                  <a:pt x="388872" y="18159"/>
                </a:lnTo>
                <a:lnTo>
                  <a:pt x="388823" y="17973"/>
                </a:lnTo>
                <a:lnTo>
                  <a:pt x="388769" y="17790"/>
                </a:lnTo>
                <a:lnTo>
                  <a:pt x="388708" y="17609"/>
                </a:lnTo>
                <a:lnTo>
                  <a:pt x="388642" y="17432"/>
                </a:lnTo>
                <a:lnTo>
                  <a:pt x="388570" y="17256"/>
                </a:lnTo>
                <a:lnTo>
                  <a:pt x="388492" y="17084"/>
                </a:lnTo>
                <a:lnTo>
                  <a:pt x="388409" y="16914"/>
                </a:lnTo>
                <a:lnTo>
                  <a:pt x="388320" y="16747"/>
                </a:lnTo>
                <a:lnTo>
                  <a:pt x="388225" y="16583"/>
                </a:lnTo>
                <a:lnTo>
                  <a:pt x="388124" y="16421"/>
                </a:lnTo>
                <a:lnTo>
                  <a:pt x="388018" y="16262"/>
                </a:lnTo>
                <a:lnTo>
                  <a:pt x="387905" y="16106"/>
                </a:lnTo>
                <a:lnTo>
                  <a:pt x="387787" y="15952"/>
                </a:lnTo>
                <a:lnTo>
                  <a:pt x="387664" y="15801"/>
                </a:lnTo>
                <a:lnTo>
                  <a:pt x="387534" y="15653"/>
                </a:lnTo>
                <a:lnTo>
                  <a:pt x="387399" y="15507"/>
                </a:lnTo>
                <a:lnTo>
                  <a:pt x="387259" y="15366"/>
                </a:lnTo>
                <a:lnTo>
                  <a:pt x="387115" y="15231"/>
                </a:lnTo>
                <a:lnTo>
                  <a:pt x="386967" y="15101"/>
                </a:lnTo>
                <a:lnTo>
                  <a:pt x="386815" y="14978"/>
                </a:lnTo>
                <a:lnTo>
                  <a:pt x="386659" y="14861"/>
                </a:lnTo>
                <a:lnTo>
                  <a:pt x="386499" y="14750"/>
                </a:lnTo>
                <a:lnTo>
                  <a:pt x="386335" y="14644"/>
                </a:lnTo>
                <a:lnTo>
                  <a:pt x="386167" y="14545"/>
                </a:lnTo>
                <a:lnTo>
                  <a:pt x="385995" y="14452"/>
                </a:lnTo>
                <a:lnTo>
                  <a:pt x="385819" y="14365"/>
                </a:lnTo>
                <a:lnTo>
                  <a:pt x="385640" y="14284"/>
                </a:lnTo>
                <a:lnTo>
                  <a:pt x="385456" y="14209"/>
                </a:lnTo>
                <a:lnTo>
                  <a:pt x="385268" y="14140"/>
                </a:lnTo>
                <a:lnTo>
                  <a:pt x="385077" y="14076"/>
                </a:lnTo>
                <a:lnTo>
                  <a:pt x="384881" y="14019"/>
                </a:lnTo>
                <a:lnTo>
                  <a:pt x="384681" y="13968"/>
                </a:lnTo>
                <a:lnTo>
                  <a:pt x="384478" y="13923"/>
                </a:lnTo>
                <a:lnTo>
                  <a:pt x="384270" y="13884"/>
                </a:lnTo>
                <a:lnTo>
                  <a:pt x="384059" y="13851"/>
                </a:lnTo>
                <a:lnTo>
                  <a:pt x="383843" y="13824"/>
                </a:lnTo>
                <a:lnTo>
                  <a:pt x="383624" y="13803"/>
                </a:lnTo>
                <a:lnTo>
                  <a:pt x="383401" y="13788"/>
                </a:lnTo>
                <a:lnTo>
                  <a:pt x="383173" y="13779"/>
                </a:lnTo>
                <a:lnTo>
                  <a:pt x="382942" y="13776"/>
                </a:lnTo>
                <a:lnTo>
                  <a:pt x="382705" y="13779"/>
                </a:lnTo>
                <a:lnTo>
                  <a:pt x="382472" y="13788"/>
                </a:lnTo>
                <a:lnTo>
                  <a:pt x="382244" y="13803"/>
                </a:lnTo>
                <a:lnTo>
                  <a:pt x="382020" y="13824"/>
                </a:lnTo>
                <a:lnTo>
                  <a:pt x="381801" y="13851"/>
                </a:lnTo>
                <a:lnTo>
                  <a:pt x="381586" y="13884"/>
                </a:lnTo>
                <a:lnTo>
                  <a:pt x="381376" y="13923"/>
                </a:lnTo>
                <a:lnTo>
                  <a:pt x="381170" y="13968"/>
                </a:lnTo>
                <a:lnTo>
                  <a:pt x="380969" y="14019"/>
                </a:lnTo>
                <a:lnTo>
                  <a:pt x="380772" y="14076"/>
                </a:lnTo>
                <a:lnTo>
                  <a:pt x="380579" y="14140"/>
                </a:lnTo>
                <a:lnTo>
                  <a:pt x="380391" y="14209"/>
                </a:lnTo>
                <a:lnTo>
                  <a:pt x="380208" y="14284"/>
                </a:lnTo>
                <a:lnTo>
                  <a:pt x="380029" y="14365"/>
                </a:lnTo>
                <a:lnTo>
                  <a:pt x="379854" y="14452"/>
                </a:lnTo>
                <a:lnTo>
                  <a:pt x="379684" y="14545"/>
                </a:lnTo>
                <a:lnTo>
                  <a:pt x="379519" y="14644"/>
                </a:lnTo>
                <a:lnTo>
                  <a:pt x="379358" y="14750"/>
                </a:lnTo>
                <a:lnTo>
                  <a:pt x="379201" y="14861"/>
                </a:lnTo>
                <a:lnTo>
                  <a:pt x="379049" y="14978"/>
                </a:lnTo>
                <a:lnTo>
                  <a:pt x="378901" y="15101"/>
                </a:lnTo>
                <a:lnTo>
                  <a:pt x="378758" y="15231"/>
                </a:lnTo>
                <a:lnTo>
                  <a:pt x="378619" y="15366"/>
                </a:lnTo>
                <a:lnTo>
                  <a:pt x="378485" y="15507"/>
                </a:lnTo>
                <a:lnTo>
                  <a:pt x="378356" y="15653"/>
                </a:lnTo>
                <a:lnTo>
                  <a:pt x="378232" y="15801"/>
                </a:lnTo>
                <a:lnTo>
                  <a:pt x="378114" y="15952"/>
                </a:lnTo>
                <a:lnTo>
                  <a:pt x="378001" y="16106"/>
                </a:lnTo>
                <a:lnTo>
                  <a:pt x="377894" y="16262"/>
                </a:lnTo>
                <a:lnTo>
                  <a:pt x="377792" y="16421"/>
                </a:lnTo>
                <a:lnTo>
                  <a:pt x="377696" y="16583"/>
                </a:lnTo>
                <a:lnTo>
                  <a:pt x="377605" y="16747"/>
                </a:lnTo>
                <a:lnTo>
                  <a:pt x="377520" y="16914"/>
                </a:lnTo>
                <a:lnTo>
                  <a:pt x="377440" y="17084"/>
                </a:lnTo>
                <a:lnTo>
                  <a:pt x="377366" y="17256"/>
                </a:lnTo>
                <a:lnTo>
                  <a:pt x="377297" y="17432"/>
                </a:lnTo>
                <a:lnTo>
                  <a:pt x="377234" y="17609"/>
                </a:lnTo>
                <a:lnTo>
                  <a:pt x="377176" y="17790"/>
                </a:lnTo>
                <a:lnTo>
                  <a:pt x="377124" y="17973"/>
                </a:lnTo>
                <a:lnTo>
                  <a:pt x="377077" y="18159"/>
                </a:lnTo>
                <a:lnTo>
                  <a:pt x="377036" y="18348"/>
                </a:lnTo>
                <a:lnTo>
                  <a:pt x="377000" y="18539"/>
                </a:lnTo>
                <a:lnTo>
                  <a:pt x="376970" y="18733"/>
                </a:lnTo>
                <a:lnTo>
                  <a:pt x="376945" y="18930"/>
                </a:lnTo>
                <a:lnTo>
                  <a:pt x="376926" y="19129"/>
                </a:lnTo>
                <a:lnTo>
                  <a:pt x="376912" y="19331"/>
                </a:lnTo>
                <a:lnTo>
                  <a:pt x="376904" y="19536"/>
                </a:lnTo>
                <a:lnTo>
                  <a:pt x="376901" y="19743"/>
                </a:lnTo>
                <a:lnTo>
                  <a:pt x="376904" y="19944"/>
                </a:lnTo>
                <a:lnTo>
                  <a:pt x="376912" y="20143"/>
                </a:lnTo>
                <a:lnTo>
                  <a:pt x="376926" y="20340"/>
                </a:lnTo>
                <a:lnTo>
                  <a:pt x="376945" y="20534"/>
                </a:lnTo>
                <a:lnTo>
                  <a:pt x="376970" y="20725"/>
                </a:lnTo>
                <a:lnTo>
                  <a:pt x="377000" y="20915"/>
                </a:lnTo>
                <a:close/>
                <a:moveTo>
                  <a:pt x="420498" y="66448"/>
                </a:moveTo>
                <a:lnTo>
                  <a:pt x="420629" y="66039"/>
                </a:lnTo>
                <a:lnTo>
                  <a:pt x="420765" y="65634"/>
                </a:lnTo>
                <a:lnTo>
                  <a:pt x="420906" y="65233"/>
                </a:lnTo>
                <a:lnTo>
                  <a:pt x="421051" y="64837"/>
                </a:lnTo>
                <a:lnTo>
                  <a:pt x="421201" y="64444"/>
                </a:lnTo>
                <a:lnTo>
                  <a:pt x="421356" y="64056"/>
                </a:lnTo>
                <a:lnTo>
                  <a:pt x="421516" y="63672"/>
                </a:lnTo>
                <a:lnTo>
                  <a:pt x="421681" y="63293"/>
                </a:lnTo>
                <a:lnTo>
                  <a:pt x="421850" y="62917"/>
                </a:lnTo>
                <a:lnTo>
                  <a:pt x="422024" y="62546"/>
                </a:lnTo>
                <a:lnTo>
                  <a:pt x="422202" y="62179"/>
                </a:lnTo>
                <a:lnTo>
                  <a:pt x="422385" y="61816"/>
                </a:lnTo>
                <a:lnTo>
                  <a:pt x="422574" y="61458"/>
                </a:lnTo>
                <a:lnTo>
                  <a:pt x="422766" y="61103"/>
                </a:lnTo>
                <a:lnTo>
                  <a:pt x="422964" y="60753"/>
                </a:lnTo>
                <a:lnTo>
                  <a:pt x="423166" y="60407"/>
                </a:lnTo>
                <a:lnTo>
                  <a:pt x="423373" y="60066"/>
                </a:lnTo>
                <a:lnTo>
                  <a:pt x="423585" y="59728"/>
                </a:lnTo>
                <a:lnTo>
                  <a:pt x="423801" y="59395"/>
                </a:lnTo>
                <a:lnTo>
                  <a:pt x="424023" y="59066"/>
                </a:lnTo>
                <a:lnTo>
                  <a:pt x="424248" y="58741"/>
                </a:lnTo>
                <a:lnTo>
                  <a:pt x="424479" y="58421"/>
                </a:lnTo>
                <a:lnTo>
                  <a:pt x="424715" y="58104"/>
                </a:lnTo>
                <a:lnTo>
                  <a:pt x="424955" y="57792"/>
                </a:lnTo>
                <a:lnTo>
                  <a:pt x="425200" y="57485"/>
                </a:lnTo>
                <a:lnTo>
                  <a:pt x="425450" y="57183"/>
                </a:lnTo>
                <a:lnTo>
                  <a:pt x="425705" y="56888"/>
                </a:lnTo>
                <a:lnTo>
                  <a:pt x="425964" y="56597"/>
                </a:lnTo>
                <a:lnTo>
                  <a:pt x="426229" y="56313"/>
                </a:lnTo>
                <a:lnTo>
                  <a:pt x="426499" y="56033"/>
                </a:lnTo>
                <a:lnTo>
                  <a:pt x="426774" y="55760"/>
                </a:lnTo>
                <a:lnTo>
                  <a:pt x="427054" y="55492"/>
                </a:lnTo>
                <a:lnTo>
                  <a:pt x="427339" y="55230"/>
                </a:lnTo>
                <a:lnTo>
                  <a:pt x="427629" y="54973"/>
                </a:lnTo>
                <a:lnTo>
                  <a:pt x="427924" y="54723"/>
                </a:lnTo>
                <a:lnTo>
                  <a:pt x="428224" y="54477"/>
                </a:lnTo>
                <a:lnTo>
                  <a:pt x="428528" y="54238"/>
                </a:lnTo>
                <a:lnTo>
                  <a:pt x="428838" y="54004"/>
                </a:lnTo>
                <a:lnTo>
                  <a:pt x="429153" y="53775"/>
                </a:lnTo>
                <a:lnTo>
                  <a:pt x="429473" y="53552"/>
                </a:lnTo>
                <a:lnTo>
                  <a:pt x="429798" y="53335"/>
                </a:lnTo>
                <a:lnTo>
                  <a:pt x="430127" y="53124"/>
                </a:lnTo>
                <a:lnTo>
                  <a:pt x="430462" y="52918"/>
                </a:lnTo>
                <a:lnTo>
                  <a:pt x="430802" y="52717"/>
                </a:lnTo>
                <a:lnTo>
                  <a:pt x="431147" y="52523"/>
                </a:lnTo>
                <a:lnTo>
                  <a:pt x="431496" y="52334"/>
                </a:lnTo>
                <a:lnTo>
                  <a:pt x="431851" y="52150"/>
                </a:lnTo>
                <a:lnTo>
                  <a:pt x="432211" y="51973"/>
                </a:lnTo>
                <a:lnTo>
                  <a:pt x="432575" y="51801"/>
                </a:lnTo>
                <a:lnTo>
                  <a:pt x="432945" y="51637"/>
                </a:lnTo>
                <a:lnTo>
                  <a:pt x="433318" y="51480"/>
                </a:lnTo>
                <a:lnTo>
                  <a:pt x="433697" y="51331"/>
                </a:lnTo>
                <a:lnTo>
                  <a:pt x="434079" y="51189"/>
                </a:lnTo>
                <a:lnTo>
                  <a:pt x="434467" y="51054"/>
                </a:lnTo>
                <a:lnTo>
                  <a:pt x="434859" y="50926"/>
                </a:lnTo>
                <a:lnTo>
                  <a:pt x="435256" y="50806"/>
                </a:lnTo>
                <a:lnTo>
                  <a:pt x="435657" y="50693"/>
                </a:lnTo>
                <a:lnTo>
                  <a:pt x="436063" y="50587"/>
                </a:lnTo>
                <a:lnTo>
                  <a:pt x="436474" y="50489"/>
                </a:lnTo>
                <a:lnTo>
                  <a:pt x="436889" y="50398"/>
                </a:lnTo>
                <a:lnTo>
                  <a:pt x="437309" y="50314"/>
                </a:lnTo>
                <a:lnTo>
                  <a:pt x="437733" y="50238"/>
                </a:lnTo>
                <a:lnTo>
                  <a:pt x="438162" y="50168"/>
                </a:lnTo>
                <a:lnTo>
                  <a:pt x="438595" y="50106"/>
                </a:lnTo>
                <a:lnTo>
                  <a:pt x="439034" y="50052"/>
                </a:lnTo>
                <a:lnTo>
                  <a:pt x="439476" y="50004"/>
                </a:lnTo>
                <a:lnTo>
                  <a:pt x="439924" y="49964"/>
                </a:lnTo>
                <a:lnTo>
                  <a:pt x="440376" y="49931"/>
                </a:lnTo>
                <a:lnTo>
                  <a:pt x="440832" y="49906"/>
                </a:lnTo>
                <a:lnTo>
                  <a:pt x="441294" y="49888"/>
                </a:lnTo>
                <a:lnTo>
                  <a:pt x="441759" y="49877"/>
                </a:lnTo>
                <a:lnTo>
                  <a:pt x="442230" y="49873"/>
                </a:lnTo>
                <a:lnTo>
                  <a:pt x="442370" y="49873"/>
                </a:lnTo>
                <a:lnTo>
                  <a:pt x="442510" y="49874"/>
                </a:lnTo>
                <a:lnTo>
                  <a:pt x="442649" y="49875"/>
                </a:lnTo>
                <a:lnTo>
                  <a:pt x="442786" y="49877"/>
                </a:lnTo>
                <a:lnTo>
                  <a:pt x="442923" y="49879"/>
                </a:lnTo>
                <a:lnTo>
                  <a:pt x="443058" y="49882"/>
                </a:lnTo>
                <a:lnTo>
                  <a:pt x="443193" y="49886"/>
                </a:lnTo>
                <a:lnTo>
                  <a:pt x="443327" y="49889"/>
                </a:lnTo>
                <a:lnTo>
                  <a:pt x="443459" y="49894"/>
                </a:lnTo>
                <a:lnTo>
                  <a:pt x="443591" y="49899"/>
                </a:lnTo>
                <a:lnTo>
                  <a:pt x="443721" y="49904"/>
                </a:lnTo>
                <a:lnTo>
                  <a:pt x="443850" y="49910"/>
                </a:lnTo>
                <a:lnTo>
                  <a:pt x="443979" y="49916"/>
                </a:lnTo>
                <a:lnTo>
                  <a:pt x="444106" y="49923"/>
                </a:lnTo>
                <a:lnTo>
                  <a:pt x="444233" y="49931"/>
                </a:lnTo>
                <a:lnTo>
                  <a:pt x="444358" y="49938"/>
                </a:lnTo>
                <a:lnTo>
                  <a:pt x="444482" y="49947"/>
                </a:lnTo>
                <a:lnTo>
                  <a:pt x="444605" y="49956"/>
                </a:lnTo>
                <a:lnTo>
                  <a:pt x="444728" y="49965"/>
                </a:lnTo>
                <a:lnTo>
                  <a:pt x="444849" y="49975"/>
                </a:lnTo>
                <a:lnTo>
                  <a:pt x="444969" y="49986"/>
                </a:lnTo>
                <a:lnTo>
                  <a:pt x="445088" y="49997"/>
                </a:lnTo>
                <a:lnTo>
                  <a:pt x="445207" y="50008"/>
                </a:lnTo>
                <a:lnTo>
                  <a:pt x="445324" y="50020"/>
                </a:lnTo>
                <a:lnTo>
                  <a:pt x="445440" y="50033"/>
                </a:lnTo>
                <a:lnTo>
                  <a:pt x="445557" y="50045"/>
                </a:lnTo>
                <a:lnTo>
                  <a:pt x="445674" y="50058"/>
                </a:lnTo>
                <a:lnTo>
                  <a:pt x="445790" y="50071"/>
                </a:lnTo>
                <a:lnTo>
                  <a:pt x="445907" y="50085"/>
                </a:lnTo>
                <a:lnTo>
                  <a:pt x="446024" y="50099"/>
                </a:lnTo>
                <a:lnTo>
                  <a:pt x="446140" y="50113"/>
                </a:lnTo>
                <a:lnTo>
                  <a:pt x="446257" y="50127"/>
                </a:lnTo>
                <a:lnTo>
                  <a:pt x="446374" y="50141"/>
                </a:lnTo>
                <a:lnTo>
                  <a:pt x="446490" y="50156"/>
                </a:lnTo>
                <a:lnTo>
                  <a:pt x="446607" y="50171"/>
                </a:lnTo>
                <a:lnTo>
                  <a:pt x="446723" y="50186"/>
                </a:lnTo>
                <a:lnTo>
                  <a:pt x="446840" y="50202"/>
                </a:lnTo>
                <a:lnTo>
                  <a:pt x="446957" y="50217"/>
                </a:lnTo>
                <a:lnTo>
                  <a:pt x="447073" y="50233"/>
                </a:lnTo>
                <a:lnTo>
                  <a:pt x="447190" y="50250"/>
                </a:lnTo>
                <a:lnTo>
                  <a:pt x="447307" y="50266"/>
                </a:lnTo>
                <a:lnTo>
                  <a:pt x="447423" y="50283"/>
                </a:lnTo>
                <a:lnTo>
                  <a:pt x="447540" y="50300"/>
                </a:lnTo>
                <a:lnTo>
                  <a:pt x="447657" y="50317"/>
                </a:lnTo>
                <a:lnTo>
                  <a:pt x="447773" y="50335"/>
                </a:lnTo>
                <a:lnTo>
                  <a:pt x="447890" y="50352"/>
                </a:lnTo>
                <a:lnTo>
                  <a:pt x="448006" y="50370"/>
                </a:lnTo>
                <a:lnTo>
                  <a:pt x="448123" y="50389"/>
                </a:lnTo>
                <a:lnTo>
                  <a:pt x="448418" y="42285"/>
                </a:lnTo>
                <a:lnTo>
                  <a:pt x="448343" y="42255"/>
                </a:lnTo>
                <a:lnTo>
                  <a:pt x="448265" y="42225"/>
                </a:lnTo>
                <a:lnTo>
                  <a:pt x="448185" y="42195"/>
                </a:lnTo>
                <a:lnTo>
                  <a:pt x="448102" y="42166"/>
                </a:lnTo>
                <a:lnTo>
                  <a:pt x="448016" y="42137"/>
                </a:lnTo>
                <a:lnTo>
                  <a:pt x="447927" y="42108"/>
                </a:lnTo>
                <a:lnTo>
                  <a:pt x="447836" y="42080"/>
                </a:lnTo>
                <a:lnTo>
                  <a:pt x="447742" y="42052"/>
                </a:lnTo>
                <a:lnTo>
                  <a:pt x="447646" y="42025"/>
                </a:lnTo>
                <a:lnTo>
                  <a:pt x="447547" y="41997"/>
                </a:lnTo>
                <a:lnTo>
                  <a:pt x="447445" y="41971"/>
                </a:lnTo>
                <a:lnTo>
                  <a:pt x="447340" y="41945"/>
                </a:lnTo>
                <a:lnTo>
                  <a:pt x="447233" y="41919"/>
                </a:lnTo>
                <a:lnTo>
                  <a:pt x="447123" y="41893"/>
                </a:lnTo>
                <a:lnTo>
                  <a:pt x="447011" y="41868"/>
                </a:lnTo>
                <a:lnTo>
                  <a:pt x="446895" y="41843"/>
                </a:lnTo>
                <a:lnTo>
                  <a:pt x="446777" y="41819"/>
                </a:lnTo>
                <a:lnTo>
                  <a:pt x="446657" y="41795"/>
                </a:lnTo>
                <a:lnTo>
                  <a:pt x="446533" y="41771"/>
                </a:lnTo>
                <a:lnTo>
                  <a:pt x="446407" y="41748"/>
                </a:lnTo>
                <a:lnTo>
                  <a:pt x="446279" y="41725"/>
                </a:lnTo>
                <a:lnTo>
                  <a:pt x="446147" y="41703"/>
                </a:lnTo>
                <a:lnTo>
                  <a:pt x="446013" y="41681"/>
                </a:lnTo>
                <a:lnTo>
                  <a:pt x="445876" y="41659"/>
                </a:lnTo>
                <a:lnTo>
                  <a:pt x="445738" y="41638"/>
                </a:lnTo>
                <a:lnTo>
                  <a:pt x="445600" y="41618"/>
                </a:lnTo>
                <a:lnTo>
                  <a:pt x="445462" y="41599"/>
                </a:lnTo>
                <a:lnTo>
                  <a:pt x="445325" y="41580"/>
                </a:lnTo>
                <a:lnTo>
                  <a:pt x="445187" y="41563"/>
                </a:lnTo>
                <a:lnTo>
                  <a:pt x="445050" y="41546"/>
                </a:lnTo>
                <a:lnTo>
                  <a:pt x="444912" y="41531"/>
                </a:lnTo>
                <a:lnTo>
                  <a:pt x="444775" y="41516"/>
                </a:lnTo>
                <a:lnTo>
                  <a:pt x="444638" y="41502"/>
                </a:lnTo>
                <a:lnTo>
                  <a:pt x="444501" y="41489"/>
                </a:lnTo>
                <a:lnTo>
                  <a:pt x="444365" y="41477"/>
                </a:lnTo>
                <a:lnTo>
                  <a:pt x="444228" y="41466"/>
                </a:lnTo>
                <a:lnTo>
                  <a:pt x="444091" y="41455"/>
                </a:lnTo>
                <a:lnTo>
                  <a:pt x="443955" y="41446"/>
                </a:lnTo>
                <a:lnTo>
                  <a:pt x="443819" y="41437"/>
                </a:lnTo>
                <a:lnTo>
                  <a:pt x="443683" y="41430"/>
                </a:lnTo>
                <a:lnTo>
                  <a:pt x="443547" y="41423"/>
                </a:lnTo>
                <a:lnTo>
                  <a:pt x="443411" y="41417"/>
                </a:lnTo>
                <a:lnTo>
                  <a:pt x="443275" y="41412"/>
                </a:lnTo>
                <a:lnTo>
                  <a:pt x="443139" y="41408"/>
                </a:lnTo>
                <a:lnTo>
                  <a:pt x="443004" y="41405"/>
                </a:lnTo>
                <a:lnTo>
                  <a:pt x="442868" y="41403"/>
                </a:lnTo>
                <a:lnTo>
                  <a:pt x="442733" y="41402"/>
                </a:lnTo>
                <a:lnTo>
                  <a:pt x="442598" y="41401"/>
                </a:lnTo>
                <a:lnTo>
                  <a:pt x="442018" y="41406"/>
                </a:lnTo>
                <a:lnTo>
                  <a:pt x="441445" y="41421"/>
                </a:lnTo>
                <a:lnTo>
                  <a:pt x="440878" y="41445"/>
                </a:lnTo>
                <a:lnTo>
                  <a:pt x="440317" y="41479"/>
                </a:lnTo>
                <a:lnTo>
                  <a:pt x="439764" y="41523"/>
                </a:lnTo>
                <a:lnTo>
                  <a:pt x="439216" y="41576"/>
                </a:lnTo>
                <a:lnTo>
                  <a:pt x="438675" y="41639"/>
                </a:lnTo>
                <a:lnTo>
                  <a:pt x="438141" y="41712"/>
                </a:lnTo>
                <a:lnTo>
                  <a:pt x="437613" y="41795"/>
                </a:lnTo>
                <a:lnTo>
                  <a:pt x="437092" y="41887"/>
                </a:lnTo>
                <a:lnTo>
                  <a:pt x="436577" y="41989"/>
                </a:lnTo>
                <a:lnTo>
                  <a:pt x="436069" y="42101"/>
                </a:lnTo>
                <a:lnTo>
                  <a:pt x="435568" y="42223"/>
                </a:lnTo>
                <a:lnTo>
                  <a:pt x="435072" y="42354"/>
                </a:lnTo>
                <a:lnTo>
                  <a:pt x="434584" y="42495"/>
                </a:lnTo>
                <a:lnTo>
                  <a:pt x="434102" y="42645"/>
                </a:lnTo>
                <a:lnTo>
                  <a:pt x="433626" y="42806"/>
                </a:lnTo>
                <a:lnTo>
                  <a:pt x="433157" y="42976"/>
                </a:lnTo>
                <a:lnTo>
                  <a:pt x="432695" y="43156"/>
                </a:lnTo>
                <a:lnTo>
                  <a:pt x="432239" y="43345"/>
                </a:lnTo>
                <a:lnTo>
                  <a:pt x="431789" y="43544"/>
                </a:lnTo>
                <a:lnTo>
                  <a:pt x="431346" y="43753"/>
                </a:lnTo>
                <a:lnTo>
                  <a:pt x="430910" y="43972"/>
                </a:lnTo>
                <a:lnTo>
                  <a:pt x="430480" y="44201"/>
                </a:lnTo>
                <a:lnTo>
                  <a:pt x="430056" y="44438"/>
                </a:lnTo>
                <a:lnTo>
                  <a:pt x="429639" y="44683"/>
                </a:lnTo>
                <a:lnTo>
                  <a:pt x="429228" y="44936"/>
                </a:lnTo>
                <a:lnTo>
                  <a:pt x="428823" y="45196"/>
                </a:lnTo>
                <a:lnTo>
                  <a:pt x="428425" y="45465"/>
                </a:lnTo>
                <a:lnTo>
                  <a:pt x="428033" y="45741"/>
                </a:lnTo>
                <a:lnTo>
                  <a:pt x="427647" y="46025"/>
                </a:lnTo>
                <a:lnTo>
                  <a:pt x="427267" y="46316"/>
                </a:lnTo>
                <a:lnTo>
                  <a:pt x="426894" y="46616"/>
                </a:lnTo>
                <a:lnTo>
                  <a:pt x="426526" y="46923"/>
                </a:lnTo>
                <a:lnTo>
                  <a:pt x="426166" y="47239"/>
                </a:lnTo>
                <a:lnTo>
                  <a:pt x="425811" y="47562"/>
                </a:lnTo>
                <a:lnTo>
                  <a:pt x="425463" y="47892"/>
                </a:lnTo>
                <a:lnTo>
                  <a:pt x="425121" y="48231"/>
                </a:lnTo>
                <a:lnTo>
                  <a:pt x="424785" y="48577"/>
                </a:lnTo>
                <a:lnTo>
                  <a:pt x="424455" y="48932"/>
                </a:lnTo>
                <a:lnTo>
                  <a:pt x="424132" y="49294"/>
                </a:lnTo>
                <a:lnTo>
                  <a:pt x="423815" y="49664"/>
                </a:lnTo>
                <a:lnTo>
                  <a:pt x="423504" y="50041"/>
                </a:lnTo>
                <a:lnTo>
                  <a:pt x="423200" y="50427"/>
                </a:lnTo>
                <a:lnTo>
                  <a:pt x="422902" y="50820"/>
                </a:lnTo>
                <a:lnTo>
                  <a:pt x="422610" y="51221"/>
                </a:lnTo>
                <a:lnTo>
                  <a:pt x="422324" y="51630"/>
                </a:lnTo>
                <a:lnTo>
                  <a:pt x="422045" y="52046"/>
                </a:lnTo>
                <a:lnTo>
                  <a:pt x="421771" y="52470"/>
                </a:lnTo>
                <a:lnTo>
                  <a:pt x="421504" y="52899"/>
                </a:lnTo>
                <a:lnTo>
                  <a:pt x="421242" y="53334"/>
                </a:lnTo>
                <a:lnTo>
                  <a:pt x="420987" y="53774"/>
                </a:lnTo>
                <a:lnTo>
                  <a:pt x="420737" y="54221"/>
                </a:lnTo>
                <a:lnTo>
                  <a:pt x="420493" y="54673"/>
                </a:lnTo>
                <a:lnTo>
                  <a:pt x="420255" y="55131"/>
                </a:lnTo>
                <a:lnTo>
                  <a:pt x="420122" y="55397"/>
                </a:lnTo>
                <a:lnTo>
                  <a:pt x="419982" y="42875"/>
                </a:lnTo>
                <a:lnTo>
                  <a:pt x="411363" y="42875"/>
                </a:lnTo>
                <a:lnTo>
                  <a:pt x="411363" y="122583"/>
                </a:lnTo>
                <a:lnTo>
                  <a:pt x="420129" y="122583"/>
                </a:lnTo>
                <a:lnTo>
                  <a:pt x="420129" y="67703"/>
                </a:lnTo>
                <a:lnTo>
                  <a:pt x="420132" y="67695"/>
                </a:lnTo>
                <a:lnTo>
                  <a:pt x="420249" y="67276"/>
                </a:lnTo>
                <a:lnTo>
                  <a:pt x="420371" y="66861"/>
                </a:lnTo>
                <a:lnTo>
                  <a:pt x="420498" y="66448"/>
                </a:lnTo>
                <a:close/>
                <a:moveTo>
                  <a:pt x="547849" y="66280"/>
                </a:moveTo>
                <a:lnTo>
                  <a:pt x="547992" y="65877"/>
                </a:lnTo>
                <a:lnTo>
                  <a:pt x="548140" y="65476"/>
                </a:lnTo>
                <a:lnTo>
                  <a:pt x="548294" y="65077"/>
                </a:lnTo>
                <a:lnTo>
                  <a:pt x="548453" y="64680"/>
                </a:lnTo>
                <a:lnTo>
                  <a:pt x="548618" y="64285"/>
                </a:lnTo>
                <a:lnTo>
                  <a:pt x="548788" y="63892"/>
                </a:lnTo>
                <a:lnTo>
                  <a:pt x="548963" y="63502"/>
                </a:lnTo>
                <a:lnTo>
                  <a:pt x="549144" y="63113"/>
                </a:lnTo>
                <a:lnTo>
                  <a:pt x="549330" y="62726"/>
                </a:lnTo>
                <a:lnTo>
                  <a:pt x="549522" y="62341"/>
                </a:lnTo>
                <a:lnTo>
                  <a:pt x="549718" y="61959"/>
                </a:lnTo>
                <a:lnTo>
                  <a:pt x="549921" y="61578"/>
                </a:lnTo>
                <a:lnTo>
                  <a:pt x="550128" y="61199"/>
                </a:lnTo>
                <a:lnTo>
                  <a:pt x="550341" y="60823"/>
                </a:lnTo>
                <a:lnTo>
                  <a:pt x="550559" y="60448"/>
                </a:lnTo>
                <a:lnTo>
                  <a:pt x="550783" y="60076"/>
                </a:lnTo>
                <a:lnTo>
                  <a:pt x="551012" y="59706"/>
                </a:lnTo>
                <a:lnTo>
                  <a:pt x="551247" y="59337"/>
                </a:lnTo>
                <a:lnTo>
                  <a:pt x="551486" y="58971"/>
                </a:lnTo>
                <a:lnTo>
                  <a:pt x="551732" y="58609"/>
                </a:lnTo>
                <a:lnTo>
                  <a:pt x="551984" y="58252"/>
                </a:lnTo>
                <a:lnTo>
                  <a:pt x="552242" y="57900"/>
                </a:lnTo>
                <a:lnTo>
                  <a:pt x="552505" y="57555"/>
                </a:lnTo>
                <a:lnTo>
                  <a:pt x="552776" y="57215"/>
                </a:lnTo>
                <a:lnTo>
                  <a:pt x="553052" y="56881"/>
                </a:lnTo>
                <a:lnTo>
                  <a:pt x="553334" y="56552"/>
                </a:lnTo>
                <a:lnTo>
                  <a:pt x="553623" y="56229"/>
                </a:lnTo>
                <a:lnTo>
                  <a:pt x="553917" y="55911"/>
                </a:lnTo>
                <a:lnTo>
                  <a:pt x="554218" y="55600"/>
                </a:lnTo>
                <a:lnTo>
                  <a:pt x="554525" y="55293"/>
                </a:lnTo>
                <a:lnTo>
                  <a:pt x="554838" y="54993"/>
                </a:lnTo>
                <a:lnTo>
                  <a:pt x="555158" y="54698"/>
                </a:lnTo>
                <a:lnTo>
                  <a:pt x="555483" y="54409"/>
                </a:lnTo>
                <a:lnTo>
                  <a:pt x="555814" y="54125"/>
                </a:lnTo>
                <a:lnTo>
                  <a:pt x="556152" y="53847"/>
                </a:lnTo>
                <a:lnTo>
                  <a:pt x="556496" y="53575"/>
                </a:lnTo>
                <a:lnTo>
                  <a:pt x="556846" y="53308"/>
                </a:lnTo>
                <a:lnTo>
                  <a:pt x="557202" y="53047"/>
                </a:lnTo>
                <a:lnTo>
                  <a:pt x="557564" y="52791"/>
                </a:lnTo>
                <a:lnTo>
                  <a:pt x="557932" y="52541"/>
                </a:lnTo>
                <a:lnTo>
                  <a:pt x="558307" y="52297"/>
                </a:lnTo>
                <a:lnTo>
                  <a:pt x="558687" y="52058"/>
                </a:lnTo>
                <a:lnTo>
                  <a:pt x="559074" y="51825"/>
                </a:lnTo>
                <a:lnTo>
                  <a:pt x="559468" y="51600"/>
                </a:lnTo>
                <a:lnTo>
                  <a:pt x="559868" y="51384"/>
                </a:lnTo>
                <a:lnTo>
                  <a:pt x="560276" y="51178"/>
                </a:lnTo>
                <a:lnTo>
                  <a:pt x="560692" y="50981"/>
                </a:lnTo>
                <a:lnTo>
                  <a:pt x="561114" y="50794"/>
                </a:lnTo>
                <a:lnTo>
                  <a:pt x="561544" y="50617"/>
                </a:lnTo>
                <a:lnTo>
                  <a:pt x="561982" y="50449"/>
                </a:lnTo>
                <a:lnTo>
                  <a:pt x="562426" y="50290"/>
                </a:lnTo>
                <a:lnTo>
                  <a:pt x="562878" y="50142"/>
                </a:lnTo>
                <a:lnTo>
                  <a:pt x="563337" y="50003"/>
                </a:lnTo>
                <a:lnTo>
                  <a:pt x="563803" y="49873"/>
                </a:lnTo>
                <a:lnTo>
                  <a:pt x="564277" y="49753"/>
                </a:lnTo>
                <a:lnTo>
                  <a:pt x="564758" y="49643"/>
                </a:lnTo>
                <a:lnTo>
                  <a:pt x="565246" y="49542"/>
                </a:lnTo>
                <a:lnTo>
                  <a:pt x="565742" y="49451"/>
                </a:lnTo>
                <a:lnTo>
                  <a:pt x="566245" y="49370"/>
                </a:lnTo>
                <a:lnTo>
                  <a:pt x="566755" y="49298"/>
                </a:lnTo>
                <a:lnTo>
                  <a:pt x="567272" y="49235"/>
                </a:lnTo>
                <a:lnTo>
                  <a:pt x="567797" y="49183"/>
                </a:lnTo>
                <a:lnTo>
                  <a:pt x="568329" y="49139"/>
                </a:lnTo>
                <a:lnTo>
                  <a:pt x="568868" y="49106"/>
                </a:lnTo>
                <a:lnTo>
                  <a:pt x="569415" y="49082"/>
                </a:lnTo>
                <a:lnTo>
                  <a:pt x="569968" y="49067"/>
                </a:lnTo>
                <a:lnTo>
                  <a:pt x="570530" y="49063"/>
                </a:lnTo>
                <a:lnTo>
                  <a:pt x="571006" y="49066"/>
                </a:lnTo>
                <a:lnTo>
                  <a:pt x="571478" y="49076"/>
                </a:lnTo>
                <a:lnTo>
                  <a:pt x="571945" y="49093"/>
                </a:lnTo>
                <a:lnTo>
                  <a:pt x="572407" y="49116"/>
                </a:lnTo>
                <a:lnTo>
                  <a:pt x="572865" y="49146"/>
                </a:lnTo>
                <a:lnTo>
                  <a:pt x="573317" y="49182"/>
                </a:lnTo>
                <a:lnTo>
                  <a:pt x="573765" y="49226"/>
                </a:lnTo>
                <a:lnTo>
                  <a:pt x="574209" y="49275"/>
                </a:lnTo>
                <a:lnTo>
                  <a:pt x="574647" y="49332"/>
                </a:lnTo>
                <a:lnTo>
                  <a:pt x="575081" y="49395"/>
                </a:lnTo>
                <a:lnTo>
                  <a:pt x="575510" y="49465"/>
                </a:lnTo>
                <a:lnTo>
                  <a:pt x="575935" y="49542"/>
                </a:lnTo>
                <a:lnTo>
                  <a:pt x="576355" y="49625"/>
                </a:lnTo>
                <a:lnTo>
                  <a:pt x="576770" y="49714"/>
                </a:lnTo>
                <a:lnTo>
                  <a:pt x="577180" y="49811"/>
                </a:lnTo>
                <a:lnTo>
                  <a:pt x="577585" y="49914"/>
                </a:lnTo>
                <a:lnTo>
                  <a:pt x="577986" y="50024"/>
                </a:lnTo>
                <a:lnTo>
                  <a:pt x="578382" y="50140"/>
                </a:lnTo>
                <a:lnTo>
                  <a:pt x="578773" y="50263"/>
                </a:lnTo>
                <a:lnTo>
                  <a:pt x="579160" y="50393"/>
                </a:lnTo>
                <a:lnTo>
                  <a:pt x="579542" y="50529"/>
                </a:lnTo>
                <a:lnTo>
                  <a:pt x="579919" y="50672"/>
                </a:lnTo>
                <a:lnTo>
                  <a:pt x="580291" y="50822"/>
                </a:lnTo>
                <a:lnTo>
                  <a:pt x="580659" y="50978"/>
                </a:lnTo>
                <a:lnTo>
                  <a:pt x="581021" y="51142"/>
                </a:lnTo>
                <a:lnTo>
                  <a:pt x="581376" y="51315"/>
                </a:lnTo>
                <a:lnTo>
                  <a:pt x="581725" y="51497"/>
                </a:lnTo>
                <a:lnTo>
                  <a:pt x="582067" y="51688"/>
                </a:lnTo>
                <a:lnTo>
                  <a:pt x="582402" y="51888"/>
                </a:lnTo>
                <a:lnTo>
                  <a:pt x="582731" y="52097"/>
                </a:lnTo>
                <a:lnTo>
                  <a:pt x="583053" y="52315"/>
                </a:lnTo>
                <a:lnTo>
                  <a:pt x="583368" y="52541"/>
                </a:lnTo>
                <a:lnTo>
                  <a:pt x="583677" y="52777"/>
                </a:lnTo>
                <a:lnTo>
                  <a:pt x="583979" y="53022"/>
                </a:lnTo>
                <a:lnTo>
                  <a:pt x="584274" y="53275"/>
                </a:lnTo>
                <a:lnTo>
                  <a:pt x="584563" y="53538"/>
                </a:lnTo>
                <a:lnTo>
                  <a:pt x="584845" y="53809"/>
                </a:lnTo>
                <a:lnTo>
                  <a:pt x="585121" y="54090"/>
                </a:lnTo>
                <a:lnTo>
                  <a:pt x="585390" y="54379"/>
                </a:lnTo>
                <a:lnTo>
                  <a:pt x="585652" y="54678"/>
                </a:lnTo>
                <a:lnTo>
                  <a:pt x="585907" y="54985"/>
                </a:lnTo>
                <a:lnTo>
                  <a:pt x="586156" y="55301"/>
                </a:lnTo>
                <a:lnTo>
                  <a:pt x="586399" y="55627"/>
                </a:lnTo>
                <a:lnTo>
                  <a:pt x="586634" y="55961"/>
                </a:lnTo>
                <a:lnTo>
                  <a:pt x="586863" y="56304"/>
                </a:lnTo>
                <a:lnTo>
                  <a:pt x="587085" y="56656"/>
                </a:lnTo>
                <a:lnTo>
                  <a:pt x="587301" y="57017"/>
                </a:lnTo>
                <a:lnTo>
                  <a:pt x="587510" y="57387"/>
                </a:lnTo>
                <a:lnTo>
                  <a:pt x="587711" y="57768"/>
                </a:lnTo>
                <a:lnTo>
                  <a:pt x="587904" y="58160"/>
                </a:lnTo>
                <a:lnTo>
                  <a:pt x="588088" y="58565"/>
                </a:lnTo>
                <a:lnTo>
                  <a:pt x="588264" y="58981"/>
                </a:lnTo>
                <a:lnTo>
                  <a:pt x="588431" y="59410"/>
                </a:lnTo>
                <a:lnTo>
                  <a:pt x="588590" y="59850"/>
                </a:lnTo>
                <a:lnTo>
                  <a:pt x="588740" y="60303"/>
                </a:lnTo>
                <a:lnTo>
                  <a:pt x="588881" y="60768"/>
                </a:lnTo>
                <a:lnTo>
                  <a:pt x="589014" y="61244"/>
                </a:lnTo>
                <a:lnTo>
                  <a:pt x="589138" y="61733"/>
                </a:lnTo>
                <a:lnTo>
                  <a:pt x="589254" y="62234"/>
                </a:lnTo>
                <a:lnTo>
                  <a:pt x="589361" y="62746"/>
                </a:lnTo>
                <a:lnTo>
                  <a:pt x="589459" y="63271"/>
                </a:lnTo>
                <a:lnTo>
                  <a:pt x="589549" y="63808"/>
                </a:lnTo>
                <a:lnTo>
                  <a:pt x="589631" y="64357"/>
                </a:lnTo>
                <a:lnTo>
                  <a:pt x="589704" y="64918"/>
                </a:lnTo>
                <a:lnTo>
                  <a:pt x="589768" y="65490"/>
                </a:lnTo>
                <a:lnTo>
                  <a:pt x="589824" y="66075"/>
                </a:lnTo>
                <a:lnTo>
                  <a:pt x="589871" y="66672"/>
                </a:lnTo>
                <a:lnTo>
                  <a:pt x="589909" y="67281"/>
                </a:lnTo>
                <a:lnTo>
                  <a:pt x="589939" y="67902"/>
                </a:lnTo>
                <a:lnTo>
                  <a:pt x="589961" y="68535"/>
                </a:lnTo>
                <a:lnTo>
                  <a:pt x="589973" y="69180"/>
                </a:lnTo>
                <a:lnTo>
                  <a:pt x="589978" y="69837"/>
                </a:lnTo>
                <a:lnTo>
                  <a:pt x="589978" y="122583"/>
                </a:lnTo>
                <a:lnTo>
                  <a:pt x="598744" y="122583"/>
                </a:lnTo>
                <a:lnTo>
                  <a:pt x="598744" y="69801"/>
                </a:lnTo>
                <a:lnTo>
                  <a:pt x="598758" y="69661"/>
                </a:lnTo>
                <a:lnTo>
                  <a:pt x="598791" y="69358"/>
                </a:lnTo>
                <a:lnTo>
                  <a:pt x="598829" y="69054"/>
                </a:lnTo>
                <a:lnTo>
                  <a:pt x="598872" y="68750"/>
                </a:lnTo>
                <a:lnTo>
                  <a:pt x="598920" y="68445"/>
                </a:lnTo>
                <a:lnTo>
                  <a:pt x="598973" y="68140"/>
                </a:lnTo>
                <a:lnTo>
                  <a:pt x="599030" y="67835"/>
                </a:lnTo>
                <a:lnTo>
                  <a:pt x="599092" y="67528"/>
                </a:lnTo>
                <a:lnTo>
                  <a:pt x="599159" y="67222"/>
                </a:lnTo>
                <a:lnTo>
                  <a:pt x="599230" y="66915"/>
                </a:lnTo>
                <a:lnTo>
                  <a:pt x="599306" y="66607"/>
                </a:lnTo>
                <a:lnTo>
                  <a:pt x="599387" y="66299"/>
                </a:lnTo>
                <a:lnTo>
                  <a:pt x="599473" y="65990"/>
                </a:lnTo>
                <a:lnTo>
                  <a:pt x="599563" y="65681"/>
                </a:lnTo>
                <a:lnTo>
                  <a:pt x="599658" y="65371"/>
                </a:lnTo>
                <a:lnTo>
                  <a:pt x="599758" y="65061"/>
                </a:lnTo>
                <a:lnTo>
                  <a:pt x="599863" y="64750"/>
                </a:lnTo>
                <a:lnTo>
                  <a:pt x="599972" y="64438"/>
                </a:lnTo>
                <a:lnTo>
                  <a:pt x="600086" y="64127"/>
                </a:lnTo>
                <a:lnTo>
                  <a:pt x="600205" y="63814"/>
                </a:lnTo>
                <a:lnTo>
                  <a:pt x="600328" y="63502"/>
                </a:lnTo>
                <a:lnTo>
                  <a:pt x="600456" y="63189"/>
                </a:lnTo>
                <a:lnTo>
                  <a:pt x="600590" y="62879"/>
                </a:lnTo>
                <a:lnTo>
                  <a:pt x="600728" y="62570"/>
                </a:lnTo>
                <a:lnTo>
                  <a:pt x="600870" y="62262"/>
                </a:lnTo>
                <a:lnTo>
                  <a:pt x="601018" y="61957"/>
                </a:lnTo>
                <a:lnTo>
                  <a:pt x="601171" y="61653"/>
                </a:lnTo>
                <a:lnTo>
                  <a:pt x="601328" y="61351"/>
                </a:lnTo>
                <a:lnTo>
                  <a:pt x="601490" y="61050"/>
                </a:lnTo>
                <a:lnTo>
                  <a:pt x="601658" y="60751"/>
                </a:lnTo>
                <a:lnTo>
                  <a:pt x="601830" y="60454"/>
                </a:lnTo>
                <a:lnTo>
                  <a:pt x="602006" y="60158"/>
                </a:lnTo>
                <a:lnTo>
                  <a:pt x="602188" y="59864"/>
                </a:lnTo>
                <a:lnTo>
                  <a:pt x="602375" y="59572"/>
                </a:lnTo>
                <a:lnTo>
                  <a:pt x="602566" y="59281"/>
                </a:lnTo>
                <a:lnTo>
                  <a:pt x="602763" y="58992"/>
                </a:lnTo>
                <a:lnTo>
                  <a:pt x="602964" y="58705"/>
                </a:lnTo>
                <a:lnTo>
                  <a:pt x="603170" y="58419"/>
                </a:lnTo>
                <a:lnTo>
                  <a:pt x="603381" y="58135"/>
                </a:lnTo>
                <a:lnTo>
                  <a:pt x="603596" y="57853"/>
                </a:lnTo>
                <a:lnTo>
                  <a:pt x="603817" y="57572"/>
                </a:lnTo>
                <a:lnTo>
                  <a:pt x="604043" y="57293"/>
                </a:lnTo>
                <a:lnTo>
                  <a:pt x="604273" y="57016"/>
                </a:lnTo>
                <a:lnTo>
                  <a:pt x="604508" y="56740"/>
                </a:lnTo>
                <a:lnTo>
                  <a:pt x="604748" y="56466"/>
                </a:lnTo>
                <a:lnTo>
                  <a:pt x="604993" y="56195"/>
                </a:lnTo>
                <a:lnTo>
                  <a:pt x="605243" y="55929"/>
                </a:lnTo>
                <a:lnTo>
                  <a:pt x="605498" y="55666"/>
                </a:lnTo>
                <a:lnTo>
                  <a:pt x="605758" y="55408"/>
                </a:lnTo>
                <a:lnTo>
                  <a:pt x="606023" y="55155"/>
                </a:lnTo>
                <a:lnTo>
                  <a:pt x="606293" y="54905"/>
                </a:lnTo>
                <a:lnTo>
                  <a:pt x="606568" y="54661"/>
                </a:lnTo>
                <a:lnTo>
                  <a:pt x="606848" y="54420"/>
                </a:lnTo>
                <a:lnTo>
                  <a:pt x="607133" y="54184"/>
                </a:lnTo>
                <a:lnTo>
                  <a:pt x="607422" y="53952"/>
                </a:lnTo>
                <a:lnTo>
                  <a:pt x="607717" y="53724"/>
                </a:lnTo>
                <a:lnTo>
                  <a:pt x="608017" y="53501"/>
                </a:lnTo>
                <a:lnTo>
                  <a:pt x="608322" y="53282"/>
                </a:lnTo>
                <a:lnTo>
                  <a:pt x="608632" y="53068"/>
                </a:lnTo>
                <a:lnTo>
                  <a:pt x="608947" y="52858"/>
                </a:lnTo>
                <a:lnTo>
                  <a:pt x="609266" y="52652"/>
                </a:lnTo>
                <a:lnTo>
                  <a:pt x="609591" y="52450"/>
                </a:lnTo>
                <a:lnTo>
                  <a:pt x="609921" y="52253"/>
                </a:lnTo>
                <a:lnTo>
                  <a:pt x="610256" y="52061"/>
                </a:lnTo>
                <a:lnTo>
                  <a:pt x="610596" y="51872"/>
                </a:lnTo>
                <a:lnTo>
                  <a:pt x="610940" y="51688"/>
                </a:lnTo>
                <a:lnTo>
                  <a:pt x="611290" y="51509"/>
                </a:lnTo>
                <a:lnTo>
                  <a:pt x="611645" y="51333"/>
                </a:lnTo>
                <a:lnTo>
                  <a:pt x="612004" y="51162"/>
                </a:lnTo>
                <a:lnTo>
                  <a:pt x="612369" y="50997"/>
                </a:lnTo>
                <a:lnTo>
                  <a:pt x="612739" y="50838"/>
                </a:lnTo>
                <a:lnTo>
                  <a:pt x="613113" y="50686"/>
                </a:lnTo>
                <a:lnTo>
                  <a:pt x="613492" y="50541"/>
                </a:lnTo>
                <a:lnTo>
                  <a:pt x="613876" y="50403"/>
                </a:lnTo>
                <a:lnTo>
                  <a:pt x="614265" y="50271"/>
                </a:lnTo>
                <a:lnTo>
                  <a:pt x="614659" y="50147"/>
                </a:lnTo>
                <a:lnTo>
                  <a:pt x="615058" y="50029"/>
                </a:lnTo>
                <a:lnTo>
                  <a:pt x="615461" y="49917"/>
                </a:lnTo>
                <a:lnTo>
                  <a:pt x="615869" y="49813"/>
                </a:lnTo>
                <a:lnTo>
                  <a:pt x="616283" y="49715"/>
                </a:lnTo>
                <a:lnTo>
                  <a:pt x="616701" y="49624"/>
                </a:lnTo>
                <a:lnTo>
                  <a:pt x="617124" y="49540"/>
                </a:lnTo>
                <a:lnTo>
                  <a:pt x="617551" y="49463"/>
                </a:lnTo>
                <a:lnTo>
                  <a:pt x="617984" y="49392"/>
                </a:lnTo>
                <a:lnTo>
                  <a:pt x="618422" y="49329"/>
                </a:lnTo>
                <a:lnTo>
                  <a:pt x="618864" y="49272"/>
                </a:lnTo>
                <a:lnTo>
                  <a:pt x="619311" y="49222"/>
                </a:lnTo>
                <a:lnTo>
                  <a:pt x="619763" y="49178"/>
                </a:lnTo>
                <a:lnTo>
                  <a:pt x="620220" y="49141"/>
                </a:lnTo>
                <a:lnTo>
                  <a:pt x="620682" y="49112"/>
                </a:lnTo>
                <a:lnTo>
                  <a:pt x="621149" y="49088"/>
                </a:lnTo>
                <a:lnTo>
                  <a:pt x="621620" y="49072"/>
                </a:lnTo>
                <a:lnTo>
                  <a:pt x="622097" y="49063"/>
                </a:lnTo>
                <a:lnTo>
                  <a:pt x="622579" y="49066"/>
                </a:lnTo>
                <a:lnTo>
                  <a:pt x="623057" y="49075"/>
                </a:lnTo>
                <a:lnTo>
                  <a:pt x="623529" y="49091"/>
                </a:lnTo>
                <a:lnTo>
                  <a:pt x="623996" y="49114"/>
                </a:lnTo>
                <a:lnTo>
                  <a:pt x="624458" y="49143"/>
                </a:lnTo>
                <a:lnTo>
                  <a:pt x="624915" y="49178"/>
                </a:lnTo>
                <a:lnTo>
                  <a:pt x="625366" y="49219"/>
                </a:lnTo>
                <a:lnTo>
                  <a:pt x="625813" y="49267"/>
                </a:lnTo>
                <a:lnTo>
                  <a:pt x="626254" y="49322"/>
                </a:lnTo>
                <a:lnTo>
                  <a:pt x="626691" y="49382"/>
                </a:lnTo>
                <a:lnTo>
                  <a:pt x="627122" y="49450"/>
                </a:lnTo>
                <a:lnTo>
                  <a:pt x="627548" y="49523"/>
                </a:lnTo>
                <a:lnTo>
                  <a:pt x="627969" y="49603"/>
                </a:lnTo>
                <a:lnTo>
                  <a:pt x="628385" y="49689"/>
                </a:lnTo>
                <a:lnTo>
                  <a:pt x="628796" y="49782"/>
                </a:lnTo>
                <a:lnTo>
                  <a:pt x="629202" y="49881"/>
                </a:lnTo>
                <a:lnTo>
                  <a:pt x="629602" y="49987"/>
                </a:lnTo>
                <a:lnTo>
                  <a:pt x="629998" y="50099"/>
                </a:lnTo>
                <a:lnTo>
                  <a:pt x="630388" y="50217"/>
                </a:lnTo>
                <a:lnTo>
                  <a:pt x="630773" y="50342"/>
                </a:lnTo>
                <a:lnTo>
                  <a:pt x="631153" y="50473"/>
                </a:lnTo>
                <a:lnTo>
                  <a:pt x="631528" y="50610"/>
                </a:lnTo>
                <a:lnTo>
                  <a:pt x="631898" y="50754"/>
                </a:lnTo>
                <a:lnTo>
                  <a:pt x="632263" y="50904"/>
                </a:lnTo>
                <a:lnTo>
                  <a:pt x="632622" y="51063"/>
                </a:lnTo>
                <a:lnTo>
                  <a:pt x="632974" y="51231"/>
                </a:lnTo>
                <a:lnTo>
                  <a:pt x="633320" y="51409"/>
                </a:lnTo>
                <a:lnTo>
                  <a:pt x="633660" y="51597"/>
                </a:lnTo>
                <a:lnTo>
                  <a:pt x="633992" y="51795"/>
                </a:lnTo>
                <a:lnTo>
                  <a:pt x="634319" y="52002"/>
                </a:lnTo>
                <a:lnTo>
                  <a:pt x="634639" y="52220"/>
                </a:lnTo>
                <a:lnTo>
                  <a:pt x="634952" y="52447"/>
                </a:lnTo>
                <a:lnTo>
                  <a:pt x="635259" y="52684"/>
                </a:lnTo>
                <a:lnTo>
                  <a:pt x="635559" y="52931"/>
                </a:lnTo>
                <a:lnTo>
                  <a:pt x="635853" y="53188"/>
                </a:lnTo>
                <a:lnTo>
                  <a:pt x="636140" y="53455"/>
                </a:lnTo>
                <a:lnTo>
                  <a:pt x="636420" y="53732"/>
                </a:lnTo>
                <a:lnTo>
                  <a:pt x="636695" y="54018"/>
                </a:lnTo>
                <a:lnTo>
                  <a:pt x="636962" y="54314"/>
                </a:lnTo>
                <a:lnTo>
                  <a:pt x="637223" y="54620"/>
                </a:lnTo>
                <a:lnTo>
                  <a:pt x="637478" y="54936"/>
                </a:lnTo>
                <a:lnTo>
                  <a:pt x="637726" y="55262"/>
                </a:lnTo>
                <a:lnTo>
                  <a:pt x="637967" y="55598"/>
                </a:lnTo>
                <a:lnTo>
                  <a:pt x="638202" y="55943"/>
                </a:lnTo>
                <a:lnTo>
                  <a:pt x="638431" y="56299"/>
                </a:lnTo>
                <a:lnTo>
                  <a:pt x="638653" y="56664"/>
                </a:lnTo>
                <a:lnTo>
                  <a:pt x="638868" y="57039"/>
                </a:lnTo>
                <a:lnTo>
                  <a:pt x="639077" y="57424"/>
                </a:lnTo>
                <a:lnTo>
                  <a:pt x="639279" y="57820"/>
                </a:lnTo>
                <a:lnTo>
                  <a:pt x="639471" y="58229"/>
                </a:lnTo>
                <a:lnTo>
                  <a:pt x="639656" y="58652"/>
                </a:lnTo>
                <a:lnTo>
                  <a:pt x="639831" y="59087"/>
                </a:lnTo>
                <a:lnTo>
                  <a:pt x="639998" y="59535"/>
                </a:lnTo>
                <a:lnTo>
                  <a:pt x="640157" y="59995"/>
                </a:lnTo>
                <a:lnTo>
                  <a:pt x="640307" y="60469"/>
                </a:lnTo>
                <a:lnTo>
                  <a:pt x="640448" y="60956"/>
                </a:lnTo>
                <a:lnTo>
                  <a:pt x="640581" y="61456"/>
                </a:lnTo>
                <a:lnTo>
                  <a:pt x="640705" y="61968"/>
                </a:lnTo>
                <a:lnTo>
                  <a:pt x="640821" y="62494"/>
                </a:lnTo>
                <a:lnTo>
                  <a:pt x="640928" y="63032"/>
                </a:lnTo>
                <a:lnTo>
                  <a:pt x="641027" y="63583"/>
                </a:lnTo>
                <a:lnTo>
                  <a:pt x="641117" y="64147"/>
                </a:lnTo>
                <a:lnTo>
                  <a:pt x="641198" y="64725"/>
                </a:lnTo>
                <a:lnTo>
                  <a:pt x="641271" y="65315"/>
                </a:lnTo>
                <a:lnTo>
                  <a:pt x="641335" y="65918"/>
                </a:lnTo>
                <a:lnTo>
                  <a:pt x="641391" y="66533"/>
                </a:lnTo>
                <a:lnTo>
                  <a:pt x="641438" y="67162"/>
                </a:lnTo>
                <a:lnTo>
                  <a:pt x="641477" y="67804"/>
                </a:lnTo>
                <a:lnTo>
                  <a:pt x="641507" y="68459"/>
                </a:lnTo>
                <a:lnTo>
                  <a:pt x="641528" y="69126"/>
                </a:lnTo>
                <a:lnTo>
                  <a:pt x="641541" y="69807"/>
                </a:lnTo>
                <a:lnTo>
                  <a:pt x="641545" y="70500"/>
                </a:lnTo>
                <a:lnTo>
                  <a:pt x="641545" y="122583"/>
                </a:lnTo>
                <a:lnTo>
                  <a:pt x="650385" y="122583"/>
                </a:lnTo>
                <a:lnTo>
                  <a:pt x="650385" y="70574"/>
                </a:lnTo>
                <a:lnTo>
                  <a:pt x="650382" y="69933"/>
                </a:lnTo>
                <a:lnTo>
                  <a:pt x="650373" y="69300"/>
                </a:lnTo>
                <a:lnTo>
                  <a:pt x="650358" y="68674"/>
                </a:lnTo>
                <a:lnTo>
                  <a:pt x="650336" y="68057"/>
                </a:lnTo>
                <a:lnTo>
                  <a:pt x="650309" y="67447"/>
                </a:lnTo>
                <a:lnTo>
                  <a:pt x="650275" y="66844"/>
                </a:lnTo>
                <a:lnTo>
                  <a:pt x="650235" y="66249"/>
                </a:lnTo>
                <a:lnTo>
                  <a:pt x="650189" y="65662"/>
                </a:lnTo>
                <a:lnTo>
                  <a:pt x="650137" y="65083"/>
                </a:lnTo>
                <a:lnTo>
                  <a:pt x="650078" y="64511"/>
                </a:lnTo>
                <a:lnTo>
                  <a:pt x="650014" y="63947"/>
                </a:lnTo>
                <a:lnTo>
                  <a:pt x="649943" y="63391"/>
                </a:lnTo>
                <a:lnTo>
                  <a:pt x="649867" y="62842"/>
                </a:lnTo>
                <a:lnTo>
                  <a:pt x="649784" y="62301"/>
                </a:lnTo>
                <a:lnTo>
                  <a:pt x="649695" y="61768"/>
                </a:lnTo>
                <a:lnTo>
                  <a:pt x="649599" y="61242"/>
                </a:lnTo>
                <a:lnTo>
                  <a:pt x="649498" y="60724"/>
                </a:lnTo>
                <a:lnTo>
                  <a:pt x="649391" y="60214"/>
                </a:lnTo>
                <a:lnTo>
                  <a:pt x="649277" y="59711"/>
                </a:lnTo>
                <a:lnTo>
                  <a:pt x="649157" y="59217"/>
                </a:lnTo>
                <a:lnTo>
                  <a:pt x="649032" y="58729"/>
                </a:lnTo>
                <a:lnTo>
                  <a:pt x="648900" y="58250"/>
                </a:lnTo>
                <a:lnTo>
                  <a:pt x="648762" y="57778"/>
                </a:lnTo>
                <a:lnTo>
                  <a:pt x="648617" y="57313"/>
                </a:lnTo>
                <a:lnTo>
                  <a:pt x="648467" y="56856"/>
                </a:lnTo>
                <a:lnTo>
                  <a:pt x="648312" y="56406"/>
                </a:lnTo>
                <a:lnTo>
                  <a:pt x="648150" y="55963"/>
                </a:lnTo>
                <a:lnTo>
                  <a:pt x="647984" y="55527"/>
                </a:lnTo>
                <a:lnTo>
                  <a:pt x="647812" y="55098"/>
                </a:lnTo>
                <a:lnTo>
                  <a:pt x="647634" y="54675"/>
                </a:lnTo>
                <a:lnTo>
                  <a:pt x="647451" y="54260"/>
                </a:lnTo>
                <a:lnTo>
                  <a:pt x="647263" y="53851"/>
                </a:lnTo>
                <a:lnTo>
                  <a:pt x="647068" y="53449"/>
                </a:lnTo>
                <a:lnTo>
                  <a:pt x="646869" y="53055"/>
                </a:lnTo>
                <a:lnTo>
                  <a:pt x="646664" y="52667"/>
                </a:lnTo>
                <a:lnTo>
                  <a:pt x="646453" y="52286"/>
                </a:lnTo>
                <a:lnTo>
                  <a:pt x="646237" y="51912"/>
                </a:lnTo>
                <a:lnTo>
                  <a:pt x="646016" y="51544"/>
                </a:lnTo>
                <a:lnTo>
                  <a:pt x="645789" y="51184"/>
                </a:lnTo>
                <a:lnTo>
                  <a:pt x="645556" y="50831"/>
                </a:lnTo>
                <a:lnTo>
                  <a:pt x="645318" y="50484"/>
                </a:lnTo>
                <a:lnTo>
                  <a:pt x="645074" y="50145"/>
                </a:lnTo>
                <a:lnTo>
                  <a:pt x="644825" y="49812"/>
                </a:lnTo>
                <a:lnTo>
                  <a:pt x="644571" y="49486"/>
                </a:lnTo>
                <a:lnTo>
                  <a:pt x="644311" y="49167"/>
                </a:lnTo>
                <a:lnTo>
                  <a:pt x="644045" y="48855"/>
                </a:lnTo>
                <a:lnTo>
                  <a:pt x="643774" y="48550"/>
                </a:lnTo>
                <a:lnTo>
                  <a:pt x="643497" y="48252"/>
                </a:lnTo>
                <a:lnTo>
                  <a:pt x="643215" y="47961"/>
                </a:lnTo>
                <a:lnTo>
                  <a:pt x="642928" y="47676"/>
                </a:lnTo>
                <a:lnTo>
                  <a:pt x="642636" y="47398"/>
                </a:lnTo>
                <a:lnTo>
                  <a:pt x="642338" y="47126"/>
                </a:lnTo>
                <a:lnTo>
                  <a:pt x="642035" y="46860"/>
                </a:lnTo>
                <a:lnTo>
                  <a:pt x="641727" y="46602"/>
                </a:lnTo>
                <a:lnTo>
                  <a:pt x="641414" y="46349"/>
                </a:lnTo>
                <a:lnTo>
                  <a:pt x="641095" y="46104"/>
                </a:lnTo>
                <a:lnTo>
                  <a:pt x="640771" y="45864"/>
                </a:lnTo>
                <a:lnTo>
                  <a:pt x="640442" y="45632"/>
                </a:lnTo>
                <a:lnTo>
                  <a:pt x="640108" y="45406"/>
                </a:lnTo>
                <a:lnTo>
                  <a:pt x="639768" y="45186"/>
                </a:lnTo>
                <a:lnTo>
                  <a:pt x="639423" y="44973"/>
                </a:lnTo>
                <a:lnTo>
                  <a:pt x="639073" y="44766"/>
                </a:lnTo>
                <a:lnTo>
                  <a:pt x="638718" y="44566"/>
                </a:lnTo>
                <a:lnTo>
                  <a:pt x="638357" y="44372"/>
                </a:lnTo>
                <a:lnTo>
                  <a:pt x="637991" y="44185"/>
                </a:lnTo>
                <a:lnTo>
                  <a:pt x="637620" y="44005"/>
                </a:lnTo>
                <a:lnTo>
                  <a:pt x="637244" y="43831"/>
                </a:lnTo>
                <a:lnTo>
                  <a:pt x="636862" y="43663"/>
                </a:lnTo>
                <a:lnTo>
                  <a:pt x="636475" y="43502"/>
                </a:lnTo>
                <a:lnTo>
                  <a:pt x="636083" y="43348"/>
                </a:lnTo>
                <a:lnTo>
                  <a:pt x="635686" y="43200"/>
                </a:lnTo>
                <a:lnTo>
                  <a:pt x="635283" y="43059"/>
                </a:lnTo>
                <a:lnTo>
                  <a:pt x="634876" y="42924"/>
                </a:lnTo>
                <a:lnTo>
                  <a:pt x="634464" y="42794"/>
                </a:lnTo>
                <a:lnTo>
                  <a:pt x="634047" y="42670"/>
                </a:lnTo>
                <a:lnTo>
                  <a:pt x="633626" y="42552"/>
                </a:lnTo>
                <a:lnTo>
                  <a:pt x="633200" y="42440"/>
                </a:lnTo>
                <a:lnTo>
                  <a:pt x="632769" y="42334"/>
                </a:lnTo>
                <a:lnTo>
                  <a:pt x="632334" y="42233"/>
                </a:lnTo>
                <a:lnTo>
                  <a:pt x="631895" y="42138"/>
                </a:lnTo>
                <a:lnTo>
                  <a:pt x="631450" y="42049"/>
                </a:lnTo>
                <a:lnTo>
                  <a:pt x="631001" y="41965"/>
                </a:lnTo>
                <a:lnTo>
                  <a:pt x="630548" y="41888"/>
                </a:lnTo>
                <a:lnTo>
                  <a:pt x="630090" y="41816"/>
                </a:lnTo>
                <a:lnTo>
                  <a:pt x="629627" y="41749"/>
                </a:lnTo>
                <a:lnTo>
                  <a:pt x="629160" y="41689"/>
                </a:lnTo>
                <a:lnTo>
                  <a:pt x="628688" y="41634"/>
                </a:lnTo>
                <a:lnTo>
                  <a:pt x="628211" y="41585"/>
                </a:lnTo>
                <a:lnTo>
                  <a:pt x="627730" y="41542"/>
                </a:lnTo>
                <a:lnTo>
                  <a:pt x="627244" y="41505"/>
                </a:lnTo>
                <a:lnTo>
                  <a:pt x="626754" y="41473"/>
                </a:lnTo>
                <a:lnTo>
                  <a:pt x="626259" y="41447"/>
                </a:lnTo>
                <a:lnTo>
                  <a:pt x="625760" y="41427"/>
                </a:lnTo>
                <a:lnTo>
                  <a:pt x="625255" y="41413"/>
                </a:lnTo>
                <a:lnTo>
                  <a:pt x="624747" y="41404"/>
                </a:lnTo>
                <a:lnTo>
                  <a:pt x="624233" y="41401"/>
                </a:lnTo>
                <a:lnTo>
                  <a:pt x="623646" y="41405"/>
                </a:lnTo>
                <a:lnTo>
                  <a:pt x="623065" y="41418"/>
                </a:lnTo>
                <a:lnTo>
                  <a:pt x="622488" y="41439"/>
                </a:lnTo>
                <a:lnTo>
                  <a:pt x="621916" y="41469"/>
                </a:lnTo>
                <a:lnTo>
                  <a:pt x="621349" y="41507"/>
                </a:lnTo>
                <a:lnTo>
                  <a:pt x="620787" y="41553"/>
                </a:lnTo>
                <a:lnTo>
                  <a:pt x="620230" y="41608"/>
                </a:lnTo>
                <a:lnTo>
                  <a:pt x="619678" y="41671"/>
                </a:lnTo>
                <a:lnTo>
                  <a:pt x="619131" y="41743"/>
                </a:lnTo>
                <a:lnTo>
                  <a:pt x="618589" y="41823"/>
                </a:lnTo>
                <a:lnTo>
                  <a:pt x="618052" y="41912"/>
                </a:lnTo>
                <a:lnTo>
                  <a:pt x="617520" y="42009"/>
                </a:lnTo>
                <a:lnTo>
                  <a:pt x="616993" y="42114"/>
                </a:lnTo>
                <a:lnTo>
                  <a:pt x="616471" y="42228"/>
                </a:lnTo>
                <a:lnTo>
                  <a:pt x="615954" y="42351"/>
                </a:lnTo>
                <a:lnTo>
                  <a:pt x="615442" y="42482"/>
                </a:lnTo>
                <a:lnTo>
                  <a:pt x="614935" y="42621"/>
                </a:lnTo>
                <a:lnTo>
                  <a:pt x="614433" y="42769"/>
                </a:lnTo>
                <a:lnTo>
                  <a:pt x="613936" y="42925"/>
                </a:lnTo>
                <a:lnTo>
                  <a:pt x="613444" y="43089"/>
                </a:lnTo>
                <a:lnTo>
                  <a:pt x="612957" y="43262"/>
                </a:lnTo>
                <a:lnTo>
                  <a:pt x="612475" y="43444"/>
                </a:lnTo>
                <a:lnTo>
                  <a:pt x="611998" y="43634"/>
                </a:lnTo>
                <a:lnTo>
                  <a:pt x="611526" y="43832"/>
                </a:lnTo>
                <a:lnTo>
                  <a:pt x="611059" y="44038"/>
                </a:lnTo>
                <a:lnTo>
                  <a:pt x="610597" y="44249"/>
                </a:lnTo>
                <a:lnTo>
                  <a:pt x="610141" y="44467"/>
                </a:lnTo>
                <a:lnTo>
                  <a:pt x="609691" y="44691"/>
                </a:lnTo>
                <a:lnTo>
                  <a:pt x="609246" y="44920"/>
                </a:lnTo>
                <a:lnTo>
                  <a:pt x="608807" y="45156"/>
                </a:lnTo>
                <a:lnTo>
                  <a:pt x="608373" y="45398"/>
                </a:lnTo>
                <a:lnTo>
                  <a:pt x="607945" y="45645"/>
                </a:lnTo>
                <a:lnTo>
                  <a:pt x="607522" y="45899"/>
                </a:lnTo>
                <a:lnTo>
                  <a:pt x="607104" y="46159"/>
                </a:lnTo>
                <a:lnTo>
                  <a:pt x="606692" y="46424"/>
                </a:lnTo>
                <a:lnTo>
                  <a:pt x="606286" y="46696"/>
                </a:lnTo>
                <a:lnTo>
                  <a:pt x="605885" y="46974"/>
                </a:lnTo>
                <a:lnTo>
                  <a:pt x="605490" y="47258"/>
                </a:lnTo>
                <a:lnTo>
                  <a:pt x="605100" y="47547"/>
                </a:lnTo>
                <a:lnTo>
                  <a:pt x="604715" y="47843"/>
                </a:lnTo>
                <a:lnTo>
                  <a:pt x="604337" y="48145"/>
                </a:lnTo>
                <a:lnTo>
                  <a:pt x="603963" y="48453"/>
                </a:lnTo>
                <a:lnTo>
                  <a:pt x="603595" y="48766"/>
                </a:lnTo>
                <a:lnTo>
                  <a:pt x="603233" y="49086"/>
                </a:lnTo>
                <a:lnTo>
                  <a:pt x="602876" y="49412"/>
                </a:lnTo>
                <a:lnTo>
                  <a:pt x="602525" y="49744"/>
                </a:lnTo>
                <a:lnTo>
                  <a:pt x="602179" y="50082"/>
                </a:lnTo>
                <a:lnTo>
                  <a:pt x="601838" y="50426"/>
                </a:lnTo>
                <a:lnTo>
                  <a:pt x="601504" y="50774"/>
                </a:lnTo>
                <a:lnTo>
                  <a:pt x="601175" y="51127"/>
                </a:lnTo>
                <a:lnTo>
                  <a:pt x="600852" y="51484"/>
                </a:lnTo>
                <a:lnTo>
                  <a:pt x="600536" y="51845"/>
                </a:lnTo>
                <a:lnTo>
                  <a:pt x="600225" y="52209"/>
                </a:lnTo>
                <a:lnTo>
                  <a:pt x="599921" y="52578"/>
                </a:lnTo>
                <a:lnTo>
                  <a:pt x="599622" y="52951"/>
                </a:lnTo>
                <a:lnTo>
                  <a:pt x="599329" y="53327"/>
                </a:lnTo>
                <a:lnTo>
                  <a:pt x="599043" y="53708"/>
                </a:lnTo>
                <a:lnTo>
                  <a:pt x="598762" y="54092"/>
                </a:lnTo>
                <a:lnTo>
                  <a:pt x="598488" y="54481"/>
                </a:lnTo>
                <a:lnTo>
                  <a:pt x="598219" y="54873"/>
                </a:lnTo>
                <a:lnTo>
                  <a:pt x="597957" y="55270"/>
                </a:lnTo>
                <a:lnTo>
                  <a:pt x="597700" y="55670"/>
                </a:lnTo>
                <a:lnTo>
                  <a:pt x="597450" y="56074"/>
                </a:lnTo>
                <a:lnTo>
                  <a:pt x="597205" y="56483"/>
                </a:lnTo>
                <a:lnTo>
                  <a:pt x="597008" y="56823"/>
                </a:lnTo>
                <a:lnTo>
                  <a:pt x="596939" y="56614"/>
                </a:lnTo>
                <a:lnTo>
                  <a:pt x="596786" y="56172"/>
                </a:lnTo>
                <a:lnTo>
                  <a:pt x="596628" y="55737"/>
                </a:lnTo>
                <a:lnTo>
                  <a:pt x="596463" y="55309"/>
                </a:lnTo>
                <a:lnTo>
                  <a:pt x="596294" y="54889"/>
                </a:lnTo>
                <a:lnTo>
                  <a:pt x="596119" y="54475"/>
                </a:lnTo>
                <a:lnTo>
                  <a:pt x="595938" y="54067"/>
                </a:lnTo>
                <a:lnTo>
                  <a:pt x="595752" y="53667"/>
                </a:lnTo>
                <a:lnTo>
                  <a:pt x="595560" y="53274"/>
                </a:lnTo>
                <a:lnTo>
                  <a:pt x="595363" y="52888"/>
                </a:lnTo>
                <a:lnTo>
                  <a:pt x="595160" y="52508"/>
                </a:lnTo>
                <a:lnTo>
                  <a:pt x="594952" y="52136"/>
                </a:lnTo>
                <a:lnTo>
                  <a:pt x="594739" y="51770"/>
                </a:lnTo>
                <a:lnTo>
                  <a:pt x="594519" y="51411"/>
                </a:lnTo>
                <a:lnTo>
                  <a:pt x="594295" y="51059"/>
                </a:lnTo>
                <a:lnTo>
                  <a:pt x="594065" y="50714"/>
                </a:lnTo>
                <a:lnTo>
                  <a:pt x="593829" y="50376"/>
                </a:lnTo>
                <a:lnTo>
                  <a:pt x="593588" y="50045"/>
                </a:lnTo>
                <a:lnTo>
                  <a:pt x="593341" y="49721"/>
                </a:lnTo>
                <a:lnTo>
                  <a:pt x="593089" y="49404"/>
                </a:lnTo>
                <a:lnTo>
                  <a:pt x="592831" y="49093"/>
                </a:lnTo>
                <a:lnTo>
                  <a:pt x="592568" y="48790"/>
                </a:lnTo>
                <a:lnTo>
                  <a:pt x="592300" y="48493"/>
                </a:lnTo>
                <a:lnTo>
                  <a:pt x="592025" y="48204"/>
                </a:lnTo>
                <a:lnTo>
                  <a:pt x="591746" y="47921"/>
                </a:lnTo>
                <a:lnTo>
                  <a:pt x="591461" y="47645"/>
                </a:lnTo>
                <a:lnTo>
                  <a:pt x="591172" y="47374"/>
                </a:lnTo>
                <a:lnTo>
                  <a:pt x="590878" y="47110"/>
                </a:lnTo>
                <a:lnTo>
                  <a:pt x="590579" y="46853"/>
                </a:lnTo>
                <a:lnTo>
                  <a:pt x="590276" y="46601"/>
                </a:lnTo>
                <a:lnTo>
                  <a:pt x="589969" y="46355"/>
                </a:lnTo>
                <a:lnTo>
                  <a:pt x="589656" y="46116"/>
                </a:lnTo>
                <a:lnTo>
                  <a:pt x="589339" y="45883"/>
                </a:lnTo>
                <a:lnTo>
                  <a:pt x="589018" y="45656"/>
                </a:lnTo>
                <a:lnTo>
                  <a:pt x="588692" y="45435"/>
                </a:lnTo>
                <a:lnTo>
                  <a:pt x="588361" y="45220"/>
                </a:lnTo>
                <a:lnTo>
                  <a:pt x="588026" y="45011"/>
                </a:lnTo>
                <a:lnTo>
                  <a:pt x="587686" y="44808"/>
                </a:lnTo>
                <a:lnTo>
                  <a:pt x="587341" y="44612"/>
                </a:lnTo>
                <a:lnTo>
                  <a:pt x="586992" y="44422"/>
                </a:lnTo>
                <a:lnTo>
                  <a:pt x="586638" y="44237"/>
                </a:lnTo>
                <a:lnTo>
                  <a:pt x="586280" y="44059"/>
                </a:lnTo>
                <a:lnTo>
                  <a:pt x="585917" y="43888"/>
                </a:lnTo>
                <a:lnTo>
                  <a:pt x="585549" y="43722"/>
                </a:lnTo>
                <a:lnTo>
                  <a:pt x="585177" y="43562"/>
                </a:lnTo>
                <a:lnTo>
                  <a:pt x="584800" y="43409"/>
                </a:lnTo>
                <a:lnTo>
                  <a:pt x="584419" y="43261"/>
                </a:lnTo>
                <a:lnTo>
                  <a:pt x="584033" y="43120"/>
                </a:lnTo>
                <a:lnTo>
                  <a:pt x="583642" y="42985"/>
                </a:lnTo>
                <a:lnTo>
                  <a:pt x="583248" y="42856"/>
                </a:lnTo>
                <a:lnTo>
                  <a:pt x="582849" y="42732"/>
                </a:lnTo>
                <a:lnTo>
                  <a:pt x="582446" y="42614"/>
                </a:lnTo>
                <a:lnTo>
                  <a:pt x="582040" y="42501"/>
                </a:lnTo>
                <a:lnTo>
                  <a:pt x="581630" y="42394"/>
                </a:lnTo>
                <a:lnTo>
                  <a:pt x="581216" y="42292"/>
                </a:lnTo>
                <a:lnTo>
                  <a:pt x="580798" y="42196"/>
                </a:lnTo>
                <a:lnTo>
                  <a:pt x="580376" y="42105"/>
                </a:lnTo>
                <a:lnTo>
                  <a:pt x="579951" y="42020"/>
                </a:lnTo>
                <a:lnTo>
                  <a:pt x="579522" y="41940"/>
                </a:lnTo>
                <a:lnTo>
                  <a:pt x="579088" y="41866"/>
                </a:lnTo>
                <a:lnTo>
                  <a:pt x="578651" y="41797"/>
                </a:lnTo>
                <a:lnTo>
                  <a:pt x="578211" y="41734"/>
                </a:lnTo>
                <a:lnTo>
                  <a:pt x="577766" y="41676"/>
                </a:lnTo>
                <a:lnTo>
                  <a:pt x="577317" y="41624"/>
                </a:lnTo>
                <a:lnTo>
                  <a:pt x="576865" y="41577"/>
                </a:lnTo>
                <a:lnTo>
                  <a:pt x="576409" y="41536"/>
                </a:lnTo>
                <a:lnTo>
                  <a:pt x="575949" y="41500"/>
                </a:lnTo>
                <a:lnTo>
                  <a:pt x="575485" y="41470"/>
                </a:lnTo>
                <a:lnTo>
                  <a:pt x="575017" y="41445"/>
                </a:lnTo>
                <a:lnTo>
                  <a:pt x="574546" y="41426"/>
                </a:lnTo>
                <a:lnTo>
                  <a:pt x="574070" y="41412"/>
                </a:lnTo>
                <a:lnTo>
                  <a:pt x="573591" y="41404"/>
                </a:lnTo>
                <a:lnTo>
                  <a:pt x="573108" y="41401"/>
                </a:lnTo>
                <a:lnTo>
                  <a:pt x="572509" y="41406"/>
                </a:lnTo>
                <a:lnTo>
                  <a:pt x="571915" y="41420"/>
                </a:lnTo>
                <a:lnTo>
                  <a:pt x="571327" y="41443"/>
                </a:lnTo>
                <a:lnTo>
                  <a:pt x="570743" y="41475"/>
                </a:lnTo>
                <a:lnTo>
                  <a:pt x="570165" y="41516"/>
                </a:lnTo>
                <a:lnTo>
                  <a:pt x="569593" y="41567"/>
                </a:lnTo>
                <a:lnTo>
                  <a:pt x="569025" y="41627"/>
                </a:lnTo>
                <a:lnTo>
                  <a:pt x="568463" y="41696"/>
                </a:lnTo>
                <a:lnTo>
                  <a:pt x="567906" y="41774"/>
                </a:lnTo>
                <a:lnTo>
                  <a:pt x="567354" y="41862"/>
                </a:lnTo>
                <a:lnTo>
                  <a:pt x="566807" y="41958"/>
                </a:lnTo>
                <a:lnTo>
                  <a:pt x="566266" y="42064"/>
                </a:lnTo>
                <a:lnTo>
                  <a:pt x="565730" y="42179"/>
                </a:lnTo>
                <a:lnTo>
                  <a:pt x="565199" y="42304"/>
                </a:lnTo>
                <a:lnTo>
                  <a:pt x="564674" y="42437"/>
                </a:lnTo>
                <a:lnTo>
                  <a:pt x="564153" y="42580"/>
                </a:lnTo>
                <a:lnTo>
                  <a:pt x="563638" y="42732"/>
                </a:lnTo>
                <a:lnTo>
                  <a:pt x="563128" y="42893"/>
                </a:lnTo>
                <a:lnTo>
                  <a:pt x="562624" y="43063"/>
                </a:lnTo>
                <a:lnTo>
                  <a:pt x="562124" y="43243"/>
                </a:lnTo>
                <a:lnTo>
                  <a:pt x="561630" y="43432"/>
                </a:lnTo>
                <a:lnTo>
                  <a:pt x="561141" y="43630"/>
                </a:lnTo>
                <a:lnTo>
                  <a:pt x="560658" y="43837"/>
                </a:lnTo>
                <a:lnTo>
                  <a:pt x="560179" y="44053"/>
                </a:lnTo>
                <a:lnTo>
                  <a:pt x="559706" y="44278"/>
                </a:lnTo>
                <a:lnTo>
                  <a:pt x="559239" y="44510"/>
                </a:lnTo>
                <a:lnTo>
                  <a:pt x="558778" y="44749"/>
                </a:lnTo>
                <a:lnTo>
                  <a:pt x="558323" y="44995"/>
                </a:lnTo>
                <a:lnTo>
                  <a:pt x="557874" y="45248"/>
                </a:lnTo>
                <a:lnTo>
                  <a:pt x="557430" y="45508"/>
                </a:lnTo>
                <a:lnTo>
                  <a:pt x="556993" y="45776"/>
                </a:lnTo>
                <a:lnTo>
                  <a:pt x="556561" y="46050"/>
                </a:lnTo>
                <a:lnTo>
                  <a:pt x="556136" y="46332"/>
                </a:lnTo>
                <a:lnTo>
                  <a:pt x="555716" y="46621"/>
                </a:lnTo>
                <a:lnTo>
                  <a:pt x="555302" y="46918"/>
                </a:lnTo>
                <a:lnTo>
                  <a:pt x="554894" y="47221"/>
                </a:lnTo>
                <a:lnTo>
                  <a:pt x="554491" y="47531"/>
                </a:lnTo>
                <a:lnTo>
                  <a:pt x="554095" y="47849"/>
                </a:lnTo>
                <a:lnTo>
                  <a:pt x="553705" y="48174"/>
                </a:lnTo>
                <a:lnTo>
                  <a:pt x="553320" y="48506"/>
                </a:lnTo>
                <a:lnTo>
                  <a:pt x="552941" y="48845"/>
                </a:lnTo>
                <a:lnTo>
                  <a:pt x="552568" y="49192"/>
                </a:lnTo>
                <a:lnTo>
                  <a:pt x="552201" y="49545"/>
                </a:lnTo>
                <a:lnTo>
                  <a:pt x="551840" y="49906"/>
                </a:lnTo>
                <a:lnTo>
                  <a:pt x="551485" y="50274"/>
                </a:lnTo>
                <a:lnTo>
                  <a:pt x="551136" y="50649"/>
                </a:lnTo>
                <a:lnTo>
                  <a:pt x="550793" y="51031"/>
                </a:lnTo>
                <a:lnTo>
                  <a:pt x="550455" y="51420"/>
                </a:lnTo>
                <a:lnTo>
                  <a:pt x="550124" y="51815"/>
                </a:lnTo>
                <a:lnTo>
                  <a:pt x="549798" y="52216"/>
                </a:lnTo>
                <a:lnTo>
                  <a:pt x="549478" y="52622"/>
                </a:lnTo>
                <a:lnTo>
                  <a:pt x="549165" y="53033"/>
                </a:lnTo>
                <a:lnTo>
                  <a:pt x="548857" y="53448"/>
                </a:lnTo>
                <a:lnTo>
                  <a:pt x="548556" y="53869"/>
                </a:lnTo>
                <a:lnTo>
                  <a:pt x="548260" y="54296"/>
                </a:lnTo>
                <a:lnTo>
                  <a:pt x="547971" y="54727"/>
                </a:lnTo>
                <a:lnTo>
                  <a:pt x="547687" y="55163"/>
                </a:lnTo>
                <a:lnTo>
                  <a:pt x="547410" y="55605"/>
                </a:lnTo>
                <a:lnTo>
                  <a:pt x="547318" y="55755"/>
                </a:lnTo>
                <a:lnTo>
                  <a:pt x="547030" y="42875"/>
                </a:lnTo>
                <a:lnTo>
                  <a:pt x="538484" y="42875"/>
                </a:lnTo>
                <a:lnTo>
                  <a:pt x="538484" y="122583"/>
                </a:lnTo>
                <a:lnTo>
                  <a:pt x="547398" y="122583"/>
                </a:lnTo>
                <a:lnTo>
                  <a:pt x="547398" y="67684"/>
                </a:lnTo>
                <a:lnTo>
                  <a:pt x="547452" y="67502"/>
                </a:lnTo>
                <a:lnTo>
                  <a:pt x="547579" y="67093"/>
                </a:lnTo>
                <a:lnTo>
                  <a:pt x="547711" y="66686"/>
                </a:lnTo>
                <a:lnTo>
                  <a:pt x="547849" y="66280"/>
                </a:lnTo>
                <a:close/>
                <a:moveTo>
                  <a:pt x="521718" y="75242"/>
                </a:moveTo>
                <a:lnTo>
                  <a:pt x="521685" y="74595"/>
                </a:lnTo>
                <a:lnTo>
                  <a:pt x="521646" y="73953"/>
                </a:lnTo>
                <a:lnTo>
                  <a:pt x="521600" y="73316"/>
                </a:lnTo>
                <a:lnTo>
                  <a:pt x="521546" y="72683"/>
                </a:lnTo>
                <a:lnTo>
                  <a:pt x="521485" y="72055"/>
                </a:lnTo>
                <a:lnTo>
                  <a:pt x="521417" y="71432"/>
                </a:lnTo>
                <a:lnTo>
                  <a:pt x="521342" y="70814"/>
                </a:lnTo>
                <a:lnTo>
                  <a:pt x="521259" y="70200"/>
                </a:lnTo>
                <a:lnTo>
                  <a:pt x="521170" y="69591"/>
                </a:lnTo>
                <a:lnTo>
                  <a:pt x="521073" y="68987"/>
                </a:lnTo>
                <a:lnTo>
                  <a:pt x="520969" y="68387"/>
                </a:lnTo>
                <a:lnTo>
                  <a:pt x="520858" y="67793"/>
                </a:lnTo>
                <a:lnTo>
                  <a:pt x="520740" y="67203"/>
                </a:lnTo>
                <a:lnTo>
                  <a:pt x="520615" y="66617"/>
                </a:lnTo>
                <a:lnTo>
                  <a:pt x="520482" y="66037"/>
                </a:lnTo>
                <a:lnTo>
                  <a:pt x="520343" y="65461"/>
                </a:lnTo>
                <a:lnTo>
                  <a:pt x="520196" y="64890"/>
                </a:lnTo>
                <a:lnTo>
                  <a:pt x="520042" y="64323"/>
                </a:lnTo>
                <a:lnTo>
                  <a:pt x="519881" y="63762"/>
                </a:lnTo>
                <a:lnTo>
                  <a:pt x="519712" y="63205"/>
                </a:lnTo>
                <a:lnTo>
                  <a:pt x="519537" y="62653"/>
                </a:lnTo>
                <a:lnTo>
                  <a:pt x="519355" y="62108"/>
                </a:lnTo>
                <a:lnTo>
                  <a:pt x="519166" y="61568"/>
                </a:lnTo>
                <a:lnTo>
                  <a:pt x="518969" y="61035"/>
                </a:lnTo>
                <a:lnTo>
                  <a:pt x="518766" y="60508"/>
                </a:lnTo>
                <a:lnTo>
                  <a:pt x="518557" y="59987"/>
                </a:lnTo>
                <a:lnTo>
                  <a:pt x="518340" y="59472"/>
                </a:lnTo>
                <a:lnTo>
                  <a:pt x="518116" y="58964"/>
                </a:lnTo>
                <a:lnTo>
                  <a:pt x="517886" y="58461"/>
                </a:lnTo>
                <a:lnTo>
                  <a:pt x="517648" y="57965"/>
                </a:lnTo>
                <a:lnTo>
                  <a:pt x="517404" y="57475"/>
                </a:lnTo>
                <a:lnTo>
                  <a:pt x="517152" y="56991"/>
                </a:lnTo>
                <a:lnTo>
                  <a:pt x="516894" y="56513"/>
                </a:lnTo>
                <a:lnTo>
                  <a:pt x="516629" y="56041"/>
                </a:lnTo>
                <a:lnTo>
                  <a:pt x="516357" y="55575"/>
                </a:lnTo>
                <a:lnTo>
                  <a:pt x="516078" y="55115"/>
                </a:lnTo>
                <a:lnTo>
                  <a:pt x="515792" y="54662"/>
                </a:lnTo>
                <a:lnTo>
                  <a:pt x="515499" y="54215"/>
                </a:lnTo>
                <a:lnTo>
                  <a:pt x="515200" y="53773"/>
                </a:lnTo>
                <a:lnTo>
                  <a:pt x="514893" y="53338"/>
                </a:lnTo>
                <a:lnTo>
                  <a:pt x="514580" y="52909"/>
                </a:lnTo>
                <a:lnTo>
                  <a:pt x="514259" y="52487"/>
                </a:lnTo>
                <a:lnTo>
                  <a:pt x="513932" y="52070"/>
                </a:lnTo>
                <a:lnTo>
                  <a:pt x="513598" y="51659"/>
                </a:lnTo>
                <a:lnTo>
                  <a:pt x="513257" y="51256"/>
                </a:lnTo>
                <a:lnTo>
                  <a:pt x="512910" y="50860"/>
                </a:lnTo>
                <a:lnTo>
                  <a:pt x="512557" y="50471"/>
                </a:lnTo>
                <a:lnTo>
                  <a:pt x="512197" y="50091"/>
                </a:lnTo>
                <a:lnTo>
                  <a:pt x="511831" y="49718"/>
                </a:lnTo>
                <a:lnTo>
                  <a:pt x="511459" y="49352"/>
                </a:lnTo>
                <a:lnTo>
                  <a:pt x="511081" y="48995"/>
                </a:lnTo>
                <a:lnTo>
                  <a:pt x="510696" y="48645"/>
                </a:lnTo>
                <a:lnTo>
                  <a:pt x="510305" y="48302"/>
                </a:lnTo>
                <a:lnTo>
                  <a:pt x="509908" y="47968"/>
                </a:lnTo>
                <a:lnTo>
                  <a:pt x="509505" y="47641"/>
                </a:lnTo>
                <a:lnTo>
                  <a:pt x="509095" y="47321"/>
                </a:lnTo>
                <a:lnTo>
                  <a:pt x="508679" y="47009"/>
                </a:lnTo>
                <a:lnTo>
                  <a:pt x="508257" y="46705"/>
                </a:lnTo>
                <a:lnTo>
                  <a:pt x="507828" y="46409"/>
                </a:lnTo>
                <a:lnTo>
                  <a:pt x="507393" y="46120"/>
                </a:lnTo>
                <a:lnTo>
                  <a:pt x="506952" y="45839"/>
                </a:lnTo>
                <a:lnTo>
                  <a:pt x="506505" y="45565"/>
                </a:lnTo>
                <a:lnTo>
                  <a:pt x="506051" y="45300"/>
                </a:lnTo>
                <a:lnTo>
                  <a:pt x="505592" y="45042"/>
                </a:lnTo>
                <a:lnTo>
                  <a:pt x="505126" y="44791"/>
                </a:lnTo>
                <a:lnTo>
                  <a:pt x="504653" y="44548"/>
                </a:lnTo>
                <a:lnTo>
                  <a:pt x="504174" y="44313"/>
                </a:lnTo>
                <a:lnTo>
                  <a:pt x="503690" y="44085"/>
                </a:lnTo>
                <a:lnTo>
                  <a:pt x="503199" y="43866"/>
                </a:lnTo>
                <a:lnTo>
                  <a:pt x="502701" y="43657"/>
                </a:lnTo>
                <a:lnTo>
                  <a:pt x="502198" y="43456"/>
                </a:lnTo>
                <a:lnTo>
                  <a:pt x="501689" y="43265"/>
                </a:lnTo>
                <a:lnTo>
                  <a:pt x="501174" y="43084"/>
                </a:lnTo>
                <a:lnTo>
                  <a:pt x="500653" y="42911"/>
                </a:lnTo>
                <a:lnTo>
                  <a:pt x="500126" y="42748"/>
                </a:lnTo>
                <a:lnTo>
                  <a:pt x="499593" y="42594"/>
                </a:lnTo>
                <a:lnTo>
                  <a:pt x="499054" y="42450"/>
                </a:lnTo>
                <a:lnTo>
                  <a:pt x="498509" y="42315"/>
                </a:lnTo>
                <a:lnTo>
                  <a:pt x="497957" y="42189"/>
                </a:lnTo>
                <a:lnTo>
                  <a:pt x="497400" y="42072"/>
                </a:lnTo>
                <a:lnTo>
                  <a:pt x="496837" y="41965"/>
                </a:lnTo>
                <a:lnTo>
                  <a:pt x="496268" y="41867"/>
                </a:lnTo>
                <a:lnTo>
                  <a:pt x="495693" y="41779"/>
                </a:lnTo>
                <a:lnTo>
                  <a:pt x="495111" y="41699"/>
                </a:lnTo>
                <a:lnTo>
                  <a:pt x="494524" y="41630"/>
                </a:lnTo>
                <a:lnTo>
                  <a:pt x="493931" y="41569"/>
                </a:lnTo>
                <a:lnTo>
                  <a:pt x="493332" y="41518"/>
                </a:lnTo>
                <a:lnTo>
                  <a:pt x="492726" y="41476"/>
                </a:lnTo>
                <a:lnTo>
                  <a:pt x="492115" y="41443"/>
                </a:lnTo>
                <a:lnTo>
                  <a:pt x="491498" y="41420"/>
                </a:lnTo>
                <a:lnTo>
                  <a:pt x="490875" y="41406"/>
                </a:lnTo>
                <a:lnTo>
                  <a:pt x="490245" y="41401"/>
                </a:lnTo>
                <a:lnTo>
                  <a:pt x="489676" y="41406"/>
                </a:lnTo>
                <a:lnTo>
                  <a:pt x="489108" y="41421"/>
                </a:lnTo>
                <a:lnTo>
                  <a:pt x="488543" y="41445"/>
                </a:lnTo>
                <a:lnTo>
                  <a:pt x="487981" y="41479"/>
                </a:lnTo>
                <a:lnTo>
                  <a:pt x="487421" y="41523"/>
                </a:lnTo>
                <a:lnTo>
                  <a:pt x="486863" y="41576"/>
                </a:lnTo>
                <a:lnTo>
                  <a:pt x="486308" y="41639"/>
                </a:lnTo>
                <a:lnTo>
                  <a:pt x="485756" y="41712"/>
                </a:lnTo>
                <a:lnTo>
                  <a:pt x="485205" y="41795"/>
                </a:lnTo>
                <a:lnTo>
                  <a:pt x="484657" y="41887"/>
                </a:lnTo>
                <a:lnTo>
                  <a:pt x="484112" y="41989"/>
                </a:lnTo>
                <a:lnTo>
                  <a:pt x="483569" y="42101"/>
                </a:lnTo>
                <a:lnTo>
                  <a:pt x="483029" y="42223"/>
                </a:lnTo>
                <a:lnTo>
                  <a:pt x="482490" y="42354"/>
                </a:lnTo>
                <a:lnTo>
                  <a:pt x="481955" y="42495"/>
                </a:lnTo>
                <a:lnTo>
                  <a:pt x="481421" y="42645"/>
                </a:lnTo>
                <a:lnTo>
                  <a:pt x="480891" y="42806"/>
                </a:lnTo>
                <a:lnTo>
                  <a:pt x="480362" y="42976"/>
                </a:lnTo>
                <a:lnTo>
                  <a:pt x="479836" y="43156"/>
                </a:lnTo>
                <a:lnTo>
                  <a:pt x="479313" y="43345"/>
                </a:lnTo>
                <a:lnTo>
                  <a:pt x="478792" y="43544"/>
                </a:lnTo>
                <a:lnTo>
                  <a:pt x="478273" y="43753"/>
                </a:lnTo>
                <a:lnTo>
                  <a:pt x="477757" y="43972"/>
                </a:lnTo>
                <a:lnTo>
                  <a:pt x="477243" y="44201"/>
                </a:lnTo>
                <a:lnTo>
                  <a:pt x="476733" y="44438"/>
                </a:lnTo>
                <a:lnTo>
                  <a:pt x="476227" y="44685"/>
                </a:lnTo>
                <a:lnTo>
                  <a:pt x="475727" y="44940"/>
                </a:lnTo>
                <a:lnTo>
                  <a:pt x="475231" y="45204"/>
                </a:lnTo>
                <a:lnTo>
                  <a:pt x="474741" y="45477"/>
                </a:lnTo>
                <a:lnTo>
                  <a:pt x="474255" y="45759"/>
                </a:lnTo>
                <a:lnTo>
                  <a:pt x="473774" y="46050"/>
                </a:lnTo>
                <a:lnTo>
                  <a:pt x="473298" y="46349"/>
                </a:lnTo>
                <a:lnTo>
                  <a:pt x="472826" y="46658"/>
                </a:lnTo>
                <a:lnTo>
                  <a:pt x="472360" y="46975"/>
                </a:lnTo>
                <a:lnTo>
                  <a:pt x="471898" y="47301"/>
                </a:lnTo>
                <a:lnTo>
                  <a:pt x="471442" y="47635"/>
                </a:lnTo>
                <a:lnTo>
                  <a:pt x="470990" y="47979"/>
                </a:lnTo>
                <a:lnTo>
                  <a:pt x="470543" y="48331"/>
                </a:lnTo>
                <a:lnTo>
                  <a:pt x="470101" y="48693"/>
                </a:lnTo>
                <a:lnTo>
                  <a:pt x="469663" y="49063"/>
                </a:lnTo>
                <a:lnTo>
                  <a:pt x="469231" y="49442"/>
                </a:lnTo>
                <a:lnTo>
                  <a:pt x="468803" y="49829"/>
                </a:lnTo>
                <a:lnTo>
                  <a:pt x="468381" y="50226"/>
                </a:lnTo>
                <a:lnTo>
                  <a:pt x="467963" y="50631"/>
                </a:lnTo>
                <a:lnTo>
                  <a:pt x="467550" y="51045"/>
                </a:lnTo>
                <a:lnTo>
                  <a:pt x="467142" y="51468"/>
                </a:lnTo>
                <a:lnTo>
                  <a:pt x="466738" y="51900"/>
                </a:lnTo>
                <a:lnTo>
                  <a:pt x="466340" y="52341"/>
                </a:lnTo>
                <a:lnTo>
                  <a:pt x="465948" y="52790"/>
                </a:lnTo>
                <a:lnTo>
                  <a:pt x="465562" y="53246"/>
                </a:lnTo>
                <a:lnTo>
                  <a:pt x="465183" y="53709"/>
                </a:lnTo>
                <a:lnTo>
                  <a:pt x="464811" y="54179"/>
                </a:lnTo>
                <a:lnTo>
                  <a:pt x="464447" y="54657"/>
                </a:lnTo>
                <a:lnTo>
                  <a:pt x="464089" y="55143"/>
                </a:lnTo>
                <a:lnTo>
                  <a:pt x="463738" y="55635"/>
                </a:lnTo>
                <a:lnTo>
                  <a:pt x="463393" y="56135"/>
                </a:lnTo>
                <a:lnTo>
                  <a:pt x="463056" y="56642"/>
                </a:lnTo>
                <a:lnTo>
                  <a:pt x="462726" y="57156"/>
                </a:lnTo>
                <a:lnTo>
                  <a:pt x="462402" y="57678"/>
                </a:lnTo>
                <a:lnTo>
                  <a:pt x="462086" y="58207"/>
                </a:lnTo>
                <a:lnTo>
                  <a:pt x="461776" y="58743"/>
                </a:lnTo>
                <a:lnTo>
                  <a:pt x="461473" y="59286"/>
                </a:lnTo>
                <a:lnTo>
                  <a:pt x="461178" y="59837"/>
                </a:lnTo>
                <a:lnTo>
                  <a:pt x="460889" y="60395"/>
                </a:lnTo>
                <a:lnTo>
                  <a:pt x="460607" y="60961"/>
                </a:lnTo>
                <a:lnTo>
                  <a:pt x="460332" y="61533"/>
                </a:lnTo>
                <a:lnTo>
                  <a:pt x="460063" y="62113"/>
                </a:lnTo>
                <a:lnTo>
                  <a:pt x="459802" y="62700"/>
                </a:lnTo>
                <a:lnTo>
                  <a:pt x="459548" y="63295"/>
                </a:lnTo>
                <a:lnTo>
                  <a:pt x="459300" y="63897"/>
                </a:lnTo>
                <a:lnTo>
                  <a:pt x="459060" y="64506"/>
                </a:lnTo>
                <a:lnTo>
                  <a:pt x="458826" y="65122"/>
                </a:lnTo>
                <a:lnTo>
                  <a:pt x="458601" y="65745"/>
                </a:lnTo>
                <a:lnTo>
                  <a:pt x="458385" y="66375"/>
                </a:lnTo>
                <a:lnTo>
                  <a:pt x="458178" y="67010"/>
                </a:lnTo>
                <a:lnTo>
                  <a:pt x="457982" y="67651"/>
                </a:lnTo>
                <a:lnTo>
                  <a:pt x="457795" y="68299"/>
                </a:lnTo>
                <a:lnTo>
                  <a:pt x="457617" y="68953"/>
                </a:lnTo>
                <a:lnTo>
                  <a:pt x="457449" y="69613"/>
                </a:lnTo>
                <a:lnTo>
                  <a:pt x="457291" y="70279"/>
                </a:lnTo>
                <a:lnTo>
                  <a:pt x="457143" y="70951"/>
                </a:lnTo>
                <a:lnTo>
                  <a:pt x="457003" y="71630"/>
                </a:lnTo>
                <a:lnTo>
                  <a:pt x="456874" y="72314"/>
                </a:lnTo>
                <a:lnTo>
                  <a:pt x="456754" y="73005"/>
                </a:lnTo>
                <a:lnTo>
                  <a:pt x="456644" y="73701"/>
                </a:lnTo>
                <a:lnTo>
                  <a:pt x="456543" y="74404"/>
                </a:lnTo>
                <a:lnTo>
                  <a:pt x="456452" y="75113"/>
                </a:lnTo>
                <a:lnTo>
                  <a:pt x="456370" y="75829"/>
                </a:lnTo>
                <a:lnTo>
                  <a:pt x="456298" y="76550"/>
                </a:lnTo>
                <a:lnTo>
                  <a:pt x="456236" y="77277"/>
                </a:lnTo>
                <a:lnTo>
                  <a:pt x="456183" y="78011"/>
                </a:lnTo>
                <a:lnTo>
                  <a:pt x="456140" y="78751"/>
                </a:lnTo>
                <a:lnTo>
                  <a:pt x="456107" y="79497"/>
                </a:lnTo>
                <a:lnTo>
                  <a:pt x="456083" y="80249"/>
                </a:lnTo>
                <a:lnTo>
                  <a:pt x="456068" y="81007"/>
                </a:lnTo>
                <a:lnTo>
                  <a:pt x="456063" y="81771"/>
                </a:lnTo>
                <a:lnTo>
                  <a:pt x="456063" y="84939"/>
                </a:lnTo>
                <a:lnTo>
                  <a:pt x="456068" y="85649"/>
                </a:lnTo>
                <a:lnTo>
                  <a:pt x="456082" y="86354"/>
                </a:lnTo>
                <a:lnTo>
                  <a:pt x="456105" y="87054"/>
                </a:lnTo>
                <a:lnTo>
                  <a:pt x="456137" y="87749"/>
                </a:lnTo>
                <a:lnTo>
                  <a:pt x="456179" y="88440"/>
                </a:lnTo>
                <a:lnTo>
                  <a:pt x="456229" y="89126"/>
                </a:lnTo>
                <a:lnTo>
                  <a:pt x="456289" y="89808"/>
                </a:lnTo>
                <a:lnTo>
                  <a:pt x="456358" y="90484"/>
                </a:lnTo>
                <a:lnTo>
                  <a:pt x="456436" y="91156"/>
                </a:lnTo>
                <a:lnTo>
                  <a:pt x="456524" y="91823"/>
                </a:lnTo>
                <a:lnTo>
                  <a:pt x="456621" y="92486"/>
                </a:lnTo>
                <a:lnTo>
                  <a:pt x="456726" y="93144"/>
                </a:lnTo>
                <a:lnTo>
                  <a:pt x="456842" y="93797"/>
                </a:lnTo>
                <a:lnTo>
                  <a:pt x="456966" y="94445"/>
                </a:lnTo>
                <a:lnTo>
                  <a:pt x="457099" y="95088"/>
                </a:lnTo>
                <a:lnTo>
                  <a:pt x="457242" y="95727"/>
                </a:lnTo>
                <a:lnTo>
                  <a:pt x="457394" y="96361"/>
                </a:lnTo>
                <a:lnTo>
                  <a:pt x="457555" y="96990"/>
                </a:lnTo>
                <a:lnTo>
                  <a:pt x="457726" y="97615"/>
                </a:lnTo>
                <a:lnTo>
                  <a:pt x="457905" y="98235"/>
                </a:lnTo>
                <a:lnTo>
                  <a:pt x="458094" y="98850"/>
                </a:lnTo>
                <a:lnTo>
                  <a:pt x="458292" y="99460"/>
                </a:lnTo>
                <a:lnTo>
                  <a:pt x="458499" y="100066"/>
                </a:lnTo>
                <a:lnTo>
                  <a:pt x="458715" y="100667"/>
                </a:lnTo>
                <a:lnTo>
                  <a:pt x="458940" y="101262"/>
                </a:lnTo>
                <a:lnTo>
                  <a:pt x="459172" y="101850"/>
                </a:lnTo>
                <a:lnTo>
                  <a:pt x="459412" y="102432"/>
                </a:lnTo>
                <a:lnTo>
                  <a:pt x="459659" y="103007"/>
                </a:lnTo>
                <a:lnTo>
                  <a:pt x="459913" y="103575"/>
                </a:lnTo>
                <a:lnTo>
                  <a:pt x="460175" y="104136"/>
                </a:lnTo>
                <a:lnTo>
                  <a:pt x="460444" y="104691"/>
                </a:lnTo>
                <a:lnTo>
                  <a:pt x="460721" y="105238"/>
                </a:lnTo>
                <a:lnTo>
                  <a:pt x="461005" y="105779"/>
                </a:lnTo>
                <a:lnTo>
                  <a:pt x="461296" y="106313"/>
                </a:lnTo>
                <a:lnTo>
                  <a:pt x="461595" y="106841"/>
                </a:lnTo>
                <a:lnTo>
                  <a:pt x="461902" y="107361"/>
                </a:lnTo>
                <a:lnTo>
                  <a:pt x="462215" y="107875"/>
                </a:lnTo>
                <a:lnTo>
                  <a:pt x="462536" y="108382"/>
                </a:lnTo>
                <a:lnTo>
                  <a:pt x="462865" y="108883"/>
                </a:lnTo>
                <a:lnTo>
                  <a:pt x="463201" y="109376"/>
                </a:lnTo>
                <a:lnTo>
                  <a:pt x="463544" y="109863"/>
                </a:lnTo>
                <a:lnTo>
                  <a:pt x="463895" y="110343"/>
                </a:lnTo>
                <a:lnTo>
                  <a:pt x="464253" y="110816"/>
                </a:lnTo>
                <a:lnTo>
                  <a:pt x="464619" y="111282"/>
                </a:lnTo>
                <a:lnTo>
                  <a:pt x="464992" y="111742"/>
                </a:lnTo>
                <a:lnTo>
                  <a:pt x="465373" y="112195"/>
                </a:lnTo>
                <a:lnTo>
                  <a:pt x="465761" y="112641"/>
                </a:lnTo>
                <a:lnTo>
                  <a:pt x="466156" y="113080"/>
                </a:lnTo>
                <a:lnTo>
                  <a:pt x="466558" y="113512"/>
                </a:lnTo>
                <a:lnTo>
                  <a:pt x="466966" y="113935"/>
                </a:lnTo>
                <a:lnTo>
                  <a:pt x="467381" y="114351"/>
                </a:lnTo>
                <a:lnTo>
                  <a:pt x="467801" y="114758"/>
                </a:lnTo>
                <a:lnTo>
                  <a:pt x="468228" y="115157"/>
                </a:lnTo>
                <a:lnTo>
                  <a:pt x="468661" y="115548"/>
                </a:lnTo>
                <a:lnTo>
                  <a:pt x="469100" y="115930"/>
                </a:lnTo>
                <a:lnTo>
                  <a:pt x="469545" y="116305"/>
                </a:lnTo>
                <a:lnTo>
                  <a:pt x="469996" y="116671"/>
                </a:lnTo>
                <a:lnTo>
                  <a:pt x="470453" y="117029"/>
                </a:lnTo>
                <a:lnTo>
                  <a:pt x="470917" y="117379"/>
                </a:lnTo>
                <a:lnTo>
                  <a:pt x="471386" y="117721"/>
                </a:lnTo>
                <a:lnTo>
                  <a:pt x="471862" y="118054"/>
                </a:lnTo>
                <a:lnTo>
                  <a:pt x="472344" y="118380"/>
                </a:lnTo>
                <a:lnTo>
                  <a:pt x="472832" y="118697"/>
                </a:lnTo>
                <a:lnTo>
                  <a:pt x="473326" y="119006"/>
                </a:lnTo>
                <a:lnTo>
                  <a:pt x="473827" y="119307"/>
                </a:lnTo>
                <a:lnTo>
                  <a:pt x="474333" y="119599"/>
                </a:lnTo>
                <a:lnTo>
                  <a:pt x="474846" y="119884"/>
                </a:lnTo>
                <a:lnTo>
                  <a:pt x="475364" y="120160"/>
                </a:lnTo>
                <a:lnTo>
                  <a:pt x="475889" y="120428"/>
                </a:lnTo>
                <a:lnTo>
                  <a:pt x="476420" y="120688"/>
                </a:lnTo>
                <a:lnTo>
                  <a:pt x="476957" y="120940"/>
                </a:lnTo>
                <a:lnTo>
                  <a:pt x="477501" y="121183"/>
                </a:lnTo>
                <a:lnTo>
                  <a:pt x="478049" y="121418"/>
                </a:lnTo>
                <a:lnTo>
                  <a:pt x="478602" y="121642"/>
                </a:lnTo>
                <a:lnTo>
                  <a:pt x="479159" y="121857"/>
                </a:lnTo>
                <a:lnTo>
                  <a:pt x="479721" y="122061"/>
                </a:lnTo>
                <a:lnTo>
                  <a:pt x="480287" y="122256"/>
                </a:lnTo>
                <a:lnTo>
                  <a:pt x="480857" y="122440"/>
                </a:lnTo>
                <a:lnTo>
                  <a:pt x="481432" y="122615"/>
                </a:lnTo>
                <a:lnTo>
                  <a:pt x="482011" y="122779"/>
                </a:lnTo>
                <a:lnTo>
                  <a:pt x="482594" y="122934"/>
                </a:lnTo>
                <a:lnTo>
                  <a:pt x="483182" y="123079"/>
                </a:lnTo>
                <a:lnTo>
                  <a:pt x="483774" y="123213"/>
                </a:lnTo>
                <a:lnTo>
                  <a:pt x="484370" y="123338"/>
                </a:lnTo>
                <a:lnTo>
                  <a:pt x="484971" y="123453"/>
                </a:lnTo>
                <a:lnTo>
                  <a:pt x="485576" y="123558"/>
                </a:lnTo>
                <a:lnTo>
                  <a:pt x="486185" y="123652"/>
                </a:lnTo>
                <a:lnTo>
                  <a:pt x="486799" y="123737"/>
                </a:lnTo>
                <a:lnTo>
                  <a:pt x="487417" y="123812"/>
                </a:lnTo>
                <a:lnTo>
                  <a:pt x="488040" y="123877"/>
                </a:lnTo>
                <a:lnTo>
                  <a:pt x="488667" y="123932"/>
                </a:lnTo>
                <a:lnTo>
                  <a:pt x="489298" y="123977"/>
                </a:lnTo>
                <a:lnTo>
                  <a:pt x="489933" y="124011"/>
                </a:lnTo>
                <a:lnTo>
                  <a:pt x="490573" y="124036"/>
                </a:lnTo>
                <a:lnTo>
                  <a:pt x="491217" y="124051"/>
                </a:lnTo>
                <a:lnTo>
                  <a:pt x="491866" y="124056"/>
                </a:lnTo>
                <a:lnTo>
                  <a:pt x="492458" y="124053"/>
                </a:lnTo>
                <a:lnTo>
                  <a:pt x="493045" y="124043"/>
                </a:lnTo>
                <a:lnTo>
                  <a:pt x="493625" y="124026"/>
                </a:lnTo>
                <a:lnTo>
                  <a:pt x="494199" y="124002"/>
                </a:lnTo>
                <a:lnTo>
                  <a:pt x="494767" y="123972"/>
                </a:lnTo>
                <a:lnTo>
                  <a:pt x="495328" y="123934"/>
                </a:lnTo>
                <a:lnTo>
                  <a:pt x="495884" y="123890"/>
                </a:lnTo>
                <a:lnTo>
                  <a:pt x="496433" y="123839"/>
                </a:lnTo>
                <a:lnTo>
                  <a:pt x="496977" y="123782"/>
                </a:lnTo>
                <a:lnTo>
                  <a:pt x="497514" y="123717"/>
                </a:lnTo>
                <a:lnTo>
                  <a:pt x="498045" y="123646"/>
                </a:lnTo>
                <a:lnTo>
                  <a:pt x="498570" y="123568"/>
                </a:lnTo>
                <a:lnTo>
                  <a:pt x="499088" y="123484"/>
                </a:lnTo>
                <a:lnTo>
                  <a:pt x="499601" y="123392"/>
                </a:lnTo>
                <a:lnTo>
                  <a:pt x="500107" y="123294"/>
                </a:lnTo>
                <a:lnTo>
                  <a:pt x="500608" y="123189"/>
                </a:lnTo>
                <a:lnTo>
                  <a:pt x="501102" y="123077"/>
                </a:lnTo>
                <a:lnTo>
                  <a:pt x="501590" y="122958"/>
                </a:lnTo>
                <a:lnTo>
                  <a:pt x="502072" y="122833"/>
                </a:lnTo>
                <a:lnTo>
                  <a:pt x="502548" y="122701"/>
                </a:lnTo>
                <a:lnTo>
                  <a:pt x="503017" y="122562"/>
                </a:lnTo>
                <a:lnTo>
                  <a:pt x="503481" y="122416"/>
                </a:lnTo>
                <a:lnTo>
                  <a:pt x="503938" y="122263"/>
                </a:lnTo>
                <a:lnTo>
                  <a:pt x="504389" y="122104"/>
                </a:lnTo>
                <a:lnTo>
                  <a:pt x="504835" y="121939"/>
                </a:lnTo>
                <a:lnTo>
                  <a:pt x="505275" y="121770"/>
                </a:lnTo>
                <a:lnTo>
                  <a:pt x="505710" y="121597"/>
                </a:lnTo>
                <a:lnTo>
                  <a:pt x="506139" y="121419"/>
                </a:lnTo>
                <a:lnTo>
                  <a:pt x="506563" y="121236"/>
                </a:lnTo>
                <a:lnTo>
                  <a:pt x="506982" y="121050"/>
                </a:lnTo>
                <a:lnTo>
                  <a:pt x="507395" y="120859"/>
                </a:lnTo>
                <a:lnTo>
                  <a:pt x="507803" y="120664"/>
                </a:lnTo>
                <a:lnTo>
                  <a:pt x="508205" y="120464"/>
                </a:lnTo>
                <a:lnTo>
                  <a:pt x="508602" y="120260"/>
                </a:lnTo>
                <a:lnTo>
                  <a:pt x="508994" y="120052"/>
                </a:lnTo>
                <a:lnTo>
                  <a:pt x="509380" y="119839"/>
                </a:lnTo>
                <a:lnTo>
                  <a:pt x="509761" y="119622"/>
                </a:lnTo>
                <a:lnTo>
                  <a:pt x="510137" y="119400"/>
                </a:lnTo>
                <a:lnTo>
                  <a:pt x="510507" y="119175"/>
                </a:lnTo>
                <a:lnTo>
                  <a:pt x="510872" y="118945"/>
                </a:lnTo>
                <a:lnTo>
                  <a:pt x="511232" y="118710"/>
                </a:lnTo>
                <a:lnTo>
                  <a:pt x="511586" y="118471"/>
                </a:lnTo>
                <a:lnTo>
                  <a:pt x="511935" y="118228"/>
                </a:lnTo>
                <a:lnTo>
                  <a:pt x="512278" y="117981"/>
                </a:lnTo>
                <a:lnTo>
                  <a:pt x="512616" y="117729"/>
                </a:lnTo>
                <a:lnTo>
                  <a:pt x="512949" y="117473"/>
                </a:lnTo>
                <a:lnTo>
                  <a:pt x="513276" y="117212"/>
                </a:lnTo>
                <a:lnTo>
                  <a:pt x="513598" y="116947"/>
                </a:lnTo>
                <a:lnTo>
                  <a:pt x="513915" y="116679"/>
                </a:lnTo>
                <a:lnTo>
                  <a:pt x="514228" y="116409"/>
                </a:lnTo>
                <a:lnTo>
                  <a:pt x="514537" y="116136"/>
                </a:lnTo>
                <a:lnTo>
                  <a:pt x="514842" y="115862"/>
                </a:lnTo>
                <a:lnTo>
                  <a:pt x="515143" y="115585"/>
                </a:lnTo>
                <a:lnTo>
                  <a:pt x="515440" y="115306"/>
                </a:lnTo>
                <a:lnTo>
                  <a:pt x="515732" y="115025"/>
                </a:lnTo>
                <a:lnTo>
                  <a:pt x="516021" y="114741"/>
                </a:lnTo>
                <a:lnTo>
                  <a:pt x="516305" y="114456"/>
                </a:lnTo>
                <a:lnTo>
                  <a:pt x="516585" y="114168"/>
                </a:lnTo>
                <a:lnTo>
                  <a:pt x="516862" y="113878"/>
                </a:lnTo>
                <a:lnTo>
                  <a:pt x="517134" y="113586"/>
                </a:lnTo>
                <a:lnTo>
                  <a:pt x="517402" y="113292"/>
                </a:lnTo>
                <a:lnTo>
                  <a:pt x="517666" y="112996"/>
                </a:lnTo>
                <a:lnTo>
                  <a:pt x="517926" y="112697"/>
                </a:lnTo>
                <a:lnTo>
                  <a:pt x="518182" y="112396"/>
                </a:lnTo>
                <a:lnTo>
                  <a:pt x="518433" y="112093"/>
                </a:lnTo>
                <a:lnTo>
                  <a:pt x="518681" y="111788"/>
                </a:lnTo>
                <a:lnTo>
                  <a:pt x="518924" y="111481"/>
                </a:lnTo>
                <a:lnTo>
                  <a:pt x="519164" y="111172"/>
                </a:lnTo>
                <a:lnTo>
                  <a:pt x="519399" y="110860"/>
                </a:lnTo>
                <a:lnTo>
                  <a:pt x="519630" y="110546"/>
                </a:lnTo>
                <a:lnTo>
                  <a:pt x="519858" y="110230"/>
                </a:lnTo>
                <a:lnTo>
                  <a:pt x="520081" y="109912"/>
                </a:lnTo>
                <a:lnTo>
                  <a:pt x="514556" y="105639"/>
                </a:lnTo>
                <a:lnTo>
                  <a:pt x="514191" y="106107"/>
                </a:lnTo>
                <a:lnTo>
                  <a:pt x="513823" y="106564"/>
                </a:lnTo>
                <a:lnTo>
                  <a:pt x="513451" y="107010"/>
                </a:lnTo>
                <a:lnTo>
                  <a:pt x="513075" y="107445"/>
                </a:lnTo>
                <a:lnTo>
                  <a:pt x="512695" y="107870"/>
                </a:lnTo>
                <a:lnTo>
                  <a:pt x="512311" y="108285"/>
                </a:lnTo>
                <a:lnTo>
                  <a:pt x="511923" y="108688"/>
                </a:lnTo>
                <a:lnTo>
                  <a:pt x="511531" y="109081"/>
                </a:lnTo>
                <a:lnTo>
                  <a:pt x="511135" y="109464"/>
                </a:lnTo>
                <a:lnTo>
                  <a:pt x="510735" y="109836"/>
                </a:lnTo>
                <a:lnTo>
                  <a:pt x="510331" y="110197"/>
                </a:lnTo>
                <a:lnTo>
                  <a:pt x="509924" y="110548"/>
                </a:lnTo>
                <a:lnTo>
                  <a:pt x="509512" y="110888"/>
                </a:lnTo>
                <a:lnTo>
                  <a:pt x="509096" y="111217"/>
                </a:lnTo>
                <a:lnTo>
                  <a:pt x="508677" y="111536"/>
                </a:lnTo>
                <a:lnTo>
                  <a:pt x="508253" y="111844"/>
                </a:lnTo>
                <a:lnTo>
                  <a:pt x="507825" y="112141"/>
                </a:lnTo>
                <a:lnTo>
                  <a:pt x="507394" y="112428"/>
                </a:lnTo>
                <a:lnTo>
                  <a:pt x="506958" y="112705"/>
                </a:lnTo>
                <a:lnTo>
                  <a:pt x="506519" y="112970"/>
                </a:lnTo>
                <a:lnTo>
                  <a:pt x="506075" y="113225"/>
                </a:lnTo>
                <a:lnTo>
                  <a:pt x="505628" y="113470"/>
                </a:lnTo>
                <a:lnTo>
                  <a:pt x="505176" y="113704"/>
                </a:lnTo>
                <a:lnTo>
                  <a:pt x="504721" y="113927"/>
                </a:lnTo>
                <a:lnTo>
                  <a:pt x="504261" y="114140"/>
                </a:lnTo>
                <a:lnTo>
                  <a:pt x="503796" y="114345"/>
                </a:lnTo>
                <a:lnTo>
                  <a:pt x="503325" y="114540"/>
                </a:lnTo>
                <a:lnTo>
                  <a:pt x="502850" y="114726"/>
                </a:lnTo>
                <a:lnTo>
                  <a:pt x="502369" y="114903"/>
                </a:lnTo>
                <a:lnTo>
                  <a:pt x="501882" y="115071"/>
                </a:lnTo>
                <a:lnTo>
                  <a:pt x="501391" y="115230"/>
                </a:lnTo>
                <a:lnTo>
                  <a:pt x="500894" y="115380"/>
                </a:lnTo>
                <a:lnTo>
                  <a:pt x="500392" y="115521"/>
                </a:lnTo>
                <a:lnTo>
                  <a:pt x="499885" y="115652"/>
                </a:lnTo>
                <a:lnTo>
                  <a:pt x="499373" y="115775"/>
                </a:lnTo>
                <a:lnTo>
                  <a:pt x="498855" y="115888"/>
                </a:lnTo>
                <a:lnTo>
                  <a:pt x="498332" y="115993"/>
                </a:lnTo>
                <a:lnTo>
                  <a:pt x="497804" y="116088"/>
                </a:lnTo>
                <a:lnTo>
                  <a:pt x="497271" y="116174"/>
                </a:lnTo>
                <a:lnTo>
                  <a:pt x="496732" y="116252"/>
                </a:lnTo>
                <a:lnTo>
                  <a:pt x="496188" y="116320"/>
                </a:lnTo>
                <a:lnTo>
                  <a:pt x="495639" y="116379"/>
                </a:lnTo>
                <a:lnTo>
                  <a:pt x="495085" y="116429"/>
                </a:lnTo>
                <a:lnTo>
                  <a:pt x="494525" y="116470"/>
                </a:lnTo>
                <a:lnTo>
                  <a:pt x="493960" y="116501"/>
                </a:lnTo>
                <a:lnTo>
                  <a:pt x="493390" y="116524"/>
                </a:lnTo>
                <a:lnTo>
                  <a:pt x="492815" y="116538"/>
                </a:lnTo>
                <a:lnTo>
                  <a:pt x="492234" y="116542"/>
                </a:lnTo>
                <a:lnTo>
                  <a:pt x="491727" y="116538"/>
                </a:lnTo>
                <a:lnTo>
                  <a:pt x="491223" y="116525"/>
                </a:lnTo>
                <a:lnTo>
                  <a:pt x="490723" y="116504"/>
                </a:lnTo>
                <a:lnTo>
                  <a:pt x="490227" y="116474"/>
                </a:lnTo>
                <a:lnTo>
                  <a:pt x="489735" y="116435"/>
                </a:lnTo>
                <a:lnTo>
                  <a:pt x="489246" y="116388"/>
                </a:lnTo>
                <a:lnTo>
                  <a:pt x="488762" y="116332"/>
                </a:lnTo>
                <a:lnTo>
                  <a:pt x="488281" y="116268"/>
                </a:lnTo>
                <a:lnTo>
                  <a:pt x="487804" y="116195"/>
                </a:lnTo>
                <a:lnTo>
                  <a:pt x="487331" y="116114"/>
                </a:lnTo>
                <a:lnTo>
                  <a:pt x="486861" y="116024"/>
                </a:lnTo>
                <a:lnTo>
                  <a:pt x="486396" y="115925"/>
                </a:lnTo>
                <a:lnTo>
                  <a:pt x="485935" y="115818"/>
                </a:lnTo>
                <a:lnTo>
                  <a:pt x="485477" y="115702"/>
                </a:lnTo>
                <a:lnTo>
                  <a:pt x="485023" y="115578"/>
                </a:lnTo>
                <a:lnTo>
                  <a:pt x="484573" y="115445"/>
                </a:lnTo>
                <a:lnTo>
                  <a:pt x="484127" y="115304"/>
                </a:lnTo>
                <a:lnTo>
                  <a:pt x="483684" y="115154"/>
                </a:lnTo>
                <a:lnTo>
                  <a:pt x="483246" y="114996"/>
                </a:lnTo>
                <a:lnTo>
                  <a:pt x="482811" y="114828"/>
                </a:lnTo>
                <a:lnTo>
                  <a:pt x="482380" y="114653"/>
                </a:lnTo>
                <a:lnTo>
                  <a:pt x="481953" y="114469"/>
                </a:lnTo>
                <a:lnTo>
                  <a:pt x="481530" y="114276"/>
                </a:lnTo>
                <a:lnTo>
                  <a:pt x="481110" y="114074"/>
                </a:lnTo>
                <a:lnTo>
                  <a:pt x="480695" y="113866"/>
                </a:lnTo>
                <a:lnTo>
                  <a:pt x="480285" y="113650"/>
                </a:lnTo>
                <a:lnTo>
                  <a:pt x="479880" y="113429"/>
                </a:lnTo>
                <a:lnTo>
                  <a:pt x="479480" y="113201"/>
                </a:lnTo>
                <a:lnTo>
                  <a:pt x="479084" y="112966"/>
                </a:lnTo>
                <a:lnTo>
                  <a:pt x="478693" y="112725"/>
                </a:lnTo>
                <a:lnTo>
                  <a:pt x="478307" y="112478"/>
                </a:lnTo>
                <a:lnTo>
                  <a:pt x="477926" y="112224"/>
                </a:lnTo>
                <a:lnTo>
                  <a:pt x="477550" y="111964"/>
                </a:lnTo>
                <a:lnTo>
                  <a:pt x="477179" y="111698"/>
                </a:lnTo>
                <a:lnTo>
                  <a:pt x="476813" y="111425"/>
                </a:lnTo>
                <a:lnTo>
                  <a:pt x="476451" y="111146"/>
                </a:lnTo>
                <a:lnTo>
                  <a:pt x="476094" y="110860"/>
                </a:lnTo>
                <a:lnTo>
                  <a:pt x="475742" y="110569"/>
                </a:lnTo>
                <a:lnTo>
                  <a:pt x="475395" y="110270"/>
                </a:lnTo>
                <a:lnTo>
                  <a:pt x="475053" y="109965"/>
                </a:lnTo>
                <a:lnTo>
                  <a:pt x="474716" y="109654"/>
                </a:lnTo>
                <a:lnTo>
                  <a:pt x="474384" y="109337"/>
                </a:lnTo>
                <a:lnTo>
                  <a:pt x="474056" y="109013"/>
                </a:lnTo>
                <a:lnTo>
                  <a:pt x="473733" y="108682"/>
                </a:lnTo>
                <a:lnTo>
                  <a:pt x="473416" y="108346"/>
                </a:lnTo>
                <a:lnTo>
                  <a:pt x="473103" y="108002"/>
                </a:lnTo>
                <a:lnTo>
                  <a:pt x="472795" y="107653"/>
                </a:lnTo>
                <a:lnTo>
                  <a:pt x="472491" y="107297"/>
                </a:lnTo>
                <a:lnTo>
                  <a:pt x="472193" y="106935"/>
                </a:lnTo>
                <a:lnTo>
                  <a:pt x="471901" y="106569"/>
                </a:lnTo>
                <a:lnTo>
                  <a:pt x="471614" y="106197"/>
                </a:lnTo>
                <a:lnTo>
                  <a:pt x="471333" y="105821"/>
                </a:lnTo>
                <a:lnTo>
                  <a:pt x="471058" y="105439"/>
                </a:lnTo>
                <a:lnTo>
                  <a:pt x="470788" y="105052"/>
                </a:lnTo>
                <a:lnTo>
                  <a:pt x="470524" y="104661"/>
                </a:lnTo>
                <a:lnTo>
                  <a:pt x="470265" y="104264"/>
                </a:lnTo>
                <a:lnTo>
                  <a:pt x="470012" y="103863"/>
                </a:lnTo>
                <a:lnTo>
                  <a:pt x="469765" y="103456"/>
                </a:lnTo>
                <a:lnTo>
                  <a:pt x="469523" y="103045"/>
                </a:lnTo>
                <a:lnTo>
                  <a:pt x="469287" y="102628"/>
                </a:lnTo>
                <a:lnTo>
                  <a:pt x="469056" y="102207"/>
                </a:lnTo>
                <a:lnTo>
                  <a:pt x="468831" y="101780"/>
                </a:lnTo>
                <a:lnTo>
                  <a:pt x="468612" y="101349"/>
                </a:lnTo>
                <a:lnTo>
                  <a:pt x="468399" y="100912"/>
                </a:lnTo>
                <a:lnTo>
                  <a:pt x="468191" y="100471"/>
                </a:lnTo>
                <a:lnTo>
                  <a:pt x="467988" y="100025"/>
                </a:lnTo>
                <a:lnTo>
                  <a:pt x="467792" y="99573"/>
                </a:lnTo>
                <a:lnTo>
                  <a:pt x="467601" y="99117"/>
                </a:lnTo>
                <a:lnTo>
                  <a:pt x="467415" y="98655"/>
                </a:lnTo>
                <a:lnTo>
                  <a:pt x="467235" y="98189"/>
                </a:lnTo>
                <a:lnTo>
                  <a:pt x="467061" y="97718"/>
                </a:lnTo>
                <a:lnTo>
                  <a:pt x="466893" y="97241"/>
                </a:lnTo>
                <a:lnTo>
                  <a:pt x="466730" y="96761"/>
                </a:lnTo>
                <a:lnTo>
                  <a:pt x="466575" y="96278"/>
                </a:lnTo>
                <a:lnTo>
                  <a:pt x="466426" y="95792"/>
                </a:lnTo>
                <a:lnTo>
                  <a:pt x="466285" y="95303"/>
                </a:lnTo>
                <a:lnTo>
                  <a:pt x="466150" y="94812"/>
                </a:lnTo>
                <a:lnTo>
                  <a:pt x="466022" y="94318"/>
                </a:lnTo>
                <a:lnTo>
                  <a:pt x="465902" y="93820"/>
                </a:lnTo>
                <a:lnTo>
                  <a:pt x="465788" y="93321"/>
                </a:lnTo>
                <a:lnTo>
                  <a:pt x="465681" y="92818"/>
                </a:lnTo>
                <a:lnTo>
                  <a:pt x="465580" y="92312"/>
                </a:lnTo>
                <a:lnTo>
                  <a:pt x="465487" y="91804"/>
                </a:lnTo>
                <a:lnTo>
                  <a:pt x="465401" y="91293"/>
                </a:lnTo>
                <a:lnTo>
                  <a:pt x="465321" y="90779"/>
                </a:lnTo>
                <a:lnTo>
                  <a:pt x="465249" y="90262"/>
                </a:lnTo>
                <a:lnTo>
                  <a:pt x="465183" y="89742"/>
                </a:lnTo>
                <a:lnTo>
                  <a:pt x="465125" y="89220"/>
                </a:lnTo>
                <a:lnTo>
                  <a:pt x="465073" y="88694"/>
                </a:lnTo>
                <a:lnTo>
                  <a:pt x="465028" y="88166"/>
                </a:lnTo>
                <a:lnTo>
                  <a:pt x="464990" y="87635"/>
                </a:lnTo>
                <a:lnTo>
                  <a:pt x="464959" y="87102"/>
                </a:lnTo>
                <a:lnTo>
                  <a:pt x="464935" y="86565"/>
                </a:lnTo>
                <a:lnTo>
                  <a:pt x="464917" y="86026"/>
                </a:lnTo>
                <a:lnTo>
                  <a:pt x="464907" y="85484"/>
                </a:lnTo>
                <a:lnTo>
                  <a:pt x="464904" y="84939"/>
                </a:lnTo>
                <a:lnTo>
                  <a:pt x="464904" y="83244"/>
                </a:lnTo>
                <a:lnTo>
                  <a:pt x="521775" y="83244"/>
                </a:lnTo>
                <a:lnTo>
                  <a:pt x="521775" y="77876"/>
                </a:lnTo>
                <a:lnTo>
                  <a:pt x="521771" y="77210"/>
                </a:lnTo>
                <a:lnTo>
                  <a:pt x="521761" y="76549"/>
                </a:lnTo>
                <a:lnTo>
                  <a:pt x="521743" y="75893"/>
                </a:lnTo>
                <a:lnTo>
                  <a:pt x="521718" y="75242"/>
                </a:lnTo>
                <a:close/>
                <a:moveTo>
                  <a:pt x="465364" y="74800"/>
                </a:moveTo>
                <a:lnTo>
                  <a:pt x="465444" y="74248"/>
                </a:lnTo>
                <a:lnTo>
                  <a:pt x="465530" y="73701"/>
                </a:lnTo>
                <a:lnTo>
                  <a:pt x="465623" y="73158"/>
                </a:lnTo>
                <a:lnTo>
                  <a:pt x="465722" y="72620"/>
                </a:lnTo>
                <a:lnTo>
                  <a:pt x="465828" y="72086"/>
                </a:lnTo>
                <a:lnTo>
                  <a:pt x="465939" y="71557"/>
                </a:lnTo>
                <a:lnTo>
                  <a:pt x="466058" y="71032"/>
                </a:lnTo>
                <a:lnTo>
                  <a:pt x="466182" y="70511"/>
                </a:lnTo>
                <a:lnTo>
                  <a:pt x="466314" y="69995"/>
                </a:lnTo>
                <a:lnTo>
                  <a:pt x="466451" y="69484"/>
                </a:lnTo>
                <a:lnTo>
                  <a:pt x="466595" y="68977"/>
                </a:lnTo>
                <a:lnTo>
                  <a:pt x="466745" y="68474"/>
                </a:lnTo>
                <a:lnTo>
                  <a:pt x="466901" y="67977"/>
                </a:lnTo>
                <a:lnTo>
                  <a:pt x="467063" y="67485"/>
                </a:lnTo>
                <a:lnTo>
                  <a:pt x="467229" y="66998"/>
                </a:lnTo>
                <a:lnTo>
                  <a:pt x="467401" y="66518"/>
                </a:lnTo>
                <a:lnTo>
                  <a:pt x="467578" y="66043"/>
                </a:lnTo>
                <a:lnTo>
                  <a:pt x="467760" y="65573"/>
                </a:lnTo>
                <a:lnTo>
                  <a:pt x="467948" y="65110"/>
                </a:lnTo>
                <a:lnTo>
                  <a:pt x="468141" y="64652"/>
                </a:lnTo>
                <a:lnTo>
                  <a:pt x="468339" y="64199"/>
                </a:lnTo>
                <a:lnTo>
                  <a:pt x="468542" y="63752"/>
                </a:lnTo>
                <a:lnTo>
                  <a:pt x="468751" y="63311"/>
                </a:lnTo>
                <a:lnTo>
                  <a:pt x="468964" y="62875"/>
                </a:lnTo>
                <a:lnTo>
                  <a:pt x="469183" y="62445"/>
                </a:lnTo>
                <a:lnTo>
                  <a:pt x="469408" y="62021"/>
                </a:lnTo>
                <a:lnTo>
                  <a:pt x="469637" y="61602"/>
                </a:lnTo>
                <a:lnTo>
                  <a:pt x="469872" y="61189"/>
                </a:lnTo>
                <a:lnTo>
                  <a:pt x="470112" y="60782"/>
                </a:lnTo>
                <a:lnTo>
                  <a:pt x="470357" y="60380"/>
                </a:lnTo>
                <a:lnTo>
                  <a:pt x="470608" y="59984"/>
                </a:lnTo>
                <a:lnTo>
                  <a:pt x="470863" y="59593"/>
                </a:lnTo>
                <a:lnTo>
                  <a:pt x="471124" y="59208"/>
                </a:lnTo>
                <a:lnTo>
                  <a:pt x="471391" y="58829"/>
                </a:lnTo>
                <a:lnTo>
                  <a:pt x="471662" y="58455"/>
                </a:lnTo>
                <a:lnTo>
                  <a:pt x="471939" y="58087"/>
                </a:lnTo>
                <a:lnTo>
                  <a:pt x="472220" y="57725"/>
                </a:lnTo>
                <a:lnTo>
                  <a:pt x="472506" y="57370"/>
                </a:lnTo>
                <a:lnTo>
                  <a:pt x="472797" y="57023"/>
                </a:lnTo>
                <a:lnTo>
                  <a:pt x="473092" y="56682"/>
                </a:lnTo>
                <a:lnTo>
                  <a:pt x="473391" y="56349"/>
                </a:lnTo>
                <a:lnTo>
                  <a:pt x="473695" y="56022"/>
                </a:lnTo>
                <a:lnTo>
                  <a:pt x="474004" y="55702"/>
                </a:lnTo>
                <a:lnTo>
                  <a:pt x="474317" y="55390"/>
                </a:lnTo>
                <a:lnTo>
                  <a:pt x="474634" y="55084"/>
                </a:lnTo>
                <a:lnTo>
                  <a:pt x="474956" y="54786"/>
                </a:lnTo>
                <a:lnTo>
                  <a:pt x="475282" y="54495"/>
                </a:lnTo>
                <a:lnTo>
                  <a:pt x="475613" y="54210"/>
                </a:lnTo>
                <a:lnTo>
                  <a:pt x="475948" y="53933"/>
                </a:lnTo>
                <a:lnTo>
                  <a:pt x="476288" y="53663"/>
                </a:lnTo>
                <a:lnTo>
                  <a:pt x="476632" y="53399"/>
                </a:lnTo>
                <a:lnTo>
                  <a:pt x="476981" y="53143"/>
                </a:lnTo>
                <a:lnTo>
                  <a:pt x="477334" y="52894"/>
                </a:lnTo>
                <a:lnTo>
                  <a:pt x="477692" y="52652"/>
                </a:lnTo>
                <a:lnTo>
                  <a:pt x="478054" y="52417"/>
                </a:lnTo>
                <a:lnTo>
                  <a:pt x="478421" y="52188"/>
                </a:lnTo>
                <a:lnTo>
                  <a:pt x="478792" y="51967"/>
                </a:lnTo>
                <a:lnTo>
                  <a:pt x="479167" y="51753"/>
                </a:lnTo>
                <a:lnTo>
                  <a:pt x="479547" y="51546"/>
                </a:lnTo>
                <a:lnTo>
                  <a:pt x="479932" y="51346"/>
                </a:lnTo>
                <a:lnTo>
                  <a:pt x="480320" y="51154"/>
                </a:lnTo>
                <a:lnTo>
                  <a:pt x="480712" y="50970"/>
                </a:lnTo>
                <a:lnTo>
                  <a:pt x="481108" y="50794"/>
                </a:lnTo>
                <a:lnTo>
                  <a:pt x="481507" y="50626"/>
                </a:lnTo>
                <a:lnTo>
                  <a:pt x="481910" y="50466"/>
                </a:lnTo>
                <a:lnTo>
                  <a:pt x="482317" y="50315"/>
                </a:lnTo>
                <a:lnTo>
                  <a:pt x="482727" y="50172"/>
                </a:lnTo>
                <a:lnTo>
                  <a:pt x="483140" y="50037"/>
                </a:lnTo>
                <a:lnTo>
                  <a:pt x="483558" y="49910"/>
                </a:lnTo>
                <a:lnTo>
                  <a:pt x="483978" y="49791"/>
                </a:lnTo>
                <a:lnTo>
                  <a:pt x="484403" y="49681"/>
                </a:lnTo>
                <a:lnTo>
                  <a:pt x="484831" y="49578"/>
                </a:lnTo>
                <a:lnTo>
                  <a:pt x="485262" y="49484"/>
                </a:lnTo>
                <a:lnTo>
                  <a:pt x="485697" y="49398"/>
                </a:lnTo>
                <a:lnTo>
                  <a:pt x="486136" y="49320"/>
                </a:lnTo>
                <a:lnTo>
                  <a:pt x="486578" y="49251"/>
                </a:lnTo>
                <a:lnTo>
                  <a:pt x="487024" y="49190"/>
                </a:lnTo>
                <a:lnTo>
                  <a:pt x="487473" y="49136"/>
                </a:lnTo>
                <a:lnTo>
                  <a:pt x="487926" y="49091"/>
                </a:lnTo>
                <a:lnTo>
                  <a:pt x="488383" y="49054"/>
                </a:lnTo>
                <a:lnTo>
                  <a:pt x="488843" y="49026"/>
                </a:lnTo>
                <a:lnTo>
                  <a:pt x="489307" y="49005"/>
                </a:lnTo>
                <a:lnTo>
                  <a:pt x="489774" y="48993"/>
                </a:lnTo>
                <a:lnTo>
                  <a:pt x="490245" y="48989"/>
                </a:lnTo>
                <a:lnTo>
                  <a:pt x="490867" y="48995"/>
                </a:lnTo>
                <a:lnTo>
                  <a:pt x="491480" y="49015"/>
                </a:lnTo>
                <a:lnTo>
                  <a:pt x="492084" y="49046"/>
                </a:lnTo>
                <a:lnTo>
                  <a:pt x="492679" y="49091"/>
                </a:lnTo>
                <a:lnTo>
                  <a:pt x="493266" y="49148"/>
                </a:lnTo>
                <a:lnTo>
                  <a:pt x="493843" y="49219"/>
                </a:lnTo>
                <a:lnTo>
                  <a:pt x="494412" y="49302"/>
                </a:lnTo>
                <a:lnTo>
                  <a:pt x="494972" y="49397"/>
                </a:lnTo>
                <a:lnTo>
                  <a:pt x="495523" y="49506"/>
                </a:lnTo>
                <a:lnTo>
                  <a:pt x="496066" y="49627"/>
                </a:lnTo>
                <a:lnTo>
                  <a:pt x="496599" y="49761"/>
                </a:lnTo>
                <a:lnTo>
                  <a:pt x="497124" y="49908"/>
                </a:lnTo>
                <a:lnTo>
                  <a:pt x="497640" y="50067"/>
                </a:lnTo>
                <a:lnTo>
                  <a:pt x="498147" y="50239"/>
                </a:lnTo>
                <a:lnTo>
                  <a:pt x="498645" y="50424"/>
                </a:lnTo>
                <a:lnTo>
                  <a:pt x="499134" y="50622"/>
                </a:lnTo>
                <a:lnTo>
                  <a:pt x="499615" y="50832"/>
                </a:lnTo>
                <a:lnTo>
                  <a:pt x="500087" y="51056"/>
                </a:lnTo>
                <a:lnTo>
                  <a:pt x="500550" y="51292"/>
                </a:lnTo>
                <a:lnTo>
                  <a:pt x="501004" y="51541"/>
                </a:lnTo>
                <a:lnTo>
                  <a:pt x="501449" y="51802"/>
                </a:lnTo>
                <a:lnTo>
                  <a:pt x="501885" y="52076"/>
                </a:lnTo>
                <a:lnTo>
                  <a:pt x="502313" y="52363"/>
                </a:lnTo>
                <a:lnTo>
                  <a:pt x="502732" y="52663"/>
                </a:lnTo>
                <a:lnTo>
                  <a:pt x="503142" y="52973"/>
                </a:lnTo>
                <a:lnTo>
                  <a:pt x="503544" y="53290"/>
                </a:lnTo>
                <a:lnTo>
                  <a:pt x="503937" y="53615"/>
                </a:lnTo>
                <a:lnTo>
                  <a:pt x="504322" y="53947"/>
                </a:lnTo>
                <a:lnTo>
                  <a:pt x="504698" y="54287"/>
                </a:lnTo>
                <a:lnTo>
                  <a:pt x="505066" y="54635"/>
                </a:lnTo>
                <a:lnTo>
                  <a:pt x="505426" y="54990"/>
                </a:lnTo>
                <a:lnTo>
                  <a:pt x="505777" y="55352"/>
                </a:lnTo>
                <a:lnTo>
                  <a:pt x="506119" y="55722"/>
                </a:lnTo>
                <a:lnTo>
                  <a:pt x="506454" y="56100"/>
                </a:lnTo>
                <a:lnTo>
                  <a:pt x="506779" y="56485"/>
                </a:lnTo>
                <a:lnTo>
                  <a:pt x="507097" y="56877"/>
                </a:lnTo>
                <a:lnTo>
                  <a:pt x="507406" y="57277"/>
                </a:lnTo>
                <a:lnTo>
                  <a:pt x="507706" y="57685"/>
                </a:lnTo>
                <a:lnTo>
                  <a:pt x="507998" y="58100"/>
                </a:lnTo>
                <a:lnTo>
                  <a:pt x="508282" y="58523"/>
                </a:lnTo>
                <a:lnTo>
                  <a:pt x="508557" y="58953"/>
                </a:lnTo>
                <a:lnTo>
                  <a:pt x="508823" y="59391"/>
                </a:lnTo>
                <a:lnTo>
                  <a:pt x="509081" y="59836"/>
                </a:lnTo>
                <a:lnTo>
                  <a:pt x="509331" y="60289"/>
                </a:lnTo>
                <a:lnTo>
                  <a:pt x="509573" y="60749"/>
                </a:lnTo>
                <a:lnTo>
                  <a:pt x="509806" y="61217"/>
                </a:lnTo>
                <a:lnTo>
                  <a:pt x="510030" y="61693"/>
                </a:lnTo>
                <a:lnTo>
                  <a:pt x="510246" y="62176"/>
                </a:lnTo>
                <a:lnTo>
                  <a:pt x="510454" y="62664"/>
                </a:lnTo>
                <a:lnTo>
                  <a:pt x="510653" y="63155"/>
                </a:lnTo>
                <a:lnTo>
                  <a:pt x="510844" y="63649"/>
                </a:lnTo>
                <a:lnTo>
                  <a:pt x="511027" y="64146"/>
                </a:lnTo>
                <a:lnTo>
                  <a:pt x="511201" y="64646"/>
                </a:lnTo>
                <a:lnTo>
                  <a:pt x="511367" y="65149"/>
                </a:lnTo>
                <a:lnTo>
                  <a:pt x="511525" y="65654"/>
                </a:lnTo>
                <a:lnTo>
                  <a:pt x="511674" y="66163"/>
                </a:lnTo>
                <a:lnTo>
                  <a:pt x="511815" y="66675"/>
                </a:lnTo>
                <a:lnTo>
                  <a:pt x="511948" y="67189"/>
                </a:lnTo>
                <a:lnTo>
                  <a:pt x="512073" y="67707"/>
                </a:lnTo>
                <a:lnTo>
                  <a:pt x="512189" y="68227"/>
                </a:lnTo>
                <a:lnTo>
                  <a:pt x="512297" y="68751"/>
                </a:lnTo>
                <a:lnTo>
                  <a:pt x="512396" y="69277"/>
                </a:lnTo>
                <a:lnTo>
                  <a:pt x="512488" y="69806"/>
                </a:lnTo>
                <a:lnTo>
                  <a:pt x="512571" y="70338"/>
                </a:lnTo>
                <a:lnTo>
                  <a:pt x="512645" y="70873"/>
                </a:lnTo>
                <a:lnTo>
                  <a:pt x="512712" y="71411"/>
                </a:lnTo>
                <a:lnTo>
                  <a:pt x="512770" y="71952"/>
                </a:lnTo>
                <a:lnTo>
                  <a:pt x="512819" y="72496"/>
                </a:lnTo>
                <a:lnTo>
                  <a:pt x="512861" y="73043"/>
                </a:lnTo>
                <a:lnTo>
                  <a:pt x="512894" y="73593"/>
                </a:lnTo>
                <a:lnTo>
                  <a:pt x="512918" y="74146"/>
                </a:lnTo>
                <a:lnTo>
                  <a:pt x="512935" y="74701"/>
                </a:lnTo>
                <a:lnTo>
                  <a:pt x="512935" y="75657"/>
                </a:lnTo>
                <a:lnTo>
                  <a:pt x="465254" y="75657"/>
                </a:lnTo>
                <a:lnTo>
                  <a:pt x="465290" y="75357"/>
                </a:lnTo>
                <a:lnTo>
                  <a:pt x="465364" y="74800"/>
                </a:lnTo>
                <a:close/>
                <a:moveTo>
                  <a:pt x="733994" y="75242"/>
                </a:moveTo>
                <a:lnTo>
                  <a:pt x="733962" y="74595"/>
                </a:lnTo>
                <a:lnTo>
                  <a:pt x="733923" y="73953"/>
                </a:lnTo>
                <a:lnTo>
                  <a:pt x="733876" y="73316"/>
                </a:lnTo>
                <a:lnTo>
                  <a:pt x="733822" y="72683"/>
                </a:lnTo>
                <a:lnTo>
                  <a:pt x="733761" y="72055"/>
                </a:lnTo>
                <a:lnTo>
                  <a:pt x="733693" y="71432"/>
                </a:lnTo>
                <a:lnTo>
                  <a:pt x="733618" y="70814"/>
                </a:lnTo>
                <a:lnTo>
                  <a:pt x="733536" y="70200"/>
                </a:lnTo>
                <a:lnTo>
                  <a:pt x="733446" y="69591"/>
                </a:lnTo>
                <a:lnTo>
                  <a:pt x="733350" y="68987"/>
                </a:lnTo>
                <a:lnTo>
                  <a:pt x="733246" y="68387"/>
                </a:lnTo>
                <a:lnTo>
                  <a:pt x="733135" y="67793"/>
                </a:lnTo>
                <a:lnTo>
                  <a:pt x="733017" y="67203"/>
                </a:lnTo>
                <a:lnTo>
                  <a:pt x="732891" y="66617"/>
                </a:lnTo>
                <a:lnTo>
                  <a:pt x="732759" y="66037"/>
                </a:lnTo>
                <a:lnTo>
                  <a:pt x="732619" y="65461"/>
                </a:lnTo>
                <a:lnTo>
                  <a:pt x="732472" y="64890"/>
                </a:lnTo>
                <a:lnTo>
                  <a:pt x="732318" y="64323"/>
                </a:lnTo>
                <a:lnTo>
                  <a:pt x="732157" y="63762"/>
                </a:lnTo>
                <a:lnTo>
                  <a:pt x="731989" y="63205"/>
                </a:lnTo>
                <a:lnTo>
                  <a:pt x="731813" y="62653"/>
                </a:lnTo>
                <a:lnTo>
                  <a:pt x="731631" y="62108"/>
                </a:lnTo>
                <a:lnTo>
                  <a:pt x="731442" y="61568"/>
                </a:lnTo>
                <a:lnTo>
                  <a:pt x="731246" y="61035"/>
                </a:lnTo>
                <a:lnTo>
                  <a:pt x="731043" y="60508"/>
                </a:lnTo>
                <a:lnTo>
                  <a:pt x="730833" y="59987"/>
                </a:lnTo>
                <a:lnTo>
                  <a:pt x="730616" y="59472"/>
                </a:lnTo>
                <a:lnTo>
                  <a:pt x="730393" y="58964"/>
                </a:lnTo>
                <a:lnTo>
                  <a:pt x="730162" y="58461"/>
                </a:lnTo>
                <a:lnTo>
                  <a:pt x="729925" y="57965"/>
                </a:lnTo>
                <a:lnTo>
                  <a:pt x="729680" y="57475"/>
                </a:lnTo>
                <a:lnTo>
                  <a:pt x="729429" y="56991"/>
                </a:lnTo>
                <a:lnTo>
                  <a:pt x="729171" y="56513"/>
                </a:lnTo>
                <a:lnTo>
                  <a:pt x="728906" y="56041"/>
                </a:lnTo>
                <a:lnTo>
                  <a:pt x="728633" y="55575"/>
                </a:lnTo>
                <a:lnTo>
                  <a:pt x="728355" y="55115"/>
                </a:lnTo>
                <a:lnTo>
                  <a:pt x="728069" y="54662"/>
                </a:lnTo>
                <a:lnTo>
                  <a:pt x="727776" y="54215"/>
                </a:lnTo>
                <a:lnTo>
                  <a:pt x="727476" y="53773"/>
                </a:lnTo>
                <a:lnTo>
                  <a:pt x="727170" y="53338"/>
                </a:lnTo>
                <a:lnTo>
                  <a:pt x="726856" y="52909"/>
                </a:lnTo>
                <a:lnTo>
                  <a:pt x="726536" y="52487"/>
                </a:lnTo>
                <a:lnTo>
                  <a:pt x="726209" y="52070"/>
                </a:lnTo>
                <a:lnTo>
                  <a:pt x="725874" y="51659"/>
                </a:lnTo>
                <a:lnTo>
                  <a:pt x="725534" y="51256"/>
                </a:lnTo>
                <a:lnTo>
                  <a:pt x="725187" y="50860"/>
                </a:lnTo>
                <a:lnTo>
                  <a:pt x="724833" y="50471"/>
                </a:lnTo>
                <a:lnTo>
                  <a:pt x="724474" y="50091"/>
                </a:lnTo>
                <a:lnTo>
                  <a:pt x="724108" y="49718"/>
                </a:lnTo>
                <a:lnTo>
                  <a:pt x="723736" y="49352"/>
                </a:lnTo>
                <a:lnTo>
                  <a:pt x="723357" y="48995"/>
                </a:lnTo>
                <a:lnTo>
                  <a:pt x="722973" y="48645"/>
                </a:lnTo>
                <a:lnTo>
                  <a:pt x="722582" y="48302"/>
                </a:lnTo>
                <a:lnTo>
                  <a:pt x="722185" y="47968"/>
                </a:lnTo>
                <a:lnTo>
                  <a:pt x="721781" y="47641"/>
                </a:lnTo>
                <a:lnTo>
                  <a:pt x="721371" y="47321"/>
                </a:lnTo>
                <a:lnTo>
                  <a:pt x="720955" y="47009"/>
                </a:lnTo>
                <a:lnTo>
                  <a:pt x="720533" y="46705"/>
                </a:lnTo>
                <a:lnTo>
                  <a:pt x="720105" y="46409"/>
                </a:lnTo>
                <a:lnTo>
                  <a:pt x="719670" y="46120"/>
                </a:lnTo>
                <a:lnTo>
                  <a:pt x="719229" y="45839"/>
                </a:lnTo>
                <a:lnTo>
                  <a:pt x="718782" y="45565"/>
                </a:lnTo>
                <a:lnTo>
                  <a:pt x="718328" y="45300"/>
                </a:lnTo>
                <a:lnTo>
                  <a:pt x="717868" y="45042"/>
                </a:lnTo>
                <a:lnTo>
                  <a:pt x="717402" y="44791"/>
                </a:lnTo>
                <a:lnTo>
                  <a:pt x="716930" y="44548"/>
                </a:lnTo>
                <a:lnTo>
                  <a:pt x="716451" y="44313"/>
                </a:lnTo>
                <a:lnTo>
                  <a:pt x="715966" y="44085"/>
                </a:lnTo>
                <a:lnTo>
                  <a:pt x="715475" y="43866"/>
                </a:lnTo>
                <a:lnTo>
                  <a:pt x="714978" y="43657"/>
                </a:lnTo>
                <a:lnTo>
                  <a:pt x="714475" y="43456"/>
                </a:lnTo>
                <a:lnTo>
                  <a:pt x="713966" y="43265"/>
                </a:lnTo>
                <a:lnTo>
                  <a:pt x="713451" y="43084"/>
                </a:lnTo>
                <a:lnTo>
                  <a:pt x="712930" y="42911"/>
                </a:lnTo>
                <a:lnTo>
                  <a:pt x="712402" y="42748"/>
                </a:lnTo>
                <a:lnTo>
                  <a:pt x="711869" y="42594"/>
                </a:lnTo>
                <a:lnTo>
                  <a:pt x="711330" y="42450"/>
                </a:lnTo>
                <a:lnTo>
                  <a:pt x="710785" y="42315"/>
                </a:lnTo>
                <a:lnTo>
                  <a:pt x="710234" y="42189"/>
                </a:lnTo>
                <a:lnTo>
                  <a:pt x="709677" y="42072"/>
                </a:lnTo>
                <a:lnTo>
                  <a:pt x="709114" y="41965"/>
                </a:lnTo>
                <a:lnTo>
                  <a:pt x="708544" y="41867"/>
                </a:lnTo>
                <a:lnTo>
                  <a:pt x="707969" y="41779"/>
                </a:lnTo>
                <a:lnTo>
                  <a:pt x="707388" y="41699"/>
                </a:lnTo>
                <a:lnTo>
                  <a:pt x="706801" y="41630"/>
                </a:lnTo>
                <a:lnTo>
                  <a:pt x="706207" y="41569"/>
                </a:lnTo>
                <a:lnTo>
                  <a:pt x="705608" y="41518"/>
                </a:lnTo>
                <a:lnTo>
                  <a:pt x="705003" y="41476"/>
                </a:lnTo>
                <a:lnTo>
                  <a:pt x="704392" y="41443"/>
                </a:lnTo>
                <a:lnTo>
                  <a:pt x="703774" y="41420"/>
                </a:lnTo>
                <a:lnTo>
                  <a:pt x="703151" y="41406"/>
                </a:lnTo>
                <a:lnTo>
                  <a:pt x="702522" y="41401"/>
                </a:lnTo>
                <a:lnTo>
                  <a:pt x="701952" y="41406"/>
                </a:lnTo>
                <a:lnTo>
                  <a:pt x="701385" y="41421"/>
                </a:lnTo>
                <a:lnTo>
                  <a:pt x="700820" y="41445"/>
                </a:lnTo>
                <a:lnTo>
                  <a:pt x="700257" y="41479"/>
                </a:lnTo>
                <a:lnTo>
                  <a:pt x="699697" y="41523"/>
                </a:lnTo>
                <a:lnTo>
                  <a:pt x="699140" y="41576"/>
                </a:lnTo>
                <a:lnTo>
                  <a:pt x="698585" y="41639"/>
                </a:lnTo>
                <a:lnTo>
                  <a:pt x="698032" y="41712"/>
                </a:lnTo>
                <a:lnTo>
                  <a:pt x="697482" y="41795"/>
                </a:lnTo>
                <a:lnTo>
                  <a:pt x="696934" y="41887"/>
                </a:lnTo>
                <a:lnTo>
                  <a:pt x="696389" y="41989"/>
                </a:lnTo>
                <a:lnTo>
                  <a:pt x="695846" y="42101"/>
                </a:lnTo>
                <a:lnTo>
                  <a:pt x="695305" y="42223"/>
                </a:lnTo>
                <a:lnTo>
                  <a:pt x="694767" y="42354"/>
                </a:lnTo>
                <a:lnTo>
                  <a:pt x="694231" y="42495"/>
                </a:lnTo>
                <a:lnTo>
                  <a:pt x="693698" y="42645"/>
                </a:lnTo>
                <a:lnTo>
                  <a:pt x="693167" y="42806"/>
                </a:lnTo>
                <a:lnTo>
                  <a:pt x="692639" y="42976"/>
                </a:lnTo>
                <a:lnTo>
                  <a:pt x="692113" y="43156"/>
                </a:lnTo>
                <a:lnTo>
                  <a:pt x="691589" y="43345"/>
                </a:lnTo>
                <a:lnTo>
                  <a:pt x="691068" y="43544"/>
                </a:lnTo>
                <a:lnTo>
                  <a:pt x="690549" y="43753"/>
                </a:lnTo>
                <a:lnTo>
                  <a:pt x="690033" y="43972"/>
                </a:lnTo>
                <a:lnTo>
                  <a:pt x="689519" y="44201"/>
                </a:lnTo>
                <a:lnTo>
                  <a:pt x="689009" y="44438"/>
                </a:lnTo>
                <a:lnTo>
                  <a:pt x="688504" y="44685"/>
                </a:lnTo>
                <a:lnTo>
                  <a:pt x="688003" y="44940"/>
                </a:lnTo>
                <a:lnTo>
                  <a:pt x="687508" y="45204"/>
                </a:lnTo>
                <a:lnTo>
                  <a:pt x="687017" y="45477"/>
                </a:lnTo>
                <a:lnTo>
                  <a:pt x="686531" y="45759"/>
                </a:lnTo>
                <a:lnTo>
                  <a:pt x="686050" y="46050"/>
                </a:lnTo>
                <a:lnTo>
                  <a:pt x="685574" y="46349"/>
                </a:lnTo>
                <a:lnTo>
                  <a:pt x="685103" y="46658"/>
                </a:lnTo>
                <a:lnTo>
                  <a:pt x="684636" y="46975"/>
                </a:lnTo>
                <a:lnTo>
                  <a:pt x="684175" y="47301"/>
                </a:lnTo>
                <a:lnTo>
                  <a:pt x="683718" y="47635"/>
                </a:lnTo>
                <a:lnTo>
                  <a:pt x="683266" y="47979"/>
                </a:lnTo>
                <a:lnTo>
                  <a:pt x="682819" y="48331"/>
                </a:lnTo>
                <a:lnTo>
                  <a:pt x="682377" y="48693"/>
                </a:lnTo>
                <a:lnTo>
                  <a:pt x="681940" y="49063"/>
                </a:lnTo>
                <a:lnTo>
                  <a:pt x="681507" y="49442"/>
                </a:lnTo>
                <a:lnTo>
                  <a:pt x="681080" y="49829"/>
                </a:lnTo>
                <a:lnTo>
                  <a:pt x="680657" y="50226"/>
                </a:lnTo>
                <a:lnTo>
                  <a:pt x="680239" y="50631"/>
                </a:lnTo>
                <a:lnTo>
                  <a:pt x="679826" y="51045"/>
                </a:lnTo>
                <a:lnTo>
                  <a:pt x="679418" y="51468"/>
                </a:lnTo>
                <a:lnTo>
                  <a:pt x="679015" y="51900"/>
                </a:lnTo>
                <a:lnTo>
                  <a:pt x="678617" y="52341"/>
                </a:lnTo>
                <a:lnTo>
                  <a:pt x="678224" y="52790"/>
                </a:lnTo>
                <a:lnTo>
                  <a:pt x="677838" y="53246"/>
                </a:lnTo>
                <a:lnTo>
                  <a:pt x="677460" y="53709"/>
                </a:lnTo>
                <a:lnTo>
                  <a:pt x="677088" y="54179"/>
                </a:lnTo>
                <a:lnTo>
                  <a:pt x="676723" y="54657"/>
                </a:lnTo>
                <a:lnTo>
                  <a:pt x="676365" y="55143"/>
                </a:lnTo>
                <a:lnTo>
                  <a:pt x="676014" y="55635"/>
                </a:lnTo>
                <a:lnTo>
                  <a:pt x="675670" y="56135"/>
                </a:lnTo>
                <a:lnTo>
                  <a:pt x="675333" y="56642"/>
                </a:lnTo>
                <a:lnTo>
                  <a:pt x="675002" y="57156"/>
                </a:lnTo>
                <a:lnTo>
                  <a:pt x="674679" y="57678"/>
                </a:lnTo>
                <a:lnTo>
                  <a:pt x="674362" y="58207"/>
                </a:lnTo>
                <a:lnTo>
                  <a:pt x="674053" y="58743"/>
                </a:lnTo>
                <a:lnTo>
                  <a:pt x="673750" y="59286"/>
                </a:lnTo>
                <a:lnTo>
                  <a:pt x="673454" y="59837"/>
                </a:lnTo>
                <a:lnTo>
                  <a:pt x="673165" y="60395"/>
                </a:lnTo>
                <a:lnTo>
                  <a:pt x="672883" y="60961"/>
                </a:lnTo>
                <a:lnTo>
                  <a:pt x="672608" y="61533"/>
                </a:lnTo>
                <a:lnTo>
                  <a:pt x="672340" y="62113"/>
                </a:lnTo>
                <a:lnTo>
                  <a:pt x="672079" y="62700"/>
                </a:lnTo>
                <a:lnTo>
                  <a:pt x="671824" y="63295"/>
                </a:lnTo>
                <a:lnTo>
                  <a:pt x="671577" y="63897"/>
                </a:lnTo>
                <a:lnTo>
                  <a:pt x="671336" y="64506"/>
                </a:lnTo>
                <a:lnTo>
                  <a:pt x="671102" y="65122"/>
                </a:lnTo>
                <a:lnTo>
                  <a:pt x="670877" y="65745"/>
                </a:lnTo>
                <a:lnTo>
                  <a:pt x="670661" y="66375"/>
                </a:lnTo>
                <a:lnTo>
                  <a:pt x="670455" y="67010"/>
                </a:lnTo>
                <a:lnTo>
                  <a:pt x="670258" y="67651"/>
                </a:lnTo>
                <a:lnTo>
                  <a:pt x="670071" y="68299"/>
                </a:lnTo>
                <a:lnTo>
                  <a:pt x="669894" y="68953"/>
                </a:lnTo>
                <a:lnTo>
                  <a:pt x="669726" y="69613"/>
                </a:lnTo>
                <a:lnTo>
                  <a:pt x="669568" y="70279"/>
                </a:lnTo>
                <a:lnTo>
                  <a:pt x="669419" y="70951"/>
                </a:lnTo>
                <a:lnTo>
                  <a:pt x="669280" y="71630"/>
                </a:lnTo>
                <a:lnTo>
                  <a:pt x="669150" y="72314"/>
                </a:lnTo>
                <a:lnTo>
                  <a:pt x="669031" y="73005"/>
                </a:lnTo>
                <a:lnTo>
                  <a:pt x="668920" y="73701"/>
                </a:lnTo>
                <a:lnTo>
                  <a:pt x="668820" y="74404"/>
                </a:lnTo>
                <a:lnTo>
                  <a:pt x="668728" y="75113"/>
                </a:lnTo>
                <a:lnTo>
                  <a:pt x="668647" y="75829"/>
                </a:lnTo>
                <a:lnTo>
                  <a:pt x="668575" y="76550"/>
                </a:lnTo>
                <a:lnTo>
                  <a:pt x="668513" y="77277"/>
                </a:lnTo>
                <a:lnTo>
                  <a:pt x="668460" y="78011"/>
                </a:lnTo>
                <a:lnTo>
                  <a:pt x="668417" y="78751"/>
                </a:lnTo>
                <a:lnTo>
                  <a:pt x="668383" y="79497"/>
                </a:lnTo>
                <a:lnTo>
                  <a:pt x="668359" y="80249"/>
                </a:lnTo>
                <a:lnTo>
                  <a:pt x="668345" y="81007"/>
                </a:lnTo>
                <a:lnTo>
                  <a:pt x="668340" y="81771"/>
                </a:lnTo>
                <a:lnTo>
                  <a:pt x="668340" y="84939"/>
                </a:lnTo>
                <a:lnTo>
                  <a:pt x="668345" y="85649"/>
                </a:lnTo>
                <a:lnTo>
                  <a:pt x="668358" y="86354"/>
                </a:lnTo>
                <a:lnTo>
                  <a:pt x="668381" y="87054"/>
                </a:lnTo>
                <a:lnTo>
                  <a:pt x="668414" y="87749"/>
                </a:lnTo>
                <a:lnTo>
                  <a:pt x="668455" y="88440"/>
                </a:lnTo>
                <a:lnTo>
                  <a:pt x="668506" y="89126"/>
                </a:lnTo>
                <a:lnTo>
                  <a:pt x="668566" y="89808"/>
                </a:lnTo>
                <a:lnTo>
                  <a:pt x="668635" y="90484"/>
                </a:lnTo>
                <a:lnTo>
                  <a:pt x="668713" y="91156"/>
                </a:lnTo>
                <a:lnTo>
                  <a:pt x="668800" y="91823"/>
                </a:lnTo>
                <a:lnTo>
                  <a:pt x="668897" y="92486"/>
                </a:lnTo>
                <a:lnTo>
                  <a:pt x="669003" y="93144"/>
                </a:lnTo>
                <a:lnTo>
                  <a:pt x="669118" y="93797"/>
                </a:lnTo>
                <a:lnTo>
                  <a:pt x="669242" y="94445"/>
                </a:lnTo>
                <a:lnTo>
                  <a:pt x="669376" y="95088"/>
                </a:lnTo>
                <a:lnTo>
                  <a:pt x="669519" y="95727"/>
                </a:lnTo>
                <a:lnTo>
                  <a:pt x="669671" y="96361"/>
                </a:lnTo>
                <a:lnTo>
                  <a:pt x="669832" y="96990"/>
                </a:lnTo>
                <a:lnTo>
                  <a:pt x="670002" y="97615"/>
                </a:lnTo>
                <a:lnTo>
                  <a:pt x="670182" y="98235"/>
                </a:lnTo>
                <a:lnTo>
                  <a:pt x="670370" y="98850"/>
                </a:lnTo>
                <a:lnTo>
                  <a:pt x="670568" y="99460"/>
                </a:lnTo>
                <a:lnTo>
                  <a:pt x="670776" y="100066"/>
                </a:lnTo>
                <a:lnTo>
                  <a:pt x="670992" y="100667"/>
                </a:lnTo>
                <a:lnTo>
                  <a:pt x="671217" y="101262"/>
                </a:lnTo>
                <a:lnTo>
                  <a:pt x="671449" y="101850"/>
                </a:lnTo>
                <a:lnTo>
                  <a:pt x="671688" y="102432"/>
                </a:lnTo>
                <a:lnTo>
                  <a:pt x="671935" y="103007"/>
                </a:lnTo>
                <a:lnTo>
                  <a:pt x="672190" y="103575"/>
                </a:lnTo>
                <a:lnTo>
                  <a:pt x="672452" y="104136"/>
                </a:lnTo>
                <a:lnTo>
                  <a:pt x="672721" y="104691"/>
                </a:lnTo>
                <a:lnTo>
                  <a:pt x="672997" y="105238"/>
                </a:lnTo>
                <a:lnTo>
                  <a:pt x="673281" y="105779"/>
                </a:lnTo>
                <a:lnTo>
                  <a:pt x="673573" y="106313"/>
                </a:lnTo>
                <a:lnTo>
                  <a:pt x="673872" y="106841"/>
                </a:lnTo>
                <a:lnTo>
                  <a:pt x="674178" y="107361"/>
                </a:lnTo>
                <a:lnTo>
                  <a:pt x="674492" y="107875"/>
                </a:lnTo>
                <a:lnTo>
                  <a:pt x="674813" y="108382"/>
                </a:lnTo>
                <a:lnTo>
                  <a:pt x="675142" y="108883"/>
                </a:lnTo>
                <a:lnTo>
                  <a:pt x="675478" y="109376"/>
                </a:lnTo>
                <a:lnTo>
                  <a:pt x="675821" y="109863"/>
                </a:lnTo>
                <a:lnTo>
                  <a:pt x="676172" y="110343"/>
                </a:lnTo>
                <a:lnTo>
                  <a:pt x="676530" y="110816"/>
                </a:lnTo>
                <a:lnTo>
                  <a:pt x="676896" y="111282"/>
                </a:lnTo>
                <a:lnTo>
                  <a:pt x="677269" y="111742"/>
                </a:lnTo>
                <a:lnTo>
                  <a:pt x="677649" y="112195"/>
                </a:lnTo>
                <a:lnTo>
                  <a:pt x="678037" y="112641"/>
                </a:lnTo>
                <a:lnTo>
                  <a:pt x="678432" y="113080"/>
                </a:lnTo>
                <a:lnTo>
                  <a:pt x="678835" y="113512"/>
                </a:lnTo>
                <a:lnTo>
                  <a:pt x="679243" y="113935"/>
                </a:lnTo>
                <a:lnTo>
                  <a:pt x="679657" y="114351"/>
                </a:lnTo>
                <a:lnTo>
                  <a:pt x="680078" y="114758"/>
                </a:lnTo>
                <a:lnTo>
                  <a:pt x="680504" y="115157"/>
                </a:lnTo>
                <a:lnTo>
                  <a:pt x="680937" y="115548"/>
                </a:lnTo>
                <a:lnTo>
                  <a:pt x="681376" y="115930"/>
                </a:lnTo>
                <a:lnTo>
                  <a:pt x="681821" y="116305"/>
                </a:lnTo>
                <a:lnTo>
                  <a:pt x="682272" y="116671"/>
                </a:lnTo>
                <a:lnTo>
                  <a:pt x="682730" y="117029"/>
                </a:lnTo>
                <a:lnTo>
                  <a:pt x="683193" y="117379"/>
                </a:lnTo>
                <a:lnTo>
                  <a:pt x="683663" y="117721"/>
                </a:lnTo>
                <a:lnTo>
                  <a:pt x="684139" y="118054"/>
                </a:lnTo>
                <a:lnTo>
                  <a:pt x="684621" y="118380"/>
                </a:lnTo>
                <a:lnTo>
                  <a:pt x="685109" y="118697"/>
                </a:lnTo>
                <a:lnTo>
                  <a:pt x="685603" y="119006"/>
                </a:lnTo>
                <a:lnTo>
                  <a:pt x="686103" y="119307"/>
                </a:lnTo>
                <a:lnTo>
                  <a:pt x="686610" y="119599"/>
                </a:lnTo>
                <a:lnTo>
                  <a:pt x="687122" y="119884"/>
                </a:lnTo>
                <a:lnTo>
                  <a:pt x="687641" y="120160"/>
                </a:lnTo>
                <a:lnTo>
                  <a:pt x="688166" y="120428"/>
                </a:lnTo>
                <a:lnTo>
                  <a:pt x="688697" y="120688"/>
                </a:lnTo>
                <a:lnTo>
                  <a:pt x="689234" y="120940"/>
                </a:lnTo>
                <a:lnTo>
                  <a:pt x="689777" y="121183"/>
                </a:lnTo>
                <a:lnTo>
                  <a:pt x="690326" y="121418"/>
                </a:lnTo>
                <a:lnTo>
                  <a:pt x="690879" y="121642"/>
                </a:lnTo>
                <a:lnTo>
                  <a:pt x="691436" y="121857"/>
                </a:lnTo>
                <a:lnTo>
                  <a:pt x="691998" y="122061"/>
                </a:lnTo>
                <a:lnTo>
                  <a:pt x="692563" y="122256"/>
                </a:lnTo>
                <a:lnTo>
                  <a:pt x="693134" y="122440"/>
                </a:lnTo>
                <a:lnTo>
                  <a:pt x="693708" y="122615"/>
                </a:lnTo>
                <a:lnTo>
                  <a:pt x="694287" y="122779"/>
                </a:lnTo>
                <a:lnTo>
                  <a:pt x="694871" y="122934"/>
                </a:lnTo>
                <a:lnTo>
                  <a:pt x="695458" y="123079"/>
                </a:lnTo>
                <a:lnTo>
                  <a:pt x="696050" y="123213"/>
                </a:lnTo>
                <a:lnTo>
                  <a:pt x="696647" y="123338"/>
                </a:lnTo>
                <a:lnTo>
                  <a:pt x="697247" y="123453"/>
                </a:lnTo>
                <a:lnTo>
                  <a:pt x="697853" y="123558"/>
                </a:lnTo>
                <a:lnTo>
                  <a:pt x="698462" y="123652"/>
                </a:lnTo>
                <a:lnTo>
                  <a:pt x="699076" y="123737"/>
                </a:lnTo>
                <a:lnTo>
                  <a:pt x="699694" y="123812"/>
                </a:lnTo>
                <a:lnTo>
                  <a:pt x="700316" y="123877"/>
                </a:lnTo>
                <a:lnTo>
                  <a:pt x="700943" y="123932"/>
                </a:lnTo>
                <a:lnTo>
                  <a:pt x="701574" y="123977"/>
                </a:lnTo>
                <a:lnTo>
                  <a:pt x="702210" y="124011"/>
                </a:lnTo>
                <a:lnTo>
                  <a:pt x="702850" y="124036"/>
                </a:lnTo>
                <a:lnTo>
                  <a:pt x="703494" y="124051"/>
                </a:lnTo>
                <a:lnTo>
                  <a:pt x="704142" y="124056"/>
                </a:lnTo>
                <a:lnTo>
                  <a:pt x="704735" y="124053"/>
                </a:lnTo>
                <a:lnTo>
                  <a:pt x="705321" y="124043"/>
                </a:lnTo>
                <a:lnTo>
                  <a:pt x="705901" y="124026"/>
                </a:lnTo>
                <a:lnTo>
                  <a:pt x="706475" y="124002"/>
                </a:lnTo>
                <a:lnTo>
                  <a:pt x="707043" y="123972"/>
                </a:lnTo>
                <a:lnTo>
                  <a:pt x="707605" y="123934"/>
                </a:lnTo>
                <a:lnTo>
                  <a:pt x="708160" y="123890"/>
                </a:lnTo>
                <a:lnTo>
                  <a:pt x="708710" y="123839"/>
                </a:lnTo>
                <a:lnTo>
                  <a:pt x="709253" y="123782"/>
                </a:lnTo>
                <a:lnTo>
                  <a:pt x="709790" y="123717"/>
                </a:lnTo>
                <a:lnTo>
                  <a:pt x="710321" y="123646"/>
                </a:lnTo>
                <a:lnTo>
                  <a:pt x="710846" y="123568"/>
                </a:lnTo>
                <a:lnTo>
                  <a:pt x="711365" y="123484"/>
                </a:lnTo>
                <a:lnTo>
                  <a:pt x="711878" y="123392"/>
                </a:lnTo>
                <a:lnTo>
                  <a:pt x="712384" y="123294"/>
                </a:lnTo>
                <a:lnTo>
                  <a:pt x="712884" y="123189"/>
                </a:lnTo>
                <a:lnTo>
                  <a:pt x="713379" y="123077"/>
                </a:lnTo>
                <a:lnTo>
                  <a:pt x="713867" y="122958"/>
                </a:lnTo>
                <a:lnTo>
                  <a:pt x="714348" y="122833"/>
                </a:lnTo>
                <a:lnTo>
                  <a:pt x="714824" y="122701"/>
                </a:lnTo>
                <a:lnTo>
                  <a:pt x="715294" y="122562"/>
                </a:lnTo>
                <a:lnTo>
                  <a:pt x="715757" y="122416"/>
                </a:lnTo>
                <a:lnTo>
                  <a:pt x="716215" y="122263"/>
                </a:lnTo>
                <a:lnTo>
                  <a:pt x="716666" y="122104"/>
                </a:lnTo>
                <a:lnTo>
                  <a:pt x="717111" y="121939"/>
                </a:lnTo>
                <a:lnTo>
                  <a:pt x="717551" y="121770"/>
                </a:lnTo>
                <a:lnTo>
                  <a:pt x="717986" y="121597"/>
                </a:lnTo>
                <a:lnTo>
                  <a:pt x="718416" y="121419"/>
                </a:lnTo>
                <a:lnTo>
                  <a:pt x="718840" y="121236"/>
                </a:lnTo>
                <a:lnTo>
                  <a:pt x="719258" y="121050"/>
                </a:lnTo>
                <a:lnTo>
                  <a:pt x="719671" y="120859"/>
                </a:lnTo>
                <a:lnTo>
                  <a:pt x="720079" y="120664"/>
                </a:lnTo>
                <a:lnTo>
                  <a:pt x="720482" y="120464"/>
                </a:lnTo>
                <a:lnTo>
                  <a:pt x="720879" y="120260"/>
                </a:lnTo>
                <a:lnTo>
                  <a:pt x="721271" y="120052"/>
                </a:lnTo>
                <a:lnTo>
                  <a:pt x="721657" y="119839"/>
                </a:lnTo>
                <a:lnTo>
                  <a:pt x="722038" y="119622"/>
                </a:lnTo>
                <a:lnTo>
                  <a:pt x="722414" y="119400"/>
                </a:lnTo>
                <a:lnTo>
                  <a:pt x="722784" y="119175"/>
                </a:lnTo>
                <a:lnTo>
                  <a:pt x="723149" y="118945"/>
                </a:lnTo>
                <a:lnTo>
                  <a:pt x="723508" y="118710"/>
                </a:lnTo>
                <a:lnTo>
                  <a:pt x="723862" y="118471"/>
                </a:lnTo>
                <a:lnTo>
                  <a:pt x="724211" y="118228"/>
                </a:lnTo>
                <a:lnTo>
                  <a:pt x="724555" y="117981"/>
                </a:lnTo>
                <a:lnTo>
                  <a:pt x="724893" y="117729"/>
                </a:lnTo>
                <a:lnTo>
                  <a:pt x="725225" y="117473"/>
                </a:lnTo>
                <a:lnTo>
                  <a:pt x="725552" y="117212"/>
                </a:lnTo>
                <a:lnTo>
                  <a:pt x="725874" y="116947"/>
                </a:lnTo>
                <a:lnTo>
                  <a:pt x="726192" y="116679"/>
                </a:lnTo>
                <a:lnTo>
                  <a:pt x="726505" y="116409"/>
                </a:lnTo>
                <a:lnTo>
                  <a:pt x="726814" y="116136"/>
                </a:lnTo>
                <a:lnTo>
                  <a:pt x="727119" y="115862"/>
                </a:lnTo>
                <a:lnTo>
                  <a:pt x="727419" y="115585"/>
                </a:lnTo>
                <a:lnTo>
                  <a:pt x="727716" y="115306"/>
                </a:lnTo>
                <a:lnTo>
                  <a:pt x="728009" y="115025"/>
                </a:lnTo>
                <a:lnTo>
                  <a:pt x="728297" y="114741"/>
                </a:lnTo>
                <a:lnTo>
                  <a:pt x="728582" y="114456"/>
                </a:lnTo>
                <a:lnTo>
                  <a:pt x="728862" y="114168"/>
                </a:lnTo>
                <a:lnTo>
                  <a:pt x="729138" y="113878"/>
                </a:lnTo>
                <a:lnTo>
                  <a:pt x="729410" y="113586"/>
                </a:lnTo>
                <a:lnTo>
                  <a:pt x="729679" y="113292"/>
                </a:lnTo>
                <a:lnTo>
                  <a:pt x="729942" y="112996"/>
                </a:lnTo>
                <a:lnTo>
                  <a:pt x="730202" y="112697"/>
                </a:lnTo>
                <a:lnTo>
                  <a:pt x="730458" y="112396"/>
                </a:lnTo>
                <a:lnTo>
                  <a:pt x="730710" y="112093"/>
                </a:lnTo>
                <a:lnTo>
                  <a:pt x="730957" y="111788"/>
                </a:lnTo>
                <a:lnTo>
                  <a:pt x="731201" y="111481"/>
                </a:lnTo>
                <a:lnTo>
                  <a:pt x="731440" y="111172"/>
                </a:lnTo>
                <a:lnTo>
                  <a:pt x="731676" y="110860"/>
                </a:lnTo>
                <a:lnTo>
                  <a:pt x="731907" y="110546"/>
                </a:lnTo>
                <a:lnTo>
                  <a:pt x="732134" y="110230"/>
                </a:lnTo>
                <a:lnTo>
                  <a:pt x="732357" y="109912"/>
                </a:lnTo>
                <a:lnTo>
                  <a:pt x="726832" y="105639"/>
                </a:lnTo>
                <a:lnTo>
                  <a:pt x="726468" y="106107"/>
                </a:lnTo>
                <a:lnTo>
                  <a:pt x="726100" y="106564"/>
                </a:lnTo>
                <a:lnTo>
                  <a:pt x="725728" y="107010"/>
                </a:lnTo>
                <a:lnTo>
                  <a:pt x="725352" y="107445"/>
                </a:lnTo>
                <a:lnTo>
                  <a:pt x="724972" y="107870"/>
                </a:lnTo>
                <a:lnTo>
                  <a:pt x="724588" y="108285"/>
                </a:lnTo>
                <a:lnTo>
                  <a:pt x="724200" y="108688"/>
                </a:lnTo>
                <a:lnTo>
                  <a:pt x="723808" y="109081"/>
                </a:lnTo>
                <a:lnTo>
                  <a:pt x="723412" y="109464"/>
                </a:lnTo>
                <a:lnTo>
                  <a:pt x="723012" y="109836"/>
                </a:lnTo>
                <a:lnTo>
                  <a:pt x="722608" y="110197"/>
                </a:lnTo>
                <a:lnTo>
                  <a:pt x="722200" y="110548"/>
                </a:lnTo>
                <a:lnTo>
                  <a:pt x="721788" y="110888"/>
                </a:lnTo>
                <a:lnTo>
                  <a:pt x="721373" y="111217"/>
                </a:lnTo>
                <a:lnTo>
                  <a:pt x="720953" y="111536"/>
                </a:lnTo>
                <a:lnTo>
                  <a:pt x="720529" y="111844"/>
                </a:lnTo>
                <a:lnTo>
                  <a:pt x="720102" y="112141"/>
                </a:lnTo>
                <a:lnTo>
                  <a:pt x="719670" y="112428"/>
                </a:lnTo>
                <a:lnTo>
                  <a:pt x="719235" y="112705"/>
                </a:lnTo>
                <a:lnTo>
                  <a:pt x="718795" y="112970"/>
                </a:lnTo>
                <a:lnTo>
                  <a:pt x="718352" y="113225"/>
                </a:lnTo>
                <a:lnTo>
                  <a:pt x="717904" y="113470"/>
                </a:lnTo>
                <a:lnTo>
                  <a:pt x="717453" y="113704"/>
                </a:lnTo>
                <a:lnTo>
                  <a:pt x="716997" y="113927"/>
                </a:lnTo>
                <a:lnTo>
                  <a:pt x="716537" y="114140"/>
                </a:lnTo>
                <a:lnTo>
                  <a:pt x="716072" y="114345"/>
                </a:lnTo>
                <a:lnTo>
                  <a:pt x="715602" y="114540"/>
                </a:lnTo>
                <a:lnTo>
                  <a:pt x="715126" y="114726"/>
                </a:lnTo>
                <a:lnTo>
                  <a:pt x="714645" y="114903"/>
                </a:lnTo>
                <a:lnTo>
                  <a:pt x="714159" y="115071"/>
                </a:lnTo>
                <a:lnTo>
                  <a:pt x="713667" y="115230"/>
                </a:lnTo>
                <a:lnTo>
                  <a:pt x="713171" y="115380"/>
                </a:lnTo>
                <a:lnTo>
                  <a:pt x="712669" y="115521"/>
                </a:lnTo>
                <a:lnTo>
                  <a:pt x="712162" y="115652"/>
                </a:lnTo>
                <a:lnTo>
                  <a:pt x="711649" y="115775"/>
                </a:lnTo>
                <a:lnTo>
                  <a:pt x="711132" y="115888"/>
                </a:lnTo>
                <a:lnTo>
                  <a:pt x="710609" y="115993"/>
                </a:lnTo>
                <a:lnTo>
                  <a:pt x="710081" y="116088"/>
                </a:lnTo>
                <a:lnTo>
                  <a:pt x="709547" y="116174"/>
                </a:lnTo>
                <a:lnTo>
                  <a:pt x="709009" y="116252"/>
                </a:lnTo>
                <a:lnTo>
                  <a:pt x="708465" y="116320"/>
                </a:lnTo>
                <a:lnTo>
                  <a:pt x="707916" y="116379"/>
                </a:lnTo>
                <a:lnTo>
                  <a:pt x="707361" y="116429"/>
                </a:lnTo>
                <a:lnTo>
                  <a:pt x="706802" y="116470"/>
                </a:lnTo>
                <a:lnTo>
                  <a:pt x="706237" y="116501"/>
                </a:lnTo>
                <a:lnTo>
                  <a:pt x="705667" y="116524"/>
                </a:lnTo>
                <a:lnTo>
                  <a:pt x="705091" y="116538"/>
                </a:lnTo>
                <a:lnTo>
                  <a:pt x="704511" y="116542"/>
                </a:lnTo>
                <a:lnTo>
                  <a:pt x="704003" y="116538"/>
                </a:lnTo>
                <a:lnTo>
                  <a:pt x="703499" y="116525"/>
                </a:lnTo>
                <a:lnTo>
                  <a:pt x="702999" y="116504"/>
                </a:lnTo>
                <a:lnTo>
                  <a:pt x="702503" y="116474"/>
                </a:lnTo>
                <a:lnTo>
                  <a:pt x="702011" y="116435"/>
                </a:lnTo>
                <a:lnTo>
                  <a:pt x="701523" y="116388"/>
                </a:lnTo>
                <a:lnTo>
                  <a:pt x="701038" y="116332"/>
                </a:lnTo>
                <a:lnTo>
                  <a:pt x="700557" y="116268"/>
                </a:lnTo>
                <a:lnTo>
                  <a:pt x="700080" y="116195"/>
                </a:lnTo>
                <a:lnTo>
                  <a:pt x="699607" y="116114"/>
                </a:lnTo>
                <a:lnTo>
                  <a:pt x="699138" y="116024"/>
                </a:lnTo>
                <a:lnTo>
                  <a:pt x="698673" y="115925"/>
                </a:lnTo>
                <a:lnTo>
                  <a:pt x="698211" y="115818"/>
                </a:lnTo>
                <a:lnTo>
                  <a:pt x="697753" y="115702"/>
                </a:lnTo>
                <a:lnTo>
                  <a:pt x="697299" y="115578"/>
                </a:lnTo>
                <a:lnTo>
                  <a:pt x="696849" y="115445"/>
                </a:lnTo>
                <a:lnTo>
                  <a:pt x="696403" y="115304"/>
                </a:lnTo>
                <a:lnTo>
                  <a:pt x="695961" y="115154"/>
                </a:lnTo>
                <a:lnTo>
                  <a:pt x="695522" y="114996"/>
                </a:lnTo>
                <a:lnTo>
                  <a:pt x="695087" y="114828"/>
                </a:lnTo>
                <a:lnTo>
                  <a:pt x="694657" y="114653"/>
                </a:lnTo>
                <a:lnTo>
                  <a:pt x="694230" y="114469"/>
                </a:lnTo>
                <a:lnTo>
                  <a:pt x="693806" y="114276"/>
                </a:lnTo>
                <a:lnTo>
                  <a:pt x="693387" y="114074"/>
                </a:lnTo>
                <a:lnTo>
                  <a:pt x="692972" y="113866"/>
                </a:lnTo>
                <a:lnTo>
                  <a:pt x="692562" y="113650"/>
                </a:lnTo>
                <a:lnTo>
                  <a:pt x="692156" y="113429"/>
                </a:lnTo>
                <a:lnTo>
                  <a:pt x="691756" y="113201"/>
                </a:lnTo>
                <a:lnTo>
                  <a:pt x="691360" y="112966"/>
                </a:lnTo>
                <a:lnTo>
                  <a:pt x="690970" y="112725"/>
                </a:lnTo>
                <a:lnTo>
                  <a:pt x="690584" y="112478"/>
                </a:lnTo>
                <a:lnTo>
                  <a:pt x="690203" y="112224"/>
                </a:lnTo>
                <a:lnTo>
                  <a:pt x="689827" y="111964"/>
                </a:lnTo>
                <a:lnTo>
                  <a:pt x="689455" y="111698"/>
                </a:lnTo>
                <a:lnTo>
                  <a:pt x="689089" y="111425"/>
                </a:lnTo>
                <a:lnTo>
                  <a:pt x="688727" y="111146"/>
                </a:lnTo>
                <a:lnTo>
                  <a:pt x="688371" y="110860"/>
                </a:lnTo>
                <a:lnTo>
                  <a:pt x="688019" y="110569"/>
                </a:lnTo>
                <a:lnTo>
                  <a:pt x="687672" y="110270"/>
                </a:lnTo>
                <a:lnTo>
                  <a:pt x="687330" y="109965"/>
                </a:lnTo>
                <a:lnTo>
                  <a:pt x="686993" y="109654"/>
                </a:lnTo>
                <a:lnTo>
                  <a:pt x="686660" y="109337"/>
                </a:lnTo>
                <a:lnTo>
                  <a:pt x="686333" y="109013"/>
                </a:lnTo>
                <a:lnTo>
                  <a:pt x="686010" y="108682"/>
                </a:lnTo>
                <a:lnTo>
                  <a:pt x="685692" y="108346"/>
                </a:lnTo>
                <a:lnTo>
                  <a:pt x="685379" y="108002"/>
                </a:lnTo>
                <a:lnTo>
                  <a:pt x="685071" y="107653"/>
                </a:lnTo>
                <a:lnTo>
                  <a:pt x="684768" y="107297"/>
                </a:lnTo>
                <a:lnTo>
                  <a:pt x="684470" y="106935"/>
                </a:lnTo>
                <a:lnTo>
                  <a:pt x="684177" y="106569"/>
                </a:lnTo>
                <a:lnTo>
                  <a:pt x="683891" y="106197"/>
                </a:lnTo>
                <a:lnTo>
                  <a:pt x="683610" y="105821"/>
                </a:lnTo>
                <a:lnTo>
                  <a:pt x="683334" y="105439"/>
                </a:lnTo>
                <a:lnTo>
                  <a:pt x="683064" y="105052"/>
                </a:lnTo>
                <a:lnTo>
                  <a:pt x="682800" y="104661"/>
                </a:lnTo>
                <a:lnTo>
                  <a:pt x="682541" y="104264"/>
                </a:lnTo>
                <a:lnTo>
                  <a:pt x="682288" y="103863"/>
                </a:lnTo>
                <a:lnTo>
                  <a:pt x="682041" y="103456"/>
                </a:lnTo>
                <a:lnTo>
                  <a:pt x="681799" y="103045"/>
                </a:lnTo>
                <a:lnTo>
                  <a:pt x="681563" y="102628"/>
                </a:lnTo>
                <a:lnTo>
                  <a:pt x="681333" y="102207"/>
                </a:lnTo>
                <a:lnTo>
                  <a:pt x="681108" y="101780"/>
                </a:lnTo>
                <a:lnTo>
                  <a:pt x="680889" y="101349"/>
                </a:lnTo>
                <a:lnTo>
                  <a:pt x="680675" y="100912"/>
                </a:lnTo>
                <a:lnTo>
                  <a:pt x="680467" y="100471"/>
                </a:lnTo>
                <a:lnTo>
                  <a:pt x="680265" y="100025"/>
                </a:lnTo>
                <a:lnTo>
                  <a:pt x="680068" y="99573"/>
                </a:lnTo>
                <a:lnTo>
                  <a:pt x="679877" y="99117"/>
                </a:lnTo>
                <a:lnTo>
                  <a:pt x="679692" y="98655"/>
                </a:lnTo>
                <a:lnTo>
                  <a:pt x="679512" y="98189"/>
                </a:lnTo>
                <a:lnTo>
                  <a:pt x="679338" y="97718"/>
                </a:lnTo>
                <a:lnTo>
                  <a:pt x="679169" y="97241"/>
                </a:lnTo>
                <a:lnTo>
                  <a:pt x="679007" y="96761"/>
                </a:lnTo>
                <a:lnTo>
                  <a:pt x="678851" y="96278"/>
                </a:lnTo>
                <a:lnTo>
                  <a:pt x="678703" y="95792"/>
                </a:lnTo>
                <a:lnTo>
                  <a:pt x="678561" y="95303"/>
                </a:lnTo>
                <a:lnTo>
                  <a:pt x="678427" y="94812"/>
                </a:lnTo>
                <a:lnTo>
                  <a:pt x="678299" y="94318"/>
                </a:lnTo>
                <a:lnTo>
                  <a:pt x="678178" y="93820"/>
                </a:lnTo>
                <a:lnTo>
                  <a:pt x="678064" y="93321"/>
                </a:lnTo>
                <a:lnTo>
                  <a:pt x="677957" y="92818"/>
                </a:lnTo>
                <a:lnTo>
                  <a:pt x="677857" y="92312"/>
                </a:lnTo>
                <a:lnTo>
                  <a:pt x="677764" y="91804"/>
                </a:lnTo>
                <a:lnTo>
                  <a:pt x="677677" y="91293"/>
                </a:lnTo>
                <a:lnTo>
                  <a:pt x="677598" y="90779"/>
                </a:lnTo>
                <a:lnTo>
                  <a:pt x="677525" y="90262"/>
                </a:lnTo>
                <a:lnTo>
                  <a:pt x="677460" y="89742"/>
                </a:lnTo>
                <a:lnTo>
                  <a:pt x="677401" y="89220"/>
                </a:lnTo>
                <a:lnTo>
                  <a:pt x="677349" y="88694"/>
                </a:lnTo>
                <a:lnTo>
                  <a:pt x="677304" y="88166"/>
                </a:lnTo>
                <a:lnTo>
                  <a:pt x="677266" y="87635"/>
                </a:lnTo>
                <a:lnTo>
                  <a:pt x="677235" y="87102"/>
                </a:lnTo>
                <a:lnTo>
                  <a:pt x="677211" y="86565"/>
                </a:lnTo>
                <a:lnTo>
                  <a:pt x="677194" y="86026"/>
                </a:lnTo>
                <a:lnTo>
                  <a:pt x="677184" y="85484"/>
                </a:lnTo>
                <a:lnTo>
                  <a:pt x="677180" y="84939"/>
                </a:lnTo>
                <a:lnTo>
                  <a:pt x="677180" y="83244"/>
                </a:lnTo>
                <a:lnTo>
                  <a:pt x="734052" y="83244"/>
                </a:lnTo>
                <a:lnTo>
                  <a:pt x="734052" y="77876"/>
                </a:lnTo>
                <a:lnTo>
                  <a:pt x="734048" y="77210"/>
                </a:lnTo>
                <a:lnTo>
                  <a:pt x="734037" y="76549"/>
                </a:lnTo>
                <a:lnTo>
                  <a:pt x="734019" y="75893"/>
                </a:lnTo>
                <a:lnTo>
                  <a:pt x="733994" y="75242"/>
                </a:lnTo>
                <a:close/>
                <a:moveTo>
                  <a:pt x="677899" y="73158"/>
                </a:moveTo>
                <a:lnTo>
                  <a:pt x="677999" y="72620"/>
                </a:lnTo>
                <a:lnTo>
                  <a:pt x="678104" y="72086"/>
                </a:lnTo>
                <a:lnTo>
                  <a:pt x="678216" y="71557"/>
                </a:lnTo>
                <a:lnTo>
                  <a:pt x="678334" y="71032"/>
                </a:lnTo>
                <a:lnTo>
                  <a:pt x="678459" y="70511"/>
                </a:lnTo>
                <a:lnTo>
                  <a:pt x="678590" y="69995"/>
                </a:lnTo>
                <a:lnTo>
                  <a:pt x="678728" y="69484"/>
                </a:lnTo>
                <a:lnTo>
                  <a:pt x="678871" y="68977"/>
                </a:lnTo>
                <a:lnTo>
                  <a:pt x="679022" y="68474"/>
                </a:lnTo>
                <a:lnTo>
                  <a:pt x="679178" y="67977"/>
                </a:lnTo>
                <a:lnTo>
                  <a:pt x="679339" y="67485"/>
                </a:lnTo>
                <a:lnTo>
                  <a:pt x="679506" y="66998"/>
                </a:lnTo>
                <a:lnTo>
                  <a:pt x="679678" y="66518"/>
                </a:lnTo>
                <a:lnTo>
                  <a:pt x="679855" y="66043"/>
                </a:lnTo>
                <a:lnTo>
                  <a:pt x="680037" y="65573"/>
                </a:lnTo>
                <a:lnTo>
                  <a:pt x="680225" y="65110"/>
                </a:lnTo>
                <a:lnTo>
                  <a:pt x="680417" y="64652"/>
                </a:lnTo>
                <a:lnTo>
                  <a:pt x="680615" y="64199"/>
                </a:lnTo>
                <a:lnTo>
                  <a:pt x="680819" y="63752"/>
                </a:lnTo>
                <a:lnTo>
                  <a:pt x="681027" y="63311"/>
                </a:lnTo>
                <a:lnTo>
                  <a:pt x="681241" y="62875"/>
                </a:lnTo>
                <a:lnTo>
                  <a:pt x="681460" y="62445"/>
                </a:lnTo>
                <a:lnTo>
                  <a:pt x="681684" y="62021"/>
                </a:lnTo>
                <a:lnTo>
                  <a:pt x="681914" y="61602"/>
                </a:lnTo>
                <a:lnTo>
                  <a:pt x="682149" y="61189"/>
                </a:lnTo>
                <a:lnTo>
                  <a:pt x="682389" y="60782"/>
                </a:lnTo>
                <a:lnTo>
                  <a:pt x="682634" y="60380"/>
                </a:lnTo>
                <a:lnTo>
                  <a:pt x="682884" y="59984"/>
                </a:lnTo>
                <a:lnTo>
                  <a:pt x="683140" y="59593"/>
                </a:lnTo>
                <a:lnTo>
                  <a:pt x="683401" y="59208"/>
                </a:lnTo>
                <a:lnTo>
                  <a:pt x="683667" y="58829"/>
                </a:lnTo>
                <a:lnTo>
                  <a:pt x="683939" y="58455"/>
                </a:lnTo>
                <a:lnTo>
                  <a:pt x="684215" y="58087"/>
                </a:lnTo>
                <a:lnTo>
                  <a:pt x="684497" y="57725"/>
                </a:lnTo>
                <a:lnTo>
                  <a:pt x="684783" y="57370"/>
                </a:lnTo>
                <a:lnTo>
                  <a:pt x="685073" y="57023"/>
                </a:lnTo>
                <a:lnTo>
                  <a:pt x="685368" y="56682"/>
                </a:lnTo>
                <a:lnTo>
                  <a:pt x="685668" y="56349"/>
                </a:lnTo>
                <a:lnTo>
                  <a:pt x="685972" y="56022"/>
                </a:lnTo>
                <a:lnTo>
                  <a:pt x="686280" y="55702"/>
                </a:lnTo>
                <a:lnTo>
                  <a:pt x="686593" y="55390"/>
                </a:lnTo>
                <a:lnTo>
                  <a:pt x="686911" y="55084"/>
                </a:lnTo>
                <a:lnTo>
                  <a:pt x="687232" y="54786"/>
                </a:lnTo>
                <a:lnTo>
                  <a:pt x="687559" y="54495"/>
                </a:lnTo>
                <a:lnTo>
                  <a:pt x="687890" y="54210"/>
                </a:lnTo>
                <a:lnTo>
                  <a:pt x="688225" y="53933"/>
                </a:lnTo>
                <a:lnTo>
                  <a:pt x="688565" y="53663"/>
                </a:lnTo>
                <a:lnTo>
                  <a:pt x="688909" y="53399"/>
                </a:lnTo>
                <a:lnTo>
                  <a:pt x="689257" y="53143"/>
                </a:lnTo>
                <a:lnTo>
                  <a:pt x="689611" y="52894"/>
                </a:lnTo>
                <a:lnTo>
                  <a:pt x="689968" y="52652"/>
                </a:lnTo>
                <a:lnTo>
                  <a:pt x="690330" y="52417"/>
                </a:lnTo>
                <a:lnTo>
                  <a:pt x="690697" y="52188"/>
                </a:lnTo>
                <a:lnTo>
                  <a:pt x="691068" y="51967"/>
                </a:lnTo>
                <a:lnTo>
                  <a:pt x="691444" y="51753"/>
                </a:lnTo>
                <a:lnTo>
                  <a:pt x="691824" y="51546"/>
                </a:lnTo>
                <a:lnTo>
                  <a:pt x="692208" y="51346"/>
                </a:lnTo>
                <a:lnTo>
                  <a:pt x="692597" y="51154"/>
                </a:lnTo>
                <a:lnTo>
                  <a:pt x="692989" y="50970"/>
                </a:lnTo>
                <a:lnTo>
                  <a:pt x="693385" y="50794"/>
                </a:lnTo>
                <a:lnTo>
                  <a:pt x="693784" y="50626"/>
                </a:lnTo>
                <a:lnTo>
                  <a:pt x="694187" y="50466"/>
                </a:lnTo>
                <a:lnTo>
                  <a:pt x="694593" y="50315"/>
                </a:lnTo>
                <a:lnTo>
                  <a:pt x="695003" y="50172"/>
                </a:lnTo>
                <a:lnTo>
                  <a:pt x="695417" y="50037"/>
                </a:lnTo>
                <a:lnTo>
                  <a:pt x="695834" y="49910"/>
                </a:lnTo>
                <a:lnTo>
                  <a:pt x="696255" y="49791"/>
                </a:lnTo>
                <a:lnTo>
                  <a:pt x="696679" y="49681"/>
                </a:lnTo>
                <a:lnTo>
                  <a:pt x="697107" y="49578"/>
                </a:lnTo>
                <a:lnTo>
                  <a:pt x="697539" y="49484"/>
                </a:lnTo>
                <a:lnTo>
                  <a:pt x="697974" y="49398"/>
                </a:lnTo>
                <a:lnTo>
                  <a:pt x="698412" y="49320"/>
                </a:lnTo>
                <a:lnTo>
                  <a:pt x="698855" y="49251"/>
                </a:lnTo>
                <a:lnTo>
                  <a:pt x="699301" y="49190"/>
                </a:lnTo>
                <a:lnTo>
                  <a:pt x="699750" y="49136"/>
                </a:lnTo>
                <a:lnTo>
                  <a:pt x="700203" y="49091"/>
                </a:lnTo>
                <a:lnTo>
                  <a:pt x="700660" y="49054"/>
                </a:lnTo>
                <a:lnTo>
                  <a:pt x="701120" y="49026"/>
                </a:lnTo>
                <a:lnTo>
                  <a:pt x="701584" y="49005"/>
                </a:lnTo>
                <a:lnTo>
                  <a:pt x="702051" y="48993"/>
                </a:lnTo>
                <a:lnTo>
                  <a:pt x="702522" y="48989"/>
                </a:lnTo>
                <a:lnTo>
                  <a:pt x="703144" y="48995"/>
                </a:lnTo>
                <a:lnTo>
                  <a:pt x="703756" y="49015"/>
                </a:lnTo>
                <a:lnTo>
                  <a:pt x="704361" y="49046"/>
                </a:lnTo>
                <a:lnTo>
                  <a:pt x="704956" y="49091"/>
                </a:lnTo>
                <a:lnTo>
                  <a:pt x="705542" y="49148"/>
                </a:lnTo>
                <a:lnTo>
                  <a:pt x="706120" y="49219"/>
                </a:lnTo>
                <a:lnTo>
                  <a:pt x="706689" y="49302"/>
                </a:lnTo>
                <a:lnTo>
                  <a:pt x="707249" y="49397"/>
                </a:lnTo>
                <a:lnTo>
                  <a:pt x="707800" y="49506"/>
                </a:lnTo>
                <a:lnTo>
                  <a:pt x="708342" y="49627"/>
                </a:lnTo>
                <a:lnTo>
                  <a:pt x="708876" y="49761"/>
                </a:lnTo>
                <a:lnTo>
                  <a:pt x="709400" y="49908"/>
                </a:lnTo>
                <a:lnTo>
                  <a:pt x="709916" y="50067"/>
                </a:lnTo>
                <a:lnTo>
                  <a:pt x="710423" y="50239"/>
                </a:lnTo>
                <a:lnTo>
                  <a:pt x="710922" y="50424"/>
                </a:lnTo>
                <a:lnTo>
                  <a:pt x="711411" y="50622"/>
                </a:lnTo>
                <a:lnTo>
                  <a:pt x="711892" y="50832"/>
                </a:lnTo>
                <a:lnTo>
                  <a:pt x="712363" y="51056"/>
                </a:lnTo>
                <a:lnTo>
                  <a:pt x="712826" y="51292"/>
                </a:lnTo>
                <a:lnTo>
                  <a:pt x="713280" y="51541"/>
                </a:lnTo>
                <a:lnTo>
                  <a:pt x="713726" y="51802"/>
                </a:lnTo>
                <a:lnTo>
                  <a:pt x="714162" y="52076"/>
                </a:lnTo>
                <a:lnTo>
                  <a:pt x="714590" y="52363"/>
                </a:lnTo>
                <a:lnTo>
                  <a:pt x="715008" y="52663"/>
                </a:lnTo>
                <a:lnTo>
                  <a:pt x="715419" y="52973"/>
                </a:lnTo>
                <a:lnTo>
                  <a:pt x="715820" y="53290"/>
                </a:lnTo>
                <a:lnTo>
                  <a:pt x="716214" y="53615"/>
                </a:lnTo>
                <a:lnTo>
                  <a:pt x="716598" y="53947"/>
                </a:lnTo>
                <a:lnTo>
                  <a:pt x="716975" y="54287"/>
                </a:lnTo>
                <a:lnTo>
                  <a:pt x="717343" y="54635"/>
                </a:lnTo>
                <a:lnTo>
                  <a:pt x="717702" y="54990"/>
                </a:lnTo>
                <a:lnTo>
                  <a:pt x="718053" y="55352"/>
                </a:lnTo>
                <a:lnTo>
                  <a:pt x="718396" y="55722"/>
                </a:lnTo>
                <a:lnTo>
                  <a:pt x="718730" y="56100"/>
                </a:lnTo>
                <a:lnTo>
                  <a:pt x="719056" y="56485"/>
                </a:lnTo>
                <a:lnTo>
                  <a:pt x="719373" y="56877"/>
                </a:lnTo>
                <a:lnTo>
                  <a:pt x="719682" y="57277"/>
                </a:lnTo>
                <a:lnTo>
                  <a:pt x="719983" y="57685"/>
                </a:lnTo>
                <a:lnTo>
                  <a:pt x="720274" y="58100"/>
                </a:lnTo>
                <a:lnTo>
                  <a:pt x="720558" y="58523"/>
                </a:lnTo>
                <a:lnTo>
                  <a:pt x="720833" y="58953"/>
                </a:lnTo>
                <a:lnTo>
                  <a:pt x="721100" y="59391"/>
                </a:lnTo>
                <a:lnTo>
                  <a:pt x="721358" y="59836"/>
                </a:lnTo>
                <a:lnTo>
                  <a:pt x="721608" y="60289"/>
                </a:lnTo>
                <a:lnTo>
                  <a:pt x="721849" y="60749"/>
                </a:lnTo>
                <a:lnTo>
                  <a:pt x="722082" y="61217"/>
                </a:lnTo>
                <a:lnTo>
                  <a:pt x="722306" y="61693"/>
                </a:lnTo>
                <a:lnTo>
                  <a:pt x="722523" y="62176"/>
                </a:lnTo>
                <a:lnTo>
                  <a:pt x="722730" y="62664"/>
                </a:lnTo>
                <a:lnTo>
                  <a:pt x="722929" y="63155"/>
                </a:lnTo>
                <a:lnTo>
                  <a:pt x="723120" y="63649"/>
                </a:lnTo>
                <a:lnTo>
                  <a:pt x="723303" y="64146"/>
                </a:lnTo>
                <a:lnTo>
                  <a:pt x="723478" y="64646"/>
                </a:lnTo>
                <a:lnTo>
                  <a:pt x="723644" y="65149"/>
                </a:lnTo>
                <a:lnTo>
                  <a:pt x="723801" y="65654"/>
                </a:lnTo>
                <a:lnTo>
                  <a:pt x="723951" y="66163"/>
                </a:lnTo>
                <a:lnTo>
                  <a:pt x="724092" y="66675"/>
                </a:lnTo>
                <a:lnTo>
                  <a:pt x="724225" y="67189"/>
                </a:lnTo>
                <a:lnTo>
                  <a:pt x="724349" y="67707"/>
                </a:lnTo>
                <a:lnTo>
                  <a:pt x="724465" y="68227"/>
                </a:lnTo>
                <a:lnTo>
                  <a:pt x="724573" y="68751"/>
                </a:lnTo>
                <a:lnTo>
                  <a:pt x="724673" y="69277"/>
                </a:lnTo>
                <a:lnTo>
                  <a:pt x="724764" y="69806"/>
                </a:lnTo>
                <a:lnTo>
                  <a:pt x="724847" y="70338"/>
                </a:lnTo>
                <a:lnTo>
                  <a:pt x="724922" y="70873"/>
                </a:lnTo>
                <a:lnTo>
                  <a:pt x="724988" y="71411"/>
                </a:lnTo>
                <a:lnTo>
                  <a:pt x="725046" y="71952"/>
                </a:lnTo>
                <a:lnTo>
                  <a:pt x="725096" y="72496"/>
                </a:lnTo>
                <a:lnTo>
                  <a:pt x="725137" y="73043"/>
                </a:lnTo>
                <a:lnTo>
                  <a:pt x="725170" y="73593"/>
                </a:lnTo>
                <a:lnTo>
                  <a:pt x="725195" y="74146"/>
                </a:lnTo>
                <a:lnTo>
                  <a:pt x="725211" y="74701"/>
                </a:lnTo>
                <a:lnTo>
                  <a:pt x="725211" y="75657"/>
                </a:lnTo>
                <a:lnTo>
                  <a:pt x="677531" y="75657"/>
                </a:lnTo>
                <a:lnTo>
                  <a:pt x="677567" y="75357"/>
                </a:lnTo>
                <a:lnTo>
                  <a:pt x="677640" y="74800"/>
                </a:lnTo>
                <a:lnTo>
                  <a:pt x="677720" y="74248"/>
                </a:lnTo>
                <a:lnTo>
                  <a:pt x="677807" y="73701"/>
                </a:lnTo>
                <a:lnTo>
                  <a:pt x="677899" y="73158"/>
                </a:lnTo>
                <a:close/>
                <a:moveTo>
                  <a:pt x="378448" y="42875"/>
                </a:moveTo>
                <a:lnTo>
                  <a:pt x="378448" y="122583"/>
                </a:lnTo>
                <a:lnTo>
                  <a:pt x="387288" y="122583"/>
                </a:lnTo>
                <a:lnTo>
                  <a:pt x="387288" y="42875"/>
                </a:lnTo>
                <a:lnTo>
                  <a:pt x="378448" y="42875"/>
                </a:lnTo>
                <a:close/>
                <a:moveTo>
                  <a:pt x="839570" y="22395"/>
                </a:moveTo>
                <a:lnTo>
                  <a:pt x="839570" y="42875"/>
                </a:lnTo>
                <a:lnTo>
                  <a:pt x="824910" y="42875"/>
                </a:lnTo>
                <a:lnTo>
                  <a:pt x="824910" y="50094"/>
                </a:lnTo>
                <a:lnTo>
                  <a:pt x="839570" y="50094"/>
                </a:lnTo>
                <a:lnTo>
                  <a:pt x="839570" y="103135"/>
                </a:lnTo>
                <a:lnTo>
                  <a:pt x="839573" y="103792"/>
                </a:lnTo>
                <a:lnTo>
                  <a:pt x="839585" y="104437"/>
                </a:lnTo>
                <a:lnTo>
                  <a:pt x="839604" y="105071"/>
                </a:lnTo>
                <a:lnTo>
                  <a:pt x="839631" y="105693"/>
                </a:lnTo>
                <a:lnTo>
                  <a:pt x="839666" y="106303"/>
                </a:lnTo>
                <a:lnTo>
                  <a:pt x="839708" y="106901"/>
                </a:lnTo>
                <a:lnTo>
                  <a:pt x="839758" y="107488"/>
                </a:lnTo>
                <a:lnTo>
                  <a:pt x="839815" y="108062"/>
                </a:lnTo>
                <a:lnTo>
                  <a:pt x="839880" y="108625"/>
                </a:lnTo>
                <a:lnTo>
                  <a:pt x="839953" y="109176"/>
                </a:lnTo>
                <a:lnTo>
                  <a:pt x="840034" y="109716"/>
                </a:lnTo>
                <a:lnTo>
                  <a:pt x="840122" y="110244"/>
                </a:lnTo>
                <a:lnTo>
                  <a:pt x="840218" y="110760"/>
                </a:lnTo>
                <a:lnTo>
                  <a:pt x="840322" y="111264"/>
                </a:lnTo>
                <a:lnTo>
                  <a:pt x="840433" y="111756"/>
                </a:lnTo>
                <a:lnTo>
                  <a:pt x="840552" y="112237"/>
                </a:lnTo>
                <a:lnTo>
                  <a:pt x="840678" y="112706"/>
                </a:lnTo>
                <a:lnTo>
                  <a:pt x="840813" y="113163"/>
                </a:lnTo>
                <a:lnTo>
                  <a:pt x="840955" y="113608"/>
                </a:lnTo>
                <a:lnTo>
                  <a:pt x="841104" y="114042"/>
                </a:lnTo>
                <a:lnTo>
                  <a:pt x="841262" y="114463"/>
                </a:lnTo>
                <a:lnTo>
                  <a:pt x="841427" y="114873"/>
                </a:lnTo>
                <a:lnTo>
                  <a:pt x="841599" y="115272"/>
                </a:lnTo>
                <a:lnTo>
                  <a:pt x="841780" y="115658"/>
                </a:lnTo>
                <a:lnTo>
                  <a:pt x="841967" y="116034"/>
                </a:lnTo>
                <a:lnTo>
                  <a:pt x="842160" y="116401"/>
                </a:lnTo>
                <a:lnTo>
                  <a:pt x="842359" y="116759"/>
                </a:lnTo>
                <a:lnTo>
                  <a:pt x="842563" y="117107"/>
                </a:lnTo>
                <a:lnTo>
                  <a:pt x="842774" y="117446"/>
                </a:lnTo>
                <a:lnTo>
                  <a:pt x="842991" y="117776"/>
                </a:lnTo>
                <a:lnTo>
                  <a:pt x="843213" y="118097"/>
                </a:lnTo>
                <a:lnTo>
                  <a:pt x="843441" y="118408"/>
                </a:lnTo>
                <a:lnTo>
                  <a:pt x="843675" y="118711"/>
                </a:lnTo>
                <a:lnTo>
                  <a:pt x="843916" y="119004"/>
                </a:lnTo>
                <a:lnTo>
                  <a:pt x="844161" y="119288"/>
                </a:lnTo>
                <a:lnTo>
                  <a:pt x="844413" y="119563"/>
                </a:lnTo>
                <a:lnTo>
                  <a:pt x="844671" y="119828"/>
                </a:lnTo>
                <a:lnTo>
                  <a:pt x="844935" y="120084"/>
                </a:lnTo>
                <a:lnTo>
                  <a:pt x="845204" y="120332"/>
                </a:lnTo>
                <a:lnTo>
                  <a:pt x="845479" y="120569"/>
                </a:lnTo>
                <a:lnTo>
                  <a:pt x="845761" y="120798"/>
                </a:lnTo>
                <a:lnTo>
                  <a:pt x="846048" y="121018"/>
                </a:lnTo>
                <a:lnTo>
                  <a:pt x="846341" y="121228"/>
                </a:lnTo>
                <a:lnTo>
                  <a:pt x="846640" y="121429"/>
                </a:lnTo>
                <a:lnTo>
                  <a:pt x="846944" y="121621"/>
                </a:lnTo>
                <a:lnTo>
                  <a:pt x="847255" y="121803"/>
                </a:lnTo>
                <a:lnTo>
                  <a:pt x="847572" y="121977"/>
                </a:lnTo>
                <a:lnTo>
                  <a:pt x="847894" y="122141"/>
                </a:lnTo>
                <a:lnTo>
                  <a:pt x="848221" y="122297"/>
                </a:lnTo>
                <a:lnTo>
                  <a:pt x="848553" y="122447"/>
                </a:lnTo>
                <a:lnTo>
                  <a:pt x="848889" y="122590"/>
                </a:lnTo>
                <a:lnTo>
                  <a:pt x="849228" y="122726"/>
                </a:lnTo>
                <a:lnTo>
                  <a:pt x="849572" y="122856"/>
                </a:lnTo>
                <a:lnTo>
                  <a:pt x="849920" y="122979"/>
                </a:lnTo>
                <a:lnTo>
                  <a:pt x="850272" y="123095"/>
                </a:lnTo>
                <a:lnTo>
                  <a:pt x="850628" y="123205"/>
                </a:lnTo>
                <a:lnTo>
                  <a:pt x="850988" y="123308"/>
                </a:lnTo>
                <a:lnTo>
                  <a:pt x="851352" y="123405"/>
                </a:lnTo>
                <a:lnTo>
                  <a:pt x="851721" y="123494"/>
                </a:lnTo>
                <a:lnTo>
                  <a:pt x="852093" y="123578"/>
                </a:lnTo>
                <a:lnTo>
                  <a:pt x="852470" y="123654"/>
                </a:lnTo>
                <a:lnTo>
                  <a:pt x="852850" y="123724"/>
                </a:lnTo>
                <a:lnTo>
                  <a:pt x="853235" y="123787"/>
                </a:lnTo>
                <a:lnTo>
                  <a:pt x="853624" y="123844"/>
                </a:lnTo>
                <a:lnTo>
                  <a:pt x="854017" y="123893"/>
                </a:lnTo>
                <a:lnTo>
                  <a:pt x="854414" y="123937"/>
                </a:lnTo>
                <a:lnTo>
                  <a:pt x="854815" y="123973"/>
                </a:lnTo>
                <a:lnTo>
                  <a:pt x="855220" y="124003"/>
                </a:lnTo>
                <a:lnTo>
                  <a:pt x="855629" y="124026"/>
                </a:lnTo>
                <a:lnTo>
                  <a:pt x="856043" y="124043"/>
                </a:lnTo>
                <a:lnTo>
                  <a:pt x="856460" y="124053"/>
                </a:lnTo>
                <a:lnTo>
                  <a:pt x="856882" y="124056"/>
                </a:lnTo>
                <a:lnTo>
                  <a:pt x="857096" y="124056"/>
                </a:lnTo>
                <a:lnTo>
                  <a:pt x="857312" y="124054"/>
                </a:lnTo>
                <a:lnTo>
                  <a:pt x="857527" y="124051"/>
                </a:lnTo>
                <a:lnTo>
                  <a:pt x="857742" y="124047"/>
                </a:lnTo>
                <a:lnTo>
                  <a:pt x="857957" y="124042"/>
                </a:lnTo>
                <a:lnTo>
                  <a:pt x="858173" y="124036"/>
                </a:lnTo>
                <a:lnTo>
                  <a:pt x="858389" y="124028"/>
                </a:lnTo>
                <a:lnTo>
                  <a:pt x="858605" y="124020"/>
                </a:lnTo>
                <a:lnTo>
                  <a:pt x="858820" y="124010"/>
                </a:lnTo>
                <a:lnTo>
                  <a:pt x="859037" y="123999"/>
                </a:lnTo>
                <a:lnTo>
                  <a:pt x="859253" y="123987"/>
                </a:lnTo>
                <a:lnTo>
                  <a:pt x="859469" y="123973"/>
                </a:lnTo>
                <a:lnTo>
                  <a:pt x="859686" y="123959"/>
                </a:lnTo>
                <a:lnTo>
                  <a:pt x="859902" y="123944"/>
                </a:lnTo>
                <a:lnTo>
                  <a:pt x="860119" y="123927"/>
                </a:lnTo>
                <a:lnTo>
                  <a:pt x="860336" y="123909"/>
                </a:lnTo>
                <a:lnTo>
                  <a:pt x="860553" y="123890"/>
                </a:lnTo>
                <a:lnTo>
                  <a:pt x="860770" y="123870"/>
                </a:lnTo>
                <a:lnTo>
                  <a:pt x="860987" y="123849"/>
                </a:lnTo>
                <a:lnTo>
                  <a:pt x="861204" y="123826"/>
                </a:lnTo>
                <a:lnTo>
                  <a:pt x="861422" y="123803"/>
                </a:lnTo>
                <a:lnTo>
                  <a:pt x="861639" y="123778"/>
                </a:lnTo>
                <a:lnTo>
                  <a:pt x="861857" y="123752"/>
                </a:lnTo>
                <a:lnTo>
                  <a:pt x="862075" y="123725"/>
                </a:lnTo>
                <a:lnTo>
                  <a:pt x="862291" y="123697"/>
                </a:lnTo>
                <a:lnTo>
                  <a:pt x="862504" y="123668"/>
                </a:lnTo>
                <a:lnTo>
                  <a:pt x="862713" y="123639"/>
                </a:lnTo>
                <a:lnTo>
                  <a:pt x="862919" y="123609"/>
                </a:lnTo>
                <a:lnTo>
                  <a:pt x="863122" y="123579"/>
                </a:lnTo>
                <a:lnTo>
                  <a:pt x="863321" y="123548"/>
                </a:lnTo>
                <a:lnTo>
                  <a:pt x="863516" y="123516"/>
                </a:lnTo>
                <a:lnTo>
                  <a:pt x="863708" y="123483"/>
                </a:lnTo>
                <a:lnTo>
                  <a:pt x="863897" y="123450"/>
                </a:lnTo>
                <a:lnTo>
                  <a:pt x="864082" y="123417"/>
                </a:lnTo>
                <a:lnTo>
                  <a:pt x="864263" y="123382"/>
                </a:lnTo>
                <a:lnTo>
                  <a:pt x="864442" y="123347"/>
                </a:lnTo>
                <a:lnTo>
                  <a:pt x="864616" y="123312"/>
                </a:lnTo>
                <a:lnTo>
                  <a:pt x="864788" y="123275"/>
                </a:lnTo>
                <a:lnTo>
                  <a:pt x="864956" y="123239"/>
                </a:lnTo>
                <a:lnTo>
                  <a:pt x="865120" y="123201"/>
                </a:lnTo>
                <a:lnTo>
                  <a:pt x="865281" y="123163"/>
                </a:lnTo>
                <a:lnTo>
                  <a:pt x="865438" y="123124"/>
                </a:lnTo>
                <a:lnTo>
                  <a:pt x="865593" y="123085"/>
                </a:lnTo>
                <a:lnTo>
                  <a:pt x="865743" y="123044"/>
                </a:lnTo>
                <a:lnTo>
                  <a:pt x="865890" y="123004"/>
                </a:lnTo>
                <a:lnTo>
                  <a:pt x="866034" y="122962"/>
                </a:lnTo>
                <a:lnTo>
                  <a:pt x="866174" y="122920"/>
                </a:lnTo>
                <a:lnTo>
                  <a:pt x="866311" y="122878"/>
                </a:lnTo>
                <a:lnTo>
                  <a:pt x="865943" y="115437"/>
                </a:lnTo>
                <a:lnTo>
                  <a:pt x="865813" y="115456"/>
                </a:lnTo>
                <a:lnTo>
                  <a:pt x="865683" y="115474"/>
                </a:lnTo>
                <a:lnTo>
                  <a:pt x="865552" y="115493"/>
                </a:lnTo>
                <a:lnTo>
                  <a:pt x="865420" y="115512"/>
                </a:lnTo>
                <a:lnTo>
                  <a:pt x="865287" y="115531"/>
                </a:lnTo>
                <a:lnTo>
                  <a:pt x="865153" y="115550"/>
                </a:lnTo>
                <a:lnTo>
                  <a:pt x="865018" y="115569"/>
                </a:lnTo>
                <a:lnTo>
                  <a:pt x="864883" y="115589"/>
                </a:lnTo>
                <a:lnTo>
                  <a:pt x="864746" y="115608"/>
                </a:lnTo>
                <a:lnTo>
                  <a:pt x="864609" y="115628"/>
                </a:lnTo>
                <a:lnTo>
                  <a:pt x="864470" y="115648"/>
                </a:lnTo>
                <a:lnTo>
                  <a:pt x="864331" y="115667"/>
                </a:lnTo>
                <a:lnTo>
                  <a:pt x="864191" y="115687"/>
                </a:lnTo>
                <a:lnTo>
                  <a:pt x="864050" y="115708"/>
                </a:lnTo>
                <a:lnTo>
                  <a:pt x="863908" y="115728"/>
                </a:lnTo>
                <a:lnTo>
                  <a:pt x="863765" y="115748"/>
                </a:lnTo>
                <a:lnTo>
                  <a:pt x="863622" y="115769"/>
                </a:lnTo>
                <a:lnTo>
                  <a:pt x="863477" y="115789"/>
                </a:lnTo>
                <a:lnTo>
                  <a:pt x="863332" y="115810"/>
                </a:lnTo>
                <a:lnTo>
                  <a:pt x="863185" y="115831"/>
                </a:lnTo>
                <a:lnTo>
                  <a:pt x="863038" y="115852"/>
                </a:lnTo>
                <a:lnTo>
                  <a:pt x="862890" y="115873"/>
                </a:lnTo>
                <a:lnTo>
                  <a:pt x="862741" y="115895"/>
                </a:lnTo>
                <a:lnTo>
                  <a:pt x="862591" y="115916"/>
                </a:lnTo>
                <a:lnTo>
                  <a:pt x="862440" y="115937"/>
                </a:lnTo>
                <a:lnTo>
                  <a:pt x="862289" y="115957"/>
                </a:lnTo>
                <a:lnTo>
                  <a:pt x="862137" y="115976"/>
                </a:lnTo>
                <a:lnTo>
                  <a:pt x="861984" y="115995"/>
                </a:lnTo>
                <a:lnTo>
                  <a:pt x="861831" y="116012"/>
                </a:lnTo>
                <a:lnTo>
                  <a:pt x="861677" y="116029"/>
                </a:lnTo>
                <a:lnTo>
                  <a:pt x="861522" y="116045"/>
                </a:lnTo>
                <a:lnTo>
                  <a:pt x="861367" y="116059"/>
                </a:lnTo>
                <a:lnTo>
                  <a:pt x="861211" y="116073"/>
                </a:lnTo>
                <a:lnTo>
                  <a:pt x="861055" y="116086"/>
                </a:lnTo>
                <a:lnTo>
                  <a:pt x="860898" y="116098"/>
                </a:lnTo>
                <a:lnTo>
                  <a:pt x="860740" y="116109"/>
                </a:lnTo>
                <a:lnTo>
                  <a:pt x="860581" y="116120"/>
                </a:lnTo>
                <a:lnTo>
                  <a:pt x="860422" y="116129"/>
                </a:lnTo>
                <a:lnTo>
                  <a:pt x="860263" y="116138"/>
                </a:lnTo>
                <a:lnTo>
                  <a:pt x="860102" y="116145"/>
                </a:lnTo>
                <a:lnTo>
                  <a:pt x="859941" y="116152"/>
                </a:lnTo>
                <a:lnTo>
                  <a:pt x="859780" y="116158"/>
                </a:lnTo>
                <a:lnTo>
                  <a:pt x="859618" y="116163"/>
                </a:lnTo>
                <a:lnTo>
                  <a:pt x="859455" y="116167"/>
                </a:lnTo>
                <a:lnTo>
                  <a:pt x="859291" y="116170"/>
                </a:lnTo>
                <a:lnTo>
                  <a:pt x="859127" y="116172"/>
                </a:lnTo>
                <a:lnTo>
                  <a:pt x="858962" y="116173"/>
                </a:lnTo>
                <a:lnTo>
                  <a:pt x="858797" y="116174"/>
                </a:lnTo>
                <a:lnTo>
                  <a:pt x="858570" y="116172"/>
                </a:lnTo>
                <a:lnTo>
                  <a:pt x="858345" y="116168"/>
                </a:lnTo>
                <a:lnTo>
                  <a:pt x="858121" y="116160"/>
                </a:lnTo>
                <a:lnTo>
                  <a:pt x="857898" y="116148"/>
                </a:lnTo>
                <a:lnTo>
                  <a:pt x="857676" y="116134"/>
                </a:lnTo>
                <a:lnTo>
                  <a:pt x="857455" y="116116"/>
                </a:lnTo>
                <a:lnTo>
                  <a:pt x="857235" y="116096"/>
                </a:lnTo>
                <a:lnTo>
                  <a:pt x="857017" y="116072"/>
                </a:lnTo>
                <a:lnTo>
                  <a:pt x="856799" y="116044"/>
                </a:lnTo>
                <a:lnTo>
                  <a:pt x="856583" y="116014"/>
                </a:lnTo>
                <a:lnTo>
                  <a:pt x="856368" y="115980"/>
                </a:lnTo>
                <a:lnTo>
                  <a:pt x="856154" y="115944"/>
                </a:lnTo>
                <a:lnTo>
                  <a:pt x="855941" y="115904"/>
                </a:lnTo>
                <a:lnTo>
                  <a:pt x="855730" y="115861"/>
                </a:lnTo>
                <a:lnTo>
                  <a:pt x="855519" y="115814"/>
                </a:lnTo>
                <a:lnTo>
                  <a:pt x="855310" y="115765"/>
                </a:lnTo>
                <a:lnTo>
                  <a:pt x="855102" y="115712"/>
                </a:lnTo>
                <a:lnTo>
                  <a:pt x="854895" y="115656"/>
                </a:lnTo>
                <a:lnTo>
                  <a:pt x="854689" y="115597"/>
                </a:lnTo>
                <a:lnTo>
                  <a:pt x="854484" y="115534"/>
                </a:lnTo>
                <a:lnTo>
                  <a:pt x="854281" y="115469"/>
                </a:lnTo>
                <a:lnTo>
                  <a:pt x="854078" y="115400"/>
                </a:lnTo>
                <a:lnTo>
                  <a:pt x="853877" y="115328"/>
                </a:lnTo>
                <a:lnTo>
                  <a:pt x="853677" y="115253"/>
                </a:lnTo>
                <a:lnTo>
                  <a:pt x="853479" y="115173"/>
                </a:lnTo>
                <a:lnTo>
                  <a:pt x="853285" y="115086"/>
                </a:lnTo>
                <a:lnTo>
                  <a:pt x="853093" y="114993"/>
                </a:lnTo>
                <a:lnTo>
                  <a:pt x="852906" y="114893"/>
                </a:lnTo>
                <a:lnTo>
                  <a:pt x="852721" y="114786"/>
                </a:lnTo>
                <a:lnTo>
                  <a:pt x="852540" y="114673"/>
                </a:lnTo>
                <a:lnTo>
                  <a:pt x="852362" y="114553"/>
                </a:lnTo>
                <a:lnTo>
                  <a:pt x="852187" y="114426"/>
                </a:lnTo>
                <a:lnTo>
                  <a:pt x="852016" y="114293"/>
                </a:lnTo>
                <a:lnTo>
                  <a:pt x="851848" y="114153"/>
                </a:lnTo>
                <a:lnTo>
                  <a:pt x="851683" y="114007"/>
                </a:lnTo>
                <a:lnTo>
                  <a:pt x="851522" y="113853"/>
                </a:lnTo>
                <a:lnTo>
                  <a:pt x="851364" y="113694"/>
                </a:lnTo>
                <a:lnTo>
                  <a:pt x="851210" y="113527"/>
                </a:lnTo>
                <a:lnTo>
                  <a:pt x="851058" y="113354"/>
                </a:lnTo>
                <a:lnTo>
                  <a:pt x="850910" y="113174"/>
                </a:lnTo>
                <a:lnTo>
                  <a:pt x="850766" y="112988"/>
                </a:lnTo>
                <a:lnTo>
                  <a:pt x="850624" y="112794"/>
                </a:lnTo>
                <a:lnTo>
                  <a:pt x="850486" y="112595"/>
                </a:lnTo>
                <a:lnTo>
                  <a:pt x="850352" y="112388"/>
                </a:lnTo>
                <a:lnTo>
                  <a:pt x="850220" y="112175"/>
                </a:lnTo>
                <a:lnTo>
                  <a:pt x="850092" y="111955"/>
                </a:lnTo>
                <a:lnTo>
                  <a:pt x="849968" y="111729"/>
                </a:lnTo>
                <a:lnTo>
                  <a:pt x="849846" y="111496"/>
                </a:lnTo>
                <a:lnTo>
                  <a:pt x="849729" y="111255"/>
                </a:lnTo>
                <a:lnTo>
                  <a:pt x="849617" y="111005"/>
                </a:lnTo>
                <a:lnTo>
                  <a:pt x="849510" y="110745"/>
                </a:lnTo>
                <a:lnTo>
                  <a:pt x="849407" y="110476"/>
                </a:lnTo>
                <a:lnTo>
                  <a:pt x="849310" y="110198"/>
                </a:lnTo>
                <a:lnTo>
                  <a:pt x="849218" y="109910"/>
                </a:lnTo>
                <a:lnTo>
                  <a:pt x="849131" y="109613"/>
                </a:lnTo>
                <a:lnTo>
                  <a:pt x="849048" y="109306"/>
                </a:lnTo>
                <a:lnTo>
                  <a:pt x="848971" y="108991"/>
                </a:lnTo>
                <a:lnTo>
                  <a:pt x="848899" y="108666"/>
                </a:lnTo>
                <a:lnTo>
                  <a:pt x="848831" y="108331"/>
                </a:lnTo>
                <a:lnTo>
                  <a:pt x="848769" y="107988"/>
                </a:lnTo>
                <a:lnTo>
                  <a:pt x="848712" y="107635"/>
                </a:lnTo>
                <a:lnTo>
                  <a:pt x="848659" y="107272"/>
                </a:lnTo>
                <a:lnTo>
                  <a:pt x="848612" y="106900"/>
                </a:lnTo>
                <a:lnTo>
                  <a:pt x="848569" y="106519"/>
                </a:lnTo>
                <a:lnTo>
                  <a:pt x="848532" y="106129"/>
                </a:lnTo>
                <a:lnTo>
                  <a:pt x="848500" y="105729"/>
                </a:lnTo>
                <a:lnTo>
                  <a:pt x="848472" y="105320"/>
                </a:lnTo>
                <a:lnTo>
                  <a:pt x="848450" y="104902"/>
                </a:lnTo>
                <a:lnTo>
                  <a:pt x="848432" y="104474"/>
                </a:lnTo>
                <a:lnTo>
                  <a:pt x="848420" y="104037"/>
                </a:lnTo>
                <a:lnTo>
                  <a:pt x="848412" y="103590"/>
                </a:lnTo>
                <a:lnTo>
                  <a:pt x="848410" y="103135"/>
                </a:lnTo>
                <a:lnTo>
                  <a:pt x="848410" y="50094"/>
                </a:lnTo>
                <a:lnTo>
                  <a:pt x="864911" y="50094"/>
                </a:lnTo>
                <a:lnTo>
                  <a:pt x="864911" y="42875"/>
                </a:lnTo>
                <a:lnTo>
                  <a:pt x="848410" y="42875"/>
                </a:lnTo>
                <a:lnTo>
                  <a:pt x="848410" y="22395"/>
                </a:lnTo>
                <a:lnTo>
                  <a:pt x="839570" y="22395"/>
                </a:lnTo>
                <a:close/>
                <a:moveTo>
                  <a:pt x="965520" y="66394"/>
                </a:moveTo>
                <a:lnTo>
                  <a:pt x="965987" y="66169"/>
                </a:lnTo>
                <a:lnTo>
                  <a:pt x="966447" y="65939"/>
                </a:lnTo>
                <a:lnTo>
                  <a:pt x="966899" y="65703"/>
                </a:lnTo>
                <a:lnTo>
                  <a:pt x="967345" y="65462"/>
                </a:lnTo>
                <a:lnTo>
                  <a:pt x="967784" y="65216"/>
                </a:lnTo>
                <a:lnTo>
                  <a:pt x="968216" y="64964"/>
                </a:lnTo>
                <a:lnTo>
                  <a:pt x="968640" y="64707"/>
                </a:lnTo>
                <a:lnTo>
                  <a:pt x="969058" y="64444"/>
                </a:lnTo>
                <a:lnTo>
                  <a:pt x="969469" y="64176"/>
                </a:lnTo>
                <a:lnTo>
                  <a:pt x="969872" y="63903"/>
                </a:lnTo>
                <a:lnTo>
                  <a:pt x="970269" y="63624"/>
                </a:lnTo>
                <a:lnTo>
                  <a:pt x="970658" y="63341"/>
                </a:lnTo>
                <a:lnTo>
                  <a:pt x="971041" y="63051"/>
                </a:lnTo>
                <a:lnTo>
                  <a:pt x="971416" y="62756"/>
                </a:lnTo>
                <a:lnTo>
                  <a:pt x="971784" y="62456"/>
                </a:lnTo>
                <a:lnTo>
                  <a:pt x="972146" y="62151"/>
                </a:lnTo>
                <a:lnTo>
                  <a:pt x="972500" y="61840"/>
                </a:lnTo>
                <a:lnTo>
                  <a:pt x="972847" y="61524"/>
                </a:lnTo>
                <a:lnTo>
                  <a:pt x="973188" y="61204"/>
                </a:lnTo>
                <a:lnTo>
                  <a:pt x="973521" y="60880"/>
                </a:lnTo>
                <a:lnTo>
                  <a:pt x="973847" y="60554"/>
                </a:lnTo>
                <a:lnTo>
                  <a:pt x="974166" y="60224"/>
                </a:lnTo>
                <a:lnTo>
                  <a:pt x="974478" y="59892"/>
                </a:lnTo>
                <a:lnTo>
                  <a:pt x="974784" y="59556"/>
                </a:lnTo>
                <a:lnTo>
                  <a:pt x="975082" y="59217"/>
                </a:lnTo>
                <a:lnTo>
                  <a:pt x="975373" y="58875"/>
                </a:lnTo>
                <a:lnTo>
                  <a:pt x="975657" y="58530"/>
                </a:lnTo>
                <a:lnTo>
                  <a:pt x="975934" y="58183"/>
                </a:lnTo>
                <a:lnTo>
                  <a:pt x="976203" y="57832"/>
                </a:lnTo>
                <a:lnTo>
                  <a:pt x="976466" y="57477"/>
                </a:lnTo>
                <a:lnTo>
                  <a:pt x="976722" y="57120"/>
                </a:lnTo>
                <a:lnTo>
                  <a:pt x="976971" y="56760"/>
                </a:lnTo>
                <a:lnTo>
                  <a:pt x="977213" y="56397"/>
                </a:lnTo>
                <a:lnTo>
                  <a:pt x="977448" y="56031"/>
                </a:lnTo>
                <a:lnTo>
                  <a:pt x="977675" y="55661"/>
                </a:lnTo>
                <a:lnTo>
                  <a:pt x="977896" y="55289"/>
                </a:lnTo>
                <a:lnTo>
                  <a:pt x="978110" y="54913"/>
                </a:lnTo>
                <a:lnTo>
                  <a:pt x="978316" y="54535"/>
                </a:lnTo>
                <a:lnTo>
                  <a:pt x="978516" y="54153"/>
                </a:lnTo>
                <a:lnTo>
                  <a:pt x="978708" y="53769"/>
                </a:lnTo>
                <a:lnTo>
                  <a:pt x="978894" y="53381"/>
                </a:lnTo>
                <a:lnTo>
                  <a:pt x="979072" y="52990"/>
                </a:lnTo>
                <a:lnTo>
                  <a:pt x="979244" y="52597"/>
                </a:lnTo>
                <a:lnTo>
                  <a:pt x="979408" y="52205"/>
                </a:lnTo>
                <a:lnTo>
                  <a:pt x="979564" y="51811"/>
                </a:lnTo>
                <a:lnTo>
                  <a:pt x="979714" y="51418"/>
                </a:lnTo>
                <a:lnTo>
                  <a:pt x="979856" y="51024"/>
                </a:lnTo>
                <a:lnTo>
                  <a:pt x="979991" y="50631"/>
                </a:lnTo>
                <a:lnTo>
                  <a:pt x="980118" y="50236"/>
                </a:lnTo>
                <a:lnTo>
                  <a:pt x="980239" y="49842"/>
                </a:lnTo>
                <a:lnTo>
                  <a:pt x="980352" y="49447"/>
                </a:lnTo>
                <a:lnTo>
                  <a:pt x="980457" y="49053"/>
                </a:lnTo>
                <a:lnTo>
                  <a:pt x="980556" y="48657"/>
                </a:lnTo>
                <a:lnTo>
                  <a:pt x="980647" y="48262"/>
                </a:lnTo>
                <a:lnTo>
                  <a:pt x="980731" y="47866"/>
                </a:lnTo>
                <a:lnTo>
                  <a:pt x="980807" y="47471"/>
                </a:lnTo>
                <a:lnTo>
                  <a:pt x="980877" y="47075"/>
                </a:lnTo>
                <a:lnTo>
                  <a:pt x="980939" y="46678"/>
                </a:lnTo>
                <a:lnTo>
                  <a:pt x="980993" y="46282"/>
                </a:lnTo>
                <a:lnTo>
                  <a:pt x="981041" y="45885"/>
                </a:lnTo>
                <a:lnTo>
                  <a:pt x="981081" y="45488"/>
                </a:lnTo>
                <a:lnTo>
                  <a:pt x="981114" y="45090"/>
                </a:lnTo>
                <a:lnTo>
                  <a:pt x="981139" y="44693"/>
                </a:lnTo>
                <a:lnTo>
                  <a:pt x="981157" y="44295"/>
                </a:lnTo>
                <a:lnTo>
                  <a:pt x="981168" y="43897"/>
                </a:lnTo>
                <a:lnTo>
                  <a:pt x="981172" y="43498"/>
                </a:lnTo>
                <a:lnTo>
                  <a:pt x="981165" y="42712"/>
                </a:lnTo>
                <a:lnTo>
                  <a:pt x="981145" y="41936"/>
                </a:lnTo>
                <a:lnTo>
                  <a:pt x="981111" y="41170"/>
                </a:lnTo>
                <a:lnTo>
                  <a:pt x="981063" y="40414"/>
                </a:lnTo>
                <a:lnTo>
                  <a:pt x="981002" y="39668"/>
                </a:lnTo>
                <a:lnTo>
                  <a:pt x="980928" y="38932"/>
                </a:lnTo>
                <a:lnTo>
                  <a:pt x="980840" y="38206"/>
                </a:lnTo>
                <a:lnTo>
                  <a:pt x="980738" y="37490"/>
                </a:lnTo>
                <a:lnTo>
                  <a:pt x="980623" y="36783"/>
                </a:lnTo>
                <a:lnTo>
                  <a:pt x="980494" y="36087"/>
                </a:lnTo>
                <a:lnTo>
                  <a:pt x="980352" y="35401"/>
                </a:lnTo>
                <a:lnTo>
                  <a:pt x="980196" y="34725"/>
                </a:lnTo>
                <a:lnTo>
                  <a:pt x="980026" y="34058"/>
                </a:lnTo>
                <a:lnTo>
                  <a:pt x="979843" y="33402"/>
                </a:lnTo>
                <a:lnTo>
                  <a:pt x="979647" y="32755"/>
                </a:lnTo>
                <a:lnTo>
                  <a:pt x="979437" y="32119"/>
                </a:lnTo>
                <a:lnTo>
                  <a:pt x="979213" y="31492"/>
                </a:lnTo>
                <a:lnTo>
                  <a:pt x="978976" y="30876"/>
                </a:lnTo>
                <a:lnTo>
                  <a:pt x="978725" y="30269"/>
                </a:lnTo>
                <a:lnTo>
                  <a:pt x="978460" y="29673"/>
                </a:lnTo>
                <a:lnTo>
                  <a:pt x="978183" y="29086"/>
                </a:lnTo>
                <a:lnTo>
                  <a:pt x="977891" y="28509"/>
                </a:lnTo>
                <a:lnTo>
                  <a:pt x="977586" y="27943"/>
                </a:lnTo>
                <a:lnTo>
                  <a:pt x="977267" y="27386"/>
                </a:lnTo>
                <a:lnTo>
                  <a:pt x="976937" y="26840"/>
                </a:lnTo>
                <a:lnTo>
                  <a:pt x="976595" y="26304"/>
                </a:lnTo>
                <a:lnTo>
                  <a:pt x="976242" y="25780"/>
                </a:lnTo>
                <a:lnTo>
                  <a:pt x="975879" y="25267"/>
                </a:lnTo>
                <a:lnTo>
                  <a:pt x="975505" y="24765"/>
                </a:lnTo>
                <a:lnTo>
                  <a:pt x="975120" y="24273"/>
                </a:lnTo>
                <a:lnTo>
                  <a:pt x="974724" y="23793"/>
                </a:lnTo>
                <a:lnTo>
                  <a:pt x="974317" y="23323"/>
                </a:lnTo>
                <a:lnTo>
                  <a:pt x="973899" y="22865"/>
                </a:lnTo>
                <a:lnTo>
                  <a:pt x="973470" y="22418"/>
                </a:lnTo>
                <a:lnTo>
                  <a:pt x="973031" y="21981"/>
                </a:lnTo>
                <a:lnTo>
                  <a:pt x="972580" y="21556"/>
                </a:lnTo>
                <a:lnTo>
                  <a:pt x="972119" y="21141"/>
                </a:lnTo>
                <a:lnTo>
                  <a:pt x="971647" y="20738"/>
                </a:lnTo>
                <a:lnTo>
                  <a:pt x="971164" y="20345"/>
                </a:lnTo>
                <a:lnTo>
                  <a:pt x="970670" y="19964"/>
                </a:lnTo>
                <a:lnTo>
                  <a:pt x="970165" y="19593"/>
                </a:lnTo>
                <a:lnTo>
                  <a:pt x="969650" y="19234"/>
                </a:lnTo>
                <a:lnTo>
                  <a:pt x="969123" y="18885"/>
                </a:lnTo>
                <a:lnTo>
                  <a:pt x="968586" y="18548"/>
                </a:lnTo>
                <a:lnTo>
                  <a:pt x="968038" y="18221"/>
                </a:lnTo>
                <a:lnTo>
                  <a:pt x="967479" y="17906"/>
                </a:lnTo>
                <a:lnTo>
                  <a:pt x="966909" y="17601"/>
                </a:lnTo>
                <a:lnTo>
                  <a:pt x="966328" y="17307"/>
                </a:lnTo>
                <a:lnTo>
                  <a:pt x="965737" y="17025"/>
                </a:lnTo>
                <a:lnTo>
                  <a:pt x="965138" y="16755"/>
                </a:lnTo>
                <a:lnTo>
                  <a:pt x="964530" y="16497"/>
                </a:lnTo>
                <a:lnTo>
                  <a:pt x="963914" y="16251"/>
                </a:lnTo>
                <a:lnTo>
                  <a:pt x="963289" y="16017"/>
                </a:lnTo>
                <a:lnTo>
                  <a:pt x="962656" y="15795"/>
                </a:lnTo>
                <a:lnTo>
                  <a:pt x="962014" y="15584"/>
                </a:lnTo>
                <a:lnTo>
                  <a:pt x="961363" y="15386"/>
                </a:lnTo>
                <a:lnTo>
                  <a:pt x="960704" y="15200"/>
                </a:lnTo>
                <a:lnTo>
                  <a:pt x="960037" y="15026"/>
                </a:lnTo>
                <a:lnTo>
                  <a:pt x="959360" y="14864"/>
                </a:lnTo>
                <a:lnTo>
                  <a:pt x="958676" y="14714"/>
                </a:lnTo>
                <a:lnTo>
                  <a:pt x="957982" y="14576"/>
                </a:lnTo>
                <a:lnTo>
                  <a:pt x="957280" y="14450"/>
                </a:lnTo>
                <a:lnTo>
                  <a:pt x="956570" y="14336"/>
                </a:lnTo>
                <a:lnTo>
                  <a:pt x="955851" y="14234"/>
                </a:lnTo>
                <a:lnTo>
                  <a:pt x="955123" y="14144"/>
                </a:lnTo>
                <a:lnTo>
                  <a:pt x="954387" y="14066"/>
                </a:lnTo>
                <a:lnTo>
                  <a:pt x="953642" y="14000"/>
                </a:lnTo>
                <a:lnTo>
                  <a:pt x="952889" y="13946"/>
                </a:lnTo>
                <a:lnTo>
                  <a:pt x="952127" y="13904"/>
                </a:lnTo>
                <a:lnTo>
                  <a:pt x="951356" y="13874"/>
                </a:lnTo>
                <a:lnTo>
                  <a:pt x="950577" y="13856"/>
                </a:lnTo>
                <a:lnTo>
                  <a:pt x="949789" y="13850"/>
                </a:lnTo>
                <a:lnTo>
                  <a:pt x="949025" y="13856"/>
                </a:lnTo>
                <a:lnTo>
                  <a:pt x="948268" y="13876"/>
                </a:lnTo>
                <a:lnTo>
                  <a:pt x="947516" y="13908"/>
                </a:lnTo>
                <a:lnTo>
                  <a:pt x="946771" y="13954"/>
                </a:lnTo>
                <a:lnTo>
                  <a:pt x="946033" y="14012"/>
                </a:lnTo>
                <a:lnTo>
                  <a:pt x="945300" y="14084"/>
                </a:lnTo>
                <a:lnTo>
                  <a:pt x="944575" y="14168"/>
                </a:lnTo>
                <a:lnTo>
                  <a:pt x="943855" y="14266"/>
                </a:lnTo>
                <a:lnTo>
                  <a:pt x="943142" y="14377"/>
                </a:lnTo>
                <a:lnTo>
                  <a:pt x="942435" y="14500"/>
                </a:lnTo>
                <a:lnTo>
                  <a:pt x="941735" y="14637"/>
                </a:lnTo>
                <a:lnTo>
                  <a:pt x="941041" y="14786"/>
                </a:lnTo>
                <a:lnTo>
                  <a:pt x="940354" y="14949"/>
                </a:lnTo>
                <a:lnTo>
                  <a:pt x="939673" y="15125"/>
                </a:lnTo>
                <a:lnTo>
                  <a:pt x="938998" y="15314"/>
                </a:lnTo>
                <a:lnTo>
                  <a:pt x="938330" y="15515"/>
                </a:lnTo>
                <a:lnTo>
                  <a:pt x="937668" y="15730"/>
                </a:lnTo>
                <a:lnTo>
                  <a:pt x="937013" y="15958"/>
                </a:lnTo>
                <a:lnTo>
                  <a:pt x="936364" y="16198"/>
                </a:lnTo>
                <a:lnTo>
                  <a:pt x="935721" y="16452"/>
                </a:lnTo>
                <a:lnTo>
                  <a:pt x="935085" y="16719"/>
                </a:lnTo>
                <a:lnTo>
                  <a:pt x="934455" y="16999"/>
                </a:lnTo>
                <a:lnTo>
                  <a:pt x="933831" y="17292"/>
                </a:lnTo>
                <a:lnTo>
                  <a:pt x="933214" y="17597"/>
                </a:lnTo>
                <a:lnTo>
                  <a:pt x="932606" y="17915"/>
                </a:lnTo>
                <a:lnTo>
                  <a:pt x="932008" y="18242"/>
                </a:lnTo>
                <a:lnTo>
                  <a:pt x="931422" y="18580"/>
                </a:lnTo>
                <a:lnTo>
                  <a:pt x="930847" y="18927"/>
                </a:lnTo>
                <a:lnTo>
                  <a:pt x="930282" y="19285"/>
                </a:lnTo>
                <a:lnTo>
                  <a:pt x="929729" y="19653"/>
                </a:lnTo>
                <a:lnTo>
                  <a:pt x="929186" y="20031"/>
                </a:lnTo>
                <a:lnTo>
                  <a:pt x="928655" y="20418"/>
                </a:lnTo>
                <a:lnTo>
                  <a:pt x="928135" y="20816"/>
                </a:lnTo>
                <a:lnTo>
                  <a:pt x="927625" y="21225"/>
                </a:lnTo>
                <a:lnTo>
                  <a:pt x="927127" y="21643"/>
                </a:lnTo>
                <a:lnTo>
                  <a:pt x="926639" y="22071"/>
                </a:lnTo>
                <a:lnTo>
                  <a:pt x="926163" y="22509"/>
                </a:lnTo>
                <a:lnTo>
                  <a:pt x="925698" y="22958"/>
                </a:lnTo>
                <a:lnTo>
                  <a:pt x="925243" y="23416"/>
                </a:lnTo>
                <a:lnTo>
                  <a:pt x="924800" y="23885"/>
                </a:lnTo>
                <a:lnTo>
                  <a:pt x="924367" y="24363"/>
                </a:lnTo>
                <a:lnTo>
                  <a:pt x="923946" y="24852"/>
                </a:lnTo>
                <a:lnTo>
                  <a:pt x="923536" y="25351"/>
                </a:lnTo>
                <a:lnTo>
                  <a:pt x="923136" y="25860"/>
                </a:lnTo>
                <a:lnTo>
                  <a:pt x="922748" y="26379"/>
                </a:lnTo>
                <a:lnTo>
                  <a:pt x="922370" y="26908"/>
                </a:lnTo>
                <a:lnTo>
                  <a:pt x="922004" y="27447"/>
                </a:lnTo>
                <a:lnTo>
                  <a:pt x="921648" y="27996"/>
                </a:lnTo>
                <a:lnTo>
                  <a:pt x="921306" y="28554"/>
                </a:lnTo>
                <a:lnTo>
                  <a:pt x="920978" y="29118"/>
                </a:lnTo>
                <a:lnTo>
                  <a:pt x="920664" y="29690"/>
                </a:lnTo>
                <a:lnTo>
                  <a:pt x="920365" y="30268"/>
                </a:lnTo>
                <a:lnTo>
                  <a:pt x="920081" y="30854"/>
                </a:lnTo>
                <a:lnTo>
                  <a:pt x="919811" y="31447"/>
                </a:lnTo>
                <a:lnTo>
                  <a:pt x="919556" y="32046"/>
                </a:lnTo>
                <a:lnTo>
                  <a:pt x="919316" y="32653"/>
                </a:lnTo>
                <a:lnTo>
                  <a:pt x="919090" y="33267"/>
                </a:lnTo>
                <a:lnTo>
                  <a:pt x="918878" y="33888"/>
                </a:lnTo>
                <a:lnTo>
                  <a:pt x="918681" y="34516"/>
                </a:lnTo>
                <a:lnTo>
                  <a:pt x="918499" y="35150"/>
                </a:lnTo>
                <a:lnTo>
                  <a:pt x="918331" y="35792"/>
                </a:lnTo>
                <a:lnTo>
                  <a:pt x="918178" y="36441"/>
                </a:lnTo>
                <a:lnTo>
                  <a:pt x="918040" y="37097"/>
                </a:lnTo>
                <a:lnTo>
                  <a:pt x="917916" y="37760"/>
                </a:lnTo>
                <a:lnTo>
                  <a:pt x="917807" y="38430"/>
                </a:lnTo>
                <a:lnTo>
                  <a:pt x="917712" y="39107"/>
                </a:lnTo>
                <a:lnTo>
                  <a:pt x="917632" y="39791"/>
                </a:lnTo>
                <a:lnTo>
                  <a:pt x="917566" y="40482"/>
                </a:lnTo>
                <a:lnTo>
                  <a:pt x="917515" y="41180"/>
                </a:lnTo>
                <a:lnTo>
                  <a:pt x="917479" y="41885"/>
                </a:lnTo>
                <a:lnTo>
                  <a:pt x="917457" y="42597"/>
                </a:lnTo>
                <a:lnTo>
                  <a:pt x="917449" y="43317"/>
                </a:lnTo>
                <a:lnTo>
                  <a:pt x="926216" y="43317"/>
                </a:lnTo>
                <a:lnTo>
                  <a:pt x="926221" y="42757"/>
                </a:lnTo>
                <a:lnTo>
                  <a:pt x="926237" y="42204"/>
                </a:lnTo>
                <a:lnTo>
                  <a:pt x="926264" y="41657"/>
                </a:lnTo>
                <a:lnTo>
                  <a:pt x="926302" y="41116"/>
                </a:lnTo>
                <a:lnTo>
                  <a:pt x="926350" y="40582"/>
                </a:lnTo>
                <a:lnTo>
                  <a:pt x="926409" y="40054"/>
                </a:lnTo>
                <a:lnTo>
                  <a:pt x="926479" y="39533"/>
                </a:lnTo>
                <a:lnTo>
                  <a:pt x="926560" y="39018"/>
                </a:lnTo>
                <a:lnTo>
                  <a:pt x="926651" y="38509"/>
                </a:lnTo>
                <a:lnTo>
                  <a:pt x="926753" y="38006"/>
                </a:lnTo>
                <a:lnTo>
                  <a:pt x="926866" y="37510"/>
                </a:lnTo>
                <a:lnTo>
                  <a:pt x="926989" y="37021"/>
                </a:lnTo>
                <a:lnTo>
                  <a:pt x="927124" y="36538"/>
                </a:lnTo>
                <a:lnTo>
                  <a:pt x="927269" y="36061"/>
                </a:lnTo>
                <a:lnTo>
                  <a:pt x="927424" y="35590"/>
                </a:lnTo>
                <a:lnTo>
                  <a:pt x="927591" y="35126"/>
                </a:lnTo>
                <a:lnTo>
                  <a:pt x="927768" y="34668"/>
                </a:lnTo>
                <a:lnTo>
                  <a:pt x="927956" y="34217"/>
                </a:lnTo>
                <a:lnTo>
                  <a:pt x="928155" y="33772"/>
                </a:lnTo>
                <a:lnTo>
                  <a:pt x="928364" y="33333"/>
                </a:lnTo>
                <a:lnTo>
                  <a:pt x="928585" y="32901"/>
                </a:lnTo>
                <a:lnTo>
                  <a:pt x="928816" y="32475"/>
                </a:lnTo>
                <a:lnTo>
                  <a:pt x="929057" y="32056"/>
                </a:lnTo>
                <a:lnTo>
                  <a:pt x="929310" y="31643"/>
                </a:lnTo>
                <a:lnTo>
                  <a:pt x="929572" y="31237"/>
                </a:lnTo>
                <a:lnTo>
                  <a:pt x="929841" y="30838"/>
                </a:lnTo>
                <a:lnTo>
                  <a:pt x="930118" y="30448"/>
                </a:lnTo>
                <a:lnTo>
                  <a:pt x="930404" y="30066"/>
                </a:lnTo>
                <a:lnTo>
                  <a:pt x="930697" y="29692"/>
                </a:lnTo>
                <a:lnTo>
                  <a:pt x="930997" y="29325"/>
                </a:lnTo>
                <a:lnTo>
                  <a:pt x="931306" y="28966"/>
                </a:lnTo>
                <a:lnTo>
                  <a:pt x="931622" y="28616"/>
                </a:lnTo>
                <a:lnTo>
                  <a:pt x="931946" y="28273"/>
                </a:lnTo>
                <a:lnTo>
                  <a:pt x="932278" y="27938"/>
                </a:lnTo>
                <a:lnTo>
                  <a:pt x="932618" y="27611"/>
                </a:lnTo>
                <a:lnTo>
                  <a:pt x="932966" y="27292"/>
                </a:lnTo>
                <a:lnTo>
                  <a:pt x="933321" y="26981"/>
                </a:lnTo>
                <a:lnTo>
                  <a:pt x="933684" y="26678"/>
                </a:lnTo>
                <a:lnTo>
                  <a:pt x="934055" y="26382"/>
                </a:lnTo>
                <a:lnTo>
                  <a:pt x="934434" y="26095"/>
                </a:lnTo>
                <a:lnTo>
                  <a:pt x="934820" y="25815"/>
                </a:lnTo>
                <a:lnTo>
                  <a:pt x="935215" y="25544"/>
                </a:lnTo>
                <a:lnTo>
                  <a:pt x="935617" y="25280"/>
                </a:lnTo>
                <a:lnTo>
                  <a:pt x="936027" y="25024"/>
                </a:lnTo>
                <a:lnTo>
                  <a:pt x="936445" y="24776"/>
                </a:lnTo>
                <a:lnTo>
                  <a:pt x="936870" y="24536"/>
                </a:lnTo>
                <a:lnTo>
                  <a:pt x="937304" y="24304"/>
                </a:lnTo>
                <a:lnTo>
                  <a:pt x="937745" y="24080"/>
                </a:lnTo>
                <a:lnTo>
                  <a:pt x="938192" y="23864"/>
                </a:lnTo>
                <a:lnTo>
                  <a:pt x="938644" y="23658"/>
                </a:lnTo>
                <a:lnTo>
                  <a:pt x="939101" y="23461"/>
                </a:lnTo>
                <a:lnTo>
                  <a:pt x="939563" y="23273"/>
                </a:lnTo>
                <a:lnTo>
                  <a:pt x="940029" y="23094"/>
                </a:lnTo>
                <a:lnTo>
                  <a:pt x="940500" y="22924"/>
                </a:lnTo>
                <a:lnTo>
                  <a:pt x="940976" y="22763"/>
                </a:lnTo>
                <a:lnTo>
                  <a:pt x="941457" y="22612"/>
                </a:lnTo>
                <a:lnTo>
                  <a:pt x="941942" y="22470"/>
                </a:lnTo>
                <a:lnTo>
                  <a:pt x="942432" y="22337"/>
                </a:lnTo>
                <a:lnTo>
                  <a:pt x="942927" y="22213"/>
                </a:lnTo>
                <a:lnTo>
                  <a:pt x="943426" y="22098"/>
                </a:lnTo>
                <a:lnTo>
                  <a:pt x="943931" y="21992"/>
                </a:lnTo>
                <a:lnTo>
                  <a:pt x="944440" y="21896"/>
                </a:lnTo>
                <a:lnTo>
                  <a:pt x="944953" y="21809"/>
                </a:lnTo>
                <a:lnTo>
                  <a:pt x="945472" y="21731"/>
                </a:lnTo>
                <a:lnTo>
                  <a:pt x="945995" y="21662"/>
                </a:lnTo>
                <a:lnTo>
                  <a:pt x="946523" y="21602"/>
                </a:lnTo>
                <a:lnTo>
                  <a:pt x="947055" y="21552"/>
                </a:lnTo>
                <a:lnTo>
                  <a:pt x="947593" y="21511"/>
                </a:lnTo>
                <a:lnTo>
                  <a:pt x="948135" y="21479"/>
                </a:lnTo>
                <a:lnTo>
                  <a:pt x="948682" y="21456"/>
                </a:lnTo>
                <a:lnTo>
                  <a:pt x="949233" y="21442"/>
                </a:lnTo>
                <a:lnTo>
                  <a:pt x="949789" y="21437"/>
                </a:lnTo>
                <a:lnTo>
                  <a:pt x="950429" y="21442"/>
                </a:lnTo>
                <a:lnTo>
                  <a:pt x="951059" y="21456"/>
                </a:lnTo>
                <a:lnTo>
                  <a:pt x="951680" y="21480"/>
                </a:lnTo>
                <a:lnTo>
                  <a:pt x="952291" y="21514"/>
                </a:lnTo>
                <a:lnTo>
                  <a:pt x="952893" y="21557"/>
                </a:lnTo>
                <a:lnTo>
                  <a:pt x="953484" y="21610"/>
                </a:lnTo>
                <a:lnTo>
                  <a:pt x="954067" y="21672"/>
                </a:lnTo>
                <a:lnTo>
                  <a:pt x="954639" y="21744"/>
                </a:lnTo>
                <a:lnTo>
                  <a:pt x="955202" y="21825"/>
                </a:lnTo>
                <a:lnTo>
                  <a:pt x="955756" y="21916"/>
                </a:lnTo>
                <a:lnTo>
                  <a:pt x="956300" y="22017"/>
                </a:lnTo>
                <a:lnTo>
                  <a:pt x="956834" y="22127"/>
                </a:lnTo>
                <a:lnTo>
                  <a:pt x="957359" y="22246"/>
                </a:lnTo>
                <a:lnTo>
                  <a:pt x="957874" y="22376"/>
                </a:lnTo>
                <a:lnTo>
                  <a:pt x="958379" y="22515"/>
                </a:lnTo>
                <a:lnTo>
                  <a:pt x="958875" y="22663"/>
                </a:lnTo>
                <a:lnTo>
                  <a:pt x="959361" y="22821"/>
                </a:lnTo>
                <a:lnTo>
                  <a:pt x="959838" y="22989"/>
                </a:lnTo>
                <a:lnTo>
                  <a:pt x="960305" y="23166"/>
                </a:lnTo>
                <a:lnTo>
                  <a:pt x="960763" y="23353"/>
                </a:lnTo>
                <a:lnTo>
                  <a:pt x="961211" y="23549"/>
                </a:lnTo>
                <a:lnTo>
                  <a:pt x="961649" y="23755"/>
                </a:lnTo>
                <a:lnTo>
                  <a:pt x="962078" y="23970"/>
                </a:lnTo>
                <a:lnTo>
                  <a:pt x="962497" y="24195"/>
                </a:lnTo>
                <a:lnTo>
                  <a:pt x="962907" y="24429"/>
                </a:lnTo>
                <a:lnTo>
                  <a:pt x="963308" y="24670"/>
                </a:lnTo>
                <a:lnTo>
                  <a:pt x="963701" y="24918"/>
                </a:lnTo>
                <a:lnTo>
                  <a:pt x="964084" y="25174"/>
                </a:lnTo>
                <a:lnTo>
                  <a:pt x="964459" y="25437"/>
                </a:lnTo>
                <a:lnTo>
                  <a:pt x="964825" y="25707"/>
                </a:lnTo>
                <a:lnTo>
                  <a:pt x="965182" y="25985"/>
                </a:lnTo>
                <a:lnTo>
                  <a:pt x="965530" y="26271"/>
                </a:lnTo>
                <a:lnTo>
                  <a:pt x="965869" y="26563"/>
                </a:lnTo>
                <a:lnTo>
                  <a:pt x="966200" y="26864"/>
                </a:lnTo>
                <a:lnTo>
                  <a:pt x="966521" y="27171"/>
                </a:lnTo>
                <a:lnTo>
                  <a:pt x="966834" y="27486"/>
                </a:lnTo>
                <a:lnTo>
                  <a:pt x="967138" y="27808"/>
                </a:lnTo>
                <a:lnTo>
                  <a:pt x="967434" y="28138"/>
                </a:lnTo>
                <a:lnTo>
                  <a:pt x="967720" y="28475"/>
                </a:lnTo>
                <a:lnTo>
                  <a:pt x="967998" y="28820"/>
                </a:lnTo>
                <a:lnTo>
                  <a:pt x="968266" y="29172"/>
                </a:lnTo>
                <a:lnTo>
                  <a:pt x="968526" y="29531"/>
                </a:lnTo>
                <a:lnTo>
                  <a:pt x="968777" y="29898"/>
                </a:lnTo>
                <a:lnTo>
                  <a:pt x="969020" y="30272"/>
                </a:lnTo>
                <a:lnTo>
                  <a:pt x="969253" y="30654"/>
                </a:lnTo>
                <a:lnTo>
                  <a:pt x="969478" y="31043"/>
                </a:lnTo>
                <a:lnTo>
                  <a:pt x="969694" y="31439"/>
                </a:lnTo>
                <a:lnTo>
                  <a:pt x="969901" y="31843"/>
                </a:lnTo>
                <a:lnTo>
                  <a:pt x="970099" y="32253"/>
                </a:lnTo>
                <a:lnTo>
                  <a:pt x="970289" y="32669"/>
                </a:lnTo>
                <a:lnTo>
                  <a:pt x="970471" y="33090"/>
                </a:lnTo>
                <a:lnTo>
                  <a:pt x="970644" y="33517"/>
                </a:lnTo>
                <a:lnTo>
                  <a:pt x="970808" y="33949"/>
                </a:lnTo>
                <a:lnTo>
                  <a:pt x="970964" y="34387"/>
                </a:lnTo>
                <a:lnTo>
                  <a:pt x="971112" y="34830"/>
                </a:lnTo>
                <a:lnTo>
                  <a:pt x="971251" y="35279"/>
                </a:lnTo>
                <a:lnTo>
                  <a:pt x="971382" y="35733"/>
                </a:lnTo>
                <a:lnTo>
                  <a:pt x="971505" y="36193"/>
                </a:lnTo>
                <a:lnTo>
                  <a:pt x="971618" y="36658"/>
                </a:lnTo>
                <a:lnTo>
                  <a:pt x="971724" y="37129"/>
                </a:lnTo>
                <a:lnTo>
                  <a:pt x="971821" y="37605"/>
                </a:lnTo>
                <a:lnTo>
                  <a:pt x="971910" y="38086"/>
                </a:lnTo>
                <a:lnTo>
                  <a:pt x="971990" y="38574"/>
                </a:lnTo>
                <a:lnTo>
                  <a:pt x="972062" y="39066"/>
                </a:lnTo>
                <a:lnTo>
                  <a:pt x="972125" y="39565"/>
                </a:lnTo>
                <a:lnTo>
                  <a:pt x="972180" y="40068"/>
                </a:lnTo>
                <a:lnTo>
                  <a:pt x="972226" y="40578"/>
                </a:lnTo>
                <a:lnTo>
                  <a:pt x="972264" y="41092"/>
                </a:lnTo>
                <a:lnTo>
                  <a:pt x="972294" y="41612"/>
                </a:lnTo>
                <a:lnTo>
                  <a:pt x="972315" y="42138"/>
                </a:lnTo>
                <a:lnTo>
                  <a:pt x="972328" y="42669"/>
                </a:lnTo>
                <a:lnTo>
                  <a:pt x="972332" y="43206"/>
                </a:lnTo>
                <a:lnTo>
                  <a:pt x="972327" y="43682"/>
                </a:lnTo>
                <a:lnTo>
                  <a:pt x="972312" y="44155"/>
                </a:lnTo>
                <a:lnTo>
                  <a:pt x="972287" y="44624"/>
                </a:lnTo>
                <a:lnTo>
                  <a:pt x="972253" y="45089"/>
                </a:lnTo>
                <a:lnTo>
                  <a:pt x="972209" y="45551"/>
                </a:lnTo>
                <a:lnTo>
                  <a:pt x="972154" y="46009"/>
                </a:lnTo>
                <a:lnTo>
                  <a:pt x="972090" y="46464"/>
                </a:lnTo>
                <a:lnTo>
                  <a:pt x="972017" y="46915"/>
                </a:lnTo>
                <a:lnTo>
                  <a:pt x="971933" y="47363"/>
                </a:lnTo>
                <a:lnTo>
                  <a:pt x="971839" y="47807"/>
                </a:lnTo>
                <a:lnTo>
                  <a:pt x="971736" y="48247"/>
                </a:lnTo>
                <a:lnTo>
                  <a:pt x="971623" y="48684"/>
                </a:lnTo>
                <a:lnTo>
                  <a:pt x="971500" y="49117"/>
                </a:lnTo>
                <a:lnTo>
                  <a:pt x="971367" y="49547"/>
                </a:lnTo>
                <a:lnTo>
                  <a:pt x="971224" y="49973"/>
                </a:lnTo>
                <a:lnTo>
                  <a:pt x="971071" y="50396"/>
                </a:lnTo>
                <a:lnTo>
                  <a:pt x="970909" y="50815"/>
                </a:lnTo>
                <a:lnTo>
                  <a:pt x="970736" y="51230"/>
                </a:lnTo>
                <a:lnTo>
                  <a:pt x="970554" y="51642"/>
                </a:lnTo>
                <a:lnTo>
                  <a:pt x="970362" y="52051"/>
                </a:lnTo>
                <a:lnTo>
                  <a:pt x="970160" y="52455"/>
                </a:lnTo>
                <a:lnTo>
                  <a:pt x="969949" y="52857"/>
                </a:lnTo>
                <a:lnTo>
                  <a:pt x="969727" y="53254"/>
                </a:lnTo>
                <a:lnTo>
                  <a:pt x="969496" y="53648"/>
                </a:lnTo>
                <a:lnTo>
                  <a:pt x="969254" y="54037"/>
                </a:lnTo>
                <a:lnTo>
                  <a:pt x="969004" y="54419"/>
                </a:lnTo>
                <a:lnTo>
                  <a:pt x="968744" y="54795"/>
                </a:lnTo>
                <a:lnTo>
                  <a:pt x="968474" y="55164"/>
                </a:lnTo>
                <a:lnTo>
                  <a:pt x="968196" y="55526"/>
                </a:lnTo>
                <a:lnTo>
                  <a:pt x="967907" y="55882"/>
                </a:lnTo>
                <a:lnTo>
                  <a:pt x="967609" y="56231"/>
                </a:lnTo>
                <a:lnTo>
                  <a:pt x="967302" y="56573"/>
                </a:lnTo>
                <a:lnTo>
                  <a:pt x="966985" y="56909"/>
                </a:lnTo>
                <a:lnTo>
                  <a:pt x="966659" y="57238"/>
                </a:lnTo>
                <a:lnTo>
                  <a:pt x="966323" y="57560"/>
                </a:lnTo>
                <a:lnTo>
                  <a:pt x="965978" y="57876"/>
                </a:lnTo>
                <a:lnTo>
                  <a:pt x="965623" y="58186"/>
                </a:lnTo>
                <a:lnTo>
                  <a:pt x="965259" y="58488"/>
                </a:lnTo>
                <a:lnTo>
                  <a:pt x="964886" y="58784"/>
                </a:lnTo>
                <a:lnTo>
                  <a:pt x="964503" y="59073"/>
                </a:lnTo>
                <a:lnTo>
                  <a:pt x="964110" y="59356"/>
                </a:lnTo>
                <a:lnTo>
                  <a:pt x="963708" y="59632"/>
                </a:lnTo>
                <a:lnTo>
                  <a:pt x="963297" y="59901"/>
                </a:lnTo>
                <a:lnTo>
                  <a:pt x="962876" y="60164"/>
                </a:lnTo>
                <a:lnTo>
                  <a:pt x="962445" y="60420"/>
                </a:lnTo>
                <a:lnTo>
                  <a:pt x="962005" y="60670"/>
                </a:lnTo>
                <a:lnTo>
                  <a:pt x="961556" y="60913"/>
                </a:lnTo>
                <a:lnTo>
                  <a:pt x="961097" y="61149"/>
                </a:lnTo>
                <a:lnTo>
                  <a:pt x="960629" y="61377"/>
                </a:lnTo>
                <a:lnTo>
                  <a:pt x="960152" y="61595"/>
                </a:lnTo>
                <a:lnTo>
                  <a:pt x="959665" y="61804"/>
                </a:lnTo>
                <a:lnTo>
                  <a:pt x="959169" y="62003"/>
                </a:lnTo>
                <a:lnTo>
                  <a:pt x="958663" y="62192"/>
                </a:lnTo>
                <a:lnTo>
                  <a:pt x="958148" y="62371"/>
                </a:lnTo>
                <a:lnTo>
                  <a:pt x="957624" y="62541"/>
                </a:lnTo>
                <a:lnTo>
                  <a:pt x="957091" y="62701"/>
                </a:lnTo>
                <a:lnTo>
                  <a:pt x="956548" y="62852"/>
                </a:lnTo>
                <a:lnTo>
                  <a:pt x="955996" y="62993"/>
                </a:lnTo>
                <a:lnTo>
                  <a:pt x="955434" y="63124"/>
                </a:lnTo>
                <a:lnTo>
                  <a:pt x="954863" y="63245"/>
                </a:lnTo>
                <a:lnTo>
                  <a:pt x="954283" y="63356"/>
                </a:lnTo>
                <a:lnTo>
                  <a:pt x="953694" y="63458"/>
                </a:lnTo>
                <a:lnTo>
                  <a:pt x="953095" y="63551"/>
                </a:lnTo>
                <a:lnTo>
                  <a:pt x="952487" y="63633"/>
                </a:lnTo>
                <a:lnTo>
                  <a:pt x="951869" y="63706"/>
                </a:lnTo>
                <a:lnTo>
                  <a:pt x="951242" y="63769"/>
                </a:lnTo>
                <a:lnTo>
                  <a:pt x="950606" y="63822"/>
                </a:lnTo>
                <a:lnTo>
                  <a:pt x="949960" y="63866"/>
                </a:lnTo>
                <a:lnTo>
                  <a:pt x="949305" y="63900"/>
                </a:lnTo>
                <a:lnTo>
                  <a:pt x="948641" y="63924"/>
                </a:lnTo>
                <a:lnTo>
                  <a:pt x="947968" y="63939"/>
                </a:lnTo>
                <a:lnTo>
                  <a:pt x="947285" y="63944"/>
                </a:lnTo>
                <a:lnTo>
                  <a:pt x="938297" y="63944"/>
                </a:lnTo>
                <a:lnTo>
                  <a:pt x="938297" y="65712"/>
                </a:lnTo>
                <a:lnTo>
                  <a:pt x="938297" y="69911"/>
                </a:lnTo>
                <a:lnTo>
                  <a:pt x="938297" y="71605"/>
                </a:lnTo>
                <a:lnTo>
                  <a:pt x="947285" y="71605"/>
                </a:lnTo>
                <a:lnTo>
                  <a:pt x="947951" y="71609"/>
                </a:lnTo>
                <a:lnTo>
                  <a:pt x="948609" y="71621"/>
                </a:lnTo>
                <a:lnTo>
                  <a:pt x="949262" y="71641"/>
                </a:lnTo>
                <a:lnTo>
                  <a:pt x="949907" y="71669"/>
                </a:lnTo>
                <a:lnTo>
                  <a:pt x="950546" y="71704"/>
                </a:lnTo>
                <a:lnTo>
                  <a:pt x="951178" y="71748"/>
                </a:lnTo>
                <a:lnTo>
                  <a:pt x="951803" y="71800"/>
                </a:lnTo>
                <a:lnTo>
                  <a:pt x="952421" y="71859"/>
                </a:lnTo>
                <a:lnTo>
                  <a:pt x="953033" y="71927"/>
                </a:lnTo>
                <a:lnTo>
                  <a:pt x="953637" y="72002"/>
                </a:lnTo>
                <a:lnTo>
                  <a:pt x="954235" y="72086"/>
                </a:lnTo>
                <a:lnTo>
                  <a:pt x="954826" y="72177"/>
                </a:lnTo>
                <a:lnTo>
                  <a:pt x="955411" y="72276"/>
                </a:lnTo>
                <a:lnTo>
                  <a:pt x="955989" y="72384"/>
                </a:lnTo>
                <a:lnTo>
                  <a:pt x="956559" y="72499"/>
                </a:lnTo>
                <a:lnTo>
                  <a:pt x="957123" y="72622"/>
                </a:lnTo>
                <a:lnTo>
                  <a:pt x="957681" y="72753"/>
                </a:lnTo>
                <a:lnTo>
                  <a:pt x="958231" y="72892"/>
                </a:lnTo>
                <a:lnTo>
                  <a:pt x="958775" y="73039"/>
                </a:lnTo>
                <a:lnTo>
                  <a:pt x="959312" y="73194"/>
                </a:lnTo>
                <a:lnTo>
                  <a:pt x="959842" y="73357"/>
                </a:lnTo>
                <a:lnTo>
                  <a:pt x="960366" y="73528"/>
                </a:lnTo>
                <a:lnTo>
                  <a:pt x="960882" y="73707"/>
                </a:lnTo>
                <a:lnTo>
                  <a:pt x="961392" y="73893"/>
                </a:lnTo>
                <a:lnTo>
                  <a:pt x="961894" y="74088"/>
                </a:lnTo>
                <a:lnTo>
                  <a:pt x="962387" y="74292"/>
                </a:lnTo>
                <a:lnTo>
                  <a:pt x="962870" y="74505"/>
                </a:lnTo>
                <a:lnTo>
                  <a:pt x="963344" y="74727"/>
                </a:lnTo>
                <a:lnTo>
                  <a:pt x="963809" y="74958"/>
                </a:lnTo>
                <a:lnTo>
                  <a:pt x="964265" y="75198"/>
                </a:lnTo>
                <a:lnTo>
                  <a:pt x="964712" y="75447"/>
                </a:lnTo>
                <a:lnTo>
                  <a:pt x="965149" y="75705"/>
                </a:lnTo>
                <a:lnTo>
                  <a:pt x="965577" y="75971"/>
                </a:lnTo>
                <a:lnTo>
                  <a:pt x="965996" y="76247"/>
                </a:lnTo>
                <a:lnTo>
                  <a:pt x="966406" y="76532"/>
                </a:lnTo>
                <a:lnTo>
                  <a:pt x="966807" y="76826"/>
                </a:lnTo>
                <a:lnTo>
                  <a:pt x="967198" y="77128"/>
                </a:lnTo>
                <a:lnTo>
                  <a:pt x="967580" y="77440"/>
                </a:lnTo>
                <a:lnTo>
                  <a:pt x="967953" y="77761"/>
                </a:lnTo>
                <a:lnTo>
                  <a:pt x="968317" y="78090"/>
                </a:lnTo>
                <a:lnTo>
                  <a:pt x="968671" y="78429"/>
                </a:lnTo>
                <a:lnTo>
                  <a:pt x="969017" y="78776"/>
                </a:lnTo>
                <a:lnTo>
                  <a:pt x="969353" y="79133"/>
                </a:lnTo>
                <a:lnTo>
                  <a:pt x="969680" y="79499"/>
                </a:lnTo>
                <a:lnTo>
                  <a:pt x="969997" y="79873"/>
                </a:lnTo>
                <a:lnTo>
                  <a:pt x="970306" y="80257"/>
                </a:lnTo>
                <a:lnTo>
                  <a:pt x="970605" y="80649"/>
                </a:lnTo>
                <a:lnTo>
                  <a:pt x="970895" y="81051"/>
                </a:lnTo>
                <a:lnTo>
                  <a:pt x="971175" y="81461"/>
                </a:lnTo>
                <a:lnTo>
                  <a:pt x="971442" y="81882"/>
                </a:lnTo>
                <a:lnTo>
                  <a:pt x="971698" y="82313"/>
                </a:lnTo>
                <a:lnTo>
                  <a:pt x="971942" y="82754"/>
                </a:lnTo>
                <a:lnTo>
                  <a:pt x="972174" y="83204"/>
                </a:lnTo>
                <a:lnTo>
                  <a:pt x="972394" y="83665"/>
                </a:lnTo>
                <a:lnTo>
                  <a:pt x="972602" y="84136"/>
                </a:lnTo>
                <a:lnTo>
                  <a:pt x="972798" y="84617"/>
                </a:lnTo>
                <a:lnTo>
                  <a:pt x="972983" y="85107"/>
                </a:lnTo>
                <a:lnTo>
                  <a:pt x="973155" y="85608"/>
                </a:lnTo>
                <a:lnTo>
                  <a:pt x="973316" y="86119"/>
                </a:lnTo>
                <a:lnTo>
                  <a:pt x="973464" y="86640"/>
                </a:lnTo>
                <a:lnTo>
                  <a:pt x="973601" y="87170"/>
                </a:lnTo>
                <a:lnTo>
                  <a:pt x="973726" y="87711"/>
                </a:lnTo>
                <a:lnTo>
                  <a:pt x="973839" y="88262"/>
                </a:lnTo>
                <a:lnTo>
                  <a:pt x="973940" y="88822"/>
                </a:lnTo>
                <a:lnTo>
                  <a:pt x="974029" y="89393"/>
                </a:lnTo>
                <a:lnTo>
                  <a:pt x="974107" y="89974"/>
                </a:lnTo>
                <a:lnTo>
                  <a:pt x="974172" y="90565"/>
                </a:lnTo>
                <a:lnTo>
                  <a:pt x="974226" y="91165"/>
                </a:lnTo>
                <a:lnTo>
                  <a:pt x="974267" y="91776"/>
                </a:lnTo>
                <a:lnTo>
                  <a:pt x="974297" y="92397"/>
                </a:lnTo>
                <a:lnTo>
                  <a:pt x="974315" y="93028"/>
                </a:lnTo>
                <a:lnTo>
                  <a:pt x="974321" y="93668"/>
                </a:lnTo>
                <a:lnTo>
                  <a:pt x="974316" y="94273"/>
                </a:lnTo>
                <a:lnTo>
                  <a:pt x="974301" y="94871"/>
                </a:lnTo>
                <a:lnTo>
                  <a:pt x="974276" y="95460"/>
                </a:lnTo>
                <a:lnTo>
                  <a:pt x="974241" y="96042"/>
                </a:lnTo>
                <a:lnTo>
                  <a:pt x="974196" y="96616"/>
                </a:lnTo>
                <a:lnTo>
                  <a:pt x="974141" y="97182"/>
                </a:lnTo>
                <a:lnTo>
                  <a:pt x="974076" y="97741"/>
                </a:lnTo>
                <a:lnTo>
                  <a:pt x="974002" y="98292"/>
                </a:lnTo>
                <a:lnTo>
                  <a:pt x="973917" y="98836"/>
                </a:lnTo>
                <a:lnTo>
                  <a:pt x="973822" y="99372"/>
                </a:lnTo>
                <a:lnTo>
                  <a:pt x="973717" y="99900"/>
                </a:lnTo>
                <a:lnTo>
                  <a:pt x="973603" y="100420"/>
                </a:lnTo>
                <a:lnTo>
                  <a:pt x="973478" y="100933"/>
                </a:lnTo>
                <a:lnTo>
                  <a:pt x="973343" y="101438"/>
                </a:lnTo>
                <a:lnTo>
                  <a:pt x="973199" y="101935"/>
                </a:lnTo>
                <a:lnTo>
                  <a:pt x="973044" y="102425"/>
                </a:lnTo>
                <a:lnTo>
                  <a:pt x="972879" y="102907"/>
                </a:lnTo>
                <a:lnTo>
                  <a:pt x="972705" y="103381"/>
                </a:lnTo>
                <a:lnTo>
                  <a:pt x="972520" y="103848"/>
                </a:lnTo>
                <a:lnTo>
                  <a:pt x="972326" y="104306"/>
                </a:lnTo>
                <a:lnTo>
                  <a:pt x="972121" y="104758"/>
                </a:lnTo>
                <a:lnTo>
                  <a:pt x="971907" y="105201"/>
                </a:lnTo>
                <a:lnTo>
                  <a:pt x="971682" y="105637"/>
                </a:lnTo>
                <a:lnTo>
                  <a:pt x="971448" y="106065"/>
                </a:lnTo>
                <a:lnTo>
                  <a:pt x="971204" y="106485"/>
                </a:lnTo>
                <a:lnTo>
                  <a:pt x="970951" y="106897"/>
                </a:lnTo>
                <a:lnTo>
                  <a:pt x="970690" y="107300"/>
                </a:lnTo>
                <a:lnTo>
                  <a:pt x="970419" y="107694"/>
                </a:lnTo>
                <a:lnTo>
                  <a:pt x="970140" y="108081"/>
                </a:lnTo>
                <a:lnTo>
                  <a:pt x="969852" y="108458"/>
                </a:lnTo>
                <a:lnTo>
                  <a:pt x="969556" y="108827"/>
                </a:lnTo>
                <a:lnTo>
                  <a:pt x="969250" y="109188"/>
                </a:lnTo>
                <a:lnTo>
                  <a:pt x="968936" y="109541"/>
                </a:lnTo>
                <a:lnTo>
                  <a:pt x="968612" y="109885"/>
                </a:lnTo>
                <a:lnTo>
                  <a:pt x="968280" y="110220"/>
                </a:lnTo>
                <a:lnTo>
                  <a:pt x="967939" y="110547"/>
                </a:lnTo>
                <a:lnTo>
                  <a:pt x="967590" y="110866"/>
                </a:lnTo>
                <a:lnTo>
                  <a:pt x="967231" y="111176"/>
                </a:lnTo>
                <a:lnTo>
                  <a:pt x="966864" y="111477"/>
                </a:lnTo>
                <a:lnTo>
                  <a:pt x="966487" y="111770"/>
                </a:lnTo>
                <a:lnTo>
                  <a:pt x="966102" y="112055"/>
                </a:lnTo>
                <a:lnTo>
                  <a:pt x="965709" y="112332"/>
                </a:lnTo>
                <a:lnTo>
                  <a:pt x="965306" y="112599"/>
                </a:lnTo>
                <a:lnTo>
                  <a:pt x="964894" y="112859"/>
                </a:lnTo>
                <a:lnTo>
                  <a:pt x="964474" y="113110"/>
                </a:lnTo>
                <a:lnTo>
                  <a:pt x="964045" y="113352"/>
                </a:lnTo>
                <a:lnTo>
                  <a:pt x="963607" y="113586"/>
                </a:lnTo>
                <a:lnTo>
                  <a:pt x="963160" y="113812"/>
                </a:lnTo>
                <a:lnTo>
                  <a:pt x="962705" y="114029"/>
                </a:lnTo>
                <a:lnTo>
                  <a:pt x="962243" y="114236"/>
                </a:lnTo>
                <a:lnTo>
                  <a:pt x="961773" y="114435"/>
                </a:lnTo>
                <a:lnTo>
                  <a:pt x="961295" y="114624"/>
                </a:lnTo>
                <a:lnTo>
                  <a:pt x="960810" y="114804"/>
                </a:lnTo>
                <a:lnTo>
                  <a:pt x="960317" y="114974"/>
                </a:lnTo>
                <a:lnTo>
                  <a:pt x="959817" y="115136"/>
                </a:lnTo>
                <a:lnTo>
                  <a:pt x="959309" y="115288"/>
                </a:lnTo>
                <a:lnTo>
                  <a:pt x="958794" y="115431"/>
                </a:lnTo>
                <a:lnTo>
                  <a:pt x="958271" y="115565"/>
                </a:lnTo>
                <a:lnTo>
                  <a:pt x="957740" y="115689"/>
                </a:lnTo>
                <a:lnTo>
                  <a:pt x="957202" y="115804"/>
                </a:lnTo>
                <a:lnTo>
                  <a:pt x="956657" y="115910"/>
                </a:lnTo>
                <a:lnTo>
                  <a:pt x="956104" y="116007"/>
                </a:lnTo>
                <a:lnTo>
                  <a:pt x="955543" y="116095"/>
                </a:lnTo>
                <a:lnTo>
                  <a:pt x="954975" y="116173"/>
                </a:lnTo>
                <a:lnTo>
                  <a:pt x="954399" y="116243"/>
                </a:lnTo>
                <a:lnTo>
                  <a:pt x="953816" y="116303"/>
                </a:lnTo>
                <a:lnTo>
                  <a:pt x="953225" y="116353"/>
                </a:lnTo>
                <a:lnTo>
                  <a:pt x="952627" y="116395"/>
                </a:lnTo>
                <a:lnTo>
                  <a:pt x="952021" y="116427"/>
                </a:lnTo>
                <a:lnTo>
                  <a:pt x="951407" y="116450"/>
                </a:lnTo>
                <a:lnTo>
                  <a:pt x="950786" y="116464"/>
                </a:lnTo>
                <a:lnTo>
                  <a:pt x="950158" y="116469"/>
                </a:lnTo>
                <a:lnTo>
                  <a:pt x="949541" y="116463"/>
                </a:lnTo>
                <a:lnTo>
                  <a:pt x="948929" y="116448"/>
                </a:lnTo>
                <a:lnTo>
                  <a:pt x="948324" y="116422"/>
                </a:lnTo>
                <a:lnTo>
                  <a:pt x="947724" y="116386"/>
                </a:lnTo>
                <a:lnTo>
                  <a:pt x="947130" y="116340"/>
                </a:lnTo>
                <a:lnTo>
                  <a:pt x="946541" y="116284"/>
                </a:lnTo>
                <a:lnTo>
                  <a:pt x="945959" y="116217"/>
                </a:lnTo>
                <a:lnTo>
                  <a:pt x="945382" y="116140"/>
                </a:lnTo>
                <a:lnTo>
                  <a:pt x="944811" y="116053"/>
                </a:lnTo>
                <a:lnTo>
                  <a:pt x="944245" y="115955"/>
                </a:lnTo>
                <a:lnTo>
                  <a:pt x="943686" y="115848"/>
                </a:lnTo>
                <a:lnTo>
                  <a:pt x="943132" y="115730"/>
                </a:lnTo>
                <a:lnTo>
                  <a:pt x="942584" y="115601"/>
                </a:lnTo>
                <a:lnTo>
                  <a:pt x="942041" y="115463"/>
                </a:lnTo>
                <a:lnTo>
                  <a:pt x="941505" y="115314"/>
                </a:lnTo>
                <a:lnTo>
                  <a:pt x="940974" y="115155"/>
                </a:lnTo>
                <a:lnTo>
                  <a:pt x="940449" y="114985"/>
                </a:lnTo>
                <a:lnTo>
                  <a:pt x="939930" y="114806"/>
                </a:lnTo>
                <a:lnTo>
                  <a:pt x="939416" y="114616"/>
                </a:lnTo>
                <a:lnTo>
                  <a:pt x="938908" y="114416"/>
                </a:lnTo>
                <a:lnTo>
                  <a:pt x="938406" y="114205"/>
                </a:lnTo>
                <a:lnTo>
                  <a:pt x="937910" y="113985"/>
                </a:lnTo>
                <a:lnTo>
                  <a:pt x="937419" y="113754"/>
                </a:lnTo>
                <a:lnTo>
                  <a:pt x="936934" y="113513"/>
                </a:lnTo>
                <a:lnTo>
                  <a:pt x="936457" y="113262"/>
                </a:lnTo>
                <a:lnTo>
                  <a:pt x="935988" y="113005"/>
                </a:lnTo>
                <a:lnTo>
                  <a:pt x="935528" y="112739"/>
                </a:lnTo>
                <a:lnTo>
                  <a:pt x="935077" y="112466"/>
                </a:lnTo>
                <a:lnTo>
                  <a:pt x="934635" y="112185"/>
                </a:lnTo>
                <a:lnTo>
                  <a:pt x="934202" y="111896"/>
                </a:lnTo>
                <a:lnTo>
                  <a:pt x="933777" y="111600"/>
                </a:lnTo>
                <a:lnTo>
                  <a:pt x="933362" y="111296"/>
                </a:lnTo>
                <a:lnTo>
                  <a:pt x="932955" y="110984"/>
                </a:lnTo>
                <a:lnTo>
                  <a:pt x="932557" y="110665"/>
                </a:lnTo>
                <a:lnTo>
                  <a:pt x="932167" y="110337"/>
                </a:lnTo>
                <a:lnTo>
                  <a:pt x="931787" y="110003"/>
                </a:lnTo>
                <a:lnTo>
                  <a:pt x="931415" y="109660"/>
                </a:lnTo>
                <a:lnTo>
                  <a:pt x="931053" y="109310"/>
                </a:lnTo>
                <a:lnTo>
                  <a:pt x="930699" y="108952"/>
                </a:lnTo>
                <a:lnTo>
                  <a:pt x="930353" y="108586"/>
                </a:lnTo>
                <a:lnTo>
                  <a:pt x="930017" y="108213"/>
                </a:lnTo>
                <a:lnTo>
                  <a:pt x="929690" y="107832"/>
                </a:lnTo>
                <a:lnTo>
                  <a:pt x="929371" y="107443"/>
                </a:lnTo>
                <a:lnTo>
                  <a:pt x="929061" y="107047"/>
                </a:lnTo>
                <a:lnTo>
                  <a:pt x="928760" y="106642"/>
                </a:lnTo>
                <a:lnTo>
                  <a:pt x="928468" y="106231"/>
                </a:lnTo>
                <a:lnTo>
                  <a:pt x="928185" y="105811"/>
                </a:lnTo>
                <a:lnTo>
                  <a:pt x="927910" y="105384"/>
                </a:lnTo>
                <a:lnTo>
                  <a:pt x="927646" y="104950"/>
                </a:lnTo>
                <a:lnTo>
                  <a:pt x="927392" y="104510"/>
                </a:lnTo>
                <a:lnTo>
                  <a:pt x="927150" y="104065"/>
                </a:lnTo>
                <a:lnTo>
                  <a:pt x="926920" y="103614"/>
                </a:lnTo>
                <a:lnTo>
                  <a:pt x="926700" y="103157"/>
                </a:lnTo>
                <a:lnTo>
                  <a:pt x="926492" y="102695"/>
                </a:lnTo>
                <a:lnTo>
                  <a:pt x="926295" y="102227"/>
                </a:lnTo>
                <a:lnTo>
                  <a:pt x="926109" y="101753"/>
                </a:lnTo>
                <a:lnTo>
                  <a:pt x="925935" y="101274"/>
                </a:lnTo>
                <a:lnTo>
                  <a:pt x="925772" y="100789"/>
                </a:lnTo>
                <a:lnTo>
                  <a:pt x="925620" y="100299"/>
                </a:lnTo>
                <a:lnTo>
                  <a:pt x="925479" y="99803"/>
                </a:lnTo>
                <a:lnTo>
                  <a:pt x="925350" y="99301"/>
                </a:lnTo>
                <a:lnTo>
                  <a:pt x="925232" y="98794"/>
                </a:lnTo>
                <a:lnTo>
                  <a:pt x="925125" y="98281"/>
                </a:lnTo>
                <a:lnTo>
                  <a:pt x="925029" y="97762"/>
                </a:lnTo>
                <a:lnTo>
                  <a:pt x="924945" y="97238"/>
                </a:lnTo>
                <a:lnTo>
                  <a:pt x="924871" y="96708"/>
                </a:lnTo>
                <a:lnTo>
                  <a:pt x="924809" y="96173"/>
                </a:lnTo>
                <a:lnTo>
                  <a:pt x="924759" y="95632"/>
                </a:lnTo>
                <a:lnTo>
                  <a:pt x="924719" y="95085"/>
                </a:lnTo>
                <a:lnTo>
                  <a:pt x="924691" y="94532"/>
                </a:lnTo>
                <a:lnTo>
                  <a:pt x="924674" y="93974"/>
                </a:lnTo>
                <a:lnTo>
                  <a:pt x="924669" y="93411"/>
                </a:lnTo>
                <a:lnTo>
                  <a:pt x="915829" y="93411"/>
                </a:lnTo>
                <a:lnTo>
                  <a:pt x="915834" y="94041"/>
                </a:lnTo>
                <a:lnTo>
                  <a:pt x="915849" y="94665"/>
                </a:lnTo>
                <a:lnTo>
                  <a:pt x="915874" y="95283"/>
                </a:lnTo>
                <a:lnTo>
                  <a:pt x="915908" y="95895"/>
                </a:lnTo>
                <a:lnTo>
                  <a:pt x="915953" y="96500"/>
                </a:lnTo>
                <a:lnTo>
                  <a:pt x="916008" y="97098"/>
                </a:lnTo>
                <a:lnTo>
                  <a:pt x="916073" y="97690"/>
                </a:lnTo>
                <a:lnTo>
                  <a:pt x="916148" y="98276"/>
                </a:lnTo>
                <a:lnTo>
                  <a:pt x="916233" y="98856"/>
                </a:lnTo>
                <a:lnTo>
                  <a:pt x="916327" y="99429"/>
                </a:lnTo>
                <a:lnTo>
                  <a:pt x="916432" y="99995"/>
                </a:lnTo>
                <a:lnTo>
                  <a:pt x="916547" y="100555"/>
                </a:lnTo>
                <a:lnTo>
                  <a:pt x="916672" y="101109"/>
                </a:lnTo>
                <a:lnTo>
                  <a:pt x="916806" y="101656"/>
                </a:lnTo>
                <a:lnTo>
                  <a:pt x="916951" y="102197"/>
                </a:lnTo>
                <a:lnTo>
                  <a:pt x="917106" y="102732"/>
                </a:lnTo>
                <a:lnTo>
                  <a:pt x="917270" y="103260"/>
                </a:lnTo>
                <a:lnTo>
                  <a:pt x="917445" y="103781"/>
                </a:lnTo>
                <a:lnTo>
                  <a:pt x="917629" y="104297"/>
                </a:lnTo>
                <a:lnTo>
                  <a:pt x="917824" y="104805"/>
                </a:lnTo>
                <a:lnTo>
                  <a:pt x="918028" y="105308"/>
                </a:lnTo>
                <a:lnTo>
                  <a:pt x="918243" y="105804"/>
                </a:lnTo>
                <a:lnTo>
                  <a:pt x="918467" y="106293"/>
                </a:lnTo>
                <a:lnTo>
                  <a:pt x="918702" y="106777"/>
                </a:lnTo>
                <a:lnTo>
                  <a:pt x="918945" y="107253"/>
                </a:lnTo>
                <a:lnTo>
                  <a:pt x="919195" y="107723"/>
                </a:lnTo>
                <a:lnTo>
                  <a:pt x="919452" y="108187"/>
                </a:lnTo>
                <a:lnTo>
                  <a:pt x="919716" y="108643"/>
                </a:lnTo>
                <a:lnTo>
                  <a:pt x="919987" y="109093"/>
                </a:lnTo>
                <a:lnTo>
                  <a:pt x="920265" y="109537"/>
                </a:lnTo>
                <a:lnTo>
                  <a:pt x="920550" y="109973"/>
                </a:lnTo>
                <a:lnTo>
                  <a:pt x="920842" y="110403"/>
                </a:lnTo>
                <a:lnTo>
                  <a:pt x="921141" y="110827"/>
                </a:lnTo>
                <a:lnTo>
                  <a:pt x="921448" y="111243"/>
                </a:lnTo>
                <a:lnTo>
                  <a:pt x="921761" y="111653"/>
                </a:lnTo>
                <a:lnTo>
                  <a:pt x="922081" y="112057"/>
                </a:lnTo>
                <a:lnTo>
                  <a:pt x="922409" y="112453"/>
                </a:lnTo>
                <a:lnTo>
                  <a:pt x="922743" y="112843"/>
                </a:lnTo>
                <a:lnTo>
                  <a:pt x="923084" y="113227"/>
                </a:lnTo>
                <a:lnTo>
                  <a:pt x="923433" y="113603"/>
                </a:lnTo>
                <a:lnTo>
                  <a:pt x="923788" y="113973"/>
                </a:lnTo>
                <a:lnTo>
                  <a:pt x="924151" y="114337"/>
                </a:lnTo>
                <a:lnTo>
                  <a:pt x="924520" y="114693"/>
                </a:lnTo>
                <a:lnTo>
                  <a:pt x="924897" y="115043"/>
                </a:lnTo>
                <a:lnTo>
                  <a:pt x="925281" y="115387"/>
                </a:lnTo>
                <a:lnTo>
                  <a:pt x="925671" y="115723"/>
                </a:lnTo>
                <a:lnTo>
                  <a:pt x="926069" y="116053"/>
                </a:lnTo>
                <a:lnTo>
                  <a:pt x="926474" y="116376"/>
                </a:lnTo>
                <a:lnTo>
                  <a:pt x="926884" y="116693"/>
                </a:lnTo>
                <a:lnTo>
                  <a:pt x="927299" y="117003"/>
                </a:lnTo>
                <a:lnTo>
                  <a:pt x="927718" y="117306"/>
                </a:lnTo>
                <a:lnTo>
                  <a:pt x="928141" y="117603"/>
                </a:lnTo>
                <a:lnTo>
                  <a:pt x="928569" y="117893"/>
                </a:lnTo>
                <a:lnTo>
                  <a:pt x="929001" y="118176"/>
                </a:lnTo>
                <a:lnTo>
                  <a:pt x="929438" y="118453"/>
                </a:lnTo>
                <a:lnTo>
                  <a:pt x="929879" y="118723"/>
                </a:lnTo>
                <a:lnTo>
                  <a:pt x="930324" y="118986"/>
                </a:lnTo>
                <a:lnTo>
                  <a:pt x="930773" y="119243"/>
                </a:lnTo>
                <a:lnTo>
                  <a:pt x="931227" y="119493"/>
                </a:lnTo>
                <a:lnTo>
                  <a:pt x="931686" y="119736"/>
                </a:lnTo>
                <a:lnTo>
                  <a:pt x="932148" y="119973"/>
                </a:lnTo>
                <a:lnTo>
                  <a:pt x="932615" y="120203"/>
                </a:lnTo>
                <a:lnTo>
                  <a:pt x="933086" y="120426"/>
                </a:lnTo>
                <a:lnTo>
                  <a:pt x="933562" y="120643"/>
                </a:lnTo>
                <a:lnTo>
                  <a:pt x="934042" y="120853"/>
                </a:lnTo>
                <a:lnTo>
                  <a:pt x="934526" y="121056"/>
                </a:lnTo>
                <a:lnTo>
                  <a:pt x="935015" y="121253"/>
                </a:lnTo>
                <a:lnTo>
                  <a:pt x="935508" y="121443"/>
                </a:lnTo>
                <a:lnTo>
                  <a:pt x="936006" y="121626"/>
                </a:lnTo>
                <a:lnTo>
                  <a:pt x="936507" y="121803"/>
                </a:lnTo>
                <a:lnTo>
                  <a:pt x="937013" y="121973"/>
                </a:lnTo>
                <a:lnTo>
                  <a:pt x="937524" y="122136"/>
                </a:lnTo>
                <a:lnTo>
                  <a:pt x="938037" y="122293"/>
                </a:lnTo>
                <a:lnTo>
                  <a:pt x="938551" y="122443"/>
                </a:lnTo>
                <a:lnTo>
                  <a:pt x="939067" y="122586"/>
                </a:lnTo>
                <a:lnTo>
                  <a:pt x="939583" y="122723"/>
                </a:lnTo>
                <a:lnTo>
                  <a:pt x="940101" y="122853"/>
                </a:lnTo>
                <a:lnTo>
                  <a:pt x="940620" y="122976"/>
                </a:lnTo>
                <a:lnTo>
                  <a:pt x="941140" y="123093"/>
                </a:lnTo>
                <a:lnTo>
                  <a:pt x="941661" y="123203"/>
                </a:lnTo>
                <a:lnTo>
                  <a:pt x="942184" y="123306"/>
                </a:lnTo>
                <a:lnTo>
                  <a:pt x="942707" y="123403"/>
                </a:lnTo>
                <a:lnTo>
                  <a:pt x="943232" y="123493"/>
                </a:lnTo>
                <a:lnTo>
                  <a:pt x="943758" y="123576"/>
                </a:lnTo>
                <a:lnTo>
                  <a:pt x="944285" y="123653"/>
                </a:lnTo>
                <a:lnTo>
                  <a:pt x="944813" y="123723"/>
                </a:lnTo>
                <a:lnTo>
                  <a:pt x="945342" y="123786"/>
                </a:lnTo>
                <a:lnTo>
                  <a:pt x="945873" y="123843"/>
                </a:lnTo>
                <a:lnTo>
                  <a:pt x="946404" y="123893"/>
                </a:lnTo>
                <a:lnTo>
                  <a:pt x="946937" y="123936"/>
                </a:lnTo>
                <a:lnTo>
                  <a:pt x="947471" y="123973"/>
                </a:lnTo>
                <a:lnTo>
                  <a:pt x="948006" y="124003"/>
                </a:lnTo>
                <a:lnTo>
                  <a:pt x="948542" y="124026"/>
                </a:lnTo>
                <a:lnTo>
                  <a:pt x="949080" y="124043"/>
                </a:lnTo>
                <a:lnTo>
                  <a:pt x="949618" y="124053"/>
                </a:lnTo>
                <a:lnTo>
                  <a:pt x="950158" y="124056"/>
                </a:lnTo>
                <a:lnTo>
                  <a:pt x="950751" y="124053"/>
                </a:lnTo>
                <a:lnTo>
                  <a:pt x="951341" y="124042"/>
                </a:lnTo>
                <a:lnTo>
                  <a:pt x="951926" y="124025"/>
                </a:lnTo>
                <a:lnTo>
                  <a:pt x="952508" y="124000"/>
                </a:lnTo>
                <a:lnTo>
                  <a:pt x="953086" y="123968"/>
                </a:lnTo>
                <a:lnTo>
                  <a:pt x="953659" y="123930"/>
                </a:lnTo>
                <a:lnTo>
                  <a:pt x="954229" y="123884"/>
                </a:lnTo>
                <a:lnTo>
                  <a:pt x="954795" y="123831"/>
                </a:lnTo>
                <a:lnTo>
                  <a:pt x="955357" y="123771"/>
                </a:lnTo>
                <a:lnTo>
                  <a:pt x="955914" y="123704"/>
                </a:lnTo>
                <a:lnTo>
                  <a:pt x="956468" y="123630"/>
                </a:lnTo>
                <a:lnTo>
                  <a:pt x="957018" y="123549"/>
                </a:lnTo>
                <a:lnTo>
                  <a:pt x="957564" y="123461"/>
                </a:lnTo>
                <a:lnTo>
                  <a:pt x="958106" y="123366"/>
                </a:lnTo>
                <a:lnTo>
                  <a:pt x="958644" y="123264"/>
                </a:lnTo>
                <a:lnTo>
                  <a:pt x="959178" y="123155"/>
                </a:lnTo>
                <a:lnTo>
                  <a:pt x="959708" y="123039"/>
                </a:lnTo>
                <a:lnTo>
                  <a:pt x="960234" y="122916"/>
                </a:lnTo>
                <a:lnTo>
                  <a:pt x="960756" y="122785"/>
                </a:lnTo>
                <a:lnTo>
                  <a:pt x="961274" y="122648"/>
                </a:lnTo>
                <a:lnTo>
                  <a:pt x="961789" y="122504"/>
                </a:lnTo>
                <a:lnTo>
                  <a:pt x="962299" y="122352"/>
                </a:lnTo>
                <a:lnTo>
                  <a:pt x="962805" y="122194"/>
                </a:lnTo>
                <a:lnTo>
                  <a:pt x="963307" y="122028"/>
                </a:lnTo>
                <a:lnTo>
                  <a:pt x="963805" y="121856"/>
                </a:lnTo>
                <a:lnTo>
                  <a:pt x="964297" y="121677"/>
                </a:lnTo>
                <a:lnTo>
                  <a:pt x="964784" y="121491"/>
                </a:lnTo>
                <a:lnTo>
                  <a:pt x="965266" y="121299"/>
                </a:lnTo>
                <a:lnTo>
                  <a:pt x="965742" y="121100"/>
                </a:lnTo>
                <a:lnTo>
                  <a:pt x="966213" y="120894"/>
                </a:lnTo>
                <a:lnTo>
                  <a:pt x="966678" y="120682"/>
                </a:lnTo>
                <a:lnTo>
                  <a:pt x="967138" y="120463"/>
                </a:lnTo>
                <a:lnTo>
                  <a:pt x="967593" y="120237"/>
                </a:lnTo>
                <a:lnTo>
                  <a:pt x="968042" y="120005"/>
                </a:lnTo>
                <a:lnTo>
                  <a:pt x="968486" y="119766"/>
                </a:lnTo>
                <a:lnTo>
                  <a:pt x="968925" y="119521"/>
                </a:lnTo>
                <a:lnTo>
                  <a:pt x="969358" y="119268"/>
                </a:lnTo>
                <a:lnTo>
                  <a:pt x="969786" y="119009"/>
                </a:lnTo>
                <a:lnTo>
                  <a:pt x="970208" y="118744"/>
                </a:lnTo>
                <a:lnTo>
                  <a:pt x="970625" y="118472"/>
                </a:lnTo>
                <a:lnTo>
                  <a:pt x="971037" y="118193"/>
                </a:lnTo>
                <a:lnTo>
                  <a:pt x="971443" y="117907"/>
                </a:lnTo>
                <a:lnTo>
                  <a:pt x="971844" y="117615"/>
                </a:lnTo>
                <a:lnTo>
                  <a:pt x="972240" y="117316"/>
                </a:lnTo>
                <a:lnTo>
                  <a:pt x="972630" y="117011"/>
                </a:lnTo>
                <a:lnTo>
                  <a:pt x="973015" y="116699"/>
                </a:lnTo>
                <a:lnTo>
                  <a:pt x="973394" y="116380"/>
                </a:lnTo>
                <a:lnTo>
                  <a:pt x="973768" y="116054"/>
                </a:lnTo>
                <a:lnTo>
                  <a:pt x="974136" y="115722"/>
                </a:lnTo>
                <a:lnTo>
                  <a:pt x="974497" y="115384"/>
                </a:lnTo>
                <a:lnTo>
                  <a:pt x="974851" y="115040"/>
                </a:lnTo>
                <a:lnTo>
                  <a:pt x="975199" y="114689"/>
                </a:lnTo>
                <a:lnTo>
                  <a:pt x="975539" y="114332"/>
                </a:lnTo>
                <a:lnTo>
                  <a:pt x="975872" y="113970"/>
                </a:lnTo>
                <a:lnTo>
                  <a:pt x="976199" y="113601"/>
                </a:lnTo>
                <a:lnTo>
                  <a:pt x="976519" y="113226"/>
                </a:lnTo>
                <a:lnTo>
                  <a:pt x="976831" y="112844"/>
                </a:lnTo>
                <a:lnTo>
                  <a:pt x="977137" y="112457"/>
                </a:lnTo>
                <a:lnTo>
                  <a:pt x="977436" y="112064"/>
                </a:lnTo>
                <a:lnTo>
                  <a:pt x="977728" y="111664"/>
                </a:lnTo>
                <a:lnTo>
                  <a:pt x="978013" y="111258"/>
                </a:lnTo>
                <a:lnTo>
                  <a:pt x="978291" y="110846"/>
                </a:lnTo>
                <a:lnTo>
                  <a:pt x="978562" y="110428"/>
                </a:lnTo>
                <a:lnTo>
                  <a:pt x="978827" y="110004"/>
                </a:lnTo>
                <a:lnTo>
                  <a:pt x="979084" y="109574"/>
                </a:lnTo>
                <a:lnTo>
                  <a:pt x="979335" y="109137"/>
                </a:lnTo>
                <a:lnTo>
                  <a:pt x="979578" y="108695"/>
                </a:lnTo>
                <a:lnTo>
                  <a:pt x="979815" y="108246"/>
                </a:lnTo>
                <a:lnTo>
                  <a:pt x="980045" y="107791"/>
                </a:lnTo>
                <a:lnTo>
                  <a:pt x="980268" y="107330"/>
                </a:lnTo>
                <a:lnTo>
                  <a:pt x="980484" y="106863"/>
                </a:lnTo>
                <a:lnTo>
                  <a:pt x="980693" y="106390"/>
                </a:lnTo>
                <a:lnTo>
                  <a:pt x="980894" y="105911"/>
                </a:lnTo>
                <a:lnTo>
                  <a:pt x="981087" y="105426"/>
                </a:lnTo>
                <a:lnTo>
                  <a:pt x="981271" y="104936"/>
                </a:lnTo>
                <a:lnTo>
                  <a:pt x="981447" y="104440"/>
                </a:lnTo>
                <a:lnTo>
                  <a:pt x="981614" y="103939"/>
                </a:lnTo>
                <a:lnTo>
                  <a:pt x="981773" y="103433"/>
                </a:lnTo>
                <a:lnTo>
                  <a:pt x="981923" y="102921"/>
                </a:lnTo>
                <a:lnTo>
                  <a:pt x="982064" y="102403"/>
                </a:lnTo>
                <a:lnTo>
                  <a:pt x="982197" y="101880"/>
                </a:lnTo>
                <a:lnTo>
                  <a:pt x="982321" y="101351"/>
                </a:lnTo>
                <a:lnTo>
                  <a:pt x="982437" y="100817"/>
                </a:lnTo>
                <a:lnTo>
                  <a:pt x="982544" y="100277"/>
                </a:lnTo>
                <a:lnTo>
                  <a:pt x="982642" y="99732"/>
                </a:lnTo>
                <a:lnTo>
                  <a:pt x="982732" y="99181"/>
                </a:lnTo>
                <a:lnTo>
                  <a:pt x="982814" y="98625"/>
                </a:lnTo>
                <a:lnTo>
                  <a:pt x="982887" y="98063"/>
                </a:lnTo>
                <a:lnTo>
                  <a:pt x="982951" y="97496"/>
                </a:lnTo>
                <a:lnTo>
                  <a:pt x="983007" y="96923"/>
                </a:lnTo>
                <a:lnTo>
                  <a:pt x="983054" y="96345"/>
                </a:lnTo>
                <a:lnTo>
                  <a:pt x="983092" y="95762"/>
                </a:lnTo>
                <a:lnTo>
                  <a:pt x="983122" y="95172"/>
                </a:lnTo>
                <a:lnTo>
                  <a:pt x="983144" y="94577"/>
                </a:lnTo>
                <a:lnTo>
                  <a:pt x="983157" y="93977"/>
                </a:lnTo>
                <a:lnTo>
                  <a:pt x="983161" y="93371"/>
                </a:lnTo>
                <a:lnTo>
                  <a:pt x="983157" y="92893"/>
                </a:lnTo>
                <a:lnTo>
                  <a:pt x="983147" y="92418"/>
                </a:lnTo>
                <a:lnTo>
                  <a:pt x="983129" y="91945"/>
                </a:lnTo>
                <a:lnTo>
                  <a:pt x="983105" y="91474"/>
                </a:lnTo>
                <a:lnTo>
                  <a:pt x="983073" y="91006"/>
                </a:lnTo>
                <a:lnTo>
                  <a:pt x="983034" y="90541"/>
                </a:lnTo>
                <a:lnTo>
                  <a:pt x="982989" y="90078"/>
                </a:lnTo>
                <a:lnTo>
                  <a:pt x="982936" y="89618"/>
                </a:lnTo>
                <a:lnTo>
                  <a:pt x="982876" y="89161"/>
                </a:lnTo>
                <a:lnTo>
                  <a:pt x="982809" y="88706"/>
                </a:lnTo>
                <a:lnTo>
                  <a:pt x="982735" y="88253"/>
                </a:lnTo>
                <a:lnTo>
                  <a:pt x="982654" y="87803"/>
                </a:lnTo>
                <a:lnTo>
                  <a:pt x="982567" y="87356"/>
                </a:lnTo>
                <a:lnTo>
                  <a:pt x="982472" y="86911"/>
                </a:lnTo>
                <a:lnTo>
                  <a:pt x="982370" y="86469"/>
                </a:lnTo>
                <a:lnTo>
                  <a:pt x="982261" y="86029"/>
                </a:lnTo>
                <a:lnTo>
                  <a:pt x="982144" y="85592"/>
                </a:lnTo>
                <a:lnTo>
                  <a:pt x="982021" y="85158"/>
                </a:lnTo>
                <a:lnTo>
                  <a:pt x="981891" y="84726"/>
                </a:lnTo>
                <a:lnTo>
                  <a:pt x="981754" y="84296"/>
                </a:lnTo>
                <a:lnTo>
                  <a:pt x="981610" y="83870"/>
                </a:lnTo>
                <a:lnTo>
                  <a:pt x="981459" y="83445"/>
                </a:lnTo>
                <a:lnTo>
                  <a:pt x="981300" y="83024"/>
                </a:lnTo>
                <a:lnTo>
                  <a:pt x="981135" y="82604"/>
                </a:lnTo>
                <a:lnTo>
                  <a:pt x="980962" y="82189"/>
                </a:lnTo>
                <a:lnTo>
                  <a:pt x="980782" y="81777"/>
                </a:lnTo>
                <a:lnTo>
                  <a:pt x="980595" y="81369"/>
                </a:lnTo>
                <a:lnTo>
                  <a:pt x="980399" y="80966"/>
                </a:lnTo>
                <a:lnTo>
                  <a:pt x="980197" y="80567"/>
                </a:lnTo>
                <a:lnTo>
                  <a:pt x="979986" y="80172"/>
                </a:lnTo>
                <a:lnTo>
                  <a:pt x="979768" y="79782"/>
                </a:lnTo>
                <a:lnTo>
                  <a:pt x="979543" y="79396"/>
                </a:lnTo>
                <a:lnTo>
                  <a:pt x="979310" y="79013"/>
                </a:lnTo>
                <a:lnTo>
                  <a:pt x="979070" y="78636"/>
                </a:lnTo>
                <a:lnTo>
                  <a:pt x="978821" y="78262"/>
                </a:lnTo>
                <a:lnTo>
                  <a:pt x="978566" y="77893"/>
                </a:lnTo>
                <a:lnTo>
                  <a:pt x="978303" y="77527"/>
                </a:lnTo>
                <a:lnTo>
                  <a:pt x="978032" y="77167"/>
                </a:lnTo>
                <a:lnTo>
                  <a:pt x="977754" y="76810"/>
                </a:lnTo>
                <a:lnTo>
                  <a:pt x="977468" y="76457"/>
                </a:lnTo>
                <a:lnTo>
                  <a:pt x="977175" y="76109"/>
                </a:lnTo>
                <a:lnTo>
                  <a:pt x="976874" y="75765"/>
                </a:lnTo>
                <a:lnTo>
                  <a:pt x="976565" y="75425"/>
                </a:lnTo>
                <a:lnTo>
                  <a:pt x="976249" y="75090"/>
                </a:lnTo>
                <a:lnTo>
                  <a:pt x="975926" y="74758"/>
                </a:lnTo>
                <a:lnTo>
                  <a:pt x="975595" y="74431"/>
                </a:lnTo>
                <a:lnTo>
                  <a:pt x="975256" y="74108"/>
                </a:lnTo>
                <a:lnTo>
                  <a:pt x="974910" y="73790"/>
                </a:lnTo>
                <a:lnTo>
                  <a:pt x="974556" y="73476"/>
                </a:lnTo>
                <a:lnTo>
                  <a:pt x="974194" y="73168"/>
                </a:lnTo>
                <a:lnTo>
                  <a:pt x="973823" y="72865"/>
                </a:lnTo>
                <a:lnTo>
                  <a:pt x="973444" y="72569"/>
                </a:lnTo>
                <a:lnTo>
                  <a:pt x="973057" y="72278"/>
                </a:lnTo>
                <a:lnTo>
                  <a:pt x="972661" y="71993"/>
                </a:lnTo>
                <a:lnTo>
                  <a:pt x="972257" y="71714"/>
                </a:lnTo>
                <a:lnTo>
                  <a:pt x="971845" y="71440"/>
                </a:lnTo>
                <a:lnTo>
                  <a:pt x="971424" y="71173"/>
                </a:lnTo>
                <a:lnTo>
                  <a:pt x="970995" y="70911"/>
                </a:lnTo>
                <a:lnTo>
                  <a:pt x="970558" y="70655"/>
                </a:lnTo>
                <a:lnTo>
                  <a:pt x="970113" y="70404"/>
                </a:lnTo>
                <a:lnTo>
                  <a:pt x="969659" y="70160"/>
                </a:lnTo>
                <a:lnTo>
                  <a:pt x="969197" y="69921"/>
                </a:lnTo>
                <a:lnTo>
                  <a:pt x="968726" y="69688"/>
                </a:lnTo>
                <a:lnTo>
                  <a:pt x="968247" y="69461"/>
                </a:lnTo>
                <a:lnTo>
                  <a:pt x="967760" y="69239"/>
                </a:lnTo>
                <a:lnTo>
                  <a:pt x="967265" y="69023"/>
                </a:lnTo>
                <a:lnTo>
                  <a:pt x="966761" y="68813"/>
                </a:lnTo>
                <a:lnTo>
                  <a:pt x="966249" y="68609"/>
                </a:lnTo>
                <a:lnTo>
                  <a:pt x="965729" y="68411"/>
                </a:lnTo>
                <a:lnTo>
                  <a:pt x="965200" y="68218"/>
                </a:lnTo>
                <a:lnTo>
                  <a:pt x="964663" y="68031"/>
                </a:lnTo>
                <a:lnTo>
                  <a:pt x="964118" y="67850"/>
                </a:lnTo>
                <a:lnTo>
                  <a:pt x="963564" y="67676"/>
                </a:lnTo>
                <a:lnTo>
                  <a:pt x="963001" y="67509"/>
                </a:lnTo>
                <a:lnTo>
                  <a:pt x="962940" y="67492"/>
                </a:lnTo>
                <a:lnTo>
                  <a:pt x="963080" y="67439"/>
                </a:lnTo>
                <a:lnTo>
                  <a:pt x="963582" y="67241"/>
                </a:lnTo>
                <a:lnTo>
                  <a:pt x="964077" y="67037"/>
                </a:lnTo>
                <a:lnTo>
                  <a:pt x="964565" y="66828"/>
                </a:lnTo>
                <a:lnTo>
                  <a:pt x="965046" y="66614"/>
                </a:lnTo>
                <a:lnTo>
                  <a:pt x="965520" y="66394"/>
                </a:lnTo>
                <a:close/>
                <a:moveTo>
                  <a:pt x="1016727" y="145567"/>
                </a:moveTo>
                <a:lnTo>
                  <a:pt x="1016727" y="0"/>
                </a:lnTo>
                <a:lnTo>
                  <a:pt x="992343" y="0"/>
                </a:lnTo>
                <a:lnTo>
                  <a:pt x="992343" y="7588"/>
                </a:lnTo>
                <a:lnTo>
                  <a:pt x="1007813" y="7588"/>
                </a:lnTo>
                <a:lnTo>
                  <a:pt x="1007813" y="137980"/>
                </a:lnTo>
                <a:lnTo>
                  <a:pt x="992343" y="137980"/>
                </a:lnTo>
                <a:lnTo>
                  <a:pt x="992343" y="145567"/>
                </a:lnTo>
                <a:lnTo>
                  <a:pt x="1016727" y="145567"/>
                </a:lnTo>
                <a:close/>
                <a:moveTo>
                  <a:pt x="760837" y="65877"/>
                </a:moveTo>
                <a:lnTo>
                  <a:pt x="761012" y="65476"/>
                </a:lnTo>
                <a:lnTo>
                  <a:pt x="761193" y="65077"/>
                </a:lnTo>
                <a:lnTo>
                  <a:pt x="761379" y="64680"/>
                </a:lnTo>
                <a:lnTo>
                  <a:pt x="761570" y="64285"/>
                </a:lnTo>
                <a:lnTo>
                  <a:pt x="761766" y="63892"/>
                </a:lnTo>
                <a:lnTo>
                  <a:pt x="761967" y="63502"/>
                </a:lnTo>
                <a:lnTo>
                  <a:pt x="762174" y="63113"/>
                </a:lnTo>
                <a:lnTo>
                  <a:pt x="762386" y="62726"/>
                </a:lnTo>
                <a:lnTo>
                  <a:pt x="762603" y="62341"/>
                </a:lnTo>
                <a:lnTo>
                  <a:pt x="762826" y="61959"/>
                </a:lnTo>
                <a:lnTo>
                  <a:pt x="763053" y="61578"/>
                </a:lnTo>
                <a:lnTo>
                  <a:pt x="763286" y="61199"/>
                </a:lnTo>
                <a:lnTo>
                  <a:pt x="763525" y="60823"/>
                </a:lnTo>
                <a:lnTo>
                  <a:pt x="763768" y="60448"/>
                </a:lnTo>
                <a:lnTo>
                  <a:pt x="764017" y="60076"/>
                </a:lnTo>
                <a:lnTo>
                  <a:pt x="764271" y="59706"/>
                </a:lnTo>
                <a:lnTo>
                  <a:pt x="764530" y="59337"/>
                </a:lnTo>
                <a:lnTo>
                  <a:pt x="764794" y="58971"/>
                </a:lnTo>
                <a:lnTo>
                  <a:pt x="765064" y="58609"/>
                </a:lnTo>
                <a:lnTo>
                  <a:pt x="765339" y="58252"/>
                </a:lnTo>
                <a:lnTo>
                  <a:pt x="765620" y="57900"/>
                </a:lnTo>
                <a:lnTo>
                  <a:pt x="765905" y="57555"/>
                </a:lnTo>
                <a:lnTo>
                  <a:pt x="766197" y="57215"/>
                </a:lnTo>
                <a:lnTo>
                  <a:pt x="766493" y="56881"/>
                </a:lnTo>
                <a:lnTo>
                  <a:pt x="766795" y="56552"/>
                </a:lnTo>
                <a:lnTo>
                  <a:pt x="767103" y="56229"/>
                </a:lnTo>
                <a:lnTo>
                  <a:pt x="767415" y="55911"/>
                </a:lnTo>
                <a:lnTo>
                  <a:pt x="767733" y="55600"/>
                </a:lnTo>
                <a:lnTo>
                  <a:pt x="768057" y="55293"/>
                </a:lnTo>
                <a:lnTo>
                  <a:pt x="768386" y="54993"/>
                </a:lnTo>
                <a:lnTo>
                  <a:pt x="768720" y="54698"/>
                </a:lnTo>
                <a:lnTo>
                  <a:pt x="769059" y="54409"/>
                </a:lnTo>
                <a:lnTo>
                  <a:pt x="769404" y="54125"/>
                </a:lnTo>
                <a:lnTo>
                  <a:pt x="769755" y="53847"/>
                </a:lnTo>
                <a:lnTo>
                  <a:pt x="770110" y="53575"/>
                </a:lnTo>
                <a:lnTo>
                  <a:pt x="770471" y="53308"/>
                </a:lnTo>
                <a:lnTo>
                  <a:pt x="770838" y="53047"/>
                </a:lnTo>
                <a:lnTo>
                  <a:pt x="771210" y="52791"/>
                </a:lnTo>
                <a:lnTo>
                  <a:pt x="771587" y="52541"/>
                </a:lnTo>
                <a:lnTo>
                  <a:pt x="771969" y="52297"/>
                </a:lnTo>
                <a:lnTo>
                  <a:pt x="772357" y="52058"/>
                </a:lnTo>
                <a:lnTo>
                  <a:pt x="772750" y="51825"/>
                </a:lnTo>
                <a:lnTo>
                  <a:pt x="773149" y="51600"/>
                </a:lnTo>
                <a:lnTo>
                  <a:pt x="773553" y="51384"/>
                </a:lnTo>
                <a:lnTo>
                  <a:pt x="773963" y="51178"/>
                </a:lnTo>
                <a:lnTo>
                  <a:pt x="774378" y="50981"/>
                </a:lnTo>
                <a:lnTo>
                  <a:pt x="774799" y="50794"/>
                </a:lnTo>
                <a:lnTo>
                  <a:pt x="775225" y="50617"/>
                </a:lnTo>
                <a:lnTo>
                  <a:pt x="775657" y="50449"/>
                </a:lnTo>
                <a:lnTo>
                  <a:pt x="776094" y="50290"/>
                </a:lnTo>
                <a:lnTo>
                  <a:pt x="776537" y="50142"/>
                </a:lnTo>
                <a:lnTo>
                  <a:pt x="776985" y="50003"/>
                </a:lnTo>
                <a:lnTo>
                  <a:pt x="777439" y="49873"/>
                </a:lnTo>
                <a:lnTo>
                  <a:pt x="777898" y="49753"/>
                </a:lnTo>
                <a:lnTo>
                  <a:pt x="778363" y="49643"/>
                </a:lnTo>
                <a:lnTo>
                  <a:pt x="778833" y="49542"/>
                </a:lnTo>
                <a:lnTo>
                  <a:pt x="779309" y="49451"/>
                </a:lnTo>
                <a:lnTo>
                  <a:pt x="779790" y="49370"/>
                </a:lnTo>
                <a:lnTo>
                  <a:pt x="780276" y="49298"/>
                </a:lnTo>
                <a:lnTo>
                  <a:pt x="780769" y="49235"/>
                </a:lnTo>
                <a:lnTo>
                  <a:pt x="781266" y="49183"/>
                </a:lnTo>
                <a:lnTo>
                  <a:pt x="781770" y="49139"/>
                </a:lnTo>
                <a:lnTo>
                  <a:pt x="782278" y="49106"/>
                </a:lnTo>
                <a:lnTo>
                  <a:pt x="782792" y="49082"/>
                </a:lnTo>
                <a:lnTo>
                  <a:pt x="783312" y="49067"/>
                </a:lnTo>
                <a:lnTo>
                  <a:pt x="783837" y="49063"/>
                </a:lnTo>
                <a:lnTo>
                  <a:pt x="784314" y="49066"/>
                </a:lnTo>
                <a:lnTo>
                  <a:pt x="784784" y="49076"/>
                </a:lnTo>
                <a:lnTo>
                  <a:pt x="785250" y="49094"/>
                </a:lnTo>
                <a:lnTo>
                  <a:pt x="785710" y="49118"/>
                </a:lnTo>
                <a:lnTo>
                  <a:pt x="786164" y="49149"/>
                </a:lnTo>
                <a:lnTo>
                  <a:pt x="786614" y="49187"/>
                </a:lnTo>
                <a:lnTo>
                  <a:pt x="787058" y="49232"/>
                </a:lnTo>
                <a:lnTo>
                  <a:pt x="787496" y="49284"/>
                </a:lnTo>
                <a:lnTo>
                  <a:pt x="787929" y="49342"/>
                </a:lnTo>
                <a:lnTo>
                  <a:pt x="788357" y="49408"/>
                </a:lnTo>
                <a:lnTo>
                  <a:pt x="788780" y="49480"/>
                </a:lnTo>
                <a:lnTo>
                  <a:pt x="789197" y="49560"/>
                </a:lnTo>
                <a:lnTo>
                  <a:pt x="789608" y="49646"/>
                </a:lnTo>
                <a:lnTo>
                  <a:pt x="790015" y="49739"/>
                </a:lnTo>
                <a:lnTo>
                  <a:pt x="790416" y="49840"/>
                </a:lnTo>
                <a:lnTo>
                  <a:pt x="790811" y="49947"/>
                </a:lnTo>
                <a:lnTo>
                  <a:pt x="791201" y="50061"/>
                </a:lnTo>
                <a:lnTo>
                  <a:pt x="791586" y="50181"/>
                </a:lnTo>
                <a:lnTo>
                  <a:pt x="791966" y="50309"/>
                </a:lnTo>
                <a:lnTo>
                  <a:pt x="792340" y="50444"/>
                </a:lnTo>
                <a:lnTo>
                  <a:pt x="792709" y="50586"/>
                </a:lnTo>
                <a:lnTo>
                  <a:pt x="793072" y="50734"/>
                </a:lnTo>
                <a:lnTo>
                  <a:pt x="793430" y="50889"/>
                </a:lnTo>
                <a:lnTo>
                  <a:pt x="793783" y="51052"/>
                </a:lnTo>
                <a:lnTo>
                  <a:pt x="794129" y="51222"/>
                </a:lnTo>
                <a:lnTo>
                  <a:pt x="794469" y="51402"/>
                </a:lnTo>
                <a:lnTo>
                  <a:pt x="794802" y="51591"/>
                </a:lnTo>
                <a:lnTo>
                  <a:pt x="795129" y="51789"/>
                </a:lnTo>
                <a:lnTo>
                  <a:pt x="795449" y="51997"/>
                </a:lnTo>
                <a:lnTo>
                  <a:pt x="795762" y="52214"/>
                </a:lnTo>
                <a:lnTo>
                  <a:pt x="796069" y="52441"/>
                </a:lnTo>
                <a:lnTo>
                  <a:pt x="796369" y="52676"/>
                </a:lnTo>
                <a:lnTo>
                  <a:pt x="796662" y="52922"/>
                </a:lnTo>
                <a:lnTo>
                  <a:pt x="796949" y="53176"/>
                </a:lnTo>
                <a:lnTo>
                  <a:pt x="797229" y="53440"/>
                </a:lnTo>
                <a:lnTo>
                  <a:pt x="797503" y="53713"/>
                </a:lnTo>
                <a:lnTo>
                  <a:pt x="797770" y="53995"/>
                </a:lnTo>
                <a:lnTo>
                  <a:pt x="798030" y="54287"/>
                </a:lnTo>
                <a:lnTo>
                  <a:pt x="798283" y="54588"/>
                </a:lnTo>
                <a:lnTo>
                  <a:pt x="798530" y="54899"/>
                </a:lnTo>
                <a:lnTo>
                  <a:pt x="798770" y="55219"/>
                </a:lnTo>
                <a:lnTo>
                  <a:pt x="799004" y="55548"/>
                </a:lnTo>
                <a:lnTo>
                  <a:pt x="799231" y="55886"/>
                </a:lnTo>
                <a:lnTo>
                  <a:pt x="799451" y="56234"/>
                </a:lnTo>
                <a:lnTo>
                  <a:pt x="799664" y="56591"/>
                </a:lnTo>
                <a:lnTo>
                  <a:pt x="799871" y="56958"/>
                </a:lnTo>
                <a:lnTo>
                  <a:pt x="800072" y="57333"/>
                </a:lnTo>
                <a:lnTo>
                  <a:pt x="800265" y="57719"/>
                </a:lnTo>
                <a:lnTo>
                  <a:pt x="800452" y="58115"/>
                </a:lnTo>
                <a:lnTo>
                  <a:pt x="800630" y="58523"/>
                </a:lnTo>
                <a:lnTo>
                  <a:pt x="800801" y="58943"/>
                </a:lnTo>
                <a:lnTo>
                  <a:pt x="800963" y="59375"/>
                </a:lnTo>
                <a:lnTo>
                  <a:pt x="801118" y="59820"/>
                </a:lnTo>
                <a:lnTo>
                  <a:pt x="801264" y="60276"/>
                </a:lnTo>
                <a:lnTo>
                  <a:pt x="801403" y="60745"/>
                </a:lnTo>
                <a:lnTo>
                  <a:pt x="801534" y="61226"/>
                </a:lnTo>
                <a:lnTo>
                  <a:pt x="801657" y="61719"/>
                </a:lnTo>
                <a:lnTo>
                  <a:pt x="801772" y="62224"/>
                </a:lnTo>
                <a:lnTo>
                  <a:pt x="801879" y="62742"/>
                </a:lnTo>
                <a:lnTo>
                  <a:pt x="801978" y="63271"/>
                </a:lnTo>
                <a:lnTo>
                  <a:pt x="802069" y="63813"/>
                </a:lnTo>
                <a:lnTo>
                  <a:pt x="802153" y="64367"/>
                </a:lnTo>
                <a:lnTo>
                  <a:pt x="802228" y="64933"/>
                </a:lnTo>
                <a:lnTo>
                  <a:pt x="802295" y="65511"/>
                </a:lnTo>
                <a:lnTo>
                  <a:pt x="802355" y="66101"/>
                </a:lnTo>
                <a:lnTo>
                  <a:pt x="802406" y="66704"/>
                </a:lnTo>
                <a:lnTo>
                  <a:pt x="802450" y="67318"/>
                </a:lnTo>
                <a:lnTo>
                  <a:pt x="802486" y="67945"/>
                </a:lnTo>
                <a:lnTo>
                  <a:pt x="802513" y="68584"/>
                </a:lnTo>
                <a:lnTo>
                  <a:pt x="802533" y="69235"/>
                </a:lnTo>
                <a:lnTo>
                  <a:pt x="802545" y="69898"/>
                </a:lnTo>
                <a:lnTo>
                  <a:pt x="802549" y="70574"/>
                </a:lnTo>
                <a:lnTo>
                  <a:pt x="802549" y="122583"/>
                </a:lnTo>
                <a:lnTo>
                  <a:pt x="811389" y="122583"/>
                </a:lnTo>
                <a:lnTo>
                  <a:pt x="811389" y="70647"/>
                </a:lnTo>
                <a:lnTo>
                  <a:pt x="811386" y="69994"/>
                </a:lnTo>
                <a:lnTo>
                  <a:pt x="811377" y="69350"/>
                </a:lnTo>
                <a:lnTo>
                  <a:pt x="811362" y="68713"/>
                </a:lnTo>
                <a:lnTo>
                  <a:pt x="811341" y="68084"/>
                </a:lnTo>
                <a:lnTo>
                  <a:pt x="811314" y="67464"/>
                </a:lnTo>
                <a:lnTo>
                  <a:pt x="811281" y="66851"/>
                </a:lnTo>
                <a:lnTo>
                  <a:pt x="811242" y="66247"/>
                </a:lnTo>
                <a:lnTo>
                  <a:pt x="811197" y="65650"/>
                </a:lnTo>
                <a:lnTo>
                  <a:pt x="811146" y="65062"/>
                </a:lnTo>
                <a:lnTo>
                  <a:pt x="811089" y="64481"/>
                </a:lnTo>
                <a:lnTo>
                  <a:pt x="811025" y="63909"/>
                </a:lnTo>
                <a:lnTo>
                  <a:pt x="810956" y="63345"/>
                </a:lnTo>
                <a:lnTo>
                  <a:pt x="810881" y="62789"/>
                </a:lnTo>
                <a:lnTo>
                  <a:pt x="810800" y="62241"/>
                </a:lnTo>
                <a:lnTo>
                  <a:pt x="810713" y="61701"/>
                </a:lnTo>
                <a:lnTo>
                  <a:pt x="810620" y="61169"/>
                </a:lnTo>
                <a:lnTo>
                  <a:pt x="810521" y="60645"/>
                </a:lnTo>
                <a:lnTo>
                  <a:pt x="810415" y="60129"/>
                </a:lnTo>
                <a:lnTo>
                  <a:pt x="810304" y="59621"/>
                </a:lnTo>
                <a:lnTo>
                  <a:pt x="810187" y="59121"/>
                </a:lnTo>
                <a:lnTo>
                  <a:pt x="810064" y="58630"/>
                </a:lnTo>
                <a:lnTo>
                  <a:pt x="809934" y="58146"/>
                </a:lnTo>
                <a:lnTo>
                  <a:pt x="809799" y="57670"/>
                </a:lnTo>
                <a:lnTo>
                  <a:pt x="809658" y="57203"/>
                </a:lnTo>
                <a:lnTo>
                  <a:pt x="809511" y="56743"/>
                </a:lnTo>
                <a:lnTo>
                  <a:pt x="809359" y="56290"/>
                </a:lnTo>
                <a:lnTo>
                  <a:pt x="809201" y="55845"/>
                </a:lnTo>
                <a:lnTo>
                  <a:pt x="809038" y="55406"/>
                </a:lnTo>
                <a:lnTo>
                  <a:pt x="808869" y="54975"/>
                </a:lnTo>
                <a:lnTo>
                  <a:pt x="808696" y="54551"/>
                </a:lnTo>
                <a:lnTo>
                  <a:pt x="808516" y="54134"/>
                </a:lnTo>
                <a:lnTo>
                  <a:pt x="808332" y="53724"/>
                </a:lnTo>
                <a:lnTo>
                  <a:pt x="808142" y="53322"/>
                </a:lnTo>
                <a:lnTo>
                  <a:pt x="807947" y="52926"/>
                </a:lnTo>
                <a:lnTo>
                  <a:pt x="807746" y="52538"/>
                </a:lnTo>
                <a:lnTo>
                  <a:pt x="807540" y="52157"/>
                </a:lnTo>
                <a:lnTo>
                  <a:pt x="807329" y="51783"/>
                </a:lnTo>
                <a:lnTo>
                  <a:pt x="807112" y="51416"/>
                </a:lnTo>
                <a:lnTo>
                  <a:pt x="806890" y="51056"/>
                </a:lnTo>
                <a:lnTo>
                  <a:pt x="806662" y="50704"/>
                </a:lnTo>
                <a:lnTo>
                  <a:pt x="806429" y="50358"/>
                </a:lnTo>
                <a:lnTo>
                  <a:pt x="806191" y="50020"/>
                </a:lnTo>
                <a:lnTo>
                  <a:pt x="805947" y="49689"/>
                </a:lnTo>
                <a:lnTo>
                  <a:pt x="805698" y="49366"/>
                </a:lnTo>
                <a:lnTo>
                  <a:pt x="805444" y="49049"/>
                </a:lnTo>
                <a:lnTo>
                  <a:pt x="805184" y="48739"/>
                </a:lnTo>
                <a:lnTo>
                  <a:pt x="804919" y="48437"/>
                </a:lnTo>
                <a:lnTo>
                  <a:pt x="804649" y="48142"/>
                </a:lnTo>
                <a:lnTo>
                  <a:pt x="804373" y="47853"/>
                </a:lnTo>
                <a:lnTo>
                  <a:pt x="804092" y="47572"/>
                </a:lnTo>
                <a:lnTo>
                  <a:pt x="803807" y="47296"/>
                </a:lnTo>
                <a:lnTo>
                  <a:pt x="803516" y="47028"/>
                </a:lnTo>
                <a:lnTo>
                  <a:pt x="803220" y="46765"/>
                </a:lnTo>
                <a:lnTo>
                  <a:pt x="802920" y="46510"/>
                </a:lnTo>
                <a:lnTo>
                  <a:pt x="802614" y="46260"/>
                </a:lnTo>
                <a:lnTo>
                  <a:pt x="802303" y="46018"/>
                </a:lnTo>
                <a:lnTo>
                  <a:pt x="801988" y="45782"/>
                </a:lnTo>
                <a:lnTo>
                  <a:pt x="801667" y="45552"/>
                </a:lnTo>
                <a:lnTo>
                  <a:pt x="801342" y="45329"/>
                </a:lnTo>
                <a:lnTo>
                  <a:pt x="801011" y="45112"/>
                </a:lnTo>
                <a:lnTo>
                  <a:pt x="800676" y="44902"/>
                </a:lnTo>
                <a:lnTo>
                  <a:pt x="800335" y="44699"/>
                </a:lnTo>
                <a:lnTo>
                  <a:pt x="799990" y="44502"/>
                </a:lnTo>
                <a:lnTo>
                  <a:pt x="799639" y="44311"/>
                </a:lnTo>
                <a:lnTo>
                  <a:pt x="799284" y="44127"/>
                </a:lnTo>
                <a:lnTo>
                  <a:pt x="798923" y="43950"/>
                </a:lnTo>
                <a:lnTo>
                  <a:pt x="798558" y="43779"/>
                </a:lnTo>
                <a:lnTo>
                  <a:pt x="798187" y="43614"/>
                </a:lnTo>
                <a:lnTo>
                  <a:pt x="797812" y="43456"/>
                </a:lnTo>
                <a:lnTo>
                  <a:pt x="797431" y="43305"/>
                </a:lnTo>
                <a:lnTo>
                  <a:pt x="797046" y="43160"/>
                </a:lnTo>
                <a:lnTo>
                  <a:pt x="796656" y="43022"/>
                </a:lnTo>
                <a:lnTo>
                  <a:pt x="796260" y="42890"/>
                </a:lnTo>
                <a:lnTo>
                  <a:pt x="795861" y="42763"/>
                </a:lnTo>
                <a:lnTo>
                  <a:pt x="795457" y="42642"/>
                </a:lnTo>
                <a:lnTo>
                  <a:pt x="795049" y="42527"/>
                </a:lnTo>
                <a:lnTo>
                  <a:pt x="794637" y="42417"/>
                </a:lnTo>
                <a:lnTo>
                  <a:pt x="794220" y="42313"/>
                </a:lnTo>
                <a:lnTo>
                  <a:pt x="793799" y="42214"/>
                </a:lnTo>
                <a:lnTo>
                  <a:pt x="793373" y="42122"/>
                </a:lnTo>
                <a:lnTo>
                  <a:pt x="792943" y="42034"/>
                </a:lnTo>
                <a:lnTo>
                  <a:pt x="792509" y="41953"/>
                </a:lnTo>
                <a:lnTo>
                  <a:pt x="792071" y="41877"/>
                </a:lnTo>
                <a:lnTo>
                  <a:pt x="791628" y="41806"/>
                </a:lnTo>
                <a:lnTo>
                  <a:pt x="791180" y="41742"/>
                </a:lnTo>
                <a:lnTo>
                  <a:pt x="790729" y="41683"/>
                </a:lnTo>
                <a:lnTo>
                  <a:pt x="790273" y="41629"/>
                </a:lnTo>
                <a:lnTo>
                  <a:pt x="789813" y="41581"/>
                </a:lnTo>
                <a:lnTo>
                  <a:pt x="789348" y="41539"/>
                </a:lnTo>
                <a:lnTo>
                  <a:pt x="788879" y="41503"/>
                </a:lnTo>
                <a:lnTo>
                  <a:pt x="788406" y="41472"/>
                </a:lnTo>
                <a:lnTo>
                  <a:pt x="787928" y="41446"/>
                </a:lnTo>
                <a:lnTo>
                  <a:pt x="787446" y="41427"/>
                </a:lnTo>
                <a:lnTo>
                  <a:pt x="786960" y="41412"/>
                </a:lnTo>
                <a:lnTo>
                  <a:pt x="786469" y="41404"/>
                </a:lnTo>
                <a:lnTo>
                  <a:pt x="785974" y="41401"/>
                </a:lnTo>
                <a:lnTo>
                  <a:pt x="785405" y="41406"/>
                </a:lnTo>
                <a:lnTo>
                  <a:pt x="784840" y="41420"/>
                </a:lnTo>
                <a:lnTo>
                  <a:pt x="784279" y="41443"/>
                </a:lnTo>
                <a:lnTo>
                  <a:pt x="783723" y="41475"/>
                </a:lnTo>
                <a:lnTo>
                  <a:pt x="783170" y="41516"/>
                </a:lnTo>
                <a:lnTo>
                  <a:pt x="782622" y="41567"/>
                </a:lnTo>
                <a:lnTo>
                  <a:pt x="782078" y="41627"/>
                </a:lnTo>
                <a:lnTo>
                  <a:pt x="781537" y="41696"/>
                </a:lnTo>
                <a:lnTo>
                  <a:pt x="781001" y="41774"/>
                </a:lnTo>
                <a:lnTo>
                  <a:pt x="780469" y="41862"/>
                </a:lnTo>
                <a:lnTo>
                  <a:pt x="779941" y="41958"/>
                </a:lnTo>
                <a:lnTo>
                  <a:pt x="779417" y="42064"/>
                </a:lnTo>
                <a:lnTo>
                  <a:pt x="778898" y="42179"/>
                </a:lnTo>
                <a:lnTo>
                  <a:pt x="778382" y="42304"/>
                </a:lnTo>
                <a:lnTo>
                  <a:pt x="777870" y="42437"/>
                </a:lnTo>
                <a:lnTo>
                  <a:pt x="777363" y="42580"/>
                </a:lnTo>
                <a:lnTo>
                  <a:pt x="776859" y="42732"/>
                </a:lnTo>
                <a:lnTo>
                  <a:pt x="776360" y="42893"/>
                </a:lnTo>
                <a:lnTo>
                  <a:pt x="775865" y="43063"/>
                </a:lnTo>
                <a:lnTo>
                  <a:pt x="775374" y="43243"/>
                </a:lnTo>
                <a:lnTo>
                  <a:pt x="774887" y="43432"/>
                </a:lnTo>
                <a:lnTo>
                  <a:pt x="774404" y="43630"/>
                </a:lnTo>
                <a:lnTo>
                  <a:pt x="773925" y="43837"/>
                </a:lnTo>
                <a:lnTo>
                  <a:pt x="773450" y="44053"/>
                </a:lnTo>
                <a:lnTo>
                  <a:pt x="772980" y="44278"/>
                </a:lnTo>
                <a:lnTo>
                  <a:pt x="772515" y="44510"/>
                </a:lnTo>
                <a:lnTo>
                  <a:pt x="772056" y="44749"/>
                </a:lnTo>
                <a:lnTo>
                  <a:pt x="771601" y="44995"/>
                </a:lnTo>
                <a:lnTo>
                  <a:pt x="771152" y="45248"/>
                </a:lnTo>
                <a:lnTo>
                  <a:pt x="770708" y="45508"/>
                </a:lnTo>
                <a:lnTo>
                  <a:pt x="770270" y="45776"/>
                </a:lnTo>
                <a:lnTo>
                  <a:pt x="769836" y="46050"/>
                </a:lnTo>
                <a:lnTo>
                  <a:pt x="769408" y="46332"/>
                </a:lnTo>
                <a:lnTo>
                  <a:pt x="768985" y="46621"/>
                </a:lnTo>
                <a:lnTo>
                  <a:pt x="768568" y="46918"/>
                </a:lnTo>
                <a:lnTo>
                  <a:pt x="768155" y="47221"/>
                </a:lnTo>
                <a:lnTo>
                  <a:pt x="767748" y="47531"/>
                </a:lnTo>
                <a:lnTo>
                  <a:pt x="767346" y="47849"/>
                </a:lnTo>
                <a:lnTo>
                  <a:pt x="766950" y="48174"/>
                </a:lnTo>
                <a:lnTo>
                  <a:pt x="766558" y="48506"/>
                </a:lnTo>
                <a:lnTo>
                  <a:pt x="766172" y="48845"/>
                </a:lnTo>
                <a:lnTo>
                  <a:pt x="765791" y="49192"/>
                </a:lnTo>
                <a:lnTo>
                  <a:pt x="765415" y="49545"/>
                </a:lnTo>
                <a:lnTo>
                  <a:pt x="765045" y="49906"/>
                </a:lnTo>
                <a:lnTo>
                  <a:pt x="764680" y="50274"/>
                </a:lnTo>
                <a:lnTo>
                  <a:pt x="764320" y="50649"/>
                </a:lnTo>
                <a:lnTo>
                  <a:pt x="763965" y="51031"/>
                </a:lnTo>
                <a:lnTo>
                  <a:pt x="763616" y="51420"/>
                </a:lnTo>
                <a:lnTo>
                  <a:pt x="763272" y="51815"/>
                </a:lnTo>
                <a:lnTo>
                  <a:pt x="762934" y="52216"/>
                </a:lnTo>
                <a:lnTo>
                  <a:pt x="762602" y="52622"/>
                </a:lnTo>
                <a:lnTo>
                  <a:pt x="762276" y="53033"/>
                </a:lnTo>
                <a:lnTo>
                  <a:pt x="761957" y="53448"/>
                </a:lnTo>
                <a:lnTo>
                  <a:pt x="761643" y="53869"/>
                </a:lnTo>
                <a:lnTo>
                  <a:pt x="761335" y="54296"/>
                </a:lnTo>
                <a:lnTo>
                  <a:pt x="761033" y="54727"/>
                </a:lnTo>
                <a:lnTo>
                  <a:pt x="760737" y="55163"/>
                </a:lnTo>
                <a:lnTo>
                  <a:pt x="760448" y="55605"/>
                </a:lnTo>
                <a:lnTo>
                  <a:pt x="760164" y="56051"/>
                </a:lnTo>
                <a:lnTo>
                  <a:pt x="759967" y="56372"/>
                </a:lnTo>
                <a:lnTo>
                  <a:pt x="759674" y="42875"/>
                </a:lnTo>
                <a:lnTo>
                  <a:pt x="751276" y="42875"/>
                </a:lnTo>
                <a:lnTo>
                  <a:pt x="751276" y="122583"/>
                </a:lnTo>
                <a:lnTo>
                  <a:pt x="760043" y="122583"/>
                </a:lnTo>
                <a:lnTo>
                  <a:pt x="760043" y="67904"/>
                </a:lnTo>
                <a:lnTo>
                  <a:pt x="760188" y="67502"/>
                </a:lnTo>
                <a:lnTo>
                  <a:pt x="760343" y="67093"/>
                </a:lnTo>
                <a:lnTo>
                  <a:pt x="760502" y="66686"/>
                </a:lnTo>
                <a:lnTo>
                  <a:pt x="760667" y="66280"/>
                </a:lnTo>
                <a:lnTo>
                  <a:pt x="760837" y="65877"/>
                </a:lnTo>
                <a:close/>
                <a:moveTo>
                  <a:pt x="1039336" y="119180"/>
                </a:moveTo>
                <a:lnTo>
                  <a:pt x="1039374" y="119377"/>
                </a:lnTo>
                <a:lnTo>
                  <a:pt x="1039417" y="119571"/>
                </a:lnTo>
                <a:lnTo>
                  <a:pt x="1039466" y="119762"/>
                </a:lnTo>
                <a:lnTo>
                  <a:pt x="1039520" y="119950"/>
                </a:lnTo>
                <a:lnTo>
                  <a:pt x="1039581" y="120135"/>
                </a:lnTo>
                <a:lnTo>
                  <a:pt x="1039647" y="120318"/>
                </a:lnTo>
                <a:lnTo>
                  <a:pt x="1039719" y="120497"/>
                </a:lnTo>
                <a:lnTo>
                  <a:pt x="1039797" y="120674"/>
                </a:lnTo>
                <a:lnTo>
                  <a:pt x="1039880" y="120848"/>
                </a:lnTo>
                <a:lnTo>
                  <a:pt x="1039969" y="121020"/>
                </a:lnTo>
                <a:lnTo>
                  <a:pt x="1040064" y="121188"/>
                </a:lnTo>
                <a:lnTo>
                  <a:pt x="1040165" y="121354"/>
                </a:lnTo>
                <a:lnTo>
                  <a:pt x="1040271" y="121516"/>
                </a:lnTo>
                <a:lnTo>
                  <a:pt x="1040384" y="121676"/>
                </a:lnTo>
                <a:lnTo>
                  <a:pt x="1040502" y="121834"/>
                </a:lnTo>
                <a:lnTo>
                  <a:pt x="1040625" y="121988"/>
                </a:lnTo>
                <a:lnTo>
                  <a:pt x="1040755" y="122140"/>
                </a:lnTo>
                <a:lnTo>
                  <a:pt x="1040890" y="122288"/>
                </a:lnTo>
                <a:lnTo>
                  <a:pt x="1041030" y="122433"/>
                </a:lnTo>
                <a:lnTo>
                  <a:pt x="1041175" y="122571"/>
                </a:lnTo>
                <a:lnTo>
                  <a:pt x="1041325" y="122703"/>
                </a:lnTo>
                <a:lnTo>
                  <a:pt x="1041478" y="122829"/>
                </a:lnTo>
                <a:lnTo>
                  <a:pt x="1041637" y="122948"/>
                </a:lnTo>
                <a:lnTo>
                  <a:pt x="1041799" y="123062"/>
                </a:lnTo>
                <a:lnTo>
                  <a:pt x="1041967" y="123169"/>
                </a:lnTo>
                <a:lnTo>
                  <a:pt x="1042138" y="123271"/>
                </a:lnTo>
                <a:lnTo>
                  <a:pt x="1042315" y="123366"/>
                </a:lnTo>
                <a:lnTo>
                  <a:pt x="1042495" y="123455"/>
                </a:lnTo>
                <a:lnTo>
                  <a:pt x="1042680" y="123538"/>
                </a:lnTo>
                <a:lnTo>
                  <a:pt x="1042870" y="123614"/>
                </a:lnTo>
                <a:lnTo>
                  <a:pt x="1043064" y="123685"/>
                </a:lnTo>
                <a:lnTo>
                  <a:pt x="1043263" y="123749"/>
                </a:lnTo>
                <a:lnTo>
                  <a:pt x="1043466" y="123808"/>
                </a:lnTo>
                <a:lnTo>
                  <a:pt x="1043673" y="123860"/>
                </a:lnTo>
                <a:lnTo>
                  <a:pt x="1043885" y="123906"/>
                </a:lnTo>
                <a:lnTo>
                  <a:pt x="1044102" y="123946"/>
                </a:lnTo>
                <a:lnTo>
                  <a:pt x="1044323" y="123980"/>
                </a:lnTo>
                <a:lnTo>
                  <a:pt x="1044548" y="124007"/>
                </a:lnTo>
                <a:lnTo>
                  <a:pt x="1044778" y="124029"/>
                </a:lnTo>
                <a:lnTo>
                  <a:pt x="1045012" y="124044"/>
                </a:lnTo>
                <a:lnTo>
                  <a:pt x="1045251" y="124053"/>
                </a:lnTo>
                <a:lnTo>
                  <a:pt x="1045494" y="124056"/>
                </a:lnTo>
                <a:lnTo>
                  <a:pt x="1045732" y="124053"/>
                </a:lnTo>
                <a:lnTo>
                  <a:pt x="1045965" y="124044"/>
                </a:lnTo>
                <a:lnTo>
                  <a:pt x="1046194" y="124029"/>
                </a:lnTo>
                <a:lnTo>
                  <a:pt x="1046419" y="124007"/>
                </a:lnTo>
                <a:lnTo>
                  <a:pt x="1046640" y="123980"/>
                </a:lnTo>
                <a:lnTo>
                  <a:pt x="1046857" y="123946"/>
                </a:lnTo>
                <a:lnTo>
                  <a:pt x="1047070" y="123906"/>
                </a:lnTo>
                <a:lnTo>
                  <a:pt x="1047279" y="123860"/>
                </a:lnTo>
                <a:lnTo>
                  <a:pt x="1047483" y="123808"/>
                </a:lnTo>
                <a:lnTo>
                  <a:pt x="1047684" y="123749"/>
                </a:lnTo>
                <a:lnTo>
                  <a:pt x="1047880" y="123685"/>
                </a:lnTo>
                <a:lnTo>
                  <a:pt x="1048073" y="123614"/>
                </a:lnTo>
                <a:lnTo>
                  <a:pt x="1048261" y="123538"/>
                </a:lnTo>
                <a:lnTo>
                  <a:pt x="1048445" y="123455"/>
                </a:lnTo>
                <a:lnTo>
                  <a:pt x="1048625" y="123366"/>
                </a:lnTo>
                <a:lnTo>
                  <a:pt x="1048801" y="123271"/>
                </a:lnTo>
                <a:lnTo>
                  <a:pt x="1048973" y="123169"/>
                </a:lnTo>
                <a:lnTo>
                  <a:pt x="1049141" y="123062"/>
                </a:lnTo>
                <a:lnTo>
                  <a:pt x="1049305" y="122948"/>
                </a:lnTo>
                <a:lnTo>
                  <a:pt x="1049464" y="122829"/>
                </a:lnTo>
                <a:lnTo>
                  <a:pt x="1049620" y="122703"/>
                </a:lnTo>
                <a:lnTo>
                  <a:pt x="1049771" y="122571"/>
                </a:lnTo>
                <a:lnTo>
                  <a:pt x="1049919" y="122433"/>
                </a:lnTo>
                <a:lnTo>
                  <a:pt x="1050062" y="122288"/>
                </a:lnTo>
                <a:lnTo>
                  <a:pt x="1050200" y="122140"/>
                </a:lnTo>
                <a:lnTo>
                  <a:pt x="1050332" y="121988"/>
                </a:lnTo>
                <a:lnTo>
                  <a:pt x="1050459" y="121834"/>
                </a:lnTo>
                <a:lnTo>
                  <a:pt x="1050579" y="121676"/>
                </a:lnTo>
                <a:lnTo>
                  <a:pt x="1050694" y="121516"/>
                </a:lnTo>
                <a:lnTo>
                  <a:pt x="1050803" y="121354"/>
                </a:lnTo>
                <a:lnTo>
                  <a:pt x="1050906" y="121188"/>
                </a:lnTo>
                <a:lnTo>
                  <a:pt x="1051003" y="121020"/>
                </a:lnTo>
                <a:lnTo>
                  <a:pt x="1051094" y="120848"/>
                </a:lnTo>
                <a:lnTo>
                  <a:pt x="1051180" y="120674"/>
                </a:lnTo>
                <a:lnTo>
                  <a:pt x="1051259" y="120497"/>
                </a:lnTo>
                <a:lnTo>
                  <a:pt x="1051333" y="120318"/>
                </a:lnTo>
                <a:lnTo>
                  <a:pt x="1051400" y="120135"/>
                </a:lnTo>
                <a:lnTo>
                  <a:pt x="1051462" y="119950"/>
                </a:lnTo>
                <a:lnTo>
                  <a:pt x="1051518" y="119762"/>
                </a:lnTo>
                <a:lnTo>
                  <a:pt x="1051568" y="119571"/>
                </a:lnTo>
                <a:lnTo>
                  <a:pt x="1051612" y="119377"/>
                </a:lnTo>
                <a:lnTo>
                  <a:pt x="1051650" y="119180"/>
                </a:lnTo>
                <a:lnTo>
                  <a:pt x="1051683" y="118981"/>
                </a:lnTo>
                <a:lnTo>
                  <a:pt x="1051709" y="118779"/>
                </a:lnTo>
                <a:lnTo>
                  <a:pt x="1051730" y="118574"/>
                </a:lnTo>
                <a:lnTo>
                  <a:pt x="1051744" y="118366"/>
                </a:lnTo>
                <a:lnTo>
                  <a:pt x="1051753" y="118155"/>
                </a:lnTo>
                <a:lnTo>
                  <a:pt x="1051756" y="117942"/>
                </a:lnTo>
                <a:lnTo>
                  <a:pt x="1051753" y="117728"/>
                </a:lnTo>
                <a:lnTo>
                  <a:pt x="1051744" y="117518"/>
                </a:lnTo>
                <a:lnTo>
                  <a:pt x="1051730" y="117309"/>
                </a:lnTo>
                <a:lnTo>
                  <a:pt x="1051709" y="117104"/>
                </a:lnTo>
                <a:lnTo>
                  <a:pt x="1051683" y="116901"/>
                </a:lnTo>
                <a:lnTo>
                  <a:pt x="1051650" y="116701"/>
                </a:lnTo>
                <a:lnTo>
                  <a:pt x="1051612" y="116504"/>
                </a:lnTo>
                <a:lnTo>
                  <a:pt x="1051568" y="116309"/>
                </a:lnTo>
                <a:lnTo>
                  <a:pt x="1051518" y="116117"/>
                </a:lnTo>
                <a:lnTo>
                  <a:pt x="1051462" y="115928"/>
                </a:lnTo>
                <a:lnTo>
                  <a:pt x="1051400" y="115741"/>
                </a:lnTo>
                <a:lnTo>
                  <a:pt x="1051333" y="115557"/>
                </a:lnTo>
                <a:lnTo>
                  <a:pt x="1051259" y="115376"/>
                </a:lnTo>
                <a:lnTo>
                  <a:pt x="1051180" y="115197"/>
                </a:lnTo>
                <a:lnTo>
                  <a:pt x="1051094" y="115021"/>
                </a:lnTo>
                <a:lnTo>
                  <a:pt x="1051003" y="114848"/>
                </a:lnTo>
                <a:lnTo>
                  <a:pt x="1050906" y="114677"/>
                </a:lnTo>
                <a:lnTo>
                  <a:pt x="1050803" y="114509"/>
                </a:lnTo>
                <a:lnTo>
                  <a:pt x="1050694" y="114344"/>
                </a:lnTo>
                <a:lnTo>
                  <a:pt x="1050579" y="114182"/>
                </a:lnTo>
                <a:lnTo>
                  <a:pt x="1050459" y="114022"/>
                </a:lnTo>
                <a:lnTo>
                  <a:pt x="1050332" y="113865"/>
                </a:lnTo>
                <a:lnTo>
                  <a:pt x="1050200" y="113710"/>
                </a:lnTo>
                <a:lnTo>
                  <a:pt x="1050062" y="113559"/>
                </a:lnTo>
                <a:lnTo>
                  <a:pt x="1049919" y="113411"/>
                </a:lnTo>
                <a:lnTo>
                  <a:pt x="1049771" y="113270"/>
                </a:lnTo>
                <a:lnTo>
                  <a:pt x="1049620" y="113136"/>
                </a:lnTo>
                <a:lnTo>
                  <a:pt x="1049464" y="113007"/>
                </a:lnTo>
                <a:lnTo>
                  <a:pt x="1049305" y="112885"/>
                </a:lnTo>
                <a:lnTo>
                  <a:pt x="1049141" y="112769"/>
                </a:lnTo>
                <a:lnTo>
                  <a:pt x="1048973" y="112659"/>
                </a:lnTo>
                <a:lnTo>
                  <a:pt x="1048801" y="112556"/>
                </a:lnTo>
                <a:lnTo>
                  <a:pt x="1048625" y="112459"/>
                </a:lnTo>
                <a:lnTo>
                  <a:pt x="1048445" y="112368"/>
                </a:lnTo>
                <a:lnTo>
                  <a:pt x="1048261" y="112283"/>
                </a:lnTo>
                <a:lnTo>
                  <a:pt x="1048073" y="112205"/>
                </a:lnTo>
                <a:lnTo>
                  <a:pt x="1047880" y="112133"/>
                </a:lnTo>
                <a:lnTo>
                  <a:pt x="1047684" y="112067"/>
                </a:lnTo>
                <a:lnTo>
                  <a:pt x="1047483" y="112008"/>
                </a:lnTo>
                <a:lnTo>
                  <a:pt x="1047279" y="111954"/>
                </a:lnTo>
                <a:lnTo>
                  <a:pt x="1047070" y="111907"/>
                </a:lnTo>
                <a:lnTo>
                  <a:pt x="1046857" y="111867"/>
                </a:lnTo>
                <a:lnTo>
                  <a:pt x="1046640" y="111832"/>
                </a:lnTo>
                <a:lnTo>
                  <a:pt x="1046419" y="111804"/>
                </a:lnTo>
                <a:lnTo>
                  <a:pt x="1046194" y="111782"/>
                </a:lnTo>
                <a:lnTo>
                  <a:pt x="1045965" y="111766"/>
                </a:lnTo>
                <a:lnTo>
                  <a:pt x="1045732" y="111757"/>
                </a:lnTo>
                <a:lnTo>
                  <a:pt x="1045494" y="111754"/>
                </a:lnTo>
                <a:lnTo>
                  <a:pt x="1045251" y="111757"/>
                </a:lnTo>
                <a:lnTo>
                  <a:pt x="1045012" y="111766"/>
                </a:lnTo>
                <a:lnTo>
                  <a:pt x="1044778" y="111782"/>
                </a:lnTo>
                <a:lnTo>
                  <a:pt x="1044548" y="111804"/>
                </a:lnTo>
                <a:lnTo>
                  <a:pt x="1044323" y="111832"/>
                </a:lnTo>
                <a:lnTo>
                  <a:pt x="1044102" y="111867"/>
                </a:lnTo>
                <a:lnTo>
                  <a:pt x="1043885" y="111907"/>
                </a:lnTo>
                <a:lnTo>
                  <a:pt x="1043673" y="111954"/>
                </a:lnTo>
                <a:lnTo>
                  <a:pt x="1043466" y="112008"/>
                </a:lnTo>
                <a:lnTo>
                  <a:pt x="1043263" y="112067"/>
                </a:lnTo>
                <a:lnTo>
                  <a:pt x="1043064" y="112133"/>
                </a:lnTo>
                <a:lnTo>
                  <a:pt x="1042870" y="112205"/>
                </a:lnTo>
                <a:lnTo>
                  <a:pt x="1042680" y="112283"/>
                </a:lnTo>
                <a:lnTo>
                  <a:pt x="1042495" y="112368"/>
                </a:lnTo>
                <a:lnTo>
                  <a:pt x="1042315" y="112459"/>
                </a:lnTo>
                <a:lnTo>
                  <a:pt x="1042138" y="112556"/>
                </a:lnTo>
                <a:lnTo>
                  <a:pt x="1041967" y="112659"/>
                </a:lnTo>
                <a:lnTo>
                  <a:pt x="1041799" y="112769"/>
                </a:lnTo>
                <a:lnTo>
                  <a:pt x="1041637" y="112885"/>
                </a:lnTo>
                <a:lnTo>
                  <a:pt x="1041478" y="113007"/>
                </a:lnTo>
                <a:lnTo>
                  <a:pt x="1041325" y="113136"/>
                </a:lnTo>
                <a:lnTo>
                  <a:pt x="1041175" y="113270"/>
                </a:lnTo>
                <a:lnTo>
                  <a:pt x="1041030" y="113411"/>
                </a:lnTo>
                <a:lnTo>
                  <a:pt x="1040890" y="113559"/>
                </a:lnTo>
                <a:lnTo>
                  <a:pt x="1040755" y="113710"/>
                </a:lnTo>
                <a:lnTo>
                  <a:pt x="1040625" y="113865"/>
                </a:lnTo>
                <a:lnTo>
                  <a:pt x="1040502" y="114022"/>
                </a:lnTo>
                <a:lnTo>
                  <a:pt x="1040384" y="114182"/>
                </a:lnTo>
                <a:lnTo>
                  <a:pt x="1040271" y="114344"/>
                </a:lnTo>
                <a:lnTo>
                  <a:pt x="1040165" y="114509"/>
                </a:lnTo>
                <a:lnTo>
                  <a:pt x="1040064" y="114677"/>
                </a:lnTo>
                <a:lnTo>
                  <a:pt x="1039969" y="114848"/>
                </a:lnTo>
                <a:lnTo>
                  <a:pt x="1039880" y="115021"/>
                </a:lnTo>
                <a:lnTo>
                  <a:pt x="1039797" y="115197"/>
                </a:lnTo>
                <a:lnTo>
                  <a:pt x="1039719" y="115376"/>
                </a:lnTo>
                <a:lnTo>
                  <a:pt x="1039647" y="115557"/>
                </a:lnTo>
                <a:lnTo>
                  <a:pt x="1039581" y="115741"/>
                </a:lnTo>
                <a:lnTo>
                  <a:pt x="1039520" y="115928"/>
                </a:lnTo>
                <a:lnTo>
                  <a:pt x="1039466" y="116117"/>
                </a:lnTo>
                <a:lnTo>
                  <a:pt x="1039417" y="116309"/>
                </a:lnTo>
                <a:lnTo>
                  <a:pt x="1039374" y="116504"/>
                </a:lnTo>
                <a:lnTo>
                  <a:pt x="1039336" y="116701"/>
                </a:lnTo>
                <a:lnTo>
                  <a:pt x="1039305" y="116901"/>
                </a:lnTo>
                <a:lnTo>
                  <a:pt x="1039279" y="117104"/>
                </a:lnTo>
                <a:lnTo>
                  <a:pt x="1039259" y="117309"/>
                </a:lnTo>
                <a:lnTo>
                  <a:pt x="1039244" y="117518"/>
                </a:lnTo>
                <a:lnTo>
                  <a:pt x="1039235" y="117728"/>
                </a:lnTo>
                <a:lnTo>
                  <a:pt x="1039233" y="117942"/>
                </a:lnTo>
                <a:lnTo>
                  <a:pt x="1039235" y="118155"/>
                </a:lnTo>
                <a:lnTo>
                  <a:pt x="1039244" y="118366"/>
                </a:lnTo>
                <a:lnTo>
                  <a:pt x="1039259" y="118574"/>
                </a:lnTo>
                <a:lnTo>
                  <a:pt x="1039279" y="118779"/>
                </a:lnTo>
                <a:lnTo>
                  <a:pt x="1039305" y="118981"/>
                </a:lnTo>
                <a:lnTo>
                  <a:pt x="1039336" y="11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9B979-6E73-452A-850A-F9338AA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4452763"/>
            <a:ext cx="1891538" cy="779028"/>
          </a:xfrm>
          <a:custGeom xmlns:a="http://schemas.openxmlformats.org/drawingml/2006/main">
            <a:pathLst>
              <a:path w="1891538" h="779028">
                <a:moveTo>
                  <a:pt x="0" y="129837"/>
                </a:moveTo>
                <a:cubicBezTo>
                  <a:pt x="0" y="58123"/>
                  <a:pt x="58149" y="0"/>
                  <a:pt x="129837" y="0"/>
                </a:cubicBezTo>
                <a:lnTo>
                  <a:pt x="1761701" y="0"/>
                </a:lnTo>
                <a:cubicBezTo>
                  <a:pt x="1796141" y="0"/>
                  <a:pt x="1829162" y="13677"/>
                  <a:pt x="1853511" y="38027"/>
                </a:cubicBezTo>
                <a:cubicBezTo>
                  <a:pt x="1877867" y="62382"/>
                  <a:pt x="1891538" y="95403"/>
                  <a:pt x="1891538" y="129837"/>
                </a:cubicBezTo>
                <a:lnTo>
                  <a:pt x="1891538" y="649191"/>
                </a:lnTo>
                <a:cubicBezTo>
                  <a:pt x="1891538" y="720905"/>
                  <a:pt x="1833415" y="779028"/>
                  <a:pt x="1761701" y="779028"/>
                </a:cubicBezTo>
                <a:lnTo>
                  <a:pt x="129837" y="779028"/>
                </a:lnTo>
                <a:cubicBezTo>
                  <a:pt x="58149" y="779028"/>
                  <a:pt x="0" y="720905"/>
                  <a:pt x="0" y="649191"/>
                </a:cubicBezTo>
                <a:lnTo>
                  <a:pt x="0" y="129837"/>
                </a:lnTo>
                <a:close/>
                <a:moveTo>
                  <a:pt x="0" y="12983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C3794-69C0-43E3-B4F4-D2B879A7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459" y="4452763"/>
            <a:ext cx="1891538" cy="779028"/>
          </a:xfrm>
          <a:custGeom xmlns:a="http://schemas.openxmlformats.org/drawingml/2006/main">
            <a:pathLst>
              <a:path w="1891538" h="779028" fill="none">
                <a:moveTo>
                  <a:pt x="0" y="129837"/>
                </a:moveTo>
                <a:cubicBezTo>
                  <a:pt x="0" y="58123"/>
                  <a:pt x="58149" y="0"/>
                  <a:pt x="129837" y="0"/>
                </a:cubicBezTo>
                <a:lnTo>
                  <a:pt x="1761701" y="0"/>
                </a:lnTo>
                <a:cubicBezTo>
                  <a:pt x="1796141" y="0"/>
                  <a:pt x="1829162" y="13677"/>
                  <a:pt x="1853511" y="38027"/>
                </a:cubicBezTo>
                <a:cubicBezTo>
                  <a:pt x="1877867" y="62382"/>
                  <a:pt x="1891538" y="95403"/>
                  <a:pt x="1891538" y="129837"/>
                </a:cubicBezTo>
                <a:lnTo>
                  <a:pt x="1891538" y="649191"/>
                </a:lnTo>
                <a:cubicBezTo>
                  <a:pt x="1891538" y="720905"/>
                  <a:pt x="1833415" y="779028"/>
                  <a:pt x="1761701" y="779028"/>
                </a:cubicBezTo>
                <a:lnTo>
                  <a:pt x="129837" y="779028"/>
                </a:lnTo>
                <a:cubicBezTo>
                  <a:pt x="58149" y="779028"/>
                  <a:pt x="0" y="720905"/>
                  <a:pt x="0" y="649191"/>
                </a:cubicBezTo>
                <a:lnTo>
                  <a:pt x="0" y="129837"/>
                </a:lnTo>
                <a:close/>
                <a:moveTo>
                  <a:pt x="0" y="129837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42" name="Text Oh,inthatcase:">
            <a:extLst xmlns:a="http://schemas.openxmlformats.org/drawingml/2006/main">
              <a:ext uri="{FF2B5EF4-FFF2-40B4-BE49-F238E27FC236}">
                <a16:creationId xmlns:a16="http://schemas.microsoft.com/office/drawing/2014/main" id="{100F8BF9-C981-4954-A243-773AB315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131" y="4616448"/>
            <a:ext cx="1051519" cy="134664"/>
          </a:xfrm>
          <a:custGeom xmlns:a="http://schemas.openxmlformats.org/drawingml/2006/main">
            <a:pathLst>
              <a:path w="1051519" h="134664">
                <a:moveTo>
                  <a:pt x="256303" y="13509"/>
                </a:moveTo>
                <a:lnTo>
                  <a:pt x="256341" y="13755"/>
                </a:lnTo>
                <a:lnTo>
                  <a:pt x="256387" y="13998"/>
                </a:lnTo>
                <a:lnTo>
                  <a:pt x="256440" y="14238"/>
                </a:lnTo>
                <a:lnTo>
                  <a:pt x="256500" y="14475"/>
                </a:lnTo>
                <a:lnTo>
                  <a:pt x="256566" y="14709"/>
                </a:lnTo>
                <a:lnTo>
                  <a:pt x="256640" y="14939"/>
                </a:lnTo>
                <a:lnTo>
                  <a:pt x="256721" y="15166"/>
                </a:lnTo>
                <a:lnTo>
                  <a:pt x="256809" y="15390"/>
                </a:lnTo>
                <a:lnTo>
                  <a:pt x="256904" y="15611"/>
                </a:lnTo>
                <a:lnTo>
                  <a:pt x="257006" y="15829"/>
                </a:lnTo>
                <a:lnTo>
                  <a:pt x="257115" y="16043"/>
                </a:lnTo>
                <a:lnTo>
                  <a:pt x="257231" y="16254"/>
                </a:lnTo>
                <a:lnTo>
                  <a:pt x="257354" y="16462"/>
                </a:lnTo>
                <a:lnTo>
                  <a:pt x="257484" y="16667"/>
                </a:lnTo>
                <a:lnTo>
                  <a:pt x="257622" y="16869"/>
                </a:lnTo>
                <a:lnTo>
                  <a:pt x="257766" y="17067"/>
                </a:lnTo>
                <a:lnTo>
                  <a:pt x="257917" y="17263"/>
                </a:lnTo>
                <a:lnTo>
                  <a:pt x="258075" y="17455"/>
                </a:lnTo>
                <a:lnTo>
                  <a:pt x="258241" y="17643"/>
                </a:lnTo>
                <a:lnTo>
                  <a:pt x="258413" y="17827"/>
                </a:lnTo>
                <a:lnTo>
                  <a:pt x="258592" y="18002"/>
                </a:lnTo>
                <a:lnTo>
                  <a:pt x="258778" y="18170"/>
                </a:lnTo>
                <a:lnTo>
                  <a:pt x="258970" y="18330"/>
                </a:lnTo>
                <a:lnTo>
                  <a:pt x="259169" y="18482"/>
                </a:lnTo>
                <a:lnTo>
                  <a:pt x="259376" y="18626"/>
                </a:lnTo>
                <a:lnTo>
                  <a:pt x="259588" y="18763"/>
                </a:lnTo>
                <a:lnTo>
                  <a:pt x="259808" y="18892"/>
                </a:lnTo>
                <a:lnTo>
                  <a:pt x="260035" y="19013"/>
                </a:lnTo>
                <a:lnTo>
                  <a:pt x="260268" y="19126"/>
                </a:lnTo>
                <a:lnTo>
                  <a:pt x="260508" y="19231"/>
                </a:lnTo>
                <a:lnTo>
                  <a:pt x="260755" y="19329"/>
                </a:lnTo>
                <a:lnTo>
                  <a:pt x="261008" y="19418"/>
                </a:lnTo>
                <a:lnTo>
                  <a:pt x="261268" y="19500"/>
                </a:lnTo>
                <a:lnTo>
                  <a:pt x="261536" y="19574"/>
                </a:lnTo>
                <a:lnTo>
                  <a:pt x="261809" y="19641"/>
                </a:lnTo>
                <a:lnTo>
                  <a:pt x="262090" y="19699"/>
                </a:lnTo>
                <a:lnTo>
                  <a:pt x="262377" y="19750"/>
                </a:lnTo>
                <a:lnTo>
                  <a:pt x="262672" y="19793"/>
                </a:lnTo>
                <a:lnTo>
                  <a:pt x="262973" y="19828"/>
                </a:lnTo>
                <a:lnTo>
                  <a:pt x="263281" y="19855"/>
                </a:lnTo>
                <a:lnTo>
                  <a:pt x="263595" y="19875"/>
                </a:lnTo>
                <a:lnTo>
                  <a:pt x="263916" y="19886"/>
                </a:lnTo>
                <a:lnTo>
                  <a:pt x="264245" y="19890"/>
                </a:lnTo>
                <a:lnTo>
                  <a:pt x="264567" y="19886"/>
                </a:lnTo>
                <a:lnTo>
                  <a:pt x="264883" y="19875"/>
                </a:lnTo>
                <a:lnTo>
                  <a:pt x="265192" y="19855"/>
                </a:lnTo>
                <a:lnTo>
                  <a:pt x="265496" y="19828"/>
                </a:lnTo>
                <a:lnTo>
                  <a:pt x="265793" y="19793"/>
                </a:lnTo>
                <a:lnTo>
                  <a:pt x="266084" y="19750"/>
                </a:lnTo>
                <a:lnTo>
                  <a:pt x="266369" y="19699"/>
                </a:lnTo>
                <a:lnTo>
                  <a:pt x="266647" y="19641"/>
                </a:lnTo>
                <a:lnTo>
                  <a:pt x="266919" y="19574"/>
                </a:lnTo>
                <a:lnTo>
                  <a:pt x="267185" y="19500"/>
                </a:lnTo>
                <a:lnTo>
                  <a:pt x="267444" y="19418"/>
                </a:lnTo>
                <a:lnTo>
                  <a:pt x="267698" y="19329"/>
                </a:lnTo>
                <a:lnTo>
                  <a:pt x="267945" y="19231"/>
                </a:lnTo>
                <a:lnTo>
                  <a:pt x="268185" y="19126"/>
                </a:lnTo>
                <a:lnTo>
                  <a:pt x="268420" y="19013"/>
                </a:lnTo>
                <a:lnTo>
                  <a:pt x="268648" y="18892"/>
                </a:lnTo>
                <a:lnTo>
                  <a:pt x="268870" y="18763"/>
                </a:lnTo>
                <a:lnTo>
                  <a:pt x="269086" y="18626"/>
                </a:lnTo>
                <a:lnTo>
                  <a:pt x="269295" y="18482"/>
                </a:lnTo>
                <a:lnTo>
                  <a:pt x="269498" y="18330"/>
                </a:lnTo>
                <a:lnTo>
                  <a:pt x="269695" y="18170"/>
                </a:lnTo>
                <a:lnTo>
                  <a:pt x="269886" y="18002"/>
                </a:lnTo>
                <a:lnTo>
                  <a:pt x="270070" y="17827"/>
                </a:lnTo>
                <a:lnTo>
                  <a:pt x="270248" y="17643"/>
                </a:lnTo>
                <a:lnTo>
                  <a:pt x="270420" y="17455"/>
                </a:lnTo>
                <a:lnTo>
                  <a:pt x="270584" y="17263"/>
                </a:lnTo>
                <a:lnTo>
                  <a:pt x="270741" y="17067"/>
                </a:lnTo>
                <a:lnTo>
                  <a:pt x="270890" y="16869"/>
                </a:lnTo>
                <a:lnTo>
                  <a:pt x="271032" y="16667"/>
                </a:lnTo>
                <a:lnTo>
                  <a:pt x="271167" y="16462"/>
                </a:lnTo>
                <a:lnTo>
                  <a:pt x="271295" y="16254"/>
                </a:lnTo>
                <a:lnTo>
                  <a:pt x="271415" y="16043"/>
                </a:lnTo>
                <a:lnTo>
                  <a:pt x="271528" y="15829"/>
                </a:lnTo>
                <a:lnTo>
                  <a:pt x="271634" y="15611"/>
                </a:lnTo>
                <a:lnTo>
                  <a:pt x="271732" y="15390"/>
                </a:lnTo>
                <a:lnTo>
                  <a:pt x="271823" y="15166"/>
                </a:lnTo>
                <a:lnTo>
                  <a:pt x="271907" y="14939"/>
                </a:lnTo>
                <a:lnTo>
                  <a:pt x="271983" y="14709"/>
                </a:lnTo>
                <a:lnTo>
                  <a:pt x="272053" y="14475"/>
                </a:lnTo>
                <a:lnTo>
                  <a:pt x="272115" y="14238"/>
                </a:lnTo>
                <a:lnTo>
                  <a:pt x="272169" y="13998"/>
                </a:lnTo>
                <a:lnTo>
                  <a:pt x="272217" y="13755"/>
                </a:lnTo>
                <a:lnTo>
                  <a:pt x="272257" y="13509"/>
                </a:lnTo>
                <a:lnTo>
                  <a:pt x="272290" y="13259"/>
                </a:lnTo>
                <a:lnTo>
                  <a:pt x="272315" y="13006"/>
                </a:lnTo>
                <a:lnTo>
                  <a:pt x="272333" y="12750"/>
                </a:lnTo>
                <a:lnTo>
                  <a:pt x="272344" y="12491"/>
                </a:lnTo>
                <a:lnTo>
                  <a:pt x="272348" y="12229"/>
                </a:lnTo>
                <a:lnTo>
                  <a:pt x="272344" y="11954"/>
                </a:lnTo>
                <a:lnTo>
                  <a:pt x="272333" y="11683"/>
                </a:lnTo>
                <a:lnTo>
                  <a:pt x="272315" y="11416"/>
                </a:lnTo>
                <a:lnTo>
                  <a:pt x="272290" y="11152"/>
                </a:lnTo>
                <a:lnTo>
                  <a:pt x="272257" y="10892"/>
                </a:lnTo>
                <a:lnTo>
                  <a:pt x="272217" y="10636"/>
                </a:lnTo>
                <a:lnTo>
                  <a:pt x="272169" y="10383"/>
                </a:lnTo>
                <a:lnTo>
                  <a:pt x="272115" y="10133"/>
                </a:lnTo>
                <a:lnTo>
                  <a:pt x="272053" y="9888"/>
                </a:lnTo>
                <a:lnTo>
                  <a:pt x="271983" y="9645"/>
                </a:lnTo>
                <a:lnTo>
                  <a:pt x="271907" y="9407"/>
                </a:lnTo>
                <a:lnTo>
                  <a:pt x="271823" y="9172"/>
                </a:lnTo>
                <a:lnTo>
                  <a:pt x="271732" y="8940"/>
                </a:lnTo>
                <a:lnTo>
                  <a:pt x="271634" y="8712"/>
                </a:lnTo>
                <a:lnTo>
                  <a:pt x="271528" y="8488"/>
                </a:lnTo>
                <a:lnTo>
                  <a:pt x="271415" y="8267"/>
                </a:lnTo>
                <a:lnTo>
                  <a:pt x="271295" y="8050"/>
                </a:lnTo>
                <a:lnTo>
                  <a:pt x="271167" y="7836"/>
                </a:lnTo>
                <a:lnTo>
                  <a:pt x="271032" y="7626"/>
                </a:lnTo>
                <a:lnTo>
                  <a:pt x="270890" y="7420"/>
                </a:lnTo>
                <a:lnTo>
                  <a:pt x="270741" y="7217"/>
                </a:lnTo>
                <a:lnTo>
                  <a:pt x="270584" y="7018"/>
                </a:lnTo>
                <a:lnTo>
                  <a:pt x="270420" y="6822"/>
                </a:lnTo>
                <a:lnTo>
                  <a:pt x="270248" y="6630"/>
                </a:lnTo>
                <a:lnTo>
                  <a:pt x="270070" y="6444"/>
                </a:lnTo>
                <a:lnTo>
                  <a:pt x="269886" y="6265"/>
                </a:lnTo>
                <a:lnTo>
                  <a:pt x="269695" y="6095"/>
                </a:lnTo>
                <a:lnTo>
                  <a:pt x="269498" y="5932"/>
                </a:lnTo>
                <a:lnTo>
                  <a:pt x="269295" y="5778"/>
                </a:lnTo>
                <a:lnTo>
                  <a:pt x="269086" y="5631"/>
                </a:lnTo>
                <a:lnTo>
                  <a:pt x="268870" y="5492"/>
                </a:lnTo>
                <a:lnTo>
                  <a:pt x="268648" y="5361"/>
                </a:lnTo>
                <a:lnTo>
                  <a:pt x="268420" y="5238"/>
                </a:lnTo>
                <a:lnTo>
                  <a:pt x="268185" y="5123"/>
                </a:lnTo>
                <a:lnTo>
                  <a:pt x="267945" y="5016"/>
                </a:lnTo>
                <a:lnTo>
                  <a:pt x="267698" y="4917"/>
                </a:lnTo>
                <a:lnTo>
                  <a:pt x="267444" y="4826"/>
                </a:lnTo>
                <a:lnTo>
                  <a:pt x="267185" y="4743"/>
                </a:lnTo>
                <a:lnTo>
                  <a:pt x="266919" y="4668"/>
                </a:lnTo>
                <a:lnTo>
                  <a:pt x="266647" y="4600"/>
                </a:lnTo>
                <a:lnTo>
                  <a:pt x="266369" y="4541"/>
                </a:lnTo>
                <a:lnTo>
                  <a:pt x="266084" y="4489"/>
                </a:lnTo>
                <a:lnTo>
                  <a:pt x="265793" y="4446"/>
                </a:lnTo>
                <a:lnTo>
                  <a:pt x="265496" y="4410"/>
                </a:lnTo>
                <a:lnTo>
                  <a:pt x="265192" y="4382"/>
                </a:lnTo>
                <a:lnTo>
                  <a:pt x="264883" y="4362"/>
                </a:lnTo>
                <a:lnTo>
                  <a:pt x="264567" y="4350"/>
                </a:lnTo>
                <a:lnTo>
                  <a:pt x="264245" y="4346"/>
                </a:lnTo>
                <a:lnTo>
                  <a:pt x="263916" y="4350"/>
                </a:lnTo>
                <a:lnTo>
                  <a:pt x="263595" y="4362"/>
                </a:lnTo>
                <a:lnTo>
                  <a:pt x="263281" y="4382"/>
                </a:lnTo>
                <a:lnTo>
                  <a:pt x="262973" y="4410"/>
                </a:lnTo>
                <a:lnTo>
                  <a:pt x="262672" y="4446"/>
                </a:lnTo>
                <a:lnTo>
                  <a:pt x="262377" y="4489"/>
                </a:lnTo>
                <a:lnTo>
                  <a:pt x="262090" y="4541"/>
                </a:lnTo>
                <a:lnTo>
                  <a:pt x="261809" y="4600"/>
                </a:lnTo>
                <a:lnTo>
                  <a:pt x="261536" y="4668"/>
                </a:lnTo>
                <a:lnTo>
                  <a:pt x="261268" y="4743"/>
                </a:lnTo>
                <a:lnTo>
                  <a:pt x="261008" y="4826"/>
                </a:lnTo>
                <a:lnTo>
                  <a:pt x="260755" y="4917"/>
                </a:lnTo>
                <a:lnTo>
                  <a:pt x="260508" y="5016"/>
                </a:lnTo>
                <a:lnTo>
                  <a:pt x="260268" y="5123"/>
                </a:lnTo>
                <a:lnTo>
                  <a:pt x="260035" y="5238"/>
                </a:lnTo>
                <a:lnTo>
                  <a:pt x="259808" y="5361"/>
                </a:lnTo>
                <a:lnTo>
                  <a:pt x="259588" y="5492"/>
                </a:lnTo>
                <a:lnTo>
                  <a:pt x="259376" y="5631"/>
                </a:lnTo>
                <a:lnTo>
                  <a:pt x="259169" y="5778"/>
                </a:lnTo>
                <a:lnTo>
                  <a:pt x="258970" y="5932"/>
                </a:lnTo>
                <a:lnTo>
                  <a:pt x="258778" y="6095"/>
                </a:lnTo>
                <a:lnTo>
                  <a:pt x="258592" y="6265"/>
                </a:lnTo>
                <a:lnTo>
                  <a:pt x="258413" y="6444"/>
                </a:lnTo>
                <a:lnTo>
                  <a:pt x="258241" y="6630"/>
                </a:lnTo>
                <a:lnTo>
                  <a:pt x="258075" y="6822"/>
                </a:lnTo>
                <a:lnTo>
                  <a:pt x="257917" y="7018"/>
                </a:lnTo>
                <a:lnTo>
                  <a:pt x="257766" y="7217"/>
                </a:lnTo>
                <a:lnTo>
                  <a:pt x="257622" y="7420"/>
                </a:lnTo>
                <a:lnTo>
                  <a:pt x="257484" y="7626"/>
                </a:lnTo>
                <a:lnTo>
                  <a:pt x="257354" y="7836"/>
                </a:lnTo>
                <a:lnTo>
                  <a:pt x="257231" y="8050"/>
                </a:lnTo>
                <a:lnTo>
                  <a:pt x="257115" y="8267"/>
                </a:lnTo>
                <a:lnTo>
                  <a:pt x="257006" y="8488"/>
                </a:lnTo>
                <a:lnTo>
                  <a:pt x="256904" y="8712"/>
                </a:lnTo>
                <a:lnTo>
                  <a:pt x="256809" y="8940"/>
                </a:lnTo>
                <a:lnTo>
                  <a:pt x="256721" y="9172"/>
                </a:lnTo>
                <a:lnTo>
                  <a:pt x="256640" y="9407"/>
                </a:lnTo>
                <a:lnTo>
                  <a:pt x="256566" y="9645"/>
                </a:lnTo>
                <a:lnTo>
                  <a:pt x="256500" y="9888"/>
                </a:lnTo>
                <a:lnTo>
                  <a:pt x="256440" y="10133"/>
                </a:lnTo>
                <a:lnTo>
                  <a:pt x="256387" y="10383"/>
                </a:lnTo>
                <a:lnTo>
                  <a:pt x="256341" y="10636"/>
                </a:lnTo>
                <a:lnTo>
                  <a:pt x="256303" y="10892"/>
                </a:lnTo>
                <a:lnTo>
                  <a:pt x="256271" y="11152"/>
                </a:lnTo>
                <a:lnTo>
                  <a:pt x="256246" y="11416"/>
                </a:lnTo>
                <a:lnTo>
                  <a:pt x="256229" y="11683"/>
                </a:lnTo>
                <a:lnTo>
                  <a:pt x="256218" y="11954"/>
                </a:lnTo>
                <a:lnTo>
                  <a:pt x="256215" y="12229"/>
                </a:lnTo>
                <a:lnTo>
                  <a:pt x="256218" y="12491"/>
                </a:lnTo>
                <a:lnTo>
                  <a:pt x="256229" y="12750"/>
                </a:lnTo>
                <a:lnTo>
                  <a:pt x="256246" y="13006"/>
                </a:lnTo>
                <a:lnTo>
                  <a:pt x="256271" y="13259"/>
                </a:lnTo>
                <a:lnTo>
                  <a:pt x="256303" y="13509"/>
                </a:lnTo>
                <a:close/>
                <a:moveTo>
                  <a:pt x="404229" y="33445"/>
                </a:moveTo>
                <a:lnTo>
                  <a:pt x="404229" y="43906"/>
                </a:lnTo>
                <a:lnTo>
                  <a:pt x="418815" y="43906"/>
                </a:lnTo>
                <a:lnTo>
                  <a:pt x="418815" y="93321"/>
                </a:lnTo>
                <a:lnTo>
                  <a:pt x="418820" y="93979"/>
                </a:lnTo>
                <a:lnTo>
                  <a:pt x="418833" y="94625"/>
                </a:lnTo>
                <a:lnTo>
                  <a:pt x="418854" y="95260"/>
                </a:lnTo>
                <a:lnTo>
                  <a:pt x="418884" y="95884"/>
                </a:lnTo>
                <a:lnTo>
                  <a:pt x="418923" y="96496"/>
                </a:lnTo>
                <a:lnTo>
                  <a:pt x="418970" y="97097"/>
                </a:lnTo>
                <a:lnTo>
                  <a:pt x="419025" y="97687"/>
                </a:lnTo>
                <a:lnTo>
                  <a:pt x="419090" y="98265"/>
                </a:lnTo>
                <a:lnTo>
                  <a:pt x="419162" y="98832"/>
                </a:lnTo>
                <a:lnTo>
                  <a:pt x="419244" y="99387"/>
                </a:lnTo>
                <a:lnTo>
                  <a:pt x="419334" y="99931"/>
                </a:lnTo>
                <a:lnTo>
                  <a:pt x="419432" y="100464"/>
                </a:lnTo>
                <a:lnTo>
                  <a:pt x="419540" y="100985"/>
                </a:lnTo>
                <a:lnTo>
                  <a:pt x="419655" y="101495"/>
                </a:lnTo>
                <a:lnTo>
                  <a:pt x="419779" y="101993"/>
                </a:lnTo>
                <a:lnTo>
                  <a:pt x="419912" y="102480"/>
                </a:lnTo>
                <a:lnTo>
                  <a:pt x="420054" y="102956"/>
                </a:lnTo>
                <a:lnTo>
                  <a:pt x="420204" y="103420"/>
                </a:lnTo>
                <a:lnTo>
                  <a:pt x="420362" y="103873"/>
                </a:lnTo>
                <a:lnTo>
                  <a:pt x="420529" y="104314"/>
                </a:lnTo>
                <a:lnTo>
                  <a:pt x="420705" y="104744"/>
                </a:lnTo>
                <a:lnTo>
                  <a:pt x="420889" y="105163"/>
                </a:lnTo>
                <a:lnTo>
                  <a:pt x="421082" y="105570"/>
                </a:lnTo>
                <a:lnTo>
                  <a:pt x="421283" y="105966"/>
                </a:lnTo>
                <a:lnTo>
                  <a:pt x="421492" y="106352"/>
                </a:lnTo>
                <a:lnTo>
                  <a:pt x="421707" y="106728"/>
                </a:lnTo>
                <a:lnTo>
                  <a:pt x="421927" y="107094"/>
                </a:lnTo>
                <a:lnTo>
                  <a:pt x="422154" y="107452"/>
                </a:lnTo>
                <a:lnTo>
                  <a:pt x="422387" y="107800"/>
                </a:lnTo>
                <a:lnTo>
                  <a:pt x="422625" y="108138"/>
                </a:lnTo>
                <a:lnTo>
                  <a:pt x="422870" y="108468"/>
                </a:lnTo>
                <a:lnTo>
                  <a:pt x="423121" y="108788"/>
                </a:lnTo>
                <a:lnTo>
                  <a:pt x="423378" y="109098"/>
                </a:lnTo>
                <a:lnTo>
                  <a:pt x="423640" y="109400"/>
                </a:lnTo>
                <a:lnTo>
                  <a:pt x="423909" y="109692"/>
                </a:lnTo>
                <a:lnTo>
                  <a:pt x="424184" y="109974"/>
                </a:lnTo>
                <a:lnTo>
                  <a:pt x="424465" y="110248"/>
                </a:lnTo>
                <a:lnTo>
                  <a:pt x="424752" y="110512"/>
                </a:lnTo>
                <a:lnTo>
                  <a:pt x="425044" y="110766"/>
                </a:lnTo>
                <a:lnTo>
                  <a:pt x="425343" y="111012"/>
                </a:lnTo>
                <a:lnTo>
                  <a:pt x="425648" y="111248"/>
                </a:lnTo>
                <a:lnTo>
                  <a:pt x="425959" y="111474"/>
                </a:lnTo>
                <a:lnTo>
                  <a:pt x="426276" y="111691"/>
                </a:lnTo>
                <a:lnTo>
                  <a:pt x="426599" y="111899"/>
                </a:lnTo>
                <a:lnTo>
                  <a:pt x="426928" y="112098"/>
                </a:lnTo>
                <a:lnTo>
                  <a:pt x="427262" y="112287"/>
                </a:lnTo>
                <a:lnTo>
                  <a:pt x="427603" y="112467"/>
                </a:lnTo>
                <a:lnTo>
                  <a:pt x="427950" y="112638"/>
                </a:lnTo>
                <a:lnTo>
                  <a:pt x="428302" y="112800"/>
                </a:lnTo>
                <a:lnTo>
                  <a:pt x="428656" y="112956"/>
                </a:lnTo>
                <a:lnTo>
                  <a:pt x="429013" y="113104"/>
                </a:lnTo>
                <a:lnTo>
                  <a:pt x="429372" y="113246"/>
                </a:lnTo>
                <a:lnTo>
                  <a:pt x="429735" y="113380"/>
                </a:lnTo>
                <a:lnTo>
                  <a:pt x="430100" y="113508"/>
                </a:lnTo>
                <a:lnTo>
                  <a:pt x="430469" y="113629"/>
                </a:lnTo>
                <a:lnTo>
                  <a:pt x="430840" y="113743"/>
                </a:lnTo>
                <a:lnTo>
                  <a:pt x="431213" y="113850"/>
                </a:lnTo>
                <a:lnTo>
                  <a:pt x="431590" y="113950"/>
                </a:lnTo>
                <a:lnTo>
                  <a:pt x="431970" y="114043"/>
                </a:lnTo>
                <a:lnTo>
                  <a:pt x="432352" y="114130"/>
                </a:lnTo>
                <a:lnTo>
                  <a:pt x="432737" y="114209"/>
                </a:lnTo>
                <a:lnTo>
                  <a:pt x="433125" y="114282"/>
                </a:lnTo>
                <a:lnTo>
                  <a:pt x="433516" y="114347"/>
                </a:lnTo>
                <a:lnTo>
                  <a:pt x="433909" y="114406"/>
                </a:lnTo>
                <a:lnTo>
                  <a:pt x="434305" y="114458"/>
                </a:lnTo>
                <a:lnTo>
                  <a:pt x="434705" y="114503"/>
                </a:lnTo>
                <a:lnTo>
                  <a:pt x="435107" y="114541"/>
                </a:lnTo>
                <a:lnTo>
                  <a:pt x="435511" y="114572"/>
                </a:lnTo>
                <a:lnTo>
                  <a:pt x="435919" y="114596"/>
                </a:lnTo>
                <a:lnTo>
                  <a:pt x="436329" y="114613"/>
                </a:lnTo>
                <a:lnTo>
                  <a:pt x="436743" y="114623"/>
                </a:lnTo>
                <a:lnTo>
                  <a:pt x="437159" y="114627"/>
                </a:lnTo>
                <a:lnTo>
                  <a:pt x="437464" y="114626"/>
                </a:lnTo>
                <a:lnTo>
                  <a:pt x="437765" y="114624"/>
                </a:lnTo>
                <a:lnTo>
                  <a:pt x="438063" y="114619"/>
                </a:lnTo>
                <a:lnTo>
                  <a:pt x="438357" y="114614"/>
                </a:lnTo>
                <a:lnTo>
                  <a:pt x="438647" y="114606"/>
                </a:lnTo>
                <a:lnTo>
                  <a:pt x="438934" y="114597"/>
                </a:lnTo>
                <a:lnTo>
                  <a:pt x="439216" y="114586"/>
                </a:lnTo>
                <a:lnTo>
                  <a:pt x="439496" y="114574"/>
                </a:lnTo>
                <a:lnTo>
                  <a:pt x="439771" y="114560"/>
                </a:lnTo>
                <a:lnTo>
                  <a:pt x="440043" y="114544"/>
                </a:lnTo>
                <a:lnTo>
                  <a:pt x="440311" y="114526"/>
                </a:lnTo>
                <a:lnTo>
                  <a:pt x="440575" y="114507"/>
                </a:lnTo>
                <a:lnTo>
                  <a:pt x="440836" y="114486"/>
                </a:lnTo>
                <a:lnTo>
                  <a:pt x="441092" y="114464"/>
                </a:lnTo>
                <a:lnTo>
                  <a:pt x="441346" y="114440"/>
                </a:lnTo>
                <a:lnTo>
                  <a:pt x="441595" y="114414"/>
                </a:lnTo>
                <a:lnTo>
                  <a:pt x="441841" y="114387"/>
                </a:lnTo>
                <a:lnTo>
                  <a:pt x="442083" y="114358"/>
                </a:lnTo>
                <a:lnTo>
                  <a:pt x="442321" y="114327"/>
                </a:lnTo>
                <a:lnTo>
                  <a:pt x="442556" y="114294"/>
                </a:lnTo>
                <a:lnTo>
                  <a:pt x="442787" y="114260"/>
                </a:lnTo>
                <a:lnTo>
                  <a:pt x="443014" y="114225"/>
                </a:lnTo>
                <a:lnTo>
                  <a:pt x="443237" y="114187"/>
                </a:lnTo>
                <a:lnTo>
                  <a:pt x="443457" y="114148"/>
                </a:lnTo>
                <a:lnTo>
                  <a:pt x="443673" y="114108"/>
                </a:lnTo>
                <a:lnTo>
                  <a:pt x="443886" y="114068"/>
                </a:lnTo>
                <a:lnTo>
                  <a:pt x="444096" y="114028"/>
                </a:lnTo>
                <a:lnTo>
                  <a:pt x="444301" y="113987"/>
                </a:lnTo>
                <a:lnTo>
                  <a:pt x="444504" y="113947"/>
                </a:lnTo>
                <a:lnTo>
                  <a:pt x="444703" y="113906"/>
                </a:lnTo>
                <a:lnTo>
                  <a:pt x="444898" y="113866"/>
                </a:lnTo>
                <a:lnTo>
                  <a:pt x="445090" y="113825"/>
                </a:lnTo>
                <a:lnTo>
                  <a:pt x="445279" y="113784"/>
                </a:lnTo>
                <a:lnTo>
                  <a:pt x="445464" y="113743"/>
                </a:lnTo>
                <a:lnTo>
                  <a:pt x="445646" y="113701"/>
                </a:lnTo>
                <a:lnTo>
                  <a:pt x="445824" y="113660"/>
                </a:lnTo>
                <a:lnTo>
                  <a:pt x="445999" y="113618"/>
                </a:lnTo>
                <a:lnTo>
                  <a:pt x="446170" y="113577"/>
                </a:lnTo>
                <a:lnTo>
                  <a:pt x="446338" y="113535"/>
                </a:lnTo>
                <a:lnTo>
                  <a:pt x="446502" y="113493"/>
                </a:lnTo>
                <a:lnTo>
                  <a:pt x="446663" y="113451"/>
                </a:lnTo>
                <a:lnTo>
                  <a:pt x="446821" y="113409"/>
                </a:lnTo>
                <a:lnTo>
                  <a:pt x="446975" y="113367"/>
                </a:lnTo>
                <a:lnTo>
                  <a:pt x="447125" y="113324"/>
                </a:lnTo>
                <a:lnTo>
                  <a:pt x="447272" y="113282"/>
                </a:lnTo>
                <a:lnTo>
                  <a:pt x="447416" y="113239"/>
                </a:lnTo>
                <a:lnTo>
                  <a:pt x="447556" y="113196"/>
                </a:lnTo>
                <a:lnTo>
                  <a:pt x="447693" y="113154"/>
                </a:lnTo>
                <a:lnTo>
                  <a:pt x="447619" y="102030"/>
                </a:lnTo>
                <a:lnTo>
                  <a:pt x="447538" y="102048"/>
                </a:lnTo>
                <a:lnTo>
                  <a:pt x="447453" y="102067"/>
                </a:lnTo>
                <a:lnTo>
                  <a:pt x="447366" y="102087"/>
                </a:lnTo>
                <a:lnTo>
                  <a:pt x="447275" y="102106"/>
                </a:lnTo>
                <a:lnTo>
                  <a:pt x="447180" y="102127"/>
                </a:lnTo>
                <a:lnTo>
                  <a:pt x="447083" y="102147"/>
                </a:lnTo>
                <a:lnTo>
                  <a:pt x="446983" y="102168"/>
                </a:lnTo>
                <a:lnTo>
                  <a:pt x="446879" y="102189"/>
                </a:lnTo>
                <a:lnTo>
                  <a:pt x="446772" y="102211"/>
                </a:lnTo>
                <a:lnTo>
                  <a:pt x="446662" y="102233"/>
                </a:lnTo>
                <a:lnTo>
                  <a:pt x="446548" y="102256"/>
                </a:lnTo>
                <a:lnTo>
                  <a:pt x="446432" y="102278"/>
                </a:lnTo>
                <a:lnTo>
                  <a:pt x="446312" y="102302"/>
                </a:lnTo>
                <a:lnTo>
                  <a:pt x="446189" y="102325"/>
                </a:lnTo>
                <a:lnTo>
                  <a:pt x="446063" y="102349"/>
                </a:lnTo>
                <a:lnTo>
                  <a:pt x="445933" y="102373"/>
                </a:lnTo>
                <a:lnTo>
                  <a:pt x="445801" y="102398"/>
                </a:lnTo>
                <a:lnTo>
                  <a:pt x="445665" y="102423"/>
                </a:lnTo>
                <a:lnTo>
                  <a:pt x="445526" y="102449"/>
                </a:lnTo>
                <a:lnTo>
                  <a:pt x="445384" y="102475"/>
                </a:lnTo>
                <a:lnTo>
                  <a:pt x="445239" y="102501"/>
                </a:lnTo>
                <a:lnTo>
                  <a:pt x="445090" y="102528"/>
                </a:lnTo>
                <a:lnTo>
                  <a:pt x="444938" y="102555"/>
                </a:lnTo>
                <a:lnTo>
                  <a:pt x="444783" y="102582"/>
                </a:lnTo>
                <a:lnTo>
                  <a:pt x="444627" y="102609"/>
                </a:lnTo>
                <a:lnTo>
                  <a:pt x="444471" y="102635"/>
                </a:lnTo>
                <a:lnTo>
                  <a:pt x="444317" y="102660"/>
                </a:lnTo>
                <a:lnTo>
                  <a:pt x="444162" y="102684"/>
                </a:lnTo>
                <a:lnTo>
                  <a:pt x="444009" y="102706"/>
                </a:lnTo>
                <a:lnTo>
                  <a:pt x="443856" y="102727"/>
                </a:lnTo>
                <a:lnTo>
                  <a:pt x="443703" y="102747"/>
                </a:lnTo>
                <a:lnTo>
                  <a:pt x="443551" y="102766"/>
                </a:lnTo>
                <a:lnTo>
                  <a:pt x="443400" y="102784"/>
                </a:lnTo>
                <a:lnTo>
                  <a:pt x="443250" y="102801"/>
                </a:lnTo>
                <a:lnTo>
                  <a:pt x="443100" y="102816"/>
                </a:lnTo>
                <a:lnTo>
                  <a:pt x="442951" y="102831"/>
                </a:lnTo>
                <a:lnTo>
                  <a:pt x="442802" y="102844"/>
                </a:lnTo>
                <a:lnTo>
                  <a:pt x="442654" y="102856"/>
                </a:lnTo>
                <a:lnTo>
                  <a:pt x="442507" y="102867"/>
                </a:lnTo>
                <a:lnTo>
                  <a:pt x="442360" y="102877"/>
                </a:lnTo>
                <a:lnTo>
                  <a:pt x="442214" y="102886"/>
                </a:lnTo>
                <a:lnTo>
                  <a:pt x="442069" y="102893"/>
                </a:lnTo>
                <a:lnTo>
                  <a:pt x="441924" y="102899"/>
                </a:lnTo>
                <a:lnTo>
                  <a:pt x="441780" y="102905"/>
                </a:lnTo>
                <a:lnTo>
                  <a:pt x="441637" y="102909"/>
                </a:lnTo>
                <a:lnTo>
                  <a:pt x="441494" y="102911"/>
                </a:lnTo>
                <a:lnTo>
                  <a:pt x="441352" y="102913"/>
                </a:lnTo>
                <a:lnTo>
                  <a:pt x="441210" y="102914"/>
                </a:lnTo>
                <a:lnTo>
                  <a:pt x="441021" y="102913"/>
                </a:lnTo>
                <a:lnTo>
                  <a:pt x="440832" y="102909"/>
                </a:lnTo>
                <a:lnTo>
                  <a:pt x="440644" y="102903"/>
                </a:lnTo>
                <a:lnTo>
                  <a:pt x="440457" y="102895"/>
                </a:lnTo>
                <a:lnTo>
                  <a:pt x="440272" y="102885"/>
                </a:lnTo>
                <a:lnTo>
                  <a:pt x="440087" y="102872"/>
                </a:lnTo>
                <a:lnTo>
                  <a:pt x="439903" y="102857"/>
                </a:lnTo>
                <a:lnTo>
                  <a:pt x="439721" y="102840"/>
                </a:lnTo>
                <a:lnTo>
                  <a:pt x="439539" y="102820"/>
                </a:lnTo>
                <a:lnTo>
                  <a:pt x="439358" y="102799"/>
                </a:lnTo>
                <a:lnTo>
                  <a:pt x="439179" y="102774"/>
                </a:lnTo>
                <a:lnTo>
                  <a:pt x="439000" y="102748"/>
                </a:lnTo>
                <a:lnTo>
                  <a:pt x="438823" y="102719"/>
                </a:lnTo>
                <a:lnTo>
                  <a:pt x="438646" y="102688"/>
                </a:lnTo>
                <a:lnTo>
                  <a:pt x="438471" y="102655"/>
                </a:lnTo>
                <a:lnTo>
                  <a:pt x="438296" y="102619"/>
                </a:lnTo>
                <a:lnTo>
                  <a:pt x="438123" y="102581"/>
                </a:lnTo>
                <a:lnTo>
                  <a:pt x="437951" y="102541"/>
                </a:lnTo>
                <a:lnTo>
                  <a:pt x="437779" y="102498"/>
                </a:lnTo>
                <a:lnTo>
                  <a:pt x="437609" y="102453"/>
                </a:lnTo>
                <a:lnTo>
                  <a:pt x="437440" y="102406"/>
                </a:lnTo>
                <a:lnTo>
                  <a:pt x="437271" y="102357"/>
                </a:lnTo>
                <a:lnTo>
                  <a:pt x="437104" y="102305"/>
                </a:lnTo>
                <a:lnTo>
                  <a:pt x="436938" y="102251"/>
                </a:lnTo>
                <a:lnTo>
                  <a:pt x="436773" y="102193"/>
                </a:lnTo>
                <a:lnTo>
                  <a:pt x="436611" y="102130"/>
                </a:lnTo>
                <a:lnTo>
                  <a:pt x="436452" y="102063"/>
                </a:lnTo>
                <a:lnTo>
                  <a:pt x="436295" y="101991"/>
                </a:lnTo>
                <a:lnTo>
                  <a:pt x="436141" y="101914"/>
                </a:lnTo>
                <a:lnTo>
                  <a:pt x="435989" y="101832"/>
                </a:lnTo>
                <a:lnTo>
                  <a:pt x="435840" y="101745"/>
                </a:lnTo>
                <a:lnTo>
                  <a:pt x="435694" y="101653"/>
                </a:lnTo>
                <a:lnTo>
                  <a:pt x="435550" y="101556"/>
                </a:lnTo>
                <a:lnTo>
                  <a:pt x="435408" y="101455"/>
                </a:lnTo>
                <a:lnTo>
                  <a:pt x="435269" y="101348"/>
                </a:lnTo>
                <a:lnTo>
                  <a:pt x="435133" y="101237"/>
                </a:lnTo>
                <a:lnTo>
                  <a:pt x="434999" y="101121"/>
                </a:lnTo>
                <a:lnTo>
                  <a:pt x="434868" y="101000"/>
                </a:lnTo>
                <a:lnTo>
                  <a:pt x="434739" y="100874"/>
                </a:lnTo>
                <a:lnTo>
                  <a:pt x="434613" y="100744"/>
                </a:lnTo>
                <a:lnTo>
                  <a:pt x="434490" y="100608"/>
                </a:lnTo>
                <a:lnTo>
                  <a:pt x="434369" y="100468"/>
                </a:lnTo>
                <a:lnTo>
                  <a:pt x="434250" y="100322"/>
                </a:lnTo>
                <a:lnTo>
                  <a:pt x="434134" y="100172"/>
                </a:lnTo>
                <a:lnTo>
                  <a:pt x="434021" y="100017"/>
                </a:lnTo>
                <a:lnTo>
                  <a:pt x="433910" y="99857"/>
                </a:lnTo>
                <a:lnTo>
                  <a:pt x="433802" y="99692"/>
                </a:lnTo>
                <a:lnTo>
                  <a:pt x="433696" y="99523"/>
                </a:lnTo>
                <a:lnTo>
                  <a:pt x="433594" y="99347"/>
                </a:lnTo>
                <a:lnTo>
                  <a:pt x="433496" y="99165"/>
                </a:lnTo>
                <a:lnTo>
                  <a:pt x="433403" y="98975"/>
                </a:lnTo>
                <a:lnTo>
                  <a:pt x="433314" y="98779"/>
                </a:lnTo>
                <a:lnTo>
                  <a:pt x="433229" y="98576"/>
                </a:lnTo>
                <a:lnTo>
                  <a:pt x="433148" y="98366"/>
                </a:lnTo>
                <a:lnTo>
                  <a:pt x="433072" y="98149"/>
                </a:lnTo>
                <a:lnTo>
                  <a:pt x="433001" y="97925"/>
                </a:lnTo>
                <a:lnTo>
                  <a:pt x="432933" y="97694"/>
                </a:lnTo>
                <a:lnTo>
                  <a:pt x="432870" y="97457"/>
                </a:lnTo>
                <a:lnTo>
                  <a:pt x="432811" y="97212"/>
                </a:lnTo>
                <a:lnTo>
                  <a:pt x="432757" y="96960"/>
                </a:lnTo>
                <a:lnTo>
                  <a:pt x="432707" y="96702"/>
                </a:lnTo>
                <a:lnTo>
                  <a:pt x="432661" y="96437"/>
                </a:lnTo>
                <a:lnTo>
                  <a:pt x="432620" y="96164"/>
                </a:lnTo>
                <a:lnTo>
                  <a:pt x="432583" y="95885"/>
                </a:lnTo>
                <a:lnTo>
                  <a:pt x="432550" y="95599"/>
                </a:lnTo>
                <a:lnTo>
                  <a:pt x="432522" y="95306"/>
                </a:lnTo>
                <a:lnTo>
                  <a:pt x="432498" y="95007"/>
                </a:lnTo>
                <a:lnTo>
                  <a:pt x="432479" y="94700"/>
                </a:lnTo>
                <a:lnTo>
                  <a:pt x="432464" y="94386"/>
                </a:lnTo>
                <a:lnTo>
                  <a:pt x="432453" y="94066"/>
                </a:lnTo>
                <a:lnTo>
                  <a:pt x="432446" y="93738"/>
                </a:lnTo>
                <a:lnTo>
                  <a:pt x="432444" y="93404"/>
                </a:lnTo>
                <a:lnTo>
                  <a:pt x="432444" y="43906"/>
                </a:lnTo>
                <a:lnTo>
                  <a:pt x="447325" y="43906"/>
                </a:lnTo>
                <a:lnTo>
                  <a:pt x="447325" y="33445"/>
                </a:lnTo>
                <a:lnTo>
                  <a:pt x="432444" y="33445"/>
                </a:lnTo>
                <a:lnTo>
                  <a:pt x="432444" y="13997"/>
                </a:lnTo>
                <a:lnTo>
                  <a:pt x="418815" y="13997"/>
                </a:lnTo>
                <a:lnTo>
                  <a:pt x="418815" y="33445"/>
                </a:lnTo>
                <a:lnTo>
                  <a:pt x="404229" y="33445"/>
                </a:lnTo>
                <a:close/>
                <a:moveTo>
                  <a:pt x="119049" y="56296"/>
                </a:moveTo>
                <a:lnTo>
                  <a:pt x="119077" y="56240"/>
                </a:lnTo>
                <a:lnTo>
                  <a:pt x="119263" y="55877"/>
                </a:lnTo>
                <a:lnTo>
                  <a:pt x="119454" y="55518"/>
                </a:lnTo>
                <a:lnTo>
                  <a:pt x="119650" y="55162"/>
                </a:lnTo>
                <a:lnTo>
                  <a:pt x="119850" y="54810"/>
                </a:lnTo>
                <a:lnTo>
                  <a:pt x="120055" y="54462"/>
                </a:lnTo>
                <a:lnTo>
                  <a:pt x="120265" y="54117"/>
                </a:lnTo>
                <a:lnTo>
                  <a:pt x="120479" y="53776"/>
                </a:lnTo>
                <a:lnTo>
                  <a:pt x="120697" y="53439"/>
                </a:lnTo>
                <a:lnTo>
                  <a:pt x="120921" y="53105"/>
                </a:lnTo>
                <a:lnTo>
                  <a:pt x="121149" y="52776"/>
                </a:lnTo>
                <a:lnTo>
                  <a:pt x="121381" y="52450"/>
                </a:lnTo>
                <a:lnTo>
                  <a:pt x="121618" y="52127"/>
                </a:lnTo>
                <a:lnTo>
                  <a:pt x="121860" y="51809"/>
                </a:lnTo>
                <a:lnTo>
                  <a:pt x="122106" y="51494"/>
                </a:lnTo>
                <a:lnTo>
                  <a:pt x="122357" y="51183"/>
                </a:lnTo>
                <a:lnTo>
                  <a:pt x="122612" y="50879"/>
                </a:lnTo>
                <a:lnTo>
                  <a:pt x="122871" y="50580"/>
                </a:lnTo>
                <a:lnTo>
                  <a:pt x="123133" y="50286"/>
                </a:lnTo>
                <a:lnTo>
                  <a:pt x="123401" y="49999"/>
                </a:lnTo>
                <a:lnTo>
                  <a:pt x="123672" y="49716"/>
                </a:lnTo>
                <a:lnTo>
                  <a:pt x="123947" y="49440"/>
                </a:lnTo>
                <a:lnTo>
                  <a:pt x="124226" y="49169"/>
                </a:lnTo>
                <a:lnTo>
                  <a:pt x="124510" y="48904"/>
                </a:lnTo>
                <a:lnTo>
                  <a:pt x="124797" y="48644"/>
                </a:lnTo>
                <a:lnTo>
                  <a:pt x="125089" y="48390"/>
                </a:lnTo>
                <a:lnTo>
                  <a:pt x="125384" y="48142"/>
                </a:lnTo>
                <a:lnTo>
                  <a:pt x="125684" y="47899"/>
                </a:lnTo>
                <a:lnTo>
                  <a:pt x="125988" y="47662"/>
                </a:lnTo>
                <a:lnTo>
                  <a:pt x="126296" y="47430"/>
                </a:lnTo>
                <a:lnTo>
                  <a:pt x="126608" y="47205"/>
                </a:lnTo>
                <a:lnTo>
                  <a:pt x="126924" y="46984"/>
                </a:lnTo>
                <a:lnTo>
                  <a:pt x="127245" y="46770"/>
                </a:lnTo>
                <a:lnTo>
                  <a:pt x="127569" y="46561"/>
                </a:lnTo>
                <a:lnTo>
                  <a:pt x="127897" y="46357"/>
                </a:lnTo>
                <a:lnTo>
                  <a:pt x="128230" y="46160"/>
                </a:lnTo>
                <a:lnTo>
                  <a:pt x="128566" y="45968"/>
                </a:lnTo>
                <a:lnTo>
                  <a:pt x="128907" y="45781"/>
                </a:lnTo>
                <a:lnTo>
                  <a:pt x="129252" y="45600"/>
                </a:lnTo>
                <a:lnTo>
                  <a:pt x="129600" y="45426"/>
                </a:lnTo>
                <a:lnTo>
                  <a:pt x="129952" y="45259"/>
                </a:lnTo>
                <a:lnTo>
                  <a:pt x="130307" y="45100"/>
                </a:lnTo>
                <a:lnTo>
                  <a:pt x="130665" y="44948"/>
                </a:lnTo>
                <a:lnTo>
                  <a:pt x="131026" y="44803"/>
                </a:lnTo>
                <a:lnTo>
                  <a:pt x="131391" y="44666"/>
                </a:lnTo>
                <a:lnTo>
                  <a:pt x="131758" y="44536"/>
                </a:lnTo>
                <a:lnTo>
                  <a:pt x="132129" y="44413"/>
                </a:lnTo>
                <a:lnTo>
                  <a:pt x="132503" y="44298"/>
                </a:lnTo>
                <a:lnTo>
                  <a:pt x="132880" y="44191"/>
                </a:lnTo>
                <a:lnTo>
                  <a:pt x="133261" y="44091"/>
                </a:lnTo>
                <a:lnTo>
                  <a:pt x="133644" y="43998"/>
                </a:lnTo>
                <a:lnTo>
                  <a:pt x="134031" y="43913"/>
                </a:lnTo>
                <a:lnTo>
                  <a:pt x="134421" y="43835"/>
                </a:lnTo>
                <a:lnTo>
                  <a:pt x="134814" y="43764"/>
                </a:lnTo>
                <a:lnTo>
                  <a:pt x="135211" y="43701"/>
                </a:lnTo>
                <a:lnTo>
                  <a:pt x="135611" y="43646"/>
                </a:lnTo>
                <a:lnTo>
                  <a:pt x="136013" y="43597"/>
                </a:lnTo>
                <a:lnTo>
                  <a:pt x="136419" y="43557"/>
                </a:lnTo>
                <a:lnTo>
                  <a:pt x="136829" y="43523"/>
                </a:lnTo>
                <a:lnTo>
                  <a:pt x="137241" y="43497"/>
                </a:lnTo>
                <a:lnTo>
                  <a:pt x="137657" y="43479"/>
                </a:lnTo>
                <a:lnTo>
                  <a:pt x="138075" y="43468"/>
                </a:lnTo>
                <a:lnTo>
                  <a:pt x="138497" y="43464"/>
                </a:lnTo>
                <a:lnTo>
                  <a:pt x="138924" y="43467"/>
                </a:lnTo>
                <a:lnTo>
                  <a:pt x="139346" y="43476"/>
                </a:lnTo>
                <a:lnTo>
                  <a:pt x="139761" y="43491"/>
                </a:lnTo>
                <a:lnTo>
                  <a:pt x="140171" y="43512"/>
                </a:lnTo>
                <a:lnTo>
                  <a:pt x="140576" y="43539"/>
                </a:lnTo>
                <a:lnTo>
                  <a:pt x="140974" y="43572"/>
                </a:lnTo>
                <a:lnTo>
                  <a:pt x="141368" y="43611"/>
                </a:lnTo>
                <a:lnTo>
                  <a:pt x="141755" y="43656"/>
                </a:lnTo>
                <a:lnTo>
                  <a:pt x="142137" y="43707"/>
                </a:lnTo>
                <a:lnTo>
                  <a:pt x="142513" y="43764"/>
                </a:lnTo>
                <a:lnTo>
                  <a:pt x="142884" y="43828"/>
                </a:lnTo>
                <a:lnTo>
                  <a:pt x="143249" y="43897"/>
                </a:lnTo>
                <a:lnTo>
                  <a:pt x="143608" y="43972"/>
                </a:lnTo>
                <a:lnTo>
                  <a:pt x="143962" y="44053"/>
                </a:lnTo>
                <a:lnTo>
                  <a:pt x="144310" y="44140"/>
                </a:lnTo>
                <a:lnTo>
                  <a:pt x="144653" y="44233"/>
                </a:lnTo>
                <a:lnTo>
                  <a:pt x="144990" y="44333"/>
                </a:lnTo>
                <a:lnTo>
                  <a:pt x="145321" y="44438"/>
                </a:lnTo>
                <a:lnTo>
                  <a:pt x="145646" y="44549"/>
                </a:lnTo>
                <a:lnTo>
                  <a:pt x="145966" y="44666"/>
                </a:lnTo>
                <a:lnTo>
                  <a:pt x="146281" y="44789"/>
                </a:lnTo>
                <a:lnTo>
                  <a:pt x="146589" y="44919"/>
                </a:lnTo>
                <a:lnTo>
                  <a:pt x="146893" y="45054"/>
                </a:lnTo>
                <a:lnTo>
                  <a:pt x="147190" y="45195"/>
                </a:lnTo>
                <a:lnTo>
                  <a:pt x="147482" y="45343"/>
                </a:lnTo>
                <a:lnTo>
                  <a:pt x="147768" y="45498"/>
                </a:lnTo>
                <a:lnTo>
                  <a:pt x="148048" y="45660"/>
                </a:lnTo>
                <a:lnTo>
                  <a:pt x="148322" y="45829"/>
                </a:lnTo>
                <a:lnTo>
                  <a:pt x="148590" y="46006"/>
                </a:lnTo>
                <a:lnTo>
                  <a:pt x="148852" y="46190"/>
                </a:lnTo>
                <a:lnTo>
                  <a:pt x="149109" y="46380"/>
                </a:lnTo>
                <a:lnTo>
                  <a:pt x="149359" y="46578"/>
                </a:lnTo>
                <a:lnTo>
                  <a:pt x="149604" y="46784"/>
                </a:lnTo>
                <a:lnTo>
                  <a:pt x="149843" y="46996"/>
                </a:lnTo>
                <a:lnTo>
                  <a:pt x="150076" y="47215"/>
                </a:lnTo>
                <a:lnTo>
                  <a:pt x="150303" y="47442"/>
                </a:lnTo>
                <a:lnTo>
                  <a:pt x="150524" y="47676"/>
                </a:lnTo>
                <a:lnTo>
                  <a:pt x="150739" y="47917"/>
                </a:lnTo>
                <a:lnTo>
                  <a:pt x="150948" y="48165"/>
                </a:lnTo>
                <a:lnTo>
                  <a:pt x="151152" y="48420"/>
                </a:lnTo>
                <a:lnTo>
                  <a:pt x="151349" y="48683"/>
                </a:lnTo>
                <a:lnTo>
                  <a:pt x="151541" y="48952"/>
                </a:lnTo>
                <a:lnTo>
                  <a:pt x="151727" y="49229"/>
                </a:lnTo>
                <a:lnTo>
                  <a:pt x="151907" y="49513"/>
                </a:lnTo>
                <a:lnTo>
                  <a:pt x="152081" y="49804"/>
                </a:lnTo>
                <a:lnTo>
                  <a:pt x="152249" y="50102"/>
                </a:lnTo>
                <a:lnTo>
                  <a:pt x="152411" y="50408"/>
                </a:lnTo>
                <a:lnTo>
                  <a:pt x="152568" y="50720"/>
                </a:lnTo>
                <a:lnTo>
                  <a:pt x="152718" y="51041"/>
                </a:lnTo>
                <a:lnTo>
                  <a:pt x="152862" y="51370"/>
                </a:lnTo>
                <a:lnTo>
                  <a:pt x="152999" y="51707"/>
                </a:lnTo>
                <a:lnTo>
                  <a:pt x="153131" y="52053"/>
                </a:lnTo>
                <a:lnTo>
                  <a:pt x="153255" y="52408"/>
                </a:lnTo>
                <a:lnTo>
                  <a:pt x="153374" y="52771"/>
                </a:lnTo>
                <a:lnTo>
                  <a:pt x="153485" y="53143"/>
                </a:lnTo>
                <a:lnTo>
                  <a:pt x="153591" y="53524"/>
                </a:lnTo>
                <a:lnTo>
                  <a:pt x="153690" y="53913"/>
                </a:lnTo>
                <a:lnTo>
                  <a:pt x="153783" y="54310"/>
                </a:lnTo>
                <a:lnTo>
                  <a:pt x="153869" y="54716"/>
                </a:lnTo>
                <a:lnTo>
                  <a:pt x="153949" y="55131"/>
                </a:lnTo>
                <a:lnTo>
                  <a:pt x="154023" y="55554"/>
                </a:lnTo>
                <a:lnTo>
                  <a:pt x="154090" y="55986"/>
                </a:lnTo>
                <a:lnTo>
                  <a:pt x="154151" y="56427"/>
                </a:lnTo>
                <a:lnTo>
                  <a:pt x="154205" y="56876"/>
                </a:lnTo>
                <a:lnTo>
                  <a:pt x="154253" y="57333"/>
                </a:lnTo>
                <a:lnTo>
                  <a:pt x="154294" y="57799"/>
                </a:lnTo>
                <a:lnTo>
                  <a:pt x="154330" y="58274"/>
                </a:lnTo>
                <a:lnTo>
                  <a:pt x="154358" y="58757"/>
                </a:lnTo>
                <a:lnTo>
                  <a:pt x="154381" y="59249"/>
                </a:lnTo>
                <a:lnTo>
                  <a:pt x="154397" y="59749"/>
                </a:lnTo>
                <a:lnTo>
                  <a:pt x="154406" y="60258"/>
                </a:lnTo>
                <a:lnTo>
                  <a:pt x="154410" y="60776"/>
                </a:lnTo>
                <a:lnTo>
                  <a:pt x="154410" y="113154"/>
                </a:lnTo>
                <a:lnTo>
                  <a:pt x="168112" y="113154"/>
                </a:lnTo>
                <a:lnTo>
                  <a:pt x="168112" y="60923"/>
                </a:lnTo>
                <a:lnTo>
                  <a:pt x="168109" y="60270"/>
                </a:lnTo>
                <a:lnTo>
                  <a:pt x="168099" y="59626"/>
                </a:lnTo>
                <a:lnTo>
                  <a:pt x="168084" y="58990"/>
                </a:lnTo>
                <a:lnTo>
                  <a:pt x="168063" y="58362"/>
                </a:lnTo>
                <a:lnTo>
                  <a:pt x="168035" y="57743"/>
                </a:lnTo>
                <a:lnTo>
                  <a:pt x="168001" y="57132"/>
                </a:lnTo>
                <a:lnTo>
                  <a:pt x="167961" y="56529"/>
                </a:lnTo>
                <a:lnTo>
                  <a:pt x="167915" y="55934"/>
                </a:lnTo>
                <a:lnTo>
                  <a:pt x="167863" y="55348"/>
                </a:lnTo>
                <a:lnTo>
                  <a:pt x="167805" y="54770"/>
                </a:lnTo>
                <a:lnTo>
                  <a:pt x="167740" y="54201"/>
                </a:lnTo>
                <a:lnTo>
                  <a:pt x="167670" y="53639"/>
                </a:lnTo>
                <a:lnTo>
                  <a:pt x="167593" y="53086"/>
                </a:lnTo>
                <a:lnTo>
                  <a:pt x="167510" y="52542"/>
                </a:lnTo>
                <a:lnTo>
                  <a:pt x="167421" y="52005"/>
                </a:lnTo>
                <a:lnTo>
                  <a:pt x="167326" y="51477"/>
                </a:lnTo>
                <a:lnTo>
                  <a:pt x="167225" y="50958"/>
                </a:lnTo>
                <a:lnTo>
                  <a:pt x="167117" y="50446"/>
                </a:lnTo>
                <a:lnTo>
                  <a:pt x="167004" y="49943"/>
                </a:lnTo>
                <a:lnTo>
                  <a:pt x="166884" y="49448"/>
                </a:lnTo>
                <a:lnTo>
                  <a:pt x="166758" y="48962"/>
                </a:lnTo>
                <a:lnTo>
                  <a:pt x="166626" y="48484"/>
                </a:lnTo>
                <a:lnTo>
                  <a:pt x="166488" y="48014"/>
                </a:lnTo>
                <a:lnTo>
                  <a:pt x="166344" y="47552"/>
                </a:lnTo>
                <a:lnTo>
                  <a:pt x="166194" y="47099"/>
                </a:lnTo>
                <a:lnTo>
                  <a:pt x="166038" y="46652"/>
                </a:lnTo>
                <a:lnTo>
                  <a:pt x="165877" y="46212"/>
                </a:lnTo>
                <a:lnTo>
                  <a:pt x="165710" y="45779"/>
                </a:lnTo>
                <a:lnTo>
                  <a:pt x="165538" y="45354"/>
                </a:lnTo>
                <a:lnTo>
                  <a:pt x="165361" y="44935"/>
                </a:lnTo>
                <a:lnTo>
                  <a:pt x="165178" y="44523"/>
                </a:lnTo>
                <a:lnTo>
                  <a:pt x="164989" y="44119"/>
                </a:lnTo>
                <a:lnTo>
                  <a:pt x="164795" y="43721"/>
                </a:lnTo>
                <a:lnTo>
                  <a:pt x="164595" y="43331"/>
                </a:lnTo>
                <a:lnTo>
                  <a:pt x="164390" y="42947"/>
                </a:lnTo>
                <a:lnTo>
                  <a:pt x="164180" y="42571"/>
                </a:lnTo>
                <a:lnTo>
                  <a:pt x="163964" y="42201"/>
                </a:lnTo>
                <a:lnTo>
                  <a:pt x="163742" y="41839"/>
                </a:lnTo>
                <a:lnTo>
                  <a:pt x="163515" y="41484"/>
                </a:lnTo>
                <a:lnTo>
                  <a:pt x="163282" y="41135"/>
                </a:lnTo>
                <a:lnTo>
                  <a:pt x="163044" y="40794"/>
                </a:lnTo>
                <a:lnTo>
                  <a:pt x="162801" y="40460"/>
                </a:lnTo>
                <a:lnTo>
                  <a:pt x="162552" y="40132"/>
                </a:lnTo>
                <a:lnTo>
                  <a:pt x="162297" y="39812"/>
                </a:lnTo>
                <a:lnTo>
                  <a:pt x="162037" y="39499"/>
                </a:lnTo>
                <a:lnTo>
                  <a:pt x="161771" y="39193"/>
                </a:lnTo>
                <a:lnTo>
                  <a:pt x="161500" y="38894"/>
                </a:lnTo>
                <a:lnTo>
                  <a:pt x="161224" y="38602"/>
                </a:lnTo>
                <a:lnTo>
                  <a:pt x="160942" y="38317"/>
                </a:lnTo>
                <a:lnTo>
                  <a:pt x="160656" y="38038"/>
                </a:lnTo>
                <a:lnTo>
                  <a:pt x="160365" y="37766"/>
                </a:lnTo>
                <a:lnTo>
                  <a:pt x="160069" y="37500"/>
                </a:lnTo>
                <a:lnTo>
                  <a:pt x="159768" y="37241"/>
                </a:lnTo>
                <a:lnTo>
                  <a:pt x="159463" y="36988"/>
                </a:lnTo>
                <a:lnTo>
                  <a:pt x="159153" y="36742"/>
                </a:lnTo>
                <a:lnTo>
                  <a:pt x="158838" y="36502"/>
                </a:lnTo>
                <a:lnTo>
                  <a:pt x="158518" y="36269"/>
                </a:lnTo>
                <a:lnTo>
                  <a:pt x="158194" y="36043"/>
                </a:lnTo>
                <a:lnTo>
                  <a:pt x="157865" y="35823"/>
                </a:lnTo>
                <a:lnTo>
                  <a:pt x="157531" y="35609"/>
                </a:lnTo>
                <a:lnTo>
                  <a:pt x="157193" y="35402"/>
                </a:lnTo>
                <a:lnTo>
                  <a:pt x="156850" y="35202"/>
                </a:lnTo>
                <a:lnTo>
                  <a:pt x="156502" y="35008"/>
                </a:lnTo>
                <a:lnTo>
                  <a:pt x="156149" y="34820"/>
                </a:lnTo>
                <a:lnTo>
                  <a:pt x="155791" y="34639"/>
                </a:lnTo>
                <a:lnTo>
                  <a:pt x="155429" y="34465"/>
                </a:lnTo>
                <a:lnTo>
                  <a:pt x="155062" y="34297"/>
                </a:lnTo>
                <a:lnTo>
                  <a:pt x="154691" y="34136"/>
                </a:lnTo>
                <a:lnTo>
                  <a:pt x="154315" y="33981"/>
                </a:lnTo>
                <a:lnTo>
                  <a:pt x="153933" y="33833"/>
                </a:lnTo>
                <a:lnTo>
                  <a:pt x="153548" y="33691"/>
                </a:lnTo>
                <a:lnTo>
                  <a:pt x="153157" y="33556"/>
                </a:lnTo>
                <a:lnTo>
                  <a:pt x="152762" y="33426"/>
                </a:lnTo>
                <a:lnTo>
                  <a:pt x="152363" y="33303"/>
                </a:lnTo>
                <a:lnTo>
                  <a:pt x="151960" y="33184"/>
                </a:lnTo>
                <a:lnTo>
                  <a:pt x="151553" y="33072"/>
                </a:lnTo>
                <a:lnTo>
                  <a:pt x="151142" y="32964"/>
                </a:lnTo>
                <a:lnTo>
                  <a:pt x="150726" y="32863"/>
                </a:lnTo>
                <a:lnTo>
                  <a:pt x="150307" y="32766"/>
                </a:lnTo>
                <a:lnTo>
                  <a:pt x="149883" y="32676"/>
                </a:lnTo>
                <a:lnTo>
                  <a:pt x="149455" y="32590"/>
                </a:lnTo>
                <a:lnTo>
                  <a:pt x="149024" y="32511"/>
                </a:lnTo>
                <a:lnTo>
                  <a:pt x="148588" y="32436"/>
                </a:lnTo>
                <a:lnTo>
                  <a:pt x="148148" y="32368"/>
                </a:lnTo>
                <a:lnTo>
                  <a:pt x="147704" y="32304"/>
                </a:lnTo>
                <a:lnTo>
                  <a:pt x="147256" y="32247"/>
                </a:lnTo>
                <a:lnTo>
                  <a:pt x="146803" y="32194"/>
                </a:lnTo>
                <a:lnTo>
                  <a:pt x="146347" y="32148"/>
                </a:lnTo>
                <a:lnTo>
                  <a:pt x="145887" y="32106"/>
                </a:lnTo>
                <a:lnTo>
                  <a:pt x="145422" y="32071"/>
                </a:lnTo>
                <a:lnTo>
                  <a:pt x="144953" y="32041"/>
                </a:lnTo>
                <a:lnTo>
                  <a:pt x="144481" y="32016"/>
                </a:lnTo>
                <a:lnTo>
                  <a:pt x="144004" y="31997"/>
                </a:lnTo>
                <a:lnTo>
                  <a:pt x="143523" y="31983"/>
                </a:lnTo>
                <a:lnTo>
                  <a:pt x="143038" y="31975"/>
                </a:lnTo>
                <a:lnTo>
                  <a:pt x="142549" y="31972"/>
                </a:lnTo>
                <a:lnTo>
                  <a:pt x="141950" y="31977"/>
                </a:lnTo>
                <a:lnTo>
                  <a:pt x="141355" y="31991"/>
                </a:lnTo>
                <a:lnTo>
                  <a:pt x="140764" y="32016"/>
                </a:lnTo>
                <a:lnTo>
                  <a:pt x="140178" y="32051"/>
                </a:lnTo>
                <a:lnTo>
                  <a:pt x="139597" y="32095"/>
                </a:lnTo>
                <a:lnTo>
                  <a:pt x="139020" y="32149"/>
                </a:lnTo>
                <a:lnTo>
                  <a:pt x="138447" y="32213"/>
                </a:lnTo>
                <a:lnTo>
                  <a:pt x="137879" y="32287"/>
                </a:lnTo>
                <a:lnTo>
                  <a:pt x="137316" y="32371"/>
                </a:lnTo>
                <a:lnTo>
                  <a:pt x="136757" y="32464"/>
                </a:lnTo>
                <a:lnTo>
                  <a:pt x="136202" y="32568"/>
                </a:lnTo>
                <a:lnTo>
                  <a:pt x="135652" y="32681"/>
                </a:lnTo>
                <a:lnTo>
                  <a:pt x="135106" y="32804"/>
                </a:lnTo>
                <a:lnTo>
                  <a:pt x="134565" y="32937"/>
                </a:lnTo>
                <a:lnTo>
                  <a:pt x="134028" y="33080"/>
                </a:lnTo>
                <a:lnTo>
                  <a:pt x="133496" y="33232"/>
                </a:lnTo>
                <a:lnTo>
                  <a:pt x="132968" y="33395"/>
                </a:lnTo>
                <a:lnTo>
                  <a:pt x="132445" y="33567"/>
                </a:lnTo>
                <a:lnTo>
                  <a:pt x="131926" y="33749"/>
                </a:lnTo>
                <a:lnTo>
                  <a:pt x="131412" y="33941"/>
                </a:lnTo>
                <a:lnTo>
                  <a:pt x="130902" y="34143"/>
                </a:lnTo>
                <a:lnTo>
                  <a:pt x="130397" y="34355"/>
                </a:lnTo>
                <a:lnTo>
                  <a:pt x="129896" y="34577"/>
                </a:lnTo>
                <a:lnTo>
                  <a:pt x="129399" y="34808"/>
                </a:lnTo>
                <a:lnTo>
                  <a:pt x="128908" y="35048"/>
                </a:lnTo>
                <a:lnTo>
                  <a:pt x="128422" y="35297"/>
                </a:lnTo>
                <a:lnTo>
                  <a:pt x="127943" y="35553"/>
                </a:lnTo>
                <a:lnTo>
                  <a:pt x="127469" y="35818"/>
                </a:lnTo>
                <a:lnTo>
                  <a:pt x="127000" y="36090"/>
                </a:lnTo>
                <a:lnTo>
                  <a:pt x="126538" y="36371"/>
                </a:lnTo>
                <a:lnTo>
                  <a:pt x="126081" y="36660"/>
                </a:lnTo>
                <a:lnTo>
                  <a:pt x="125630" y="36957"/>
                </a:lnTo>
                <a:lnTo>
                  <a:pt x="125185" y="37261"/>
                </a:lnTo>
                <a:lnTo>
                  <a:pt x="124745" y="37574"/>
                </a:lnTo>
                <a:lnTo>
                  <a:pt x="124311" y="37895"/>
                </a:lnTo>
                <a:lnTo>
                  <a:pt x="123883" y="38224"/>
                </a:lnTo>
                <a:lnTo>
                  <a:pt x="123461" y="38561"/>
                </a:lnTo>
                <a:lnTo>
                  <a:pt x="123045" y="38906"/>
                </a:lnTo>
                <a:lnTo>
                  <a:pt x="122634" y="39260"/>
                </a:lnTo>
                <a:lnTo>
                  <a:pt x="122229" y="39621"/>
                </a:lnTo>
                <a:lnTo>
                  <a:pt x="121830" y="39990"/>
                </a:lnTo>
                <a:lnTo>
                  <a:pt x="121436" y="40368"/>
                </a:lnTo>
                <a:lnTo>
                  <a:pt x="121049" y="40753"/>
                </a:lnTo>
                <a:lnTo>
                  <a:pt x="120667" y="41146"/>
                </a:lnTo>
                <a:lnTo>
                  <a:pt x="120290" y="41548"/>
                </a:lnTo>
                <a:lnTo>
                  <a:pt x="119920" y="41958"/>
                </a:lnTo>
                <a:lnTo>
                  <a:pt x="119555" y="42375"/>
                </a:lnTo>
                <a:lnTo>
                  <a:pt x="119196" y="42801"/>
                </a:lnTo>
                <a:lnTo>
                  <a:pt x="119049" y="42982"/>
                </a:lnTo>
                <a:lnTo>
                  <a:pt x="119049" y="0"/>
                </a:lnTo>
                <a:lnTo>
                  <a:pt x="105421" y="0"/>
                </a:lnTo>
                <a:lnTo>
                  <a:pt x="105421" y="113154"/>
                </a:lnTo>
                <a:lnTo>
                  <a:pt x="119049" y="113154"/>
                </a:lnTo>
                <a:lnTo>
                  <a:pt x="119049" y="56296"/>
                </a:lnTo>
                <a:close/>
                <a:moveTo>
                  <a:pt x="476917" y="56296"/>
                </a:moveTo>
                <a:lnTo>
                  <a:pt x="476944" y="56240"/>
                </a:lnTo>
                <a:lnTo>
                  <a:pt x="477131" y="55877"/>
                </a:lnTo>
                <a:lnTo>
                  <a:pt x="477322" y="55518"/>
                </a:lnTo>
                <a:lnTo>
                  <a:pt x="477517" y="55162"/>
                </a:lnTo>
                <a:lnTo>
                  <a:pt x="477718" y="54810"/>
                </a:lnTo>
                <a:lnTo>
                  <a:pt x="477923" y="54462"/>
                </a:lnTo>
                <a:lnTo>
                  <a:pt x="478132" y="54117"/>
                </a:lnTo>
                <a:lnTo>
                  <a:pt x="478346" y="53776"/>
                </a:lnTo>
                <a:lnTo>
                  <a:pt x="478565" y="53439"/>
                </a:lnTo>
                <a:lnTo>
                  <a:pt x="478788" y="53105"/>
                </a:lnTo>
                <a:lnTo>
                  <a:pt x="479016" y="52776"/>
                </a:lnTo>
                <a:lnTo>
                  <a:pt x="479249" y="52450"/>
                </a:lnTo>
                <a:lnTo>
                  <a:pt x="479486" y="52127"/>
                </a:lnTo>
                <a:lnTo>
                  <a:pt x="479728" y="51809"/>
                </a:lnTo>
                <a:lnTo>
                  <a:pt x="479974" y="51494"/>
                </a:lnTo>
                <a:lnTo>
                  <a:pt x="480225" y="51183"/>
                </a:lnTo>
                <a:lnTo>
                  <a:pt x="480479" y="50879"/>
                </a:lnTo>
                <a:lnTo>
                  <a:pt x="480738" y="50580"/>
                </a:lnTo>
                <a:lnTo>
                  <a:pt x="481001" y="50286"/>
                </a:lnTo>
                <a:lnTo>
                  <a:pt x="481268" y="49999"/>
                </a:lnTo>
                <a:lnTo>
                  <a:pt x="481539" y="49716"/>
                </a:lnTo>
                <a:lnTo>
                  <a:pt x="481814" y="49440"/>
                </a:lnTo>
                <a:lnTo>
                  <a:pt x="482094" y="49169"/>
                </a:lnTo>
                <a:lnTo>
                  <a:pt x="482377" y="48904"/>
                </a:lnTo>
                <a:lnTo>
                  <a:pt x="482665" y="48644"/>
                </a:lnTo>
                <a:lnTo>
                  <a:pt x="482956" y="48390"/>
                </a:lnTo>
                <a:lnTo>
                  <a:pt x="483252" y="48142"/>
                </a:lnTo>
                <a:lnTo>
                  <a:pt x="483552" y="47899"/>
                </a:lnTo>
                <a:lnTo>
                  <a:pt x="483856" y="47662"/>
                </a:lnTo>
                <a:lnTo>
                  <a:pt x="484164" y="47430"/>
                </a:lnTo>
                <a:lnTo>
                  <a:pt x="484476" y="47205"/>
                </a:lnTo>
                <a:lnTo>
                  <a:pt x="484792" y="46984"/>
                </a:lnTo>
                <a:lnTo>
                  <a:pt x="485112" y="46770"/>
                </a:lnTo>
                <a:lnTo>
                  <a:pt x="485436" y="46561"/>
                </a:lnTo>
                <a:lnTo>
                  <a:pt x="485765" y="46357"/>
                </a:lnTo>
                <a:lnTo>
                  <a:pt x="486097" y="46160"/>
                </a:lnTo>
                <a:lnTo>
                  <a:pt x="486434" y="45968"/>
                </a:lnTo>
                <a:lnTo>
                  <a:pt x="486775" y="45781"/>
                </a:lnTo>
                <a:lnTo>
                  <a:pt x="487120" y="45600"/>
                </a:lnTo>
                <a:lnTo>
                  <a:pt x="487468" y="45426"/>
                </a:lnTo>
                <a:lnTo>
                  <a:pt x="487820" y="45259"/>
                </a:lnTo>
                <a:lnTo>
                  <a:pt x="488175" y="45100"/>
                </a:lnTo>
                <a:lnTo>
                  <a:pt x="488533" y="44948"/>
                </a:lnTo>
                <a:lnTo>
                  <a:pt x="488894" y="44803"/>
                </a:lnTo>
                <a:lnTo>
                  <a:pt x="489258" y="44666"/>
                </a:lnTo>
                <a:lnTo>
                  <a:pt x="489626" y="44536"/>
                </a:lnTo>
                <a:lnTo>
                  <a:pt x="489997" y="44413"/>
                </a:lnTo>
                <a:lnTo>
                  <a:pt x="490371" y="44298"/>
                </a:lnTo>
                <a:lnTo>
                  <a:pt x="490748" y="44191"/>
                </a:lnTo>
                <a:lnTo>
                  <a:pt x="491128" y="44091"/>
                </a:lnTo>
                <a:lnTo>
                  <a:pt x="491512" y="43998"/>
                </a:lnTo>
                <a:lnTo>
                  <a:pt x="491899" y="43913"/>
                </a:lnTo>
                <a:lnTo>
                  <a:pt x="492289" y="43835"/>
                </a:lnTo>
                <a:lnTo>
                  <a:pt x="492682" y="43764"/>
                </a:lnTo>
                <a:lnTo>
                  <a:pt x="493078" y="43701"/>
                </a:lnTo>
                <a:lnTo>
                  <a:pt x="493478" y="43646"/>
                </a:lnTo>
                <a:lnTo>
                  <a:pt x="493881" y="43597"/>
                </a:lnTo>
                <a:lnTo>
                  <a:pt x="494287" y="43557"/>
                </a:lnTo>
                <a:lnTo>
                  <a:pt x="494696" y="43523"/>
                </a:lnTo>
                <a:lnTo>
                  <a:pt x="495109" y="43497"/>
                </a:lnTo>
                <a:lnTo>
                  <a:pt x="495524" y="43479"/>
                </a:lnTo>
                <a:lnTo>
                  <a:pt x="495943" y="43468"/>
                </a:lnTo>
                <a:lnTo>
                  <a:pt x="496365" y="43464"/>
                </a:lnTo>
                <a:lnTo>
                  <a:pt x="496792" y="43467"/>
                </a:lnTo>
                <a:lnTo>
                  <a:pt x="497213" y="43476"/>
                </a:lnTo>
                <a:lnTo>
                  <a:pt x="497629" y="43491"/>
                </a:lnTo>
                <a:lnTo>
                  <a:pt x="498039" y="43512"/>
                </a:lnTo>
                <a:lnTo>
                  <a:pt x="498443" y="43539"/>
                </a:lnTo>
                <a:lnTo>
                  <a:pt x="498842" y="43572"/>
                </a:lnTo>
                <a:lnTo>
                  <a:pt x="499235" y="43611"/>
                </a:lnTo>
                <a:lnTo>
                  <a:pt x="499623" y="43656"/>
                </a:lnTo>
                <a:lnTo>
                  <a:pt x="500005" y="43707"/>
                </a:lnTo>
                <a:lnTo>
                  <a:pt x="500381" y="43764"/>
                </a:lnTo>
                <a:lnTo>
                  <a:pt x="500751" y="43828"/>
                </a:lnTo>
                <a:lnTo>
                  <a:pt x="501116" y="43897"/>
                </a:lnTo>
                <a:lnTo>
                  <a:pt x="501476" y="43972"/>
                </a:lnTo>
                <a:lnTo>
                  <a:pt x="501830" y="44053"/>
                </a:lnTo>
                <a:lnTo>
                  <a:pt x="502178" y="44140"/>
                </a:lnTo>
                <a:lnTo>
                  <a:pt x="502520" y="44233"/>
                </a:lnTo>
                <a:lnTo>
                  <a:pt x="502857" y="44333"/>
                </a:lnTo>
                <a:lnTo>
                  <a:pt x="503188" y="44438"/>
                </a:lnTo>
                <a:lnTo>
                  <a:pt x="503514" y="44549"/>
                </a:lnTo>
                <a:lnTo>
                  <a:pt x="503834" y="44666"/>
                </a:lnTo>
                <a:lnTo>
                  <a:pt x="504148" y="44789"/>
                </a:lnTo>
                <a:lnTo>
                  <a:pt x="504457" y="44919"/>
                </a:lnTo>
                <a:lnTo>
                  <a:pt x="504760" y="45054"/>
                </a:lnTo>
                <a:lnTo>
                  <a:pt x="505058" y="45195"/>
                </a:lnTo>
                <a:lnTo>
                  <a:pt x="505349" y="45343"/>
                </a:lnTo>
                <a:lnTo>
                  <a:pt x="505635" y="45498"/>
                </a:lnTo>
                <a:lnTo>
                  <a:pt x="505915" y="45660"/>
                </a:lnTo>
                <a:lnTo>
                  <a:pt x="506189" y="45829"/>
                </a:lnTo>
                <a:lnTo>
                  <a:pt x="506457" y="46006"/>
                </a:lnTo>
                <a:lnTo>
                  <a:pt x="506720" y="46190"/>
                </a:lnTo>
                <a:lnTo>
                  <a:pt x="506976" y="46380"/>
                </a:lnTo>
                <a:lnTo>
                  <a:pt x="507227" y="46578"/>
                </a:lnTo>
                <a:lnTo>
                  <a:pt x="507471" y="46784"/>
                </a:lnTo>
                <a:lnTo>
                  <a:pt x="507710" y="46996"/>
                </a:lnTo>
                <a:lnTo>
                  <a:pt x="507943" y="47215"/>
                </a:lnTo>
                <a:lnTo>
                  <a:pt x="508170" y="47442"/>
                </a:lnTo>
                <a:lnTo>
                  <a:pt x="508391" y="47676"/>
                </a:lnTo>
                <a:lnTo>
                  <a:pt x="508607" y="47917"/>
                </a:lnTo>
                <a:lnTo>
                  <a:pt x="508816" y="48165"/>
                </a:lnTo>
                <a:lnTo>
                  <a:pt x="509019" y="48420"/>
                </a:lnTo>
                <a:lnTo>
                  <a:pt x="509217" y="48683"/>
                </a:lnTo>
                <a:lnTo>
                  <a:pt x="509409" y="48952"/>
                </a:lnTo>
                <a:lnTo>
                  <a:pt x="509594" y="49229"/>
                </a:lnTo>
                <a:lnTo>
                  <a:pt x="509774" y="49513"/>
                </a:lnTo>
                <a:lnTo>
                  <a:pt x="509949" y="49804"/>
                </a:lnTo>
                <a:lnTo>
                  <a:pt x="510117" y="50102"/>
                </a:lnTo>
                <a:lnTo>
                  <a:pt x="510279" y="50408"/>
                </a:lnTo>
                <a:lnTo>
                  <a:pt x="510435" y="50720"/>
                </a:lnTo>
                <a:lnTo>
                  <a:pt x="510586" y="51041"/>
                </a:lnTo>
                <a:lnTo>
                  <a:pt x="510730" y="51370"/>
                </a:lnTo>
                <a:lnTo>
                  <a:pt x="510867" y="51707"/>
                </a:lnTo>
                <a:lnTo>
                  <a:pt x="510998" y="52053"/>
                </a:lnTo>
                <a:lnTo>
                  <a:pt x="511123" y="52408"/>
                </a:lnTo>
                <a:lnTo>
                  <a:pt x="511241" y="52771"/>
                </a:lnTo>
                <a:lnTo>
                  <a:pt x="511353" y="53143"/>
                </a:lnTo>
                <a:lnTo>
                  <a:pt x="511459" y="53524"/>
                </a:lnTo>
                <a:lnTo>
                  <a:pt x="511558" y="53913"/>
                </a:lnTo>
                <a:lnTo>
                  <a:pt x="511650" y="54310"/>
                </a:lnTo>
                <a:lnTo>
                  <a:pt x="511737" y="54716"/>
                </a:lnTo>
                <a:lnTo>
                  <a:pt x="511817" y="55131"/>
                </a:lnTo>
                <a:lnTo>
                  <a:pt x="511890" y="55554"/>
                </a:lnTo>
                <a:lnTo>
                  <a:pt x="511957" y="55986"/>
                </a:lnTo>
                <a:lnTo>
                  <a:pt x="512018" y="56427"/>
                </a:lnTo>
                <a:lnTo>
                  <a:pt x="512072" y="56876"/>
                </a:lnTo>
                <a:lnTo>
                  <a:pt x="512120" y="57333"/>
                </a:lnTo>
                <a:lnTo>
                  <a:pt x="512162" y="57799"/>
                </a:lnTo>
                <a:lnTo>
                  <a:pt x="512197" y="58274"/>
                </a:lnTo>
                <a:lnTo>
                  <a:pt x="512226" y="58757"/>
                </a:lnTo>
                <a:lnTo>
                  <a:pt x="512248" y="59249"/>
                </a:lnTo>
                <a:lnTo>
                  <a:pt x="512264" y="59749"/>
                </a:lnTo>
                <a:lnTo>
                  <a:pt x="512274" y="60258"/>
                </a:lnTo>
                <a:lnTo>
                  <a:pt x="512277" y="60776"/>
                </a:lnTo>
                <a:lnTo>
                  <a:pt x="512277" y="113154"/>
                </a:lnTo>
                <a:lnTo>
                  <a:pt x="525979" y="113154"/>
                </a:lnTo>
                <a:lnTo>
                  <a:pt x="525979" y="60923"/>
                </a:lnTo>
                <a:lnTo>
                  <a:pt x="525976" y="60270"/>
                </a:lnTo>
                <a:lnTo>
                  <a:pt x="525967" y="59626"/>
                </a:lnTo>
                <a:lnTo>
                  <a:pt x="525952" y="58990"/>
                </a:lnTo>
                <a:lnTo>
                  <a:pt x="525930" y="58362"/>
                </a:lnTo>
                <a:lnTo>
                  <a:pt x="525903" y="57743"/>
                </a:lnTo>
                <a:lnTo>
                  <a:pt x="525869" y="57132"/>
                </a:lnTo>
                <a:lnTo>
                  <a:pt x="525829" y="56529"/>
                </a:lnTo>
                <a:lnTo>
                  <a:pt x="525783" y="55934"/>
                </a:lnTo>
                <a:lnTo>
                  <a:pt x="525731" y="55348"/>
                </a:lnTo>
                <a:lnTo>
                  <a:pt x="525672" y="54770"/>
                </a:lnTo>
                <a:lnTo>
                  <a:pt x="525608" y="54201"/>
                </a:lnTo>
                <a:lnTo>
                  <a:pt x="525537" y="53639"/>
                </a:lnTo>
                <a:lnTo>
                  <a:pt x="525461" y="53086"/>
                </a:lnTo>
                <a:lnTo>
                  <a:pt x="525378" y="52542"/>
                </a:lnTo>
                <a:lnTo>
                  <a:pt x="525289" y="52005"/>
                </a:lnTo>
                <a:lnTo>
                  <a:pt x="525193" y="51477"/>
                </a:lnTo>
                <a:lnTo>
                  <a:pt x="525092" y="50958"/>
                </a:lnTo>
                <a:lnTo>
                  <a:pt x="524985" y="50446"/>
                </a:lnTo>
                <a:lnTo>
                  <a:pt x="524871" y="49943"/>
                </a:lnTo>
                <a:lnTo>
                  <a:pt x="524751" y="49448"/>
                </a:lnTo>
                <a:lnTo>
                  <a:pt x="524626" y="48962"/>
                </a:lnTo>
                <a:lnTo>
                  <a:pt x="524494" y="48484"/>
                </a:lnTo>
                <a:lnTo>
                  <a:pt x="524356" y="48014"/>
                </a:lnTo>
                <a:lnTo>
                  <a:pt x="524211" y="47552"/>
                </a:lnTo>
                <a:lnTo>
                  <a:pt x="524061" y="47099"/>
                </a:lnTo>
                <a:lnTo>
                  <a:pt x="523906" y="46652"/>
                </a:lnTo>
                <a:lnTo>
                  <a:pt x="523745" y="46212"/>
                </a:lnTo>
                <a:lnTo>
                  <a:pt x="523578" y="45779"/>
                </a:lnTo>
                <a:lnTo>
                  <a:pt x="523406" y="45354"/>
                </a:lnTo>
                <a:lnTo>
                  <a:pt x="523228" y="44935"/>
                </a:lnTo>
                <a:lnTo>
                  <a:pt x="523045" y="44523"/>
                </a:lnTo>
                <a:lnTo>
                  <a:pt x="522857" y="44119"/>
                </a:lnTo>
                <a:lnTo>
                  <a:pt x="522663" y="43721"/>
                </a:lnTo>
                <a:lnTo>
                  <a:pt x="522463" y="43331"/>
                </a:lnTo>
                <a:lnTo>
                  <a:pt x="522258" y="42947"/>
                </a:lnTo>
                <a:lnTo>
                  <a:pt x="522047" y="42571"/>
                </a:lnTo>
                <a:lnTo>
                  <a:pt x="521831" y="42201"/>
                </a:lnTo>
                <a:lnTo>
                  <a:pt x="521610" y="41839"/>
                </a:lnTo>
                <a:lnTo>
                  <a:pt x="521383" y="41484"/>
                </a:lnTo>
                <a:lnTo>
                  <a:pt x="521150" y="41135"/>
                </a:lnTo>
                <a:lnTo>
                  <a:pt x="520912" y="40794"/>
                </a:lnTo>
                <a:lnTo>
                  <a:pt x="520668" y="40460"/>
                </a:lnTo>
                <a:lnTo>
                  <a:pt x="520419" y="40132"/>
                </a:lnTo>
                <a:lnTo>
                  <a:pt x="520165" y="39812"/>
                </a:lnTo>
                <a:lnTo>
                  <a:pt x="519905" y="39499"/>
                </a:lnTo>
                <a:lnTo>
                  <a:pt x="519639" y="39193"/>
                </a:lnTo>
                <a:lnTo>
                  <a:pt x="519368" y="38894"/>
                </a:lnTo>
                <a:lnTo>
                  <a:pt x="519091" y="38602"/>
                </a:lnTo>
                <a:lnTo>
                  <a:pt x="518810" y="38317"/>
                </a:lnTo>
                <a:lnTo>
                  <a:pt x="518523" y="38038"/>
                </a:lnTo>
                <a:lnTo>
                  <a:pt x="518232" y="37766"/>
                </a:lnTo>
                <a:lnTo>
                  <a:pt x="517936" y="37500"/>
                </a:lnTo>
                <a:lnTo>
                  <a:pt x="517636" y="37241"/>
                </a:lnTo>
                <a:lnTo>
                  <a:pt x="517330" y="36988"/>
                </a:lnTo>
                <a:lnTo>
                  <a:pt x="517020" y="36742"/>
                </a:lnTo>
                <a:lnTo>
                  <a:pt x="516705" y="36502"/>
                </a:lnTo>
                <a:lnTo>
                  <a:pt x="516386" y="36269"/>
                </a:lnTo>
                <a:lnTo>
                  <a:pt x="516062" y="36043"/>
                </a:lnTo>
                <a:lnTo>
                  <a:pt x="515733" y="35823"/>
                </a:lnTo>
                <a:lnTo>
                  <a:pt x="515399" y="35609"/>
                </a:lnTo>
                <a:lnTo>
                  <a:pt x="515060" y="35402"/>
                </a:lnTo>
                <a:lnTo>
                  <a:pt x="514717" y="35202"/>
                </a:lnTo>
                <a:lnTo>
                  <a:pt x="514369" y="35008"/>
                </a:lnTo>
                <a:lnTo>
                  <a:pt x="514016" y="34820"/>
                </a:lnTo>
                <a:lnTo>
                  <a:pt x="513659" y="34639"/>
                </a:lnTo>
                <a:lnTo>
                  <a:pt x="513297" y="34465"/>
                </a:lnTo>
                <a:lnTo>
                  <a:pt x="512930" y="34297"/>
                </a:lnTo>
                <a:lnTo>
                  <a:pt x="512558" y="34136"/>
                </a:lnTo>
                <a:lnTo>
                  <a:pt x="512182" y="33981"/>
                </a:lnTo>
                <a:lnTo>
                  <a:pt x="511801" y="33833"/>
                </a:lnTo>
                <a:lnTo>
                  <a:pt x="511415" y="33691"/>
                </a:lnTo>
                <a:lnTo>
                  <a:pt x="511025" y="33556"/>
                </a:lnTo>
                <a:lnTo>
                  <a:pt x="510630" y="33426"/>
                </a:lnTo>
                <a:lnTo>
                  <a:pt x="510231" y="33303"/>
                </a:lnTo>
                <a:lnTo>
                  <a:pt x="509828" y="33184"/>
                </a:lnTo>
                <a:lnTo>
                  <a:pt x="509420" y="33072"/>
                </a:lnTo>
                <a:lnTo>
                  <a:pt x="509009" y="32964"/>
                </a:lnTo>
                <a:lnTo>
                  <a:pt x="508594" y="32863"/>
                </a:lnTo>
                <a:lnTo>
                  <a:pt x="508174" y="32766"/>
                </a:lnTo>
                <a:lnTo>
                  <a:pt x="507751" y="32676"/>
                </a:lnTo>
                <a:lnTo>
                  <a:pt x="507323" y="32590"/>
                </a:lnTo>
                <a:lnTo>
                  <a:pt x="506891" y="32511"/>
                </a:lnTo>
                <a:lnTo>
                  <a:pt x="506455" y="32436"/>
                </a:lnTo>
                <a:lnTo>
                  <a:pt x="506015" y="32368"/>
                </a:lnTo>
                <a:lnTo>
                  <a:pt x="505571" y="32304"/>
                </a:lnTo>
                <a:lnTo>
                  <a:pt x="505123" y="32247"/>
                </a:lnTo>
                <a:lnTo>
                  <a:pt x="504671" y="32194"/>
                </a:lnTo>
                <a:lnTo>
                  <a:pt x="504215" y="32148"/>
                </a:lnTo>
                <a:lnTo>
                  <a:pt x="503754" y="32106"/>
                </a:lnTo>
                <a:lnTo>
                  <a:pt x="503290" y="32071"/>
                </a:lnTo>
                <a:lnTo>
                  <a:pt x="502821" y="32041"/>
                </a:lnTo>
                <a:lnTo>
                  <a:pt x="502348" y="32016"/>
                </a:lnTo>
                <a:lnTo>
                  <a:pt x="501872" y="31997"/>
                </a:lnTo>
                <a:lnTo>
                  <a:pt x="501391" y="31983"/>
                </a:lnTo>
                <a:lnTo>
                  <a:pt x="500906" y="31975"/>
                </a:lnTo>
                <a:lnTo>
                  <a:pt x="500417" y="31972"/>
                </a:lnTo>
                <a:lnTo>
                  <a:pt x="499817" y="31977"/>
                </a:lnTo>
                <a:lnTo>
                  <a:pt x="499222" y="31991"/>
                </a:lnTo>
                <a:lnTo>
                  <a:pt x="498632" y="32016"/>
                </a:lnTo>
                <a:lnTo>
                  <a:pt x="498046" y="32051"/>
                </a:lnTo>
                <a:lnTo>
                  <a:pt x="497464" y="32095"/>
                </a:lnTo>
                <a:lnTo>
                  <a:pt x="496887" y="32149"/>
                </a:lnTo>
                <a:lnTo>
                  <a:pt x="496315" y="32213"/>
                </a:lnTo>
                <a:lnTo>
                  <a:pt x="495747" y="32287"/>
                </a:lnTo>
                <a:lnTo>
                  <a:pt x="495183" y="32371"/>
                </a:lnTo>
                <a:lnTo>
                  <a:pt x="494624" y="32464"/>
                </a:lnTo>
                <a:lnTo>
                  <a:pt x="494070" y="32568"/>
                </a:lnTo>
                <a:lnTo>
                  <a:pt x="493519" y="32681"/>
                </a:lnTo>
                <a:lnTo>
                  <a:pt x="492974" y="32804"/>
                </a:lnTo>
                <a:lnTo>
                  <a:pt x="492433" y="32937"/>
                </a:lnTo>
                <a:lnTo>
                  <a:pt x="491896" y="33080"/>
                </a:lnTo>
                <a:lnTo>
                  <a:pt x="491364" y="33232"/>
                </a:lnTo>
                <a:lnTo>
                  <a:pt x="490836" y="33395"/>
                </a:lnTo>
                <a:lnTo>
                  <a:pt x="490313" y="33567"/>
                </a:lnTo>
                <a:lnTo>
                  <a:pt x="489794" y="33749"/>
                </a:lnTo>
                <a:lnTo>
                  <a:pt x="489279" y="33941"/>
                </a:lnTo>
                <a:lnTo>
                  <a:pt x="488770" y="34143"/>
                </a:lnTo>
                <a:lnTo>
                  <a:pt x="488264" y="34355"/>
                </a:lnTo>
                <a:lnTo>
                  <a:pt x="487763" y="34577"/>
                </a:lnTo>
                <a:lnTo>
                  <a:pt x="487267" y="34808"/>
                </a:lnTo>
                <a:lnTo>
                  <a:pt x="486776" y="35048"/>
                </a:lnTo>
                <a:lnTo>
                  <a:pt x="486290" y="35297"/>
                </a:lnTo>
                <a:lnTo>
                  <a:pt x="485810" y="35553"/>
                </a:lnTo>
                <a:lnTo>
                  <a:pt x="485336" y="35818"/>
                </a:lnTo>
                <a:lnTo>
                  <a:pt x="484868" y="36090"/>
                </a:lnTo>
                <a:lnTo>
                  <a:pt x="484405" y="36371"/>
                </a:lnTo>
                <a:lnTo>
                  <a:pt x="483949" y="36660"/>
                </a:lnTo>
                <a:lnTo>
                  <a:pt x="483498" y="36957"/>
                </a:lnTo>
                <a:lnTo>
                  <a:pt x="483052" y="37261"/>
                </a:lnTo>
                <a:lnTo>
                  <a:pt x="482613" y="37574"/>
                </a:lnTo>
                <a:lnTo>
                  <a:pt x="482179" y="37895"/>
                </a:lnTo>
                <a:lnTo>
                  <a:pt x="481751" y="38224"/>
                </a:lnTo>
                <a:lnTo>
                  <a:pt x="481329" y="38561"/>
                </a:lnTo>
                <a:lnTo>
                  <a:pt x="480912" y="38906"/>
                </a:lnTo>
                <a:lnTo>
                  <a:pt x="480502" y="39260"/>
                </a:lnTo>
                <a:lnTo>
                  <a:pt x="480097" y="39621"/>
                </a:lnTo>
                <a:lnTo>
                  <a:pt x="479697" y="39990"/>
                </a:lnTo>
                <a:lnTo>
                  <a:pt x="479304" y="40368"/>
                </a:lnTo>
                <a:lnTo>
                  <a:pt x="478916" y="40753"/>
                </a:lnTo>
                <a:lnTo>
                  <a:pt x="478534" y="41146"/>
                </a:lnTo>
                <a:lnTo>
                  <a:pt x="478158" y="41548"/>
                </a:lnTo>
                <a:lnTo>
                  <a:pt x="477788" y="41958"/>
                </a:lnTo>
                <a:lnTo>
                  <a:pt x="477423" y="42375"/>
                </a:lnTo>
                <a:lnTo>
                  <a:pt x="477064" y="42801"/>
                </a:lnTo>
                <a:lnTo>
                  <a:pt x="476917" y="42982"/>
                </a:lnTo>
                <a:lnTo>
                  <a:pt x="476917" y="0"/>
                </a:lnTo>
                <a:lnTo>
                  <a:pt x="463288" y="0"/>
                </a:lnTo>
                <a:lnTo>
                  <a:pt x="463288" y="113154"/>
                </a:lnTo>
                <a:lnTo>
                  <a:pt x="476917" y="113154"/>
                </a:lnTo>
                <a:lnTo>
                  <a:pt x="476917" y="56296"/>
                </a:lnTo>
                <a:close/>
                <a:moveTo>
                  <a:pt x="306837" y="55518"/>
                </a:moveTo>
                <a:lnTo>
                  <a:pt x="307033" y="55162"/>
                </a:lnTo>
                <a:lnTo>
                  <a:pt x="307233" y="54810"/>
                </a:lnTo>
                <a:lnTo>
                  <a:pt x="307438" y="54462"/>
                </a:lnTo>
                <a:lnTo>
                  <a:pt x="307647" y="54117"/>
                </a:lnTo>
                <a:lnTo>
                  <a:pt x="307861" y="53776"/>
                </a:lnTo>
                <a:lnTo>
                  <a:pt x="308080" y="53439"/>
                </a:lnTo>
                <a:lnTo>
                  <a:pt x="308304" y="53105"/>
                </a:lnTo>
                <a:lnTo>
                  <a:pt x="308531" y="52776"/>
                </a:lnTo>
                <a:lnTo>
                  <a:pt x="308764" y="52450"/>
                </a:lnTo>
                <a:lnTo>
                  <a:pt x="309001" y="52127"/>
                </a:lnTo>
                <a:lnTo>
                  <a:pt x="309243" y="51809"/>
                </a:lnTo>
                <a:lnTo>
                  <a:pt x="309489" y="51494"/>
                </a:lnTo>
                <a:lnTo>
                  <a:pt x="309740" y="51183"/>
                </a:lnTo>
                <a:lnTo>
                  <a:pt x="309995" y="50879"/>
                </a:lnTo>
                <a:lnTo>
                  <a:pt x="310253" y="50580"/>
                </a:lnTo>
                <a:lnTo>
                  <a:pt x="310516" y="50286"/>
                </a:lnTo>
                <a:lnTo>
                  <a:pt x="310783" y="49999"/>
                </a:lnTo>
                <a:lnTo>
                  <a:pt x="311055" y="49716"/>
                </a:lnTo>
                <a:lnTo>
                  <a:pt x="311330" y="49440"/>
                </a:lnTo>
                <a:lnTo>
                  <a:pt x="311609" y="49169"/>
                </a:lnTo>
                <a:lnTo>
                  <a:pt x="311893" y="48904"/>
                </a:lnTo>
                <a:lnTo>
                  <a:pt x="312180" y="48644"/>
                </a:lnTo>
                <a:lnTo>
                  <a:pt x="312472" y="48390"/>
                </a:lnTo>
                <a:lnTo>
                  <a:pt x="312767" y="48142"/>
                </a:lnTo>
                <a:lnTo>
                  <a:pt x="313067" y="47899"/>
                </a:lnTo>
                <a:lnTo>
                  <a:pt x="313371" y="47662"/>
                </a:lnTo>
                <a:lnTo>
                  <a:pt x="313679" y="47430"/>
                </a:lnTo>
                <a:lnTo>
                  <a:pt x="313991" y="47205"/>
                </a:lnTo>
                <a:lnTo>
                  <a:pt x="314307" y="46984"/>
                </a:lnTo>
                <a:lnTo>
                  <a:pt x="314627" y="46770"/>
                </a:lnTo>
                <a:lnTo>
                  <a:pt x="314952" y="46561"/>
                </a:lnTo>
                <a:lnTo>
                  <a:pt x="315280" y="46357"/>
                </a:lnTo>
                <a:lnTo>
                  <a:pt x="315613" y="46160"/>
                </a:lnTo>
                <a:lnTo>
                  <a:pt x="315949" y="45968"/>
                </a:lnTo>
                <a:lnTo>
                  <a:pt x="316290" y="45781"/>
                </a:lnTo>
                <a:lnTo>
                  <a:pt x="316635" y="45600"/>
                </a:lnTo>
                <a:lnTo>
                  <a:pt x="316983" y="45426"/>
                </a:lnTo>
                <a:lnTo>
                  <a:pt x="317335" y="45259"/>
                </a:lnTo>
                <a:lnTo>
                  <a:pt x="317690" y="45100"/>
                </a:lnTo>
                <a:lnTo>
                  <a:pt x="318048" y="44948"/>
                </a:lnTo>
                <a:lnTo>
                  <a:pt x="318409" y="44803"/>
                </a:lnTo>
                <a:lnTo>
                  <a:pt x="318774" y="44666"/>
                </a:lnTo>
                <a:lnTo>
                  <a:pt x="319141" y="44536"/>
                </a:lnTo>
                <a:lnTo>
                  <a:pt x="319512" y="44413"/>
                </a:lnTo>
                <a:lnTo>
                  <a:pt x="319886" y="44298"/>
                </a:lnTo>
                <a:lnTo>
                  <a:pt x="320263" y="44191"/>
                </a:lnTo>
                <a:lnTo>
                  <a:pt x="320644" y="44091"/>
                </a:lnTo>
                <a:lnTo>
                  <a:pt x="321027" y="43998"/>
                </a:lnTo>
                <a:lnTo>
                  <a:pt x="321414" y="43913"/>
                </a:lnTo>
                <a:lnTo>
                  <a:pt x="321804" y="43835"/>
                </a:lnTo>
                <a:lnTo>
                  <a:pt x="322197" y="43764"/>
                </a:lnTo>
                <a:lnTo>
                  <a:pt x="322594" y="43701"/>
                </a:lnTo>
                <a:lnTo>
                  <a:pt x="322993" y="43646"/>
                </a:lnTo>
                <a:lnTo>
                  <a:pt x="323396" y="43597"/>
                </a:lnTo>
                <a:lnTo>
                  <a:pt x="323802" y="43557"/>
                </a:lnTo>
                <a:lnTo>
                  <a:pt x="324211" y="43523"/>
                </a:lnTo>
                <a:lnTo>
                  <a:pt x="324624" y="43497"/>
                </a:lnTo>
                <a:lnTo>
                  <a:pt x="325039" y="43479"/>
                </a:lnTo>
                <a:lnTo>
                  <a:pt x="325458" y="43468"/>
                </a:lnTo>
                <a:lnTo>
                  <a:pt x="325880" y="43464"/>
                </a:lnTo>
                <a:lnTo>
                  <a:pt x="326307" y="43467"/>
                </a:lnTo>
                <a:lnTo>
                  <a:pt x="326728" y="43476"/>
                </a:lnTo>
                <a:lnTo>
                  <a:pt x="327144" y="43491"/>
                </a:lnTo>
                <a:lnTo>
                  <a:pt x="327554" y="43512"/>
                </a:lnTo>
                <a:lnTo>
                  <a:pt x="327958" y="43539"/>
                </a:lnTo>
                <a:lnTo>
                  <a:pt x="328357" y="43572"/>
                </a:lnTo>
                <a:lnTo>
                  <a:pt x="328750" y="43611"/>
                </a:lnTo>
                <a:lnTo>
                  <a:pt x="329138" y="43656"/>
                </a:lnTo>
                <a:lnTo>
                  <a:pt x="329520" y="43707"/>
                </a:lnTo>
                <a:lnTo>
                  <a:pt x="329896" y="43764"/>
                </a:lnTo>
                <a:lnTo>
                  <a:pt x="330267" y="43828"/>
                </a:lnTo>
                <a:lnTo>
                  <a:pt x="330632" y="43897"/>
                </a:lnTo>
                <a:lnTo>
                  <a:pt x="330991" y="43972"/>
                </a:lnTo>
                <a:lnTo>
                  <a:pt x="331345" y="44053"/>
                </a:lnTo>
                <a:lnTo>
                  <a:pt x="331693" y="44140"/>
                </a:lnTo>
                <a:lnTo>
                  <a:pt x="332035" y="44233"/>
                </a:lnTo>
                <a:lnTo>
                  <a:pt x="332372" y="44333"/>
                </a:lnTo>
                <a:lnTo>
                  <a:pt x="332704" y="44438"/>
                </a:lnTo>
                <a:lnTo>
                  <a:pt x="333029" y="44549"/>
                </a:lnTo>
                <a:lnTo>
                  <a:pt x="333349" y="44666"/>
                </a:lnTo>
                <a:lnTo>
                  <a:pt x="333664" y="44789"/>
                </a:lnTo>
                <a:lnTo>
                  <a:pt x="333972" y="44919"/>
                </a:lnTo>
                <a:lnTo>
                  <a:pt x="334275" y="45054"/>
                </a:lnTo>
                <a:lnTo>
                  <a:pt x="334573" y="45195"/>
                </a:lnTo>
                <a:lnTo>
                  <a:pt x="334865" y="45343"/>
                </a:lnTo>
                <a:lnTo>
                  <a:pt x="335151" y="45498"/>
                </a:lnTo>
                <a:lnTo>
                  <a:pt x="335430" y="45660"/>
                </a:lnTo>
                <a:lnTo>
                  <a:pt x="335705" y="45829"/>
                </a:lnTo>
                <a:lnTo>
                  <a:pt x="335973" y="46006"/>
                </a:lnTo>
                <a:lnTo>
                  <a:pt x="336235" y="46190"/>
                </a:lnTo>
                <a:lnTo>
                  <a:pt x="336491" y="46380"/>
                </a:lnTo>
                <a:lnTo>
                  <a:pt x="336742" y="46578"/>
                </a:lnTo>
                <a:lnTo>
                  <a:pt x="336987" y="46784"/>
                </a:lnTo>
                <a:lnTo>
                  <a:pt x="337225" y="46996"/>
                </a:lnTo>
                <a:lnTo>
                  <a:pt x="337458" y="47215"/>
                </a:lnTo>
                <a:lnTo>
                  <a:pt x="337685" y="47442"/>
                </a:lnTo>
                <a:lnTo>
                  <a:pt x="337907" y="47676"/>
                </a:lnTo>
                <a:lnTo>
                  <a:pt x="338122" y="47917"/>
                </a:lnTo>
                <a:lnTo>
                  <a:pt x="338331" y="48165"/>
                </a:lnTo>
                <a:lnTo>
                  <a:pt x="338535" y="48420"/>
                </a:lnTo>
                <a:lnTo>
                  <a:pt x="338732" y="48683"/>
                </a:lnTo>
                <a:lnTo>
                  <a:pt x="338924" y="48952"/>
                </a:lnTo>
                <a:lnTo>
                  <a:pt x="339110" y="49229"/>
                </a:lnTo>
                <a:lnTo>
                  <a:pt x="339290" y="49513"/>
                </a:lnTo>
                <a:lnTo>
                  <a:pt x="339464" y="49804"/>
                </a:lnTo>
                <a:lnTo>
                  <a:pt x="339632" y="50102"/>
                </a:lnTo>
                <a:lnTo>
                  <a:pt x="339794" y="50408"/>
                </a:lnTo>
                <a:lnTo>
                  <a:pt x="339951" y="50720"/>
                </a:lnTo>
                <a:lnTo>
                  <a:pt x="340101" y="51041"/>
                </a:lnTo>
                <a:lnTo>
                  <a:pt x="340245" y="51370"/>
                </a:lnTo>
                <a:lnTo>
                  <a:pt x="340382" y="51707"/>
                </a:lnTo>
                <a:lnTo>
                  <a:pt x="340513" y="52053"/>
                </a:lnTo>
                <a:lnTo>
                  <a:pt x="340638" y="52408"/>
                </a:lnTo>
                <a:lnTo>
                  <a:pt x="340756" y="52771"/>
                </a:lnTo>
                <a:lnTo>
                  <a:pt x="340868" y="53143"/>
                </a:lnTo>
                <a:lnTo>
                  <a:pt x="340974" y="53524"/>
                </a:lnTo>
                <a:lnTo>
                  <a:pt x="341073" y="53913"/>
                </a:lnTo>
                <a:lnTo>
                  <a:pt x="341166" y="54310"/>
                </a:lnTo>
                <a:lnTo>
                  <a:pt x="341252" y="54716"/>
                </a:lnTo>
                <a:lnTo>
                  <a:pt x="341332" y="55131"/>
                </a:lnTo>
                <a:lnTo>
                  <a:pt x="341405" y="55554"/>
                </a:lnTo>
                <a:lnTo>
                  <a:pt x="341473" y="55986"/>
                </a:lnTo>
                <a:lnTo>
                  <a:pt x="341533" y="56427"/>
                </a:lnTo>
                <a:lnTo>
                  <a:pt x="341588" y="56876"/>
                </a:lnTo>
                <a:lnTo>
                  <a:pt x="341636" y="57333"/>
                </a:lnTo>
                <a:lnTo>
                  <a:pt x="341677" y="57799"/>
                </a:lnTo>
                <a:lnTo>
                  <a:pt x="341712" y="58274"/>
                </a:lnTo>
                <a:lnTo>
                  <a:pt x="341741" y="58757"/>
                </a:lnTo>
                <a:lnTo>
                  <a:pt x="341764" y="59249"/>
                </a:lnTo>
                <a:lnTo>
                  <a:pt x="341780" y="59749"/>
                </a:lnTo>
                <a:lnTo>
                  <a:pt x="341789" y="60258"/>
                </a:lnTo>
                <a:lnTo>
                  <a:pt x="341792" y="60776"/>
                </a:lnTo>
                <a:lnTo>
                  <a:pt x="341792" y="113154"/>
                </a:lnTo>
                <a:lnTo>
                  <a:pt x="355495" y="113154"/>
                </a:lnTo>
                <a:lnTo>
                  <a:pt x="355495" y="60923"/>
                </a:lnTo>
                <a:lnTo>
                  <a:pt x="355491" y="60270"/>
                </a:lnTo>
                <a:lnTo>
                  <a:pt x="355482" y="59626"/>
                </a:lnTo>
                <a:lnTo>
                  <a:pt x="355467" y="58990"/>
                </a:lnTo>
                <a:lnTo>
                  <a:pt x="355445" y="58362"/>
                </a:lnTo>
                <a:lnTo>
                  <a:pt x="355418" y="57743"/>
                </a:lnTo>
                <a:lnTo>
                  <a:pt x="355384" y="57132"/>
                </a:lnTo>
                <a:lnTo>
                  <a:pt x="355344" y="56529"/>
                </a:lnTo>
                <a:lnTo>
                  <a:pt x="355298" y="55934"/>
                </a:lnTo>
                <a:lnTo>
                  <a:pt x="355246" y="55348"/>
                </a:lnTo>
                <a:lnTo>
                  <a:pt x="355188" y="54770"/>
                </a:lnTo>
                <a:lnTo>
                  <a:pt x="355123" y="54201"/>
                </a:lnTo>
                <a:lnTo>
                  <a:pt x="355053" y="53639"/>
                </a:lnTo>
                <a:lnTo>
                  <a:pt x="354976" y="53086"/>
                </a:lnTo>
                <a:lnTo>
                  <a:pt x="354893" y="52542"/>
                </a:lnTo>
                <a:lnTo>
                  <a:pt x="354804" y="52005"/>
                </a:lnTo>
                <a:lnTo>
                  <a:pt x="354709" y="51477"/>
                </a:lnTo>
                <a:lnTo>
                  <a:pt x="354607" y="50958"/>
                </a:lnTo>
                <a:lnTo>
                  <a:pt x="354500" y="50446"/>
                </a:lnTo>
                <a:lnTo>
                  <a:pt x="354386" y="49943"/>
                </a:lnTo>
                <a:lnTo>
                  <a:pt x="354267" y="49448"/>
                </a:lnTo>
                <a:lnTo>
                  <a:pt x="354141" y="48962"/>
                </a:lnTo>
                <a:lnTo>
                  <a:pt x="354009" y="48484"/>
                </a:lnTo>
                <a:lnTo>
                  <a:pt x="353871" y="48014"/>
                </a:lnTo>
                <a:lnTo>
                  <a:pt x="353727" y="47552"/>
                </a:lnTo>
                <a:lnTo>
                  <a:pt x="353576" y="47099"/>
                </a:lnTo>
                <a:lnTo>
                  <a:pt x="353421" y="46652"/>
                </a:lnTo>
                <a:lnTo>
                  <a:pt x="353260" y="46212"/>
                </a:lnTo>
                <a:lnTo>
                  <a:pt x="353093" y="45779"/>
                </a:lnTo>
                <a:lnTo>
                  <a:pt x="352921" y="45354"/>
                </a:lnTo>
                <a:lnTo>
                  <a:pt x="352744" y="44935"/>
                </a:lnTo>
                <a:lnTo>
                  <a:pt x="352560" y="44523"/>
                </a:lnTo>
                <a:lnTo>
                  <a:pt x="352372" y="44119"/>
                </a:lnTo>
                <a:lnTo>
                  <a:pt x="352178" y="43721"/>
                </a:lnTo>
                <a:lnTo>
                  <a:pt x="351978" y="43331"/>
                </a:lnTo>
                <a:lnTo>
                  <a:pt x="351773" y="42947"/>
                </a:lnTo>
                <a:lnTo>
                  <a:pt x="351563" y="42571"/>
                </a:lnTo>
                <a:lnTo>
                  <a:pt x="351346" y="42201"/>
                </a:lnTo>
                <a:lnTo>
                  <a:pt x="351125" y="41839"/>
                </a:lnTo>
                <a:lnTo>
                  <a:pt x="350898" y="41484"/>
                </a:lnTo>
                <a:lnTo>
                  <a:pt x="350665" y="41135"/>
                </a:lnTo>
                <a:lnTo>
                  <a:pt x="350427" y="40794"/>
                </a:lnTo>
                <a:lnTo>
                  <a:pt x="350184" y="40460"/>
                </a:lnTo>
                <a:lnTo>
                  <a:pt x="349934" y="40132"/>
                </a:lnTo>
                <a:lnTo>
                  <a:pt x="349680" y="39812"/>
                </a:lnTo>
                <a:lnTo>
                  <a:pt x="349420" y="39499"/>
                </a:lnTo>
                <a:lnTo>
                  <a:pt x="349154" y="39193"/>
                </a:lnTo>
                <a:lnTo>
                  <a:pt x="348883" y="38894"/>
                </a:lnTo>
                <a:lnTo>
                  <a:pt x="348607" y="38602"/>
                </a:lnTo>
                <a:lnTo>
                  <a:pt x="348325" y="38317"/>
                </a:lnTo>
                <a:lnTo>
                  <a:pt x="348039" y="38038"/>
                </a:lnTo>
                <a:lnTo>
                  <a:pt x="347747" y="37766"/>
                </a:lnTo>
                <a:lnTo>
                  <a:pt x="347451" y="37500"/>
                </a:lnTo>
                <a:lnTo>
                  <a:pt x="347151" y="37241"/>
                </a:lnTo>
                <a:lnTo>
                  <a:pt x="346846" y="36988"/>
                </a:lnTo>
                <a:lnTo>
                  <a:pt x="346535" y="36742"/>
                </a:lnTo>
                <a:lnTo>
                  <a:pt x="346221" y="36502"/>
                </a:lnTo>
                <a:lnTo>
                  <a:pt x="345901" y="36269"/>
                </a:lnTo>
                <a:lnTo>
                  <a:pt x="345577" y="36043"/>
                </a:lnTo>
                <a:lnTo>
                  <a:pt x="345248" y="35823"/>
                </a:lnTo>
                <a:lnTo>
                  <a:pt x="344914" y="35609"/>
                </a:lnTo>
                <a:lnTo>
                  <a:pt x="344576" y="35402"/>
                </a:lnTo>
                <a:lnTo>
                  <a:pt x="344232" y="35202"/>
                </a:lnTo>
                <a:lnTo>
                  <a:pt x="343884" y="35008"/>
                </a:lnTo>
                <a:lnTo>
                  <a:pt x="343532" y="34820"/>
                </a:lnTo>
                <a:lnTo>
                  <a:pt x="343174" y="34639"/>
                </a:lnTo>
                <a:lnTo>
                  <a:pt x="342812" y="34465"/>
                </a:lnTo>
                <a:lnTo>
                  <a:pt x="342445" y="34297"/>
                </a:lnTo>
                <a:lnTo>
                  <a:pt x="342074" y="34136"/>
                </a:lnTo>
                <a:lnTo>
                  <a:pt x="341697" y="33981"/>
                </a:lnTo>
                <a:lnTo>
                  <a:pt x="341316" y="33833"/>
                </a:lnTo>
                <a:lnTo>
                  <a:pt x="340931" y="33691"/>
                </a:lnTo>
                <a:lnTo>
                  <a:pt x="340540" y="33556"/>
                </a:lnTo>
                <a:lnTo>
                  <a:pt x="340145" y="33426"/>
                </a:lnTo>
                <a:lnTo>
                  <a:pt x="339746" y="33303"/>
                </a:lnTo>
                <a:lnTo>
                  <a:pt x="339343" y="33184"/>
                </a:lnTo>
                <a:lnTo>
                  <a:pt x="338936" y="33072"/>
                </a:lnTo>
                <a:lnTo>
                  <a:pt x="338524" y="32964"/>
                </a:lnTo>
                <a:lnTo>
                  <a:pt x="338109" y="32863"/>
                </a:lnTo>
                <a:lnTo>
                  <a:pt x="337689" y="32766"/>
                </a:lnTo>
                <a:lnTo>
                  <a:pt x="337266" y="32676"/>
                </a:lnTo>
                <a:lnTo>
                  <a:pt x="336838" y="32590"/>
                </a:lnTo>
                <a:lnTo>
                  <a:pt x="336406" y="32511"/>
                </a:lnTo>
                <a:lnTo>
                  <a:pt x="335971" y="32436"/>
                </a:lnTo>
                <a:lnTo>
                  <a:pt x="335531" y="32368"/>
                </a:lnTo>
                <a:lnTo>
                  <a:pt x="335087" y="32304"/>
                </a:lnTo>
                <a:lnTo>
                  <a:pt x="334638" y="32247"/>
                </a:lnTo>
                <a:lnTo>
                  <a:pt x="334186" y="32194"/>
                </a:lnTo>
                <a:lnTo>
                  <a:pt x="333730" y="32148"/>
                </a:lnTo>
                <a:lnTo>
                  <a:pt x="333269" y="32106"/>
                </a:lnTo>
                <a:lnTo>
                  <a:pt x="332805" y="32071"/>
                </a:lnTo>
                <a:lnTo>
                  <a:pt x="332336" y="32041"/>
                </a:lnTo>
                <a:lnTo>
                  <a:pt x="331864" y="32016"/>
                </a:lnTo>
                <a:lnTo>
                  <a:pt x="331387" y="31997"/>
                </a:lnTo>
                <a:lnTo>
                  <a:pt x="330906" y="31983"/>
                </a:lnTo>
                <a:lnTo>
                  <a:pt x="330421" y="31975"/>
                </a:lnTo>
                <a:lnTo>
                  <a:pt x="329932" y="31972"/>
                </a:lnTo>
                <a:lnTo>
                  <a:pt x="329332" y="31977"/>
                </a:lnTo>
                <a:lnTo>
                  <a:pt x="328738" y="31991"/>
                </a:lnTo>
                <a:lnTo>
                  <a:pt x="328147" y="32016"/>
                </a:lnTo>
                <a:lnTo>
                  <a:pt x="327561" y="32051"/>
                </a:lnTo>
                <a:lnTo>
                  <a:pt x="326980" y="32095"/>
                </a:lnTo>
                <a:lnTo>
                  <a:pt x="326403" y="32149"/>
                </a:lnTo>
                <a:lnTo>
                  <a:pt x="325830" y="32213"/>
                </a:lnTo>
                <a:lnTo>
                  <a:pt x="325262" y="32287"/>
                </a:lnTo>
                <a:lnTo>
                  <a:pt x="324699" y="32371"/>
                </a:lnTo>
                <a:lnTo>
                  <a:pt x="324139" y="32464"/>
                </a:lnTo>
                <a:lnTo>
                  <a:pt x="323585" y="32568"/>
                </a:lnTo>
                <a:lnTo>
                  <a:pt x="323035" y="32681"/>
                </a:lnTo>
                <a:lnTo>
                  <a:pt x="322489" y="32804"/>
                </a:lnTo>
                <a:lnTo>
                  <a:pt x="321948" y="32937"/>
                </a:lnTo>
                <a:lnTo>
                  <a:pt x="321411" y="33080"/>
                </a:lnTo>
                <a:lnTo>
                  <a:pt x="320879" y="33232"/>
                </a:lnTo>
                <a:lnTo>
                  <a:pt x="320351" y="33395"/>
                </a:lnTo>
                <a:lnTo>
                  <a:pt x="319828" y="33567"/>
                </a:lnTo>
                <a:lnTo>
                  <a:pt x="319309" y="33749"/>
                </a:lnTo>
                <a:lnTo>
                  <a:pt x="318795" y="33941"/>
                </a:lnTo>
                <a:lnTo>
                  <a:pt x="318285" y="34143"/>
                </a:lnTo>
                <a:lnTo>
                  <a:pt x="317780" y="34355"/>
                </a:lnTo>
                <a:lnTo>
                  <a:pt x="317279" y="34577"/>
                </a:lnTo>
                <a:lnTo>
                  <a:pt x="316782" y="34808"/>
                </a:lnTo>
                <a:lnTo>
                  <a:pt x="316291" y="35048"/>
                </a:lnTo>
                <a:lnTo>
                  <a:pt x="315805" y="35297"/>
                </a:lnTo>
                <a:lnTo>
                  <a:pt x="315326" y="35553"/>
                </a:lnTo>
                <a:lnTo>
                  <a:pt x="314851" y="35818"/>
                </a:lnTo>
                <a:lnTo>
                  <a:pt x="314383" y="36090"/>
                </a:lnTo>
                <a:lnTo>
                  <a:pt x="313921" y="36371"/>
                </a:lnTo>
                <a:lnTo>
                  <a:pt x="313464" y="36660"/>
                </a:lnTo>
                <a:lnTo>
                  <a:pt x="313013" y="36957"/>
                </a:lnTo>
                <a:lnTo>
                  <a:pt x="312568" y="37261"/>
                </a:lnTo>
                <a:lnTo>
                  <a:pt x="312128" y="37574"/>
                </a:lnTo>
                <a:lnTo>
                  <a:pt x="311694" y="37895"/>
                </a:lnTo>
                <a:lnTo>
                  <a:pt x="311266" y="38224"/>
                </a:lnTo>
                <a:lnTo>
                  <a:pt x="310844" y="38561"/>
                </a:lnTo>
                <a:lnTo>
                  <a:pt x="310428" y="38906"/>
                </a:lnTo>
                <a:lnTo>
                  <a:pt x="310017" y="39260"/>
                </a:lnTo>
                <a:lnTo>
                  <a:pt x="309612" y="39621"/>
                </a:lnTo>
                <a:lnTo>
                  <a:pt x="309213" y="39990"/>
                </a:lnTo>
                <a:lnTo>
                  <a:pt x="308819" y="40368"/>
                </a:lnTo>
                <a:lnTo>
                  <a:pt x="308431" y="40753"/>
                </a:lnTo>
                <a:lnTo>
                  <a:pt x="308050" y="41146"/>
                </a:lnTo>
                <a:lnTo>
                  <a:pt x="307673" y="41548"/>
                </a:lnTo>
                <a:lnTo>
                  <a:pt x="307303" y="41958"/>
                </a:lnTo>
                <a:lnTo>
                  <a:pt x="306938" y="42375"/>
                </a:lnTo>
                <a:lnTo>
                  <a:pt x="306579" y="42801"/>
                </a:lnTo>
                <a:lnTo>
                  <a:pt x="306226" y="43234"/>
                </a:lnTo>
                <a:lnTo>
                  <a:pt x="306125" y="43363"/>
                </a:lnTo>
                <a:lnTo>
                  <a:pt x="305695" y="33445"/>
                </a:lnTo>
                <a:lnTo>
                  <a:pt x="292803" y="33445"/>
                </a:lnTo>
                <a:lnTo>
                  <a:pt x="292803" y="113154"/>
                </a:lnTo>
                <a:lnTo>
                  <a:pt x="306432" y="113154"/>
                </a:lnTo>
                <a:lnTo>
                  <a:pt x="306432" y="56296"/>
                </a:lnTo>
                <a:lnTo>
                  <a:pt x="306460" y="56240"/>
                </a:lnTo>
                <a:lnTo>
                  <a:pt x="306646" y="55877"/>
                </a:lnTo>
                <a:lnTo>
                  <a:pt x="306837" y="55518"/>
                </a:lnTo>
                <a:close/>
                <a:moveTo>
                  <a:pt x="86132" y="51211"/>
                </a:moveTo>
                <a:lnTo>
                  <a:pt x="86074" y="50253"/>
                </a:lnTo>
                <a:lnTo>
                  <a:pt x="86005" y="49303"/>
                </a:lnTo>
                <a:lnTo>
                  <a:pt x="85925" y="48363"/>
                </a:lnTo>
                <a:lnTo>
                  <a:pt x="85835" y="47431"/>
                </a:lnTo>
                <a:lnTo>
                  <a:pt x="85734" y="46508"/>
                </a:lnTo>
                <a:lnTo>
                  <a:pt x="85623" y="45594"/>
                </a:lnTo>
                <a:lnTo>
                  <a:pt x="85501" y="44689"/>
                </a:lnTo>
                <a:lnTo>
                  <a:pt x="85368" y="43792"/>
                </a:lnTo>
                <a:lnTo>
                  <a:pt x="85225" y="42905"/>
                </a:lnTo>
                <a:lnTo>
                  <a:pt x="85071" y="42026"/>
                </a:lnTo>
                <a:lnTo>
                  <a:pt x="84906" y="41156"/>
                </a:lnTo>
                <a:lnTo>
                  <a:pt x="84731" y="40294"/>
                </a:lnTo>
                <a:lnTo>
                  <a:pt x="84545" y="39442"/>
                </a:lnTo>
                <a:lnTo>
                  <a:pt x="84349" y="38599"/>
                </a:lnTo>
                <a:lnTo>
                  <a:pt x="84142" y="37764"/>
                </a:lnTo>
                <a:lnTo>
                  <a:pt x="83924" y="36938"/>
                </a:lnTo>
                <a:lnTo>
                  <a:pt x="83696" y="36121"/>
                </a:lnTo>
                <a:lnTo>
                  <a:pt x="83457" y="35313"/>
                </a:lnTo>
                <a:lnTo>
                  <a:pt x="83208" y="34513"/>
                </a:lnTo>
                <a:lnTo>
                  <a:pt x="82948" y="33723"/>
                </a:lnTo>
                <a:lnTo>
                  <a:pt x="82680" y="32943"/>
                </a:lnTo>
                <a:lnTo>
                  <a:pt x="82402" y="32172"/>
                </a:lnTo>
                <a:lnTo>
                  <a:pt x="82115" y="31411"/>
                </a:lnTo>
                <a:lnTo>
                  <a:pt x="81819" y="30660"/>
                </a:lnTo>
                <a:lnTo>
                  <a:pt x="81513" y="29918"/>
                </a:lnTo>
                <a:lnTo>
                  <a:pt x="81199" y="29186"/>
                </a:lnTo>
                <a:lnTo>
                  <a:pt x="80875" y="28464"/>
                </a:lnTo>
                <a:lnTo>
                  <a:pt x="80542" y="27752"/>
                </a:lnTo>
                <a:lnTo>
                  <a:pt x="80200" y="27049"/>
                </a:lnTo>
                <a:lnTo>
                  <a:pt x="79848" y="26356"/>
                </a:lnTo>
                <a:lnTo>
                  <a:pt x="79487" y="25673"/>
                </a:lnTo>
                <a:lnTo>
                  <a:pt x="79118" y="25000"/>
                </a:lnTo>
                <a:lnTo>
                  <a:pt x="78738" y="24336"/>
                </a:lnTo>
                <a:lnTo>
                  <a:pt x="78350" y="23682"/>
                </a:lnTo>
                <a:lnTo>
                  <a:pt x="77953" y="23038"/>
                </a:lnTo>
                <a:lnTo>
                  <a:pt x="77546" y="22403"/>
                </a:lnTo>
                <a:lnTo>
                  <a:pt x="77130" y="21778"/>
                </a:lnTo>
                <a:lnTo>
                  <a:pt x="76705" y="21163"/>
                </a:lnTo>
                <a:lnTo>
                  <a:pt x="76271" y="20557"/>
                </a:lnTo>
                <a:lnTo>
                  <a:pt x="75827" y="19962"/>
                </a:lnTo>
                <a:lnTo>
                  <a:pt x="75374" y="19376"/>
                </a:lnTo>
                <a:lnTo>
                  <a:pt x="74912" y="18799"/>
                </a:lnTo>
                <a:lnTo>
                  <a:pt x="74441" y="18233"/>
                </a:lnTo>
                <a:lnTo>
                  <a:pt x="73962" y="17677"/>
                </a:lnTo>
                <a:lnTo>
                  <a:pt x="73474" y="17132"/>
                </a:lnTo>
                <a:lnTo>
                  <a:pt x="72979" y="16598"/>
                </a:lnTo>
                <a:lnTo>
                  <a:pt x="72477" y="16075"/>
                </a:lnTo>
                <a:lnTo>
                  <a:pt x="71966" y="15563"/>
                </a:lnTo>
                <a:lnTo>
                  <a:pt x="71448" y="15063"/>
                </a:lnTo>
                <a:lnTo>
                  <a:pt x="70923" y="14573"/>
                </a:lnTo>
                <a:lnTo>
                  <a:pt x="70389" y="14095"/>
                </a:lnTo>
                <a:lnTo>
                  <a:pt x="69848" y="13628"/>
                </a:lnTo>
                <a:lnTo>
                  <a:pt x="69300" y="13172"/>
                </a:lnTo>
                <a:lnTo>
                  <a:pt x="68743" y="12727"/>
                </a:lnTo>
                <a:lnTo>
                  <a:pt x="68179" y="12293"/>
                </a:lnTo>
                <a:lnTo>
                  <a:pt x="67608" y="11871"/>
                </a:lnTo>
                <a:lnTo>
                  <a:pt x="67028" y="11459"/>
                </a:lnTo>
                <a:lnTo>
                  <a:pt x="66441" y="11059"/>
                </a:lnTo>
                <a:lnTo>
                  <a:pt x="65847" y="10670"/>
                </a:lnTo>
                <a:lnTo>
                  <a:pt x="65244" y="10291"/>
                </a:lnTo>
                <a:lnTo>
                  <a:pt x="64634" y="9924"/>
                </a:lnTo>
                <a:lnTo>
                  <a:pt x="64016" y="9569"/>
                </a:lnTo>
                <a:lnTo>
                  <a:pt x="63391" y="9224"/>
                </a:lnTo>
                <a:lnTo>
                  <a:pt x="62758" y="8890"/>
                </a:lnTo>
                <a:lnTo>
                  <a:pt x="62117" y="8568"/>
                </a:lnTo>
                <a:lnTo>
                  <a:pt x="61469" y="8256"/>
                </a:lnTo>
                <a:lnTo>
                  <a:pt x="60813" y="7956"/>
                </a:lnTo>
                <a:lnTo>
                  <a:pt x="60149" y="7668"/>
                </a:lnTo>
                <a:lnTo>
                  <a:pt x="59480" y="7391"/>
                </a:lnTo>
                <a:lnTo>
                  <a:pt x="58803" y="7127"/>
                </a:lnTo>
                <a:lnTo>
                  <a:pt x="58121" y="6876"/>
                </a:lnTo>
                <a:lnTo>
                  <a:pt x="57431" y="6636"/>
                </a:lnTo>
                <a:lnTo>
                  <a:pt x="56736" y="6409"/>
                </a:lnTo>
                <a:lnTo>
                  <a:pt x="56033" y="6194"/>
                </a:lnTo>
                <a:lnTo>
                  <a:pt x="55324" y="5992"/>
                </a:lnTo>
                <a:lnTo>
                  <a:pt x="54609" y="5801"/>
                </a:lnTo>
                <a:lnTo>
                  <a:pt x="53887" y="5623"/>
                </a:lnTo>
                <a:lnTo>
                  <a:pt x="53159" y="5458"/>
                </a:lnTo>
                <a:lnTo>
                  <a:pt x="52424" y="5304"/>
                </a:lnTo>
                <a:lnTo>
                  <a:pt x="51682" y="5163"/>
                </a:lnTo>
                <a:lnTo>
                  <a:pt x="50934" y="5034"/>
                </a:lnTo>
                <a:lnTo>
                  <a:pt x="50180" y="4917"/>
                </a:lnTo>
                <a:lnTo>
                  <a:pt x="49419" y="4813"/>
                </a:lnTo>
                <a:lnTo>
                  <a:pt x="48651" y="4721"/>
                </a:lnTo>
                <a:lnTo>
                  <a:pt x="47877" y="4641"/>
                </a:lnTo>
                <a:lnTo>
                  <a:pt x="47096" y="4574"/>
                </a:lnTo>
                <a:lnTo>
                  <a:pt x="46309" y="4518"/>
                </a:lnTo>
                <a:lnTo>
                  <a:pt x="45516" y="4475"/>
                </a:lnTo>
                <a:lnTo>
                  <a:pt x="44716" y="4445"/>
                </a:lnTo>
                <a:lnTo>
                  <a:pt x="43909" y="4426"/>
                </a:lnTo>
                <a:lnTo>
                  <a:pt x="43096" y="4420"/>
                </a:lnTo>
                <a:lnTo>
                  <a:pt x="42306" y="4426"/>
                </a:lnTo>
                <a:lnTo>
                  <a:pt x="41523" y="4445"/>
                </a:lnTo>
                <a:lnTo>
                  <a:pt x="40745" y="4475"/>
                </a:lnTo>
                <a:lnTo>
                  <a:pt x="39972" y="4518"/>
                </a:lnTo>
                <a:lnTo>
                  <a:pt x="39205" y="4574"/>
                </a:lnTo>
                <a:lnTo>
                  <a:pt x="38443" y="4641"/>
                </a:lnTo>
                <a:lnTo>
                  <a:pt x="37687" y="4721"/>
                </a:lnTo>
                <a:lnTo>
                  <a:pt x="36936" y="4813"/>
                </a:lnTo>
                <a:lnTo>
                  <a:pt x="36191" y="4917"/>
                </a:lnTo>
                <a:lnTo>
                  <a:pt x="35451" y="5034"/>
                </a:lnTo>
                <a:lnTo>
                  <a:pt x="34717" y="5163"/>
                </a:lnTo>
                <a:lnTo>
                  <a:pt x="33988" y="5304"/>
                </a:lnTo>
                <a:lnTo>
                  <a:pt x="33265" y="5458"/>
                </a:lnTo>
                <a:lnTo>
                  <a:pt x="32548" y="5623"/>
                </a:lnTo>
                <a:lnTo>
                  <a:pt x="31835" y="5801"/>
                </a:lnTo>
                <a:lnTo>
                  <a:pt x="31129" y="5992"/>
                </a:lnTo>
                <a:lnTo>
                  <a:pt x="30427" y="6194"/>
                </a:lnTo>
                <a:lnTo>
                  <a:pt x="29732" y="6409"/>
                </a:lnTo>
                <a:lnTo>
                  <a:pt x="29042" y="6636"/>
                </a:lnTo>
                <a:lnTo>
                  <a:pt x="28357" y="6876"/>
                </a:lnTo>
                <a:lnTo>
                  <a:pt x="27678" y="7127"/>
                </a:lnTo>
                <a:lnTo>
                  <a:pt x="27004" y="7391"/>
                </a:lnTo>
                <a:lnTo>
                  <a:pt x="26336" y="7668"/>
                </a:lnTo>
                <a:lnTo>
                  <a:pt x="25673" y="7956"/>
                </a:lnTo>
                <a:lnTo>
                  <a:pt x="25017" y="8256"/>
                </a:lnTo>
                <a:lnTo>
                  <a:pt x="24368" y="8568"/>
                </a:lnTo>
                <a:lnTo>
                  <a:pt x="23727" y="8890"/>
                </a:lnTo>
                <a:lnTo>
                  <a:pt x="23094" y="9224"/>
                </a:lnTo>
                <a:lnTo>
                  <a:pt x="22468" y="9569"/>
                </a:lnTo>
                <a:lnTo>
                  <a:pt x="21849" y="9924"/>
                </a:lnTo>
                <a:lnTo>
                  <a:pt x="21238" y="10291"/>
                </a:lnTo>
                <a:lnTo>
                  <a:pt x="20635" y="10670"/>
                </a:lnTo>
                <a:lnTo>
                  <a:pt x="20039" y="11059"/>
                </a:lnTo>
                <a:lnTo>
                  <a:pt x="19451" y="11459"/>
                </a:lnTo>
                <a:lnTo>
                  <a:pt x="18870" y="11871"/>
                </a:lnTo>
                <a:lnTo>
                  <a:pt x="18297" y="12293"/>
                </a:lnTo>
                <a:lnTo>
                  <a:pt x="17732" y="12727"/>
                </a:lnTo>
                <a:lnTo>
                  <a:pt x="17174" y="13172"/>
                </a:lnTo>
                <a:lnTo>
                  <a:pt x="16623" y="13628"/>
                </a:lnTo>
                <a:lnTo>
                  <a:pt x="16080" y="14095"/>
                </a:lnTo>
                <a:lnTo>
                  <a:pt x="15545" y="14573"/>
                </a:lnTo>
                <a:lnTo>
                  <a:pt x="15017" y="15063"/>
                </a:lnTo>
                <a:lnTo>
                  <a:pt x="14496" y="15563"/>
                </a:lnTo>
                <a:lnTo>
                  <a:pt x="13984" y="16075"/>
                </a:lnTo>
                <a:lnTo>
                  <a:pt x="13478" y="16598"/>
                </a:lnTo>
                <a:lnTo>
                  <a:pt x="12981" y="17132"/>
                </a:lnTo>
                <a:lnTo>
                  <a:pt x="12490" y="17677"/>
                </a:lnTo>
                <a:lnTo>
                  <a:pt x="12008" y="18233"/>
                </a:lnTo>
                <a:lnTo>
                  <a:pt x="11534" y="18799"/>
                </a:lnTo>
                <a:lnTo>
                  <a:pt x="11068" y="19376"/>
                </a:lnTo>
                <a:lnTo>
                  <a:pt x="10612" y="19962"/>
                </a:lnTo>
                <a:lnTo>
                  <a:pt x="10165" y="20557"/>
                </a:lnTo>
                <a:lnTo>
                  <a:pt x="9727" y="21163"/>
                </a:lnTo>
                <a:lnTo>
                  <a:pt x="9298" y="21778"/>
                </a:lnTo>
                <a:lnTo>
                  <a:pt x="8878" y="22403"/>
                </a:lnTo>
                <a:lnTo>
                  <a:pt x="8468" y="23038"/>
                </a:lnTo>
                <a:lnTo>
                  <a:pt x="8066" y="23682"/>
                </a:lnTo>
                <a:lnTo>
                  <a:pt x="7673" y="24336"/>
                </a:lnTo>
                <a:lnTo>
                  <a:pt x="7290" y="25000"/>
                </a:lnTo>
                <a:lnTo>
                  <a:pt x="6916" y="25673"/>
                </a:lnTo>
                <a:lnTo>
                  <a:pt x="6550" y="26356"/>
                </a:lnTo>
                <a:lnTo>
                  <a:pt x="6194" y="27049"/>
                </a:lnTo>
                <a:lnTo>
                  <a:pt x="5847" y="27752"/>
                </a:lnTo>
                <a:lnTo>
                  <a:pt x="5509" y="28464"/>
                </a:lnTo>
                <a:lnTo>
                  <a:pt x="5180" y="29186"/>
                </a:lnTo>
                <a:lnTo>
                  <a:pt x="4860" y="29918"/>
                </a:lnTo>
                <a:lnTo>
                  <a:pt x="4549" y="30660"/>
                </a:lnTo>
                <a:lnTo>
                  <a:pt x="4247" y="31411"/>
                </a:lnTo>
                <a:lnTo>
                  <a:pt x="3954" y="32172"/>
                </a:lnTo>
                <a:lnTo>
                  <a:pt x="3671" y="32943"/>
                </a:lnTo>
                <a:lnTo>
                  <a:pt x="3396" y="33723"/>
                </a:lnTo>
                <a:lnTo>
                  <a:pt x="3131" y="34513"/>
                </a:lnTo>
                <a:lnTo>
                  <a:pt x="2875" y="35313"/>
                </a:lnTo>
                <a:lnTo>
                  <a:pt x="2631" y="36121"/>
                </a:lnTo>
                <a:lnTo>
                  <a:pt x="2397" y="36938"/>
                </a:lnTo>
                <a:lnTo>
                  <a:pt x="2174" y="37764"/>
                </a:lnTo>
                <a:lnTo>
                  <a:pt x="1962" y="38599"/>
                </a:lnTo>
                <a:lnTo>
                  <a:pt x="1761" y="39442"/>
                </a:lnTo>
                <a:lnTo>
                  <a:pt x="1571" y="40294"/>
                </a:lnTo>
                <a:lnTo>
                  <a:pt x="1392" y="41156"/>
                </a:lnTo>
                <a:lnTo>
                  <a:pt x="1223" y="42026"/>
                </a:lnTo>
                <a:lnTo>
                  <a:pt x="1065" y="42905"/>
                </a:lnTo>
                <a:lnTo>
                  <a:pt x="919" y="43792"/>
                </a:lnTo>
                <a:lnTo>
                  <a:pt x="783" y="44689"/>
                </a:lnTo>
                <a:lnTo>
                  <a:pt x="658" y="45594"/>
                </a:lnTo>
                <a:lnTo>
                  <a:pt x="544" y="46508"/>
                </a:lnTo>
                <a:lnTo>
                  <a:pt x="440" y="47431"/>
                </a:lnTo>
                <a:lnTo>
                  <a:pt x="348" y="48363"/>
                </a:lnTo>
                <a:lnTo>
                  <a:pt x="266" y="49303"/>
                </a:lnTo>
                <a:lnTo>
                  <a:pt x="196" y="50253"/>
                </a:lnTo>
                <a:lnTo>
                  <a:pt x="136" y="51211"/>
                </a:lnTo>
                <a:lnTo>
                  <a:pt x="87" y="52178"/>
                </a:lnTo>
                <a:lnTo>
                  <a:pt x="49" y="53154"/>
                </a:lnTo>
                <a:lnTo>
                  <a:pt x="22" y="54139"/>
                </a:lnTo>
                <a:lnTo>
                  <a:pt x="5" y="55132"/>
                </a:lnTo>
                <a:lnTo>
                  <a:pt x="0" y="56135"/>
                </a:lnTo>
                <a:lnTo>
                  <a:pt x="0" y="62912"/>
                </a:lnTo>
                <a:lnTo>
                  <a:pt x="5" y="63915"/>
                </a:lnTo>
                <a:lnTo>
                  <a:pt x="22" y="64908"/>
                </a:lnTo>
                <a:lnTo>
                  <a:pt x="49" y="65893"/>
                </a:lnTo>
                <a:lnTo>
                  <a:pt x="88" y="66870"/>
                </a:lnTo>
                <a:lnTo>
                  <a:pt x="137" y="67837"/>
                </a:lnTo>
                <a:lnTo>
                  <a:pt x="198" y="68796"/>
                </a:lnTo>
                <a:lnTo>
                  <a:pt x="269" y="69747"/>
                </a:lnTo>
                <a:lnTo>
                  <a:pt x="352" y="70688"/>
                </a:lnTo>
                <a:lnTo>
                  <a:pt x="445" y="71621"/>
                </a:lnTo>
                <a:lnTo>
                  <a:pt x="550" y="72545"/>
                </a:lnTo>
                <a:lnTo>
                  <a:pt x="665" y="73461"/>
                </a:lnTo>
                <a:lnTo>
                  <a:pt x="792" y="74368"/>
                </a:lnTo>
                <a:lnTo>
                  <a:pt x="929" y="75266"/>
                </a:lnTo>
                <a:lnTo>
                  <a:pt x="1078" y="76155"/>
                </a:lnTo>
                <a:lnTo>
                  <a:pt x="1237" y="77036"/>
                </a:lnTo>
                <a:lnTo>
                  <a:pt x="1408" y="77908"/>
                </a:lnTo>
                <a:lnTo>
                  <a:pt x="1589" y="78771"/>
                </a:lnTo>
                <a:lnTo>
                  <a:pt x="1782" y="79626"/>
                </a:lnTo>
                <a:lnTo>
                  <a:pt x="1985" y="80471"/>
                </a:lnTo>
                <a:lnTo>
                  <a:pt x="2200" y="81309"/>
                </a:lnTo>
                <a:lnTo>
                  <a:pt x="2425" y="82137"/>
                </a:lnTo>
                <a:lnTo>
                  <a:pt x="2662" y="82957"/>
                </a:lnTo>
                <a:lnTo>
                  <a:pt x="2909" y="83768"/>
                </a:lnTo>
                <a:lnTo>
                  <a:pt x="3168" y="84570"/>
                </a:lnTo>
                <a:lnTo>
                  <a:pt x="3436" y="85364"/>
                </a:lnTo>
                <a:lnTo>
                  <a:pt x="3714" y="86147"/>
                </a:lnTo>
                <a:lnTo>
                  <a:pt x="4000" y="86920"/>
                </a:lnTo>
                <a:lnTo>
                  <a:pt x="4296" y="87683"/>
                </a:lnTo>
                <a:lnTo>
                  <a:pt x="4601" y="88436"/>
                </a:lnTo>
                <a:lnTo>
                  <a:pt x="4915" y="89179"/>
                </a:lnTo>
                <a:lnTo>
                  <a:pt x="5238" y="89913"/>
                </a:lnTo>
                <a:lnTo>
                  <a:pt x="5570" y="90636"/>
                </a:lnTo>
                <a:lnTo>
                  <a:pt x="5911" y="91349"/>
                </a:lnTo>
                <a:lnTo>
                  <a:pt x="6261" y="92052"/>
                </a:lnTo>
                <a:lnTo>
                  <a:pt x="6621" y="92746"/>
                </a:lnTo>
                <a:lnTo>
                  <a:pt x="6989" y="93429"/>
                </a:lnTo>
                <a:lnTo>
                  <a:pt x="7367" y="94102"/>
                </a:lnTo>
                <a:lnTo>
                  <a:pt x="7753" y="94766"/>
                </a:lnTo>
                <a:lnTo>
                  <a:pt x="8149" y="95419"/>
                </a:lnTo>
                <a:lnTo>
                  <a:pt x="8554" y="96063"/>
                </a:lnTo>
                <a:lnTo>
                  <a:pt x="8967" y="96696"/>
                </a:lnTo>
                <a:lnTo>
                  <a:pt x="9390" y="97320"/>
                </a:lnTo>
                <a:lnTo>
                  <a:pt x="9822" y="97933"/>
                </a:lnTo>
                <a:lnTo>
                  <a:pt x="10263" y="98537"/>
                </a:lnTo>
                <a:lnTo>
                  <a:pt x="10713" y="99130"/>
                </a:lnTo>
                <a:lnTo>
                  <a:pt x="11173" y="99714"/>
                </a:lnTo>
                <a:lnTo>
                  <a:pt x="11641" y="100287"/>
                </a:lnTo>
                <a:lnTo>
                  <a:pt x="12118" y="100851"/>
                </a:lnTo>
                <a:lnTo>
                  <a:pt x="12604" y="101404"/>
                </a:lnTo>
                <a:lnTo>
                  <a:pt x="13097" y="101946"/>
                </a:lnTo>
                <a:lnTo>
                  <a:pt x="13597" y="102477"/>
                </a:lnTo>
                <a:lnTo>
                  <a:pt x="14105" y="102998"/>
                </a:lnTo>
                <a:lnTo>
                  <a:pt x="14621" y="103507"/>
                </a:lnTo>
                <a:lnTo>
                  <a:pt x="15143" y="104005"/>
                </a:lnTo>
                <a:lnTo>
                  <a:pt x="15673" y="104492"/>
                </a:lnTo>
                <a:lnTo>
                  <a:pt x="16211" y="104968"/>
                </a:lnTo>
                <a:lnTo>
                  <a:pt x="16756" y="105433"/>
                </a:lnTo>
                <a:lnTo>
                  <a:pt x="17308" y="105888"/>
                </a:lnTo>
                <a:lnTo>
                  <a:pt x="17868" y="106331"/>
                </a:lnTo>
                <a:lnTo>
                  <a:pt x="18435" y="106763"/>
                </a:lnTo>
                <a:lnTo>
                  <a:pt x="19010" y="107184"/>
                </a:lnTo>
                <a:lnTo>
                  <a:pt x="19592" y="107594"/>
                </a:lnTo>
                <a:lnTo>
                  <a:pt x="20181" y="107993"/>
                </a:lnTo>
                <a:lnTo>
                  <a:pt x="20778" y="108382"/>
                </a:lnTo>
                <a:lnTo>
                  <a:pt x="21383" y="108759"/>
                </a:lnTo>
                <a:lnTo>
                  <a:pt x="21994" y="109125"/>
                </a:lnTo>
                <a:lnTo>
                  <a:pt x="22614" y="109480"/>
                </a:lnTo>
                <a:lnTo>
                  <a:pt x="23240" y="109824"/>
                </a:lnTo>
                <a:lnTo>
                  <a:pt x="23874" y="110157"/>
                </a:lnTo>
                <a:lnTo>
                  <a:pt x="24515" y="110479"/>
                </a:lnTo>
                <a:lnTo>
                  <a:pt x="25164" y="110791"/>
                </a:lnTo>
                <a:lnTo>
                  <a:pt x="25821" y="111091"/>
                </a:lnTo>
                <a:lnTo>
                  <a:pt x="26483" y="111379"/>
                </a:lnTo>
                <a:lnTo>
                  <a:pt x="27151" y="111656"/>
                </a:lnTo>
                <a:lnTo>
                  <a:pt x="27825" y="111920"/>
                </a:lnTo>
                <a:lnTo>
                  <a:pt x="28504" y="112171"/>
                </a:lnTo>
                <a:lnTo>
                  <a:pt x="29189" y="112411"/>
                </a:lnTo>
                <a:lnTo>
                  <a:pt x="29879" y="112638"/>
                </a:lnTo>
                <a:lnTo>
                  <a:pt x="30575" y="112853"/>
                </a:lnTo>
                <a:lnTo>
                  <a:pt x="31276" y="113055"/>
                </a:lnTo>
                <a:lnTo>
                  <a:pt x="31983" y="113246"/>
                </a:lnTo>
                <a:lnTo>
                  <a:pt x="32695" y="113424"/>
                </a:lnTo>
                <a:lnTo>
                  <a:pt x="33413" y="113589"/>
                </a:lnTo>
                <a:lnTo>
                  <a:pt x="34136" y="113743"/>
                </a:lnTo>
                <a:lnTo>
                  <a:pt x="34864" y="113884"/>
                </a:lnTo>
                <a:lnTo>
                  <a:pt x="35599" y="114013"/>
                </a:lnTo>
                <a:lnTo>
                  <a:pt x="36338" y="114130"/>
                </a:lnTo>
                <a:lnTo>
                  <a:pt x="37083" y="114234"/>
                </a:lnTo>
                <a:lnTo>
                  <a:pt x="37834" y="114326"/>
                </a:lnTo>
                <a:lnTo>
                  <a:pt x="38590" y="114406"/>
                </a:lnTo>
                <a:lnTo>
                  <a:pt x="39352" y="114473"/>
                </a:lnTo>
                <a:lnTo>
                  <a:pt x="40119" y="114529"/>
                </a:lnTo>
                <a:lnTo>
                  <a:pt x="40892" y="114572"/>
                </a:lnTo>
                <a:lnTo>
                  <a:pt x="41670" y="114602"/>
                </a:lnTo>
                <a:lnTo>
                  <a:pt x="42454" y="114621"/>
                </a:lnTo>
                <a:lnTo>
                  <a:pt x="43243" y="114627"/>
                </a:lnTo>
                <a:lnTo>
                  <a:pt x="44056" y="114621"/>
                </a:lnTo>
                <a:lnTo>
                  <a:pt x="44863" y="114602"/>
                </a:lnTo>
                <a:lnTo>
                  <a:pt x="45663" y="114572"/>
                </a:lnTo>
                <a:lnTo>
                  <a:pt x="46457" y="114529"/>
                </a:lnTo>
                <a:lnTo>
                  <a:pt x="47244" y="114473"/>
                </a:lnTo>
                <a:lnTo>
                  <a:pt x="48024" y="114406"/>
                </a:lnTo>
                <a:lnTo>
                  <a:pt x="48798" y="114326"/>
                </a:lnTo>
                <a:lnTo>
                  <a:pt x="49566" y="114234"/>
                </a:lnTo>
                <a:lnTo>
                  <a:pt x="50327" y="114130"/>
                </a:lnTo>
                <a:lnTo>
                  <a:pt x="51082" y="114013"/>
                </a:lnTo>
                <a:lnTo>
                  <a:pt x="51830" y="113884"/>
                </a:lnTo>
                <a:lnTo>
                  <a:pt x="52571" y="113743"/>
                </a:lnTo>
                <a:lnTo>
                  <a:pt x="53306" y="113589"/>
                </a:lnTo>
                <a:lnTo>
                  <a:pt x="54034" y="113424"/>
                </a:lnTo>
                <a:lnTo>
                  <a:pt x="54756" y="113246"/>
                </a:lnTo>
                <a:lnTo>
                  <a:pt x="55472" y="113055"/>
                </a:lnTo>
                <a:lnTo>
                  <a:pt x="56181" y="112853"/>
                </a:lnTo>
                <a:lnTo>
                  <a:pt x="56883" y="112638"/>
                </a:lnTo>
                <a:lnTo>
                  <a:pt x="57579" y="112411"/>
                </a:lnTo>
                <a:lnTo>
                  <a:pt x="58268" y="112171"/>
                </a:lnTo>
                <a:lnTo>
                  <a:pt x="58951" y="111920"/>
                </a:lnTo>
                <a:lnTo>
                  <a:pt x="59627" y="111656"/>
                </a:lnTo>
                <a:lnTo>
                  <a:pt x="60297" y="111379"/>
                </a:lnTo>
                <a:lnTo>
                  <a:pt x="60960" y="111091"/>
                </a:lnTo>
                <a:lnTo>
                  <a:pt x="61616" y="110791"/>
                </a:lnTo>
                <a:lnTo>
                  <a:pt x="62264" y="110479"/>
                </a:lnTo>
                <a:lnTo>
                  <a:pt x="62905" y="110157"/>
                </a:lnTo>
                <a:lnTo>
                  <a:pt x="63537" y="109824"/>
                </a:lnTo>
                <a:lnTo>
                  <a:pt x="64162" y="109480"/>
                </a:lnTo>
                <a:lnTo>
                  <a:pt x="64779" y="109125"/>
                </a:lnTo>
                <a:lnTo>
                  <a:pt x="65388" y="108759"/>
                </a:lnTo>
                <a:lnTo>
                  <a:pt x="65990" y="108382"/>
                </a:lnTo>
                <a:lnTo>
                  <a:pt x="66583" y="107993"/>
                </a:lnTo>
                <a:lnTo>
                  <a:pt x="67169" y="107594"/>
                </a:lnTo>
                <a:lnTo>
                  <a:pt x="67747" y="107184"/>
                </a:lnTo>
                <a:lnTo>
                  <a:pt x="68318" y="106763"/>
                </a:lnTo>
                <a:lnTo>
                  <a:pt x="68880" y="106331"/>
                </a:lnTo>
                <a:lnTo>
                  <a:pt x="69435" y="105888"/>
                </a:lnTo>
                <a:lnTo>
                  <a:pt x="69981" y="105433"/>
                </a:lnTo>
                <a:lnTo>
                  <a:pt x="70520" y="104968"/>
                </a:lnTo>
                <a:lnTo>
                  <a:pt x="71052" y="104492"/>
                </a:lnTo>
                <a:lnTo>
                  <a:pt x="71575" y="104005"/>
                </a:lnTo>
                <a:lnTo>
                  <a:pt x="72091" y="103507"/>
                </a:lnTo>
                <a:lnTo>
                  <a:pt x="72598" y="102998"/>
                </a:lnTo>
                <a:lnTo>
                  <a:pt x="73098" y="102477"/>
                </a:lnTo>
                <a:lnTo>
                  <a:pt x="73591" y="101946"/>
                </a:lnTo>
                <a:lnTo>
                  <a:pt x="74075" y="101404"/>
                </a:lnTo>
                <a:lnTo>
                  <a:pt x="74552" y="100851"/>
                </a:lnTo>
                <a:lnTo>
                  <a:pt x="75020" y="100287"/>
                </a:lnTo>
                <a:lnTo>
                  <a:pt x="75479" y="99714"/>
                </a:lnTo>
                <a:lnTo>
                  <a:pt x="75928" y="99130"/>
                </a:lnTo>
                <a:lnTo>
                  <a:pt x="76369" y="98537"/>
                </a:lnTo>
                <a:lnTo>
                  <a:pt x="76800" y="97933"/>
                </a:lnTo>
                <a:lnTo>
                  <a:pt x="77222" y="97320"/>
                </a:lnTo>
                <a:lnTo>
                  <a:pt x="77635" y="96696"/>
                </a:lnTo>
                <a:lnTo>
                  <a:pt x="78039" y="96063"/>
                </a:lnTo>
                <a:lnTo>
                  <a:pt x="78433" y="95419"/>
                </a:lnTo>
                <a:lnTo>
                  <a:pt x="78818" y="94766"/>
                </a:lnTo>
                <a:lnTo>
                  <a:pt x="79194" y="94102"/>
                </a:lnTo>
                <a:lnTo>
                  <a:pt x="79561" y="93429"/>
                </a:lnTo>
                <a:lnTo>
                  <a:pt x="79919" y="92746"/>
                </a:lnTo>
                <a:lnTo>
                  <a:pt x="80267" y="92052"/>
                </a:lnTo>
                <a:lnTo>
                  <a:pt x="80606" y="91349"/>
                </a:lnTo>
                <a:lnTo>
                  <a:pt x="80936" y="90636"/>
                </a:lnTo>
                <a:lnTo>
                  <a:pt x="81257" y="89913"/>
                </a:lnTo>
                <a:lnTo>
                  <a:pt x="81569" y="89179"/>
                </a:lnTo>
                <a:lnTo>
                  <a:pt x="81871" y="88436"/>
                </a:lnTo>
                <a:lnTo>
                  <a:pt x="82164" y="87683"/>
                </a:lnTo>
                <a:lnTo>
                  <a:pt x="82448" y="86920"/>
                </a:lnTo>
                <a:lnTo>
                  <a:pt x="82723" y="86147"/>
                </a:lnTo>
                <a:lnTo>
                  <a:pt x="82988" y="85364"/>
                </a:lnTo>
                <a:lnTo>
                  <a:pt x="83244" y="84570"/>
                </a:lnTo>
                <a:lnTo>
                  <a:pt x="83491" y="83768"/>
                </a:lnTo>
                <a:lnTo>
                  <a:pt x="83727" y="82957"/>
                </a:lnTo>
                <a:lnTo>
                  <a:pt x="83952" y="82137"/>
                </a:lnTo>
                <a:lnTo>
                  <a:pt x="84167" y="81309"/>
                </a:lnTo>
                <a:lnTo>
                  <a:pt x="84372" y="80471"/>
                </a:lnTo>
                <a:lnTo>
                  <a:pt x="84566" y="79626"/>
                </a:lnTo>
                <a:lnTo>
                  <a:pt x="84749" y="78771"/>
                </a:lnTo>
                <a:lnTo>
                  <a:pt x="84922" y="77908"/>
                </a:lnTo>
                <a:lnTo>
                  <a:pt x="85085" y="77036"/>
                </a:lnTo>
                <a:lnTo>
                  <a:pt x="85237" y="76155"/>
                </a:lnTo>
                <a:lnTo>
                  <a:pt x="85379" y="75266"/>
                </a:lnTo>
                <a:lnTo>
                  <a:pt x="85510" y="74368"/>
                </a:lnTo>
                <a:lnTo>
                  <a:pt x="85630" y="73461"/>
                </a:lnTo>
                <a:lnTo>
                  <a:pt x="85740" y="72545"/>
                </a:lnTo>
                <a:lnTo>
                  <a:pt x="85840" y="71621"/>
                </a:lnTo>
                <a:lnTo>
                  <a:pt x="85929" y="70688"/>
                </a:lnTo>
                <a:lnTo>
                  <a:pt x="86008" y="69747"/>
                </a:lnTo>
                <a:lnTo>
                  <a:pt x="86076" y="68796"/>
                </a:lnTo>
                <a:lnTo>
                  <a:pt x="86134" y="67837"/>
                </a:lnTo>
                <a:lnTo>
                  <a:pt x="86181" y="66870"/>
                </a:lnTo>
                <a:lnTo>
                  <a:pt x="86218" y="65893"/>
                </a:lnTo>
                <a:lnTo>
                  <a:pt x="86244" y="64908"/>
                </a:lnTo>
                <a:lnTo>
                  <a:pt x="86260" y="63915"/>
                </a:lnTo>
                <a:lnTo>
                  <a:pt x="86265" y="62912"/>
                </a:lnTo>
                <a:lnTo>
                  <a:pt x="86265" y="56135"/>
                </a:lnTo>
                <a:lnTo>
                  <a:pt x="86260" y="55132"/>
                </a:lnTo>
                <a:lnTo>
                  <a:pt x="86244" y="54139"/>
                </a:lnTo>
                <a:lnTo>
                  <a:pt x="86217" y="53154"/>
                </a:lnTo>
                <a:lnTo>
                  <a:pt x="86180" y="52178"/>
                </a:lnTo>
                <a:lnTo>
                  <a:pt x="86132" y="51211"/>
                </a:lnTo>
                <a:close/>
                <a:moveTo>
                  <a:pt x="72111" y="66836"/>
                </a:moveTo>
                <a:lnTo>
                  <a:pt x="72075" y="67597"/>
                </a:lnTo>
                <a:lnTo>
                  <a:pt x="72031" y="68350"/>
                </a:lnTo>
                <a:lnTo>
                  <a:pt x="71981" y="69096"/>
                </a:lnTo>
                <a:lnTo>
                  <a:pt x="71925" y="69834"/>
                </a:lnTo>
                <a:lnTo>
                  <a:pt x="71862" y="70564"/>
                </a:lnTo>
                <a:lnTo>
                  <a:pt x="71792" y="71286"/>
                </a:lnTo>
                <a:lnTo>
                  <a:pt x="71715" y="72001"/>
                </a:lnTo>
                <a:lnTo>
                  <a:pt x="71632" y="72708"/>
                </a:lnTo>
                <a:lnTo>
                  <a:pt x="71543" y="73406"/>
                </a:lnTo>
                <a:lnTo>
                  <a:pt x="71446" y="74098"/>
                </a:lnTo>
                <a:lnTo>
                  <a:pt x="71343" y="74781"/>
                </a:lnTo>
                <a:lnTo>
                  <a:pt x="71233" y="75456"/>
                </a:lnTo>
                <a:lnTo>
                  <a:pt x="71117" y="76124"/>
                </a:lnTo>
                <a:lnTo>
                  <a:pt x="70994" y="76784"/>
                </a:lnTo>
                <a:lnTo>
                  <a:pt x="70864" y="77436"/>
                </a:lnTo>
                <a:lnTo>
                  <a:pt x="70728" y="78080"/>
                </a:lnTo>
                <a:lnTo>
                  <a:pt x="70585" y="78717"/>
                </a:lnTo>
                <a:lnTo>
                  <a:pt x="70435" y="79345"/>
                </a:lnTo>
                <a:lnTo>
                  <a:pt x="70279" y="79966"/>
                </a:lnTo>
                <a:lnTo>
                  <a:pt x="70116" y="80579"/>
                </a:lnTo>
                <a:lnTo>
                  <a:pt x="69947" y="81184"/>
                </a:lnTo>
                <a:lnTo>
                  <a:pt x="69772" y="81780"/>
                </a:lnTo>
                <a:lnTo>
                  <a:pt x="69590" y="82369"/>
                </a:lnTo>
                <a:lnTo>
                  <a:pt x="69403" y="82949"/>
                </a:lnTo>
                <a:lnTo>
                  <a:pt x="69208" y="83521"/>
                </a:lnTo>
                <a:lnTo>
                  <a:pt x="69008" y="84084"/>
                </a:lnTo>
                <a:lnTo>
                  <a:pt x="68802" y="84640"/>
                </a:lnTo>
                <a:lnTo>
                  <a:pt x="68589" y="85187"/>
                </a:lnTo>
                <a:lnTo>
                  <a:pt x="68369" y="85727"/>
                </a:lnTo>
                <a:lnTo>
                  <a:pt x="68144" y="86258"/>
                </a:lnTo>
                <a:lnTo>
                  <a:pt x="67912" y="86781"/>
                </a:lnTo>
                <a:lnTo>
                  <a:pt x="67674" y="87295"/>
                </a:lnTo>
                <a:lnTo>
                  <a:pt x="67430" y="87802"/>
                </a:lnTo>
                <a:lnTo>
                  <a:pt x="67180" y="88300"/>
                </a:lnTo>
                <a:lnTo>
                  <a:pt x="66923" y="88790"/>
                </a:lnTo>
                <a:lnTo>
                  <a:pt x="66660" y="89272"/>
                </a:lnTo>
                <a:lnTo>
                  <a:pt x="66391" y="89746"/>
                </a:lnTo>
                <a:lnTo>
                  <a:pt x="66115" y="90211"/>
                </a:lnTo>
                <a:lnTo>
                  <a:pt x="65833" y="90669"/>
                </a:lnTo>
                <a:lnTo>
                  <a:pt x="65545" y="91118"/>
                </a:lnTo>
                <a:lnTo>
                  <a:pt x="65251" y="91559"/>
                </a:lnTo>
                <a:lnTo>
                  <a:pt x="64950" y="91991"/>
                </a:lnTo>
                <a:lnTo>
                  <a:pt x="64643" y="92416"/>
                </a:lnTo>
                <a:lnTo>
                  <a:pt x="64330" y="92832"/>
                </a:lnTo>
                <a:lnTo>
                  <a:pt x="64012" y="93240"/>
                </a:lnTo>
                <a:lnTo>
                  <a:pt x="63687" y="93639"/>
                </a:lnTo>
                <a:lnTo>
                  <a:pt x="63357" y="94030"/>
                </a:lnTo>
                <a:lnTo>
                  <a:pt x="63021" y="94412"/>
                </a:lnTo>
                <a:lnTo>
                  <a:pt x="62680" y="94785"/>
                </a:lnTo>
                <a:lnTo>
                  <a:pt x="62332" y="95150"/>
                </a:lnTo>
                <a:lnTo>
                  <a:pt x="61979" y="95506"/>
                </a:lnTo>
                <a:lnTo>
                  <a:pt x="61620" y="95854"/>
                </a:lnTo>
                <a:lnTo>
                  <a:pt x="61255" y="96193"/>
                </a:lnTo>
                <a:lnTo>
                  <a:pt x="60885" y="96523"/>
                </a:lnTo>
                <a:lnTo>
                  <a:pt x="60509" y="96845"/>
                </a:lnTo>
                <a:lnTo>
                  <a:pt x="60127" y="97159"/>
                </a:lnTo>
                <a:lnTo>
                  <a:pt x="59739" y="97464"/>
                </a:lnTo>
                <a:lnTo>
                  <a:pt x="59346" y="97760"/>
                </a:lnTo>
                <a:lnTo>
                  <a:pt x="58946" y="98048"/>
                </a:lnTo>
                <a:lnTo>
                  <a:pt x="58541" y="98327"/>
                </a:lnTo>
                <a:lnTo>
                  <a:pt x="58131" y="98597"/>
                </a:lnTo>
                <a:lnTo>
                  <a:pt x="57714" y="98859"/>
                </a:lnTo>
                <a:lnTo>
                  <a:pt x="57292" y="99113"/>
                </a:lnTo>
                <a:lnTo>
                  <a:pt x="56864" y="99358"/>
                </a:lnTo>
                <a:lnTo>
                  <a:pt x="56430" y="99594"/>
                </a:lnTo>
                <a:lnTo>
                  <a:pt x="55991" y="99822"/>
                </a:lnTo>
                <a:lnTo>
                  <a:pt x="55545" y="100041"/>
                </a:lnTo>
                <a:lnTo>
                  <a:pt x="55095" y="100251"/>
                </a:lnTo>
                <a:lnTo>
                  <a:pt x="54638" y="100453"/>
                </a:lnTo>
                <a:lnTo>
                  <a:pt x="54177" y="100645"/>
                </a:lnTo>
                <a:lnTo>
                  <a:pt x="53710" y="100829"/>
                </a:lnTo>
                <a:lnTo>
                  <a:pt x="53238" y="101003"/>
                </a:lnTo>
                <a:lnTo>
                  <a:pt x="52760" y="101169"/>
                </a:lnTo>
                <a:lnTo>
                  <a:pt x="52277" y="101325"/>
                </a:lnTo>
                <a:lnTo>
                  <a:pt x="51788" y="101473"/>
                </a:lnTo>
                <a:lnTo>
                  <a:pt x="51295" y="101612"/>
                </a:lnTo>
                <a:lnTo>
                  <a:pt x="50795" y="101742"/>
                </a:lnTo>
                <a:lnTo>
                  <a:pt x="50291" y="101863"/>
                </a:lnTo>
                <a:lnTo>
                  <a:pt x="49781" y="101974"/>
                </a:lnTo>
                <a:lnTo>
                  <a:pt x="49266" y="102077"/>
                </a:lnTo>
                <a:lnTo>
                  <a:pt x="48745" y="102171"/>
                </a:lnTo>
                <a:lnTo>
                  <a:pt x="48219" y="102256"/>
                </a:lnTo>
                <a:lnTo>
                  <a:pt x="47688" y="102333"/>
                </a:lnTo>
                <a:lnTo>
                  <a:pt x="47151" y="102400"/>
                </a:lnTo>
                <a:lnTo>
                  <a:pt x="46609" y="102458"/>
                </a:lnTo>
                <a:lnTo>
                  <a:pt x="46061" y="102507"/>
                </a:lnTo>
                <a:lnTo>
                  <a:pt x="45508" y="102547"/>
                </a:lnTo>
                <a:lnTo>
                  <a:pt x="44950" y="102579"/>
                </a:lnTo>
                <a:lnTo>
                  <a:pt x="44386" y="102601"/>
                </a:lnTo>
                <a:lnTo>
                  <a:pt x="43817" y="102615"/>
                </a:lnTo>
                <a:lnTo>
                  <a:pt x="43243" y="102619"/>
                </a:lnTo>
                <a:lnTo>
                  <a:pt x="42693" y="102615"/>
                </a:lnTo>
                <a:lnTo>
                  <a:pt x="42147" y="102601"/>
                </a:lnTo>
                <a:lnTo>
                  <a:pt x="41606" y="102579"/>
                </a:lnTo>
                <a:lnTo>
                  <a:pt x="41069" y="102547"/>
                </a:lnTo>
                <a:lnTo>
                  <a:pt x="40536" y="102507"/>
                </a:lnTo>
                <a:lnTo>
                  <a:pt x="40008" y="102458"/>
                </a:lnTo>
                <a:lnTo>
                  <a:pt x="39485" y="102400"/>
                </a:lnTo>
                <a:lnTo>
                  <a:pt x="38966" y="102333"/>
                </a:lnTo>
                <a:lnTo>
                  <a:pt x="38452" y="102256"/>
                </a:lnTo>
                <a:lnTo>
                  <a:pt x="37942" y="102171"/>
                </a:lnTo>
                <a:lnTo>
                  <a:pt x="37436" y="102077"/>
                </a:lnTo>
                <a:lnTo>
                  <a:pt x="36935" y="101974"/>
                </a:lnTo>
                <a:lnTo>
                  <a:pt x="36439" y="101863"/>
                </a:lnTo>
                <a:lnTo>
                  <a:pt x="35946" y="101742"/>
                </a:lnTo>
                <a:lnTo>
                  <a:pt x="35459" y="101612"/>
                </a:lnTo>
                <a:lnTo>
                  <a:pt x="34976" y="101473"/>
                </a:lnTo>
                <a:lnTo>
                  <a:pt x="34497" y="101325"/>
                </a:lnTo>
                <a:lnTo>
                  <a:pt x="34023" y="101169"/>
                </a:lnTo>
                <a:lnTo>
                  <a:pt x="33553" y="101003"/>
                </a:lnTo>
                <a:lnTo>
                  <a:pt x="33088" y="100829"/>
                </a:lnTo>
                <a:lnTo>
                  <a:pt x="32627" y="100645"/>
                </a:lnTo>
                <a:lnTo>
                  <a:pt x="32171" y="100453"/>
                </a:lnTo>
                <a:lnTo>
                  <a:pt x="31719" y="100251"/>
                </a:lnTo>
                <a:lnTo>
                  <a:pt x="31272" y="100041"/>
                </a:lnTo>
                <a:lnTo>
                  <a:pt x="30829" y="99822"/>
                </a:lnTo>
                <a:lnTo>
                  <a:pt x="30392" y="99594"/>
                </a:lnTo>
                <a:lnTo>
                  <a:pt x="29960" y="99358"/>
                </a:lnTo>
                <a:lnTo>
                  <a:pt x="29533" y="99113"/>
                </a:lnTo>
                <a:lnTo>
                  <a:pt x="29110" y="98859"/>
                </a:lnTo>
                <a:lnTo>
                  <a:pt x="28694" y="98597"/>
                </a:lnTo>
                <a:lnTo>
                  <a:pt x="28282" y="98327"/>
                </a:lnTo>
                <a:lnTo>
                  <a:pt x="27875" y="98048"/>
                </a:lnTo>
                <a:lnTo>
                  <a:pt x="27473" y="97760"/>
                </a:lnTo>
                <a:lnTo>
                  <a:pt x="27077" y="97464"/>
                </a:lnTo>
                <a:lnTo>
                  <a:pt x="26686" y="97159"/>
                </a:lnTo>
                <a:lnTo>
                  <a:pt x="26299" y="96845"/>
                </a:lnTo>
                <a:lnTo>
                  <a:pt x="25918" y="96523"/>
                </a:lnTo>
                <a:lnTo>
                  <a:pt x="25542" y="96193"/>
                </a:lnTo>
                <a:lnTo>
                  <a:pt x="25171" y="95854"/>
                </a:lnTo>
                <a:lnTo>
                  <a:pt x="24806" y="95506"/>
                </a:lnTo>
                <a:lnTo>
                  <a:pt x="24445" y="95150"/>
                </a:lnTo>
                <a:lnTo>
                  <a:pt x="24089" y="94785"/>
                </a:lnTo>
                <a:lnTo>
                  <a:pt x="23739" y="94412"/>
                </a:lnTo>
                <a:lnTo>
                  <a:pt x="23394" y="94030"/>
                </a:lnTo>
                <a:lnTo>
                  <a:pt x="23053" y="93639"/>
                </a:lnTo>
                <a:lnTo>
                  <a:pt x="22718" y="93240"/>
                </a:lnTo>
                <a:lnTo>
                  <a:pt x="22388" y="92832"/>
                </a:lnTo>
                <a:lnTo>
                  <a:pt x="22063" y="92416"/>
                </a:lnTo>
                <a:lnTo>
                  <a:pt x="21744" y="91991"/>
                </a:lnTo>
                <a:lnTo>
                  <a:pt x="21431" y="91559"/>
                </a:lnTo>
                <a:lnTo>
                  <a:pt x="21125" y="91118"/>
                </a:lnTo>
                <a:lnTo>
                  <a:pt x="20824" y="90669"/>
                </a:lnTo>
                <a:lnTo>
                  <a:pt x="20530" y="90211"/>
                </a:lnTo>
                <a:lnTo>
                  <a:pt x="20242" y="89746"/>
                </a:lnTo>
                <a:lnTo>
                  <a:pt x="19961" y="89272"/>
                </a:lnTo>
                <a:lnTo>
                  <a:pt x="19686" y="88790"/>
                </a:lnTo>
                <a:lnTo>
                  <a:pt x="19417" y="88300"/>
                </a:lnTo>
                <a:lnTo>
                  <a:pt x="19154" y="87802"/>
                </a:lnTo>
                <a:lnTo>
                  <a:pt x="18897" y="87295"/>
                </a:lnTo>
                <a:lnTo>
                  <a:pt x="18647" y="86781"/>
                </a:lnTo>
                <a:lnTo>
                  <a:pt x="18403" y="86258"/>
                </a:lnTo>
                <a:lnTo>
                  <a:pt x="18165" y="85727"/>
                </a:lnTo>
                <a:lnTo>
                  <a:pt x="17934" y="85187"/>
                </a:lnTo>
                <a:lnTo>
                  <a:pt x="17709" y="84640"/>
                </a:lnTo>
                <a:lnTo>
                  <a:pt x="17490" y="84084"/>
                </a:lnTo>
                <a:lnTo>
                  <a:pt x="17277" y="83521"/>
                </a:lnTo>
                <a:lnTo>
                  <a:pt x="17071" y="82949"/>
                </a:lnTo>
                <a:lnTo>
                  <a:pt x="16871" y="82369"/>
                </a:lnTo>
                <a:lnTo>
                  <a:pt x="16677" y="81780"/>
                </a:lnTo>
                <a:lnTo>
                  <a:pt x="16490" y="81184"/>
                </a:lnTo>
                <a:lnTo>
                  <a:pt x="16308" y="80579"/>
                </a:lnTo>
                <a:lnTo>
                  <a:pt x="16133" y="79966"/>
                </a:lnTo>
                <a:lnTo>
                  <a:pt x="15965" y="79345"/>
                </a:lnTo>
                <a:lnTo>
                  <a:pt x="15804" y="78717"/>
                </a:lnTo>
                <a:lnTo>
                  <a:pt x="15650" y="78080"/>
                </a:lnTo>
                <a:lnTo>
                  <a:pt x="15503" y="77436"/>
                </a:lnTo>
                <a:lnTo>
                  <a:pt x="15363" y="76784"/>
                </a:lnTo>
                <a:lnTo>
                  <a:pt x="15231" y="76124"/>
                </a:lnTo>
                <a:lnTo>
                  <a:pt x="15105" y="75456"/>
                </a:lnTo>
                <a:lnTo>
                  <a:pt x="14987" y="74781"/>
                </a:lnTo>
                <a:lnTo>
                  <a:pt x="14876" y="74098"/>
                </a:lnTo>
                <a:lnTo>
                  <a:pt x="14772" y="73406"/>
                </a:lnTo>
                <a:lnTo>
                  <a:pt x="14676" y="72708"/>
                </a:lnTo>
                <a:lnTo>
                  <a:pt x="14586" y="72001"/>
                </a:lnTo>
                <a:lnTo>
                  <a:pt x="14504" y="71286"/>
                </a:lnTo>
                <a:lnTo>
                  <a:pt x="14429" y="70564"/>
                </a:lnTo>
                <a:lnTo>
                  <a:pt x="14361" y="69834"/>
                </a:lnTo>
                <a:lnTo>
                  <a:pt x="14300" y="69096"/>
                </a:lnTo>
                <a:lnTo>
                  <a:pt x="14246" y="68350"/>
                </a:lnTo>
                <a:lnTo>
                  <a:pt x="14199" y="67597"/>
                </a:lnTo>
                <a:lnTo>
                  <a:pt x="14160" y="66836"/>
                </a:lnTo>
                <a:lnTo>
                  <a:pt x="14128" y="66067"/>
                </a:lnTo>
                <a:lnTo>
                  <a:pt x="14103" y="65290"/>
                </a:lnTo>
                <a:lnTo>
                  <a:pt x="14085" y="64505"/>
                </a:lnTo>
                <a:lnTo>
                  <a:pt x="14074" y="63712"/>
                </a:lnTo>
                <a:lnTo>
                  <a:pt x="14071" y="62912"/>
                </a:lnTo>
                <a:lnTo>
                  <a:pt x="14071" y="55987"/>
                </a:lnTo>
                <a:lnTo>
                  <a:pt x="14074" y="55193"/>
                </a:lnTo>
                <a:lnTo>
                  <a:pt x="14085" y="54407"/>
                </a:lnTo>
                <a:lnTo>
                  <a:pt x="14103" y="53628"/>
                </a:lnTo>
                <a:lnTo>
                  <a:pt x="14128" y="52857"/>
                </a:lnTo>
                <a:lnTo>
                  <a:pt x="14160" y="52093"/>
                </a:lnTo>
                <a:lnTo>
                  <a:pt x="14199" y="51337"/>
                </a:lnTo>
                <a:lnTo>
                  <a:pt x="14246" y="50589"/>
                </a:lnTo>
                <a:lnTo>
                  <a:pt x="14300" y="49848"/>
                </a:lnTo>
                <a:lnTo>
                  <a:pt x="14361" y="49116"/>
                </a:lnTo>
                <a:lnTo>
                  <a:pt x="14429" y="48390"/>
                </a:lnTo>
                <a:lnTo>
                  <a:pt x="14504" y="47673"/>
                </a:lnTo>
                <a:lnTo>
                  <a:pt x="14586" y="46963"/>
                </a:lnTo>
                <a:lnTo>
                  <a:pt x="14676" y="46261"/>
                </a:lnTo>
                <a:lnTo>
                  <a:pt x="14772" y="45567"/>
                </a:lnTo>
                <a:lnTo>
                  <a:pt x="14876" y="44880"/>
                </a:lnTo>
                <a:lnTo>
                  <a:pt x="14987" y="44201"/>
                </a:lnTo>
                <a:lnTo>
                  <a:pt x="15105" y="43529"/>
                </a:lnTo>
                <a:lnTo>
                  <a:pt x="15231" y="42865"/>
                </a:lnTo>
                <a:lnTo>
                  <a:pt x="15363" y="42209"/>
                </a:lnTo>
                <a:lnTo>
                  <a:pt x="15503" y="41561"/>
                </a:lnTo>
                <a:lnTo>
                  <a:pt x="15650" y="40920"/>
                </a:lnTo>
                <a:lnTo>
                  <a:pt x="15804" y="40287"/>
                </a:lnTo>
                <a:lnTo>
                  <a:pt x="15965" y="39662"/>
                </a:lnTo>
                <a:lnTo>
                  <a:pt x="16133" y="39044"/>
                </a:lnTo>
                <a:lnTo>
                  <a:pt x="16308" y="38434"/>
                </a:lnTo>
                <a:lnTo>
                  <a:pt x="16489" y="37832"/>
                </a:lnTo>
                <a:lnTo>
                  <a:pt x="16676" y="37239"/>
                </a:lnTo>
                <a:lnTo>
                  <a:pt x="16869" y="36654"/>
                </a:lnTo>
                <a:lnTo>
                  <a:pt x="17068" y="36077"/>
                </a:lnTo>
                <a:lnTo>
                  <a:pt x="17273" y="35508"/>
                </a:lnTo>
                <a:lnTo>
                  <a:pt x="17484" y="34947"/>
                </a:lnTo>
                <a:lnTo>
                  <a:pt x="17701" y="34395"/>
                </a:lnTo>
                <a:lnTo>
                  <a:pt x="17924" y="33850"/>
                </a:lnTo>
                <a:lnTo>
                  <a:pt x="18153" y="33314"/>
                </a:lnTo>
                <a:lnTo>
                  <a:pt x="18388" y="32786"/>
                </a:lnTo>
                <a:lnTo>
                  <a:pt x="18629" y="32266"/>
                </a:lnTo>
                <a:lnTo>
                  <a:pt x="18876" y="31755"/>
                </a:lnTo>
                <a:lnTo>
                  <a:pt x="19129" y="31251"/>
                </a:lnTo>
                <a:lnTo>
                  <a:pt x="19388" y="30756"/>
                </a:lnTo>
                <a:lnTo>
                  <a:pt x="19653" y="30269"/>
                </a:lnTo>
                <a:lnTo>
                  <a:pt x="19924" y="29790"/>
                </a:lnTo>
                <a:lnTo>
                  <a:pt x="20201" y="29320"/>
                </a:lnTo>
                <a:lnTo>
                  <a:pt x="20484" y="28857"/>
                </a:lnTo>
                <a:lnTo>
                  <a:pt x="20773" y="28403"/>
                </a:lnTo>
                <a:lnTo>
                  <a:pt x="21068" y="27957"/>
                </a:lnTo>
                <a:lnTo>
                  <a:pt x="21370" y="27519"/>
                </a:lnTo>
                <a:lnTo>
                  <a:pt x="21677" y="27089"/>
                </a:lnTo>
                <a:lnTo>
                  <a:pt x="21990" y="26668"/>
                </a:lnTo>
                <a:lnTo>
                  <a:pt x="22309" y="26254"/>
                </a:lnTo>
                <a:lnTo>
                  <a:pt x="22633" y="25850"/>
                </a:lnTo>
                <a:lnTo>
                  <a:pt x="22962" y="25453"/>
                </a:lnTo>
                <a:lnTo>
                  <a:pt x="23297" y="25065"/>
                </a:lnTo>
                <a:lnTo>
                  <a:pt x="23638" y="24686"/>
                </a:lnTo>
                <a:lnTo>
                  <a:pt x="23983" y="24315"/>
                </a:lnTo>
                <a:lnTo>
                  <a:pt x="24335" y="23952"/>
                </a:lnTo>
                <a:lnTo>
                  <a:pt x="24691" y="23598"/>
                </a:lnTo>
                <a:lnTo>
                  <a:pt x="25053" y="23253"/>
                </a:lnTo>
                <a:lnTo>
                  <a:pt x="25420" y="22915"/>
                </a:lnTo>
                <a:lnTo>
                  <a:pt x="25793" y="22586"/>
                </a:lnTo>
                <a:lnTo>
                  <a:pt x="26170" y="22266"/>
                </a:lnTo>
                <a:lnTo>
                  <a:pt x="26554" y="21954"/>
                </a:lnTo>
                <a:lnTo>
                  <a:pt x="26942" y="21651"/>
                </a:lnTo>
                <a:lnTo>
                  <a:pt x="27336" y="21356"/>
                </a:lnTo>
                <a:lnTo>
                  <a:pt x="27736" y="21069"/>
                </a:lnTo>
                <a:lnTo>
                  <a:pt x="28141" y="20791"/>
                </a:lnTo>
                <a:lnTo>
                  <a:pt x="28551" y="20521"/>
                </a:lnTo>
                <a:lnTo>
                  <a:pt x="28966" y="20260"/>
                </a:lnTo>
                <a:lnTo>
                  <a:pt x="29387" y="20007"/>
                </a:lnTo>
                <a:lnTo>
                  <a:pt x="29814" y="19763"/>
                </a:lnTo>
                <a:lnTo>
                  <a:pt x="30245" y="19527"/>
                </a:lnTo>
                <a:lnTo>
                  <a:pt x="30682" y="19299"/>
                </a:lnTo>
                <a:lnTo>
                  <a:pt x="31125" y="19080"/>
                </a:lnTo>
                <a:lnTo>
                  <a:pt x="31572" y="18870"/>
                </a:lnTo>
                <a:lnTo>
                  <a:pt x="32024" y="18668"/>
                </a:lnTo>
                <a:lnTo>
                  <a:pt x="32480" y="18476"/>
                </a:lnTo>
                <a:lnTo>
                  <a:pt x="32941" y="18292"/>
                </a:lnTo>
                <a:lnTo>
                  <a:pt x="33406" y="18118"/>
                </a:lnTo>
                <a:lnTo>
                  <a:pt x="33876" y="17952"/>
                </a:lnTo>
                <a:lnTo>
                  <a:pt x="34350" y="17795"/>
                </a:lnTo>
                <a:lnTo>
                  <a:pt x="34828" y="17647"/>
                </a:lnTo>
                <a:lnTo>
                  <a:pt x="35312" y="17509"/>
                </a:lnTo>
                <a:lnTo>
                  <a:pt x="35799" y="17379"/>
                </a:lnTo>
                <a:lnTo>
                  <a:pt x="36291" y="17258"/>
                </a:lnTo>
                <a:lnTo>
                  <a:pt x="36788" y="17146"/>
                </a:lnTo>
                <a:lnTo>
                  <a:pt x="37289" y="17043"/>
                </a:lnTo>
                <a:lnTo>
                  <a:pt x="37794" y="16949"/>
                </a:lnTo>
                <a:lnTo>
                  <a:pt x="38304" y="16864"/>
                </a:lnTo>
                <a:lnTo>
                  <a:pt x="38819" y="16788"/>
                </a:lnTo>
                <a:lnTo>
                  <a:pt x="39338" y="16721"/>
                </a:lnTo>
                <a:lnTo>
                  <a:pt x="39861" y="16663"/>
                </a:lnTo>
                <a:lnTo>
                  <a:pt x="40389" y="16613"/>
                </a:lnTo>
                <a:lnTo>
                  <a:pt x="40921" y="16573"/>
                </a:lnTo>
                <a:lnTo>
                  <a:pt x="41458" y="16542"/>
                </a:lnTo>
                <a:lnTo>
                  <a:pt x="42000" y="16519"/>
                </a:lnTo>
                <a:lnTo>
                  <a:pt x="42545" y="16506"/>
                </a:lnTo>
                <a:lnTo>
                  <a:pt x="43096" y="16502"/>
                </a:lnTo>
                <a:lnTo>
                  <a:pt x="43664" y="16506"/>
                </a:lnTo>
                <a:lnTo>
                  <a:pt x="44227" y="16519"/>
                </a:lnTo>
                <a:lnTo>
                  <a:pt x="44786" y="16542"/>
                </a:lnTo>
                <a:lnTo>
                  <a:pt x="45339" y="16573"/>
                </a:lnTo>
                <a:lnTo>
                  <a:pt x="45888" y="16613"/>
                </a:lnTo>
                <a:lnTo>
                  <a:pt x="46431" y="16663"/>
                </a:lnTo>
                <a:lnTo>
                  <a:pt x="46970" y="16721"/>
                </a:lnTo>
                <a:lnTo>
                  <a:pt x="47503" y="16788"/>
                </a:lnTo>
                <a:lnTo>
                  <a:pt x="48032" y="16864"/>
                </a:lnTo>
                <a:lnTo>
                  <a:pt x="48555" y="16949"/>
                </a:lnTo>
                <a:lnTo>
                  <a:pt x="49074" y="17043"/>
                </a:lnTo>
                <a:lnTo>
                  <a:pt x="49588" y="17146"/>
                </a:lnTo>
                <a:lnTo>
                  <a:pt x="50096" y="17258"/>
                </a:lnTo>
                <a:lnTo>
                  <a:pt x="50600" y="17379"/>
                </a:lnTo>
                <a:lnTo>
                  <a:pt x="51098" y="17509"/>
                </a:lnTo>
                <a:lnTo>
                  <a:pt x="51592" y="17647"/>
                </a:lnTo>
                <a:lnTo>
                  <a:pt x="52081" y="17795"/>
                </a:lnTo>
                <a:lnTo>
                  <a:pt x="52564" y="17952"/>
                </a:lnTo>
                <a:lnTo>
                  <a:pt x="53043" y="18118"/>
                </a:lnTo>
                <a:lnTo>
                  <a:pt x="53516" y="18292"/>
                </a:lnTo>
                <a:lnTo>
                  <a:pt x="53985" y="18476"/>
                </a:lnTo>
                <a:lnTo>
                  <a:pt x="54449" y="18668"/>
                </a:lnTo>
                <a:lnTo>
                  <a:pt x="54908" y="18870"/>
                </a:lnTo>
                <a:lnTo>
                  <a:pt x="55361" y="19080"/>
                </a:lnTo>
                <a:lnTo>
                  <a:pt x="55810" y="19299"/>
                </a:lnTo>
                <a:lnTo>
                  <a:pt x="56252" y="19527"/>
                </a:lnTo>
                <a:lnTo>
                  <a:pt x="56689" y="19763"/>
                </a:lnTo>
                <a:lnTo>
                  <a:pt x="57120" y="20007"/>
                </a:lnTo>
                <a:lnTo>
                  <a:pt x="57545" y="20260"/>
                </a:lnTo>
                <a:lnTo>
                  <a:pt x="57965" y="20521"/>
                </a:lnTo>
                <a:lnTo>
                  <a:pt x="58379" y="20791"/>
                </a:lnTo>
                <a:lnTo>
                  <a:pt x="58787" y="21069"/>
                </a:lnTo>
                <a:lnTo>
                  <a:pt x="59189" y="21356"/>
                </a:lnTo>
                <a:lnTo>
                  <a:pt x="59586" y="21651"/>
                </a:lnTo>
                <a:lnTo>
                  <a:pt x="59976" y="21954"/>
                </a:lnTo>
                <a:lnTo>
                  <a:pt x="60361" y="22266"/>
                </a:lnTo>
                <a:lnTo>
                  <a:pt x="60741" y="22586"/>
                </a:lnTo>
                <a:lnTo>
                  <a:pt x="61114" y="22915"/>
                </a:lnTo>
                <a:lnTo>
                  <a:pt x="61482" y="23253"/>
                </a:lnTo>
                <a:lnTo>
                  <a:pt x="61844" y="23598"/>
                </a:lnTo>
                <a:lnTo>
                  <a:pt x="62200" y="23952"/>
                </a:lnTo>
                <a:lnTo>
                  <a:pt x="62551" y="24315"/>
                </a:lnTo>
                <a:lnTo>
                  <a:pt x="62895" y="24686"/>
                </a:lnTo>
                <a:lnTo>
                  <a:pt x="63234" y="25065"/>
                </a:lnTo>
                <a:lnTo>
                  <a:pt x="63568" y="25453"/>
                </a:lnTo>
                <a:lnTo>
                  <a:pt x="63895" y="25850"/>
                </a:lnTo>
                <a:lnTo>
                  <a:pt x="64217" y="26254"/>
                </a:lnTo>
                <a:lnTo>
                  <a:pt x="64533" y="26668"/>
                </a:lnTo>
                <a:lnTo>
                  <a:pt x="64843" y="27089"/>
                </a:lnTo>
                <a:lnTo>
                  <a:pt x="65147" y="27519"/>
                </a:lnTo>
                <a:lnTo>
                  <a:pt x="65444" y="27957"/>
                </a:lnTo>
                <a:lnTo>
                  <a:pt x="65735" y="28403"/>
                </a:lnTo>
                <a:lnTo>
                  <a:pt x="66020" y="28857"/>
                </a:lnTo>
                <a:lnTo>
                  <a:pt x="66299" y="29320"/>
                </a:lnTo>
                <a:lnTo>
                  <a:pt x="66571" y="29790"/>
                </a:lnTo>
                <a:lnTo>
                  <a:pt x="66837" y="30269"/>
                </a:lnTo>
                <a:lnTo>
                  <a:pt x="67097" y="30756"/>
                </a:lnTo>
                <a:lnTo>
                  <a:pt x="67350" y="31251"/>
                </a:lnTo>
                <a:lnTo>
                  <a:pt x="67598" y="31755"/>
                </a:lnTo>
                <a:lnTo>
                  <a:pt x="67839" y="32266"/>
                </a:lnTo>
                <a:lnTo>
                  <a:pt x="68073" y="32786"/>
                </a:lnTo>
                <a:lnTo>
                  <a:pt x="68302" y="33314"/>
                </a:lnTo>
                <a:lnTo>
                  <a:pt x="68524" y="33850"/>
                </a:lnTo>
                <a:lnTo>
                  <a:pt x="68740" y="34395"/>
                </a:lnTo>
                <a:lnTo>
                  <a:pt x="68950" y="34947"/>
                </a:lnTo>
                <a:lnTo>
                  <a:pt x="69153" y="35508"/>
                </a:lnTo>
                <a:lnTo>
                  <a:pt x="69350" y="36077"/>
                </a:lnTo>
                <a:lnTo>
                  <a:pt x="69541" y="36654"/>
                </a:lnTo>
                <a:lnTo>
                  <a:pt x="69726" y="37239"/>
                </a:lnTo>
                <a:lnTo>
                  <a:pt x="69904" y="37832"/>
                </a:lnTo>
                <a:lnTo>
                  <a:pt x="70076" y="38434"/>
                </a:lnTo>
                <a:lnTo>
                  <a:pt x="70242" y="39044"/>
                </a:lnTo>
                <a:lnTo>
                  <a:pt x="70401" y="39662"/>
                </a:lnTo>
                <a:lnTo>
                  <a:pt x="70554" y="40287"/>
                </a:lnTo>
                <a:lnTo>
                  <a:pt x="70700" y="40920"/>
                </a:lnTo>
                <a:lnTo>
                  <a:pt x="70839" y="41561"/>
                </a:lnTo>
                <a:lnTo>
                  <a:pt x="70971" y="42209"/>
                </a:lnTo>
                <a:lnTo>
                  <a:pt x="71096" y="42865"/>
                </a:lnTo>
                <a:lnTo>
                  <a:pt x="71215" y="43529"/>
                </a:lnTo>
                <a:lnTo>
                  <a:pt x="71327" y="44201"/>
                </a:lnTo>
                <a:lnTo>
                  <a:pt x="71432" y="44880"/>
                </a:lnTo>
                <a:lnTo>
                  <a:pt x="71530" y="45567"/>
                </a:lnTo>
                <a:lnTo>
                  <a:pt x="71622" y="46261"/>
                </a:lnTo>
                <a:lnTo>
                  <a:pt x="71706" y="46963"/>
                </a:lnTo>
                <a:lnTo>
                  <a:pt x="71784" y="47673"/>
                </a:lnTo>
                <a:lnTo>
                  <a:pt x="71855" y="48390"/>
                </a:lnTo>
                <a:lnTo>
                  <a:pt x="71920" y="49116"/>
                </a:lnTo>
                <a:lnTo>
                  <a:pt x="71977" y="49848"/>
                </a:lnTo>
                <a:lnTo>
                  <a:pt x="72028" y="50589"/>
                </a:lnTo>
                <a:lnTo>
                  <a:pt x="72072" y="51337"/>
                </a:lnTo>
                <a:lnTo>
                  <a:pt x="72110" y="52093"/>
                </a:lnTo>
                <a:lnTo>
                  <a:pt x="72140" y="52857"/>
                </a:lnTo>
                <a:lnTo>
                  <a:pt x="72164" y="53628"/>
                </a:lnTo>
                <a:lnTo>
                  <a:pt x="72181" y="54407"/>
                </a:lnTo>
                <a:lnTo>
                  <a:pt x="72191" y="55193"/>
                </a:lnTo>
                <a:lnTo>
                  <a:pt x="72194" y="55987"/>
                </a:lnTo>
                <a:lnTo>
                  <a:pt x="72194" y="62912"/>
                </a:lnTo>
                <a:lnTo>
                  <a:pt x="72191" y="63712"/>
                </a:lnTo>
                <a:lnTo>
                  <a:pt x="72181" y="64505"/>
                </a:lnTo>
                <a:lnTo>
                  <a:pt x="72164" y="65290"/>
                </a:lnTo>
                <a:lnTo>
                  <a:pt x="72141" y="66067"/>
                </a:lnTo>
                <a:lnTo>
                  <a:pt x="72111" y="66836"/>
                </a:lnTo>
                <a:close/>
                <a:moveTo>
                  <a:pt x="257246" y="33445"/>
                </a:moveTo>
                <a:lnTo>
                  <a:pt x="257246" y="113154"/>
                </a:lnTo>
                <a:lnTo>
                  <a:pt x="270948" y="113154"/>
                </a:lnTo>
                <a:lnTo>
                  <a:pt x="270948" y="33445"/>
                </a:lnTo>
                <a:lnTo>
                  <a:pt x="257246" y="33445"/>
                </a:lnTo>
                <a:close/>
                <a:moveTo>
                  <a:pt x="579938" y="64828"/>
                </a:moveTo>
                <a:lnTo>
                  <a:pt x="579259" y="64830"/>
                </a:lnTo>
                <a:lnTo>
                  <a:pt x="578585" y="64839"/>
                </a:lnTo>
                <a:lnTo>
                  <a:pt x="577917" y="64854"/>
                </a:lnTo>
                <a:lnTo>
                  <a:pt x="577255" y="64875"/>
                </a:lnTo>
                <a:lnTo>
                  <a:pt x="576598" y="64901"/>
                </a:lnTo>
                <a:lnTo>
                  <a:pt x="575946" y="64933"/>
                </a:lnTo>
                <a:lnTo>
                  <a:pt x="575299" y="64972"/>
                </a:lnTo>
                <a:lnTo>
                  <a:pt x="574658" y="65016"/>
                </a:lnTo>
                <a:lnTo>
                  <a:pt x="574022" y="65066"/>
                </a:lnTo>
                <a:lnTo>
                  <a:pt x="573392" y="65122"/>
                </a:lnTo>
                <a:lnTo>
                  <a:pt x="572767" y="65183"/>
                </a:lnTo>
                <a:lnTo>
                  <a:pt x="572147" y="65251"/>
                </a:lnTo>
                <a:lnTo>
                  <a:pt x="571533" y="65325"/>
                </a:lnTo>
                <a:lnTo>
                  <a:pt x="570924" y="65404"/>
                </a:lnTo>
                <a:lnTo>
                  <a:pt x="570320" y="65489"/>
                </a:lnTo>
                <a:lnTo>
                  <a:pt x="569722" y="65581"/>
                </a:lnTo>
                <a:lnTo>
                  <a:pt x="569130" y="65678"/>
                </a:lnTo>
                <a:lnTo>
                  <a:pt x="568542" y="65781"/>
                </a:lnTo>
                <a:lnTo>
                  <a:pt x="567960" y="65889"/>
                </a:lnTo>
                <a:lnTo>
                  <a:pt x="567383" y="66004"/>
                </a:lnTo>
                <a:lnTo>
                  <a:pt x="566812" y="66125"/>
                </a:lnTo>
                <a:lnTo>
                  <a:pt x="566246" y="66251"/>
                </a:lnTo>
                <a:lnTo>
                  <a:pt x="565686" y="66384"/>
                </a:lnTo>
                <a:lnTo>
                  <a:pt x="565130" y="66522"/>
                </a:lnTo>
                <a:lnTo>
                  <a:pt x="564581" y="66666"/>
                </a:lnTo>
                <a:lnTo>
                  <a:pt x="564039" y="66815"/>
                </a:lnTo>
                <a:lnTo>
                  <a:pt x="563503" y="66970"/>
                </a:lnTo>
                <a:lnTo>
                  <a:pt x="562974" y="67131"/>
                </a:lnTo>
                <a:lnTo>
                  <a:pt x="562451" y="67297"/>
                </a:lnTo>
                <a:lnTo>
                  <a:pt x="561935" y="67468"/>
                </a:lnTo>
                <a:lnTo>
                  <a:pt x="561426" y="67645"/>
                </a:lnTo>
                <a:lnTo>
                  <a:pt x="560923" y="67827"/>
                </a:lnTo>
                <a:lnTo>
                  <a:pt x="560427" y="68015"/>
                </a:lnTo>
                <a:lnTo>
                  <a:pt x="559938" y="68209"/>
                </a:lnTo>
                <a:lnTo>
                  <a:pt x="559455" y="68408"/>
                </a:lnTo>
                <a:lnTo>
                  <a:pt x="558979" y="68612"/>
                </a:lnTo>
                <a:lnTo>
                  <a:pt x="558510" y="68822"/>
                </a:lnTo>
                <a:lnTo>
                  <a:pt x="558047" y="69038"/>
                </a:lnTo>
                <a:lnTo>
                  <a:pt x="557591" y="69259"/>
                </a:lnTo>
                <a:lnTo>
                  <a:pt x="557142" y="69485"/>
                </a:lnTo>
                <a:lnTo>
                  <a:pt x="556699" y="69717"/>
                </a:lnTo>
                <a:lnTo>
                  <a:pt x="556263" y="69954"/>
                </a:lnTo>
                <a:lnTo>
                  <a:pt x="555833" y="70197"/>
                </a:lnTo>
                <a:lnTo>
                  <a:pt x="555410" y="70446"/>
                </a:lnTo>
                <a:lnTo>
                  <a:pt x="554994" y="70700"/>
                </a:lnTo>
                <a:lnTo>
                  <a:pt x="554585" y="70959"/>
                </a:lnTo>
                <a:lnTo>
                  <a:pt x="554182" y="71224"/>
                </a:lnTo>
                <a:lnTo>
                  <a:pt x="553786" y="71494"/>
                </a:lnTo>
                <a:lnTo>
                  <a:pt x="553396" y="71770"/>
                </a:lnTo>
                <a:lnTo>
                  <a:pt x="553015" y="72052"/>
                </a:lnTo>
                <a:lnTo>
                  <a:pt x="552641" y="72339"/>
                </a:lnTo>
                <a:lnTo>
                  <a:pt x="552275" y="72632"/>
                </a:lnTo>
                <a:lnTo>
                  <a:pt x="551917" y="72931"/>
                </a:lnTo>
                <a:lnTo>
                  <a:pt x="551566" y="73235"/>
                </a:lnTo>
                <a:lnTo>
                  <a:pt x="551223" y="73545"/>
                </a:lnTo>
                <a:lnTo>
                  <a:pt x="550888" y="73860"/>
                </a:lnTo>
                <a:lnTo>
                  <a:pt x="550560" y="74181"/>
                </a:lnTo>
                <a:lnTo>
                  <a:pt x="550240" y="74508"/>
                </a:lnTo>
                <a:lnTo>
                  <a:pt x="549928" y="74840"/>
                </a:lnTo>
                <a:lnTo>
                  <a:pt x="549623" y="75178"/>
                </a:lnTo>
                <a:lnTo>
                  <a:pt x="549326" y="75521"/>
                </a:lnTo>
                <a:lnTo>
                  <a:pt x="549037" y="75871"/>
                </a:lnTo>
                <a:lnTo>
                  <a:pt x="548755" y="76225"/>
                </a:lnTo>
                <a:lnTo>
                  <a:pt x="548481" y="76586"/>
                </a:lnTo>
                <a:lnTo>
                  <a:pt x="548215" y="76952"/>
                </a:lnTo>
                <a:lnTo>
                  <a:pt x="547957" y="77323"/>
                </a:lnTo>
                <a:lnTo>
                  <a:pt x="547706" y="77701"/>
                </a:lnTo>
                <a:lnTo>
                  <a:pt x="547462" y="78084"/>
                </a:lnTo>
                <a:lnTo>
                  <a:pt x="547227" y="78472"/>
                </a:lnTo>
                <a:lnTo>
                  <a:pt x="546999" y="78866"/>
                </a:lnTo>
                <a:lnTo>
                  <a:pt x="546779" y="79266"/>
                </a:lnTo>
                <a:lnTo>
                  <a:pt x="546566" y="79672"/>
                </a:lnTo>
                <a:lnTo>
                  <a:pt x="546362" y="80082"/>
                </a:lnTo>
                <a:lnTo>
                  <a:pt x="546166" y="80499"/>
                </a:lnTo>
                <a:lnTo>
                  <a:pt x="545979" y="80920"/>
                </a:lnTo>
                <a:lnTo>
                  <a:pt x="545801" y="81346"/>
                </a:lnTo>
                <a:lnTo>
                  <a:pt x="545631" y="81778"/>
                </a:lnTo>
                <a:lnTo>
                  <a:pt x="545470" y="82215"/>
                </a:lnTo>
                <a:lnTo>
                  <a:pt x="545318" y="82658"/>
                </a:lnTo>
                <a:lnTo>
                  <a:pt x="545175" y="83105"/>
                </a:lnTo>
                <a:lnTo>
                  <a:pt x="545040" y="83558"/>
                </a:lnTo>
                <a:lnTo>
                  <a:pt x="544914" y="84016"/>
                </a:lnTo>
                <a:lnTo>
                  <a:pt x="544796" y="84479"/>
                </a:lnTo>
                <a:lnTo>
                  <a:pt x="544688" y="84948"/>
                </a:lnTo>
                <a:lnTo>
                  <a:pt x="544588" y="85422"/>
                </a:lnTo>
                <a:lnTo>
                  <a:pt x="544496" y="85901"/>
                </a:lnTo>
                <a:lnTo>
                  <a:pt x="544414" y="86385"/>
                </a:lnTo>
                <a:lnTo>
                  <a:pt x="544340" y="86875"/>
                </a:lnTo>
                <a:lnTo>
                  <a:pt x="544274" y="87369"/>
                </a:lnTo>
                <a:lnTo>
                  <a:pt x="544218" y="87869"/>
                </a:lnTo>
                <a:lnTo>
                  <a:pt x="544170" y="88375"/>
                </a:lnTo>
                <a:lnTo>
                  <a:pt x="544131" y="88885"/>
                </a:lnTo>
                <a:lnTo>
                  <a:pt x="544101" y="89401"/>
                </a:lnTo>
                <a:lnTo>
                  <a:pt x="544079" y="89922"/>
                </a:lnTo>
                <a:lnTo>
                  <a:pt x="544066" y="90448"/>
                </a:lnTo>
                <a:lnTo>
                  <a:pt x="544061" y="90980"/>
                </a:lnTo>
                <a:lnTo>
                  <a:pt x="544067" y="91530"/>
                </a:lnTo>
                <a:lnTo>
                  <a:pt x="544085" y="92076"/>
                </a:lnTo>
                <a:lnTo>
                  <a:pt x="544114" y="92617"/>
                </a:lnTo>
                <a:lnTo>
                  <a:pt x="544155" y="93154"/>
                </a:lnTo>
                <a:lnTo>
                  <a:pt x="544207" y="93686"/>
                </a:lnTo>
                <a:lnTo>
                  <a:pt x="544271" y="94214"/>
                </a:lnTo>
                <a:lnTo>
                  <a:pt x="544347" y="94737"/>
                </a:lnTo>
                <a:lnTo>
                  <a:pt x="544434" y="95256"/>
                </a:lnTo>
                <a:lnTo>
                  <a:pt x="544533" y="95771"/>
                </a:lnTo>
                <a:lnTo>
                  <a:pt x="544643" y="96281"/>
                </a:lnTo>
                <a:lnTo>
                  <a:pt x="544766" y="96786"/>
                </a:lnTo>
                <a:lnTo>
                  <a:pt x="544899" y="97287"/>
                </a:lnTo>
                <a:lnTo>
                  <a:pt x="545045" y="97784"/>
                </a:lnTo>
                <a:lnTo>
                  <a:pt x="545202" y="98276"/>
                </a:lnTo>
                <a:lnTo>
                  <a:pt x="545371" y="98764"/>
                </a:lnTo>
                <a:lnTo>
                  <a:pt x="545551" y="99247"/>
                </a:lnTo>
                <a:lnTo>
                  <a:pt x="545743" y="99725"/>
                </a:lnTo>
                <a:lnTo>
                  <a:pt x="545947" y="100200"/>
                </a:lnTo>
                <a:lnTo>
                  <a:pt x="546162" y="100669"/>
                </a:lnTo>
                <a:lnTo>
                  <a:pt x="546389" y="101134"/>
                </a:lnTo>
                <a:lnTo>
                  <a:pt x="546628" y="101595"/>
                </a:lnTo>
                <a:lnTo>
                  <a:pt x="546878" y="102051"/>
                </a:lnTo>
                <a:lnTo>
                  <a:pt x="547140" y="102503"/>
                </a:lnTo>
                <a:lnTo>
                  <a:pt x="547413" y="102951"/>
                </a:lnTo>
                <a:lnTo>
                  <a:pt x="547697" y="103392"/>
                </a:lnTo>
                <a:lnTo>
                  <a:pt x="547991" y="103826"/>
                </a:lnTo>
                <a:lnTo>
                  <a:pt x="548294" y="104252"/>
                </a:lnTo>
                <a:lnTo>
                  <a:pt x="548606" y="104670"/>
                </a:lnTo>
                <a:lnTo>
                  <a:pt x="548928" y="105082"/>
                </a:lnTo>
                <a:lnTo>
                  <a:pt x="549260" y="105485"/>
                </a:lnTo>
                <a:lnTo>
                  <a:pt x="549600" y="105881"/>
                </a:lnTo>
                <a:lnTo>
                  <a:pt x="549951" y="106270"/>
                </a:lnTo>
                <a:lnTo>
                  <a:pt x="550311" y="106651"/>
                </a:lnTo>
                <a:lnTo>
                  <a:pt x="550680" y="107024"/>
                </a:lnTo>
                <a:lnTo>
                  <a:pt x="551058" y="107390"/>
                </a:lnTo>
                <a:lnTo>
                  <a:pt x="551447" y="107748"/>
                </a:lnTo>
                <a:lnTo>
                  <a:pt x="551844" y="108099"/>
                </a:lnTo>
                <a:lnTo>
                  <a:pt x="552251" y="108442"/>
                </a:lnTo>
                <a:lnTo>
                  <a:pt x="552668" y="108778"/>
                </a:lnTo>
                <a:lnTo>
                  <a:pt x="553094" y="109106"/>
                </a:lnTo>
                <a:lnTo>
                  <a:pt x="553529" y="109426"/>
                </a:lnTo>
                <a:lnTo>
                  <a:pt x="553974" y="109739"/>
                </a:lnTo>
                <a:lnTo>
                  <a:pt x="554429" y="110045"/>
                </a:lnTo>
                <a:lnTo>
                  <a:pt x="554893" y="110343"/>
                </a:lnTo>
                <a:lnTo>
                  <a:pt x="555366" y="110633"/>
                </a:lnTo>
                <a:lnTo>
                  <a:pt x="555849" y="110916"/>
                </a:lnTo>
                <a:lnTo>
                  <a:pt x="556341" y="111191"/>
                </a:lnTo>
                <a:lnTo>
                  <a:pt x="556843" y="111459"/>
                </a:lnTo>
                <a:lnTo>
                  <a:pt x="557353" y="111718"/>
                </a:lnTo>
                <a:lnTo>
                  <a:pt x="557870" y="111965"/>
                </a:lnTo>
                <a:lnTo>
                  <a:pt x="558394" y="112202"/>
                </a:lnTo>
                <a:lnTo>
                  <a:pt x="558925" y="112427"/>
                </a:lnTo>
                <a:lnTo>
                  <a:pt x="559463" y="112642"/>
                </a:lnTo>
                <a:lnTo>
                  <a:pt x="560008" y="112845"/>
                </a:lnTo>
                <a:lnTo>
                  <a:pt x="560560" y="113038"/>
                </a:lnTo>
                <a:lnTo>
                  <a:pt x="561120" y="113219"/>
                </a:lnTo>
                <a:lnTo>
                  <a:pt x="561686" y="113389"/>
                </a:lnTo>
                <a:lnTo>
                  <a:pt x="562259" y="113549"/>
                </a:lnTo>
                <a:lnTo>
                  <a:pt x="562839" y="113697"/>
                </a:lnTo>
                <a:lnTo>
                  <a:pt x="563427" y="113835"/>
                </a:lnTo>
                <a:lnTo>
                  <a:pt x="564021" y="113961"/>
                </a:lnTo>
                <a:lnTo>
                  <a:pt x="564623" y="114077"/>
                </a:lnTo>
                <a:lnTo>
                  <a:pt x="565231" y="114181"/>
                </a:lnTo>
                <a:lnTo>
                  <a:pt x="565847" y="114275"/>
                </a:lnTo>
                <a:lnTo>
                  <a:pt x="566469" y="114357"/>
                </a:lnTo>
                <a:lnTo>
                  <a:pt x="567099" y="114429"/>
                </a:lnTo>
                <a:lnTo>
                  <a:pt x="567735" y="114489"/>
                </a:lnTo>
                <a:lnTo>
                  <a:pt x="568379" y="114539"/>
                </a:lnTo>
                <a:lnTo>
                  <a:pt x="569030" y="114577"/>
                </a:lnTo>
                <a:lnTo>
                  <a:pt x="569687" y="114605"/>
                </a:lnTo>
                <a:lnTo>
                  <a:pt x="570352" y="114621"/>
                </a:lnTo>
                <a:lnTo>
                  <a:pt x="571024" y="114627"/>
                </a:lnTo>
                <a:lnTo>
                  <a:pt x="571562" y="114623"/>
                </a:lnTo>
                <a:lnTo>
                  <a:pt x="572095" y="114611"/>
                </a:lnTo>
                <a:lnTo>
                  <a:pt x="572624" y="114592"/>
                </a:lnTo>
                <a:lnTo>
                  <a:pt x="573149" y="114564"/>
                </a:lnTo>
                <a:lnTo>
                  <a:pt x="573669" y="114529"/>
                </a:lnTo>
                <a:lnTo>
                  <a:pt x="574185" y="114486"/>
                </a:lnTo>
                <a:lnTo>
                  <a:pt x="574696" y="114436"/>
                </a:lnTo>
                <a:lnTo>
                  <a:pt x="575202" y="114377"/>
                </a:lnTo>
                <a:lnTo>
                  <a:pt x="575705" y="114311"/>
                </a:lnTo>
                <a:lnTo>
                  <a:pt x="576202" y="114237"/>
                </a:lnTo>
                <a:lnTo>
                  <a:pt x="576695" y="114155"/>
                </a:lnTo>
                <a:lnTo>
                  <a:pt x="577184" y="114065"/>
                </a:lnTo>
                <a:lnTo>
                  <a:pt x="577669" y="113968"/>
                </a:lnTo>
                <a:lnTo>
                  <a:pt x="578148" y="113862"/>
                </a:lnTo>
                <a:lnTo>
                  <a:pt x="578624" y="113749"/>
                </a:lnTo>
                <a:lnTo>
                  <a:pt x="579094" y="113628"/>
                </a:lnTo>
                <a:lnTo>
                  <a:pt x="579561" y="113500"/>
                </a:lnTo>
                <a:lnTo>
                  <a:pt x="580023" y="113363"/>
                </a:lnTo>
                <a:lnTo>
                  <a:pt x="580480" y="113219"/>
                </a:lnTo>
                <a:lnTo>
                  <a:pt x="580933" y="113067"/>
                </a:lnTo>
                <a:lnTo>
                  <a:pt x="581382" y="112907"/>
                </a:lnTo>
                <a:lnTo>
                  <a:pt x="581826" y="112739"/>
                </a:lnTo>
                <a:lnTo>
                  <a:pt x="582265" y="112563"/>
                </a:lnTo>
                <a:lnTo>
                  <a:pt x="582700" y="112380"/>
                </a:lnTo>
                <a:lnTo>
                  <a:pt x="583130" y="112191"/>
                </a:lnTo>
                <a:lnTo>
                  <a:pt x="583556" y="111997"/>
                </a:lnTo>
                <a:lnTo>
                  <a:pt x="583977" y="111800"/>
                </a:lnTo>
                <a:lnTo>
                  <a:pt x="584392" y="111598"/>
                </a:lnTo>
                <a:lnTo>
                  <a:pt x="584803" y="111393"/>
                </a:lnTo>
                <a:lnTo>
                  <a:pt x="585209" y="111183"/>
                </a:lnTo>
                <a:lnTo>
                  <a:pt x="585611" y="110969"/>
                </a:lnTo>
                <a:lnTo>
                  <a:pt x="586007" y="110751"/>
                </a:lnTo>
                <a:lnTo>
                  <a:pt x="586398" y="110529"/>
                </a:lnTo>
                <a:lnTo>
                  <a:pt x="586785" y="110303"/>
                </a:lnTo>
                <a:lnTo>
                  <a:pt x="587167" y="110073"/>
                </a:lnTo>
                <a:lnTo>
                  <a:pt x="587544" y="109838"/>
                </a:lnTo>
                <a:lnTo>
                  <a:pt x="587916" y="109600"/>
                </a:lnTo>
                <a:lnTo>
                  <a:pt x="588283" y="109358"/>
                </a:lnTo>
                <a:lnTo>
                  <a:pt x="588645" y="109111"/>
                </a:lnTo>
                <a:lnTo>
                  <a:pt x="589003" y="108860"/>
                </a:lnTo>
                <a:lnTo>
                  <a:pt x="589355" y="108606"/>
                </a:lnTo>
                <a:lnTo>
                  <a:pt x="589703" y="108347"/>
                </a:lnTo>
                <a:lnTo>
                  <a:pt x="590046" y="108084"/>
                </a:lnTo>
                <a:lnTo>
                  <a:pt x="590384" y="107817"/>
                </a:lnTo>
                <a:lnTo>
                  <a:pt x="590717" y="107546"/>
                </a:lnTo>
                <a:lnTo>
                  <a:pt x="591046" y="107270"/>
                </a:lnTo>
                <a:lnTo>
                  <a:pt x="591369" y="106991"/>
                </a:lnTo>
                <a:lnTo>
                  <a:pt x="591688" y="106708"/>
                </a:lnTo>
                <a:lnTo>
                  <a:pt x="592001" y="106422"/>
                </a:lnTo>
                <a:lnTo>
                  <a:pt x="592309" y="106134"/>
                </a:lnTo>
                <a:lnTo>
                  <a:pt x="592612" y="105846"/>
                </a:lnTo>
                <a:lnTo>
                  <a:pt x="592910" y="105557"/>
                </a:lnTo>
                <a:lnTo>
                  <a:pt x="593203" y="105266"/>
                </a:lnTo>
                <a:lnTo>
                  <a:pt x="593490" y="104974"/>
                </a:lnTo>
                <a:lnTo>
                  <a:pt x="593728" y="104727"/>
                </a:lnTo>
                <a:lnTo>
                  <a:pt x="593750" y="104919"/>
                </a:lnTo>
                <a:lnTo>
                  <a:pt x="593788" y="105237"/>
                </a:lnTo>
                <a:lnTo>
                  <a:pt x="593828" y="105557"/>
                </a:lnTo>
                <a:lnTo>
                  <a:pt x="593870" y="105878"/>
                </a:lnTo>
                <a:lnTo>
                  <a:pt x="593914" y="106202"/>
                </a:lnTo>
                <a:lnTo>
                  <a:pt x="593960" y="106527"/>
                </a:lnTo>
                <a:lnTo>
                  <a:pt x="594008" y="106855"/>
                </a:lnTo>
                <a:lnTo>
                  <a:pt x="594058" y="107181"/>
                </a:lnTo>
                <a:lnTo>
                  <a:pt x="594109" y="107501"/>
                </a:lnTo>
                <a:lnTo>
                  <a:pt x="594162" y="107816"/>
                </a:lnTo>
                <a:lnTo>
                  <a:pt x="594217" y="108125"/>
                </a:lnTo>
                <a:lnTo>
                  <a:pt x="594273" y="108428"/>
                </a:lnTo>
                <a:lnTo>
                  <a:pt x="594330" y="108727"/>
                </a:lnTo>
                <a:lnTo>
                  <a:pt x="594389" y="109019"/>
                </a:lnTo>
                <a:lnTo>
                  <a:pt x="594450" y="109306"/>
                </a:lnTo>
                <a:lnTo>
                  <a:pt x="594512" y="109588"/>
                </a:lnTo>
                <a:lnTo>
                  <a:pt x="594576" y="109864"/>
                </a:lnTo>
                <a:lnTo>
                  <a:pt x="594641" y="110135"/>
                </a:lnTo>
                <a:lnTo>
                  <a:pt x="594708" y="110400"/>
                </a:lnTo>
                <a:lnTo>
                  <a:pt x="594776" y="110660"/>
                </a:lnTo>
                <a:lnTo>
                  <a:pt x="594846" y="110914"/>
                </a:lnTo>
                <a:lnTo>
                  <a:pt x="594917" y="111163"/>
                </a:lnTo>
                <a:lnTo>
                  <a:pt x="594990" y="111406"/>
                </a:lnTo>
                <a:lnTo>
                  <a:pt x="595065" y="111644"/>
                </a:lnTo>
                <a:lnTo>
                  <a:pt x="595141" y="111876"/>
                </a:lnTo>
                <a:lnTo>
                  <a:pt x="595218" y="112103"/>
                </a:lnTo>
                <a:lnTo>
                  <a:pt x="595297" y="112324"/>
                </a:lnTo>
                <a:lnTo>
                  <a:pt x="595378" y="112539"/>
                </a:lnTo>
                <a:lnTo>
                  <a:pt x="595460" y="112750"/>
                </a:lnTo>
                <a:lnTo>
                  <a:pt x="595544" y="112954"/>
                </a:lnTo>
                <a:lnTo>
                  <a:pt x="595629" y="113154"/>
                </a:lnTo>
                <a:lnTo>
                  <a:pt x="609847" y="113154"/>
                </a:lnTo>
                <a:lnTo>
                  <a:pt x="609847" y="111975"/>
                </a:lnTo>
                <a:lnTo>
                  <a:pt x="609731" y="111703"/>
                </a:lnTo>
                <a:lnTo>
                  <a:pt x="609618" y="111426"/>
                </a:lnTo>
                <a:lnTo>
                  <a:pt x="609508" y="111145"/>
                </a:lnTo>
                <a:lnTo>
                  <a:pt x="609400" y="110860"/>
                </a:lnTo>
                <a:lnTo>
                  <a:pt x="609294" y="110570"/>
                </a:lnTo>
                <a:lnTo>
                  <a:pt x="609191" y="110276"/>
                </a:lnTo>
                <a:lnTo>
                  <a:pt x="609090" y="109978"/>
                </a:lnTo>
                <a:lnTo>
                  <a:pt x="608991" y="109675"/>
                </a:lnTo>
                <a:lnTo>
                  <a:pt x="608895" y="109368"/>
                </a:lnTo>
                <a:lnTo>
                  <a:pt x="608802" y="109056"/>
                </a:lnTo>
                <a:lnTo>
                  <a:pt x="608711" y="108741"/>
                </a:lnTo>
                <a:lnTo>
                  <a:pt x="608622" y="108420"/>
                </a:lnTo>
                <a:lnTo>
                  <a:pt x="608536" y="108096"/>
                </a:lnTo>
                <a:lnTo>
                  <a:pt x="608452" y="107767"/>
                </a:lnTo>
                <a:lnTo>
                  <a:pt x="608370" y="107434"/>
                </a:lnTo>
                <a:lnTo>
                  <a:pt x="608291" y="107096"/>
                </a:lnTo>
                <a:lnTo>
                  <a:pt x="608215" y="106755"/>
                </a:lnTo>
                <a:lnTo>
                  <a:pt x="608141" y="106408"/>
                </a:lnTo>
                <a:lnTo>
                  <a:pt x="608069" y="106058"/>
                </a:lnTo>
                <a:lnTo>
                  <a:pt x="608000" y="105703"/>
                </a:lnTo>
                <a:lnTo>
                  <a:pt x="607933" y="105344"/>
                </a:lnTo>
                <a:lnTo>
                  <a:pt x="607869" y="104980"/>
                </a:lnTo>
                <a:lnTo>
                  <a:pt x="607807" y="104612"/>
                </a:lnTo>
                <a:lnTo>
                  <a:pt x="607747" y="104240"/>
                </a:lnTo>
                <a:lnTo>
                  <a:pt x="607690" y="103866"/>
                </a:lnTo>
                <a:lnTo>
                  <a:pt x="607635" y="103494"/>
                </a:lnTo>
                <a:lnTo>
                  <a:pt x="607583" y="103124"/>
                </a:lnTo>
                <a:lnTo>
                  <a:pt x="607533" y="102756"/>
                </a:lnTo>
                <a:lnTo>
                  <a:pt x="607486" y="102390"/>
                </a:lnTo>
                <a:lnTo>
                  <a:pt x="607441" y="102025"/>
                </a:lnTo>
                <a:lnTo>
                  <a:pt x="607398" y="101662"/>
                </a:lnTo>
                <a:lnTo>
                  <a:pt x="607358" y="101301"/>
                </a:lnTo>
                <a:lnTo>
                  <a:pt x="607321" y="100942"/>
                </a:lnTo>
                <a:lnTo>
                  <a:pt x="607285" y="100584"/>
                </a:lnTo>
                <a:lnTo>
                  <a:pt x="607253" y="100229"/>
                </a:lnTo>
                <a:lnTo>
                  <a:pt x="607222" y="99875"/>
                </a:lnTo>
                <a:lnTo>
                  <a:pt x="607194" y="99523"/>
                </a:lnTo>
                <a:lnTo>
                  <a:pt x="607169" y="99173"/>
                </a:lnTo>
                <a:lnTo>
                  <a:pt x="607146" y="98824"/>
                </a:lnTo>
                <a:lnTo>
                  <a:pt x="607125" y="98477"/>
                </a:lnTo>
                <a:lnTo>
                  <a:pt x="607107" y="98132"/>
                </a:lnTo>
                <a:lnTo>
                  <a:pt x="607091" y="97789"/>
                </a:lnTo>
                <a:lnTo>
                  <a:pt x="607078" y="97448"/>
                </a:lnTo>
                <a:lnTo>
                  <a:pt x="607067" y="97108"/>
                </a:lnTo>
                <a:lnTo>
                  <a:pt x="607058" y="96771"/>
                </a:lnTo>
                <a:lnTo>
                  <a:pt x="607052" y="96435"/>
                </a:lnTo>
                <a:lnTo>
                  <a:pt x="607048" y="96100"/>
                </a:lnTo>
                <a:lnTo>
                  <a:pt x="607047" y="95768"/>
                </a:lnTo>
                <a:lnTo>
                  <a:pt x="607047" y="58639"/>
                </a:lnTo>
                <a:lnTo>
                  <a:pt x="607041" y="57902"/>
                </a:lnTo>
                <a:lnTo>
                  <a:pt x="607021" y="57175"/>
                </a:lnTo>
                <a:lnTo>
                  <a:pt x="606988" y="56458"/>
                </a:lnTo>
                <a:lnTo>
                  <a:pt x="606942" y="55751"/>
                </a:lnTo>
                <a:lnTo>
                  <a:pt x="606883" y="55055"/>
                </a:lnTo>
                <a:lnTo>
                  <a:pt x="606810" y="54369"/>
                </a:lnTo>
                <a:lnTo>
                  <a:pt x="606725" y="53694"/>
                </a:lnTo>
                <a:lnTo>
                  <a:pt x="606626" y="53028"/>
                </a:lnTo>
                <a:lnTo>
                  <a:pt x="606514" y="52374"/>
                </a:lnTo>
                <a:lnTo>
                  <a:pt x="606389" y="51729"/>
                </a:lnTo>
                <a:lnTo>
                  <a:pt x="606250" y="51095"/>
                </a:lnTo>
                <a:lnTo>
                  <a:pt x="606099" y="50472"/>
                </a:lnTo>
                <a:lnTo>
                  <a:pt x="605934" y="49858"/>
                </a:lnTo>
                <a:lnTo>
                  <a:pt x="605756" y="49255"/>
                </a:lnTo>
                <a:lnTo>
                  <a:pt x="605565" y="48663"/>
                </a:lnTo>
                <a:lnTo>
                  <a:pt x="605361" y="48080"/>
                </a:lnTo>
                <a:lnTo>
                  <a:pt x="605144" y="47509"/>
                </a:lnTo>
                <a:lnTo>
                  <a:pt x="604913" y="46947"/>
                </a:lnTo>
                <a:lnTo>
                  <a:pt x="604670" y="46396"/>
                </a:lnTo>
                <a:lnTo>
                  <a:pt x="604413" y="45855"/>
                </a:lnTo>
                <a:lnTo>
                  <a:pt x="604143" y="45325"/>
                </a:lnTo>
                <a:lnTo>
                  <a:pt x="603859" y="44805"/>
                </a:lnTo>
                <a:lnTo>
                  <a:pt x="603563" y="44295"/>
                </a:lnTo>
                <a:lnTo>
                  <a:pt x="603253" y="43795"/>
                </a:lnTo>
                <a:lnTo>
                  <a:pt x="602932" y="43306"/>
                </a:lnTo>
                <a:lnTo>
                  <a:pt x="602601" y="42828"/>
                </a:lnTo>
                <a:lnTo>
                  <a:pt x="602260" y="42359"/>
                </a:lnTo>
                <a:lnTo>
                  <a:pt x="601909" y="41902"/>
                </a:lnTo>
                <a:lnTo>
                  <a:pt x="601548" y="41454"/>
                </a:lnTo>
                <a:lnTo>
                  <a:pt x="601177" y="41017"/>
                </a:lnTo>
                <a:lnTo>
                  <a:pt x="600796" y="40590"/>
                </a:lnTo>
                <a:lnTo>
                  <a:pt x="600405" y="40173"/>
                </a:lnTo>
                <a:lnTo>
                  <a:pt x="600004" y="39767"/>
                </a:lnTo>
                <a:lnTo>
                  <a:pt x="599593" y="39372"/>
                </a:lnTo>
                <a:lnTo>
                  <a:pt x="599172" y="38986"/>
                </a:lnTo>
                <a:lnTo>
                  <a:pt x="598741" y="38611"/>
                </a:lnTo>
                <a:lnTo>
                  <a:pt x="598300" y="38246"/>
                </a:lnTo>
                <a:lnTo>
                  <a:pt x="597850" y="37892"/>
                </a:lnTo>
                <a:lnTo>
                  <a:pt x="597389" y="37548"/>
                </a:lnTo>
                <a:lnTo>
                  <a:pt x="596918" y="37214"/>
                </a:lnTo>
                <a:lnTo>
                  <a:pt x="596437" y="36891"/>
                </a:lnTo>
                <a:lnTo>
                  <a:pt x="595946" y="36578"/>
                </a:lnTo>
                <a:lnTo>
                  <a:pt x="595446" y="36276"/>
                </a:lnTo>
                <a:lnTo>
                  <a:pt x="594935" y="35984"/>
                </a:lnTo>
                <a:lnTo>
                  <a:pt x="594414" y="35702"/>
                </a:lnTo>
                <a:lnTo>
                  <a:pt x="593884" y="35430"/>
                </a:lnTo>
                <a:lnTo>
                  <a:pt x="593343" y="35169"/>
                </a:lnTo>
                <a:lnTo>
                  <a:pt x="592793" y="34918"/>
                </a:lnTo>
                <a:lnTo>
                  <a:pt x="592233" y="34678"/>
                </a:lnTo>
                <a:lnTo>
                  <a:pt x="591667" y="34448"/>
                </a:lnTo>
                <a:lnTo>
                  <a:pt x="591094" y="34228"/>
                </a:lnTo>
                <a:lnTo>
                  <a:pt x="590514" y="34018"/>
                </a:lnTo>
                <a:lnTo>
                  <a:pt x="589927" y="33819"/>
                </a:lnTo>
                <a:lnTo>
                  <a:pt x="589332" y="33629"/>
                </a:lnTo>
                <a:lnTo>
                  <a:pt x="588731" y="33450"/>
                </a:lnTo>
                <a:lnTo>
                  <a:pt x="588123" y="33281"/>
                </a:lnTo>
                <a:lnTo>
                  <a:pt x="587507" y="33123"/>
                </a:lnTo>
                <a:lnTo>
                  <a:pt x="586885" y="32974"/>
                </a:lnTo>
                <a:lnTo>
                  <a:pt x="586256" y="32836"/>
                </a:lnTo>
                <a:lnTo>
                  <a:pt x="585619" y="32708"/>
                </a:lnTo>
                <a:lnTo>
                  <a:pt x="584976" y="32591"/>
                </a:lnTo>
                <a:lnTo>
                  <a:pt x="584325" y="32483"/>
                </a:lnTo>
                <a:lnTo>
                  <a:pt x="583668" y="32386"/>
                </a:lnTo>
                <a:lnTo>
                  <a:pt x="583003" y="32299"/>
                </a:lnTo>
                <a:lnTo>
                  <a:pt x="582331" y="32222"/>
                </a:lnTo>
                <a:lnTo>
                  <a:pt x="581653" y="32156"/>
                </a:lnTo>
                <a:lnTo>
                  <a:pt x="580967" y="32100"/>
                </a:lnTo>
                <a:lnTo>
                  <a:pt x="580274" y="32054"/>
                </a:lnTo>
                <a:lnTo>
                  <a:pt x="579574" y="32018"/>
                </a:lnTo>
                <a:lnTo>
                  <a:pt x="578868" y="31992"/>
                </a:lnTo>
                <a:lnTo>
                  <a:pt x="578154" y="31977"/>
                </a:lnTo>
                <a:lnTo>
                  <a:pt x="577433" y="31972"/>
                </a:lnTo>
                <a:lnTo>
                  <a:pt x="576834" y="31975"/>
                </a:lnTo>
                <a:lnTo>
                  <a:pt x="576239" y="31986"/>
                </a:lnTo>
                <a:lnTo>
                  <a:pt x="575649" y="32003"/>
                </a:lnTo>
                <a:lnTo>
                  <a:pt x="575064" y="32028"/>
                </a:lnTo>
                <a:lnTo>
                  <a:pt x="574484" y="32060"/>
                </a:lnTo>
                <a:lnTo>
                  <a:pt x="573908" y="32098"/>
                </a:lnTo>
                <a:lnTo>
                  <a:pt x="573337" y="32144"/>
                </a:lnTo>
                <a:lnTo>
                  <a:pt x="572771" y="32197"/>
                </a:lnTo>
                <a:lnTo>
                  <a:pt x="572210" y="32257"/>
                </a:lnTo>
                <a:lnTo>
                  <a:pt x="571653" y="32323"/>
                </a:lnTo>
                <a:lnTo>
                  <a:pt x="571101" y="32397"/>
                </a:lnTo>
                <a:lnTo>
                  <a:pt x="570554" y="32478"/>
                </a:lnTo>
                <a:lnTo>
                  <a:pt x="570012" y="32566"/>
                </a:lnTo>
                <a:lnTo>
                  <a:pt x="569474" y="32661"/>
                </a:lnTo>
                <a:lnTo>
                  <a:pt x="568941" y="32763"/>
                </a:lnTo>
                <a:lnTo>
                  <a:pt x="568413" y="32872"/>
                </a:lnTo>
                <a:lnTo>
                  <a:pt x="567889" y="32988"/>
                </a:lnTo>
                <a:lnTo>
                  <a:pt x="567370" y="33111"/>
                </a:lnTo>
                <a:lnTo>
                  <a:pt x="566856" y="33241"/>
                </a:lnTo>
                <a:lnTo>
                  <a:pt x="566347" y="33379"/>
                </a:lnTo>
                <a:lnTo>
                  <a:pt x="565842" y="33523"/>
                </a:lnTo>
                <a:lnTo>
                  <a:pt x="565342" y="33674"/>
                </a:lnTo>
                <a:lnTo>
                  <a:pt x="564847" y="33832"/>
                </a:lnTo>
                <a:lnTo>
                  <a:pt x="564357" y="33998"/>
                </a:lnTo>
                <a:lnTo>
                  <a:pt x="563872" y="34169"/>
                </a:lnTo>
                <a:lnTo>
                  <a:pt x="563393" y="34345"/>
                </a:lnTo>
                <a:lnTo>
                  <a:pt x="562919" y="34526"/>
                </a:lnTo>
                <a:lnTo>
                  <a:pt x="562452" y="34712"/>
                </a:lnTo>
                <a:lnTo>
                  <a:pt x="561990" y="34902"/>
                </a:lnTo>
                <a:lnTo>
                  <a:pt x="561534" y="35098"/>
                </a:lnTo>
                <a:lnTo>
                  <a:pt x="561085" y="35298"/>
                </a:lnTo>
                <a:lnTo>
                  <a:pt x="560641" y="35504"/>
                </a:lnTo>
                <a:lnTo>
                  <a:pt x="560203" y="35714"/>
                </a:lnTo>
                <a:lnTo>
                  <a:pt x="559771" y="35929"/>
                </a:lnTo>
                <a:lnTo>
                  <a:pt x="559344" y="36149"/>
                </a:lnTo>
                <a:lnTo>
                  <a:pt x="558924" y="36373"/>
                </a:lnTo>
                <a:lnTo>
                  <a:pt x="558509" y="36603"/>
                </a:lnTo>
                <a:lnTo>
                  <a:pt x="558101" y="36837"/>
                </a:lnTo>
                <a:lnTo>
                  <a:pt x="557698" y="37077"/>
                </a:lnTo>
                <a:lnTo>
                  <a:pt x="557301" y="37321"/>
                </a:lnTo>
                <a:lnTo>
                  <a:pt x="556910" y="37570"/>
                </a:lnTo>
                <a:lnTo>
                  <a:pt x="556525" y="37824"/>
                </a:lnTo>
                <a:lnTo>
                  <a:pt x="556146" y="38082"/>
                </a:lnTo>
                <a:lnTo>
                  <a:pt x="555773" y="38346"/>
                </a:lnTo>
                <a:lnTo>
                  <a:pt x="555405" y="38615"/>
                </a:lnTo>
                <a:lnTo>
                  <a:pt x="555044" y="38888"/>
                </a:lnTo>
                <a:lnTo>
                  <a:pt x="554688" y="39166"/>
                </a:lnTo>
                <a:lnTo>
                  <a:pt x="554338" y="39449"/>
                </a:lnTo>
                <a:lnTo>
                  <a:pt x="553995" y="39736"/>
                </a:lnTo>
                <a:lnTo>
                  <a:pt x="553658" y="40025"/>
                </a:lnTo>
                <a:lnTo>
                  <a:pt x="553328" y="40318"/>
                </a:lnTo>
                <a:lnTo>
                  <a:pt x="553005" y="40612"/>
                </a:lnTo>
                <a:lnTo>
                  <a:pt x="552689" y="40910"/>
                </a:lnTo>
                <a:lnTo>
                  <a:pt x="552379" y="41210"/>
                </a:lnTo>
                <a:lnTo>
                  <a:pt x="552076" y="41513"/>
                </a:lnTo>
                <a:lnTo>
                  <a:pt x="551780" y="41819"/>
                </a:lnTo>
                <a:lnTo>
                  <a:pt x="551491" y="42127"/>
                </a:lnTo>
                <a:lnTo>
                  <a:pt x="551208" y="42438"/>
                </a:lnTo>
                <a:lnTo>
                  <a:pt x="550933" y="42752"/>
                </a:lnTo>
                <a:lnTo>
                  <a:pt x="550664" y="43068"/>
                </a:lnTo>
                <a:lnTo>
                  <a:pt x="550402" y="43387"/>
                </a:lnTo>
                <a:lnTo>
                  <a:pt x="550146" y="43709"/>
                </a:lnTo>
                <a:lnTo>
                  <a:pt x="549898" y="44033"/>
                </a:lnTo>
                <a:lnTo>
                  <a:pt x="549656" y="44360"/>
                </a:lnTo>
                <a:lnTo>
                  <a:pt x="549421" y="44690"/>
                </a:lnTo>
                <a:lnTo>
                  <a:pt x="549193" y="45022"/>
                </a:lnTo>
                <a:lnTo>
                  <a:pt x="548971" y="45358"/>
                </a:lnTo>
                <a:lnTo>
                  <a:pt x="548757" y="45695"/>
                </a:lnTo>
                <a:lnTo>
                  <a:pt x="548549" y="46036"/>
                </a:lnTo>
                <a:lnTo>
                  <a:pt x="548348" y="46379"/>
                </a:lnTo>
                <a:lnTo>
                  <a:pt x="548153" y="46725"/>
                </a:lnTo>
                <a:lnTo>
                  <a:pt x="547966" y="47074"/>
                </a:lnTo>
                <a:lnTo>
                  <a:pt x="547785" y="47424"/>
                </a:lnTo>
                <a:lnTo>
                  <a:pt x="547613" y="47774"/>
                </a:lnTo>
                <a:lnTo>
                  <a:pt x="547448" y="48125"/>
                </a:lnTo>
                <a:lnTo>
                  <a:pt x="547291" y="48475"/>
                </a:lnTo>
                <a:lnTo>
                  <a:pt x="547141" y="48826"/>
                </a:lnTo>
                <a:lnTo>
                  <a:pt x="546999" y="49178"/>
                </a:lnTo>
                <a:lnTo>
                  <a:pt x="546865" y="49529"/>
                </a:lnTo>
                <a:lnTo>
                  <a:pt x="546738" y="49881"/>
                </a:lnTo>
                <a:lnTo>
                  <a:pt x="546619" y="50233"/>
                </a:lnTo>
                <a:lnTo>
                  <a:pt x="546508" y="50586"/>
                </a:lnTo>
                <a:lnTo>
                  <a:pt x="546404" y="50938"/>
                </a:lnTo>
                <a:lnTo>
                  <a:pt x="546308" y="51291"/>
                </a:lnTo>
                <a:lnTo>
                  <a:pt x="546220" y="51644"/>
                </a:lnTo>
                <a:lnTo>
                  <a:pt x="546139" y="51998"/>
                </a:lnTo>
                <a:lnTo>
                  <a:pt x="546067" y="52351"/>
                </a:lnTo>
                <a:lnTo>
                  <a:pt x="546001" y="52705"/>
                </a:lnTo>
                <a:lnTo>
                  <a:pt x="545944" y="53059"/>
                </a:lnTo>
                <a:lnTo>
                  <a:pt x="545894" y="53414"/>
                </a:lnTo>
                <a:lnTo>
                  <a:pt x="545852" y="53768"/>
                </a:lnTo>
                <a:lnTo>
                  <a:pt x="545817" y="54123"/>
                </a:lnTo>
                <a:lnTo>
                  <a:pt x="545790" y="54478"/>
                </a:lnTo>
                <a:lnTo>
                  <a:pt x="545771" y="54834"/>
                </a:lnTo>
                <a:lnTo>
                  <a:pt x="545760" y="55189"/>
                </a:lnTo>
                <a:lnTo>
                  <a:pt x="545756" y="55545"/>
                </a:lnTo>
                <a:lnTo>
                  <a:pt x="559384" y="55545"/>
                </a:lnTo>
                <a:lnTo>
                  <a:pt x="559388" y="55270"/>
                </a:lnTo>
                <a:lnTo>
                  <a:pt x="559399" y="54996"/>
                </a:lnTo>
                <a:lnTo>
                  <a:pt x="559418" y="54724"/>
                </a:lnTo>
                <a:lnTo>
                  <a:pt x="559445" y="54453"/>
                </a:lnTo>
                <a:lnTo>
                  <a:pt x="559479" y="54183"/>
                </a:lnTo>
                <a:lnTo>
                  <a:pt x="559520" y="53916"/>
                </a:lnTo>
                <a:lnTo>
                  <a:pt x="559569" y="53649"/>
                </a:lnTo>
                <a:lnTo>
                  <a:pt x="559626" y="53384"/>
                </a:lnTo>
                <a:lnTo>
                  <a:pt x="559690" y="53121"/>
                </a:lnTo>
                <a:lnTo>
                  <a:pt x="559762" y="52860"/>
                </a:lnTo>
                <a:lnTo>
                  <a:pt x="559841" y="52599"/>
                </a:lnTo>
                <a:lnTo>
                  <a:pt x="559928" y="52341"/>
                </a:lnTo>
                <a:lnTo>
                  <a:pt x="560022" y="52084"/>
                </a:lnTo>
                <a:lnTo>
                  <a:pt x="560124" y="51828"/>
                </a:lnTo>
                <a:lnTo>
                  <a:pt x="560233" y="51574"/>
                </a:lnTo>
                <a:lnTo>
                  <a:pt x="560350" y="51322"/>
                </a:lnTo>
                <a:lnTo>
                  <a:pt x="560475" y="51071"/>
                </a:lnTo>
                <a:lnTo>
                  <a:pt x="560607" y="50821"/>
                </a:lnTo>
                <a:lnTo>
                  <a:pt x="560746" y="50574"/>
                </a:lnTo>
                <a:lnTo>
                  <a:pt x="560893" y="50327"/>
                </a:lnTo>
                <a:lnTo>
                  <a:pt x="561048" y="50082"/>
                </a:lnTo>
                <a:lnTo>
                  <a:pt x="561210" y="49839"/>
                </a:lnTo>
                <a:lnTo>
                  <a:pt x="561380" y="49598"/>
                </a:lnTo>
                <a:lnTo>
                  <a:pt x="561557" y="49357"/>
                </a:lnTo>
                <a:lnTo>
                  <a:pt x="561742" y="49120"/>
                </a:lnTo>
                <a:lnTo>
                  <a:pt x="561931" y="48886"/>
                </a:lnTo>
                <a:lnTo>
                  <a:pt x="562127" y="48656"/>
                </a:lnTo>
                <a:lnTo>
                  <a:pt x="562329" y="48430"/>
                </a:lnTo>
                <a:lnTo>
                  <a:pt x="562537" y="48208"/>
                </a:lnTo>
                <a:lnTo>
                  <a:pt x="562750" y="47990"/>
                </a:lnTo>
                <a:lnTo>
                  <a:pt x="562969" y="47775"/>
                </a:lnTo>
                <a:lnTo>
                  <a:pt x="563195" y="47565"/>
                </a:lnTo>
                <a:lnTo>
                  <a:pt x="563426" y="47358"/>
                </a:lnTo>
                <a:lnTo>
                  <a:pt x="563663" y="47155"/>
                </a:lnTo>
                <a:lnTo>
                  <a:pt x="563906" y="46956"/>
                </a:lnTo>
                <a:lnTo>
                  <a:pt x="564154" y="46761"/>
                </a:lnTo>
                <a:lnTo>
                  <a:pt x="564409" y="46569"/>
                </a:lnTo>
                <a:lnTo>
                  <a:pt x="564669" y="46381"/>
                </a:lnTo>
                <a:lnTo>
                  <a:pt x="564936" y="46198"/>
                </a:lnTo>
                <a:lnTo>
                  <a:pt x="565208" y="46018"/>
                </a:lnTo>
                <a:lnTo>
                  <a:pt x="565486" y="45842"/>
                </a:lnTo>
                <a:lnTo>
                  <a:pt x="565770" y="45669"/>
                </a:lnTo>
                <a:lnTo>
                  <a:pt x="566060" y="45501"/>
                </a:lnTo>
                <a:lnTo>
                  <a:pt x="566356" y="45336"/>
                </a:lnTo>
                <a:lnTo>
                  <a:pt x="566658" y="45176"/>
                </a:lnTo>
                <a:lnTo>
                  <a:pt x="566965" y="45019"/>
                </a:lnTo>
                <a:lnTo>
                  <a:pt x="567279" y="44866"/>
                </a:lnTo>
                <a:lnTo>
                  <a:pt x="567598" y="44716"/>
                </a:lnTo>
                <a:lnTo>
                  <a:pt x="567923" y="44572"/>
                </a:lnTo>
                <a:lnTo>
                  <a:pt x="568252" y="44434"/>
                </a:lnTo>
                <a:lnTo>
                  <a:pt x="568585" y="44302"/>
                </a:lnTo>
                <a:lnTo>
                  <a:pt x="568923" y="44176"/>
                </a:lnTo>
                <a:lnTo>
                  <a:pt x="569266" y="44056"/>
                </a:lnTo>
                <a:lnTo>
                  <a:pt x="569613" y="43943"/>
                </a:lnTo>
                <a:lnTo>
                  <a:pt x="569964" y="43835"/>
                </a:lnTo>
                <a:lnTo>
                  <a:pt x="570320" y="43734"/>
                </a:lnTo>
                <a:lnTo>
                  <a:pt x="570680" y="43639"/>
                </a:lnTo>
                <a:lnTo>
                  <a:pt x="571045" y="43550"/>
                </a:lnTo>
                <a:lnTo>
                  <a:pt x="571414" y="43467"/>
                </a:lnTo>
                <a:lnTo>
                  <a:pt x="571788" y="43390"/>
                </a:lnTo>
                <a:lnTo>
                  <a:pt x="572166" y="43320"/>
                </a:lnTo>
                <a:lnTo>
                  <a:pt x="572549" y="43255"/>
                </a:lnTo>
                <a:lnTo>
                  <a:pt x="572936" y="43197"/>
                </a:lnTo>
                <a:lnTo>
                  <a:pt x="573328" y="43145"/>
                </a:lnTo>
                <a:lnTo>
                  <a:pt x="573724" y="43099"/>
                </a:lnTo>
                <a:lnTo>
                  <a:pt x="574125" y="43059"/>
                </a:lnTo>
                <a:lnTo>
                  <a:pt x="574530" y="43025"/>
                </a:lnTo>
                <a:lnTo>
                  <a:pt x="574939" y="42997"/>
                </a:lnTo>
                <a:lnTo>
                  <a:pt x="575353" y="42976"/>
                </a:lnTo>
                <a:lnTo>
                  <a:pt x="575772" y="42961"/>
                </a:lnTo>
                <a:lnTo>
                  <a:pt x="576195" y="42951"/>
                </a:lnTo>
                <a:lnTo>
                  <a:pt x="576623" y="42948"/>
                </a:lnTo>
                <a:lnTo>
                  <a:pt x="577080" y="42952"/>
                </a:lnTo>
                <a:lnTo>
                  <a:pt x="577531" y="42962"/>
                </a:lnTo>
                <a:lnTo>
                  <a:pt x="577976" y="42978"/>
                </a:lnTo>
                <a:lnTo>
                  <a:pt x="578415" y="43001"/>
                </a:lnTo>
                <a:lnTo>
                  <a:pt x="578848" y="43031"/>
                </a:lnTo>
                <a:lnTo>
                  <a:pt x="579275" y="43068"/>
                </a:lnTo>
                <a:lnTo>
                  <a:pt x="579695" y="43111"/>
                </a:lnTo>
                <a:lnTo>
                  <a:pt x="580109" y="43161"/>
                </a:lnTo>
                <a:lnTo>
                  <a:pt x="580518" y="43218"/>
                </a:lnTo>
                <a:lnTo>
                  <a:pt x="580920" y="43281"/>
                </a:lnTo>
                <a:lnTo>
                  <a:pt x="581316" y="43351"/>
                </a:lnTo>
                <a:lnTo>
                  <a:pt x="581706" y="43427"/>
                </a:lnTo>
                <a:lnTo>
                  <a:pt x="582089" y="43510"/>
                </a:lnTo>
                <a:lnTo>
                  <a:pt x="582467" y="43600"/>
                </a:lnTo>
                <a:lnTo>
                  <a:pt x="582838" y="43696"/>
                </a:lnTo>
                <a:lnTo>
                  <a:pt x="583203" y="43800"/>
                </a:lnTo>
                <a:lnTo>
                  <a:pt x="583563" y="43909"/>
                </a:lnTo>
                <a:lnTo>
                  <a:pt x="583916" y="44026"/>
                </a:lnTo>
                <a:lnTo>
                  <a:pt x="584262" y="44149"/>
                </a:lnTo>
                <a:lnTo>
                  <a:pt x="584603" y="44278"/>
                </a:lnTo>
                <a:lnTo>
                  <a:pt x="584938" y="44415"/>
                </a:lnTo>
                <a:lnTo>
                  <a:pt x="585266" y="44558"/>
                </a:lnTo>
                <a:lnTo>
                  <a:pt x="585588" y="44707"/>
                </a:lnTo>
                <a:lnTo>
                  <a:pt x="585905" y="44864"/>
                </a:lnTo>
                <a:lnTo>
                  <a:pt x="586214" y="45026"/>
                </a:lnTo>
                <a:lnTo>
                  <a:pt x="586518" y="45194"/>
                </a:lnTo>
                <a:lnTo>
                  <a:pt x="586815" y="45367"/>
                </a:lnTo>
                <a:lnTo>
                  <a:pt x="587105" y="45546"/>
                </a:lnTo>
                <a:lnTo>
                  <a:pt x="587389" y="45730"/>
                </a:lnTo>
                <a:lnTo>
                  <a:pt x="587666" y="45920"/>
                </a:lnTo>
                <a:lnTo>
                  <a:pt x="587936" y="46116"/>
                </a:lnTo>
                <a:lnTo>
                  <a:pt x="588201" y="46316"/>
                </a:lnTo>
                <a:lnTo>
                  <a:pt x="588458" y="46523"/>
                </a:lnTo>
                <a:lnTo>
                  <a:pt x="588709" y="46735"/>
                </a:lnTo>
                <a:lnTo>
                  <a:pt x="588954" y="46952"/>
                </a:lnTo>
                <a:lnTo>
                  <a:pt x="589192" y="47175"/>
                </a:lnTo>
                <a:lnTo>
                  <a:pt x="589424" y="47403"/>
                </a:lnTo>
                <a:lnTo>
                  <a:pt x="589649" y="47637"/>
                </a:lnTo>
                <a:lnTo>
                  <a:pt x="589867" y="47876"/>
                </a:lnTo>
                <a:lnTo>
                  <a:pt x="590079" y="48121"/>
                </a:lnTo>
                <a:lnTo>
                  <a:pt x="590285" y="48372"/>
                </a:lnTo>
                <a:lnTo>
                  <a:pt x="590484" y="48628"/>
                </a:lnTo>
                <a:lnTo>
                  <a:pt x="590676" y="48889"/>
                </a:lnTo>
                <a:lnTo>
                  <a:pt x="590862" y="49156"/>
                </a:lnTo>
                <a:lnTo>
                  <a:pt x="591041" y="49428"/>
                </a:lnTo>
                <a:lnTo>
                  <a:pt x="591214" y="49706"/>
                </a:lnTo>
                <a:lnTo>
                  <a:pt x="591380" y="49989"/>
                </a:lnTo>
                <a:lnTo>
                  <a:pt x="591540" y="50278"/>
                </a:lnTo>
                <a:lnTo>
                  <a:pt x="591694" y="50572"/>
                </a:lnTo>
                <a:lnTo>
                  <a:pt x="591840" y="50870"/>
                </a:lnTo>
                <a:lnTo>
                  <a:pt x="591981" y="51172"/>
                </a:lnTo>
                <a:lnTo>
                  <a:pt x="592114" y="51478"/>
                </a:lnTo>
                <a:lnTo>
                  <a:pt x="592241" y="51789"/>
                </a:lnTo>
                <a:lnTo>
                  <a:pt x="592362" y="52104"/>
                </a:lnTo>
                <a:lnTo>
                  <a:pt x="592476" y="52423"/>
                </a:lnTo>
                <a:lnTo>
                  <a:pt x="592584" y="52746"/>
                </a:lnTo>
                <a:lnTo>
                  <a:pt x="592685" y="53074"/>
                </a:lnTo>
                <a:lnTo>
                  <a:pt x="592780" y="53405"/>
                </a:lnTo>
                <a:lnTo>
                  <a:pt x="592868" y="53741"/>
                </a:lnTo>
                <a:lnTo>
                  <a:pt x="592949" y="54081"/>
                </a:lnTo>
                <a:lnTo>
                  <a:pt x="593024" y="54426"/>
                </a:lnTo>
                <a:lnTo>
                  <a:pt x="593093" y="54774"/>
                </a:lnTo>
                <a:lnTo>
                  <a:pt x="593155" y="55127"/>
                </a:lnTo>
                <a:lnTo>
                  <a:pt x="593210" y="55484"/>
                </a:lnTo>
                <a:lnTo>
                  <a:pt x="593259" y="55845"/>
                </a:lnTo>
                <a:lnTo>
                  <a:pt x="593301" y="56211"/>
                </a:lnTo>
                <a:lnTo>
                  <a:pt x="593337" y="56580"/>
                </a:lnTo>
                <a:lnTo>
                  <a:pt x="593367" y="56954"/>
                </a:lnTo>
                <a:lnTo>
                  <a:pt x="593389" y="57332"/>
                </a:lnTo>
                <a:lnTo>
                  <a:pt x="593406" y="57715"/>
                </a:lnTo>
                <a:lnTo>
                  <a:pt x="593415" y="58101"/>
                </a:lnTo>
                <a:lnTo>
                  <a:pt x="593419" y="58492"/>
                </a:lnTo>
                <a:lnTo>
                  <a:pt x="593419" y="64828"/>
                </a:lnTo>
                <a:lnTo>
                  <a:pt x="579938" y="64828"/>
                </a:lnTo>
                <a:close/>
                <a:moveTo>
                  <a:pt x="592560" y="92287"/>
                </a:moveTo>
                <a:lnTo>
                  <a:pt x="592356" y="92604"/>
                </a:lnTo>
                <a:lnTo>
                  <a:pt x="592142" y="92921"/>
                </a:lnTo>
                <a:lnTo>
                  <a:pt x="591919" y="93239"/>
                </a:lnTo>
                <a:lnTo>
                  <a:pt x="591688" y="93558"/>
                </a:lnTo>
                <a:lnTo>
                  <a:pt x="591448" y="93875"/>
                </a:lnTo>
                <a:lnTo>
                  <a:pt x="591201" y="94188"/>
                </a:lnTo>
                <a:lnTo>
                  <a:pt x="590948" y="94497"/>
                </a:lnTo>
                <a:lnTo>
                  <a:pt x="590688" y="94802"/>
                </a:lnTo>
                <a:lnTo>
                  <a:pt x="590421" y="95103"/>
                </a:lnTo>
                <a:lnTo>
                  <a:pt x="590147" y="95400"/>
                </a:lnTo>
                <a:lnTo>
                  <a:pt x="589867" y="95692"/>
                </a:lnTo>
                <a:lnTo>
                  <a:pt x="589580" y="95981"/>
                </a:lnTo>
                <a:lnTo>
                  <a:pt x="589286" y="96265"/>
                </a:lnTo>
                <a:lnTo>
                  <a:pt x="588985" y="96546"/>
                </a:lnTo>
                <a:lnTo>
                  <a:pt x="588678" y="96822"/>
                </a:lnTo>
                <a:lnTo>
                  <a:pt x="588363" y="97094"/>
                </a:lnTo>
                <a:lnTo>
                  <a:pt x="588042" y="97362"/>
                </a:lnTo>
                <a:lnTo>
                  <a:pt x="587714" y="97626"/>
                </a:lnTo>
                <a:lnTo>
                  <a:pt x="587380" y="97886"/>
                </a:lnTo>
                <a:lnTo>
                  <a:pt x="587038" y="98142"/>
                </a:lnTo>
                <a:lnTo>
                  <a:pt x="586690" y="98393"/>
                </a:lnTo>
                <a:lnTo>
                  <a:pt x="586335" y="98641"/>
                </a:lnTo>
                <a:lnTo>
                  <a:pt x="585973" y="98885"/>
                </a:lnTo>
                <a:lnTo>
                  <a:pt x="585605" y="99124"/>
                </a:lnTo>
                <a:lnTo>
                  <a:pt x="585230" y="99359"/>
                </a:lnTo>
                <a:lnTo>
                  <a:pt x="584847" y="99590"/>
                </a:lnTo>
                <a:lnTo>
                  <a:pt x="584459" y="99818"/>
                </a:lnTo>
                <a:lnTo>
                  <a:pt x="584063" y="100041"/>
                </a:lnTo>
                <a:lnTo>
                  <a:pt x="583661" y="100257"/>
                </a:lnTo>
                <a:lnTo>
                  <a:pt x="583255" y="100464"/>
                </a:lnTo>
                <a:lnTo>
                  <a:pt x="582843" y="100662"/>
                </a:lnTo>
                <a:lnTo>
                  <a:pt x="582426" y="100851"/>
                </a:lnTo>
                <a:lnTo>
                  <a:pt x="582004" y="101031"/>
                </a:lnTo>
                <a:lnTo>
                  <a:pt x="581577" y="101201"/>
                </a:lnTo>
                <a:lnTo>
                  <a:pt x="581144" y="101362"/>
                </a:lnTo>
                <a:lnTo>
                  <a:pt x="580707" y="101514"/>
                </a:lnTo>
                <a:lnTo>
                  <a:pt x="580264" y="101657"/>
                </a:lnTo>
                <a:lnTo>
                  <a:pt x="579817" y="101790"/>
                </a:lnTo>
                <a:lnTo>
                  <a:pt x="579364" y="101915"/>
                </a:lnTo>
                <a:lnTo>
                  <a:pt x="578906" y="102030"/>
                </a:lnTo>
                <a:lnTo>
                  <a:pt x="578443" y="102136"/>
                </a:lnTo>
                <a:lnTo>
                  <a:pt x="577975" y="102232"/>
                </a:lnTo>
                <a:lnTo>
                  <a:pt x="577502" y="102320"/>
                </a:lnTo>
                <a:lnTo>
                  <a:pt x="577024" y="102398"/>
                </a:lnTo>
                <a:lnTo>
                  <a:pt x="576540" y="102467"/>
                </a:lnTo>
                <a:lnTo>
                  <a:pt x="576052" y="102527"/>
                </a:lnTo>
                <a:lnTo>
                  <a:pt x="575558" y="102578"/>
                </a:lnTo>
                <a:lnTo>
                  <a:pt x="575059" y="102619"/>
                </a:lnTo>
                <a:lnTo>
                  <a:pt x="574555" y="102651"/>
                </a:lnTo>
                <a:lnTo>
                  <a:pt x="574046" y="102674"/>
                </a:lnTo>
                <a:lnTo>
                  <a:pt x="573532" y="102688"/>
                </a:lnTo>
                <a:lnTo>
                  <a:pt x="573013" y="102693"/>
                </a:lnTo>
                <a:lnTo>
                  <a:pt x="572598" y="102690"/>
                </a:lnTo>
                <a:lnTo>
                  <a:pt x="572189" y="102680"/>
                </a:lnTo>
                <a:lnTo>
                  <a:pt x="571785" y="102665"/>
                </a:lnTo>
                <a:lnTo>
                  <a:pt x="571387" y="102643"/>
                </a:lnTo>
                <a:lnTo>
                  <a:pt x="570994" y="102614"/>
                </a:lnTo>
                <a:lnTo>
                  <a:pt x="570607" y="102580"/>
                </a:lnTo>
                <a:lnTo>
                  <a:pt x="570225" y="102539"/>
                </a:lnTo>
                <a:lnTo>
                  <a:pt x="569849" y="102492"/>
                </a:lnTo>
                <a:lnTo>
                  <a:pt x="569478" y="102439"/>
                </a:lnTo>
                <a:lnTo>
                  <a:pt x="569113" y="102379"/>
                </a:lnTo>
                <a:lnTo>
                  <a:pt x="568754" y="102314"/>
                </a:lnTo>
                <a:lnTo>
                  <a:pt x="568399" y="102242"/>
                </a:lnTo>
                <a:lnTo>
                  <a:pt x="568051" y="102163"/>
                </a:lnTo>
                <a:lnTo>
                  <a:pt x="567707" y="102079"/>
                </a:lnTo>
                <a:lnTo>
                  <a:pt x="567370" y="101988"/>
                </a:lnTo>
                <a:lnTo>
                  <a:pt x="567038" y="101891"/>
                </a:lnTo>
                <a:lnTo>
                  <a:pt x="566711" y="101787"/>
                </a:lnTo>
                <a:lnTo>
                  <a:pt x="566390" y="101677"/>
                </a:lnTo>
                <a:lnTo>
                  <a:pt x="566074" y="101562"/>
                </a:lnTo>
                <a:lnTo>
                  <a:pt x="565764" y="101439"/>
                </a:lnTo>
                <a:lnTo>
                  <a:pt x="565459" y="101311"/>
                </a:lnTo>
                <a:lnTo>
                  <a:pt x="565160" y="101176"/>
                </a:lnTo>
                <a:lnTo>
                  <a:pt x="564866" y="101035"/>
                </a:lnTo>
                <a:lnTo>
                  <a:pt x="564578" y="100888"/>
                </a:lnTo>
                <a:lnTo>
                  <a:pt x="564295" y="100735"/>
                </a:lnTo>
                <a:lnTo>
                  <a:pt x="564019" y="100578"/>
                </a:lnTo>
                <a:lnTo>
                  <a:pt x="563749" y="100417"/>
                </a:lnTo>
                <a:lnTo>
                  <a:pt x="563484" y="100250"/>
                </a:lnTo>
                <a:lnTo>
                  <a:pt x="563226" y="100080"/>
                </a:lnTo>
                <a:lnTo>
                  <a:pt x="562973" y="99905"/>
                </a:lnTo>
                <a:lnTo>
                  <a:pt x="562727" y="99725"/>
                </a:lnTo>
                <a:lnTo>
                  <a:pt x="562487" y="99541"/>
                </a:lnTo>
                <a:lnTo>
                  <a:pt x="562252" y="99353"/>
                </a:lnTo>
                <a:lnTo>
                  <a:pt x="562024" y="99160"/>
                </a:lnTo>
                <a:lnTo>
                  <a:pt x="561801" y="98963"/>
                </a:lnTo>
                <a:lnTo>
                  <a:pt x="561585" y="98761"/>
                </a:lnTo>
                <a:lnTo>
                  <a:pt x="561375" y="98554"/>
                </a:lnTo>
                <a:lnTo>
                  <a:pt x="561170" y="98344"/>
                </a:lnTo>
                <a:lnTo>
                  <a:pt x="560972" y="98128"/>
                </a:lnTo>
                <a:lnTo>
                  <a:pt x="560780" y="97908"/>
                </a:lnTo>
                <a:lnTo>
                  <a:pt x="560594" y="97684"/>
                </a:lnTo>
                <a:lnTo>
                  <a:pt x="560413" y="97455"/>
                </a:lnTo>
                <a:lnTo>
                  <a:pt x="560239" y="97222"/>
                </a:lnTo>
                <a:lnTo>
                  <a:pt x="560071" y="96984"/>
                </a:lnTo>
                <a:lnTo>
                  <a:pt x="559909" y="96742"/>
                </a:lnTo>
                <a:lnTo>
                  <a:pt x="559752" y="96496"/>
                </a:lnTo>
                <a:lnTo>
                  <a:pt x="559602" y="96245"/>
                </a:lnTo>
                <a:lnTo>
                  <a:pt x="559458" y="95989"/>
                </a:lnTo>
                <a:lnTo>
                  <a:pt x="559320" y="95730"/>
                </a:lnTo>
                <a:lnTo>
                  <a:pt x="559187" y="95469"/>
                </a:lnTo>
                <a:lnTo>
                  <a:pt x="559061" y="95205"/>
                </a:lnTo>
                <a:lnTo>
                  <a:pt x="558940" y="94939"/>
                </a:lnTo>
                <a:lnTo>
                  <a:pt x="558826" y="94671"/>
                </a:lnTo>
                <a:lnTo>
                  <a:pt x="558717" y="94401"/>
                </a:lnTo>
                <a:lnTo>
                  <a:pt x="558614" y="94128"/>
                </a:lnTo>
                <a:lnTo>
                  <a:pt x="558517" y="93853"/>
                </a:lnTo>
                <a:lnTo>
                  <a:pt x="558425" y="93575"/>
                </a:lnTo>
                <a:lnTo>
                  <a:pt x="558340" y="93295"/>
                </a:lnTo>
                <a:lnTo>
                  <a:pt x="558261" y="93013"/>
                </a:lnTo>
                <a:lnTo>
                  <a:pt x="558187" y="92729"/>
                </a:lnTo>
                <a:lnTo>
                  <a:pt x="558120" y="92443"/>
                </a:lnTo>
                <a:lnTo>
                  <a:pt x="558058" y="92154"/>
                </a:lnTo>
                <a:lnTo>
                  <a:pt x="558002" y="91862"/>
                </a:lnTo>
                <a:lnTo>
                  <a:pt x="557952" y="91569"/>
                </a:lnTo>
                <a:lnTo>
                  <a:pt x="557908" y="91273"/>
                </a:lnTo>
                <a:lnTo>
                  <a:pt x="557869" y="90975"/>
                </a:lnTo>
                <a:lnTo>
                  <a:pt x="557837" y="90675"/>
                </a:lnTo>
                <a:lnTo>
                  <a:pt x="557811" y="90372"/>
                </a:lnTo>
                <a:lnTo>
                  <a:pt x="557790" y="90067"/>
                </a:lnTo>
                <a:lnTo>
                  <a:pt x="557775" y="89759"/>
                </a:lnTo>
                <a:lnTo>
                  <a:pt x="557767" y="89450"/>
                </a:lnTo>
                <a:lnTo>
                  <a:pt x="557764" y="89138"/>
                </a:lnTo>
                <a:lnTo>
                  <a:pt x="557766" y="88833"/>
                </a:lnTo>
                <a:lnTo>
                  <a:pt x="557775" y="88530"/>
                </a:lnTo>
                <a:lnTo>
                  <a:pt x="557789" y="88231"/>
                </a:lnTo>
                <a:lnTo>
                  <a:pt x="557809" y="87936"/>
                </a:lnTo>
                <a:lnTo>
                  <a:pt x="557834" y="87643"/>
                </a:lnTo>
                <a:lnTo>
                  <a:pt x="557865" y="87354"/>
                </a:lnTo>
                <a:lnTo>
                  <a:pt x="557901" y="87068"/>
                </a:lnTo>
                <a:lnTo>
                  <a:pt x="557944" y="86785"/>
                </a:lnTo>
                <a:lnTo>
                  <a:pt x="557992" y="86505"/>
                </a:lnTo>
                <a:lnTo>
                  <a:pt x="558045" y="86228"/>
                </a:lnTo>
                <a:lnTo>
                  <a:pt x="558104" y="85955"/>
                </a:lnTo>
                <a:lnTo>
                  <a:pt x="558169" y="85685"/>
                </a:lnTo>
                <a:lnTo>
                  <a:pt x="558239" y="85418"/>
                </a:lnTo>
                <a:lnTo>
                  <a:pt x="558315" y="85154"/>
                </a:lnTo>
                <a:lnTo>
                  <a:pt x="558397" y="84893"/>
                </a:lnTo>
                <a:lnTo>
                  <a:pt x="558484" y="84636"/>
                </a:lnTo>
                <a:lnTo>
                  <a:pt x="558577" y="84382"/>
                </a:lnTo>
                <a:lnTo>
                  <a:pt x="558675" y="84131"/>
                </a:lnTo>
                <a:lnTo>
                  <a:pt x="558779" y="83883"/>
                </a:lnTo>
                <a:lnTo>
                  <a:pt x="558889" y="83638"/>
                </a:lnTo>
                <a:lnTo>
                  <a:pt x="559004" y="83397"/>
                </a:lnTo>
                <a:lnTo>
                  <a:pt x="559125" y="83159"/>
                </a:lnTo>
                <a:lnTo>
                  <a:pt x="559252" y="82924"/>
                </a:lnTo>
                <a:lnTo>
                  <a:pt x="559384" y="82692"/>
                </a:lnTo>
                <a:lnTo>
                  <a:pt x="559522" y="82463"/>
                </a:lnTo>
                <a:lnTo>
                  <a:pt x="559665" y="82238"/>
                </a:lnTo>
                <a:lnTo>
                  <a:pt x="559812" y="82016"/>
                </a:lnTo>
                <a:lnTo>
                  <a:pt x="559965" y="81797"/>
                </a:lnTo>
                <a:lnTo>
                  <a:pt x="560124" y="81581"/>
                </a:lnTo>
                <a:lnTo>
                  <a:pt x="560287" y="81368"/>
                </a:lnTo>
                <a:lnTo>
                  <a:pt x="560455" y="81159"/>
                </a:lnTo>
                <a:lnTo>
                  <a:pt x="560628" y="80953"/>
                </a:lnTo>
                <a:lnTo>
                  <a:pt x="560807" y="80750"/>
                </a:lnTo>
                <a:lnTo>
                  <a:pt x="560991" y="80550"/>
                </a:lnTo>
                <a:lnTo>
                  <a:pt x="561179" y="80353"/>
                </a:lnTo>
                <a:lnTo>
                  <a:pt x="561373" y="80160"/>
                </a:lnTo>
                <a:lnTo>
                  <a:pt x="561572" y="79969"/>
                </a:lnTo>
                <a:lnTo>
                  <a:pt x="561776" y="79782"/>
                </a:lnTo>
                <a:lnTo>
                  <a:pt x="561986" y="79598"/>
                </a:lnTo>
                <a:lnTo>
                  <a:pt x="562200" y="79418"/>
                </a:lnTo>
                <a:lnTo>
                  <a:pt x="562419" y="79240"/>
                </a:lnTo>
                <a:lnTo>
                  <a:pt x="562644" y="79066"/>
                </a:lnTo>
                <a:lnTo>
                  <a:pt x="562874" y="78895"/>
                </a:lnTo>
                <a:lnTo>
                  <a:pt x="563109" y="78727"/>
                </a:lnTo>
                <a:lnTo>
                  <a:pt x="563349" y="78563"/>
                </a:lnTo>
                <a:lnTo>
                  <a:pt x="563594" y="78401"/>
                </a:lnTo>
                <a:lnTo>
                  <a:pt x="563844" y="78243"/>
                </a:lnTo>
                <a:lnTo>
                  <a:pt x="564099" y="78088"/>
                </a:lnTo>
                <a:lnTo>
                  <a:pt x="564359" y="77936"/>
                </a:lnTo>
                <a:lnTo>
                  <a:pt x="564625" y="77787"/>
                </a:lnTo>
                <a:lnTo>
                  <a:pt x="564896" y="77642"/>
                </a:lnTo>
                <a:lnTo>
                  <a:pt x="565171" y="77499"/>
                </a:lnTo>
                <a:lnTo>
                  <a:pt x="565452" y="77360"/>
                </a:lnTo>
                <a:lnTo>
                  <a:pt x="565738" y="77224"/>
                </a:lnTo>
                <a:lnTo>
                  <a:pt x="566029" y="77092"/>
                </a:lnTo>
                <a:lnTo>
                  <a:pt x="566325" y="76962"/>
                </a:lnTo>
                <a:lnTo>
                  <a:pt x="566627" y="76836"/>
                </a:lnTo>
                <a:lnTo>
                  <a:pt x="566933" y="76713"/>
                </a:lnTo>
                <a:lnTo>
                  <a:pt x="567245" y="76593"/>
                </a:lnTo>
                <a:lnTo>
                  <a:pt x="567561" y="76476"/>
                </a:lnTo>
                <a:lnTo>
                  <a:pt x="567883" y="76363"/>
                </a:lnTo>
                <a:lnTo>
                  <a:pt x="568210" y="76252"/>
                </a:lnTo>
                <a:lnTo>
                  <a:pt x="568542" y="76145"/>
                </a:lnTo>
                <a:lnTo>
                  <a:pt x="568879" y="76041"/>
                </a:lnTo>
                <a:lnTo>
                  <a:pt x="569221" y="75941"/>
                </a:lnTo>
                <a:lnTo>
                  <a:pt x="569569" y="75843"/>
                </a:lnTo>
                <a:lnTo>
                  <a:pt x="569921" y="75749"/>
                </a:lnTo>
                <a:lnTo>
                  <a:pt x="570279" y="75658"/>
                </a:lnTo>
                <a:lnTo>
                  <a:pt x="570642" y="75570"/>
                </a:lnTo>
                <a:lnTo>
                  <a:pt x="571009" y="75485"/>
                </a:lnTo>
                <a:lnTo>
                  <a:pt x="571382" y="75404"/>
                </a:lnTo>
                <a:lnTo>
                  <a:pt x="571760" y="75325"/>
                </a:lnTo>
                <a:lnTo>
                  <a:pt x="572143" y="75250"/>
                </a:lnTo>
                <a:lnTo>
                  <a:pt x="572530" y="75178"/>
                </a:lnTo>
                <a:lnTo>
                  <a:pt x="572922" y="75109"/>
                </a:lnTo>
                <a:lnTo>
                  <a:pt x="573318" y="75044"/>
                </a:lnTo>
                <a:lnTo>
                  <a:pt x="573718" y="74981"/>
                </a:lnTo>
                <a:lnTo>
                  <a:pt x="574122" y="74922"/>
                </a:lnTo>
                <a:lnTo>
                  <a:pt x="574531" y="74866"/>
                </a:lnTo>
                <a:lnTo>
                  <a:pt x="574945" y="74814"/>
                </a:lnTo>
                <a:lnTo>
                  <a:pt x="575362" y="74764"/>
                </a:lnTo>
                <a:lnTo>
                  <a:pt x="575784" y="74718"/>
                </a:lnTo>
                <a:lnTo>
                  <a:pt x="576210" y="74675"/>
                </a:lnTo>
                <a:lnTo>
                  <a:pt x="576641" y="74635"/>
                </a:lnTo>
                <a:lnTo>
                  <a:pt x="577076" y="74598"/>
                </a:lnTo>
                <a:lnTo>
                  <a:pt x="577515" y="74564"/>
                </a:lnTo>
                <a:lnTo>
                  <a:pt x="577959" y="74534"/>
                </a:lnTo>
                <a:lnTo>
                  <a:pt x="578407" y="74507"/>
                </a:lnTo>
                <a:lnTo>
                  <a:pt x="578859" y="74483"/>
                </a:lnTo>
                <a:lnTo>
                  <a:pt x="579316" y="74462"/>
                </a:lnTo>
                <a:lnTo>
                  <a:pt x="579777" y="74444"/>
                </a:lnTo>
                <a:lnTo>
                  <a:pt x="580242" y="74430"/>
                </a:lnTo>
                <a:lnTo>
                  <a:pt x="580712" y="74419"/>
                </a:lnTo>
                <a:lnTo>
                  <a:pt x="581186" y="74411"/>
                </a:lnTo>
                <a:lnTo>
                  <a:pt x="581665" y="74406"/>
                </a:lnTo>
                <a:lnTo>
                  <a:pt x="582148" y="74404"/>
                </a:lnTo>
                <a:lnTo>
                  <a:pt x="593419" y="74404"/>
                </a:lnTo>
                <a:lnTo>
                  <a:pt x="593419" y="90771"/>
                </a:lnTo>
                <a:lnTo>
                  <a:pt x="593288" y="91029"/>
                </a:lnTo>
                <a:lnTo>
                  <a:pt x="593120" y="91342"/>
                </a:lnTo>
                <a:lnTo>
                  <a:pt x="592942" y="91656"/>
                </a:lnTo>
                <a:lnTo>
                  <a:pt x="592756" y="91971"/>
                </a:lnTo>
                <a:lnTo>
                  <a:pt x="592560" y="92287"/>
                </a:lnTo>
                <a:close/>
                <a:moveTo>
                  <a:pt x="187579" y="109157"/>
                </a:moveTo>
                <a:lnTo>
                  <a:pt x="187569" y="109484"/>
                </a:lnTo>
                <a:lnTo>
                  <a:pt x="187556" y="109810"/>
                </a:lnTo>
                <a:lnTo>
                  <a:pt x="187540" y="110134"/>
                </a:lnTo>
                <a:lnTo>
                  <a:pt x="187521" y="110457"/>
                </a:lnTo>
                <a:lnTo>
                  <a:pt x="187499" y="110779"/>
                </a:lnTo>
                <a:lnTo>
                  <a:pt x="187474" y="111099"/>
                </a:lnTo>
                <a:lnTo>
                  <a:pt x="187446" y="111418"/>
                </a:lnTo>
                <a:lnTo>
                  <a:pt x="187415" y="111735"/>
                </a:lnTo>
                <a:lnTo>
                  <a:pt x="187381" y="112051"/>
                </a:lnTo>
                <a:lnTo>
                  <a:pt x="187344" y="112365"/>
                </a:lnTo>
                <a:lnTo>
                  <a:pt x="187304" y="112678"/>
                </a:lnTo>
                <a:lnTo>
                  <a:pt x="187262" y="112990"/>
                </a:lnTo>
                <a:lnTo>
                  <a:pt x="187216" y="113300"/>
                </a:lnTo>
                <a:lnTo>
                  <a:pt x="187168" y="113609"/>
                </a:lnTo>
                <a:lnTo>
                  <a:pt x="187116" y="113917"/>
                </a:lnTo>
                <a:lnTo>
                  <a:pt x="187062" y="114223"/>
                </a:lnTo>
                <a:lnTo>
                  <a:pt x="187004" y="114527"/>
                </a:lnTo>
                <a:lnTo>
                  <a:pt x="186944" y="114831"/>
                </a:lnTo>
                <a:lnTo>
                  <a:pt x="186881" y="115132"/>
                </a:lnTo>
                <a:lnTo>
                  <a:pt x="186815" y="115433"/>
                </a:lnTo>
                <a:lnTo>
                  <a:pt x="186745" y="115732"/>
                </a:lnTo>
                <a:lnTo>
                  <a:pt x="186674" y="116030"/>
                </a:lnTo>
                <a:lnTo>
                  <a:pt x="186599" y="116327"/>
                </a:lnTo>
                <a:lnTo>
                  <a:pt x="186522" y="116623"/>
                </a:lnTo>
                <a:lnTo>
                  <a:pt x="186442" y="116919"/>
                </a:lnTo>
                <a:lnTo>
                  <a:pt x="186359" y="117214"/>
                </a:lnTo>
                <a:lnTo>
                  <a:pt x="186274" y="117508"/>
                </a:lnTo>
                <a:lnTo>
                  <a:pt x="186185" y="117801"/>
                </a:lnTo>
                <a:lnTo>
                  <a:pt x="186095" y="118094"/>
                </a:lnTo>
                <a:lnTo>
                  <a:pt x="186001" y="118386"/>
                </a:lnTo>
                <a:lnTo>
                  <a:pt x="185905" y="118677"/>
                </a:lnTo>
                <a:lnTo>
                  <a:pt x="185806" y="118967"/>
                </a:lnTo>
                <a:lnTo>
                  <a:pt x="185705" y="119256"/>
                </a:lnTo>
                <a:lnTo>
                  <a:pt x="185601" y="119545"/>
                </a:lnTo>
                <a:lnTo>
                  <a:pt x="185494" y="119833"/>
                </a:lnTo>
                <a:lnTo>
                  <a:pt x="185384" y="120120"/>
                </a:lnTo>
                <a:lnTo>
                  <a:pt x="185272" y="120407"/>
                </a:lnTo>
                <a:lnTo>
                  <a:pt x="185157" y="120692"/>
                </a:lnTo>
                <a:lnTo>
                  <a:pt x="185040" y="120977"/>
                </a:lnTo>
                <a:lnTo>
                  <a:pt x="184919" y="121261"/>
                </a:lnTo>
                <a:lnTo>
                  <a:pt x="184796" y="121545"/>
                </a:lnTo>
                <a:lnTo>
                  <a:pt x="184671" y="121827"/>
                </a:lnTo>
                <a:lnTo>
                  <a:pt x="184542" y="122109"/>
                </a:lnTo>
                <a:lnTo>
                  <a:pt x="184411" y="122390"/>
                </a:lnTo>
                <a:lnTo>
                  <a:pt x="184278" y="122670"/>
                </a:lnTo>
                <a:lnTo>
                  <a:pt x="184141" y="122950"/>
                </a:lnTo>
                <a:lnTo>
                  <a:pt x="184002" y="123229"/>
                </a:lnTo>
                <a:lnTo>
                  <a:pt x="183861" y="123508"/>
                </a:lnTo>
                <a:lnTo>
                  <a:pt x="183717" y="123787"/>
                </a:lnTo>
                <a:lnTo>
                  <a:pt x="183570" y="124065"/>
                </a:lnTo>
                <a:lnTo>
                  <a:pt x="183421" y="124343"/>
                </a:lnTo>
                <a:lnTo>
                  <a:pt x="183270" y="124620"/>
                </a:lnTo>
                <a:lnTo>
                  <a:pt x="183115" y="124897"/>
                </a:lnTo>
                <a:lnTo>
                  <a:pt x="182959" y="125174"/>
                </a:lnTo>
                <a:lnTo>
                  <a:pt x="182799" y="125450"/>
                </a:lnTo>
                <a:lnTo>
                  <a:pt x="182637" y="125726"/>
                </a:lnTo>
                <a:lnTo>
                  <a:pt x="182473" y="126001"/>
                </a:lnTo>
                <a:lnTo>
                  <a:pt x="182306" y="126276"/>
                </a:lnTo>
                <a:lnTo>
                  <a:pt x="182136" y="126551"/>
                </a:lnTo>
                <a:lnTo>
                  <a:pt x="181964" y="126825"/>
                </a:lnTo>
                <a:lnTo>
                  <a:pt x="181789" y="127099"/>
                </a:lnTo>
                <a:lnTo>
                  <a:pt x="181612" y="127372"/>
                </a:lnTo>
                <a:lnTo>
                  <a:pt x="181432" y="127645"/>
                </a:lnTo>
                <a:lnTo>
                  <a:pt x="181250" y="127918"/>
                </a:lnTo>
                <a:lnTo>
                  <a:pt x="181065" y="128190"/>
                </a:lnTo>
                <a:lnTo>
                  <a:pt x="180877" y="128462"/>
                </a:lnTo>
                <a:lnTo>
                  <a:pt x="180687" y="128733"/>
                </a:lnTo>
                <a:lnTo>
                  <a:pt x="180495" y="129005"/>
                </a:lnTo>
                <a:lnTo>
                  <a:pt x="180300" y="129275"/>
                </a:lnTo>
                <a:lnTo>
                  <a:pt x="188035" y="134664"/>
                </a:lnTo>
                <a:lnTo>
                  <a:pt x="188539" y="134242"/>
                </a:lnTo>
                <a:lnTo>
                  <a:pt x="189035" y="133811"/>
                </a:lnTo>
                <a:lnTo>
                  <a:pt x="189521" y="133371"/>
                </a:lnTo>
                <a:lnTo>
                  <a:pt x="189997" y="132923"/>
                </a:lnTo>
                <a:lnTo>
                  <a:pt x="190464" y="132466"/>
                </a:lnTo>
                <a:lnTo>
                  <a:pt x="190922" y="132001"/>
                </a:lnTo>
                <a:lnTo>
                  <a:pt x="191370" y="131526"/>
                </a:lnTo>
                <a:lnTo>
                  <a:pt x="191808" y="131044"/>
                </a:lnTo>
                <a:lnTo>
                  <a:pt x="192237" y="130553"/>
                </a:lnTo>
                <a:lnTo>
                  <a:pt x="192657" y="130053"/>
                </a:lnTo>
                <a:lnTo>
                  <a:pt x="193067" y="129544"/>
                </a:lnTo>
                <a:lnTo>
                  <a:pt x="193468" y="129027"/>
                </a:lnTo>
                <a:lnTo>
                  <a:pt x="193859" y="128502"/>
                </a:lnTo>
                <a:lnTo>
                  <a:pt x="194241" y="127967"/>
                </a:lnTo>
                <a:lnTo>
                  <a:pt x="194613" y="127425"/>
                </a:lnTo>
                <a:lnTo>
                  <a:pt x="194976" y="126873"/>
                </a:lnTo>
                <a:lnTo>
                  <a:pt x="195329" y="126313"/>
                </a:lnTo>
                <a:lnTo>
                  <a:pt x="195673" y="125745"/>
                </a:lnTo>
                <a:lnTo>
                  <a:pt x="196008" y="125167"/>
                </a:lnTo>
                <a:lnTo>
                  <a:pt x="196333" y="124582"/>
                </a:lnTo>
                <a:lnTo>
                  <a:pt x="196648" y="123987"/>
                </a:lnTo>
                <a:lnTo>
                  <a:pt x="196954" y="123384"/>
                </a:lnTo>
                <a:lnTo>
                  <a:pt x="197251" y="122773"/>
                </a:lnTo>
                <a:lnTo>
                  <a:pt x="197538" y="122152"/>
                </a:lnTo>
                <a:lnTo>
                  <a:pt x="197814" y="121530"/>
                </a:lnTo>
                <a:lnTo>
                  <a:pt x="198079" y="120909"/>
                </a:lnTo>
                <a:lnTo>
                  <a:pt x="198332" y="120292"/>
                </a:lnTo>
                <a:lnTo>
                  <a:pt x="198573" y="119677"/>
                </a:lnTo>
                <a:lnTo>
                  <a:pt x="198803" y="119065"/>
                </a:lnTo>
                <a:lnTo>
                  <a:pt x="199020" y="118455"/>
                </a:lnTo>
                <a:lnTo>
                  <a:pt x="199226" y="117848"/>
                </a:lnTo>
                <a:lnTo>
                  <a:pt x="199420" y="117244"/>
                </a:lnTo>
                <a:lnTo>
                  <a:pt x="199603" y="116643"/>
                </a:lnTo>
                <a:lnTo>
                  <a:pt x="199773" y="116044"/>
                </a:lnTo>
                <a:lnTo>
                  <a:pt x="199932" y="115448"/>
                </a:lnTo>
                <a:lnTo>
                  <a:pt x="200079" y="114855"/>
                </a:lnTo>
                <a:lnTo>
                  <a:pt x="200215" y="114264"/>
                </a:lnTo>
                <a:lnTo>
                  <a:pt x="200338" y="113676"/>
                </a:lnTo>
                <a:lnTo>
                  <a:pt x="200450" y="113091"/>
                </a:lnTo>
                <a:lnTo>
                  <a:pt x="200550" y="112508"/>
                </a:lnTo>
                <a:lnTo>
                  <a:pt x="200638" y="111928"/>
                </a:lnTo>
                <a:lnTo>
                  <a:pt x="200715" y="111351"/>
                </a:lnTo>
                <a:lnTo>
                  <a:pt x="200779" y="110776"/>
                </a:lnTo>
                <a:lnTo>
                  <a:pt x="200832" y="110205"/>
                </a:lnTo>
                <a:lnTo>
                  <a:pt x="200874" y="109635"/>
                </a:lnTo>
                <a:lnTo>
                  <a:pt x="200903" y="109069"/>
                </a:lnTo>
                <a:lnTo>
                  <a:pt x="200921" y="108505"/>
                </a:lnTo>
                <a:lnTo>
                  <a:pt x="200927" y="107944"/>
                </a:lnTo>
                <a:lnTo>
                  <a:pt x="200927" y="96947"/>
                </a:lnTo>
                <a:lnTo>
                  <a:pt x="187593" y="96947"/>
                </a:lnTo>
                <a:lnTo>
                  <a:pt x="187593" y="108167"/>
                </a:lnTo>
                <a:lnTo>
                  <a:pt x="187591" y="108499"/>
                </a:lnTo>
                <a:lnTo>
                  <a:pt x="187587" y="108828"/>
                </a:lnTo>
                <a:lnTo>
                  <a:pt x="187579" y="109157"/>
                </a:lnTo>
                <a:close/>
                <a:moveTo>
                  <a:pt x="618768" y="33445"/>
                </a:moveTo>
                <a:lnTo>
                  <a:pt x="618768" y="43906"/>
                </a:lnTo>
                <a:lnTo>
                  <a:pt x="633355" y="43906"/>
                </a:lnTo>
                <a:lnTo>
                  <a:pt x="633355" y="93321"/>
                </a:lnTo>
                <a:lnTo>
                  <a:pt x="633359" y="93979"/>
                </a:lnTo>
                <a:lnTo>
                  <a:pt x="633372" y="94625"/>
                </a:lnTo>
                <a:lnTo>
                  <a:pt x="633393" y="95260"/>
                </a:lnTo>
                <a:lnTo>
                  <a:pt x="633423" y="95884"/>
                </a:lnTo>
                <a:lnTo>
                  <a:pt x="633462" y="96496"/>
                </a:lnTo>
                <a:lnTo>
                  <a:pt x="633509" y="97097"/>
                </a:lnTo>
                <a:lnTo>
                  <a:pt x="633564" y="97687"/>
                </a:lnTo>
                <a:lnTo>
                  <a:pt x="633629" y="98265"/>
                </a:lnTo>
                <a:lnTo>
                  <a:pt x="633702" y="98832"/>
                </a:lnTo>
                <a:lnTo>
                  <a:pt x="633783" y="99387"/>
                </a:lnTo>
                <a:lnTo>
                  <a:pt x="633873" y="99931"/>
                </a:lnTo>
                <a:lnTo>
                  <a:pt x="633971" y="100464"/>
                </a:lnTo>
                <a:lnTo>
                  <a:pt x="634079" y="100985"/>
                </a:lnTo>
                <a:lnTo>
                  <a:pt x="634194" y="101495"/>
                </a:lnTo>
                <a:lnTo>
                  <a:pt x="634319" y="101993"/>
                </a:lnTo>
                <a:lnTo>
                  <a:pt x="634451" y="102480"/>
                </a:lnTo>
                <a:lnTo>
                  <a:pt x="634593" y="102956"/>
                </a:lnTo>
                <a:lnTo>
                  <a:pt x="634743" y="103420"/>
                </a:lnTo>
                <a:lnTo>
                  <a:pt x="634901" y="103873"/>
                </a:lnTo>
                <a:lnTo>
                  <a:pt x="635068" y="104314"/>
                </a:lnTo>
                <a:lnTo>
                  <a:pt x="635244" y="104744"/>
                </a:lnTo>
                <a:lnTo>
                  <a:pt x="635428" y="105163"/>
                </a:lnTo>
                <a:lnTo>
                  <a:pt x="635621" y="105570"/>
                </a:lnTo>
                <a:lnTo>
                  <a:pt x="635822" y="105966"/>
                </a:lnTo>
                <a:lnTo>
                  <a:pt x="636031" y="106352"/>
                </a:lnTo>
                <a:lnTo>
                  <a:pt x="636246" y="106728"/>
                </a:lnTo>
                <a:lnTo>
                  <a:pt x="636466" y="107094"/>
                </a:lnTo>
                <a:lnTo>
                  <a:pt x="636693" y="107452"/>
                </a:lnTo>
                <a:lnTo>
                  <a:pt x="636926" y="107800"/>
                </a:lnTo>
                <a:lnTo>
                  <a:pt x="637165" y="108138"/>
                </a:lnTo>
                <a:lnTo>
                  <a:pt x="637409" y="108468"/>
                </a:lnTo>
                <a:lnTo>
                  <a:pt x="637660" y="108788"/>
                </a:lnTo>
                <a:lnTo>
                  <a:pt x="637917" y="109098"/>
                </a:lnTo>
                <a:lnTo>
                  <a:pt x="638180" y="109400"/>
                </a:lnTo>
                <a:lnTo>
                  <a:pt x="638448" y="109692"/>
                </a:lnTo>
                <a:lnTo>
                  <a:pt x="638723" y="109974"/>
                </a:lnTo>
                <a:lnTo>
                  <a:pt x="639004" y="110248"/>
                </a:lnTo>
                <a:lnTo>
                  <a:pt x="639291" y="110512"/>
                </a:lnTo>
                <a:lnTo>
                  <a:pt x="639583" y="110766"/>
                </a:lnTo>
                <a:lnTo>
                  <a:pt x="639882" y="111012"/>
                </a:lnTo>
                <a:lnTo>
                  <a:pt x="640187" y="111248"/>
                </a:lnTo>
                <a:lnTo>
                  <a:pt x="640498" y="111474"/>
                </a:lnTo>
                <a:lnTo>
                  <a:pt x="640815" y="111691"/>
                </a:lnTo>
                <a:lnTo>
                  <a:pt x="641138" y="111899"/>
                </a:lnTo>
                <a:lnTo>
                  <a:pt x="641467" y="112098"/>
                </a:lnTo>
                <a:lnTo>
                  <a:pt x="641802" y="112287"/>
                </a:lnTo>
                <a:lnTo>
                  <a:pt x="642142" y="112467"/>
                </a:lnTo>
                <a:lnTo>
                  <a:pt x="642489" y="112638"/>
                </a:lnTo>
                <a:lnTo>
                  <a:pt x="642841" y="112800"/>
                </a:lnTo>
                <a:lnTo>
                  <a:pt x="643195" y="112956"/>
                </a:lnTo>
                <a:lnTo>
                  <a:pt x="643552" y="113104"/>
                </a:lnTo>
                <a:lnTo>
                  <a:pt x="643912" y="113246"/>
                </a:lnTo>
                <a:lnTo>
                  <a:pt x="644274" y="113380"/>
                </a:lnTo>
                <a:lnTo>
                  <a:pt x="644639" y="113508"/>
                </a:lnTo>
                <a:lnTo>
                  <a:pt x="645008" y="113629"/>
                </a:lnTo>
                <a:lnTo>
                  <a:pt x="645379" y="113743"/>
                </a:lnTo>
                <a:lnTo>
                  <a:pt x="645753" y="113850"/>
                </a:lnTo>
                <a:lnTo>
                  <a:pt x="646129" y="113950"/>
                </a:lnTo>
                <a:lnTo>
                  <a:pt x="646509" y="114043"/>
                </a:lnTo>
                <a:lnTo>
                  <a:pt x="646891" y="114130"/>
                </a:lnTo>
                <a:lnTo>
                  <a:pt x="647276" y="114209"/>
                </a:lnTo>
                <a:lnTo>
                  <a:pt x="647664" y="114282"/>
                </a:lnTo>
                <a:lnTo>
                  <a:pt x="648055" y="114347"/>
                </a:lnTo>
                <a:lnTo>
                  <a:pt x="648448" y="114406"/>
                </a:lnTo>
                <a:lnTo>
                  <a:pt x="648845" y="114458"/>
                </a:lnTo>
                <a:lnTo>
                  <a:pt x="649244" y="114503"/>
                </a:lnTo>
                <a:lnTo>
                  <a:pt x="649646" y="114541"/>
                </a:lnTo>
                <a:lnTo>
                  <a:pt x="650050" y="114572"/>
                </a:lnTo>
                <a:lnTo>
                  <a:pt x="650458" y="114596"/>
                </a:lnTo>
                <a:lnTo>
                  <a:pt x="650869" y="114613"/>
                </a:lnTo>
                <a:lnTo>
                  <a:pt x="651282" y="114623"/>
                </a:lnTo>
                <a:lnTo>
                  <a:pt x="651698" y="114627"/>
                </a:lnTo>
                <a:lnTo>
                  <a:pt x="652003" y="114626"/>
                </a:lnTo>
                <a:lnTo>
                  <a:pt x="652304" y="114624"/>
                </a:lnTo>
                <a:lnTo>
                  <a:pt x="652602" y="114619"/>
                </a:lnTo>
                <a:lnTo>
                  <a:pt x="652896" y="114614"/>
                </a:lnTo>
                <a:lnTo>
                  <a:pt x="653186" y="114606"/>
                </a:lnTo>
                <a:lnTo>
                  <a:pt x="653473" y="114597"/>
                </a:lnTo>
                <a:lnTo>
                  <a:pt x="653756" y="114586"/>
                </a:lnTo>
                <a:lnTo>
                  <a:pt x="654035" y="114574"/>
                </a:lnTo>
                <a:lnTo>
                  <a:pt x="654310" y="114560"/>
                </a:lnTo>
                <a:lnTo>
                  <a:pt x="654582" y="114544"/>
                </a:lnTo>
                <a:lnTo>
                  <a:pt x="654850" y="114526"/>
                </a:lnTo>
                <a:lnTo>
                  <a:pt x="655114" y="114507"/>
                </a:lnTo>
                <a:lnTo>
                  <a:pt x="655375" y="114486"/>
                </a:lnTo>
                <a:lnTo>
                  <a:pt x="655632" y="114464"/>
                </a:lnTo>
                <a:lnTo>
                  <a:pt x="655885" y="114440"/>
                </a:lnTo>
                <a:lnTo>
                  <a:pt x="656134" y="114414"/>
                </a:lnTo>
                <a:lnTo>
                  <a:pt x="656380" y="114387"/>
                </a:lnTo>
                <a:lnTo>
                  <a:pt x="656622" y="114358"/>
                </a:lnTo>
                <a:lnTo>
                  <a:pt x="656860" y="114327"/>
                </a:lnTo>
                <a:lnTo>
                  <a:pt x="657095" y="114294"/>
                </a:lnTo>
                <a:lnTo>
                  <a:pt x="657326" y="114260"/>
                </a:lnTo>
                <a:lnTo>
                  <a:pt x="657553" y="114225"/>
                </a:lnTo>
                <a:lnTo>
                  <a:pt x="657777" y="114187"/>
                </a:lnTo>
                <a:lnTo>
                  <a:pt x="657996" y="114148"/>
                </a:lnTo>
                <a:lnTo>
                  <a:pt x="658213" y="114108"/>
                </a:lnTo>
                <a:lnTo>
                  <a:pt x="658425" y="114068"/>
                </a:lnTo>
                <a:lnTo>
                  <a:pt x="658635" y="114028"/>
                </a:lnTo>
                <a:lnTo>
                  <a:pt x="658840" y="113987"/>
                </a:lnTo>
                <a:lnTo>
                  <a:pt x="659043" y="113947"/>
                </a:lnTo>
                <a:lnTo>
                  <a:pt x="659242" y="113906"/>
                </a:lnTo>
                <a:lnTo>
                  <a:pt x="659437" y="113866"/>
                </a:lnTo>
                <a:lnTo>
                  <a:pt x="659629" y="113825"/>
                </a:lnTo>
                <a:lnTo>
                  <a:pt x="659818" y="113784"/>
                </a:lnTo>
                <a:lnTo>
                  <a:pt x="660003" y="113743"/>
                </a:lnTo>
                <a:lnTo>
                  <a:pt x="660185" y="113701"/>
                </a:lnTo>
                <a:lnTo>
                  <a:pt x="660363" y="113660"/>
                </a:lnTo>
                <a:lnTo>
                  <a:pt x="660538" y="113618"/>
                </a:lnTo>
                <a:lnTo>
                  <a:pt x="660709" y="113577"/>
                </a:lnTo>
                <a:lnTo>
                  <a:pt x="660877" y="113535"/>
                </a:lnTo>
                <a:lnTo>
                  <a:pt x="661041" y="113493"/>
                </a:lnTo>
                <a:lnTo>
                  <a:pt x="661202" y="113451"/>
                </a:lnTo>
                <a:lnTo>
                  <a:pt x="661360" y="113409"/>
                </a:lnTo>
                <a:lnTo>
                  <a:pt x="661514" y="113367"/>
                </a:lnTo>
                <a:lnTo>
                  <a:pt x="661664" y="113324"/>
                </a:lnTo>
                <a:lnTo>
                  <a:pt x="661812" y="113282"/>
                </a:lnTo>
                <a:lnTo>
                  <a:pt x="661955" y="113239"/>
                </a:lnTo>
                <a:lnTo>
                  <a:pt x="662095" y="113196"/>
                </a:lnTo>
                <a:lnTo>
                  <a:pt x="662232" y="113154"/>
                </a:lnTo>
                <a:lnTo>
                  <a:pt x="662159" y="102030"/>
                </a:lnTo>
                <a:lnTo>
                  <a:pt x="662077" y="102048"/>
                </a:lnTo>
                <a:lnTo>
                  <a:pt x="661993" y="102067"/>
                </a:lnTo>
                <a:lnTo>
                  <a:pt x="661905" y="102087"/>
                </a:lnTo>
                <a:lnTo>
                  <a:pt x="661814" y="102106"/>
                </a:lnTo>
                <a:lnTo>
                  <a:pt x="661720" y="102127"/>
                </a:lnTo>
                <a:lnTo>
                  <a:pt x="661622" y="102147"/>
                </a:lnTo>
                <a:lnTo>
                  <a:pt x="661522" y="102168"/>
                </a:lnTo>
                <a:lnTo>
                  <a:pt x="661418" y="102189"/>
                </a:lnTo>
                <a:lnTo>
                  <a:pt x="661311" y="102211"/>
                </a:lnTo>
                <a:lnTo>
                  <a:pt x="661201" y="102233"/>
                </a:lnTo>
                <a:lnTo>
                  <a:pt x="661087" y="102256"/>
                </a:lnTo>
                <a:lnTo>
                  <a:pt x="660971" y="102278"/>
                </a:lnTo>
                <a:lnTo>
                  <a:pt x="660851" y="102302"/>
                </a:lnTo>
                <a:lnTo>
                  <a:pt x="660728" y="102325"/>
                </a:lnTo>
                <a:lnTo>
                  <a:pt x="660602" y="102349"/>
                </a:lnTo>
                <a:lnTo>
                  <a:pt x="660472" y="102373"/>
                </a:lnTo>
                <a:lnTo>
                  <a:pt x="660340" y="102398"/>
                </a:lnTo>
                <a:lnTo>
                  <a:pt x="660204" y="102423"/>
                </a:lnTo>
                <a:lnTo>
                  <a:pt x="660065" y="102449"/>
                </a:lnTo>
                <a:lnTo>
                  <a:pt x="659923" y="102475"/>
                </a:lnTo>
                <a:lnTo>
                  <a:pt x="659778" y="102501"/>
                </a:lnTo>
                <a:lnTo>
                  <a:pt x="659629" y="102528"/>
                </a:lnTo>
                <a:lnTo>
                  <a:pt x="659477" y="102555"/>
                </a:lnTo>
                <a:lnTo>
                  <a:pt x="659322" y="102582"/>
                </a:lnTo>
                <a:lnTo>
                  <a:pt x="659166" y="102609"/>
                </a:lnTo>
                <a:lnTo>
                  <a:pt x="659011" y="102635"/>
                </a:lnTo>
                <a:lnTo>
                  <a:pt x="658856" y="102660"/>
                </a:lnTo>
                <a:lnTo>
                  <a:pt x="658701" y="102684"/>
                </a:lnTo>
                <a:lnTo>
                  <a:pt x="658548" y="102706"/>
                </a:lnTo>
                <a:lnTo>
                  <a:pt x="658395" y="102727"/>
                </a:lnTo>
                <a:lnTo>
                  <a:pt x="658242" y="102747"/>
                </a:lnTo>
                <a:lnTo>
                  <a:pt x="658090" y="102766"/>
                </a:lnTo>
                <a:lnTo>
                  <a:pt x="657939" y="102784"/>
                </a:lnTo>
                <a:lnTo>
                  <a:pt x="657789" y="102801"/>
                </a:lnTo>
                <a:lnTo>
                  <a:pt x="657639" y="102816"/>
                </a:lnTo>
                <a:lnTo>
                  <a:pt x="657490" y="102831"/>
                </a:lnTo>
                <a:lnTo>
                  <a:pt x="657341" y="102844"/>
                </a:lnTo>
                <a:lnTo>
                  <a:pt x="657193" y="102856"/>
                </a:lnTo>
                <a:lnTo>
                  <a:pt x="657046" y="102867"/>
                </a:lnTo>
                <a:lnTo>
                  <a:pt x="656900" y="102877"/>
                </a:lnTo>
                <a:lnTo>
                  <a:pt x="656754" y="102886"/>
                </a:lnTo>
                <a:lnTo>
                  <a:pt x="656608" y="102893"/>
                </a:lnTo>
                <a:lnTo>
                  <a:pt x="656463" y="102899"/>
                </a:lnTo>
                <a:lnTo>
                  <a:pt x="656319" y="102905"/>
                </a:lnTo>
                <a:lnTo>
                  <a:pt x="656176" y="102909"/>
                </a:lnTo>
                <a:lnTo>
                  <a:pt x="656033" y="102911"/>
                </a:lnTo>
                <a:lnTo>
                  <a:pt x="655891" y="102913"/>
                </a:lnTo>
                <a:lnTo>
                  <a:pt x="655750" y="102914"/>
                </a:lnTo>
                <a:lnTo>
                  <a:pt x="655560" y="102913"/>
                </a:lnTo>
                <a:lnTo>
                  <a:pt x="655371" y="102909"/>
                </a:lnTo>
                <a:lnTo>
                  <a:pt x="655183" y="102903"/>
                </a:lnTo>
                <a:lnTo>
                  <a:pt x="654996" y="102895"/>
                </a:lnTo>
                <a:lnTo>
                  <a:pt x="654811" y="102885"/>
                </a:lnTo>
                <a:lnTo>
                  <a:pt x="654626" y="102872"/>
                </a:lnTo>
                <a:lnTo>
                  <a:pt x="654442" y="102857"/>
                </a:lnTo>
                <a:lnTo>
                  <a:pt x="654260" y="102840"/>
                </a:lnTo>
                <a:lnTo>
                  <a:pt x="654078" y="102820"/>
                </a:lnTo>
                <a:lnTo>
                  <a:pt x="653898" y="102799"/>
                </a:lnTo>
                <a:lnTo>
                  <a:pt x="653718" y="102774"/>
                </a:lnTo>
                <a:lnTo>
                  <a:pt x="653539" y="102748"/>
                </a:lnTo>
                <a:lnTo>
                  <a:pt x="653362" y="102719"/>
                </a:lnTo>
                <a:lnTo>
                  <a:pt x="653185" y="102688"/>
                </a:lnTo>
                <a:lnTo>
                  <a:pt x="653010" y="102655"/>
                </a:lnTo>
                <a:lnTo>
                  <a:pt x="652836" y="102619"/>
                </a:lnTo>
                <a:lnTo>
                  <a:pt x="652662" y="102581"/>
                </a:lnTo>
                <a:lnTo>
                  <a:pt x="652490" y="102541"/>
                </a:lnTo>
                <a:lnTo>
                  <a:pt x="652318" y="102498"/>
                </a:lnTo>
                <a:lnTo>
                  <a:pt x="652148" y="102453"/>
                </a:lnTo>
                <a:lnTo>
                  <a:pt x="651979" y="102406"/>
                </a:lnTo>
                <a:lnTo>
                  <a:pt x="651810" y="102357"/>
                </a:lnTo>
                <a:lnTo>
                  <a:pt x="651643" y="102305"/>
                </a:lnTo>
                <a:lnTo>
                  <a:pt x="651477" y="102251"/>
                </a:lnTo>
                <a:lnTo>
                  <a:pt x="651312" y="102193"/>
                </a:lnTo>
                <a:lnTo>
                  <a:pt x="651150" y="102130"/>
                </a:lnTo>
                <a:lnTo>
                  <a:pt x="650991" y="102063"/>
                </a:lnTo>
                <a:lnTo>
                  <a:pt x="650834" y="101991"/>
                </a:lnTo>
                <a:lnTo>
                  <a:pt x="650680" y="101914"/>
                </a:lnTo>
                <a:lnTo>
                  <a:pt x="650528" y="101832"/>
                </a:lnTo>
                <a:lnTo>
                  <a:pt x="650379" y="101745"/>
                </a:lnTo>
                <a:lnTo>
                  <a:pt x="650233" y="101653"/>
                </a:lnTo>
                <a:lnTo>
                  <a:pt x="650089" y="101556"/>
                </a:lnTo>
                <a:lnTo>
                  <a:pt x="649947" y="101455"/>
                </a:lnTo>
                <a:lnTo>
                  <a:pt x="649808" y="101348"/>
                </a:lnTo>
                <a:lnTo>
                  <a:pt x="649672" y="101237"/>
                </a:lnTo>
                <a:lnTo>
                  <a:pt x="649538" y="101121"/>
                </a:lnTo>
                <a:lnTo>
                  <a:pt x="649407" y="101000"/>
                </a:lnTo>
                <a:lnTo>
                  <a:pt x="649278" y="100874"/>
                </a:lnTo>
                <a:lnTo>
                  <a:pt x="649152" y="100744"/>
                </a:lnTo>
                <a:lnTo>
                  <a:pt x="649029" y="100608"/>
                </a:lnTo>
                <a:lnTo>
                  <a:pt x="648908" y="100468"/>
                </a:lnTo>
                <a:lnTo>
                  <a:pt x="648789" y="100322"/>
                </a:lnTo>
                <a:lnTo>
                  <a:pt x="648673" y="100172"/>
                </a:lnTo>
                <a:lnTo>
                  <a:pt x="648560" y="100017"/>
                </a:lnTo>
                <a:lnTo>
                  <a:pt x="648449" y="99857"/>
                </a:lnTo>
                <a:lnTo>
                  <a:pt x="648341" y="99692"/>
                </a:lnTo>
                <a:lnTo>
                  <a:pt x="648235" y="99523"/>
                </a:lnTo>
                <a:lnTo>
                  <a:pt x="648133" y="99347"/>
                </a:lnTo>
                <a:lnTo>
                  <a:pt x="648035" y="99165"/>
                </a:lnTo>
                <a:lnTo>
                  <a:pt x="647942" y="98975"/>
                </a:lnTo>
                <a:lnTo>
                  <a:pt x="647853" y="98779"/>
                </a:lnTo>
                <a:lnTo>
                  <a:pt x="647768" y="98576"/>
                </a:lnTo>
                <a:lnTo>
                  <a:pt x="647687" y="98366"/>
                </a:lnTo>
                <a:lnTo>
                  <a:pt x="647611" y="98149"/>
                </a:lnTo>
                <a:lnTo>
                  <a:pt x="647540" y="97925"/>
                </a:lnTo>
                <a:lnTo>
                  <a:pt x="647472" y="97694"/>
                </a:lnTo>
                <a:lnTo>
                  <a:pt x="647409" y="97457"/>
                </a:lnTo>
                <a:lnTo>
                  <a:pt x="647350" y="97212"/>
                </a:lnTo>
                <a:lnTo>
                  <a:pt x="647296" y="96960"/>
                </a:lnTo>
                <a:lnTo>
                  <a:pt x="647246" y="96702"/>
                </a:lnTo>
                <a:lnTo>
                  <a:pt x="647200" y="96437"/>
                </a:lnTo>
                <a:lnTo>
                  <a:pt x="647159" y="96164"/>
                </a:lnTo>
                <a:lnTo>
                  <a:pt x="647122" y="95885"/>
                </a:lnTo>
                <a:lnTo>
                  <a:pt x="647090" y="95599"/>
                </a:lnTo>
                <a:lnTo>
                  <a:pt x="647061" y="95306"/>
                </a:lnTo>
                <a:lnTo>
                  <a:pt x="647037" y="95007"/>
                </a:lnTo>
                <a:lnTo>
                  <a:pt x="647018" y="94700"/>
                </a:lnTo>
                <a:lnTo>
                  <a:pt x="647003" y="94386"/>
                </a:lnTo>
                <a:lnTo>
                  <a:pt x="646992" y="94066"/>
                </a:lnTo>
                <a:lnTo>
                  <a:pt x="646985" y="93738"/>
                </a:lnTo>
                <a:lnTo>
                  <a:pt x="646983" y="93404"/>
                </a:lnTo>
                <a:lnTo>
                  <a:pt x="646983" y="43906"/>
                </a:lnTo>
                <a:lnTo>
                  <a:pt x="661864" y="43906"/>
                </a:lnTo>
                <a:lnTo>
                  <a:pt x="661864" y="33445"/>
                </a:lnTo>
                <a:lnTo>
                  <a:pt x="646983" y="33445"/>
                </a:lnTo>
                <a:lnTo>
                  <a:pt x="646983" y="13997"/>
                </a:lnTo>
                <a:lnTo>
                  <a:pt x="633355" y="13997"/>
                </a:lnTo>
                <a:lnTo>
                  <a:pt x="633355" y="33445"/>
                </a:lnTo>
                <a:lnTo>
                  <a:pt x="618768" y="33445"/>
                </a:lnTo>
                <a:close/>
                <a:moveTo>
                  <a:pt x="1034670" y="42768"/>
                </a:moveTo>
                <a:lnTo>
                  <a:pt x="1034712" y="43031"/>
                </a:lnTo>
                <a:lnTo>
                  <a:pt x="1034761" y="43290"/>
                </a:lnTo>
                <a:lnTo>
                  <a:pt x="1034817" y="43546"/>
                </a:lnTo>
                <a:lnTo>
                  <a:pt x="1034882" y="43798"/>
                </a:lnTo>
                <a:lnTo>
                  <a:pt x="1034953" y="44046"/>
                </a:lnTo>
                <a:lnTo>
                  <a:pt x="1035032" y="44291"/>
                </a:lnTo>
                <a:lnTo>
                  <a:pt x="1035119" y="44532"/>
                </a:lnTo>
                <a:lnTo>
                  <a:pt x="1035214" y="44770"/>
                </a:lnTo>
                <a:lnTo>
                  <a:pt x="1035315" y="45004"/>
                </a:lnTo>
                <a:lnTo>
                  <a:pt x="1035425" y="45234"/>
                </a:lnTo>
                <a:lnTo>
                  <a:pt x="1035542" y="45461"/>
                </a:lnTo>
                <a:lnTo>
                  <a:pt x="1035666" y="45684"/>
                </a:lnTo>
                <a:lnTo>
                  <a:pt x="1035798" y="45904"/>
                </a:lnTo>
                <a:lnTo>
                  <a:pt x="1035938" y="46120"/>
                </a:lnTo>
                <a:lnTo>
                  <a:pt x="1036085" y="46333"/>
                </a:lnTo>
                <a:lnTo>
                  <a:pt x="1036240" y="46542"/>
                </a:lnTo>
                <a:lnTo>
                  <a:pt x="1036402" y="46747"/>
                </a:lnTo>
                <a:lnTo>
                  <a:pt x="1036572" y="46949"/>
                </a:lnTo>
                <a:lnTo>
                  <a:pt x="1036749" y="47147"/>
                </a:lnTo>
                <a:lnTo>
                  <a:pt x="1036934" y="47340"/>
                </a:lnTo>
                <a:lnTo>
                  <a:pt x="1037125" y="47524"/>
                </a:lnTo>
                <a:lnTo>
                  <a:pt x="1037323" y="47700"/>
                </a:lnTo>
                <a:lnTo>
                  <a:pt x="1037528" y="47868"/>
                </a:lnTo>
                <a:lnTo>
                  <a:pt x="1037739" y="48027"/>
                </a:lnTo>
                <a:lnTo>
                  <a:pt x="1037958" y="48179"/>
                </a:lnTo>
                <a:lnTo>
                  <a:pt x="1038183" y="48322"/>
                </a:lnTo>
                <a:lnTo>
                  <a:pt x="1038415" y="48457"/>
                </a:lnTo>
                <a:lnTo>
                  <a:pt x="1038654" y="48584"/>
                </a:lnTo>
                <a:lnTo>
                  <a:pt x="1038899" y="48703"/>
                </a:lnTo>
                <a:lnTo>
                  <a:pt x="1039151" y="48813"/>
                </a:lnTo>
                <a:lnTo>
                  <a:pt x="1039410" y="48915"/>
                </a:lnTo>
                <a:lnTo>
                  <a:pt x="1039676" y="49009"/>
                </a:lnTo>
                <a:lnTo>
                  <a:pt x="1039949" y="49095"/>
                </a:lnTo>
                <a:lnTo>
                  <a:pt x="1040228" y="49173"/>
                </a:lnTo>
                <a:lnTo>
                  <a:pt x="1040514" y="49243"/>
                </a:lnTo>
                <a:lnTo>
                  <a:pt x="1040807" y="49304"/>
                </a:lnTo>
                <a:lnTo>
                  <a:pt x="1041107" y="49357"/>
                </a:lnTo>
                <a:lnTo>
                  <a:pt x="1041413" y="49402"/>
                </a:lnTo>
                <a:lnTo>
                  <a:pt x="1041727" y="49439"/>
                </a:lnTo>
                <a:lnTo>
                  <a:pt x="1042047" y="49468"/>
                </a:lnTo>
                <a:lnTo>
                  <a:pt x="1042374" y="49488"/>
                </a:lnTo>
                <a:lnTo>
                  <a:pt x="1042707" y="49501"/>
                </a:lnTo>
                <a:lnTo>
                  <a:pt x="1043048" y="49505"/>
                </a:lnTo>
                <a:lnTo>
                  <a:pt x="1043388" y="49501"/>
                </a:lnTo>
                <a:lnTo>
                  <a:pt x="1043722" y="49488"/>
                </a:lnTo>
                <a:lnTo>
                  <a:pt x="1044049" y="49468"/>
                </a:lnTo>
                <a:lnTo>
                  <a:pt x="1044369" y="49439"/>
                </a:lnTo>
                <a:lnTo>
                  <a:pt x="1044682" y="49402"/>
                </a:lnTo>
                <a:lnTo>
                  <a:pt x="1044988" y="49357"/>
                </a:lnTo>
                <a:lnTo>
                  <a:pt x="1045288" y="49304"/>
                </a:lnTo>
                <a:lnTo>
                  <a:pt x="1045581" y="49243"/>
                </a:lnTo>
                <a:lnTo>
                  <a:pt x="1045867" y="49173"/>
                </a:lnTo>
                <a:lnTo>
                  <a:pt x="1046147" y="49095"/>
                </a:lnTo>
                <a:lnTo>
                  <a:pt x="1046419" y="49009"/>
                </a:lnTo>
                <a:lnTo>
                  <a:pt x="1046685" y="48915"/>
                </a:lnTo>
                <a:lnTo>
                  <a:pt x="1046944" y="48813"/>
                </a:lnTo>
                <a:lnTo>
                  <a:pt x="1047196" y="48703"/>
                </a:lnTo>
                <a:lnTo>
                  <a:pt x="1047442" y="48584"/>
                </a:lnTo>
                <a:lnTo>
                  <a:pt x="1047681" y="48457"/>
                </a:lnTo>
                <a:lnTo>
                  <a:pt x="1047912" y="48322"/>
                </a:lnTo>
                <a:lnTo>
                  <a:pt x="1048138" y="48179"/>
                </a:lnTo>
                <a:lnTo>
                  <a:pt x="1048356" y="48027"/>
                </a:lnTo>
                <a:lnTo>
                  <a:pt x="1048568" y="47868"/>
                </a:lnTo>
                <a:lnTo>
                  <a:pt x="1048772" y="47700"/>
                </a:lnTo>
                <a:lnTo>
                  <a:pt x="1048971" y="47524"/>
                </a:lnTo>
                <a:lnTo>
                  <a:pt x="1049162" y="47340"/>
                </a:lnTo>
                <a:lnTo>
                  <a:pt x="1049346" y="47147"/>
                </a:lnTo>
                <a:lnTo>
                  <a:pt x="1049524" y="46949"/>
                </a:lnTo>
                <a:lnTo>
                  <a:pt x="1049693" y="46747"/>
                </a:lnTo>
                <a:lnTo>
                  <a:pt x="1049856" y="46542"/>
                </a:lnTo>
                <a:lnTo>
                  <a:pt x="1050010" y="46333"/>
                </a:lnTo>
                <a:lnTo>
                  <a:pt x="1050157" y="46120"/>
                </a:lnTo>
                <a:lnTo>
                  <a:pt x="1050297" y="45904"/>
                </a:lnTo>
                <a:lnTo>
                  <a:pt x="1050429" y="45684"/>
                </a:lnTo>
                <a:lnTo>
                  <a:pt x="1050554" y="45461"/>
                </a:lnTo>
                <a:lnTo>
                  <a:pt x="1050671" y="45234"/>
                </a:lnTo>
                <a:lnTo>
                  <a:pt x="1050780" y="45004"/>
                </a:lnTo>
                <a:lnTo>
                  <a:pt x="1050882" y="44770"/>
                </a:lnTo>
                <a:lnTo>
                  <a:pt x="1050976" y="44532"/>
                </a:lnTo>
                <a:lnTo>
                  <a:pt x="1051063" y="44291"/>
                </a:lnTo>
                <a:lnTo>
                  <a:pt x="1051142" y="44046"/>
                </a:lnTo>
                <a:lnTo>
                  <a:pt x="1051214" y="43798"/>
                </a:lnTo>
                <a:lnTo>
                  <a:pt x="1051278" y="43546"/>
                </a:lnTo>
                <a:lnTo>
                  <a:pt x="1051335" y="43290"/>
                </a:lnTo>
                <a:lnTo>
                  <a:pt x="1051384" y="43031"/>
                </a:lnTo>
                <a:lnTo>
                  <a:pt x="1051425" y="42768"/>
                </a:lnTo>
                <a:lnTo>
                  <a:pt x="1051459" y="42502"/>
                </a:lnTo>
                <a:lnTo>
                  <a:pt x="1051486" y="42232"/>
                </a:lnTo>
                <a:lnTo>
                  <a:pt x="1051504" y="41959"/>
                </a:lnTo>
                <a:lnTo>
                  <a:pt x="1051516" y="41682"/>
                </a:lnTo>
                <a:lnTo>
                  <a:pt x="1051519" y="41401"/>
                </a:lnTo>
                <a:lnTo>
                  <a:pt x="1051516" y="41115"/>
                </a:lnTo>
                <a:lnTo>
                  <a:pt x="1051504" y="40832"/>
                </a:lnTo>
                <a:lnTo>
                  <a:pt x="1051486" y="40552"/>
                </a:lnTo>
                <a:lnTo>
                  <a:pt x="1051459" y="40277"/>
                </a:lnTo>
                <a:lnTo>
                  <a:pt x="1051425" y="40005"/>
                </a:lnTo>
                <a:lnTo>
                  <a:pt x="1051384" y="39737"/>
                </a:lnTo>
                <a:lnTo>
                  <a:pt x="1051335" y="39472"/>
                </a:lnTo>
                <a:lnTo>
                  <a:pt x="1051278" y="39212"/>
                </a:lnTo>
                <a:lnTo>
                  <a:pt x="1051214" y="38955"/>
                </a:lnTo>
                <a:lnTo>
                  <a:pt x="1051142" y="38701"/>
                </a:lnTo>
                <a:lnTo>
                  <a:pt x="1051063" y="38452"/>
                </a:lnTo>
                <a:lnTo>
                  <a:pt x="1050976" y="38206"/>
                </a:lnTo>
                <a:lnTo>
                  <a:pt x="1050882" y="37964"/>
                </a:lnTo>
                <a:lnTo>
                  <a:pt x="1050780" y="37725"/>
                </a:lnTo>
                <a:lnTo>
                  <a:pt x="1050671" y="37491"/>
                </a:lnTo>
                <a:lnTo>
                  <a:pt x="1050554" y="37259"/>
                </a:lnTo>
                <a:lnTo>
                  <a:pt x="1050429" y="37032"/>
                </a:lnTo>
                <a:lnTo>
                  <a:pt x="1050297" y="36809"/>
                </a:lnTo>
                <a:lnTo>
                  <a:pt x="1050157" y="36589"/>
                </a:lnTo>
                <a:lnTo>
                  <a:pt x="1050010" y="36372"/>
                </a:lnTo>
                <a:lnTo>
                  <a:pt x="1049856" y="36160"/>
                </a:lnTo>
                <a:lnTo>
                  <a:pt x="1049693" y="35951"/>
                </a:lnTo>
                <a:lnTo>
                  <a:pt x="1049524" y="35746"/>
                </a:lnTo>
                <a:lnTo>
                  <a:pt x="1049346" y="35545"/>
                </a:lnTo>
                <a:lnTo>
                  <a:pt x="1049162" y="35349"/>
                </a:lnTo>
                <a:lnTo>
                  <a:pt x="1048971" y="35162"/>
                </a:lnTo>
                <a:lnTo>
                  <a:pt x="1048772" y="34984"/>
                </a:lnTo>
                <a:lnTo>
                  <a:pt x="1048568" y="34813"/>
                </a:lnTo>
                <a:lnTo>
                  <a:pt x="1048356" y="34651"/>
                </a:lnTo>
                <a:lnTo>
                  <a:pt x="1048138" y="34497"/>
                </a:lnTo>
                <a:lnTo>
                  <a:pt x="1047912" y="34352"/>
                </a:lnTo>
                <a:lnTo>
                  <a:pt x="1047681" y="34215"/>
                </a:lnTo>
                <a:lnTo>
                  <a:pt x="1047442" y="34086"/>
                </a:lnTo>
                <a:lnTo>
                  <a:pt x="1047196" y="33965"/>
                </a:lnTo>
                <a:lnTo>
                  <a:pt x="1046944" y="33853"/>
                </a:lnTo>
                <a:lnTo>
                  <a:pt x="1046685" y="33749"/>
                </a:lnTo>
                <a:lnTo>
                  <a:pt x="1046419" y="33653"/>
                </a:lnTo>
                <a:lnTo>
                  <a:pt x="1046147" y="33566"/>
                </a:lnTo>
                <a:lnTo>
                  <a:pt x="1045867" y="33487"/>
                </a:lnTo>
                <a:lnTo>
                  <a:pt x="1045581" y="33416"/>
                </a:lnTo>
                <a:lnTo>
                  <a:pt x="1045288" y="33354"/>
                </a:lnTo>
                <a:lnTo>
                  <a:pt x="1044988" y="33300"/>
                </a:lnTo>
                <a:lnTo>
                  <a:pt x="1044682" y="33254"/>
                </a:lnTo>
                <a:lnTo>
                  <a:pt x="1044369" y="33217"/>
                </a:lnTo>
                <a:lnTo>
                  <a:pt x="1044049" y="33188"/>
                </a:lnTo>
                <a:lnTo>
                  <a:pt x="1043722" y="33167"/>
                </a:lnTo>
                <a:lnTo>
                  <a:pt x="1043388" y="33155"/>
                </a:lnTo>
                <a:lnTo>
                  <a:pt x="1043048" y="33150"/>
                </a:lnTo>
                <a:lnTo>
                  <a:pt x="1042707" y="33155"/>
                </a:lnTo>
                <a:lnTo>
                  <a:pt x="1042374" y="33167"/>
                </a:lnTo>
                <a:lnTo>
                  <a:pt x="1042047" y="33188"/>
                </a:lnTo>
                <a:lnTo>
                  <a:pt x="1041727" y="33217"/>
                </a:lnTo>
                <a:lnTo>
                  <a:pt x="1041413" y="33254"/>
                </a:lnTo>
                <a:lnTo>
                  <a:pt x="1041107" y="33300"/>
                </a:lnTo>
                <a:lnTo>
                  <a:pt x="1040807" y="33354"/>
                </a:lnTo>
                <a:lnTo>
                  <a:pt x="1040514" y="33416"/>
                </a:lnTo>
                <a:lnTo>
                  <a:pt x="1040228" y="33487"/>
                </a:lnTo>
                <a:lnTo>
                  <a:pt x="1039949" y="33566"/>
                </a:lnTo>
                <a:lnTo>
                  <a:pt x="1039676" y="33653"/>
                </a:lnTo>
                <a:lnTo>
                  <a:pt x="1039410" y="33749"/>
                </a:lnTo>
                <a:lnTo>
                  <a:pt x="1039151" y="33853"/>
                </a:lnTo>
                <a:lnTo>
                  <a:pt x="1038899" y="33965"/>
                </a:lnTo>
                <a:lnTo>
                  <a:pt x="1038654" y="34086"/>
                </a:lnTo>
                <a:lnTo>
                  <a:pt x="1038415" y="34215"/>
                </a:lnTo>
                <a:lnTo>
                  <a:pt x="1038183" y="34352"/>
                </a:lnTo>
                <a:lnTo>
                  <a:pt x="1037958" y="34497"/>
                </a:lnTo>
                <a:lnTo>
                  <a:pt x="1037739" y="34651"/>
                </a:lnTo>
                <a:lnTo>
                  <a:pt x="1037528" y="34813"/>
                </a:lnTo>
                <a:lnTo>
                  <a:pt x="1037323" y="34984"/>
                </a:lnTo>
                <a:lnTo>
                  <a:pt x="1037125" y="35162"/>
                </a:lnTo>
                <a:lnTo>
                  <a:pt x="1036934" y="35349"/>
                </a:lnTo>
                <a:lnTo>
                  <a:pt x="1036749" y="35545"/>
                </a:lnTo>
                <a:lnTo>
                  <a:pt x="1036572" y="35746"/>
                </a:lnTo>
                <a:lnTo>
                  <a:pt x="1036402" y="35951"/>
                </a:lnTo>
                <a:lnTo>
                  <a:pt x="1036240" y="36160"/>
                </a:lnTo>
                <a:lnTo>
                  <a:pt x="1036085" y="36372"/>
                </a:lnTo>
                <a:lnTo>
                  <a:pt x="1035938" y="36589"/>
                </a:lnTo>
                <a:lnTo>
                  <a:pt x="1035798" y="36809"/>
                </a:lnTo>
                <a:lnTo>
                  <a:pt x="1035666" y="37032"/>
                </a:lnTo>
                <a:lnTo>
                  <a:pt x="1035542" y="37259"/>
                </a:lnTo>
                <a:lnTo>
                  <a:pt x="1035425" y="37491"/>
                </a:lnTo>
                <a:lnTo>
                  <a:pt x="1035315" y="37725"/>
                </a:lnTo>
                <a:lnTo>
                  <a:pt x="1035214" y="37964"/>
                </a:lnTo>
                <a:lnTo>
                  <a:pt x="1035119" y="38206"/>
                </a:lnTo>
                <a:lnTo>
                  <a:pt x="1035032" y="38452"/>
                </a:lnTo>
                <a:lnTo>
                  <a:pt x="1034953" y="38701"/>
                </a:lnTo>
                <a:lnTo>
                  <a:pt x="1034882" y="38955"/>
                </a:lnTo>
                <a:lnTo>
                  <a:pt x="1034817" y="39212"/>
                </a:lnTo>
                <a:lnTo>
                  <a:pt x="1034761" y="39472"/>
                </a:lnTo>
                <a:lnTo>
                  <a:pt x="1034712" y="39737"/>
                </a:lnTo>
                <a:lnTo>
                  <a:pt x="1034670" y="40005"/>
                </a:lnTo>
                <a:lnTo>
                  <a:pt x="1034636" y="40277"/>
                </a:lnTo>
                <a:lnTo>
                  <a:pt x="1034610" y="40552"/>
                </a:lnTo>
                <a:lnTo>
                  <a:pt x="1034591" y="40832"/>
                </a:lnTo>
                <a:lnTo>
                  <a:pt x="1034580" y="41115"/>
                </a:lnTo>
                <a:lnTo>
                  <a:pt x="1034576" y="41401"/>
                </a:lnTo>
                <a:lnTo>
                  <a:pt x="1034580" y="41682"/>
                </a:lnTo>
                <a:lnTo>
                  <a:pt x="1034591" y="41959"/>
                </a:lnTo>
                <a:lnTo>
                  <a:pt x="1034610" y="42232"/>
                </a:lnTo>
                <a:lnTo>
                  <a:pt x="1034636" y="42502"/>
                </a:lnTo>
                <a:lnTo>
                  <a:pt x="1034670" y="42768"/>
                </a:lnTo>
                <a:close/>
                <a:moveTo>
                  <a:pt x="842162" y="105557"/>
                </a:moveTo>
                <a:lnTo>
                  <a:pt x="842204" y="105878"/>
                </a:lnTo>
                <a:lnTo>
                  <a:pt x="842248" y="106202"/>
                </a:lnTo>
                <a:lnTo>
                  <a:pt x="842294" y="106527"/>
                </a:lnTo>
                <a:lnTo>
                  <a:pt x="842342" y="106855"/>
                </a:lnTo>
                <a:lnTo>
                  <a:pt x="842392" y="107181"/>
                </a:lnTo>
                <a:lnTo>
                  <a:pt x="842444" y="107501"/>
                </a:lnTo>
                <a:lnTo>
                  <a:pt x="842497" y="107816"/>
                </a:lnTo>
                <a:lnTo>
                  <a:pt x="842551" y="108125"/>
                </a:lnTo>
                <a:lnTo>
                  <a:pt x="842607" y="108428"/>
                </a:lnTo>
                <a:lnTo>
                  <a:pt x="842665" y="108727"/>
                </a:lnTo>
                <a:lnTo>
                  <a:pt x="842724" y="109019"/>
                </a:lnTo>
                <a:lnTo>
                  <a:pt x="842784" y="109306"/>
                </a:lnTo>
                <a:lnTo>
                  <a:pt x="842846" y="109588"/>
                </a:lnTo>
                <a:lnTo>
                  <a:pt x="842910" y="109864"/>
                </a:lnTo>
                <a:lnTo>
                  <a:pt x="842975" y="110135"/>
                </a:lnTo>
                <a:lnTo>
                  <a:pt x="843042" y="110400"/>
                </a:lnTo>
                <a:lnTo>
                  <a:pt x="843110" y="110660"/>
                </a:lnTo>
                <a:lnTo>
                  <a:pt x="843180" y="110914"/>
                </a:lnTo>
                <a:lnTo>
                  <a:pt x="843252" y="111163"/>
                </a:lnTo>
                <a:lnTo>
                  <a:pt x="843325" y="111406"/>
                </a:lnTo>
                <a:lnTo>
                  <a:pt x="843399" y="111644"/>
                </a:lnTo>
                <a:lnTo>
                  <a:pt x="843475" y="111876"/>
                </a:lnTo>
                <a:lnTo>
                  <a:pt x="843552" y="112103"/>
                </a:lnTo>
                <a:lnTo>
                  <a:pt x="843631" y="112324"/>
                </a:lnTo>
                <a:lnTo>
                  <a:pt x="843712" y="112539"/>
                </a:lnTo>
                <a:lnTo>
                  <a:pt x="843794" y="112750"/>
                </a:lnTo>
                <a:lnTo>
                  <a:pt x="843878" y="112954"/>
                </a:lnTo>
                <a:lnTo>
                  <a:pt x="843963" y="113154"/>
                </a:lnTo>
                <a:lnTo>
                  <a:pt x="858181" y="113154"/>
                </a:lnTo>
                <a:lnTo>
                  <a:pt x="858181" y="111975"/>
                </a:lnTo>
                <a:lnTo>
                  <a:pt x="858065" y="111703"/>
                </a:lnTo>
                <a:lnTo>
                  <a:pt x="857952" y="111426"/>
                </a:lnTo>
                <a:lnTo>
                  <a:pt x="857842" y="111145"/>
                </a:lnTo>
                <a:lnTo>
                  <a:pt x="857734" y="110860"/>
                </a:lnTo>
                <a:lnTo>
                  <a:pt x="857628" y="110570"/>
                </a:lnTo>
                <a:lnTo>
                  <a:pt x="857525" y="110276"/>
                </a:lnTo>
                <a:lnTo>
                  <a:pt x="857424" y="109978"/>
                </a:lnTo>
                <a:lnTo>
                  <a:pt x="857325" y="109675"/>
                </a:lnTo>
                <a:lnTo>
                  <a:pt x="857229" y="109368"/>
                </a:lnTo>
                <a:lnTo>
                  <a:pt x="857136" y="109056"/>
                </a:lnTo>
                <a:lnTo>
                  <a:pt x="857045" y="108741"/>
                </a:lnTo>
                <a:lnTo>
                  <a:pt x="856956" y="108420"/>
                </a:lnTo>
                <a:lnTo>
                  <a:pt x="856870" y="108096"/>
                </a:lnTo>
                <a:lnTo>
                  <a:pt x="856786" y="107767"/>
                </a:lnTo>
                <a:lnTo>
                  <a:pt x="856705" y="107434"/>
                </a:lnTo>
                <a:lnTo>
                  <a:pt x="856626" y="107096"/>
                </a:lnTo>
                <a:lnTo>
                  <a:pt x="856549" y="106755"/>
                </a:lnTo>
                <a:lnTo>
                  <a:pt x="856475" y="106408"/>
                </a:lnTo>
                <a:lnTo>
                  <a:pt x="856403" y="106058"/>
                </a:lnTo>
                <a:lnTo>
                  <a:pt x="856334" y="105703"/>
                </a:lnTo>
                <a:lnTo>
                  <a:pt x="856267" y="105344"/>
                </a:lnTo>
                <a:lnTo>
                  <a:pt x="856203" y="104980"/>
                </a:lnTo>
                <a:lnTo>
                  <a:pt x="856141" y="104612"/>
                </a:lnTo>
                <a:lnTo>
                  <a:pt x="856081" y="104240"/>
                </a:lnTo>
                <a:lnTo>
                  <a:pt x="856024" y="103866"/>
                </a:lnTo>
                <a:lnTo>
                  <a:pt x="855970" y="103494"/>
                </a:lnTo>
                <a:lnTo>
                  <a:pt x="855917" y="103124"/>
                </a:lnTo>
                <a:lnTo>
                  <a:pt x="855867" y="102756"/>
                </a:lnTo>
                <a:lnTo>
                  <a:pt x="855820" y="102390"/>
                </a:lnTo>
                <a:lnTo>
                  <a:pt x="855775" y="102025"/>
                </a:lnTo>
                <a:lnTo>
                  <a:pt x="855733" y="101662"/>
                </a:lnTo>
                <a:lnTo>
                  <a:pt x="855692" y="101301"/>
                </a:lnTo>
                <a:lnTo>
                  <a:pt x="855655" y="100942"/>
                </a:lnTo>
                <a:lnTo>
                  <a:pt x="855620" y="100584"/>
                </a:lnTo>
                <a:lnTo>
                  <a:pt x="855587" y="100229"/>
                </a:lnTo>
                <a:lnTo>
                  <a:pt x="855556" y="99875"/>
                </a:lnTo>
                <a:lnTo>
                  <a:pt x="855528" y="99523"/>
                </a:lnTo>
                <a:lnTo>
                  <a:pt x="855503" y="99173"/>
                </a:lnTo>
                <a:lnTo>
                  <a:pt x="855480" y="98824"/>
                </a:lnTo>
                <a:lnTo>
                  <a:pt x="855459" y="98477"/>
                </a:lnTo>
                <a:lnTo>
                  <a:pt x="855441" y="98132"/>
                </a:lnTo>
                <a:lnTo>
                  <a:pt x="855425" y="97789"/>
                </a:lnTo>
                <a:lnTo>
                  <a:pt x="855412" y="97448"/>
                </a:lnTo>
                <a:lnTo>
                  <a:pt x="855401" y="97108"/>
                </a:lnTo>
                <a:lnTo>
                  <a:pt x="855392" y="96771"/>
                </a:lnTo>
                <a:lnTo>
                  <a:pt x="855386" y="96435"/>
                </a:lnTo>
                <a:lnTo>
                  <a:pt x="855383" y="96100"/>
                </a:lnTo>
                <a:lnTo>
                  <a:pt x="855381" y="95768"/>
                </a:lnTo>
                <a:lnTo>
                  <a:pt x="855381" y="58639"/>
                </a:lnTo>
                <a:lnTo>
                  <a:pt x="855375" y="57902"/>
                </a:lnTo>
                <a:lnTo>
                  <a:pt x="855355" y="57175"/>
                </a:lnTo>
                <a:lnTo>
                  <a:pt x="855322" y="56458"/>
                </a:lnTo>
                <a:lnTo>
                  <a:pt x="855276" y="55751"/>
                </a:lnTo>
                <a:lnTo>
                  <a:pt x="855217" y="55055"/>
                </a:lnTo>
                <a:lnTo>
                  <a:pt x="855144" y="54369"/>
                </a:lnTo>
                <a:lnTo>
                  <a:pt x="855059" y="53694"/>
                </a:lnTo>
                <a:lnTo>
                  <a:pt x="854960" y="53028"/>
                </a:lnTo>
                <a:lnTo>
                  <a:pt x="854848" y="52374"/>
                </a:lnTo>
                <a:lnTo>
                  <a:pt x="854723" y="51729"/>
                </a:lnTo>
                <a:lnTo>
                  <a:pt x="854584" y="51095"/>
                </a:lnTo>
                <a:lnTo>
                  <a:pt x="854433" y="50472"/>
                </a:lnTo>
                <a:lnTo>
                  <a:pt x="854268" y="49858"/>
                </a:lnTo>
                <a:lnTo>
                  <a:pt x="854090" y="49255"/>
                </a:lnTo>
                <a:lnTo>
                  <a:pt x="853899" y="48663"/>
                </a:lnTo>
                <a:lnTo>
                  <a:pt x="853695" y="48080"/>
                </a:lnTo>
                <a:lnTo>
                  <a:pt x="853478" y="47509"/>
                </a:lnTo>
                <a:lnTo>
                  <a:pt x="853247" y="46947"/>
                </a:lnTo>
                <a:lnTo>
                  <a:pt x="853004" y="46396"/>
                </a:lnTo>
                <a:lnTo>
                  <a:pt x="852747" y="45855"/>
                </a:lnTo>
                <a:lnTo>
                  <a:pt x="852477" y="45325"/>
                </a:lnTo>
                <a:lnTo>
                  <a:pt x="852194" y="44805"/>
                </a:lnTo>
                <a:lnTo>
                  <a:pt x="851897" y="44295"/>
                </a:lnTo>
                <a:lnTo>
                  <a:pt x="851588" y="43795"/>
                </a:lnTo>
                <a:lnTo>
                  <a:pt x="851266" y="43306"/>
                </a:lnTo>
                <a:lnTo>
                  <a:pt x="850935" y="42828"/>
                </a:lnTo>
                <a:lnTo>
                  <a:pt x="850594" y="42359"/>
                </a:lnTo>
                <a:lnTo>
                  <a:pt x="850243" y="41902"/>
                </a:lnTo>
                <a:lnTo>
                  <a:pt x="849882" y="41454"/>
                </a:lnTo>
                <a:lnTo>
                  <a:pt x="849511" y="41017"/>
                </a:lnTo>
                <a:lnTo>
                  <a:pt x="849130" y="40590"/>
                </a:lnTo>
                <a:lnTo>
                  <a:pt x="848739" y="40173"/>
                </a:lnTo>
                <a:lnTo>
                  <a:pt x="848338" y="39767"/>
                </a:lnTo>
                <a:lnTo>
                  <a:pt x="847927" y="39372"/>
                </a:lnTo>
                <a:lnTo>
                  <a:pt x="847506" y="38986"/>
                </a:lnTo>
                <a:lnTo>
                  <a:pt x="847075" y="38611"/>
                </a:lnTo>
                <a:lnTo>
                  <a:pt x="846635" y="38246"/>
                </a:lnTo>
                <a:lnTo>
                  <a:pt x="846184" y="37892"/>
                </a:lnTo>
                <a:lnTo>
                  <a:pt x="845723" y="37548"/>
                </a:lnTo>
                <a:lnTo>
                  <a:pt x="845252" y="37214"/>
                </a:lnTo>
                <a:lnTo>
                  <a:pt x="844771" y="36891"/>
                </a:lnTo>
                <a:lnTo>
                  <a:pt x="844281" y="36578"/>
                </a:lnTo>
                <a:lnTo>
                  <a:pt x="843780" y="36276"/>
                </a:lnTo>
                <a:lnTo>
                  <a:pt x="843269" y="35984"/>
                </a:lnTo>
                <a:lnTo>
                  <a:pt x="842749" y="35702"/>
                </a:lnTo>
                <a:lnTo>
                  <a:pt x="842218" y="35430"/>
                </a:lnTo>
                <a:lnTo>
                  <a:pt x="841677" y="35169"/>
                </a:lnTo>
                <a:lnTo>
                  <a:pt x="841127" y="34918"/>
                </a:lnTo>
                <a:lnTo>
                  <a:pt x="840568" y="34678"/>
                </a:lnTo>
                <a:lnTo>
                  <a:pt x="840002" y="34448"/>
                </a:lnTo>
                <a:lnTo>
                  <a:pt x="839428" y="34228"/>
                </a:lnTo>
                <a:lnTo>
                  <a:pt x="838848" y="34018"/>
                </a:lnTo>
                <a:lnTo>
                  <a:pt x="838261" y="33819"/>
                </a:lnTo>
                <a:lnTo>
                  <a:pt x="837667" y="33629"/>
                </a:lnTo>
                <a:lnTo>
                  <a:pt x="837065" y="33450"/>
                </a:lnTo>
                <a:lnTo>
                  <a:pt x="836457" y="33281"/>
                </a:lnTo>
                <a:lnTo>
                  <a:pt x="835842" y="33123"/>
                </a:lnTo>
                <a:lnTo>
                  <a:pt x="835219" y="32974"/>
                </a:lnTo>
                <a:lnTo>
                  <a:pt x="834590" y="32836"/>
                </a:lnTo>
                <a:lnTo>
                  <a:pt x="833953" y="32708"/>
                </a:lnTo>
                <a:lnTo>
                  <a:pt x="833310" y="32591"/>
                </a:lnTo>
                <a:lnTo>
                  <a:pt x="832659" y="32483"/>
                </a:lnTo>
                <a:lnTo>
                  <a:pt x="832002" y="32386"/>
                </a:lnTo>
                <a:lnTo>
                  <a:pt x="831337" y="32299"/>
                </a:lnTo>
                <a:lnTo>
                  <a:pt x="830666" y="32222"/>
                </a:lnTo>
                <a:lnTo>
                  <a:pt x="829987" y="32156"/>
                </a:lnTo>
                <a:lnTo>
                  <a:pt x="829301" y="32100"/>
                </a:lnTo>
                <a:lnTo>
                  <a:pt x="828608" y="32054"/>
                </a:lnTo>
                <a:lnTo>
                  <a:pt x="827909" y="32018"/>
                </a:lnTo>
                <a:lnTo>
                  <a:pt x="827202" y="31992"/>
                </a:lnTo>
                <a:lnTo>
                  <a:pt x="826488" y="31977"/>
                </a:lnTo>
                <a:lnTo>
                  <a:pt x="825767" y="31972"/>
                </a:lnTo>
                <a:lnTo>
                  <a:pt x="825168" y="31975"/>
                </a:lnTo>
                <a:lnTo>
                  <a:pt x="824573" y="31986"/>
                </a:lnTo>
                <a:lnTo>
                  <a:pt x="823983" y="32003"/>
                </a:lnTo>
                <a:lnTo>
                  <a:pt x="823398" y="32028"/>
                </a:lnTo>
                <a:lnTo>
                  <a:pt x="822818" y="32060"/>
                </a:lnTo>
                <a:lnTo>
                  <a:pt x="822243" y="32098"/>
                </a:lnTo>
                <a:lnTo>
                  <a:pt x="821672" y="32144"/>
                </a:lnTo>
                <a:lnTo>
                  <a:pt x="821106" y="32197"/>
                </a:lnTo>
                <a:lnTo>
                  <a:pt x="820544" y="32257"/>
                </a:lnTo>
                <a:lnTo>
                  <a:pt x="819987" y="32323"/>
                </a:lnTo>
                <a:lnTo>
                  <a:pt x="819436" y="32397"/>
                </a:lnTo>
                <a:lnTo>
                  <a:pt x="818888" y="32478"/>
                </a:lnTo>
                <a:lnTo>
                  <a:pt x="818346" y="32566"/>
                </a:lnTo>
                <a:lnTo>
                  <a:pt x="817808" y="32661"/>
                </a:lnTo>
                <a:lnTo>
                  <a:pt x="817275" y="32763"/>
                </a:lnTo>
                <a:lnTo>
                  <a:pt x="816747" y="32872"/>
                </a:lnTo>
                <a:lnTo>
                  <a:pt x="816223" y="32988"/>
                </a:lnTo>
                <a:lnTo>
                  <a:pt x="815705" y="33111"/>
                </a:lnTo>
                <a:lnTo>
                  <a:pt x="815190" y="33241"/>
                </a:lnTo>
                <a:lnTo>
                  <a:pt x="814681" y="33379"/>
                </a:lnTo>
                <a:lnTo>
                  <a:pt x="814176" y="33523"/>
                </a:lnTo>
                <a:lnTo>
                  <a:pt x="813677" y="33674"/>
                </a:lnTo>
                <a:lnTo>
                  <a:pt x="813181" y="33832"/>
                </a:lnTo>
                <a:lnTo>
                  <a:pt x="812691" y="33998"/>
                </a:lnTo>
                <a:lnTo>
                  <a:pt x="812206" y="34169"/>
                </a:lnTo>
                <a:lnTo>
                  <a:pt x="811727" y="34345"/>
                </a:lnTo>
                <a:lnTo>
                  <a:pt x="811253" y="34526"/>
                </a:lnTo>
                <a:lnTo>
                  <a:pt x="810786" y="34712"/>
                </a:lnTo>
                <a:lnTo>
                  <a:pt x="810324" y="34902"/>
                </a:lnTo>
                <a:lnTo>
                  <a:pt x="809869" y="35098"/>
                </a:lnTo>
                <a:lnTo>
                  <a:pt x="809419" y="35298"/>
                </a:lnTo>
                <a:lnTo>
                  <a:pt x="808975" y="35504"/>
                </a:lnTo>
                <a:lnTo>
                  <a:pt x="808537" y="35714"/>
                </a:lnTo>
                <a:lnTo>
                  <a:pt x="808105" y="35929"/>
                </a:lnTo>
                <a:lnTo>
                  <a:pt x="807678" y="36149"/>
                </a:lnTo>
                <a:lnTo>
                  <a:pt x="807258" y="36373"/>
                </a:lnTo>
                <a:lnTo>
                  <a:pt x="806844" y="36603"/>
                </a:lnTo>
                <a:lnTo>
                  <a:pt x="806435" y="36837"/>
                </a:lnTo>
                <a:lnTo>
                  <a:pt x="806032" y="37077"/>
                </a:lnTo>
                <a:lnTo>
                  <a:pt x="805635" y="37321"/>
                </a:lnTo>
                <a:lnTo>
                  <a:pt x="805244" y="37570"/>
                </a:lnTo>
                <a:lnTo>
                  <a:pt x="804859" y="37824"/>
                </a:lnTo>
                <a:lnTo>
                  <a:pt x="804480" y="38082"/>
                </a:lnTo>
                <a:lnTo>
                  <a:pt x="804107" y="38346"/>
                </a:lnTo>
                <a:lnTo>
                  <a:pt x="803739" y="38615"/>
                </a:lnTo>
                <a:lnTo>
                  <a:pt x="803378" y="38888"/>
                </a:lnTo>
                <a:lnTo>
                  <a:pt x="803022" y="39166"/>
                </a:lnTo>
                <a:lnTo>
                  <a:pt x="802672" y="39449"/>
                </a:lnTo>
                <a:lnTo>
                  <a:pt x="802329" y="39736"/>
                </a:lnTo>
                <a:lnTo>
                  <a:pt x="801992" y="40025"/>
                </a:lnTo>
                <a:lnTo>
                  <a:pt x="801662" y="40318"/>
                </a:lnTo>
                <a:lnTo>
                  <a:pt x="801339" y="40612"/>
                </a:lnTo>
                <a:lnTo>
                  <a:pt x="801023" y="40910"/>
                </a:lnTo>
                <a:lnTo>
                  <a:pt x="800713" y="41210"/>
                </a:lnTo>
                <a:lnTo>
                  <a:pt x="800410" y="41513"/>
                </a:lnTo>
                <a:lnTo>
                  <a:pt x="800114" y="41819"/>
                </a:lnTo>
                <a:lnTo>
                  <a:pt x="799825" y="42127"/>
                </a:lnTo>
                <a:lnTo>
                  <a:pt x="799543" y="42438"/>
                </a:lnTo>
                <a:lnTo>
                  <a:pt x="799267" y="42752"/>
                </a:lnTo>
                <a:lnTo>
                  <a:pt x="798998" y="43068"/>
                </a:lnTo>
                <a:lnTo>
                  <a:pt x="798736" y="43387"/>
                </a:lnTo>
                <a:lnTo>
                  <a:pt x="798481" y="43709"/>
                </a:lnTo>
                <a:lnTo>
                  <a:pt x="798232" y="44033"/>
                </a:lnTo>
                <a:lnTo>
                  <a:pt x="797990" y="44360"/>
                </a:lnTo>
                <a:lnTo>
                  <a:pt x="797755" y="44690"/>
                </a:lnTo>
                <a:lnTo>
                  <a:pt x="797527" y="45022"/>
                </a:lnTo>
                <a:lnTo>
                  <a:pt x="797306" y="45358"/>
                </a:lnTo>
                <a:lnTo>
                  <a:pt x="797091" y="45695"/>
                </a:lnTo>
                <a:lnTo>
                  <a:pt x="796883" y="46036"/>
                </a:lnTo>
                <a:lnTo>
                  <a:pt x="796682" y="46379"/>
                </a:lnTo>
                <a:lnTo>
                  <a:pt x="796488" y="46725"/>
                </a:lnTo>
                <a:lnTo>
                  <a:pt x="796300" y="47074"/>
                </a:lnTo>
                <a:lnTo>
                  <a:pt x="796120" y="47424"/>
                </a:lnTo>
                <a:lnTo>
                  <a:pt x="795947" y="47774"/>
                </a:lnTo>
                <a:lnTo>
                  <a:pt x="795782" y="48125"/>
                </a:lnTo>
                <a:lnTo>
                  <a:pt x="795625" y="48475"/>
                </a:lnTo>
                <a:lnTo>
                  <a:pt x="795475" y="48826"/>
                </a:lnTo>
                <a:lnTo>
                  <a:pt x="795333" y="49178"/>
                </a:lnTo>
                <a:lnTo>
                  <a:pt x="795199" y="49529"/>
                </a:lnTo>
                <a:lnTo>
                  <a:pt x="795072" y="49881"/>
                </a:lnTo>
                <a:lnTo>
                  <a:pt x="794953" y="50233"/>
                </a:lnTo>
                <a:lnTo>
                  <a:pt x="794842" y="50586"/>
                </a:lnTo>
                <a:lnTo>
                  <a:pt x="794738" y="50938"/>
                </a:lnTo>
                <a:lnTo>
                  <a:pt x="794642" y="51291"/>
                </a:lnTo>
                <a:lnTo>
                  <a:pt x="794554" y="51644"/>
                </a:lnTo>
                <a:lnTo>
                  <a:pt x="794474" y="51998"/>
                </a:lnTo>
                <a:lnTo>
                  <a:pt x="794401" y="52351"/>
                </a:lnTo>
                <a:lnTo>
                  <a:pt x="794336" y="52705"/>
                </a:lnTo>
                <a:lnTo>
                  <a:pt x="794278" y="53059"/>
                </a:lnTo>
                <a:lnTo>
                  <a:pt x="794228" y="53414"/>
                </a:lnTo>
                <a:lnTo>
                  <a:pt x="794186" y="53768"/>
                </a:lnTo>
                <a:lnTo>
                  <a:pt x="794151" y="54123"/>
                </a:lnTo>
                <a:lnTo>
                  <a:pt x="794124" y="54478"/>
                </a:lnTo>
                <a:lnTo>
                  <a:pt x="794105" y="54834"/>
                </a:lnTo>
                <a:lnTo>
                  <a:pt x="794094" y="55189"/>
                </a:lnTo>
                <a:lnTo>
                  <a:pt x="794090" y="55545"/>
                </a:lnTo>
                <a:lnTo>
                  <a:pt x="807718" y="55545"/>
                </a:lnTo>
                <a:lnTo>
                  <a:pt x="807722" y="55270"/>
                </a:lnTo>
                <a:lnTo>
                  <a:pt x="807734" y="54996"/>
                </a:lnTo>
                <a:lnTo>
                  <a:pt x="807752" y="54724"/>
                </a:lnTo>
                <a:lnTo>
                  <a:pt x="807779" y="54453"/>
                </a:lnTo>
                <a:lnTo>
                  <a:pt x="807813" y="54183"/>
                </a:lnTo>
                <a:lnTo>
                  <a:pt x="807854" y="53916"/>
                </a:lnTo>
                <a:lnTo>
                  <a:pt x="807903" y="53649"/>
                </a:lnTo>
                <a:lnTo>
                  <a:pt x="807960" y="53384"/>
                </a:lnTo>
                <a:lnTo>
                  <a:pt x="808024" y="53121"/>
                </a:lnTo>
                <a:lnTo>
                  <a:pt x="808096" y="52860"/>
                </a:lnTo>
                <a:lnTo>
                  <a:pt x="808175" y="52599"/>
                </a:lnTo>
                <a:lnTo>
                  <a:pt x="808262" y="52341"/>
                </a:lnTo>
                <a:lnTo>
                  <a:pt x="808356" y="52084"/>
                </a:lnTo>
                <a:lnTo>
                  <a:pt x="808458" y="51828"/>
                </a:lnTo>
                <a:lnTo>
                  <a:pt x="808567" y="51574"/>
                </a:lnTo>
                <a:lnTo>
                  <a:pt x="808684" y="51322"/>
                </a:lnTo>
                <a:lnTo>
                  <a:pt x="808809" y="51071"/>
                </a:lnTo>
                <a:lnTo>
                  <a:pt x="808941" y="50821"/>
                </a:lnTo>
                <a:lnTo>
                  <a:pt x="809080" y="50574"/>
                </a:lnTo>
                <a:lnTo>
                  <a:pt x="809228" y="50327"/>
                </a:lnTo>
                <a:lnTo>
                  <a:pt x="809382" y="50082"/>
                </a:lnTo>
                <a:lnTo>
                  <a:pt x="809545" y="49839"/>
                </a:lnTo>
                <a:lnTo>
                  <a:pt x="809714" y="49598"/>
                </a:lnTo>
                <a:lnTo>
                  <a:pt x="809892" y="49357"/>
                </a:lnTo>
                <a:lnTo>
                  <a:pt x="810076" y="49120"/>
                </a:lnTo>
                <a:lnTo>
                  <a:pt x="810266" y="48886"/>
                </a:lnTo>
                <a:lnTo>
                  <a:pt x="810461" y="48656"/>
                </a:lnTo>
                <a:lnTo>
                  <a:pt x="810663" y="48430"/>
                </a:lnTo>
                <a:lnTo>
                  <a:pt x="810871" y="48208"/>
                </a:lnTo>
                <a:lnTo>
                  <a:pt x="811084" y="47990"/>
                </a:lnTo>
                <a:lnTo>
                  <a:pt x="811304" y="47775"/>
                </a:lnTo>
                <a:lnTo>
                  <a:pt x="811529" y="47565"/>
                </a:lnTo>
                <a:lnTo>
                  <a:pt x="811760" y="47358"/>
                </a:lnTo>
                <a:lnTo>
                  <a:pt x="811997" y="47155"/>
                </a:lnTo>
                <a:lnTo>
                  <a:pt x="812240" y="46956"/>
                </a:lnTo>
                <a:lnTo>
                  <a:pt x="812488" y="46761"/>
                </a:lnTo>
                <a:lnTo>
                  <a:pt x="812743" y="46569"/>
                </a:lnTo>
                <a:lnTo>
                  <a:pt x="813004" y="46381"/>
                </a:lnTo>
                <a:lnTo>
                  <a:pt x="813270" y="46198"/>
                </a:lnTo>
                <a:lnTo>
                  <a:pt x="813542" y="46018"/>
                </a:lnTo>
                <a:lnTo>
                  <a:pt x="813820" y="45842"/>
                </a:lnTo>
                <a:lnTo>
                  <a:pt x="814105" y="45669"/>
                </a:lnTo>
                <a:lnTo>
                  <a:pt x="814394" y="45501"/>
                </a:lnTo>
                <a:lnTo>
                  <a:pt x="814690" y="45336"/>
                </a:lnTo>
                <a:lnTo>
                  <a:pt x="814992" y="45176"/>
                </a:lnTo>
                <a:lnTo>
                  <a:pt x="815300" y="45019"/>
                </a:lnTo>
                <a:lnTo>
                  <a:pt x="815613" y="44866"/>
                </a:lnTo>
                <a:lnTo>
                  <a:pt x="815932" y="44716"/>
                </a:lnTo>
                <a:lnTo>
                  <a:pt x="816257" y="44572"/>
                </a:lnTo>
                <a:lnTo>
                  <a:pt x="816586" y="44434"/>
                </a:lnTo>
                <a:lnTo>
                  <a:pt x="816919" y="44302"/>
                </a:lnTo>
                <a:lnTo>
                  <a:pt x="817257" y="44176"/>
                </a:lnTo>
                <a:lnTo>
                  <a:pt x="817600" y="44056"/>
                </a:lnTo>
                <a:lnTo>
                  <a:pt x="817947" y="43943"/>
                </a:lnTo>
                <a:lnTo>
                  <a:pt x="818298" y="43835"/>
                </a:lnTo>
                <a:lnTo>
                  <a:pt x="818654" y="43734"/>
                </a:lnTo>
                <a:lnTo>
                  <a:pt x="819014" y="43639"/>
                </a:lnTo>
                <a:lnTo>
                  <a:pt x="819379" y="43550"/>
                </a:lnTo>
                <a:lnTo>
                  <a:pt x="819748" y="43467"/>
                </a:lnTo>
                <a:lnTo>
                  <a:pt x="820122" y="43390"/>
                </a:lnTo>
                <a:lnTo>
                  <a:pt x="820501" y="43320"/>
                </a:lnTo>
                <a:lnTo>
                  <a:pt x="820883" y="43255"/>
                </a:lnTo>
                <a:lnTo>
                  <a:pt x="821270" y="43197"/>
                </a:lnTo>
                <a:lnTo>
                  <a:pt x="821662" y="43145"/>
                </a:lnTo>
                <a:lnTo>
                  <a:pt x="822058" y="43099"/>
                </a:lnTo>
                <a:lnTo>
                  <a:pt x="822459" y="43059"/>
                </a:lnTo>
                <a:lnTo>
                  <a:pt x="822864" y="43025"/>
                </a:lnTo>
                <a:lnTo>
                  <a:pt x="823274" y="42997"/>
                </a:lnTo>
                <a:lnTo>
                  <a:pt x="823688" y="42976"/>
                </a:lnTo>
                <a:lnTo>
                  <a:pt x="824106" y="42961"/>
                </a:lnTo>
                <a:lnTo>
                  <a:pt x="824529" y="42951"/>
                </a:lnTo>
                <a:lnTo>
                  <a:pt x="824957" y="42948"/>
                </a:lnTo>
                <a:lnTo>
                  <a:pt x="825414" y="42952"/>
                </a:lnTo>
                <a:lnTo>
                  <a:pt x="825865" y="42962"/>
                </a:lnTo>
                <a:lnTo>
                  <a:pt x="826310" y="42978"/>
                </a:lnTo>
                <a:lnTo>
                  <a:pt x="826749" y="43001"/>
                </a:lnTo>
                <a:lnTo>
                  <a:pt x="827182" y="43031"/>
                </a:lnTo>
                <a:lnTo>
                  <a:pt x="827609" y="43068"/>
                </a:lnTo>
                <a:lnTo>
                  <a:pt x="828029" y="43111"/>
                </a:lnTo>
                <a:lnTo>
                  <a:pt x="828444" y="43161"/>
                </a:lnTo>
                <a:lnTo>
                  <a:pt x="828852" y="43218"/>
                </a:lnTo>
                <a:lnTo>
                  <a:pt x="829254" y="43281"/>
                </a:lnTo>
                <a:lnTo>
                  <a:pt x="829650" y="43351"/>
                </a:lnTo>
                <a:lnTo>
                  <a:pt x="830040" y="43427"/>
                </a:lnTo>
                <a:lnTo>
                  <a:pt x="830423" y="43510"/>
                </a:lnTo>
                <a:lnTo>
                  <a:pt x="830801" y="43600"/>
                </a:lnTo>
                <a:lnTo>
                  <a:pt x="831172" y="43696"/>
                </a:lnTo>
                <a:lnTo>
                  <a:pt x="831538" y="43800"/>
                </a:lnTo>
                <a:lnTo>
                  <a:pt x="831897" y="43909"/>
                </a:lnTo>
                <a:lnTo>
                  <a:pt x="832250" y="44026"/>
                </a:lnTo>
                <a:lnTo>
                  <a:pt x="832597" y="44149"/>
                </a:lnTo>
                <a:lnTo>
                  <a:pt x="832937" y="44278"/>
                </a:lnTo>
                <a:lnTo>
                  <a:pt x="833272" y="44415"/>
                </a:lnTo>
                <a:lnTo>
                  <a:pt x="833600" y="44558"/>
                </a:lnTo>
                <a:lnTo>
                  <a:pt x="833923" y="44707"/>
                </a:lnTo>
                <a:lnTo>
                  <a:pt x="834239" y="44864"/>
                </a:lnTo>
                <a:lnTo>
                  <a:pt x="834549" y="45026"/>
                </a:lnTo>
                <a:lnTo>
                  <a:pt x="834852" y="45194"/>
                </a:lnTo>
                <a:lnTo>
                  <a:pt x="835149" y="45367"/>
                </a:lnTo>
                <a:lnTo>
                  <a:pt x="835439" y="45546"/>
                </a:lnTo>
                <a:lnTo>
                  <a:pt x="835723" y="45730"/>
                </a:lnTo>
                <a:lnTo>
                  <a:pt x="836000" y="45920"/>
                </a:lnTo>
                <a:lnTo>
                  <a:pt x="836271" y="46116"/>
                </a:lnTo>
                <a:lnTo>
                  <a:pt x="836535" y="46316"/>
                </a:lnTo>
                <a:lnTo>
                  <a:pt x="836792" y="46523"/>
                </a:lnTo>
                <a:lnTo>
                  <a:pt x="837044" y="46735"/>
                </a:lnTo>
                <a:lnTo>
                  <a:pt x="837288" y="46952"/>
                </a:lnTo>
                <a:lnTo>
                  <a:pt x="837526" y="47175"/>
                </a:lnTo>
                <a:lnTo>
                  <a:pt x="837758" y="47403"/>
                </a:lnTo>
                <a:lnTo>
                  <a:pt x="837983" y="47637"/>
                </a:lnTo>
                <a:lnTo>
                  <a:pt x="838201" y="47876"/>
                </a:lnTo>
                <a:lnTo>
                  <a:pt x="838413" y="48121"/>
                </a:lnTo>
                <a:lnTo>
                  <a:pt x="838619" y="48372"/>
                </a:lnTo>
                <a:lnTo>
                  <a:pt x="838818" y="48628"/>
                </a:lnTo>
                <a:lnTo>
                  <a:pt x="839010" y="48889"/>
                </a:lnTo>
                <a:lnTo>
                  <a:pt x="839196" y="49156"/>
                </a:lnTo>
                <a:lnTo>
                  <a:pt x="839375" y="49428"/>
                </a:lnTo>
                <a:lnTo>
                  <a:pt x="839548" y="49706"/>
                </a:lnTo>
                <a:lnTo>
                  <a:pt x="839715" y="49989"/>
                </a:lnTo>
                <a:lnTo>
                  <a:pt x="839874" y="50278"/>
                </a:lnTo>
                <a:lnTo>
                  <a:pt x="840028" y="50572"/>
                </a:lnTo>
                <a:lnTo>
                  <a:pt x="840174" y="50870"/>
                </a:lnTo>
                <a:lnTo>
                  <a:pt x="840315" y="51172"/>
                </a:lnTo>
                <a:lnTo>
                  <a:pt x="840448" y="51478"/>
                </a:lnTo>
                <a:lnTo>
                  <a:pt x="840576" y="51789"/>
                </a:lnTo>
                <a:lnTo>
                  <a:pt x="840696" y="52104"/>
                </a:lnTo>
                <a:lnTo>
                  <a:pt x="840810" y="52423"/>
                </a:lnTo>
                <a:lnTo>
                  <a:pt x="840918" y="52746"/>
                </a:lnTo>
                <a:lnTo>
                  <a:pt x="841019" y="53074"/>
                </a:lnTo>
                <a:lnTo>
                  <a:pt x="841114" y="53405"/>
                </a:lnTo>
                <a:lnTo>
                  <a:pt x="841202" y="53741"/>
                </a:lnTo>
                <a:lnTo>
                  <a:pt x="841283" y="54081"/>
                </a:lnTo>
                <a:lnTo>
                  <a:pt x="841358" y="54426"/>
                </a:lnTo>
                <a:lnTo>
                  <a:pt x="841427" y="54774"/>
                </a:lnTo>
                <a:lnTo>
                  <a:pt x="841489" y="55127"/>
                </a:lnTo>
                <a:lnTo>
                  <a:pt x="841544" y="55484"/>
                </a:lnTo>
                <a:lnTo>
                  <a:pt x="841593" y="55845"/>
                </a:lnTo>
                <a:lnTo>
                  <a:pt x="841636" y="56211"/>
                </a:lnTo>
                <a:lnTo>
                  <a:pt x="841671" y="56580"/>
                </a:lnTo>
                <a:lnTo>
                  <a:pt x="841701" y="56954"/>
                </a:lnTo>
                <a:lnTo>
                  <a:pt x="841724" y="57332"/>
                </a:lnTo>
                <a:lnTo>
                  <a:pt x="841740" y="57715"/>
                </a:lnTo>
                <a:lnTo>
                  <a:pt x="841750" y="58101"/>
                </a:lnTo>
                <a:lnTo>
                  <a:pt x="841753" y="58492"/>
                </a:lnTo>
                <a:lnTo>
                  <a:pt x="841753" y="64828"/>
                </a:lnTo>
                <a:lnTo>
                  <a:pt x="828272" y="64828"/>
                </a:lnTo>
                <a:lnTo>
                  <a:pt x="827593" y="64830"/>
                </a:lnTo>
                <a:lnTo>
                  <a:pt x="826920" y="64839"/>
                </a:lnTo>
                <a:lnTo>
                  <a:pt x="826252" y="64854"/>
                </a:lnTo>
                <a:lnTo>
                  <a:pt x="825589" y="64875"/>
                </a:lnTo>
                <a:lnTo>
                  <a:pt x="824932" y="64901"/>
                </a:lnTo>
                <a:lnTo>
                  <a:pt x="824280" y="64933"/>
                </a:lnTo>
                <a:lnTo>
                  <a:pt x="823633" y="64972"/>
                </a:lnTo>
                <a:lnTo>
                  <a:pt x="822992" y="65016"/>
                </a:lnTo>
                <a:lnTo>
                  <a:pt x="822356" y="65066"/>
                </a:lnTo>
                <a:lnTo>
                  <a:pt x="821726" y="65122"/>
                </a:lnTo>
                <a:lnTo>
                  <a:pt x="821101" y="65183"/>
                </a:lnTo>
                <a:lnTo>
                  <a:pt x="820481" y="65251"/>
                </a:lnTo>
                <a:lnTo>
                  <a:pt x="819867" y="65325"/>
                </a:lnTo>
                <a:lnTo>
                  <a:pt x="819258" y="65404"/>
                </a:lnTo>
                <a:lnTo>
                  <a:pt x="818655" y="65489"/>
                </a:lnTo>
                <a:lnTo>
                  <a:pt x="818056" y="65581"/>
                </a:lnTo>
                <a:lnTo>
                  <a:pt x="817464" y="65678"/>
                </a:lnTo>
                <a:lnTo>
                  <a:pt x="816876" y="65781"/>
                </a:lnTo>
                <a:lnTo>
                  <a:pt x="816294" y="65889"/>
                </a:lnTo>
                <a:lnTo>
                  <a:pt x="815718" y="66004"/>
                </a:lnTo>
                <a:lnTo>
                  <a:pt x="815146" y="66125"/>
                </a:lnTo>
                <a:lnTo>
                  <a:pt x="814580" y="66251"/>
                </a:lnTo>
                <a:lnTo>
                  <a:pt x="814020" y="66384"/>
                </a:lnTo>
                <a:lnTo>
                  <a:pt x="813465" y="66522"/>
                </a:lnTo>
                <a:lnTo>
                  <a:pt x="812915" y="66666"/>
                </a:lnTo>
                <a:lnTo>
                  <a:pt x="812373" y="66815"/>
                </a:lnTo>
                <a:lnTo>
                  <a:pt x="811837" y="66970"/>
                </a:lnTo>
                <a:lnTo>
                  <a:pt x="811308" y="67131"/>
                </a:lnTo>
                <a:lnTo>
                  <a:pt x="810785" y="67297"/>
                </a:lnTo>
                <a:lnTo>
                  <a:pt x="810269" y="67468"/>
                </a:lnTo>
                <a:lnTo>
                  <a:pt x="809760" y="67645"/>
                </a:lnTo>
                <a:lnTo>
                  <a:pt x="809257" y="67827"/>
                </a:lnTo>
                <a:lnTo>
                  <a:pt x="808761" y="68015"/>
                </a:lnTo>
                <a:lnTo>
                  <a:pt x="808272" y="68209"/>
                </a:lnTo>
                <a:lnTo>
                  <a:pt x="807789" y="68408"/>
                </a:lnTo>
                <a:lnTo>
                  <a:pt x="807313" y="68612"/>
                </a:lnTo>
                <a:lnTo>
                  <a:pt x="806844" y="68822"/>
                </a:lnTo>
                <a:lnTo>
                  <a:pt x="806381" y="69038"/>
                </a:lnTo>
                <a:lnTo>
                  <a:pt x="805925" y="69259"/>
                </a:lnTo>
                <a:lnTo>
                  <a:pt x="805476" y="69485"/>
                </a:lnTo>
                <a:lnTo>
                  <a:pt x="805033" y="69717"/>
                </a:lnTo>
                <a:lnTo>
                  <a:pt x="804597" y="69954"/>
                </a:lnTo>
                <a:lnTo>
                  <a:pt x="804167" y="70197"/>
                </a:lnTo>
                <a:lnTo>
                  <a:pt x="803745" y="70446"/>
                </a:lnTo>
                <a:lnTo>
                  <a:pt x="803328" y="70700"/>
                </a:lnTo>
                <a:lnTo>
                  <a:pt x="802919" y="70959"/>
                </a:lnTo>
                <a:lnTo>
                  <a:pt x="802516" y="71224"/>
                </a:lnTo>
                <a:lnTo>
                  <a:pt x="802120" y="71494"/>
                </a:lnTo>
                <a:lnTo>
                  <a:pt x="801731" y="71770"/>
                </a:lnTo>
                <a:lnTo>
                  <a:pt x="801349" y="72052"/>
                </a:lnTo>
                <a:lnTo>
                  <a:pt x="800976" y="72339"/>
                </a:lnTo>
                <a:lnTo>
                  <a:pt x="800610" y="72632"/>
                </a:lnTo>
                <a:lnTo>
                  <a:pt x="800251" y="72931"/>
                </a:lnTo>
                <a:lnTo>
                  <a:pt x="799900" y="73235"/>
                </a:lnTo>
                <a:lnTo>
                  <a:pt x="799557" y="73545"/>
                </a:lnTo>
                <a:lnTo>
                  <a:pt x="799222" y="73860"/>
                </a:lnTo>
                <a:lnTo>
                  <a:pt x="798894" y="74181"/>
                </a:lnTo>
                <a:lnTo>
                  <a:pt x="798574" y="74508"/>
                </a:lnTo>
                <a:lnTo>
                  <a:pt x="798262" y="74840"/>
                </a:lnTo>
                <a:lnTo>
                  <a:pt x="797958" y="75178"/>
                </a:lnTo>
                <a:lnTo>
                  <a:pt x="797661" y="75521"/>
                </a:lnTo>
                <a:lnTo>
                  <a:pt x="797371" y="75871"/>
                </a:lnTo>
                <a:lnTo>
                  <a:pt x="797090" y="76225"/>
                </a:lnTo>
                <a:lnTo>
                  <a:pt x="796816" y="76586"/>
                </a:lnTo>
                <a:lnTo>
                  <a:pt x="796549" y="76952"/>
                </a:lnTo>
                <a:lnTo>
                  <a:pt x="796291" y="77323"/>
                </a:lnTo>
                <a:lnTo>
                  <a:pt x="796040" y="77701"/>
                </a:lnTo>
                <a:lnTo>
                  <a:pt x="795797" y="78084"/>
                </a:lnTo>
                <a:lnTo>
                  <a:pt x="795561" y="78472"/>
                </a:lnTo>
                <a:lnTo>
                  <a:pt x="795333" y="78866"/>
                </a:lnTo>
                <a:lnTo>
                  <a:pt x="795113" y="79266"/>
                </a:lnTo>
                <a:lnTo>
                  <a:pt x="794900" y="79672"/>
                </a:lnTo>
                <a:lnTo>
                  <a:pt x="794696" y="80082"/>
                </a:lnTo>
                <a:lnTo>
                  <a:pt x="794500" y="80499"/>
                </a:lnTo>
                <a:lnTo>
                  <a:pt x="794313" y="80920"/>
                </a:lnTo>
                <a:lnTo>
                  <a:pt x="794135" y="81346"/>
                </a:lnTo>
                <a:lnTo>
                  <a:pt x="793965" y="81778"/>
                </a:lnTo>
                <a:lnTo>
                  <a:pt x="793804" y="82215"/>
                </a:lnTo>
                <a:lnTo>
                  <a:pt x="793652" y="82658"/>
                </a:lnTo>
                <a:lnTo>
                  <a:pt x="793509" y="83105"/>
                </a:lnTo>
                <a:lnTo>
                  <a:pt x="793374" y="83558"/>
                </a:lnTo>
                <a:lnTo>
                  <a:pt x="793248" y="84016"/>
                </a:lnTo>
                <a:lnTo>
                  <a:pt x="793130" y="84479"/>
                </a:lnTo>
                <a:lnTo>
                  <a:pt x="793022" y="84948"/>
                </a:lnTo>
                <a:lnTo>
                  <a:pt x="792922" y="85422"/>
                </a:lnTo>
                <a:lnTo>
                  <a:pt x="792830" y="85901"/>
                </a:lnTo>
                <a:lnTo>
                  <a:pt x="792748" y="86385"/>
                </a:lnTo>
                <a:lnTo>
                  <a:pt x="792674" y="86875"/>
                </a:lnTo>
                <a:lnTo>
                  <a:pt x="792609" y="87369"/>
                </a:lnTo>
                <a:lnTo>
                  <a:pt x="792552" y="87869"/>
                </a:lnTo>
                <a:lnTo>
                  <a:pt x="792504" y="88375"/>
                </a:lnTo>
                <a:lnTo>
                  <a:pt x="792465" y="88885"/>
                </a:lnTo>
                <a:lnTo>
                  <a:pt x="792435" y="89401"/>
                </a:lnTo>
                <a:lnTo>
                  <a:pt x="792413" y="89922"/>
                </a:lnTo>
                <a:lnTo>
                  <a:pt x="792400" y="90448"/>
                </a:lnTo>
                <a:lnTo>
                  <a:pt x="792396" y="90980"/>
                </a:lnTo>
                <a:lnTo>
                  <a:pt x="792401" y="91530"/>
                </a:lnTo>
                <a:lnTo>
                  <a:pt x="792419" y="92076"/>
                </a:lnTo>
                <a:lnTo>
                  <a:pt x="792448" y="92617"/>
                </a:lnTo>
                <a:lnTo>
                  <a:pt x="792489" y="93154"/>
                </a:lnTo>
                <a:lnTo>
                  <a:pt x="792541" y="93686"/>
                </a:lnTo>
                <a:lnTo>
                  <a:pt x="792605" y="94214"/>
                </a:lnTo>
                <a:lnTo>
                  <a:pt x="792681" y="94737"/>
                </a:lnTo>
                <a:lnTo>
                  <a:pt x="792768" y="95256"/>
                </a:lnTo>
                <a:lnTo>
                  <a:pt x="792867" y="95771"/>
                </a:lnTo>
                <a:lnTo>
                  <a:pt x="792978" y="96281"/>
                </a:lnTo>
                <a:lnTo>
                  <a:pt x="793100" y="96786"/>
                </a:lnTo>
                <a:lnTo>
                  <a:pt x="793234" y="97287"/>
                </a:lnTo>
                <a:lnTo>
                  <a:pt x="793379" y="97784"/>
                </a:lnTo>
                <a:lnTo>
                  <a:pt x="793536" y="98276"/>
                </a:lnTo>
                <a:lnTo>
                  <a:pt x="793705" y="98764"/>
                </a:lnTo>
                <a:lnTo>
                  <a:pt x="793885" y="99247"/>
                </a:lnTo>
                <a:lnTo>
                  <a:pt x="794077" y="99725"/>
                </a:lnTo>
                <a:lnTo>
                  <a:pt x="794281" y="100200"/>
                </a:lnTo>
                <a:lnTo>
                  <a:pt x="794496" y="100669"/>
                </a:lnTo>
                <a:lnTo>
                  <a:pt x="794723" y="101134"/>
                </a:lnTo>
                <a:lnTo>
                  <a:pt x="794962" y="101595"/>
                </a:lnTo>
                <a:lnTo>
                  <a:pt x="795212" y="102051"/>
                </a:lnTo>
                <a:lnTo>
                  <a:pt x="795474" y="102503"/>
                </a:lnTo>
                <a:lnTo>
                  <a:pt x="795747" y="102951"/>
                </a:lnTo>
                <a:lnTo>
                  <a:pt x="796032" y="103392"/>
                </a:lnTo>
                <a:lnTo>
                  <a:pt x="796325" y="103826"/>
                </a:lnTo>
                <a:lnTo>
                  <a:pt x="796628" y="104252"/>
                </a:lnTo>
                <a:lnTo>
                  <a:pt x="796940" y="104670"/>
                </a:lnTo>
                <a:lnTo>
                  <a:pt x="797262" y="105082"/>
                </a:lnTo>
                <a:lnTo>
                  <a:pt x="797594" y="105485"/>
                </a:lnTo>
                <a:lnTo>
                  <a:pt x="797935" y="105881"/>
                </a:lnTo>
                <a:lnTo>
                  <a:pt x="798285" y="106270"/>
                </a:lnTo>
                <a:lnTo>
                  <a:pt x="798645" y="106651"/>
                </a:lnTo>
                <a:lnTo>
                  <a:pt x="799014" y="107024"/>
                </a:lnTo>
                <a:lnTo>
                  <a:pt x="799393" y="107390"/>
                </a:lnTo>
                <a:lnTo>
                  <a:pt x="799781" y="107748"/>
                </a:lnTo>
                <a:lnTo>
                  <a:pt x="800178" y="108099"/>
                </a:lnTo>
                <a:lnTo>
                  <a:pt x="800585" y="108442"/>
                </a:lnTo>
                <a:lnTo>
                  <a:pt x="801002" y="108778"/>
                </a:lnTo>
                <a:lnTo>
                  <a:pt x="801428" y="109106"/>
                </a:lnTo>
                <a:lnTo>
                  <a:pt x="801864" y="109426"/>
                </a:lnTo>
                <a:lnTo>
                  <a:pt x="802309" y="109739"/>
                </a:lnTo>
                <a:lnTo>
                  <a:pt x="802763" y="110045"/>
                </a:lnTo>
                <a:lnTo>
                  <a:pt x="803227" y="110343"/>
                </a:lnTo>
                <a:lnTo>
                  <a:pt x="803700" y="110633"/>
                </a:lnTo>
                <a:lnTo>
                  <a:pt x="804183" y="110916"/>
                </a:lnTo>
                <a:lnTo>
                  <a:pt x="804675" y="111191"/>
                </a:lnTo>
                <a:lnTo>
                  <a:pt x="805177" y="111459"/>
                </a:lnTo>
                <a:lnTo>
                  <a:pt x="805687" y="111718"/>
                </a:lnTo>
                <a:lnTo>
                  <a:pt x="806204" y="111965"/>
                </a:lnTo>
                <a:lnTo>
                  <a:pt x="806728" y="112202"/>
                </a:lnTo>
                <a:lnTo>
                  <a:pt x="807259" y="112427"/>
                </a:lnTo>
                <a:lnTo>
                  <a:pt x="807797" y="112642"/>
                </a:lnTo>
                <a:lnTo>
                  <a:pt x="808342" y="112845"/>
                </a:lnTo>
                <a:lnTo>
                  <a:pt x="808895" y="113038"/>
                </a:lnTo>
                <a:lnTo>
                  <a:pt x="809454" y="113219"/>
                </a:lnTo>
                <a:lnTo>
                  <a:pt x="810020" y="113389"/>
                </a:lnTo>
                <a:lnTo>
                  <a:pt x="810593" y="113549"/>
                </a:lnTo>
                <a:lnTo>
                  <a:pt x="811174" y="113697"/>
                </a:lnTo>
                <a:lnTo>
                  <a:pt x="811761" y="113835"/>
                </a:lnTo>
                <a:lnTo>
                  <a:pt x="812355" y="113961"/>
                </a:lnTo>
                <a:lnTo>
                  <a:pt x="812957" y="114077"/>
                </a:lnTo>
                <a:lnTo>
                  <a:pt x="813565" y="114181"/>
                </a:lnTo>
                <a:lnTo>
                  <a:pt x="814181" y="114275"/>
                </a:lnTo>
                <a:lnTo>
                  <a:pt x="814803" y="114357"/>
                </a:lnTo>
                <a:lnTo>
                  <a:pt x="815433" y="114429"/>
                </a:lnTo>
                <a:lnTo>
                  <a:pt x="816069" y="114489"/>
                </a:lnTo>
                <a:lnTo>
                  <a:pt x="816713" y="114539"/>
                </a:lnTo>
                <a:lnTo>
                  <a:pt x="817364" y="114577"/>
                </a:lnTo>
                <a:lnTo>
                  <a:pt x="818021" y="114605"/>
                </a:lnTo>
                <a:lnTo>
                  <a:pt x="818686" y="114621"/>
                </a:lnTo>
                <a:lnTo>
                  <a:pt x="819358" y="114627"/>
                </a:lnTo>
                <a:lnTo>
                  <a:pt x="819896" y="114623"/>
                </a:lnTo>
                <a:lnTo>
                  <a:pt x="820429" y="114611"/>
                </a:lnTo>
                <a:lnTo>
                  <a:pt x="820959" y="114592"/>
                </a:lnTo>
                <a:lnTo>
                  <a:pt x="821483" y="114564"/>
                </a:lnTo>
                <a:lnTo>
                  <a:pt x="822003" y="114529"/>
                </a:lnTo>
                <a:lnTo>
                  <a:pt x="822519" y="114486"/>
                </a:lnTo>
                <a:lnTo>
                  <a:pt x="823030" y="114436"/>
                </a:lnTo>
                <a:lnTo>
                  <a:pt x="823537" y="114377"/>
                </a:lnTo>
                <a:lnTo>
                  <a:pt x="824039" y="114311"/>
                </a:lnTo>
                <a:lnTo>
                  <a:pt x="824536" y="114237"/>
                </a:lnTo>
                <a:lnTo>
                  <a:pt x="825030" y="114155"/>
                </a:lnTo>
                <a:lnTo>
                  <a:pt x="825518" y="114065"/>
                </a:lnTo>
                <a:lnTo>
                  <a:pt x="826003" y="113968"/>
                </a:lnTo>
                <a:lnTo>
                  <a:pt x="826482" y="113862"/>
                </a:lnTo>
                <a:lnTo>
                  <a:pt x="826958" y="113749"/>
                </a:lnTo>
                <a:lnTo>
                  <a:pt x="827429" y="113628"/>
                </a:lnTo>
                <a:lnTo>
                  <a:pt x="827895" y="113500"/>
                </a:lnTo>
                <a:lnTo>
                  <a:pt x="828357" y="113363"/>
                </a:lnTo>
                <a:lnTo>
                  <a:pt x="828814" y="113219"/>
                </a:lnTo>
                <a:lnTo>
                  <a:pt x="829267" y="113067"/>
                </a:lnTo>
                <a:lnTo>
                  <a:pt x="829716" y="112907"/>
                </a:lnTo>
                <a:lnTo>
                  <a:pt x="830160" y="112739"/>
                </a:lnTo>
                <a:lnTo>
                  <a:pt x="830599" y="112563"/>
                </a:lnTo>
                <a:lnTo>
                  <a:pt x="831034" y="112380"/>
                </a:lnTo>
                <a:lnTo>
                  <a:pt x="831465" y="112191"/>
                </a:lnTo>
                <a:lnTo>
                  <a:pt x="831890" y="111997"/>
                </a:lnTo>
                <a:lnTo>
                  <a:pt x="832311" y="111800"/>
                </a:lnTo>
                <a:lnTo>
                  <a:pt x="832727" y="111598"/>
                </a:lnTo>
                <a:lnTo>
                  <a:pt x="833138" y="111393"/>
                </a:lnTo>
                <a:lnTo>
                  <a:pt x="833544" y="111183"/>
                </a:lnTo>
                <a:lnTo>
                  <a:pt x="833945" y="110969"/>
                </a:lnTo>
                <a:lnTo>
                  <a:pt x="834341" y="110751"/>
                </a:lnTo>
                <a:lnTo>
                  <a:pt x="834733" y="110529"/>
                </a:lnTo>
                <a:lnTo>
                  <a:pt x="835119" y="110303"/>
                </a:lnTo>
                <a:lnTo>
                  <a:pt x="835501" y="110073"/>
                </a:lnTo>
                <a:lnTo>
                  <a:pt x="835878" y="109838"/>
                </a:lnTo>
                <a:lnTo>
                  <a:pt x="836250" y="109600"/>
                </a:lnTo>
                <a:lnTo>
                  <a:pt x="836617" y="109358"/>
                </a:lnTo>
                <a:lnTo>
                  <a:pt x="836979" y="109111"/>
                </a:lnTo>
                <a:lnTo>
                  <a:pt x="837337" y="108860"/>
                </a:lnTo>
                <a:lnTo>
                  <a:pt x="837690" y="108606"/>
                </a:lnTo>
                <a:lnTo>
                  <a:pt x="838037" y="108347"/>
                </a:lnTo>
                <a:lnTo>
                  <a:pt x="838380" y="108084"/>
                </a:lnTo>
                <a:lnTo>
                  <a:pt x="838718" y="107817"/>
                </a:lnTo>
                <a:lnTo>
                  <a:pt x="839051" y="107546"/>
                </a:lnTo>
                <a:lnTo>
                  <a:pt x="839380" y="107270"/>
                </a:lnTo>
                <a:lnTo>
                  <a:pt x="839703" y="106991"/>
                </a:lnTo>
                <a:lnTo>
                  <a:pt x="840022" y="106708"/>
                </a:lnTo>
                <a:lnTo>
                  <a:pt x="840335" y="106422"/>
                </a:lnTo>
                <a:lnTo>
                  <a:pt x="840644" y="106134"/>
                </a:lnTo>
                <a:lnTo>
                  <a:pt x="840947" y="105846"/>
                </a:lnTo>
                <a:lnTo>
                  <a:pt x="841244" y="105557"/>
                </a:lnTo>
                <a:lnTo>
                  <a:pt x="841537" y="105266"/>
                </a:lnTo>
                <a:lnTo>
                  <a:pt x="841824" y="104974"/>
                </a:lnTo>
                <a:lnTo>
                  <a:pt x="842063" y="104727"/>
                </a:lnTo>
                <a:lnTo>
                  <a:pt x="842084" y="104919"/>
                </a:lnTo>
                <a:lnTo>
                  <a:pt x="842122" y="105237"/>
                </a:lnTo>
                <a:lnTo>
                  <a:pt x="842162" y="105557"/>
                </a:lnTo>
                <a:close/>
                <a:moveTo>
                  <a:pt x="841454" y="91342"/>
                </a:moveTo>
                <a:lnTo>
                  <a:pt x="841276" y="91656"/>
                </a:lnTo>
                <a:lnTo>
                  <a:pt x="841090" y="91971"/>
                </a:lnTo>
                <a:lnTo>
                  <a:pt x="840894" y="92287"/>
                </a:lnTo>
                <a:lnTo>
                  <a:pt x="840690" y="92604"/>
                </a:lnTo>
                <a:lnTo>
                  <a:pt x="840476" y="92921"/>
                </a:lnTo>
                <a:lnTo>
                  <a:pt x="840254" y="93239"/>
                </a:lnTo>
                <a:lnTo>
                  <a:pt x="840022" y="93558"/>
                </a:lnTo>
                <a:lnTo>
                  <a:pt x="839782" y="93875"/>
                </a:lnTo>
                <a:lnTo>
                  <a:pt x="839535" y="94188"/>
                </a:lnTo>
                <a:lnTo>
                  <a:pt x="839282" y="94497"/>
                </a:lnTo>
                <a:lnTo>
                  <a:pt x="839022" y="94802"/>
                </a:lnTo>
                <a:lnTo>
                  <a:pt x="838755" y="95103"/>
                </a:lnTo>
                <a:lnTo>
                  <a:pt x="838482" y="95400"/>
                </a:lnTo>
                <a:lnTo>
                  <a:pt x="838201" y="95692"/>
                </a:lnTo>
                <a:lnTo>
                  <a:pt x="837914" y="95981"/>
                </a:lnTo>
                <a:lnTo>
                  <a:pt x="837620" y="96265"/>
                </a:lnTo>
                <a:lnTo>
                  <a:pt x="837319" y="96546"/>
                </a:lnTo>
                <a:lnTo>
                  <a:pt x="837012" y="96822"/>
                </a:lnTo>
                <a:lnTo>
                  <a:pt x="836697" y="97094"/>
                </a:lnTo>
                <a:lnTo>
                  <a:pt x="836376" y="97362"/>
                </a:lnTo>
                <a:lnTo>
                  <a:pt x="836049" y="97626"/>
                </a:lnTo>
                <a:lnTo>
                  <a:pt x="835714" y="97886"/>
                </a:lnTo>
                <a:lnTo>
                  <a:pt x="835372" y="98142"/>
                </a:lnTo>
                <a:lnTo>
                  <a:pt x="835024" y="98393"/>
                </a:lnTo>
                <a:lnTo>
                  <a:pt x="834669" y="98641"/>
                </a:lnTo>
                <a:lnTo>
                  <a:pt x="834308" y="98885"/>
                </a:lnTo>
                <a:lnTo>
                  <a:pt x="833939" y="99124"/>
                </a:lnTo>
                <a:lnTo>
                  <a:pt x="833564" y="99359"/>
                </a:lnTo>
                <a:lnTo>
                  <a:pt x="833182" y="99590"/>
                </a:lnTo>
                <a:lnTo>
                  <a:pt x="832793" y="99818"/>
                </a:lnTo>
                <a:lnTo>
                  <a:pt x="832397" y="100041"/>
                </a:lnTo>
                <a:lnTo>
                  <a:pt x="831996" y="100257"/>
                </a:lnTo>
                <a:lnTo>
                  <a:pt x="831589" y="100464"/>
                </a:lnTo>
                <a:lnTo>
                  <a:pt x="831177" y="100662"/>
                </a:lnTo>
                <a:lnTo>
                  <a:pt x="830760" y="100851"/>
                </a:lnTo>
                <a:lnTo>
                  <a:pt x="830338" y="101031"/>
                </a:lnTo>
                <a:lnTo>
                  <a:pt x="829911" y="101201"/>
                </a:lnTo>
                <a:lnTo>
                  <a:pt x="829479" y="101362"/>
                </a:lnTo>
                <a:lnTo>
                  <a:pt x="829041" y="101514"/>
                </a:lnTo>
                <a:lnTo>
                  <a:pt x="828599" y="101657"/>
                </a:lnTo>
                <a:lnTo>
                  <a:pt x="828151" y="101790"/>
                </a:lnTo>
                <a:lnTo>
                  <a:pt x="827698" y="101915"/>
                </a:lnTo>
                <a:lnTo>
                  <a:pt x="827240" y="102030"/>
                </a:lnTo>
                <a:lnTo>
                  <a:pt x="826777" y="102136"/>
                </a:lnTo>
                <a:lnTo>
                  <a:pt x="826309" y="102232"/>
                </a:lnTo>
                <a:lnTo>
                  <a:pt x="825836" y="102320"/>
                </a:lnTo>
                <a:lnTo>
                  <a:pt x="825358" y="102398"/>
                </a:lnTo>
                <a:lnTo>
                  <a:pt x="824874" y="102467"/>
                </a:lnTo>
                <a:lnTo>
                  <a:pt x="824386" y="102527"/>
                </a:lnTo>
                <a:lnTo>
                  <a:pt x="823892" y="102578"/>
                </a:lnTo>
                <a:lnTo>
                  <a:pt x="823393" y="102619"/>
                </a:lnTo>
                <a:lnTo>
                  <a:pt x="822889" y="102651"/>
                </a:lnTo>
                <a:lnTo>
                  <a:pt x="822380" y="102674"/>
                </a:lnTo>
                <a:lnTo>
                  <a:pt x="821866" y="102688"/>
                </a:lnTo>
                <a:lnTo>
                  <a:pt x="821347" y="102693"/>
                </a:lnTo>
                <a:lnTo>
                  <a:pt x="820932" y="102690"/>
                </a:lnTo>
                <a:lnTo>
                  <a:pt x="820523" y="102680"/>
                </a:lnTo>
                <a:lnTo>
                  <a:pt x="820119" y="102665"/>
                </a:lnTo>
                <a:lnTo>
                  <a:pt x="819721" y="102643"/>
                </a:lnTo>
                <a:lnTo>
                  <a:pt x="819328" y="102614"/>
                </a:lnTo>
                <a:lnTo>
                  <a:pt x="818941" y="102580"/>
                </a:lnTo>
                <a:lnTo>
                  <a:pt x="818560" y="102539"/>
                </a:lnTo>
                <a:lnTo>
                  <a:pt x="818183" y="102492"/>
                </a:lnTo>
                <a:lnTo>
                  <a:pt x="817813" y="102439"/>
                </a:lnTo>
                <a:lnTo>
                  <a:pt x="817447" y="102379"/>
                </a:lnTo>
                <a:lnTo>
                  <a:pt x="817088" y="102314"/>
                </a:lnTo>
                <a:lnTo>
                  <a:pt x="816734" y="102242"/>
                </a:lnTo>
                <a:lnTo>
                  <a:pt x="816385" y="102163"/>
                </a:lnTo>
                <a:lnTo>
                  <a:pt x="816042" y="102079"/>
                </a:lnTo>
                <a:lnTo>
                  <a:pt x="815704" y="101988"/>
                </a:lnTo>
                <a:lnTo>
                  <a:pt x="815372" y="101891"/>
                </a:lnTo>
                <a:lnTo>
                  <a:pt x="815045" y="101787"/>
                </a:lnTo>
                <a:lnTo>
                  <a:pt x="814724" y="101677"/>
                </a:lnTo>
                <a:lnTo>
                  <a:pt x="814408" y="101562"/>
                </a:lnTo>
                <a:lnTo>
                  <a:pt x="814098" y="101439"/>
                </a:lnTo>
                <a:lnTo>
                  <a:pt x="813793" y="101311"/>
                </a:lnTo>
                <a:lnTo>
                  <a:pt x="813494" y="101176"/>
                </a:lnTo>
                <a:lnTo>
                  <a:pt x="813200" y="101035"/>
                </a:lnTo>
                <a:lnTo>
                  <a:pt x="812912" y="100888"/>
                </a:lnTo>
                <a:lnTo>
                  <a:pt x="812630" y="100735"/>
                </a:lnTo>
                <a:lnTo>
                  <a:pt x="812353" y="100578"/>
                </a:lnTo>
                <a:lnTo>
                  <a:pt x="812083" y="100417"/>
                </a:lnTo>
                <a:lnTo>
                  <a:pt x="811818" y="100250"/>
                </a:lnTo>
                <a:lnTo>
                  <a:pt x="811560" y="100080"/>
                </a:lnTo>
                <a:lnTo>
                  <a:pt x="811307" y="99905"/>
                </a:lnTo>
                <a:lnTo>
                  <a:pt x="811061" y="99725"/>
                </a:lnTo>
                <a:lnTo>
                  <a:pt x="810821" y="99541"/>
                </a:lnTo>
                <a:lnTo>
                  <a:pt x="810586" y="99353"/>
                </a:lnTo>
                <a:lnTo>
                  <a:pt x="810358" y="99160"/>
                </a:lnTo>
                <a:lnTo>
                  <a:pt x="810136" y="98963"/>
                </a:lnTo>
                <a:lnTo>
                  <a:pt x="809919" y="98761"/>
                </a:lnTo>
                <a:lnTo>
                  <a:pt x="809709" y="98554"/>
                </a:lnTo>
                <a:lnTo>
                  <a:pt x="809505" y="98344"/>
                </a:lnTo>
                <a:lnTo>
                  <a:pt x="809306" y="98128"/>
                </a:lnTo>
                <a:lnTo>
                  <a:pt x="809114" y="97908"/>
                </a:lnTo>
                <a:lnTo>
                  <a:pt x="808928" y="97684"/>
                </a:lnTo>
                <a:lnTo>
                  <a:pt x="808748" y="97455"/>
                </a:lnTo>
                <a:lnTo>
                  <a:pt x="808573" y="97222"/>
                </a:lnTo>
                <a:lnTo>
                  <a:pt x="808405" y="96984"/>
                </a:lnTo>
                <a:lnTo>
                  <a:pt x="808243" y="96742"/>
                </a:lnTo>
                <a:lnTo>
                  <a:pt x="808087" y="96496"/>
                </a:lnTo>
                <a:lnTo>
                  <a:pt x="807936" y="96245"/>
                </a:lnTo>
                <a:lnTo>
                  <a:pt x="807792" y="95989"/>
                </a:lnTo>
                <a:lnTo>
                  <a:pt x="807654" y="95730"/>
                </a:lnTo>
                <a:lnTo>
                  <a:pt x="807522" y="95469"/>
                </a:lnTo>
                <a:lnTo>
                  <a:pt x="807395" y="95205"/>
                </a:lnTo>
                <a:lnTo>
                  <a:pt x="807274" y="94939"/>
                </a:lnTo>
                <a:lnTo>
                  <a:pt x="807160" y="94671"/>
                </a:lnTo>
                <a:lnTo>
                  <a:pt x="807051" y="94401"/>
                </a:lnTo>
                <a:lnTo>
                  <a:pt x="806948" y="94128"/>
                </a:lnTo>
                <a:lnTo>
                  <a:pt x="806851" y="93853"/>
                </a:lnTo>
                <a:lnTo>
                  <a:pt x="806760" y="93575"/>
                </a:lnTo>
                <a:lnTo>
                  <a:pt x="806674" y="93295"/>
                </a:lnTo>
                <a:lnTo>
                  <a:pt x="806595" y="93013"/>
                </a:lnTo>
                <a:lnTo>
                  <a:pt x="806521" y="92729"/>
                </a:lnTo>
                <a:lnTo>
                  <a:pt x="806454" y="92443"/>
                </a:lnTo>
                <a:lnTo>
                  <a:pt x="806392" y="92154"/>
                </a:lnTo>
                <a:lnTo>
                  <a:pt x="806336" y="91862"/>
                </a:lnTo>
                <a:lnTo>
                  <a:pt x="806286" y="91569"/>
                </a:lnTo>
                <a:lnTo>
                  <a:pt x="806242" y="91273"/>
                </a:lnTo>
                <a:lnTo>
                  <a:pt x="806204" y="90975"/>
                </a:lnTo>
                <a:lnTo>
                  <a:pt x="806171" y="90675"/>
                </a:lnTo>
                <a:lnTo>
                  <a:pt x="806145" y="90372"/>
                </a:lnTo>
                <a:lnTo>
                  <a:pt x="806124" y="90067"/>
                </a:lnTo>
                <a:lnTo>
                  <a:pt x="806110" y="89759"/>
                </a:lnTo>
                <a:lnTo>
                  <a:pt x="806101" y="89450"/>
                </a:lnTo>
                <a:lnTo>
                  <a:pt x="806098" y="89138"/>
                </a:lnTo>
                <a:lnTo>
                  <a:pt x="806101" y="88833"/>
                </a:lnTo>
                <a:lnTo>
                  <a:pt x="806109" y="88530"/>
                </a:lnTo>
                <a:lnTo>
                  <a:pt x="806123" y="88231"/>
                </a:lnTo>
                <a:lnTo>
                  <a:pt x="806143" y="87936"/>
                </a:lnTo>
                <a:lnTo>
                  <a:pt x="806168" y="87643"/>
                </a:lnTo>
                <a:lnTo>
                  <a:pt x="806199" y="87354"/>
                </a:lnTo>
                <a:lnTo>
                  <a:pt x="806236" y="87068"/>
                </a:lnTo>
                <a:lnTo>
                  <a:pt x="806278" y="86785"/>
                </a:lnTo>
                <a:lnTo>
                  <a:pt x="806326" y="86505"/>
                </a:lnTo>
                <a:lnTo>
                  <a:pt x="806379" y="86228"/>
                </a:lnTo>
                <a:lnTo>
                  <a:pt x="806438" y="85955"/>
                </a:lnTo>
                <a:lnTo>
                  <a:pt x="806503" y="85685"/>
                </a:lnTo>
                <a:lnTo>
                  <a:pt x="806573" y="85418"/>
                </a:lnTo>
                <a:lnTo>
                  <a:pt x="806649" y="85154"/>
                </a:lnTo>
                <a:lnTo>
                  <a:pt x="806731" y="84893"/>
                </a:lnTo>
                <a:lnTo>
                  <a:pt x="806818" y="84636"/>
                </a:lnTo>
                <a:lnTo>
                  <a:pt x="806911" y="84382"/>
                </a:lnTo>
                <a:lnTo>
                  <a:pt x="807009" y="84131"/>
                </a:lnTo>
                <a:lnTo>
                  <a:pt x="807114" y="83883"/>
                </a:lnTo>
                <a:lnTo>
                  <a:pt x="807223" y="83638"/>
                </a:lnTo>
                <a:lnTo>
                  <a:pt x="807339" y="83397"/>
                </a:lnTo>
                <a:lnTo>
                  <a:pt x="807460" y="83159"/>
                </a:lnTo>
                <a:lnTo>
                  <a:pt x="807586" y="82924"/>
                </a:lnTo>
                <a:lnTo>
                  <a:pt x="807718" y="82692"/>
                </a:lnTo>
                <a:lnTo>
                  <a:pt x="807856" y="82463"/>
                </a:lnTo>
                <a:lnTo>
                  <a:pt x="807999" y="82238"/>
                </a:lnTo>
                <a:lnTo>
                  <a:pt x="808147" y="82016"/>
                </a:lnTo>
                <a:lnTo>
                  <a:pt x="808300" y="81797"/>
                </a:lnTo>
                <a:lnTo>
                  <a:pt x="808458" y="81581"/>
                </a:lnTo>
                <a:lnTo>
                  <a:pt x="808621" y="81368"/>
                </a:lnTo>
                <a:lnTo>
                  <a:pt x="808789" y="81159"/>
                </a:lnTo>
                <a:lnTo>
                  <a:pt x="808963" y="80953"/>
                </a:lnTo>
                <a:lnTo>
                  <a:pt x="809141" y="80750"/>
                </a:lnTo>
                <a:lnTo>
                  <a:pt x="809325" y="80550"/>
                </a:lnTo>
                <a:lnTo>
                  <a:pt x="809514" y="80353"/>
                </a:lnTo>
                <a:lnTo>
                  <a:pt x="809707" y="80160"/>
                </a:lnTo>
                <a:lnTo>
                  <a:pt x="809907" y="79969"/>
                </a:lnTo>
                <a:lnTo>
                  <a:pt x="810111" y="79782"/>
                </a:lnTo>
                <a:lnTo>
                  <a:pt x="810320" y="79598"/>
                </a:lnTo>
                <a:lnTo>
                  <a:pt x="810534" y="79418"/>
                </a:lnTo>
                <a:lnTo>
                  <a:pt x="810754" y="79240"/>
                </a:lnTo>
                <a:lnTo>
                  <a:pt x="810978" y="79066"/>
                </a:lnTo>
                <a:lnTo>
                  <a:pt x="811208" y="78895"/>
                </a:lnTo>
                <a:lnTo>
                  <a:pt x="811443" y="78727"/>
                </a:lnTo>
                <a:lnTo>
                  <a:pt x="811683" y="78563"/>
                </a:lnTo>
                <a:lnTo>
                  <a:pt x="811928" y="78401"/>
                </a:lnTo>
                <a:lnTo>
                  <a:pt x="812178" y="78243"/>
                </a:lnTo>
                <a:lnTo>
                  <a:pt x="812433" y="78088"/>
                </a:lnTo>
                <a:lnTo>
                  <a:pt x="812694" y="77936"/>
                </a:lnTo>
                <a:lnTo>
                  <a:pt x="812959" y="77787"/>
                </a:lnTo>
                <a:lnTo>
                  <a:pt x="813230" y="77642"/>
                </a:lnTo>
                <a:lnTo>
                  <a:pt x="813505" y="77499"/>
                </a:lnTo>
                <a:lnTo>
                  <a:pt x="813786" y="77360"/>
                </a:lnTo>
                <a:lnTo>
                  <a:pt x="814072" y="77224"/>
                </a:lnTo>
                <a:lnTo>
                  <a:pt x="814363" y="77092"/>
                </a:lnTo>
                <a:lnTo>
                  <a:pt x="814660" y="76962"/>
                </a:lnTo>
                <a:lnTo>
                  <a:pt x="814961" y="76836"/>
                </a:lnTo>
                <a:lnTo>
                  <a:pt x="815267" y="76713"/>
                </a:lnTo>
                <a:lnTo>
                  <a:pt x="815579" y="76593"/>
                </a:lnTo>
                <a:lnTo>
                  <a:pt x="815896" y="76476"/>
                </a:lnTo>
                <a:lnTo>
                  <a:pt x="816217" y="76363"/>
                </a:lnTo>
                <a:lnTo>
                  <a:pt x="816544" y="76252"/>
                </a:lnTo>
                <a:lnTo>
                  <a:pt x="816876" y="76145"/>
                </a:lnTo>
                <a:lnTo>
                  <a:pt x="817213" y="76041"/>
                </a:lnTo>
                <a:lnTo>
                  <a:pt x="817556" y="75941"/>
                </a:lnTo>
                <a:lnTo>
                  <a:pt x="817903" y="75843"/>
                </a:lnTo>
                <a:lnTo>
                  <a:pt x="818256" y="75749"/>
                </a:lnTo>
                <a:lnTo>
                  <a:pt x="818613" y="75658"/>
                </a:lnTo>
                <a:lnTo>
                  <a:pt x="818976" y="75570"/>
                </a:lnTo>
                <a:lnTo>
                  <a:pt x="819344" y="75485"/>
                </a:lnTo>
                <a:lnTo>
                  <a:pt x="819717" y="75404"/>
                </a:lnTo>
                <a:lnTo>
                  <a:pt x="820095" y="75325"/>
                </a:lnTo>
                <a:lnTo>
                  <a:pt x="820477" y="75250"/>
                </a:lnTo>
                <a:lnTo>
                  <a:pt x="820865" y="75178"/>
                </a:lnTo>
                <a:lnTo>
                  <a:pt x="821256" y="75109"/>
                </a:lnTo>
                <a:lnTo>
                  <a:pt x="821652" y="75044"/>
                </a:lnTo>
                <a:lnTo>
                  <a:pt x="822052" y="74981"/>
                </a:lnTo>
                <a:lnTo>
                  <a:pt x="822457" y="74922"/>
                </a:lnTo>
                <a:lnTo>
                  <a:pt x="822865" y="74866"/>
                </a:lnTo>
                <a:lnTo>
                  <a:pt x="823279" y="74814"/>
                </a:lnTo>
                <a:lnTo>
                  <a:pt x="823696" y="74764"/>
                </a:lnTo>
                <a:lnTo>
                  <a:pt x="824118" y="74718"/>
                </a:lnTo>
                <a:lnTo>
                  <a:pt x="824544" y="74675"/>
                </a:lnTo>
                <a:lnTo>
                  <a:pt x="824975" y="74635"/>
                </a:lnTo>
                <a:lnTo>
                  <a:pt x="825410" y="74598"/>
                </a:lnTo>
                <a:lnTo>
                  <a:pt x="825849" y="74564"/>
                </a:lnTo>
                <a:lnTo>
                  <a:pt x="826293" y="74534"/>
                </a:lnTo>
                <a:lnTo>
                  <a:pt x="826741" y="74507"/>
                </a:lnTo>
                <a:lnTo>
                  <a:pt x="827193" y="74483"/>
                </a:lnTo>
                <a:lnTo>
                  <a:pt x="827650" y="74462"/>
                </a:lnTo>
                <a:lnTo>
                  <a:pt x="828111" y="74444"/>
                </a:lnTo>
                <a:lnTo>
                  <a:pt x="828577" y="74430"/>
                </a:lnTo>
                <a:lnTo>
                  <a:pt x="829046" y="74419"/>
                </a:lnTo>
                <a:lnTo>
                  <a:pt x="829521" y="74411"/>
                </a:lnTo>
                <a:lnTo>
                  <a:pt x="829999" y="74406"/>
                </a:lnTo>
                <a:lnTo>
                  <a:pt x="830482" y="74404"/>
                </a:lnTo>
                <a:lnTo>
                  <a:pt x="841753" y="74404"/>
                </a:lnTo>
                <a:lnTo>
                  <a:pt x="841753" y="90771"/>
                </a:lnTo>
                <a:lnTo>
                  <a:pt x="841622" y="91029"/>
                </a:lnTo>
                <a:lnTo>
                  <a:pt x="841454" y="91342"/>
                </a:lnTo>
                <a:close/>
                <a:moveTo>
                  <a:pt x="745197" y="103322"/>
                </a:moveTo>
                <a:lnTo>
                  <a:pt x="744709" y="103275"/>
                </a:lnTo>
                <a:lnTo>
                  <a:pt x="744228" y="103219"/>
                </a:lnTo>
                <a:lnTo>
                  <a:pt x="743755" y="103155"/>
                </a:lnTo>
                <a:lnTo>
                  <a:pt x="743289" y="103082"/>
                </a:lnTo>
                <a:lnTo>
                  <a:pt x="742830" y="103001"/>
                </a:lnTo>
                <a:lnTo>
                  <a:pt x="742379" y="102911"/>
                </a:lnTo>
                <a:lnTo>
                  <a:pt x="741935" y="102812"/>
                </a:lnTo>
                <a:lnTo>
                  <a:pt x="741498" y="102705"/>
                </a:lnTo>
                <a:lnTo>
                  <a:pt x="741069" y="102590"/>
                </a:lnTo>
                <a:lnTo>
                  <a:pt x="740646" y="102465"/>
                </a:lnTo>
                <a:lnTo>
                  <a:pt x="740231" y="102333"/>
                </a:lnTo>
                <a:lnTo>
                  <a:pt x="739824" y="102191"/>
                </a:lnTo>
                <a:lnTo>
                  <a:pt x="739423" y="102041"/>
                </a:lnTo>
                <a:lnTo>
                  <a:pt x="739030" y="101883"/>
                </a:lnTo>
                <a:lnTo>
                  <a:pt x="738644" y="101716"/>
                </a:lnTo>
                <a:lnTo>
                  <a:pt x="738266" y="101540"/>
                </a:lnTo>
                <a:lnTo>
                  <a:pt x="737895" y="101356"/>
                </a:lnTo>
                <a:lnTo>
                  <a:pt x="737531" y="101163"/>
                </a:lnTo>
                <a:lnTo>
                  <a:pt x="737174" y="100962"/>
                </a:lnTo>
                <a:lnTo>
                  <a:pt x="736824" y="100753"/>
                </a:lnTo>
                <a:lnTo>
                  <a:pt x="736480" y="100539"/>
                </a:lnTo>
                <a:lnTo>
                  <a:pt x="736143" y="100319"/>
                </a:lnTo>
                <a:lnTo>
                  <a:pt x="735811" y="100093"/>
                </a:lnTo>
                <a:lnTo>
                  <a:pt x="735486" y="99861"/>
                </a:lnTo>
                <a:lnTo>
                  <a:pt x="735167" y="99624"/>
                </a:lnTo>
                <a:lnTo>
                  <a:pt x="734854" y="99381"/>
                </a:lnTo>
                <a:lnTo>
                  <a:pt x="734547" y="99132"/>
                </a:lnTo>
                <a:lnTo>
                  <a:pt x="734246" y="98878"/>
                </a:lnTo>
                <a:lnTo>
                  <a:pt x="733951" y="98617"/>
                </a:lnTo>
                <a:lnTo>
                  <a:pt x="733663" y="98351"/>
                </a:lnTo>
                <a:lnTo>
                  <a:pt x="733380" y="98079"/>
                </a:lnTo>
                <a:lnTo>
                  <a:pt x="733104" y="97802"/>
                </a:lnTo>
                <a:lnTo>
                  <a:pt x="732834" y="97518"/>
                </a:lnTo>
                <a:lnTo>
                  <a:pt x="732570" y="97229"/>
                </a:lnTo>
                <a:lnTo>
                  <a:pt x="732312" y="96934"/>
                </a:lnTo>
                <a:lnTo>
                  <a:pt x="732060" y="96634"/>
                </a:lnTo>
                <a:lnTo>
                  <a:pt x="731815" y="96327"/>
                </a:lnTo>
                <a:lnTo>
                  <a:pt x="731575" y="96015"/>
                </a:lnTo>
                <a:lnTo>
                  <a:pt x="731342" y="95697"/>
                </a:lnTo>
                <a:lnTo>
                  <a:pt x="731115" y="95374"/>
                </a:lnTo>
                <a:lnTo>
                  <a:pt x="730894" y="95044"/>
                </a:lnTo>
                <a:lnTo>
                  <a:pt x="730679" y="94709"/>
                </a:lnTo>
                <a:lnTo>
                  <a:pt x="730470" y="94368"/>
                </a:lnTo>
                <a:lnTo>
                  <a:pt x="730267" y="94023"/>
                </a:lnTo>
                <a:lnTo>
                  <a:pt x="730069" y="93674"/>
                </a:lnTo>
                <a:lnTo>
                  <a:pt x="729876" y="93322"/>
                </a:lnTo>
                <a:lnTo>
                  <a:pt x="729688" y="92967"/>
                </a:lnTo>
                <a:lnTo>
                  <a:pt x="729504" y="92608"/>
                </a:lnTo>
                <a:lnTo>
                  <a:pt x="729326" y="92246"/>
                </a:lnTo>
                <a:lnTo>
                  <a:pt x="729153" y="91880"/>
                </a:lnTo>
                <a:lnTo>
                  <a:pt x="728985" y="91512"/>
                </a:lnTo>
                <a:lnTo>
                  <a:pt x="728822" y="91140"/>
                </a:lnTo>
                <a:lnTo>
                  <a:pt x="728663" y="90764"/>
                </a:lnTo>
                <a:lnTo>
                  <a:pt x="728510" y="90385"/>
                </a:lnTo>
                <a:lnTo>
                  <a:pt x="728362" y="90003"/>
                </a:lnTo>
                <a:lnTo>
                  <a:pt x="728218" y="89618"/>
                </a:lnTo>
                <a:lnTo>
                  <a:pt x="728080" y="89229"/>
                </a:lnTo>
                <a:lnTo>
                  <a:pt x="727947" y="88837"/>
                </a:lnTo>
                <a:lnTo>
                  <a:pt x="727818" y="88442"/>
                </a:lnTo>
                <a:lnTo>
                  <a:pt x="727695" y="88043"/>
                </a:lnTo>
                <a:lnTo>
                  <a:pt x="727577" y="87641"/>
                </a:lnTo>
                <a:lnTo>
                  <a:pt x="727463" y="87236"/>
                </a:lnTo>
                <a:lnTo>
                  <a:pt x="727355" y="86828"/>
                </a:lnTo>
                <a:lnTo>
                  <a:pt x="727251" y="86416"/>
                </a:lnTo>
                <a:lnTo>
                  <a:pt x="727153" y="86000"/>
                </a:lnTo>
                <a:lnTo>
                  <a:pt x="727060" y="85582"/>
                </a:lnTo>
                <a:lnTo>
                  <a:pt x="726971" y="85160"/>
                </a:lnTo>
                <a:lnTo>
                  <a:pt x="726887" y="84736"/>
                </a:lnTo>
                <a:lnTo>
                  <a:pt x="726806" y="84312"/>
                </a:lnTo>
                <a:lnTo>
                  <a:pt x="726729" y="83887"/>
                </a:lnTo>
                <a:lnTo>
                  <a:pt x="726656" y="83461"/>
                </a:lnTo>
                <a:lnTo>
                  <a:pt x="726586" y="83035"/>
                </a:lnTo>
                <a:lnTo>
                  <a:pt x="726520" y="82609"/>
                </a:lnTo>
                <a:lnTo>
                  <a:pt x="726457" y="82182"/>
                </a:lnTo>
                <a:lnTo>
                  <a:pt x="726398" y="81755"/>
                </a:lnTo>
                <a:lnTo>
                  <a:pt x="726343" y="81327"/>
                </a:lnTo>
                <a:lnTo>
                  <a:pt x="726291" y="80898"/>
                </a:lnTo>
                <a:lnTo>
                  <a:pt x="726242" y="80469"/>
                </a:lnTo>
                <a:lnTo>
                  <a:pt x="726198" y="80040"/>
                </a:lnTo>
                <a:lnTo>
                  <a:pt x="726157" y="79610"/>
                </a:lnTo>
                <a:lnTo>
                  <a:pt x="726119" y="79179"/>
                </a:lnTo>
                <a:lnTo>
                  <a:pt x="726085" y="78748"/>
                </a:lnTo>
                <a:lnTo>
                  <a:pt x="726054" y="78317"/>
                </a:lnTo>
                <a:lnTo>
                  <a:pt x="726028" y="77885"/>
                </a:lnTo>
                <a:lnTo>
                  <a:pt x="726004" y="77452"/>
                </a:lnTo>
                <a:lnTo>
                  <a:pt x="725985" y="77019"/>
                </a:lnTo>
                <a:lnTo>
                  <a:pt x="725969" y="76586"/>
                </a:lnTo>
                <a:lnTo>
                  <a:pt x="725956" y="76152"/>
                </a:lnTo>
                <a:lnTo>
                  <a:pt x="725947" y="75717"/>
                </a:lnTo>
                <a:lnTo>
                  <a:pt x="725942" y="75282"/>
                </a:lnTo>
                <a:lnTo>
                  <a:pt x="725940" y="74846"/>
                </a:lnTo>
                <a:lnTo>
                  <a:pt x="725940" y="71752"/>
                </a:lnTo>
                <a:lnTo>
                  <a:pt x="725942" y="71317"/>
                </a:lnTo>
                <a:lnTo>
                  <a:pt x="725947" y="70882"/>
                </a:lnTo>
                <a:lnTo>
                  <a:pt x="725957" y="70448"/>
                </a:lnTo>
                <a:lnTo>
                  <a:pt x="725970" y="70014"/>
                </a:lnTo>
                <a:lnTo>
                  <a:pt x="725986" y="69581"/>
                </a:lnTo>
                <a:lnTo>
                  <a:pt x="726007" y="69149"/>
                </a:lnTo>
                <a:lnTo>
                  <a:pt x="726031" y="68717"/>
                </a:lnTo>
                <a:lnTo>
                  <a:pt x="726059" y="68286"/>
                </a:lnTo>
                <a:lnTo>
                  <a:pt x="726090" y="67855"/>
                </a:lnTo>
                <a:lnTo>
                  <a:pt x="726125" y="67426"/>
                </a:lnTo>
                <a:lnTo>
                  <a:pt x="726164" y="66996"/>
                </a:lnTo>
                <a:lnTo>
                  <a:pt x="726207" y="66568"/>
                </a:lnTo>
                <a:lnTo>
                  <a:pt x="726253" y="66140"/>
                </a:lnTo>
                <a:lnTo>
                  <a:pt x="726303" y="65713"/>
                </a:lnTo>
                <a:lnTo>
                  <a:pt x="726357" y="65286"/>
                </a:lnTo>
                <a:lnTo>
                  <a:pt x="726415" y="64860"/>
                </a:lnTo>
                <a:lnTo>
                  <a:pt x="726476" y="64435"/>
                </a:lnTo>
                <a:lnTo>
                  <a:pt x="726541" y="64010"/>
                </a:lnTo>
                <a:lnTo>
                  <a:pt x="726609" y="63586"/>
                </a:lnTo>
                <a:lnTo>
                  <a:pt x="726682" y="63163"/>
                </a:lnTo>
                <a:lnTo>
                  <a:pt x="726758" y="62740"/>
                </a:lnTo>
                <a:lnTo>
                  <a:pt x="726837" y="62318"/>
                </a:lnTo>
                <a:lnTo>
                  <a:pt x="726921" y="61897"/>
                </a:lnTo>
                <a:lnTo>
                  <a:pt x="727008" y="61476"/>
                </a:lnTo>
                <a:lnTo>
                  <a:pt x="727099" y="61057"/>
                </a:lnTo>
                <a:lnTo>
                  <a:pt x="727196" y="60641"/>
                </a:lnTo>
                <a:lnTo>
                  <a:pt x="727297" y="60228"/>
                </a:lnTo>
                <a:lnTo>
                  <a:pt x="727403" y="59818"/>
                </a:lnTo>
                <a:lnTo>
                  <a:pt x="727514" y="59411"/>
                </a:lnTo>
                <a:lnTo>
                  <a:pt x="727630" y="59008"/>
                </a:lnTo>
                <a:lnTo>
                  <a:pt x="727750" y="58607"/>
                </a:lnTo>
                <a:lnTo>
                  <a:pt x="727876" y="58210"/>
                </a:lnTo>
                <a:lnTo>
                  <a:pt x="728006" y="57815"/>
                </a:lnTo>
                <a:lnTo>
                  <a:pt x="728141" y="57424"/>
                </a:lnTo>
                <a:lnTo>
                  <a:pt x="728281" y="57036"/>
                </a:lnTo>
                <a:lnTo>
                  <a:pt x="728426" y="56650"/>
                </a:lnTo>
                <a:lnTo>
                  <a:pt x="728576" y="56268"/>
                </a:lnTo>
                <a:lnTo>
                  <a:pt x="728731" y="55889"/>
                </a:lnTo>
                <a:lnTo>
                  <a:pt x="728890" y="55513"/>
                </a:lnTo>
                <a:lnTo>
                  <a:pt x="729054" y="55140"/>
                </a:lnTo>
                <a:lnTo>
                  <a:pt x="729224" y="54770"/>
                </a:lnTo>
                <a:lnTo>
                  <a:pt x="729398" y="54404"/>
                </a:lnTo>
                <a:lnTo>
                  <a:pt x="729577" y="54040"/>
                </a:lnTo>
                <a:lnTo>
                  <a:pt x="729760" y="53679"/>
                </a:lnTo>
                <a:lnTo>
                  <a:pt x="729949" y="53322"/>
                </a:lnTo>
                <a:lnTo>
                  <a:pt x="730142" y="52967"/>
                </a:lnTo>
                <a:lnTo>
                  <a:pt x="730341" y="52616"/>
                </a:lnTo>
                <a:lnTo>
                  <a:pt x="730544" y="52267"/>
                </a:lnTo>
                <a:lnTo>
                  <a:pt x="730753" y="51923"/>
                </a:lnTo>
                <a:lnTo>
                  <a:pt x="730968" y="51585"/>
                </a:lnTo>
                <a:lnTo>
                  <a:pt x="731189" y="51253"/>
                </a:lnTo>
                <a:lnTo>
                  <a:pt x="731416" y="50927"/>
                </a:lnTo>
                <a:lnTo>
                  <a:pt x="731649" y="50606"/>
                </a:lnTo>
                <a:lnTo>
                  <a:pt x="731889" y="50292"/>
                </a:lnTo>
                <a:lnTo>
                  <a:pt x="732134" y="49983"/>
                </a:lnTo>
                <a:lnTo>
                  <a:pt x="732386" y="49681"/>
                </a:lnTo>
                <a:lnTo>
                  <a:pt x="732644" y="49384"/>
                </a:lnTo>
                <a:lnTo>
                  <a:pt x="732908" y="49093"/>
                </a:lnTo>
                <a:lnTo>
                  <a:pt x="733178" y="48808"/>
                </a:lnTo>
                <a:lnTo>
                  <a:pt x="733454" y="48529"/>
                </a:lnTo>
                <a:lnTo>
                  <a:pt x="733736" y="48255"/>
                </a:lnTo>
                <a:lnTo>
                  <a:pt x="734025" y="47988"/>
                </a:lnTo>
                <a:lnTo>
                  <a:pt x="734320" y="47726"/>
                </a:lnTo>
                <a:lnTo>
                  <a:pt x="734620" y="47471"/>
                </a:lnTo>
                <a:lnTo>
                  <a:pt x="734927" y="47221"/>
                </a:lnTo>
                <a:lnTo>
                  <a:pt x="735240" y="46977"/>
                </a:lnTo>
                <a:lnTo>
                  <a:pt x="735560" y="46739"/>
                </a:lnTo>
                <a:lnTo>
                  <a:pt x="735885" y="46507"/>
                </a:lnTo>
                <a:lnTo>
                  <a:pt x="736216" y="46281"/>
                </a:lnTo>
                <a:lnTo>
                  <a:pt x="736554" y="46060"/>
                </a:lnTo>
                <a:lnTo>
                  <a:pt x="736898" y="45846"/>
                </a:lnTo>
                <a:lnTo>
                  <a:pt x="737248" y="45637"/>
                </a:lnTo>
                <a:lnTo>
                  <a:pt x="737604" y="45436"/>
                </a:lnTo>
                <a:lnTo>
                  <a:pt x="737968" y="45243"/>
                </a:lnTo>
                <a:lnTo>
                  <a:pt x="738338" y="45059"/>
                </a:lnTo>
                <a:lnTo>
                  <a:pt x="738716" y="44883"/>
                </a:lnTo>
                <a:lnTo>
                  <a:pt x="739101" y="44716"/>
                </a:lnTo>
                <a:lnTo>
                  <a:pt x="739492" y="44557"/>
                </a:lnTo>
                <a:lnTo>
                  <a:pt x="739891" y="44407"/>
                </a:lnTo>
                <a:lnTo>
                  <a:pt x="740297" y="44266"/>
                </a:lnTo>
                <a:lnTo>
                  <a:pt x="740710" y="44133"/>
                </a:lnTo>
                <a:lnTo>
                  <a:pt x="741129" y="44009"/>
                </a:lnTo>
                <a:lnTo>
                  <a:pt x="741556" y="43893"/>
                </a:lnTo>
                <a:lnTo>
                  <a:pt x="741990" y="43786"/>
                </a:lnTo>
                <a:lnTo>
                  <a:pt x="742431" y="43688"/>
                </a:lnTo>
                <a:lnTo>
                  <a:pt x="742879" y="43598"/>
                </a:lnTo>
                <a:lnTo>
                  <a:pt x="743334" y="43516"/>
                </a:lnTo>
                <a:lnTo>
                  <a:pt x="743796" y="43443"/>
                </a:lnTo>
                <a:lnTo>
                  <a:pt x="744265" y="43379"/>
                </a:lnTo>
                <a:lnTo>
                  <a:pt x="744741" y="43323"/>
                </a:lnTo>
                <a:lnTo>
                  <a:pt x="745224" y="43276"/>
                </a:lnTo>
                <a:lnTo>
                  <a:pt x="745715" y="43238"/>
                </a:lnTo>
                <a:lnTo>
                  <a:pt x="746212" y="43208"/>
                </a:lnTo>
                <a:lnTo>
                  <a:pt x="746716" y="43186"/>
                </a:lnTo>
                <a:lnTo>
                  <a:pt x="747227" y="43174"/>
                </a:lnTo>
                <a:lnTo>
                  <a:pt x="747745" y="43169"/>
                </a:lnTo>
                <a:lnTo>
                  <a:pt x="748197" y="43173"/>
                </a:lnTo>
                <a:lnTo>
                  <a:pt x="748645" y="43186"/>
                </a:lnTo>
                <a:lnTo>
                  <a:pt x="749087" y="43207"/>
                </a:lnTo>
                <a:lnTo>
                  <a:pt x="749525" y="43236"/>
                </a:lnTo>
                <a:lnTo>
                  <a:pt x="749958" y="43273"/>
                </a:lnTo>
                <a:lnTo>
                  <a:pt x="750386" y="43319"/>
                </a:lnTo>
                <a:lnTo>
                  <a:pt x="750810" y="43373"/>
                </a:lnTo>
                <a:lnTo>
                  <a:pt x="751228" y="43435"/>
                </a:lnTo>
                <a:lnTo>
                  <a:pt x="751642" y="43506"/>
                </a:lnTo>
                <a:lnTo>
                  <a:pt x="752052" y="43585"/>
                </a:lnTo>
                <a:lnTo>
                  <a:pt x="752456" y="43672"/>
                </a:lnTo>
                <a:lnTo>
                  <a:pt x="752856" y="43768"/>
                </a:lnTo>
                <a:lnTo>
                  <a:pt x="753251" y="43872"/>
                </a:lnTo>
                <a:lnTo>
                  <a:pt x="753642" y="43984"/>
                </a:lnTo>
                <a:lnTo>
                  <a:pt x="754027" y="44104"/>
                </a:lnTo>
                <a:lnTo>
                  <a:pt x="754408" y="44233"/>
                </a:lnTo>
                <a:lnTo>
                  <a:pt x="754785" y="44371"/>
                </a:lnTo>
                <a:lnTo>
                  <a:pt x="755156" y="44516"/>
                </a:lnTo>
                <a:lnTo>
                  <a:pt x="755523" y="44670"/>
                </a:lnTo>
                <a:lnTo>
                  <a:pt x="755885" y="44832"/>
                </a:lnTo>
                <a:lnTo>
                  <a:pt x="756242" y="45002"/>
                </a:lnTo>
                <a:lnTo>
                  <a:pt x="756595" y="45181"/>
                </a:lnTo>
                <a:lnTo>
                  <a:pt x="756942" y="45368"/>
                </a:lnTo>
                <a:lnTo>
                  <a:pt x="757285" y="45563"/>
                </a:lnTo>
                <a:lnTo>
                  <a:pt x="757623" y="45766"/>
                </a:lnTo>
                <a:lnTo>
                  <a:pt x="757955" y="45973"/>
                </a:lnTo>
                <a:lnTo>
                  <a:pt x="758281" y="46187"/>
                </a:lnTo>
                <a:lnTo>
                  <a:pt x="758601" y="46406"/>
                </a:lnTo>
                <a:lnTo>
                  <a:pt x="758915" y="46630"/>
                </a:lnTo>
                <a:lnTo>
                  <a:pt x="759224" y="46860"/>
                </a:lnTo>
                <a:lnTo>
                  <a:pt x="759526" y="47095"/>
                </a:lnTo>
                <a:lnTo>
                  <a:pt x="759823" y="47336"/>
                </a:lnTo>
                <a:lnTo>
                  <a:pt x="760114" y="47582"/>
                </a:lnTo>
                <a:lnTo>
                  <a:pt x="760398" y="47834"/>
                </a:lnTo>
                <a:lnTo>
                  <a:pt x="760677" y="48091"/>
                </a:lnTo>
                <a:lnTo>
                  <a:pt x="760950" y="48354"/>
                </a:lnTo>
                <a:lnTo>
                  <a:pt x="761218" y="48622"/>
                </a:lnTo>
                <a:lnTo>
                  <a:pt x="761479" y="48896"/>
                </a:lnTo>
                <a:lnTo>
                  <a:pt x="761734" y="49175"/>
                </a:lnTo>
                <a:lnTo>
                  <a:pt x="761984" y="49460"/>
                </a:lnTo>
                <a:lnTo>
                  <a:pt x="762227" y="49750"/>
                </a:lnTo>
                <a:lnTo>
                  <a:pt x="762465" y="50046"/>
                </a:lnTo>
                <a:lnTo>
                  <a:pt x="762697" y="50347"/>
                </a:lnTo>
                <a:lnTo>
                  <a:pt x="762923" y="50654"/>
                </a:lnTo>
                <a:lnTo>
                  <a:pt x="763143" y="50966"/>
                </a:lnTo>
                <a:lnTo>
                  <a:pt x="763357" y="51284"/>
                </a:lnTo>
                <a:lnTo>
                  <a:pt x="763566" y="51607"/>
                </a:lnTo>
                <a:lnTo>
                  <a:pt x="763768" y="51936"/>
                </a:lnTo>
                <a:lnTo>
                  <a:pt x="763964" y="52269"/>
                </a:lnTo>
                <a:lnTo>
                  <a:pt x="764153" y="52605"/>
                </a:lnTo>
                <a:lnTo>
                  <a:pt x="764335" y="52945"/>
                </a:lnTo>
                <a:lnTo>
                  <a:pt x="764510" y="53288"/>
                </a:lnTo>
                <a:lnTo>
                  <a:pt x="764678" y="53635"/>
                </a:lnTo>
                <a:lnTo>
                  <a:pt x="764839" y="53985"/>
                </a:lnTo>
                <a:lnTo>
                  <a:pt x="764992" y="54338"/>
                </a:lnTo>
                <a:lnTo>
                  <a:pt x="765139" y="54694"/>
                </a:lnTo>
                <a:lnTo>
                  <a:pt x="765279" y="55054"/>
                </a:lnTo>
                <a:lnTo>
                  <a:pt x="765412" y="55417"/>
                </a:lnTo>
                <a:lnTo>
                  <a:pt x="765537" y="55783"/>
                </a:lnTo>
                <a:lnTo>
                  <a:pt x="765656" y="56153"/>
                </a:lnTo>
                <a:lnTo>
                  <a:pt x="765768" y="56526"/>
                </a:lnTo>
                <a:lnTo>
                  <a:pt x="765872" y="56903"/>
                </a:lnTo>
                <a:lnTo>
                  <a:pt x="765970" y="57282"/>
                </a:lnTo>
                <a:lnTo>
                  <a:pt x="766060" y="57665"/>
                </a:lnTo>
                <a:lnTo>
                  <a:pt x="766144" y="58052"/>
                </a:lnTo>
                <a:lnTo>
                  <a:pt x="766220" y="58441"/>
                </a:lnTo>
                <a:lnTo>
                  <a:pt x="766289" y="58834"/>
                </a:lnTo>
                <a:lnTo>
                  <a:pt x="766352" y="59231"/>
                </a:lnTo>
                <a:lnTo>
                  <a:pt x="766407" y="59631"/>
                </a:lnTo>
                <a:lnTo>
                  <a:pt x="766455" y="60034"/>
                </a:lnTo>
                <a:lnTo>
                  <a:pt x="766497" y="60440"/>
                </a:lnTo>
                <a:lnTo>
                  <a:pt x="766531" y="60849"/>
                </a:lnTo>
                <a:lnTo>
                  <a:pt x="779496" y="60849"/>
                </a:lnTo>
                <a:lnTo>
                  <a:pt x="779459" y="60165"/>
                </a:lnTo>
                <a:lnTo>
                  <a:pt x="779410" y="59486"/>
                </a:lnTo>
                <a:lnTo>
                  <a:pt x="779347" y="58814"/>
                </a:lnTo>
                <a:lnTo>
                  <a:pt x="779272" y="58147"/>
                </a:lnTo>
                <a:lnTo>
                  <a:pt x="779185" y="57487"/>
                </a:lnTo>
                <a:lnTo>
                  <a:pt x="779084" y="56832"/>
                </a:lnTo>
                <a:lnTo>
                  <a:pt x="778971" y="56184"/>
                </a:lnTo>
                <a:lnTo>
                  <a:pt x="778846" y="55541"/>
                </a:lnTo>
                <a:lnTo>
                  <a:pt x="778707" y="54905"/>
                </a:lnTo>
                <a:lnTo>
                  <a:pt x="778556" y="54274"/>
                </a:lnTo>
                <a:lnTo>
                  <a:pt x="778393" y="53650"/>
                </a:lnTo>
                <a:lnTo>
                  <a:pt x="778216" y="53032"/>
                </a:lnTo>
                <a:lnTo>
                  <a:pt x="778027" y="52419"/>
                </a:lnTo>
                <a:lnTo>
                  <a:pt x="777826" y="51813"/>
                </a:lnTo>
                <a:lnTo>
                  <a:pt x="777611" y="51212"/>
                </a:lnTo>
                <a:lnTo>
                  <a:pt x="777384" y="50618"/>
                </a:lnTo>
                <a:lnTo>
                  <a:pt x="777145" y="50029"/>
                </a:lnTo>
                <a:lnTo>
                  <a:pt x="776893" y="49447"/>
                </a:lnTo>
                <a:lnTo>
                  <a:pt x="776628" y="48871"/>
                </a:lnTo>
                <a:lnTo>
                  <a:pt x="776350" y="48300"/>
                </a:lnTo>
                <a:lnTo>
                  <a:pt x="776060" y="47736"/>
                </a:lnTo>
                <a:lnTo>
                  <a:pt x="775757" y="47178"/>
                </a:lnTo>
                <a:lnTo>
                  <a:pt x="775441" y="46625"/>
                </a:lnTo>
                <a:lnTo>
                  <a:pt x="775113" y="46079"/>
                </a:lnTo>
                <a:lnTo>
                  <a:pt x="774773" y="45541"/>
                </a:lnTo>
                <a:lnTo>
                  <a:pt x="774423" y="45011"/>
                </a:lnTo>
                <a:lnTo>
                  <a:pt x="774063" y="44492"/>
                </a:lnTo>
                <a:lnTo>
                  <a:pt x="773692" y="43982"/>
                </a:lnTo>
                <a:lnTo>
                  <a:pt x="773311" y="43481"/>
                </a:lnTo>
                <a:lnTo>
                  <a:pt x="772919" y="42990"/>
                </a:lnTo>
                <a:lnTo>
                  <a:pt x="772517" y="42508"/>
                </a:lnTo>
                <a:lnTo>
                  <a:pt x="772105" y="42036"/>
                </a:lnTo>
                <a:lnTo>
                  <a:pt x="771682" y="41573"/>
                </a:lnTo>
                <a:lnTo>
                  <a:pt x="771249" y="41119"/>
                </a:lnTo>
                <a:lnTo>
                  <a:pt x="770806" y="40675"/>
                </a:lnTo>
                <a:lnTo>
                  <a:pt x="770352" y="40241"/>
                </a:lnTo>
                <a:lnTo>
                  <a:pt x="769888" y="39816"/>
                </a:lnTo>
                <a:lnTo>
                  <a:pt x="769414" y="39400"/>
                </a:lnTo>
                <a:lnTo>
                  <a:pt x="768929" y="38994"/>
                </a:lnTo>
                <a:lnTo>
                  <a:pt x="768434" y="38598"/>
                </a:lnTo>
                <a:lnTo>
                  <a:pt x="767928" y="38211"/>
                </a:lnTo>
                <a:lnTo>
                  <a:pt x="767412" y="37833"/>
                </a:lnTo>
                <a:lnTo>
                  <a:pt x="766886" y="37465"/>
                </a:lnTo>
                <a:lnTo>
                  <a:pt x="766350" y="37106"/>
                </a:lnTo>
                <a:lnTo>
                  <a:pt x="765803" y="36757"/>
                </a:lnTo>
                <a:lnTo>
                  <a:pt x="765245" y="36417"/>
                </a:lnTo>
                <a:lnTo>
                  <a:pt x="764678" y="36087"/>
                </a:lnTo>
                <a:lnTo>
                  <a:pt x="764100" y="35766"/>
                </a:lnTo>
                <a:lnTo>
                  <a:pt x="763512" y="35456"/>
                </a:lnTo>
                <a:lnTo>
                  <a:pt x="762917" y="35160"/>
                </a:lnTo>
                <a:lnTo>
                  <a:pt x="762313" y="34876"/>
                </a:lnTo>
                <a:lnTo>
                  <a:pt x="761701" y="34606"/>
                </a:lnTo>
                <a:lnTo>
                  <a:pt x="761081" y="34350"/>
                </a:lnTo>
                <a:lnTo>
                  <a:pt x="760453" y="34106"/>
                </a:lnTo>
                <a:lnTo>
                  <a:pt x="759817" y="33875"/>
                </a:lnTo>
                <a:lnTo>
                  <a:pt x="759172" y="33658"/>
                </a:lnTo>
                <a:lnTo>
                  <a:pt x="758519" y="33454"/>
                </a:lnTo>
                <a:lnTo>
                  <a:pt x="757858" y="33263"/>
                </a:lnTo>
                <a:lnTo>
                  <a:pt x="757189" y="33085"/>
                </a:lnTo>
                <a:lnTo>
                  <a:pt x="756512" y="32920"/>
                </a:lnTo>
                <a:lnTo>
                  <a:pt x="755826" y="32769"/>
                </a:lnTo>
                <a:lnTo>
                  <a:pt x="755133" y="32630"/>
                </a:lnTo>
                <a:lnTo>
                  <a:pt x="754431" y="32505"/>
                </a:lnTo>
                <a:lnTo>
                  <a:pt x="753721" y="32393"/>
                </a:lnTo>
                <a:lnTo>
                  <a:pt x="753002" y="32295"/>
                </a:lnTo>
                <a:lnTo>
                  <a:pt x="752276" y="32209"/>
                </a:lnTo>
                <a:lnTo>
                  <a:pt x="751541" y="32136"/>
                </a:lnTo>
                <a:lnTo>
                  <a:pt x="750799" y="32077"/>
                </a:lnTo>
                <a:lnTo>
                  <a:pt x="750048" y="32031"/>
                </a:lnTo>
                <a:lnTo>
                  <a:pt x="749288" y="31998"/>
                </a:lnTo>
                <a:lnTo>
                  <a:pt x="748521" y="31978"/>
                </a:lnTo>
                <a:lnTo>
                  <a:pt x="747745" y="31972"/>
                </a:lnTo>
                <a:lnTo>
                  <a:pt x="747001" y="31977"/>
                </a:lnTo>
                <a:lnTo>
                  <a:pt x="746264" y="31994"/>
                </a:lnTo>
                <a:lnTo>
                  <a:pt x="745535" y="32021"/>
                </a:lnTo>
                <a:lnTo>
                  <a:pt x="744814" y="32060"/>
                </a:lnTo>
                <a:lnTo>
                  <a:pt x="744101" y="32109"/>
                </a:lnTo>
                <a:lnTo>
                  <a:pt x="743397" y="32170"/>
                </a:lnTo>
                <a:lnTo>
                  <a:pt x="742700" y="32241"/>
                </a:lnTo>
                <a:lnTo>
                  <a:pt x="742012" y="32324"/>
                </a:lnTo>
                <a:lnTo>
                  <a:pt x="741331" y="32417"/>
                </a:lnTo>
                <a:lnTo>
                  <a:pt x="740659" y="32522"/>
                </a:lnTo>
                <a:lnTo>
                  <a:pt x="739994" y="32637"/>
                </a:lnTo>
                <a:lnTo>
                  <a:pt x="739338" y="32764"/>
                </a:lnTo>
                <a:lnTo>
                  <a:pt x="738690" y="32901"/>
                </a:lnTo>
                <a:lnTo>
                  <a:pt x="738050" y="33050"/>
                </a:lnTo>
                <a:lnTo>
                  <a:pt x="737418" y="33209"/>
                </a:lnTo>
                <a:lnTo>
                  <a:pt x="736794" y="33380"/>
                </a:lnTo>
                <a:lnTo>
                  <a:pt x="736178" y="33561"/>
                </a:lnTo>
                <a:lnTo>
                  <a:pt x="735570" y="33754"/>
                </a:lnTo>
                <a:lnTo>
                  <a:pt x="734970" y="33957"/>
                </a:lnTo>
                <a:lnTo>
                  <a:pt x="734378" y="34172"/>
                </a:lnTo>
                <a:lnTo>
                  <a:pt x="733794" y="34397"/>
                </a:lnTo>
                <a:lnTo>
                  <a:pt x="733218" y="34634"/>
                </a:lnTo>
                <a:lnTo>
                  <a:pt x="732651" y="34881"/>
                </a:lnTo>
                <a:lnTo>
                  <a:pt x="732091" y="35139"/>
                </a:lnTo>
                <a:lnTo>
                  <a:pt x="731539" y="35408"/>
                </a:lnTo>
                <a:lnTo>
                  <a:pt x="730996" y="35684"/>
                </a:lnTo>
                <a:lnTo>
                  <a:pt x="730460" y="35968"/>
                </a:lnTo>
                <a:lnTo>
                  <a:pt x="729932" y="36261"/>
                </a:lnTo>
                <a:lnTo>
                  <a:pt x="729412" y="36562"/>
                </a:lnTo>
                <a:lnTo>
                  <a:pt x="728900" y="36871"/>
                </a:lnTo>
                <a:lnTo>
                  <a:pt x="728396" y="37188"/>
                </a:lnTo>
                <a:lnTo>
                  <a:pt x="727900" y="37513"/>
                </a:lnTo>
                <a:lnTo>
                  <a:pt x="727412" y="37847"/>
                </a:lnTo>
                <a:lnTo>
                  <a:pt x="726932" y="38188"/>
                </a:lnTo>
                <a:lnTo>
                  <a:pt x="726459" y="38538"/>
                </a:lnTo>
                <a:lnTo>
                  <a:pt x="725995" y="38897"/>
                </a:lnTo>
                <a:lnTo>
                  <a:pt x="725539" y="39263"/>
                </a:lnTo>
                <a:lnTo>
                  <a:pt x="725090" y="39637"/>
                </a:lnTo>
                <a:lnTo>
                  <a:pt x="724650" y="40020"/>
                </a:lnTo>
                <a:lnTo>
                  <a:pt x="724217" y="40411"/>
                </a:lnTo>
                <a:lnTo>
                  <a:pt x="723792" y="40810"/>
                </a:lnTo>
                <a:lnTo>
                  <a:pt x="723375" y="41217"/>
                </a:lnTo>
                <a:lnTo>
                  <a:pt x="722966" y="41632"/>
                </a:lnTo>
                <a:lnTo>
                  <a:pt x="722565" y="42056"/>
                </a:lnTo>
                <a:lnTo>
                  <a:pt x="722172" y="42488"/>
                </a:lnTo>
                <a:lnTo>
                  <a:pt x="721787" y="42928"/>
                </a:lnTo>
                <a:lnTo>
                  <a:pt x="721410" y="43376"/>
                </a:lnTo>
                <a:lnTo>
                  <a:pt x="721041" y="43832"/>
                </a:lnTo>
                <a:lnTo>
                  <a:pt x="720680" y="44296"/>
                </a:lnTo>
                <a:lnTo>
                  <a:pt x="720326" y="44765"/>
                </a:lnTo>
                <a:lnTo>
                  <a:pt x="719980" y="45239"/>
                </a:lnTo>
                <a:lnTo>
                  <a:pt x="719641" y="45720"/>
                </a:lnTo>
                <a:lnTo>
                  <a:pt x="719311" y="46206"/>
                </a:lnTo>
                <a:lnTo>
                  <a:pt x="718987" y="46698"/>
                </a:lnTo>
                <a:lnTo>
                  <a:pt x="718672" y="47196"/>
                </a:lnTo>
                <a:lnTo>
                  <a:pt x="718364" y="47700"/>
                </a:lnTo>
                <a:lnTo>
                  <a:pt x="718064" y="48209"/>
                </a:lnTo>
                <a:lnTo>
                  <a:pt x="717772" y="48724"/>
                </a:lnTo>
                <a:lnTo>
                  <a:pt x="717487" y="49245"/>
                </a:lnTo>
                <a:lnTo>
                  <a:pt x="717210" y="49772"/>
                </a:lnTo>
                <a:lnTo>
                  <a:pt x="716941" y="50304"/>
                </a:lnTo>
                <a:lnTo>
                  <a:pt x="716679" y="50842"/>
                </a:lnTo>
                <a:lnTo>
                  <a:pt x="716425" y="51386"/>
                </a:lnTo>
                <a:lnTo>
                  <a:pt x="716179" y="51936"/>
                </a:lnTo>
                <a:lnTo>
                  <a:pt x="715940" y="52491"/>
                </a:lnTo>
                <a:lnTo>
                  <a:pt x="715709" y="53052"/>
                </a:lnTo>
                <a:lnTo>
                  <a:pt x="715486" y="53619"/>
                </a:lnTo>
                <a:lnTo>
                  <a:pt x="715270" y="54192"/>
                </a:lnTo>
                <a:lnTo>
                  <a:pt x="715062" y="54770"/>
                </a:lnTo>
                <a:lnTo>
                  <a:pt x="714862" y="55354"/>
                </a:lnTo>
                <a:lnTo>
                  <a:pt x="714669" y="55944"/>
                </a:lnTo>
                <a:lnTo>
                  <a:pt x="714485" y="56540"/>
                </a:lnTo>
                <a:lnTo>
                  <a:pt x="714307" y="57140"/>
                </a:lnTo>
                <a:lnTo>
                  <a:pt x="714137" y="57743"/>
                </a:lnTo>
                <a:lnTo>
                  <a:pt x="713975" y="58349"/>
                </a:lnTo>
                <a:lnTo>
                  <a:pt x="713821" y="58958"/>
                </a:lnTo>
                <a:lnTo>
                  <a:pt x="713673" y="59569"/>
                </a:lnTo>
                <a:lnTo>
                  <a:pt x="713534" y="60184"/>
                </a:lnTo>
                <a:lnTo>
                  <a:pt x="713402" y="60802"/>
                </a:lnTo>
                <a:lnTo>
                  <a:pt x="713277" y="61422"/>
                </a:lnTo>
                <a:lnTo>
                  <a:pt x="713160" y="62046"/>
                </a:lnTo>
                <a:lnTo>
                  <a:pt x="713051" y="62673"/>
                </a:lnTo>
                <a:lnTo>
                  <a:pt x="712949" y="63302"/>
                </a:lnTo>
                <a:lnTo>
                  <a:pt x="712855" y="63934"/>
                </a:lnTo>
                <a:lnTo>
                  <a:pt x="712768" y="64570"/>
                </a:lnTo>
                <a:lnTo>
                  <a:pt x="712689" y="65208"/>
                </a:lnTo>
                <a:lnTo>
                  <a:pt x="712617" y="65849"/>
                </a:lnTo>
                <a:lnTo>
                  <a:pt x="712553" y="66493"/>
                </a:lnTo>
                <a:lnTo>
                  <a:pt x="712496" y="67140"/>
                </a:lnTo>
                <a:lnTo>
                  <a:pt x="712447" y="67790"/>
                </a:lnTo>
                <a:lnTo>
                  <a:pt x="712406" y="68443"/>
                </a:lnTo>
                <a:lnTo>
                  <a:pt x="712372" y="69099"/>
                </a:lnTo>
                <a:lnTo>
                  <a:pt x="712345" y="69758"/>
                </a:lnTo>
                <a:lnTo>
                  <a:pt x="712326" y="70420"/>
                </a:lnTo>
                <a:lnTo>
                  <a:pt x="712315" y="71085"/>
                </a:lnTo>
                <a:lnTo>
                  <a:pt x="712311" y="71752"/>
                </a:lnTo>
                <a:lnTo>
                  <a:pt x="712311" y="74846"/>
                </a:lnTo>
                <a:lnTo>
                  <a:pt x="712315" y="75514"/>
                </a:lnTo>
                <a:lnTo>
                  <a:pt x="712326" y="76179"/>
                </a:lnTo>
                <a:lnTo>
                  <a:pt x="712345" y="76841"/>
                </a:lnTo>
                <a:lnTo>
                  <a:pt x="712372" y="77499"/>
                </a:lnTo>
                <a:lnTo>
                  <a:pt x="712406" y="78155"/>
                </a:lnTo>
                <a:lnTo>
                  <a:pt x="712447" y="78808"/>
                </a:lnTo>
                <a:lnTo>
                  <a:pt x="712496" y="79458"/>
                </a:lnTo>
                <a:lnTo>
                  <a:pt x="712553" y="80105"/>
                </a:lnTo>
                <a:lnTo>
                  <a:pt x="712617" y="80750"/>
                </a:lnTo>
                <a:lnTo>
                  <a:pt x="712689" y="81391"/>
                </a:lnTo>
                <a:lnTo>
                  <a:pt x="712768" y="82029"/>
                </a:lnTo>
                <a:lnTo>
                  <a:pt x="712855" y="82664"/>
                </a:lnTo>
                <a:lnTo>
                  <a:pt x="712949" y="83297"/>
                </a:lnTo>
                <a:lnTo>
                  <a:pt x="713051" y="83926"/>
                </a:lnTo>
                <a:lnTo>
                  <a:pt x="713160" y="84553"/>
                </a:lnTo>
                <a:lnTo>
                  <a:pt x="713277" y="85176"/>
                </a:lnTo>
                <a:lnTo>
                  <a:pt x="713402" y="85797"/>
                </a:lnTo>
                <a:lnTo>
                  <a:pt x="713534" y="86414"/>
                </a:lnTo>
                <a:lnTo>
                  <a:pt x="713673" y="87029"/>
                </a:lnTo>
                <a:lnTo>
                  <a:pt x="713821" y="87641"/>
                </a:lnTo>
                <a:lnTo>
                  <a:pt x="713975" y="88250"/>
                </a:lnTo>
                <a:lnTo>
                  <a:pt x="714137" y="88856"/>
                </a:lnTo>
                <a:lnTo>
                  <a:pt x="714307" y="89459"/>
                </a:lnTo>
                <a:lnTo>
                  <a:pt x="714485" y="90059"/>
                </a:lnTo>
                <a:lnTo>
                  <a:pt x="714669" y="90654"/>
                </a:lnTo>
                <a:lnTo>
                  <a:pt x="714862" y="91244"/>
                </a:lnTo>
                <a:lnTo>
                  <a:pt x="715062" y="91828"/>
                </a:lnTo>
                <a:lnTo>
                  <a:pt x="715270" y="92407"/>
                </a:lnTo>
                <a:lnTo>
                  <a:pt x="715486" y="92980"/>
                </a:lnTo>
                <a:lnTo>
                  <a:pt x="715709" y="93546"/>
                </a:lnTo>
                <a:lnTo>
                  <a:pt x="715940" y="94108"/>
                </a:lnTo>
                <a:lnTo>
                  <a:pt x="716179" y="94663"/>
                </a:lnTo>
                <a:lnTo>
                  <a:pt x="716425" y="95213"/>
                </a:lnTo>
                <a:lnTo>
                  <a:pt x="716679" y="95756"/>
                </a:lnTo>
                <a:lnTo>
                  <a:pt x="716941" y="96295"/>
                </a:lnTo>
                <a:lnTo>
                  <a:pt x="717210" y="96827"/>
                </a:lnTo>
                <a:lnTo>
                  <a:pt x="717487" y="97354"/>
                </a:lnTo>
                <a:lnTo>
                  <a:pt x="717772" y="97874"/>
                </a:lnTo>
                <a:lnTo>
                  <a:pt x="718064" y="98389"/>
                </a:lnTo>
                <a:lnTo>
                  <a:pt x="718364" y="98899"/>
                </a:lnTo>
                <a:lnTo>
                  <a:pt x="718672" y="99402"/>
                </a:lnTo>
                <a:lnTo>
                  <a:pt x="718987" y="99900"/>
                </a:lnTo>
                <a:lnTo>
                  <a:pt x="719311" y="100392"/>
                </a:lnTo>
                <a:lnTo>
                  <a:pt x="719641" y="100879"/>
                </a:lnTo>
                <a:lnTo>
                  <a:pt x="719980" y="101359"/>
                </a:lnTo>
                <a:lnTo>
                  <a:pt x="720326" y="101834"/>
                </a:lnTo>
                <a:lnTo>
                  <a:pt x="720680" y="102303"/>
                </a:lnTo>
                <a:lnTo>
                  <a:pt x="721041" y="102766"/>
                </a:lnTo>
                <a:lnTo>
                  <a:pt x="721410" y="103223"/>
                </a:lnTo>
                <a:lnTo>
                  <a:pt x="721787" y="103671"/>
                </a:lnTo>
                <a:lnTo>
                  <a:pt x="722172" y="104111"/>
                </a:lnTo>
                <a:lnTo>
                  <a:pt x="722565" y="104543"/>
                </a:lnTo>
                <a:lnTo>
                  <a:pt x="722966" y="104966"/>
                </a:lnTo>
                <a:lnTo>
                  <a:pt x="723375" y="105382"/>
                </a:lnTo>
                <a:lnTo>
                  <a:pt x="723792" y="105789"/>
                </a:lnTo>
                <a:lnTo>
                  <a:pt x="724217" y="106188"/>
                </a:lnTo>
                <a:lnTo>
                  <a:pt x="724650" y="106579"/>
                </a:lnTo>
                <a:lnTo>
                  <a:pt x="725090" y="106961"/>
                </a:lnTo>
                <a:lnTo>
                  <a:pt x="725539" y="107336"/>
                </a:lnTo>
                <a:lnTo>
                  <a:pt x="725995" y="107702"/>
                </a:lnTo>
                <a:lnTo>
                  <a:pt x="726459" y="108060"/>
                </a:lnTo>
                <a:lnTo>
                  <a:pt x="726932" y="108410"/>
                </a:lnTo>
                <a:lnTo>
                  <a:pt x="727412" y="108752"/>
                </a:lnTo>
                <a:lnTo>
                  <a:pt x="727900" y="109085"/>
                </a:lnTo>
                <a:lnTo>
                  <a:pt x="728396" y="109411"/>
                </a:lnTo>
                <a:lnTo>
                  <a:pt x="728900" y="109728"/>
                </a:lnTo>
                <a:lnTo>
                  <a:pt x="729412" y="110037"/>
                </a:lnTo>
                <a:lnTo>
                  <a:pt x="729932" y="110338"/>
                </a:lnTo>
                <a:lnTo>
                  <a:pt x="730460" y="110630"/>
                </a:lnTo>
                <a:lnTo>
                  <a:pt x="730996" y="110915"/>
                </a:lnTo>
                <a:lnTo>
                  <a:pt x="731539" y="111191"/>
                </a:lnTo>
                <a:lnTo>
                  <a:pt x="732091" y="111459"/>
                </a:lnTo>
                <a:lnTo>
                  <a:pt x="732651" y="111718"/>
                </a:lnTo>
                <a:lnTo>
                  <a:pt x="733218" y="111965"/>
                </a:lnTo>
                <a:lnTo>
                  <a:pt x="733794" y="112202"/>
                </a:lnTo>
                <a:lnTo>
                  <a:pt x="734378" y="112427"/>
                </a:lnTo>
                <a:lnTo>
                  <a:pt x="734970" y="112642"/>
                </a:lnTo>
                <a:lnTo>
                  <a:pt x="735570" y="112845"/>
                </a:lnTo>
                <a:lnTo>
                  <a:pt x="736178" y="113038"/>
                </a:lnTo>
                <a:lnTo>
                  <a:pt x="736794" y="113219"/>
                </a:lnTo>
                <a:lnTo>
                  <a:pt x="737418" y="113389"/>
                </a:lnTo>
                <a:lnTo>
                  <a:pt x="738050" y="113549"/>
                </a:lnTo>
                <a:lnTo>
                  <a:pt x="738690" y="113697"/>
                </a:lnTo>
                <a:lnTo>
                  <a:pt x="739338" y="113835"/>
                </a:lnTo>
                <a:lnTo>
                  <a:pt x="739994" y="113961"/>
                </a:lnTo>
                <a:lnTo>
                  <a:pt x="740659" y="114077"/>
                </a:lnTo>
                <a:lnTo>
                  <a:pt x="741331" y="114181"/>
                </a:lnTo>
                <a:lnTo>
                  <a:pt x="742012" y="114275"/>
                </a:lnTo>
                <a:lnTo>
                  <a:pt x="742700" y="114357"/>
                </a:lnTo>
                <a:lnTo>
                  <a:pt x="743397" y="114429"/>
                </a:lnTo>
                <a:lnTo>
                  <a:pt x="744101" y="114489"/>
                </a:lnTo>
                <a:lnTo>
                  <a:pt x="744814" y="114539"/>
                </a:lnTo>
                <a:lnTo>
                  <a:pt x="745535" y="114577"/>
                </a:lnTo>
                <a:lnTo>
                  <a:pt x="746264" y="114605"/>
                </a:lnTo>
                <a:lnTo>
                  <a:pt x="747001" y="114621"/>
                </a:lnTo>
                <a:lnTo>
                  <a:pt x="747745" y="114627"/>
                </a:lnTo>
                <a:lnTo>
                  <a:pt x="748449" y="114620"/>
                </a:lnTo>
                <a:lnTo>
                  <a:pt x="749148" y="114601"/>
                </a:lnTo>
                <a:lnTo>
                  <a:pt x="749842" y="114569"/>
                </a:lnTo>
                <a:lnTo>
                  <a:pt x="750531" y="114524"/>
                </a:lnTo>
                <a:lnTo>
                  <a:pt x="751215" y="114465"/>
                </a:lnTo>
                <a:lnTo>
                  <a:pt x="751894" y="114394"/>
                </a:lnTo>
                <a:lnTo>
                  <a:pt x="752568" y="114310"/>
                </a:lnTo>
                <a:lnTo>
                  <a:pt x="753238" y="114214"/>
                </a:lnTo>
                <a:lnTo>
                  <a:pt x="753902" y="114104"/>
                </a:lnTo>
                <a:lnTo>
                  <a:pt x="754562" y="113981"/>
                </a:lnTo>
                <a:lnTo>
                  <a:pt x="755217" y="113845"/>
                </a:lnTo>
                <a:lnTo>
                  <a:pt x="755867" y="113697"/>
                </a:lnTo>
                <a:lnTo>
                  <a:pt x="756513" y="113535"/>
                </a:lnTo>
                <a:lnTo>
                  <a:pt x="757153" y="113361"/>
                </a:lnTo>
                <a:lnTo>
                  <a:pt x="757788" y="113174"/>
                </a:lnTo>
                <a:lnTo>
                  <a:pt x="758419" y="112973"/>
                </a:lnTo>
                <a:lnTo>
                  <a:pt x="759045" y="112760"/>
                </a:lnTo>
                <a:lnTo>
                  <a:pt x="759666" y="112534"/>
                </a:lnTo>
                <a:lnTo>
                  <a:pt x="760282" y="112295"/>
                </a:lnTo>
                <a:lnTo>
                  <a:pt x="760893" y="112043"/>
                </a:lnTo>
                <a:lnTo>
                  <a:pt x="761499" y="111779"/>
                </a:lnTo>
                <a:lnTo>
                  <a:pt x="762101" y="111501"/>
                </a:lnTo>
                <a:lnTo>
                  <a:pt x="762698" y="111210"/>
                </a:lnTo>
                <a:lnTo>
                  <a:pt x="763289" y="110907"/>
                </a:lnTo>
                <a:lnTo>
                  <a:pt x="763874" y="110593"/>
                </a:lnTo>
                <a:lnTo>
                  <a:pt x="764449" y="110270"/>
                </a:lnTo>
                <a:lnTo>
                  <a:pt x="765015" y="109940"/>
                </a:lnTo>
                <a:lnTo>
                  <a:pt x="765572" y="109601"/>
                </a:lnTo>
                <a:lnTo>
                  <a:pt x="766119" y="109254"/>
                </a:lnTo>
                <a:lnTo>
                  <a:pt x="766657" y="108899"/>
                </a:lnTo>
                <a:lnTo>
                  <a:pt x="767186" y="108536"/>
                </a:lnTo>
                <a:lnTo>
                  <a:pt x="767705" y="108165"/>
                </a:lnTo>
                <a:lnTo>
                  <a:pt x="768215" y="107785"/>
                </a:lnTo>
                <a:lnTo>
                  <a:pt x="768716" y="107397"/>
                </a:lnTo>
                <a:lnTo>
                  <a:pt x="769207" y="107001"/>
                </a:lnTo>
                <a:lnTo>
                  <a:pt x="769689" y="106597"/>
                </a:lnTo>
                <a:lnTo>
                  <a:pt x="770162" y="106185"/>
                </a:lnTo>
                <a:lnTo>
                  <a:pt x="770625" y="105764"/>
                </a:lnTo>
                <a:lnTo>
                  <a:pt x="771079" y="105336"/>
                </a:lnTo>
                <a:lnTo>
                  <a:pt x="771524" y="104899"/>
                </a:lnTo>
                <a:lnTo>
                  <a:pt x="771959" y="104454"/>
                </a:lnTo>
                <a:lnTo>
                  <a:pt x="772385" y="104000"/>
                </a:lnTo>
                <a:lnTo>
                  <a:pt x="772802" y="103539"/>
                </a:lnTo>
                <a:lnTo>
                  <a:pt x="773209" y="103069"/>
                </a:lnTo>
                <a:lnTo>
                  <a:pt x="773607" y="102591"/>
                </a:lnTo>
                <a:lnTo>
                  <a:pt x="773995" y="102105"/>
                </a:lnTo>
                <a:lnTo>
                  <a:pt x="774375" y="101611"/>
                </a:lnTo>
                <a:lnTo>
                  <a:pt x="774745" y="101109"/>
                </a:lnTo>
                <a:lnTo>
                  <a:pt x="775103" y="100601"/>
                </a:lnTo>
                <a:lnTo>
                  <a:pt x="775447" y="100089"/>
                </a:lnTo>
                <a:lnTo>
                  <a:pt x="775778" y="99574"/>
                </a:lnTo>
                <a:lnTo>
                  <a:pt x="776094" y="99055"/>
                </a:lnTo>
                <a:lnTo>
                  <a:pt x="776397" y="98533"/>
                </a:lnTo>
                <a:lnTo>
                  <a:pt x="776685" y="98008"/>
                </a:lnTo>
                <a:lnTo>
                  <a:pt x="776960" y="97479"/>
                </a:lnTo>
                <a:lnTo>
                  <a:pt x="777221" y="96947"/>
                </a:lnTo>
                <a:lnTo>
                  <a:pt x="777468" y="96411"/>
                </a:lnTo>
                <a:lnTo>
                  <a:pt x="777700" y="95872"/>
                </a:lnTo>
                <a:lnTo>
                  <a:pt x="777919" y="95329"/>
                </a:lnTo>
                <a:lnTo>
                  <a:pt x="778124" y="94783"/>
                </a:lnTo>
                <a:lnTo>
                  <a:pt x="778315" y="94233"/>
                </a:lnTo>
                <a:lnTo>
                  <a:pt x="778492" y="93680"/>
                </a:lnTo>
                <a:lnTo>
                  <a:pt x="778655" y="93123"/>
                </a:lnTo>
                <a:lnTo>
                  <a:pt x="778805" y="92563"/>
                </a:lnTo>
                <a:lnTo>
                  <a:pt x="778940" y="92000"/>
                </a:lnTo>
                <a:lnTo>
                  <a:pt x="779061" y="91433"/>
                </a:lnTo>
                <a:lnTo>
                  <a:pt x="779169" y="90863"/>
                </a:lnTo>
                <a:lnTo>
                  <a:pt x="779262" y="90289"/>
                </a:lnTo>
                <a:lnTo>
                  <a:pt x="779341" y="89712"/>
                </a:lnTo>
                <a:lnTo>
                  <a:pt x="779407" y="89131"/>
                </a:lnTo>
                <a:lnTo>
                  <a:pt x="779459" y="88547"/>
                </a:lnTo>
                <a:lnTo>
                  <a:pt x="779496" y="87959"/>
                </a:lnTo>
                <a:lnTo>
                  <a:pt x="766531" y="87959"/>
                </a:lnTo>
                <a:lnTo>
                  <a:pt x="766496" y="88332"/>
                </a:lnTo>
                <a:lnTo>
                  <a:pt x="766453" y="88701"/>
                </a:lnTo>
                <a:lnTo>
                  <a:pt x="766403" y="89067"/>
                </a:lnTo>
                <a:lnTo>
                  <a:pt x="766345" y="89429"/>
                </a:lnTo>
                <a:lnTo>
                  <a:pt x="766278" y="89788"/>
                </a:lnTo>
                <a:lnTo>
                  <a:pt x="766204" y="90144"/>
                </a:lnTo>
                <a:lnTo>
                  <a:pt x="766122" y="90496"/>
                </a:lnTo>
                <a:lnTo>
                  <a:pt x="766031" y="90845"/>
                </a:lnTo>
                <a:lnTo>
                  <a:pt x="765933" y="91190"/>
                </a:lnTo>
                <a:lnTo>
                  <a:pt x="765827" y="91531"/>
                </a:lnTo>
                <a:lnTo>
                  <a:pt x="765713" y="91870"/>
                </a:lnTo>
                <a:lnTo>
                  <a:pt x="765591" y="92204"/>
                </a:lnTo>
                <a:lnTo>
                  <a:pt x="765462" y="92536"/>
                </a:lnTo>
                <a:lnTo>
                  <a:pt x="765324" y="92863"/>
                </a:lnTo>
                <a:lnTo>
                  <a:pt x="765178" y="93188"/>
                </a:lnTo>
                <a:lnTo>
                  <a:pt x="765025" y="93509"/>
                </a:lnTo>
                <a:lnTo>
                  <a:pt x="764863" y="93826"/>
                </a:lnTo>
                <a:lnTo>
                  <a:pt x="764694" y="94140"/>
                </a:lnTo>
                <a:lnTo>
                  <a:pt x="764516" y="94451"/>
                </a:lnTo>
                <a:lnTo>
                  <a:pt x="764331" y="94758"/>
                </a:lnTo>
                <a:lnTo>
                  <a:pt x="764138" y="95062"/>
                </a:lnTo>
                <a:lnTo>
                  <a:pt x="763937" y="95362"/>
                </a:lnTo>
                <a:lnTo>
                  <a:pt x="763727" y="95659"/>
                </a:lnTo>
                <a:lnTo>
                  <a:pt x="763510" y="95952"/>
                </a:lnTo>
                <a:lnTo>
                  <a:pt x="763287" y="96241"/>
                </a:lnTo>
                <a:lnTo>
                  <a:pt x="763058" y="96525"/>
                </a:lnTo>
                <a:lnTo>
                  <a:pt x="762824" y="96803"/>
                </a:lnTo>
                <a:lnTo>
                  <a:pt x="762585" y="97077"/>
                </a:lnTo>
                <a:lnTo>
                  <a:pt x="762341" y="97345"/>
                </a:lnTo>
                <a:lnTo>
                  <a:pt x="762092" y="97607"/>
                </a:lnTo>
                <a:lnTo>
                  <a:pt x="761838" y="97865"/>
                </a:lnTo>
                <a:lnTo>
                  <a:pt x="761579" y="98117"/>
                </a:lnTo>
                <a:lnTo>
                  <a:pt x="761314" y="98364"/>
                </a:lnTo>
                <a:lnTo>
                  <a:pt x="761045" y="98606"/>
                </a:lnTo>
                <a:lnTo>
                  <a:pt x="760770" y="98842"/>
                </a:lnTo>
                <a:lnTo>
                  <a:pt x="760490" y="99074"/>
                </a:lnTo>
                <a:lnTo>
                  <a:pt x="760205" y="99300"/>
                </a:lnTo>
                <a:lnTo>
                  <a:pt x="759915" y="99521"/>
                </a:lnTo>
                <a:lnTo>
                  <a:pt x="759620" y="99736"/>
                </a:lnTo>
                <a:lnTo>
                  <a:pt x="759319" y="99947"/>
                </a:lnTo>
                <a:lnTo>
                  <a:pt x="759014" y="100152"/>
                </a:lnTo>
                <a:lnTo>
                  <a:pt x="758704" y="100351"/>
                </a:lnTo>
                <a:lnTo>
                  <a:pt x="758388" y="100546"/>
                </a:lnTo>
                <a:lnTo>
                  <a:pt x="758067" y="100735"/>
                </a:lnTo>
                <a:lnTo>
                  <a:pt x="757741" y="100920"/>
                </a:lnTo>
                <a:lnTo>
                  <a:pt x="757410" y="101098"/>
                </a:lnTo>
                <a:lnTo>
                  <a:pt x="757074" y="101272"/>
                </a:lnTo>
                <a:lnTo>
                  <a:pt x="756733" y="101440"/>
                </a:lnTo>
                <a:lnTo>
                  <a:pt x="756388" y="101603"/>
                </a:lnTo>
                <a:lnTo>
                  <a:pt x="756040" y="101758"/>
                </a:lnTo>
                <a:lnTo>
                  <a:pt x="755690" y="101907"/>
                </a:lnTo>
                <a:lnTo>
                  <a:pt x="755337" y="102048"/>
                </a:lnTo>
                <a:lnTo>
                  <a:pt x="754982" y="102183"/>
                </a:lnTo>
                <a:lnTo>
                  <a:pt x="754624" y="102311"/>
                </a:lnTo>
                <a:lnTo>
                  <a:pt x="754264" y="102431"/>
                </a:lnTo>
                <a:lnTo>
                  <a:pt x="753901" y="102545"/>
                </a:lnTo>
                <a:lnTo>
                  <a:pt x="753535" y="102652"/>
                </a:lnTo>
                <a:lnTo>
                  <a:pt x="753167" y="102753"/>
                </a:lnTo>
                <a:lnTo>
                  <a:pt x="752797" y="102846"/>
                </a:lnTo>
                <a:lnTo>
                  <a:pt x="752423" y="102932"/>
                </a:lnTo>
                <a:lnTo>
                  <a:pt x="752048" y="103012"/>
                </a:lnTo>
                <a:lnTo>
                  <a:pt x="751669" y="103084"/>
                </a:lnTo>
                <a:lnTo>
                  <a:pt x="751288" y="103150"/>
                </a:lnTo>
                <a:lnTo>
                  <a:pt x="750905" y="103208"/>
                </a:lnTo>
                <a:lnTo>
                  <a:pt x="750519" y="103260"/>
                </a:lnTo>
                <a:lnTo>
                  <a:pt x="750130" y="103305"/>
                </a:lnTo>
                <a:lnTo>
                  <a:pt x="749739" y="103343"/>
                </a:lnTo>
                <a:lnTo>
                  <a:pt x="749346" y="103374"/>
                </a:lnTo>
                <a:lnTo>
                  <a:pt x="748949" y="103398"/>
                </a:lnTo>
                <a:lnTo>
                  <a:pt x="748551" y="103416"/>
                </a:lnTo>
                <a:lnTo>
                  <a:pt x="748149" y="103426"/>
                </a:lnTo>
                <a:lnTo>
                  <a:pt x="747745" y="103429"/>
                </a:lnTo>
                <a:lnTo>
                  <a:pt x="747221" y="103425"/>
                </a:lnTo>
                <a:lnTo>
                  <a:pt x="746704" y="103412"/>
                </a:lnTo>
                <a:lnTo>
                  <a:pt x="746194" y="103391"/>
                </a:lnTo>
                <a:lnTo>
                  <a:pt x="745692" y="103361"/>
                </a:lnTo>
                <a:lnTo>
                  <a:pt x="745197" y="103322"/>
                </a:lnTo>
                <a:close/>
                <a:moveTo>
                  <a:pt x="923114" y="93622"/>
                </a:moveTo>
                <a:lnTo>
                  <a:pt x="923069" y="93882"/>
                </a:lnTo>
                <a:lnTo>
                  <a:pt x="923017" y="94139"/>
                </a:lnTo>
                <a:lnTo>
                  <a:pt x="922959" y="94394"/>
                </a:lnTo>
                <a:lnTo>
                  <a:pt x="922893" y="94646"/>
                </a:lnTo>
                <a:lnTo>
                  <a:pt x="922821" y="94895"/>
                </a:lnTo>
                <a:lnTo>
                  <a:pt x="922741" y="95142"/>
                </a:lnTo>
                <a:lnTo>
                  <a:pt x="922655" y="95386"/>
                </a:lnTo>
                <a:lnTo>
                  <a:pt x="922562" y="95628"/>
                </a:lnTo>
                <a:lnTo>
                  <a:pt x="922461" y="95867"/>
                </a:lnTo>
                <a:lnTo>
                  <a:pt x="922354" y="96104"/>
                </a:lnTo>
                <a:lnTo>
                  <a:pt x="922240" y="96338"/>
                </a:lnTo>
                <a:lnTo>
                  <a:pt x="922120" y="96569"/>
                </a:lnTo>
                <a:lnTo>
                  <a:pt x="921992" y="96798"/>
                </a:lnTo>
                <a:lnTo>
                  <a:pt x="921857" y="97024"/>
                </a:lnTo>
                <a:lnTo>
                  <a:pt x="921716" y="97248"/>
                </a:lnTo>
                <a:lnTo>
                  <a:pt x="921567" y="97469"/>
                </a:lnTo>
                <a:lnTo>
                  <a:pt x="921412" y="97688"/>
                </a:lnTo>
                <a:lnTo>
                  <a:pt x="921249" y="97904"/>
                </a:lnTo>
                <a:lnTo>
                  <a:pt x="921081" y="98117"/>
                </a:lnTo>
                <a:lnTo>
                  <a:pt x="920905" y="98326"/>
                </a:lnTo>
                <a:lnTo>
                  <a:pt x="920724" y="98532"/>
                </a:lnTo>
                <a:lnTo>
                  <a:pt x="920536" y="98733"/>
                </a:lnTo>
                <a:lnTo>
                  <a:pt x="920342" y="98931"/>
                </a:lnTo>
                <a:lnTo>
                  <a:pt x="920142" y="99124"/>
                </a:lnTo>
                <a:lnTo>
                  <a:pt x="919936" y="99314"/>
                </a:lnTo>
                <a:lnTo>
                  <a:pt x="919723" y="99500"/>
                </a:lnTo>
                <a:lnTo>
                  <a:pt x="919504" y="99683"/>
                </a:lnTo>
                <a:lnTo>
                  <a:pt x="919279" y="99861"/>
                </a:lnTo>
                <a:lnTo>
                  <a:pt x="919047" y="100036"/>
                </a:lnTo>
                <a:lnTo>
                  <a:pt x="918809" y="100206"/>
                </a:lnTo>
                <a:lnTo>
                  <a:pt x="918565" y="100373"/>
                </a:lnTo>
                <a:lnTo>
                  <a:pt x="918315" y="100536"/>
                </a:lnTo>
                <a:lnTo>
                  <a:pt x="918058" y="100696"/>
                </a:lnTo>
                <a:lnTo>
                  <a:pt x="917795" y="100851"/>
                </a:lnTo>
                <a:lnTo>
                  <a:pt x="917526" y="101003"/>
                </a:lnTo>
                <a:lnTo>
                  <a:pt x="917251" y="101150"/>
                </a:lnTo>
                <a:lnTo>
                  <a:pt x="916969" y="101294"/>
                </a:lnTo>
                <a:lnTo>
                  <a:pt x="916681" y="101434"/>
                </a:lnTo>
                <a:lnTo>
                  <a:pt x="916387" y="101570"/>
                </a:lnTo>
                <a:lnTo>
                  <a:pt x="916086" y="101703"/>
                </a:lnTo>
                <a:lnTo>
                  <a:pt x="915780" y="101831"/>
                </a:lnTo>
                <a:lnTo>
                  <a:pt x="915466" y="101956"/>
                </a:lnTo>
                <a:lnTo>
                  <a:pt x="915147" y="102076"/>
                </a:lnTo>
                <a:lnTo>
                  <a:pt x="914822" y="102191"/>
                </a:lnTo>
                <a:lnTo>
                  <a:pt x="914490" y="102301"/>
                </a:lnTo>
                <a:lnTo>
                  <a:pt x="914152" y="102406"/>
                </a:lnTo>
                <a:lnTo>
                  <a:pt x="913807" y="102506"/>
                </a:lnTo>
                <a:lnTo>
                  <a:pt x="913457" y="102601"/>
                </a:lnTo>
                <a:lnTo>
                  <a:pt x="913100" y="102690"/>
                </a:lnTo>
                <a:lnTo>
                  <a:pt x="912737" y="102775"/>
                </a:lnTo>
                <a:lnTo>
                  <a:pt x="912367" y="102854"/>
                </a:lnTo>
                <a:lnTo>
                  <a:pt x="911992" y="102928"/>
                </a:lnTo>
                <a:lnTo>
                  <a:pt x="911610" y="102997"/>
                </a:lnTo>
                <a:lnTo>
                  <a:pt x="911221" y="103061"/>
                </a:lnTo>
                <a:lnTo>
                  <a:pt x="910827" y="103120"/>
                </a:lnTo>
                <a:lnTo>
                  <a:pt x="910426" y="103174"/>
                </a:lnTo>
                <a:lnTo>
                  <a:pt x="910019" y="103222"/>
                </a:lnTo>
                <a:lnTo>
                  <a:pt x="909606" y="103266"/>
                </a:lnTo>
                <a:lnTo>
                  <a:pt x="909186" y="103304"/>
                </a:lnTo>
                <a:lnTo>
                  <a:pt x="908760" y="103337"/>
                </a:lnTo>
                <a:lnTo>
                  <a:pt x="908328" y="103365"/>
                </a:lnTo>
                <a:lnTo>
                  <a:pt x="907890" y="103388"/>
                </a:lnTo>
                <a:lnTo>
                  <a:pt x="907445" y="103406"/>
                </a:lnTo>
                <a:lnTo>
                  <a:pt x="906994" y="103419"/>
                </a:lnTo>
                <a:lnTo>
                  <a:pt x="906537" y="103427"/>
                </a:lnTo>
                <a:lnTo>
                  <a:pt x="906074" y="103429"/>
                </a:lnTo>
                <a:lnTo>
                  <a:pt x="905724" y="103427"/>
                </a:lnTo>
                <a:lnTo>
                  <a:pt x="905373" y="103420"/>
                </a:lnTo>
                <a:lnTo>
                  <a:pt x="905023" y="103408"/>
                </a:lnTo>
                <a:lnTo>
                  <a:pt x="904672" y="103392"/>
                </a:lnTo>
                <a:lnTo>
                  <a:pt x="904321" y="103370"/>
                </a:lnTo>
                <a:lnTo>
                  <a:pt x="903970" y="103344"/>
                </a:lnTo>
                <a:lnTo>
                  <a:pt x="903618" y="103313"/>
                </a:lnTo>
                <a:lnTo>
                  <a:pt x="903266" y="103278"/>
                </a:lnTo>
                <a:lnTo>
                  <a:pt x="902914" y="103238"/>
                </a:lnTo>
                <a:lnTo>
                  <a:pt x="902562" y="103193"/>
                </a:lnTo>
                <a:lnTo>
                  <a:pt x="902209" y="103143"/>
                </a:lnTo>
                <a:lnTo>
                  <a:pt x="901856" y="103089"/>
                </a:lnTo>
                <a:lnTo>
                  <a:pt x="901503" y="103030"/>
                </a:lnTo>
                <a:lnTo>
                  <a:pt x="901150" y="102966"/>
                </a:lnTo>
                <a:lnTo>
                  <a:pt x="900796" y="102897"/>
                </a:lnTo>
                <a:lnTo>
                  <a:pt x="900442" y="102824"/>
                </a:lnTo>
                <a:lnTo>
                  <a:pt x="900088" y="102746"/>
                </a:lnTo>
                <a:lnTo>
                  <a:pt x="899734" y="102663"/>
                </a:lnTo>
                <a:lnTo>
                  <a:pt x="899379" y="102575"/>
                </a:lnTo>
                <a:lnTo>
                  <a:pt x="899024" y="102483"/>
                </a:lnTo>
                <a:lnTo>
                  <a:pt x="898669" y="102386"/>
                </a:lnTo>
                <a:lnTo>
                  <a:pt x="898314" y="102284"/>
                </a:lnTo>
                <a:lnTo>
                  <a:pt x="897958" y="102178"/>
                </a:lnTo>
                <a:lnTo>
                  <a:pt x="897602" y="102067"/>
                </a:lnTo>
                <a:lnTo>
                  <a:pt x="897248" y="101950"/>
                </a:lnTo>
                <a:lnTo>
                  <a:pt x="896899" y="101826"/>
                </a:lnTo>
                <a:lnTo>
                  <a:pt x="896555" y="101696"/>
                </a:lnTo>
                <a:lnTo>
                  <a:pt x="896215" y="101559"/>
                </a:lnTo>
                <a:lnTo>
                  <a:pt x="895879" y="101416"/>
                </a:lnTo>
                <a:lnTo>
                  <a:pt x="895549" y="101265"/>
                </a:lnTo>
                <a:lnTo>
                  <a:pt x="895222" y="101109"/>
                </a:lnTo>
                <a:lnTo>
                  <a:pt x="894901" y="100945"/>
                </a:lnTo>
                <a:lnTo>
                  <a:pt x="894584" y="100775"/>
                </a:lnTo>
                <a:lnTo>
                  <a:pt x="894272" y="100598"/>
                </a:lnTo>
                <a:lnTo>
                  <a:pt x="893964" y="100415"/>
                </a:lnTo>
                <a:lnTo>
                  <a:pt x="893661" y="100225"/>
                </a:lnTo>
                <a:lnTo>
                  <a:pt x="893362" y="100028"/>
                </a:lnTo>
                <a:lnTo>
                  <a:pt x="893068" y="99825"/>
                </a:lnTo>
                <a:lnTo>
                  <a:pt x="892779" y="99615"/>
                </a:lnTo>
                <a:lnTo>
                  <a:pt x="892494" y="99398"/>
                </a:lnTo>
                <a:lnTo>
                  <a:pt x="892214" y="99175"/>
                </a:lnTo>
                <a:lnTo>
                  <a:pt x="891939" y="98945"/>
                </a:lnTo>
                <a:lnTo>
                  <a:pt x="891668" y="98708"/>
                </a:lnTo>
                <a:lnTo>
                  <a:pt x="891402" y="98465"/>
                </a:lnTo>
                <a:lnTo>
                  <a:pt x="891140" y="98215"/>
                </a:lnTo>
                <a:lnTo>
                  <a:pt x="890883" y="97959"/>
                </a:lnTo>
                <a:lnTo>
                  <a:pt x="890630" y="97695"/>
                </a:lnTo>
                <a:lnTo>
                  <a:pt x="890383" y="97425"/>
                </a:lnTo>
                <a:lnTo>
                  <a:pt x="890142" y="97148"/>
                </a:lnTo>
                <a:lnTo>
                  <a:pt x="889910" y="96863"/>
                </a:lnTo>
                <a:lnTo>
                  <a:pt x="889687" y="96570"/>
                </a:lnTo>
                <a:lnTo>
                  <a:pt x="889474" y="96268"/>
                </a:lnTo>
                <a:lnTo>
                  <a:pt x="889270" y="95959"/>
                </a:lnTo>
                <a:lnTo>
                  <a:pt x="889075" y="95641"/>
                </a:lnTo>
                <a:lnTo>
                  <a:pt x="888889" y="95316"/>
                </a:lnTo>
                <a:lnTo>
                  <a:pt x="888713" y="94982"/>
                </a:lnTo>
                <a:lnTo>
                  <a:pt x="888546" y="94640"/>
                </a:lnTo>
                <a:lnTo>
                  <a:pt x="888387" y="94291"/>
                </a:lnTo>
                <a:lnTo>
                  <a:pt x="888239" y="93933"/>
                </a:lnTo>
                <a:lnTo>
                  <a:pt x="888099" y="93567"/>
                </a:lnTo>
                <a:lnTo>
                  <a:pt x="887968" y="93193"/>
                </a:lnTo>
                <a:lnTo>
                  <a:pt x="887847" y="92811"/>
                </a:lnTo>
                <a:lnTo>
                  <a:pt x="887735" y="92421"/>
                </a:lnTo>
                <a:lnTo>
                  <a:pt x="887632" y="92023"/>
                </a:lnTo>
                <a:lnTo>
                  <a:pt x="887539" y="91617"/>
                </a:lnTo>
                <a:lnTo>
                  <a:pt x="887454" y="91203"/>
                </a:lnTo>
                <a:lnTo>
                  <a:pt x="887379" y="90781"/>
                </a:lnTo>
                <a:lnTo>
                  <a:pt x="887313" y="90350"/>
                </a:lnTo>
                <a:lnTo>
                  <a:pt x="887256" y="89912"/>
                </a:lnTo>
                <a:lnTo>
                  <a:pt x="887209" y="89466"/>
                </a:lnTo>
                <a:lnTo>
                  <a:pt x="887170" y="89011"/>
                </a:lnTo>
                <a:lnTo>
                  <a:pt x="887141" y="88549"/>
                </a:lnTo>
                <a:lnTo>
                  <a:pt x="873439" y="88549"/>
                </a:lnTo>
                <a:lnTo>
                  <a:pt x="873446" y="89100"/>
                </a:lnTo>
                <a:lnTo>
                  <a:pt x="873465" y="89649"/>
                </a:lnTo>
                <a:lnTo>
                  <a:pt x="873498" y="90196"/>
                </a:lnTo>
                <a:lnTo>
                  <a:pt x="873543" y="90740"/>
                </a:lnTo>
                <a:lnTo>
                  <a:pt x="873602" y="91282"/>
                </a:lnTo>
                <a:lnTo>
                  <a:pt x="873674" y="91822"/>
                </a:lnTo>
                <a:lnTo>
                  <a:pt x="873759" y="92360"/>
                </a:lnTo>
                <a:lnTo>
                  <a:pt x="873857" y="92895"/>
                </a:lnTo>
                <a:lnTo>
                  <a:pt x="873967" y="93428"/>
                </a:lnTo>
                <a:lnTo>
                  <a:pt x="874091" y="93958"/>
                </a:lnTo>
                <a:lnTo>
                  <a:pt x="874228" y="94487"/>
                </a:lnTo>
                <a:lnTo>
                  <a:pt x="874378" y="95013"/>
                </a:lnTo>
                <a:lnTo>
                  <a:pt x="874541" y="95537"/>
                </a:lnTo>
                <a:lnTo>
                  <a:pt x="874718" y="96058"/>
                </a:lnTo>
                <a:lnTo>
                  <a:pt x="874907" y="96577"/>
                </a:lnTo>
                <a:lnTo>
                  <a:pt x="875109" y="97094"/>
                </a:lnTo>
                <a:lnTo>
                  <a:pt x="875324" y="97609"/>
                </a:lnTo>
                <a:lnTo>
                  <a:pt x="875552" y="98121"/>
                </a:lnTo>
                <a:lnTo>
                  <a:pt x="875794" y="98631"/>
                </a:lnTo>
                <a:lnTo>
                  <a:pt x="876048" y="99138"/>
                </a:lnTo>
                <a:lnTo>
                  <a:pt x="876316" y="99644"/>
                </a:lnTo>
                <a:lnTo>
                  <a:pt x="876596" y="100147"/>
                </a:lnTo>
                <a:lnTo>
                  <a:pt x="876890" y="100647"/>
                </a:lnTo>
                <a:lnTo>
                  <a:pt x="877196" y="101146"/>
                </a:lnTo>
                <a:lnTo>
                  <a:pt x="877515" y="101639"/>
                </a:lnTo>
                <a:lnTo>
                  <a:pt x="877847" y="102125"/>
                </a:lnTo>
                <a:lnTo>
                  <a:pt x="878191" y="102603"/>
                </a:lnTo>
                <a:lnTo>
                  <a:pt x="878547" y="103073"/>
                </a:lnTo>
                <a:lnTo>
                  <a:pt x="878915" y="103536"/>
                </a:lnTo>
                <a:lnTo>
                  <a:pt x="879296" y="103991"/>
                </a:lnTo>
                <a:lnTo>
                  <a:pt x="879689" y="104438"/>
                </a:lnTo>
                <a:lnTo>
                  <a:pt x="880094" y="104878"/>
                </a:lnTo>
                <a:lnTo>
                  <a:pt x="880511" y="105310"/>
                </a:lnTo>
                <a:lnTo>
                  <a:pt x="880941" y="105735"/>
                </a:lnTo>
                <a:lnTo>
                  <a:pt x="881383" y="106151"/>
                </a:lnTo>
                <a:lnTo>
                  <a:pt x="881837" y="106560"/>
                </a:lnTo>
                <a:lnTo>
                  <a:pt x="882304" y="106962"/>
                </a:lnTo>
                <a:lnTo>
                  <a:pt x="882783" y="107355"/>
                </a:lnTo>
                <a:lnTo>
                  <a:pt x="883274" y="107741"/>
                </a:lnTo>
                <a:lnTo>
                  <a:pt x="883777" y="108120"/>
                </a:lnTo>
                <a:lnTo>
                  <a:pt x="884293" y="108490"/>
                </a:lnTo>
                <a:lnTo>
                  <a:pt x="884821" y="108853"/>
                </a:lnTo>
                <a:lnTo>
                  <a:pt x="885361" y="109208"/>
                </a:lnTo>
                <a:lnTo>
                  <a:pt x="885913" y="109556"/>
                </a:lnTo>
                <a:lnTo>
                  <a:pt x="886478" y="109896"/>
                </a:lnTo>
                <a:lnTo>
                  <a:pt x="887055" y="110228"/>
                </a:lnTo>
                <a:lnTo>
                  <a:pt x="887645" y="110553"/>
                </a:lnTo>
                <a:lnTo>
                  <a:pt x="888246" y="110870"/>
                </a:lnTo>
                <a:lnTo>
                  <a:pt x="888860" y="111176"/>
                </a:lnTo>
                <a:lnTo>
                  <a:pt x="889484" y="111470"/>
                </a:lnTo>
                <a:lnTo>
                  <a:pt x="890120" y="111750"/>
                </a:lnTo>
                <a:lnTo>
                  <a:pt x="890767" y="112018"/>
                </a:lnTo>
                <a:lnTo>
                  <a:pt x="891426" y="112272"/>
                </a:lnTo>
                <a:lnTo>
                  <a:pt x="892095" y="112514"/>
                </a:lnTo>
                <a:lnTo>
                  <a:pt x="892776" y="112742"/>
                </a:lnTo>
                <a:lnTo>
                  <a:pt x="893468" y="112957"/>
                </a:lnTo>
                <a:lnTo>
                  <a:pt x="894172" y="113159"/>
                </a:lnTo>
                <a:lnTo>
                  <a:pt x="894887" y="113348"/>
                </a:lnTo>
                <a:lnTo>
                  <a:pt x="895613" y="113525"/>
                </a:lnTo>
                <a:lnTo>
                  <a:pt x="896350" y="113688"/>
                </a:lnTo>
                <a:lnTo>
                  <a:pt x="897098" y="113838"/>
                </a:lnTo>
                <a:lnTo>
                  <a:pt x="897858" y="113975"/>
                </a:lnTo>
                <a:lnTo>
                  <a:pt x="898629" y="114099"/>
                </a:lnTo>
                <a:lnTo>
                  <a:pt x="899411" y="114209"/>
                </a:lnTo>
                <a:lnTo>
                  <a:pt x="900204" y="114307"/>
                </a:lnTo>
                <a:lnTo>
                  <a:pt x="901009" y="114392"/>
                </a:lnTo>
                <a:lnTo>
                  <a:pt x="901825" y="114464"/>
                </a:lnTo>
                <a:lnTo>
                  <a:pt x="902652" y="114523"/>
                </a:lnTo>
                <a:lnTo>
                  <a:pt x="903491" y="114568"/>
                </a:lnTo>
                <a:lnTo>
                  <a:pt x="904341" y="114601"/>
                </a:lnTo>
                <a:lnTo>
                  <a:pt x="905202" y="114620"/>
                </a:lnTo>
                <a:lnTo>
                  <a:pt x="906074" y="114627"/>
                </a:lnTo>
                <a:lnTo>
                  <a:pt x="906655" y="114624"/>
                </a:lnTo>
                <a:lnTo>
                  <a:pt x="907231" y="114615"/>
                </a:lnTo>
                <a:lnTo>
                  <a:pt x="907802" y="114600"/>
                </a:lnTo>
                <a:lnTo>
                  <a:pt x="908369" y="114579"/>
                </a:lnTo>
                <a:lnTo>
                  <a:pt x="908931" y="114552"/>
                </a:lnTo>
                <a:lnTo>
                  <a:pt x="909488" y="114519"/>
                </a:lnTo>
                <a:lnTo>
                  <a:pt x="910040" y="114480"/>
                </a:lnTo>
                <a:lnTo>
                  <a:pt x="910588" y="114435"/>
                </a:lnTo>
                <a:lnTo>
                  <a:pt x="911131" y="114383"/>
                </a:lnTo>
                <a:lnTo>
                  <a:pt x="911669" y="114326"/>
                </a:lnTo>
                <a:lnTo>
                  <a:pt x="912203" y="114263"/>
                </a:lnTo>
                <a:lnTo>
                  <a:pt x="912732" y="114194"/>
                </a:lnTo>
                <a:lnTo>
                  <a:pt x="913256" y="114119"/>
                </a:lnTo>
                <a:lnTo>
                  <a:pt x="913775" y="114038"/>
                </a:lnTo>
                <a:lnTo>
                  <a:pt x="914290" y="113951"/>
                </a:lnTo>
                <a:lnTo>
                  <a:pt x="914799" y="113857"/>
                </a:lnTo>
                <a:lnTo>
                  <a:pt x="915304" y="113758"/>
                </a:lnTo>
                <a:lnTo>
                  <a:pt x="915805" y="113653"/>
                </a:lnTo>
                <a:lnTo>
                  <a:pt x="916301" y="113542"/>
                </a:lnTo>
                <a:lnTo>
                  <a:pt x="916791" y="113425"/>
                </a:lnTo>
                <a:lnTo>
                  <a:pt x="917278" y="113301"/>
                </a:lnTo>
                <a:lnTo>
                  <a:pt x="917759" y="113172"/>
                </a:lnTo>
                <a:lnTo>
                  <a:pt x="918236" y="113037"/>
                </a:lnTo>
                <a:lnTo>
                  <a:pt x="918708" y="112896"/>
                </a:lnTo>
                <a:lnTo>
                  <a:pt x="919175" y="112749"/>
                </a:lnTo>
                <a:lnTo>
                  <a:pt x="919636" y="112597"/>
                </a:lnTo>
                <a:lnTo>
                  <a:pt x="920093" y="112441"/>
                </a:lnTo>
                <a:lnTo>
                  <a:pt x="920543" y="112280"/>
                </a:lnTo>
                <a:lnTo>
                  <a:pt x="920989" y="112114"/>
                </a:lnTo>
                <a:lnTo>
                  <a:pt x="921429" y="111943"/>
                </a:lnTo>
                <a:lnTo>
                  <a:pt x="921864" y="111767"/>
                </a:lnTo>
                <a:lnTo>
                  <a:pt x="922293" y="111586"/>
                </a:lnTo>
                <a:lnTo>
                  <a:pt x="922717" y="111400"/>
                </a:lnTo>
                <a:lnTo>
                  <a:pt x="923136" y="111210"/>
                </a:lnTo>
                <a:lnTo>
                  <a:pt x="923549" y="111015"/>
                </a:lnTo>
                <a:lnTo>
                  <a:pt x="923957" y="110815"/>
                </a:lnTo>
                <a:lnTo>
                  <a:pt x="924359" y="110610"/>
                </a:lnTo>
                <a:lnTo>
                  <a:pt x="924756" y="110400"/>
                </a:lnTo>
                <a:lnTo>
                  <a:pt x="925148" y="110185"/>
                </a:lnTo>
                <a:lnTo>
                  <a:pt x="925534" y="109965"/>
                </a:lnTo>
                <a:lnTo>
                  <a:pt x="925915" y="109741"/>
                </a:lnTo>
                <a:lnTo>
                  <a:pt x="926291" y="109512"/>
                </a:lnTo>
                <a:lnTo>
                  <a:pt x="926661" y="109277"/>
                </a:lnTo>
                <a:lnTo>
                  <a:pt x="927026" y="109038"/>
                </a:lnTo>
                <a:lnTo>
                  <a:pt x="927386" y="108794"/>
                </a:lnTo>
                <a:lnTo>
                  <a:pt x="927740" y="108546"/>
                </a:lnTo>
                <a:lnTo>
                  <a:pt x="928089" y="108292"/>
                </a:lnTo>
                <a:lnTo>
                  <a:pt x="928432" y="108034"/>
                </a:lnTo>
                <a:lnTo>
                  <a:pt x="928769" y="107771"/>
                </a:lnTo>
                <a:lnTo>
                  <a:pt x="929100" y="107503"/>
                </a:lnTo>
                <a:lnTo>
                  <a:pt x="929424" y="107232"/>
                </a:lnTo>
                <a:lnTo>
                  <a:pt x="929742" y="106956"/>
                </a:lnTo>
                <a:lnTo>
                  <a:pt x="930052" y="106676"/>
                </a:lnTo>
                <a:lnTo>
                  <a:pt x="930357" y="106392"/>
                </a:lnTo>
                <a:lnTo>
                  <a:pt x="930654" y="106104"/>
                </a:lnTo>
                <a:lnTo>
                  <a:pt x="930945" y="105811"/>
                </a:lnTo>
                <a:lnTo>
                  <a:pt x="931229" y="105515"/>
                </a:lnTo>
                <a:lnTo>
                  <a:pt x="931507" y="105214"/>
                </a:lnTo>
                <a:lnTo>
                  <a:pt x="931777" y="104908"/>
                </a:lnTo>
                <a:lnTo>
                  <a:pt x="932042" y="104599"/>
                </a:lnTo>
                <a:lnTo>
                  <a:pt x="932299" y="104285"/>
                </a:lnTo>
                <a:lnTo>
                  <a:pt x="932550" y="103967"/>
                </a:lnTo>
                <a:lnTo>
                  <a:pt x="932794" y="103645"/>
                </a:lnTo>
                <a:lnTo>
                  <a:pt x="933032" y="103319"/>
                </a:lnTo>
                <a:lnTo>
                  <a:pt x="933263" y="102988"/>
                </a:lnTo>
                <a:lnTo>
                  <a:pt x="933487" y="102654"/>
                </a:lnTo>
                <a:lnTo>
                  <a:pt x="933705" y="102315"/>
                </a:lnTo>
                <a:lnTo>
                  <a:pt x="933916" y="101971"/>
                </a:lnTo>
                <a:lnTo>
                  <a:pt x="934121" y="101624"/>
                </a:lnTo>
                <a:lnTo>
                  <a:pt x="934318" y="101272"/>
                </a:lnTo>
                <a:lnTo>
                  <a:pt x="934509" y="100916"/>
                </a:lnTo>
                <a:lnTo>
                  <a:pt x="934694" y="100556"/>
                </a:lnTo>
                <a:lnTo>
                  <a:pt x="934871" y="100193"/>
                </a:lnTo>
                <a:lnTo>
                  <a:pt x="935041" y="99826"/>
                </a:lnTo>
                <a:lnTo>
                  <a:pt x="935203" y="99456"/>
                </a:lnTo>
                <a:lnTo>
                  <a:pt x="935358" y="99083"/>
                </a:lnTo>
                <a:lnTo>
                  <a:pt x="935505" y="98707"/>
                </a:lnTo>
                <a:lnTo>
                  <a:pt x="935645" y="98328"/>
                </a:lnTo>
                <a:lnTo>
                  <a:pt x="935777" y="97946"/>
                </a:lnTo>
                <a:lnTo>
                  <a:pt x="935901" y="97561"/>
                </a:lnTo>
                <a:lnTo>
                  <a:pt x="936018" y="97172"/>
                </a:lnTo>
                <a:lnTo>
                  <a:pt x="936127" y="96781"/>
                </a:lnTo>
                <a:lnTo>
                  <a:pt x="936229" y="96386"/>
                </a:lnTo>
                <a:lnTo>
                  <a:pt x="936324" y="95989"/>
                </a:lnTo>
                <a:lnTo>
                  <a:pt x="936410" y="95588"/>
                </a:lnTo>
                <a:lnTo>
                  <a:pt x="936490" y="95185"/>
                </a:lnTo>
                <a:lnTo>
                  <a:pt x="936561" y="94778"/>
                </a:lnTo>
                <a:lnTo>
                  <a:pt x="936625" y="94368"/>
                </a:lnTo>
                <a:lnTo>
                  <a:pt x="936682" y="93955"/>
                </a:lnTo>
                <a:lnTo>
                  <a:pt x="936731" y="93540"/>
                </a:lnTo>
                <a:lnTo>
                  <a:pt x="936773" y="93121"/>
                </a:lnTo>
                <a:lnTo>
                  <a:pt x="936807" y="92698"/>
                </a:lnTo>
                <a:lnTo>
                  <a:pt x="936833" y="92273"/>
                </a:lnTo>
                <a:lnTo>
                  <a:pt x="936852" y="91845"/>
                </a:lnTo>
                <a:lnTo>
                  <a:pt x="936863" y="91414"/>
                </a:lnTo>
                <a:lnTo>
                  <a:pt x="936867" y="90980"/>
                </a:lnTo>
                <a:lnTo>
                  <a:pt x="936862" y="90449"/>
                </a:lnTo>
                <a:lnTo>
                  <a:pt x="936845" y="89925"/>
                </a:lnTo>
                <a:lnTo>
                  <a:pt x="936819" y="89407"/>
                </a:lnTo>
                <a:lnTo>
                  <a:pt x="936781" y="88896"/>
                </a:lnTo>
                <a:lnTo>
                  <a:pt x="936733" y="88392"/>
                </a:lnTo>
                <a:lnTo>
                  <a:pt x="936674" y="87895"/>
                </a:lnTo>
                <a:lnTo>
                  <a:pt x="936604" y="87404"/>
                </a:lnTo>
                <a:lnTo>
                  <a:pt x="936523" y="86920"/>
                </a:lnTo>
                <a:lnTo>
                  <a:pt x="936432" y="86442"/>
                </a:lnTo>
                <a:lnTo>
                  <a:pt x="936330" y="85971"/>
                </a:lnTo>
                <a:lnTo>
                  <a:pt x="936217" y="85507"/>
                </a:lnTo>
                <a:lnTo>
                  <a:pt x="936093" y="85049"/>
                </a:lnTo>
                <a:lnTo>
                  <a:pt x="935959" y="84598"/>
                </a:lnTo>
                <a:lnTo>
                  <a:pt x="935814" y="84154"/>
                </a:lnTo>
                <a:lnTo>
                  <a:pt x="935658" y="83716"/>
                </a:lnTo>
                <a:lnTo>
                  <a:pt x="935492" y="83285"/>
                </a:lnTo>
                <a:lnTo>
                  <a:pt x="935315" y="82861"/>
                </a:lnTo>
                <a:lnTo>
                  <a:pt x="935127" y="82443"/>
                </a:lnTo>
                <a:lnTo>
                  <a:pt x="934928" y="82032"/>
                </a:lnTo>
                <a:lnTo>
                  <a:pt x="934718" y="81628"/>
                </a:lnTo>
                <a:lnTo>
                  <a:pt x="934498" y="81230"/>
                </a:lnTo>
                <a:lnTo>
                  <a:pt x="934267" y="80839"/>
                </a:lnTo>
                <a:lnTo>
                  <a:pt x="934025" y="80455"/>
                </a:lnTo>
                <a:lnTo>
                  <a:pt x="933773" y="80077"/>
                </a:lnTo>
                <a:lnTo>
                  <a:pt x="933509" y="79705"/>
                </a:lnTo>
                <a:lnTo>
                  <a:pt x="933235" y="79338"/>
                </a:lnTo>
                <a:lnTo>
                  <a:pt x="932949" y="78975"/>
                </a:lnTo>
                <a:lnTo>
                  <a:pt x="932652" y="78618"/>
                </a:lnTo>
                <a:lnTo>
                  <a:pt x="932343" y="78265"/>
                </a:lnTo>
                <a:lnTo>
                  <a:pt x="932023" y="77917"/>
                </a:lnTo>
                <a:lnTo>
                  <a:pt x="931692" y="77574"/>
                </a:lnTo>
                <a:lnTo>
                  <a:pt x="931350" y="77236"/>
                </a:lnTo>
                <a:lnTo>
                  <a:pt x="930997" y="76903"/>
                </a:lnTo>
                <a:lnTo>
                  <a:pt x="930632" y="76575"/>
                </a:lnTo>
                <a:lnTo>
                  <a:pt x="930256" y="76252"/>
                </a:lnTo>
                <a:lnTo>
                  <a:pt x="929869" y="75933"/>
                </a:lnTo>
                <a:lnTo>
                  <a:pt x="929470" y="75619"/>
                </a:lnTo>
                <a:lnTo>
                  <a:pt x="929060" y="75310"/>
                </a:lnTo>
                <a:lnTo>
                  <a:pt x="928639" y="75006"/>
                </a:lnTo>
                <a:lnTo>
                  <a:pt x="928207" y="74707"/>
                </a:lnTo>
                <a:lnTo>
                  <a:pt x="927763" y="74413"/>
                </a:lnTo>
                <a:lnTo>
                  <a:pt x="927309" y="74123"/>
                </a:lnTo>
                <a:lnTo>
                  <a:pt x="926843" y="73839"/>
                </a:lnTo>
                <a:lnTo>
                  <a:pt x="926365" y="73559"/>
                </a:lnTo>
                <a:lnTo>
                  <a:pt x="925877" y="73284"/>
                </a:lnTo>
                <a:lnTo>
                  <a:pt x="925377" y="73014"/>
                </a:lnTo>
                <a:lnTo>
                  <a:pt x="924866" y="72749"/>
                </a:lnTo>
                <a:lnTo>
                  <a:pt x="924343" y="72489"/>
                </a:lnTo>
                <a:lnTo>
                  <a:pt x="923809" y="72233"/>
                </a:lnTo>
                <a:lnTo>
                  <a:pt x="923263" y="71979"/>
                </a:lnTo>
                <a:lnTo>
                  <a:pt x="922705" y="71729"/>
                </a:lnTo>
                <a:lnTo>
                  <a:pt x="922135" y="71482"/>
                </a:lnTo>
                <a:lnTo>
                  <a:pt x="921553" y="71238"/>
                </a:lnTo>
                <a:lnTo>
                  <a:pt x="920959" y="70997"/>
                </a:lnTo>
                <a:lnTo>
                  <a:pt x="920353" y="70759"/>
                </a:lnTo>
                <a:lnTo>
                  <a:pt x="919735" y="70525"/>
                </a:lnTo>
                <a:lnTo>
                  <a:pt x="919105" y="70293"/>
                </a:lnTo>
                <a:lnTo>
                  <a:pt x="918463" y="70064"/>
                </a:lnTo>
                <a:lnTo>
                  <a:pt x="917809" y="69838"/>
                </a:lnTo>
                <a:lnTo>
                  <a:pt x="917142" y="69616"/>
                </a:lnTo>
                <a:lnTo>
                  <a:pt x="916464" y="69396"/>
                </a:lnTo>
                <a:lnTo>
                  <a:pt x="915774" y="69180"/>
                </a:lnTo>
                <a:lnTo>
                  <a:pt x="915072" y="68967"/>
                </a:lnTo>
                <a:lnTo>
                  <a:pt x="914357" y="68756"/>
                </a:lnTo>
                <a:lnTo>
                  <a:pt x="913631" y="68549"/>
                </a:lnTo>
                <a:lnTo>
                  <a:pt x="912893" y="68345"/>
                </a:lnTo>
                <a:lnTo>
                  <a:pt x="912142" y="68144"/>
                </a:lnTo>
                <a:lnTo>
                  <a:pt x="911380" y="67946"/>
                </a:lnTo>
                <a:lnTo>
                  <a:pt x="910606" y="67751"/>
                </a:lnTo>
                <a:lnTo>
                  <a:pt x="909819" y="67559"/>
                </a:lnTo>
                <a:lnTo>
                  <a:pt x="909021" y="67371"/>
                </a:lnTo>
                <a:lnTo>
                  <a:pt x="908210" y="67185"/>
                </a:lnTo>
                <a:lnTo>
                  <a:pt x="907747" y="67081"/>
                </a:lnTo>
                <a:lnTo>
                  <a:pt x="907291" y="66976"/>
                </a:lnTo>
                <a:lnTo>
                  <a:pt x="906842" y="66872"/>
                </a:lnTo>
                <a:lnTo>
                  <a:pt x="906399" y="66767"/>
                </a:lnTo>
                <a:lnTo>
                  <a:pt x="905964" y="66663"/>
                </a:lnTo>
                <a:lnTo>
                  <a:pt x="905535" y="66559"/>
                </a:lnTo>
                <a:lnTo>
                  <a:pt x="905113" y="66454"/>
                </a:lnTo>
                <a:lnTo>
                  <a:pt x="904699" y="66350"/>
                </a:lnTo>
                <a:lnTo>
                  <a:pt x="904291" y="66246"/>
                </a:lnTo>
                <a:lnTo>
                  <a:pt x="903890" y="66141"/>
                </a:lnTo>
                <a:lnTo>
                  <a:pt x="903496" y="66037"/>
                </a:lnTo>
                <a:lnTo>
                  <a:pt x="903109" y="65933"/>
                </a:lnTo>
                <a:lnTo>
                  <a:pt x="902728" y="65828"/>
                </a:lnTo>
                <a:lnTo>
                  <a:pt x="902355" y="65724"/>
                </a:lnTo>
                <a:lnTo>
                  <a:pt x="901989" y="65619"/>
                </a:lnTo>
                <a:lnTo>
                  <a:pt x="901629" y="65515"/>
                </a:lnTo>
                <a:lnTo>
                  <a:pt x="901277" y="65411"/>
                </a:lnTo>
                <a:lnTo>
                  <a:pt x="900931" y="65306"/>
                </a:lnTo>
                <a:lnTo>
                  <a:pt x="900592" y="65202"/>
                </a:lnTo>
                <a:lnTo>
                  <a:pt x="900260" y="65098"/>
                </a:lnTo>
                <a:lnTo>
                  <a:pt x="899935" y="64993"/>
                </a:lnTo>
                <a:lnTo>
                  <a:pt x="899617" y="64889"/>
                </a:lnTo>
                <a:lnTo>
                  <a:pt x="899306" y="64785"/>
                </a:lnTo>
                <a:lnTo>
                  <a:pt x="899002" y="64680"/>
                </a:lnTo>
                <a:lnTo>
                  <a:pt x="898704" y="64576"/>
                </a:lnTo>
                <a:lnTo>
                  <a:pt x="898411" y="64470"/>
                </a:lnTo>
                <a:lnTo>
                  <a:pt x="898125" y="64364"/>
                </a:lnTo>
                <a:lnTo>
                  <a:pt x="897844" y="64258"/>
                </a:lnTo>
                <a:lnTo>
                  <a:pt x="897568" y="64150"/>
                </a:lnTo>
                <a:lnTo>
                  <a:pt x="897298" y="64043"/>
                </a:lnTo>
                <a:lnTo>
                  <a:pt x="897034" y="63934"/>
                </a:lnTo>
                <a:lnTo>
                  <a:pt x="896775" y="63825"/>
                </a:lnTo>
                <a:lnTo>
                  <a:pt x="896522" y="63715"/>
                </a:lnTo>
                <a:lnTo>
                  <a:pt x="896275" y="63605"/>
                </a:lnTo>
                <a:lnTo>
                  <a:pt x="896033" y="63494"/>
                </a:lnTo>
                <a:lnTo>
                  <a:pt x="895797" y="63382"/>
                </a:lnTo>
                <a:lnTo>
                  <a:pt x="895567" y="63269"/>
                </a:lnTo>
                <a:lnTo>
                  <a:pt x="895342" y="63156"/>
                </a:lnTo>
                <a:lnTo>
                  <a:pt x="895123" y="63043"/>
                </a:lnTo>
                <a:lnTo>
                  <a:pt x="894909" y="62929"/>
                </a:lnTo>
                <a:lnTo>
                  <a:pt x="894701" y="62814"/>
                </a:lnTo>
                <a:lnTo>
                  <a:pt x="894499" y="62698"/>
                </a:lnTo>
                <a:lnTo>
                  <a:pt x="894302" y="62582"/>
                </a:lnTo>
                <a:lnTo>
                  <a:pt x="894111" y="62465"/>
                </a:lnTo>
                <a:lnTo>
                  <a:pt x="893926" y="62348"/>
                </a:lnTo>
                <a:lnTo>
                  <a:pt x="893746" y="62229"/>
                </a:lnTo>
                <a:lnTo>
                  <a:pt x="893572" y="62111"/>
                </a:lnTo>
                <a:lnTo>
                  <a:pt x="893403" y="61991"/>
                </a:lnTo>
                <a:lnTo>
                  <a:pt x="893239" y="61871"/>
                </a:lnTo>
                <a:lnTo>
                  <a:pt x="893080" y="61750"/>
                </a:lnTo>
                <a:lnTo>
                  <a:pt x="892925" y="61628"/>
                </a:lnTo>
                <a:lnTo>
                  <a:pt x="892774" y="61504"/>
                </a:lnTo>
                <a:lnTo>
                  <a:pt x="892627" y="61380"/>
                </a:lnTo>
                <a:lnTo>
                  <a:pt x="892484" y="61255"/>
                </a:lnTo>
                <a:lnTo>
                  <a:pt x="892346" y="61128"/>
                </a:lnTo>
                <a:lnTo>
                  <a:pt x="892212" y="61001"/>
                </a:lnTo>
                <a:lnTo>
                  <a:pt x="892082" y="60873"/>
                </a:lnTo>
                <a:lnTo>
                  <a:pt x="891957" y="60743"/>
                </a:lnTo>
                <a:lnTo>
                  <a:pt x="891835" y="60613"/>
                </a:lnTo>
                <a:lnTo>
                  <a:pt x="891718" y="60481"/>
                </a:lnTo>
                <a:lnTo>
                  <a:pt x="891605" y="60349"/>
                </a:lnTo>
                <a:lnTo>
                  <a:pt x="891496" y="60215"/>
                </a:lnTo>
                <a:lnTo>
                  <a:pt x="891392" y="60081"/>
                </a:lnTo>
                <a:lnTo>
                  <a:pt x="891291" y="59945"/>
                </a:lnTo>
                <a:lnTo>
                  <a:pt x="891195" y="59808"/>
                </a:lnTo>
                <a:lnTo>
                  <a:pt x="891103" y="59671"/>
                </a:lnTo>
                <a:lnTo>
                  <a:pt x="891016" y="59532"/>
                </a:lnTo>
                <a:lnTo>
                  <a:pt x="890932" y="59393"/>
                </a:lnTo>
                <a:lnTo>
                  <a:pt x="890853" y="59252"/>
                </a:lnTo>
                <a:lnTo>
                  <a:pt x="890778" y="59110"/>
                </a:lnTo>
                <a:lnTo>
                  <a:pt x="890707" y="58967"/>
                </a:lnTo>
                <a:lnTo>
                  <a:pt x="890640" y="58824"/>
                </a:lnTo>
                <a:lnTo>
                  <a:pt x="890577" y="58679"/>
                </a:lnTo>
                <a:lnTo>
                  <a:pt x="890517" y="58532"/>
                </a:lnTo>
                <a:lnTo>
                  <a:pt x="890459" y="58383"/>
                </a:lnTo>
                <a:lnTo>
                  <a:pt x="890404" y="58233"/>
                </a:lnTo>
                <a:lnTo>
                  <a:pt x="890352" y="58082"/>
                </a:lnTo>
                <a:lnTo>
                  <a:pt x="890302" y="57928"/>
                </a:lnTo>
                <a:lnTo>
                  <a:pt x="890255" y="57773"/>
                </a:lnTo>
                <a:lnTo>
                  <a:pt x="890211" y="57616"/>
                </a:lnTo>
                <a:lnTo>
                  <a:pt x="890169" y="57458"/>
                </a:lnTo>
                <a:lnTo>
                  <a:pt x="890130" y="57298"/>
                </a:lnTo>
                <a:lnTo>
                  <a:pt x="890094" y="57136"/>
                </a:lnTo>
                <a:lnTo>
                  <a:pt x="890060" y="56973"/>
                </a:lnTo>
                <a:lnTo>
                  <a:pt x="890029" y="56808"/>
                </a:lnTo>
                <a:lnTo>
                  <a:pt x="890001" y="56641"/>
                </a:lnTo>
                <a:lnTo>
                  <a:pt x="889976" y="56473"/>
                </a:lnTo>
                <a:lnTo>
                  <a:pt x="889953" y="56303"/>
                </a:lnTo>
                <a:lnTo>
                  <a:pt x="889933" y="56131"/>
                </a:lnTo>
                <a:lnTo>
                  <a:pt x="889915" y="55957"/>
                </a:lnTo>
                <a:lnTo>
                  <a:pt x="889901" y="55782"/>
                </a:lnTo>
                <a:lnTo>
                  <a:pt x="889888" y="55606"/>
                </a:lnTo>
                <a:lnTo>
                  <a:pt x="889879" y="55427"/>
                </a:lnTo>
                <a:lnTo>
                  <a:pt x="889872" y="55247"/>
                </a:lnTo>
                <a:lnTo>
                  <a:pt x="889868" y="55066"/>
                </a:lnTo>
                <a:lnTo>
                  <a:pt x="889867" y="54882"/>
                </a:lnTo>
                <a:lnTo>
                  <a:pt x="889870" y="54637"/>
                </a:lnTo>
                <a:lnTo>
                  <a:pt x="889878" y="54393"/>
                </a:lnTo>
                <a:lnTo>
                  <a:pt x="889892" y="54150"/>
                </a:lnTo>
                <a:lnTo>
                  <a:pt x="889911" y="53908"/>
                </a:lnTo>
                <a:lnTo>
                  <a:pt x="889936" y="53667"/>
                </a:lnTo>
                <a:lnTo>
                  <a:pt x="889966" y="53427"/>
                </a:lnTo>
                <a:lnTo>
                  <a:pt x="890002" y="53189"/>
                </a:lnTo>
                <a:lnTo>
                  <a:pt x="890043" y="52951"/>
                </a:lnTo>
                <a:lnTo>
                  <a:pt x="890090" y="52714"/>
                </a:lnTo>
                <a:lnTo>
                  <a:pt x="890142" y="52478"/>
                </a:lnTo>
                <a:lnTo>
                  <a:pt x="890200" y="52243"/>
                </a:lnTo>
                <a:lnTo>
                  <a:pt x="890263" y="52009"/>
                </a:lnTo>
                <a:lnTo>
                  <a:pt x="890332" y="51777"/>
                </a:lnTo>
                <a:lnTo>
                  <a:pt x="890406" y="51545"/>
                </a:lnTo>
                <a:lnTo>
                  <a:pt x="890486" y="51314"/>
                </a:lnTo>
                <a:lnTo>
                  <a:pt x="890571" y="51084"/>
                </a:lnTo>
                <a:lnTo>
                  <a:pt x="890662" y="50856"/>
                </a:lnTo>
                <a:lnTo>
                  <a:pt x="890758" y="50628"/>
                </a:lnTo>
                <a:lnTo>
                  <a:pt x="890860" y="50401"/>
                </a:lnTo>
                <a:lnTo>
                  <a:pt x="890967" y="50176"/>
                </a:lnTo>
                <a:lnTo>
                  <a:pt x="891080" y="49951"/>
                </a:lnTo>
                <a:lnTo>
                  <a:pt x="891198" y="49728"/>
                </a:lnTo>
                <a:lnTo>
                  <a:pt x="891322" y="49505"/>
                </a:lnTo>
                <a:lnTo>
                  <a:pt x="891451" y="49284"/>
                </a:lnTo>
                <a:lnTo>
                  <a:pt x="891586" y="49064"/>
                </a:lnTo>
                <a:lnTo>
                  <a:pt x="891728" y="48848"/>
                </a:lnTo>
                <a:lnTo>
                  <a:pt x="891877" y="48635"/>
                </a:lnTo>
                <a:lnTo>
                  <a:pt x="892032" y="48425"/>
                </a:lnTo>
                <a:lnTo>
                  <a:pt x="892194" y="48219"/>
                </a:lnTo>
                <a:lnTo>
                  <a:pt x="892362" y="48015"/>
                </a:lnTo>
                <a:lnTo>
                  <a:pt x="892538" y="47815"/>
                </a:lnTo>
                <a:lnTo>
                  <a:pt x="892720" y="47618"/>
                </a:lnTo>
                <a:lnTo>
                  <a:pt x="892908" y="47424"/>
                </a:lnTo>
                <a:lnTo>
                  <a:pt x="893103" y="47234"/>
                </a:lnTo>
                <a:lnTo>
                  <a:pt x="893305" y="47046"/>
                </a:lnTo>
                <a:lnTo>
                  <a:pt x="893514" y="46862"/>
                </a:lnTo>
                <a:lnTo>
                  <a:pt x="893729" y="46681"/>
                </a:lnTo>
                <a:lnTo>
                  <a:pt x="893950" y="46503"/>
                </a:lnTo>
                <a:lnTo>
                  <a:pt x="894179" y="46328"/>
                </a:lnTo>
                <a:lnTo>
                  <a:pt x="894414" y="46157"/>
                </a:lnTo>
                <a:lnTo>
                  <a:pt x="894656" y="45989"/>
                </a:lnTo>
                <a:lnTo>
                  <a:pt x="894904" y="45824"/>
                </a:lnTo>
                <a:lnTo>
                  <a:pt x="895159" y="45662"/>
                </a:lnTo>
                <a:lnTo>
                  <a:pt x="895421" y="45503"/>
                </a:lnTo>
                <a:lnTo>
                  <a:pt x="895689" y="45348"/>
                </a:lnTo>
                <a:lnTo>
                  <a:pt x="895964" y="45195"/>
                </a:lnTo>
                <a:lnTo>
                  <a:pt x="896246" y="45046"/>
                </a:lnTo>
                <a:lnTo>
                  <a:pt x="896534" y="44900"/>
                </a:lnTo>
                <a:lnTo>
                  <a:pt x="896829" y="44759"/>
                </a:lnTo>
                <a:lnTo>
                  <a:pt x="897132" y="44624"/>
                </a:lnTo>
                <a:lnTo>
                  <a:pt x="897443" y="44495"/>
                </a:lnTo>
                <a:lnTo>
                  <a:pt x="897761" y="44371"/>
                </a:lnTo>
                <a:lnTo>
                  <a:pt x="898086" y="44254"/>
                </a:lnTo>
                <a:lnTo>
                  <a:pt x="898419" y="44143"/>
                </a:lnTo>
                <a:lnTo>
                  <a:pt x="898760" y="44038"/>
                </a:lnTo>
                <a:lnTo>
                  <a:pt x="899108" y="43939"/>
                </a:lnTo>
                <a:lnTo>
                  <a:pt x="899464" y="43845"/>
                </a:lnTo>
                <a:lnTo>
                  <a:pt x="899827" y="43758"/>
                </a:lnTo>
                <a:lnTo>
                  <a:pt x="900198" y="43677"/>
                </a:lnTo>
                <a:lnTo>
                  <a:pt x="900576" y="43602"/>
                </a:lnTo>
                <a:lnTo>
                  <a:pt x="900962" y="43533"/>
                </a:lnTo>
                <a:lnTo>
                  <a:pt x="901356" y="43470"/>
                </a:lnTo>
                <a:lnTo>
                  <a:pt x="901757" y="43413"/>
                </a:lnTo>
                <a:lnTo>
                  <a:pt x="902165" y="43362"/>
                </a:lnTo>
                <a:lnTo>
                  <a:pt x="902581" y="43317"/>
                </a:lnTo>
                <a:lnTo>
                  <a:pt x="903005" y="43277"/>
                </a:lnTo>
                <a:lnTo>
                  <a:pt x="903436" y="43244"/>
                </a:lnTo>
                <a:lnTo>
                  <a:pt x="903875" y="43217"/>
                </a:lnTo>
                <a:lnTo>
                  <a:pt x="904321" y="43196"/>
                </a:lnTo>
                <a:lnTo>
                  <a:pt x="904775" y="43181"/>
                </a:lnTo>
                <a:lnTo>
                  <a:pt x="905237" y="43172"/>
                </a:lnTo>
                <a:lnTo>
                  <a:pt x="905706" y="43169"/>
                </a:lnTo>
                <a:lnTo>
                  <a:pt x="906151" y="43173"/>
                </a:lnTo>
                <a:lnTo>
                  <a:pt x="906590" y="43184"/>
                </a:lnTo>
                <a:lnTo>
                  <a:pt x="907024" y="43201"/>
                </a:lnTo>
                <a:lnTo>
                  <a:pt x="907452" y="43227"/>
                </a:lnTo>
                <a:lnTo>
                  <a:pt x="907874" y="43259"/>
                </a:lnTo>
                <a:lnTo>
                  <a:pt x="908291" y="43298"/>
                </a:lnTo>
                <a:lnTo>
                  <a:pt x="908702" y="43345"/>
                </a:lnTo>
                <a:lnTo>
                  <a:pt x="909107" y="43398"/>
                </a:lnTo>
                <a:lnTo>
                  <a:pt x="909506" y="43459"/>
                </a:lnTo>
                <a:lnTo>
                  <a:pt x="909899" y="43527"/>
                </a:lnTo>
                <a:lnTo>
                  <a:pt x="910287" y="43603"/>
                </a:lnTo>
                <a:lnTo>
                  <a:pt x="910669" y="43685"/>
                </a:lnTo>
                <a:lnTo>
                  <a:pt x="911045" y="43774"/>
                </a:lnTo>
                <a:lnTo>
                  <a:pt x="911416" y="43871"/>
                </a:lnTo>
                <a:lnTo>
                  <a:pt x="911780" y="43975"/>
                </a:lnTo>
                <a:lnTo>
                  <a:pt x="912139" y="44086"/>
                </a:lnTo>
                <a:lnTo>
                  <a:pt x="912492" y="44204"/>
                </a:lnTo>
                <a:lnTo>
                  <a:pt x="912840" y="44330"/>
                </a:lnTo>
                <a:lnTo>
                  <a:pt x="913181" y="44462"/>
                </a:lnTo>
                <a:lnTo>
                  <a:pt x="913517" y="44602"/>
                </a:lnTo>
                <a:lnTo>
                  <a:pt x="913848" y="44749"/>
                </a:lnTo>
                <a:lnTo>
                  <a:pt x="914172" y="44902"/>
                </a:lnTo>
                <a:lnTo>
                  <a:pt x="914491" y="45064"/>
                </a:lnTo>
                <a:lnTo>
                  <a:pt x="914803" y="45232"/>
                </a:lnTo>
                <a:lnTo>
                  <a:pt x="915110" y="45406"/>
                </a:lnTo>
                <a:lnTo>
                  <a:pt x="915411" y="45583"/>
                </a:lnTo>
                <a:lnTo>
                  <a:pt x="915706" y="45764"/>
                </a:lnTo>
                <a:lnTo>
                  <a:pt x="915994" y="45949"/>
                </a:lnTo>
                <a:lnTo>
                  <a:pt x="916277" y="46138"/>
                </a:lnTo>
                <a:lnTo>
                  <a:pt x="916553" y="46330"/>
                </a:lnTo>
                <a:lnTo>
                  <a:pt x="916823" y="46526"/>
                </a:lnTo>
                <a:lnTo>
                  <a:pt x="917087" y="46726"/>
                </a:lnTo>
                <a:lnTo>
                  <a:pt x="917345" y="46929"/>
                </a:lnTo>
                <a:lnTo>
                  <a:pt x="917597" y="47136"/>
                </a:lnTo>
                <a:lnTo>
                  <a:pt x="917842" y="47347"/>
                </a:lnTo>
                <a:lnTo>
                  <a:pt x="918082" y="47562"/>
                </a:lnTo>
                <a:lnTo>
                  <a:pt x="918315" y="47780"/>
                </a:lnTo>
                <a:lnTo>
                  <a:pt x="918542" y="48002"/>
                </a:lnTo>
                <a:lnTo>
                  <a:pt x="918763" y="48228"/>
                </a:lnTo>
                <a:lnTo>
                  <a:pt x="918978" y="48457"/>
                </a:lnTo>
                <a:lnTo>
                  <a:pt x="919187" y="48690"/>
                </a:lnTo>
                <a:lnTo>
                  <a:pt x="919389" y="48927"/>
                </a:lnTo>
                <a:lnTo>
                  <a:pt x="919586" y="49167"/>
                </a:lnTo>
                <a:lnTo>
                  <a:pt x="919776" y="49412"/>
                </a:lnTo>
                <a:lnTo>
                  <a:pt x="919960" y="49659"/>
                </a:lnTo>
                <a:lnTo>
                  <a:pt x="920138" y="49911"/>
                </a:lnTo>
                <a:lnTo>
                  <a:pt x="920310" y="50166"/>
                </a:lnTo>
                <a:lnTo>
                  <a:pt x="920476" y="50426"/>
                </a:lnTo>
                <a:lnTo>
                  <a:pt x="920635" y="50687"/>
                </a:lnTo>
                <a:lnTo>
                  <a:pt x="920788" y="50949"/>
                </a:lnTo>
                <a:lnTo>
                  <a:pt x="920933" y="51211"/>
                </a:lnTo>
                <a:lnTo>
                  <a:pt x="921072" y="51474"/>
                </a:lnTo>
                <a:lnTo>
                  <a:pt x="921205" y="51738"/>
                </a:lnTo>
                <a:lnTo>
                  <a:pt x="921330" y="52002"/>
                </a:lnTo>
                <a:lnTo>
                  <a:pt x="921449" y="52268"/>
                </a:lnTo>
                <a:lnTo>
                  <a:pt x="921560" y="52533"/>
                </a:lnTo>
                <a:lnTo>
                  <a:pt x="921665" y="52800"/>
                </a:lnTo>
                <a:lnTo>
                  <a:pt x="921764" y="53067"/>
                </a:lnTo>
                <a:lnTo>
                  <a:pt x="921855" y="53334"/>
                </a:lnTo>
                <a:lnTo>
                  <a:pt x="921940" y="53602"/>
                </a:lnTo>
                <a:lnTo>
                  <a:pt x="922018" y="53871"/>
                </a:lnTo>
                <a:lnTo>
                  <a:pt x="922089" y="54141"/>
                </a:lnTo>
                <a:lnTo>
                  <a:pt x="922154" y="54411"/>
                </a:lnTo>
                <a:lnTo>
                  <a:pt x="922211" y="54682"/>
                </a:lnTo>
                <a:lnTo>
                  <a:pt x="922262" y="54953"/>
                </a:lnTo>
                <a:lnTo>
                  <a:pt x="922306" y="55225"/>
                </a:lnTo>
                <a:lnTo>
                  <a:pt x="922343" y="55498"/>
                </a:lnTo>
                <a:lnTo>
                  <a:pt x="922374" y="55772"/>
                </a:lnTo>
                <a:lnTo>
                  <a:pt x="922398" y="56046"/>
                </a:lnTo>
                <a:lnTo>
                  <a:pt x="922415" y="56320"/>
                </a:lnTo>
                <a:lnTo>
                  <a:pt x="922425" y="56596"/>
                </a:lnTo>
                <a:lnTo>
                  <a:pt x="922428" y="56871"/>
                </a:lnTo>
                <a:lnTo>
                  <a:pt x="936057" y="56871"/>
                </a:lnTo>
                <a:lnTo>
                  <a:pt x="936050" y="56303"/>
                </a:lnTo>
                <a:lnTo>
                  <a:pt x="936032" y="55738"/>
                </a:lnTo>
                <a:lnTo>
                  <a:pt x="936000" y="55178"/>
                </a:lnTo>
                <a:lnTo>
                  <a:pt x="935956" y="54622"/>
                </a:lnTo>
                <a:lnTo>
                  <a:pt x="935900" y="54070"/>
                </a:lnTo>
                <a:lnTo>
                  <a:pt x="935831" y="53522"/>
                </a:lnTo>
                <a:lnTo>
                  <a:pt x="935750" y="52978"/>
                </a:lnTo>
                <a:lnTo>
                  <a:pt x="935656" y="52439"/>
                </a:lnTo>
                <a:lnTo>
                  <a:pt x="935549" y="51904"/>
                </a:lnTo>
                <a:lnTo>
                  <a:pt x="935430" y="51373"/>
                </a:lnTo>
                <a:lnTo>
                  <a:pt x="935298" y="50847"/>
                </a:lnTo>
                <a:lnTo>
                  <a:pt x="935154" y="50324"/>
                </a:lnTo>
                <a:lnTo>
                  <a:pt x="934997" y="49806"/>
                </a:lnTo>
                <a:lnTo>
                  <a:pt x="934828" y="49292"/>
                </a:lnTo>
                <a:lnTo>
                  <a:pt x="934647" y="48782"/>
                </a:lnTo>
                <a:lnTo>
                  <a:pt x="934452" y="48277"/>
                </a:lnTo>
                <a:lnTo>
                  <a:pt x="934245" y="47776"/>
                </a:lnTo>
                <a:lnTo>
                  <a:pt x="934026" y="47279"/>
                </a:lnTo>
                <a:lnTo>
                  <a:pt x="933794" y="46786"/>
                </a:lnTo>
                <a:lnTo>
                  <a:pt x="933550" y="46297"/>
                </a:lnTo>
                <a:lnTo>
                  <a:pt x="933293" y="45813"/>
                </a:lnTo>
                <a:lnTo>
                  <a:pt x="933023" y="45332"/>
                </a:lnTo>
                <a:lnTo>
                  <a:pt x="932741" y="44857"/>
                </a:lnTo>
                <a:lnTo>
                  <a:pt x="932447" y="44385"/>
                </a:lnTo>
                <a:lnTo>
                  <a:pt x="932141" y="43919"/>
                </a:lnTo>
                <a:lnTo>
                  <a:pt x="931823" y="43461"/>
                </a:lnTo>
                <a:lnTo>
                  <a:pt x="931495" y="43011"/>
                </a:lnTo>
                <a:lnTo>
                  <a:pt x="931156" y="42569"/>
                </a:lnTo>
                <a:lnTo>
                  <a:pt x="930805" y="42134"/>
                </a:lnTo>
                <a:lnTo>
                  <a:pt x="930444" y="41707"/>
                </a:lnTo>
                <a:lnTo>
                  <a:pt x="930072" y="41288"/>
                </a:lnTo>
                <a:lnTo>
                  <a:pt x="929688" y="40877"/>
                </a:lnTo>
                <a:lnTo>
                  <a:pt x="929294" y="40474"/>
                </a:lnTo>
                <a:lnTo>
                  <a:pt x="928889" y="40079"/>
                </a:lnTo>
                <a:lnTo>
                  <a:pt x="928473" y="39691"/>
                </a:lnTo>
                <a:lnTo>
                  <a:pt x="928045" y="39311"/>
                </a:lnTo>
                <a:lnTo>
                  <a:pt x="927607" y="38939"/>
                </a:lnTo>
                <a:lnTo>
                  <a:pt x="927158" y="38574"/>
                </a:lnTo>
                <a:lnTo>
                  <a:pt x="926697" y="38218"/>
                </a:lnTo>
                <a:lnTo>
                  <a:pt x="926226" y="37869"/>
                </a:lnTo>
                <a:lnTo>
                  <a:pt x="925744" y="37528"/>
                </a:lnTo>
                <a:lnTo>
                  <a:pt x="925250" y="37195"/>
                </a:lnTo>
                <a:lnTo>
                  <a:pt x="924746" y="36870"/>
                </a:lnTo>
                <a:lnTo>
                  <a:pt x="924231" y="36552"/>
                </a:lnTo>
                <a:lnTo>
                  <a:pt x="923705" y="36243"/>
                </a:lnTo>
                <a:lnTo>
                  <a:pt x="923167" y="35941"/>
                </a:lnTo>
                <a:lnTo>
                  <a:pt x="922619" y="35647"/>
                </a:lnTo>
                <a:lnTo>
                  <a:pt x="922060" y="35360"/>
                </a:lnTo>
                <a:lnTo>
                  <a:pt x="921490" y="35084"/>
                </a:lnTo>
                <a:lnTo>
                  <a:pt x="920911" y="34819"/>
                </a:lnTo>
                <a:lnTo>
                  <a:pt x="920322" y="34566"/>
                </a:lnTo>
                <a:lnTo>
                  <a:pt x="919723" y="34325"/>
                </a:lnTo>
                <a:lnTo>
                  <a:pt x="919114" y="34096"/>
                </a:lnTo>
                <a:lnTo>
                  <a:pt x="918496" y="33878"/>
                </a:lnTo>
                <a:lnTo>
                  <a:pt x="917868" y="33672"/>
                </a:lnTo>
                <a:lnTo>
                  <a:pt x="917230" y="33478"/>
                </a:lnTo>
                <a:lnTo>
                  <a:pt x="916583" y="33295"/>
                </a:lnTo>
                <a:lnTo>
                  <a:pt x="915926" y="33125"/>
                </a:lnTo>
                <a:lnTo>
                  <a:pt x="915259" y="32966"/>
                </a:lnTo>
                <a:lnTo>
                  <a:pt x="914582" y="32819"/>
                </a:lnTo>
                <a:lnTo>
                  <a:pt x="913896" y="32684"/>
                </a:lnTo>
                <a:lnTo>
                  <a:pt x="913200" y="32560"/>
                </a:lnTo>
                <a:lnTo>
                  <a:pt x="912494" y="32448"/>
                </a:lnTo>
                <a:lnTo>
                  <a:pt x="911779" y="32348"/>
                </a:lnTo>
                <a:lnTo>
                  <a:pt x="911054" y="32260"/>
                </a:lnTo>
                <a:lnTo>
                  <a:pt x="910319" y="32184"/>
                </a:lnTo>
                <a:lnTo>
                  <a:pt x="909574" y="32119"/>
                </a:lnTo>
                <a:lnTo>
                  <a:pt x="908820" y="32066"/>
                </a:lnTo>
                <a:lnTo>
                  <a:pt x="908056" y="32025"/>
                </a:lnTo>
                <a:lnTo>
                  <a:pt x="907282" y="31995"/>
                </a:lnTo>
                <a:lnTo>
                  <a:pt x="906499" y="31978"/>
                </a:lnTo>
                <a:lnTo>
                  <a:pt x="905706" y="31972"/>
                </a:lnTo>
                <a:lnTo>
                  <a:pt x="905149" y="31975"/>
                </a:lnTo>
                <a:lnTo>
                  <a:pt x="904597" y="31985"/>
                </a:lnTo>
                <a:lnTo>
                  <a:pt x="904049" y="32001"/>
                </a:lnTo>
                <a:lnTo>
                  <a:pt x="903506" y="32023"/>
                </a:lnTo>
                <a:lnTo>
                  <a:pt x="902967" y="32052"/>
                </a:lnTo>
                <a:lnTo>
                  <a:pt x="902432" y="32087"/>
                </a:lnTo>
                <a:lnTo>
                  <a:pt x="901902" y="32128"/>
                </a:lnTo>
                <a:lnTo>
                  <a:pt x="901375" y="32176"/>
                </a:lnTo>
                <a:lnTo>
                  <a:pt x="900854" y="32231"/>
                </a:lnTo>
                <a:lnTo>
                  <a:pt x="900336" y="32292"/>
                </a:lnTo>
                <a:lnTo>
                  <a:pt x="899823" y="32359"/>
                </a:lnTo>
                <a:lnTo>
                  <a:pt x="899315" y="32432"/>
                </a:lnTo>
                <a:lnTo>
                  <a:pt x="898811" y="32512"/>
                </a:lnTo>
                <a:lnTo>
                  <a:pt x="898311" y="32598"/>
                </a:lnTo>
                <a:lnTo>
                  <a:pt x="897815" y="32691"/>
                </a:lnTo>
                <a:lnTo>
                  <a:pt x="897324" y="32790"/>
                </a:lnTo>
                <a:lnTo>
                  <a:pt x="896837" y="32896"/>
                </a:lnTo>
                <a:lnTo>
                  <a:pt x="896354" y="33008"/>
                </a:lnTo>
                <a:lnTo>
                  <a:pt x="895876" y="33126"/>
                </a:lnTo>
                <a:lnTo>
                  <a:pt x="895402" y="33251"/>
                </a:lnTo>
                <a:lnTo>
                  <a:pt x="894933" y="33382"/>
                </a:lnTo>
                <a:lnTo>
                  <a:pt x="894468" y="33519"/>
                </a:lnTo>
                <a:lnTo>
                  <a:pt x="894007" y="33663"/>
                </a:lnTo>
                <a:lnTo>
                  <a:pt x="893550" y="33813"/>
                </a:lnTo>
                <a:lnTo>
                  <a:pt x="893099" y="33969"/>
                </a:lnTo>
                <a:lnTo>
                  <a:pt x="892653" y="34130"/>
                </a:lnTo>
                <a:lnTo>
                  <a:pt x="892212" y="34296"/>
                </a:lnTo>
                <a:lnTo>
                  <a:pt x="891777" y="34466"/>
                </a:lnTo>
                <a:lnTo>
                  <a:pt x="891348" y="34642"/>
                </a:lnTo>
                <a:lnTo>
                  <a:pt x="890924" y="34822"/>
                </a:lnTo>
                <a:lnTo>
                  <a:pt x="890505" y="35007"/>
                </a:lnTo>
                <a:lnTo>
                  <a:pt x="890092" y="35197"/>
                </a:lnTo>
                <a:lnTo>
                  <a:pt x="889685" y="35392"/>
                </a:lnTo>
                <a:lnTo>
                  <a:pt x="889282" y="35591"/>
                </a:lnTo>
                <a:lnTo>
                  <a:pt x="888886" y="35796"/>
                </a:lnTo>
                <a:lnTo>
                  <a:pt x="888495" y="36005"/>
                </a:lnTo>
                <a:lnTo>
                  <a:pt x="888109" y="36219"/>
                </a:lnTo>
                <a:lnTo>
                  <a:pt x="887729" y="36438"/>
                </a:lnTo>
                <a:lnTo>
                  <a:pt x="887355" y="36662"/>
                </a:lnTo>
                <a:lnTo>
                  <a:pt x="886986" y="36891"/>
                </a:lnTo>
                <a:lnTo>
                  <a:pt x="886622" y="37125"/>
                </a:lnTo>
                <a:lnTo>
                  <a:pt x="886264" y="37363"/>
                </a:lnTo>
                <a:lnTo>
                  <a:pt x="885912" y="37607"/>
                </a:lnTo>
                <a:lnTo>
                  <a:pt x="885565" y="37855"/>
                </a:lnTo>
                <a:lnTo>
                  <a:pt x="885223" y="38108"/>
                </a:lnTo>
                <a:lnTo>
                  <a:pt x="884887" y="38366"/>
                </a:lnTo>
                <a:lnTo>
                  <a:pt x="884556" y="38629"/>
                </a:lnTo>
                <a:lnTo>
                  <a:pt x="884231" y="38897"/>
                </a:lnTo>
                <a:lnTo>
                  <a:pt x="883912" y="39168"/>
                </a:lnTo>
                <a:lnTo>
                  <a:pt x="883599" y="39443"/>
                </a:lnTo>
                <a:lnTo>
                  <a:pt x="883292" y="39722"/>
                </a:lnTo>
                <a:lnTo>
                  <a:pt x="882991" y="40004"/>
                </a:lnTo>
                <a:lnTo>
                  <a:pt x="882697" y="40289"/>
                </a:lnTo>
                <a:lnTo>
                  <a:pt x="882408" y="40577"/>
                </a:lnTo>
                <a:lnTo>
                  <a:pt x="882126" y="40869"/>
                </a:lnTo>
                <a:lnTo>
                  <a:pt x="881849" y="41164"/>
                </a:lnTo>
                <a:lnTo>
                  <a:pt x="881579" y="41462"/>
                </a:lnTo>
                <a:lnTo>
                  <a:pt x="881315" y="41764"/>
                </a:lnTo>
                <a:lnTo>
                  <a:pt x="881058" y="42069"/>
                </a:lnTo>
                <a:lnTo>
                  <a:pt x="880806" y="42377"/>
                </a:lnTo>
                <a:lnTo>
                  <a:pt x="880560" y="42689"/>
                </a:lnTo>
                <a:lnTo>
                  <a:pt x="880321" y="43004"/>
                </a:lnTo>
                <a:lnTo>
                  <a:pt x="880088" y="43322"/>
                </a:lnTo>
                <a:lnTo>
                  <a:pt x="879860" y="43644"/>
                </a:lnTo>
                <a:lnTo>
                  <a:pt x="879639" y="43969"/>
                </a:lnTo>
                <a:lnTo>
                  <a:pt x="879425" y="44297"/>
                </a:lnTo>
                <a:lnTo>
                  <a:pt x="879216" y="44629"/>
                </a:lnTo>
                <a:lnTo>
                  <a:pt x="879013" y="44964"/>
                </a:lnTo>
                <a:lnTo>
                  <a:pt x="878817" y="45302"/>
                </a:lnTo>
                <a:lnTo>
                  <a:pt x="878627" y="45644"/>
                </a:lnTo>
                <a:lnTo>
                  <a:pt x="878442" y="45989"/>
                </a:lnTo>
                <a:lnTo>
                  <a:pt x="878264" y="46337"/>
                </a:lnTo>
                <a:lnTo>
                  <a:pt x="878093" y="46688"/>
                </a:lnTo>
                <a:lnTo>
                  <a:pt x="877929" y="47040"/>
                </a:lnTo>
                <a:lnTo>
                  <a:pt x="877772" y="47395"/>
                </a:lnTo>
                <a:lnTo>
                  <a:pt x="877623" y="47751"/>
                </a:lnTo>
                <a:lnTo>
                  <a:pt x="877481" y="48109"/>
                </a:lnTo>
                <a:lnTo>
                  <a:pt x="877346" y="48469"/>
                </a:lnTo>
                <a:lnTo>
                  <a:pt x="877218" y="48830"/>
                </a:lnTo>
                <a:lnTo>
                  <a:pt x="877098" y="49194"/>
                </a:lnTo>
                <a:lnTo>
                  <a:pt x="876985" y="49559"/>
                </a:lnTo>
                <a:lnTo>
                  <a:pt x="876879" y="49926"/>
                </a:lnTo>
                <a:lnTo>
                  <a:pt x="876781" y="50294"/>
                </a:lnTo>
                <a:lnTo>
                  <a:pt x="876690" y="50665"/>
                </a:lnTo>
                <a:lnTo>
                  <a:pt x="876606" y="51037"/>
                </a:lnTo>
                <a:lnTo>
                  <a:pt x="876529" y="51411"/>
                </a:lnTo>
                <a:lnTo>
                  <a:pt x="876460" y="51787"/>
                </a:lnTo>
                <a:lnTo>
                  <a:pt x="876398" y="52165"/>
                </a:lnTo>
                <a:lnTo>
                  <a:pt x="876343" y="52544"/>
                </a:lnTo>
                <a:lnTo>
                  <a:pt x="876296" y="52926"/>
                </a:lnTo>
                <a:lnTo>
                  <a:pt x="876256" y="53309"/>
                </a:lnTo>
                <a:lnTo>
                  <a:pt x="876223" y="53693"/>
                </a:lnTo>
                <a:lnTo>
                  <a:pt x="876198" y="54080"/>
                </a:lnTo>
                <a:lnTo>
                  <a:pt x="876179" y="54469"/>
                </a:lnTo>
                <a:lnTo>
                  <a:pt x="876168" y="54859"/>
                </a:lnTo>
                <a:lnTo>
                  <a:pt x="876165" y="55251"/>
                </a:lnTo>
                <a:lnTo>
                  <a:pt x="876168" y="55660"/>
                </a:lnTo>
                <a:lnTo>
                  <a:pt x="876179" y="56065"/>
                </a:lnTo>
                <a:lnTo>
                  <a:pt x="876196" y="56465"/>
                </a:lnTo>
                <a:lnTo>
                  <a:pt x="876220" y="56861"/>
                </a:lnTo>
                <a:lnTo>
                  <a:pt x="876251" y="57253"/>
                </a:lnTo>
                <a:lnTo>
                  <a:pt x="876289" y="57640"/>
                </a:lnTo>
                <a:lnTo>
                  <a:pt x="876334" y="58023"/>
                </a:lnTo>
                <a:lnTo>
                  <a:pt x="876386" y="58402"/>
                </a:lnTo>
                <a:lnTo>
                  <a:pt x="876444" y="58776"/>
                </a:lnTo>
                <a:lnTo>
                  <a:pt x="876510" y="59146"/>
                </a:lnTo>
                <a:lnTo>
                  <a:pt x="876583" y="59512"/>
                </a:lnTo>
                <a:lnTo>
                  <a:pt x="876662" y="59873"/>
                </a:lnTo>
                <a:lnTo>
                  <a:pt x="876748" y="60230"/>
                </a:lnTo>
                <a:lnTo>
                  <a:pt x="876842" y="60583"/>
                </a:lnTo>
                <a:lnTo>
                  <a:pt x="876942" y="60931"/>
                </a:lnTo>
                <a:lnTo>
                  <a:pt x="877049" y="61275"/>
                </a:lnTo>
                <a:lnTo>
                  <a:pt x="877163" y="61615"/>
                </a:lnTo>
                <a:lnTo>
                  <a:pt x="877284" y="61950"/>
                </a:lnTo>
                <a:lnTo>
                  <a:pt x="877411" y="62281"/>
                </a:lnTo>
                <a:lnTo>
                  <a:pt x="877546" y="62607"/>
                </a:lnTo>
                <a:lnTo>
                  <a:pt x="877688" y="62929"/>
                </a:lnTo>
                <a:lnTo>
                  <a:pt x="877836" y="63247"/>
                </a:lnTo>
                <a:lnTo>
                  <a:pt x="877992" y="63561"/>
                </a:lnTo>
                <a:lnTo>
                  <a:pt x="878154" y="63870"/>
                </a:lnTo>
                <a:lnTo>
                  <a:pt x="878323" y="64175"/>
                </a:lnTo>
                <a:lnTo>
                  <a:pt x="878497" y="64477"/>
                </a:lnTo>
                <a:lnTo>
                  <a:pt x="878678" y="64776"/>
                </a:lnTo>
                <a:lnTo>
                  <a:pt x="878865" y="65071"/>
                </a:lnTo>
                <a:lnTo>
                  <a:pt x="879058" y="65363"/>
                </a:lnTo>
                <a:lnTo>
                  <a:pt x="879257" y="65652"/>
                </a:lnTo>
                <a:lnTo>
                  <a:pt x="879461" y="65937"/>
                </a:lnTo>
                <a:lnTo>
                  <a:pt x="879672" y="66219"/>
                </a:lnTo>
                <a:lnTo>
                  <a:pt x="879889" y="66498"/>
                </a:lnTo>
                <a:lnTo>
                  <a:pt x="880112" y="66773"/>
                </a:lnTo>
                <a:lnTo>
                  <a:pt x="880341" y="67045"/>
                </a:lnTo>
                <a:lnTo>
                  <a:pt x="880576" y="67314"/>
                </a:lnTo>
                <a:lnTo>
                  <a:pt x="880817" y="67579"/>
                </a:lnTo>
                <a:lnTo>
                  <a:pt x="881063" y="67841"/>
                </a:lnTo>
                <a:lnTo>
                  <a:pt x="881316" y="68100"/>
                </a:lnTo>
                <a:lnTo>
                  <a:pt x="881575" y="68355"/>
                </a:lnTo>
                <a:lnTo>
                  <a:pt x="881840" y="68607"/>
                </a:lnTo>
                <a:lnTo>
                  <a:pt x="882111" y="68856"/>
                </a:lnTo>
                <a:lnTo>
                  <a:pt x="882388" y="69102"/>
                </a:lnTo>
                <a:lnTo>
                  <a:pt x="882671" y="69344"/>
                </a:lnTo>
                <a:lnTo>
                  <a:pt x="882960" y="69583"/>
                </a:lnTo>
                <a:lnTo>
                  <a:pt x="883255" y="69818"/>
                </a:lnTo>
                <a:lnTo>
                  <a:pt x="883556" y="70050"/>
                </a:lnTo>
                <a:lnTo>
                  <a:pt x="883863" y="70279"/>
                </a:lnTo>
                <a:lnTo>
                  <a:pt x="884176" y="70505"/>
                </a:lnTo>
                <a:lnTo>
                  <a:pt x="884494" y="70728"/>
                </a:lnTo>
                <a:lnTo>
                  <a:pt x="884818" y="70948"/>
                </a:lnTo>
                <a:lnTo>
                  <a:pt x="885148" y="71165"/>
                </a:lnTo>
                <a:lnTo>
                  <a:pt x="885483" y="71379"/>
                </a:lnTo>
                <a:lnTo>
                  <a:pt x="885824" y="71591"/>
                </a:lnTo>
                <a:lnTo>
                  <a:pt x="886171" y="71800"/>
                </a:lnTo>
                <a:lnTo>
                  <a:pt x="886523" y="72006"/>
                </a:lnTo>
                <a:lnTo>
                  <a:pt x="886881" y="72209"/>
                </a:lnTo>
                <a:lnTo>
                  <a:pt x="887245" y="72410"/>
                </a:lnTo>
                <a:lnTo>
                  <a:pt x="887614" y="72607"/>
                </a:lnTo>
                <a:lnTo>
                  <a:pt x="887988" y="72802"/>
                </a:lnTo>
                <a:lnTo>
                  <a:pt x="888369" y="72994"/>
                </a:lnTo>
                <a:lnTo>
                  <a:pt x="888755" y="73183"/>
                </a:lnTo>
                <a:lnTo>
                  <a:pt x="889146" y="73370"/>
                </a:lnTo>
                <a:lnTo>
                  <a:pt x="889544" y="73553"/>
                </a:lnTo>
                <a:lnTo>
                  <a:pt x="889947" y="73734"/>
                </a:lnTo>
                <a:lnTo>
                  <a:pt x="890355" y="73912"/>
                </a:lnTo>
                <a:lnTo>
                  <a:pt x="890769" y="74087"/>
                </a:lnTo>
                <a:lnTo>
                  <a:pt x="891189" y="74259"/>
                </a:lnTo>
                <a:lnTo>
                  <a:pt x="891614" y="74429"/>
                </a:lnTo>
                <a:lnTo>
                  <a:pt x="892045" y="74595"/>
                </a:lnTo>
                <a:lnTo>
                  <a:pt x="892482" y="74759"/>
                </a:lnTo>
                <a:lnTo>
                  <a:pt x="892924" y="74920"/>
                </a:lnTo>
                <a:lnTo>
                  <a:pt x="893371" y="75079"/>
                </a:lnTo>
                <a:lnTo>
                  <a:pt x="893823" y="75236"/>
                </a:lnTo>
                <a:lnTo>
                  <a:pt x="894280" y="75391"/>
                </a:lnTo>
                <a:lnTo>
                  <a:pt x="894740" y="75544"/>
                </a:lnTo>
                <a:lnTo>
                  <a:pt x="895206" y="75696"/>
                </a:lnTo>
                <a:lnTo>
                  <a:pt x="895675" y="75845"/>
                </a:lnTo>
                <a:lnTo>
                  <a:pt x="896149" y="75993"/>
                </a:lnTo>
                <a:lnTo>
                  <a:pt x="896628" y="76140"/>
                </a:lnTo>
                <a:lnTo>
                  <a:pt x="897111" y="76284"/>
                </a:lnTo>
                <a:lnTo>
                  <a:pt x="897599" y="76427"/>
                </a:lnTo>
                <a:lnTo>
                  <a:pt x="898091" y="76567"/>
                </a:lnTo>
                <a:lnTo>
                  <a:pt x="898587" y="76706"/>
                </a:lnTo>
                <a:lnTo>
                  <a:pt x="899088" y="76844"/>
                </a:lnTo>
                <a:lnTo>
                  <a:pt x="899594" y="76979"/>
                </a:lnTo>
                <a:lnTo>
                  <a:pt x="900104" y="77113"/>
                </a:lnTo>
                <a:lnTo>
                  <a:pt x="900618" y="77245"/>
                </a:lnTo>
                <a:lnTo>
                  <a:pt x="901137" y="77375"/>
                </a:lnTo>
                <a:lnTo>
                  <a:pt x="901661" y="77503"/>
                </a:lnTo>
                <a:lnTo>
                  <a:pt x="902189" y="77629"/>
                </a:lnTo>
                <a:lnTo>
                  <a:pt x="902721" y="77754"/>
                </a:lnTo>
                <a:lnTo>
                  <a:pt x="903258" y="77877"/>
                </a:lnTo>
                <a:lnTo>
                  <a:pt x="903799" y="77998"/>
                </a:lnTo>
                <a:lnTo>
                  <a:pt x="904345" y="78118"/>
                </a:lnTo>
                <a:lnTo>
                  <a:pt x="904895" y="78235"/>
                </a:lnTo>
                <a:lnTo>
                  <a:pt x="905545" y="78365"/>
                </a:lnTo>
                <a:lnTo>
                  <a:pt x="906182" y="78497"/>
                </a:lnTo>
                <a:lnTo>
                  <a:pt x="906804" y="78630"/>
                </a:lnTo>
                <a:lnTo>
                  <a:pt x="907413" y="78766"/>
                </a:lnTo>
                <a:lnTo>
                  <a:pt x="908008" y="78904"/>
                </a:lnTo>
                <a:lnTo>
                  <a:pt x="908590" y="79043"/>
                </a:lnTo>
                <a:lnTo>
                  <a:pt x="909158" y="79184"/>
                </a:lnTo>
                <a:lnTo>
                  <a:pt x="909712" y="79328"/>
                </a:lnTo>
                <a:lnTo>
                  <a:pt x="910253" y="79473"/>
                </a:lnTo>
                <a:lnTo>
                  <a:pt x="910780" y="79620"/>
                </a:lnTo>
                <a:lnTo>
                  <a:pt x="911293" y="79769"/>
                </a:lnTo>
                <a:lnTo>
                  <a:pt x="911792" y="79920"/>
                </a:lnTo>
                <a:lnTo>
                  <a:pt x="912278" y="80073"/>
                </a:lnTo>
                <a:lnTo>
                  <a:pt x="912750" y="80228"/>
                </a:lnTo>
                <a:lnTo>
                  <a:pt x="913209" y="80385"/>
                </a:lnTo>
                <a:lnTo>
                  <a:pt x="913653" y="80543"/>
                </a:lnTo>
                <a:lnTo>
                  <a:pt x="914085" y="80704"/>
                </a:lnTo>
                <a:lnTo>
                  <a:pt x="914502" y="80866"/>
                </a:lnTo>
                <a:lnTo>
                  <a:pt x="914906" y="81031"/>
                </a:lnTo>
                <a:lnTo>
                  <a:pt x="915296" y="81197"/>
                </a:lnTo>
                <a:lnTo>
                  <a:pt x="915672" y="81365"/>
                </a:lnTo>
                <a:lnTo>
                  <a:pt x="916035" y="81536"/>
                </a:lnTo>
                <a:lnTo>
                  <a:pt x="916384" y="81708"/>
                </a:lnTo>
                <a:lnTo>
                  <a:pt x="916719" y="81882"/>
                </a:lnTo>
                <a:lnTo>
                  <a:pt x="917043" y="82057"/>
                </a:lnTo>
                <a:lnTo>
                  <a:pt x="917357" y="82235"/>
                </a:lnTo>
                <a:lnTo>
                  <a:pt x="917663" y="82413"/>
                </a:lnTo>
                <a:lnTo>
                  <a:pt x="917959" y="82594"/>
                </a:lnTo>
                <a:lnTo>
                  <a:pt x="918246" y="82776"/>
                </a:lnTo>
                <a:lnTo>
                  <a:pt x="918524" y="82959"/>
                </a:lnTo>
                <a:lnTo>
                  <a:pt x="918792" y="83144"/>
                </a:lnTo>
                <a:lnTo>
                  <a:pt x="919052" y="83330"/>
                </a:lnTo>
                <a:lnTo>
                  <a:pt x="919302" y="83518"/>
                </a:lnTo>
                <a:lnTo>
                  <a:pt x="919543" y="83708"/>
                </a:lnTo>
                <a:lnTo>
                  <a:pt x="919775" y="83899"/>
                </a:lnTo>
                <a:lnTo>
                  <a:pt x="919997" y="84092"/>
                </a:lnTo>
                <a:lnTo>
                  <a:pt x="920210" y="84286"/>
                </a:lnTo>
                <a:lnTo>
                  <a:pt x="920414" y="84481"/>
                </a:lnTo>
                <a:lnTo>
                  <a:pt x="920609" y="84679"/>
                </a:lnTo>
                <a:lnTo>
                  <a:pt x="920795" y="84877"/>
                </a:lnTo>
                <a:lnTo>
                  <a:pt x="920972" y="85078"/>
                </a:lnTo>
                <a:lnTo>
                  <a:pt x="921139" y="85280"/>
                </a:lnTo>
                <a:lnTo>
                  <a:pt x="921297" y="85483"/>
                </a:lnTo>
                <a:lnTo>
                  <a:pt x="921446" y="85688"/>
                </a:lnTo>
                <a:lnTo>
                  <a:pt x="921585" y="85894"/>
                </a:lnTo>
                <a:lnTo>
                  <a:pt x="921716" y="86102"/>
                </a:lnTo>
                <a:lnTo>
                  <a:pt x="921837" y="86312"/>
                </a:lnTo>
                <a:lnTo>
                  <a:pt x="921949" y="86523"/>
                </a:lnTo>
                <a:lnTo>
                  <a:pt x="922054" y="86735"/>
                </a:lnTo>
                <a:lnTo>
                  <a:pt x="922155" y="86949"/>
                </a:lnTo>
                <a:lnTo>
                  <a:pt x="922251" y="87164"/>
                </a:lnTo>
                <a:lnTo>
                  <a:pt x="922343" y="87381"/>
                </a:lnTo>
                <a:lnTo>
                  <a:pt x="922430" y="87599"/>
                </a:lnTo>
                <a:lnTo>
                  <a:pt x="922513" y="87819"/>
                </a:lnTo>
                <a:lnTo>
                  <a:pt x="922592" y="88040"/>
                </a:lnTo>
                <a:lnTo>
                  <a:pt x="922665" y="88262"/>
                </a:lnTo>
                <a:lnTo>
                  <a:pt x="922735" y="88486"/>
                </a:lnTo>
                <a:lnTo>
                  <a:pt x="922800" y="88711"/>
                </a:lnTo>
                <a:lnTo>
                  <a:pt x="922860" y="88938"/>
                </a:lnTo>
                <a:lnTo>
                  <a:pt x="922916" y="89165"/>
                </a:lnTo>
                <a:lnTo>
                  <a:pt x="922968" y="89395"/>
                </a:lnTo>
                <a:lnTo>
                  <a:pt x="923015" y="89626"/>
                </a:lnTo>
                <a:lnTo>
                  <a:pt x="923057" y="89858"/>
                </a:lnTo>
                <a:lnTo>
                  <a:pt x="923095" y="90091"/>
                </a:lnTo>
                <a:lnTo>
                  <a:pt x="923129" y="90326"/>
                </a:lnTo>
                <a:lnTo>
                  <a:pt x="923158" y="90563"/>
                </a:lnTo>
                <a:lnTo>
                  <a:pt x="923182" y="90801"/>
                </a:lnTo>
                <a:lnTo>
                  <a:pt x="923203" y="91040"/>
                </a:lnTo>
                <a:lnTo>
                  <a:pt x="923218" y="91281"/>
                </a:lnTo>
                <a:lnTo>
                  <a:pt x="923229" y="91523"/>
                </a:lnTo>
                <a:lnTo>
                  <a:pt x="923236" y="91766"/>
                </a:lnTo>
                <a:lnTo>
                  <a:pt x="923238" y="92011"/>
                </a:lnTo>
                <a:lnTo>
                  <a:pt x="923235" y="92286"/>
                </a:lnTo>
                <a:lnTo>
                  <a:pt x="923225" y="92558"/>
                </a:lnTo>
                <a:lnTo>
                  <a:pt x="923207" y="92828"/>
                </a:lnTo>
                <a:lnTo>
                  <a:pt x="923183" y="93095"/>
                </a:lnTo>
                <a:lnTo>
                  <a:pt x="923152" y="93360"/>
                </a:lnTo>
                <a:lnTo>
                  <a:pt x="923114" y="93622"/>
                </a:lnTo>
                <a:close/>
                <a:moveTo>
                  <a:pt x="1019168" y="68192"/>
                </a:moveTo>
                <a:lnTo>
                  <a:pt x="1019138" y="67514"/>
                </a:lnTo>
                <a:lnTo>
                  <a:pt x="1019101" y="66839"/>
                </a:lnTo>
                <a:lnTo>
                  <a:pt x="1019058" y="66170"/>
                </a:lnTo>
                <a:lnTo>
                  <a:pt x="1019008" y="65505"/>
                </a:lnTo>
                <a:lnTo>
                  <a:pt x="1018951" y="64844"/>
                </a:lnTo>
                <a:lnTo>
                  <a:pt x="1018888" y="64188"/>
                </a:lnTo>
                <a:lnTo>
                  <a:pt x="1018818" y="63536"/>
                </a:lnTo>
                <a:lnTo>
                  <a:pt x="1018742" y="62889"/>
                </a:lnTo>
                <a:lnTo>
                  <a:pt x="1018659" y="62246"/>
                </a:lnTo>
                <a:lnTo>
                  <a:pt x="1018569" y="61607"/>
                </a:lnTo>
                <a:lnTo>
                  <a:pt x="1018473" y="60973"/>
                </a:lnTo>
                <a:lnTo>
                  <a:pt x="1018369" y="60344"/>
                </a:lnTo>
                <a:lnTo>
                  <a:pt x="1018260" y="59719"/>
                </a:lnTo>
                <a:lnTo>
                  <a:pt x="1018143" y="59099"/>
                </a:lnTo>
                <a:lnTo>
                  <a:pt x="1018020" y="58483"/>
                </a:lnTo>
                <a:lnTo>
                  <a:pt x="1017891" y="57871"/>
                </a:lnTo>
                <a:lnTo>
                  <a:pt x="1017754" y="57264"/>
                </a:lnTo>
                <a:lnTo>
                  <a:pt x="1017611" y="56661"/>
                </a:lnTo>
                <a:lnTo>
                  <a:pt x="1017462" y="56063"/>
                </a:lnTo>
                <a:lnTo>
                  <a:pt x="1017305" y="55469"/>
                </a:lnTo>
                <a:lnTo>
                  <a:pt x="1017142" y="54881"/>
                </a:lnTo>
                <a:lnTo>
                  <a:pt x="1016972" y="54299"/>
                </a:lnTo>
                <a:lnTo>
                  <a:pt x="1016794" y="53724"/>
                </a:lnTo>
                <a:lnTo>
                  <a:pt x="1016610" y="53155"/>
                </a:lnTo>
                <a:lnTo>
                  <a:pt x="1016418" y="52592"/>
                </a:lnTo>
                <a:lnTo>
                  <a:pt x="1016219" y="52036"/>
                </a:lnTo>
                <a:lnTo>
                  <a:pt x="1016013" y="51486"/>
                </a:lnTo>
                <a:lnTo>
                  <a:pt x="1015799" y="50942"/>
                </a:lnTo>
                <a:lnTo>
                  <a:pt x="1015579" y="50405"/>
                </a:lnTo>
                <a:lnTo>
                  <a:pt x="1015351" y="49874"/>
                </a:lnTo>
                <a:lnTo>
                  <a:pt x="1015116" y="49350"/>
                </a:lnTo>
                <a:lnTo>
                  <a:pt x="1014874" y="48832"/>
                </a:lnTo>
                <a:lnTo>
                  <a:pt x="1014625" y="48320"/>
                </a:lnTo>
                <a:lnTo>
                  <a:pt x="1014369" y="47815"/>
                </a:lnTo>
                <a:lnTo>
                  <a:pt x="1014105" y="47316"/>
                </a:lnTo>
                <a:lnTo>
                  <a:pt x="1013835" y="46824"/>
                </a:lnTo>
                <a:lnTo>
                  <a:pt x="1013557" y="46338"/>
                </a:lnTo>
                <a:lnTo>
                  <a:pt x="1013272" y="45858"/>
                </a:lnTo>
                <a:lnTo>
                  <a:pt x="1012980" y="45385"/>
                </a:lnTo>
                <a:lnTo>
                  <a:pt x="1012681" y="44918"/>
                </a:lnTo>
                <a:lnTo>
                  <a:pt x="1012374" y="44457"/>
                </a:lnTo>
                <a:lnTo>
                  <a:pt x="1012061" y="44003"/>
                </a:lnTo>
                <a:lnTo>
                  <a:pt x="1011740" y="43555"/>
                </a:lnTo>
                <a:lnTo>
                  <a:pt x="1011412" y="43114"/>
                </a:lnTo>
                <a:lnTo>
                  <a:pt x="1011077" y="42680"/>
                </a:lnTo>
                <a:lnTo>
                  <a:pt x="1010733" y="42254"/>
                </a:lnTo>
                <a:lnTo>
                  <a:pt x="1010382" y="41836"/>
                </a:lnTo>
                <a:lnTo>
                  <a:pt x="1010024" y="41426"/>
                </a:lnTo>
                <a:lnTo>
                  <a:pt x="1009657" y="41024"/>
                </a:lnTo>
                <a:lnTo>
                  <a:pt x="1009282" y="40630"/>
                </a:lnTo>
                <a:lnTo>
                  <a:pt x="1008900" y="40244"/>
                </a:lnTo>
                <a:lnTo>
                  <a:pt x="1008510" y="39866"/>
                </a:lnTo>
                <a:lnTo>
                  <a:pt x="1008112" y="39496"/>
                </a:lnTo>
                <a:lnTo>
                  <a:pt x="1007707" y="39134"/>
                </a:lnTo>
                <a:lnTo>
                  <a:pt x="1007293" y="38781"/>
                </a:lnTo>
                <a:lnTo>
                  <a:pt x="1006872" y="38435"/>
                </a:lnTo>
                <a:lnTo>
                  <a:pt x="1006443" y="38097"/>
                </a:lnTo>
                <a:lnTo>
                  <a:pt x="1006006" y="37768"/>
                </a:lnTo>
                <a:lnTo>
                  <a:pt x="1005562" y="37446"/>
                </a:lnTo>
                <a:lnTo>
                  <a:pt x="1005109" y="37133"/>
                </a:lnTo>
                <a:lnTo>
                  <a:pt x="1004649" y="36827"/>
                </a:lnTo>
                <a:lnTo>
                  <a:pt x="1004181" y="36530"/>
                </a:lnTo>
                <a:lnTo>
                  <a:pt x="1003705" y="36240"/>
                </a:lnTo>
                <a:lnTo>
                  <a:pt x="1003222" y="35959"/>
                </a:lnTo>
                <a:lnTo>
                  <a:pt x="1002730" y="35686"/>
                </a:lnTo>
                <a:lnTo>
                  <a:pt x="1002231" y="35420"/>
                </a:lnTo>
                <a:lnTo>
                  <a:pt x="1001724" y="35163"/>
                </a:lnTo>
                <a:lnTo>
                  <a:pt x="1001209" y="34914"/>
                </a:lnTo>
                <a:lnTo>
                  <a:pt x="1000686" y="34674"/>
                </a:lnTo>
                <a:lnTo>
                  <a:pt x="1000155" y="34444"/>
                </a:lnTo>
                <a:lnTo>
                  <a:pt x="999616" y="34224"/>
                </a:lnTo>
                <a:lnTo>
                  <a:pt x="999070" y="34015"/>
                </a:lnTo>
                <a:lnTo>
                  <a:pt x="998515" y="33816"/>
                </a:lnTo>
                <a:lnTo>
                  <a:pt x="997951" y="33627"/>
                </a:lnTo>
                <a:lnTo>
                  <a:pt x="997380" y="33448"/>
                </a:lnTo>
                <a:lnTo>
                  <a:pt x="996801" y="33279"/>
                </a:lnTo>
                <a:lnTo>
                  <a:pt x="996214" y="33121"/>
                </a:lnTo>
                <a:lnTo>
                  <a:pt x="995619" y="32973"/>
                </a:lnTo>
                <a:lnTo>
                  <a:pt x="995015" y="32835"/>
                </a:lnTo>
                <a:lnTo>
                  <a:pt x="994404" y="32707"/>
                </a:lnTo>
                <a:lnTo>
                  <a:pt x="993784" y="32590"/>
                </a:lnTo>
                <a:lnTo>
                  <a:pt x="993157" y="32483"/>
                </a:lnTo>
                <a:lnTo>
                  <a:pt x="992521" y="32385"/>
                </a:lnTo>
                <a:lnTo>
                  <a:pt x="991878" y="32299"/>
                </a:lnTo>
                <a:lnTo>
                  <a:pt x="991226" y="32222"/>
                </a:lnTo>
                <a:lnTo>
                  <a:pt x="990566" y="32156"/>
                </a:lnTo>
                <a:lnTo>
                  <a:pt x="989899" y="32099"/>
                </a:lnTo>
                <a:lnTo>
                  <a:pt x="989223" y="32053"/>
                </a:lnTo>
                <a:lnTo>
                  <a:pt x="988539" y="32018"/>
                </a:lnTo>
                <a:lnTo>
                  <a:pt x="987847" y="31992"/>
                </a:lnTo>
                <a:lnTo>
                  <a:pt x="987147" y="31977"/>
                </a:lnTo>
                <a:lnTo>
                  <a:pt x="986439" y="31972"/>
                </a:lnTo>
                <a:lnTo>
                  <a:pt x="985881" y="31976"/>
                </a:lnTo>
                <a:lnTo>
                  <a:pt x="985324" y="31991"/>
                </a:lnTo>
                <a:lnTo>
                  <a:pt x="984770" y="32014"/>
                </a:lnTo>
                <a:lnTo>
                  <a:pt x="984216" y="32047"/>
                </a:lnTo>
                <a:lnTo>
                  <a:pt x="983665" y="32090"/>
                </a:lnTo>
                <a:lnTo>
                  <a:pt x="983114" y="32142"/>
                </a:lnTo>
                <a:lnTo>
                  <a:pt x="982566" y="32204"/>
                </a:lnTo>
                <a:lnTo>
                  <a:pt x="982019" y="32275"/>
                </a:lnTo>
                <a:lnTo>
                  <a:pt x="981473" y="32355"/>
                </a:lnTo>
                <a:lnTo>
                  <a:pt x="980929" y="32445"/>
                </a:lnTo>
                <a:lnTo>
                  <a:pt x="980386" y="32544"/>
                </a:lnTo>
                <a:lnTo>
                  <a:pt x="979845" y="32653"/>
                </a:lnTo>
                <a:lnTo>
                  <a:pt x="979306" y="32771"/>
                </a:lnTo>
                <a:lnTo>
                  <a:pt x="978768" y="32899"/>
                </a:lnTo>
                <a:lnTo>
                  <a:pt x="978232" y="33036"/>
                </a:lnTo>
                <a:lnTo>
                  <a:pt x="977697" y="33183"/>
                </a:lnTo>
                <a:lnTo>
                  <a:pt x="977163" y="33339"/>
                </a:lnTo>
                <a:lnTo>
                  <a:pt x="976632" y="33505"/>
                </a:lnTo>
                <a:lnTo>
                  <a:pt x="976101" y="33680"/>
                </a:lnTo>
                <a:lnTo>
                  <a:pt x="975573" y="33865"/>
                </a:lnTo>
                <a:lnTo>
                  <a:pt x="975045" y="34059"/>
                </a:lnTo>
                <a:lnTo>
                  <a:pt x="974520" y="34262"/>
                </a:lnTo>
                <a:lnTo>
                  <a:pt x="973996" y="34475"/>
                </a:lnTo>
                <a:lnTo>
                  <a:pt x="973473" y="34697"/>
                </a:lnTo>
                <a:lnTo>
                  <a:pt x="972954" y="34929"/>
                </a:lnTo>
                <a:lnTo>
                  <a:pt x="972439" y="35170"/>
                </a:lnTo>
                <a:lnTo>
                  <a:pt x="971928" y="35419"/>
                </a:lnTo>
                <a:lnTo>
                  <a:pt x="971423" y="35678"/>
                </a:lnTo>
                <a:lnTo>
                  <a:pt x="970922" y="35945"/>
                </a:lnTo>
                <a:lnTo>
                  <a:pt x="970425" y="36221"/>
                </a:lnTo>
                <a:lnTo>
                  <a:pt x="969933" y="36507"/>
                </a:lnTo>
                <a:lnTo>
                  <a:pt x="969446" y="36801"/>
                </a:lnTo>
                <a:lnTo>
                  <a:pt x="968963" y="37104"/>
                </a:lnTo>
                <a:lnTo>
                  <a:pt x="968485" y="37417"/>
                </a:lnTo>
                <a:lnTo>
                  <a:pt x="968012" y="37738"/>
                </a:lnTo>
                <a:lnTo>
                  <a:pt x="967543" y="38068"/>
                </a:lnTo>
                <a:lnTo>
                  <a:pt x="967079" y="38407"/>
                </a:lnTo>
                <a:lnTo>
                  <a:pt x="966619" y="38755"/>
                </a:lnTo>
                <a:lnTo>
                  <a:pt x="966164" y="39112"/>
                </a:lnTo>
                <a:lnTo>
                  <a:pt x="965713" y="39478"/>
                </a:lnTo>
                <a:lnTo>
                  <a:pt x="965268" y="39853"/>
                </a:lnTo>
                <a:lnTo>
                  <a:pt x="964826" y="40236"/>
                </a:lnTo>
                <a:lnTo>
                  <a:pt x="964390" y="40629"/>
                </a:lnTo>
                <a:lnTo>
                  <a:pt x="963958" y="41031"/>
                </a:lnTo>
                <a:lnTo>
                  <a:pt x="963530" y="41442"/>
                </a:lnTo>
                <a:lnTo>
                  <a:pt x="963107" y="41861"/>
                </a:lnTo>
                <a:lnTo>
                  <a:pt x="962689" y="42290"/>
                </a:lnTo>
                <a:lnTo>
                  <a:pt x="962276" y="42727"/>
                </a:lnTo>
                <a:lnTo>
                  <a:pt x="961868" y="43173"/>
                </a:lnTo>
                <a:lnTo>
                  <a:pt x="961467" y="43627"/>
                </a:lnTo>
                <a:lnTo>
                  <a:pt x="961074" y="44090"/>
                </a:lnTo>
                <a:lnTo>
                  <a:pt x="960688" y="44560"/>
                </a:lnTo>
                <a:lnTo>
                  <a:pt x="960309" y="45038"/>
                </a:lnTo>
                <a:lnTo>
                  <a:pt x="959937" y="45524"/>
                </a:lnTo>
                <a:lnTo>
                  <a:pt x="959572" y="46019"/>
                </a:lnTo>
                <a:lnTo>
                  <a:pt x="959214" y="46521"/>
                </a:lnTo>
                <a:lnTo>
                  <a:pt x="958864" y="47032"/>
                </a:lnTo>
                <a:lnTo>
                  <a:pt x="958521" y="47550"/>
                </a:lnTo>
                <a:lnTo>
                  <a:pt x="958185" y="48077"/>
                </a:lnTo>
                <a:lnTo>
                  <a:pt x="957856" y="48611"/>
                </a:lnTo>
                <a:lnTo>
                  <a:pt x="957534" y="49154"/>
                </a:lnTo>
                <a:lnTo>
                  <a:pt x="957219" y="49705"/>
                </a:lnTo>
                <a:lnTo>
                  <a:pt x="956912" y="50264"/>
                </a:lnTo>
                <a:lnTo>
                  <a:pt x="956611" y="50831"/>
                </a:lnTo>
                <a:lnTo>
                  <a:pt x="956318" y="51406"/>
                </a:lnTo>
                <a:lnTo>
                  <a:pt x="956032" y="51989"/>
                </a:lnTo>
                <a:lnTo>
                  <a:pt x="955753" y="52580"/>
                </a:lnTo>
                <a:lnTo>
                  <a:pt x="955482" y="53179"/>
                </a:lnTo>
                <a:lnTo>
                  <a:pt x="955217" y="53786"/>
                </a:lnTo>
                <a:lnTo>
                  <a:pt x="954960" y="54401"/>
                </a:lnTo>
                <a:lnTo>
                  <a:pt x="954710" y="55025"/>
                </a:lnTo>
                <a:lnTo>
                  <a:pt x="954467" y="55656"/>
                </a:lnTo>
                <a:lnTo>
                  <a:pt x="954232" y="56295"/>
                </a:lnTo>
                <a:lnTo>
                  <a:pt x="954008" y="56941"/>
                </a:lnTo>
                <a:lnTo>
                  <a:pt x="953793" y="57595"/>
                </a:lnTo>
                <a:lnTo>
                  <a:pt x="953589" y="58256"/>
                </a:lnTo>
                <a:lnTo>
                  <a:pt x="953394" y="58924"/>
                </a:lnTo>
                <a:lnTo>
                  <a:pt x="953210" y="59599"/>
                </a:lnTo>
                <a:lnTo>
                  <a:pt x="953035" y="60282"/>
                </a:lnTo>
                <a:lnTo>
                  <a:pt x="952871" y="60972"/>
                </a:lnTo>
                <a:lnTo>
                  <a:pt x="952716" y="61670"/>
                </a:lnTo>
                <a:lnTo>
                  <a:pt x="952571" y="62374"/>
                </a:lnTo>
                <a:lnTo>
                  <a:pt x="952437" y="63086"/>
                </a:lnTo>
                <a:lnTo>
                  <a:pt x="952312" y="63805"/>
                </a:lnTo>
                <a:lnTo>
                  <a:pt x="952197" y="64532"/>
                </a:lnTo>
                <a:lnTo>
                  <a:pt x="952093" y="65266"/>
                </a:lnTo>
                <a:lnTo>
                  <a:pt x="951998" y="66007"/>
                </a:lnTo>
                <a:lnTo>
                  <a:pt x="951913" y="66755"/>
                </a:lnTo>
                <a:lnTo>
                  <a:pt x="951838" y="67511"/>
                </a:lnTo>
                <a:lnTo>
                  <a:pt x="951773" y="68274"/>
                </a:lnTo>
                <a:lnTo>
                  <a:pt x="951719" y="69044"/>
                </a:lnTo>
                <a:lnTo>
                  <a:pt x="951674" y="69822"/>
                </a:lnTo>
                <a:lnTo>
                  <a:pt x="951639" y="70606"/>
                </a:lnTo>
                <a:lnTo>
                  <a:pt x="951614" y="71399"/>
                </a:lnTo>
                <a:lnTo>
                  <a:pt x="951599" y="72198"/>
                </a:lnTo>
                <a:lnTo>
                  <a:pt x="951594" y="73005"/>
                </a:lnTo>
                <a:lnTo>
                  <a:pt x="951594" y="76099"/>
                </a:lnTo>
                <a:lnTo>
                  <a:pt x="951598" y="76796"/>
                </a:lnTo>
                <a:lnTo>
                  <a:pt x="951612" y="77489"/>
                </a:lnTo>
                <a:lnTo>
                  <a:pt x="951634" y="78178"/>
                </a:lnTo>
                <a:lnTo>
                  <a:pt x="951665" y="78861"/>
                </a:lnTo>
                <a:lnTo>
                  <a:pt x="951706" y="79540"/>
                </a:lnTo>
                <a:lnTo>
                  <a:pt x="951755" y="80215"/>
                </a:lnTo>
                <a:lnTo>
                  <a:pt x="951813" y="80885"/>
                </a:lnTo>
                <a:lnTo>
                  <a:pt x="951880" y="81550"/>
                </a:lnTo>
                <a:lnTo>
                  <a:pt x="951956" y="82211"/>
                </a:lnTo>
                <a:lnTo>
                  <a:pt x="952041" y="82867"/>
                </a:lnTo>
                <a:lnTo>
                  <a:pt x="952135" y="83518"/>
                </a:lnTo>
                <a:lnTo>
                  <a:pt x="952238" y="84165"/>
                </a:lnTo>
                <a:lnTo>
                  <a:pt x="952350" y="84808"/>
                </a:lnTo>
                <a:lnTo>
                  <a:pt x="952471" y="85445"/>
                </a:lnTo>
                <a:lnTo>
                  <a:pt x="952601" y="86078"/>
                </a:lnTo>
                <a:lnTo>
                  <a:pt x="952740" y="86707"/>
                </a:lnTo>
                <a:lnTo>
                  <a:pt x="952887" y="87331"/>
                </a:lnTo>
                <a:lnTo>
                  <a:pt x="953044" y="87950"/>
                </a:lnTo>
                <a:lnTo>
                  <a:pt x="953210" y="88565"/>
                </a:lnTo>
                <a:lnTo>
                  <a:pt x="953384" y="89175"/>
                </a:lnTo>
                <a:lnTo>
                  <a:pt x="953568" y="89780"/>
                </a:lnTo>
                <a:lnTo>
                  <a:pt x="953760" y="90381"/>
                </a:lnTo>
                <a:lnTo>
                  <a:pt x="953962" y="90977"/>
                </a:lnTo>
                <a:lnTo>
                  <a:pt x="954172" y="91569"/>
                </a:lnTo>
                <a:lnTo>
                  <a:pt x="954391" y="92155"/>
                </a:lnTo>
                <a:lnTo>
                  <a:pt x="954618" y="92734"/>
                </a:lnTo>
                <a:lnTo>
                  <a:pt x="954852" y="93307"/>
                </a:lnTo>
                <a:lnTo>
                  <a:pt x="955094" y="93873"/>
                </a:lnTo>
                <a:lnTo>
                  <a:pt x="955344" y="94432"/>
                </a:lnTo>
                <a:lnTo>
                  <a:pt x="955602" y="94985"/>
                </a:lnTo>
                <a:lnTo>
                  <a:pt x="955867" y="95531"/>
                </a:lnTo>
                <a:lnTo>
                  <a:pt x="956141" y="96071"/>
                </a:lnTo>
                <a:lnTo>
                  <a:pt x="956422" y="96604"/>
                </a:lnTo>
                <a:lnTo>
                  <a:pt x="956711" y="97130"/>
                </a:lnTo>
                <a:lnTo>
                  <a:pt x="957008" y="97649"/>
                </a:lnTo>
                <a:lnTo>
                  <a:pt x="957312" y="98162"/>
                </a:lnTo>
                <a:lnTo>
                  <a:pt x="957625" y="98668"/>
                </a:lnTo>
                <a:lnTo>
                  <a:pt x="957945" y="99168"/>
                </a:lnTo>
                <a:lnTo>
                  <a:pt x="958273" y="99661"/>
                </a:lnTo>
                <a:lnTo>
                  <a:pt x="958609" y="100147"/>
                </a:lnTo>
                <a:lnTo>
                  <a:pt x="958952" y="100627"/>
                </a:lnTo>
                <a:lnTo>
                  <a:pt x="959304" y="101100"/>
                </a:lnTo>
                <a:lnTo>
                  <a:pt x="959663" y="101566"/>
                </a:lnTo>
                <a:lnTo>
                  <a:pt x="960030" y="102026"/>
                </a:lnTo>
                <a:lnTo>
                  <a:pt x="960405" y="102479"/>
                </a:lnTo>
                <a:lnTo>
                  <a:pt x="960787" y="102925"/>
                </a:lnTo>
                <a:lnTo>
                  <a:pt x="961178" y="103365"/>
                </a:lnTo>
                <a:lnTo>
                  <a:pt x="961576" y="103798"/>
                </a:lnTo>
                <a:lnTo>
                  <a:pt x="961981" y="104223"/>
                </a:lnTo>
                <a:lnTo>
                  <a:pt x="962393" y="104641"/>
                </a:lnTo>
                <a:lnTo>
                  <a:pt x="962812" y="105051"/>
                </a:lnTo>
                <a:lnTo>
                  <a:pt x="963237" y="105452"/>
                </a:lnTo>
                <a:lnTo>
                  <a:pt x="963669" y="105846"/>
                </a:lnTo>
                <a:lnTo>
                  <a:pt x="964108" y="106231"/>
                </a:lnTo>
                <a:lnTo>
                  <a:pt x="964553" y="106608"/>
                </a:lnTo>
                <a:lnTo>
                  <a:pt x="965005" y="106978"/>
                </a:lnTo>
                <a:lnTo>
                  <a:pt x="965464" y="107339"/>
                </a:lnTo>
                <a:lnTo>
                  <a:pt x="965929" y="107692"/>
                </a:lnTo>
                <a:lnTo>
                  <a:pt x="966401" y="108037"/>
                </a:lnTo>
                <a:lnTo>
                  <a:pt x="966880" y="108374"/>
                </a:lnTo>
                <a:lnTo>
                  <a:pt x="967365" y="108703"/>
                </a:lnTo>
                <a:lnTo>
                  <a:pt x="967857" y="109024"/>
                </a:lnTo>
                <a:lnTo>
                  <a:pt x="968356" y="109337"/>
                </a:lnTo>
                <a:lnTo>
                  <a:pt x="968861" y="109642"/>
                </a:lnTo>
                <a:lnTo>
                  <a:pt x="969373" y="109939"/>
                </a:lnTo>
                <a:lnTo>
                  <a:pt x="969891" y="110228"/>
                </a:lnTo>
                <a:lnTo>
                  <a:pt x="970416" y="110508"/>
                </a:lnTo>
                <a:lnTo>
                  <a:pt x="970948" y="110781"/>
                </a:lnTo>
                <a:lnTo>
                  <a:pt x="971486" y="111045"/>
                </a:lnTo>
                <a:lnTo>
                  <a:pt x="972031" y="111302"/>
                </a:lnTo>
                <a:lnTo>
                  <a:pt x="972583" y="111550"/>
                </a:lnTo>
                <a:lnTo>
                  <a:pt x="973142" y="111791"/>
                </a:lnTo>
                <a:lnTo>
                  <a:pt x="973706" y="112022"/>
                </a:lnTo>
                <a:lnTo>
                  <a:pt x="974276" y="112244"/>
                </a:lnTo>
                <a:lnTo>
                  <a:pt x="974852" y="112455"/>
                </a:lnTo>
                <a:lnTo>
                  <a:pt x="975432" y="112657"/>
                </a:lnTo>
                <a:lnTo>
                  <a:pt x="976019" y="112849"/>
                </a:lnTo>
                <a:lnTo>
                  <a:pt x="976611" y="113032"/>
                </a:lnTo>
                <a:lnTo>
                  <a:pt x="977208" y="113204"/>
                </a:lnTo>
                <a:lnTo>
                  <a:pt x="977811" y="113366"/>
                </a:lnTo>
                <a:lnTo>
                  <a:pt x="978420" y="113519"/>
                </a:lnTo>
                <a:lnTo>
                  <a:pt x="979034" y="113662"/>
                </a:lnTo>
                <a:lnTo>
                  <a:pt x="979653" y="113795"/>
                </a:lnTo>
                <a:lnTo>
                  <a:pt x="980278" y="113918"/>
                </a:lnTo>
                <a:lnTo>
                  <a:pt x="980909" y="114031"/>
                </a:lnTo>
                <a:lnTo>
                  <a:pt x="981545" y="114134"/>
                </a:lnTo>
                <a:lnTo>
                  <a:pt x="982186" y="114228"/>
                </a:lnTo>
                <a:lnTo>
                  <a:pt x="982833" y="114312"/>
                </a:lnTo>
                <a:lnTo>
                  <a:pt x="983485" y="114386"/>
                </a:lnTo>
                <a:lnTo>
                  <a:pt x="984143" y="114450"/>
                </a:lnTo>
                <a:lnTo>
                  <a:pt x="984807" y="114504"/>
                </a:lnTo>
                <a:lnTo>
                  <a:pt x="985476" y="114548"/>
                </a:lnTo>
                <a:lnTo>
                  <a:pt x="986150" y="114583"/>
                </a:lnTo>
                <a:lnTo>
                  <a:pt x="986830" y="114607"/>
                </a:lnTo>
                <a:lnTo>
                  <a:pt x="987516" y="114622"/>
                </a:lnTo>
                <a:lnTo>
                  <a:pt x="988207" y="114627"/>
                </a:lnTo>
                <a:lnTo>
                  <a:pt x="988860" y="114623"/>
                </a:lnTo>
                <a:lnTo>
                  <a:pt x="989506" y="114612"/>
                </a:lnTo>
                <a:lnTo>
                  <a:pt x="990144" y="114592"/>
                </a:lnTo>
                <a:lnTo>
                  <a:pt x="990776" y="114565"/>
                </a:lnTo>
                <a:lnTo>
                  <a:pt x="991400" y="114531"/>
                </a:lnTo>
                <a:lnTo>
                  <a:pt x="992017" y="114489"/>
                </a:lnTo>
                <a:lnTo>
                  <a:pt x="992626" y="114439"/>
                </a:lnTo>
                <a:lnTo>
                  <a:pt x="993228" y="114381"/>
                </a:lnTo>
                <a:lnTo>
                  <a:pt x="993823" y="114316"/>
                </a:lnTo>
                <a:lnTo>
                  <a:pt x="994411" y="114243"/>
                </a:lnTo>
                <a:lnTo>
                  <a:pt x="994991" y="114163"/>
                </a:lnTo>
                <a:lnTo>
                  <a:pt x="995564" y="114074"/>
                </a:lnTo>
                <a:lnTo>
                  <a:pt x="996130" y="113978"/>
                </a:lnTo>
                <a:lnTo>
                  <a:pt x="996688" y="113875"/>
                </a:lnTo>
                <a:lnTo>
                  <a:pt x="997240" y="113764"/>
                </a:lnTo>
                <a:lnTo>
                  <a:pt x="997783" y="113645"/>
                </a:lnTo>
                <a:lnTo>
                  <a:pt x="998320" y="113518"/>
                </a:lnTo>
                <a:lnTo>
                  <a:pt x="998849" y="113384"/>
                </a:lnTo>
                <a:lnTo>
                  <a:pt x="999371" y="113242"/>
                </a:lnTo>
                <a:lnTo>
                  <a:pt x="999886" y="113092"/>
                </a:lnTo>
                <a:lnTo>
                  <a:pt x="1000393" y="112935"/>
                </a:lnTo>
                <a:lnTo>
                  <a:pt x="1000894" y="112770"/>
                </a:lnTo>
                <a:lnTo>
                  <a:pt x="1001386" y="112597"/>
                </a:lnTo>
                <a:lnTo>
                  <a:pt x="1001872" y="112417"/>
                </a:lnTo>
                <a:lnTo>
                  <a:pt x="1002351" y="112230"/>
                </a:lnTo>
                <a:lnTo>
                  <a:pt x="1002823" y="112039"/>
                </a:lnTo>
                <a:lnTo>
                  <a:pt x="1003290" y="111844"/>
                </a:lnTo>
                <a:lnTo>
                  <a:pt x="1003749" y="111643"/>
                </a:lnTo>
                <a:lnTo>
                  <a:pt x="1004203" y="111438"/>
                </a:lnTo>
                <a:lnTo>
                  <a:pt x="1004651" y="111229"/>
                </a:lnTo>
                <a:lnTo>
                  <a:pt x="1005092" y="111015"/>
                </a:lnTo>
                <a:lnTo>
                  <a:pt x="1005527" y="110796"/>
                </a:lnTo>
                <a:lnTo>
                  <a:pt x="1005955" y="110573"/>
                </a:lnTo>
                <a:lnTo>
                  <a:pt x="1006378" y="110345"/>
                </a:lnTo>
                <a:lnTo>
                  <a:pt x="1006794" y="110112"/>
                </a:lnTo>
                <a:lnTo>
                  <a:pt x="1007204" y="109875"/>
                </a:lnTo>
                <a:lnTo>
                  <a:pt x="1007607" y="109634"/>
                </a:lnTo>
                <a:lnTo>
                  <a:pt x="1008005" y="109387"/>
                </a:lnTo>
                <a:lnTo>
                  <a:pt x="1008396" y="109136"/>
                </a:lnTo>
                <a:lnTo>
                  <a:pt x="1008780" y="108881"/>
                </a:lnTo>
                <a:lnTo>
                  <a:pt x="1009159" y="108621"/>
                </a:lnTo>
                <a:lnTo>
                  <a:pt x="1009531" y="108356"/>
                </a:lnTo>
                <a:lnTo>
                  <a:pt x="1009897" y="108087"/>
                </a:lnTo>
                <a:lnTo>
                  <a:pt x="1010257" y="107813"/>
                </a:lnTo>
                <a:lnTo>
                  <a:pt x="1010610" y="107534"/>
                </a:lnTo>
                <a:lnTo>
                  <a:pt x="1010957" y="107251"/>
                </a:lnTo>
                <a:lnTo>
                  <a:pt x="1011298" y="106963"/>
                </a:lnTo>
                <a:lnTo>
                  <a:pt x="1011633" y="106671"/>
                </a:lnTo>
                <a:lnTo>
                  <a:pt x="1011962" y="106375"/>
                </a:lnTo>
                <a:lnTo>
                  <a:pt x="1012286" y="106079"/>
                </a:lnTo>
                <a:lnTo>
                  <a:pt x="1012606" y="105781"/>
                </a:lnTo>
                <a:lnTo>
                  <a:pt x="1012920" y="105482"/>
                </a:lnTo>
                <a:lnTo>
                  <a:pt x="1013230" y="105181"/>
                </a:lnTo>
                <a:lnTo>
                  <a:pt x="1013535" y="104880"/>
                </a:lnTo>
                <a:lnTo>
                  <a:pt x="1013834" y="104577"/>
                </a:lnTo>
                <a:lnTo>
                  <a:pt x="1014129" y="104272"/>
                </a:lnTo>
                <a:lnTo>
                  <a:pt x="1014420" y="103967"/>
                </a:lnTo>
                <a:lnTo>
                  <a:pt x="1014705" y="103660"/>
                </a:lnTo>
                <a:lnTo>
                  <a:pt x="1014985" y="103352"/>
                </a:lnTo>
                <a:lnTo>
                  <a:pt x="1015261" y="103043"/>
                </a:lnTo>
                <a:lnTo>
                  <a:pt x="1015532" y="102732"/>
                </a:lnTo>
                <a:lnTo>
                  <a:pt x="1015798" y="102420"/>
                </a:lnTo>
                <a:lnTo>
                  <a:pt x="1016059" y="102107"/>
                </a:lnTo>
                <a:lnTo>
                  <a:pt x="1016315" y="101792"/>
                </a:lnTo>
                <a:lnTo>
                  <a:pt x="1016566" y="101477"/>
                </a:lnTo>
                <a:lnTo>
                  <a:pt x="1016813" y="101160"/>
                </a:lnTo>
                <a:lnTo>
                  <a:pt x="1017054" y="100841"/>
                </a:lnTo>
                <a:lnTo>
                  <a:pt x="1017291" y="100522"/>
                </a:lnTo>
                <a:lnTo>
                  <a:pt x="1017523" y="100201"/>
                </a:lnTo>
                <a:lnTo>
                  <a:pt x="1017750" y="99879"/>
                </a:lnTo>
                <a:lnTo>
                  <a:pt x="1017972" y="99555"/>
                </a:lnTo>
                <a:lnTo>
                  <a:pt x="1018189" y="99230"/>
                </a:lnTo>
                <a:lnTo>
                  <a:pt x="1009939" y="92674"/>
                </a:lnTo>
                <a:lnTo>
                  <a:pt x="1009623" y="93082"/>
                </a:lnTo>
                <a:lnTo>
                  <a:pt x="1009304" y="93483"/>
                </a:lnTo>
                <a:lnTo>
                  <a:pt x="1008980" y="93877"/>
                </a:lnTo>
                <a:lnTo>
                  <a:pt x="1008651" y="94264"/>
                </a:lnTo>
                <a:lnTo>
                  <a:pt x="1008319" y="94644"/>
                </a:lnTo>
                <a:lnTo>
                  <a:pt x="1007982" y="95017"/>
                </a:lnTo>
                <a:lnTo>
                  <a:pt x="1007640" y="95384"/>
                </a:lnTo>
                <a:lnTo>
                  <a:pt x="1007295" y="95743"/>
                </a:lnTo>
                <a:lnTo>
                  <a:pt x="1006945" y="96096"/>
                </a:lnTo>
                <a:lnTo>
                  <a:pt x="1006590" y="96442"/>
                </a:lnTo>
                <a:lnTo>
                  <a:pt x="1006232" y="96781"/>
                </a:lnTo>
                <a:lnTo>
                  <a:pt x="1005868" y="97112"/>
                </a:lnTo>
                <a:lnTo>
                  <a:pt x="1005501" y="97437"/>
                </a:lnTo>
                <a:lnTo>
                  <a:pt x="1005129" y="97755"/>
                </a:lnTo>
                <a:lnTo>
                  <a:pt x="1004753" y="98067"/>
                </a:lnTo>
                <a:lnTo>
                  <a:pt x="1004373" y="98371"/>
                </a:lnTo>
                <a:lnTo>
                  <a:pt x="1003988" y="98668"/>
                </a:lnTo>
                <a:lnTo>
                  <a:pt x="1003599" y="98959"/>
                </a:lnTo>
                <a:lnTo>
                  <a:pt x="1003205" y="99242"/>
                </a:lnTo>
                <a:lnTo>
                  <a:pt x="1002807" y="99519"/>
                </a:lnTo>
                <a:lnTo>
                  <a:pt x="1002405" y="99789"/>
                </a:lnTo>
                <a:lnTo>
                  <a:pt x="1001998" y="100051"/>
                </a:lnTo>
                <a:lnTo>
                  <a:pt x="1001587" y="100307"/>
                </a:lnTo>
                <a:lnTo>
                  <a:pt x="1001172" y="100556"/>
                </a:lnTo>
                <a:lnTo>
                  <a:pt x="1000751" y="100797"/>
                </a:lnTo>
                <a:lnTo>
                  <a:pt x="1000322" y="101027"/>
                </a:lnTo>
                <a:lnTo>
                  <a:pt x="999885" y="101247"/>
                </a:lnTo>
                <a:lnTo>
                  <a:pt x="999441" y="101457"/>
                </a:lnTo>
                <a:lnTo>
                  <a:pt x="998989" y="101656"/>
                </a:lnTo>
                <a:lnTo>
                  <a:pt x="998529" y="101846"/>
                </a:lnTo>
                <a:lnTo>
                  <a:pt x="998062" y="102025"/>
                </a:lnTo>
                <a:lnTo>
                  <a:pt x="997587" y="102193"/>
                </a:lnTo>
                <a:lnTo>
                  <a:pt x="997104" y="102352"/>
                </a:lnTo>
                <a:lnTo>
                  <a:pt x="996614" y="102500"/>
                </a:lnTo>
                <a:lnTo>
                  <a:pt x="996116" y="102638"/>
                </a:lnTo>
                <a:lnTo>
                  <a:pt x="995610" y="102766"/>
                </a:lnTo>
                <a:lnTo>
                  <a:pt x="995097" y="102884"/>
                </a:lnTo>
                <a:lnTo>
                  <a:pt x="994576" y="102991"/>
                </a:lnTo>
                <a:lnTo>
                  <a:pt x="994047" y="103089"/>
                </a:lnTo>
                <a:lnTo>
                  <a:pt x="993511" y="103176"/>
                </a:lnTo>
                <a:lnTo>
                  <a:pt x="992967" y="103252"/>
                </a:lnTo>
                <a:lnTo>
                  <a:pt x="992415" y="103319"/>
                </a:lnTo>
                <a:lnTo>
                  <a:pt x="991855" y="103375"/>
                </a:lnTo>
                <a:lnTo>
                  <a:pt x="991288" y="103421"/>
                </a:lnTo>
                <a:lnTo>
                  <a:pt x="990714" y="103457"/>
                </a:lnTo>
                <a:lnTo>
                  <a:pt x="990131" y="103483"/>
                </a:lnTo>
                <a:lnTo>
                  <a:pt x="989541" y="103498"/>
                </a:lnTo>
                <a:lnTo>
                  <a:pt x="988943" y="103503"/>
                </a:lnTo>
                <a:lnTo>
                  <a:pt x="988479" y="103499"/>
                </a:lnTo>
                <a:lnTo>
                  <a:pt x="988019" y="103488"/>
                </a:lnTo>
                <a:lnTo>
                  <a:pt x="987563" y="103470"/>
                </a:lnTo>
                <a:lnTo>
                  <a:pt x="987111" y="103444"/>
                </a:lnTo>
                <a:lnTo>
                  <a:pt x="986663" y="103410"/>
                </a:lnTo>
                <a:lnTo>
                  <a:pt x="986220" y="103370"/>
                </a:lnTo>
                <a:lnTo>
                  <a:pt x="985781" y="103321"/>
                </a:lnTo>
                <a:lnTo>
                  <a:pt x="985346" y="103266"/>
                </a:lnTo>
                <a:lnTo>
                  <a:pt x="984915" y="103203"/>
                </a:lnTo>
                <a:lnTo>
                  <a:pt x="984489" y="103132"/>
                </a:lnTo>
                <a:lnTo>
                  <a:pt x="984066" y="103054"/>
                </a:lnTo>
                <a:lnTo>
                  <a:pt x="983648" y="102969"/>
                </a:lnTo>
                <a:lnTo>
                  <a:pt x="983235" y="102876"/>
                </a:lnTo>
                <a:lnTo>
                  <a:pt x="982825" y="102776"/>
                </a:lnTo>
                <a:lnTo>
                  <a:pt x="982420" y="102669"/>
                </a:lnTo>
                <a:lnTo>
                  <a:pt x="982019" y="102554"/>
                </a:lnTo>
                <a:lnTo>
                  <a:pt x="981622" y="102431"/>
                </a:lnTo>
                <a:lnTo>
                  <a:pt x="981229" y="102301"/>
                </a:lnTo>
                <a:lnTo>
                  <a:pt x="980840" y="102164"/>
                </a:lnTo>
                <a:lnTo>
                  <a:pt x="980456" y="102019"/>
                </a:lnTo>
                <a:lnTo>
                  <a:pt x="980076" y="101867"/>
                </a:lnTo>
                <a:lnTo>
                  <a:pt x="979700" y="101708"/>
                </a:lnTo>
                <a:lnTo>
                  <a:pt x="979329" y="101541"/>
                </a:lnTo>
                <a:lnTo>
                  <a:pt x="978961" y="101367"/>
                </a:lnTo>
                <a:lnTo>
                  <a:pt x="978598" y="101186"/>
                </a:lnTo>
                <a:lnTo>
                  <a:pt x="978240" y="100999"/>
                </a:lnTo>
                <a:lnTo>
                  <a:pt x="977886" y="100807"/>
                </a:lnTo>
                <a:lnTo>
                  <a:pt x="977537" y="100610"/>
                </a:lnTo>
                <a:lnTo>
                  <a:pt x="977193" y="100406"/>
                </a:lnTo>
                <a:lnTo>
                  <a:pt x="976853" y="100197"/>
                </a:lnTo>
                <a:lnTo>
                  <a:pt x="976517" y="99983"/>
                </a:lnTo>
                <a:lnTo>
                  <a:pt x="976187" y="99762"/>
                </a:lnTo>
                <a:lnTo>
                  <a:pt x="975860" y="99537"/>
                </a:lnTo>
                <a:lnTo>
                  <a:pt x="975539" y="99305"/>
                </a:lnTo>
                <a:lnTo>
                  <a:pt x="975222" y="99068"/>
                </a:lnTo>
                <a:lnTo>
                  <a:pt x="974910" y="98825"/>
                </a:lnTo>
                <a:lnTo>
                  <a:pt x="974602" y="98577"/>
                </a:lnTo>
                <a:lnTo>
                  <a:pt x="974299" y="98323"/>
                </a:lnTo>
                <a:lnTo>
                  <a:pt x="974000" y="98063"/>
                </a:lnTo>
                <a:lnTo>
                  <a:pt x="973706" y="97798"/>
                </a:lnTo>
                <a:lnTo>
                  <a:pt x="973417" y="97527"/>
                </a:lnTo>
                <a:lnTo>
                  <a:pt x="973132" y="97251"/>
                </a:lnTo>
                <a:lnTo>
                  <a:pt x="972852" y="96968"/>
                </a:lnTo>
                <a:lnTo>
                  <a:pt x="972577" y="96681"/>
                </a:lnTo>
                <a:lnTo>
                  <a:pt x="972306" y="96387"/>
                </a:lnTo>
                <a:lnTo>
                  <a:pt x="972040" y="96088"/>
                </a:lnTo>
                <a:lnTo>
                  <a:pt x="971778" y="95784"/>
                </a:lnTo>
                <a:lnTo>
                  <a:pt x="971521" y="95473"/>
                </a:lnTo>
                <a:lnTo>
                  <a:pt x="971269" y="95158"/>
                </a:lnTo>
                <a:lnTo>
                  <a:pt x="971022" y="94839"/>
                </a:lnTo>
                <a:lnTo>
                  <a:pt x="970780" y="94515"/>
                </a:lnTo>
                <a:lnTo>
                  <a:pt x="970543" y="94187"/>
                </a:lnTo>
                <a:lnTo>
                  <a:pt x="970311" y="93855"/>
                </a:lnTo>
                <a:lnTo>
                  <a:pt x="970084" y="93519"/>
                </a:lnTo>
                <a:lnTo>
                  <a:pt x="969863" y="93178"/>
                </a:lnTo>
                <a:lnTo>
                  <a:pt x="969646" y="92834"/>
                </a:lnTo>
                <a:lnTo>
                  <a:pt x="969435" y="92485"/>
                </a:lnTo>
                <a:lnTo>
                  <a:pt x="969229" y="92131"/>
                </a:lnTo>
                <a:lnTo>
                  <a:pt x="969028" y="91774"/>
                </a:lnTo>
                <a:lnTo>
                  <a:pt x="968832" y="91412"/>
                </a:lnTo>
                <a:lnTo>
                  <a:pt x="968641" y="91047"/>
                </a:lnTo>
                <a:lnTo>
                  <a:pt x="968456" y="90676"/>
                </a:lnTo>
                <a:lnTo>
                  <a:pt x="968275" y="90302"/>
                </a:lnTo>
                <a:lnTo>
                  <a:pt x="968099" y="89924"/>
                </a:lnTo>
                <a:lnTo>
                  <a:pt x="967929" y="89541"/>
                </a:lnTo>
                <a:lnTo>
                  <a:pt x="967764" y="89154"/>
                </a:lnTo>
                <a:lnTo>
                  <a:pt x="967604" y="88763"/>
                </a:lnTo>
                <a:lnTo>
                  <a:pt x="967449" y="88367"/>
                </a:lnTo>
                <a:lnTo>
                  <a:pt x="967299" y="87968"/>
                </a:lnTo>
                <a:lnTo>
                  <a:pt x="967154" y="87564"/>
                </a:lnTo>
                <a:lnTo>
                  <a:pt x="967014" y="87156"/>
                </a:lnTo>
                <a:lnTo>
                  <a:pt x="966880" y="86744"/>
                </a:lnTo>
                <a:lnTo>
                  <a:pt x="966751" y="86328"/>
                </a:lnTo>
                <a:lnTo>
                  <a:pt x="966627" y="85910"/>
                </a:lnTo>
                <a:lnTo>
                  <a:pt x="966509" y="85490"/>
                </a:lnTo>
                <a:lnTo>
                  <a:pt x="966396" y="85067"/>
                </a:lnTo>
                <a:lnTo>
                  <a:pt x="966289" y="84641"/>
                </a:lnTo>
                <a:lnTo>
                  <a:pt x="966187" y="84214"/>
                </a:lnTo>
                <a:lnTo>
                  <a:pt x="966091" y="83783"/>
                </a:lnTo>
                <a:lnTo>
                  <a:pt x="966000" y="83351"/>
                </a:lnTo>
                <a:lnTo>
                  <a:pt x="965915" y="82916"/>
                </a:lnTo>
                <a:lnTo>
                  <a:pt x="965835" y="82478"/>
                </a:lnTo>
                <a:lnTo>
                  <a:pt x="965761" y="82038"/>
                </a:lnTo>
                <a:lnTo>
                  <a:pt x="965692" y="81596"/>
                </a:lnTo>
                <a:lnTo>
                  <a:pt x="965629" y="81151"/>
                </a:lnTo>
                <a:lnTo>
                  <a:pt x="965571" y="80704"/>
                </a:lnTo>
                <a:lnTo>
                  <a:pt x="965519" y="80255"/>
                </a:lnTo>
                <a:lnTo>
                  <a:pt x="965472" y="79803"/>
                </a:lnTo>
                <a:lnTo>
                  <a:pt x="965431" y="79348"/>
                </a:lnTo>
                <a:lnTo>
                  <a:pt x="965395" y="78891"/>
                </a:lnTo>
                <a:lnTo>
                  <a:pt x="965365" y="78432"/>
                </a:lnTo>
                <a:lnTo>
                  <a:pt x="965340" y="77970"/>
                </a:lnTo>
                <a:lnTo>
                  <a:pt x="965321" y="77506"/>
                </a:lnTo>
                <a:lnTo>
                  <a:pt x="965308" y="77056"/>
                </a:lnTo>
                <a:lnTo>
                  <a:pt x="1019221" y="77056"/>
                </a:lnTo>
                <a:lnTo>
                  <a:pt x="1019221" y="70951"/>
                </a:lnTo>
                <a:lnTo>
                  <a:pt x="1019217" y="70255"/>
                </a:lnTo>
                <a:lnTo>
                  <a:pt x="1019207" y="69563"/>
                </a:lnTo>
                <a:lnTo>
                  <a:pt x="1019191" y="68875"/>
                </a:lnTo>
                <a:lnTo>
                  <a:pt x="1019168" y="68192"/>
                </a:lnTo>
                <a:close/>
                <a:moveTo>
                  <a:pt x="965900" y="64642"/>
                </a:moveTo>
                <a:lnTo>
                  <a:pt x="965984" y="64132"/>
                </a:lnTo>
                <a:lnTo>
                  <a:pt x="966072" y="63627"/>
                </a:lnTo>
                <a:lnTo>
                  <a:pt x="966166" y="63129"/>
                </a:lnTo>
                <a:lnTo>
                  <a:pt x="966266" y="62636"/>
                </a:lnTo>
                <a:lnTo>
                  <a:pt x="966370" y="62149"/>
                </a:lnTo>
                <a:lnTo>
                  <a:pt x="966480" y="61668"/>
                </a:lnTo>
                <a:lnTo>
                  <a:pt x="966596" y="61193"/>
                </a:lnTo>
                <a:lnTo>
                  <a:pt x="966717" y="60724"/>
                </a:lnTo>
                <a:lnTo>
                  <a:pt x="966843" y="60260"/>
                </a:lnTo>
                <a:lnTo>
                  <a:pt x="966974" y="59803"/>
                </a:lnTo>
                <a:lnTo>
                  <a:pt x="967110" y="59351"/>
                </a:lnTo>
                <a:lnTo>
                  <a:pt x="967249" y="58905"/>
                </a:lnTo>
                <a:lnTo>
                  <a:pt x="967393" y="58466"/>
                </a:lnTo>
                <a:lnTo>
                  <a:pt x="967542" y="58032"/>
                </a:lnTo>
                <a:lnTo>
                  <a:pt x="967695" y="57604"/>
                </a:lnTo>
                <a:lnTo>
                  <a:pt x="967852" y="57181"/>
                </a:lnTo>
                <a:lnTo>
                  <a:pt x="968014" y="56765"/>
                </a:lnTo>
                <a:lnTo>
                  <a:pt x="968179" y="56355"/>
                </a:lnTo>
                <a:lnTo>
                  <a:pt x="968350" y="55950"/>
                </a:lnTo>
                <a:lnTo>
                  <a:pt x="968524" y="55551"/>
                </a:lnTo>
                <a:lnTo>
                  <a:pt x="968703" y="55159"/>
                </a:lnTo>
                <a:lnTo>
                  <a:pt x="968886" y="54772"/>
                </a:lnTo>
                <a:lnTo>
                  <a:pt x="969074" y="54391"/>
                </a:lnTo>
                <a:lnTo>
                  <a:pt x="969266" y="54016"/>
                </a:lnTo>
                <a:lnTo>
                  <a:pt x="969462" y="53646"/>
                </a:lnTo>
                <a:lnTo>
                  <a:pt x="969663" y="53283"/>
                </a:lnTo>
                <a:lnTo>
                  <a:pt x="969868" y="52926"/>
                </a:lnTo>
                <a:lnTo>
                  <a:pt x="970077" y="52574"/>
                </a:lnTo>
                <a:lnTo>
                  <a:pt x="970291" y="52228"/>
                </a:lnTo>
                <a:lnTo>
                  <a:pt x="970509" y="51889"/>
                </a:lnTo>
                <a:lnTo>
                  <a:pt x="970732" y="51555"/>
                </a:lnTo>
                <a:lnTo>
                  <a:pt x="970958" y="51227"/>
                </a:lnTo>
                <a:lnTo>
                  <a:pt x="971189" y="50904"/>
                </a:lnTo>
                <a:lnTo>
                  <a:pt x="971425" y="50588"/>
                </a:lnTo>
                <a:lnTo>
                  <a:pt x="971664" y="50279"/>
                </a:lnTo>
                <a:lnTo>
                  <a:pt x="971907" y="49976"/>
                </a:lnTo>
                <a:lnTo>
                  <a:pt x="972153" y="49680"/>
                </a:lnTo>
                <a:lnTo>
                  <a:pt x="972404" y="49390"/>
                </a:lnTo>
                <a:lnTo>
                  <a:pt x="972658" y="49106"/>
                </a:lnTo>
                <a:lnTo>
                  <a:pt x="972916" y="48830"/>
                </a:lnTo>
                <a:lnTo>
                  <a:pt x="973178" y="48559"/>
                </a:lnTo>
                <a:lnTo>
                  <a:pt x="973444" y="48295"/>
                </a:lnTo>
                <a:lnTo>
                  <a:pt x="973714" y="48038"/>
                </a:lnTo>
                <a:lnTo>
                  <a:pt x="973988" y="47787"/>
                </a:lnTo>
                <a:lnTo>
                  <a:pt x="974265" y="47543"/>
                </a:lnTo>
                <a:lnTo>
                  <a:pt x="974546" y="47306"/>
                </a:lnTo>
                <a:lnTo>
                  <a:pt x="974831" y="47074"/>
                </a:lnTo>
                <a:lnTo>
                  <a:pt x="975120" y="46850"/>
                </a:lnTo>
                <a:lnTo>
                  <a:pt x="975413" y="46632"/>
                </a:lnTo>
                <a:lnTo>
                  <a:pt x="975710" y="46420"/>
                </a:lnTo>
                <a:lnTo>
                  <a:pt x="976010" y="46215"/>
                </a:lnTo>
                <a:lnTo>
                  <a:pt x="976314" y="46016"/>
                </a:lnTo>
                <a:lnTo>
                  <a:pt x="976622" y="45824"/>
                </a:lnTo>
                <a:lnTo>
                  <a:pt x="976934" y="45639"/>
                </a:lnTo>
                <a:lnTo>
                  <a:pt x="977250" y="45460"/>
                </a:lnTo>
                <a:lnTo>
                  <a:pt x="977570" y="45287"/>
                </a:lnTo>
                <a:lnTo>
                  <a:pt x="977893" y="45121"/>
                </a:lnTo>
                <a:lnTo>
                  <a:pt x="978220" y="44962"/>
                </a:lnTo>
                <a:lnTo>
                  <a:pt x="978549" y="44810"/>
                </a:lnTo>
                <a:lnTo>
                  <a:pt x="978881" y="44664"/>
                </a:lnTo>
                <a:lnTo>
                  <a:pt x="979215" y="44525"/>
                </a:lnTo>
                <a:lnTo>
                  <a:pt x="979552" y="44393"/>
                </a:lnTo>
                <a:lnTo>
                  <a:pt x="979891" y="44267"/>
                </a:lnTo>
                <a:lnTo>
                  <a:pt x="980233" y="44149"/>
                </a:lnTo>
                <a:lnTo>
                  <a:pt x="980578" y="44037"/>
                </a:lnTo>
                <a:lnTo>
                  <a:pt x="980925" y="43932"/>
                </a:lnTo>
                <a:lnTo>
                  <a:pt x="981275" y="43834"/>
                </a:lnTo>
                <a:lnTo>
                  <a:pt x="981627" y="43742"/>
                </a:lnTo>
                <a:lnTo>
                  <a:pt x="981982" y="43657"/>
                </a:lnTo>
                <a:lnTo>
                  <a:pt x="982339" y="43579"/>
                </a:lnTo>
                <a:lnTo>
                  <a:pt x="982699" y="43508"/>
                </a:lnTo>
                <a:lnTo>
                  <a:pt x="983061" y="43444"/>
                </a:lnTo>
                <a:lnTo>
                  <a:pt x="983426" y="43386"/>
                </a:lnTo>
                <a:lnTo>
                  <a:pt x="983794" y="43335"/>
                </a:lnTo>
                <a:lnTo>
                  <a:pt x="984164" y="43291"/>
                </a:lnTo>
                <a:lnTo>
                  <a:pt x="984537" y="43254"/>
                </a:lnTo>
                <a:lnTo>
                  <a:pt x="984912" y="43223"/>
                </a:lnTo>
                <a:lnTo>
                  <a:pt x="985290" y="43200"/>
                </a:lnTo>
                <a:lnTo>
                  <a:pt x="985670" y="43183"/>
                </a:lnTo>
                <a:lnTo>
                  <a:pt x="986053" y="43173"/>
                </a:lnTo>
                <a:lnTo>
                  <a:pt x="986439" y="43169"/>
                </a:lnTo>
                <a:lnTo>
                  <a:pt x="987017" y="43175"/>
                </a:lnTo>
                <a:lnTo>
                  <a:pt x="987585" y="43192"/>
                </a:lnTo>
                <a:lnTo>
                  <a:pt x="988142" y="43220"/>
                </a:lnTo>
                <a:lnTo>
                  <a:pt x="988690" y="43259"/>
                </a:lnTo>
                <a:lnTo>
                  <a:pt x="989227" y="43310"/>
                </a:lnTo>
                <a:lnTo>
                  <a:pt x="989754" y="43371"/>
                </a:lnTo>
                <a:lnTo>
                  <a:pt x="990270" y="43444"/>
                </a:lnTo>
                <a:lnTo>
                  <a:pt x="990777" y="43528"/>
                </a:lnTo>
                <a:lnTo>
                  <a:pt x="991273" y="43624"/>
                </a:lnTo>
                <a:lnTo>
                  <a:pt x="991759" y="43730"/>
                </a:lnTo>
                <a:lnTo>
                  <a:pt x="992235" y="43848"/>
                </a:lnTo>
                <a:lnTo>
                  <a:pt x="992700" y="43977"/>
                </a:lnTo>
                <a:lnTo>
                  <a:pt x="993156" y="44118"/>
                </a:lnTo>
                <a:lnTo>
                  <a:pt x="993601" y="44269"/>
                </a:lnTo>
                <a:lnTo>
                  <a:pt x="994036" y="44432"/>
                </a:lnTo>
                <a:lnTo>
                  <a:pt x="994460" y="44606"/>
                </a:lnTo>
                <a:lnTo>
                  <a:pt x="994875" y="44791"/>
                </a:lnTo>
                <a:lnTo>
                  <a:pt x="995279" y="44987"/>
                </a:lnTo>
                <a:lnTo>
                  <a:pt x="995673" y="45195"/>
                </a:lnTo>
                <a:lnTo>
                  <a:pt x="996056" y="45414"/>
                </a:lnTo>
                <a:lnTo>
                  <a:pt x="996430" y="45644"/>
                </a:lnTo>
                <a:lnTo>
                  <a:pt x="996793" y="45885"/>
                </a:lnTo>
                <a:lnTo>
                  <a:pt x="997146" y="46138"/>
                </a:lnTo>
                <a:lnTo>
                  <a:pt x="997489" y="46401"/>
                </a:lnTo>
                <a:lnTo>
                  <a:pt x="997823" y="46674"/>
                </a:lnTo>
                <a:lnTo>
                  <a:pt x="998149" y="46952"/>
                </a:lnTo>
                <a:lnTo>
                  <a:pt x="998468" y="47236"/>
                </a:lnTo>
                <a:lnTo>
                  <a:pt x="998779" y="47527"/>
                </a:lnTo>
                <a:lnTo>
                  <a:pt x="999083" y="47824"/>
                </a:lnTo>
                <a:lnTo>
                  <a:pt x="999379" y="48127"/>
                </a:lnTo>
                <a:lnTo>
                  <a:pt x="999667" y="48436"/>
                </a:lnTo>
                <a:lnTo>
                  <a:pt x="999948" y="48751"/>
                </a:lnTo>
                <a:lnTo>
                  <a:pt x="1000222" y="49072"/>
                </a:lnTo>
                <a:lnTo>
                  <a:pt x="1000488" y="49399"/>
                </a:lnTo>
                <a:lnTo>
                  <a:pt x="1000746" y="49733"/>
                </a:lnTo>
                <a:lnTo>
                  <a:pt x="1000997" y="50072"/>
                </a:lnTo>
                <a:lnTo>
                  <a:pt x="1001241" y="50418"/>
                </a:lnTo>
                <a:lnTo>
                  <a:pt x="1001476" y="50770"/>
                </a:lnTo>
                <a:lnTo>
                  <a:pt x="1001705" y="51128"/>
                </a:lnTo>
                <a:lnTo>
                  <a:pt x="1001925" y="51492"/>
                </a:lnTo>
                <a:lnTo>
                  <a:pt x="1002138" y="51862"/>
                </a:lnTo>
                <a:lnTo>
                  <a:pt x="1002344" y="52238"/>
                </a:lnTo>
                <a:lnTo>
                  <a:pt x="1002542" y="52621"/>
                </a:lnTo>
                <a:lnTo>
                  <a:pt x="1002732" y="53009"/>
                </a:lnTo>
                <a:lnTo>
                  <a:pt x="1002915" y="53404"/>
                </a:lnTo>
                <a:lnTo>
                  <a:pt x="1003091" y="53805"/>
                </a:lnTo>
                <a:lnTo>
                  <a:pt x="1003259" y="54212"/>
                </a:lnTo>
                <a:lnTo>
                  <a:pt x="1003419" y="54625"/>
                </a:lnTo>
                <a:lnTo>
                  <a:pt x="1003573" y="55041"/>
                </a:lnTo>
                <a:lnTo>
                  <a:pt x="1003721" y="55459"/>
                </a:lnTo>
                <a:lnTo>
                  <a:pt x="1003864" y="55877"/>
                </a:lnTo>
                <a:lnTo>
                  <a:pt x="1004001" y="56297"/>
                </a:lnTo>
                <a:lnTo>
                  <a:pt x="1004133" y="56718"/>
                </a:lnTo>
                <a:lnTo>
                  <a:pt x="1004259" y="57139"/>
                </a:lnTo>
                <a:lnTo>
                  <a:pt x="1004380" y="57562"/>
                </a:lnTo>
                <a:lnTo>
                  <a:pt x="1004495" y="57986"/>
                </a:lnTo>
                <a:lnTo>
                  <a:pt x="1004605" y="58411"/>
                </a:lnTo>
                <a:lnTo>
                  <a:pt x="1004709" y="58836"/>
                </a:lnTo>
                <a:lnTo>
                  <a:pt x="1004808" y="59263"/>
                </a:lnTo>
                <a:lnTo>
                  <a:pt x="1004902" y="59691"/>
                </a:lnTo>
                <a:lnTo>
                  <a:pt x="1004989" y="60120"/>
                </a:lnTo>
                <a:lnTo>
                  <a:pt x="1005072" y="60550"/>
                </a:lnTo>
                <a:lnTo>
                  <a:pt x="1005148" y="60980"/>
                </a:lnTo>
                <a:lnTo>
                  <a:pt x="1005220" y="61412"/>
                </a:lnTo>
                <a:lnTo>
                  <a:pt x="1005286" y="61845"/>
                </a:lnTo>
                <a:lnTo>
                  <a:pt x="1005346" y="62279"/>
                </a:lnTo>
                <a:lnTo>
                  <a:pt x="1005401" y="62714"/>
                </a:lnTo>
                <a:lnTo>
                  <a:pt x="1005450" y="63150"/>
                </a:lnTo>
                <a:lnTo>
                  <a:pt x="1005494" y="63587"/>
                </a:lnTo>
                <a:lnTo>
                  <a:pt x="1005532" y="64025"/>
                </a:lnTo>
                <a:lnTo>
                  <a:pt x="1005565" y="64464"/>
                </a:lnTo>
                <a:lnTo>
                  <a:pt x="1005592" y="64904"/>
                </a:lnTo>
                <a:lnTo>
                  <a:pt x="1005592" y="65933"/>
                </a:lnTo>
                <a:lnTo>
                  <a:pt x="965718" y="65933"/>
                </a:lnTo>
                <a:lnTo>
                  <a:pt x="965750" y="65681"/>
                </a:lnTo>
                <a:lnTo>
                  <a:pt x="965822" y="65159"/>
                </a:lnTo>
                <a:lnTo>
                  <a:pt x="965900" y="64642"/>
                </a:lnTo>
                <a:close/>
                <a:moveTo>
                  <a:pt x="1034712" y="108153"/>
                </a:moveTo>
                <a:lnTo>
                  <a:pt x="1034761" y="108412"/>
                </a:lnTo>
                <a:lnTo>
                  <a:pt x="1034817" y="108668"/>
                </a:lnTo>
                <a:lnTo>
                  <a:pt x="1034882" y="108920"/>
                </a:lnTo>
                <a:lnTo>
                  <a:pt x="1034953" y="109168"/>
                </a:lnTo>
                <a:lnTo>
                  <a:pt x="1035032" y="109413"/>
                </a:lnTo>
                <a:lnTo>
                  <a:pt x="1035119" y="109654"/>
                </a:lnTo>
                <a:lnTo>
                  <a:pt x="1035214" y="109892"/>
                </a:lnTo>
                <a:lnTo>
                  <a:pt x="1035315" y="110126"/>
                </a:lnTo>
                <a:lnTo>
                  <a:pt x="1035425" y="110356"/>
                </a:lnTo>
                <a:lnTo>
                  <a:pt x="1035542" y="110583"/>
                </a:lnTo>
                <a:lnTo>
                  <a:pt x="1035666" y="110807"/>
                </a:lnTo>
                <a:lnTo>
                  <a:pt x="1035798" y="111026"/>
                </a:lnTo>
                <a:lnTo>
                  <a:pt x="1035938" y="111243"/>
                </a:lnTo>
                <a:lnTo>
                  <a:pt x="1036085" y="111455"/>
                </a:lnTo>
                <a:lnTo>
                  <a:pt x="1036240" y="111664"/>
                </a:lnTo>
                <a:lnTo>
                  <a:pt x="1036402" y="111869"/>
                </a:lnTo>
                <a:lnTo>
                  <a:pt x="1036572" y="112071"/>
                </a:lnTo>
                <a:lnTo>
                  <a:pt x="1036749" y="112270"/>
                </a:lnTo>
                <a:lnTo>
                  <a:pt x="1036934" y="112462"/>
                </a:lnTo>
                <a:lnTo>
                  <a:pt x="1037125" y="112646"/>
                </a:lnTo>
                <a:lnTo>
                  <a:pt x="1037323" y="112822"/>
                </a:lnTo>
                <a:lnTo>
                  <a:pt x="1037528" y="112990"/>
                </a:lnTo>
                <a:lnTo>
                  <a:pt x="1037739" y="113149"/>
                </a:lnTo>
                <a:lnTo>
                  <a:pt x="1037958" y="113301"/>
                </a:lnTo>
                <a:lnTo>
                  <a:pt x="1038183" y="113444"/>
                </a:lnTo>
                <a:lnTo>
                  <a:pt x="1038415" y="113579"/>
                </a:lnTo>
                <a:lnTo>
                  <a:pt x="1038654" y="113706"/>
                </a:lnTo>
                <a:lnTo>
                  <a:pt x="1038899" y="113825"/>
                </a:lnTo>
                <a:lnTo>
                  <a:pt x="1039151" y="113935"/>
                </a:lnTo>
                <a:lnTo>
                  <a:pt x="1039410" y="114038"/>
                </a:lnTo>
                <a:lnTo>
                  <a:pt x="1039676" y="114132"/>
                </a:lnTo>
                <a:lnTo>
                  <a:pt x="1039949" y="114218"/>
                </a:lnTo>
                <a:lnTo>
                  <a:pt x="1040228" y="114295"/>
                </a:lnTo>
                <a:lnTo>
                  <a:pt x="1040514" y="114365"/>
                </a:lnTo>
                <a:lnTo>
                  <a:pt x="1040807" y="114426"/>
                </a:lnTo>
                <a:lnTo>
                  <a:pt x="1041107" y="114480"/>
                </a:lnTo>
                <a:lnTo>
                  <a:pt x="1041413" y="114525"/>
                </a:lnTo>
                <a:lnTo>
                  <a:pt x="1041727" y="114561"/>
                </a:lnTo>
                <a:lnTo>
                  <a:pt x="1042047" y="114590"/>
                </a:lnTo>
                <a:lnTo>
                  <a:pt x="1042374" y="114611"/>
                </a:lnTo>
                <a:lnTo>
                  <a:pt x="1042707" y="114623"/>
                </a:lnTo>
                <a:lnTo>
                  <a:pt x="1043048" y="114627"/>
                </a:lnTo>
                <a:lnTo>
                  <a:pt x="1043388" y="114623"/>
                </a:lnTo>
                <a:lnTo>
                  <a:pt x="1043722" y="114611"/>
                </a:lnTo>
                <a:lnTo>
                  <a:pt x="1044049" y="114590"/>
                </a:lnTo>
                <a:lnTo>
                  <a:pt x="1044369" y="114561"/>
                </a:lnTo>
                <a:lnTo>
                  <a:pt x="1044682" y="114525"/>
                </a:lnTo>
                <a:lnTo>
                  <a:pt x="1044988" y="114480"/>
                </a:lnTo>
                <a:lnTo>
                  <a:pt x="1045288" y="114426"/>
                </a:lnTo>
                <a:lnTo>
                  <a:pt x="1045581" y="114365"/>
                </a:lnTo>
                <a:lnTo>
                  <a:pt x="1045867" y="114295"/>
                </a:lnTo>
                <a:lnTo>
                  <a:pt x="1046147" y="114218"/>
                </a:lnTo>
                <a:lnTo>
                  <a:pt x="1046419" y="114132"/>
                </a:lnTo>
                <a:lnTo>
                  <a:pt x="1046685" y="114038"/>
                </a:lnTo>
                <a:lnTo>
                  <a:pt x="1046944" y="113935"/>
                </a:lnTo>
                <a:lnTo>
                  <a:pt x="1047196" y="113825"/>
                </a:lnTo>
                <a:lnTo>
                  <a:pt x="1047442" y="113706"/>
                </a:lnTo>
                <a:lnTo>
                  <a:pt x="1047681" y="113579"/>
                </a:lnTo>
                <a:lnTo>
                  <a:pt x="1047912" y="113444"/>
                </a:lnTo>
                <a:lnTo>
                  <a:pt x="1048138" y="113301"/>
                </a:lnTo>
                <a:lnTo>
                  <a:pt x="1048356" y="113149"/>
                </a:lnTo>
                <a:lnTo>
                  <a:pt x="1048568" y="112990"/>
                </a:lnTo>
                <a:lnTo>
                  <a:pt x="1048772" y="112822"/>
                </a:lnTo>
                <a:lnTo>
                  <a:pt x="1048971" y="112646"/>
                </a:lnTo>
                <a:lnTo>
                  <a:pt x="1049162" y="112462"/>
                </a:lnTo>
                <a:lnTo>
                  <a:pt x="1049346" y="112270"/>
                </a:lnTo>
                <a:lnTo>
                  <a:pt x="1049524" y="112071"/>
                </a:lnTo>
                <a:lnTo>
                  <a:pt x="1049693" y="111869"/>
                </a:lnTo>
                <a:lnTo>
                  <a:pt x="1049856" y="111664"/>
                </a:lnTo>
                <a:lnTo>
                  <a:pt x="1050010" y="111455"/>
                </a:lnTo>
                <a:lnTo>
                  <a:pt x="1050157" y="111243"/>
                </a:lnTo>
                <a:lnTo>
                  <a:pt x="1050297" y="111026"/>
                </a:lnTo>
                <a:lnTo>
                  <a:pt x="1050429" y="110807"/>
                </a:lnTo>
                <a:lnTo>
                  <a:pt x="1050554" y="110583"/>
                </a:lnTo>
                <a:lnTo>
                  <a:pt x="1050671" y="110356"/>
                </a:lnTo>
                <a:lnTo>
                  <a:pt x="1050780" y="110126"/>
                </a:lnTo>
                <a:lnTo>
                  <a:pt x="1050882" y="109892"/>
                </a:lnTo>
                <a:lnTo>
                  <a:pt x="1050976" y="109654"/>
                </a:lnTo>
                <a:lnTo>
                  <a:pt x="1051063" y="109413"/>
                </a:lnTo>
                <a:lnTo>
                  <a:pt x="1051142" y="109168"/>
                </a:lnTo>
                <a:lnTo>
                  <a:pt x="1051214" y="108920"/>
                </a:lnTo>
                <a:lnTo>
                  <a:pt x="1051278" y="108668"/>
                </a:lnTo>
                <a:lnTo>
                  <a:pt x="1051335" y="108412"/>
                </a:lnTo>
                <a:lnTo>
                  <a:pt x="1051384" y="108153"/>
                </a:lnTo>
                <a:lnTo>
                  <a:pt x="1051425" y="107891"/>
                </a:lnTo>
                <a:lnTo>
                  <a:pt x="1051459" y="107624"/>
                </a:lnTo>
                <a:lnTo>
                  <a:pt x="1051486" y="107355"/>
                </a:lnTo>
                <a:lnTo>
                  <a:pt x="1051504" y="107081"/>
                </a:lnTo>
                <a:lnTo>
                  <a:pt x="1051516" y="106804"/>
                </a:lnTo>
                <a:lnTo>
                  <a:pt x="1051519" y="106523"/>
                </a:lnTo>
                <a:lnTo>
                  <a:pt x="1051516" y="106237"/>
                </a:lnTo>
                <a:lnTo>
                  <a:pt x="1051504" y="105954"/>
                </a:lnTo>
                <a:lnTo>
                  <a:pt x="1051486" y="105675"/>
                </a:lnTo>
                <a:lnTo>
                  <a:pt x="1051459" y="105399"/>
                </a:lnTo>
                <a:lnTo>
                  <a:pt x="1051425" y="105127"/>
                </a:lnTo>
                <a:lnTo>
                  <a:pt x="1051384" y="104859"/>
                </a:lnTo>
                <a:lnTo>
                  <a:pt x="1051335" y="104595"/>
                </a:lnTo>
                <a:lnTo>
                  <a:pt x="1051278" y="104334"/>
                </a:lnTo>
                <a:lnTo>
                  <a:pt x="1051214" y="104077"/>
                </a:lnTo>
                <a:lnTo>
                  <a:pt x="1051142" y="103824"/>
                </a:lnTo>
                <a:lnTo>
                  <a:pt x="1051063" y="103574"/>
                </a:lnTo>
                <a:lnTo>
                  <a:pt x="1050976" y="103328"/>
                </a:lnTo>
                <a:lnTo>
                  <a:pt x="1050882" y="103086"/>
                </a:lnTo>
                <a:lnTo>
                  <a:pt x="1050780" y="102847"/>
                </a:lnTo>
                <a:lnTo>
                  <a:pt x="1050671" y="102613"/>
                </a:lnTo>
                <a:lnTo>
                  <a:pt x="1050554" y="102382"/>
                </a:lnTo>
                <a:lnTo>
                  <a:pt x="1050429" y="102154"/>
                </a:lnTo>
                <a:lnTo>
                  <a:pt x="1050297" y="101931"/>
                </a:lnTo>
                <a:lnTo>
                  <a:pt x="1050157" y="101711"/>
                </a:lnTo>
                <a:lnTo>
                  <a:pt x="1050010" y="101495"/>
                </a:lnTo>
                <a:lnTo>
                  <a:pt x="1049856" y="101282"/>
                </a:lnTo>
                <a:lnTo>
                  <a:pt x="1049693" y="101073"/>
                </a:lnTo>
                <a:lnTo>
                  <a:pt x="1049524" y="100868"/>
                </a:lnTo>
                <a:lnTo>
                  <a:pt x="1049346" y="100667"/>
                </a:lnTo>
                <a:lnTo>
                  <a:pt x="1049162" y="100471"/>
                </a:lnTo>
                <a:lnTo>
                  <a:pt x="1048971" y="100284"/>
                </a:lnTo>
                <a:lnTo>
                  <a:pt x="1048772" y="100106"/>
                </a:lnTo>
                <a:lnTo>
                  <a:pt x="1048568" y="99935"/>
                </a:lnTo>
                <a:lnTo>
                  <a:pt x="1048356" y="99773"/>
                </a:lnTo>
                <a:lnTo>
                  <a:pt x="1048138" y="99619"/>
                </a:lnTo>
                <a:lnTo>
                  <a:pt x="1047912" y="99474"/>
                </a:lnTo>
                <a:lnTo>
                  <a:pt x="1047681" y="99337"/>
                </a:lnTo>
                <a:lnTo>
                  <a:pt x="1047442" y="99208"/>
                </a:lnTo>
                <a:lnTo>
                  <a:pt x="1047196" y="99087"/>
                </a:lnTo>
                <a:lnTo>
                  <a:pt x="1046944" y="98975"/>
                </a:lnTo>
                <a:lnTo>
                  <a:pt x="1046685" y="98871"/>
                </a:lnTo>
                <a:lnTo>
                  <a:pt x="1046419" y="98776"/>
                </a:lnTo>
                <a:lnTo>
                  <a:pt x="1046147" y="98688"/>
                </a:lnTo>
                <a:lnTo>
                  <a:pt x="1045867" y="98609"/>
                </a:lnTo>
                <a:lnTo>
                  <a:pt x="1045581" y="98539"/>
                </a:lnTo>
                <a:lnTo>
                  <a:pt x="1045288" y="98476"/>
                </a:lnTo>
                <a:lnTo>
                  <a:pt x="1044988" y="98422"/>
                </a:lnTo>
                <a:lnTo>
                  <a:pt x="1044682" y="98377"/>
                </a:lnTo>
                <a:lnTo>
                  <a:pt x="1044369" y="98339"/>
                </a:lnTo>
                <a:lnTo>
                  <a:pt x="1044049" y="98310"/>
                </a:lnTo>
                <a:lnTo>
                  <a:pt x="1043722" y="98289"/>
                </a:lnTo>
                <a:lnTo>
                  <a:pt x="1043388" y="98277"/>
                </a:lnTo>
                <a:lnTo>
                  <a:pt x="1043048" y="98273"/>
                </a:lnTo>
                <a:lnTo>
                  <a:pt x="1042707" y="98277"/>
                </a:lnTo>
                <a:lnTo>
                  <a:pt x="1042374" y="98289"/>
                </a:lnTo>
                <a:lnTo>
                  <a:pt x="1042047" y="98310"/>
                </a:lnTo>
                <a:lnTo>
                  <a:pt x="1041727" y="98339"/>
                </a:lnTo>
                <a:lnTo>
                  <a:pt x="1041413" y="98377"/>
                </a:lnTo>
                <a:lnTo>
                  <a:pt x="1041107" y="98422"/>
                </a:lnTo>
                <a:lnTo>
                  <a:pt x="1040807" y="98476"/>
                </a:lnTo>
                <a:lnTo>
                  <a:pt x="1040514" y="98539"/>
                </a:lnTo>
                <a:lnTo>
                  <a:pt x="1040228" y="98609"/>
                </a:lnTo>
                <a:lnTo>
                  <a:pt x="1039949" y="98688"/>
                </a:lnTo>
                <a:lnTo>
                  <a:pt x="1039676" y="98776"/>
                </a:lnTo>
                <a:lnTo>
                  <a:pt x="1039410" y="98871"/>
                </a:lnTo>
                <a:lnTo>
                  <a:pt x="1039151" y="98975"/>
                </a:lnTo>
                <a:lnTo>
                  <a:pt x="1038899" y="99087"/>
                </a:lnTo>
                <a:lnTo>
                  <a:pt x="1038654" y="99208"/>
                </a:lnTo>
                <a:lnTo>
                  <a:pt x="1038415" y="99337"/>
                </a:lnTo>
                <a:lnTo>
                  <a:pt x="1038183" y="99474"/>
                </a:lnTo>
                <a:lnTo>
                  <a:pt x="1037958" y="99619"/>
                </a:lnTo>
                <a:lnTo>
                  <a:pt x="1037739" y="99773"/>
                </a:lnTo>
                <a:lnTo>
                  <a:pt x="1037528" y="99935"/>
                </a:lnTo>
                <a:lnTo>
                  <a:pt x="1037323" y="100106"/>
                </a:lnTo>
                <a:lnTo>
                  <a:pt x="1037125" y="100284"/>
                </a:lnTo>
                <a:lnTo>
                  <a:pt x="1036934" y="100471"/>
                </a:lnTo>
                <a:lnTo>
                  <a:pt x="1036749" y="100667"/>
                </a:lnTo>
                <a:lnTo>
                  <a:pt x="1036572" y="100868"/>
                </a:lnTo>
                <a:lnTo>
                  <a:pt x="1036402" y="101073"/>
                </a:lnTo>
                <a:lnTo>
                  <a:pt x="1036240" y="101282"/>
                </a:lnTo>
                <a:lnTo>
                  <a:pt x="1036085" y="101495"/>
                </a:lnTo>
                <a:lnTo>
                  <a:pt x="1035938" y="101711"/>
                </a:lnTo>
                <a:lnTo>
                  <a:pt x="1035798" y="101931"/>
                </a:lnTo>
                <a:lnTo>
                  <a:pt x="1035666" y="102154"/>
                </a:lnTo>
                <a:lnTo>
                  <a:pt x="1035542" y="102382"/>
                </a:lnTo>
                <a:lnTo>
                  <a:pt x="1035425" y="102613"/>
                </a:lnTo>
                <a:lnTo>
                  <a:pt x="1035315" y="102847"/>
                </a:lnTo>
                <a:lnTo>
                  <a:pt x="1035214" y="103086"/>
                </a:lnTo>
                <a:lnTo>
                  <a:pt x="1035119" y="103328"/>
                </a:lnTo>
                <a:lnTo>
                  <a:pt x="1035032" y="103574"/>
                </a:lnTo>
                <a:lnTo>
                  <a:pt x="1034953" y="103824"/>
                </a:lnTo>
                <a:lnTo>
                  <a:pt x="1034882" y="104077"/>
                </a:lnTo>
                <a:lnTo>
                  <a:pt x="1034817" y="104334"/>
                </a:lnTo>
                <a:lnTo>
                  <a:pt x="1034761" y="104595"/>
                </a:lnTo>
                <a:lnTo>
                  <a:pt x="1034712" y="104859"/>
                </a:lnTo>
                <a:lnTo>
                  <a:pt x="1034670" y="105127"/>
                </a:lnTo>
                <a:lnTo>
                  <a:pt x="1034636" y="105399"/>
                </a:lnTo>
                <a:lnTo>
                  <a:pt x="1034610" y="105675"/>
                </a:lnTo>
                <a:lnTo>
                  <a:pt x="1034591" y="105954"/>
                </a:lnTo>
                <a:lnTo>
                  <a:pt x="1034580" y="106237"/>
                </a:lnTo>
                <a:lnTo>
                  <a:pt x="1034576" y="106523"/>
                </a:lnTo>
                <a:lnTo>
                  <a:pt x="1034580" y="106804"/>
                </a:lnTo>
                <a:lnTo>
                  <a:pt x="1034591" y="107081"/>
                </a:lnTo>
                <a:lnTo>
                  <a:pt x="1034610" y="107355"/>
                </a:lnTo>
                <a:lnTo>
                  <a:pt x="1034636" y="107624"/>
                </a:lnTo>
                <a:lnTo>
                  <a:pt x="1034670" y="107891"/>
                </a:lnTo>
                <a:lnTo>
                  <a:pt x="1034712" y="108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deffunction(x,y):">
            <a:extLst xmlns:a="http://schemas.openxmlformats.org/drawingml/2006/main">
              <a:ext uri="{FF2B5EF4-FFF2-40B4-BE49-F238E27FC236}">
                <a16:creationId xmlns:a16="http://schemas.microsoft.com/office/drawing/2014/main" id="{58B80FD9-CA54-434B-ACE7-F0822AD5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946" y="4792772"/>
            <a:ext cx="1528801" cy="140839"/>
          </a:xfrm>
          <a:custGeom xmlns:a="http://schemas.openxmlformats.org/drawingml/2006/main">
            <a:pathLst>
              <a:path w="1528801" h="140839">
                <a:moveTo>
                  <a:pt x="0" y="72462"/>
                </a:moveTo>
                <a:lnTo>
                  <a:pt x="0" y="73869"/>
                </a:lnTo>
                <a:cubicBezTo>
                  <a:pt x="0" y="78557"/>
                  <a:pt x="603" y="83111"/>
                  <a:pt x="1808" y="87531"/>
                </a:cubicBezTo>
                <a:cubicBezTo>
                  <a:pt x="3014" y="91951"/>
                  <a:pt x="4777" y="95857"/>
                  <a:pt x="7099" y="99250"/>
                </a:cubicBezTo>
                <a:cubicBezTo>
                  <a:pt x="9510" y="102688"/>
                  <a:pt x="12512" y="105456"/>
                  <a:pt x="16106" y="107555"/>
                </a:cubicBezTo>
                <a:cubicBezTo>
                  <a:pt x="19701" y="109653"/>
                  <a:pt x="23886" y="110702"/>
                  <a:pt x="28663" y="110702"/>
                </a:cubicBezTo>
                <a:cubicBezTo>
                  <a:pt x="33083" y="110702"/>
                  <a:pt x="37213" y="109798"/>
                  <a:pt x="41053" y="107990"/>
                </a:cubicBezTo>
                <a:cubicBezTo>
                  <a:pt x="44893" y="106182"/>
                  <a:pt x="48063" y="103559"/>
                  <a:pt x="50563" y="100121"/>
                </a:cubicBezTo>
                <a:lnTo>
                  <a:pt x="50831" y="109363"/>
                </a:lnTo>
                <a:lnTo>
                  <a:pt x="58331" y="109363"/>
                </a:lnTo>
                <a:lnTo>
                  <a:pt x="58331" y="6496"/>
                </a:lnTo>
                <a:lnTo>
                  <a:pt x="50295" y="6496"/>
                </a:lnTo>
                <a:lnTo>
                  <a:pt x="50295" y="46679"/>
                </a:lnTo>
                <a:cubicBezTo>
                  <a:pt x="47929" y="43196"/>
                  <a:pt x="44893" y="40473"/>
                  <a:pt x="41187" y="38508"/>
                </a:cubicBezTo>
                <a:cubicBezTo>
                  <a:pt x="37481" y="36544"/>
                  <a:pt x="33351" y="35561"/>
                  <a:pt x="28797" y="35561"/>
                </a:cubicBezTo>
                <a:cubicBezTo>
                  <a:pt x="23842" y="35561"/>
                  <a:pt x="19555" y="36599"/>
                  <a:pt x="15939" y="38676"/>
                </a:cubicBezTo>
                <a:cubicBezTo>
                  <a:pt x="12323" y="40752"/>
                  <a:pt x="9331" y="43553"/>
                  <a:pt x="6965" y="47080"/>
                </a:cubicBezTo>
                <a:cubicBezTo>
                  <a:pt x="4688" y="50384"/>
                  <a:pt x="2958" y="54246"/>
                  <a:pt x="1775" y="58666"/>
                </a:cubicBezTo>
                <a:cubicBezTo>
                  <a:pt x="592" y="63086"/>
                  <a:pt x="0" y="67685"/>
                  <a:pt x="0" y="72462"/>
                </a:cubicBezTo>
                <a:moveTo>
                  <a:pt x="8036" y="73869"/>
                </a:moveTo>
                <a:lnTo>
                  <a:pt x="8036" y="72462"/>
                </a:lnTo>
                <a:cubicBezTo>
                  <a:pt x="8036" y="68890"/>
                  <a:pt x="8427" y="65341"/>
                  <a:pt x="9208" y="61814"/>
                </a:cubicBezTo>
                <a:cubicBezTo>
                  <a:pt x="9990" y="58287"/>
                  <a:pt x="11251" y="55094"/>
                  <a:pt x="12992" y="52237"/>
                </a:cubicBezTo>
                <a:cubicBezTo>
                  <a:pt x="14734" y="49380"/>
                  <a:pt x="17011" y="47058"/>
                  <a:pt x="19823" y="45272"/>
                </a:cubicBezTo>
                <a:cubicBezTo>
                  <a:pt x="22636" y="43486"/>
                  <a:pt x="26141" y="42593"/>
                  <a:pt x="30338" y="42593"/>
                </a:cubicBezTo>
                <a:cubicBezTo>
                  <a:pt x="34981" y="42593"/>
                  <a:pt x="39055" y="43855"/>
                  <a:pt x="42560" y="46377"/>
                </a:cubicBezTo>
                <a:cubicBezTo>
                  <a:pt x="46065" y="48900"/>
                  <a:pt x="48643" y="52215"/>
                  <a:pt x="50295" y="56322"/>
                </a:cubicBezTo>
                <a:lnTo>
                  <a:pt x="50295" y="91013"/>
                </a:lnTo>
                <a:cubicBezTo>
                  <a:pt x="48554" y="94942"/>
                  <a:pt x="45875" y="98023"/>
                  <a:pt x="42258" y="100255"/>
                </a:cubicBezTo>
                <a:cubicBezTo>
                  <a:pt x="38642" y="102487"/>
                  <a:pt x="34624" y="103604"/>
                  <a:pt x="30204" y="103604"/>
                </a:cubicBezTo>
                <a:cubicBezTo>
                  <a:pt x="26052" y="103604"/>
                  <a:pt x="22580" y="102722"/>
                  <a:pt x="19790" y="100958"/>
                </a:cubicBezTo>
                <a:cubicBezTo>
                  <a:pt x="16999" y="99195"/>
                  <a:pt x="14734" y="96884"/>
                  <a:pt x="12992" y="94027"/>
                </a:cubicBezTo>
                <a:cubicBezTo>
                  <a:pt x="11296" y="91214"/>
                  <a:pt x="10046" y="88044"/>
                  <a:pt x="9242" y="84517"/>
                </a:cubicBezTo>
                <a:cubicBezTo>
                  <a:pt x="8438" y="80990"/>
                  <a:pt x="8036" y="77440"/>
                  <a:pt x="8036" y="73869"/>
                </a:cubicBezTo>
                <a:close/>
                <a:moveTo>
                  <a:pt x="115578" y="110702"/>
                </a:moveTo>
                <a:cubicBezTo>
                  <a:pt x="121605" y="110702"/>
                  <a:pt x="126896" y="109519"/>
                  <a:pt x="131450" y="107153"/>
                </a:cubicBezTo>
                <a:cubicBezTo>
                  <a:pt x="136004" y="104787"/>
                  <a:pt x="139665" y="101684"/>
                  <a:pt x="142433" y="97844"/>
                </a:cubicBezTo>
                <a:lnTo>
                  <a:pt x="137343" y="93960"/>
                </a:lnTo>
                <a:cubicBezTo>
                  <a:pt x="134754" y="97174"/>
                  <a:pt x="131651" y="99630"/>
                  <a:pt x="128034" y="101327"/>
                </a:cubicBezTo>
                <a:cubicBezTo>
                  <a:pt x="124418" y="103023"/>
                  <a:pt x="120377" y="103871"/>
                  <a:pt x="115913" y="103871"/>
                </a:cubicBezTo>
                <a:cubicBezTo>
                  <a:pt x="112028" y="103827"/>
                  <a:pt x="108501" y="103045"/>
                  <a:pt x="105331" y="101527"/>
                </a:cubicBezTo>
                <a:cubicBezTo>
                  <a:pt x="102161" y="100009"/>
                  <a:pt x="99438" y="97933"/>
                  <a:pt x="97161" y="95299"/>
                </a:cubicBezTo>
                <a:cubicBezTo>
                  <a:pt x="94929" y="92799"/>
                  <a:pt x="93176" y="89897"/>
                  <a:pt x="91904" y="86593"/>
                </a:cubicBezTo>
                <a:cubicBezTo>
                  <a:pt x="90631" y="83289"/>
                  <a:pt x="89906" y="79717"/>
                  <a:pt x="89727" y="75878"/>
                </a:cubicBezTo>
                <a:lnTo>
                  <a:pt x="89727" y="73668"/>
                </a:lnTo>
                <a:lnTo>
                  <a:pt x="143973" y="73668"/>
                </a:lnTo>
                <a:lnTo>
                  <a:pt x="143973" y="68779"/>
                </a:lnTo>
                <a:cubicBezTo>
                  <a:pt x="143973" y="64180"/>
                  <a:pt x="143315" y="59861"/>
                  <a:pt x="141998" y="55820"/>
                </a:cubicBezTo>
                <a:cubicBezTo>
                  <a:pt x="140681" y="51779"/>
                  <a:pt x="138772" y="48241"/>
                  <a:pt x="136272" y="45205"/>
                </a:cubicBezTo>
                <a:cubicBezTo>
                  <a:pt x="133727" y="42214"/>
                  <a:pt x="130590" y="39859"/>
                  <a:pt x="126862" y="38140"/>
                </a:cubicBezTo>
                <a:cubicBezTo>
                  <a:pt x="123134" y="36421"/>
                  <a:pt x="118882" y="35561"/>
                  <a:pt x="114104" y="35561"/>
                </a:cubicBezTo>
                <a:cubicBezTo>
                  <a:pt x="109550" y="35561"/>
                  <a:pt x="105320" y="36499"/>
                  <a:pt x="101414" y="38374"/>
                </a:cubicBezTo>
                <a:cubicBezTo>
                  <a:pt x="97507" y="40249"/>
                  <a:pt x="94103" y="42839"/>
                  <a:pt x="91201" y="46143"/>
                </a:cubicBezTo>
                <a:cubicBezTo>
                  <a:pt x="88254" y="49447"/>
                  <a:pt x="85943" y="53331"/>
                  <a:pt x="84269" y="57796"/>
                </a:cubicBezTo>
                <a:cubicBezTo>
                  <a:pt x="82595" y="62260"/>
                  <a:pt x="81758" y="67082"/>
                  <a:pt x="81758" y="72261"/>
                </a:cubicBezTo>
                <a:lnTo>
                  <a:pt x="81758" y="75141"/>
                </a:lnTo>
                <a:cubicBezTo>
                  <a:pt x="81758" y="80008"/>
                  <a:pt x="82584" y="84595"/>
                  <a:pt x="84236" y="88903"/>
                </a:cubicBezTo>
                <a:cubicBezTo>
                  <a:pt x="85888" y="93212"/>
                  <a:pt x="88209" y="96996"/>
                  <a:pt x="91201" y="100255"/>
                </a:cubicBezTo>
                <a:cubicBezTo>
                  <a:pt x="94147" y="103470"/>
                  <a:pt x="97697" y="106014"/>
                  <a:pt x="101849" y="107890"/>
                </a:cubicBezTo>
                <a:cubicBezTo>
                  <a:pt x="106001" y="109765"/>
                  <a:pt x="110577" y="110702"/>
                  <a:pt x="115578" y="110702"/>
                </a:cubicBezTo>
                <a:moveTo>
                  <a:pt x="114104" y="42459"/>
                </a:moveTo>
                <a:cubicBezTo>
                  <a:pt x="117542" y="42459"/>
                  <a:pt x="120601" y="43118"/>
                  <a:pt x="123279" y="44435"/>
                </a:cubicBezTo>
                <a:cubicBezTo>
                  <a:pt x="125958" y="45752"/>
                  <a:pt x="128235" y="47504"/>
                  <a:pt x="130110" y="49692"/>
                </a:cubicBezTo>
                <a:cubicBezTo>
                  <a:pt x="131941" y="51880"/>
                  <a:pt x="133381" y="54425"/>
                  <a:pt x="134430" y="57327"/>
                </a:cubicBezTo>
                <a:cubicBezTo>
                  <a:pt x="135479" y="60229"/>
                  <a:pt x="136004" y="63131"/>
                  <a:pt x="136004" y="66033"/>
                </a:cubicBezTo>
                <a:lnTo>
                  <a:pt x="136004" y="66770"/>
                </a:lnTo>
                <a:lnTo>
                  <a:pt x="90129" y="66770"/>
                </a:lnTo>
                <a:cubicBezTo>
                  <a:pt x="90575" y="63287"/>
                  <a:pt x="91468" y="60061"/>
                  <a:pt x="92808" y="57092"/>
                </a:cubicBezTo>
                <a:cubicBezTo>
                  <a:pt x="94147" y="54123"/>
                  <a:pt x="95866" y="51545"/>
                  <a:pt x="97965" y="49357"/>
                </a:cubicBezTo>
                <a:cubicBezTo>
                  <a:pt x="100018" y="47214"/>
                  <a:pt x="102407" y="45529"/>
                  <a:pt x="105130" y="44301"/>
                </a:cubicBezTo>
                <a:cubicBezTo>
                  <a:pt x="107854" y="43073"/>
                  <a:pt x="110845" y="42459"/>
                  <a:pt x="114104" y="42459"/>
                </a:cubicBezTo>
                <a:close/>
                <a:moveTo>
                  <a:pt x="186366" y="109363"/>
                </a:moveTo>
                <a:lnTo>
                  <a:pt x="194737" y="109363"/>
                </a:lnTo>
                <a:lnTo>
                  <a:pt x="194603" y="43531"/>
                </a:lnTo>
                <a:lnTo>
                  <a:pt x="223468" y="43531"/>
                </a:lnTo>
                <a:lnTo>
                  <a:pt x="223468" y="36901"/>
                </a:lnTo>
                <a:lnTo>
                  <a:pt x="194603" y="36901"/>
                </a:lnTo>
                <a:lnTo>
                  <a:pt x="194603" y="31141"/>
                </a:lnTo>
                <a:cubicBezTo>
                  <a:pt x="194603" y="27570"/>
                  <a:pt x="195150" y="24467"/>
                  <a:pt x="196244" y="21832"/>
                </a:cubicBezTo>
                <a:cubicBezTo>
                  <a:pt x="197338" y="19198"/>
                  <a:pt x="198823" y="17100"/>
                  <a:pt x="200698" y="15537"/>
                </a:cubicBezTo>
                <a:cubicBezTo>
                  <a:pt x="202573" y="14064"/>
                  <a:pt x="204749" y="13003"/>
                  <a:pt x="207227" y="12356"/>
                </a:cubicBezTo>
                <a:cubicBezTo>
                  <a:pt x="209705" y="11709"/>
                  <a:pt x="212529" y="11385"/>
                  <a:pt x="215699" y="11385"/>
                </a:cubicBezTo>
                <a:cubicBezTo>
                  <a:pt x="218065" y="11385"/>
                  <a:pt x="220342" y="11541"/>
                  <a:pt x="222530" y="11854"/>
                </a:cubicBezTo>
                <a:cubicBezTo>
                  <a:pt x="224718" y="12166"/>
                  <a:pt x="226772" y="12568"/>
                  <a:pt x="228691" y="13059"/>
                </a:cubicBezTo>
                <a:lnTo>
                  <a:pt x="229696" y="6228"/>
                </a:lnTo>
                <a:cubicBezTo>
                  <a:pt x="228535" y="5916"/>
                  <a:pt x="227386" y="5659"/>
                  <a:pt x="226247" y="5458"/>
                </a:cubicBezTo>
                <a:cubicBezTo>
                  <a:pt x="225109" y="5257"/>
                  <a:pt x="223959" y="5090"/>
                  <a:pt x="222798" y="4956"/>
                </a:cubicBezTo>
                <a:cubicBezTo>
                  <a:pt x="221503" y="4777"/>
                  <a:pt x="220197" y="4632"/>
                  <a:pt x="218880" y="4521"/>
                </a:cubicBezTo>
                <a:cubicBezTo>
                  <a:pt x="217563" y="4409"/>
                  <a:pt x="216213" y="4353"/>
                  <a:pt x="214829" y="4353"/>
                </a:cubicBezTo>
                <a:cubicBezTo>
                  <a:pt x="210944" y="4353"/>
                  <a:pt x="207294" y="4822"/>
                  <a:pt x="203879" y="5759"/>
                </a:cubicBezTo>
                <a:cubicBezTo>
                  <a:pt x="200463" y="6697"/>
                  <a:pt x="197483" y="8215"/>
                  <a:pt x="194938" y="10313"/>
                </a:cubicBezTo>
                <a:cubicBezTo>
                  <a:pt x="192393" y="12457"/>
                  <a:pt x="190362" y="15225"/>
                  <a:pt x="188844" y="18618"/>
                </a:cubicBezTo>
                <a:cubicBezTo>
                  <a:pt x="187326" y="22011"/>
                  <a:pt x="186545" y="26186"/>
                  <a:pt x="186500" y="31141"/>
                </a:cubicBezTo>
                <a:lnTo>
                  <a:pt x="186500" y="36901"/>
                </a:lnTo>
                <a:lnTo>
                  <a:pt x="166677" y="36901"/>
                </a:lnTo>
                <a:lnTo>
                  <a:pt x="166677" y="43531"/>
                </a:lnTo>
                <a:lnTo>
                  <a:pt x="186500" y="43531"/>
                </a:lnTo>
                <a:lnTo>
                  <a:pt x="186366" y="109363"/>
                </a:lnTo>
                <a:close/>
                <a:moveTo>
                  <a:pt x="351364" y="109363"/>
                </a:moveTo>
                <a:lnTo>
                  <a:pt x="359735" y="109363"/>
                </a:lnTo>
                <a:lnTo>
                  <a:pt x="359601" y="43531"/>
                </a:lnTo>
                <a:lnTo>
                  <a:pt x="388466" y="43531"/>
                </a:lnTo>
                <a:lnTo>
                  <a:pt x="388466" y="36901"/>
                </a:lnTo>
                <a:lnTo>
                  <a:pt x="359601" y="36901"/>
                </a:lnTo>
                <a:lnTo>
                  <a:pt x="359601" y="31141"/>
                </a:lnTo>
                <a:cubicBezTo>
                  <a:pt x="359601" y="27570"/>
                  <a:pt x="360148" y="24467"/>
                  <a:pt x="361242" y="21832"/>
                </a:cubicBezTo>
                <a:cubicBezTo>
                  <a:pt x="362336" y="19198"/>
                  <a:pt x="363820" y="17100"/>
                  <a:pt x="365696" y="15537"/>
                </a:cubicBezTo>
                <a:cubicBezTo>
                  <a:pt x="367571" y="14064"/>
                  <a:pt x="369747" y="13003"/>
                  <a:pt x="372225" y="12356"/>
                </a:cubicBezTo>
                <a:cubicBezTo>
                  <a:pt x="374703" y="11709"/>
                  <a:pt x="377527" y="11385"/>
                  <a:pt x="380697" y="11385"/>
                </a:cubicBezTo>
                <a:cubicBezTo>
                  <a:pt x="383063" y="11385"/>
                  <a:pt x="385340" y="11541"/>
                  <a:pt x="387528" y="11854"/>
                </a:cubicBezTo>
                <a:cubicBezTo>
                  <a:pt x="389716" y="12166"/>
                  <a:pt x="391769" y="12568"/>
                  <a:pt x="393689" y="13059"/>
                </a:cubicBezTo>
                <a:lnTo>
                  <a:pt x="394694" y="6228"/>
                </a:lnTo>
                <a:cubicBezTo>
                  <a:pt x="393533" y="5916"/>
                  <a:pt x="392383" y="5659"/>
                  <a:pt x="391245" y="5458"/>
                </a:cubicBezTo>
                <a:cubicBezTo>
                  <a:pt x="390106" y="5257"/>
                  <a:pt x="388957" y="5090"/>
                  <a:pt x="387796" y="4956"/>
                </a:cubicBezTo>
                <a:cubicBezTo>
                  <a:pt x="386501" y="4777"/>
                  <a:pt x="385195" y="4632"/>
                  <a:pt x="383878" y="4521"/>
                </a:cubicBezTo>
                <a:cubicBezTo>
                  <a:pt x="382561" y="4409"/>
                  <a:pt x="381210" y="4353"/>
                  <a:pt x="379826" y="4353"/>
                </a:cubicBezTo>
                <a:cubicBezTo>
                  <a:pt x="375942" y="4353"/>
                  <a:pt x="372292" y="4822"/>
                  <a:pt x="368877" y="5759"/>
                </a:cubicBezTo>
                <a:cubicBezTo>
                  <a:pt x="365461" y="6697"/>
                  <a:pt x="362481" y="8215"/>
                  <a:pt x="359936" y="10313"/>
                </a:cubicBezTo>
                <a:cubicBezTo>
                  <a:pt x="357391" y="12457"/>
                  <a:pt x="355360" y="15225"/>
                  <a:pt x="353842" y="18618"/>
                </a:cubicBezTo>
                <a:cubicBezTo>
                  <a:pt x="352324" y="22011"/>
                  <a:pt x="351542" y="26186"/>
                  <a:pt x="351498" y="31141"/>
                </a:cubicBezTo>
                <a:lnTo>
                  <a:pt x="351498" y="36901"/>
                </a:lnTo>
                <a:lnTo>
                  <a:pt x="331674" y="36901"/>
                </a:lnTo>
                <a:lnTo>
                  <a:pt x="331674" y="43531"/>
                </a:lnTo>
                <a:lnTo>
                  <a:pt x="351498" y="43531"/>
                </a:lnTo>
                <a:lnTo>
                  <a:pt x="351364" y="109363"/>
                </a:lnTo>
                <a:close/>
                <a:moveTo>
                  <a:pt x="463861" y="109363"/>
                </a:moveTo>
                <a:lnTo>
                  <a:pt x="471362" y="109363"/>
                </a:lnTo>
                <a:lnTo>
                  <a:pt x="471362" y="36901"/>
                </a:lnTo>
                <a:lnTo>
                  <a:pt x="463258" y="36901"/>
                </a:lnTo>
                <a:lnTo>
                  <a:pt x="463258" y="87932"/>
                </a:lnTo>
                <a:cubicBezTo>
                  <a:pt x="462633" y="90299"/>
                  <a:pt x="461707" y="92431"/>
                  <a:pt x="460479" y="94328"/>
                </a:cubicBezTo>
                <a:cubicBezTo>
                  <a:pt x="459251" y="96226"/>
                  <a:pt x="457744" y="97822"/>
                  <a:pt x="455958" y="99117"/>
                </a:cubicBezTo>
                <a:cubicBezTo>
                  <a:pt x="454039" y="100590"/>
                  <a:pt x="451806" y="101717"/>
                  <a:pt x="449261" y="102499"/>
                </a:cubicBezTo>
                <a:cubicBezTo>
                  <a:pt x="446717" y="103280"/>
                  <a:pt x="443881" y="103671"/>
                  <a:pt x="440756" y="103671"/>
                </a:cubicBezTo>
                <a:cubicBezTo>
                  <a:pt x="437765" y="103671"/>
                  <a:pt x="435175" y="103202"/>
                  <a:pt x="432988" y="102264"/>
                </a:cubicBezTo>
                <a:cubicBezTo>
                  <a:pt x="430800" y="101327"/>
                  <a:pt x="428969" y="99920"/>
                  <a:pt x="427496" y="98045"/>
                </a:cubicBezTo>
                <a:cubicBezTo>
                  <a:pt x="426023" y="96170"/>
                  <a:pt x="424929" y="93859"/>
                  <a:pt x="424214" y="91114"/>
                </a:cubicBezTo>
                <a:cubicBezTo>
                  <a:pt x="423500" y="88368"/>
                  <a:pt x="423143" y="85187"/>
                  <a:pt x="423143" y="81570"/>
                </a:cubicBezTo>
                <a:lnTo>
                  <a:pt x="423143" y="36901"/>
                </a:lnTo>
                <a:lnTo>
                  <a:pt x="415106" y="36901"/>
                </a:lnTo>
                <a:lnTo>
                  <a:pt x="415106" y="81436"/>
                </a:lnTo>
                <a:cubicBezTo>
                  <a:pt x="415151" y="86080"/>
                  <a:pt x="415709" y="90221"/>
                  <a:pt x="416781" y="93859"/>
                </a:cubicBezTo>
                <a:cubicBezTo>
                  <a:pt x="417852" y="97498"/>
                  <a:pt x="419437" y="100545"/>
                  <a:pt x="421536" y="103001"/>
                </a:cubicBezTo>
                <a:cubicBezTo>
                  <a:pt x="423634" y="105501"/>
                  <a:pt x="426212" y="107410"/>
                  <a:pt x="429271" y="108727"/>
                </a:cubicBezTo>
                <a:cubicBezTo>
                  <a:pt x="432329" y="110044"/>
                  <a:pt x="435867" y="110702"/>
                  <a:pt x="439885" y="110702"/>
                </a:cubicBezTo>
                <a:cubicBezTo>
                  <a:pt x="445332" y="110702"/>
                  <a:pt x="450043" y="109575"/>
                  <a:pt x="454016" y="107320"/>
                </a:cubicBezTo>
                <a:cubicBezTo>
                  <a:pt x="457990" y="105066"/>
                  <a:pt x="461160" y="101929"/>
                  <a:pt x="463526" y="97911"/>
                </a:cubicBezTo>
                <a:lnTo>
                  <a:pt x="463861" y="109363"/>
                </a:lnTo>
                <a:close/>
                <a:moveTo>
                  <a:pt x="497614" y="109363"/>
                </a:moveTo>
                <a:lnTo>
                  <a:pt x="505650" y="109363"/>
                </a:lnTo>
                <a:lnTo>
                  <a:pt x="505650" y="59872"/>
                </a:lnTo>
                <a:cubicBezTo>
                  <a:pt x="506409" y="57505"/>
                  <a:pt x="507492" y="55295"/>
                  <a:pt x="508898" y="53242"/>
                </a:cubicBezTo>
                <a:cubicBezTo>
                  <a:pt x="510305" y="51188"/>
                  <a:pt x="511923" y="49402"/>
                  <a:pt x="513754" y="47884"/>
                </a:cubicBezTo>
                <a:cubicBezTo>
                  <a:pt x="515763" y="46277"/>
                  <a:pt x="517995" y="44993"/>
                  <a:pt x="520451" y="44033"/>
                </a:cubicBezTo>
                <a:cubicBezTo>
                  <a:pt x="522906" y="43073"/>
                  <a:pt x="525518" y="42593"/>
                  <a:pt x="528286" y="42593"/>
                </a:cubicBezTo>
                <a:cubicBezTo>
                  <a:pt x="531456" y="42549"/>
                  <a:pt x="534191" y="42973"/>
                  <a:pt x="536490" y="43866"/>
                </a:cubicBezTo>
                <a:cubicBezTo>
                  <a:pt x="538789" y="44759"/>
                  <a:pt x="540720" y="46076"/>
                  <a:pt x="542283" y="47817"/>
                </a:cubicBezTo>
                <a:cubicBezTo>
                  <a:pt x="543801" y="49558"/>
                  <a:pt x="544928" y="51701"/>
                  <a:pt x="545665" y="54246"/>
                </a:cubicBezTo>
                <a:cubicBezTo>
                  <a:pt x="546402" y="56791"/>
                  <a:pt x="546792" y="59715"/>
                  <a:pt x="546837" y="63019"/>
                </a:cubicBezTo>
                <a:lnTo>
                  <a:pt x="546837" y="109363"/>
                </a:lnTo>
                <a:lnTo>
                  <a:pt x="554873" y="109363"/>
                </a:lnTo>
                <a:lnTo>
                  <a:pt x="554806" y="62885"/>
                </a:lnTo>
                <a:cubicBezTo>
                  <a:pt x="554806" y="58555"/>
                  <a:pt x="554271" y="54682"/>
                  <a:pt x="553199" y="51266"/>
                </a:cubicBezTo>
                <a:cubicBezTo>
                  <a:pt x="552128" y="47851"/>
                  <a:pt x="550565" y="44982"/>
                  <a:pt x="548511" y="42660"/>
                </a:cubicBezTo>
                <a:cubicBezTo>
                  <a:pt x="546413" y="40339"/>
                  <a:pt x="543834" y="38575"/>
                  <a:pt x="540776" y="37370"/>
                </a:cubicBezTo>
                <a:cubicBezTo>
                  <a:pt x="537718" y="36164"/>
                  <a:pt x="534202" y="35561"/>
                  <a:pt x="530228" y="35561"/>
                </a:cubicBezTo>
                <a:cubicBezTo>
                  <a:pt x="527237" y="35561"/>
                  <a:pt x="524424" y="35997"/>
                  <a:pt x="521790" y="36867"/>
                </a:cubicBezTo>
                <a:cubicBezTo>
                  <a:pt x="519156" y="37738"/>
                  <a:pt x="516723" y="38955"/>
                  <a:pt x="514490" y="40517"/>
                </a:cubicBezTo>
                <a:cubicBezTo>
                  <a:pt x="512615" y="41812"/>
                  <a:pt x="510918" y="43352"/>
                  <a:pt x="509400" y="45138"/>
                </a:cubicBezTo>
                <a:cubicBezTo>
                  <a:pt x="507882" y="46924"/>
                  <a:pt x="506565" y="48866"/>
                  <a:pt x="505449" y="50965"/>
                </a:cubicBezTo>
                <a:lnTo>
                  <a:pt x="505047" y="36901"/>
                </a:lnTo>
                <a:lnTo>
                  <a:pt x="497614" y="36901"/>
                </a:lnTo>
                <a:lnTo>
                  <a:pt x="497614" y="109363"/>
                </a:lnTo>
                <a:close/>
                <a:moveTo>
                  <a:pt x="609374" y="103871"/>
                </a:moveTo>
                <a:cubicBezTo>
                  <a:pt x="605088" y="103871"/>
                  <a:pt x="601460" y="103023"/>
                  <a:pt x="598491" y="101327"/>
                </a:cubicBezTo>
                <a:cubicBezTo>
                  <a:pt x="595522" y="99630"/>
                  <a:pt x="593122" y="97398"/>
                  <a:pt x="591292" y="94629"/>
                </a:cubicBezTo>
                <a:cubicBezTo>
                  <a:pt x="589372" y="91861"/>
                  <a:pt x="587988" y="88736"/>
                  <a:pt x="587140" y="85254"/>
                </a:cubicBezTo>
                <a:cubicBezTo>
                  <a:pt x="586291" y="81771"/>
                  <a:pt x="585845" y="78199"/>
                  <a:pt x="585800" y="74538"/>
                </a:cubicBezTo>
                <a:lnTo>
                  <a:pt x="585800" y="71726"/>
                </a:lnTo>
                <a:cubicBezTo>
                  <a:pt x="585845" y="68109"/>
                  <a:pt x="586291" y="64560"/>
                  <a:pt x="587140" y="61077"/>
                </a:cubicBezTo>
                <a:cubicBezTo>
                  <a:pt x="587988" y="57595"/>
                  <a:pt x="589372" y="54447"/>
                  <a:pt x="591292" y="51634"/>
                </a:cubicBezTo>
                <a:cubicBezTo>
                  <a:pt x="593167" y="48911"/>
                  <a:pt x="595578" y="46701"/>
                  <a:pt x="598525" y="45004"/>
                </a:cubicBezTo>
                <a:cubicBezTo>
                  <a:pt x="601471" y="43308"/>
                  <a:pt x="605065" y="42459"/>
                  <a:pt x="609307" y="42459"/>
                </a:cubicBezTo>
                <a:cubicBezTo>
                  <a:pt x="612164" y="42459"/>
                  <a:pt x="614832" y="42928"/>
                  <a:pt x="617310" y="43866"/>
                </a:cubicBezTo>
                <a:cubicBezTo>
                  <a:pt x="619788" y="44803"/>
                  <a:pt x="621964" y="46098"/>
                  <a:pt x="623839" y="47750"/>
                </a:cubicBezTo>
                <a:cubicBezTo>
                  <a:pt x="625670" y="49447"/>
                  <a:pt x="627132" y="51445"/>
                  <a:pt x="628226" y="53744"/>
                </a:cubicBezTo>
                <a:cubicBezTo>
                  <a:pt x="629320" y="56043"/>
                  <a:pt x="629956" y="58555"/>
                  <a:pt x="630135" y="61278"/>
                </a:cubicBezTo>
                <a:lnTo>
                  <a:pt x="637769" y="61278"/>
                </a:lnTo>
                <a:cubicBezTo>
                  <a:pt x="637635" y="57572"/>
                  <a:pt x="636832" y="54135"/>
                  <a:pt x="635358" y="50965"/>
                </a:cubicBezTo>
                <a:cubicBezTo>
                  <a:pt x="633885" y="47795"/>
                  <a:pt x="631898" y="45071"/>
                  <a:pt x="629398" y="42794"/>
                </a:cubicBezTo>
                <a:cubicBezTo>
                  <a:pt x="626853" y="40517"/>
                  <a:pt x="623873" y="38742"/>
                  <a:pt x="620457" y="37470"/>
                </a:cubicBezTo>
                <a:cubicBezTo>
                  <a:pt x="617042" y="36198"/>
                  <a:pt x="613325" y="35561"/>
                  <a:pt x="609307" y="35561"/>
                </a:cubicBezTo>
                <a:cubicBezTo>
                  <a:pt x="603994" y="35561"/>
                  <a:pt x="599373" y="36566"/>
                  <a:pt x="595444" y="38575"/>
                </a:cubicBezTo>
                <a:cubicBezTo>
                  <a:pt x="591515" y="40584"/>
                  <a:pt x="588256" y="43241"/>
                  <a:pt x="585666" y="46545"/>
                </a:cubicBezTo>
                <a:cubicBezTo>
                  <a:pt x="583032" y="49938"/>
                  <a:pt x="581068" y="53811"/>
                  <a:pt x="579773" y="58164"/>
                </a:cubicBezTo>
                <a:cubicBezTo>
                  <a:pt x="578478" y="62517"/>
                  <a:pt x="577808" y="67038"/>
                  <a:pt x="577764" y="71726"/>
                </a:cubicBezTo>
                <a:lnTo>
                  <a:pt x="577764" y="74538"/>
                </a:lnTo>
                <a:cubicBezTo>
                  <a:pt x="577808" y="79226"/>
                  <a:pt x="578478" y="83747"/>
                  <a:pt x="579773" y="88100"/>
                </a:cubicBezTo>
                <a:cubicBezTo>
                  <a:pt x="581068" y="92453"/>
                  <a:pt x="583032" y="96281"/>
                  <a:pt x="585666" y="99585"/>
                </a:cubicBezTo>
                <a:cubicBezTo>
                  <a:pt x="588300" y="102978"/>
                  <a:pt x="591582" y="105680"/>
                  <a:pt x="595511" y="107689"/>
                </a:cubicBezTo>
                <a:cubicBezTo>
                  <a:pt x="599440" y="109698"/>
                  <a:pt x="604061" y="110702"/>
                  <a:pt x="609374" y="110702"/>
                </a:cubicBezTo>
                <a:cubicBezTo>
                  <a:pt x="613035" y="110702"/>
                  <a:pt x="616551" y="110100"/>
                  <a:pt x="619922" y="108894"/>
                </a:cubicBezTo>
                <a:cubicBezTo>
                  <a:pt x="623293" y="107689"/>
                  <a:pt x="626273" y="106037"/>
                  <a:pt x="628862" y="103938"/>
                </a:cubicBezTo>
                <a:cubicBezTo>
                  <a:pt x="631407" y="101840"/>
                  <a:pt x="633483" y="99340"/>
                  <a:pt x="635091" y="96438"/>
                </a:cubicBezTo>
                <a:cubicBezTo>
                  <a:pt x="636698" y="93536"/>
                  <a:pt x="637591" y="90366"/>
                  <a:pt x="637769" y="86928"/>
                </a:cubicBezTo>
                <a:lnTo>
                  <a:pt x="630135" y="86928"/>
                </a:lnTo>
                <a:cubicBezTo>
                  <a:pt x="629911" y="89517"/>
                  <a:pt x="629219" y="91861"/>
                  <a:pt x="628059" y="93960"/>
                </a:cubicBezTo>
                <a:cubicBezTo>
                  <a:pt x="626898" y="96058"/>
                  <a:pt x="625380" y="97822"/>
                  <a:pt x="623505" y="99250"/>
                </a:cubicBezTo>
                <a:cubicBezTo>
                  <a:pt x="621585" y="100768"/>
                  <a:pt x="619408" y="101918"/>
                  <a:pt x="616975" y="102699"/>
                </a:cubicBezTo>
                <a:cubicBezTo>
                  <a:pt x="614542" y="103481"/>
                  <a:pt x="612008" y="103871"/>
                  <a:pt x="609374" y="103871"/>
                </a:cubicBezTo>
                <a:close/>
                <a:moveTo>
                  <a:pt x="689400" y="18350"/>
                </a:moveTo>
                <a:lnTo>
                  <a:pt x="681230" y="18350"/>
                </a:lnTo>
                <a:lnTo>
                  <a:pt x="681230" y="36901"/>
                </a:lnTo>
                <a:lnTo>
                  <a:pt x="661072" y="36901"/>
                </a:lnTo>
                <a:lnTo>
                  <a:pt x="661072" y="43531"/>
                </a:lnTo>
                <a:lnTo>
                  <a:pt x="681230" y="43531"/>
                </a:lnTo>
                <a:lnTo>
                  <a:pt x="681230" y="88937"/>
                </a:lnTo>
                <a:cubicBezTo>
                  <a:pt x="681275" y="92911"/>
                  <a:pt x="681866" y="96270"/>
                  <a:pt x="683005" y="99016"/>
                </a:cubicBezTo>
                <a:cubicBezTo>
                  <a:pt x="684143" y="101762"/>
                  <a:pt x="685717" y="104005"/>
                  <a:pt x="687726" y="105747"/>
                </a:cubicBezTo>
                <a:cubicBezTo>
                  <a:pt x="689735" y="107488"/>
                  <a:pt x="692113" y="108749"/>
                  <a:pt x="694859" y="109530"/>
                </a:cubicBezTo>
                <a:cubicBezTo>
                  <a:pt x="697604" y="110312"/>
                  <a:pt x="700585" y="110702"/>
                  <a:pt x="703799" y="110702"/>
                </a:cubicBezTo>
                <a:cubicBezTo>
                  <a:pt x="705362" y="110702"/>
                  <a:pt x="706936" y="110647"/>
                  <a:pt x="708521" y="110535"/>
                </a:cubicBezTo>
                <a:cubicBezTo>
                  <a:pt x="710106" y="110423"/>
                  <a:pt x="711635" y="110256"/>
                  <a:pt x="713108" y="110033"/>
                </a:cubicBezTo>
                <a:cubicBezTo>
                  <a:pt x="714269" y="109854"/>
                  <a:pt x="715374" y="109620"/>
                  <a:pt x="716423" y="109330"/>
                </a:cubicBezTo>
                <a:cubicBezTo>
                  <a:pt x="717472" y="109039"/>
                  <a:pt x="718421" y="108716"/>
                  <a:pt x="719269" y="108358"/>
                </a:cubicBezTo>
                <a:lnTo>
                  <a:pt x="717997" y="102264"/>
                </a:lnTo>
                <a:cubicBezTo>
                  <a:pt x="717327" y="102353"/>
                  <a:pt x="716546" y="102476"/>
                  <a:pt x="715653" y="102632"/>
                </a:cubicBezTo>
                <a:cubicBezTo>
                  <a:pt x="714760" y="102789"/>
                  <a:pt x="713822" y="102934"/>
                  <a:pt x="712840" y="103068"/>
                </a:cubicBezTo>
                <a:cubicBezTo>
                  <a:pt x="711590" y="103246"/>
                  <a:pt x="710318" y="103380"/>
                  <a:pt x="709023" y="103470"/>
                </a:cubicBezTo>
                <a:cubicBezTo>
                  <a:pt x="707728" y="103559"/>
                  <a:pt x="706433" y="103604"/>
                  <a:pt x="705139" y="103604"/>
                </a:cubicBezTo>
                <a:cubicBezTo>
                  <a:pt x="702951" y="103604"/>
                  <a:pt x="700908" y="103358"/>
                  <a:pt x="699011" y="102867"/>
                </a:cubicBezTo>
                <a:cubicBezTo>
                  <a:pt x="697113" y="102376"/>
                  <a:pt x="695450" y="101550"/>
                  <a:pt x="694021" y="100389"/>
                </a:cubicBezTo>
                <a:cubicBezTo>
                  <a:pt x="692593" y="99273"/>
                  <a:pt x="691465" y="97788"/>
                  <a:pt x="690639" y="95935"/>
                </a:cubicBezTo>
                <a:cubicBezTo>
                  <a:pt x="689813" y="94083"/>
                  <a:pt x="689378" y="91750"/>
                  <a:pt x="689333" y="88937"/>
                </a:cubicBezTo>
                <a:lnTo>
                  <a:pt x="689333" y="43531"/>
                </a:lnTo>
                <a:lnTo>
                  <a:pt x="716189" y="43531"/>
                </a:lnTo>
                <a:lnTo>
                  <a:pt x="716189" y="36901"/>
                </a:lnTo>
                <a:lnTo>
                  <a:pt x="689333" y="36901"/>
                </a:lnTo>
                <a:lnTo>
                  <a:pt x="689400" y="18350"/>
                </a:lnTo>
                <a:close/>
                <a:moveTo>
                  <a:pt x="746781" y="36901"/>
                </a:moveTo>
                <a:lnTo>
                  <a:pt x="746781" y="44067"/>
                </a:lnTo>
                <a:lnTo>
                  <a:pt x="772431" y="44067"/>
                </a:lnTo>
                <a:lnTo>
                  <a:pt x="772431" y="102197"/>
                </a:lnTo>
                <a:lnTo>
                  <a:pt x="746781" y="102197"/>
                </a:lnTo>
                <a:lnTo>
                  <a:pt x="746781" y="109363"/>
                </a:lnTo>
                <a:lnTo>
                  <a:pt x="805112" y="109363"/>
                </a:lnTo>
                <a:lnTo>
                  <a:pt x="805112" y="102197"/>
                </a:lnTo>
                <a:lnTo>
                  <a:pt x="780400" y="102197"/>
                </a:lnTo>
                <a:lnTo>
                  <a:pt x="780400" y="36901"/>
                </a:lnTo>
                <a:lnTo>
                  <a:pt x="746781" y="36901"/>
                </a:lnTo>
                <a:moveTo>
                  <a:pt x="770087" y="17078"/>
                </a:moveTo>
                <a:cubicBezTo>
                  <a:pt x="770087" y="18685"/>
                  <a:pt x="770556" y="20069"/>
                  <a:pt x="771493" y="21230"/>
                </a:cubicBezTo>
                <a:cubicBezTo>
                  <a:pt x="772431" y="22391"/>
                  <a:pt x="773971" y="22971"/>
                  <a:pt x="776114" y="22971"/>
                </a:cubicBezTo>
                <a:cubicBezTo>
                  <a:pt x="778257" y="22971"/>
                  <a:pt x="779809" y="22391"/>
                  <a:pt x="780769" y="21230"/>
                </a:cubicBezTo>
                <a:cubicBezTo>
                  <a:pt x="781729" y="20069"/>
                  <a:pt x="782209" y="18685"/>
                  <a:pt x="782209" y="17078"/>
                </a:cubicBezTo>
                <a:cubicBezTo>
                  <a:pt x="782209" y="16185"/>
                  <a:pt x="782086" y="15359"/>
                  <a:pt x="781840" y="14600"/>
                </a:cubicBezTo>
                <a:cubicBezTo>
                  <a:pt x="781595" y="13841"/>
                  <a:pt x="781204" y="13171"/>
                  <a:pt x="780668" y="12590"/>
                </a:cubicBezTo>
                <a:cubicBezTo>
                  <a:pt x="780177" y="12099"/>
                  <a:pt x="779552" y="11698"/>
                  <a:pt x="778793" y="11385"/>
                </a:cubicBezTo>
                <a:cubicBezTo>
                  <a:pt x="778034" y="11072"/>
                  <a:pt x="777141" y="10916"/>
                  <a:pt x="776114" y="10916"/>
                </a:cubicBezTo>
                <a:cubicBezTo>
                  <a:pt x="775087" y="10916"/>
                  <a:pt x="774194" y="11072"/>
                  <a:pt x="773435" y="11385"/>
                </a:cubicBezTo>
                <a:cubicBezTo>
                  <a:pt x="772676" y="11698"/>
                  <a:pt x="772051" y="12099"/>
                  <a:pt x="771560" y="12590"/>
                </a:cubicBezTo>
                <a:cubicBezTo>
                  <a:pt x="771024" y="13171"/>
                  <a:pt x="770645" y="13852"/>
                  <a:pt x="770422" y="14633"/>
                </a:cubicBezTo>
                <a:cubicBezTo>
                  <a:pt x="770198" y="15414"/>
                  <a:pt x="770087" y="16229"/>
                  <a:pt x="770087" y="17078"/>
                </a:cubicBezTo>
                <a:close/>
                <a:moveTo>
                  <a:pt x="823663" y="72060"/>
                </a:moveTo>
                <a:lnTo>
                  <a:pt x="823663" y="74203"/>
                </a:lnTo>
                <a:cubicBezTo>
                  <a:pt x="823663" y="79159"/>
                  <a:pt x="824399" y="83847"/>
                  <a:pt x="825873" y="88267"/>
                </a:cubicBezTo>
                <a:cubicBezTo>
                  <a:pt x="827346" y="92687"/>
                  <a:pt x="829489" y="96549"/>
                  <a:pt x="832302" y="99853"/>
                </a:cubicBezTo>
                <a:cubicBezTo>
                  <a:pt x="835025" y="103202"/>
                  <a:pt x="838396" y="105847"/>
                  <a:pt x="842415" y="107789"/>
                </a:cubicBezTo>
                <a:cubicBezTo>
                  <a:pt x="846433" y="109731"/>
                  <a:pt x="850987" y="110702"/>
                  <a:pt x="856077" y="110702"/>
                </a:cubicBezTo>
                <a:cubicBezTo>
                  <a:pt x="861122" y="110702"/>
                  <a:pt x="865642" y="109720"/>
                  <a:pt x="869638" y="107756"/>
                </a:cubicBezTo>
                <a:cubicBezTo>
                  <a:pt x="873634" y="105791"/>
                  <a:pt x="877016" y="103157"/>
                  <a:pt x="879784" y="99853"/>
                </a:cubicBezTo>
                <a:cubicBezTo>
                  <a:pt x="882508" y="96505"/>
                  <a:pt x="884606" y="92632"/>
                  <a:pt x="886079" y="88234"/>
                </a:cubicBezTo>
                <a:cubicBezTo>
                  <a:pt x="887553" y="83836"/>
                  <a:pt x="888289" y="79159"/>
                  <a:pt x="888289" y="74203"/>
                </a:cubicBezTo>
                <a:lnTo>
                  <a:pt x="888289" y="72060"/>
                </a:lnTo>
                <a:cubicBezTo>
                  <a:pt x="888289" y="67105"/>
                  <a:pt x="887553" y="62417"/>
                  <a:pt x="886079" y="57997"/>
                </a:cubicBezTo>
                <a:cubicBezTo>
                  <a:pt x="884606" y="53576"/>
                  <a:pt x="882485" y="49715"/>
                  <a:pt x="879717" y="46411"/>
                </a:cubicBezTo>
                <a:cubicBezTo>
                  <a:pt x="876949" y="43062"/>
                  <a:pt x="873567" y="40417"/>
                  <a:pt x="869571" y="38475"/>
                </a:cubicBezTo>
                <a:cubicBezTo>
                  <a:pt x="865575" y="36532"/>
                  <a:pt x="861032" y="35561"/>
                  <a:pt x="855943" y="35561"/>
                </a:cubicBezTo>
                <a:cubicBezTo>
                  <a:pt x="850853" y="35561"/>
                  <a:pt x="846321" y="36544"/>
                  <a:pt x="842348" y="38508"/>
                </a:cubicBezTo>
                <a:cubicBezTo>
                  <a:pt x="838374" y="40473"/>
                  <a:pt x="835003" y="43107"/>
                  <a:pt x="832235" y="46411"/>
                </a:cubicBezTo>
                <a:cubicBezTo>
                  <a:pt x="829467" y="49759"/>
                  <a:pt x="827346" y="53643"/>
                  <a:pt x="825873" y="58064"/>
                </a:cubicBezTo>
                <a:cubicBezTo>
                  <a:pt x="824399" y="62484"/>
                  <a:pt x="823663" y="67149"/>
                  <a:pt x="823663" y="72060"/>
                </a:cubicBezTo>
                <a:moveTo>
                  <a:pt x="831632" y="74203"/>
                </a:moveTo>
                <a:lnTo>
                  <a:pt x="831632" y="72060"/>
                </a:lnTo>
                <a:cubicBezTo>
                  <a:pt x="831677" y="68265"/>
                  <a:pt x="832224" y="64582"/>
                  <a:pt x="833273" y="61010"/>
                </a:cubicBezTo>
                <a:cubicBezTo>
                  <a:pt x="834322" y="57438"/>
                  <a:pt x="835896" y="54291"/>
                  <a:pt x="837994" y="51567"/>
                </a:cubicBezTo>
                <a:cubicBezTo>
                  <a:pt x="840004" y="48799"/>
                  <a:pt x="842515" y="46589"/>
                  <a:pt x="845529" y="44937"/>
                </a:cubicBezTo>
                <a:cubicBezTo>
                  <a:pt x="848542" y="43285"/>
                  <a:pt x="852014" y="42459"/>
                  <a:pt x="855943" y="42459"/>
                </a:cubicBezTo>
                <a:cubicBezTo>
                  <a:pt x="859872" y="42459"/>
                  <a:pt x="863343" y="43285"/>
                  <a:pt x="866357" y="44937"/>
                </a:cubicBezTo>
                <a:cubicBezTo>
                  <a:pt x="869370" y="46589"/>
                  <a:pt x="871926" y="48799"/>
                  <a:pt x="874025" y="51567"/>
                </a:cubicBezTo>
                <a:cubicBezTo>
                  <a:pt x="876034" y="54291"/>
                  <a:pt x="877574" y="57438"/>
                  <a:pt x="878646" y="61010"/>
                </a:cubicBezTo>
                <a:cubicBezTo>
                  <a:pt x="879717" y="64582"/>
                  <a:pt x="880275" y="68265"/>
                  <a:pt x="880320" y="72060"/>
                </a:cubicBezTo>
                <a:lnTo>
                  <a:pt x="880320" y="74203"/>
                </a:lnTo>
                <a:cubicBezTo>
                  <a:pt x="880275" y="78043"/>
                  <a:pt x="879728" y="81749"/>
                  <a:pt x="878679" y="85321"/>
                </a:cubicBezTo>
                <a:cubicBezTo>
                  <a:pt x="877630" y="88892"/>
                  <a:pt x="876101" y="92040"/>
                  <a:pt x="874092" y="94763"/>
                </a:cubicBezTo>
                <a:cubicBezTo>
                  <a:pt x="871993" y="97532"/>
                  <a:pt x="869448" y="99742"/>
                  <a:pt x="866457" y="101394"/>
                </a:cubicBezTo>
                <a:cubicBezTo>
                  <a:pt x="863466" y="103045"/>
                  <a:pt x="860006" y="103871"/>
                  <a:pt x="856077" y="103871"/>
                </a:cubicBezTo>
                <a:cubicBezTo>
                  <a:pt x="852103" y="103871"/>
                  <a:pt x="848598" y="103045"/>
                  <a:pt x="845562" y="101394"/>
                </a:cubicBezTo>
                <a:cubicBezTo>
                  <a:pt x="842526" y="99742"/>
                  <a:pt x="840004" y="97554"/>
                  <a:pt x="837994" y="94830"/>
                </a:cubicBezTo>
                <a:cubicBezTo>
                  <a:pt x="835896" y="92062"/>
                  <a:pt x="834322" y="88892"/>
                  <a:pt x="833273" y="85321"/>
                </a:cubicBezTo>
                <a:cubicBezTo>
                  <a:pt x="832224" y="81749"/>
                  <a:pt x="831677" y="78043"/>
                  <a:pt x="831632" y="74203"/>
                </a:cubicBezTo>
                <a:close/>
                <a:moveTo>
                  <a:pt x="910041" y="109363"/>
                </a:moveTo>
                <a:lnTo>
                  <a:pt x="918078" y="109363"/>
                </a:lnTo>
                <a:lnTo>
                  <a:pt x="918078" y="59872"/>
                </a:lnTo>
                <a:cubicBezTo>
                  <a:pt x="918837" y="57505"/>
                  <a:pt x="919920" y="55295"/>
                  <a:pt x="921326" y="53242"/>
                </a:cubicBezTo>
                <a:cubicBezTo>
                  <a:pt x="922732" y="51188"/>
                  <a:pt x="924351" y="49402"/>
                  <a:pt x="926181" y="47884"/>
                </a:cubicBezTo>
                <a:cubicBezTo>
                  <a:pt x="928190" y="46277"/>
                  <a:pt x="930423" y="44993"/>
                  <a:pt x="932878" y="44033"/>
                </a:cubicBezTo>
                <a:cubicBezTo>
                  <a:pt x="935334" y="43073"/>
                  <a:pt x="937946" y="42593"/>
                  <a:pt x="940714" y="42593"/>
                </a:cubicBezTo>
                <a:cubicBezTo>
                  <a:pt x="943884" y="42549"/>
                  <a:pt x="946619" y="42973"/>
                  <a:pt x="948918" y="43866"/>
                </a:cubicBezTo>
                <a:cubicBezTo>
                  <a:pt x="951217" y="44759"/>
                  <a:pt x="953148" y="46076"/>
                  <a:pt x="954711" y="47817"/>
                </a:cubicBezTo>
                <a:cubicBezTo>
                  <a:pt x="956229" y="49558"/>
                  <a:pt x="957356" y="51701"/>
                  <a:pt x="958093" y="54246"/>
                </a:cubicBezTo>
                <a:cubicBezTo>
                  <a:pt x="958830" y="56791"/>
                  <a:pt x="959220" y="59715"/>
                  <a:pt x="959265" y="63019"/>
                </a:cubicBezTo>
                <a:lnTo>
                  <a:pt x="959265" y="109363"/>
                </a:lnTo>
                <a:lnTo>
                  <a:pt x="967301" y="109363"/>
                </a:lnTo>
                <a:lnTo>
                  <a:pt x="967234" y="62885"/>
                </a:lnTo>
                <a:cubicBezTo>
                  <a:pt x="967234" y="58555"/>
                  <a:pt x="966699" y="54682"/>
                  <a:pt x="965627" y="51266"/>
                </a:cubicBezTo>
                <a:cubicBezTo>
                  <a:pt x="964555" y="47851"/>
                  <a:pt x="962993" y="44982"/>
                  <a:pt x="960939" y="42660"/>
                </a:cubicBezTo>
                <a:cubicBezTo>
                  <a:pt x="958841" y="40339"/>
                  <a:pt x="956262" y="38575"/>
                  <a:pt x="953204" y="37370"/>
                </a:cubicBezTo>
                <a:cubicBezTo>
                  <a:pt x="950146" y="36164"/>
                  <a:pt x="946630" y="35561"/>
                  <a:pt x="942656" y="35561"/>
                </a:cubicBezTo>
                <a:cubicBezTo>
                  <a:pt x="939665" y="35561"/>
                  <a:pt x="936852" y="35997"/>
                  <a:pt x="934218" y="36867"/>
                </a:cubicBezTo>
                <a:cubicBezTo>
                  <a:pt x="931584" y="37738"/>
                  <a:pt x="929150" y="38955"/>
                  <a:pt x="926918" y="40517"/>
                </a:cubicBezTo>
                <a:cubicBezTo>
                  <a:pt x="925043" y="41812"/>
                  <a:pt x="923346" y="43352"/>
                  <a:pt x="921828" y="45138"/>
                </a:cubicBezTo>
                <a:cubicBezTo>
                  <a:pt x="920310" y="46924"/>
                  <a:pt x="918993" y="48866"/>
                  <a:pt x="917877" y="50965"/>
                </a:cubicBezTo>
                <a:lnTo>
                  <a:pt x="917475" y="36901"/>
                </a:lnTo>
                <a:lnTo>
                  <a:pt x="910041" y="36901"/>
                </a:lnTo>
                <a:lnTo>
                  <a:pt x="910041" y="109363"/>
                </a:lnTo>
                <a:close/>
                <a:moveTo>
                  <a:pt x="1005404" y="69917"/>
                </a:moveTo>
                <a:lnTo>
                  <a:pt x="1005404" y="70922"/>
                </a:lnTo>
                <a:cubicBezTo>
                  <a:pt x="1005404" y="76101"/>
                  <a:pt x="1005750" y="81168"/>
                  <a:pt x="1006442" y="86124"/>
                </a:cubicBezTo>
                <a:cubicBezTo>
                  <a:pt x="1007134" y="91080"/>
                  <a:pt x="1008128" y="95835"/>
                  <a:pt x="1009422" y="100389"/>
                </a:cubicBezTo>
                <a:cubicBezTo>
                  <a:pt x="1010672" y="104988"/>
                  <a:pt x="1012202" y="109341"/>
                  <a:pt x="1014010" y="113448"/>
                </a:cubicBezTo>
                <a:cubicBezTo>
                  <a:pt x="1015818" y="117556"/>
                  <a:pt x="1017861" y="121328"/>
                  <a:pt x="1020138" y="124766"/>
                </a:cubicBezTo>
                <a:cubicBezTo>
                  <a:pt x="1022370" y="128249"/>
                  <a:pt x="1024792" y="131341"/>
                  <a:pt x="1027404" y="134042"/>
                </a:cubicBezTo>
                <a:cubicBezTo>
                  <a:pt x="1030016" y="136743"/>
                  <a:pt x="1032750" y="139009"/>
                  <a:pt x="1035608" y="140839"/>
                </a:cubicBezTo>
                <a:lnTo>
                  <a:pt x="1037550" y="135615"/>
                </a:lnTo>
                <a:cubicBezTo>
                  <a:pt x="1035050" y="133740"/>
                  <a:pt x="1032717" y="131497"/>
                  <a:pt x="1030552" y="128885"/>
                </a:cubicBezTo>
                <a:cubicBezTo>
                  <a:pt x="1028386" y="126273"/>
                  <a:pt x="1026411" y="123382"/>
                  <a:pt x="1024625" y="120212"/>
                </a:cubicBezTo>
                <a:cubicBezTo>
                  <a:pt x="1022883" y="116953"/>
                  <a:pt x="1021310" y="113404"/>
                  <a:pt x="1019903" y="109564"/>
                </a:cubicBezTo>
                <a:cubicBezTo>
                  <a:pt x="1018497" y="105724"/>
                  <a:pt x="1017303" y="101728"/>
                  <a:pt x="1016320" y="97576"/>
                </a:cubicBezTo>
                <a:cubicBezTo>
                  <a:pt x="1015383" y="93424"/>
                  <a:pt x="1014668" y="89116"/>
                  <a:pt x="1014177" y="84651"/>
                </a:cubicBezTo>
                <a:cubicBezTo>
                  <a:pt x="1013686" y="80186"/>
                  <a:pt x="1013418" y="75654"/>
                  <a:pt x="1013374" y="71056"/>
                </a:cubicBezTo>
                <a:lnTo>
                  <a:pt x="1013374" y="69716"/>
                </a:lnTo>
                <a:cubicBezTo>
                  <a:pt x="1013374" y="65028"/>
                  <a:pt x="1013641" y="60407"/>
                  <a:pt x="1014177" y="55853"/>
                </a:cubicBezTo>
                <a:cubicBezTo>
                  <a:pt x="1014713" y="51299"/>
                  <a:pt x="1015472" y="46924"/>
                  <a:pt x="1016454" y="42727"/>
                </a:cubicBezTo>
                <a:cubicBezTo>
                  <a:pt x="1017481" y="38307"/>
                  <a:pt x="1018787" y="34099"/>
                  <a:pt x="1020372" y="30103"/>
                </a:cubicBezTo>
                <a:cubicBezTo>
                  <a:pt x="1021957" y="26107"/>
                  <a:pt x="1023732" y="22457"/>
                  <a:pt x="1025696" y="19154"/>
                </a:cubicBezTo>
                <a:cubicBezTo>
                  <a:pt x="1027348" y="16341"/>
                  <a:pt x="1029156" y="13774"/>
                  <a:pt x="1031121" y="11452"/>
                </a:cubicBezTo>
                <a:cubicBezTo>
                  <a:pt x="1033085" y="9130"/>
                  <a:pt x="1035228" y="7144"/>
                  <a:pt x="1037550" y="5492"/>
                </a:cubicBezTo>
                <a:lnTo>
                  <a:pt x="1035608" y="0"/>
                </a:lnTo>
                <a:cubicBezTo>
                  <a:pt x="1032750" y="1786"/>
                  <a:pt x="1030027" y="4041"/>
                  <a:pt x="1027437" y="6764"/>
                </a:cubicBezTo>
                <a:cubicBezTo>
                  <a:pt x="1024848" y="9488"/>
                  <a:pt x="1022437" y="12568"/>
                  <a:pt x="1020205" y="16006"/>
                </a:cubicBezTo>
                <a:cubicBezTo>
                  <a:pt x="1017972" y="19488"/>
                  <a:pt x="1015952" y="23283"/>
                  <a:pt x="1014144" y="27391"/>
                </a:cubicBezTo>
                <a:cubicBezTo>
                  <a:pt x="1012336" y="31499"/>
                  <a:pt x="1010784" y="35852"/>
                  <a:pt x="1009489" y="40450"/>
                </a:cubicBezTo>
                <a:cubicBezTo>
                  <a:pt x="1008195" y="45049"/>
                  <a:pt x="1007190" y="49826"/>
                  <a:pt x="1006476" y="54782"/>
                </a:cubicBezTo>
                <a:cubicBezTo>
                  <a:pt x="1005761" y="59738"/>
                  <a:pt x="1005404" y="64783"/>
                  <a:pt x="1005404" y="69917"/>
                </a:cubicBezTo>
                <a:close/>
                <a:moveTo>
                  <a:pt x="1103971" y="66368"/>
                </a:moveTo>
                <a:lnTo>
                  <a:pt x="1081536" y="36901"/>
                </a:lnTo>
                <a:lnTo>
                  <a:pt x="1071959" y="36901"/>
                </a:lnTo>
                <a:lnTo>
                  <a:pt x="1099551" y="72462"/>
                </a:lnTo>
                <a:lnTo>
                  <a:pt x="1070821" y="109363"/>
                </a:lnTo>
                <a:lnTo>
                  <a:pt x="1080465" y="109363"/>
                </a:lnTo>
                <a:lnTo>
                  <a:pt x="1104038" y="78557"/>
                </a:lnTo>
                <a:lnTo>
                  <a:pt x="1127746" y="109363"/>
                </a:lnTo>
                <a:lnTo>
                  <a:pt x="1137256" y="109363"/>
                </a:lnTo>
                <a:lnTo>
                  <a:pt x="1108525" y="72462"/>
                </a:lnTo>
                <a:lnTo>
                  <a:pt x="1136117" y="36901"/>
                </a:lnTo>
                <a:lnTo>
                  <a:pt x="1126473" y="36901"/>
                </a:lnTo>
                <a:lnTo>
                  <a:pt x="1103971" y="66368"/>
                </a:lnTo>
                <a:close/>
                <a:moveTo>
                  <a:pt x="1185206" y="107019"/>
                </a:moveTo>
                <a:lnTo>
                  <a:pt x="1185206" y="96706"/>
                </a:lnTo>
                <a:lnTo>
                  <a:pt x="1176701" y="96706"/>
                </a:lnTo>
                <a:lnTo>
                  <a:pt x="1176701" y="107153"/>
                </a:lnTo>
                <a:cubicBezTo>
                  <a:pt x="1176656" y="110680"/>
                  <a:pt x="1176154" y="113984"/>
                  <a:pt x="1175194" y="117065"/>
                </a:cubicBezTo>
                <a:cubicBezTo>
                  <a:pt x="1174234" y="120145"/>
                  <a:pt x="1172749" y="123114"/>
                  <a:pt x="1170740" y="125972"/>
                </a:cubicBezTo>
                <a:lnTo>
                  <a:pt x="1175830" y="129119"/>
                </a:lnTo>
                <a:cubicBezTo>
                  <a:pt x="1178821" y="126217"/>
                  <a:pt x="1181121" y="122813"/>
                  <a:pt x="1182728" y="118906"/>
                </a:cubicBezTo>
                <a:cubicBezTo>
                  <a:pt x="1184335" y="115000"/>
                  <a:pt x="1185161" y="111037"/>
                  <a:pt x="1185206" y="107019"/>
                </a:cubicBezTo>
                <a:close/>
                <a:moveTo>
                  <a:pt x="1326836" y="138629"/>
                </a:moveTo>
                <a:cubicBezTo>
                  <a:pt x="1329961" y="138629"/>
                  <a:pt x="1332718" y="138105"/>
                  <a:pt x="1335107" y="137055"/>
                </a:cubicBezTo>
                <a:cubicBezTo>
                  <a:pt x="1337495" y="136006"/>
                  <a:pt x="1339605" y="134656"/>
                  <a:pt x="1341435" y="133004"/>
                </a:cubicBezTo>
                <a:cubicBezTo>
                  <a:pt x="1343221" y="131352"/>
                  <a:pt x="1344784" y="129477"/>
                  <a:pt x="1346123" y="127378"/>
                </a:cubicBezTo>
                <a:cubicBezTo>
                  <a:pt x="1347463" y="125280"/>
                  <a:pt x="1348624" y="123137"/>
                  <a:pt x="1349606" y="120949"/>
                </a:cubicBezTo>
                <a:lnTo>
                  <a:pt x="1387042" y="36901"/>
                </a:lnTo>
                <a:lnTo>
                  <a:pt x="1377934" y="36901"/>
                </a:lnTo>
                <a:lnTo>
                  <a:pt x="1354361" y="92085"/>
                </a:lnTo>
                <a:lnTo>
                  <a:pt x="1351749" y="98380"/>
                </a:lnTo>
                <a:lnTo>
                  <a:pt x="1349137" y="91884"/>
                </a:lnTo>
                <a:lnTo>
                  <a:pt x="1324224" y="36901"/>
                </a:lnTo>
                <a:lnTo>
                  <a:pt x="1315183" y="36901"/>
                </a:lnTo>
                <a:lnTo>
                  <a:pt x="1347798" y="107555"/>
                </a:lnTo>
                <a:lnTo>
                  <a:pt x="1342842" y="118136"/>
                </a:lnTo>
                <a:cubicBezTo>
                  <a:pt x="1342127" y="119654"/>
                  <a:pt x="1341279" y="121194"/>
                  <a:pt x="1340297" y="122757"/>
                </a:cubicBezTo>
                <a:cubicBezTo>
                  <a:pt x="1339315" y="124320"/>
                  <a:pt x="1338154" y="125748"/>
                  <a:pt x="1336814" y="127043"/>
                </a:cubicBezTo>
                <a:cubicBezTo>
                  <a:pt x="1335475" y="128338"/>
                  <a:pt x="1333968" y="129387"/>
                  <a:pt x="1332294" y="130191"/>
                </a:cubicBezTo>
                <a:cubicBezTo>
                  <a:pt x="1330620" y="130995"/>
                  <a:pt x="1328756" y="131396"/>
                  <a:pt x="1326702" y="131396"/>
                </a:cubicBezTo>
                <a:cubicBezTo>
                  <a:pt x="1325898" y="131396"/>
                  <a:pt x="1324994" y="131352"/>
                  <a:pt x="1323990" y="131262"/>
                </a:cubicBezTo>
                <a:cubicBezTo>
                  <a:pt x="1322985" y="131173"/>
                  <a:pt x="1321969" y="131061"/>
                  <a:pt x="1320942" y="130928"/>
                </a:cubicBezTo>
                <a:lnTo>
                  <a:pt x="1320005" y="137692"/>
                </a:lnTo>
                <a:cubicBezTo>
                  <a:pt x="1320942" y="137915"/>
                  <a:pt x="1322047" y="138127"/>
                  <a:pt x="1323320" y="138328"/>
                </a:cubicBezTo>
                <a:cubicBezTo>
                  <a:pt x="1324592" y="138529"/>
                  <a:pt x="1325764" y="138629"/>
                  <a:pt x="1326836" y="138629"/>
                </a:cubicBezTo>
                <a:close/>
                <a:moveTo>
                  <a:pt x="1447571" y="70922"/>
                </a:moveTo>
                <a:lnTo>
                  <a:pt x="1447571" y="69917"/>
                </a:lnTo>
                <a:cubicBezTo>
                  <a:pt x="1447526" y="64560"/>
                  <a:pt x="1447146" y="59436"/>
                  <a:pt x="1446432" y="54548"/>
                </a:cubicBezTo>
                <a:cubicBezTo>
                  <a:pt x="1445718" y="49659"/>
                  <a:pt x="1444736" y="44960"/>
                  <a:pt x="1443485" y="40450"/>
                </a:cubicBezTo>
                <a:cubicBezTo>
                  <a:pt x="1442191" y="35807"/>
                  <a:pt x="1440650" y="31454"/>
                  <a:pt x="1438864" y="27391"/>
                </a:cubicBezTo>
                <a:cubicBezTo>
                  <a:pt x="1437079" y="23328"/>
                  <a:pt x="1435047" y="19533"/>
                  <a:pt x="1432770" y="16006"/>
                </a:cubicBezTo>
                <a:cubicBezTo>
                  <a:pt x="1430538" y="12568"/>
                  <a:pt x="1428116" y="9488"/>
                  <a:pt x="1425504" y="6764"/>
                </a:cubicBezTo>
                <a:cubicBezTo>
                  <a:pt x="1422892" y="4041"/>
                  <a:pt x="1420157" y="1786"/>
                  <a:pt x="1417300" y="0"/>
                </a:cubicBezTo>
                <a:lnTo>
                  <a:pt x="1415358" y="5224"/>
                </a:lnTo>
                <a:cubicBezTo>
                  <a:pt x="1417679" y="6920"/>
                  <a:pt x="1419856" y="8985"/>
                  <a:pt x="1421887" y="11418"/>
                </a:cubicBezTo>
                <a:cubicBezTo>
                  <a:pt x="1423919" y="13852"/>
                  <a:pt x="1425783" y="16564"/>
                  <a:pt x="1427479" y="19555"/>
                </a:cubicBezTo>
                <a:cubicBezTo>
                  <a:pt x="1429355" y="22859"/>
                  <a:pt x="1431074" y="26509"/>
                  <a:pt x="1432636" y="30505"/>
                </a:cubicBezTo>
                <a:cubicBezTo>
                  <a:pt x="1434199" y="34501"/>
                  <a:pt x="1435516" y="38776"/>
                  <a:pt x="1436587" y="43330"/>
                </a:cubicBezTo>
                <a:cubicBezTo>
                  <a:pt x="1437436" y="47125"/>
                  <a:pt x="1438128" y="51266"/>
                  <a:pt x="1438664" y="55753"/>
                </a:cubicBezTo>
                <a:cubicBezTo>
                  <a:pt x="1439199" y="60240"/>
                  <a:pt x="1439490" y="64895"/>
                  <a:pt x="1439534" y="69716"/>
                </a:cubicBezTo>
                <a:lnTo>
                  <a:pt x="1439534" y="71056"/>
                </a:lnTo>
                <a:cubicBezTo>
                  <a:pt x="1439490" y="75521"/>
                  <a:pt x="1439244" y="79941"/>
                  <a:pt x="1438797" y="84316"/>
                </a:cubicBezTo>
                <a:cubicBezTo>
                  <a:pt x="1438351" y="88691"/>
                  <a:pt x="1437659" y="92911"/>
                  <a:pt x="1436721" y="96973"/>
                </a:cubicBezTo>
                <a:cubicBezTo>
                  <a:pt x="1435828" y="101260"/>
                  <a:pt x="1434679" y="105334"/>
                  <a:pt x="1433272" y="109196"/>
                </a:cubicBezTo>
                <a:cubicBezTo>
                  <a:pt x="1431866" y="113058"/>
                  <a:pt x="1430270" y="116640"/>
                  <a:pt x="1428484" y="119944"/>
                </a:cubicBezTo>
                <a:cubicBezTo>
                  <a:pt x="1426698" y="123248"/>
                  <a:pt x="1424700" y="126228"/>
                  <a:pt x="1422490" y="128885"/>
                </a:cubicBezTo>
                <a:cubicBezTo>
                  <a:pt x="1420280" y="131541"/>
                  <a:pt x="1417903" y="133785"/>
                  <a:pt x="1415358" y="135615"/>
                </a:cubicBezTo>
                <a:lnTo>
                  <a:pt x="1417300" y="140839"/>
                </a:lnTo>
                <a:cubicBezTo>
                  <a:pt x="1420157" y="139009"/>
                  <a:pt x="1422892" y="136743"/>
                  <a:pt x="1425504" y="134042"/>
                </a:cubicBezTo>
                <a:cubicBezTo>
                  <a:pt x="1428116" y="131341"/>
                  <a:pt x="1430560" y="128249"/>
                  <a:pt x="1432837" y="124766"/>
                </a:cubicBezTo>
                <a:cubicBezTo>
                  <a:pt x="1435069" y="121328"/>
                  <a:pt x="1437090" y="117556"/>
                  <a:pt x="1438898" y="113448"/>
                </a:cubicBezTo>
                <a:cubicBezTo>
                  <a:pt x="1440706" y="109341"/>
                  <a:pt x="1442258" y="104988"/>
                  <a:pt x="1443552" y="100389"/>
                </a:cubicBezTo>
                <a:cubicBezTo>
                  <a:pt x="1444803" y="95835"/>
                  <a:pt x="1445785" y="91080"/>
                  <a:pt x="1446499" y="86124"/>
                </a:cubicBezTo>
                <a:cubicBezTo>
                  <a:pt x="1447213" y="81168"/>
                  <a:pt x="1447571" y="76101"/>
                  <a:pt x="1447571" y="70922"/>
                </a:cubicBezTo>
                <a:close/>
                <a:moveTo>
                  <a:pt x="1515072" y="103604"/>
                </a:moveTo>
                <a:cubicBezTo>
                  <a:pt x="1515072" y="105434"/>
                  <a:pt x="1515675" y="106986"/>
                  <a:pt x="1516881" y="108258"/>
                </a:cubicBezTo>
                <a:cubicBezTo>
                  <a:pt x="1518086" y="109530"/>
                  <a:pt x="1519738" y="110167"/>
                  <a:pt x="1521836" y="110167"/>
                </a:cubicBezTo>
                <a:cubicBezTo>
                  <a:pt x="1523935" y="110167"/>
                  <a:pt x="1525620" y="109530"/>
                  <a:pt x="1526893" y="108258"/>
                </a:cubicBezTo>
                <a:cubicBezTo>
                  <a:pt x="1528165" y="106986"/>
                  <a:pt x="1528801" y="105434"/>
                  <a:pt x="1528801" y="103604"/>
                </a:cubicBezTo>
                <a:cubicBezTo>
                  <a:pt x="1528801" y="101684"/>
                  <a:pt x="1528176" y="100065"/>
                  <a:pt x="1526926" y="98748"/>
                </a:cubicBezTo>
                <a:cubicBezTo>
                  <a:pt x="1525676" y="97431"/>
                  <a:pt x="1523979" y="96773"/>
                  <a:pt x="1521836" y="96773"/>
                </a:cubicBezTo>
                <a:cubicBezTo>
                  <a:pt x="1519738" y="96773"/>
                  <a:pt x="1518086" y="97442"/>
                  <a:pt x="1516881" y="98782"/>
                </a:cubicBezTo>
                <a:cubicBezTo>
                  <a:pt x="1515675" y="100121"/>
                  <a:pt x="1515072" y="101728"/>
                  <a:pt x="1515072" y="103604"/>
                </a:cubicBezTo>
                <a:moveTo>
                  <a:pt x="1515072" y="44937"/>
                </a:moveTo>
                <a:cubicBezTo>
                  <a:pt x="1515072" y="46768"/>
                  <a:pt x="1515675" y="48319"/>
                  <a:pt x="1516881" y="49592"/>
                </a:cubicBezTo>
                <a:cubicBezTo>
                  <a:pt x="1518086" y="50864"/>
                  <a:pt x="1519738" y="51500"/>
                  <a:pt x="1521836" y="51500"/>
                </a:cubicBezTo>
                <a:cubicBezTo>
                  <a:pt x="1523935" y="51500"/>
                  <a:pt x="1525620" y="50864"/>
                  <a:pt x="1526893" y="49592"/>
                </a:cubicBezTo>
                <a:cubicBezTo>
                  <a:pt x="1528165" y="48319"/>
                  <a:pt x="1528801" y="46768"/>
                  <a:pt x="1528801" y="44937"/>
                </a:cubicBezTo>
                <a:cubicBezTo>
                  <a:pt x="1528801" y="43017"/>
                  <a:pt x="1528176" y="41399"/>
                  <a:pt x="1526926" y="40082"/>
                </a:cubicBezTo>
                <a:cubicBezTo>
                  <a:pt x="1525676" y="38765"/>
                  <a:pt x="1523979" y="38106"/>
                  <a:pt x="1521836" y="38106"/>
                </a:cubicBezTo>
                <a:cubicBezTo>
                  <a:pt x="1519738" y="38106"/>
                  <a:pt x="1518086" y="38776"/>
                  <a:pt x="1516881" y="40115"/>
                </a:cubicBezTo>
                <a:cubicBezTo>
                  <a:pt x="1515675" y="41455"/>
                  <a:pt x="1515072" y="43062"/>
                  <a:pt x="1515072" y="44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[...]">
            <a:extLst xmlns:a="http://schemas.openxmlformats.org/drawingml/2006/main">
              <a:ext uri="{FF2B5EF4-FFF2-40B4-BE49-F238E27FC236}">
                <a16:creationId xmlns:a16="http://schemas.microsoft.com/office/drawing/2014/main" id="{9CC03573-5F38-4080-B0CD-8F412E50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2635" y="4955799"/>
            <a:ext cx="351833" cy="132334"/>
          </a:xfrm>
          <a:custGeom xmlns:a="http://schemas.openxmlformats.org/drawingml/2006/main">
            <a:pathLst>
              <a:path w="351833" h="132334">
                <a:moveTo>
                  <a:pt x="23172" y="6898"/>
                </a:moveTo>
                <a:lnTo>
                  <a:pt x="23172" y="0"/>
                </a:lnTo>
                <a:lnTo>
                  <a:pt x="0" y="0"/>
                </a:lnTo>
                <a:lnTo>
                  <a:pt x="0" y="132334"/>
                </a:lnTo>
                <a:lnTo>
                  <a:pt x="23172" y="132334"/>
                </a:lnTo>
                <a:lnTo>
                  <a:pt x="23172" y="125436"/>
                </a:lnTo>
                <a:lnTo>
                  <a:pt x="7702" y="125436"/>
                </a:lnTo>
                <a:lnTo>
                  <a:pt x="7702" y="6898"/>
                </a:lnTo>
                <a:lnTo>
                  <a:pt x="23172" y="6898"/>
                </a:lnTo>
                <a:close/>
                <a:moveTo>
                  <a:pt x="88388" y="105680"/>
                </a:moveTo>
                <a:cubicBezTo>
                  <a:pt x="88388" y="107510"/>
                  <a:pt x="88990" y="109062"/>
                  <a:pt x="90196" y="110334"/>
                </a:cubicBezTo>
                <a:cubicBezTo>
                  <a:pt x="91401" y="111607"/>
                  <a:pt x="93053" y="112243"/>
                  <a:pt x="95152" y="112243"/>
                </a:cubicBezTo>
                <a:cubicBezTo>
                  <a:pt x="97250" y="112243"/>
                  <a:pt x="98936" y="111607"/>
                  <a:pt x="100208" y="110334"/>
                </a:cubicBezTo>
                <a:cubicBezTo>
                  <a:pt x="101481" y="109062"/>
                  <a:pt x="102117" y="107510"/>
                  <a:pt x="102117" y="105680"/>
                </a:cubicBezTo>
                <a:cubicBezTo>
                  <a:pt x="102117" y="103760"/>
                  <a:pt x="101492" y="102141"/>
                  <a:pt x="100242" y="100824"/>
                </a:cubicBezTo>
                <a:cubicBezTo>
                  <a:pt x="98991" y="99507"/>
                  <a:pt x="97295" y="98849"/>
                  <a:pt x="95152" y="98849"/>
                </a:cubicBezTo>
                <a:cubicBezTo>
                  <a:pt x="93053" y="98849"/>
                  <a:pt x="91401" y="99518"/>
                  <a:pt x="90196" y="100858"/>
                </a:cubicBezTo>
                <a:cubicBezTo>
                  <a:pt x="88990" y="102197"/>
                  <a:pt x="88388" y="103804"/>
                  <a:pt x="88388" y="105680"/>
                </a:cubicBezTo>
                <a:close/>
                <a:moveTo>
                  <a:pt x="171231" y="105680"/>
                </a:moveTo>
                <a:cubicBezTo>
                  <a:pt x="171231" y="107510"/>
                  <a:pt x="171833" y="109062"/>
                  <a:pt x="173039" y="110334"/>
                </a:cubicBezTo>
                <a:cubicBezTo>
                  <a:pt x="174244" y="111607"/>
                  <a:pt x="175896" y="112243"/>
                  <a:pt x="177995" y="112243"/>
                </a:cubicBezTo>
                <a:cubicBezTo>
                  <a:pt x="180093" y="112243"/>
                  <a:pt x="181779" y="111607"/>
                  <a:pt x="183051" y="110334"/>
                </a:cubicBezTo>
                <a:cubicBezTo>
                  <a:pt x="184323" y="109062"/>
                  <a:pt x="184960" y="107510"/>
                  <a:pt x="184960" y="105680"/>
                </a:cubicBezTo>
                <a:cubicBezTo>
                  <a:pt x="184960" y="103760"/>
                  <a:pt x="184335" y="102141"/>
                  <a:pt x="183084" y="100824"/>
                </a:cubicBezTo>
                <a:cubicBezTo>
                  <a:pt x="181834" y="99507"/>
                  <a:pt x="180138" y="98849"/>
                  <a:pt x="177995" y="98849"/>
                </a:cubicBezTo>
                <a:cubicBezTo>
                  <a:pt x="175896" y="98849"/>
                  <a:pt x="174244" y="99518"/>
                  <a:pt x="173039" y="100858"/>
                </a:cubicBezTo>
                <a:cubicBezTo>
                  <a:pt x="171833" y="102197"/>
                  <a:pt x="171231" y="103804"/>
                  <a:pt x="171231" y="105680"/>
                </a:cubicBezTo>
                <a:close/>
                <a:moveTo>
                  <a:pt x="253524" y="105680"/>
                </a:moveTo>
                <a:cubicBezTo>
                  <a:pt x="253524" y="107510"/>
                  <a:pt x="254127" y="109062"/>
                  <a:pt x="255332" y="110334"/>
                </a:cubicBezTo>
                <a:cubicBezTo>
                  <a:pt x="256538" y="111607"/>
                  <a:pt x="258190" y="112243"/>
                  <a:pt x="260288" y="112243"/>
                </a:cubicBezTo>
                <a:cubicBezTo>
                  <a:pt x="262387" y="112243"/>
                  <a:pt x="264072" y="111607"/>
                  <a:pt x="265344" y="110334"/>
                </a:cubicBezTo>
                <a:cubicBezTo>
                  <a:pt x="266617" y="109062"/>
                  <a:pt x="267253" y="107510"/>
                  <a:pt x="267253" y="105680"/>
                </a:cubicBezTo>
                <a:cubicBezTo>
                  <a:pt x="267253" y="103760"/>
                  <a:pt x="266628" y="102141"/>
                  <a:pt x="265378" y="100824"/>
                </a:cubicBezTo>
                <a:cubicBezTo>
                  <a:pt x="264128" y="99507"/>
                  <a:pt x="262431" y="98849"/>
                  <a:pt x="260288" y="98849"/>
                </a:cubicBezTo>
                <a:cubicBezTo>
                  <a:pt x="258190" y="98849"/>
                  <a:pt x="256538" y="99518"/>
                  <a:pt x="255332" y="100858"/>
                </a:cubicBezTo>
                <a:cubicBezTo>
                  <a:pt x="254127" y="102197"/>
                  <a:pt x="253524" y="103804"/>
                  <a:pt x="253524" y="105680"/>
                </a:cubicBezTo>
                <a:close/>
                <a:moveTo>
                  <a:pt x="328661" y="0"/>
                </a:moveTo>
                <a:lnTo>
                  <a:pt x="328661" y="6898"/>
                </a:lnTo>
                <a:lnTo>
                  <a:pt x="344131" y="6898"/>
                </a:lnTo>
                <a:lnTo>
                  <a:pt x="344131" y="125436"/>
                </a:lnTo>
                <a:lnTo>
                  <a:pt x="328661" y="125436"/>
                </a:lnTo>
                <a:lnTo>
                  <a:pt x="328661" y="132334"/>
                </a:lnTo>
                <a:lnTo>
                  <a:pt x="351833" y="132334"/>
                </a:lnTo>
                <a:lnTo>
                  <a:pt x="351833" y="0"/>
                </a:lnTo>
                <a:lnTo>
                  <a:pt x="3286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af48484ac49b9"/>
          <a:stretch xmlns:a="http://schemas.openxmlformats.org/drawingml/2006/main"/>
        </p:blipFill>
        <p:spPr>
          <a:xfrm xmlns:a="http://schemas.openxmlformats.org/drawingml/2006/main">
            <a:off x="12870736" y="5074455"/>
            <a:ext cx="265550" cy="269765"/>
          </a:xfrm>
          <a:prstGeom xmlns:a="http://schemas.openxmlformats.org/drawingml/2006/main" prst="rect">
            <a:avLst/>
          </a:prstGeom>
        </p:spPr>
      </p:pic>
      <p:sp>
        <p:nvSpPr>
          <p:cNvPr id="46" name="Text Incorrect">
            <a:extLst xmlns:a="http://schemas.openxmlformats.org/drawingml/2006/main">
              <a:ext uri="{FF2B5EF4-FFF2-40B4-BE49-F238E27FC236}">
                <a16:creationId xmlns:a16="http://schemas.microsoft.com/office/drawing/2014/main" id="{BF84F682-0653-420F-9078-ED649BF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885" y="4720409"/>
            <a:ext cx="514095" cy="98893"/>
          </a:xfrm>
          <a:custGeom xmlns:a="http://schemas.openxmlformats.org/drawingml/2006/main">
            <a:pathLst>
              <a:path w="514095" h="98893">
                <a:moveTo>
                  <a:pt x="265486" y="47114"/>
                </a:moveTo>
                <a:lnTo>
                  <a:pt x="265661" y="46744"/>
                </a:lnTo>
                <a:lnTo>
                  <a:pt x="265839" y="46378"/>
                </a:lnTo>
                <a:lnTo>
                  <a:pt x="266021" y="46015"/>
                </a:lnTo>
                <a:lnTo>
                  <a:pt x="266207" y="45654"/>
                </a:lnTo>
                <a:lnTo>
                  <a:pt x="266396" y="45297"/>
                </a:lnTo>
                <a:lnTo>
                  <a:pt x="266589" y="44944"/>
                </a:lnTo>
                <a:lnTo>
                  <a:pt x="266785" y="44593"/>
                </a:lnTo>
                <a:lnTo>
                  <a:pt x="266985" y="44245"/>
                </a:lnTo>
                <a:lnTo>
                  <a:pt x="267189" y="43901"/>
                </a:lnTo>
                <a:lnTo>
                  <a:pt x="267396" y="43559"/>
                </a:lnTo>
                <a:lnTo>
                  <a:pt x="267607" y="43221"/>
                </a:lnTo>
                <a:lnTo>
                  <a:pt x="267822" y="42886"/>
                </a:lnTo>
                <a:lnTo>
                  <a:pt x="268040" y="42554"/>
                </a:lnTo>
                <a:lnTo>
                  <a:pt x="268261" y="42226"/>
                </a:lnTo>
                <a:lnTo>
                  <a:pt x="268487" y="41900"/>
                </a:lnTo>
                <a:lnTo>
                  <a:pt x="268715" y="41578"/>
                </a:lnTo>
                <a:lnTo>
                  <a:pt x="268948" y="41258"/>
                </a:lnTo>
                <a:lnTo>
                  <a:pt x="269184" y="40942"/>
                </a:lnTo>
                <a:lnTo>
                  <a:pt x="269424" y="40629"/>
                </a:lnTo>
                <a:lnTo>
                  <a:pt x="269667" y="40319"/>
                </a:lnTo>
                <a:lnTo>
                  <a:pt x="269914" y="40012"/>
                </a:lnTo>
                <a:lnTo>
                  <a:pt x="270164" y="39709"/>
                </a:lnTo>
                <a:lnTo>
                  <a:pt x="270418" y="39408"/>
                </a:lnTo>
                <a:lnTo>
                  <a:pt x="270676" y="39111"/>
                </a:lnTo>
                <a:lnTo>
                  <a:pt x="270938" y="38818"/>
                </a:lnTo>
                <a:lnTo>
                  <a:pt x="271203" y="38529"/>
                </a:lnTo>
                <a:lnTo>
                  <a:pt x="271472" y="38246"/>
                </a:lnTo>
                <a:lnTo>
                  <a:pt x="271745" y="37969"/>
                </a:lnTo>
                <a:lnTo>
                  <a:pt x="272022" y="37696"/>
                </a:lnTo>
                <a:lnTo>
                  <a:pt x="272302" y="37428"/>
                </a:lnTo>
                <a:lnTo>
                  <a:pt x="272587" y="37166"/>
                </a:lnTo>
                <a:lnTo>
                  <a:pt x="272875" y="36908"/>
                </a:lnTo>
                <a:lnTo>
                  <a:pt x="273167" y="36656"/>
                </a:lnTo>
                <a:lnTo>
                  <a:pt x="273463" y="36409"/>
                </a:lnTo>
                <a:lnTo>
                  <a:pt x="273763" y="36167"/>
                </a:lnTo>
                <a:lnTo>
                  <a:pt x="274067" y="35930"/>
                </a:lnTo>
                <a:lnTo>
                  <a:pt x="274374" y="35698"/>
                </a:lnTo>
                <a:lnTo>
                  <a:pt x="274685" y="35471"/>
                </a:lnTo>
                <a:lnTo>
                  <a:pt x="275000" y="35250"/>
                </a:lnTo>
                <a:lnTo>
                  <a:pt x="275319" y="35033"/>
                </a:lnTo>
                <a:lnTo>
                  <a:pt x="275642" y="34822"/>
                </a:lnTo>
                <a:lnTo>
                  <a:pt x="275969" y="34615"/>
                </a:lnTo>
                <a:lnTo>
                  <a:pt x="276299" y="34414"/>
                </a:lnTo>
                <a:lnTo>
                  <a:pt x="276634" y="34218"/>
                </a:lnTo>
                <a:lnTo>
                  <a:pt x="276972" y="34027"/>
                </a:lnTo>
                <a:lnTo>
                  <a:pt x="277314" y="33842"/>
                </a:lnTo>
                <a:lnTo>
                  <a:pt x="277660" y="33661"/>
                </a:lnTo>
                <a:lnTo>
                  <a:pt x="278009" y="33485"/>
                </a:lnTo>
                <a:lnTo>
                  <a:pt x="278363" y="33316"/>
                </a:lnTo>
                <a:lnTo>
                  <a:pt x="278721" y="33154"/>
                </a:lnTo>
                <a:lnTo>
                  <a:pt x="279082" y="33000"/>
                </a:lnTo>
                <a:lnTo>
                  <a:pt x="279447" y="32853"/>
                </a:lnTo>
                <a:lnTo>
                  <a:pt x="279817" y="32713"/>
                </a:lnTo>
                <a:lnTo>
                  <a:pt x="280190" y="32581"/>
                </a:lnTo>
                <a:lnTo>
                  <a:pt x="280567" y="32457"/>
                </a:lnTo>
                <a:lnTo>
                  <a:pt x="280949" y="32339"/>
                </a:lnTo>
                <a:lnTo>
                  <a:pt x="281334" y="32230"/>
                </a:lnTo>
                <a:lnTo>
                  <a:pt x="281723" y="32127"/>
                </a:lnTo>
                <a:lnTo>
                  <a:pt x="282116" y="32032"/>
                </a:lnTo>
                <a:lnTo>
                  <a:pt x="282513" y="31945"/>
                </a:lnTo>
                <a:lnTo>
                  <a:pt x="282914" y="31865"/>
                </a:lnTo>
                <a:lnTo>
                  <a:pt x="283319" y="31792"/>
                </a:lnTo>
                <a:lnTo>
                  <a:pt x="283728" y="31727"/>
                </a:lnTo>
                <a:lnTo>
                  <a:pt x="284141" y="31670"/>
                </a:lnTo>
                <a:lnTo>
                  <a:pt x="284558" y="31619"/>
                </a:lnTo>
                <a:lnTo>
                  <a:pt x="284979" y="31577"/>
                </a:lnTo>
                <a:lnTo>
                  <a:pt x="285403" y="31541"/>
                </a:lnTo>
                <a:lnTo>
                  <a:pt x="285832" y="31513"/>
                </a:lnTo>
                <a:lnTo>
                  <a:pt x="286265" y="31493"/>
                </a:lnTo>
                <a:lnTo>
                  <a:pt x="286701" y="31480"/>
                </a:lnTo>
                <a:lnTo>
                  <a:pt x="287142" y="31474"/>
                </a:lnTo>
                <a:lnTo>
                  <a:pt x="287586" y="31476"/>
                </a:lnTo>
                <a:lnTo>
                  <a:pt x="287692" y="31476"/>
                </a:lnTo>
                <a:lnTo>
                  <a:pt x="287798" y="31477"/>
                </a:lnTo>
                <a:lnTo>
                  <a:pt x="287904" y="31478"/>
                </a:lnTo>
                <a:lnTo>
                  <a:pt x="288010" y="31480"/>
                </a:lnTo>
                <a:lnTo>
                  <a:pt x="288116" y="31482"/>
                </a:lnTo>
                <a:lnTo>
                  <a:pt x="288222" y="31485"/>
                </a:lnTo>
                <a:lnTo>
                  <a:pt x="288328" y="31488"/>
                </a:lnTo>
                <a:lnTo>
                  <a:pt x="288435" y="31491"/>
                </a:lnTo>
                <a:lnTo>
                  <a:pt x="288541" y="31495"/>
                </a:lnTo>
                <a:lnTo>
                  <a:pt x="288647" y="31499"/>
                </a:lnTo>
                <a:lnTo>
                  <a:pt x="288753" y="31504"/>
                </a:lnTo>
                <a:lnTo>
                  <a:pt x="288859" y="31510"/>
                </a:lnTo>
                <a:lnTo>
                  <a:pt x="288965" y="31515"/>
                </a:lnTo>
                <a:lnTo>
                  <a:pt x="289071" y="31522"/>
                </a:lnTo>
                <a:lnTo>
                  <a:pt x="289177" y="31529"/>
                </a:lnTo>
                <a:lnTo>
                  <a:pt x="289283" y="31536"/>
                </a:lnTo>
                <a:lnTo>
                  <a:pt x="289389" y="31543"/>
                </a:lnTo>
                <a:lnTo>
                  <a:pt x="289495" y="31552"/>
                </a:lnTo>
                <a:lnTo>
                  <a:pt x="289601" y="31560"/>
                </a:lnTo>
                <a:lnTo>
                  <a:pt x="289707" y="31569"/>
                </a:lnTo>
                <a:lnTo>
                  <a:pt x="289813" y="31579"/>
                </a:lnTo>
                <a:lnTo>
                  <a:pt x="289919" y="31589"/>
                </a:lnTo>
                <a:lnTo>
                  <a:pt x="290025" y="31599"/>
                </a:lnTo>
                <a:lnTo>
                  <a:pt x="290131" y="31610"/>
                </a:lnTo>
                <a:lnTo>
                  <a:pt x="290237" y="31621"/>
                </a:lnTo>
                <a:lnTo>
                  <a:pt x="290343" y="31633"/>
                </a:lnTo>
                <a:lnTo>
                  <a:pt x="290448" y="31645"/>
                </a:lnTo>
                <a:lnTo>
                  <a:pt x="290553" y="31657"/>
                </a:lnTo>
                <a:lnTo>
                  <a:pt x="290658" y="31669"/>
                </a:lnTo>
                <a:lnTo>
                  <a:pt x="290763" y="31681"/>
                </a:lnTo>
                <a:lnTo>
                  <a:pt x="290868" y="31694"/>
                </a:lnTo>
                <a:lnTo>
                  <a:pt x="290972" y="31707"/>
                </a:lnTo>
                <a:lnTo>
                  <a:pt x="291076" y="31720"/>
                </a:lnTo>
                <a:lnTo>
                  <a:pt x="291180" y="31733"/>
                </a:lnTo>
                <a:lnTo>
                  <a:pt x="291283" y="31747"/>
                </a:lnTo>
                <a:lnTo>
                  <a:pt x="291387" y="31761"/>
                </a:lnTo>
                <a:lnTo>
                  <a:pt x="291490" y="31775"/>
                </a:lnTo>
                <a:lnTo>
                  <a:pt x="291593" y="31789"/>
                </a:lnTo>
                <a:lnTo>
                  <a:pt x="291695" y="31804"/>
                </a:lnTo>
                <a:lnTo>
                  <a:pt x="291798" y="31818"/>
                </a:lnTo>
                <a:lnTo>
                  <a:pt x="291900" y="31833"/>
                </a:lnTo>
                <a:lnTo>
                  <a:pt x="292002" y="31849"/>
                </a:lnTo>
                <a:lnTo>
                  <a:pt x="292104" y="31864"/>
                </a:lnTo>
                <a:lnTo>
                  <a:pt x="292205" y="31880"/>
                </a:lnTo>
                <a:lnTo>
                  <a:pt x="292307" y="31896"/>
                </a:lnTo>
                <a:lnTo>
                  <a:pt x="292408" y="31912"/>
                </a:lnTo>
                <a:lnTo>
                  <a:pt x="292508" y="31928"/>
                </a:lnTo>
                <a:lnTo>
                  <a:pt x="292609" y="31945"/>
                </a:lnTo>
                <a:lnTo>
                  <a:pt x="293614" y="24578"/>
                </a:lnTo>
                <a:lnTo>
                  <a:pt x="293502" y="24545"/>
                </a:lnTo>
                <a:lnTo>
                  <a:pt x="293390" y="24512"/>
                </a:lnTo>
                <a:lnTo>
                  <a:pt x="293279" y="24480"/>
                </a:lnTo>
                <a:lnTo>
                  <a:pt x="293167" y="24449"/>
                </a:lnTo>
                <a:lnTo>
                  <a:pt x="293055" y="24418"/>
                </a:lnTo>
                <a:lnTo>
                  <a:pt x="292944" y="24388"/>
                </a:lnTo>
                <a:lnTo>
                  <a:pt x="292832" y="24358"/>
                </a:lnTo>
                <a:lnTo>
                  <a:pt x="292721" y="24329"/>
                </a:lnTo>
                <a:lnTo>
                  <a:pt x="292609" y="24300"/>
                </a:lnTo>
                <a:lnTo>
                  <a:pt x="292497" y="24272"/>
                </a:lnTo>
                <a:lnTo>
                  <a:pt x="292386" y="24245"/>
                </a:lnTo>
                <a:lnTo>
                  <a:pt x="292274" y="24218"/>
                </a:lnTo>
                <a:lnTo>
                  <a:pt x="292163" y="24192"/>
                </a:lnTo>
                <a:lnTo>
                  <a:pt x="292051" y="24166"/>
                </a:lnTo>
                <a:lnTo>
                  <a:pt x="291939" y="24141"/>
                </a:lnTo>
                <a:lnTo>
                  <a:pt x="291828" y="24117"/>
                </a:lnTo>
                <a:lnTo>
                  <a:pt x="291716" y="24093"/>
                </a:lnTo>
                <a:lnTo>
                  <a:pt x="291604" y="24070"/>
                </a:lnTo>
                <a:lnTo>
                  <a:pt x="291493" y="24047"/>
                </a:lnTo>
                <a:lnTo>
                  <a:pt x="291381" y="24025"/>
                </a:lnTo>
                <a:lnTo>
                  <a:pt x="291270" y="24003"/>
                </a:lnTo>
                <a:lnTo>
                  <a:pt x="291158" y="23982"/>
                </a:lnTo>
                <a:lnTo>
                  <a:pt x="291046" y="23962"/>
                </a:lnTo>
                <a:lnTo>
                  <a:pt x="290935" y="23942"/>
                </a:lnTo>
                <a:lnTo>
                  <a:pt x="290823" y="23923"/>
                </a:lnTo>
                <a:lnTo>
                  <a:pt x="290711" y="23905"/>
                </a:lnTo>
                <a:lnTo>
                  <a:pt x="290599" y="23887"/>
                </a:lnTo>
                <a:lnTo>
                  <a:pt x="290486" y="23870"/>
                </a:lnTo>
                <a:lnTo>
                  <a:pt x="290374" y="23854"/>
                </a:lnTo>
                <a:lnTo>
                  <a:pt x="290261" y="23839"/>
                </a:lnTo>
                <a:lnTo>
                  <a:pt x="290148" y="23825"/>
                </a:lnTo>
                <a:lnTo>
                  <a:pt x="290034" y="23812"/>
                </a:lnTo>
                <a:lnTo>
                  <a:pt x="289921" y="23799"/>
                </a:lnTo>
                <a:lnTo>
                  <a:pt x="289807" y="23787"/>
                </a:lnTo>
                <a:lnTo>
                  <a:pt x="289693" y="23776"/>
                </a:lnTo>
                <a:lnTo>
                  <a:pt x="289579" y="23766"/>
                </a:lnTo>
                <a:lnTo>
                  <a:pt x="289464" y="23757"/>
                </a:lnTo>
                <a:lnTo>
                  <a:pt x="289349" y="23748"/>
                </a:lnTo>
                <a:lnTo>
                  <a:pt x="289234" y="23741"/>
                </a:lnTo>
                <a:lnTo>
                  <a:pt x="289119" y="23734"/>
                </a:lnTo>
                <a:lnTo>
                  <a:pt x="289004" y="23728"/>
                </a:lnTo>
                <a:lnTo>
                  <a:pt x="288888" y="23722"/>
                </a:lnTo>
                <a:lnTo>
                  <a:pt x="288772" y="23718"/>
                </a:lnTo>
                <a:lnTo>
                  <a:pt x="288656" y="23714"/>
                </a:lnTo>
                <a:lnTo>
                  <a:pt x="288540" y="23711"/>
                </a:lnTo>
                <a:lnTo>
                  <a:pt x="288423" y="23709"/>
                </a:lnTo>
                <a:lnTo>
                  <a:pt x="288306" y="23708"/>
                </a:lnTo>
                <a:lnTo>
                  <a:pt x="288189" y="23708"/>
                </a:lnTo>
                <a:lnTo>
                  <a:pt x="287612" y="23702"/>
                </a:lnTo>
                <a:lnTo>
                  <a:pt x="287041" y="23707"/>
                </a:lnTo>
                <a:lnTo>
                  <a:pt x="286478" y="23723"/>
                </a:lnTo>
                <a:lnTo>
                  <a:pt x="285920" y="23750"/>
                </a:lnTo>
                <a:lnTo>
                  <a:pt x="285370" y="23788"/>
                </a:lnTo>
                <a:lnTo>
                  <a:pt x="284826" y="23837"/>
                </a:lnTo>
                <a:lnTo>
                  <a:pt x="284288" y="23897"/>
                </a:lnTo>
                <a:lnTo>
                  <a:pt x="283758" y="23968"/>
                </a:lnTo>
                <a:lnTo>
                  <a:pt x="283234" y="24050"/>
                </a:lnTo>
                <a:lnTo>
                  <a:pt x="282716" y="24142"/>
                </a:lnTo>
                <a:lnTo>
                  <a:pt x="282205" y="24246"/>
                </a:lnTo>
                <a:lnTo>
                  <a:pt x="281701" y="24361"/>
                </a:lnTo>
                <a:lnTo>
                  <a:pt x="281204" y="24486"/>
                </a:lnTo>
                <a:lnTo>
                  <a:pt x="280713" y="24622"/>
                </a:lnTo>
                <a:lnTo>
                  <a:pt x="280228" y="24770"/>
                </a:lnTo>
                <a:lnTo>
                  <a:pt x="279751" y="24928"/>
                </a:lnTo>
                <a:lnTo>
                  <a:pt x="279280" y="25097"/>
                </a:lnTo>
                <a:lnTo>
                  <a:pt x="278815" y="25277"/>
                </a:lnTo>
                <a:lnTo>
                  <a:pt x="278357" y="25468"/>
                </a:lnTo>
                <a:lnTo>
                  <a:pt x="277906" y="25670"/>
                </a:lnTo>
                <a:lnTo>
                  <a:pt x="277462" y="25883"/>
                </a:lnTo>
                <a:lnTo>
                  <a:pt x="277024" y="26107"/>
                </a:lnTo>
                <a:lnTo>
                  <a:pt x="276592" y="26342"/>
                </a:lnTo>
                <a:lnTo>
                  <a:pt x="276168" y="26587"/>
                </a:lnTo>
                <a:lnTo>
                  <a:pt x="275749" y="26842"/>
                </a:lnTo>
                <a:lnTo>
                  <a:pt x="275336" y="27103"/>
                </a:lnTo>
                <a:lnTo>
                  <a:pt x="274929" y="27372"/>
                </a:lnTo>
                <a:lnTo>
                  <a:pt x="274527" y="27647"/>
                </a:lnTo>
                <a:lnTo>
                  <a:pt x="274131" y="27929"/>
                </a:lnTo>
                <a:lnTo>
                  <a:pt x="273740" y="28218"/>
                </a:lnTo>
                <a:lnTo>
                  <a:pt x="273355" y="28513"/>
                </a:lnTo>
                <a:lnTo>
                  <a:pt x="272975" y="28816"/>
                </a:lnTo>
                <a:lnTo>
                  <a:pt x="272602" y="29125"/>
                </a:lnTo>
                <a:lnTo>
                  <a:pt x="272233" y="29442"/>
                </a:lnTo>
                <a:lnTo>
                  <a:pt x="271870" y="29765"/>
                </a:lnTo>
                <a:lnTo>
                  <a:pt x="271513" y="30095"/>
                </a:lnTo>
                <a:lnTo>
                  <a:pt x="271162" y="30432"/>
                </a:lnTo>
                <a:lnTo>
                  <a:pt x="270816" y="30776"/>
                </a:lnTo>
                <a:lnTo>
                  <a:pt x="270475" y="31126"/>
                </a:lnTo>
                <a:lnTo>
                  <a:pt x="270140" y="31484"/>
                </a:lnTo>
                <a:lnTo>
                  <a:pt x="269811" y="31848"/>
                </a:lnTo>
                <a:lnTo>
                  <a:pt x="269487" y="32219"/>
                </a:lnTo>
                <a:lnTo>
                  <a:pt x="269169" y="32597"/>
                </a:lnTo>
                <a:lnTo>
                  <a:pt x="268857" y="32982"/>
                </a:lnTo>
                <a:lnTo>
                  <a:pt x="268550" y="33374"/>
                </a:lnTo>
                <a:lnTo>
                  <a:pt x="268248" y="33772"/>
                </a:lnTo>
                <a:lnTo>
                  <a:pt x="267953" y="34178"/>
                </a:lnTo>
                <a:lnTo>
                  <a:pt x="267662" y="34590"/>
                </a:lnTo>
                <a:lnTo>
                  <a:pt x="267377" y="35008"/>
                </a:lnTo>
                <a:lnTo>
                  <a:pt x="267130" y="35379"/>
                </a:lnTo>
                <a:lnTo>
                  <a:pt x="268767" y="25047"/>
                </a:lnTo>
                <a:lnTo>
                  <a:pt x="261066" y="25047"/>
                </a:lnTo>
                <a:lnTo>
                  <a:pt x="248542" y="97509"/>
                </a:lnTo>
                <a:lnTo>
                  <a:pt x="256378" y="97509"/>
                </a:lnTo>
                <a:lnTo>
                  <a:pt x="264893" y="48440"/>
                </a:lnTo>
                <a:lnTo>
                  <a:pt x="264983" y="48231"/>
                </a:lnTo>
                <a:lnTo>
                  <a:pt x="265147" y="47858"/>
                </a:lnTo>
                <a:lnTo>
                  <a:pt x="265315" y="47485"/>
                </a:lnTo>
                <a:lnTo>
                  <a:pt x="265486" y="47114"/>
                </a:lnTo>
                <a:close/>
                <a:moveTo>
                  <a:pt x="48578" y="47315"/>
                </a:moveTo>
                <a:lnTo>
                  <a:pt x="48776" y="46928"/>
                </a:lnTo>
                <a:lnTo>
                  <a:pt x="48977" y="46545"/>
                </a:lnTo>
                <a:lnTo>
                  <a:pt x="49183" y="46165"/>
                </a:lnTo>
                <a:lnTo>
                  <a:pt x="49392" y="45787"/>
                </a:lnTo>
                <a:lnTo>
                  <a:pt x="49606" y="45413"/>
                </a:lnTo>
                <a:lnTo>
                  <a:pt x="49823" y="45042"/>
                </a:lnTo>
                <a:lnTo>
                  <a:pt x="50045" y="44674"/>
                </a:lnTo>
                <a:lnTo>
                  <a:pt x="50271" y="44309"/>
                </a:lnTo>
                <a:lnTo>
                  <a:pt x="50501" y="43946"/>
                </a:lnTo>
                <a:lnTo>
                  <a:pt x="50735" y="43587"/>
                </a:lnTo>
                <a:lnTo>
                  <a:pt x="50973" y="43231"/>
                </a:lnTo>
                <a:lnTo>
                  <a:pt x="51215" y="42878"/>
                </a:lnTo>
                <a:lnTo>
                  <a:pt x="51461" y="42528"/>
                </a:lnTo>
                <a:lnTo>
                  <a:pt x="51712" y="42181"/>
                </a:lnTo>
                <a:lnTo>
                  <a:pt x="51966" y="41837"/>
                </a:lnTo>
                <a:lnTo>
                  <a:pt x="52224" y="41496"/>
                </a:lnTo>
                <a:lnTo>
                  <a:pt x="52487" y="41158"/>
                </a:lnTo>
                <a:lnTo>
                  <a:pt x="52753" y="40823"/>
                </a:lnTo>
                <a:lnTo>
                  <a:pt x="53024" y="40491"/>
                </a:lnTo>
                <a:lnTo>
                  <a:pt x="53299" y="40162"/>
                </a:lnTo>
                <a:lnTo>
                  <a:pt x="53577" y="39836"/>
                </a:lnTo>
                <a:lnTo>
                  <a:pt x="53860" y="39513"/>
                </a:lnTo>
                <a:lnTo>
                  <a:pt x="54147" y="39193"/>
                </a:lnTo>
                <a:lnTo>
                  <a:pt x="54438" y="38876"/>
                </a:lnTo>
                <a:lnTo>
                  <a:pt x="54733" y="38564"/>
                </a:lnTo>
                <a:lnTo>
                  <a:pt x="55031" y="38256"/>
                </a:lnTo>
                <a:lnTo>
                  <a:pt x="55332" y="37955"/>
                </a:lnTo>
                <a:lnTo>
                  <a:pt x="55637" y="37658"/>
                </a:lnTo>
                <a:lnTo>
                  <a:pt x="55945" y="37367"/>
                </a:lnTo>
                <a:lnTo>
                  <a:pt x="56257" y="37081"/>
                </a:lnTo>
                <a:lnTo>
                  <a:pt x="56572" y="36800"/>
                </a:lnTo>
                <a:lnTo>
                  <a:pt x="56890" y="36525"/>
                </a:lnTo>
                <a:lnTo>
                  <a:pt x="57212" y="36255"/>
                </a:lnTo>
                <a:lnTo>
                  <a:pt x="57537" y="35991"/>
                </a:lnTo>
                <a:lnTo>
                  <a:pt x="57865" y="35731"/>
                </a:lnTo>
                <a:lnTo>
                  <a:pt x="58197" y="35478"/>
                </a:lnTo>
                <a:lnTo>
                  <a:pt x="58532" y="35229"/>
                </a:lnTo>
                <a:lnTo>
                  <a:pt x="58871" y="34986"/>
                </a:lnTo>
                <a:lnTo>
                  <a:pt x="59212" y="34748"/>
                </a:lnTo>
                <a:lnTo>
                  <a:pt x="59558" y="34516"/>
                </a:lnTo>
                <a:lnTo>
                  <a:pt x="59906" y="34289"/>
                </a:lnTo>
                <a:lnTo>
                  <a:pt x="60258" y="34067"/>
                </a:lnTo>
                <a:lnTo>
                  <a:pt x="60614" y="33851"/>
                </a:lnTo>
                <a:lnTo>
                  <a:pt x="60972" y="33640"/>
                </a:lnTo>
                <a:lnTo>
                  <a:pt x="61335" y="33434"/>
                </a:lnTo>
                <a:lnTo>
                  <a:pt x="61700" y="33234"/>
                </a:lnTo>
                <a:lnTo>
                  <a:pt x="62069" y="33039"/>
                </a:lnTo>
                <a:lnTo>
                  <a:pt x="62441" y="32849"/>
                </a:lnTo>
                <a:lnTo>
                  <a:pt x="62817" y="32666"/>
                </a:lnTo>
                <a:lnTo>
                  <a:pt x="63195" y="32491"/>
                </a:lnTo>
                <a:lnTo>
                  <a:pt x="63576" y="32324"/>
                </a:lnTo>
                <a:lnTo>
                  <a:pt x="63961" y="32165"/>
                </a:lnTo>
                <a:lnTo>
                  <a:pt x="64349" y="32015"/>
                </a:lnTo>
                <a:lnTo>
                  <a:pt x="64739" y="31872"/>
                </a:lnTo>
                <a:lnTo>
                  <a:pt x="65133" y="31737"/>
                </a:lnTo>
                <a:lnTo>
                  <a:pt x="65529" y="31610"/>
                </a:lnTo>
                <a:lnTo>
                  <a:pt x="65929" y="31491"/>
                </a:lnTo>
                <a:lnTo>
                  <a:pt x="66331" y="31381"/>
                </a:lnTo>
                <a:lnTo>
                  <a:pt x="66737" y="31278"/>
                </a:lnTo>
                <a:lnTo>
                  <a:pt x="67146" y="31183"/>
                </a:lnTo>
                <a:lnTo>
                  <a:pt x="67558" y="31097"/>
                </a:lnTo>
                <a:lnTo>
                  <a:pt x="67972" y="31018"/>
                </a:lnTo>
                <a:lnTo>
                  <a:pt x="68390" y="30947"/>
                </a:lnTo>
                <a:lnTo>
                  <a:pt x="68811" y="30885"/>
                </a:lnTo>
                <a:lnTo>
                  <a:pt x="69235" y="30830"/>
                </a:lnTo>
                <a:lnTo>
                  <a:pt x="69661" y="30783"/>
                </a:lnTo>
                <a:lnTo>
                  <a:pt x="70091" y="30745"/>
                </a:lnTo>
                <a:lnTo>
                  <a:pt x="70524" y="30714"/>
                </a:lnTo>
                <a:lnTo>
                  <a:pt x="70960" y="30692"/>
                </a:lnTo>
                <a:lnTo>
                  <a:pt x="71399" y="30677"/>
                </a:lnTo>
                <a:lnTo>
                  <a:pt x="71841" y="30671"/>
                </a:lnTo>
                <a:lnTo>
                  <a:pt x="72286" y="30673"/>
                </a:lnTo>
                <a:lnTo>
                  <a:pt x="72783" y="30677"/>
                </a:lnTo>
                <a:lnTo>
                  <a:pt x="73269" y="30691"/>
                </a:lnTo>
                <a:lnTo>
                  <a:pt x="73746" y="30715"/>
                </a:lnTo>
                <a:lnTo>
                  <a:pt x="74211" y="30748"/>
                </a:lnTo>
                <a:lnTo>
                  <a:pt x="74666" y="30790"/>
                </a:lnTo>
                <a:lnTo>
                  <a:pt x="75111" y="30842"/>
                </a:lnTo>
                <a:lnTo>
                  <a:pt x="75545" y="30903"/>
                </a:lnTo>
                <a:lnTo>
                  <a:pt x="75969" y="30974"/>
                </a:lnTo>
                <a:lnTo>
                  <a:pt x="76383" y="31054"/>
                </a:lnTo>
                <a:lnTo>
                  <a:pt x="76785" y="31143"/>
                </a:lnTo>
                <a:lnTo>
                  <a:pt x="77178" y="31242"/>
                </a:lnTo>
                <a:lnTo>
                  <a:pt x="77560" y="31351"/>
                </a:lnTo>
                <a:lnTo>
                  <a:pt x="77931" y="31468"/>
                </a:lnTo>
                <a:lnTo>
                  <a:pt x="78292" y="31595"/>
                </a:lnTo>
                <a:lnTo>
                  <a:pt x="78643" y="31732"/>
                </a:lnTo>
                <a:lnTo>
                  <a:pt x="78983" y="31878"/>
                </a:lnTo>
                <a:lnTo>
                  <a:pt x="79312" y="32033"/>
                </a:lnTo>
                <a:lnTo>
                  <a:pt x="79632" y="32198"/>
                </a:lnTo>
                <a:lnTo>
                  <a:pt x="79940" y="32372"/>
                </a:lnTo>
                <a:lnTo>
                  <a:pt x="80239" y="32556"/>
                </a:lnTo>
                <a:lnTo>
                  <a:pt x="80526" y="32749"/>
                </a:lnTo>
                <a:lnTo>
                  <a:pt x="80804" y="32952"/>
                </a:lnTo>
                <a:lnTo>
                  <a:pt x="81070" y="33164"/>
                </a:lnTo>
                <a:lnTo>
                  <a:pt x="81327" y="33385"/>
                </a:lnTo>
                <a:lnTo>
                  <a:pt x="81574" y="33614"/>
                </a:lnTo>
                <a:lnTo>
                  <a:pt x="81814" y="33849"/>
                </a:lnTo>
                <a:lnTo>
                  <a:pt x="82045" y="34090"/>
                </a:lnTo>
                <a:lnTo>
                  <a:pt x="82269" y="34337"/>
                </a:lnTo>
                <a:lnTo>
                  <a:pt x="82485" y="34591"/>
                </a:lnTo>
                <a:lnTo>
                  <a:pt x="82693" y="34850"/>
                </a:lnTo>
                <a:lnTo>
                  <a:pt x="82894" y="35115"/>
                </a:lnTo>
                <a:lnTo>
                  <a:pt x="83087" y="35387"/>
                </a:lnTo>
                <a:lnTo>
                  <a:pt x="83272" y="35664"/>
                </a:lnTo>
                <a:lnTo>
                  <a:pt x="83449" y="35947"/>
                </a:lnTo>
                <a:lnTo>
                  <a:pt x="83618" y="36237"/>
                </a:lnTo>
                <a:lnTo>
                  <a:pt x="83780" y="36532"/>
                </a:lnTo>
                <a:lnTo>
                  <a:pt x="83933" y="36834"/>
                </a:lnTo>
                <a:lnTo>
                  <a:pt x="84079" y="37142"/>
                </a:lnTo>
                <a:lnTo>
                  <a:pt x="84218" y="37455"/>
                </a:lnTo>
                <a:lnTo>
                  <a:pt x="84348" y="37775"/>
                </a:lnTo>
                <a:lnTo>
                  <a:pt x="84471" y="38101"/>
                </a:lnTo>
                <a:lnTo>
                  <a:pt x="84585" y="38433"/>
                </a:lnTo>
                <a:lnTo>
                  <a:pt x="84692" y="38771"/>
                </a:lnTo>
                <a:lnTo>
                  <a:pt x="84792" y="39115"/>
                </a:lnTo>
                <a:lnTo>
                  <a:pt x="84883" y="39465"/>
                </a:lnTo>
                <a:lnTo>
                  <a:pt x="84967" y="39821"/>
                </a:lnTo>
                <a:lnTo>
                  <a:pt x="85043" y="40183"/>
                </a:lnTo>
                <a:lnTo>
                  <a:pt x="85111" y="40551"/>
                </a:lnTo>
                <a:lnTo>
                  <a:pt x="85172" y="40923"/>
                </a:lnTo>
                <a:lnTo>
                  <a:pt x="85229" y="41298"/>
                </a:lnTo>
                <a:lnTo>
                  <a:pt x="85280" y="41676"/>
                </a:lnTo>
                <a:lnTo>
                  <a:pt x="85326" y="42057"/>
                </a:lnTo>
                <a:lnTo>
                  <a:pt x="85366" y="42440"/>
                </a:lnTo>
                <a:lnTo>
                  <a:pt x="85402" y="42826"/>
                </a:lnTo>
                <a:lnTo>
                  <a:pt x="85432" y="43214"/>
                </a:lnTo>
                <a:lnTo>
                  <a:pt x="85457" y="43605"/>
                </a:lnTo>
                <a:lnTo>
                  <a:pt x="85476" y="43999"/>
                </a:lnTo>
                <a:lnTo>
                  <a:pt x="85491" y="44396"/>
                </a:lnTo>
                <a:lnTo>
                  <a:pt x="85500" y="44795"/>
                </a:lnTo>
                <a:lnTo>
                  <a:pt x="85504" y="45197"/>
                </a:lnTo>
                <a:lnTo>
                  <a:pt x="85503" y="45601"/>
                </a:lnTo>
                <a:lnTo>
                  <a:pt x="85496" y="46009"/>
                </a:lnTo>
                <a:lnTo>
                  <a:pt x="85485" y="46418"/>
                </a:lnTo>
                <a:lnTo>
                  <a:pt x="85468" y="46831"/>
                </a:lnTo>
                <a:lnTo>
                  <a:pt x="85446" y="47246"/>
                </a:lnTo>
                <a:lnTo>
                  <a:pt x="85418" y="47664"/>
                </a:lnTo>
                <a:lnTo>
                  <a:pt x="85386" y="48085"/>
                </a:lnTo>
                <a:lnTo>
                  <a:pt x="85348" y="48508"/>
                </a:lnTo>
                <a:lnTo>
                  <a:pt x="85305" y="48934"/>
                </a:lnTo>
                <a:lnTo>
                  <a:pt x="85256" y="49363"/>
                </a:lnTo>
                <a:lnTo>
                  <a:pt x="85203" y="49794"/>
                </a:lnTo>
                <a:lnTo>
                  <a:pt x="85144" y="50228"/>
                </a:lnTo>
                <a:lnTo>
                  <a:pt x="77041" y="97509"/>
                </a:lnTo>
                <a:lnTo>
                  <a:pt x="84943" y="97509"/>
                </a:lnTo>
                <a:lnTo>
                  <a:pt x="92980" y="50295"/>
                </a:lnTo>
                <a:lnTo>
                  <a:pt x="93033" y="49855"/>
                </a:lnTo>
                <a:lnTo>
                  <a:pt x="93083" y="49417"/>
                </a:lnTo>
                <a:lnTo>
                  <a:pt x="93128" y="48980"/>
                </a:lnTo>
                <a:lnTo>
                  <a:pt x="93169" y="48545"/>
                </a:lnTo>
                <a:lnTo>
                  <a:pt x="93205" y="48112"/>
                </a:lnTo>
                <a:lnTo>
                  <a:pt x="93237" y="47681"/>
                </a:lnTo>
                <a:lnTo>
                  <a:pt x="93265" y="47251"/>
                </a:lnTo>
                <a:lnTo>
                  <a:pt x="93289" y="46824"/>
                </a:lnTo>
                <a:lnTo>
                  <a:pt x="93308" y="46398"/>
                </a:lnTo>
                <a:lnTo>
                  <a:pt x="93323" y="45973"/>
                </a:lnTo>
                <a:lnTo>
                  <a:pt x="93333" y="45551"/>
                </a:lnTo>
                <a:lnTo>
                  <a:pt x="93340" y="45130"/>
                </a:lnTo>
                <a:lnTo>
                  <a:pt x="93342" y="44711"/>
                </a:lnTo>
                <a:lnTo>
                  <a:pt x="93339" y="44293"/>
                </a:lnTo>
                <a:lnTo>
                  <a:pt x="93333" y="43878"/>
                </a:lnTo>
                <a:lnTo>
                  <a:pt x="93322" y="43464"/>
                </a:lnTo>
                <a:lnTo>
                  <a:pt x="93307" y="43052"/>
                </a:lnTo>
                <a:lnTo>
                  <a:pt x="93287" y="42641"/>
                </a:lnTo>
                <a:lnTo>
                  <a:pt x="93264" y="42233"/>
                </a:lnTo>
                <a:lnTo>
                  <a:pt x="93236" y="41826"/>
                </a:lnTo>
                <a:lnTo>
                  <a:pt x="93203" y="41421"/>
                </a:lnTo>
                <a:lnTo>
                  <a:pt x="93166" y="41017"/>
                </a:lnTo>
                <a:lnTo>
                  <a:pt x="93125" y="40616"/>
                </a:lnTo>
                <a:lnTo>
                  <a:pt x="93080" y="40216"/>
                </a:lnTo>
                <a:lnTo>
                  <a:pt x="93030" y="39819"/>
                </a:lnTo>
                <a:lnTo>
                  <a:pt x="92975" y="39425"/>
                </a:lnTo>
                <a:lnTo>
                  <a:pt x="92914" y="39035"/>
                </a:lnTo>
                <a:lnTo>
                  <a:pt x="92848" y="38649"/>
                </a:lnTo>
                <a:lnTo>
                  <a:pt x="92776" y="38267"/>
                </a:lnTo>
                <a:lnTo>
                  <a:pt x="92699" y="37889"/>
                </a:lnTo>
                <a:lnTo>
                  <a:pt x="92617" y="37514"/>
                </a:lnTo>
                <a:lnTo>
                  <a:pt x="92530" y="37143"/>
                </a:lnTo>
                <a:lnTo>
                  <a:pt x="92437" y="36775"/>
                </a:lnTo>
                <a:lnTo>
                  <a:pt x="92338" y="36412"/>
                </a:lnTo>
                <a:lnTo>
                  <a:pt x="92235" y="36052"/>
                </a:lnTo>
                <a:lnTo>
                  <a:pt x="92126" y="35695"/>
                </a:lnTo>
                <a:lnTo>
                  <a:pt x="92012" y="35343"/>
                </a:lnTo>
                <a:lnTo>
                  <a:pt x="91892" y="34994"/>
                </a:lnTo>
                <a:lnTo>
                  <a:pt x="91767" y="34649"/>
                </a:lnTo>
                <a:lnTo>
                  <a:pt x="91637" y="34308"/>
                </a:lnTo>
                <a:lnTo>
                  <a:pt x="91501" y="33970"/>
                </a:lnTo>
                <a:lnTo>
                  <a:pt x="91360" y="33636"/>
                </a:lnTo>
                <a:lnTo>
                  <a:pt x="91213" y="33306"/>
                </a:lnTo>
                <a:lnTo>
                  <a:pt x="91062" y="32979"/>
                </a:lnTo>
                <a:lnTo>
                  <a:pt x="90905" y="32657"/>
                </a:lnTo>
                <a:lnTo>
                  <a:pt x="90742" y="32338"/>
                </a:lnTo>
                <a:lnTo>
                  <a:pt x="90574" y="32022"/>
                </a:lnTo>
                <a:lnTo>
                  <a:pt x="90401" y="31711"/>
                </a:lnTo>
                <a:lnTo>
                  <a:pt x="90222" y="31404"/>
                </a:lnTo>
                <a:lnTo>
                  <a:pt x="90037" y="31102"/>
                </a:lnTo>
                <a:lnTo>
                  <a:pt x="89846" y="30806"/>
                </a:lnTo>
                <a:lnTo>
                  <a:pt x="89648" y="30516"/>
                </a:lnTo>
                <a:lnTo>
                  <a:pt x="89444" y="30232"/>
                </a:lnTo>
                <a:lnTo>
                  <a:pt x="89234" y="29953"/>
                </a:lnTo>
                <a:lnTo>
                  <a:pt x="89017" y="29679"/>
                </a:lnTo>
                <a:lnTo>
                  <a:pt x="88794" y="29411"/>
                </a:lnTo>
                <a:lnTo>
                  <a:pt x="88565" y="29149"/>
                </a:lnTo>
                <a:lnTo>
                  <a:pt x="88329" y="28892"/>
                </a:lnTo>
                <a:lnTo>
                  <a:pt x="88088" y="28641"/>
                </a:lnTo>
                <a:lnTo>
                  <a:pt x="87840" y="28396"/>
                </a:lnTo>
                <a:lnTo>
                  <a:pt x="87585" y="28156"/>
                </a:lnTo>
                <a:lnTo>
                  <a:pt x="87325" y="27921"/>
                </a:lnTo>
                <a:lnTo>
                  <a:pt x="87058" y="27692"/>
                </a:lnTo>
                <a:lnTo>
                  <a:pt x="86785" y="27469"/>
                </a:lnTo>
                <a:lnTo>
                  <a:pt x="86506" y="27251"/>
                </a:lnTo>
                <a:lnTo>
                  <a:pt x="86220" y="27039"/>
                </a:lnTo>
                <a:lnTo>
                  <a:pt x="85928" y="26833"/>
                </a:lnTo>
                <a:lnTo>
                  <a:pt x="85630" y="26632"/>
                </a:lnTo>
                <a:lnTo>
                  <a:pt x="85325" y="26437"/>
                </a:lnTo>
                <a:lnTo>
                  <a:pt x="85014" y="26247"/>
                </a:lnTo>
                <a:lnTo>
                  <a:pt x="84697" y="26063"/>
                </a:lnTo>
                <a:lnTo>
                  <a:pt x="84374" y="25884"/>
                </a:lnTo>
                <a:lnTo>
                  <a:pt x="84044" y="25712"/>
                </a:lnTo>
                <a:lnTo>
                  <a:pt x="83706" y="25547"/>
                </a:lnTo>
                <a:lnTo>
                  <a:pt x="83362" y="25389"/>
                </a:lnTo>
                <a:lnTo>
                  <a:pt x="83009" y="25238"/>
                </a:lnTo>
                <a:lnTo>
                  <a:pt x="82650" y="25094"/>
                </a:lnTo>
                <a:lnTo>
                  <a:pt x="82283" y="24957"/>
                </a:lnTo>
                <a:lnTo>
                  <a:pt x="81909" y="24827"/>
                </a:lnTo>
                <a:lnTo>
                  <a:pt x="81528" y="24705"/>
                </a:lnTo>
                <a:lnTo>
                  <a:pt x="81139" y="24589"/>
                </a:lnTo>
                <a:lnTo>
                  <a:pt x="80743" y="24481"/>
                </a:lnTo>
                <a:lnTo>
                  <a:pt x="80340" y="24379"/>
                </a:lnTo>
                <a:lnTo>
                  <a:pt x="79929" y="24285"/>
                </a:lnTo>
                <a:lnTo>
                  <a:pt x="79511" y="24198"/>
                </a:lnTo>
                <a:lnTo>
                  <a:pt x="79085" y="24118"/>
                </a:lnTo>
                <a:lnTo>
                  <a:pt x="78653" y="24045"/>
                </a:lnTo>
                <a:lnTo>
                  <a:pt x="78213" y="23979"/>
                </a:lnTo>
                <a:lnTo>
                  <a:pt x="77765" y="23920"/>
                </a:lnTo>
                <a:lnTo>
                  <a:pt x="77311" y="23869"/>
                </a:lnTo>
                <a:lnTo>
                  <a:pt x="76849" y="23824"/>
                </a:lnTo>
                <a:lnTo>
                  <a:pt x="76379" y="23787"/>
                </a:lnTo>
                <a:lnTo>
                  <a:pt x="75903" y="23756"/>
                </a:lnTo>
                <a:lnTo>
                  <a:pt x="75419" y="23733"/>
                </a:lnTo>
                <a:lnTo>
                  <a:pt x="74927" y="23717"/>
                </a:lnTo>
                <a:lnTo>
                  <a:pt x="74429" y="23708"/>
                </a:lnTo>
                <a:lnTo>
                  <a:pt x="73879" y="23707"/>
                </a:lnTo>
                <a:lnTo>
                  <a:pt x="73332" y="23715"/>
                </a:lnTo>
                <a:lnTo>
                  <a:pt x="72791" y="23732"/>
                </a:lnTo>
                <a:lnTo>
                  <a:pt x="72253" y="23759"/>
                </a:lnTo>
                <a:lnTo>
                  <a:pt x="71720" y="23795"/>
                </a:lnTo>
                <a:lnTo>
                  <a:pt x="71191" y="23839"/>
                </a:lnTo>
                <a:lnTo>
                  <a:pt x="70667" y="23894"/>
                </a:lnTo>
                <a:lnTo>
                  <a:pt x="70146" y="23957"/>
                </a:lnTo>
                <a:lnTo>
                  <a:pt x="69631" y="24029"/>
                </a:lnTo>
                <a:lnTo>
                  <a:pt x="69119" y="24111"/>
                </a:lnTo>
                <a:lnTo>
                  <a:pt x="68612" y="24202"/>
                </a:lnTo>
                <a:lnTo>
                  <a:pt x="68109" y="24302"/>
                </a:lnTo>
                <a:lnTo>
                  <a:pt x="67610" y="24411"/>
                </a:lnTo>
                <a:lnTo>
                  <a:pt x="67115" y="24530"/>
                </a:lnTo>
                <a:lnTo>
                  <a:pt x="66625" y="24657"/>
                </a:lnTo>
                <a:lnTo>
                  <a:pt x="66139" y="24794"/>
                </a:lnTo>
                <a:lnTo>
                  <a:pt x="65658" y="24940"/>
                </a:lnTo>
                <a:lnTo>
                  <a:pt x="65181" y="25095"/>
                </a:lnTo>
                <a:lnTo>
                  <a:pt x="64708" y="25259"/>
                </a:lnTo>
                <a:lnTo>
                  <a:pt x="64239" y="25433"/>
                </a:lnTo>
                <a:lnTo>
                  <a:pt x="63775" y="25616"/>
                </a:lnTo>
                <a:lnTo>
                  <a:pt x="63315" y="25808"/>
                </a:lnTo>
                <a:lnTo>
                  <a:pt x="62859" y="26009"/>
                </a:lnTo>
                <a:lnTo>
                  <a:pt x="62408" y="26219"/>
                </a:lnTo>
                <a:lnTo>
                  <a:pt x="61961" y="26437"/>
                </a:lnTo>
                <a:lnTo>
                  <a:pt x="61518" y="26662"/>
                </a:lnTo>
                <a:lnTo>
                  <a:pt x="61080" y="26893"/>
                </a:lnTo>
                <a:lnTo>
                  <a:pt x="60646" y="27131"/>
                </a:lnTo>
                <a:lnTo>
                  <a:pt x="60217" y="27375"/>
                </a:lnTo>
                <a:lnTo>
                  <a:pt x="59792" y="27625"/>
                </a:lnTo>
                <a:lnTo>
                  <a:pt x="59371" y="27883"/>
                </a:lnTo>
                <a:lnTo>
                  <a:pt x="58955" y="28146"/>
                </a:lnTo>
                <a:lnTo>
                  <a:pt x="58543" y="28416"/>
                </a:lnTo>
                <a:lnTo>
                  <a:pt x="58136" y="28693"/>
                </a:lnTo>
                <a:lnTo>
                  <a:pt x="57733" y="28976"/>
                </a:lnTo>
                <a:lnTo>
                  <a:pt x="57335" y="29266"/>
                </a:lnTo>
                <a:lnTo>
                  <a:pt x="56941" y="29562"/>
                </a:lnTo>
                <a:lnTo>
                  <a:pt x="56551" y="29865"/>
                </a:lnTo>
                <a:lnTo>
                  <a:pt x="56166" y="30174"/>
                </a:lnTo>
                <a:lnTo>
                  <a:pt x="55785" y="30490"/>
                </a:lnTo>
                <a:lnTo>
                  <a:pt x="55409" y="30813"/>
                </a:lnTo>
                <a:lnTo>
                  <a:pt x="55037" y="31141"/>
                </a:lnTo>
                <a:lnTo>
                  <a:pt x="54669" y="31477"/>
                </a:lnTo>
                <a:lnTo>
                  <a:pt x="54306" y="31818"/>
                </a:lnTo>
                <a:lnTo>
                  <a:pt x="53947" y="32167"/>
                </a:lnTo>
                <a:lnTo>
                  <a:pt x="53593" y="32522"/>
                </a:lnTo>
                <a:lnTo>
                  <a:pt x="53243" y="32883"/>
                </a:lnTo>
                <a:lnTo>
                  <a:pt x="52898" y="33251"/>
                </a:lnTo>
                <a:lnTo>
                  <a:pt x="52557" y="33624"/>
                </a:lnTo>
                <a:lnTo>
                  <a:pt x="52221" y="34001"/>
                </a:lnTo>
                <a:lnTo>
                  <a:pt x="51890" y="34382"/>
                </a:lnTo>
                <a:lnTo>
                  <a:pt x="51563" y="34767"/>
                </a:lnTo>
                <a:lnTo>
                  <a:pt x="51241" y="35156"/>
                </a:lnTo>
                <a:lnTo>
                  <a:pt x="50924" y="35549"/>
                </a:lnTo>
                <a:lnTo>
                  <a:pt x="50612" y="35946"/>
                </a:lnTo>
                <a:lnTo>
                  <a:pt x="50305" y="36346"/>
                </a:lnTo>
                <a:lnTo>
                  <a:pt x="50154" y="36547"/>
                </a:lnTo>
                <a:lnTo>
                  <a:pt x="51860" y="25047"/>
                </a:lnTo>
                <a:lnTo>
                  <a:pt x="44359" y="25047"/>
                </a:lnTo>
                <a:lnTo>
                  <a:pt x="31836" y="97509"/>
                </a:lnTo>
                <a:lnTo>
                  <a:pt x="39671" y="97509"/>
                </a:lnTo>
                <a:lnTo>
                  <a:pt x="48292" y="47894"/>
                </a:lnTo>
                <a:lnTo>
                  <a:pt x="48385" y="47703"/>
                </a:lnTo>
                <a:lnTo>
                  <a:pt x="48578" y="47315"/>
                </a:lnTo>
                <a:close/>
                <a:moveTo>
                  <a:pt x="16877" y="0"/>
                </a:moveTo>
                <a:lnTo>
                  <a:pt x="0" y="97509"/>
                </a:lnTo>
                <a:lnTo>
                  <a:pt x="8103" y="97509"/>
                </a:lnTo>
                <a:lnTo>
                  <a:pt x="24980" y="0"/>
                </a:lnTo>
                <a:lnTo>
                  <a:pt x="16877" y="0"/>
                </a:lnTo>
                <a:close/>
                <a:moveTo>
                  <a:pt x="130364" y="91856"/>
                </a:moveTo>
                <a:lnTo>
                  <a:pt x="129892" y="91809"/>
                </a:lnTo>
                <a:lnTo>
                  <a:pt x="129428" y="91754"/>
                </a:lnTo>
                <a:lnTo>
                  <a:pt x="128973" y="91689"/>
                </a:lnTo>
                <a:lnTo>
                  <a:pt x="128525" y="91616"/>
                </a:lnTo>
                <a:lnTo>
                  <a:pt x="128085" y="91533"/>
                </a:lnTo>
                <a:lnTo>
                  <a:pt x="127654" y="91441"/>
                </a:lnTo>
                <a:lnTo>
                  <a:pt x="127230" y="91341"/>
                </a:lnTo>
                <a:lnTo>
                  <a:pt x="126814" y="91231"/>
                </a:lnTo>
                <a:lnTo>
                  <a:pt x="126407" y="91112"/>
                </a:lnTo>
                <a:lnTo>
                  <a:pt x="126007" y="90984"/>
                </a:lnTo>
                <a:lnTo>
                  <a:pt x="125616" y="90847"/>
                </a:lnTo>
                <a:lnTo>
                  <a:pt x="125232" y="90701"/>
                </a:lnTo>
                <a:lnTo>
                  <a:pt x="124857" y="90545"/>
                </a:lnTo>
                <a:lnTo>
                  <a:pt x="124489" y="90381"/>
                </a:lnTo>
                <a:lnTo>
                  <a:pt x="124130" y="90208"/>
                </a:lnTo>
                <a:lnTo>
                  <a:pt x="123778" y="90025"/>
                </a:lnTo>
                <a:lnTo>
                  <a:pt x="123435" y="89834"/>
                </a:lnTo>
                <a:lnTo>
                  <a:pt x="123100" y="89633"/>
                </a:lnTo>
                <a:lnTo>
                  <a:pt x="122772" y="89424"/>
                </a:lnTo>
                <a:lnTo>
                  <a:pt x="122453" y="89205"/>
                </a:lnTo>
                <a:lnTo>
                  <a:pt x="122141" y="88979"/>
                </a:lnTo>
                <a:lnTo>
                  <a:pt x="121836" y="88747"/>
                </a:lnTo>
                <a:lnTo>
                  <a:pt x="121537" y="88510"/>
                </a:lnTo>
                <a:lnTo>
                  <a:pt x="121246" y="88266"/>
                </a:lnTo>
                <a:lnTo>
                  <a:pt x="120961" y="88017"/>
                </a:lnTo>
                <a:lnTo>
                  <a:pt x="120682" y="87763"/>
                </a:lnTo>
                <a:lnTo>
                  <a:pt x="120411" y="87503"/>
                </a:lnTo>
                <a:lnTo>
                  <a:pt x="120146" y="87237"/>
                </a:lnTo>
                <a:lnTo>
                  <a:pt x="119888" y="86965"/>
                </a:lnTo>
                <a:lnTo>
                  <a:pt x="119637" y="86688"/>
                </a:lnTo>
                <a:lnTo>
                  <a:pt x="119392" y="86405"/>
                </a:lnTo>
                <a:lnTo>
                  <a:pt x="119155" y="86116"/>
                </a:lnTo>
                <a:lnTo>
                  <a:pt x="118924" y="85821"/>
                </a:lnTo>
                <a:lnTo>
                  <a:pt x="118699" y="85521"/>
                </a:lnTo>
                <a:lnTo>
                  <a:pt x="118482" y="85215"/>
                </a:lnTo>
                <a:lnTo>
                  <a:pt x="118271" y="84904"/>
                </a:lnTo>
                <a:lnTo>
                  <a:pt x="118067" y="84587"/>
                </a:lnTo>
                <a:lnTo>
                  <a:pt x="117870" y="84264"/>
                </a:lnTo>
                <a:lnTo>
                  <a:pt x="117679" y="83935"/>
                </a:lnTo>
                <a:lnTo>
                  <a:pt x="117495" y="83601"/>
                </a:lnTo>
                <a:lnTo>
                  <a:pt x="117318" y="83261"/>
                </a:lnTo>
                <a:lnTo>
                  <a:pt x="117148" y="82915"/>
                </a:lnTo>
                <a:lnTo>
                  <a:pt x="116984" y="82564"/>
                </a:lnTo>
                <a:lnTo>
                  <a:pt x="116827" y="82206"/>
                </a:lnTo>
                <a:lnTo>
                  <a:pt x="116676" y="81845"/>
                </a:lnTo>
                <a:lnTo>
                  <a:pt x="116531" y="81481"/>
                </a:lnTo>
                <a:lnTo>
                  <a:pt x="116390" y="81114"/>
                </a:lnTo>
                <a:lnTo>
                  <a:pt x="116254" y="80745"/>
                </a:lnTo>
                <a:lnTo>
                  <a:pt x="116124" y="80373"/>
                </a:lnTo>
                <a:lnTo>
                  <a:pt x="115999" y="79998"/>
                </a:lnTo>
                <a:lnTo>
                  <a:pt x="115878" y="79621"/>
                </a:lnTo>
                <a:lnTo>
                  <a:pt x="115763" y="79241"/>
                </a:lnTo>
                <a:lnTo>
                  <a:pt x="115653" y="78858"/>
                </a:lnTo>
                <a:lnTo>
                  <a:pt x="115548" y="78473"/>
                </a:lnTo>
                <a:lnTo>
                  <a:pt x="115449" y="78085"/>
                </a:lnTo>
                <a:lnTo>
                  <a:pt x="115354" y="77694"/>
                </a:lnTo>
                <a:lnTo>
                  <a:pt x="115265" y="77301"/>
                </a:lnTo>
                <a:lnTo>
                  <a:pt x="115180" y="76905"/>
                </a:lnTo>
                <a:lnTo>
                  <a:pt x="115101" y="76506"/>
                </a:lnTo>
                <a:lnTo>
                  <a:pt x="115027" y="76105"/>
                </a:lnTo>
                <a:lnTo>
                  <a:pt x="114958" y="75701"/>
                </a:lnTo>
                <a:lnTo>
                  <a:pt x="114894" y="75294"/>
                </a:lnTo>
                <a:lnTo>
                  <a:pt x="114835" y="74884"/>
                </a:lnTo>
                <a:lnTo>
                  <a:pt x="114781" y="74472"/>
                </a:lnTo>
                <a:lnTo>
                  <a:pt x="114732" y="74057"/>
                </a:lnTo>
                <a:lnTo>
                  <a:pt x="114689" y="73640"/>
                </a:lnTo>
                <a:lnTo>
                  <a:pt x="114651" y="73220"/>
                </a:lnTo>
                <a:lnTo>
                  <a:pt x="114617" y="72797"/>
                </a:lnTo>
                <a:lnTo>
                  <a:pt x="114588" y="72373"/>
                </a:lnTo>
                <a:lnTo>
                  <a:pt x="114563" y="71950"/>
                </a:lnTo>
                <a:lnTo>
                  <a:pt x="114542" y="71527"/>
                </a:lnTo>
                <a:lnTo>
                  <a:pt x="114523" y="71104"/>
                </a:lnTo>
                <a:lnTo>
                  <a:pt x="114509" y="70682"/>
                </a:lnTo>
                <a:lnTo>
                  <a:pt x="114498" y="70261"/>
                </a:lnTo>
                <a:lnTo>
                  <a:pt x="114491" y="69839"/>
                </a:lnTo>
                <a:lnTo>
                  <a:pt x="114487" y="69419"/>
                </a:lnTo>
                <a:lnTo>
                  <a:pt x="114487" y="68999"/>
                </a:lnTo>
                <a:lnTo>
                  <a:pt x="114491" y="68579"/>
                </a:lnTo>
                <a:lnTo>
                  <a:pt x="114498" y="68160"/>
                </a:lnTo>
                <a:lnTo>
                  <a:pt x="114509" y="67741"/>
                </a:lnTo>
                <a:lnTo>
                  <a:pt x="114523" y="67322"/>
                </a:lnTo>
                <a:lnTo>
                  <a:pt x="114541" y="66905"/>
                </a:lnTo>
                <a:lnTo>
                  <a:pt x="114562" y="66487"/>
                </a:lnTo>
                <a:lnTo>
                  <a:pt x="114588" y="66070"/>
                </a:lnTo>
                <a:lnTo>
                  <a:pt x="114616" y="65654"/>
                </a:lnTo>
                <a:lnTo>
                  <a:pt x="114649" y="65238"/>
                </a:lnTo>
                <a:lnTo>
                  <a:pt x="114685" y="64822"/>
                </a:lnTo>
                <a:lnTo>
                  <a:pt x="114724" y="64407"/>
                </a:lnTo>
                <a:lnTo>
                  <a:pt x="114768" y="63993"/>
                </a:lnTo>
                <a:lnTo>
                  <a:pt x="114814" y="63578"/>
                </a:lnTo>
                <a:lnTo>
                  <a:pt x="114865" y="63165"/>
                </a:lnTo>
                <a:lnTo>
                  <a:pt x="114919" y="62751"/>
                </a:lnTo>
                <a:lnTo>
                  <a:pt x="115321" y="59939"/>
                </a:lnTo>
                <a:lnTo>
                  <a:pt x="115390" y="59487"/>
                </a:lnTo>
                <a:lnTo>
                  <a:pt x="115463" y="59036"/>
                </a:lnTo>
                <a:lnTo>
                  <a:pt x="115540" y="58586"/>
                </a:lnTo>
                <a:lnTo>
                  <a:pt x="115621" y="58136"/>
                </a:lnTo>
                <a:lnTo>
                  <a:pt x="115706" y="57687"/>
                </a:lnTo>
                <a:lnTo>
                  <a:pt x="115796" y="57239"/>
                </a:lnTo>
                <a:lnTo>
                  <a:pt x="115889" y="56791"/>
                </a:lnTo>
                <a:lnTo>
                  <a:pt x="115987" y="56345"/>
                </a:lnTo>
                <a:lnTo>
                  <a:pt x="116088" y="55898"/>
                </a:lnTo>
                <a:lnTo>
                  <a:pt x="116194" y="55453"/>
                </a:lnTo>
                <a:lnTo>
                  <a:pt x="116303" y="55008"/>
                </a:lnTo>
                <a:lnTo>
                  <a:pt x="116417" y="54564"/>
                </a:lnTo>
                <a:lnTo>
                  <a:pt x="116535" y="54121"/>
                </a:lnTo>
                <a:lnTo>
                  <a:pt x="116657" y="53678"/>
                </a:lnTo>
                <a:lnTo>
                  <a:pt x="116783" y="53236"/>
                </a:lnTo>
                <a:lnTo>
                  <a:pt x="116913" y="52795"/>
                </a:lnTo>
                <a:lnTo>
                  <a:pt x="117047" y="52355"/>
                </a:lnTo>
                <a:lnTo>
                  <a:pt x="117185" y="51915"/>
                </a:lnTo>
                <a:lnTo>
                  <a:pt x="117328" y="51476"/>
                </a:lnTo>
                <a:lnTo>
                  <a:pt x="117474" y="51037"/>
                </a:lnTo>
                <a:lnTo>
                  <a:pt x="117624" y="50599"/>
                </a:lnTo>
                <a:lnTo>
                  <a:pt x="117779" y="50162"/>
                </a:lnTo>
                <a:lnTo>
                  <a:pt x="117937" y="49726"/>
                </a:lnTo>
                <a:lnTo>
                  <a:pt x="118100" y="49290"/>
                </a:lnTo>
                <a:lnTo>
                  <a:pt x="118267" y="48857"/>
                </a:lnTo>
                <a:lnTo>
                  <a:pt x="118438" y="48426"/>
                </a:lnTo>
                <a:lnTo>
                  <a:pt x="118614" y="47999"/>
                </a:lnTo>
                <a:lnTo>
                  <a:pt x="118795" y="47575"/>
                </a:lnTo>
                <a:lnTo>
                  <a:pt x="118980" y="47155"/>
                </a:lnTo>
                <a:lnTo>
                  <a:pt x="119169" y="46737"/>
                </a:lnTo>
                <a:lnTo>
                  <a:pt x="119363" y="46323"/>
                </a:lnTo>
                <a:lnTo>
                  <a:pt x="119562" y="45912"/>
                </a:lnTo>
                <a:lnTo>
                  <a:pt x="119765" y="45504"/>
                </a:lnTo>
                <a:lnTo>
                  <a:pt x="119973" y="45100"/>
                </a:lnTo>
                <a:lnTo>
                  <a:pt x="120185" y="44699"/>
                </a:lnTo>
                <a:lnTo>
                  <a:pt x="120402" y="44301"/>
                </a:lnTo>
                <a:lnTo>
                  <a:pt x="120623" y="43906"/>
                </a:lnTo>
                <a:lnTo>
                  <a:pt x="120849" y="43515"/>
                </a:lnTo>
                <a:lnTo>
                  <a:pt x="121080" y="43127"/>
                </a:lnTo>
                <a:lnTo>
                  <a:pt x="121314" y="42742"/>
                </a:lnTo>
                <a:lnTo>
                  <a:pt x="121554" y="42361"/>
                </a:lnTo>
                <a:lnTo>
                  <a:pt x="121798" y="41982"/>
                </a:lnTo>
                <a:lnTo>
                  <a:pt x="122046" y="41607"/>
                </a:lnTo>
                <a:lnTo>
                  <a:pt x="122299" y="41235"/>
                </a:lnTo>
                <a:lnTo>
                  <a:pt x="122557" y="40867"/>
                </a:lnTo>
                <a:lnTo>
                  <a:pt x="122819" y="40501"/>
                </a:lnTo>
                <a:lnTo>
                  <a:pt x="123086" y="40139"/>
                </a:lnTo>
                <a:lnTo>
                  <a:pt x="123357" y="39781"/>
                </a:lnTo>
                <a:lnTo>
                  <a:pt x="123633" y="39426"/>
                </a:lnTo>
                <a:lnTo>
                  <a:pt x="123914" y="39079"/>
                </a:lnTo>
                <a:lnTo>
                  <a:pt x="124199" y="38737"/>
                </a:lnTo>
                <a:lnTo>
                  <a:pt x="124490" y="38401"/>
                </a:lnTo>
                <a:lnTo>
                  <a:pt x="124785" y="38072"/>
                </a:lnTo>
                <a:lnTo>
                  <a:pt x="125086" y="37748"/>
                </a:lnTo>
                <a:lnTo>
                  <a:pt x="125391" y="37431"/>
                </a:lnTo>
                <a:lnTo>
                  <a:pt x="125701" y="37120"/>
                </a:lnTo>
                <a:lnTo>
                  <a:pt x="126016" y="36816"/>
                </a:lnTo>
                <a:lnTo>
                  <a:pt x="126336" y="36517"/>
                </a:lnTo>
                <a:lnTo>
                  <a:pt x="126661" y="36224"/>
                </a:lnTo>
                <a:lnTo>
                  <a:pt x="126990" y="35938"/>
                </a:lnTo>
                <a:lnTo>
                  <a:pt x="127325" y="35658"/>
                </a:lnTo>
                <a:lnTo>
                  <a:pt x="127664" y="35384"/>
                </a:lnTo>
                <a:lnTo>
                  <a:pt x="128008" y="35116"/>
                </a:lnTo>
                <a:lnTo>
                  <a:pt x="128358" y="34854"/>
                </a:lnTo>
                <a:lnTo>
                  <a:pt x="128712" y="34599"/>
                </a:lnTo>
                <a:lnTo>
                  <a:pt x="129070" y="34350"/>
                </a:lnTo>
                <a:lnTo>
                  <a:pt x="129434" y="34106"/>
                </a:lnTo>
                <a:lnTo>
                  <a:pt x="129803" y="33869"/>
                </a:lnTo>
                <a:lnTo>
                  <a:pt x="130177" y="33639"/>
                </a:lnTo>
                <a:lnTo>
                  <a:pt x="130555" y="33414"/>
                </a:lnTo>
                <a:lnTo>
                  <a:pt x="130938" y="33195"/>
                </a:lnTo>
                <a:lnTo>
                  <a:pt x="131327" y="32983"/>
                </a:lnTo>
                <a:lnTo>
                  <a:pt x="131720" y="32778"/>
                </a:lnTo>
                <a:lnTo>
                  <a:pt x="132118" y="32582"/>
                </a:lnTo>
                <a:lnTo>
                  <a:pt x="132522" y="32395"/>
                </a:lnTo>
                <a:lnTo>
                  <a:pt x="132930" y="32218"/>
                </a:lnTo>
                <a:lnTo>
                  <a:pt x="133344" y="32049"/>
                </a:lnTo>
                <a:lnTo>
                  <a:pt x="133763" y="31888"/>
                </a:lnTo>
                <a:lnTo>
                  <a:pt x="134187" y="31737"/>
                </a:lnTo>
                <a:lnTo>
                  <a:pt x="134616" y="31595"/>
                </a:lnTo>
                <a:lnTo>
                  <a:pt x="135050" y="31462"/>
                </a:lnTo>
                <a:lnTo>
                  <a:pt x="135489" y="31338"/>
                </a:lnTo>
                <a:lnTo>
                  <a:pt x="135933" y="31223"/>
                </a:lnTo>
                <a:lnTo>
                  <a:pt x="136383" y="31116"/>
                </a:lnTo>
                <a:lnTo>
                  <a:pt x="136837" y="31019"/>
                </a:lnTo>
                <a:lnTo>
                  <a:pt x="137297" y="30930"/>
                </a:lnTo>
                <a:lnTo>
                  <a:pt x="137762" y="30851"/>
                </a:lnTo>
                <a:lnTo>
                  <a:pt x="138232" y="30780"/>
                </a:lnTo>
                <a:lnTo>
                  <a:pt x="138707" y="30719"/>
                </a:lnTo>
                <a:lnTo>
                  <a:pt x="139187" y="30666"/>
                </a:lnTo>
                <a:lnTo>
                  <a:pt x="139673" y="30623"/>
                </a:lnTo>
                <a:lnTo>
                  <a:pt x="140163" y="30588"/>
                </a:lnTo>
                <a:lnTo>
                  <a:pt x="140658" y="30562"/>
                </a:lnTo>
                <a:lnTo>
                  <a:pt x="141159" y="30545"/>
                </a:lnTo>
                <a:lnTo>
                  <a:pt x="141665" y="30537"/>
                </a:lnTo>
                <a:lnTo>
                  <a:pt x="142176" y="30539"/>
                </a:lnTo>
                <a:lnTo>
                  <a:pt x="142631" y="30554"/>
                </a:lnTo>
                <a:lnTo>
                  <a:pt x="143079" y="30577"/>
                </a:lnTo>
                <a:lnTo>
                  <a:pt x="143523" y="30609"/>
                </a:lnTo>
                <a:lnTo>
                  <a:pt x="143960" y="30649"/>
                </a:lnTo>
                <a:lnTo>
                  <a:pt x="144391" y="30698"/>
                </a:lnTo>
                <a:lnTo>
                  <a:pt x="144817" y="30754"/>
                </a:lnTo>
                <a:lnTo>
                  <a:pt x="145237" y="30819"/>
                </a:lnTo>
                <a:lnTo>
                  <a:pt x="145651" y="30892"/>
                </a:lnTo>
                <a:lnTo>
                  <a:pt x="146059" y="30973"/>
                </a:lnTo>
                <a:lnTo>
                  <a:pt x="146461" y="31063"/>
                </a:lnTo>
                <a:lnTo>
                  <a:pt x="146858" y="31161"/>
                </a:lnTo>
                <a:lnTo>
                  <a:pt x="147249" y="31267"/>
                </a:lnTo>
                <a:lnTo>
                  <a:pt x="147634" y="31381"/>
                </a:lnTo>
                <a:lnTo>
                  <a:pt x="148013" y="31504"/>
                </a:lnTo>
                <a:lnTo>
                  <a:pt x="148386" y="31635"/>
                </a:lnTo>
                <a:lnTo>
                  <a:pt x="148754" y="31774"/>
                </a:lnTo>
                <a:lnTo>
                  <a:pt x="149115" y="31921"/>
                </a:lnTo>
                <a:lnTo>
                  <a:pt x="149471" y="32077"/>
                </a:lnTo>
                <a:lnTo>
                  <a:pt x="149821" y="32241"/>
                </a:lnTo>
                <a:lnTo>
                  <a:pt x="150166" y="32413"/>
                </a:lnTo>
                <a:lnTo>
                  <a:pt x="150504" y="32593"/>
                </a:lnTo>
                <a:lnTo>
                  <a:pt x="150837" y="32782"/>
                </a:lnTo>
                <a:lnTo>
                  <a:pt x="151164" y="32979"/>
                </a:lnTo>
                <a:lnTo>
                  <a:pt x="151485" y="33184"/>
                </a:lnTo>
                <a:lnTo>
                  <a:pt x="151799" y="33396"/>
                </a:lnTo>
                <a:lnTo>
                  <a:pt x="152107" y="33615"/>
                </a:lnTo>
                <a:lnTo>
                  <a:pt x="152408" y="33839"/>
                </a:lnTo>
                <a:lnTo>
                  <a:pt x="152702" y="34069"/>
                </a:lnTo>
                <a:lnTo>
                  <a:pt x="152989" y="34306"/>
                </a:lnTo>
                <a:lnTo>
                  <a:pt x="153270" y="34548"/>
                </a:lnTo>
                <a:lnTo>
                  <a:pt x="153543" y="34797"/>
                </a:lnTo>
                <a:lnTo>
                  <a:pt x="153810" y="35052"/>
                </a:lnTo>
                <a:lnTo>
                  <a:pt x="154070" y="35312"/>
                </a:lnTo>
                <a:lnTo>
                  <a:pt x="154323" y="35579"/>
                </a:lnTo>
                <a:lnTo>
                  <a:pt x="154569" y="35852"/>
                </a:lnTo>
                <a:lnTo>
                  <a:pt x="154808" y="36131"/>
                </a:lnTo>
                <a:lnTo>
                  <a:pt x="155040" y="36416"/>
                </a:lnTo>
                <a:lnTo>
                  <a:pt x="155266" y="36706"/>
                </a:lnTo>
                <a:lnTo>
                  <a:pt x="155485" y="37003"/>
                </a:lnTo>
                <a:lnTo>
                  <a:pt x="155696" y="37306"/>
                </a:lnTo>
                <a:lnTo>
                  <a:pt x="155901" y="37615"/>
                </a:lnTo>
                <a:lnTo>
                  <a:pt x="156099" y="37930"/>
                </a:lnTo>
                <a:lnTo>
                  <a:pt x="156291" y="38252"/>
                </a:lnTo>
                <a:lnTo>
                  <a:pt x="156475" y="38579"/>
                </a:lnTo>
                <a:lnTo>
                  <a:pt x="156652" y="38912"/>
                </a:lnTo>
                <a:lnTo>
                  <a:pt x="156823" y="39251"/>
                </a:lnTo>
                <a:lnTo>
                  <a:pt x="156987" y="39597"/>
                </a:lnTo>
                <a:lnTo>
                  <a:pt x="157144" y="39948"/>
                </a:lnTo>
                <a:lnTo>
                  <a:pt x="157294" y="40304"/>
                </a:lnTo>
                <a:lnTo>
                  <a:pt x="157436" y="40663"/>
                </a:lnTo>
                <a:lnTo>
                  <a:pt x="157572" y="41026"/>
                </a:lnTo>
                <a:lnTo>
                  <a:pt x="157701" y="41392"/>
                </a:lnTo>
                <a:lnTo>
                  <a:pt x="157822" y="41762"/>
                </a:lnTo>
                <a:lnTo>
                  <a:pt x="157937" y="42135"/>
                </a:lnTo>
                <a:lnTo>
                  <a:pt x="158044" y="42511"/>
                </a:lnTo>
                <a:lnTo>
                  <a:pt x="158145" y="42891"/>
                </a:lnTo>
                <a:lnTo>
                  <a:pt x="158238" y="43274"/>
                </a:lnTo>
                <a:lnTo>
                  <a:pt x="158324" y="43660"/>
                </a:lnTo>
                <a:lnTo>
                  <a:pt x="158403" y="44050"/>
                </a:lnTo>
                <a:lnTo>
                  <a:pt x="158475" y="44443"/>
                </a:lnTo>
                <a:lnTo>
                  <a:pt x="158540" y="44840"/>
                </a:lnTo>
                <a:lnTo>
                  <a:pt x="158597" y="45240"/>
                </a:lnTo>
                <a:lnTo>
                  <a:pt x="158648" y="45643"/>
                </a:lnTo>
                <a:lnTo>
                  <a:pt x="158691" y="46050"/>
                </a:lnTo>
                <a:lnTo>
                  <a:pt x="158728" y="46460"/>
                </a:lnTo>
                <a:lnTo>
                  <a:pt x="158757" y="46873"/>
                </a:lnTo>
                <a:lnTo>
                  <a:pt x="158780" y="47290"/>
                </a:lnTo>
                <a:lnTo>
                  <a:pt x="158795" y="47710"/>
                </a:lnTo>
                <a:lnTo>
                  <a:pt x="158803" y="48134"/>
                </a:lnTo>
                <a:lnTo>
                  <a:pt x="158804" y="48560"/>
                </a:lnTo>
                <a:lnTo>
                  <a:pt x="158798" y="48991"/>
                </a:lnTo>
                <a:lnTo>
                  <a:pt x="158784" y="49424"/>
                </a:lnTo>
                <a:lnTo>
                  <a:pt x="166285" y="49491"/>
                </a:lnTo>
                <a:lnTo>
                  <a:pt x="166302" y="48880"/>
                </a:lnTo>
                <a:lnTo>
                  <a:pt x="166308" y="48274"/>
                </a:lnTo>
                <a:lnTo>
                  <a:pt x="166304" y="47674"/>
                </a:lnTo>
                <a:lnTo>
                  <a:pt x="166288" y="47079"/>
                </a:lnTo>
                <a:lnTo>
                  <a:pt x="166262" y="46490"/>
                </a:lnTo>
                <a:lnTo>
                  <a:pt x="166225" y="45906"/>
                </a:lnTo>
                <a:lnTo>
                  <a:pt x="166177" y="45328"/>
                </a:lnTo>
                <a:lnTo>
                  <a:pt x="166118" y="44755"/>
                </a:lnTo>
                <a:lnTo>
                  <a:pt x="166048" y="44188"/>
                </a:lnTo>
                <a:lnTo>
                  <a:pt x="165968" y="43626"/>
                </a:lnTo>
                <a:lnTo>
                  <a:pt x="165877" y="43069"/>
                </a:lnTo>
                <a:lnTo>
                  <a:pt x="165775" y="42518"/>
                </a:lnTo>
                <a:lnTo>
                  <a:pt x="165662" y="41972"/>
                </a:lnTo>
                <a:lnTo>
                  <a:pt x="165538" y="41432"/>
                </a:lnTo>
                <a:lnTo>
                  <a:pt x="165404" y="40898"/>
                </a:lnTo>
                <a:lnTo>
                  <a:pt x="165258" y="40368"/>
                </a:lnTo>
                <a:lnTo>
                  <a:pt x="165102" y="39845"/>
                </a:lnTo>
                <a:lnTo>
                  <a:pt x="164935" y="39326"/>
                </a:lnTo>
                <a:lnTo>
                  <a:pt x="164758" y="38814"/>
                </a:lnTo>
                <a:lnTo>
                  <a:pt x="164569" y="38306"/>
                </a:lnTo>
                <a:lnTo>
                  <a:pt x="164370" y="37804"/>
                </a:lnTo>
                <a:lnTo>
                  <a:pt x="164160" y="37308"/>
                </a:lnTo>
                <a:lnTo>
                  <a:pt x="163939" y="36817"/>
                </a:lnTo>
                <a:lnTo>
                  <a:pt x="163707" y="36332"/>
                </a:lnTo>
                <a:lnTo>
                  <a:pt x="163465" y="35853"/>
                </a:lnTo>
                <a:lnTo>
                  <a:pt x="163214" y="35383"/>
                </a:lnTo>
                <a:lnTo>
                  <a:pt x="162954" y="34921"/>
                </a:lnTo>
                <a:lnTo>
                  <a:pt x="162686" y="34468"/>
                </a:lnTo>
                <a:lnTo>
                  <a:pt x="162408" y="34022"/>
                </a:lnTo>
                <a:lnTo>
                  <a:pt x="162120" y="33586"/>
                </a:lnTo>
                <a:lnTo>
                  <a:pt x="161824" y="33157"/>
                </a:lnTo>
                <a:lnTo>
                  <a:pt x="161519" y="32737"/>
                </a:lnTo>
                <a:lnTo>
                  <a:pt x="161205" y="32326"/>
                </a:lnTo>
                <a:lnTo>
                  <a:pt x="160882" y="31923"/>
                </a:lnTo>
                <a:lnTo>
                  <a:pt x="160549" y="31528"/>
                </a:lnTo>
                <a:lnTo>
                  <a:pt x="160208" y="31141"/>
                </a:lnTo>
                <a:lnTo>
                  <a:pt x="159857" y="30763"/>
                </a:lnTo>
                <a:lnTo>
                  <a:pt x="159497" y="30393"/>
                </a:lnTo>
                <a:lnTo>
                  <a:pt x="159129" y="30032"/>
                </a:lnTo>
                <a:lnTo>
                  <a:pt x="158751" y="29679"/>
                </a:lnTo>
                <a:lnTo>
                  <a:pt x="158364" y="29335"/>
                </a:lnTo>
                <a:lnTo>
                  <a:pt x="157968" y="28998"/>
                </a:lnTo>
                <a:lnTo>
                  <a:pt x="157563" y="28670"/>
                </a:lnTo>
                <a:lnTo>
                  <a:pt x="157149" y="28351"/>
                </a:lnTo>
                <a:lnTo>
                  <a:pt x="156726" y="28040"/>
                </a:lnTo>
                <a:lnTo>
                  <a:pt x="156294" y="27737"/>
                </a:lnTo>
                <a:lnTo>
                  <a:pt x="155853" y="27443"/>
                </a:lnTo>
                <a:lnTo>
                  <a:pt x="155402" y="27157"/>
                </a:lnTo>
                <a:lnTo>
                  <a:pt x="154944" y="26881"/>
                </a:lnTo>
                <a:lnTo>
                  <a:pt x="154479" y="26616"/>
                </a:lnTo>
                <a:lnTo>
                  <a:pt x="154006" y="26363"/>
                </a:lnTo>
                <a:lnTo>
                  <a:pt x="153526" y="26121"/>
                </a:lnTo>
                <a:lnTo>
                  <a:pt x="153040" y="25891"/>
                </a:lnTo>
                <a:lnTo>
                  <a:pt x="152546" y="25673"/>
                </a:lnTo>
                <a:lnTo>
                  <a:pt x="152045" y="25466"/>
                </a:lnTo>
                <a:lnTo>
                  <a:pt x="151537" y="25270"/>
                </a:lnTo>
                <a:lnTo>
                  <a:pt x="151022" y="25086"/>
                </a:lnTo>
                <a:lnTo>
                  <a:pt x="150499" y="24914"/>
                </a:lnTo>
                <a:lnTo>
                  <a:pt x="149970" y="24753"/>
                </a:lnTo>
                <a:lnTo>
                  <a:pt x="149434" y="24603"/>
                </a:lnTo>
                <a:lnTo>
                  <a:pt x="148890" y="24465"/>
                </a:lnTo>
                <a:lnTo>
                  <a:pt x="148340" y="24339"/>
                </a:lnTo>
                <a:lnTo>
                  <a:pt x="147782" y="24224"/>
                </a:lnTo>
                <a:lnTo>
                  <a:pt x="147217" y="24121"/>
                </a:lnTo>
                <a:lnTo>
                  <a:pt x="146645" y="24029"/>
                </a:lnTo>
                <a:lnTo>
                  <a:pt x="146066" y="23948"/>
                </a:lnTo>
                <a:lnTo>
                  <a:pt x="145480" y="23879"/>
                </a:lnTo>
                <a:lnTo>
                  <a:pt x="144887" y="23822"/>
                </a:lnTo>
                <a:lnTo>
                  <a:pt x="144287" y="23776"/>
                </a:lnTo>
                <a:lnTo>
                  <a:pt x="143680" y="23742"/>
                </a:lnTo>
                <a:lnTo>
                  <a:pt x="143065" y="23719"/>
                </a:lnTo>
                <a:lnTo>
                  <a:pt x="142444" y="23708"/>
                </a:lnTo>
                <a:lnTo>
                  <a:pt x="141805" y="23702"/>
                </a:lnTo>
                <a:lnTo>
                  <a:pt x="141171" y="23707"/>
                </a:lnTo>
                <a:lnTo>
                  <a:pt x="140544" y="23723"/>
                </a:lnTo>
                <a:lnTo>
                  <a:pt x="139922" y="23750"/>
                </a:lnTo>
                <a:lnTo>
                  <a:pt x="139306" y="23788"/>
                </a:lnTo>
                <a:lnTo>
                  <a:pt x="138695" y="23837"/>
                </a:lnTo>
                <a:lnTo>
                  <a:pt x="138091" y="23897"/>
                </a:lnTo>
                <a:lnTo>
                  <a:pt x="137492" y="23968"/>
                </a:lnTo>
                <a:lnTo>
                  <a:pt x="136898" y="24050"/>
                </a:lnTo>
                <a:lnTo>
                  <a:pt x="136311" y="24142"/>
                </a:lnTo>
                <a:lnTo>
                  <a:pt x="135729" y="24246"/>
                </a:lnTo>
                <a:lnTo>
                  <a:pt x="135152" y="24361"/>
                </a:lnTo>
                <a:lnTo>
                  <a:pt x="134582" y="24486"/>
                </a:lnTo>
                <a:lnTo>
                  <a:pt x="134017" y="24622"/>
                </a:lnTo>
                <a:lnTo>
                  <a:pt x="133458" y="24770"/>
                </a:lnTo>
                <a:lnTo>
                  <a:pt x="132904" y="24928"/>
                </a:lnTo>
                <a:lnTo>
                  <a:pt x="132356" y="25097"/>
                </a:lnTo>
                <a:lnTo>
                  <a:pt x="131814" y="25277"/>
                </a:lnTo>
                <a:lnTo>
                  <a:pt x="131278" y="25468"/>
                </a:lnTo>
                <a:lnTo>
                  <a:pt x="130747" y="25670"/>
                </a:lnTo>
                <a:lnTo>
                  <a:pt x="130222" y="25883"/>
                </a:lnTo>
                <a:lnTo>
                  <a:pt x="129703" y="26107"/>
                </a:lnTo>
                <a:lnTo>
                  <a:pt x="129189" y="26342"/>
                </a:lnTo>
                <a:lnTo>
                  <a:pt x="128681" y="26587"/>
                </a:lnTo>
                <a:lnTo>
                  <a:pt x="128179" y="26842"/>
                </a:lnTo>
                <a:lnTo>
                  <a:pt x="127682" y="27104"/>
                </a:lnTo>
                <a:lnTo>
                  <a:pt x="127192" y="27374"/>
                </a:lnTo>
                <a:lnTo>
                  <a:pt x="126706" y="27651"/>
                </a:lnTo>
                <a:lnTo>
                  <a:pt x="126227" y="27936"/>
                </a:lnTo>
                <a:lnTo>
                  <a:pt x="125753" y="28228"/>
                </a:lnTo>
                <a:lnTo>
                  <a:pt x="125285" y="28528"/>
                </a:lnTo>
                <a:lnTo>
                  <a:pt x="124823" y="28835"/>
                </a:lnTo>
                <a:lnTo>
                  <a:pt x="124366" y="29149"/>
                </a:lnTo>
                <a:lnTo>
                  <a:pt x="123915" y="29471"/>
                </a:lnTo>
                <a:lnTo>
                  <a:pt x="123470" y="29800"/>
                </a:lnTo>
                <a:lnTo>
                  <a:pt x="123031" y="30137"/>
                </a:lnTo>
                <a:lnTo>
                  <a:pt x="122597" y="30481"/>
                </a:lnTo>
                <a:lnTo>
                  <a:pt x="122169" y="30833"/>
                </a:lnTo>
                <a:lnTo>
                  <a:pt x="121746" y="31192"/>
                </a:lnTo>
                <a:lnTo>
                  <a:pt x="121329" y="31558"/>
                </a:lnTo>
                <a:lnTo>
                  <a:pt x="120918" y="31932"/>
                </a:lnTo>
                <a:lnTo>
                  <a:pt x="120513" y="32313"/>
                </a:lnTo>
                <a:lnTo>
                  <a:pt x="120113" y="32702"/>
                </a:lnTo>
                <a:lnTo>
                  <a:pt x="119719" y="33098"/>
                </a:lnTo>
                <a:lnTo>
                  <a:pt x="119331" y="33502"/>
                </a:lnTo>
                <a:lnTo>
                  <a:pt x="118948" y="33913"/>
                </a:lnTo>
                <a:lnTo>
                  <a:pt x="118571" y="34332"/>
                </a:lnTo>
                <a:lnTo>
                  <a:pt x="118200" y="34758"/>
                </a:lnTo>
                <a:lnTo>
                  <a:pt x="117835" y="35190"/>
                </a:lnTo>
                <a:lnTo>
                  <a:pt x="117476" y="35627"/>
                </a:lnTo>
                <a:lnTo>
                  <a:pt x="117122" y="36068"/>
                </a:lnTo>
                <a:lnTo>
                  <a:pt x="116775" y="36514"/>
                </a:lnTo>
                <a:lnTo>
                  <a:pt x="116434" y="36965"/>
                </a:lnTo>
                <a:lnTo>
                  <a:pt x="116099" y="37420"/>
                </a:lnTo>
                <a:lnTo>
                  <a:pt x="115770" y="37880"/>
                </a:lnTo>
                <a:lnTo>
                  <a:pt x="115447" y="38344"/>
                </a:lnTo>
                <a:lnTo>
                  <a:pt x="115130" y="38814"/>
                </a:lnTo>
                <a:lnTo>
                  <a:pt x="114819" y="39288"/>
                </a:lnTo>
                <a:lnTo>
                  <a:pt x="114514" y="39766"/>
                </a:lnTo>
                <a:lnTo>
                  <a:pt x="114216" y="40249"/>
                </a:lnTo>
                <a:lnTo>
                  <a:pt x="113923" y="40737"/>
                </a:lnTo>
                <a:lnTo>
                  <a:pt x="113636" y="41230"/>
                </a:lnTo>
                <a:lnTo>
                  <a:pt x="113355" y="41727"/>
                </a:lnTo>
                <a:lnTo>
                  <a:pt x="113081" y="42229"/>
                </a:lnTo>
                <a:lnTo>
                  <a:pt x="112812" y="42735"/>
                </a:lnTo>
                <a:lnTo>
                  <a:pt x="112550" y="43246"/>
                </a:lnTo>
                <a:lnTo>
                  <a:pt x="112293" y="43762"/>
                </a:lnTo>
                <a:lnTo>
                  <a:pt x="112043" y="44282"/>
                </a:lnTo>
                <a:lnTo>
                  <a:pt x="111798" y="44808"/>
                </a:lnTo>
                <a:lnTo>
                  <a:pt x="111560" y="45337"/>
                </a:lnTo>
                <a:lnTo>
                  <a:pt x="111328" y="45872"/>
                </a:lnTo>
                <a:lnTo>
                  <a:pt x="111101" y="46411"/>
                </a:lnTo>
                <a:lnTo>
                  <a:pt x="110881" y="46953"/>
                </a:lnTo>
                <a:lnTo>
                  <a:pt x="110667" y="47497"/>
                </a:lnTo>
                <a:lnTo>
                  <a:pt x="110459" y="48043"/>
                </a:lnTo>
                <a:lnTo>
                  <a:pt x="110257" y="48591"/>
                </a:lnTo>
                <a:lnTo>
                  <a:pt x="110061" y="49141"/>
                </a:lnTo>
                <a:lnTo>
                  <a:pt x="109871" y="49692"/>
                </a:lnTo>
                <a:lnTo>
                  <a:pt x="109687" y="50246"/>
                </a:lnTo>
                <a:lnTo>
                  <a:pt x="109509" y="50801"/>
                </a:lnTo>
                <a:lnTo>
                  <a:pt x="109337" y="51358"/>
                </a:lnTo>
                <a:lnTo>
                  <a:pt x="109171" y="51917"/>
                </a:lnTo>
                <a:lnTo>
                  <a:pt x="109012" y="52478"/>
                </a:lnTo>
                <a:lnTo>
                  <a:pt x="108858" y="53041"/>
                </a:lnTo>
                <a:lnTo>
                  <a:pt x="108710" y="53605"/>
                </a:lnTo>
                <a:lnTo>
                  <a:pt x="108569" y="54172"/>
                </a:lnTo>
                <a:lnTo>
                  <a:pt x="108433" y="54740"/>
                </a:lnTo>
                <a:lnTo>
                  <a:pt x="108304" y="55310"/>
                </a:lnTo>
                <a:lnTo>
                  <a:pt x="108180" y="55882"/>
                </a:lnTo>
                <a:lnTo>
                  <a:pt x="108063" y="56456"/>
                </a:lnTo>
                <a:lnTo>
                  <a:pt x="107951" y="57032"/>
                </a:lnTo>
                <a:lnTo>
                  <a:pt x="107846" y="57610"/>
                </a:lnTo>
                <a:lnTo>
                  <a:pt x="107747" y="58189"/>
                </a:lnTo>
                <a:lnTo>
                  <a:pt x="107653" y="58770"/>
                </a:lnTo>
                <a:lnTo>
                  <a:pt x="107566" y="59354"/>
                </a:lnTo>
                <a:lnTo>
                  <a:pt x="107485" y="59939"/>
                </a:lnTo>
                <a:lnTo>
                  <a:pt x="107150" y="62751"/>
                </a:lnTo>
                <a:lnTo>
                  <a:pt x="107086" y="63298"/>
                </a:lnTo>
                <a:lnTo>
                  <a:pt x="107029" y="63844"/>
                </a:lnTo>
                <a:lnTo>
                  <a:pt x="106977" y="64390"/>
                </a:lnTo>
                <a:lnTo>
                  <a:pt x="106932" y="64935"/>
                </a:lnTo>
                <a:lnTo>
                  <a:pt x="106892" y="65479"/>
                </a:lnTo>
                <a:lnTo>
                  <a:pt x="106859" y="66023"/>
                </a:lnTo>
                <a:lnTo>
                  <a:pt x="106832" y="66566"/>
                </a:lnTo>
                <a:lnTo>
                  <a:pt x="106812" y="67108"/>
                </a:lnTo>
                <a:lnTo>
                  <a:pt x="106797" y="67650"/>
                </a:lnTo>
                <a:lnTo>
                  <a:pt x="106789" y="68192"/>
                </a:lnTo>
                <a:lnTo>
                  <a:pt x="106786" y="68732"/>
                </a:lnTo>
                <a:lnTo>
                  <a:pt x="106790" y="69273"/>
                </a:lnTo>
                <a:lnTo>
                  <a:pt x="106800" y="69812"/>
                </a:lnTo>
                <a:lnTo>
                  <a:pt x="106816" y="70351"/>
                </a:lnTo>
                <a:lnTo>
                  <a:pt x="106839" y="70890"/>
                </a:lnTo>
                <a:lnTo>
                  <a:pt x="106867" y="71428"/>
                </a:lnTo>
                <a:lnTo>
                  <a:pt x="106902" y="71965"/>
                </a:lnTo>
                <a:lnTo>
                  <a:pt x="106943" y="72502"/>
                </a:lnTo>
                <a:lnTo>
                  <a:pt x="106990" y="73038"/>
                </a:lnTo>
                <a:lnTo>
                  <a:pt x="107043" y="73574"/>
                </a:lnTo>
                <a:lnTo>
                  <a:pt x="107103" y="74109"/>
                </a:lnTo>
                <a:lnTo>
                  <a:pt x="107168" y="74643"/>
                </a:lnTo>
                <a:lnTo>
                  <a:pt x="107240" y="75177"/>
                </a:lnTo>
                <a:lnTo>
                  <a:pt x="107318" y="75710"/>
                </a:lnTo>
                <a:lnTo>
                  <a:pt x="107402" y="76241"/>
                </a:lnTo>
                <a:lnTo>
                  <a:pt x="107493" y="76768"/>
                </a:lnTo>
                <a:lnTo>
                  <a:pt x="107591" y="77290"/>
                </a:lnTo>
                <a:lnTo>
                  <a:pt x="107696" y="77809"/>
                </a:lnTo>
                <a:lnTo>
                  <a:pt x="107808" y="78323"/>
                </a:lnTo>
                <a:lnTo>
                  <a:pt x="107927" y="78833"/>
                </a:lnTo>
                <a:lnTo>
                  <a:pt x="108052" y="79339"/>
                </a:lnTo>
                <a:lnTo>
                  <a:pt x="108184" y="79840"/>
                </a:lnTo>
                <a:lnTo>
                  <a:pt x="108324" y="80338"/>
                </a:lnTo>
                <a:lnTo>
                  <a:pt x="108470" y="80831"/>
                </a:lnTo>
                <a:lnTo>
                  <a:pt x="108623" y="81320"/>
                </a:lnTo>
                <a:lnTo>
                  <a:pt x="108783" y="81805"/>
                </a:lnTo>
                <a:lnTo>
                  <a:pt x="108949" y="82285"/>
                </a:lnTo>
                <a:lnTo>
                  <a:pt x="109123" y="82762"/>
                </a:lnTo>
                <a:lnTo>
                  <a:pt x="109303" y="83234"/>
                </a:lnTo>
                <a:lnTo>
                  <a:pt x="109490" y="83702"/>
                </a:lnTo>
                <a:lnTo>
                  <a:pt x="109685" y="84166"/>
                </a:lnTo>
                <a:lnTo>
                  <a:pt x="109885" y="84626"/>
                </a:lnTo>
                <a:lnTo>
                  <a:pt x="110093" y="85081"/>
                </a:lnTo>
                <a:lnTo>
                  <a:pt x="110308" y="85533"/>
                </a:lnTo>
                <a:lnTo>
                  <a:pt x="110530" y="85980"/>
                </a:lnTo>
                <a:lnTo>
                  <a:pt x="110758" y="86423"/>
                </a:lnTo>
                <a:lnTo>
                  <a:pt x="110993" y="86862"/>
                </a:lnTo>
                <a:lnTo>
                  <a:pt x="111235" y="87296"/>
                </a:lnTo>
                <a:lnTo>
                  <a:pt x="111485" y="87725"/>
                </a:lnTo>
                <a:lnTo>
                  <a:pt x="111742" y="88147"/>
                </a:lnTo>
                <a:lnTo>
                  <a:pt x="112007" y="88562"/>
                </a:lnTo>
                <a:lnTo>
                  <a:pt x="112279" y="88970"/>
                </a:lnTo>
                <a:lnTo>
                  <a:pt x="112559" y="89370"/>
                </a:lnTo>
                <a:lnTo>
                  <a:pt x="112847" y="89764"/>
                </a:lnTo>
                <a:lnTo>
                  <a:pt x="113142" y="90150"/>
                </a:lnTo>
                <a:lnTo>
                  <a:pt x="113445" y="90529"/>
                </a:lnTo>
                <a:lnTo>
                  <a:pt x="113756" y="90902"/>
                </a:lnTo>
                <a:lnTo>
                  <a:pt x="114075" y="91267"/>
                </a:lnTo>
                <a:lnTo>
                  <a:pt x="114401" y="91625"/>
                </a:lnTo>
                <a:lnTo>
                  <a:pt x="114735" y="91976"/>
                </a:lnTo>
                <a:lnTo>
                  <a:pt x="115076" y="92320"/>
                </a:lnTo>
                <a:lnTo>
                  <a:pt x="115425" y="92656"/>
                </a:lnTo>
                <a:lnTo>
                  <a:pt x="115782" y="92986"/>
                </a:lnTo>
                <a:lnTo>
                  <a:pt x="116147" y="93309"/>
                </a:lnTo>
                <a:lnTo>
                  <a:pt x="116519" y="93624"/>
                </a:lnTo>
                <a:lnTo>
                  <a:pt x="116899" y="93933"/>
                </a:lnTo>
                <a:lnTo>
                  <a:pt x="117286" y="94234"/>
                </a:lnTo>
                <a:lnTo>
                  <a:pt x="117681" y="94528"/>
                </a:lnTo>
                <a:lnTo>
                  <a:pt x="118084" y="94815"/>
                </a:lnTo>
                <a:lnTo>
                  <a:pt x="118495" y="95095"/>
                </a:lnTo>
                <a:lnTo>
                  <a:pt x="118913" y="95368"/>
                </a:lnTo>
                <a:lnTo>
                  <a:pt x="119339" y="95634"/>
                </a:lnTo>
                <a:lnTo>
                  <a:pt x="119773" y="95891"/>
                </a:lnTo>
                <a:lnTo>
                  <a:pt x="120215" y="96137"/>
                </a:lnTo>
                <a:lnTo>
                  <a:pt x="120666" y="96373"/>
                </a:lnTo>
                <a:lnTo>
                  <a:pt x="121125" y="96598"/>
                </a:lnTo>
                <a:lnTo>
                  <a:pt x="121592" y="96812"/>
                </a:lnTo>
                <a:lnTo>
                  <a:pt x="122068" y="97015"/>
                </a:lnTo>
                <a:lnTo>
                  <a:pt x="122552" y="97208"/>
                </a:lnTo>
                <a:lnTo>
                  <a:pt x="123045" y="97390"/>
                </a:lnTo>
                <a:lnTo>
                  <a:pt x="123545" y="97562"/>
                </a:lnTo>
                <a:lnTo>
                  <a:pt x="124055" y="97722"/>
                </a:lnTo>
                <a:lnTo>
                  <a:pt x="124572" y="97872"/>
                </a:lnTo>
                <a:lnTo>
                  <a:pt x="125098" y="98011"/>
                </a:lnTo>
                <a:lnTo>
                  <a:pt x="125633" y="98140"/>
                </a:lnTo>
                <a:lnTo>
                  <a:pt x="126175" y="98258"/>
                </a:lnTo>
                <a:lnTo>
                  <a:pt x="126726" y="98365"/>
                </a:lnTo>
                <a:lnTo>
                  <a:pt x="127286" y="98462"/>
                </a:lnTo>
                <a:lnTo>
                  <a:pt x="127854" y="98547"/>
                </a:lnTo>
                <a:lnTo>
                  <a:pt x="128430" y="98623"/>
                </a:lnTo>
                <a:lnTo>
                  <a:pt x="129015" y="98687"/>
                </a:lnTo>
                <a:lnTo>
                  <a:pt x="129608" y="98741"/>
                </a:lnTo>
                <a:lnTo>
                  <a:pt x="130209" y="98784"/>
                </a:lnTo>
                <a:lnTo>
                  <a:pt x="130819" y="98816"/>
                </a:lnTo>
                <a:lnTo>
                  <a:pt x="131437" y="98838"/>
                </a:lnTo>
                <a:lnTo>
                  <a:pt x="132063" y="98849"/>
                </a:lnTo>
                <a:lnTo>
                  <a:pt x="132659" y="98849"/>
                </a:lnTo>
                <a:lnTo>
                  <a:pt x="133252" y="98839"/>
                </a:lnTo>
                <a:lnTo>
                  <a:pt x="133842" y="98818"/>
                </a:lnTo>
                <a:lnTo>
                  <a:pt x="134430" y="98786"/>
                </a:lnTo>
                <a:lnTo>
                  <a:pt x="135014" y="98744"/>
                </a:lnTo>
                <a:lnTo>
                  <a:pt x="135596" y="98692"/>
                </a:lnTo>
                <a:lnTo>
                  <a:pt x="136175" y="98628"/>
                </a:lnTo>
                <a:lnTo>
                  <a:pt x="136751" y="98555"/>
                </a:lnTo>
                <a:lnTo>
                  <a:pt x="137325" y="98470"/>
                </a:lnTo>
                <a:lnTo>
                  <a:pt x="137895" y="98375"/>
                </a:lnTo>
                <a:lnTo>
                  <a:pt x="138463" y="98270"/>
                </a:lnTo>
                <a:lnTo>
                  <a:pt x="139028" y="98154"/>
                </a:lnTo>
                <a:lnTo>
                  <a:pt x="139590" y="98027"/>
                </a:lnTo>
                <a:lnTo>
                  <a:pt x="140150" y="97890"/>
                </a:lnTo>
                <a:lnTo>
                  <a:pt x="140707" y="97742"/>
                </a:lnTo>
                <a:lnTo>
                  <a:pt x="141261" y="97584"/>
                </a:lnTo>
                <a:lnTo>
                  <a:pt x="141812" y="97415"/>
                </a:lnTo>
                <a:lnTo>
                  <a:pt x="142360" y="97235"/>
                </a:lnTo>
                <a:lnTo>
                  <a:pt x="142905" y="97045"/>
                </a:lnTo>
                <a:lnTo>
                  <a:pt x="143448" y="96844"/>
                </a:lnTo>
                <a:lnTo>
                  <a:pt x="143988" y="96633"/>
                </a:lnTo>
                <a:lnTo>
                  <a:pt x="144525" y="96411"/>
                </a:lnTo>
                <a:lnTo>
                  <a:pt x="145060" y="96178"/>
                </a:lnTo>
                <a:lnTo>
                  <a:pt x="145591" y="95935"/>
                </a:lnTo>
                <a:lnTo>
                  <a:pt x="146118" y="95683"/>
                </a:lnTo>
                <a:lnTo>
                  <a:pt x="146638" y="95422"/>
                </a:lnTo>
                <a:lnTo>
                  <a:pt x="147151" y="95153"/>
                </a:lnTo>
                <a:lnTo>
                  <a:pt x="147657" y="94876"/>
                </a:lnTo>
                <a:lnTo>
                  <a:pt x="148156" y="94590"/>
                </a:lnTo>
                <a:lnTo>
                  <a:pt x="148649" y="94297"/>
                </a:lnTo>
                <a:lnTo>
                  <a:pt x="149135" y="93995"/>
                </a:lnTo>
                <a:lnTo>
                  <a:pt x="149613" y="93684"/>
                </a:lnTo>
                <a:lnTo>
                  <a:pt x="150085" y="93366"/>
                </a:lnTo>
                <a:lnTo>
                  <a:pt x="150550" y="93039"/>
                </a:lnTo>
                <a:lnTo>
                  <a:pt x="151008" y="92704"/>
                </a:lnTo>
                <a:lnTo>
                  <a:pt x="151460" y="92361"/>
                </a:lnTo>
                <a:lnTo>
                  <a:pt x="151904" y="92009"/>
                </a:lnTo>
                <a:lnTo>
                  <a:pt x="152342" y="91650"/>
                </a:lnTo>
                <a:lnTo>
                  <a:pt x="152772" y="91281"/>
                </a:lnTo>
                <a:lnTo>
                  <a:pt x="153196" y="90905"/>
                </a:lnTo>
                <a:lnTo>
                  <a:pt x="153613" y="90521"/>
                </a:lnTo>
                <a:lnTo>
                  <a:pt x="154023" y="90128"/>
                </a:lnTo>
                <a:lnTo>
                  <a:pt x="154427" y="89727"/>
                </a:lnTo>
                <a:lnTo>
                  <a:pt x="154823" y="89317"/>
                </a:lnTo>
                <a:lnTo>
                  <a:pt x="155213" y="88900"/>
                </a:lnTo>
                <a:lnTo>
                  <a:pt x="155595" y="88474"/>
                </a:lnTo>
                <a:lnTo>
                  <a:pt x="155971" y="88040"/>
                </a:lnTo>
                <a:lnTo>
                  <a:pt x="156340" y="87598"/>
                </a:lnTo>
                <a:lnTo>
                  <a:pt x="156700" y="87148"/>
                </a:lnTo>
                <a:lnTo>
                  <a:pt x="157050" y="86692"/>
                </a:lnTo>
                <a:lnTo>
                  <a:pt x="157389" y="86230"/>
                </a:lnTo>
                <a:lnTo>
                  <a:pt x="157718" y="85761"/>
                </a:lnTo>
                <a:lnTo>
                  <a:pt x="158036" y="85287"/>
                </a:lnTo>
                <a:lnTo>
                  <a:pt x="158343" y="84806"/>
                </a:lnTo>
                <a:lnTo>
                  <a:pt x="158640" y="84318"/>
                </a:lnTo>
                <a:lnTo>
                  <a:pt x="158926" y="83825"/>
                </a:lnTo>
                <a:lnTo>
                  <a:pt x="159201" y="83325"/>
                </a:lnTo>
                <a:lnTo>
                  <a:pt x="159467" y="82819"/>
                </a:lnTo>
                <a:lnTo>
                  <a:pt x="159721" y="82307"/>
                </a:lnTo>
                <a:lnTo>
                  <a:pt x="159965" y="81788"/>
                </a:lnTo>
                <a:lnTo>
                  <a:pt x="160198" y="81263"/>
                </a:lnTo>
                <a:lnTo>
                  <a:pt x="160421" y="80732"/>
                </a:lnTo>
                <a:lnTo>
                  <a:pt x="160633" y="80194"/>
                </a:lnTo>
                <a:lnTo>
                  <a:pt x="160835" y="79650"/>
                </a:lnTo>
                <a:lnTo>
                  <a:pt x="161026" y="79100"/>
                </a:lnTo>
                <a:lnTo>
                  <a:pt x="161206" y="78544"/>
                </a:lnTo>
                <a:lnTo>
                  <a:pt x="161376" y="77981"/>
                </a:lnTo>
                <a:lnTo>
                  <a:pt x="161535" y="77412"/>
                </a:lnTo>
                <a:lnTo>
                  <a:pt x="161684" y="76837"/>
                </a:lnTo>
                <a:lnTo>
                  <a:pt x="161822" y="76256"/>
                </a:lnTo>
                <a:lnTo>
                  <a:pt x="161949" y="75668"/>
                </a:lnTo>
                <a:lnTo>
                  <a:pt x="162066" y="75074"/>
                </a:lnTo>
                <a:lnTo>
                  <a:pt x="154498" y="75141"/>
                </a:lnTo>
                <a:lnTo>
                  <a:pt x="154378" y="75563"/>
                </a:lnTo>
                <a:lnTo>
                  <a:pt x="154252" y="75980"/>
                </a:lnTo>
                <a:lnTo>
                  <a:pt x="154119" y="76394"/>
                </a:lnTo>
                <a:lnTo>
                  <a:pt x="153980" y="76802"/>
                </a:lnTo>
                <a:lnTo>
                  <a:pt x="153835" y="77207"/>
                </a:lnTo>
                <a:lnTo>
                  <a:pt x="153684" y="77606"/>
                </a:lnTo>
                <a:lnTo>
                  <a:pt x="153527" y="78002"/>
                </a:lnTo>
                <a:lnTo>
                  <a:pt x="153364" y="78393"/>
                </a:lnTo>
                <a:lnTo>
                  <a:pt x="153194" y="78779"/>
                </a:lnTo>
                <a:lnTo>
                  <a:pt x="153018" y="79162"/>
                </a:lnTo>
                <a:lnTo>
                  <a:pt x="152836" y="79539"/>
                </a:lnTo>
                <a:lnTo>
                  <a:pt x="152648" y="79913"/>
                </a:lnTo>
                <a:lnTo>
                  <a:pt x="152454" y="80282"/>
                </a:lnTo>
                <a:lnTo>
                  <a:pt x="152254" y="80646"/>
                </a:lnTo>
                <a:lnTo>
                  <a:pt x="152047" y="81006"/>
                </a:lnTo>
                <a:lnTo>
                  <a:pt x="151834" y="81362"/>
                </a:lnTo>
                <a:lnTo>
                  <a:pt x="151616" y="81713"/>
                </a:lnTo>
                <a:lnTo>
                  <a:pt x="151391" y="82060"/>
                </a:lnTo>
                <a:lnTo>
                  <a:pt x="151159" y="82402"/>
                </a:lnTo>
                <a:lnTo>
                  <a:pt x="150922" y="82740"/>
                </a:lnTo>
                <a:lnTo>
                  <a:pt x="150678" y="83074"/>
                </a:lnTo>
                <a:lnTo>
                  <a:pt x="150429" y="83403"/>
                </a:lnTo>
                <a:lnTo>
                  <a:pt x="150173" y="83728"/>
                </a:lnTo>
                <a:lnTo>
                  <a:pt x="149911" y="84048"/>
                </a:lnTo>
                <a:lnTo>
                  <a:pt x="149643" y="84363"/>
                </a:lnTo>
                <a:lnTo>
                  <a:pt x="149371" y="84672"/>
                </a:lnTo>
                <a:lnTo>
                  <a:pt x="149095" y="84975"/>
                </a:lnTo>
                <a:lnTo>
                  <a:pt x="148813" y="85272"/>
                </a:lnTo>
                <a:lnTo>
                  <a:pt x="148527" y="85563"/>
                </a:lnTo>
                <a:lnTo>
                  <a:pt x="148237" y="85848"/>
                </a:lnTo>
                <a:lnTo>
                  <a:pt x="147941" y="86127"/>
                </a:lnTo>
                <a:lnTo>
                  <a:pt x="147641" y="86400"/>
                </a:lnTo>
                <a:lnTo>
                  <a:pt x="147337" y="86666"/>
                </a:lnTo>
                <a:lnTo>
                  <a:pt x="147027" y="86927"/>
                </a:lnTo>
                <a:lnTo>
                  <a:pt x="146714" y="87182"/>
                </a:lnTo>
                <a:lnTo>
                  <a:pt x="146395" y="87430"/>
                </a:lnTo>
                <a:lnTo>
                  <a:pt x="146072" y="87673"/>
                </a:lnTo>
                <a:lnTo>
                  <a:pt x="145744" y="87909"/>
                </a:lnTo>
                <a:lnTo>
                  <a:pt x="145411" y="88140"/>
                </a:lnTo>
                <a:lnTo>
                  <a:pt x="145074" y="88364"/>
                </a:lnTo>
                <a:lnTo>
                  <a:pt x="144732" y="88582"/>
                </a:lnTo>
                <a:lnTo>
                  <a:pt x="144386" y="88795"/>
                </a:lnTo>
                <a:lnTo>
                  <a:pt x="144035" y="89001"/>
                </a:lnTo>
                <a:lnTo>
                  <a:pt x="143679" y="89201"/>
                </a:lnTo>
                <a:lnTo>
                  <a:pt x="143318" y="89395"/>
                </a:lnTo>
                <a:lnTo>
                  <a:pt x="142953" y="89583"/>
                </a:lnTo>
                <a:lnTo>
                  <a:pt x="142584" y="89766"/>
                </a:lnTo>
                <a:lnTo>
                  <a:pt x="142209" y="89942"/>
                </a:lnTo>
                <a:lnTo>
                  <a:pt x="141831" y="90111"/>
                </a:lnTo>
                <a:lnTo>
                  <a:pt x="141450" y="90273"/>
                </a:lnTo>
                <a:lnTo>
                  <a:pt x="141066" y="90427"/>
                </a:lnTo>
                <a:lnTo>
                  <a:pt x="140679" y="90574"/>
                </a:lnTo>
                <a:lnTo>
                  <a:pt x="140289" y="90714"/>
                </a:lnTo>
                <a:lnTo>
                  <a:pt x="139897" y="90846"/>
                </a:lnTo>
                <a:lnTo>
                  <a:pt x="139501" y="90970"/>
                </a:lnTo>
                <a:lnTo>
                  <a:pt x="139103" y="91087"/>
                </a:lnTo>
                <a:lnTo>
                  <a:pt x="138701" y="91197"/>
                </a:lnTo>
                <a:lnTo>
                  <a:pt x="138297" y="91300"/>
                </a:lnTo>
                <a:lnTo>
                  <a:pt x="137890" y="91394"/>
                </a:lnTo>
                <a:lnTo>
                  <a:pt x="137479" y="91482"/>
                </a:lnTo>
                <a:lnTo>
                  <a:pt x="137066" y="91562"/>
                </a:lnTo>
                <a:lnTo>
                  <a:pt x="136650" y="91634"/>
                </a:lnTo>
                <a:lnTo>
                  <a:pt x="136232" y="91700"/>
                </a:lnTo>
                <a:lnTo>
                  <a:pt x="135810" y="91757"/>
                </a:lnTo>
                <a:lnTo>
                  <a:pt x="135385" y="91807"/>
                </a:lnTo>
                <a:lnTo>
                  <a:pt x="134958" y="91850"/>
                </a:lnTo>
                <a:lnTo>
                  <a:pt x="134527" y="91886"/>
                </a:lnTo>
                <a:lnTo>
                  <a:pt x="134094" y="91913"/>
                </a:lnTo>
                <a:lnTo>
                  <a:pt x="133657" y="91934"/>
                </a:lnTo>
                <a:lnTo>
                  <a:pt x="133218" y="91947"/>
                </a:lnTo>
                <a:lnTo>
                  <a:pt x="132776" y="91953"/>
                </a:lnTo>
                <a:lnTo>
                  <a:pt x="132331" y="91951"/>
                </a:lnTo>
                <a:lnTo>
                  <a:pt x="131827" y="91941"/>
                </a:lnTo>
                <a:lnTo>
                  <a:pt x="131331" y="91921"/>
                </a:lnTo>
                <a:lnTo>
                  <a:pt x="130844" y="91893"/>
                </a:lnTo>
                <a:lnTo>
                  <a:pt x="130364" y="91856"/>
                </a:lnTo>
                <a:close/>
                <a:moveTo>
                  <a:pt x="175797" y="64796"/>
                </a:moveTo>
                <a:lnTo>
                  <a:pt x="175761" y="65354"/>
                </a:lnTo>
                <a:lnTo>
                  <a:pt x="175733" y="65912"/>
                </a:lnTo>
                <a:lnTo>
                  <a:pt x="175711" y="66468"/>
                </a:lnTo>
                <a:lnTo>
                  <a:pt x="175696" y="67023"/>
                </a:lnTo>
                <a:lnTo>
                  <a:pt x="175689" y="67576"/>
                </a:lnTo>
                <a:lnTo>
                  <a:pt x="175688" y="68129"/>
                </a:lnTo>
                <a:lnTo>
                  <a:pt x="175694" y="68681"/>
                </a:lnTo>
                <a:lnTo>
                  <a:pt x="175708" y="69231"/>
                </a:lnTo>
                <a:lnTo>
                  <a:pt x="175728" y="69780"/>
                </a:lnTo>
                <a:lnTo>
                  <a:pt x="175755" y="70328"/>
                </a:lnTo>
                <a:lnTo>
                  <a:pt x="175789" y="70875"/>
                </a:lnTo>
                <a:lnTo>
                  <a:pt x="175830" y="71420"/>
                </a:lnTo>
                <a:lnTo>
                  <a:pt x="175878" y="71965"/>
                </a:lnTo>
                <a:lnTo>
                  <a:pt x="175934" y="72508"/>
                </a:lnTo>
                <a:lnTo>
                  <a:pt x="175996" y="73050"/>
                </a:lnTo>
                <a:lnTo>
                  <a:pt x="176065" y="73591"/>
                </a:lnTo>
                <a:lnTo>
                  <a:pt x="176141" y="74131"/>
                </a:lnTo>
                <a:lnTo>
                  <a:pt x="176224" y="74670"/>
                </a:lnTo>
                <a:lnTo>
                  <a:pt x="176314" y="75207"/>
                </a:lnTo>
                <a:lnTo>
                  <a:pt x="176411" y="75744"/>
                </a:lnTo>
                <a:lnTo>
                  <a:pt x="176515" y="76277"/>
                </a:lnTo>
                <a:lnTo>
                  <a:pt x="176626" y="76807"/>
                </a:lnTo>
                <a:lnTo>
                  <a:pt x="176744" y="77332"/>
                </a:lnTo>
                <a:lnTo>
                  <a:pt x="176869" y="77852"/>
                </a:lnTo>
                <a:lnTo>
                  <a:pt x="177002" y="78369"/>
                </a:lnTo>
                <a:lnTo>
                  <a:pt x="177141" y="78881"/>
                </a:lnTo>
                <a:lnTo>
                  <a:pt x="177288" y="79389"/>
                </a:lnTo>
                <a:lnTo>
                  <a:pt x="177441" y="79892"/>
                </a:lnTo>
                <a:lnTo>
                  <a:pt x="177602" y="80391"/>
                </a:lnTo>
                <a:lnTo>
                  <a:pt x="177770" y="80886"/>
                </a:lnTo>
                <a:lnTo>
                  <a:pt x="177945" y="81377"/>
                </a:lnTo>
                <a:lnTo>
                  <a:pt x="178127" y="81863"/>
                </a:lnTo>
                <a:lnTo>
                  <a:pt x="178316" y="82345"/>
                </a:lnTo>
                <a:lnTo>
                  <a:pt x="178512" y="82823"/>
                </a:lnTo>
                <a:lnTo>
                  <a:pt x="178715" y="83296"/>
                </a:lnTo>
                <a:lnTo>
                  <a:pt x="178926" y="83765"/>
                </a:lnTo>
                <a:lnTo>
                  <a:pt x="179143" y="84230"/>
                </a:lnTo>
                <a:lnTo>
                  <a:pt x="179368" y="84691"/>
                </a:lnTo>
                <a:lnTo>
                  <a:pt x="179600" y="85147"/>
                </a:lnTo>
                <a:lnTo>
                  <a:pt x="179838" y="85599"/>
                </a:lnTo>
                <a:lnTo>
                  <a:pt x="180084" y="86046"/>
                </a:lnTo>
                <a:lnTo>
                  <a:pt x="180337" y="86490"/>
                </a:lnTo>
                <a:lnTo>
                  <a:pt x="180597" y="86928"/>
                </a:lnTo>
                <a:lnTo>
                  <a:pt x="180864" y="87363"/>
                </a:lnTo>
                <a:lnTo>
                  <a:pt x="181139" y="87792"/>
                </a:lnTo>
                <a:lnTo>
                  <a:pt x="181420" y="88214"/>
                </a:lnTo>
                <a:lnTo>
                  <a:pt x="181709" y="88628"/>
                </a:lnTo>
                <a:lnTo>
                  <a:pt x="182006" y="89036"/>
                </a:lnTo>
                <a:lnTo>
                  <a:pt x="182309" y="89436"/>
                </a:lnTo>
                <a:lnTo>
                  <a:pt x="182620" y="89829"/>
                </a:lnTo>
                <a:lnTo>
                  <a:pt x="182938" y="90214"/>
                </a:lnTo>
                <a:lnTo>
                  <a:pt x="183264" y="90593"/>
                </a:lnTo>
                <a:lnTo>
                  <a:pt x="183597" y="90964"/>
                </a:lnTo>
                <a:lnTo>
                  <a:pt x="183937" y="91328"/>
                </a:lnTo>
                <a:lnTo>
                  <a:pt x="184285" y="91685"/>
                </a:lnTo>
                <a:lnTo>
                  <a:pt x="184640" y="92034"/>
                </a:lnTo>
                <a:lnTo>
                  <a:pt x="185002" y="92377"/>
                </a:lnTo>
                <a:lnTo>
                  <a:pt x="185372" y="92712"/>
                </a:lnTo>
                <a:lnTo>
                  <a:pt x="185748" y="93040"/>
                </a:lnTo>
                <a:lnTo>
                  <a:pt x="186133" y="93361"/>
                </a:lnTo>
                <a:lnTo>
                  <a:pt x="186524" y="93674"/>
                </a:lnTo>
                <a:lnTo>
                  <a:pt x="186923" y="93981"/>
                </a:lnTo>
                <a:lnTo>
                  <a:pt x="187329" y="94280"/>
                </a:lnTo>
                <a:lnTo>
                  <a:pt x="187743" y="94572"/>
                </a:lnTo>
                <a:lnTo>
                  <a:pt x="188164" y="94857"/>
                </a:lnTo>
                <a:lnTo>
                  <a:pt x="188592" y="95134"/>
                </a:lnTo>
                <a:lnTo>
                  <a:pt x="189027" y="95404"/>
                </a:lnTo>
                <a:lnTo>
                  <a:pt x="189470" y="95668"/>
                </a:lnTo>
                <a:lnTo>
                  <a:pt x="189920" y="95922"/>
                </a:lnTo>
                <a:lnTo>
                  <a:pt x="190378" y="96165"/>
                </a:lnTo>
                <a:lnTo>
                  <a:pt x="190844" y="96398"/>
                </a:lnTo>
                <a:lnTo>
                  <a:pt x="191317" y="96621"/>
                </a:lnTo>
                <a:lnTo>
                  <a:pt x="191798" y="96833"/>
                </a:lnTo>
                <a:lnTo>
                  <a:pt x="192287" y="97034"/>
                </a:lnTo>
                <a:lnTo>
                  <a:pt x="192783" y="97225"/>
                </a:lnTo>
                <a:lnTo>
                  <a:pt x="193287" y="97405"/>
                </a:lnTo>
                <a:lnTo>
                  <a:pt x="193799" y="97575"/>
                </a:lnTo>
                <a:lnTo>
                  <a:pt x="194318" y="97734"/>
                </a:lnTo>
                <a:lnTo>
                  <a:pt x="194845" y="97882"/>
                </a:lnTo>
                <a:lnTo>
                  <a:pt x="195380" y="98020"/>
                </a:lnTo>
                <a:lnTo>
                  <a:pt x="195923" y="98147"/>
                </a:lnTo>
                <a:lnTo>
                  <a:pt x="196473" y="98264"/>
                </a:lnTo>
                <a:lnTo>
                  <a:pt x="197030" y="98370"/>
                </a:lnTo>
                <a:lnTo>
                  <a:pt x="197596" y="98465"/>
                </a:lnTo>
                <a:lnTo>
                  <a:pt x="198169" y="98550"/>
                </a:lnTo>
                <a:lnTo>
                  <a:pt x="198750" y="98625"/>
                </a:lnTo>
                <a:lnTo>
                  <a:pt x="199338" y="98688"/>
                </a:lnTo>
                <a:lnTo>
                  <a:pt x="199934" y="98742"/>
                </a:lnTo>
                <a:lnTo>
                  <a:pt x="200538" y="98784"/>
                </a:lnTo>
                <a:lnTo>
                  <a:pt x="201149" y="98816"/>
                </a:lnTo>
                <a:lnTo>
                  <a:pt x="201769" y="98838"/>
                </a:lnTo>
                <a:lnTo>
                  <a:pt x="202395" y="98849"/>
                </a:lnTo>
                <a:lnTo>
                  <a:pt x="203035" y="98849"/>
                </a:lnTo>
                <a:lnTo>
                  <a:pt x="203669" y="98839"/>
                </a:lnTo>
                <a:lnTo>
                  <a:pt x="204299" y="98818"/>
                </a:lnTo>
                <a:lnTo>
                  <a:pt x="204923" y="98786"/>
                </a:lnTo>
                <a:lnTo>
                  <a:pt x="205543" y="98744"/>
                </a:lnTo>
                <a:lnTo>
                  <a:pt x="206158" y="98692"/>
                </a:lnTo>
                <a:lnTo>
                  <a:pt x="206768" y="98628"/>
                </a:lnTo>
                <a:lnTo>
                  <a:pt x="207373" y="98555"/>
                </a:lnTo>
                <a:lnTo>
                  <a:pt x="207974" y="98470"/>
                </a:lnTo>
                <a:lnTo>
                  <a:pt x="208569" y="98375"/>
                </a:lnTo>
                <a:lnTo>
                  <a:pt x="209160" y="98270"/>
                </a:lnTo>
                <a:lnTo>
                  <a:pt x="209745" y="98154"/>
                </a:lnTo>
                <a:lnTo>
                  <a:pt x="210326" y="98027"/>
                </a:lnTo>
                <a:lnTo>
                  <a:pt x="210902" y="97890"/>
                </a:lnTo>
                <a:lnTo>
                  <a:pt x="211473" y="97742"/>
                </a:lnTo>
                <a:lnTo>
                  <a:pt x="212039" y="97584"/>
                </a:lnTo>
                <a:lnTo>
                  <a:pt x="212600" y="97415"/>
                </a:lnTo>
                <a:lnTo>
                  <a:pt x="213157" y="97235"/>
                </a:lnTo>
                <a:lnTo>
                  <a:pt x="213708" y="97045"/>
                </a:lnTo>
                <a:lnTo>
                  <a:pt x="214255" y="96844"/>
                </a:lnTo>
                <a:lnTo>
                  <a:pt x="214796" y="96633"/>
                </a:lnTo>
                <a:lnTo>
                  <a:pt x="215333" y="96411"/>
                </a:lnTo>
                <a:lnTo>
                  <a:pt x="215865" y="96178"/>
                </a:lnTo>
                <a:lnTo>
                  <a:pt x="216392" y="95935"/>
                </a:lnTo>
                <a:lnTo>
                  <a:pt x="216914" y="95683"/>
                </a:lnTo>
                <a:lnTo>
                  <a:pt x="217430" y="95423"/>
                </a:lnTo>
                <a:lnTo>
                  <a:pt x="217940" y="95156"/>
                </a:lnTo>
                <a:lnTo>
                  <a:pt x="218445" y="94881"/>
                </a:lnTo>
                <a:lnTo>
                  <a:pt x="218944" y="94598"/>
                </a:lnTo>
                <a:lnTo>
                  <a:pt x="219437" y="94307"/>
                </a:lnTo>
                <a:lnTo>
                  <a:pt x="219925" y="94009"/>
                </a:lnTo>
                <a:lnTo>
                  <a:pt x="220407" y="93703"/>
                </a:lnTo>
                <a:lnTo>
                  <a:pt x="220883" y="93389"/>
                </a:lnTo>
                <a:lnTo>
                  <a:pt x="221353" y="93068"/>
                </a:lnTo>
                <a:lnTo>
                  <a:pt x="221818" y="92739"/>
                </a:lnTo>
                <a:lnTo>
                  <a:pt x="222277" y="92403"/>
                </a:lnTo>
                <a:lnTo>
                  <a:pt x="222731" y="92058"/>
                </a:lnTo>
                <a:lnTo>
                  <a:pt x="223178" y="91706"/>
                </a:lnTo>
                <a:lnTo>
                  <a:pt x="223620" y="91347"/>
                </a:lnTo>
                <a:lnTo>
                  <a:pt x="224057" y="90980"/>
                </a:lnTo>
                <a:lnTo>
                  <a:pt x="224487" y="90605"/>
                </a:lnTo>
                <a:lnTo>
                  <a:pt x="224912" y="90222"/>
                </a:lnTo>
                <a:lnTo>
                  <a:pt x="225331" y="89832"/>
                </a:lnTo>
                <a:lnTo>
                  <a:pt x="225745" y="89434"/>
                </a:lnTo>
                <a:lnTo>
                  <a:pt x="226153" y="89028"/>
                </a:lnTo>
                <a:lnTo>
                  <a:pt x="226555" y="88615"/>
                </a:lnTo>
                <a:lnTo>
                  <a:pt x="226951" y="88194"/>
                </a:lnTo>
                <a:lnTo>
                  <a:pt x="227342" y="87765"/>
                </a:lnTo>
                <a:lnTo>
                  <a:pt x="227727" y="87330"/>
                </a:lnTo>
                <a:lnTo>
                  <a:pt x="228106" y="86890"/>
                </a:lnTo>
                <a:lnTo>
                  <a:pt x="228478" y="86445"/>
                </a:lnTo>
                <a:lnTo>
                  <a:pt x="228845" y="85996"/>
                </a:lnTo>
                <a:lnTo>
                  <a:pt x="229206" y="85541"/>
                </a:lnTo>
                <a:lnTo>
                  <a:pt x="229560" y="85082"/>
                </a:lnTo>
                <a:lnTo>
                  <a:pt x="229909" y="84618"/>
                </a:lnTo>
                <a:lnTo>
                  <a:pt x="230251" y="84149"/>
                </a:lnTo>
                <a:lnTo>
                  <a:pt x="230588" y="83675"/>
                </a:lnTo>
                <a:lnTo>
                  <a:pt x="230918" y="83196"/>
                </a:lnTo>
                <a:lnTo>
                  <a:pt x="231243" y="82712"/>
                </a:lnTo>
                <a:lnTo>
                  <a:pt x="231561" y="82223"/>
                </a:lnTo>
                <a:lnTo>
                  <a:pt x="231873" y="81730"/>
                </a:lnTo>
                <a:lnTo>
                  <a:pt x="232180" y="81231"/>
                </a:lnTo>
                <a:lnTo>
                  <a:pt x="232480" y="80728"/>
                </a:lnTo>
                <a:lnTo>
                  <a:pt x="232774" y="80220"/>
                </a:lnTo>
                <a:lnTo>
                  <a:pt x="233062" y="79707"/>
                </a:lnTo>
                <a:lnTo>
                  <a:pt x="233344" y="79189"/>
                </a:lnTo>
                <a:lnTo>
                  <a:pt x="233620" y="78666"/>
                </a:lnTo>
                <a:lnTo>
                  <a:pt x="233890" y="78138"/>
                </a:lnTo>
                <a:lnTo>
                  <a:pt x="234154" y="77605"/>
                </a:lnTo>
                <a:lnTo>
                  <a:pt x="234412" y="77068"/>
                </a:lnTo>
                <a:lnTo>
                  <a:pt x="234664" y="76525"/>
                </a:lnTo>
                <a:lnTo>
                  <a:pt x="234910" y="75978"/>
                </a:lnTo>
                <a:lnTo>
                  <a:pt x="235149" y="75428"/>
                </a:lnTo>
                <a:lnTo>
                  <a:pt x="235382" y="74875"/>
                </a:lnTo>
                <a:lnTo>
                  <a:pt x="235608" y="74321"/>
                </a:lnTo>
                <a:lnTo>
                  <a:pt x="235828" y="73765"/>
                </a:lnTo>
                <a:lnTo>
                  <a:pt x="236041" y="73208"/>
                </a:lnTo>
                <a:lnTo>
                  <a:pt x="236247" y="72648"/>
                </a:lnTo>
                <a:lnTo>
                  <a:pt x="236447" y="72087"/>
                </a:lnTo>
                <a:lnTo>
                  <a:pt x="236640" y="71525"/>
                </a:lnTo>
                <a:lnTo>
                  <a:pt x="236826" y="70960"/>
                </a:lnTo>
                <a:lnTo>
                  <a:pt x="237006" y="70394"/>
                </a:lnTo>
                <a:lnTo>
                  <a:pt x="237179" y="69826"/>
                </a:lnTo>
                <a:lnTo>
                  <a:pt x="237346" y="69256"/>
                </a:lnTo>
                <a:lnTo>
                  <a:pt x="237506" y="68684"/>
                </a:lnTo>
                <a:lnTo>
                  <a:pt x="237659" y="68111"/>
                </a:lnTo>
                <a:lnTo>
                  <a:pt x="237806" y="67536"/>
                </a:lnTo>
                <a:lnTo>
                  <a:pt x="237946" y="66959"/>
                </a:lnTo>
                <a:lnTo>
                  <a:pt x="238079" y="66381"/>
                </a:lnTo>
                <a:lnTo>
                  <a:pt x="238206" y="65801"/>
                </a:lnTo>
                <a:lnTo>
                  <a:pt x="238326" y="65219"/>
                </a:lnTo>
                <a:lnTo>
                  <a:pt x="238439" y="64635"/>
                </a:lnTo>
                <a:lnTo>
                  <a:pt x="238546" y="64050"/>
                </a:lnTo>
                <a:lnTo>
                  <a:pt x="238647" y="63462"/>
                </a:lnTo>
                <a:lnTo>
                  <a:pt x="238740" y="62873"/>
                </a:lnTo>
                <a:lnTo>
                  <a:pt x="238827" y="62283"/>
                </a:lnTo>
                <a:lnTo>
                  <a:pt x="239095" y="60140"/>
                </a:lnTo>
                <a:lnTo>
                  <a:pt x="239159" y="59576"/>
                </a:lnTo>
                <a:lnTo>
                  <a:pt x="239215" y="59014"/>
                </a:lnTo>
                <a:lnTo>
                  <a:pt x="239265" y="58453"/>
                </a:lnTo>
                <a:lnTo>
                  <a:pt x="239308" y="57893"/>
                </a:lnTo>
                <a:lnTo>
                  <a:pt x="239344" y="57334"/>
                </a:lnTo>
                <a:lnTo>
                  <a:pt x="239374" y="56776"/>
                </a:lnTo>
                <a:lnTo>
                  <a:pt x="239396" y="56220"/>
                </a:lnTo>
                <a:lnTo>
                  <a:pt x="239411" y="55664"/>
                </a:lnTo>
                <a:lnTo>
                  <a:pt x="239420" y="55109"/>
                </a:lnTo>
                <a:lnTo>
                  <a:pt x="239422" y="54555"/>
                </a:lnTo>
                <a:lnTo>
                  <a:pt x="239417" y="54003"/>
                </a:lnTo>
                <a:lnTo>
                  <a:pt x="239405" y="53451"/>
                </a:lnTo>
                <a:lnTo>
                  <a:pt x="239386" y="52900"/>
                </a:lnTo>
                <a:lnTo>
                  <a:pt x="239361" y="52351"/>
                </a:lnTo>
                <a:lnTo>
                  <a:pt x="239328" y="51802"/>
                </a:lnTo>
                <a:lnTo>
                  <a:pt x="239289" y="51255"/>
                </a:lnTo>
                <a:lnTo>
                  <a:pt x="239242" y="50708"/>
                </a:lnTo>
                <a:lnTo>
                  <a:pt x="239189" y="50163"/>
                </a:lnTo>
                <a:lnTo>
                  <a:pt x="239129" y="49619"/>
                </a:lnTo>
                <a:lnTo>
                  <a:pt x="239063" y="49076"/>
                </a:lnTo>
                <a:lnTo>
                  <a:pt x="238989" y="48533"/>
                </a:lnTo>
                <a:lnTo>
                  <a:pt x="238908" y="47992"/>
                </a:lnTo>
                <a:lnTo>
                  <a:pt x="238821" y="47452"/>
                </a:lnTo>
                <a:lnTo>
                  <a:pt x="238727" y="46913"/>
                </a:lnTo>
                <a:lnTo>
                  <a:pt x="238626" y="46377"/>
                </a:lnTo>
                <a:lnTo>
                  <a:pt x="238517" y="45844"/>
                </a:lnTo>
                <a:lnTo>
                  <a:pt x="238401" y="45317"/>
                </a:lnTo>
                <a:lnTo>
                  <a:pt x="238279" y="44793"/>
                </a:lnTo>
                <a:lnTo>
                  <a:pt x="238148" y="44274"/>
                </a:lnTo>
                <a:lnTo>
                  <a:pt x="238011" y="43759"/>
                </a:lnTo>
                <a:lnTo>
                  <a:pt x="237867" y="43248"/>
                </a:lnTo>
                <a:lnTo>
                  <a:pt x="237715" y="42742"/>
                </a:lnTo>
                <a:lnTo>
                  <a:pt x="237556" y="42240"/>
                </a:lnTo>
                <a:lnTo>
                  <a:pt x="237390" y="41742"/>
                </a:lnTo>
                <a:lnTo>
                  <a:pt x="237216" y="41249"/>
                </a:lnTo>
                <a:lnTo>
                  <a:pt x="237036" y="40760"/>
                </a:lnTo>
                <a:lnTo>
                  <a:pt x="236848" y="40275"/>
                </a:lnTo>
                <a:lnTo>
                  <a:pt x="236653" y="39795"/>
                </a:lnTo>
                <a:lnTo>
                  <a:pt x="236451" y="39319"/>
                </a:lnTo>
                <a:lnTo>
                  <a:pt x="236242" y="38847"/>
                </a:lnTo>
                <a:lnTo>
                  <a:pt x="236025" y="38379"/>
                </a:lnTo>
                <a:lnTo>
                  <a:pt x="235801" y="37916"/>
                </a:lnTo>
                <a:lnTo>
                  <a:pt x="235570" y="37457"/>
                </a:lnTo>
                <a:lnTo>
                  <a:pt x="235332" y="37002"/>
                </a:lnTo>
                <a:lnTo>
                  <a:pt x="235086" y="36552"/>
                </a:lnTo>
                <a:lnTo>
                  <a:pt x="234834" y="36106"/>
                </a:lnTo>
                <a:lnTo>
                  <a:pt x="234574" y="35664"/>
                </a:lnTo>
                <a:lnTo>
                  <a:pt x="234307" y="35227"/>
                </a:lnTo>
                <a:lnTo>
                  <a:pt x="234032" y="34795"/>
                </a:lnTo>
                <a:lnTo>
                  <a:pt x="233751" y="34371"/>
                </a:lnTo>
                <a:lnTo>
                  <a:pt x="233461" y="33954"/>
                </a:lnTo>
                <a:lnTo>
                  <a:pt x="233165" y="33544"/>
                </a:lnTo>
                <a:lnTo>
                  <a:pt x="232860" y="33142"/>
                </a:lnTo>
                <a:lnTo>
                  <a:pt x="232549" y="32747"/>
                </a:lnTo>
                <a:lnTo>
                  <a:pt x="232230" y="32359"/>
                </a:lnTo>
                <a:lnTo>
                  <a:pt x="231903" y="31978"/>
                </a:lnTo>
                <a:lnTo>
                  <a:pt x="231569" y="31605"/>
                </a:lnTo>
                <a:lnTo>
                  <a:pt x="231228" y="31240"/>
                </a:lnTo>
                <a:lnTo>
                  <a:pt x="230879" y="30881"/>
                </a:lnTo>
                <a:lnTo>
                  <a:pt x="230523" y="30530"/>
                </a:lnTo>
                <a:lnTo>
                  <a:pt x="230159" y="30186"/>
                </a:lnTo>
                <a:lnTo>
                  <a:pt x="229788" y="29850"/>
                </a:lnTo>
                <a:lnTo>
                  <a:pt x="229410" y="29521"/>
                </a:lnTo>
                <a:lnTo>
                  <a:pt x="229024" y="29199"/>
                </a:lnTo>
                <a:lnTo>
                  <a:pt x="228630" y="28885"/>
                </a:lnTo>
                <a:lnTo>
                  <a:pt x="228229" y="28578"/>
                </a:lnTo>
                <a:lnTo>
                  <a:pt x="227821" y="28278"/>
                </a:lnTo>
                <a:lnTo>
                  <a:pt x="227405" y="27985"/>
                </a:lnTo>
                <a:lnTo>
                  <a:pt x="226982" y="27700"/>
                </a:lnTo>
                <a:lnTo>
                  <a:pt x="226551" y="27422"/>
                </a:lnTo>
                <a:lnTo>
                  <a:pt x="226113" y="27152"/>
                </a:lnTo>
                <a:lnTo>
                  <a:pt x="225668" y="26889"/>
                </a:lnTo>
                <a:lnTo>
                  <a:pt x="225215" y="26634"/>
                </a:lnTo>
                <a:lnTo>
                  <a:pt x="224754" y="26391"/>
                </a:lnTo>
                <a:lnTo>
                  <a:pt x="224286" y="26158"/>
                </a:lnTo>
                <a:lnTo>
                  <a:pt x="223810" y="25935"/>
                </a:lnTo>
                <a:lnTo>
                  <a:pt x="223327" y="25723"/>
                </a:lnTo>
                <a:lnTo>
                  <a:pt x="222836" y="25522"/>
                </a:lnTo>
                <a:lnTo>
                  <a:pt x="222338" y="25331"/>
                </a:lnTo>
                <a:lnTo>
                  <a:pt x="221832" y="25151"/>
                </a:lnTo>
                <a:lnTo>
                  <a:pt x="221318" y="24982"/>
                </a:lnTo>
                <a:lnTo>
                  <a:pt x="220797" y="24823"/>
                </a:lnTo>
                <a:lnTo>
                  <a:pt x="220269" y="24674"/>
                </a:lnTo>
                <a:lnTo>
                  <a:pt x="219732" y="24536"/>
                </a:lnTo>
                <a:lnTo>
                  <a:pt x="219189" y="24409"/>
                </a:lnTo>
                <a:lnTo>
                  <a:pt x="218637" y="24292"/>
                </a:lnTo>
                <a:lnTo>
                  <a:pt x="218078" y="24186"/>
                </a:lnTo>
                <a:lnTo>
                  <a:pt x="217512" y="24091"/>
                </a:lnTo>
                <a:lnTo>
                  <a:pt x="216938" y="24006"/>
                </a:lnTo>
                <a:lnTo>
                  <a:pt x="216357" y="23932"/>
                </a:lnTo>
                <a:lnTo>
                  <a:pt x="215768" y="23868"/>
                </a:lnTo>
                <a:lnTo>
                  <a:pt x="215171" y="23815"/>
                </a:lnTo>
                <a:lnTo>
                  <a:pt x="214567" y="23772"/>
                </a:lnTo>
                <a:lnTo>
                  <a:pt x="213955" y="23740"/>
                </a:lnTo>
                <a:lnTo>
                  <a:pt x="213336" y="23718"/>
                </a:lnTo>
                <a:lnTo>
                  <a:pt x="212709" y="23708"/>
                </a:lnTo>
                <a:lnTo>
                  <a:pt x="212064" y="23702"/>
                </a:lnTo>
                <a:lnTo>
                  <a:pt x="211424" y="23707"/>
                </a:lnTo>
                <a:lnTo>
                  <a:pt x="210790" y="23723"/>
                </a:lnTo>
                <a:lnTo>
                  <a:pt x="210160" y="23750"/>
                </a:lnTo>
                <a:lnTo>
                  <a:pt x="209536" y="23788"/>
                </a:lnTo>
                <a:lnTo>
                  <a:pt x="208917" y="23837"/>
                </a:lnTo>
                <a:lnTo>
                  <a:pt x="208302" y="23897"/>
                </a:lnTo>
                <a:lnTo>
                  <a:pt x="207693" y="23968"/>
                </a:lnTo>
                <a:lnTo>
                  <a:pt x="207090" y="24050"/>
                </a:lnTo>
                <a:lnTo>
                  <a:pt x="206491" y="24142"/>
                </a:lnTo>
                <a:lnTo>
                  <a:pt x="205897" y="24246"/>
                </a:lnTo>
                <a:lnTo>
                  <a:pt x="205309" y="24361"/>
                </a:lnTo>
                <a:lnTo>
                  <a:pt x="204725" y="24486"/>
                </a:lnTo>
                <a:lnTo>
                  <a:pt x="204147" y="24622"/>
                </a:lnTo>
                <a:lnTo>
                  <a:pt x="203574" y="24770"/>
                </a:lnTo>
                <a:lnTo>
                  <a:pt x="203006" y="24928"/>
                </a:lnTo>
                <a:lnTo>
                  <a:pt x="202443" y="25097"/>
                </a:lnTo>
                <a:lnTo>
                  <a:pt x="201885" y="25277"/>
                </a:lnTo>
                <a:lnTo>
                  <a:pt x="201332" y="25468"/>
                </a:lnTo>
                <a:lnTo>
                  <a:pt x="200784" y="25670"/>
                </a:lnTo>
                <a:lnTo>
                  <a:pt x="200242" y="25883"/>
                </a:lnTo>
                <a:lnTo>
                  <a:pt x="199704" y="26107"/>
                </a:lnTo>
                <a:lnTo>
                  <a:pt x="199172" y="26342"/>
                </a:lnTo>
                <a:lnTo>
                  <a:pt x="198645" y="26587"/>
                </a:lnTo>
                <a:lnTo>
                  <a:pt x="198123" y="26842"/>
                </a:lnTo>
                <a:lnTo>
                  <a:pt x="197607" y="27105"/>
                </a:lnTo>
                <a:lnTo>
                  <a:pt x="197097" y="27375"/>
                </a:lnTo>
                <a:lnTo>
                  <a:pt x="196592" y="27653"/>
                </a:lnTo>
                <a:lnTo>
                  <a:pt x="196093" y="27939"/>
                </a:lnTo>
                <a:lnTo>
                  <a:pt x="195600" y="28232"/>
                </a:lnTo>
                <a:lnTo>
                  <a:pt x="195112" y="28533"/>
                </a:lnTo>
                <a:lnTo>
                  <a:pt x="194630" y="28842"/>
                </a:lnTo>
                <a:lnTo>
                  <a:pt x="194154" y="29158"/>
                </a:lnTo>
                <a:lnTo>
                  <a:pt x="193684" y="29482"/>
                </a:lnTo>
                <a:lnTo>
                  <a:pt x="193219" y="29814"/>
                </a:lnTo>
                <a:lnTo>
                  <a:pt x="192760" y="30154"/>
                </a:lnTo>
                <a:lnTo>
                  <a:pt x="192307" y="30501"/>
                </a:lnTo>
                <a:lnTo>
                  <a:pt x="191859" y="30855"/>
                </a:lnTo>
                <a:lnTo>
                  <a:pt x="191417" y="31218"/>
                </a:lnTo>
                <a:lnTo>
                  <a:pt x="190981" y="31588"/>
                </a:lnTo>
                <a:lnTo>
                  <a:pt x="190550" y="31966"/>
                </a:lnTo>
                <a:lnTo>
                  <a:pt x="190125" y="32351"/>
                </a:lnTo>
                <a:lnTo>
                  <a:pt x="189706" y="32744"/>
                </a:lnTo>
                <a:lnTo>
                  <a:pt x="189292" y="33145"/>
                </a:lnTo>
                <a:lnTo>
                  <a:pt x="188885" y="33553"/>
                </a:lnTo>
                <a:lnTo>
                  <a:pt x="188482" y="33969"/>
                </a:lnTo>
                <a:lnTo>
                  <a:pt x="188086" y="34393"/>
                </a:lnTo>
                <a:lnTo>
                  <a:pt x="187695" y="34825"/>
                </a:lnTo>
                <a:lnTo>
                  <a:pt x="187310" y="35262"/>
                </a:lnTo>
                <a:lnTo>
                  <a:pt x="186932" y="35705"/>
                </a:lnTo>
                <a:lnTo>
                  <a:pt x="186559" y="36153"/>
                </a:lnTo>
                <a:lnTo>
                  <a:pt x="186193" y="36605"/>
                </a:lnTo>
                <a:lnTo>
                  <a:pt x="185833" y="37062"/>
                </a:lnTo>
                <a:lnTo>
                  <a:pt x="185479" y="37524"/>
                </a:lnTo>
                <a:lnTo>
                  <a:pt x="185131" y="37992"/>
                </a:lnTo>
                <a:lnTo>
                  <a:pt x="184789" y="38463"/>
                </a:lnTo>
                <a:lnTo>
                  <a:pt x="184454" y="38940"/>
                </a:lnTo>
                <a:lnTo>
                  <a:pt x="184125" y="39422"/>
                </a:lnTo>
                <a:lnTo>
                  <a:pt x="183802" y="39909"/>
                </a:lnTo>
                <a:lnTo>
                  <a:pt x="183484" y="40400"/>
                </a:lnTo>
                <a:lnTo>
                  <a:pt x="183174" y="40896"/>
                </a:lnTo>
                <a:lnTo>
                  <a:pt x="182869" y="41398"/>
                </a:lnTo>
                <a:lnTo>
                  <a:pt x="182570" y="41904"/>
                </a:lnTo>
                <a:lnTo>
                  <a:pt x="182278" y="42415"/>
                </a:lnTo>
                <a:lnTo>
                  <a:pt x="181992" y="42931"/>
                </a:lnTo>
                <a:lnTo>
                  <a:pt x="181712" y="43451"/>
                </a:lnTo>
                <a:lnTo>
                  <a:pt x="181438" y="43977"/>
                </a:lnTo>
                <a:lnTo>
                  <a:pt x="181170" y="44508"/>
                </a:lnTo>
                <a:lnTo>
                  <a:pt x="180909" y="45043"/>
                </a:lnTo>
                <a:lnTo>
                  <a:pt x="180653" y="45583"/>
                </a:lnTo>
                <a:lnTo>
                  <a:pt x="180404" y="46128"/>
                </a:lnTo>
                <a:lnTo>
                  <a:pt x="180161" y="46679"/>
                </a:lnTo>
                <a:lnTo>
                  <a:pt x="179924" y="47232"/>
                </a:lnTo>
                <a:lnTo>
                  <a:pt x="179694" y="47787"/>
                </a:lnTo>
                <a:lnTo>
                  <a:pt x="179470" y="48343"/>
                </a:lnTo>
                <a:lnTo>
                  <a:pt x="179253" y="48902"/>
                </a:lnTo>
                <a:lnTo>
                  <a:pt x="179043" y="49461"/>
                </a:lnTo>
                <a:lnTo>
                  <a:pt x="178838" y="50023"/>
                </a:lnTo>
                <a:lnTo>
                  <a:pt x="178641" y="50586"/>
                </a:lnTo>
                <a:lnTo>
                  <a:pt x="178450" y="51151"/>
                </a:lnTo>
                <a:lnTo>
                  <a:pt x="178265" y="51717"/>
                </a:lnTo>
                <a:lnTo>
                  <a:pt x="178087" y="52285"/>
                </a:lnTo>
                <a:lnTo>
                  <a:pt x="177915" y="52855"/>
                </a:lnTo>
                <a:lnTo>
                  <a:pt x="177750" y="53426"/>
                </a:lnTo>
                <a:lnTo>
                  <a:pt x="177592" y="53999"/>
                </a:lnTo>
                <a:lnTo>
                  <a:pt x="177439" y="54573"/>
                </a:lnTo>
                <a:lnTo>
                  <a:pt x="177294" y="55149"/>
                </a:lnTo>
                <a:lnTo>
                  <a:pt x="177155" y="55727"/>
                </a:lnTo>
                <a:lnTo>
                  <a:pt x="177022" y="56306"/>
                </a:lnTo>
                <a:lnTo>
                  <a:pt x="176896" y="56887"/>
                </a:lnTo>
                <a:lnTo>
                  <a:pt x="176777" y="57470"/>
                </a:lnTo>
                <a:lnTo>
                  <a:pt x="176664" y="58054"/>
                </a:lnTo>
                <a:lnTo>
                  <a:pt x="176557" y="58640"/>
                </a:lnTo>
                <a:lnTo>
                  <a:pt x="176457" y="59228"/>
                </a:lnTo>
                <a:lnTo>
                  <a:pt x="176364" y="59817"/>
                </a:lnTo>
                <a:lnTo>
                  <a:pt x="176277" y="60407"/>
                </a:lnTo>
                <a:lnTo>
                  <a:pt x="176009" y="62551"/>
                </a:lnTo>
                <a:lnTo>
                  <a:pt x="175945" y="63114"/>
                </a:lnTo>
                <a:lnTo>
                  <a:pt x="175889" y="63676"/>
                </a:lnTo>
                <a:lnTo>
                  <a:pt x="175839" y="64236"/>
                </a:lnTo>
                <a:lnTo>
                  <a:pt x="175797" y="64796"/>
                </a:lnTo>
                <a:close/>
                <a:moveTo>
                  <a:pt x="184487" y="58602"/>
                </a:moveTo>
                <a:lnTo>
                  <a:pt x="184577" y="58152"/>
                </a:lnTo>
                <a:lnTo>
                  <a:pt x="184671" y="57701"/>
                </a:lnTo>
                <a:lnTo>
                  <a:pt x="184771" y="57252"/>
                </a:lnTo>
                <a:lnTo>
                  <a:pt x="184875" y="56802"/>
                </a:lnTo>
                <a:lnTo>
                  <a:pt x="184985" y="56353"/>
                </a:lnTo>
                <a:lnTo>
                  <a:pt x="185099" y="55904"/>
                </a:lnTo>
                <a:lnTo>
                  <a:pt x="185218" y="55456"/>
                </a:lnTo>
                <a:lnTo>
                  <a:pt x="185343" y="55008"/>
                </a:lnTo>
                <a:lnTo>
                  <a:pt x="185472" y="54560"/>
                </a:lnTo>
                <a:lnTo>
                  <a:pt x="185607" y="54113"/>
                </a:lnTo>
                <a:lnTo>
                  <a:pt x="185746" y="53666"/>
                </a:lnTo>
                <a:lnTo>
                  <a:pt x="185891" y="53219"/>
                </a:lnTo>
                <a:lnTo>
                  <a:pt x="186040" y="52773"/>
                </a:lnTo>
                <a:lnTo>
                  <a:pt x="186195" y="52327"/>
                </a:lnTo>
                <a:lnTo>
                  <a:pt x="186354" y="51881"/>
                </a:lnTo>
                <a:lnTo>
                  <a:pt x="186519" y="51436"/>
                </a:lnTo>
                <a:lnTo>
                  <a:pt x="186688" y="50991"/>
                </a:lnTo>
                <a:lnTo>
                  <a:pt x="186863" y="50547"/>
                </a:lnTo>
                <a:lnTo>
                  <a:pt x="187042" y="50103"/>
                </a:lnTo>
                <a:lnTo>
                  <a:pt x="187226" y="49659"/>
                </a:lnTo>
                <a:lnTo>
                  <a:pt x="187416" y="49217"/>
                </a:lnTo>
                <a:lnTo>
                  <a:pt x="187610" y="48778"/>
                </a:lnTo>
                <a:lnTo>
                  <a:pt x="187808" y="48343"/>
                </a:lnTo>
                <a:lnTo>
                  <a:pt x="188012" y="47911"/>
                </a:lnTo>
                <a:lnTo>
                  <a:pt x="188219" y="47482"/>
                </a:lnTo>
                <a:lnTo>
                  <a:pt x="188432" y="47057"/>
                </a:lnTo>
                <a:lnTo>
                  <a:pt x="188649" y="46636"/>
                </a:lnTo>
                <a:lnTo>
                  <a:pt x="188871" y="46217"/>
                </a:lnTo>
                <a:lnTo>
                  <a:pt x="189097" y="45802"/>
                </a:lnTo>
                <a:lnTo>
                  <a:pt x="189329" y="45390"/>
                </a:lnTo>
                <a:lnTo>
                  <a:pt x="189564" y="44982"/>
                </a:lnTo>
                <a:lnTo>
                  <a:pt x="189805" y="44577"/>
                </a:lnTo>
                <a:lnTo>
                  <a:pt x="190050" y="44176"/>
                </a:lnTo>
                <a:lnTo>
                  <a:pt x="190300" y="43778"/>
                </a:lnTo>
                <a:lnTo>
                  <a:pt x="190554" y="43383"/>
                </a:lnTo>
                <a:lnTo>
                  <a:pt x="190813" y="42991"/>
                </a:lnTo>
                <a:lnTo>
                  <a:pt x="191077" y="42603"/>
                </a:lnTo>
                <a:lnTo>
                  <a:pt x="191345" y="42219"/>
                </a:lnTo>
                <a:lnTo>
                  <a:pt x="191618" y="41837"/>
                </a:lnTo>
                <a:lnTo>
                  <a:pt x="191896" y="41459"/>
                </a:lnTo>
                <a:lnTo>
                  <a:pt x="192178" y="41085"/>
                </a:lnTo>
                <a:lnTo>
                  <a:pt x="192465" y="40714"/>
                </a:lnTo>
                <a:lnTo>
                  <a:pt x="192757" y="40346"/>
                </a:lnTo>
                <a:lnTo>
                  <a:pt x="193053" y="39981"/>
                </a:lnTo>
                <a:lnTo>
                  <a:pt x="193354" y="39622"/>
                </a:lnTo>
                <a:lnTo>
                  <a:pt x="193659" y="39268"/>
                </a:lnTo>
                <a:lnTo>
                  <a:pt x="193969" y="38921"/>
                </a:lnTo>
                <a:lnTo>
                  <a:pt x="194283" y="38580"/>
                </a:lnTo>
                <a:lnTo>
                  <a:pt x="194601" y="38245"/>
                </a:lnTo>
                <a:lnTo>
                  <a:pt x="194924" y="37916"/>
                </a:lnTo>
                <a:lnTo>
                  <a:pt x="195251" y="37593"/>
                </a:lnTo>
                <a:lnTo>
                  <a:pt x="195583" y="37277"/>
                </a:lnTo>
                <a:lnTo>
                  <a:pt x="195919" y="36966"/>
                </a:lnTo>
                <a:lnTo>
                  <a:pt x="196260" y="36662"/>
                </a:lnTo>
                <a:lnTo>
                  <a:pt x="196605" y="36364"/>
                </a:lnTo>
                <a:lnTo>
                  <a:pt x="196954" y="36072"/>
                </a:lnTo>
                <a:lnTo>
                  <a:pt x="197308" y="35786"/>
                </a:lnTo>
                <a:lnTo>
                  <a:pt x="197666" y="35507"/>
                </a:lnTo>
                <a:lnTo>
                  <a:pt x="198029" y="35233"/>
                </a:lnTo>
                <a:lnTo>
                  <a:pt x="198396" y="34966"/>
                </a:lnTo>
                <a:lnTo>
                  <a:pt x="198767" y="34705"/>
                </a:lnTo>
                <a:lnTo>
                  <a:pt x="199143" y="34450"/>
                </a:lnTo>
                <a:lnTo>
                  <a:pt x="199523" y="34201"/>
                </a:lnTo>
                <a:lnTo>
                  <a:pt x="199908" y="33959"/>
                </a:lnTo>
                <a:lnTo>
                  <a:pt x="200297" y="33722"/>
                </a:lnTo>
                <a:lnTo>
                  <a:pt x="200691" y="33492"/>
                </a:lnTo>
                <a:lnTo>
                  <a:pt x="201089" y="33268"/>
                </a:lnTo>
                <a:lnTo>
                  <a:pt x="201491" y="33050"/>
                </a:lnTo>
                <a:lnTo>
                  <a:pt x="201898" y="32840"/>
                </a:lnTo>
                <a:lnTo>
                  <a:pt x="202310" y="32639"/>
                </a:lnTo>
                <a:lnTo>
                  <a:pt x="202725" y="32448"/>
                </a:lnTo>
                <a:lnTo>
                  <a:pt x="203146" y="32266"/>
                </a:lnTo>
                <a:lnTo>
                  <a:pt x="203571" y="32093"/>
                </a:lnTo>
                <a:lnTo>
                  <a:pt x="204001" y="31930"/>
                </a:lnTo>
                <a:lnTo>
                  <a:pt x="204435" y="31777"/>
                </a:lnTo>
                <a:lnTo>
                  <a:pt x="204873" y="31632"/>
                </a:lnTo>
                <a:lnTo>
                  <a:pt x="205316" y="31498"/>
                </a:lnTo>
                <a:lnTo>
                  <a:pt x="205764" y="31372"/>
                </a:lnTo>
                <a:lnTo>
                  <a:pt x="206216" y="31256"/>
                </a:lnTo>
                <a:lnTo>
                  <a:pt x="206673" y="31150"/>
                </a:lnTo>
                <a:lnTo>
                  <a:pt x="207134" y="31053"/>
                </a:lnTo>
                <a:lnTo>
                  <a:pt x="207600" y="30965"/>
                </a:lnTo>
                <a:lnTo>
                  <a:pt x="208071" y="30887"/>
                </a:lnTo>
                <a:lnTo>
                  <a:pt x="208545" y="30818"/>
                </a:lnTo>
                <a:lnTo>
                  <a:pt x="209025" y="30758"/>
                </a:lnTo>
                <a:lnTo>
                  <a:pt x="209509" y="30708"/>
                </a:lnTo>
                <a:lnTo>
                  <a:pt x="209997" y="30667"/>
                </a:lnTo>
                <a:lnTo>
                  <a:pt x="210490" y="30636"/>
                </a:lnTo>
                <a:lnTo>
                  <a:pt x="210988" y="30614"/>
                </a:lnTo>
                <a:lnTo>
                  <a:pt x="211490" y="30602"/>
                </a:lnTo>
                <a:lnTo>
                  <a:pt x="211997" y="30599"/>
                </a:lnTo>
                <a:lnTo>
                  <a:pt x="212508" y="30606"/>
                </a:lnTo>
                <a:lnTo>
                  <a:pt x="212996" y="30616"/>
                </a:lnTo>
                <a:lnTo>
                  <a:pt x="213477" y="30635"/>
                </a:lnTo>
                <a:lnTo>
                  <a:pt x="213951" y="30664"/>
                </a:lnTo>
                <a:lnTo>
                  <a:pt x="214418" y="30701"/>
                </a:lnTo>
                <a:lnTo>
                  <a:pt x="214879" y="30748"/>
                </a:lnTo>
                <a:lnTo>
                  <a:pt x="215333" y="30804"/>
                </a:lnTo>
                <a:lnTo>
                  <a:pt x="215780" y="30870"/>
                </a:lnTo>
                <a:lnTo>
                  <a:pt x="216221" y="30944"/>
                </a:lnTo>
                <a:lnTo>
                  <a:pt x="216655" y="31028"/>
                </a:lnTo>
                <a:lnTo>
                  <a:pt x="217082" y="31121"/>
                </a:lnTo>
                <a:lnTo>
                  <a:pt x="217502" y="31223"/>
                </a:lnTo>
                <a:lnTo>
                  <a:pt x="217916" y="31334"/>
                </a:lnTo>
                <a:lnTo>
                  <a:pt x="218323" y="31454"/>
                </a:lnTo>
                <a:lnTo>
                  <a:pt x="218723" y="31584"/>
                </a:lnTo>
                <a:lnTo>
                  <a:pt x="219116" y="31723"/>
                </a:lnTo>
                <a:lnTo>
                  <a:pt x="219503" y="31871"/>
                </a:lnTo>
                <a:lnTo>
                  <a:pt x="219882" y="32028"/>
                </a:lnTo>
                <a:lnTo>
                  <a:pt x="220256" y="32194"/>
                </a:lnTo>
                <a:lnTo>
                  <a:pt x="220622" y="32370"/>
                </a:lnTo>
                <a:lnTo>
                  <a:pt x="220982" y="32554"/>
                </a:lnTo>
                <a:lnTo>
                  <a:pt x="221334" y="32748"/>
                </a:lnTo>
                <a:lnTo>
                  <a:pt x="221681" y="32951"/>
                </a:lnTo>
                <a:lnTo>
                  <a:pt x="222020" y="33163"/>
                </a:lnTo>
                <a:lnTo>
                  <a:pt x="222353" y="33385"/>
                </a:lnTo>
                <a:lnTo>
                  <a:pt x="222679" y="33614"/>
                </a:lnTo>
                <a:lnTo>
                  <a:pt x="222999" y="33848"/>
                </a:lnTo>
                <a:lnTo>
                  <a:pt x="223312" y="34089"/>
                </a:lnTo>
                <a:lnTo>
                  <a:pt x="223619" y="34335"/>
                </a:lnTo>
                <a:lnTo>
                  <a:pt x="223920" y="34586"/>
                </a:lnTo>
                <a:lnTo>
                  <a:pt x="224215" y="34844"/>
                </a:lnTo>
                <a:lnTo>
                  <a:pt x="224504" y="35107"/>
                </a:lnTo>
                <a:lnTo>
                  <a:pt x="224786" y="35375"/>
                </a:lnTo>
                <a:lnTo>
                  <a:pt x="225062" y="35650"/>
                </a:lnTo>
                <a:lnTo>
                  <a:pt x="225331" y="35930"/>
                </a:lnTo>
                <a:lnTo>
                  <a:pt x="225595" y="36216"/>
                </a:lnTo>
                <a:lnTo>
                  <a:pt x="225852" y="36507"/>
                </a:lnTo>
                <a:lnTo>
                  <a:pt x="226103" y="36805"/>
                </a:lnTo>
                <a:lnTo>
                  <a:pt x="226347" y="37108"/>
                </a:lnTo>
                <a:lnTo>
                  <a:pt x="226585" y="37416"/>
                </a:lnTo>
                <a:lnTo>
                  <a:pt x="226817" y="37730"/>
                </a:lnTo>
                <a:lnTo>
                  <a:pt x="227043" y="38051"/>
                </a:lnTo>
                <a:lnTo>
                  <a:pt x="227262" y="38376"/>
                </a:lnTo>
                <a:lnTo>
                  <a:pt x="227475" y="38708"/>
                </a:lnTo>
                <a:lnTo>
                  <a:pt x="227682" y="39045"/>
                </a:lnTo>
                <a:lnTo>
                  <a:pt x="227883" y="39388"/>
                </a:lnTo>
                <a:lnTo>
                  <a:pt x="228077" y="39736"/>
                </a:lnTo>
                <a:lnTo>
                  <a:pt x="228265" y="40090"/>
                </a:lnTo>
                <a:lnTo>
                  <a:pt x="228447" y="40450"/>
                </a:lnTo>
                <a:lnTo>
                  <a:pt x="228623" y="40814"/>
                </a:lnTo>
                <a:lnTo>
                  <a:pt x="228794" y="41182"/>
                </a:lnTo>
                <a:lnTo>
                  <a:pt x="228959" y="41552"/>
                </a:lnTo>
                <a:lnTo>
                  <a:pt x="229119" y="41925"/>
                </a:lnTo>
                <a:lnTo>
                  <a:pt x="229274" y="42300"/>
                </a:lnTo>
                <a:lnTo>
                  <a:pt x="229424" y="42679"/>
                </a:lnTo>
                <a:lnTo>
                  <a:pt x="229569" y="43061"/>
                </a:lnTo>
                <a:lnTo>
                  <a:pt x="229708" y="43445"/>
                </a:lnTo>
                <a:lnTo>
                  <a:pt x="229842" y="43833"/>
                </a:lnTo>
                <a:lnTo>
                  <a:pt x="229971" y="44223"/>
                </a:lnTo>
                <a:lnTo>
                  <a:pt x="230095" y="44616"/>
                </a:lnTo>
                <a:lnTo>
                  <a:pt x="230213" y="45013"/>
                </a:lnTo>
                <a:lnTo>
                  <a:pt x="230326" y="45412"/>
                </a:lnTo>
                <a:lnTo>
                  <a:pt x="230434" y="45814"/>
                </a:lnTo>
                <a:lnTo>
                  <a:pt x="230537" y="46219"/>
                </a:lnTo>
                <a:lnTo>
                  <a:pt x="230635" y="46626"/>
                </a:lnTo>
                <a:lnTo>
                  <a:pt x="230727" y="47037"/>
                </a:lnTo>
                <a:lnTo>
                  <a:pt x="230814" y="47451"/>
                </a:lnTo>
                <a:lnTo>
                  <a:pt x="230896" y="47867"/>
                </a:lnTo>
                <a:lnTo>
                  <a:pt x="230972" y="48287"/>
                </a:lnTo>
                <a:lnTo>
                  <a:pt x="231044" y="48709"/>
                </a:lnTo>
                <a:lnTo>
                  <a:pt x="231110" y="49134"/>
                </a:lnTo>
                <a:lnTo>
                  <a:pt x="231171" y="49562"/>
                </a:lnTo>
                <a:lnTo>
                  <a:pt x="231226" y="49994"/>
                </a:lnTo>
                <a:lnTo>
                  <a:pt x="231277" y="50426"/>
                </a:lnTo>
                <a:lnTo>
                  <a:pt x="231323" y="50857"/>
                </a:lnTo>
                <a:lnTo>
                  <a:pt x="231365" y="51287"/>
                </a:lnTo>
                <a:lnTo>
                  <a:pt x="231402" y="51717"/>
                </a:lnTo>
                <a:lnTo>
                  <a:pt x="231435" y="52146"/>
                </a:lnTo>
                <a:lnTo>
                  <a:pt x="231463" y="52574"/>
                </a:lnTo>
                <a:lnTo>
                  <a:pt x="231486" y="53001"/>
                </a:lnTo>
                <a:lnTo>
                  <a:pt x="231505" y="53428"/>
                </a:lnTo>
                <a:lnTo>
                  <a:pt x="231520" y="53853"/>
                </a:lnTo>
                <a:lnTo>
                  <a:pt x="231530" y="54278"/>
                </a:lnTo>
                <a:lnTo>
                  <a:pt x="231535" y="54702"/>
                </a:lnTo>
                <a:lnTo>
                  <a:pt x="231536" y="55125"/>
                </a:lnTo>
                <a:lnTo>
                  <a:pt x="231532" y="55548"/>
                </a:lnTo>
                <a:lnTo>
                  <a:pt x="231524" y="55969"/>
                </a:lnTo>
                <a:lnTo>
                  <a:pt x="231511" y="56390"/>
                </a:lnTo>
                <a:lnTo>
                  <a:pt x="231494" y="56810"/>
                </a:lnTo>
                <a:lnTo>
                  <a:pt x="231472" y="57229"/>
                </a:lnTo>
                <a:lnTo>
                  <a:pt x="231446" y="57647"/>
                </a:lnTo>
                <a:lnTo>
                  <a:pt x="231415" y="58065"/>
                </a:lnTo>
                <a:lnTo>
                  <a:pt x="231380" y="58481"/>
                </a:lnTo>
                <a:lnTo>
                  <a:pt x="231340" y="58897"/>
                </a:lnTo>
                <a:lnTo>
                  <a:pt x="231295" y="59312"/>
                </a:lnTo>
                <a:lnTo>
                  <a:pt x="231246" y="59726"/>
                </a:lnTo>
                <a:lnTo>
                  <a:pt x="231193" y="60140"/>
                </a:lnTo>
                <a:lnTo>
                  <a:pt x="230925" y="62283"/>
                </a:lnTo>
                <a:lnTo>
                  <a:pt x="230850" y="62735"/>
                </a:lnTo>
                <a:lnTo>
                  <a:pt x="230770" y="63186"/>
                </a:lnTo>
                <a:lnTo>
                  <a:pt x="230686" y="63637"/>
                </a:lnTo>
                <a:lnTo>
                  <a:pt x="230597" y="64088"/>
                </a:lnTo>
                <a:lnTo>
                  <a:pt x="230504" y="64539"/>
                </a:lnTo>
                <a:lnTo>
                  <a:pt x="230406" y="64989"/>
                </a:lnTo>
                <a:lnTo>
                  <a:pt x="230303" y="65438"/>
                </a:lnTo>
                <a:lnTo>
                  <a:pt x="230196" y="65888"/>
                </a:lnTo>
                <a:lnTo>
                  <a:pt x="230083" y="66337"/>
                </a:lnTo>
                <a:lnTo>
                  <a:pt x="229967" y="66786"/>
                </a:lnTo>
                <a:lnTo>
                  <a:pt x="229845" y="67234"/>
                </a:lnTo>
                <a:lnTo>
                  <a:pt x="229719" y="67682"/>
                </a:lnTo>
                <a:lnTo>
                  <a:pt x="229589" y="68130"/>
                </a:lnTo>
                <a:lnTo>
                  <a:pt x="229453" y="68577"/>
                </a:lnTo>
                <a:lnTo>
                  <a:pt x="229313" y="69024"/>
                </a:lnTo>
                <a:lnTo>
                  <a:pt x="229169" y="69471"/>
                </a:lnTo>
                <a:lnTo>
                  <a:pt x="229019" y="69917"/>
                </a:lnTo>
                <a:lnTo>
                  <a:pt x="228865" y="70363"/>
                </a:lnTo>
                <a:lnTo>
                  <a:pt x="228707" y="70809"/>
                </a:lnTo>
                <a:lnTo>
                  <a:pt x="228544" y="71254"/>
                </a:lnTo>
                <a:lnTo>
                  <a:pt x="228376" y="71699"/>
                </a:lnTo>
                <a:lnTo>
                  <a:pt x="228203" y="72143"/>
                </a:lnTo>
                <a:lnTo>
                  <a:pt x="228026" y="72588"/>
                </a:lnTo>
                <a:lnTo>
                  <a:pt x="227844" y="73031"/>
                </a:lnTo>
                <a:lnTo>
                  <a:pt x="227658" y="73473"/>
                </a:lnTo>
                <a:lnTo>
                  <a:pt x="227466" y="73912"/>
                </a:lnTo>
                <a:lnTo>
                  <a:pt x="227270" y="74346"/>
                </a:lnTo>
                <a:lnTo>
                  <a:pt x="227069" y="74777"/>
                </a:lnTo>
                <a:lnTo>
                  <a:pt x="226864" y="75205"/>
                </a:lnTo>
                <a:lnTo>
                  <a:pt x="226653" y="75629"/>
                </a:lnTo>
                <a:lnTo>
                  <a:pt x="226438" y="76049"/>
                </a:lnTo>
                <a:lnTo>
                  <a:pt x="226218" y="76466"/>
                </a:lnTo>
                <a:lnTo>
                  <a:pt x="225994" y="76879"/>
                </a:lnTo>
                <a:lnTo>
                  <a:pt x="225764" y="77288"/>
                </a:lnTo>
                <a:lnTo>
                  <a:pt x="225530" y="77694"/>
                </a:lnTo>
                <a:lnTo>
                  <a:pt x="225291" y="78096"/>
                </a:lnTo>
                <a:lnTo>
                  <a:pt x="225047" y="78495"/>
                </a:lnTo>
                <a:lnTo>
                  <a:pt x="224799" y="78890"/>
                </a:lnTo>
                <a:lnTo>
                  <a:pt x="224545" y="79281"/>
                </a:lnTo>
                <a:lnTo>
                  <a:pt x="224287" y="79669"/>
                </a:lnTo>
                <a:lnTo>
                  <a:pt x="224024" y="80053"/>
                </a:lnTo>
                <a:lnTo>
                  <a:pt x="223757" y="80434"/>
                </a:lnTo>
                <a:lnTo>
                  <a:pt x="223485" y="80811"/>
                </a:lnTo>
                <a:lnTo>
                  <a:pt x="223207" y="81184"/>
                </a:lnTo>
                <a:lnTo>
                  <a:pt x="222925" y="81554"/>
                </a:lnTo>
                <a:lnTo>
                  <a:pt x="222639" y="81920"/>
                </a:lnTo>
                <a:lnTo>
                  <a:pt x="222347" y="82283"/>
                </a:lnTo>
                <a:lnTo>
                  <a:pt x="222051" y="82642"/>
                </a:lnTo>
                <a:lnTo>
                  <a:pt x="221750" y="82996"/>
                </a:lnTo>
                <a:lnTo>
                  <a:pt x="221445" y="83344"/>
                </a:lnTo>
                <a:lnTo>
                  <a:pt x="221136" y="83686"/>
                </a:lnTo>
                <a:lnTo>
                  <a:pt x="220822" y="84022"/>
                </a:lnTo>
                <a:lnTo>
                  <a:pt x="220503" y="84352"/>
                </a:lnTo>
                <a:lnTo>
                  <a:pt x="220180" y="84676"/>
                </a:lnTo>
                <a:lnTo>
                  <a:pt x="219853" y="84994"/>
                </a:lnTo>
                <a:lnTo>
                  <a:pt x="219521" y="85306"/>
                </a:lnTo>
                <a:lnTo>
                  <a:pt x="219185" y="85611"/>
                </a:lnTo>
                <a:lnTo>
                  <a:pt x="218845" y="85911"/>
                </a:lnTo>
                <a:lnTo>
                  <a:pt x="218500" y="86205"/>
                </a:lnTo>
                <a:lnTo>
                  <a:pt x="218150" y="86493"/>
                </a:lnTo>
                <a:lnTo>
                  <a:pt x="217796" y="86774"/>
                </a:lnTo>
                <a:lnTo>
                  <a:pt x="217438" y="87050"/>
                </a:lnTo>
                <a:lnTo>
                  <a:pt x="217075" y="87319"/>
                </a:lnTo>
                <a:lnTo>
                  <a:pt x="216708" y="87583"/>
                </a:lnTo>
                <a:lnTo>
                  <a:pt x="216337" y="87840"/>
                </a:lnTo>
                <a:lnTo>
                  <a:pt x="215961" y="88091"/>
                </a:lnTo>
                <a:lnTo>
                  <a:pt x="215581" y="88337"/>
                </a:lnTo>
                <a:lnTo>
                  <a:pt x="215196" y="88576"/>
                </a:lnTo>
                <a:lnTo>
                  <a:pt x="214807" y="88809"/>
                </a:lnTo>
                <a:lnTo>
                  <a:pt x="214413" y="89036"/>
                </a:lnTo>
                <a:lnTo>
                  <a:pt x="214015" y="89258"/>
                </a:lnTo>
                <a:lnTo>
                  <a:pt x="213613" y="89473"/>
                </a:lnTo>
                <a:lnTo>
                  <a:pt x="213206" y="89680"/>
                </a:lnTo>
                <a:lnTo>
                  <a:pt x="212795" y="89879"/>
                </a:lnTo>
                <a:lnTo>
                  <a:pt x="212379" y="90068"/>
                </a:lnTo>
                <a:lnTo>
                  <a:pt x="211958" y="90248"/>
                </a:lnTo>
                <a:lnTo>
                  <a:pt x="211533" y="90420"/>
                </a:lnTo>
                <a:lnTo>
                  <a:pt x="211104" y="90582"/>
                </a:lnTo>
                <a:lnTo>
                  <a:pt x="210670" y="90735"/>
                </a:lnTo>
                <a:lnTo>
                  <a:pt x="210231" y="90879"/>
                </a:lnTo>
                <a:lnTo>
                  <a:pt x="209788" y="91014"/>
                </a:lnTo>
                <a:lnTo>
                  <a:pt x="209340" y="91140"/>
                </a:lnTo>
                <a:lnTo>
                  <a:pt x="208888" y="91257"/>
                </a:lnTo>
                <a:lnTo>
                  <a:pt x="208431" y="91365"/>
                </a:lnTo>
                <a:lnTo>
                  <a:pt x="207970" y="91463"/>
                </a:lnTo>
                <a:lnTo>
                  <a:pt x="207504" y="91553"/>
                </a:lnTo>
                <a:lnTo>
                  <a:pt x="207034" y="91634"/>
                </a:lnTo>
                <a:lnTo>
                  <a:pt x="206559" y="91705"/>
                </a:lnTo>
                <a:lnTo>
                  <a:pt x="206079" y="91768"/>
                </a:lnTo>
                <a:lnTo>
                  <a:pt x="205595" y="91821"/>
                </a:lnTo>
                <a:lnTo>
                  <a:pt x="205107" y="91865"/>
                </a:lnTo>
                <a:lnTo>
                  <a:pt x="204614" y="91900"/>
                </a:lnTo>
                <a:lnTo>
                  <a:pt x="204116" y="91927"/>
                </a:lnTo>
                <a:lnTo>
                  <a:pt x="203614" y="91944"/>
                </a:lnTo>
                <a:lnTo>
                  <a:pt x="203107" y="91952"/>
                </a:lnTo>
                <a:lnTo>
                  <a:pt x="202596" y="91951"/>
                </a:lnTo>
                <a:lnTo>
                  <a:pt x="202103" y="91941"/>
                </a:lnTo>
                <a:lnTo>
                  <a:pt x="201617" y="91921"/>
                </a:lnTo>
                <a:lnTo>
                  <a:pt x="201138" y="91893"/>
                </a:lnTo>
                <a:lnTo>
                  <a:pt x="200666" y="91856"/>
                </a:lnTo>
                <a:lnTo>
                  <a:pt x="200201" y="91809"/>
                </a:lnTo>
                <a:lnTo>
                  <a:pt x="199744" y="91754"/>
                </a:lnTo>
                <a:lnTo>
                  <a:pt x="199293" y="91689"/>
                </a:lnTo>
                <a:lnTo>
                  <a:pt x="198850" y="91616"/>
                </a:lnTo>
                <a:lnTo>
                  <a:pt x="198413" y="91533"/>
                </a:lnTo>
                <a:lnTo>
                  <a:pt x="197984" y="91441"/>
                </a:lnTo>
                <a:lnTo>
                  <a:pt x="197562" y="91341"/>
                </a:lnTo>
                <a:lnTo>
                  <a:pt x="197147" y="91231"/>
                </a:lnTo>
                <a:lnTo>
                  <a:pt x="196738" y="91112"/>
                </a:lnTo>
                <a:lnTo>
                  <a:pt x="196338" y="90984"/>
                </a:lnTo>
                <a:lnTo>
                  <a:pt x="195944" y="90847"/>
                </a:lnTo>
                <a:lnTo>
                  <a:pt x="195557" y="90701"/>
                </a:lnTo>
                <a:lnTo>
                  <a:pt x="195177" y="90545"/>
                </a:lnTo>
                <a:lnTo>
                  <a:pt x="194805" y="90381"/>
                </a:lnTo>
                <a:lnTo>
                  <a:pt x="194439" y="90208"/>
                </a:lnTo>
                <a:lnTo>
                  <a:pt x="194081" y="90025"/>
                </a:lnTo>
                <a:lnTo>
                  <a:pt x="193729" y="89834"/>
                </a:lnTo>
                <a:lnTo>
                  <a:pt x="193385" y="89633"/>
                </a:lnTo>
                <a:lnTo>
                  <a:pt x="193048" y="89424"/>
                </a:lnTo>
                <a:lnTo>
                  <a:pt x="192718" y="89205"/>
                </a:lnTo>
                <a:lnTo>
                  <a:pt x="192395" y="88979"/>
                </a:lnTo>
                <a:lnTo>
                  <a:pt x="192077" y="88747"/>
                </a:lnTo>
                <a:lnTo>
                  <a:pt x="191766" y="88510"/>
                </a:lnTo>
                <a:lnTo>
                  <a:pt x="191461" y="88266"/>
                </a:lnTo>
                <a:lnTo>
                  <a:pt x="191161" y="88017"/>
                </a:lnTo>
                <a:lnTo>
                  <a:pt x="190868" y="87763"/>
                </a:lnTo>
                <a:lnTo>
                  <a:pt x="190581" y="87503"/>
                </a:lnTo>
                <a:lnTo>
                  <a:pt x="190300" y="87237"/>
                </a:lnTo>
                <a:lnTo>
                  <a:pt x="190025" y="86965"/>
                </a:lnTo>
                <a:lnTo>
                  <a:pt x="189756" y="86688"/>
                </a:lnTo>
                <a:lnTo>
                  <a:pt x="189493" y="86405"/>
                </a:lnTo>
                <a:lnTo>
                  <a:pt x="189236" y="86116"/>
                </a:lnTo>
                <a:lnTo>
                  <a:pt x="188985" y="85821"/>
                </a:lnTo>
                <a:lnTo>
                  <a:pt x="188740" y="85521"/>
                </a:lnTo>
                <a:lnTo>
                  <a:pt x="188501" y="85215"/>
                </a:lnTo>
                <a:lnTo>
                  <a:pt x="188268" y="84904"/>
                </a:lnTo>
                <a:lnTo>
                  <a:pt x="188042" y="84587"/>
                </a:lnTo>
                <a:lnTo>
                  <a:pt x="187821" y="84264"/>
                </a:lnTo>
                <a:lnTo>
                  <a:pt x="187606" y="83935"/>
                </a:lnTo>
                <a:lnTo>
                  <a:pt x="187398" y="83601"/>
                </a:lnTo>
                <a:lnTo>
                  <a:pt x="187195" y="83261"/>
                </a:lnTo>
                <a:lnTo>
                  <a:pt x="186999" y="82915"/>
                </a:lnTo>
                <a:lnTo>
                  <a:pt x="186808" y="82564"/>
                </a:lnTo>
                <a:lnTo>
                  <a:pt x="186624" y="82206"/>
                </a:lnTo>
                <a:lnTo>
                  <a:pt x="186445" y="81845"/>
                </a:lnTo>
                <a:lnTo>
                  <a:pt x="186272" y="81481"/>
                </a:lnTo>
                <a:lnTo>
                  <a:pt x="186104" y="81113"/>
                </a:lnTo>
                <a:lnTo>
                  <a:pt x="185941" y="80743"/>
                </a:lnTo>
                <a:lnTo>
                  <a:pt x="185784" y="80370"/>
                </a:lnTo>
                <a:lnTo>
                  <a:pt x="185632" y="79994"/>
                </a:lnTo>
                <a:lnTo>
                  <a:pt x="185485" y="79615"/>
                </a:lnTo>
                <a:lnTo>
                  <a:pt x="185344" y="79234"/>
                </a:lnTo>
                <a:lnTo>
                  <a:pt x="185208" y="78849"/>
                </a:lnTo>
                <a:lnTo>
                  <a:pt x="185077" y="78461"/>
                </a:lnTo>
                <a:lnTo>
                  <a:pt x="184952" y="78071"/>
                </a:lnTo>
                <a:lnTo>
                  <a:pt x="184832" y="77678"/>
                </a:lnTo>
                <a:lnTo>
                  <a:pt x="184718" y="77281"/>
                </a:lnTo>
                <a:lnTo>
                  <a:pt x="184609" y="76882"/>
                </a:lnTo>
                <a:lnTo>
                  <a:pt x="184505" y="76480"/>
                </a:lnTo>
                <a:lnTo>
                  <a:pt x="184406" y="76075"/>
                </a:lnTo>
                <a:lnTo>
                  <a:pt x="184313" y="75667"/>
                </a:lnTo>
                <a:lnTo>
                  <a:pt x="184225" y="75256"/>
                </a:lnTo>
                <a:lnTo>
                  <a:pt x="184143" y="74842"/>
                </a:lnTo>
                <a:lnTo>
                  <a:pt x="184066" y="74426"/>
                </a:lnTo>
                <a:lnTo>
                  <a:pt x="183994" y="74006"/>
                </a:lnTo>
                <a:lnTo>
                  <a:pt x="183928" y="73584"/>
                </a:lnTo>
                <a:lnTo>
                  <a:pt x="183867" y="73158"/>
                </a:lnTo>
                <a:lnTo>
                  <a:pt x="183811" y="72730"/>
                </a:lnTo>
                <a:lnTo>
                  <a:pt x="183760" y="72301"/>
                </a:lnTo>
                <a:lnTo>
                  <a:pt x="183714" y="71872"/>
                </a:lnTo>
                <a:lnTo>
                  <a:pt x="183672" y="71444"/>
                </a:lnTo>
                <a:lnTo>
                  <a:pt x="183635" y="71017"/>
                </a:lnTo>
                <a:lnTo>
                  <a:pt x="183603" y="70590"/>
                </a:lnTo>
                <a:lnTo>
                  <a:pt x="183574" y="70164"/>
                </a:lnTo>
                <a:lnTo>
                  <a:pt x="183551" y="69739"/>
                </a:lnTo>
                <a:lnTo>
                  <a:pt x="183532" y="69315"/>
                </a:lnTo>
                <a:lnTo>
                  <a:pt x="183517" y="68891"/>
                </a:lnTo>
                <a:lnTo>
                  <a:pt x="183508" y="68468"/>
                </a:lnTo>
                <a:lnTo>
                  <a:pt x="183502" y="68045"/>
                </a:lnTo>
                <a:lnTo>
                  <a:pt x="183501" y="67624"/>
                </a:lnTo>
                <a:lnTo>
                  <a:pt x="183505" y="67203"/>
                </a:lnTo>
                <a:lnTo>
                  <a:pt x="183513" y="66782"/>
                </a:lnTo>
                <a:lnTo>
                  <a:pt x="183526" y="66363"/>
                </a:lnTo>
                <a:lnTo>
                  <a:pt x="183543" y="65944"/>
                </a:lnTo>
                <a:lnTo>
                  <a:pt x="183565" y="65526"/>
                </a:lnTo>
                <a:lnTo>
                  <a:pt x="183591" y="65108"/>
                </a:lnTo>
                <a:lnTo>
                  <a:pt x="183622" y="64691"/>
                </a:lnTo>
                <a:lnTo>
                  <a:pt x="183658" y="64275"/>
                </a:lnTo>
                <a:lnTo>
                  <a:pt x="183697" y="63860"/>
                </a:lnTo>
                <a:lnTo>
                  <a:pt x="183742" y="63445"/>
                </a:lnTo>
                <a:lnTo>
                  <a:pt x="183791" y="63031"/>
                </a:lnTo>
                <a:lnTo>
                  <a:pt x="183844" y="62618"/>
                </a:lnTo>
                <a:lnTo>
                  <a:pt x="184179" y="60407"/>
                </a:lnTo>
                <a:lnTo>
                  <a:pt x="184249" y="59956"/>
                </a:lnTo>
                <a:lnTo>
                  <a:pt x="184323" y="59504"/>
                </a:lnTo>
                <a:lnTo>
                  <a:pt x="184403" y="59053"/>
                </a:lnTo>
                <a:lnTo>
                  <a:pt x="184487" y="58602"/>
                </a:lnTo>
                <a:close/>
                <a:moveTo>
                  <a:pt x="309743" y="48440"/>
                </a:moveTo>
                <a:lnTo>
                  <a:pt x="309832" y="48231"/>
                </a:lnTo>
                <a:lnTo>
                  <a:pt x="309997" y="47858"/>
                </a:lnTo>
                <a:lnTo>
                  <a:pt x="310165" y="47485"/>
                </a:lnTo>
                <a:lnTo>
                  <a:pt x="310336" y="47114"/>
                </a:lnTo>
                <a:lnTo>
                  <a:pt x="310511" y="46744"/>
                </a:lnTo>
                <a:lnTo>
                  <a:pt x="310689" y="46378"/>
                </a:lnTo>
                <a:lnTo>
                  <a:pt x="310871" y="46015"/>
                </a:lnTo>
                <a:lnTo>
                  <a:pt x="311057" y="45654"/>
                </a:lnTo>
                <a:lnTo>
                  <a:pt x="311246" y="45297"/>
                </a:lnTo>
                <a:lnTo>
                  <a:pt x="311439" y="44944"/>
                </a:lnTo>
                <a:lnTo>
                  <a:pt x="311635" y="44593"/>
                </a:lnTo>
                <a:lnTo>
                  <a:pt x="311835" y="44245"/>
                </a:lnTo>
                <a:lnTo>
                  <a:pt x="312039" y="43901"/>
                </a:lnTo>
                <a:lnTo>
                  <a:pt x="312246" y="43559"/>
                </a:lnTo>
                <a:lnTo>
                  <a:pt x="312457" y="43221"/>
                </a:lnTo>
                <a:lnTo>
                  <a:pt x="312671" y="42886"/>
                </a:lnTo>
                <a:lnTo>
                  <a:pt x="312889" y="42554"/>
                </a:lnTo>
                <a:lnTo>
                  <a:pt x="313111" y="42226"/>
                </a:lnTo>
                <a:lnTo>
                  <a:pt x="313336" y="41900"/>
                </a:lnTo>
                <a:lnTo>
                  <a:pt x="313565" y="41578"/>
                </a:lnTo>
                <a:lnTo>
                  <a:pt x="313798" y="41258"/>
                </a:lnTo>
                <a:lnTo>
                  <a:pt x="314034" y="40942"/>
                </a:lnTo>
                <a:lnTo>
                  <a:pt x="314274" y="40629"/>
                </a:lnTo>
                <a:lnTo>
                  <a:pt x="314517" y="40319"/>
                </a:lnTo>
                <a:lnTo>
                  <a:pt x="314764" y="40012"/>
                </a:lnTo>
                <a:lnTo>
                  <a:pt x="315014" y="39709"/>
                </a:lnTo>
                <a:lnTo>
                  <a:pt x="315268" y="39408"/>
                </a:lnTo>
                <a:lnTo>
                  <a:pt x="315526" y="39111"/>
                </a:lnTo>
                <a:lnTo>
                  <a:pt x="315787" y="38818"/>
                </a:lnTo>
                <a:lnTo>
                  <a:pt x="316053" y="38529"/>
                </a:lnTo>
                <a:lnTo>
                  <a:pt x="316322" y="38246"/>
                </a:lnTo>
                <a:lnTo>
                  <a:pt x="316595" y="37969"/>
                </a:lnTo>
                <a:lnTo>
                  <a:pt x="316872" y="37696"/>
                </a:lnTo>
                <a:lnTo>
                  <a:pt x="317152" y="37428"/>
                </a:lnTo>
                <a:lnTo>
                  <a:pt x="317437" y="37166"/>
                </a:lnTo>
                <a:lnTo>
                  <a:pt x="317725" y="36908"/>
                </a:lnTo>
                <a:lnTo>
                  <a:pt x="318017" y="36656"/>
                </a:lnTo>
                <a:lnTo>
                  <a:pt x="318313" y="36409"/>
                </a:lnTo>
                <a:lnTo>
                  <a:pt x="318613" y="36167"/>
                </a:lnTo>
                <a:lnTo>
                  <a:pt x="318916" y="35930"/>
                </a:lnTo>
                <a:lnTo>
                  <a:pt x="319224" y="35698"/>
                </a:lnTo>
                <a:lnTo>
                  <a:pt x="319535" y="35471"/>
                </a:lnTo>
                <a:lnTo>
                  <a:pt x="319850" y="35250"/>
                </a:lnTo>
                <a:lnTo>
                  <a:pt x="320169" y="35033"/>
                </a:lnTo>
                <a:lnTo>
                  <a:pt x="320492" y="34822"/>
                </a:lnTo>
                <a:lnTo>
                  <a:pt x="320819" y="34615"/>
                </a:lnTo>
                <a:lnTo>
                  <a:pt x="321149" y="34414"/>
                </a:lnTo>
                <a:lnTo>
                  <a:pt x="321484" y="34218"/>
                </a:lnTo>
                <a:lnTo>
                  <a:pt x="321822" y="34027"/>
                </a:lnTo>
                <a:lnTo>
                  <a:pt x="322164" y="33842"/>
                </a:lnTo>
                <a:lnTo>
                  <a:pt x="322510" y="33661"/>
                </a:lnTo>
                <a:lnTo>
                  <a:pt x="322859" y="33485"/>
                </a:lnTo>
                <a:lnTo>
                  <a:pt x="323213" y="33316"/>
                </a:lnTo>
                <a:lnTo>
                  <a:pt x="323570" y="33154"/>
                </a:lnTo>
                <a:lnTo>
                  <a:pt x="323932" y="33000"/>
                </a:lnTo>
                <a:lnTo>
                  <a:pt x="324297" y="32853"/>
                </a:lnTo>
                <a:lnTo>
                  <a:pt x="324667" y="32713"/>
                </a:lnTo>
                <a:lnTo>
                  <a:pt x="325040" y="32581"/>
                </a:lnTo>
                <a:lnTo>
                  <a:pt x="325417" y="32457"/>
                </a:lnTo>
                <a:lnTo>
                  <a:pt x="325799" y="32339"/>
                </a:lnTo>
                <a:lnTo>
                  <a:pt x="326184" y="32230"/>
                </a:lnTo>
                <a:lnTo>
                  <a:pt x="326573" y="32127"/>
                </a:lnTo>
                <a:lnTo>
                  <a:pt x="326966" y="32032"/>
                </a:lnTo>
                <a:lnTo>
                  <a:pt x="327363" y="31945"/>
                </a:lnTo>
                <a:lnTo>
                  <a:pt x="327764" y="31865"/>
                </a:lnTo>
                <a:lnTo>
                  <a:pt x="328169" y="31792"/>
                </a:lnTo>
                <a:lnTo>
                  <a:pt x="328578" y="31727"/>
                </a:lnTo>
                <a:lnTo>
                  <a:pt x="328991" y="31670"/>
                </a:lnTo>
                <a:lnTo>
                  <a:pt x="329408" y="31619"/>
                </a:lnTo>
                <a:lnTo>
                  <a:pt x="329828" y="31577"/>
                </a:lnTo>
                <a:lnTo>
                  <a:pt x="330253" y="31541"/>
                </a:lnTo>
                <a:lnTo>
                  <a:pt x="330682" y="31513"/>
                </a:lnTo>
                <a:lnTo>
                  <a:pt x="331114" y="31493"/>
                </a:lnTo>
                <a:lnTo>
                  <a:pt x="331551" y="31480"/>
                </a:lnTo>
                <a:lnTo>
                  <a:pt x="331992" y="31474"/>
                </a:lnTo>
                <a:lnTo>
                  <a:pt x="332436" y="31476"/>
                </a:lnTo>
                <a:lnTo>
                  <a:pt x="332542" y="31476"/>
                </a:lnTo>
                <a:lnTo>
                  <a:pt x="332648" y="31477"/>
                </a:lnTo>
                <a:lnTo>
                  <a:pt x="332754" y="31478"/>
                </a:lnTo>
                <a:lnTo>
                  <a:pt x="332860" y="31480"/>
                </a:lnTo>
                <a:lnTo>
                  <a:pt x="332966" y="31482"/>
                </a:lnTo>
                <a:lnTo>
                  <a:pt x="333072" y="31485"/>
                </a:lnTo>
                <a:lnTo>
                  <a:pt x="333178" y="31488"/>
                </a:lnTo>
                <a:lnTo>
                  <a:pt x="333284" y="31491"/>
                </a:lnTo>
                <a:lnTo>
                  <a:pt x="333390" y="31495"/>
                </a:lnTo>
                <a:lnTo>
                  <a:pt x="333496" y="31499"/>
                </a:lnTo>
                <a:lnTo>
                  <a:pt x="333603" y="31504"/>
                </a:lnTo>
                <a:lnTo>
                  <a:pt x="333709" y="31510"/>
                </a:lnTo>
                <a:lnTo>
                  <a:pt x="333815" y="31515"/>
                </a:lnTo>
                <a:lnTo>
                  <a:pt x="333921" y="31522"/>
                </a:lnTo>
                <a:lnTo>
                  <a:pt x="334027" y="31529"/>
                </a:lnTo>
                <a:lnTo>
                  <a:pt x="334133" y="31536"/>
                </a:lnTo>
                <a:lnTo>
                  <a:pt x="334239" y="31543"/>
                </a:lnTo>
                <a:lnTo>
                  <a:pt x="334345" y="31552"/>
                </a:lnTo>
                <a:lnTo>
                  <a:pt x="334451" y="31560"/>
                </a:lnTo>
                <a:lnTo>
                  <a:pt x="334557" y="31569"/>
                </a:lnTo>
                <a:lnTo>
                  <a:pt x="334663" y="31579"/>
                </a:lnTo>
                <a:lnTo>
                  <a:pt x="334769" y="31589"/>
                </a:lnTo>
                <a:lnTo>
                  <a:pt x="334875" y="31599"/>
                </a:lnTo>
                <a:lnTo>
                  <a:pt x="334981" y="31610"/>
                </a:lnTo>
                <a:lnTo>
                  <a:pt x="335087" y="31621"/>
                </a:lnTo>
                <a:lnTo>
                  <a:pt x="335193" y="31633"/>
                </a:lnTo>
                <a:lnTo>
                  <a:pt x="335298" y="31645"/>
                </a:lnTo>
                <a:lnTo>
                  <a:pt x="335403" y="31657"/>
                </a:lnTo>
                <a:lnTo>
                  <a:pt x="335508" y="31669"/>
                </a:lnTo>
                <a:lnTo>
                  <a:pt x="335613" y="31681"/>
                </a:lnTo>
                <a:lnTo>
                  <a:pt x="335718" y="31694"/>
                </a:lnTo>
                <a:lnTo>
                  <a:pt x="335822" y="31707"/>
                </a:lnTo>
                <a:lnTo>
                  <a:pt x="335926" y="31720"/>
                </a:lnTo>
                <a:lnTo>
                  <a:pt x="336030" y="31733"/>
                </a:lnTo>
                <a:lnTo>
                  <a:pt x="336133" y="31747"/>
                </a:lnTo>
                <a:lnTo>
                  <a:pt x="336237" y="31761"/>
                </a:lnTo>
                <a:lnTo>
                  <a:pt x="336340" y="31775"/>
                </a:lnTo>
                <a:lnTo>
                  <a:pt x="336443" y="31789"/>
                </a:lnTo>
                <a:lnTo>
                  <a:pt x="336545" y="31804"/>
                </a:lnTo>
                <a:lnTo>
                  <a:pt x="336648" y="31818"/>
                </a:lnTo>
                <a:lnTo>
                  <a:pt x="336750" y="31833"/>
                </a:lnTo>
                <a:lnTo>
                  <a:pt x="336852" y="31849"/>
                </a:lnTo>
                <a:lnTo>
                  <a:pt x="336954" y="31864"/>
                </a:lnTo>
                <a:lnTo>
                  <a:pt x="337055" y="31880"/>
                </a:lnTo>
                <a:lnTo>
                  <a:pt x="337156" y="31896"/>
                </a:lnTo>
                <a:lnTo>
                  <a:pt x="337258" y="31912"/>
                </a:lnTo>
                <a:lnTo>
                  <a:pt x="337358" y="31928"/>
                </a:lnTo>
                <a:lnTo>
                  <a:pt x="337459" y="31945"/>
                </a:lnTo>
                <a:lnTo>
                  <a:pt x="338463" y="24578"/>
                </a:lnTo>
                <a:lnTo>
                  <a:pt x="338352" y="24545"/>
                </a:lnTo>
                <a:lnTo>
                  <a:pt x="338240" y="24512"/>
                </a:lnTo>
                <a:lnTo>
                  <a:pt x="338129" y="24480"/>
                </a:lnTo>
                <a:lnTo>
                  <a:pt x="338017" y="24449"/>
                </a:lnTo>
                <a:lnTo>
                  <a:pt x="337905" y="24418"/>
                </a:lnTo>
                <a:lnTo>
                  <a:pt x="337794" y="24388"/>
                </a:lnTo>
                <a:lnTo>
                  <a:pt x="337682" y="24358"/>
                </a:lnTo>
                <a:lnTo>
                  <a:pt x="337571" y="24329"/>
                </a:lnTo>
                <a:lnTo>
                  <a:pt x="337459" y="24300"/>
                </a:lnTo>
                <a:lnTo>
                  <a:pt x="337347" y="24272"/>
                </a:lnTo>
                <a:lnTo>
                  <a:pt x="337236" y="24245"/>
                </a:lnTo>
                <a:lnTo>
                  <a:pt x="337124" y="24218"/>
                </a:lnTo>
                <a:lnTo>
                  <a:pt x="337012" y="24192"/>
                </a:lnTo>
                <a:lnTo>
                  <a:pt x="336901" y="24166"/>
                </a:lnTo>
                <a:lnTo>
                  <a:pt x="336789" y="24141"/>
                </a:lnTo>
                <a:lnTo>
                  <a:pt x="336678" y="24117"/>
                </a:lnTo>
                <a:lnTo>
                  <a:pt x="336566" y="24093"/>
                </a:lnTo>
                <a:lnTo>
                  <a:pt x="336454" y="24070"/>
                </a:lnTo>
                <a:lnTo>
                  <a:pt x="336343" y="24047"/>
                </a:lnTo>
                <a:lnTo>
                  <a:pt x="336231" y="24025"/>
                </a:lnTo>
                <a:lnTo>
                  <a:pt x="336119" y="24003"/>
                </a:lnTo>
                <a:lnTo>
                  <a:pt x="336008" y="23982"/>
                </a:lnTo>
                <a:lnTo>
                  <a:pt x="335896" y="23962"/>
                </a:lnTo>
                <a:lnTo>
                  <a:pt x="335785" y="23942"/>
                </a:lnTo>
                <a:lnTo>
                  <a:pt x="335673" y="23923"/>
                </a:lnTo>
                <a:lnTo>
                  <a:pt x="335561" y="23905"/>
                </a:lnTo>
                <a:lnTo>
                  <a:pt x="335449" y="23887"/>
                </a:lnTo>
                <a:lnTo>
                  <a:pt x="335336" y="23870"/>
                </a:lnTo>
                <a:lnTo>
                  <a:pt x="335224" y="23854"/>
                </a:lnTo>
                <a:lnTo>
                  <a:pt x="335111" y="23839"/>
                </a:lnTo>
                <a:lnTo>
                  <a:pt x="334998" y="23825"/>
                </a:lnTo>
                <a:lnTo>
                  <a:pt x="334884" y="23812"/>
                </a:lnTo>
                <a:lnTo>
                  <a:pt x="334771" y="23799"/>
                </a:lnTo>
                <a:lnTo>
                  <a:pt x="334657" y="23787"/>
                </a:lnTo>
                <a:lnTo>
                  <a:pt x="334543" y="23776"/>
                </a:lnTo>
                <a:lnTo>
                  <a:pt x="334428" y="23766"/>
                </a:lnTo>
                <a:lnTo>
                  <a:pt x="334314" y="23757"/>
                </a:lnTo>
                <a:lnTo>
                  <a:pt x="334199" y="23748"/>
                </a:lnTo>
                <a:lnTo>
                  <a:pt x="334084" y="23741"/>
                </a:lnTo>
                <a:lnTo>
                  <a:pt x="333969" y="23734"/>
                </a:lnTo>
                <a:lnTo>
                  <a:pt x="333854" y="23728"/>
                </a:lnTo>
                <a:lnTo>
                  <a:pt x="333738" y="23722"/>
                </a:lnTo>
                <a:lnTo>
                  <a:pt x="333622" y="23718"/>
                </a:lnTo>
                <a:lnTo>
                  <a:pt x="333506" y="23714"/>
                </a:lnTo>
                <a:lnTo>
                  <a:pt x="333389" y="23711"/>
                </a:lnTo>
                <a:lnTo>
                  <a:pt x="333273" y="23709"/>
                </a:lnTo>
                <a:lnTo>
                  <a:pt x="333156" y="23708"/>
                </a:lnTo>
                <a:lnTo>
                  <a:pt x="333039" y="23708"/>
                </a:lnTo>
                <a:lnTo>
                  <a:pt x="332462" y="23702"/>
                </a:lnTo>
                <a:lnTo>
                  <a:pt x="331891" y="23707"/>
                </a:lnTo>
                <a:lnTo>
                  <a:pt x="331327" y="23723"/>
                </a:lnTo>
                <a:lnTo>
                  <a:pt x="330770" y="23750"/>
                </a:lnTo>
                <a:lnTo>
                  <a:pt x="330220" y="23788"/>
                </a:lnTo>
                <a:lnTo>
                  <a:pt x="329676" y="23837"/>
                </a:lnTo>
                <a:lnTo>
                  <a:pt x="329138" y="23897"/>
                </a:lnTo>
                <a:lnTo>
                  <a:pt x="328608" y="23968"/>
                </a:lnTo>
                <a:lnTo>
                  <a:pt x="328084" y="24050"/>
                </a:lnTo>
                <a:lnTo>
                  <a:pt x="327566" y="24142"/>
                </a:lnTo>
                <a:lnTo>
                  <a:pt x="327055" y="24246"/>
                </a:lnTo>
                <a:lnTo>
                  <a:pt x="326551" y="24361"/>
                </a:lnTo>
                <a:lnTo>
                  <a:pt x="326053" y="24486"/>
                </a:lnTo>
                <a:lnTo>
                  <a:pt x="325563" y="24622"/>
                </a:lnTo>
                <a:lnTo>
                  <a:pt x="325078" y="24770"/>
                </a:lnTo>
                <a:lnTo>
                  <a:pt x="324601" y="24928"/>
                </a:lnTo>
                <a:lnTo>
                  <a:pt x="324129" y="25097"/>
                </a:lnTo>
                <a:lnTo>
                  <a:pt x="323665" y="25277"/>
                </a:lnTo>
                <a:lnTo>
                  <a:pt x="323207" y="25468"/>
                </a:lnTo>
                <a:lnTo>
                  <a:pt x="322756" y="25670"/>
                </a:lnTo>
                <a:lnTo>
                  <a:pt x="322312" y="25883"/>
                </a:lnTo>
                <a:lnTo>
                  <a:pt x="321874" y="26107"/>
                </a:lnTo>
                <a:lnTo>
                  <a:pt x="321442" y="26342"/>
                </a:lnTo>
                <a:lnTo>
                  <a:pt x="321018" y="26587"/>
                </a:lnTo>
                <a:lnTo>
                  <a:pt x="320599" y="26842"/>
                </a:lnTo>
                <a:lnTo>
                  <a:pt x="320186" y="27103"/>
                </a:lnTo>
                <a:lnTo>
                  <a:pt x="319779" y="27372"/>
                </a:lnTo>
                <a:lnTo>
                  <a:pt x="319377" y="27647"/>
                </a:lnTo>
                <a:lnTo>
                  <a:pt x="318981" y="27929"/>
                </a:lnTo>
                <a:lnTo>
                  <a:pt x="318590" y="28218"/>
                </a:lnTo>
                <a:lnTo>
                  <a:pt x="318205" y="28513"/>
                </a:lnTo>
                <a:lnTo>
                  <a:pt x="317825" y="28816"/>
                </a:lnTo>
                <a:lnTo>
                  <a:pt x="317451" y="29125"/>
                </a:lnTo>
                <a:lnTo>
                  <a:pt x="317083" y="29442"/>
                </a:lnTo>
                <a:lnTo>
                  <a:pt x="316720" y="29765"/>
                </a:lnTo>
                <a:lnTo>
                  <a:pt x="316363" y="30095"/>
                </a:lnTo>
                <a:lnTo>
                  <a:pt x="316012" y="30432"/>
                </a:lnTo>
                <a:lnTo>
                  <a:pt x="315666" y="30776"/>
                </a:lnTo>
                <a:lnTo>
                  <a:pt x="315325" y="31126"/>
                </a:lnTo>
                <a:lnTo>
                  <a:pt x="314990" y="31484"/>
                </a:lnTo>
                <a:lnTo>
                  <a:pt x="314661" y="31848"/>
                </a:lnTo>
                <a:lnTo>
                  <a:pt x="314337" y="32219"/>
                </a:lnTo>
                <a:lnTo>
                  <a:pt x="314019" y="32597"/>
                </a:lnTo>
                <a:lnTo>
                  <a:pt x="313707" y="32982"/>
                </a:lnTo>
                <a:lnTo>
                  <a:pt x="313400" y="33374"/>
                </a:lnTo>
                <a:lnTo>
                  <a:pt x="313098" y="33772"/>
                </a:lnTo>
                <a:lnTo>
                  <a:pt x="312803" y="34178"/>
                </a:lnTo>
                <a:lnTo>
                  <a:pt x="312512" y="34590"/>
                </a:lnTo>
                <a:lnTo>
                  <a:pt x="312227" y="35008"/>
                </a:lnTo>
                <a:lnTo>
                  <a:pt x="311980" y="35379"/>
                </a:lnTo>
                <a:lnTo>
                  <a:pt x="313617" y="25047"/>
                </a:lnTo>
                <a:lnTo>
                  <a:pt x="305916" y="25047"/>
                </a:lnTo>
                <a:lnTo>
                  <a:pt x="293392" y="97509"/>
                </a:lnTo>
                <a:lnTo>
                  <a:pt x="301228" y="97509"/>
                </a:lnTo>
                <a:lnTo>
                  <a:pt x="309743" y="48440"/>
                </a:lnTo>
                <a:close/>
                <a:moveTo>
                  <a:pt x="491718" y="25047"/>
                </a:moveTo>
                <a:lnTo>
                  <a:pt x="478735" y="25047"/>
                </a:lnTo>
                <a:lnTo>
                  <a:pt x="477596" y="31610"/>
                </a:lnTo>
                <a:lnTo>
                  <a:pt x="490604" y="31610"/>
                </a:lnTo>
                <a:lnTo>
                  <a:pt x="482418" y="79881"/>
                </a:lnTo>
                <a:lnTo>
                  <a:pt x="482365" y="80288"/>
                </a:lnTo>
                <a:lnTo>
                  <a:pt x="482317" y="80693"/>
                </a:lnTo>
                <a:lnTo>
                  <a:pt x="482275" y="81095"/>
                </a:lnTo>
                <a:lnTo>
                  <a:pt x="482238" y="81496"/>
                </a:lnTo>
                <a:lnTo>
                  <a:pt x="482206" y="81894"/>
                </a:lnTo>
                <a:lnTo>
                  <a:pt x="482180" y="82290"/>
                </a:lnTo>
                <a:lnTo>
                  <a:pt x="482159" y="82684"/>
                </a:lnTo>
                <a:lnTo>
                  <a:pt x="482143" y="83076"/>
                </a:lnTo>
                <a:lnTo>
                  <a:pt x="482133" y="83466"/>
                </a:lnTo>
                <a:lnTo>
                  <a:pt x="482128" y="83854"/>
                </a:lnTo>
                <a:lnTo>
                  <a:pt x="482128" y="84240"/>
                </a:lnTo>
                <a:lnTo>
                  <a:pt x="482134" y="84624"/>
                </a:lnTo>
                <a:lnTo>
                  <a:pt x="482145" y="85005"/>
                </a:lnTo>
                <a:lnTo>
                  <a:pt x="482161" y="85385"/>
                </a:lnTo>
                <a:lnTo>
                  <a:pt x="482183" y="85762"/>
                </a:lnTo>
                <a:lnTo>
                  <a:pt x="482210" y="86137"/>
                </a:lnTo>
                <a:lnTo>
                  <a:pt x="482242" y="86511"/>
                </a:lnTo>
                <a:lnTo>
                  <a:pt x="482280" y="86882"/>
                </a:lnTo>
                <a:lnTo>
                  <a:pt x="482323" y="87251"/>
                </a:lnTo>
                <a:lnTo>
                  <a:pt x="482372" y="87618"/>
                </a:lnTo>
                <a:lnTo>
                  <a:pt x="482426" y="87983"/>
                </a:lnTo>
                <a:lnTo>
                  <a:pt x="482485" y="88345"/>
                </a:lnTo>
                <a:lnTo>
                  <a:pt x="482549" y="88706"/>
                </a:lnTo>
                <a:lnTo>
                  <a:pt x="482619" y="89065"/>
                </a:lnTo>
                <a:lnTo>
                  <a:pt x="482695" y="89419"/>
                </a:lnTo>
                <a:lnTo>
                  <a:pt x="482779" y="89768"/>
                </a:lnTo>
                <a:lnTo>
                  <a:pt x="482869" y="90112"/>
                </a:lnTo>
                <a:lnTo>
                  <a:pt x="482966" y="90450"/>
                </a:lnTo>
                <a:lnTo>
                  <a:pt x="483071" y="90783"/>
                </a:lnTo>
                <a:lnTo>
                  <a:pt x="483182" y="91110"/>
                </a:lnTo>
                <a:lnTo>
                  <a:pt x="483301" y="91432"/>
                </a:lnTo>
                <a:lnTo>
                  <a:pt x="483427" y="91749"/>
                </a:lnTo>
                <a:lnTo>
                  <a:pt x="483559" y="92059"/>
                </a:lnTo>
                <a:lnTo>
                  <a:pt x="483699" y="92365"/>
                </a:lnTo>
                <a:lnTo>
                  <a:pt x="483846" y="92665"/>
                </a:lnTo>
                <a:lnTo>
                  <a:pt x="484000" y="92959"/>
                </a:lnTo>
                <a:lnTo>
                  <a:pt x="484162" y="93248"/>
                </a:lnTo>
                <a:lnTo>
                  <a:pt x="484330" y="93532"/>
                </a:lnTo>
                <a:lnTo>
                  <a:pt x="484505" y="93810"/>
                </a:lnTo>
                <a:lnTo>
                  <a:pt x="484688" y="94083"/>
                </a:lnTo>
                <a:lnTo>
                  <a:pt x="484877" y="94350"/>
                </a:lnTo>
                <a:lnTo>
                  <a:pt x="485074" y="94612"/>
                </a:lnTo>
                <a:lnTo>
                  <a:pt x="485278" y="94868"/>
                </a:lnTo>
                <a:lnTo>
                  <a:pt x="485489" y="95119"/>
                </a:lnTo>
                <a:lnTo>
                  <a:pt x="485707" y="95364"/>
                </a:lnTo>
                <a:lnTo>
                  <a:pt x="485932" y="95604"/>
                </a:lnTo>
                <a:lnTo>
                  <a:pt x="486164" y="95838"/>
                </a:lnTo>
                <a:lnTo>
                  <a:pt x="486403" y="96067"/>
                </a:lnTo>
                <a:lnTo>
                  <a:pt x="486651" y="96289"/>
                </a:lnTo>
                <a:lnTo>
                  <a:pt x="486907" y="96501"/>
                </a:lnTo>
                <a:lnTo>
                  <a:pt x="487174" y="96704"/>
                </a:lnTo>
                <a:lnTo>
                  <a:pt x="487449" y="96899"/>
                </a:lnTo>
                <a:lnTo>
                  <a:pt x="487735" y="97083"/>
                </a:lnTo>
                <a:lnTo>
                  <a:pt x="488029" y="97259"/>
                </a:lnTo>
                <a:lnTo>
                  <a:pt x="488333" y="97425"/>
                </a:lnTo>
                <a:lnTo>
                  <a:pt x="488647" y="97583"/>
                </a:lnTo>
                <a:lnTo>
                  <a:pt x="488969" y="97731"/>
                </a:lnTo>
                <a:lnTo>
                  <a:pt x="489302" y="97870"/>
                </a:lnTo>
                <a:lnTo>
                  <a:pt x="489643" y="97999"/>
                </a:lnTo>
                <a:lnTo>
                  <a:pt x="489994" y="98120"/>
                </a:lnTo>
                <a:lnTo>
                  <a:pt x="490355" y="98231"/>
                </a:lnTo>
                <a:lnTo>
                  <a:pt x="490725" y="98333"/>
                </a:lnTo>
                <a:lnTo>
                  <a:pt x="491104" y="98426"/>
                </a:lnTo>
                <a:lnTo>
                  <a:pt x="491493" y="98510"/>
                </a:lnTo>
                <a:lnTo>
                  <a:pt x="491891" y="98584"/>
                </a:lnTo>
                <a:lnTo>
                  <a:pt x="492299" y="98650"/>
                </a:lnTo>
                <a:lnTo>
                  <a:pt x="492716" y="98706"/>
                </a:lnTo>
                <a:lnTo>
                  <a:pt x="493142" y="98753"/>
                </a:lnTo>
                <a:lnTo>
                  <a:pt x="493578" y="98791"/>
                </a:lnTo>
                <a:lnTo>
                  <a:pt x="494023" y="98819"/>
                </a:lnTo>
                <a:lnTo>
                  <a:pt x="494478" y="98838"/>
                </a:lnTo>
                <a:lnTo>
                  <a:pt x="494942" y="98849"/>
                </a:lnTo>
                <a:lnTo>
                  <a:pt x="495109" y="98848"/>
                </a:lnTo>
                <a:lnTo>
                  <a:pt x="495277" y="98847"/>
                </a:lnTo>
                <a:lnTo>
                  <a:pt x="495445" y="98845"/>
                </a:lnTo>
                <a:lnTo>
                  <a:pt x="495612" y="98842"/>
                </a:lnTo>
                <a:lnTo>
                  <a:pt x="495780" y="98838"/>
                </a:lnTo>
                <a:lnTo>
                  <a:pt x="495948" y="98834"/>
                </a:lnTo>
                <a:lnTo>
                  <a:pt x="496117" y="98829"/>
                </a:lnTo>
                <a:lnTo>
                  <a:pt x="496285" y="98823"/>
                </a:lnTo>
                <a:lnTo>
                  <a:pt x="496453" y="98816"/>
                </a:lnTo>
                <a:lnTo>
                  <a:pt x="496622" y="98808"/>
                </a:lnTo>
                <a:lnTo>
                  <a:pt x="496791" y="98799"/>
                </a:lnTo>
                <a:lnTo>
                  <a:pt x="496959" y="98790"/>
                </a:lnTo>
                <a:lnTo>
                  <a:pt x="497128" y="98780"/>
                </a:lnTo>
                <a:lnTo>
                  <a:pt x="497297" y="98769"/>
                </a:lnTo>
                <a:lnTo>
                  <a:pt x="497466" y="98757"/>
                </a:lnTo>
                <a:lnTo>
                  <a:pt x="497636" y="98744"/>
                </a:lnTo>
                <a:lnTo>
                  <a:pt x="497805" y="98731"/>
                </a:lnTo>
                <a:lnTo>
                  <a:pt x="497974" y="98717"/>
                </a:lnTo>
                <a:lnTo>
                  <a:pt x="498144" y="98702"/>
                </a:lnTo>
                <a:lnTo>
                  <a:pt x="498314" y="98686"/>
                </a:lnTo>
                <a:lnTo>
                  <a:pt x="498483" y="98669"/>
                </a:lnTo>
                <a:lnTo>
                  <a:pt x="498653" y="98652"/>
                </a:lnTo>
                <a:lnTo>
                  <a:pt x="498823" y="98633"/>
                </a:lnTo>
                <a:lnTo>
                  <a:pt x="498994" y="98614"/>
                </a:lnTo>
                <a:lnTo>
                  <a:pt x="499164" y="98594"/>
                </a:lnTo>
                <a:lnTo>
                  <a:pt x="499333" y="98573"/>
                </a:lnTo>
                <a:lnTo>
                  <a:pt x="499503" y="98551"/>
                </a:lnTo>
                <a:lnTo>
                  <a:pt x="499672" y="98528"/>
                </a:lnTo>
                <a:lnTo>
                  <a:pt x="499840" y="98503"/>
                </a:lnTo>
                <a:lnTo>
                  <a:pt x="500009" y="98478"/>
                </a:lnTo>
                <a:lnTo>
                  <a:pt x="500177" y="98452"/>
                </a:lnTo>
                <a:lnTo>
                  <a:pt x="500344" y="98424"/>
                </a:lnTo>
                <a:lnTo>
                  <a:pt x="500511" y="98396"/>
                </a:lnTo>
                <a:lnTo>
                  <a:pt x="500678" y="98367"/>
                </a:lnTo>
                <a:lnTo>
                  <a:pt x="500845" y="98336"/>
                </a:lnTo>
                <a:lnTo>
                  <a:pt x="501011" y="98304"/>
                </a:lnTo>
                <a:lnTo>
                  <a:pt x="501177" y="98272"/>
                </a:lnTo>
                <a:lnTo>
                  <a:pt x="501342" y="98238"/>
                </a:lnTo>
                <a:lnTo>
                  <a:pt x="501508" y="98204"/>
                </a:lnTo>
                <a:lnTo>
                  <a:pt x="501672" y="98168"/>
                </a:lnTo>
                <a:lnTo>
                  <a:pt x="501837" y="98131"/>
                </a:lnTo>
                <a:lnTo>
                  <a:pt x="502001" y="98093"/>
                </a:lnTo>
                <a:lnTo>
                  <a:pt x="502165" y="98054"/>
                </a:lnTo>
                <a:lnTo>
                  <a:pt x="502328" y="98014"/>
                </a:lnTo>
                <a:lnTo>
                  <a:pt x="502491" y="97973"/>
                </a:lnTo>
                <a:lnTo>
                  <a:pt x="502654" y="97931"/>
                </a:lnTo>
                <a:lnTo>
                  <a:pt x="502816" y="97888"/>
                </a:lnTo>
                <a:lnTo>
                  <a:pt x="502978" y="97844"/>
                </a:lnTo>
                <a:lnTo>
                  <a:pt x="503380" y="91080"/>
                </a:lnTo>
                <a:lnTo>
                  <a:pt x="503241" y="91097"/>
                </a:lnTo>
                <a:lnTo>
                  <a:pt x="503102" y="91114"/>
                </a:lnTo>
                <a:lnTo>
                  <a:pt x="502963" y="91130"/>
                </a:lnTo>
                <a:lnTo>
                  <a:pt x="502824" y="91147"/>
                </a:lnTo>
                <a:lnTo>
                  <a:pt x="502685" y="91164"/>
                </a:lnTo>
                <a:lnTo>
                  <a:pt x="502547" y="91180"/>
                </a:lnTo>
                <a:lnTo>
                  <a:pt x="502409" y="91197"/>
                </a:lnTo>
                <a:lnTo>
                  <a:pt x="502271" y="91214"/>
                </a:lnTo>
                <a:lnTo>
                  <a:pt x="502134" y="91231"/>
                </a:lnTo>
                <a:lnTo>
                  <a:pt x="501997" y="91247"/>
                </a:lnTo>
                <a:lnTo>
                  <a:pt x="501859" y="91264"/>
                </a:lnTo>
                <a:lnTo>
                  <a:pt x="501723" y="91281"/>
                </a:lnTo>
                <a:lnTo>
                  <a:pt x="501586" y="91298"/>
                </a:lnTo>
                <a:lnTo>
                  <a:pt x="501450" y="91314"/>
                </a:lnTo>
                <a:lnTo>
                  <a:pt x="501313" y="91331"/>
                </a:lnTo>
                <a:lnTo>
                  <a:pt x="501178" y="91348"/>
                </a:lnTo>
                <a:lnTo>
                  <a:pt x="501042" y="91365"/>
                </a:lnTo>
                <a:lnTo>
                  <a:pt x="500906" y="91381"/>
                </a:lnTo>
                <a:lnTo>
                  <a:pt x="500771" y="91398"/>
                </a:lnTo>
                <a:lnTo>
                  <a:pt x="500636" y="91415"/>
                </a:lnTo>
                <a:lnTo>
                  <a:pt x="500501" y="91432"/>
                </a:lnTo>
                <a:lnTo>
                  <a:pt x="500367" y="91448"/>
                </a:lnTo>
                <a:lnTo>
                  <a:pt x="500233" y="91465"/>
                </a:lnTo>
                <a:lnTo>
                  <a:pt x="500099" y="91482"/>
                </a:lnTo>
                <a:lnTo>
                  <a:pt x="499964" y="91498"/>
                </a:lnTo>
                <a:lnTo>
                  <a:pt x="499830" y="91514"/>
                </a:lnTo>
                <a:lnTo>
                  <a:pt x="499696" y="91529"/>
                </a:lnTo>
                <a:lnTo>
                  <a:pt x="499561" y="91543"/>
                </a:lnTo>
                <a:lnTo>
                  <a:pt x="499426" y="91557"/>
                </a:lnTo>
                <a:lnTo>
                  <a:pt x="499291" y="91570"/>
                </a:lnTo>
                <a:lnTo>
                  <a:pt x="499155" y="91582"/>
                </a:lnTo>
                <a:lnTo>
                  <a:pt x="499020" y="91593"/>
                </a:lnTo>
                <a:lnTo>
                  <a:pt x="498884" y="91604"/>
                </a:lnTo>
                <a:lnTo>
                  <a:pt x="498748" y="91614"/>
                </a:lnTo>
                <a:lnTo>
                  <a:pt x="498611" y="91624"/>
                </a:lnTo>
                <a:lnTo>
                  <a:pt x="498475" y="91633"/>
                </a:lnTo>
                <a:lnTo>
                  <a:pt x="498338" y="91641"/>
                </a:lnTo>
                <a:lnTo>
                  <a:pt x="498201" y="91648"/>
                </a:lnTo>
                <a:lnTo>
                  <a:pt x="498063" y="91655"/>
                </a:lnTo>
                <a:lnTo>
                  <a:pt x="497926" y="91660"/>
                </a:lnTo>
                <a:lnTo>
                  <a:pt x="497788" y="91666"/>
                </a:lnTo>
                <a:lnTo>
                  <a:pt x="497650" y="91670"/>
                </a:lnTo>
                <a:lnTo>
                  <a:pt x="497512" y="91674"/>
                </a:lnTo>
                <a:lnTo>
                  <a:pt x="497373" y="91677"/>
                </a:lnTo>
                <a:lnTo>
                  <a:pt x="497235" y="91680"/>
                </a:lnTo>
                <a:lnTo>
                  <a:pt x="497096" y="91681"/>
                </a:lnTo>
                <a:lnTo>
                  <a:pt x="496956" y="91682"/>
                </a:lnTo>
                <a:lnTo>
                  <a:pt x="496817" y="91683"/>
                </a:lnTo>
                <a:lnTo>
                  <a:pt x="496530" y="91674"/>
                </a:lnTo>
                <a:lnTo>
                  <a:pt x="496250" y="91660"/>
                </a:lnTo>
                <a:lnTo>
                  <a:pt x="495977" y="91640"/>
                </a:lnTo>
                <a:lnTo>
                  <a:pt x="495710" y="91615"/>
                </a:lnTo>
                <a:lnTo>
                  <a:pt x="495450" y="91584"/>
                </a:lnTo>
                <a:lnTo>
                  <a:pt x="495197" y="91547"/>
                </a:lnTo>
                <a:lnTo>
                  <a:pt x="494951" y="91504"/>
                </a:lnTo>
                <a:lnTo>
                  <a:pt x="494711" y="91456"/>
                </a:lnTo>
                <a:lnTo>
                  <a:pt x="494478" y="91402"/>
                </a:lnTo>
                <a:lnTo>
                  <a:pt x="494252" y="91342"/>
                </a:lnTo>
                <a:lnTo>
                  <a:pt x="494033" y="91277"/>
                </a:lnTo>
                <a:lnTo>
                  <a:pt x="493820" y="91206"/>
                </a:lnTo>
                <a:lnTo>
                  <a:pt x="493614" y="91129"/>
                </a:lnTo>
                <a:lnTo>
                  <a:pt x="493415" y="91046"/>
                </a:lnTo>
                <a:lnTo>
                  <a:pt x="493223" y="90958"/>
                </a:lnTo>
                <a:lnTo>
                  <a:pt x="493037" y="90864"/>
                </a:lnTo>
                <a:lnTo>
                  <a:pt x="492858" y="90765"/>
                </a:lnTo>
                <a:lnTo>
                  <a:pt x="492686" y="90659"/>
                </a:lnTo>
                <a:lnTo>
                  <a:pt x="492520" y="90548"/>
                </a:lnTo>
                <a:lnTo>
                  <a:pt x="492362" y="90432"/>
                </a:lnTo>
                <a:lnTo>
                  <a:pt x="492210" y="90309"/>
                </a:lnTo>
                <a:lnTo>
                  <a:pt x="492064" y="90181"/>
                </a:lnTo>
                <a:lnTo>
                  <a:pt x="491926" y="90048"/>
                </a:lnTo>
                <a:lnTo>
                  <a:pt x="491794" y="89908"/>
                </a:lnTo>
                <a:lnTo>
                  <a:pt x="491668" y="89764"/>
                </a:lnTo>
                <a:lnTo>
                  <a:pt x="491547" y="89617"/>
                </a:lnTo>
                <a:lnTo>
                  <a:pt x="491430" y="89466"/>
                </a:lnTo>
                <a:lnTo>
                  <a:pt x="491317" y="89312"/>
                </a:lnTo>
                <a:lnTo>
                  <a:pt x="491209" y="89155"/>
                </a:lnTo>
                <a:lnTo>
                  <a:pt x="491106" y="88995"/>
                </a:lnTo>
                <a:lnTo>
                  <a:pt x="491007" y="88831"/>
                </a:lnTo>
                <a:lnTo>
                  <a:pt x="490912" y="88664"/>
                </a:lnTo>
                <a:lnTo>
                  <a:pt x="490823" y="88494"/>
                </a:lnTo>
                <a:lnTo>
                  <a:pt x="490737" y="88320"/>
                </a:lnTo>
                <a:lnTo>
                  <a:pt x="490657" y="88144"/>
                </a:lnTo>
                <a:lnTo>
                  <a:pt x="490580" y="87964"/>
                </a:lnTo>
                <a:lnTo>
                  <a:pt x="490509" y="87781"/>
                </a:lnTo>
                <a:lnTo>
                  <a:pt x="490442" y="87594"/>
                </a:lnTo>
                <a:lnTo>
                  <a:pt x="490379" y="87404"/>
                </a:lnTo>
                <a:lnTo>
                  <a:pt x="490321" y="87212"/>
                </a:lnTo>
                <a:lnTo>
                  <a:pt x="490267" y="87015"/>
                </a:lnTo>
                <a:lnTo>
                  <a:pt x="490218" y="86816"/>
                </a:lnTo>
                <a:lnTo>
                  <a:pt x="490174" y="86613"/>
                </a:lnTo>
                <a:lnTo>
                  <a:pt x="490134" y="86407"/>
                </a:lnTo>
                <a:lnTo>
                  <a:pt x="490098" y="86198"/>
                </a:lnTo>
                <a:lnTo>
                  <a:pt x="490068" y="85985"/>
                </a:lnTo>
                <a:lnTo>
                  <a:pt x="490041" y="85770"/>
                </a:lnTo>
                <a:lnTo>
                  <a:pt x="490019" y="85551"/>
                </a:lnTo>
                <a:lnTo>
                  <a:pt x="490001" y="85330"/>
                </a:lnTo>
                <a:lnTo>
                  <a:pt x="489985" y="85107"/>
                </a:lnTo>
                <a:lnTo>
                  <a:pt x="489971" y="84884"/>
                </a:lnTo>
                <a:lnTo>
                  <a:pt x="489959" y="84660"/>
                </a:lnTo>
                <a:lnTo>
                  <a:pt x="489949" y="84435"/>
                </a:lnTo>
                <a:lnTo>
                  <a:pt x="489942" y="84208"/>
                </a:lnTo>
                <a:lnTo>
                  <a:pt x="489937" y="83981"/>
                </a:lnTo>
                <a:lnTo>
                  <a:pt x="489934" y="83752"/>
                </a:lnTo>
                <a:lnTo>
                  <a:pt x="489933" y="83523"/>
                </a:lnTo>
                <a:lnTo>
                  <a:pt x="489935" y="83292"/>
                </a:lnTo>
                <a:lnTo>
                  <a:pt x="489938" y="83061"/>
                </a:lnTo>
                <a:lnTo>
                  <a:pt x="489944" y="82828"/>
                </a:lnTo>
                <a:lnTo>
                  <a:pt x="489952" y="82594"/>
                </a:lnTo>
                <a:lnTo>
                  <a:pt x="489963" y="82360"/>
                </a:lnTo>
                <a:lnTo>
                  <a:pt x="489975" y="82124"/>
                </a:lnTo>
                <a:lnTo>
                  <a:pt x="489990" y="81887"/>
                </a:lnTo>
                <a:lnTo>
                  <a:pt x="490007" y="81649"/>
                </a:lnTo>
                <a:lnTo>
                  <a:pt x="490026" y="81410"/>
                </a:lnTo>
                <a:lnTo>
                  <a:pt x="490047" y="81170"/>
                </a:lnTo>
                <a:lnTo>
                  <a:pt x="490071" y="80929"/>
                </a:lnTo>
                <a:lnTo>
                  <a:pt x="490096" y="80687"/>
                </a:lnTo>
                <a:lnTo>
                  <a:pt x="490124" y="80444"/>
                </a:lnTo>
                <a:lnTo>
                  <a:pt x="490155" y="80200"/>
                </a:lnTo>
                <a:lnTo>
                  <a:pt x="490187" y="79955"/>
                </a:lnTo>
                <a:lnTo>
                  <a:pt x="498465" y="31610"/>
                </a:lnTo>
                <a:lnTo>
                  <a:pt x="513024" y="31610"/>
                </a:lnTo>
                <a:lnTo>
                  <a:pt x="514095" y="25047"/>
                </a:lnTo>
                <a:lnTo>
                  <a:pt x="499589" y="25047"/>
                </a:lnTo>
                <a:lnTo>
                  <a:pt x="502777" y="6429"/>
                </a:lnTo>
                <a:lnTo>
                  <a:pt x="494875" y="6429"/>
                </a:lnTo>
                <a:lnTo>
                  <a:pt x="491718" y="25047"/>
                </a:lnTo>
                <a:close/>
                <a:moveTo>
                  <a:pt x="431285" y="91856"/>
                </a:moveTo>
                <a:lnTo>
                  <a:pt x="430813" y="91809"/>
                </a:lnTo>
                <a:lnTo>
                  <a:pt x="430349" y="91754"/>
                </a:lnTo>
                <a:lnTo>
                  <a:pt x="429893" y="91689"/>
                </a:lnTo>
                <a:lnTo>
                  <a:pt x="429446" y="91616"/>
                </a:lnTo>
                <a:lnTo>
                  <a:pt x="429006" y="91533"/>
                </a:lnTo>
                <a:lnTo>
                  <a:pt x="428574" y="91441"/>
                </a:lnTo>
                <a:lnTo>
                  <a:pt x="428151" y="91341"/>
                </a:lnTo>
                <a:lnTo>
                  <a:pt x="427735" y="91231"/>
                </a:lnTo>
                <a:lnTo>
                  <a:pt x="427328" y="91112"/>
                </a:lnTo>
                <a:lnTo>
                  <a:pt x="426928" y="90984"/>
                </a:lnTo>
                <a:lnTo>
                  <a:pt x="426536" y="90847"/>
                </a:lnTo>
                <a:lnTo>
                  <a:pt x="426153" y="90701"/>
                </a:lnTo>
                <a:lnTo>
                  <a:pt x="425777" y="90545"/>
                </a:lnTo>
                <a:lnTo>
                  <a:pt x="425410" y="90381"/>
                </a:lnTo>
                <a:lnTo>
                  <a:pt x="425051" y="90208"/>
                </a:lnTo>
                <a:lnTo>
                  <a:pt x="424699" y="90025"/>
                </a:lnTo>
                <a:lnTo>
                  <a:pt x="424356" y="89834"/>
                </a:lnTo>
                <a:lnTo>
                  <a:pt x="424020" y="89633"/>
                </a:lnTo>
                <a:lnTo>
                  <a:pt x="423693" y="89424"/>
                </a:lnTo>
                <a:lnTo>
                  <a:pt x="423374" y="89205"/>
                </a:lnTo>
                <a:lnTo>
                  <a:pt x="423062" y="88979"/>
                </a:lnTo>
                <a:lnTo>
                  <a:pt x="422757" y="88747"/>
                </a:lnTo>
                <a:lnTo>
                  <a:pt x="422458" y="88510"/>
                </a:lnTo>
                <a:lnTo>
                  <a:pt x="422166" y="88266"/>
                </a:lnTo>
                <a:lnTo>
                  <a:pt x="421881" y="88017"/>
                </a:lnTo>
                <a:lnTo>
                  <a:pt x="421603" y="87763"/>
                </a:lnTo>
                <a:lnTo>
                  <a:pt x="421332" y="87503"/>
                </a:lnTo>
                <a:lnTo>
                  <a:pt x="421067" y="87237"/>
                </a:lnTo>
                <a:lnTo>
                  <a:pt x="420809" y="86965"/>
                </a:lnTo>
                <a:lnTo>
                  <a:pt x="420558" y="86688"/>
                </a:lnTo>
                <a:lnTo>
                  <a:pt x="420313" y="86405"/>
                </a:lnTo>
                <a:lnTo>
                  <a:pt x="420075" y="86116"/>
                </a:lnTo>
                <a:lnTo>
                  <a:pt x="419844" y="85821"/>
                </a:lnTo>
                <a:lnTo>
                  <a:pt x="419620" y="85521"/>
                </a:lnTo>
                <a:lnTo>
                  <a:pt x="419403" y="85215"/>
                </a:lnTo>
                <a:lnTo>
                  <a:pt x="419192" y="84904"/>
                </a:lnTo>
                <a:lnTo>
                  <a:pt x="418988" y="84587"/>
                </a:lnTo>
                <a:lnTo>
                  <a:pt x="418790" y="84264"/>
                </a:lnTo>
                <a:lnTo>
                  <a:pt x="418600" y="83935"/>
                </a:lnTo>
                <a:lnTo>
                  <a:pt x="418416" y="83601"/>
                </a:lnTo>
                <a:lnTo>
                  <a:pt x="418239" y="83261"/>
                </a:lnTo>
                <a:lnTo>
                  <a:pt x="418069" y="82915"/>
                </a:lnTo>
                <a:lnTo>
                  <a:pt x="417905" y="82564"/>
                </a:lnTo>
                <a:lnTo>
                  <a:pt x="417748" y="82206"/>
                </a:lnTo>
                <a:lnTo>
                  <a:pt x="417597" y="81845"/>
                </a:lnTo>
                <a:lnTo>
                  <a:pt x="417451" y="81481"/>
                </a:lnTo>
                <a:lnTo>
                  <a:pt x="417311" y="81114"/>
                </a:lnTo>
                <a:lnTo>
                  <a:pt x="417175" y="80745"/>
                </a:lnTo>
                <a:lnTo>
                  <a:pt x="417045" y="80373"/>
                </a:lnTo>
                <a:lnTo>
                  <a:pt x="416919" y="79998"/>
                </a:lnTo>
                <a:lnTo>
                  <a:pt x="416799" y="79621"/>
                </a:lnTo>
                <a:lnTo>
                  <a:pt x="416684" y="79241"/>
                </a:lnTo>
                <a:lnTo>
                  <a:pt x="416574" y="78858"/>
                </a:lnTo>
                <a:lnTo>
                  <a:pt x="416469" y="78473"/>
                </a:lnTo>
                <a:lnTo>
                  <a:pt x="416369" y="78085"/>
                </a:lnTo>
                <a:lnTo>
                  <a:pt x="416275" y="77694"/>
                </a:lnTo>
                <a:lnTo>
                  <a:pt x="416185" y="77301"/>
                </a:lnTo>
                <a:lnTo>
                  <a:pt x="416101" y="76905"/>
                </a:lnTo>
                <a:lnTo>
                  <a:pt x="416022" y="76506"/>
                </a:lnTo>
                <a:lnTo>
                  <a:pt x="415947" y="76105"/>
                </a:lnTo>
                <a:lnTo>
                  <a:pt x="415878" y="75701"/>
                </a:lnTo>
                <a:lnTo>
                  <a:pt x="415814" y="75294"/>
                </a:lnTo>
                <a:lnTo>
                  <a:pt x="415756" y="74884"/>
                </a:lnTo>
                <a:lnTo>
                  <a:pt x="415702" y="74472"/>
                </a:lnTo>
                <a:lnTo>
                  <a:pt x="415653" y="74057"/>
                </a:lnTo>
                <a:lnTo>
                  <a:pt x="415610" y="73640"/>
                </a:lnTo>
                <a:lnTo>
                  <a:pt x="415571" y="73220"/>
                </a:lnTo>
                <a:lnTo>
                  <a:pt x="415538" y="72797"/>
                </a:lnTo>
                <a:lnTo>
                  <a:pt x="415509" y="72373"/>
                </a:lnTo>
                <a:lnTo>
                  <a:pt x="415484" y="71950"/>
                </a:lnTo>
                <a:lnTo>
                  <a:pt x="415462" y="71527"/>
                </a:lnTo>
                <a:lnTo>
                  <a:pt x="415444" y="71104"/>
                </a:lnTo>
                <a:lnTo>
                  <a:pt x="415430" y="70682"/>
                </a:lnTo>
                <a:lnTo>
                  <a:pt x="415419" y="70261"/>
                </a:lnTo>
                <a:lnTo>
                  <a:pt x="415412" y="69839"/>
                </a:lnTo>
                <a:lnTo>
                  <a:pt x="415408" y="69419"/>
                </a:lnTo>
                <a:lnTo>
                  <a:pt x="415408" y="68999"/>
                </a:lnTo>
                <a:lnTo>
                  <a:pt x="415411" y="68579"/>
                </a:lnTo>
                <a:lnTo>
                  <a:pt x="415419" y="68160"/>
                </a:lnTo>
                <a:lnTo>
                  <a:pt x="415429" y="67741"/>
                </a:lnTo>
                <a:lnTo>
                  <a:pt x="415444" y="67322"/>
                </a:lnTo>
                <a:lnTo>
                  <a:pt x="415462" y="66905"/>
                </a:lnTo>
                <a:lnTo>
                  <a:pt x="415483" y="66487"/>
                </a:lnTo>
                <a:lnTo>
                  <a:pt x="415508" y="66070"/>
                </a:lnTo>
                <a:lnTo>
                  <a:pt x="415537" y="65654"/>
                </a:lnTo>
                <a:lnTo>
                  <a:pt x="415570" y="65238"/>
                </a:lnTo>
                <a:lnTo>
                  <a:pt x="415606" y="64822"/>
                </a:lnTo>
                <a:lnTo>
                  <a:pt x="415645" y="64407"/>
                </a:lnTo>
                <a:lnTo>
                  <a:pt x="415688" y="63993"/>
                </a:lnTo>
                <a:lnTo>
                  <a:pt x="415735" y="63578"/>
                </a:lnTo>
                <a:lnTo>
                  <a:pt x="415785" y="63165"/>
                </a:lnTo>
                <a:lnTo>
                  <a:pt x="415839" y="62751"/>
                </a:lnTo>
                <a:lnTo>
                  <a:pt x="416241" y="59939"/>
                </a:lnTo>
                <a:lnTo>
                  <a:pt x="416310" y="59487"/>
                </a:lnTo>
                <a:lnTo>
                  <a:pt x="416383" y="59036"/>
                </a:lnTo>
                <a:lnTo>
                  <a:pt x="416461" y="58586"/>
                </a:lnTo>
                <a:lnTo>
                  <a:pt x="416542" y="58136"/>
                </a:lnTo>
                <a:lnTo>
                  <a:pt x="416627" y="57687"/>
                </a:lnTo>
                <a:lnTo>
                  <a:pt x="416716" y="57239"/>
                </a:lnTo>
                <a:lnTo>
                  <a:pt x="416810" y="56791"/>
                </a:lnTo>
                <a:lnTo>
                  <a:pt x="416907" y="56345"/>
                </a:lnTo>
                <a:lnTo>
                  <a:pt x="417009" y="55898"/>
                </a:lnTo>
                <a:lnTo>
                  <a:pt x="417114" y="55453"/>
                </a:lnTo>
                <a:lnTo>
                  <a:pt x="417224" y="55008"/>
                </a:lnTo>
                <a:lnTo>
                  <a:pt x="417338" y="54564"/>
                </a:lnTo>
                <a:lnTo>
                  <a:pt x="417456" y="54121"/>
                </a:lnTo>
                <a:lnTo>
                  <a:pt x="417578" y="53678"/>
                </a:lnTo>
                <a:lnTo>
                  <a:pt x="417704" y="53236"/>
                </a:lnTo>
                <a:lnTo>
                  <a:pt x="417834" y="52795"/>
                </a:lnTo>
                <a:lnTo>
                  <a:pt x="417968" y="52355"/>
                </a:lnTo>
                <a:lnTo>
                  <a:pt x="418106" y="51915"/>
                </a:lnTo>
                <a:lnTo>
                  <a:pt x="418248" y="51476"/>
                </a:lnTo>
                <a:lnTo>
                  <a:pt x="418395" y="51037"/>
                </a:lnTo>
                <a:lnTo>
                  <a:pt x="418545" y="50599"/>
                </a:lnTo>
                <a:lnTo>
                  <a:pt x="418699" y="50162"/>
                </a:lnTo>
                <a:lnTo>
                  <a:pt x="418858" y="49726"/>
                </a:lnTo>
                <a:lnTo>
                  <a:pt x="419021" y="49290"/>
                </a:lnTo>
                <a:lnTo>
                  <a:pt x="419187" y="48857"/>
                </a:lnTo>
                <a:lnTo>
                  <a:pt x="419359" y="48426"/>
                </a:lnTo>
                <a:lnTo>
                  <a:pt x="419535" y="47999"/>
                </a:lnTo>
                <a:lnTo>
                  <a:pt x="419715" y="47575"/>
                </a:lnTo>
                <a:lnTo>
                  <a:pt x="419900" y="47155"/>
                </a:lnTo>
                <a:lnTo>
                  <a:pt x="420090" y="46737"/>
                </a:lnTo>
                <a:lnTo>
                  <a:pt x="420284" y="46323"/>
                </a:lnTo>
                <a:lnTo>
                  <a:pt x="420483" y="45912"/>
                </a:lnTo>
                <a:lnTo>
                  <a:pt x="420686" y="45504"/>
                </a:lnTo>
                <a:lnTo>
                  <a:pt x="420894" y="45100"/>
                </a:lnTo>
                <a:lnTo>
                  <a:pt x="421106" y="44699"/>
                </a:lnTo>
                <a:lnTo>
                  <a:pt x="421323" y="44301"/>
                </a:lnTo>
                <a:lnTo>
                  <a:pt x="421544" y="43906"/>
                </a:lnTo>
                <a:lnTo>
                  <a:pt x="421770" y="43515"/>
                </a:lnTo>
                <a:lnTo>
                  <a:pt x="422000" y="43127"/>
                </a:lnTo>
                <a:lnTo>
                  <a:pt x="422235" y="42742"/>
                </a:lnTo>
                <a:lnTo>
                  <a:pt x="422475" y="42361"/>
                </a:lnTo>
                <a:lnTo>
                  <a:pt x="422719" y="41982"/>
                </a:lnTo>
                <a:lnTo>
                  <a:pt x="422967" y="41607"/>
                </a:lnTo>
                <a:lnTo>
                  <a:pt x="423220" y="41235"/>
                </a:lnTo>
                <a:lnTo>
                  <a:pt x="423478" y="40867"/>
                </a:lnTo>
                <a:lnTo>
                  <a:pt x="423740" y="40501"/>
                </a:lnTo>
                <a:lnTo>
                  <a:pt x="424007" y="40139"/>
                </a:lnTo>
                <a:lnTo>
                  <a:pt x="424278" y="39781"/>
                </a:lnTo>
                <a:lnTo>
                  <a:pt x="424554" y="39426"/>
                </a:lnTo>
                <a:lnTo>
                  <a:pt x="424834" y="39079"/>
                </a:lnTo>
                <a:lnTo>
                  <a:pt x="425120" y="38737"/>
                </a:lnTo>
                <a:lnTo>
                  <a:pt x="425411" y="38401"/>
                </a:lnTo>
                <a:lnTo>
                  <a:pt x="425706" y="38072"/>
                </a:lnTo>
                <a:lnTo>
                  <a:pt x="426006" y="37748"/>
                </a:lnTo>
                <a:lnTo>
                  <a:pt x="426312" y="37431"/>
                </a:lnTo>
                <a:lnTo>
                  <a:pt x="426622" y="37120"/>
                </a:lnTo>
                <a:lnTo>
                  <a:pt x="426937" y="36816"/>
                </a:lnTo>
                <a:lnTo>
                  <a:pt x="427257" y="36517"/>
                </a:lnTo>
                <a:lnTo>
                  <a:pt x="427581" y="36224"/>
                </a:lnTo>
                <a:lnTo>
                  <a:pt x="427911" y="35938"/>
                </a:lnTo>
                <a:lnTo>
                  <a:pt x="428245" y="35658"/>
                </a:lnTo>
                <a:lnTo>
                  <a:pt x="428585" y="35384"/>
                </a:lnTo>
                <a:lnTo>
                  <a:pt x="428929" y="35116"/>
                </a:lnTo>
                <a:lnTo>
                  <a:pt x="429278" y="34854"/>
                </a:lnTo>
                <a:lnTo>
                  <a:pt x="429632" y="34599"/>
                </a:lnTo>
                <a:lnTo>
                  <a:pt x="429991" y="34350"/>
                </a:lnTo>
                <a:lnTo>
                  <a:pt x="430355" y="34106"/>
                </a:lnTo>
                <a:lnTo>
                  <a:pt x="430724" y="33869"/>
                </a:lnTo>
                <a:lnTo>
                  <a:pt x="431097" y="33639"/>
                </a:lnTo>
                <a:lnTo>
                  <a:pt x="431476" y="33414"/>
                </a:lnTo>
                <a:lnTo>
                  <a:pt x="431859" y="33195"/>
                </a:lnTo>
                <a:lnTo>
                  <a:pt x="432247" y="32983"/>
                </a:lnTo>
                <a:lnTo>
                  <a:pt x="432641" y="32778"/>
                </a:lnTo>
                <a:lnTo>
                  <a:pt x="433039" y="32582"/>
                </a:lnTo>
                <a:lnTo>
                  <a:pt x="433442" y="32395"/>
                </a:lnTo>
                <a:lnTo>
                  <a:pt x="433851" y="32218"/>
                </a:lnTo>
                <a:lnTo>
                  <a:pt x="434265" y="32049"/>
                </a:lnTo>
                <a:lnTo>
                  <a:pt x="434683" y="31888"/>
                </a:lnTo>
                <a:lnTo>
                  <a:pt x="435107" y="31737"/>
                </a:lnTo>
                <a:lnTo>
                  <a:pt x="435536" y="31595"/>
                </a:lnTo>
                <a:lnTo>
                  <a:pt x="435970" y="31462"/>
                </a:lnTo>
                <a:lnTo>
                  <a:pt x="436410" y="31338"/>
                </a:lnTo>
                <a:lnTo>
                  <a:pt x="436854" y="31223"/>
                </a:lnTo>
                <a:lnTo>
                  <a:pt x="437304" y="31116"/>
                </a:lnTo>
                <a:lnTo>
                  <a:pt x="437758" y="31019"/>
                </a:lnTo>
                <a:lnTo>
                  <a:pt x="438218" y="30930"/>
                </a:lnTo>
                <a:lnTo>
                  <a:pt x="438683" y="30851"/>
                </a:lnTo>
                <a:lnTo>
                  <a:pt x="439153" y="30780"/>
                </a:lnTo>
                <a:lnTo>
                  <a:pt x="439628" y="30719"/>
                </a:lnTo>
                <a:lnTo>
                  <a:pt x="440108" y="30666"/>
                </a:lnTo>
                <a:lnTo>
                  <a:pt x="440593" y="30623"/>
                </a:lnTo>
                <a:lnTo>
                  <a:pt x="441084" y="30588"/>
                </a:lnTo>
                <a:lnTo>
                  <a:pt x="441579" y="30562"/>
                </a:lnTo>
                <a:lnTo>
                  <a:pt x="442080" y="30545"/>
                </a:lnTo>
                <a:lnTo>
                  <a:pt x="442586" y="30537"/>
                </a:lnTo>
                <a:lnTo>
                  <a:pt x="443097" y="30539"/>
                </a:lnTo>
                <a:lnTo>
                  <a:pt x="443551" y="30554"/>
                </a:lnTo>
                <a:lnTo>
                  <a:pt x="444000" y="30577"/>
                </a:lnTo>
                <a:lnTo>
                  <a:pt x="444443" y="30609"/>
                </a:lnTo>
                <a:lnTo>
                  <a:pt x="444881" y="30649"/>
                </a:lnTo>
                <a:lnTo>
                  <a:pt x="445312" y="30698"/>
                </a:lnTo>
                <a:lnTo>
                  <a:pt x="445738" y="30754"/>
                </a:lnTo>
                <a:lnTo>
                  <a:pt x="446158" y="30819"/>
                </a:lnTo>
                <a:lnTo>
                  <a:pt x="446572" y="30892"/>
                </a:lnTo>
                <a:lnTo>
                  <a:pt x="446980" y="30973"/>
                </a:lnTo>
                <a:lnTo>
                  <a:pt x="447382" y="31063"/>
                </a:lnTo>
                <a:lnTo>
                  <a:pt x="447779" y="31161"/>
                </a:lnTo>
                <a:lnTo>
                  <a:pt x="448170" y="31267"/>
                </a:lnTo>
                <a:lnTo>
                  <a:pt x="448555" y="31381"/>
                </a:lnTo>
                <a:lnTo>
                  <a:pt x="448934" y="31504"/>
                </a:lnTo>
                <a:lnTo>
                  <a:pt x="449307" y="31635"/>
                </a:lnTo>
                <a:lnTo>
                  <a:pt x="449675" y="31774"/>
                </a:lnTo>
                <a:lnTo>
                  <a:pt x="450036" y="31921"/>
                </a:lnTo>
                <a:lnTo>
                  <a:pt x="450392" y="32077"/>
                </a:lnTo>
                <a:lnTo>
                  <a:pt x="450742" y="32241"/>
                </a:lnTo>
                <a:lnTo>
                  <a:pt x="451086" y="32413"/>
                </a:lnTo>
                <a:lnTo>
                  <a:pt x="451425" y="32593"/>
                </a:lnTo>
                <a:lnTo>
                  <a:pt x="451758" y="32782"/>
                </a:lnTo>
                <a:lnTo>
                  <a:pt x="452084" y="32979"/>
                </a:lnTo>
                <a:lnTo>
                  <a:pt x="452405" y="33184"/>
                </a:lnTo>
                <a:lnTo>
                  <a:pt x="452720" y="33396"/>
                </a:lnTo>
                <a:lnTo>
                  <a:pt x="453028" y="33615"/>
                </a:lnTo>
                <a:lnTo>
                  <a:pt x="453329" y="33839"/>
                </a:lnTo>
                <a:lnTo>
                  <a:pt x="453623" y="34069"/>
                </a:lnTo>
                <a:lnTo>
                  <a:pt x="453910" y="34306"/>
                </a:lnTo>
                <a:lnTo>
                  <a:pt x="454191" y="34548"/>
                </a:lnTo>
                <a:lnTo>
                  <a:pt x="454464" y="34797"/>
                </a:lnTo>
                <a:lnTo>
                  <a:pt x="454731" y="35052"/>
                </a:lnTo>
                <a:lnTo>
                  <a:pt x="454991" y="35312"/>
                </a:lnTo>
                <a:lnTo>
                  <a:pt x="455244" y="35579"/>
                </a:lnTo>
                <a:lnTo>
                  <a:pt x="455490" y="35852"/>
                </a:lnTo>
                <a:lnTo>
                  <a:pt x="455729" y="36131"/>
                </a:lnTo>
                <a:lnTo>
                  <a:pt x="455961" y="36416"/>
                </a:lnTo>
                <a:lnTo>
                  <a:pt x="456187" y="36706"/>
                </a:lnTo>
                <a:lnTo>
                  <a:pt x="456405" y="37003"/>
                </a:lnTo>
                <a:lnTo>
                  <a:pt x="456617" y="37306"/>
                </a:lnTo>
                <a:lnTo>
                  <a:pt x="456822" y="37615"/>
                </a:lnTo>
                <a:lnTo>
                  <a:pt x="457020" y="37930"/>
                </a:lnTo>
                <a:lnTo>
                  <a:pt x="457211" y="38252"/>
                </a:lnTo>
                <a:lnTo>
                  <a:pt x="457396" y="38579"/>
                </a:lnTo>
                <a:lnTo>
                  <a:pt x="457573" y="38912"/>
                </a:lnTo>
                <a:lnTo>
                  <a:pt x="457744" y="39251"/>
                </a:lnTo>
                <a:lnTo>
                  <a:pt x="457908" y="39597"/>
                </a:lnTo>
                <a:lnTo>
                  <a:pt x="458064" y="39948"/>
                </a:lnTo>
                <a:lnTo>
                  <a:pt x="458214" y="40304"/>
                </a:lnTo>
                <a:lnTo>
                  <a:pt x="458357" y="40663"/>
                </a:lnTo>
                <a:lnTo>
                  <a:pt x="458493" y="41026"/>
                </a:lnTo>
                <a:lnTo>
                  <a:pt x="458622" y="41392"/>
                </a:lnTo>
                <a:lnTo>
                  <a:pt x="458743" y="41762"/>
                </a:lnTo>
                <a:lnTo>
                  <a:pt x="458858" y="42135"/>
                </a:lnTo>
                <a:lnTo>
                  <a:pt x="458965" y="42511"/>
                </a:lnTo>
                <a:lnTo>
                  <a:pt x="459065" y="42891"/>
                </a:lnTo>
                <a:lnTo>
                  <a:pt x="459158" y="43274"/>
                </a:lnTo>
                <a:lnTo>
                  <a:pt x="459245" y="43660"/>
                </a:lnTo>
                <a:lnTo>
                  <a:pt x="459324" y="44050"/>
                </a:lnTo>
                <a:lnTo>
                  <a:pt x="459396" y="44443"/>
                </a:lnTo>
                <a:lnTo>
                  <a:pt x="459460" y="44840"/>
                </a:lnTo>
                <a:lnTo>
                  <a:pt x="459518" y="45240"/>
                </a:lnTo>
                <a:lnTo>
                  <a:pt x="459569" y="45643"/>
                </a:lnTo>
                <a:lnTo>
                  <a:pt x="459612" y="46050"/>
                </a:lnTo>
                <a:lnTo>
                  <a:pt x="459649" y="46460"/>
                </a:lnTo>
                <a:lnTo>
                  <a:pt x="459678" y="46873"/>
                </a:lnTo>
                <a:lnTo>
                  <a:pt x="459700" y="47290"/>
                </a:lnTo>
                <a:lnTo>
                  <a:pt x="459715" y="47710"/>
                </a:lnTo>
                <a:lnTo>
                  <a:pt x="459724" y="48134"/>
                </a:lnTo>
                <a:lnTo>
                  <a:pt x="459725" y="48560"/>
                </a:lnTo>
                <a:lnTo>
                  <a:pt x="459718" y="48991"/>
                </a:lnTo>
                <a:lnTo>
                  <a:pt x="459705" y="49424"/>
                </a:lnTo>
                <a:lnTo>
                  <a:pt x="467206" y="49491"/>
                </a:lnTo>
                <a:lnTo>
                  <a:pt x="467223" y="48880"/>
                </a:lnTo>
                <a:lnTo>
                  <a:pt x="467229" y="48274"/>
                </a:lnTo>
                <a:lnTo>
                  <a:pt x="467224" y="47674"/>
                </a:lnTo>
                <a:lnTo>
                  <a:pt x="467209" y="47079"/>
                </a:lnTo>
                <a:lnTo>
                  <a:pt x="467182" y="46490"/>
                </a:lnTo>
                <a:lnTo>
                  <a:pt x="467145" y="45906"/>
                </a:lnTo>
                <a:lnTo>
                  <a:pt x="467097" y="45328"/>
                </a:lnTo>
                <a:lnTo>
                  <a:pt x="467039" y="44755"/>
                </a:lnTo>
                <a:lnTo>
                  <a:pt x="466969" y="44188"/>
                </a:lnTo>
                <a:lnTo>
                  <a:pt x="466889" y="43626"/>
                </a:lnTo>
                <a:lnTo>
                  <a:pt x="466797" y="43069"/>
                </a:lnTo>
                <a:lnTo>
                  <a:pt x="466695" y="42518"/>
                </a:lnTo>
                <a:lnTo>
                  <a:pt x="466582" y="41972"/>
                </a:lnTo>
                <a:lnTo>
                  <a:pt x="466459" y="41432"/>
                </a:lnTo>
                <a:lnTo>
                  <a:pt x="466324" y="40898"/>
                </a:lnTo>
                <a:lnTo>
                  <a:pt x="466179" y="40368"/>
                </a:lnTo>
                <a:lnTo>
                  <a:pt x="466023" y="39845"/>
                </a:lnTo>
                <a:lnTo>
                  <a:pt x="465856" y="39326"/>
                </a:lnTo>
                <a:lnTo>
                  <a:pt x="465678" y="38814"/>
                </a:lnTo>
                <a:lnTo>
                  <a:pt x="465490" y="38306"/>
                </a:lnTo>
                <a:lnTo>
                  <a:pt x="465290" y="37804"/>
                </a:lnTo>
                <a:lnTo>
                  <a:pt x="465080" y="37308"/>
                </a:lnTo>
                <a:lnTo>
                  <a:pt x="464859" y="36817"/>
                </a:lnTo>
                <a:lnTo>
                  <a:pt x="464628" y="36332"/>
                </a:lnTo>
                <a:lnTo>
                  <a:pt x="464386" y="35853"/>
                </a:lnTo>
                <a:lnTo>
                  <a:pt x="464135" y="35383"/>
                </a:lnTo>
                <a:lnTo>
                  <a:pt x="463875" y="34921"/>
                </a:lnTo>
                <a:lnTo>
                  <a:pt x="463606" y="34468"/>
                </a:lnTo>
                <a:lnTo>
                  <a:pt x="463328" y="34022"/>
                </a:lnTo>
                <a:lnTo>
                  <a:pt x="463041" y="33586"/>
                </a:lnTo>
                <a:lnTo>
                  <a:pt x="462745" y="33157"/>
                </a:lnTo>
                <a:lnTo>
                  <a:pt x="462440" y="32737"/>
                </a:lnTo>
                <a:lnTo>
                  <a:pt x="462126" y="32326"/>
                </a:lnTo>
                <a:lnTo>
                  <a:pt x="461802" y="31923"/>
                </a:lnTo>
                <a:lnTo>
                  <a:pt x="461470" y="31528"/>
                </a:lnTo>
                <a:lnTo>
                  <a:pt x="461128" y="31141"/>
                </a:lnTo>
                <a:lnTo>
                  <a:pt x="460778" y="30763"/>
                </a:lnTo>
                <a:lnTo>
                  <a:pt x="460418" y="30393"/>
                </a:lnTo>
                <a:lnTo>
                  <a:pt x="460050" y="30032"/>
                </a:lnTo>
                <a:lnTo>
                  <a:pt x="459672" y="29679"/>
                </a:lnTo>
                <a:lnTo>
                  <a:pt x="459285" y="29335"/>
                </a:lnTo>
                <a:lnTo>
                  <a:pt x="458889" y="28998"/>
                </a:lnTo>
                <a:lnTo>
                  <a:pt x="458484" y="28670"/>
                </a:lnTo>
                <a:lnTo>
                  <a:pt x="458070" y="28351"/>
                </a:lnTo>
                <a:lnTo>
                  <a:pt x="457647" y="28040"/>
                </a:lnTo>
                <a:lnTo>
                  <a:pt x="457215" y="27737"/>
                </a:lnTo>
                <a:lnTo>
                  <a:pt x="456774" y="27443"/>
                </a:lnTo>
                <a:lnTo>
                  <a:pt x="456323" y="27157"/>
                </a:lnTo>
                <a:lnTo>
                  <a:pt x="455865" y="26881"/>
                </a:lnTo>
                <a:lnTo>
                  <a:pt x="455399" y="26616"/>
                </a:lnTo>
                <a:lnTo>
                  <a:pt x="454927" y="26363"/>
                </a:lnTo>
                <a:lnTo>
                  <a:pt x="454447" y="26121"/>
                </a:lnTo>
                <a:lnTo>
                  <a:pt x="453960" y="25891"/>
                </a:lnTo>
                <a:lnTo>
                  <a:pt x="453467" y="25673"/>
                </a:lnTo>
                <a:lnTo>
                  <a:pt x="452966" y="25466"/>
                </a:lnTo>
                <a:lnTo>
                  <a:pt x="452458" y="25270"/>
                </a:lnTo>
                <a:lnTo>
                  <a:pt x="451942" y="25086"/>
                </a:lnTo>
                <a:lnTo>
                  <a:pt x="451420" y="24914"/>
                </a:lnTo>
                <a:lnTo>
                  <a:pt x="450891" y="24753"/>
                </a:lnTo>
                <a:lnTo>
                  <a:pt x="450354" y="24603"/>
                </a:lnTo>
                <a:lnTo>
                  <a:pt x="449811" y="24465"/>
                </a:lnTo>
                <a:lnTo>
                  <a:pt x="449260" y="24339"/>
                </a:lnTo>
                <a:lnTo>
                  <a:pt x="448703" y="24224"/>
                </a:lnTo>
                <a:lnTo>
                  <a:pt x="448138" y="24121"/>
                </a:lnTo>
                <a:lnTo>
                  <a:pt x="447566" y="24029"/>
                </a:lnTo>
                <a:lnTo>
                  <a:pt x="446987" y="23948"/>
                </a:lnTo>
                <a:lnTo>
                  <a:pt x="446401" y="23879"/>
                </a:lnTo>
                <a:lnTo>
                  <a:pt x="445808" y="23822"/>
                </a:lnTo>
                <a:lnTo>
                  <a:pt x="445208" y="23776"/>
                </a:lnTo>
                <a:lnTo>
                  <a:pt x="444600" y="23742"/>
                </a:lnTo>
                <a:lnTo>
                  <a:pt x="443986" y="23719"/>
                </a:lnTo>
                <a:lnTo>
                  <a:pt x="443364" y="23708"/>
                </a:lnTo>
                <a:lnTo>
                  <a:pt x="442725" y="23702"/>
                </a:lnTo>
                <a:lnTo>
                  <a:pt x="442092" y="23707"/>
                </a:lnTo>
                <a:lnTo>
                  <a:pt x="441465" y="23723"/>
                </a:lnTo>
                <a:lnTo>
                  <a:pt x="440843" y="23750"/>
                </a:lnTo>
                <a:lnTo>
                  <a:pt x="440227" y="23788"/>
                </a:lnTo>
                <a:lnTo>
                  <a:pt x="439616" y="23837"/>
                </a:lnTo>
                <a:lnTo>
                  <a:pt x="439011" y="23897"/>
                </a:lnTo>
                <a:lnTo>
                  <a:pt x="438412" y="23968"/>
                </a:lnTo>
                <a:lnTo>
                  <a:pt x="437819" y="24050"/>
                </a:lnTo>
                <a:lnTo>
                  <a:pt x="437231" y="24142"/>
                </a:lnTo>
                <a:lnTo>
                  <a:pt x="436649" y="24246"/>
                </a:lnTo>
                <a:lnTo>
                  <a:pt x="436073" y="24361"/>
                </a:lnTo>
                <a:lnTo>
                  <a:pt x="435502" y="24486"/>
                </a:lnTo>
                <a:lnTo>
                  <a:pt x="434938" y="24622"/>
                </a:lnTo>
                <a:lnTo>
                  <a:pt x="434378" y="24770"/>
                </a:lnTo>
                <a:lnTo>
                  <a:pt x="433825" y="24928"/>
                </a:lnTo>
                <a:lnTo>
                  <a:pt x="433277" y="25097"/>
                </a:lnTo>
                <a:lnTo>
                  <a:pt x="432735" y="25277"/>
                </a:lnTo>
                <a:lnTo>
                  <a:pt x="432199" y="25468"/>
                </a:lnTo>
                <a:lnTo>
                  <a:pt x="431668" y="25670"/>
                </a:lnTo>
                <a:lnTo>
                  <a:pt x="431143" y="25883"/>
                </a:lnTo>
                <a:lnTo>
                  <a:pt x="430623" y="26107"/>
                </a:lnTo>
                <a:lnTo>
                  <a:pt x="430110" y="26342"/>
                </a:lnTo>
                <a:lnTo>
                  <a:pt x="429602" y="26587"/>
                </a:lnTo>
                <a:lnTo>
                  <a:pt x="429100" y="26842"/>
                </a:lnTo>
                <a:lnTo>
                  <a:pt x="428603" y="27104"/>
                </a:lnTo>
                <a:lnTo>
                  <a:pt x="428112" y="27374"/>
                </a:lnTo>
                <a:lnTo>
                  <a:pt x="427627" y="27651"/>
                </a:lnTo>
                <a:lnTo>
                  <a:pt x="427148" y="27936"/>
                </a:lnTo>
                <a:lnTo>
                  <a:pt x="426674" y="28228"/>
                </a:lnTo>
                <a:lnTo>
                  <a:pt x="426206" y="28528"/>
                </a:lnTo>
                <a:lnTo>
                  <a:pt x="425744" y="28835"/>
                </a:lnTo>
                <a:lnTo>
                  <a:pt x="425287" y="29149"/>
                </a:lnTo>
                <a:lnTo>
                  <a:pt x="424836" y="29471"/>
                </a:lnTo>
                <a:lnTo>
                  <a:pt x="424391" y="29800"/>
                </a:lnTo>
                <a:lnTo>
                  <a:pt x="423951" y="30137"/>
                </a:lnTo>
                <a:lnTo>
                  <a:pt x="423517" y="30481"/>
                </a:lnTo>
                <a:lnTo>
                  <a:pt x="423089" y="30833"/>
                </a:lnTo>
                <a:lnTo>
                  <a:pt x="422667" y="31192"/>
                </a:lnTo>
                <a:lnTo>
                  <a:pt x="422250" y="31558"/>
                </a:lnTo>
                <a:lnTo>
                  <a:pt x="421839" y="31932"/>
                </a:lnTo>
                <a:lnTo>
                  <a:pt x="421434" y="32313"/>
                </a:lnTo>
                <a:lnTo>
                  <a:pt x="421034" y="32702"/>
                </a:lnTo>
                <a:lnTo>
                  <a:pt x="420640" y="33098"/>
                </a:lnTo>
                <a:lnTo>
                  <a:pt x="420252" y="33502"/>
                </a:lnTo>
                <a:lnTo>
                  <a:pt x="419869" y="33913"/>
                </a:lnTo>
                <a:lnTo>
                  <a:pt x="419492" y="34332"/>
                </a:lnTo>
                <a:lnTo>
                  <a:pt x="419121" y="34758"/>
                </a:lnTo>
                <a:lnTo>
                  <a:pt x="418756" y="35190"/>
                </a:lnTo>
                <a:lnTo>
                  <a:pt x="418396" y="35627"/>
                </a:lnTo>
                <a:lnTo>
                  <a:pt x="418043" y="36068"/>
                </a:lnTo>
                <a:lnTo>
                  <a:pt x="417696" y="36514"/>
                </a:lnTo>
                <a:lnTo>
                  <a:pt x="417355" y="36965"/>
                </a:lnTo>
                <a:lnTo>
                  <a:pt x="417020" y="37420"/>
                </a:lnTo>
                <a:lnTo>
                  <a:pt x="416691" y="37880"/>
                </a:lnTo>
                <a:lnTo>
                  <a:pt x="416368" y="38344"/>
                </a:lnTo>
                <a:lnTo>
                  <a:pt x="416051" y="38814"/>
                </a:lnTo>
                <a:lnTo>
                  <a:pt x="415740" y="39288"/>
                </a:lnTo>
                <a:lnTo>
                  <a:pt x="415435" y="39766"/>
                </a:lnTo>
                <a:lnTo>
                  <a:pt x="415136" y="40249"/>
                </a:lnTo>
                <a:lnTo>
                  <a:pt x="414844" y="40737"/>
                </a:lnTo>
                <a:lnTo>
                  <a:pt x="414557" y="41230"/>
                </a:lnTo>
                <a:lnTo>
                  <a:pt x="414276" y="41727"/>
                </a:lnTo>
                <a:lnTo>
                  <a:pt x="414002" y="42229"/>
                </a:lnTo>
                <a:lnTo>
                  <a:pt x="413733" y="42735"/>
                </a:lnTo>
                <a:lnTo>
                  <a:pt x="413470" y="43246"/>
                </a:lnTo>
                <a:lnTo>
                  <a:pt x="413214" y="43762"/>
                </a:lnTo>
                <a:lnTo>
                  <a:pt x="412963" y="44282"/>
                </a:lnTo>
                <a:lnTo>
                  <a:pt x="412719" y="44808"/>
                </a:lnTo>
                <a:lnTo>
                  <a:pt x="412481" y="45337"/>
                </a:lnTo>
                <a:lnTo>
                  <a:pt x="412248" y="45872"/>
                </a:lnTo>
                <a:lnTo>
                  <a:pt x="412022" y="46411"/>
                </a:lnTo>
                <a:lnTo>
                  <a:pt x="411802" y="46953"/>
                </a:lnTo>
                <a:lnTo>
                  <a:pt x="411588" y="47497"/>
                </a:lnTo>
                <a:lnTo>
                  <a:pt x="411380" y="48043"/>
                </a:lnTo>
                <a:lnTo>
                  <a:pt x="411178" y="48591"/>
                </a:lnTo>
                <a:lnTo>
                  <a:pt x="410982" y="49141"/>
                </a:lnTo>
                <a:lnTo>
                  <a:pt x="410792" y="49692"/>
                </a:lnTo>
                <a:lnTo>
                  <a:pt x="410608" y="50246"/>
                </a:lnTo>
                <a:lnTo>
                  <a:pt x="410430" y="50801"/>
                </a:lnTo>
                <a:lnTo>
                  <a:pt x="410258" y="51358"/>
                </a:lnTo>
                <a:lnTo>
                  <a:pt x="410092" y="51917"/>
                </a:lnTo>
                <a:lnTo>
                  <a:pt x="409932" y="52478"/>
                </a:lnTo>
                <a:lnTo>
                  <a:pt x="409779" y="53041"/>
                </a:lnTo>
                <a:lnTo>
                  <a:pt x="409631" y="53605"/>
                </a:lnTo>
                <a:lnTo>
                  <a:pt x="409489" y="54172"/>
                </a:lnTo>
                <a:lnTo>
                  <a:pt x="409354" y="54740"/>
                </a:lnTo>
                <a:lnTo>
                  <a:pt x="409224" y="55310"/>
                </a:lnTo>
                <a:lnTo>
                  <a:pt x="409101" y="55882"/>
                </a:lnTo>
                <a:lnTo>
                  <a:pt x="408983" y="56456"/>
                </a:lnTo>
                <a:lnTo>
                  <a:pt x="408872" y="57032"/>
                </a:lnTo>
                <a:lnTo>
                  <a:pt x="408767" y="57610"/>
                </a:lnTo>
                <a:lnTo>
                  <a:pt x="408667" y="58189"/>
                </a:lnTo>
                <a:lnTo>
                  <a:pt x="408574" y="58770"/>
                </a:lnTo>
                <a:lnTo>
                  <a:pt x="408487" y="59354"/>
                </a:lnTo>
                <a:lnTo>
                  <a:pt x="408406" y="59939"/>
                </a:lnTo>
                <a:lnTo>
                  <a:pt x="408071" y="62751"/>
                </a:lnTo>
                <a:lnTo>
                  <a:pt x="408007" y="63298"/>
                </a:lnTo>
                <a:lnTo>
                  <a:pt x="407949" y="63844"/>
                </a:lnTo>
                <a:lnTo>
                  <a:pt x="407898" y="64390"/>
                </a:lnTo>
                <a:lnTo>
                  <a:pt x="407852" y="64935"/>
                </a:lnTo>
                <a:lnTo>
                  <a:pt x="407813" y="65479"/>
                </a:lnTo>
                <a:lnTo>
                  <a:pt x="407780" y="66023"/>
                </a:lnTo>
                <a:lnTo>
                  <a:pt x="407753" y="66566"/>
                </a:lnTo>
                <a:lnTo>
                  <a:pt x="407732" y="67108"/>
                </a:lnTo>
                <a:lnTo>
                  <a:pt x="407718" y="67650"/>
                </a:lnTo>
                <a:lnTo>
                  <a:pt x="407709" y="68192"/>
                </a:lnTo>
                <a:lnTo>
                  <a:pt x="407707" y="68732"/>
                </a:lnTo>
                <a:lnTo>
                  <a:pt x="407711" y="69273"/>
                </a:lnTo>
                <a:lnTo>
                  <a:pt x="407721" y="69812"/>
                </a:lnTo>
                <a:lnTo>
                  <a:pt x="407737" y="70351"/>
                </a:lnTo>
                <a:lnTo>
                  <a:pt x="407760" y="70890"/>
                </a:lnTo>
                <a:lnTo>
                  <a:pt x="407788" y="71428"/>
                </a:lnTo>
                <a:lnTo>
                  <a:pt x="407823" y="71965"/>
                </a:lnTo>
                <a:lnTo>
                  <a:pt x="407864" y="72502"/>
                </a:lnTo>
                <a:lnTo>
                  <a:pt x="407911" y="73038"/>
                </a:lnTo>
                <a:lnTo>
                  <a:pt x="407964" y="73574"/>
                </a:lnTo>
                <a:lnTo>
                  <a:pt x="408023" y="74109"/>
                </a:lnTo>
                <a:lnTo>
                  <a:pt x="408089" y="74643"/>
                </a:lnTo>
                <a:lnTo>
                  <a:pt x="408160" y="75177"/>
                </a:lnTo>
                <a:lnTo>
                  <a:pt x="408238" y="75710"/>
                </a:lnTo>
                <a:lnTo>
                  <a:pt x="408323" y="76241"/>
                </a:lnTo>
                <a:lnTo>
                  <a:pt x="408414" y="76768"/>
                </a:lnTo>
                <a:lnTo>
                  <a:pt x="408512" y="77290"/>
                </a:lnTo>
                <a:lnTo>
                  <a:pt x="408617" y="77809"/>
                </a:lnTo>
                <a:lnTo>
                  <a:pt x="408729" y="78323"/>
                </a:lnTo>
                <a:lnTo>
                  <a:pt x="408847" y="78833"/>
                </a:lnTo>
                <a:lnTo>
                  <a:pt x="408973" y="79339"/>
                </a:lnTo>
                <a:lnTo>
                  <a:pt x="409105" y="79840"/>
                </a:lnTo>
                <a:lnTo>
                  <a:pt x="409244" y="80338"/>
                </a:lnTo>
                <a:lnTo>
                  <a:pt x="409391" y="80831"/>
                </a:lnTo>
                <a:lnTo>
                  <a:pt x="409543" y="81320"/>
                </a:lnTo>
                <a:lnTo>
                  <a:pt x="409703" y="81805"/>
                </a:lnTo>
                <a:lnTo>
                  <a:pt x="409870" y="82285"/>
                </a:lnTo>
                <a:lnTo>
                  <a:pt x="410044" y="82762"/>
                </a:lnTo>
                <a:lnTo>
                  <a:pt x="410224" y="83234"/>
                </a:lnTo>
                <a:lnTo>
                  <a:pt x="410411" y="83702"/>
                </a:lnTo>
                <a:lnTo>
                  <a:pt x="410605" y="84166"/>
                </a:lnTo>
                <a:lnTo>
                  <a:pt x="410806" y="84626"/>
                </a:lnTo>
                <a:lnTo>
                  <a:pt x="411014" y="85081"/>
                </a:lnTo>
                <a:lnTo>
                  <a:pt x="411229" y="85533"/>
                </a:lnTo>
                <a:lnTo>
                  <a:pt x="411450" y="85980"/>
                </a:lnTo>
                <a:lnTo>
                  <a:pt x="411679" y="86423"/>
                </a:lnTo>
                <a:lnTo>
                  <a:pt x="411914" y="86862"/>
                </a:lnTo>
                <a:lnTo>
                  <a:pt x="412156" y="87296"/>
                </a:lnTo>
                <a:lnTo>
                  <a:pt x="412406" y="87725"/>
                </a:lnTo>
                <a:lnTo>
                  <a:pt x="412663" y="88147"/>
                </a:lnTo>
                <a:lnTo>
                  <a:pt x="412927" y="88562"/>
                </a:lnTo>
                <a:lnTo>
                  <a:pt x="413200" y="88970"/>
                </a:lnTo>
                <a:lnTo>
                  <a:pt x="413480" y="89370"/>
                </a:lnTo>
                <a:lnTo>
                  <a:pt x="413768" y="89764"/>
                </a:lnTo>
                <a:lnTo>
                  <a:pt x="414063" y="90150"/>
                </a:lnTo>
                <a:lnTo>
                  <a:pt x="414366" y="90529"/>
                </a:lnTo>
                <a:lnTo>
                  <a:pt x="414677" y="90902"/>
                </a:lnTo>
                <a:lnTo>
                  <a:pt x="414995" y="91267"/>
                </a:lnTo>
                <a:lnTo>
                  <a:pt x="415322" y="91625"/>
                </a:lnTo>
                <a:lnTo>
                  <a:pt x="415655" y="91976"/>
                </a:lnTo>
                <a:lnTo>
                  <a:pt x="415997" y="92320"/>
                </a:lnTo>
                <a:lnTo>
                  <a:pt x="416346" y="92656"/>
                </a:lnTo>
                <a:lnTo>
                  <a:pt x="416703" y="92986"/>
                </a:lnTo>
                <a:lnTo>
                  <a:pt x="417067" y="93309"/>
                </a:lnTo>
                <a:lnTo>
                  <a:pt x="417439" y="93624"/>
                </a:lnTo>
                <a:lnTo>
                  <a:pt x="417819" y="93933"/>
                </a:lnTo>
                <a:lnTo>
                  <a:pt x="418207" y="94234"/>
                </a:lnTo>
                <a:lnTo>
                  <a:pt x="418602" y="94528"/>
                </a:lnTo>
                <a:lnTo>
                  <a:pt x="419005" y="94815"/>
                </a:lnTo>
                <a:lnTo>
                  <a:pt x="419415" y="95095"/>
                </a:lnTo>
                <a:lnTo>
                  <a:pt x="419834" y="95368"/>
                </a:lnTo>
                <a:lnTo>
                  <a:pt x="420260" y="95634"/>
                </a:lnTo>
                <a:lnTo>
                  <a:pt x="420693" y="95891"/>
                </a:lnTo>
                <a:lnTo>
                  <a:pt x="421136" y="96137"/>
                </a:lnTo>
                <a:lnTo>
                  <a:pt x="421586" y="96373"/>
                </a:lnTo>
                <a:lnTo>
                  <a:pt x="422045" y="96598"/>
                </a:lnTo>
                <a:lnTo>
                  <a:pt x="422513" y="96812"/>
                </a:lnTo>
                <a:lnTo>
                  <a:pt x="422989" y="97015"/>
                </a:lnTo>
                <a:lnTo>
                  <a:pt x="423473" y="97208"/>
                </a:lnTo>
                <a:lnTo>
                  <a:pt x="423965" y="97390"/>
                </a:lnTo>
                <a:lnTo>
                  <a:pt x="424466" y="97562"/>
                </a:lnTo>
                <a:lnTo>
                  <a:pt x="424975" y="97722"/>
                </a:lnTo>
                <a:lnTo>
                  <a:pt x="425493" y="97872"/>
                </a:lnTo>
                <a:lnTo>
                  <a:pt x="426019" y="98011"/>
                </a:lnTo>
                <a:lnTo>
                  <a:pt x="426553" y="98140"/>
                </a:lnTo>
                <a:lnTo>
                  <a:pt x="427096" y="98258"/>
                </a:lnTo>
                <a:lnTo>
                  <a:pt x="427647" y="98365"/>
                </a:lnTo>
                <a:lnTo>
                  <a:pt x="428207" y="98462"/>
                </a:lnTo>
                <a:lnTo>
                  <a:pt x="428775" y="98547"/>
                </a:lnTo>
                <a:lnTo>
                  <a:pt x="429351" y="98623"/>
                </a:lnTo>
                <a:lnTo>
                  <a:pt x="429935" y="98687"/>
                </a:lnTo>
                <a:lnTo>
                  <a:pt x="430528" y="98741"/>
                </a:lnTo>
                <a:lnTo>
                  <a:pt x="431130" y="98784"/>
                </a:lnTo>
                <a:lnTo>
                  <a:pt x="431739" y="98816"/>
                </a:lnTo>
                <a:lnTo>
                  <a:pt x="432358" y="98838"/>
                </a:lnTo>
                <a:lnTo>
                  <a:pt x="432984" y="98849"/>
                </a:lnTo>
                <a:lnTo>
                  <a:pt x="433580" y="98849"/>
                </a:lnTo>
                <a:lnTo>
                  <a:pt x="434173" y="98839"/>
                </a:lnTo>
                <a:lnTo>
                  <a:pt x="434763" y="98818"/>
                </a:lnTo>
                <a:lnTo>
                  <a:pt x="435350" y="98786"/>
                </a:lnTo>
                <a:lnTo>
                  <a:pt x="435935" y="98744"/>
                </a:lnTo>
                <a:lnTo>
                  <a:pt x="436517" y="98692"/>
                </a:lnTo>
                <a:lnTo>
                  <a:pt x="437096" y="98628"/>
                </a:lnTo>
                <a:lnTo>
                  <a:pt x="437672" y="98555"/>
                </a:lnTo>
                <a:lnTo>
                  <a:pt x="438245" y="98470"/>
                </a:lnTo>
                <a:lnTo>
                  <a:pt x="438816" y="98375"/>
                </a:lnTo>
                <a:lnTo>
                  <a:pt x="439384" y="98270"/>
                </a:lnTo>
                <a:lnTo>
                  <a:pt x="439949" y="98154"/>
                </a:lnTo>
                <a:lnTo>
                  <a:pt x="440511" y="98027"/>
                </a:lnTo>
                <a:lnTo>
                  <a:pt x="441071" y="97890"/>
                </a:lnTo>
                <a:lnTo>
                  <a:pt x="441627" y="97742"/>
                </a:lnTo>
                <a:lnTo>
                  <a:pt x="442181" y="97584"/>
                </a:lnTo>
                <a:lnTo>
                  <a:pt x="442732" y="97415"/>
                </a:lnTo>
                <a:lnTo>
                  <a:pt x="443281" y="97235"/>
                </a:lnTo>
                <a:lnTo>
                  <a:pt x="443826" y="97045"/>
                </a:lnTo>
                <a:lnTo>
                  <a:pt x="444369" y="96844"/>
                </a:lnTo>
                <a:lnTo>
                  <a:pt x="444909" y="96633"/>
                </a:lnTo>
                <a:lnTo>
                  <a:pt x="445446" y="96411"/>
                </a:lnTo>
                <a:lnTo>
                  <a:pt x="445980" y="96178"/>
                </a:lnTo>
                <a:lnTo>
                  <a:pt x="446512" y="95935"/>
                </a:lnTo>
                <a:lnTo>
                  <a:pt x="447039" y="95683"/>
                </a:lnTo>
                <a:lnTo>
                  <a:pt x="447559" y="95422"/>
                </a:lnTo>
                <a:lnTo>
                  <a:pt x="448072" y="95153"/>
                </a:lnTo>
                <a:lnTo>
                  <a:pt x="448578" y="94876"/>
                </a:lnTo>
                <a:lnTo>
                  <a:pt x="449077" y="94590"/>
                </a:lnTo>
                <a:lnTo>
                  <a:pt x="449570" y="94297"/>
                </a:lnTo>
                <a:lnTo>
                  <a:pt x="450055" y="93995"/>
                </a:lnTo>
                <a:lnTo>
                  <a:pt x="450534" y="93684"/>
                </a:lnTo>
                <a:lnTo>
                  <a:pt x="451006" y="93366"/>
                </a:lnTo>
                <a:lnTo>
                  <a:pt x="451471" y="93039"/>
                </a:lnTo>
                <a:lnTo>
                  <a:pt x="451929" y="92704"/>
                </a:lnTo>
                <a:lnTo>
                  <a:pt x="452380" y="92361"/>
                </a:lnTo>
                <a:lnTo>
                  <a:pt x="452825" y="92009"/>
                </a:lnTo>
                <a:lnTo>
                  <a:pt x="453262" y="91650"/>
                </a:lnTo>
                <a:lnTo>
                  <a:pt x="453693" y="91281"/>
                </a:lnTo>
                <a:lnTo>
                  <a:pt x="454117" y="90905"/>
                </a:lnTo>
                <a:lnTo>
                  <a:pt x="454534" y="90521"/>
                </a:lnTo>
                <a:lnTo>
                  <a:pt x="454944" y="90128"/>
                </a:lnTo>
                <a:lnTo>
                  <a:pt x="455347" y="89727"/>
                </a:lnTo>
                <a:lnTo>
                  <a:pt x="455744" y="89317"/>
                </a:lnTo>
                <a:lnTo>
                  <a:pt x="456133" y="88900"/>
                </a:lnTo>
                <a:lnTo>
                  <a:pt x="456516" y="88474"/>
                </a:lnTo>
                <a:lnTo>
                  <a:pt x="456892" y="88040"/>
                </a:lnTo>
                <a:lnTo>
                  <a:pt x="457261" y="87598"/>
                </a:lnTo>
                <a:lnTo>
                  <a:pt x="457621" y="87148"/>
                </a:lnTo>
                <a:lnTo>
                  <a:pt x="457971" y="86692"/>
                </a:lnTo>
                <a:lnTo>
                  <a:pt x="458310" y="86230"/>
                </a:lnTo>
                <a:lnTo>
                  <a:pt x="458638" y="85761"/>
                </a:lnTo>
                <a:lnTo>
                  <a:pt x="458956" y="85287"/>
                </a:lnTo>
                <a:lnTo>
                  <a:pt x="459264" y="84806"/>
                </a:lnTo>
                <a:lnTo>
                  <a:pt x="459560" y="84318"/>
                </a:lnTo>
                <a:lnTo>
                  <a:pt x="459847" y="83825"/>
                </a:lnTo>
                <a:lnTo>
                  <a:pt x="460122" y="83325"/>
                </a:lnTo>
                <a:lnTo>
                  <a:pt x="460387" y="82819"/>
                </a:lnTo>
                <a:lnTo>
                  <a:pt x="460642" y="82307"/>
                </a:lnTo>
                <a:lnTo>
                  <a:pt x="460886" y="81788"/>
                </a:lnTo>
                <a:lnTo>
                  <a:pt x="461119" y="81263"/>
                </a:lnTo>
                <a:lnTo>
                  <a:pt x="461342" y="80732"/>
                </a:lnTo>
                <a:lnTo>
                  <a:pt x="461554" y="80194"/>
                </a:lnTo>
                <a:lnTo>
                  <a:pt x="461755" y="79650"/>
                </a:lnTo>
                <a:lnTo>
                  <a:pt x="461946" y="79100"/>
                </a:lnTo>
                <a:lnTo>
                  <a:pt x="462127" y="78544"/>
                </a:lnTo>
                <a:lnTo>
                  <a:pt x="462296" y="77981"/>
                </a:lnTo>
                <a:lnTo>
                  <a:pt x="462456" y="77412"/>
                </a:lnTo>
                <a:lnTo>
                  <a:pt x="462604" y="76837"/>
                </a:lnTo>
                <a:lnTo>
                  <a:pt x="462742" y="76256"/>
                </a:lnTo>
                <a:lnTo>
                  <a:pt x="462870" y="75668"/>
                </a:lnTo>
                <a:lnTo>
                  <a:pt x="462987" y="75074"/>
                </a:lnTo>
                <a:lnTo>
                  <a:pt x="455419" y="75141"/>
                </a:lnTo>
                <a:lnTo>
                  <a:pt x="455299" y="75563"/>
                </a:lnTo>
                <a:lnTo>
                  <a:pt x="455172" y="75980"/>
                </a:lnTo>
                <a:lnTo>
                  <a:pt x="455040" y="76394"/>
                </a:lnTo>
                <a:lnTo>
                  <a:pt x="454901" y="76802"/>
                </a:lnTo>
                <a:lnTo>
                  <a:pt x="454756" y="77207"/>
                </a:lnTo>
                <a:lnTo>
                  <a:pt x="454605" y="77606"/>
                </a:lnTo>
                <a:lnTo>
                  <a:pt x="454448" y="78002"/>
                </a:lnTo>
                <a:lnTo>
                  <a:pt x="454284" y="78393"/>
                </a:lnTo>
                <a:lnTo>
                  <a:pt x="454115" y="78779"/>
                </a:lnTo>
                <a:lnTo>
                  <a:pt x="453939" y="79162"/>
                </a:lnTo>
                <a:lnTo>
                  <a:pt x="453757" y="79539"/>
                </a:lnTo>
                <a:lnTo>
                  <a:pt x="453569" y="79913"/>
                </a:lnTo>
                <a:lnTo>
                  <a:pt x="453375" y="80282"/>
                </a:lnTo>
                <a:lnTo>
                  <a:pt x="453174" y="80646"/>
                </a:lnTo>
                <a:lnTo>
                  <a:pt x="452968" y="81006"/>
                </a:lnTo>
                <a:lnTo>
                  <a:pt x="452755" y="81362"/>
                </a:lnTo>
                <a:lnTo>
                  <a:pt x="452536" y="81713"/>
                </a:lnTo>
                <a:lnTo>
                  <a:pt x="452311" y="82060"/>
                </a:lnTo>
                <a:lnTo>
                  <a:pt x="452080" y="82402"/>
                </a:lnTo>
                <a:lnTo>
                  <a:pt x="451843" y="82740"/>
                </a:lnTo>
                <a:lnTo>
                  <a:pt x="451599" y="83074"/>
                </a:lnTo>
                <a:lnTo>
                  <a:pt x="451349" y="83403"/>
                </a:lnTo>
                <a:lnTo>
                  <a:pt x="451094" y="83728"/>
                </a:lnTo>
                <a:lnTo>
                  <a:pt x="450832" y="84048"/>
                </a:lnTo>
                <a:lnTo>
                  <a:pt x="450564" y="84363"/>
                </a:lnTo>
                <a:lnTo>
                  <a:pt x="450292" y="84672"/>
                </a:lnTo>
                <a:lnTo>
                  <a:pt x="450015" y="84975"/>
                </a:lnTo>
                <a:lnTo>
                  <a:pt x="449734" y="85272"/>
                </a:lnTo>
                <a:lnTo>
                  <a:pt x="449448" y="85563"/>
                </a:lnTo>
                <a:lnTo>
                  <a:pt x="449157" y="85848"/>
                </a:lnTo>
                <a:lnTo>
                  <a:pt x="448862" y="86127"/>
                </a:lnTo>
                <a:lnTo>
                  <a:pt x="448562" y="86400"/>
                </a:lnTo>
                <a:lnTo>
                  <a:pt x="448257" y="86666"/>
                </a:lnTo>
                <a:lnTo>
                  <a:pt x="447948" y="86927"/>
                </a:lnTo>
                <a:lnTo>
                  <a:pt x="447634" y="87182"/>
                </a:lnTo>
                <a:lnTo>
                  <a:pt x="447316" y="87430"/>
                </a:lnTo>
                <a:lnTo>
                  <a:pt x="446992" y="87673"/>
                </a:lnTo>
                <a:lnTo>
                  <a:pt x="446665" y="87909"/>
                </a:lnTo>
                <a:lnTo>
                  <a:pt x="446332" y="88140"/>
                </a:lnTo>
                <a:lnTo>
                  <a:pt x="445995" y="88364"/>
                </a:lnTo>
                <a:lnTo>
                  <a:pt x="445653" y="88582"/>
                </a:lnTo>
                <a:lnTo>
                  <a:pt x="445307" y="88795"/>
                </a:lnTo>
                <a:lnTo>
                  <a:pt x="444955" y="89001"/>
                </a:lnTo>
                <a:lnTo>
                  <a:pt x="444600" y="89201"/>
                </a:lnTo>
                <a:lnTo>
                  <a:pt x="444239" y="89395"/>
                </a:lnTo>
                <a:lnTo>
                  <a:pt x="443874" y="89583"/>
                </a:lnTo>
                <a:lnTo>
                  <a:pt x="443504" y="89766"/>
                </a:lnTo>
                <a:lnTo>
                  <a:pt x="443130" y="89942"/>
                </a:lnTo>
                <a:lnTo>
                  <a:pt x="442752" y="90111"/>
                </a:lnTo>
                <a:lnTo>
                  <a:pt x="442371" y="90273"/>
                </a:lnTo>
                <a:lnTo>
                  <a:pt x="441987" y="90427"/>
                </a:lnTo>
                <a:lnTo>
                  <a:pt x="441600" y="90574"/>
                </a:lnTo>
                <a:lnTo>
                  <a:pt x="441210" y="90714"/>
                </a:lnTo>
                <a:lnTo>
                  <a:pt x="440817" y="90846"/>
                </a:lnTo>
                <a:lnTo>
                  <a:pt x="440422" y="90970"/>
                </a:lnTo>
                <a:lnTo>
                  <a:pt x="440023" y="91087"/>
                </a:lnTo>
                <a:lnTo>
                  <a:pt x="439622" y="91197"/>
                </a:lnTo>
                <a:lnTo>
                  <a:pt x="439218" y="91300"/>
                </a:lnTo>
                <a:lnTo>
                  <a:pt x="438810" y="91394"/>
                </a:lnTo>
                <a:lnTo>
                  <a:pt x="438400" y="91482"/>
                </a:lnTo>
                <a:lnTo>
                  <a:pt x="437987" y="91562"/>
                </a:lnTo>
                <a:lnTo>
                  <a:pt x="437571" y="91634"/>
                </a:lnTo>
                <a:lnTo>
                  <a:pt x="437152" y="91700"/>
                </a:lnTo>
                <a:lnTo>
                  <a:pt x="436731" y="91757"/>
                </a:lnTo>
                <a:lnTo>
                  <a:pt x="436306" y="91807"/>
                </a:lnTo>
                <a:lnTo>
                  <a:pt x="435878" y="91850"/>
                </a:lnTo>
                <a:lnTo>
                  <a:pt x="435448" y="91886"/>
                </a:lnTo>
                <a:lnTo>
                  <a:pt x="435014" y="91913"/>
                </a:lnTo>
                <a:lnTo>
                  <a:pt x="434578" y="91934"/>
                </a:lnTo>
                <a:lnTo>
                  <a:pt x="434139" y="91947"/>
                </a:lnTo>
                <a:lnTo>
                  <a:pt x="433697" y="91953"/>
                </a:lnTo>
                <a:lnTo>
                  <a:pt x="433252" y="91951"/>
                </a:lnTo>
                <a:lnTo>
                  <a:pt x="432748" y="91941"/>
                </a:lnTo>
                <a:lnTo>
                  <a:pt x="432252" y="91921"/>
                </a:lnTo>
                <a:lnTo>
                  <a:pt x="431764" y="91893"/>
                </a:lnTo>
                <a:lnTo>
                  <a:pt x="431285" y="91856"/>
                </a:lnTo>
                <a:close/>
                <a:moveTo>
                  <a:pt x="397928" y="55333"/>
                </a:moveTo>
                <a:lnTo>
                  <a:pt x="397974" y="54824"/>
                </a:lnTo>
                <a:lnTo>
                  <a:pt x="398014" y="54315"/>
                </a:lnTo>
                <a:lnTo>
                  <a:pt x="398047" y="53808"/>
                </a:lnTo>
                <a:lnTo>
                  <a:pt x="398075" y="53301"/>
                </a:lnTo>
                <a:lnTo>
                  <a:pt x="398097" y="52796"/>
                </a:lnTo>
                <a:lnTo>
                  <a:pt x="398112" y="52291"/>
                </a:lnTo>
                <a:lnTo>
                  <a:pt x="398122" y="51787"/>
                </a:lnTo>
                <a:lnTo>
                  <a:pt x="398125" y="51284"/>
                </a:lnTo>
                <a:lnTo>
                  <a:pt x="398123" y="50783"/>
                </a:lnTo>
                <a:lnTo>
                  <a:pt x="398114" y="50282"/>
                </a:lnTo>
                <a:lnTo>
                  <a:pt x="398099" y="49782"/>
                </a:lnTo>
                <a:lnTo>
                  <a:pt x="398079" y="49283"/>
                </a:lnTo>
                <a:lnTo>
                  <a:pt x="398052" y="48784"/>
                </a:lnTo>
                <a:lnTo>
                  <a:pt x="398019" y="48287"/>
                </a:lnTo>
                <a:lnTo>
                  <a:pt x="397980" y="47791"/>
                </a:lnTo>
                <a:lnTo>
                  <a:pt x="397936" y="47295"/>
                </a:lnTo>
                <a:lnTo>
                  <a:pt x="397885" y="46801"/>
                </a:lnTo>
                <a:lnTo>
                  <a:pt x="397828" y="46308"/>
                </a:lnTo>
                <a:lnTo>
                  <a:pt x="397765" y="45815"/>
                </a:lnTo>
                <a:lnTo>
                  <a:pt x="397696" y="45323"/>
                </a:lnTo>
                <a:lnTo>
                  <a:pt x="397620" y="44833"/>
                </a:lnTo>
                <a:lnTo>
                  <a:pt x="397539" y="44344"/>
                </a:lnTo>
                <a:lnTo>
                  <a:pt x="397451" y="43860"/>
                </a:lnTo>
                <a:lnTo>
                  <a:pt x="397357" y="43380"/>
                </a:lnTo>
                <a:lnTo>
                  <a:pt x="397257" y="42903"/>
                </a:lnTo>
                <a:lnTo>
                  <a:pt x="397150" y="42431"/>
                </a:lnTo>
                <a:lnTo>
                  <a:pt x="397037" y="41962"/>
                </a:lnTo>
                <a:lnTo>
                  <a:pt x="396917" y="41498"/>
                </a:lnTo>
                <a:lnTo>
                  <a:pt x="396791" y="41037"/>
                </a:lnTo>
                <a:lnTo>
                  <a:pt x="396658" y="40580"/>
                </a:lnTo>
                <a:lnTo>
                  <a:pt x="396519" y="40127"/>
                </a:lnTo>
                <a:lnTo>
                  <a:pt x="396374" y="39679"/>
                </a:lnTo>
                <a:lnTo>
                  <a:pt x="396222" y="39234"/>
                </a:lnTo>
                <a:lnTo>
                  <a:pt x="396064" y="38793"/>
                </a:lnTo>
                <a:lnTo>
                  <a:pt x="395900" y="38356"/>
                </a:lnTo>
                <a:lnTo>
                  <a:pt x="395729" y="37923"/>
                </a:lnTo>
                <a:lnTo>
                  <a:pt x="395552" y="37494"/>
                </a:lnTo>
                <a:lnTo>
                  <a:pt x="395368" y="37069"/>
                </a:lnTo>
                <a:lnTo>
                  <a:pt x="395178" y="36647"/>
                </a:lnTo>
                <a:lnTo>
                  <a:pt x="394982" y="36230"/>
                </a:lnTo>
                <a:lnTo>
                  <a:pt x="394779" y="35817"/>
                </a:lnTo>
                <a:lnTo>
                  <a:pt x="394570" y="35408"/>
                </a:lnTo>
                <a:lnTo>
                  <a:pt x="394354" y="35002"/>
                </a:lnTo>
                <a:lnTo>
                  <a:pt x="394132" y="34601"/>
                </a:lnTo>
                <a:lnTo>
                  <a:pt x="393904" y="34203"/>
                </a:lnTo>
                <a:lnTo>
                  <a:pt x="393668" y="33811"/>
                </a:lnTo>
                <a:lnTo>
                  <a:pt x="393426" y="33425"/>
                </a:lnTo>
                <a:lnTo>
                  <a:pt x="393177" y="33046"/>
                </a:lnTo>
                <a:lnTo>
                  <a:pt x="392921" y="32674"/>
                </a:lnTo>
                <a:lnTo>
                  <a:pt x="392658" y="32308"/>
                </a:lnTo>
                <a:lnTo>
                  <a:pt x="392388" y="31949"/>
                </a:lnTo>
                <a:lnTo>
                  <a:pt x="392111" y="31597"/>
                </a:lnTo>
                <a:lnTo>
                  <a:pt x="391828" y="31251"/>
                </a:lnTo>
                <a:lnTo>
                  <a:pt x="391537" y="30911"/>
                </a:lnTo>
                <a:lnTo>
                  <a:pt x="391239" y="30579"/>
                </a:lnTo>
                <a:lnTo>
                  <a:pt x="390934" y="30253"/>
                </a:lnTo>
                <a:lnTo>
                  <a:pt x="390622" y="29933"/>
                </a:lnTo>
                <a:lnTo>
                  <a:pt x="390303" y="29620"/>
                </a:lnTo>
                <a:lnTo>
                  <a:pt x="389977" y="29314"/>
                </a:lnTo>
                <a:lnTo>
                  <a:pt x="389645" y="29015"/>
                </a:lnTo>
                <a:lnTo>
                  <a:pt x="389305" y="28722"/>
                </a:lnTo>
                <a:lnTo>
                  <a:pt x="388958" y="28435"/>
                </a:lnTo>
                <a:lnTo>
                  <a:pt x="388605" y="28156"/>
                </a:lnTo>
                <a:lnTo>
                  <a:pt x="388244" y="27883"/>
                </a:lnTo>
                <a:lnTo>
                  <a:pt x="387876" y="27616"/>
                </a:lnTo>
                <a:lnTo>
                  <a:pt x="387502" y="27356"/>
                </a:lnTo>
                <a:lnTo>
                  <a:pt x="387120" y="27103"/>
                </a:lnTo>
                <a:lnTo>
                  <a:pt x="386731" y="26857"/>
                </a:lnTo>
                <a:lnTo>
                  <a:pt x="386336" y="26617"/>
                </a:lnTo>
                <a:lnTo>
                  <a:pt x="385933" y="26385"/>
                </a:lnTo>
                <a:lnTo>
                  <a:pt x="385522" y="26162"/>
                </a:lnTo>
                <a:lnTo>
                  <a:pt x="385104" y="25949"/>
                </a:lnTo>
                <a:lnTo>
                  <a:pt x="384677" y="25746"/>
                </a:lnTo>
                <a:lnTo>
                  <a:pt x="384243" y="25553"/>
                </a:lnTo>
                <a:lnTo>
                  <a:pt x="383801" y="25369"/>
                </a:lnTo>
                <a:lnTo>
                  <a:pt x="383352" y="25195"/>
                </a:lnTo>
                <a:lnTo>
                  <a:pt x="382894" y="25030"/>
                </a:lnTo>
                <a:lnTo>
                  <a:pt x="382429" y="24875"/>
                </a:lnTo>
                <a:lnTo>
                  <a:pt x="381956" y="24730"/>
                </a:lnTo>
                <a:lnTo>
                  <a:pt x="381475" y="24594"/>
                </a:lnTo>
                <a:lnTo>
                  <a:pt x="380987" y="24468"/>
                </a:lnTo>
                <a:lnTo>
                  <a:pt x="380490" y="24352"/>
                </a:lnTo>
                <a:lnTo>
                  <a:pt x="379986" y="24245"/>
                </a:lnTo>
                <a:lnTo>
                  <a:pt x="379474" y="24148"/>
                </a:lnTo>
                <a:lnTo>
                  <a:pt x="378954" y="24061"/>
                </a:lnTo>
                <a:lnTo>
                  <a:pt x="378427" y="23983"/>
                </a:lnTo>
                <a:lnTo>
                  <a:pt x="377891" y="23915"/>
                </a:lnTo>
                <a:lnTo>
                  <a:pt x="377348" y="23856"/>
                </a:lnTo>
                <a:lnTo>
                  <a:pt x="376797" y="23807"/>
                </a:lnTo>
                <a:lnTo>
                  <a:pt x="376239" y="23768"/>
                </a:lnTo>
                <a:lnTo>
                  <a:pt x="375672" y="23738"/>
                </a:lnTo>
                <a:lnTo>
                  <a:pt x="375098" y="23718"/>
                </a:lnTo>
                <a:lnTo>
                  <a:pt x="374516" y="23708"/>
                </a:lnTo>
                <a:lnTo>
                  <a:pt x="373898" y="23702"/>
                </a:lnTo>
                <a:lnTo>
                  <a:pt x="373286" y="23708"/>
                </a:lnTo>
                <a:lnTo>
                  <a:pt x="372678" y="23726"/>
                </a:lnTo>
                <a:lnTo>
                  <a:pt x="372074" y="23755"/>
                </a:lnTo>
                <a:lnTo>
                  <a:pt x="371475" y="23796"/>
                </a:lnTo>
                <a:lnTo>
                  <a:pt x="370880" y="23848"/>
                </a:lnTo>
                <a:lnTo>
                  <a:pt x="370290" y="23911"/>
                </a:lnTo>
                <a:lnTo>
                  <a:pt x="369705" y="23987"/>
                </a:lnTo>
                <a:lnTo>
                  <a:pt x="369124" y="24073"/>
                </a:lnTo>
                <a:lnTo>
                  <a:pt x="368548" y="24172"/>
                </a:lnTo>
                <a:lnTo>
                  <a:pt x="367976" y="24281"/>
                </a:lnTo>
                <a:lnTo>
                  <a:pt x="367408" y="24402"/>
                </a:lnTo>
                <a:lnTo>
                  <a:pt x="366846" y="24535"/>
                </a:lnTo>
                <a:lnTo>
                  <a:pt x="366287" y="24679"/>
                </a:lnTo>
                <a:lnTo>
                  <a:pt x="365734" y="24835"/>
                </a:lnTo>
                <a:lnTo>
                  <a:pt x="365184" y="25002"/>
                </a:lnTo>
                <a:lnTo>
                  <a:pt x="364640" y="25181"/>
                </a:lnTo>
                <a:lnTo>
                  <a:pt x="364100" y="25371"/>
                </a:lnTo>
                <a:lnTo>
                  <a:pt x="363564" y="25573"/>
                </a:lnTo>
                <a:lnTo>
                  <a:pt x="363033" y="25786"/>
                </a:lnTo>
                <a:lnTo>
                  <a:pt x="362506" y="26011"/>
                </a:lnTo>
                <a:lnTo>
                  <a:pt x="361984" y="26248"/>
                </a:lnTo>
                <a:lnTo>
                  <a:pt x="361467" y="26495"/>
                </a:lnTo>
                <a:lnTo>
                  <a:pt x="360954" y="26755"/>
                </a:lnTo>
                <a:lnTo>
                  <a:pt x="360446" y="27024"/>
                </a:lnTo>
                <a:lnTo>
                  <a:pt x="359944" y="27300"/>
                </a:lnTo>
                <a:lnTo>
                  <a:pt x="359447" y="27584"/>
                </a:lnTo>
                <a:lnTo>
                  <a:pt x="358956" y="27876"/>
                </a:lnTo>
                <a:lnTo>
                  <a:pt x="358471" y="28175"/>
                </a:lnTo>
                <a:lnTo>
                  <a:pt x="357991" y="28481"/>
                </a:lnTo>
                <a:lnTo>
                  <a:pt x="357516" y="28796"/>
                </a:lnTo>
                <a:lnTo>
                  <a:pt x="357047" y="29117"/>
                </a:lnTo>
                <a:lnTo>
                  <a:pt x="356584" y="29447"/>
                </a:lnTo>
                <a:lnTo>
                  <a:pt x="356127" y="29784"/>
                </a:lnTo>
                <a:lnTo>
                  <a:pt x="355675" y="30128"/>
                </a:lnTo>
                <a:lnTo>
                  <a:pt x="355228" y="30480"/>
                </a:lnTo>
                <a:lnTo>
                  <a:pt x="354787" y="30840"/>
                </a:lnTo>
                <a:lnTo>
                  <a:pt x="354352" y="31207"/>
                </a:lnTo>
                <a:lnTo>
                  <a:pt x="353922" y="31581"/>
                </a:lnTo>
                <a:lnTo>
                  <a:pt x="353498" y="31964"/>
                </a:lnTo>
                <a:lnTo>
                  <a:pt x="353079" y="32353"/>
                </a:lnTo>
                <a:lnTo>
                  <a:pt x="352666" y="32751"/>
                </a:lnTo>
                <a:lnTo>
                  <a:pt x="352259" y="33156"/>
                </a:lnTo>
                <a:lnTo>
                  <a:pt x="351857" y="33568"/>
                </a:lnTo>
                <a:lnTo>
                  <a:pt x="351461" y="33988"/>
                </a:lnTo>
                <a:lnTo>
                  <a:pt x="351070" y="34416"/>
                </a:lnTo>
                <a:lnTo>
                  <a:pt x="350685" y="34851"/>
                </a:lnTo>
                <a:lnTo>
                  <a:pt x="350306" y="35294"/>
                </a:lnTo>
                <a:lnTo>
                  <a:pt x="349932" y="35742"/>
                </a:lnTo>
                <a:lnTo>
                  <a:pt x="349564" y="36195"/>
                </a:lnTo>
                <a:lnTo>
                  <a:pt x="349202" y="36652"/>
                </a:lnTo>
                <a:lnTo>
                  <a:pt x="348846" y="37113"/>
                </a:lnTo>
                <a:lnTo>
                  <a:pt x="348496" y="37578"/>
                </a:lnTo>
                <a:lnTo>
                  <a:pt x="348152" y="38048"/>
                </a:lnTo>
                <a:lnTo>
                  <a:pt x="347814" y="38521"/>
                </a:lnTo>
                <a:lnTo>
                  <a:pt x="347482" y="38999"/>
                </a:lnTo>
                <a:lnTo>
                  <a:pt x="347155" y="39481"/>
                </a:lnTo>
                <a:lnTo>
                  <a:pt x="346835" y="39968"/>
                </a:lnTo>
                <a:lnTo>
                  <a:pt x="346521" y="40458"/>
                </a:lnTo>
                <a:lnTo>
                  <a:pt x="346212" y="40953"/>
                </a:lnTo>
                <a:lnTo>
                  <a:pt x="345910" y="41451"/>
                </a:lnTo>
                <a:lnTo>
                  <a:pt x="345613" y="41954"/>
                </a:lnTo>
                <a:lnTo>
                  <a:pt x="345322" y="42461"/>
                </a:lnTo>
                <a:lnTo>
                  <a:pt x="345037" y="42973"/>
                </a:lnTo>
                <a:lnTo>
                  <a:pt x="344758" y="43488"/>
                </a:lnTo>
                <a:lnTo>
                  <a:pt x="344486" y="44008"/>
                </a:lnTo>
                <a:lnTo>
                  <a:pt x="344219" y="44532"/>
                </a:lnTo>
                <a:lnTo>
                  <a:pt x="343957" y="45060"/>
                </a:lnTo>
                <a:lnTo>
                  <a:pt x="343702" y="45592"/>
                </a:lnTo>
                <a:lnTo>
                  <a:pt x="343453" y="46129"/>
                </a:lnTo>
                <a:lnTo>
                  <a:pt x="343210" y="46669"/>
                </a:lnTo>
                <a:lnTo>
                  <a:pt x="342972" y="47214"/>
                </a:lnTo>
                <a:lnTo>
                  <a:pt x="342741" y="47761"/>
                </a:lnTo>
                <a:lnTo>
                  <a:pt x="342517" y="48309"/>
                </a:lnTo>
                <a:lnTo>
                  <a:pt x="342300" y="48857"/>
                </a:lnTo>
                <a:lnTo>
                  <a:pt x="342089" y="49406"/>
                </a:lnTo>
                <a:lnTo>
                  <a:pt x="341885" y="49955"/>
                </a:lnTo>
                <a:lnTo>
                  <a:pt x="341687" y="50504"/>
                </a:lnTo>
                <a:lnTo>
                  <a:pt x="341497" y="51054"/>
                </a:lnTo>
                <a:lnTo>
                  <a:pt x="341313" y="51605"/>
                </a:lnTo>
                <a:lnTo>
                  <a:pt x="341136" y="52155"/>
                </a:lnTo>
                <a:lnTo>
                  <a:pt x="340966" y="52707"/>
                </a:lnTo>
                <a:lnTo>
                  <a:pt x="340802" y="53259"/>
                </a:lnTo>
                <a:lnTo>
                  <a:pt x="340645" y="53811"/>
                </a:lnTo>
                <a:lnTo>
                  <a:pt x="340495" y="54364"/>
                </a:lnTo>
                <a:lnTo>
                  <a:pt x="340352" y="54917"/>
                </a:lnTo>
                <a:lnTo>
                  <a:pt x="340215" y="55471"/>
                </a:lnTo>
                <a:lnTo>
                  <a:pt x="340085" y="56025"/>
                </a:lnTo>
                <a:lnTo>
                  <a:pt x="339962" y="56579"/>
                </a:lnTo>
                <a:lnTo>
                  <a:pt x="339846" y="57134"/>
                </a:lnTo>
                <a:lnTo>
                  <a:pt x="339736" y="57690"/>
                </a:lnTo>
                <a:lnTo>
                  <a:pt x="339633" y="58246"/>
                </a:lnTo>
                <a:lnTo>
                  <a:pt x="339537" y="58802"/>
                </a:lnTo>
                <a:lnTo>
                  <a:pt x="339448" y="59359"/>
                </a:lnTo>
                <a:lnTo>
                  <a:pt x="339365" y="59917"/>
                </a:lnTo>
                <a:lnTo>
                  <a:pt x="339289" y="60474"/>
                </a:lnTo>
                <a:lnTo>
                  <a:pt x="338954" y="63421"/>
                </a:lnTo>
                <a:lnTo>
                  <a:pt x="338896" y="63973"/>
                </a:lnTo>
                <a:lnTo>
                  <a:pt x="338845" y="64524"/>
                </a:lnTo>
                <a:lnTo>
                  <a:pt x="338801" y="65073"/>
                </a:lnTo>
                <a:lnTo>
                  <a:pt x="338764" y="65622"/>
                </a:lnTo>
                <a:lnTo>
                  <a:pt x="338734" y="66169"/>
                </a:lnTo>
                <a:lnTo>
                  <a:pt x="338711" y="66715"/>
                </a:lnTo>
                <a:lnTo>
                  <a:pt x="338695" y="67260"/>
                </a:lnTo>
                <a:lnTo>
                  <a:pt x="338686" y="67804"/>
                </a:lnTo>
                <a:lnTo>
                  <a:pt x="338684" y="68347"/>
                </a:lnTo>
                <a:lnTo>
                  <a:pt x="338689" y="68888"/>
                </a:lnTo>
                <a:lnTo>
                  <a:pt x="338701" y="69428"/>
                </a:lnTo>
                <a:lnTo>
                  <a:pt x="338720" y="69968"/>
                </a:lnTo>
                <a:lnTo>
                  <a:pt x="338746" y="70506"/>
                </a:lnTo>
                <a:lnTo>
                  <a:pt x="338778" y="71042"/>
                </a:lnTo>
                <a:lnTo>
                  <a:pt x="338818" y="71578"/>
                </a:lnTo>
                <a:lnTo>
                  <a:pt x="338865" y="72112"/>
                </a:lnTo>
                <a:lnTo>
                  <a:pt x="338919" y="72646"/>
                </a:lnTo>
                <a:lnTo>
                  <a:pt x="338979" y="73178"/>
                </a:lnTo>
                <a:lnTo>
                  <a:pt x="339047" y="73709"/>
                </a:lnTo>
                <a:lnTo>
                  <a:pt x="339122" y="74239"/>
                </a:lnTo>
                <a:lnTo>
                  <a:pt x="339203" y="74767"/>
                </a:lnTo>
                <a:lnTo>
                  <a:pt x="339292" y="75295"/>
                </a:lnTo>
                <a:lnTo>
                  <a:pt x="339387" y="75821"/>
                </a:lnTo>
                <a:lnTo>
                  <a:pt x="339490" y="76346"/>
                </a:lnTo>
                <a:lnTo>
                  <a:pt x="339600" y="76869"/>
                </a:lnTo>
                <a:lnTo>
                  <a:pt x="339716" y="77387"/>
                </a:lnTo>
                <a:lnTo>
                  <a:pt x="339840" y="77901"/>
                </a:lnTo>
                <a:lnTo>
                  <a:pt x="339971" y="78410"/>
                </a:lnTo>
                <a:lnTo>
                  <a:pt x="340109" y="78916"/>
                </a:lnTo>
                <a:lnTo>
                  <a:pt x="340254" y="79417"/>
                </a:lnTo>
                <a:lnTo>
                  <a:pt x="340406" y="79913"/>
                </a:lnTo>
                <a:lnTo>
                  <a:pt x="340565" y="80406"/>
                </a:lnTo>
                <a:lnTo>
                  <a:pt x="340732" y="80894"/>
                </a:lnTo>
                <a:lnTo>
                  <a:pt x="340905" y="81377"/>
                </a:lnTo>
                <a:lnTo>
                  <a:pt x="341085" y="81857"/>
                </a:lnTo>
                <a:lnTo>
                  <a:pt x="341273" y="82332"/>
                </a:lnTo>
                <a:lnTo>
                  <a:pt x="341468" y="82803"/>
                </a:lnTo>
                <a:lnTo>
                  <a:pt x="341670" y="83269"/>
                </a:lnTo>
                <a:lnTo>
                  <a:pt x="341878" y="83732"/>
                </a:lnTo>
                <a:lnTo>
                  <a:pt x="342094" y="84190"/>
                </a:lnTo>
                <a:lnTo>
                  <a:pt x="342317" y="84643"/>
                </a:lnTo>
                <a:lnTo>
                  <a:pt x="342548" y="85092"/>
                </a:lnTo>
                <a:lnTo>
                  <a:pt x="342785" y="85537"/>
                </a:lnTo>
                <a:lnTo>
                  <a:pt x="343029" y="85978"/>
                </a:lnTo>
                <a:lnTo>
                  <a:pt x="343281" y="86415"/>
                </a:lnTo>
                <a:lnTo>
                  <a:pt x="343539" y="86847"/>
                </a:lnTo>
                <a:lnTo>
                  <a:pt x="343805" y="87275"/>
                </a:lnTo>
                <a:lnTo>
                  <a:pt x="344077" y="87698"/>
                </a:lnTo>
                <a:lnTo>
                  <a:pt x="344357" y="88116"/>
                </a:lnTo>
                <a:lnTo>
                  <a:pt x="344644" y="88527"/>
                </a:lnTo>
                <a:lnTo>
                  <a:pt x="344938" y="88930"/>
                </a:lnTo>
                <a:lnTo>
                  <a:pt x="345239" y="89327"/>
                </a:lnTo>
                <a:lnTo>
                  <a:pt x="345547" y="89716"/>
                </a:lnTo>
                <a:lnTo>
                  <a:pt x="345863" y="90098"/>
                </a:lnTo>
                <a:lnTo>
                  <a:pt x="346185" y="90474"/>
                </a:lnTo>
                <a:lnTo>
                  <a:pt x="346514" y="90842"/>
                </a:lnTo>
                <a:lnTo>
                  <a:pt x="346851" y="91203"/>
                </a:lnTo>
                <a:lnTo>
                  <a:pt x="347195" y="91557"/>
                </a:lnTo>
                <a:lnTo>
                  <a:pt x="347545" y="91904"/>
                </a:lnTo>
                <a:lnTo>
                  <a:pt x="347903" y="92244"/>
                </a:lnTo>
                <a:lnTo>
                  <a:pt x="348268" y="92576"/>
                </a:lnTo>
                <a:lnTo>
                  <a:pt x="348640" y="92902"/>
                </a:lnTo>
                <a:lnTo>
                  <a:pt x="349019" y="93220"/>
                </a:lnTo>
                <a:lnTo>
                  <a:pt x="349405" y="93532"/>
                </a:lnTo>
                <a:lnTo>
                  <a:pt x="349799" y="93836"/>
                </a:lnTo>
                <a:lnTo>
                  <a:pt x="350199" y="94133"/>
                </a:lnTo>
                <a:lnTo>
                  <a:pt x="350606" y="94424"/>
                </a:lnTo>
                <a:lnTo>
                  <a:pt x="351021" y="94707"/>
                </a:lnTo>
                <a:lnTo>
                  <a:pt x="351443" y="94983"/>
                </a:lnTo>
                <a:lnTo>
                  <a:pt x="351871" y="95252"/>
                </a:lnTo>
                <a:lnTo>
                  <a:pt x="352307" y="95513"/>
                </a:lnTo>
                <a:lnTo>
                  <a:pt x="352750" y="95768"/>
                </a:lnTo>
                <a:lnTo>
                  <a:pt x="353200" y="96014"/>
                </a:lnTo>
                <a:lnTo>
                  <a:pt x="353657" y="96250"/>
                </a:lnTo>
                <a:lnTo>
                  <a:pt x="354121" y="96475"/>
                </a:lnTo>
                <a:lnTo>
                  <a:pt x="354592" y="96691"/>
                </a:lnTo>
                <a:lnTo>
                  <a:pt x="355070" y="96896"/>
                </a:lnTo>
                <a:lnTo>
                  <a:pt x="355555" y="97091"/>
                </a:lnTo>
                <a:lnTo>
                  <a:pt x="356046" y="97275"/>
                </a:lnTo>
                <a:lnTo>
                  <a:pt x="356545" y="97450"/>
                </a:lnTo>
                <a:lnTo>
                  <a:pt x="357051" y="97614"/>
                </a:lnTo>
                <a:lnTo>
                  <a:pt x="357564" y="97768"/>
                </a:lnTo>
                <a:lnTo>
                  <a:pt x="358083" y="97912"/>
                </a:lnTo>
                <a:lnTo>
                  <a:pt x="358610" y="98045"/>
                </a:lnTo>
                <a:lnTo>
                  <a:pt x="359144" y="98168"/>
                </a:lnTo>
                <a:lnTo>
                  <a:pt x="359684" y="98281"/>
                </a:lnTo>
                <a:lnTo>
                  <a:pt x="360232" y="98384"/>
                </a:lnTo>
                <a:lnTo>
                  <a:pt x="360787" y="98477"/>
                </a:lnTo>
                <a:lnTo>
                  <a:pt x="361348" y="98559"/>
                </a:lnTo>
                <a:lnTo>
                  <a:pt x="361917" y="98631"/>
                </a:lnTo>
                <a:lnTo>
                  <a:pt x="362492" y="98693"/>
                </a:lnTo>
                <a:lnTo>
                  <a:pt x="363075" y="98744"/>
                </a:lnTo>
                <a:lnTo>
                  <a:pt x="363664" y="98786"/>
                </a:lnTo>
                <a:lnTo>
                  <a:pt x="364261" y="98817"/>
                </a:lnTo>
                <a:lnTo>
                  <a:pt x="364864" y="98838"/>
                </a:lnTo>
                <a:lnTo>
                  <a:pt x="365475" y="98849"/>
                </a:lnTo>
                <a:lnTo>
                  <a:pt x="365915" y="98846"/>
                </a:lnTo>
                <a:lnTo>
                  <a:pt x="366353" y="98839"/>
                </a:lnTo>
                <a:lnTo>
                  <a:pt x="366790" y="98826"/>
                </a:lnTo>
                <a:lnTo>
                  <a:pt x="367225" y="98809"/>
                </a:lnTo>
                <a:lnTo>
                  <a:pt x="367659" y="98786"/>
                </a:lnTo>
                <a:lnTo>
                  <a:pt x="368091" y="98759"/>
                </a:lnTo>
                <a:lnTo>
                  <a:pt x="368521" y="98726"/>
                </a:lnTo>
                <a:lnTo>
                  <a:pt x="368950" y="98689"/>
                </a:lnTo>
                <a:lnTo>
                  <a:pt x="369377" y="98646"/>
                </a:lnTo>
                <a:lnTo>
                  <a:pt x="369802" y="98599"/>
                </a:lnTo>
                <a:lnTo>
                  <a:pt x="370226" y="98546"/>
                </a:lnTo>
                <a:lnTo>
                  <a:pt x="370648" y="98489"/>
                </a:lnTo>
                <a:lnTo>
                  <a:pt x="371069" y="98426"/>
                </a:lnTo>
                <a:lnTo>
                  <a:pt x="371488" y="98359"/>
                </a:lnTo>
                <a:lnTo>
                  <a:pt x="371905" y="98286"/>
                </a:lnTo>
                <a:lnTo>
                  <a:pt x="372320" y="98209"/>
                </a:lnTo>
                <a:lnTo>
                  <a:pt x="372734" y="98126"/>
                </a:lnTo>
                <a:lnTo>
                  <a:pt x="373147" y="98039"/>
                </a:lnTo>
                <a:lnTo>
                  <a:pt x="373558" y="97946"/>
                </a:lnTo>
                <a:lnTo>
                  <a:pt x="373967" y="97849"/>
                </a:lnTo>
                <a:lnTo>
                  <a:pt x="374374" y="97746"/>
                </a:lnTo>
                <a:lnTo>
                  <a:pt x="374780" y="97639"/>
                </a:lnTo>
                <a:lnTo>
                  <a:pt x="375184" y="97526"/>
                </a:lnTo>
                <a:lnTo>
                  <a:pt x="375587" y="97409"/>
                </a:lnTo>
                <a:lnTo>
                  <a:pt x="375988" y="97286"/>
                </a:lnTo>
                <a:lnTo>
                  <a:pt x="376386" y="97159"/>
                </a:lnTo>
                <a:lnTo>
                  <a:pt x="376782" y="97026"/>
                </a:lnTo>
                <a:lnTo>
                  <a:pt x="377175" y="96889"/>
                </a:lnTo>
                <a:lnTo>
                  <a:pt x="377566" y="96746"/>
                </a:lnTo>
                <a:lnTo>
                  <a:pt x="377954" y="96599"/>
                </a:lnTo>
                <a:lnTo>
                  <a:pt x="378340" y="96446"/>
                </a:lnTo>
                <a:lnTo>
                  <a:pt x="378724" y="96289"/>
                </a:lnTo>
                <a:lnTo>
                  <a:pt x="379105" y="96126"/>
                </a:lnTo>
                <a:lnTo>
                  <a:pt x="379483" y="95959"/>
                </a:lnTo>
                <a:lnTo>
                  <a:pt x="379859" y="95786"/>
                </a:lnTo>
                <a:lnTo>
                  <a:pt x="380233" y="95609"/>
                </a:lnTo>
                <a:lnTo>
                  <a:pt x="380605" y="95426"/>
                </a:lnTo>
                <a:lnTo>
                  <a:pt x="380973" y="95239"/>
                </a:lnTo>
                <a:lnTo>
                  <a:pt x="381340" y="95046"/>
                </a:lnTo>
                <a:lnTo>
                  <a:pt x="381704" y="94849"/>
                </a:lnTo>
                <a:lnTo>
                  <a:pt x="382065" y="94647"/>
                </a:lnTo>
                <a:lnTo>
                  <a:pt x="382424" y="94439"/>
                </a:lnTo>
                <a:lnTo>
                  <a:pt x="382781" y="94227"/>
                </a:lnTo>
                <a:lnTo>
                  <a:pt x="383135" y="94009"/>
                </a:lnTo>
                <a:lnTo>
                  <a:pt x="383487" y="93787"/>
                </a:lnTo>
                <a:lnTo>
                  <a:pt x="383836" y="93559"/>
                </a:lnTo>
                <a:lnTo>
                  <a:pt x="384183" y="93327"/>
                </a:lnTo>
                <a:lnTo>
                  <a:pt x="384528" y="93089"/>
                </a:lnTo>
                <a:lnTo>
                  <a:pt x="384869" y="92847"/>
                </a:lnTo>
                <a:lnTo>
                  <a:pt x="385207" y="92600"/>
                </a:lnTo>
                <a:lnTo>
                  <a:pt x="385542" y="92349"/>
                </a:lnTo>
                <a:lnTo>
                  <a:pt x="385874" y="92094"/>
                </a:lnTo>
                <a:lnTo>
                  <a:pt x="386202" y="91834"/>
                </a:lnTo>
                <a:lnTo>
                  <a:pt x="386526" y="91570"/>
                </a:lnTo>
                <a:lnTo>
                  <a:pt x="386848" y="91301"/>
                </a:lnTo>
                <a:lnTo>
                  <a:pt x="387166" y="91028"/>
                </a:lnTo>
                <a:lnTo>
                  <a:pt x="387480" y="90750"/>
                </a:lnTo>
                <a:lnTo>
                  <a:pt x="387791" y="90468"/>
                </a:lnTo>
                <a:lnTo>
                  <a:pt x="388099" y="90182"/>
                </a:lnTo>
                <a:lnTo>
                  <a:pt x="388404" y="89891"/>
                </a:lnTo>
                <a:lnTo>
                  <a:pt x="388705" y="89596"/>
                </a:lnTo>
                <a:lnTo>
                  <a:pt x="389002" y="89296"/>
                </a:lnTo>
                <a:lnTo>
                  <a:pt x="389297" y="88992"/>
                </a:lnTo>
                <a:lnTo>
                  <a:pt x="389588" y="88684"/>
                </a:lnTo>
                <a:lnTo>
                  <a:pt x="389875" y="88371"/>
                </a:lnTo>
                <a:lnTo>
                  <a:pt x="390160" y="88054"/>
                </a:lnTo>
                <a:lnTo>
                  <a:pt x="390440" y="87732"/>
                </a:lnTo>
                <a:lnTo>
                  <a:pt x="390718" y="87406"/>
                </a:lnTo>
                <a:lnTo>
                  <a:pt x="390992" y="87075"/>
                </a:lnTo>
                <a:lnTo>
                  <a:pt x="391263" y="86740"/>
                </a:lnTo>
                <a:lnTo>
                  <a:pt x="391530" y="86401"/>
                </a:lnTo>
                <a:lnTo>
                  <a:pt x="391794" y="86057"/>
                </a:lnTo>
                <a:lnTo>
                  <a:pt x="387173" y="82173"/>
                </a:lnTo>
                <a:lnTo>
                  <a:pt x="386809" y="82544"/>
                </a:lnTo>
                <a:lnTo>
                  <a:pt x="386441" y="82908"/>
                </a:lnTo>
                <a:lnTo>
                  <a:pt x="386071" y="83267"/>
                </a:lnTo>
                <a:lnTo>
                  <a:pt x="385698" y="83619"/>
                </a:lnTo>
                <a:lnTo>
                  <a:pt x="385321" y="83966"/>
                </a:lnTo>
                <a:lnTo>
                  <a:pt x="384942" y="84306"/>
                </a:lnTo>
                <a:lnTo>
                  <a:pt x="384560" y="84639"/>
                </a:lnTo>
                <a:lnTo>
                  <a:pt x="384174" y="84967"/>
                </a:lnTo>
                <a:lnTo>
                  <a:pt x="383786" y="85289"/>
                </a:lnTo>
                <a:lnTo>
                  <a:pt x="383394" y="85604"/>
                </a:lnTo>
                <a:lnTo>
                  <a:pt x="383000" y="85913"/>
                </a:lnTo>
                <a:lnTo>
                  <a:pt x="382602" y="86216"/>
                </a:lnTo>
                <a:lnTo>
                  <a:pt x="382202" y="86513"/>
                </a:lnTo>
                <a:lnTo>
                  <a:pt x="381798" y="86804"/>
                </a:lnTo>
                <a:lnTo>
                  <a:pt x="381392" y="87088"/>
                </a:lnTo>
                <a:lnTo>
                  <a:pt x="380982" y="87367"/>
                </a:lnTo>
                <a:lnTo>
                  <a:pt x="380569" y="87639"/>
                </a:lnTo>
                <a:lnTo>
                  <a:pt x="380154" y="87905"/>
                </a:lnTo>
                <a:lnTo>
                  <a:pt x="379735" y="88165"/>
                </a:lnTo>
                <a:lnTo>
                  <a:pt x="379313" y="88419"/>
                </a:lnTo>
                <a:lnTo>
                  <a:pt x="378889" y="88666"/>
                </a:lnTo>
                <a:lnTo>
                  <a:pt x="378461" y="88908"/>
                </a:lnTo>
                <a:lnTo>
                  <a:pt x="378030" y="89143"/>
                </a:lnTo>
                <a:lnTo>
                  <a:pt x="377596" y="89372"/>
                </a:lnTo>
                <a:lnTo>
                  <a:pt x="377159" y="89593"/>
                </a:lnTo>
                <a:lnTo>
                  <a:pt x="376717" y="89805"/>
                </a:lnTo>
                <a:lnTo>
                  <a:pt x="376271" y="90007"/>
                </a:lnTo>
                <a:lnTo>
                  <a:pt x="375822" y="90199"/>
                </a:lnTo>
                <a:lnTo>
                  <a:pt x="375367" y="90382"/>
                </a:lnTo>
                <a:lnTo>
                  <a:pt x="374909" y="90555"/>
                </a:lnTo>
                <a:lnTo>
                  <a:pt x="374447" y="90718"/>
                </a:lnTo>
                <a:lnTo>
                  <a:pt x="373980" y="90872"/>
                </a:lnTo>
                <a:lnTo>
                  <a:pt x="373509" y="91016"/>
                </a:lnTo>
                <a:lnTo>
                  <a:pt x="373034" y="91150"/>
                </a:lnTo>
                <a:lnTo>
                  <a:pt x="372555" y="91275"/>
                </a:lnTo>
                <a:lnTo>
                  <a:pt x="372071" y="91390"/>
                </a:lnTo>
                <a:lnTo>
                  <a:pt x="371584" y="91495"/>
                </a:lnTo>
                <a:lnTo>
                  <a:pt x="371092" y="91591"/>
                </a:lnTo>
                <a:lnTo>
                  <a:pt x="370596" y="91677"/>
                </a:lnTo>
                <a:lnTo>
                  <a:pt x="370096" y="91753"/>
                </a:lnTo>
                <a:lnTo>
                  <a:pt x="369591" y="91820"/>
                </a:lnTo>
                <a:lnTo>
                  <a:pt x="369083" y="91877"/>
                </a:lnTo>
                <a:lnTo>
                  <a:pt x="368570" y="91925"/>
                </a:lnTo>
                <a:lnTo>
                  <a:pt x="368053" y="91963"/>
                </a:lnTo>
                <a:lnTo>
                  <a:pt x="367532" y="91991"/>
                </a:lnTo>
                <a:lnTo>
                  <a:pt x="367007" y="92009"/>
                </a:lnTo>
                <a:lnTo>
                  <a:pt x="366477" y="92018"/>
                </a:lnTo>
                <a:lnTo>
                  <a:pt x="365943" y="92018"/>
                </a:lnTo>
                <a:lnTo>
                  <a:pt x="365466" y="92002"/>
                </a:lnTo>
                <a:lnTo>
                  <a:pt x="364996" y="91978"/>
                </a:lnTo>
                <a:lnTo>
                  <a:pt x="364531" y="91946"/>
                </a:lnTo>
                <a:lnTo>
                  <a:pt x="364073" y="91905"/>
                </a:lnTo>
                <a:lnTo>
                  <a:pt x="363621" y="91856"/>
                </a:lnTo>
                <a:lnTo>
                  <a:pt x="363175" y="91798"/>
                </a:lnTo>
                <a:lnTo>
                  <a:pt x="362735" y="91732"/>
                </a:lnTo>
                <a:lnTo>
                  <a:pt x="362301" y="91657"/>
                </a:lnTo>
                <a:lnTo>
                  <a:pt x="361873" y="91573"/>
                </a:lnTo>
                <a:lnTo>
                  <a:pt x="361452" y="91482"/>
                </a:lnTo>
                <a:lnTo>
                  <a:pt x="361037" y="91381"/>
                </a:lnTo>
                <a:lnTo>
                  <a:pt x="360628" y="91273"/>
                </a:lnTo>
                <a:lnTo>
                  <a:pt x="360225" y="91155"/>
                </a:lnTo>
                <a:lnTo>
                  <a:pt x="359828" y="91030"/>
                </a:lnTo>
                <a:lnTo>
                  <a:pt x="359437" y="90895"/>
                </a:lnTo>
                <a:lnTo>
                  <a:pt x="359053" y="90753"/>
                </a:lnTo>
                <a:lnTo>
                  <a:pt x="358675" y="90601"/>
                </a:lnTo>
                <a:lnTo>
                  <a:pt x="358302" y="90442"/>
                </a:lnTo>
                <a:lnTo>
                  <a:pt x="357936" y="90274"/>
                </a:lnTo>
                <a:lnTo>
                  <a:pt x="357577" y="90097"/>
                </a:lnTo>
                <a:lnTo>
                  <a:pt x="357223" y="89912"/>
                </a:lnTo>
                <a:lnTo>
                  <a:pt x="356876" y="89718"/>
                </a:lnTo>
                <a:lnTo>
                  <a:pt x="356534" y="89516"/>
                </a:lnTo>
                <a:lnTo>
                  <a:pt x="356199" y="89305"/>
                </a:lnTo>
                <a:lnTo>
                  <a:pt x="355870" y="89088"/>
                </a:lnTo>
                <a:lnTo>
                  <a:pt x="355547" y="88864"/>
                </a:lnTo>
                <a:lnTo>
                  <a:pt x="355230" y="88636"/>
                </a:lnTo>
                <a:lnTo>
                  <a:pt x="354918" y="88401"/>
                </a:lnTo>
                <a:lnTo>
                  <a:pt x="354613" y="88161"/>
                </a:lnTo>
                <a:lnTo>
                  <a:pt x="354313" y="87916"/>
                </a:lnTo>
                <a:lnTo>
                  <a:pt x="354020" y="87665"/>
                </a:lnTo>
                <a:lnTo>
                  <a:pt x="353732" y="87408"/>
                </a:lnTo>
                <a:lnTo>
                  <a:pt x="353451" y="87146"/>
                </a:lnTo>
                <a:lnTo>
                  <a:pt x="353175" y="86878"/>
                </a:lnTo>
                <a:lnTo>
                  <a:pt x="352905" y="86604"/>
                </a:lnTo>
                <a:lnTo>
                  <a:pt x="352641" y="86325"/>
                </a:lnTo>
                <a:lnTo>
                  <a:pt x="352383" y="86040"/>
                </a:lnTo>
                <a:lnTo>
                  <a:pt x="352131" y="85750"/>
                </a:lnTo>
                <a:lnTo>
                  <a:pt x="351885" y="85455"/>
                </a:lnTo>
                <a:lnTo>
                  <a:pt x="351645" y="85153"/>
                </a:lnTo>
                <a:lnTo>
                  <a:pt x="351411" y="84846"/>
                </a:lnTo>
                <a:lnTo>
                  <a:pt x="351183" y="84534"/>
                </a:lnTo>
                <a:lnTo>
                  <a:pt x="350960" y="84216"/>
                </a:lnTo>
                <a:lnTo>
                  <a:pt x="350744" y="83892"/>
                </a:lnTo>
                <a:lnTo>
                  <a:pt x="350533" y="83563"/>
                </a:lnTo>
                <a:lnTo>
                  <a:pt x="350329" y="83228"/>
                </a:lnTo>
                <a:lnTo>
                  <a:pt x="350130" y="82887"/>
                </a:lnTo>
                <a:lnTo>
                  <a:pt x="349937" y="82541"/>
                </a:lnTo>
                <a:lnTo>
                  <a:pt x="349750" y="82191"/>
                </a:lnTo>
                <a:lnTo>
                  <a:pt x="349568" y="81838"/>
                </a:lnTo>
                <a:lnTo>
                  <a:pt x="349392" y="81482"/>
                </a:lnTo>
                <a:lnTo>
                  <a:pt x="349220" y="81123"/>
                </a:lnTo>
                <a:lnTo>
                  <a:pt x="349054" y="80761"/>
                </a:lnTo>
                <a:lnTo>
                  <a:pt x="348893" y="80396"/>
                </a:lnTo>
                <a:lnTo>
                  <a:pt x="348737" y="80028"/>
                </a:lnTo>
                <a:lnTo>
                  <a:pt x="348587" y="79658"/>
                </a:lnTo>
                <a:lnTo>
                  <a:pt x="348442" y="79284"/>
                </a:lnTo>
                <a:lnTo>
                  <a:pt x="348301" y="78908"/>
                </a:lnTo>
                <a:lnTo>
                  <a:pt x="348167" y="78529"/>
                </a:lnTo>
                <a:lnTo>
                  <a:pt x="348037" y="78146"/>
                </a:lnTo>
                <a:lnTo>
                  <a:pt x="347913" y="77761"/>
                </a:lnTo>
                <a:lnTo>
                  <a:pt x="347794" y="77373"/>
                </a:lnTo>
                <a:lnTo>
                  <a:pt x="347680" y="76982"/>
                </a:lnTo>
                <a:lnTo>
                  <a:pt x="347571" y="76588"/>
                </a:lnTo>
                <a:lnTo>
                  <a:pt x="347468" y="76192"/>
                </a:lnTo>
                <a:lnTo>
                  <a:pt x="347369" y="75792"/>
                </a:lnTo>
                <a:lnTo>
                  <a:pt x="347277" y="75389"/>
                </a:lnTo>
                <a:lnTo>
                  <a:pt x="347189" y="74984"/>
                </a:lnTo>
                <a:lnTo>
                  <a:pt x="347106" y="74575"/>
                </a:lnTo>
                <a:lnTo>
                  <a:pt x="347029" y="74164"/>
                </a:lnTo>
                <a:lnTo>
                  <a:pt x="346957" y="73750"/>
                </a:lnTo>
                <a:lnTo>
                  <a:pt x="346890" y="73333"/>
                </a:lnTo>
                <a:lnTo>
                  <a:pt x="346828" y="72914"/>
                </a:lnTo>
                <a:lnTo>
                  <a:pt x="346771" y="72496"/>
                </a:lnTo>
                <a:lnTo>
                  <a:pt x="346719" y="72078"/>
                </a:lnTo>
                <a:lnTo>
                  <a:pt x="346672" y="71660"/>
                </a:lnTo>
                <a:lnTo>
                  <a:pt x="346629" y="71243"/>
                </a:lnTo>
                <a:lnTo>
                  <a:pt x="346591" y="70826"/>
                </a:lnTo>
                <a:lnTo>
                  <a:pt x="346558" y="70409"/>
                </a:lnTo>
                <a:lnTo>
                  <a:pt x="346529" y="69992"/>
                </a:lnTo>
                <a:lnTo>
                  <a:pt x="346506" y="69575"/>
                </a:lnTo>
                <a:lnTo>
                  <a:pt x="346487" y="69159"/>
                </a:lnTo>
                <a:lnTo>
                  <a:pt x="346473" y="68743"/>
                </a:lnTo>
                <a:lnTo>
                  <a:pt x="346463" y="68327"/>
                </a:lnTo>
                <a:lnTo>
                  <a:pt x="346459" y="67911"/>
                </a:lnTo>
                <a:lnTo>
                  <a:pt x="346459" y="67496"/>
                </a:lnTo>
                <a:lnTo>
                  <a:pt x="346464" y="67080"/>
                </a:lnTo>
                <a:lnTo>
                  <a:pt x="346474" y="66666"/>
                </a:lnTo>
                <a:lnTo>
                  <a:pt x="346488" y="66251"/>
                </a:lnTo>
                <a:lnTo>
                  <a:pt x="346507" y="65836"/>
                </a:lnTo>
                <a:lnTo>
                  <a:pt x="346531" y="65422"/>
                </a:lnTo>
                <a:lnTo>
                  <a:pt x="346560" y="65008"/>
                </a:lnTo>
                <a:lnTo>
                  <a:pt x="346594" y="64594"/>
                </a:lnTo>
                <a:lnTo>
                  <a:pt x="346632" y="64181"/>
                </a:lnTo>
                <a:lnTo>
                  <a:pt x="346675" y="63767"/>
                </a:lnTo>
                <a:lnTo>
                  <a:pt x="346723" y="63354"/>
                </a:lnTo>
                <a:lnTo>
                  <a:pt x="346947" y="61747"/>
                </a:lnTo>
                <a:lnTo>
                  <a:pt x="397152" y="61747"/>
                </a:lnTo>
                <a:lnTo>
                  <a:pt x="397754" y="56866"/>
                </a:lnTo>
                <a:lnTo>
                  <a:pt x="397818" y="56354"/>
                </a:lnTo>
                <a:lnTo>
                  <a:pt x="397876" y="55843"/>
                </a:lnTo>
                <a:lnTo>
                  <a:pt x="397928" y="55333"/>
                </a:lnTo>
                <a:close/>
                <a:moveTo>
                  <a:pt x="348762" y="53524"/>
                </a:moveTo>
                <a:lnTo>
                  <a:pt x="348902" y="53085"/>
                </a:lnTo>
                <a:lnTo>
                  <a:pt x="349046" y="52645"/>
                </a:lnTo>
                <a:lnTo>
                  <a:pt x="349195" y="52205"/>
                </a:lnTo>
                <a:lnTo>
                  <a:pt x="349348" y="51764"/>
                </a:lnTo>
                <a:lnTo>
                  <a:pt x="349505" y="51322"/>
                </a:lnTo>
                <a:lnTo>
                  <a:pt x="349667" y="50880"/>
                </a:lnTo>
                <a:lnTo>
                  <a:pt x="349834" y="50437"/>
                </a:lnTo>
                <a:lnTo>
                  <a:pt x="350004" y="49994"/>
                </a:lnTo>
                <a:lnTo>
                  <a:pt x="350180" y="49551"/>
                </a:lnTo>
                <a:lnTo>
                  <a:pt x="350359" y="49112"/>
                </a:lnTo>
                <a:lnTo>
                  <a:pt x="350543" y="48676"/>
                </a:lnTo>
                <a:lnTo>
                  <a:pt x="350732" y="48243"/>
                </a:lnTo>
                <a:lnTo>
                  <a:pt x="350925" y="47813"/>
                </a:lnTo>
                <a:lnTo>
                  <a:pt x="351122" y="47386"/>
                </a:lnTo>
                <a:lnTo>
                  <a:pt x="351324" y="46962"/>
                </a:lnTo>
                <a:lnTo>
                  <a:pt x="351530" y="46541"/>
                </a:lnTo>
                <a:lnTo>
                  <a:pt x="351740" y="46123"/>
                </a:lnTo>
                <a:lnTo>
                  <a:pt x="351955" y="45708"/>
                </a:lnTo>
                <a:lnTo>
                  <a:pt x="352175" y="45296"/>
                </a:lnTo>
                <a:lnTo>
                  <a:pt x="352399" y="44887"/>
                </a:lnTo>
                <a:lnTo>
                  <a:pt x="352627" y="44481"/>
                </a:lnTo>
                <a:lnTo>
                  <a:pt x="352859" y="44078"/>
                </a:lnTo>
                <a:lnTo>
                  <a:pt x="353097" y="43678"/>
                </a:lnTo>
                <a:lnTo>
                  <a:pt x="353338" y="43282"/>
                </a:lnTo>
                <a:lnTo>
                  <a:pt x="353584" y="42888"/>
                </a:lnTo>
                <a:lnTo>
                  <a:pt x="353834" y="42497"/>
                </a:lnTo>
                <a:lnTo>
                  <a:pt x="354089" y="42109"/>
                </a:lnTo>
                <a:lnTo>
                  <a:pt x="354348" y="41725"/>
                </a:lnTo>
                <a:lnTo>
                  <a:pt x="354612" y="41343"/>
                </a:lnTo>
                <a:lnTo>
                  <a:pt x="354880" y="40964"/>
                </a:lnTo>
                <a:lnTo>
                  <a:pt x="355152" y="40588"/>
                </a:lnTo>
                <a:lnTo>
                  <a:pt x="355429" y="40216"/>
                </a:lnTo>
                <a:lnTo>
                  <a:pt x="355710" y="39848"/>
                </a:lnTo>
                <a:lnTo>
                  <a:pt x="355997" y="39486"/>
                </a:lnTo>
                <a:lnTo>
                  <a:pt x="356288" y="39131"/>
                </a:lnTo>
                <a:lnTo>
                  <a:pt x="356583" y="38782"/>
                </a:lnTo>
                <a:lnTo>
                  <a:pt x="356884" y="38439"/>
                </a:lnTo>
                <a:lnTo>
                  <a:pt x="357189" y="38102"/>
                </a:lnTo>
                <a:lnTo>
                  <a:pt x="357499" y="37772"/>
                </a:lnTo>
                <a:lnTo>
                  <a:pt x="357814" y="37448"/>
                </a:lnTo>
                <a:lnTo>
                  <a:pt x="358133" y="37130"/>
                </a:lnTo>
                <a:lnTo>
                  <a:pt x="358458" y="36818"/>
                </a:lnTo>
                <a:lnTo>
                  <a:pt x="358787" y="36513"/>
                </a:lnTo>
                <a:lnTo>
                  <a:pt x="359121" y="36214"/>
                </a:lnTo>
                <a:lnTo>
                  <a:pt x="359459" y="35922"/>
                </a:lnTo>
                <a:lnTo>
                  <a:pt x="359803" y="35635"/>
                </a:lnTo>
                <a:lnTo>
                  <a:pt x="360151" y="35355"/>
                </a:lnTo>
                <a:lnTo>
                  <a:pt x="360504" y="35081"/>
                </a:lnTo>
                <a:lnTo>
                  <a:pt x="360862" y="34814"/>
                </a:lnTo>
                <a:lnTo>
                  <a:pt x="361224" y="34553"/>
                </a:lnTo>
                <a:lnTo>
                  <a:pt x="361591" y="34298"/>
                </a:lnTo>
                <a:lnTo>
                  <a:pt x="361963" y="34049"/>
                </a:lnTo>
                <a:lnTo>
                  <a:pt x="362340" y="33807"/>
                </a:lnTo>
                <a:lnTo>
                  <a:pt x="362722" y="33570"/>
                </a:lnTo>
                <a:lnTo>
                  <a:pt x="363108" y="33341"/>
                </a:lnTo>
                <a:lnTo>
                  <a:pt x="363499" y="33117"/>
                </a:lnTo>
                <a:lnTo>
                  <a:pt x="363895" y="32901"/>
                </a:lnTo>
                <a:lnTo>
                  <a:pt x="364295" y="32695"/>
                </a:lnTo>
                <a:lnTo>
                  <a:pt x="364700" y="32499"/>
                </a:lnTo>
                <a:lnTo>
                  <a:pt x="365109" y="32312"/>
                </a:lnTo>
                <a:lnTo>
                  <a:pt x="365523" y="32135"/>
                </a:lnTo>
                <a:lnTo>
                  <a:pt x="365941" y="31968"/>
                </a:lnTo>
                <a:lnTo>
                  <a:pt x="366364" y="31810"/>
                </a:lnTo>
                <a:lnTo>
                  <a:pt x="366792" y="31662"/>
                </a:lnTo>
                <a:lnTo>
                  <a:pt x="367224" y="31524"/>
                </a:lnTo>
                <a:lnTo>
                  <a:pt x="367660" y="31395"/>
                </a:lnTo>
                <a:lnTo>
                  <a:pt x="368101" y="31276"/>
                </a:lnTo>
                <a:lnTo>
                  <a:pt x="368547" y="31166"/>
                </a:lnTo>
                <a:lnTo>
                  <a:pt x="368997" y="31067"/>
                </a:lnTo>
                <a:lnTo>
                  <a:pt x="369452" y="30976"/>
                </a:lnTo>
                <a:lnTo>
                  <a:pt x="369911" y="30896"/>
                </a:lnTo>
                <a:lnTo>
                  <a:pt x="370375" y="30825"/>
                </a:lnTo>
                <a:lnTo>
                  <a:pt x="370843" y="30764"/>
                </a:lnTo>
                <a:lnTo>
                  <a:pt x="371316" y="30712"/>
                </a:lnTo>
                <a:lnTo>
                  <a:pt x="371793" y="30670"/>
                </a:lnTo>
                <a:lnTo>
                  <a:pt x="372275" y="30638"/>
                </a:lnTo>
                <a:lnTo>
                  <a:pt x="372761" y="30616"/>
                </a:lnTo>
                <a:lnTo>
                  <a:pt x="373252" y="30603"/>
                </a:lnTo>
                <a:lnTo>
                  <a:pt x="373748" y="30599"/>
                </a:lnTo>
                <a:lnTo>
                  <a:pt x="374248" y="30606"/>
                </a:lnTo>
                <a:lnTo>
                  <a:pt x="374773" y="30617"/>
                </a:lnTo>
                <a:lnTo>
                  <a:pt x="375290" y="30640"/>
                </a:lnTo>
                <a:lnTo>
                  <a:pt x="375799" y="30676"/>
                </a:lnTo>
                <a:lnTo>
                  <a:pt x="376298" y="30723"/>
                </a:lnTo>
                <a:lnTo>
                  <a:pt x="376788" y="30781"/>
                </a:lnTo>
                <a:lnTo>
                  <a:pt x="377270" y="30852"/>
                </a:lnTo>
                <a:lnTo>
                  <a:pt x="377743" y="30934"/>
                </a:lnTo>
                <a:lnTo>
                  <a:pt x="378206" y="31029"/>
                </a:lnTo>
                <a:lnTo>
                  <a:pt x="378661" y="31135"/>
                </a:lnTo>
                <a:lnTo>
                  <a:pt x="379108" y="31253"/>
                </a:lnTo>
                <a:lnTo>
                  <a:pt x="379545" y="31383"/>
                </a:lnTo>
                <a:lnTo>
                  <a:pt x="379974" y="31524"/>
                </a:lnTo>
                <a:lnTo>
                  <a:pt x="380393" y="31678"/>
                </a:lnTo>
                <a:lnTo>
                  <a:pt x="380804" y="31843"/>
                </a:lnTo>
                <a:lnTo>
                  <a:pt x="381206" y="32020"/>
                </a:lnTo>
                <a:lnTo>
                  <a:pt x="381600" y="32209"/>
                </a:lnTo>
                <a:lnTo>
                  <a:pt x="381984" y="32410"/>
                </a:lnTo>
                <a:lnTo>
                  <a:pt x="382360" y="32623"/>
                </a:lnTo>
                <a:lnTo>
                  <a:pt x="382726" y="32847"/>
                </a:lnTo>
                <a:lnTo>
                  <a:pt x="383084" y="33083"/>
                </a:lnTo>
                <a:lnTo>
                  <a:pt x="383433" y="33331"/>
                </a:lnTo>
                <a:lnTo>
                  <a:pt x="383773" y="33591"/>
                </a:lnTo>
                <a:lnTo>
                  <a:pt x="384105" y="33863"/>
                </a:lnTo>
                <a:lnTo>
                  <a:pt x="384427" y="34147"/>
                </a:lnTo>
                <a:lnTo>
                  <a:pt x="384741" y="34439"/>
                </a:lnTo>
                <a:lnTo>
                  <a:pt x="385047" y="34738"/>
                </a:lnTo>
                <a:lnTo>
                  <a:pt x="385344" y="35044"/>
                </a:lnTo>
                <a:lnTo>
                  <a:pt x="385634" y="35356"/>
                </a:lnTo>
                <a:lnTo>
                  <a:pt x="385915" y="35675"/>
                </a:lnTo>
                <a:lnTo>
                  <a:pt x="386187" y="36000"/>
                </a:lnTo>
                <a:lnTo>
                  <a:pt x="386452" y="36331"/>
                </a:lnTo>
                <a:lnTo>
                  <a:pt x="386708" y="36669"/>
                </a:lnTo>
                <a:lnTo>
                  <a:pt x="386956" y="37014"/>
                </a:lnTo>
                <a:lnTo>
                  <a:pt x="387196" y="37365"/>
                </a:lnTo>
                <a:lnTo>
                  <a:pt x="387427" y="37722"/>
                </a:lnTo>
                <a:lnTo>
                  <a:pt x="387650" y="38086"/>
                </a:lnTo>
                <a:lnTo>
                  <a:pt x="387865" y="38457"/>
                </a:lnTo>
                <a:lnTo>
                  <a:pt x="388072" y="38834"/>
                </a:lnTo>
                <a:lnTo>
                  <a:pt x="388270" y="39218"/>
                </a:lnTo>
                <a:lnTo>
                  <a:pt x="388460" y="39608"/>
                </a:lnTo>
                <a:lnTo>
                  <a:pt x="388642" y="40004"/>
                </a:lnTo>
                <a:lnTo>
                  <a:pt x="388816" y="40407"/>
                </a:lnTo>
                <a:lnTo>
                  <a:pt x="388981" y="40817"/>
                </a:lnTo>
                <a:lnTo>
                  <a:pt x="389138" y="41233"/>
                </a:lnTo>
                <a:lnTo>
                  <a:pt x="389287" y="41655"/>
                </a:lnTo>
                <a:lnTo>
                  <a:pt x="389428" y="42084"/>
                </a:lnTo>
                <a:lnTo>
                  <a:pt x="389560" y="42520"/>
                </a:lnTo>
                <a:lnTo>
                  <a:pt x="389684" y="42962"/>
                </a:lnTo>
                <a:lnTo>
                  <a:pt x="389800" y="43407"/>
                </a:lnTo>
                <a:lnTo>
                  <a:pt x="389908" y="43854"/>
                </a:lnTo>
                <a:lnTo>
                  <a:pt x="390008" y="44302"/>
                </a:lnTo>
                <a:lnTo>
                  <a:pt x="390100" y="44750"/>
                </a:lnTo>
                <a:lnTo>
                  <a:pt x="390184" y="45199"/>
                </a:lnTo>
                <a:lnTo>
                  <a:pt x="390260" y="45650"/>
                </a:lnTo>
                <a:lnTo>
                  <a:pt x="390328" y="46101"/>
                </a:lnTo>
                <a:lnTo>
                  <a:pt x="390388" y="46553"/>
                </a:lnTo>
                <a:lnTo>
                  <a:pt x="390439" y="47006"/>
                </a:lnTo>
                <a:lnTo>
                  <a:pt x="390483" y="47460"/>
                </a:lnTo>
                <a:lnTo>
                  <a:pt x="390519" y="47915"/>
                </a:lnTo>
                <a:lnTo>
                  <a:pt x="390547" y="48371"/>
                </a:lnTo>
                <a:lnTo>
                  <a:pt x="390566" y="48828"/>
                </a:lnTo>
                <a:lnTo>
                  <a:pt x="390578" y="49286"/>
                </a:lnTo>
                <a:lnTo>
                  <a:pt x="390582" y="49744"/>
                </a:lnTo>
                <a:lnTo>
                  <a:pt x="390577" y="50204"/>
                </a:lnTo>
                <a:lnTo>
                  <a:pt x="390565" y="50664"/>
                </a:lnTo>
                <a:lnTo>
                  <a:pt x="390545" y="51126"/>
                </a:lnTo>
                <a:lnTo>
                  <a:pt x="390516" y="51588"/>
                </a:lnTo>
                <a:lnTo>
                  <a:pt x="390480" y="52051"/>
                </a:lnTo>
                <a:lnTo>
                  <a:pt x="390435" y="52515"/>
                </a:lnTo>
                <a:lnTo>
                  <a:pt x="390383" y="52980"/>
                </a:lnTo>
                <a:lnTo>
                  <a:pt x="390322" y="53446"/>
                </a:lnTo>
                <a:lnTo>
                  <a:pt x="390254" y="53913"/>
                </a:lnTo>
                <a:lnTo>
                  <a:pt x="390053" y="54916"/>
                </a:lnTo>
                <a:lnTo>
                  <a:pt x="348364" y="54854"/>
                </a:lnTo>
                <a:lnTo>
                  <a:pt x="348369" y="54839"/>
                </a:lnTo>
                <a:lnTo>
                  <a:pt x="348495" y="54401"/>
                </a:lnTo>
                <a:lnTo>
                  <a:pt x="348626" y="53963"/>
                </a:lnTo>
                <a:lnTo>
                  <a:pt x="348762" y="53524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Assumption">
            <a:extLst xmlns:a="http://schemas.openxmlformats.org/drawingml/2006/main">
              <a:ext uri="{FF2B5EF4-FFF2-40B4-BE49-F238E27FC236}">
                <a16:creationId xmlns:a16="http://schemas.microsoft.com/office/drawing/2014/main" id="{B0E54A08-6E21-4CB5-A844-5F0AA223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0497" y="4884038"/>
            <a:ext cx="701393" cy="126842"/>
          </a:xfrm>
          <a:custGeom xmlns:a="http://schemas.openxmlformats.org/drawingml/2006/main">
            <a:pathLst>
              <a:path w="701393" h="126842">
                <a:moveTo>
                  <a:pt x="0" y="98983"/>
                </a:moveTo>
                <a:lnTo>
                  <a:pt x="8706" y="98983"/>
                </a:lnTo>
                <a:lnTo>
                  <a:pt x="23200" y="71659"/>
                </a:lnTo>
                <a:lnTo>
                  <a:pt x="66072" y="71659"/>
                </a:lnTo>
                <a:lnTo>
                  <a:pt x="71123" y="98983"/>
                </a:lnTo>
                <a:lnTo>
                  <a:pt x="79226" y="98983"/>
                </a:lnTo>
                <a:lnTo>
                  <a:pt x="60274" y="1473"/>
                </a:lnTo>
                <a:lnTo>
                  <a:pt x="58666" y="1473"/>
                </a:lnTo>
                <a:lnTo>
                  <a:pt x="54648" y="1473"/>
                </a:lnTo>
                <a:lnTo>
                  <a:pt x="52572" y="1473"/>
                </a:lnTo>
                <a:lnTo>
                  <a:pt x="0" y="98983"/>
                </a:lnTo>
                <a:close/>
                <a:moveTo>
                  <a:pt x="64759" y="64560"/>
                </a:moveTo>
                <a:lnTo>
                  <a:pt x="26966" y="64560"/>
                </a:lnTo>
                <a:lnTo>
                  <a:pt x="54992" y="11724"/>
                </a:lnTo>
                <a:lnTo>
                  <a:pt x="64759" y="64560"/>
                </a:lnTo>
                <a:close/>
                <a:moveTo>
                  <a:pt x="316159" y="49079"/>
                </a:moveTo>
                <a:lnTo>
                  <a:pt x="316339" y="48688"/>
                </a:lnTo>
                <a:lnTo>
                  <a:pt x="316522" y="48299"/>
                </a:lnTo>
                <a:lnTo>
                  <a:pt x="316709" y="47913"/>
                </a:lnTo>
                <a:lnTo>
                  <a:pt x="316900" y="47530"/>
                </a:lnTo>
                <a:lnTo>
                  <a:pt x="317095" y="47151"/>
                </a:lnTo>
                <a:lnTo>
                  <a:pt x="317294" y="46775"/>
                </a:lnTo>
                <a:lnTo>
                  <a:pt x="317496" y="46402"/>
                </a:lnTo>
                <a:lnTo>
                  <a:pt x="317703" y="46033"/>
                </a:lnTo>
                <a:lnTo>
                  <a:pt x="317913" y="45667"/>
                </a:lnTo>
                <a:lnTo>
                  <a:pt x="318127" y="45304"/>
                </a:lnTo>
                <a:lnTo>
                  <a:pt x="318345" y="44944"/>
                </a:lnTo>
                <a:lnTo>
                  <a:pt x="318566" y="44587"/>
                </a:lnTo>
                <a:lnTo>
                  <a:pt x="318792" y="44234"/>
                </a:lnTo>
                <a:lnTo>
                  <a:pt x="319021" y="43884"/>
                </a:lnTo>
                <a:lnTo>
                  <a:pt x="319254" y="43537"/>
                </a:lnTo>
                <a:lnTo>
                  <a:pt x="319491" y="43194"/>
                </a:lnTo>
                <a:lnTo>
                  <a:pt x="319732" y="42854"/>
                </a:lnTo>
                <a:lnTo>
                  <a:pt x="319977" y="42517"/>
                </a:lnTo>
                <a:lnTo>
                  <a:pt x="320225" y="42183"/>
                </a:lnTo>
                <a:lnTo>
                  <a:pt x="320478" y="41853"/>
                </a:lnTo>
                <a:lnTo>
                  <a:pt x="320734" y="41526"/>
                </a:lnTo>
                <a:lnTo>
                  <a:pt x="320994" y="41202"/>
                </a:lnTo>
                <a:lnTo>
                  <a:pt x="321258" y="40881"/>
                </a:lnTo>
                <a:lnTo>
                  <a:pt x="321526" y="40563"/>
                </a:lnTo>
                <a:lnTo>
                  <a:pt x="321797" y="40249"/>
                </a:lnTo>
                <a:lnTo>
                  <a:pt x="322072" y="39939"/>
                </a:lnTo>
                <a:lnTo>
                  <a:pt x="322352" y="39635"/>
                </a:lnTo>
                <a:lnTo>
                  <a:pt x="322635" y="39336"/>
                </a:lnTo>
                <a:lnTo>
                  <a:pt x="322923" y="39042"/>
                </a:lnTo>
                <a:lnTo>
                  <a:pt x="323214" y="38754"/>
                </a:lnTo>
                <a:lnTo>
                  <a:pt x="323509" y="38470"/>
                </a:lnTo>
                <a:lnTo>
                  <a:pt x="323808" y="38193"/>
                </a:lnTo>
                <a:lnTo>
                  <a:pt x="324111" y="37920"/>
                </a:lnTo>
                <a:lnTo>
                  <a:pt x="324418" y="37653"/>
                </a:lnTo>
                <a:lnTo>
                  <a:pt x="324729" y="37391"/>
                </a:lnTo>
                <a:lnTo>
                  <a:pt x="325044" y="37135"/>
                </a:lnTo>
                <a:lnTo>
                  <a:pt x="325363" y="36884"/>
                </a:lnTo>
                <a:lnTo>
                  <a:pt x="325686" y="36638"/>
                </a:lnTo>
                <a:lnTo>
                  <a:pt x="326013" y="36398"/>
                </a:lnTo>
                <a:lnTo>
                  <a:pt x="326344" y="36163"/>
                </a:lnTo>
                <a:lnTo>
                  <a:pt x="326678" y="35933"/>
                </a:lnTo>
                <a:lnTo>
                  <a:pt x="327017" y="35709"/>
                </a:lnTo>
                <a:lnTo>
                  <a:pt x="327360" y="35490"/>
                </a:lnTo>
                <a:lnTo>
                  <a:pt x="327706" y="35277"/>
                </a:lnTo>
                <a:lnTo>
                  <a:pt x="328057" y="35068"/>
                </a:lnTo>
                <a:lnTo>
                  <a:pt x="328411" y="34866"/>
                </a:lnTo>
                <a:lnTo>
                  <a:pt x="328770" y="34668"/>
                </a:lnTo>
                <a:lnTo>
                  <a:pt x="329132" y="34476"/>
                </a:lnTo>
                <a:lnTo>
                  <a:pt x="329499" y="34289"/>
                </a:lnTo>
                <a:lnTo>
                  <a:pt x="329869" y="34109"/>
                </a:lnTo>
                <a:lnTo>
                  <a:pt x="330243" y="33936"/>
                </a:lnTo>
                <a:lnTo>
                  <a:pt x="330621" y="33771"/>
                </a:lnTo>
                <a:lnTo>
                  <a:pt x="331004" y="33614"/>
                </a:lnTo>
                <a:lnTo>
                  <a:pt x="331390" y="33464"/>
                </a:lnTo>
                <a:lnTo>
                  <a:pt x="331780" y="33322"/>
                </a:lnTo>
                <a:lnTo>
                  <a:pt x="332174" y="33188"/>
                </a:lnTo>
                <a:lnTo>
                  <a:pt x="332572" y="33061"/>
                </a:lnTo>
                <a:lnTo>
                  <a:pt x="332974" y="32942"/>
                </a:lnTo>
                <a:lnTo>
                  <a:pt x="333380" y="32831"/>
                </a:lnTo>
                <a:lnTo>
                  <a:pt x="333790" y="32727"/>
                </a:lnTo>
                <a:lnTo>
                  <a:pt x="334203" y="32631"/>
                </a:lnTo>
                <a:lnTo>
                  <a:pt x="334621" y="32543"/>
                </a:lnTo>
                <a:lnTo>
                  <a:pt x="335043" y="32463"/>
                </a:lnTo>
                <a:lnTo>
                  <a:pt x="335468" y="32390"/>
                </a:lnTo>
                <a:lnTo>
                  <a:pt x="335898" y="32324"/>
                </a:lnTo>
                <a:lnTo>
                  <a:pt x="336332" y="32267"/>
                </a:lnTo>
                <a:lnTo>
                  <a:pt x="336769" y="32217"/>
                </a:lnTo>
                <a:lnTo>
                  <a:pt x="337211" y="32175"/>
                </a:lnTo>
                <a:lnTo>
                  <a:pt x="337656" y="32140"/>
                </a:lnTo>
                <a:lnTo>
                  <a:pt x="338105" y="32113"/>
                </a:lnTo>
                <a:lnTo>
                  <a:pt x="338559" y="32094"/>
                </a:lnTo>
                <a:lnTo>
                  <a:pt x="339016" y="32083"/>
                </a:lnTo>
                <a:lnTo>
                  <a:pt x="339477" y="32079"/>
                </a:lnTo>
                <a:lnTo>
                  <a:pt x="339964" y="32089"/>
                </a:lnTo>
                <a:lnTo>
                  <a:pt x="340441" y="32107"/>
                </a:lnTo>
                <a:lnTo>
                  <a:pt x="340909" y="32134"/>
                </a:lnTo>
                <a:lnTo>
                  <a:pt x="341367" y="32169"/>
                </a:lnTo>
                <a:lnTo>
                  <a:pt x="341817" y="32213"/>
                </a:lnTo>
                <a:lnTo>
                  <a:pt x="342257" y="32265"/>
                </a:lnTo>
                <a:lnTo>
                  <a:pt x="342687" y="32326"/>
                </a:lnTo>
                <a:lnTo>
                  <a:pt x="343109" y="32395"/>
                </a:lnTo>
                <a:lnTo>
                  <a:pt x="343521" y="32473"/>
                </a:lnTo>
                <a:lnTo>
                  <a:pt x="343923" y="32559"/>
                </a:lnTo>
                <a:lnTo>
                  <a:pt x="344317" y="32654"/>
                </a:lnTo>
                <a:lnTo>
                  <a:pt x="344701" y="32757"/>
                </a:lnTo>
                <a:lnTo>
                  <a:pt x="345076" y="32869"/>
                </a:lnTo>
                <a:lnTo>
                  <a:pt x="345441" y="32989"/>
                </a:lnTo>
                <a:lnTo>
                  <a:pt x="345798" y="33117"/>
                </a:lnTo>
                <a:lnTo>
                  <a:pt x="346145" y="33255"/>
                </a:lnTo>
                <a:lnTo>
                  <a:pt x="346482" y="33400"/>
                </a:lnTo>
                <a:lnTo>
                  <a:pt x="346811" y="33554"/>
                </a:lnTo>
                <a:lnTo>
                  <a:pt x="347130" y="33717"/>
                </a:lnTo>
                <a:lnTo>
                  <a:pt x="347439" y="33888"/>
                </a:lnTo>
                <a:lnTo>
                  <a:pt x="347740" y="34068"/>
                </a:lnTo>
                <a:lnTo>
                  <a:pt x="348031" y="34256"/>
                </a:lnTo>
                <a:lnTo>
                  <a:pt x="348313" y="34452"/>
                </a:lnTo>
                <a:lnTo>
                  <a:pt x="348585" y="34657"/>
                </a:lnTo>
                <a:lnTo>
                  <a:pt x="348849" y="34870"/>
                </a:lnTo>
                <a:lnTo>
                  <a:pt x="349106" y="35088"/>
                </a:lnTo>
                <a:lnTo>
                  <a:pt x="349354" y="35312"/>
                </a:lnTo>
                <a:lnTo>
                  <a:pt x="349595" y="35543"/>
                </a:lnTo>
                <a:lnTo>
                  <a:pt x="349829" y="35779"/>
                </a:lnTo>
                <a:lnTo>
                  <a:pt x="350054" y="36022"/>
                </a:lnTo>
                <a:lnTo>
                  <a:pt x="350272" y="36270"/>
                </a:lnTo>
                <a:lnTo>
                  <a:pt x="350483" y="36525"/>
                </a:lnTo>
                <a:lnTo>
                  <a:pt x="350685" y="36786"/>
                </a:lnTo>
                <a:lnTo>
                  <a:pt x="350880" y="37052"/>
                </a:lnTo>
                <a:lnTo>
                  <a:pt x="351068" y="37325"/>
                </a:lnTo>
                <a:lnTo>
                  <a:pt x="351247" y="37604"/>
                </a:lnTo>
                <a:lnTo>
                  <a:pt x="351419" y="37889"/>
                </a:lnTo>
                <a:lnTo>
                  <a:pt x="351584" y="38180"/>
                </a:lnTo>
                <a:lnTo>
                  <a:pt x="351740" y="38477"/>
                </a:lnTo>
                <a:lnTo>
                  <a:pt x="351889" y="38780"/>
                </a:lnTo>
                <a:lnTo>
                  <a:pt x="352030" y="39089"/>
                </a:lnTo>
                <a:lnTo>
                  <a:pt x="352164" y="39404"/>
                </a:lnTo>
                <a:lnTo>
                  <a:pt x="352290" y="39725"/>
                </a:lnTo>
                <a:lnTo>
                  <a:pt x="352408" y="40052"/>
                </a:lnTo>
                <a:lnTo>
                  <a:pt x="352519" y="40385"/>
                </a:lnTo>
                <a:lnTo>
                  <a:pt x="352622" y="40725"/>
                </a:lnTo>
                <a:lnTo>
                  <a:pt x="352717" y="41070"/>
                </a:lnTo>
                <a:lnTo>
                  <a:pt x="352804" y="41421"/>
                </a:lnTo>
                <a:lnTo>
                  <a:pt x="352885" y="41778"/>
                </a:lnTo>
                <a:lnTo>
                  <a:pt x="352959" y="42137"/>
                </a:lnTo>
                <a:lnTo>
                  <a:pt x="353027" y="42501"/>
                </a:lnTo>
                <a:lnTo>
                  <a:pt x="353089" y="42868"/>
                </a:lnTo>
                <a:lnTo>
                  <a:pt x="353145" y="43238"/>
                </a:lnTo>
                <a:lnTo>
                  <a:pt x="353194" y="43613"/>
                </a:lnTo>
                <a:lnTo>
                  <a:pt x="353237" y="43990"/>
                </a:lnTo>
                <a:lnTo>
                  <a:pt x="353273" y="44372"/>
                </a:lnTo>
                <a:lnTo>
                  <a:pt x="353304" y="44757"/>
                </a:lnTo>
                <a:lnTo>
                  <a:pt x="353328" y="45145"/>
                </a:lnTo>
                <a:lnTo>
                  <a:pt x="353345" y="45538"/>
                </a:lnTo>
                <a:lnTo>
                  <a:pt x="353357" y="45933"/>
                </a:lnTo>
                <a:lnTo>
                  <a:pt x="353362" y="46333"/>
                </a:lnTo>
                <a:lnTo>
                  <a:pt x="353361" y="46736"/>
                </a:lnTo>
                <a:lnTo>
                  <a:pt x="353354" y="47143"/>
                </a:lnTo>
                <a:lnTo>
                  <a:pt x="353340" y="47553"/>
                </a:lnTo>
                <a:lnTo>
                  <a:pt x="353320" y="47967"/>
                </a:lnTo>
                <a:lnTo>
                  <a:pt x="353294" y="48384"/>
                </a:lnTo>
                <a:lnTo>
                  <a:pt x="353262" y="48805"/>
                </a:lnTo>
                <a:lnTo>
                  <a:pt x="353223" y="49230"/>
                </a:lnTo>
                <a:lnTo>
                  <a:pt x="353178" y="49658"/>
                </a:lnTo>
                <a:lnTo>
                  <a:pt x="353127" y="50090"/>
                </a:lnTo>
                <a:lnTo>
                  <a:pt x="353069" y="50526"/>
                </a:lnTo>
                <a:lnTo>
                  <a:pt x="353005" y="50965"/>
                </a:lnTo>
                <a:lnTo>
                  <a:pt x="344835" y="98983"/>
                </a:lnTo>
                <a:lnTo>
                  <a:pt x="352671" y="98983"/>
                </a:lnTo>
                <a:lnTo>
                  <a:pt x="360690" y="51972"/>
                </a:lnTo>
                <a:lnTo>
                  <a:pt x="360908" y="51969"/>
                </a:lnTo>
                <a:lnTo>
                  <a:pt x="360999" y="51619"/>
                </a:lnTo>
                <a:lnTo>
                  <a:pt x="361094" y="51270"/>
                </a:lnTo>
                <a:lnTo>
                  <a:pt x="361194" y="50924"/>
                </a:lnTo>
                <a:lnTo>
                  <a:pt x="361297" y="50580"/>
                </a:lnTo>
                <a:lnTo>
                  <a:pt x="361404" y="50239"/>
                </a:lnTo>
                <a:lnTo>
                  <a:pt x="361515" y="49899"/>
                </a:lnTo>
                <a:lnTo>
                  <a:pt x="361630" y="49562"/>
                </a:lnTo>
                <a:lnTo>
                  <a:pt x="361749" y="49227"/>
                </a:lnTo>
                <a:lnTo>
                  <a:pt x="361872" y="48894"/>
                </a:lnTo>
                <a:lnTo>
                  <a:pt x="361998" y="48564"/>
                </a:lnTo>
                <a:lnTo>
                  <a:pt x="362129" y="48235"/>
                </a:lnTo>
                <a:lnTo>
                  <a:pt x="362264" y="47909"/>
                </a:lnTo>
                <a:lnTo>
                  <a:pt x="362403" y="47585"/>
                </a:lnTo>
                <a:lnTo>
                  <a:pt x="362545" y="47263"/>
                </a:lnTo>
                <a:lnTo>
                  <a:pt x="362692" y="46944"/>
                </a:lnTo>
                <a:lnTo>
                  <a:pt x="362843" y="46626"/>
                </a:lnTo>
                <a:lnTo>
                  <a:pt x="362997" y="46311"/>
                </a:lnTo>
                <a:lnTo>
                  <a:pt x="363156" y="45998"/>
                </a:lnTo>
                <a:lnTo>
                  <a:pt x="363318" y="45688"/>
                </a:lnTo>
                <a:lnTo>
                  <a:pt x="363484" y="45379"/>
                </a:lnTo>
                <a:lnTo>
                  <a:pt x="363655" y="45073"/>
                </a:lnTo>
                <a:lnTo>
                  <a:pt x="363829" y="44769"/>
                </a:lnTo>
                <a:lnTo>
                  <a:pt x="364007" y="44467"/>
                </a:lnTo>
                <a:lnTo>
                  <a:pt x="364189" y="44167"/>
                </a:lnTo>
                <a:lnTo>
                  <a:pt x="364375" y="43870"/>
                </a:lnTo>
                <a:lnTo>
                  <a:pt x="364564" y="43576"/>
                </a:lnTo>
                <a:lnTo>
                  <a:pt x="364757" y="43285"/>
                </a:lnTo>
                <a:lnTo>
                  <a:pt x="364952" y="42997"/>
                </a:lnTo>
                <a:lnTo>
                  <a:pt x="365151" y="42712"/>
                </a:lnTo>
                <a:lnTo>
                  <a:pt x="365353" y="42430"/>
                </a:lnTo>
                <a:lnTo>
                  <a:pt x="365558" y="42151"/>
                </a:lnTo>
                <a:lnTo>
                  <a:pt x="365767" y="41875"/>
                </a:lnTo>
                <a:lnTo>
                  <a:pt x="365979" y="41602"/>
                </a:lnTo>
                <a:lnTo>
                  <a:pt x="366194" y="41332"/>
                </a:lnTo>
                <a:lnTo>
                  <a:pt x="366412" y="41066"/>
                </a:lnTo>
                <a:lnTo>
                  <a:pt x="366634" y="40802"/>
                </a:lnTo>
                <a:lnTo>
                  <a:pt x="366859" y="40541"/>
                </a:lnTo>
                <a:lnTo>
                  <a:pt x="367087" y="40283"/>
                </a:lnTo>
                <a:lnTo>
                  <a:pt x="367318" y="40029"/>
                </a:lnTo>
                <a:lnTo>
                  <a:pt x="367553" y="39777"/>
                </a:lnTo>
                <a:lnTo>
                  <a:pt x="367791" y="39528"/>
                </a:lnTo>
                <a:lnTo>
                  <a:pt x="368032" y="39282"/>
                </a:lnTo>
                <a:lnTo>
                  <a:pt x="368276" y="39040"/>
                </a:lnTo>
                <a:lnTo>
                  <a:pt x="368524" y="38800"/>
                </a:lnTo>
                <a:lnTo>
                  <a:pt x="368775" y="38564"/>
                </a:lnTo>
                <a:lnTo>
                  <a:pt x="369029" y="38330"/>
                </a:lnTo>
                <a:lnTo>
                  <a:pt x="369286" y="38099"/>
                </a:lnTo>
                <a:lnTo>
                  <a:pt x="369547" y="37872"/>
                </a:lnTo>
                <a:lnTo>
                  <a:pt x="369811" y="37648"/>
                </a:lnTo>
                <a:lnTo>
                  <a:pt x="370077" y="37428"/>
                </a:lnTo>
                <a:lnTo>
                  <a:pt x="370346" y="37213"/>
                </a:lnTo>
                <a:lnTo>
                  <a:pt x="370618" y="37001"/>
                </a:lnTo>
                <a:lnTo>
                  <a:pt x="370892" y="36794"/>
                </a:lnTo>
                <a:lnTo>
                  <a:pt x="371169" y="36591"/>
                </a:lnTo>
                <a:lnTo>
                  <a:pt x="371449" y="36392"/>
                </a:lnTo>
                <a:lnTo>
                  <a:pt x="371731" y="36198"/>
                </a:lnTo>
                <a:lnTo>
                  <a:pt x="372016" y="36007"/>
                </a:lnTo>
                <a:lnTo>
                  <a:pt x="372304" y="35821"/>
                </a:lnTo>
                <a:lnTo>
                  <a:pt x="372594" y="35639"/>
                </a:lnTo>
                <a:lnTo>
                  <a:pt x="372887" y="35461"/>
                </a:lnTo>
                <a:lnTo>
                  <a:pt x="373183" y="35287"/>
                </a:lnTo>
                <a:lnTo>
                  <a:pt x="373481" y="35118"/>
                </a:lnTo>
                <a:lnTo>
                  <a:pt x="373782" y="34952"/>
                </a:lnTo>
                <a:lnTo>
                  <a:pt x="374086" y="34791"/>
                </a:lnTo>
                <a:lnTo>
                  <a:pt x="374393" y="34634"/>
                </a:lnTo>
                <a:lnTo>
                  <a:pt x="374702" y="34481"/>
                </a:lnTo>
                <a:lnTo>
                  <a:pt x="375014" y="34333"/>
                </a:lnTo>
                <a:lnTo>
                  <a:pt x="375328" y="34188"/>
                </a:lnTo>
                <a:lnTo>
                  <a:pt x="375645" y="34048"/>
                </a:lnTo>
                <a:lnTo>
                  <a:pt x="375965" y="33912"/>
                </a:lnTo>
                <a:lnTo>
                  <a:pt x="376287" y="33780"/>
                </a:lnTo>
                <a:lnTo>
                  <a:pt x="376612" y="33653"/>
                </a:lnTo>
                <a:lnTo>
                  <a:pt x="376940" y="33530"/>
                </a:lnTo>
                <a:lnTo>
                  <a:pt x="377269" y="33412"/>
                </a:lnTo>
                <a:lnTo>
                  <a:pt x="377600" y="33300"/>
                </a:lnTo>
                <a:lnTo>
                  <a:pt x="377932" y="33192"/>
                </a:lnTo>
                <a:lnTo>
                  <a:pt x="378267" y="33090"/>
                </a:lnTo>
                <a:lnTo>
                  <a:pt x="378603" y="32993"/>
                </a:lnTo>
                <a:lnTo>
                  <a:pt x="378941" y="32902"/>
                </a:lnTo>
                <a:lnTo>
                  <a:pt x="379280" y="32816"/>
                </a:lnTo>
                <a:lnTo>
                  <a:pt x="379621" y="32735"/>
                </a:lnTo>
                <a:lnTo>
                  <a:pt x="379965" y="32659"/>
                </a:lnTo>
                <a:lnTo>
                  <a:pt x="380309" y="32588"/>
                </a:lnTo>
                <a:lnTo>
                  <a:pt x="380656" y="32523"/>
                </a:lnTo>
                <a:lnTo>
                  <a:pt x="381004" y="32462"/>
                </a:lnTo>
                <a:lnTo>
                  <a:pt x="381354" y="32407"/>
                </a:lnTo>
                <a:lnTo>
                  <a:pt x="381706" y="32358"/>
                </a:lnTo>
                <a:lnTo>
                  <a:pt x="382059" y="32313"/>
                </a:lnTo>
                <a:lnTo>
                  <a:pt x="382415" y="32274"/>
                </a:lnTo>
                <a:lnTo>
                  <a:pt x="382772" y="32240"/>
                </a:lnTo>
                <a:lnTo>
                  <a:pt x="383130" y="32211"/>
                </a:lnTo>
                <a:lnTo>
                  <a:pt x="383491" y="32188"/>
                </a:lnTo>
                <a:lnTo>
                  <a:pt x="383853" y="32169"/>
                </a:lnTo>
                <a:lnTo>
                  <a:pt x="384217" y="32156"/>
                </a:lnTo>
                <a:lnTo>
                  <a:pt x="384583" y="32149"/>
                </a:lnTo>
                <a:lnTo>
                  <a:pt x="384950" y="32146"/>
                </a:lnTo>
                <a:lnTo>
                  <a:pt x="385453" y="32145"/>
                </a:lnTo>
                <a:lnTo>
                  <a:pt x="385946" y="32154"/>
                </a:lnTo>
                <a:lnTo>
                  <a:pt x="386428" y="32172"/>
                </a:lnTo>
                <a:lnTo>
                  <a:pt x="386901" y="32199"/>
                </a:lnTo>
                <a:lnTo>
                  <a:pt x="387363" y="32236"/>
                </a:lnTo>
                <a:lnTo>
                  <a:pt x="387815" y="32282"/>
                </a:lnTo>
                <a:lnTo>
                  <a:pt x="388258" y="32338"/>
                </a:lnTo>
                <a:lnTo>
                  <a:pt x="388690" y="32403"/>
                </a:lnTo>
                <a:lnTo>
                  <a:pt x="389111" y="32477"/>
                </a:lnTo>
                <a:lnTo>
                  <a:pt x="389523" y="32561"/>
                </a:lnTo>
                <a:lnTo>
                  <a:pt x="389925" y="32654"/>
                </a:lnTo>
                <a:lnTo>
                  <a:pt x="390316" y="32757"/>
                </a:lnTo>
                <a:lnTo>
                  <a:pt x="390698" y="32869"/>
                </a:lnTo>
                <a:lnTo>
                  <a:pt x="391069" y="32991"/>
                </a:lnTo>
                <a:lnTo>
                  <a:pt x="391430" y="33122"/>
                </a:lnTo>
                <a:lnTo>
                  <a:pt x="391781" y="33262"/>
                </a:lnTo>
                <a:lnTo>
                  <a:pt x="392122" y="33412"/>
                </a:lnTo>
                <a:lnTo>
                  <a:pt x="392453" y="33571"/>
                </a:lnTo>
                <a:lnTo>
                  <a:pt x="392774" y="33740"/>
                </a:lnTo>
                <a:lnTo>
                  <a:pt x="393084" y="33918"/>
                </a:lnTo>
                <a:lnTo>
                  <a:pt x="393385" y="34105"/>
                </a:lnTo>
                <a:lnTo>
                  <a:pt x="393675" y="34302"/>
                </a:lnTo>
                <a:lnTo>
                  <a:pt x="393956" y="34509"/>
                </a:lnTo>
                <a:lnTo>
                  <a:pt x="394226" y="34724"/>
                </a:lnTo>
                <a:lnTo>
                  <a:pt x="394487" y="34948"/>
                </a:lnTo>
                <a:lnTo>
                  <a:pt x="394740" y="35178"/>
                </a:lnTo>
                <a:lnTo>
                  <a:pt x="394985" y="35414"/>
                </a:lnTo>
                <a:lnTo>
                  <a:pt x="395222" y="35656"/>
                </a:lnTo>
                <a:lnTo>
                  <a:pt x="395451" y="35905"/>
                </a:lnTo>
                <a:lnTo>
                  <a:pt x="395672" y="36160"/>
                </a:lnTo>
                <a:lnTo>
                  <a:pt x="395885" y="36421"/>
                </a:lnTo>
                <a:lnTo>
                  <a:pt x="396090" y="36689"/>
                </a:lnTo>
                <a:lnTo>
                  <a:pt x="396287" y="36963"/>
                </a:lnTo>
                <a:lnTo>
                  <a:pt x="396476" y="37243"/>
                </a:lnTo>
                <a:lnTo>
                  <a:pt x="396656" y="37529"/>
                </a:lnTo>
                <a:lnTo>
                  <a:pt x="396829" y="37822"/>
                </a:lnTo>
                <a:lnTo>
                  <a:pt x="396994" y="38121"/>
                </a:lnTo>
                <a:lnTo>
                  <a:pt x="397151" y="38426"/>
                </a:lnTo>
                <a:lnTo>
                  <a:pt x="397300" y="38737"/>
                </a:lnTo>
                <a:lnTo>
                  <a:pt x="397440" y="39055"/>
                </a:lnTo>
                <a:lnTo>
                  <a:pt x="397573" y="39379"/>
                </a:lnTo>
                <a:lnTo>
                  <a:pt x="397698" y="39709"/>
                </a:lnTo>
                <a:lnTo>
                  <a:pt x="397814" y="40046"/>
                </a:lnTo>
                <a:lnTo>
                  <a:pt x="397923" y="40389"/>
                </a:lnTo>
                <a:lnTo>
                  <a:pt x="398024" y="40738"/>
                </a:lnTo>
                <a:lnTo>
                  <a:pt x="398116" y="41093"/>
                </a:lnTo>
                <a:lnTo>
                  <a:pt x="398201" y="41455"/>
                </a:lnTo>
                <a:lnTo>
                  <a:pt x="398277" y="41823"/>
                </a:lnTo>
                <a:lnTo>
                  <a:pt x="398347" y="42196"/>
                </a:lnTo>
                <a:lnTo>
                  <a:pt x="398411" y="42572"/>
                </a:lnTo>
                <a:lnTo>
                  <a:pt x="398469" y="42951"/>
                </a:lnTo>
                <a:lnTo>
                  <a:pt x="398521" y="43333"/>
                </a:lnTo>
                <a:lnTo>
                  <a:pt x="398568" y="43718"/>
                </a:lnTo>
                <a:lnTo>
                  <a:pt x="398608" y="44106"/>
                </a:lnTo>
                <a:lnTo>
                  <a:pt x="398643" y="44498"/>
                </a:lnTo>
                <a:lnTo>
                  <a:pt x="398672" y="44893"/>
                </a:lnTo>
                <a:lnTo>
                  <a:pt x="398695" y="45290"/>
                </a:lnTo>
                <a:lnTo>
                  <a:pt x="398712" y="45691"/>
                </a:lnTo>
                <a:lnTo>
                  <a:pt x="398724" y="46095"/>
                </a:lnTo>
                <a:lnTo>
                  <a:pt x="398730" y="46503"/>
                </a:lnTo>
                <a:lnTo>
                  <a:pt x="398729" y="46913"/>
                </a:lnTo>
                <a:lnTo>
                  <a:pt x="398723" y="47327"/>
                </a:lnTo>
                <a:lnTo>
                  <a:pt x="398712" y="47743"/>
                </a:lnTo>
                <a:lnTo>
                  <a:pt x="398694" y="48163"/>
                </a:lnTo>
                <a:lnTo>
                  <a:pt x="398671" y="48586"/>
                </a:lnTo>
                <a:lnTo>
                  <a:pt x="398642" y="49012"/>
                </a:lnTo>
                <a:lnTo>
                  <a:pt x="398607" y="49441"/>
                </a:lnTo>
                <a:lnTo>
                  <a:pt x="398566" y="49874"/>
                </a:lnTo>
                <a:lnTo>
                  <a:pt x="398519" y="50309"/>
                </a:lnTo>
                <a:lnTo>
                  <a:pt x="398467" y="50748"/>
                </a:lnTo>
                <a:lnTo>
                  <a:pt x="398409" y="51189"/>
                </a:lnTo>
                <a:lnTo>
                  <a:pt x="398344" y="51634"/>
                </a:lnTo>
                <a:lnTo>
                  <a:pt x="390308" y="98983"/>
                </a:lnTo>
                <a:lnTo>
                  <a:pt x="398211" y="98983"/>
                </a:lnTo>
                <a:lnTo>
                  <a:pt x="406247" y="51701"/>
                </a:lnTo>
                <a:lnTo>
                  <a:pt x="406306" y="51250"/>
                </a:lnTo>
                <a:lnTo>
                  <a:pt x="406360" y="50802"/>
                </a:lnTo>
                <a:lnTo>
                  <a:pt x="406409" y="50355"/>
                </a:lnTo>
                <a:lnTo>
                  <a:pt x="406453" y="49911"/>
                </a:lnTo>
                <a:lnTo>
                  <a:pt x="406493" y="49469"/>
                </a:lnTo>
                <a:lnTo>
                  <a:pt x="406527" y="49029"/>
                </a:lnTo>
                <a:lnTo>
                  <a:pt x="406557" y="48591"/>
                </a:lnTo>
                <a:lnTo>
                  <a:pt x="406582" y="48156"/>
                </a:lnTo>
                <a:lnTo>
                  <a:pt x="406602" y="47722"/>
                </a:lnTo>
                <a:lnTo>
                  <a:pt x="406617" y="47291"/>
                </a:lnTo>
                <a:lnTo>
                  <a:pt x="406627" y="46862"/>
                </a:lnTo>
                <a:lnTo>
                  <a:pt x="406632" y="46436"/>
                </a:lnTo>
                <a:lnTo>
                  <a:pt x="406632" y="46011"/>
                </a:lnTo>
                <a:lnTo>
                  <a:pt x="406628" y="45589"/>
                </a:lnTo>
                <a:lnTo>
                  <a:pt x="406618" y="45169"/>
                </a:lnTo>
                <a:lnTo>
                  <a:pt x="406604" y="44751"/>
                </a:lnTo>
                <a:lnTo>
                  <a:pt x="406585" y="44336"/>
                </a:lnTo>
                <a:lnTo>
                  <a:pt x="406561" y="43922"/>
                </a:lnTo>
                <a:lnTo>
                  <a:pt x="406532" y="43511"/>
                </a:lnTo>
                <a:lnTo>
                  <a:pt x="406498" y="43102"/>
                </a:lnTo>
                <a:lnTo>
                  <a:pt x="406459" y="42695"/>
                </a:lnTo>
                <a:lnTo>
                  <a:pt x="406416" y="42291"/>
                </a:lnTo>
                <a:lnTo>
                  <a:pt x="406367" y="41888"/>
                </a:lnTo>
                <a:lnTo>
                  <a:pt x="406314" y="41488"/>
                </a:lnTo>
                <a:lnTo>
                  <a:pt x="406255" y="41091"/>
                </a:lnTo>
                <a:lnTo>
                  <a:pt x="406191" y="40698"/>
                </a:lnTo>
                <a:lnTo>
                  <a:pt x="406122" y="40309"/>
                </a:lnTo>
                <a:lnTo>
                  <a:pt x="406047" y="39924"/>
                </a:lnTo>
                <a:lnTo>
                  <a:pt x="405967" y="39543"/>
                </a:lnTo>
                <a:lnTo>
                  <a:pt x="405881" y="39165"/>
                </a:lnTo>
                <a:lnTo>
                  <a:pt x="405789" y="38792"/>
                </a:lnTo>
                <a:lnTo>
                  <a:pt x="405693" y="38423"/>
                </a:lnTo>
                <a:lnTo>
                  <a:pt x="405590" y="38057"/>
                </a:lnTo>
                <a:lnTo>
                  <a:pt x="405483" y="37696"/>
                </a:lnTo>
                <a:lnTo>
                  <a:pt x="405369" y="37338"/>
                </a:lnTo>
                <a:lnTo>
                  <a:pt x="405251" y="36985"/>
                </a:lnTo>
                <a:lnTo>
                  <a:pt x="405127" y="36635"/>
                </a:lnTo>
                <a:lnTo>
                  <a:pt x="404997" y="36289"/>
                </a:lnTo>
                <a:lnTo>
                  <a:pt x="404862" y="35948"/>
                </a:lnTo>
                <a:lnTo>
                  <a:pt x="404722" y="35610"/>
                </a:lnTo>
                <a:lnTo>
                  <a:pt x="404576" y="35276"/>
                </a:lnTo>
                <a:lnTo>
                  <a:pt x="404424" y="34946"/>
                </a:lnTo>
                <a:lnTo>
                  <a:pt x="404267" y="34620"/>
                </a:lnTo>
                <a:lnTo>
                  <a:pt x="404105" y="34298"/>
                </a:lnTo>
                <a:lnTo>
                  <a:pt x="403937" y="33980"/>
                </a:lnTo>
                <a:lnTo>
                  <a:pt x="403764" y="33666"/>
                </a:lnTo>
                <a:lnTo>
                  <a:pt x="403585" y="33356"/>
                </a:lnTo>
                <a:lnTo>
                  <a:pt x="403401" y="33050"/>
                </a:lnTo>
                <a:lnTo>
                  <a:pt x="403211" y="32749"/>
                </a:lnTo>
                <a:lnTo>
                  <a:pt x="403014" y="32452"/>
                </a:lnTo>
                <a:lnTo>
                  <a:pt x="402812" y="32162"/>
                </a:lnTo>
                <a:lnTo>
                  <a:pt x="402604" y="31876"/>
                </a:lnTo>
                <a:lnTo>
                  <a:pt x="402389" y="31596"/>
                </a:lnTo>
                <a:lnTo>
                  <a:pt x="402168" y="31321"/>
                </a:lnTo>
                <a:lnTo>
                  <a:pt x="401941" y="31052"/>
                </a:lnTo>
                <a:lnTo>
                  <a:pt x="401708" y="30788"/>
                </a:lnTo>
                <a:lnTo>
                  <a:pt x="401469" y="30529"/>
                </a:lnTo>
                <a:lnTo>
                  <a:pt x="401223" y="30276"/>
                </a:lnTo>
                <a:lnTo>
                  <a:pt x="400971" y="30028"/>
                </a:lnTo>
                <a:lnTo>
                  <a:pt x="400714" y="29785"/>
                </a:lnTo>
                <a:lnTo>
                  <a:pt x="400450" y="29548"/>
                </a:lnTo>
                <a:lnTo>
                  <a:pt x="400179" y="29316"/>
                </a:lnTo>
                <a:lnTo>
                  <a:pt x="399903" y="29089"/>
                </a:lnTo>
                <a:lnTo>
                  <a:pt x="399621" y="28868"/>
                </a:lnTo>
                <a:lnTo>
                  <a:pt x="399332" y="28652"/>
                </a:lnTo>
                <a:lnTo>
                  <a:pt x="399037" y="28442"/>
                </a:lnTo>
                <a:lnTo>
                  <a:pt x="398736" y="28236"/>
                </a:lnTo>
                <a:lnTo>
                  <a:pt x="398429" y="28037"/>
                </a:lnTo>
                <a:lnTo>
                  <a:pt x="398116" y="27842"/>
                </a:lnTo>
                <a:lnTo>
                  <a:pt x="397796" y="27653"/>
                </a:lnTo>
                <a:lnTo>
                  <a:pt x="397471" y="27469"/>
                </a:lnTo>
                <a:lnTo>
                  <a:pt x="397139" y="27291"/>
                </a:lnTo>
                <a:lnTo>
                  <a:pt x="396801" y="27118"/>
                </a:lnTo>
                <a:lnTo>
                  <a:pt x="396455" y="26953"/>
                </a:lnTo>
                <a:lnTo>
                  <a:pt x="396103" y="26795"/>
                </a:lnTo>
                <a:lnTo>
                  <a:pt x="395744" y="26644"/>
                </a:lnTo>
                <a:lnTo>
                  <a:pt x="395378" y="26500"/>
                </a:lnTo>
                <a:lnTo>
                  <a:pt x="395004" y="26363"/>
                </a:lnTo>
                <a:lnTo>
                  <a:pt x="394624" y="26234"/>
                </a:lnTo>
                <a:lnTo>
                  <a:pt x="394237" y="26111"/>
                </a:lnTo>
                <a:lnTo>
                  <a:pt x="393843" y="25996"/>
                </a:lnTo>
                <a:lnTo>
                  <a:pt x="393442" y="25887"/>
                </a:lnTo>
                <a:lnTo>
                  <a:pt x="393034" y="25786"/>
                </a:lnTo>
                <a:lnTo>
                  <a:pt x="392618" y="25692"/>
                </a:lnTo>
                <a:lnTo>
                  <a:pt x="392196" y="25604"/>
                </a:lnTo>
                <a:lnTo>
                  <a:pt x="391767" y="25524"/>
                </a:lnTo>
                <a:lnTo>
                  <a:pt x="391331" y="25451"/>
                </a:lnTo>
                <a:lnTo>
                  <a:pt x="390888" y="25386"/>
                </a:lnTo>
                <a:lnTo>
                  <a:pt x="390438" y="25327"/>
                </a:lnTo>
                <a:lnTo>
                  <a:pt x="389982" y="25275"/>
                </a:lnTo>
                <a:lnTo>
                  <a:pt x="389518" y="25231"/>
                </a:lnTo>
                <a:lnTo>
                  <a:pt x="389047" y="25193"/>
                </a:lnTo>
                <a:lnTo>
                  <a:pt x="388569" y="25163"/>
                </a:lnTo>
                <a:lnTo>
                  <a:pt x="388084" y="25139"/>
                </a:lnTo>
                <a:lnTo>
                  <a:pt x="387592" y="25123"/>
                </a:lnTo>
                <a:lnTo>
                  <a:pt x="387093" y="25114"/>
                </a:lnTo>
                <a:lnTo>
                  <a:pt x="386593" y="25118"/>
                </a:lnTo>
                <a:lnTo>
                  <a:pt x="386095" y="25128"/>
                </a:lnTo>
                <a:lnTo>
                  <a:pt x="385600" y="25146"/>
                </a:lnTo>
                <a:lnTo>
                  <a:pt x="385108" y="25172"/>
                </a:lnTo>
                <a:lnTo>
                  <a:pt x="384618" y="25204"/>
                </a:lnTo>
                <a:lnTo>
                  <a:pt x="384132" y="25244"/>
                </a:lnTo>
                <a:lnTo>
                  <a:pt x="383649" y="25291"/>
                </a:lnTo>
                <a:lnTo>
                  <a:pt x="383168" y="25345"/>
                </a:lnTo>
                <a:lnTo>
                  <a:pt x="382691" y="25406"/>
                </a:lnTo>
                <a:lnTo>
                  <a:pt x="382216" y="25474"/>
                </a:lnTo>
                <a:lnTo>
                  <a:pt x="381744" y="25550"/>
                </a:lnTo>
                <a:lnTo>
                  <a:pt x="381275" y="25633"/>
                </a:lnTo>
                <a:lnTo>
                  <a:pt x="380809" y="25723"/>
                </a:lnTo>
                <a:lnTo>
                  <a:pt x="380346" y="25820"/>
                </a:lnTo>
                <a:lnTo>
                  <a:pt x="379886" y="25925"/>
                </a:lnTo>
                <a:lnTo>
                  <a:pt x="379429" y="26037"/>
                </a:lnTo>
                <a:lnTo>
                  <a:pt x="378975" y="26156"/>
                </a:lnTo>
                <a:lnTo>
                  <a:pt x="378523" y="26282"/>
                </a:lnTo>
                <a:lnTo>
                  <a:pt x="378075" y="26415"/>
                </a:lnTo>
                <a:lnTo>
                  <a:pt x="377629" y="26556"/>
                </a:lnTo>
                <a:lnTo>
                  <a:pt x="377186" y="26703"/>
                </a:lnTo>
                <a:lnTo>
                  <a:pt x="376747" y="26858"/>
                </a:lnTo>
                <a:lnTo>
                  <a:pt x="376310" y="27021"/>
                </a:lnTo>
                <a:lnTo>
                  <a:pt x="375876" y="27190"/>
                </a:lnTo>
                <a:lnTo>
                  <a:pt x="375445" y="27366"/>
                </a:lnTo>
                <a:lnTo>
                  <a:pt x="375018" y="27547"/>
                </a:lnTo>
                <a:lnTo>
                  <a:pt x="374594" y="27734"/>
                </a:lnTo>
                <a:lnTo>
                  <a:pt x="374175" y="27927"/>
                </a:lnTo>
                <a:lnTo>
                  <a:pt x="373758" y="28125"/>
                </a:lnTo>
                <a:lnTo>
                  <a:pt x="373346" y="28329"/>
                </a:lnTo>
                <a:lnTo>
                  <a:pt x="372936" y="28538"/>
                </a:lnTo>
                <a:lnTo>
                  <a:pt x="372531" y="28753"/>
                </a:lnTo>
                <a:lnTo>
                  <a:pt x="372129" y="28973"/>
                </a:lnTo>
                <a:lnTo>
                  <a:pt x="371731" y="29199"/>
                </a:lnTo>
                <a:lnTo>
                  <a:pt x="371336" y="29431"/>
                </a:lnTo>
                <a:lnTo>
                  <a:pt x="370945" y="29668"/>
                </a:lnTo>
                <a:lnTo>
                  <a:pt x="370558" y="29911"/>
                </a:lnTo>
                <a:lnTo>
                  <a:pt x="370174" y="30159"/>
                </a:lnTo>
                <a:lnTo>
                  <a:pt x="369794" y="30413"/>
                </a:lnTo>
                <a:lnTo>
                  <a:pt x="369417" y="30673"/>
                </a:lnTo>
                <a:lnTo>
                  <a:pt x="369044" y="30938"/>
                </a:lnTo>
                <a:lnTo>
                  <a:pt x="368674" y="31208"/>
                </a:lnTo>
                <a:lnTo>
                  <a:pt x="368309" y="31485"/>
                </a:lnTo>
                <a:lnTo>
                  <a:pt x="367946" y="31766"/>
                </a:lnTo>
                <a:lnTo>
                  <a:pt x="367588" y="32054"/>
                </a:lnTo>
                <a:lnTo>
                  <a:pt x="367233" y="32347"/>
                </a:lnTo>
                <a:lnTo>
                  <a:pt x="366881" y="32645"/>
                </a:lnTo>
                <a:lnTo>
                  <a:pt x="366533" y="32950"/>
                </a:lnTo>
                <a:lnTo>
                  <a:pt x="366190" y="33259"/>
                </a:lnTo>
                <a:lnTo>
                  <a:pt x="365851" y="33572"/>
                </a:lnTo>
                <a:lnTo>
                  <a:pt x="365516" y="33890"/>
                </a:lnTo>
                <a:lnTo>
                  <a:pt x="365187" y="34212"/>
                </a:lnTo>
                <a:lnTo>
                  <a:pt x="364861" y="34538"/>
                </a:lnTo>
                <a:lnTo>
                  <a:pt x="364541" y="34869"/>
                </a:lnTo>
                <a:lnTo>
                  <a:pt x="364225" y="35204"/>
                </a:lnTo>
                <a:lnTo>
                  <a:pt x="363914" y="35543"/>
                </a:lnTo>
                <a:lnTo>
                  <a:pt x="363608" y="35886"/>
                </a:lnTo>
                <a:lnTo>
                  <a:pt x="363306" y="36234"/>
                </a:lnTo>
                <a:lnTo>
                  <a:pt x="363009" y="36586"/>
                </a:lnTo>
                <a:lnTo>
                  <a:pt x="362716" y="36943"/>
                </a:lnTo>
                <a:lnTo>
                  <a:pt x="362428" y="37303"/>
                </a:lnTo>
                <a:lnTo>
                  <a:pt x="362145" y="37668"/>
                </a:lnTo>
                <a:lnTo>
                  <a:pt x="361866" y="38038"/>
                </a:lnTo>
                <a:lnTo>
                  <a:pt x="361592" y="38411"/>
                </a:lnTo>
                <a:lnTo>
                  <a:pt x="361323" y="38789"/>
                </a:lnTo>
                <a:lnTo>
                  <a:pt x="361059" y="39172"/>
                </a:lnTo>
                <a:lnTo>
                  <a:pt x="360799" y="39558"/>
                </a:lnTo>
                <a:lnTo>
                  <a:pt x="360679" y="39741"/>
                </a:lnTo>
                <a:lnTo>
                  <a:pt x="360674" y="39714"/>
                </a:lnTo>
                <a:lnTo>
                  <a:pt x="360596" y="39342"/>
                </a:lnTo>
                <a:lnTo>
                  <a:pt x="360513" y="38975"/>
                </a:lnTo>
                <a:lnTo>
                  <a:pt x="360424" y="38611"/>
                </a:lnTo>
                <a:lnTo>
                  <a:pt x="360330" y="38251"/>
                </a:lnTo>
                <a:lnTo>
                  <a:pt x="360231" y="37894"/>
                </a:lnTo>
                <a:lnTo>
                  <a:pt x="360126" y="37542"/>
                </a:lnTo>
                <a:lnTo>
                  <a:pt x="360015" y="37193"/>
                </a:lnTo>
                <a:lnTo>
                  <a:pt x="359899" y="36848"/>
                </a:lnTo>
                <a:lnTo>
                  <a:pt x="359778" y="36507"/>
                </a:lnTo>
                <a:lnTo>
                  <a:pt x="359651" y="36170"/>
                </a:lnTo>
                <a:lnTo>
                  <a:pt x="359518" y="35837"/>
                </a:lnTo>
                <a:lnTo>
                  <a:pt x="359381" y="35508"/>
                </a:lnTo>
                <a:lnTo>
                  <a:pt x="359237" y="35182"/>
                </a:lnTo>
                <a:lnTo>
                  <a:pt x="359089" y="34860"/>
                </a:lnTo>
                <a:lnTo>
                  <a:pt x="358934" y="34542"/>
                </a:lnTo>
                <a:lnTo>
                  <a:pt x="358775" y="34228"/>
                </a:lnTo>
                <a:lnTo>
                  <a:pt x="358609" y="33918"/>
                </a:lnTo>
                <a:lnTo>
                  <a:pt x="358439" y="33611"/>
                </a:lnTo>
                <a:lnTo>
                  <a:pt x="358263" y="33309"/>
                </a:lnTo>
                <a:lnTo>
                  <a:pt x="358081" y="33010"/>
                </a:lnTo>
                <a:lnTo>
                  <a:pt x="357894" y="32715"/>
                </a:lnTo>
                <a:lnTo>
                  <a:pt x="357702" y="32425"/>
                </a:lnTo>
                <a:lnTo>
                  <a:pt x="357503" y="32140"/>
                </a:lnTo>
                <a:lnTo>
                  <a:pt x="357299" y="31860"/>
                </a:lnTo>
                <a:lnTo>
                  <a:pt x="357090" y="31586"/>
                </a:lnTo>
                <a:lnTo>
                  <a:pt x="356874" y="31317"/>
                </a:lnTo>
                <a:lnTo>
                  <a:pt x="356653" y="31053"/>
                </a:lnTo>
                <a:lnTo>
                  <a:pt x="356426" y="30795"/>
                </a:lnTo>
                <a:lnTo>
                  <a:pt x="356194" y="30542"/>
                </a:lnTo>
                <a:lnTo>
                  <a:pt x="355956" y="30295"/>
                </a:lnTo>
                <a:lnTo>
                  <a:pt x="355712" y="30053"/>
                </a:lnTo>
                <a:lnTo>
                  <a:pt x="355462" y="29816"/>
                </a:lnTo>
                <a:lnTo>
                  <a:pt x="355207" y="29584"/>
                </a:lnTo>
                <a:lnTo>
                  <a:pt x="354946" y="29358"/>
                </a:lnTo>
                <a:lnTo>
                  <a:pt x="354679" y="29137"/>
                </a:lnTo>
                <a:lnTo>
                  <a:pt x="354407" y="28922"/>
                </a:lnTo>
                <a:lnTo>
                  <a:pt x="354129" y="28712"/>
                </a:lnTo>
                <a:lnTo>
                  <a:pt x="353845" y="28507"/>
                </a:lnTo>
                <a:lnTo>
                  <a:pt x="353556" y="28308"/>
                </a:lnTo>
                <a:lnTo>
                  <a:pt x="353261" y="28114"/>
                </a:lnTo>
                <a:lnTo>
                  <a:pt x="352960" y="27925"/>
                </a:lnTo>
                <a:lnTo>
                  <a:pt x="352653" y="27742"/>
                </a:lnTo>
                <a:lnTo>
                  <a:pt x="352341" y="27564"/>
                </a:lnTo>
                <a:lnTo>
                  <a:pt x="352023" y="27391"/>
                </a:lnTo>
                <a:lnTo>
                  <a:pt x="351699" y="27224"/>
                </a:lnTo>
                <a:lnTo>
                  <a:pt x="351370" y="27062"/>
                </a:lnTo>
                <a:lnTo>
                  <a:pt x="351033" y="26908"/>
                </a:lnTo>
                <a:lnTo>
                  <a:pt x="350690" y="26759"/>
                </a:lnTo>
                <a:lnTo>
                  <a:pt x="350340" y="26618"/>
                </a:lnTo>
                <a:lnTo>
                  <a:pt x="349984" y="26483"/>
                </a:lnTo>
                <a:lnTo>
                  <a:pt x="349621" y="26355"/>
                </a:lnTo>
                <a:lnTo>
                  <a:pt x="349252" y="26233"/>
                </a:lnTo>
                <a:lnTo>
                  <a:pt x="348876" y="26119"/>
                </a:lnTo>
                <a:lnTo>
                  <a:pt x="348493" y="26010"/>
                </a:lnTo>
                <a:lnTo>
                  <a:pt x="348103" y="25909"/>
                </a:lnTo>
                <a:lnTo>
                  <a:pt x="347707" y="25814"/>
                </a:lnTo>
                <a:lnTo>
                  <a:pt x="347304" y="25725"/>
                </a:lnTo>
                <a:lnTo>
                  <a:pt x="346895" y="25643"/>
                </a:lnTo>
                <a:lnTo>
                  <a:pt x="346479" y="25568"/>
                </a:lnTo>
                <a:lnTo>
                  <a:pt x="346057" y="25500"/>
                </a:lnTo>
                <a:lnTo>
                  <a:pt x="345627" y="25438"/>
                </a:lnTo>
                <a:lnTo>
                  <a:pt x="345192" y="25382"/>
                </a:lnTo>
                <a:lnTo>
                  <a:pt x="344749" y="25334"/>
                </a:lnTo>
                <a:lnTo>
                  <a:pt x="344300" y="25292"/>
                </a:lnTo>
                <a:lnTo>
                  <a:pt x="343844" y="25256"/>
                </a:lnTo>
                <a:lnTo>
                  <a:pt x="343382" y="25228"/>
                </a:lnTo>
                <a:lnTo>
                  <a:pt x="342913" y="25205"/>
                </a:lnTo>
                <a:lnTo>
                  <a:pt x="342437" y="25190"/>
                </a:lnTo>
                <a:lnTo>
                  <a:pt x="341955" y="25181"/>
                </a:lnTo>
                <a:lnTo>
                  <a:pt x="341399" y="25180"/>
                </a:lnTo>
                <a:lnTo>
                  <a:pt x="340848" y="25188"/>
                </a:lnTo>
                <a:lnTo>
                  <a:pt x="340301" y="25205"/>
                </a:lnTo>
                <a:lnTo>
                  <a:pt x="339758" y="25231"/>
                </a:lnTo>
                <a:lnTo>
                  <a:pt x="339220" y="25266"/>
                </a:lnTo>
                <a:lnTo>
                  <a:pt x="338686" y="25311"/>
                </a:lnTo>
                <a:lnTo>
                  <a:pt x="338157" y="25364"/>
                </a:lnTo>
                <a:lnTo>
                  <a:pt x="337632" y="25427"/>
                </a:lnTo>
                <a:lnTo>
                  <a:pt x="337111" y="25498"/>
                </a:lnTo>
                <a:lnTo>
                  <a:pt x="336595" y="25579"/>
                </a:lnTo>
                <a:lnTo>
                  <a:pt x="336084" y="25668"/>
                </a:lnTo>
                <a:lnTo>
                  <a:pt x="335576" y="25767"/>
                </a:lnTo>
                <a:lnTo>
                  <a:pt x="335073" y="25875"/>
                </a:lnTo>
                <a:lnTo>
                  <a:pt x="334575" y="25992"/>
                </a:lnTo>
                <a:lnTo>
                  <a:pt x="334081" y="26117"/>
                </a:lnTo>
                <a:lnTo>
                  <a:pt x="333591" y="26252"/>
                </a:lnTo>
                <a:lnTo>
                  <a:pt x="333106" y="26397"/>
                </a:lnTo>
                <a:lnTo>
                  <a:pt x="332625" y="26550"/>
                </a:lnTo>
                <a:lnTo>
                  <a:pt x="332149" y="26712"/>
                </a:lnTo>
                <a:lnTo>
                  <a:pt x="331677" y="26883"/>
                </a:lnTo>
                <a:lnTo>
                  <a:pt x="331210" y="27063"/>
                </a:lnTo>
                <a:lnTo>
                  <a:pt x="330746" y="27253"/>
                </a:lnTo>
                <a:lnTo>
                  <a:pt x="330288" y="27451"/>
                </a:lnTo>
                <a:lnTo>
                  <a:pt x="329834" y="27659"/>
                </a:lnTo>
                <a:lnTo>
                  <a:pt x="329384" y="27874"/>
                </a:lnTo>
                <a:lnTo>
                  <a:pt x="328939" y="28096"/>
                </a:lnTo>
                <a:lnTo>
                  <a:pt x="328499" y="28324"/>
                </a:lnTo>
                <a:lnTo>
                  <a:pt x="328063" y="28559"/>
                </a:lnTo>
                <a:lnTo>
                  <a:pt x="327633" y="28801"/>
                </a:lnTo>
                <a:lnTo>
                  <a:pt x="327207" y="29049"/>
                </a:lnTo>
                <a:lnTo>
                  <a:pt x="326786" y="29303"/>
                </a:lnTo>
                <a:lnTo>
                  <a:pt x="326370" y="29564"/>
                </a:lnTo>
                <a:lnTo>
                  <a:pt x="325958" y="29831"/>
                </a:lnTo>
                <a:lnTo>
                  <a:pt x="325551" y="30105"/>
                </a:lnTo>
                <a:lnTo>
                  <a:pt x="325149" y="30386"/>
                </a:lnTo>
                <a:lnTo>
                  <a:pt x="324752" y="30673"/>
                </a:lnTo>
                <a:lnTo>
                  <a:pt x="324360" y="30966"/>
                </a:lnTo>
                <a:lnTo>
                  <a:pt x="323972" y="31266"/>
                </a:lnTo>
                <a:lnTo>
                  <a:pt x="323589" y="31572"/>
                </a:lnTo>
                <a:lnTo>
                  <a:pt x="323211" y="31885"/>
                </a:lnTo>
                <a:lnTo>
                  <a:pt x="322837" y="32205"/>
                </a:lnTo>
                <a:lnTo>
                  <a:pt x="322469" y="32531"/>
                </a:lnTo>
                <a:lnTo>
                  <a:pt x="322105" y="32864"/>
                </a:lnTo>
                <a:lnTo>
                  <a:pt x="321746" y="33203"/>
                </a:lnTo>
                <a:lnTo>
                  <a:pt x="321392" y="33548"/>
                </a:lnTo>
                <a:lnTo>
                  <a:pt x="321042" y="33900"/>
                </a:lnTo>
                <a:lnTo>
                  <a:pt x="320697" y="34259"/>
                </a:lnTo>
                <a:lnTo>
                  <a:pt x="320357" y="34624"/>
                </a:lnTo>
                <a:lnTo>
                  <a:pt x="320022" y="34994"/>
                </a:lnTo>
                <a:lnTo>
                  <a:pt x="319691" y="35369"/>
                </a:lnTo>
                <a:lnTo>
                  <a:pt x="319366" y="35747"/>
                </a:lnTo>
                <a:lnTo>
                  <a:pt x="319045" y="36130"/>
                </a:lnTo>
                <a:lnTo>
                  <a:pt x="318729" y="36516"/>
                </a:lnTo>
                <a:lnTo>
                  <a:pt x="318417" y="36907"/>
                </a:lnTo>
                <a:lnTo>
                  <a:pt x="318110" y="37302"/>
                </a:lnTo>
                <a:lnTo>
                  <a:pt x="317896" y="37585"/>
                </a:lnTo>
                <a:lnTo>
                  <a:pt x="319587" y="26520"/>
                </a:lnTo>
                <a:lnTo>
                  <a:pt x="311952" y="26520"/>
                </a:lnTo>
                <a:lnTo>
                  <a:pt x="299496" y="98983"/>
                </a:lnTo>
                <a:lnTo>
                  <a:pt x="307398" y="98983"/>
                </a:lnTo>
                <a:lnTo>
                  <a:pt x="315897" y="49670"/>
                </a:lnTo>
                <a:lnTo>
                  <a:pt x="315984" y="49470"/>
                </a:lnTo>
                <a:lnTo>
                  <a:pt x="316159" y="49079"/>
                </a:lnTo>
                <a:close/>
                <a:moveTo>
                  <a:pt x="136718" y="82173"/>
                </a:moveTo>
                <a:lnTo>
                  <a:pt x="136603" y="82529"/>
                </a:lnTo>
                <a:lnTo>
                  <a:pt x="136479" y="82879"/>
                </a:lnTo>
                <a:lnTo>
                  <a:pt x="136347" y="83222"/>
                </a:lnTo>
                <a:lnTo>
                  <a:pt x="136205" y="83559"/>
                </a:lnTo>
                <a:lnTo>
                  <a:pt x="136056" y="83890"/>
                </a:lnTo>
                <a:lnTo>
                  <a:pt x="135897" y="84215"/>
                </a:lnTo>
                <a:lnTo>
                  <a:pt x="135730" y="84534"/>
                </a:lnTo>
                <a:lnTo>
                  <a:pt x="135554" y="84846"/>
                </a:lnTo>
                <a:lnTo>
                  <a:pt x="135369" y="85152"/>
                </a:lnTo>
                <a:lnTo>
                  <a:pt x="135176" y="85451"/>
                </a:lnTo>
                <a:lnTo>
                  <a:pt x="134974" y="85745"/>
                </a:lnTo>
                <a:lnTo>
                  <a:pt x="134763" y="86032"/>
                </a:lnTo>
                <a:lnTo>
                  <a:pt x="134543" y="86313"/>
                </a:lnTo>
                <a:lnTo>
                  <a:pt x="134315" y="86587"/>
                </a:lnTo>
                <a:lnTo>
                  <a:pt x="134078" y="86855"/>
                </a:lnTo>
                <a:lnTo>
                  <a:pt x="133832" y="87117"/>
                </a:lnTo>
                <a:lnTo>
                  <a:pt x="133578" y="87373"/>
                </a:lnTo>
                <a:lnTo>
                  <a:pt x="133315" y="87622"/>
                </a:lnTo>
                <a:lnTo>
                  <a:pt x="133043" y="87865"/>
                </a:lnTo>
                <a:lnTo>
                  <a:pt x="132765" y="88103"/>
                </a:lnTo>
                <a:lnTo>
                  <a:pt x="132483" y="88334"/>
                </a:lnTo>
                <a:lnTo>
                  <a:pt x="132197" y="88561"/>
                </a:lnTo>
                <a:lnTo>
                  <a:pt x="131907" y="88782"/>
                </a:lnTo>
                <a:lnTo>
                  <a:pt x="131613" y="88997"/>
                </a:lnTo>
                <a:lnTo>
                  <a:pt x="131316" y="89207"/>
                </a:lnTo>
                <a:lnTo>
                  <a:pt x="131015" y="89411"/>
                </a:lnTo>
                <a:lnTo>
                  <a:pt x="130710" y="89610"/>
                </a:lnTo>
                <a:lnTo>
                  <a:pt x="130401" y="89804"/>
                </a:lnTo>
                <a:lnTo>
                  <a:pt x="130088" y="89992"/>
                </a:lnTo>
                <a:lnTo>
                  <a:pt x="129772" y="90175"/>
                </a:lnTo>
                <a:lnTo>
                  <a:pt x="129451" y="90352"/>
                </a:lnTo>
                <a:lnTo>
                  <a:pt x="129127" y="90523"/>
                </a:lnTo>
                <a:lnTo>
                  <a:pt x="128799" y="90690"/>
                </a:lnTo>
                <a:lnTo>
                  <a:pt x="128467" y="90850"/>
                </a:lnTo>
                <a:lnTo>
                  <a:pt x="128132" y="91006"/>
                </a:lnTo>
                <a:lnTo>
                  <a:pt x="127792" y="91155"/>
                </a:lnTo>
                <a:lnTo>
                  <a:pt x="127449" y="91300"/>
                </a:lnTo>
                <a:lnTo>
                  <a:pt x="127101" y="91439"/>
                </a:lnTo>
                <a:lnTo>
                  <a:pt x="126750" y="91572"/>
                </a:lnTo>
                <a:lnTo>
                  <a:pt x="126395" y="91700"/>
                </a:lnTo>
                <a:lnTo>
                  <a:pt x="126037" y="91823"/>
                </a:lnTo>
                <a:lnTo>
                  <a:pt x="125674" y="91940"/>
                </a:lnTo>
                <a:lnTo>
                  <a:pt x="125308" y="92051"/>
                </a:lnTo>
                <a:lnTo>
                  <a:pt x="124940" y="92158"/>
                </a:lnTo>
                <a:lnTo>
                  <a:pt x="124573" y="92260"/>
                </a:lnTo>
                <a:lnTo>
                  <a:pt x="124207" y="92357"/>
                </a:lnTo>
                <a:lnTo>
                  <a:pt x="123842" y="92450"/>
                </a:lnTo>
                <a:lnTo>
                  <a:pt x="123478" y="92539"/>
                </a:lnTo>
                <a:lnTo>
                  <a:pt x="123114" y="92622"/>
                </a:lnTo>
                <a:lnTo>
                  <a:pt x="122752" y="92702"/>
                </a:lnTo>
                <a:lnTo>
                  <a:pt x="122391" y="92777"/>
                </a:lnTo>
                <a:lnTo>
                  <a:pt x="122030" y="92847"/>
                </a:lnTo>
                <a:lnTo>
                  <a:pt x="121671" y="92913"/>
                </a:lnTo>
                <a:lnTo>
                  <a:pt x="121312" y="92974"/>
                </a:lnTo>
                <a:lnTo>
                  <a:pt x="120954" y="93031"/>
                </a:lnTo>
                <a:lnTo>
                  <a:pt x="120598" y="93083"/>
                </a:lnTo>
                <a:lnTo>
                  <a:pt x="120242" y="93130"/>
                </a:lnTo>
                <a:lnTo>
                  <a:pt x="119887" y="93173"/>
                </a:lnTo>
                <a:lnTo>
                  <a:pt x="119533" y="93212"/>
                </a:lnTo>
                <a:lnTo>
                  <a:pt x="119180" y="93246"/>
                </a:lnTo>
                <a:lnTo>
                  <a:pt x="118828" y="93275"/>
                </a:lnTo>
                <a:lnTo>
                  <a:pt x="118477" y="93300"/>
                </a:lnTo>
                <a:lnTo>
                  <a:pt x="118127" y="93321"/>
                </a:lnTo>
                <a:lnTo>
                  <a:pt x="117778" y="93337"/>
                </a:lnTo>
                <a:lnTo>
                  <a:pt x="117429" y="93348"/>
                </a:lnTo>
                <a:lnTo>
                  <a:pt x="117082" y="93355"/>
                </a:lnTo>
                <a:lnTo>
                  <a:pt x="116735" y="93357"/>
                </a:lnTo>
                <a:lnTo>
                  <a:pt x="116340" y="93354"/>
                </a:lnTo>
                <a:lnTo>
                  <a:pt x="115948" y="93346"/>
                </a:lnTo>
                <a:lnTo>
                  <a:pt x="115559" y="93333"/>
                </a:lnTo>
                <a:lnTo>
                  <a:pt x="115172" y="93314"/>
                </a:lnTo>
                <a:lnTo>
                  <a:pt x="114788" y="93290"/>
                </a:lnTo>
                <a:lnTo>
                  <a:pt x="114406" y="93261"/>
                </a:lnTo>
                <a:lnTo>
                  <a:pt x="114027" y="93226"/>
                </a:lnTo>
                <a:lnTo>
                  <a:pt x="113651" y="93186"/>
                </a:lnTo>
                <a:lnTo>
                  <a:pt x="113277" y="93140"/>
                </a:lnTo>
                <a:lnTo>
                  <a:pt x="112907" y="93090"/>
                </a:lnTo>
                <a:lnTo>
                  <a:pt x="112538" y="93033"/>
                </a:lnTo>
                <a:lnTo>
                  <a:pt x="112173" y="92972"/>
                </a:lnTo>
                <a:lnTo>
                  <a:pt x="111810" y="92905"/>
                </a:lnTo>
                <a:lnTo>
                  <a:pt x="111450" y="92833"/>
                </a:lnTo>
                <a:lnTo>
                  <a:pt x="111093" y="92755"/>
                </a:lnTo>
                <a:lnTo>
                  <a:pt x="110738" y="92672"/>
                </a:lnTo>
                <a:lnTo>
                  <a:pt x="110386" y="92584"/>
                </a:lnTo>
                <a:lnTo>
                  <a:pt x="110036" y="92491"/>
                </a:lnTo>
                <a:lnTo>
                  <a:pt x="109689" y="92392"/>
                </a:lnTo>
                <a:lnTo>
                  <a:pt x="109345" y="92287"/>
                </a:lnTo>
                <a:lnTo>
                  <a:pt x="109004" y="92178"/>
                </a:lnTo>
                <a:lnTo>
                  <a:pt x="108665" y="92063"/>
                </a:lnTo>
                <a:lnTo>
                  <a:pt x="108329" y="91942"/>
                </a:lnTo>
                <a:lnTo>
                  <a:pt x="107996" y="91817"/>
                </a:lnTo>
                <a:lnTo>
                  <a:pt x="107666" y="91685"/>
                </a:lnTo>
                <a:lnTo>
                  <a:pt x="107343" y="91548"/>
                </a:lnTo>
                <a:lnTo>
                  <a:pt x="107025" y="91404"/>
                </a:lnTo>
                <a:lnTo>
                  <a:pt x="106713" y="91255"/>
                </a:lnTo>
                <a:lnTo>
                  <a:pt x="106407" y="91099"/>
                </a:lnTo>
                <a:lnTo>
                  <a:pt x="106106" y="90938"/>
                </a:lnTo>
                <a:lnTo>
                  <a:pt x="105811" y="90770"/>
                </a:lnTo>
                <a:lnTo>
                  <a:pt x="105521" y="90596"/>
                </a:lnTo>
                <a:lnTo>
                  <a:pt x="105238" y="90417"/>
                </a:lnTo>
                <a:lnTo>
                  <a:pt x="104960" y="90231"/>
                </a:lnTo>
                <a:lnTo>
                  <a:pt x="104688" y="90039"/>
                </a:lnTo>
                <a:lnTo>
                  <a:pt x="104421" y="89841"/>
                </a:lnTo>
                <a:lnTo>
                  <a:pt x="104160" y="89637"/>
                </a:lnTo>
                <a:lnTo>
                  <a:pt x="103905" y="89427"/>
                </a:lnTo>
                <a:lnTo>
                  <a:pt x="103656" y="89211"/>
                </a:lnTo>
                <a:lnTo>
                  <a:pt x="103412" y="88989"/>
                </a:lnTo>
                <a:lnTo>
                  <a:pt x="103174" y="88761"/>
                </a:lnTo>
                <a:lnTo>
                  <a:pt x="102941" y="88527"/>
                </a:lnTo>
                <a:lnTo>
                  <a:pt x="102715" y="88287"/>
                </a:lnTo>
                <a:lnTo>
                  <a:pt x="102494" y="88040"/>
                </a:lnTo>
                <a:lnTo>
                  <a:pt x="102279" y="87788"/>
                </a:lnTo>
                <a:lnTo>
                  <a:pt x="102069" y="87530"/>
                </a:lnTo>
                <a:lnTo>
                  <a:pt x="101865" y="87265"/>
                </a:lnTo>
                <a:lnTo>
                  <a:pt x="101667" y="86995"/>
                </a:lnTo>
                <a:lnTo>
                  <a:pt x="101476" y="86718"/>
                </a:lnTo>
                <a:lnTo>
                  <a:pt x="101294" y="86435"/>
                </a:lnTo>
                <a:lnTo>
                  <a:pt x="101120" y="86145"/>
                </a:lnTo>
                <a:lnTo>
                  <a:pt x="100954" y="85849"/>
                </a:lnTo>
                <a:lnTo>
                  <a:pt x="100798" y="85546"/>
                </a:lnTo>
                <a:lnTo>
                  <a:pt x="100650" y="85237"/>
                </a:lnTo>
                <a:lnTo>
                  <a:pt x="100510" y="84921"/>
                </a:lnTo>
                <a:lnTo>
                  <a:pt x="100380" y="84599"/>
                </a:lnTo>
                <a:lnTo>
                  <a:pt x="100257" y="84270"/>
                </a:lnTo>
                <a:lnTo>
                  <a:pt x="100144" y="83935"/>
                </a:lnTo>
                <a:lnTo>
                  <a:pt x="100039" y="83593"/>
                </a:lnTo>
                <a:lnTo>
                  <a:pt x="99942" y="83244"/>
                </a:lnTo>
                <a:lnTo>
                  <a:pt x="99855" y="82890"/>
                </a:lnTo>
                <a:lnTo>
                  <a:pt x="99776" y="82528"/>
                </a:lnTo>
                <a:lnTo>
                  <a:pt x="99705" y="82160"/>
                </a:lnTo>
                <a:lnTo>
                  <a:pt x="99643" y="81786"/>
                </a:lnTo>
                <a:lnTo>
                  <a:pt x="99590" y="81405"/>
                </a:lnTo>
                <a:lnTo>
                  <a:pt x="99545" y="81018"/>
                </a:lnTo>
                <a:lnTo>
                  <a:pt x="99509" y="80624"/>
                </a:lnTo>
                <a:lnTo>
                  <a:pt x="99481" y="80223"/>
                </a:lnTo>
                <a:lnTo>
                  <a:pt x="99462" y="79816"/>
                </a:lnTo>
                <a:lnTo>
                  <a:pt x="99452" y="79403"/>
                </a:lnTo>
                <a:lnTo>
                  <a:pt x="99450" y="78983"/>
                </a:lnTo>
                <a:lnTo>
                  <a:pt x="99457" y="78557"/>
                </a:lnTo>
                <a:lnTo>
                  <a:pt x="91621" y="78557"/>
                </a:lnTo>
                <a:lnTo>
                  <a:pt x="91595" y="79155"/>
                </a:lnTo>
                <a:lnTo>
                  <a:pt x="91582" y="79745"/>
                </a:lnTo>
                <a:lnTo>
                  <a:pt x="91582" y="80327"/>
                </a:lnTo>
                <a:lnTo>
                  <a:pt x="91596" y="80901"/>
                </a:lnTo>
                <a:lnTo>
                  <a:pt x="91624" y="81466"/>
                </a:lnTo>
                <a:lnTo>
                  <a:pt x="91665" y="82022"/>
                </a:lnTo>
                <a:lnTo>
                  <a:pt x="91720" y="82571"/>
                </a:lnTo>
                <a:lnTo>
                  <a:pt x="91789" y="83111"/>
                </a:lnTo>
                <a:lnTo>
                  <a:pt x="91871" y="83642"/>
                </a:lnTo>
                <a:lnTo>
                  <a:pt x="91967" y="84165"/>
                </a:lnTo>
                <a:lnTo>
                  <a:pt x="92076" y="84680"/>
                </a:lnTo>
                <a:lnTo>
                  <a:pt x="92199" y="85187"/>
                </a:lnTo>
                <a:lnTo>
                  <a:pt x="92336" y="85685"/>
                </a:lnTo>
                <a:lnTo>
                  <a:pt x="92486" y="86174"/>
                </a:lnTo>
                <a:lnTo>
                  <a:pt x="92649" y="86656"/>
                </a:lnTo>
                <a:lnTo>
                  <a:pt x="92827" y="87129"/>
                </a:lnTo>
                <a:lnTo>
                  <a:pt x="93018" y="87593"/>
                </a:lnTo>
                <a:lnTo>
                  <a:pt x="93222" y="88050"/>
                </a:lnTo>
                <a:lnTo>
                  <a:pt x="93441" y="88497"/>
                </a:lnTo>
                <a:lnTo>
                  <a:pt x="93672" y="88937"/>
                </a:lnTo>
                <a:lnTo>
                  <a:pt x="93918" y="89368"/>
                </a:lnTo>
                <a:lnTo>
                  <a:pt x="94177" y="89791"/>
                </a:lnTo>
                <a:lnTo>
                  <a:pt x="94449" y="90205"/>
                </a:lnTo>
                <a:lnTo>
                  <a:pt x="94736" y="90611"/>
                </a:lnTo>
                <a:lnTo>
                  <a:pt x="95033" y="91009"/>
                </a:lnTo>
                <a:lnTo>
                  <a:pt x="95338" y="91398"/>
                </a:lnTo>
                <a:lnTo>
                  <a:pt x="95651" y="91779"/>
                </a:lnTo>
                <a:lnTo>
                  <a:pt x="95973" y="92152"/>
                </a:lnTo>
                <a:lnTo>
                  <a:pt x="96302" y="92516"/>
                </a:lnTo>
                <a:lnTo>
                  <a:pt x="96640" y="92871"/>
                </a:lnTo>
                <a:lnTo>
                  <a:pt x="96986" y="93219"/>
                </a:lnTo>
                <a:lnTo>
                  <a:pt x="97340" y="93558"/>
                </a:lnTo>
                <a:lnTo>
                  <a:pt x="97702" y="93889"/>
                </a:lnTo>
                <a:lnTo>
                  <a:pt x="98072" y="94211"/>
                </a:lnTo>
                <a:lnTo>
                  <a:pt x="98451" y="94525"/>
                </a:lnTo>
                <a:lnTo>
                  <a:pt x="98837" y="94830"/>
                </a:lnTo>
                <a:lnTo>
                  <a:pt x="99232" y="95128"/>
                </a:lnTo>
                <a:lnTo>
                  <a:pt x="99635" y="95416"/>
                </a:lnTo>
                <a:lnTo>
                  <a:pt x="100046" y="95697"/>
                </a:lnTo>
                <a:lnTo>
                  <a:pt x="100465" y="95969"/>
                </a:lnTo>
                <a:lnTo>
                  <a:pt x="100892" y="96233"/>
                </a:lnTo>
                <a:lnTo>
                  <a:pt x="101328" y="96488"/>
                </a:lnTo>
                <a:lnTo>
                  <a:pt x="101771" y="96735"/>
                </a:lnTo>
                <a:lnTo>
                  <a:pt x="102223" y="96973"/>
                </a:lnTo>
                <a:lnTo>
                  <a:pt x="102683" y="97204"/>
                </a:lnTo>
                <a:lnTo>
                  <a:pt x="103151" y="97425"/>
                </a:lnTo>
                <a:lnTo>
                  <a:pt x="103627" y="97639"/>
                </a:lnTo>
                <a:lnTo>
                  <a:pt x="104111" y="97844"/>
                </a:lnTo>
                <a:lnTo>
                  <a:pt x="104601" y="98041"/>
                </a:lnTo>
                <a:lnTo>
                  <a:pt x="105093" y="98230"/>
                </a:lnTo>
                <a:lnTo>
                  <a:pt x="105587" y="98410"/>
                </a:lnTo>
                <a:lnTo>
                  <a:pt x="106084" y="98583"/>
                </a:lnTo>
                <a:lnTo>
                  <a:pt x="106584" y="98747"/>
                </a:lnTo>
                <a:lnTo>
                  <a:pt x="107085" y="98903"/>
                </a:lnTo>
                <a:lnTo>
                  <a:pt x="107590" y="99051"/>
                </a:lnTo>
                <a:lnTo>
                  <a:pt x="108096" y="99191"/>
                </a:lnTo>
                <a:lnTo>
                  <a:pt x="108605" y="99323"/>
                </a:lnTo>
                <a:lnTo>
                  <a:pt x="109117" y="99446"/>
                </a:lnTo>
                <a:lnTo>
                  <a:pt x="109631" y="99562"/>
                </a:lnTo>
                <a:lnTo>
                  <a:pt x="110147" y="99669"/>
                </a:lnTo>
                <a:lnTo>
                  <a:pt x="110666" y="99768"/>
                </a:lnTo>
                <a:lnTo>
                  <a:pt x="111187" y="99859"/>
                </a:lnTo>
                <a:lnTo>
                  <a:pt x="111711" y="99942"/>
                </a:lnTo>
                <a:lnTo>
                  <a:pt x="112237" y="100017"/>
                </a:lnTo>
                <a:lnTo>
                  <a:pt x="112766" y="100084"/>
                </a:lnTo>
                <a:lnTo>
                  <a:pt x="113297" y="100142"/>
                </a:lnTo>
                <a:lnTo>
                  <a:pt x="113830" y="100192"/>
                </a:lnTo>
                <a:lnTo>
                  <a:pt x="114366" y="100235"/>
                </a:lnTo>
                <a:lnTo>
                  <a:pt x="114905" y="100269"/>
                </a:lnTo>
                <a:lnTo>
                  <a:pt x="115445" y="100295"/>
                </a:lnTo>
                <a:lnTo>
                  <a:pt x="115989" y="100312"/>
                </a:lnTo>
                <a:lnTo>
                  <a:pt x="116534" y="100322"/>
                </a:lnTo>
                <a:lnTo>
                  <a:pt x="116936" y="100320"/>
                </a:lnTo>
                <a:lnTo>
                  <a:pt x="117338" y="100314"/>
                </a:lnTo>
                <a:lnTo>
                  <a:pt x="117739" y="100303"/>
                </a:lnTo>
                <a:lnTo>
                  <a:pt x="118141" y="100288"/>
                </a:lnTo>
                <a:lnTo>
                  <a:pt x="118542" y="100270"/>
                </a:lnTo>
                <a:lnTo>
                  <a:pt x="118943" y="100247"/>
                </a:lnTo>
                <a:lnTo>
                  <a:pt x="119344" y="100219"/>
                </a:lnTo>
                <a:lnTo>
                  <a:pt x="119745" y="100188"/>
                </a:lnTo>
                <a:lnTo>
                  <a:pt x="120146" y="100152"/>
                </a:lnTo>
                <a:lnTo>
                  <a:pt x="120547" y="100113"/>
                </a:lnTo>
                <a:lnTo>
                  <a:pt x="120947" y="100069"/>
                </a:lnTo>
                <a:lnTo>
                  <a:pt x="121348" y="100021"/>
                </a:lnTo>
                <a:lnTo>
                  <a:pt x="121748" y="99968"/>
                </a:lnTo>
                <a:lnTo>
                  <a:pt x="122149" y="99912"/>
                </a:lnTo>
                <a:lnTo>
                  <a:pt x="122549" y="99851"/>
                </a:lnTo>
                <a:lnTo>
                  <a:pt x="122949" y="99786"/>
                </a:lnTo>
                <a:lnTo>
                  <a:pt x="123349" y="99717"/>
                </a:lnTo>
                <a:lnTo>
                  <a:pt x="123748" y="99644"/>
                </a:lnTo>
                <a:lnTo>
                  <a:pt x="124148" y="99566"/>
                </a:lnTo>
                <a:lnTo>
                  <a:pt x="124548" y="99485"/>
                </a:lnTo>
                <a:lnTo>
                  <a:pt x="124947" y="99399"/>
                </a:lnTo>
                <a:lnTo>
                  <a:pt x="125346" y="99309"/>
                </a:lnTo>
                <a:lnTo>
                  <a:pt x="125746" y="99215"/>
                </a:lnTo>
                <a:lnTo>
                  <a:pt x="126145" y="99117"/>
                </a:lnTo>
                <a:lnTo>
                  <a:pt x="126543" y="99014"/>
                </a:lnTo>
                <a:lnTo>
                  <a:pt x="126938" y="98907"/>
                </a:lnTo>
                <a:lnTo>
                  <a:pt x="127331" y="98795"/>
                </a:lnTo>
                <a:lnTo>
                  <a:pt x="127721" y="98678"/>
                </a:lnTo>
                <a:lnTo>
                  <a:pt x="128109" y="98558"/>
                </a:lnTo>
                <a:lnTo>
                  <a:pt x="128495" y="98432"/>
                </a:lnTo>
                <a:lnTo>
                  <a:pt x="128878" y="98302"/>
                </a:lnTo>
                <a:lnTo>
                  <a:pt x="129259" y="98168"/>
                </a:lnTo>
                <a:lnTo>
                  <a:pt x="129637" y="98029"/>
                </a:lnTo>
                <a:lnTo>
                  <a:pt x="130013" y="97885"/>
                </a:lnTo>
                <a:lnTo>
                  <a:pt x="130386" y="97737"/>
                </a:lnTo>
                <a:lnTo>
                  <a:pt x="130757" y="97585"/>
                </a:lnTo>
                <a:lnTo>
                  <a:pt x="131126" y="97427"/>
                </a:lnTo>
                <a:lnTo>
                  <a:pt x="131492" y="97266"/>
                </a:lnTo>
                <a:lnTo>
                  <a:pt x="131856" y="97100"/>
                </a:lnTo>
                <a:lnTo>
                  <a:pt x="132217" y="96929"/>
                </a:lnTo>
                <a:lnTo>
                  <a:pt x="132575" y="96754"/>
                </a:lnTo>
                <a:lnTo>
                  <a:pt x="132932" y="96574"/>
                </a:lnTo>
                <a:lnTo>
                  <a:pt x="133286" y="96389"/>
                </a:lnTo>
                <a:lnTo>
                  <a:pt x="133637" y="96200"/>
                </a:lnTo>
                <a:lnTo>
                  <a:pt x="133986" y="96007"/>
                </a:lnTo>
                <a:lnTo>
                  <a:pt x="134333" y="95809"/>
                </a:lnTo>
                <a:lnTo>
                  <a:pt x="134677" y="95607"/>
                </a:lnTo>
                <a:lnTo>
                  <a:pt x="135018" y="95400"/>
                </a:lnTo>
                <a:lnTo>
                  <a:pt x="135356" y="95188"/>
                </a:lnTo>
                <a:lnTo>
                  <a:pt x="135689" y="94972"/>
                </a:lnTo>
                <a:lnTo>
                  <a:pt x="136018" y="94750"/>
                </a:lnTo>
                <a:lnTo>
                  <a:pt x="136341" y="94524"/>
                </a:lnTo>
                <a:lnTo>
                  <a:pt x="136659" y="94294"/>
                </a:lnTo>
                <a:lnTo>
                  <a:pt x="136973" y="94058"/>
                </a:lnTo>
                <a:lnTo>
                  <a:pt x="137282" y="93818"/>
                </a:lnTo>
                <a:lnTo>
                  <a:pt x="137586" y="93573"/>
                </a:lnTo>
                <a:lnTo>
                  <a:pt x="137884" y="93323"/>
                </a:lnTo>
                <a:lnTo>
                  <a:pt x="138179" y="93068"/>
                </a:lnTo>
                <a:lnTo>
                  <a:pt x="138468" y="92809"/>
                </a:lnTo>
                <a:lnTo>
                  <a:pt x="138752" y="92545"/>
                </a:lnTo>
                <a:lnTo>
                  <a:pt x="139031" y="92276"/>
                </a:lnTo>
                <a:lnTo>
                  <a:pt x="139306" y="92003"/>
                </a:lnTo>
                <a:lnTo>
                  <a:pt x="139575" y="91724"/>
                </a:lnTo>
                <a:lnTo>
                  <a:pt x="139840" y="91441"/>
                </a:lnTo>
                <a:lnTo>
                  <a:pt x="140100" y="91153"/>
                </a:lnTo>
                <a:lnTo>
                  <a:pt x="140355" y="90860"/>
                </a:lnTo>
                <a:lnTo>
                  <a:pt x="140605" y="90563"/>
                </a:lnTo>
                <a:lnTo>
                  <a:pt x="140850" y="90261"/>
                </a:lnTo>
                <a:lnTo>
                  <a:pt x="141091" y="89954"/>
                </a:lnTo>
                <a:lnTo>
                  <a:pt x="141326" y="89642"/>
                </a:lnTo>
                <a:lnTo>
                  <a:pt x="141557" y="89325"/>
                </a:lnTo>
                <a:lnTo>
                  <a:pt x="141782" y="89004"/>
                </a:lnTo>
                <a:lnTo>
                  <a:pt x="142002" y="88678"/>
                </a:lnTo>
                <a:lnTo>
                  <a:pt x="142214" y="88347"/>
                </a:lnTo>
                <a:lnTo>
                  <a:pt x="142419" y="88011"/>
                </a:lnTo>
                <a:lnTo>
                  <a:pt x="142616" y="87670"/>
                </a:lnTo>
                <a:lnTo>
                  <a:pt x="142806" y="87324"/>
                </a:lnTo>
                <a:lnTo>
                  <a:pt x="142988" y="86974"/>
                </a:lnTo>
                <a:lnTo>
                  <a:pt x="143163" y="86618"/>
                </a:lnTo>
                <a:lnTo>
                  <a:pt x="143330" y="86258"/>
                </a:lnTo>
                <a:lnTo>
                  <a:pt x="143490" y="85893"/>
                </a:lnTo>
                <a:lnTo>
                  <a:pt x="143643" y="85523"/>
                </a:lnTo>
                <a:lnTo>
                  <a:pt x="143788" y="85148"/>
                </a:lnTo>
                <a:lnTo>
                  <a:pt x="143925" y="84768"/>
                </a:lnTo>
                <a:lnTo>
                  <a:pt x="144056" y="84383"/>
                </a:lnTo>
                <a:lnTo>
                  <a:pt x="144178" y="83994"/>
                </a:lnTo>
                <a:lnTo>
                  <a:pt x="144294" y="83599"/>
                </a:lnTo>
                <a:lnTo>
                  <a:pt x="144402" y="83200"/>
                </a:lnTo>
                <a:lnTo>
                  <a:pt x="144502" y="82796"/>
                </a:lnTo>
                <a:lnTo>
                  <a:pt x="144595" y="82386"/>
                </a:lnTo>
                <a:lnTo>
                  <a:pt x="144681" y="81972"/>
                </a:lnTo>
                <a:lnTo>
                  <a:pt x="144759" y="81553"/>
                </a:lnTo>
                <a:lnTo>
                  <a:pt x="144830" y="81130"/>
                </a:lnTo>
                <a:lnTo>
                  <a:pt x="144893" y="80701"/>
                </a:lnTo>
                <a:lnTo>
                  <a:pt x="144949" y="80267"/>
                </a:lnTo>
                <a:lnTo>
                  <a:pt x="144997" y="79829"/>
                </a:lnTo>
                <a:lnTo>
                  <a:pt x="145046" y="79275"/>
                </a:lnTo>
                <a:lnTo>
                  <a:pt x="145082" y="78731"/>
                </a:lnTo>
                <a:lnTo>
                  <a:pt x="145104" y="78195"/>
                </a:lnTo>
                <a:lnTo>
                  <a:pt x="145112" y="77668"/>
                </a:lnTo>
                <a:lnTo>
                  <a:pt x="145107" y="77150"/>
                </a:lnTo>
                <a:lnTo>
                  <a:pt x="145089" y="76642"/>
                </a:lnTo>
                <a:lnTo>
                  <a:pt x="145057" y="76142"/>
                </a:lnTo>
                <a:lnTo>
                  <a:pt x="145012" y="75651"/>
                </a:lnTo>
                <a:lnTo>
                  <a:pt x="144953" y="75169"/>
                </a:lnTo>
                <a:lnTo>
                  <a:pt x="144881" y="74696"/>
                </a:lnTo>
                <a:lnTo>
                  <a:pt x="144795" y="74232"/>
                </a:lnTo>
                <a:lnTo>
                  <a:pt x="144696" y="73777"/>
                </a:lnTo>
                <a:lnTo>
                  <a:pt x="144583" y="73330"/>
                </a:lnTo>
                <a:lnTo>
                  <a:pt x="144457" y="72893"/>
                </a:lnTo>
                <a:lnTo>
                  <a:pt x="144317" y="72465"/>
                </a:lnTo>
                <a:lnTo>
                  <a:pt x="144164" y="72045"/>
                </a:lnTo>
                <a:lnTo>
                  <a:pt x="143997" y="71635"/>
                </a:lnTo>
                <a:lnTo>
                  <a:pt x="143817" y="71234"/>
                </a:lnTo>
                <a:lnTo>
                  <a:pt x="143623" y="70841"/>
                </a:lnTo>
                <a:lnTo>
                  <a:pt x="143416" y="70458"/>
                </a:lnTo>
                <a:lnTo>
                  <a:pt x="143195" y="70083"/>
                </a:lnTo>
                <a:lnTo>
                  <a:pt x="142961" y="69718"/>
                </a:lnTo>
                <a:lnTo>
                  <a:pt x="142713" y="69361"/>
                </a:lnTo>
                <a:lnTo>
                  <a:pt x="142452" y="69013"/>
                </a:lnTo>
                <a:lnTo>
                  <a:pt x="142181" y="68673"/>
                </a:lnTo>
                <a:lnTo>
                  <a:pt x="141902" y="68339"/>
                </a:lnTo>
                <a:lnTo>
                  <a:pt x="141617" y="68011"/>
                </a:lnTo>
                <a:lnTo>
                  <a:pt x="141324" y="67689"/>
                </a:lnTo>
                <a:lnTo>
                  <a:pt x="141024" y="67373"/>
                </a:lnTo>
                <a:lnTo>
                  <a:pt x="140717" y="67063"/>
                </a:lnTo>
                <a:lnTo>
                  <a:pt x="140403" y="66759"/>
                </a:lnTo>
                <a:lnTo>
                  <a:pt x="140082" y="66461"/>
                </a:lnTo>
                <a:lnTo>
                  <a:pt x="139754" y="66169"/>
                </a:lnTo>
                <a:lnTo>
                  <a:pt x="139419" y="65883"/>
                </a:lnTo>
                <a:lnTo>
                  <a:pt x="139076" y="65604"/>
                </a:lnTo>
                <a:lnTo>
                  <a:pt x="138727" y="65330"/>
                </a:lnTo>
                <a:lnTo>
                  <a:pt x="138370" y="65062"/>
                </a:lnTo>
                <a:lnTo>
                  <a:pt x="138007" y="64801"/>
                </a:lnTo>
                <a:lnTo>
                  <a:pt x="137636" y="64545"/>
                </a:lnTo>
                <a:lnTo>
                  <a:pt x="137258" y="64296"/>
                </a:lnTo>
                <a:lnTo>
                  <a:pt x="136873" y="64052"/>
                </a:lnTo>
                <a:lnTo>
                  <a:pt x="136481" y="63815"/>
                </a:lnTo>
                <a:lnTo>
                  <a:pt x="136082" y="63583"/>
                </a:lnTo>
                <a:lnTo>
                  <a:pt x="135676" y="63358"/>
                </a:lnTo>
                <a:lnTo>
                  <a:pt x="135263" y="63139"/>
                </a:lnTo>
                <a:lnTo>
                  <a:pt x="134842" y="62925"/>
                </a:lnTo>
                <a:lnTo>
                  <a:pt x="134415" y="62718"/>
                </a:lnTo>
                <a:lnTo>
                  <a:pt x="133980" y="62517"/>
                </a:lnTo>
                <a:lnTo>
                  <a:pt x="133542" y="62321"/>
                </a:lnTo>
                <a:lnTo>
                  <a:pt x="133102" y="62127"/>
                </a:lnTo>
                <a:lnTo>
                  <a:pt x="132662" y="61937"/>
                </a:lnTo>
                <a:lnTo>
                  <a:pt x="132221" y="61750"/>
                </a:lnTo>
                <a:lnTo>
                  <a:pt x="131780" y="61566"/>
                </a:lnTo>
                <a:lnTo>
                  <a:pt x="131337" y="61385"/>
                </a:lnTo>
                <a:lnTo>
                  <a:pt x="130894" y="61207"/>
                </a:lnTo>
                <a:lnTo>
                  <a:pt x="130449" y="61033"/>
                </a:lnTo>
                <a:lnTo>
                  <a:pt x="130004" y="60861"/>
                </a:lnTo>
                <a:lnTo>
                  <a:pt x="129559" y="60693"/>
                </a:lnTo>
                <a:lnTo>
                  <a:pt x="129112" y="60528"/>
                </a:lnTo>
                <a:lnTo>
                  <a:pt x="128664" y="60366"/>
                </a:lnTo>
                <a:lnTo>
                  <a:pt x="128216" y="60207"/>
                </a:lnTo>
                <a:lnTo>
                  <a:pt x="127767" y="60051"/>
                </a:lnTo>
                <a:lnTo>
                  <a:pt x="127317" y="59898"/>
                </a:lnTo>
                <a:lnTo>
                  <a:pt x="126867" y="59749"/>
                </a:lnTo>
                <a:lnTo>
                  <a:pt x="126415" y="59603"/>
                </a:lnTo>
                <a:lnTo>
                  <a:pt x="125963" y="59459"/>
                </a:lnTo>
                <a:lnTo>
                  <a:pt x="125509" y="59319"/>
                </a:lnTo>
                <a:lnTo>
                  <a:pt x="125056" y="59182"/>
                </a:lnTo>
                <a:lnTo>
                  <a:pt x="124601" y="59049"/>
                </a:lnTo>
                <a:lnTo>
                  <a:pt x="124145" y="58918"/>
                </a:lnTo>
                <a:lnTo>
                  <a:pt x="123689" y="58791"/>
                </a:lnTo>
                <a:lnTo>
                  <a:pt x="123232" y="58666"/>
                </a:lnTo>
                <a:lnTo>
                  <a:pt x="123008" y="58610"/>
                </a:lnTo>
                <a:lnTo>
                  <a:pt x="122782" y="58553"/>
                </a:lnTo>
                <a:lnTo>
                  <a:pt x="122556" y="58495"/>
                </a:lnTo>
                <a:lnTo>
                  <a:pt x="122328" y="58436"/>
                </a:lnTo>
                <a:lnTo>
                  <a:pt x="122099" y="58376"/>
                </a:lnTo>
                <a:lnTo>
                  <a:pt x="121869" y="58315"/>
                </a:lnTo>
                <a:lnTo>
                  <a:pt x="121638" y="58253"/>
                </a:lnTo>
                <a:lnTo>
                  <a:pt x="121405" y="58190"/>
                </a:lnTo>
                <a:lnTo>
                  <a:pt x="121171" y="58126"/>
                </a:lnTo>
                <a:lnTo>
                  <a:pt x="120935" y="58062"/>
                </a:lnTo>
                <a:lnTo>
                  <a:pt x="120699" y="57996"/>
                </a:lnTo>
                <a:lnTo>
                  <a:pt x="120461" y="57930"/>
                </a:lnTo>
                <a:lnTo>
                  <a:pt x="120221" y="57862"/>
                </a:lnTo>
                <a:lnTo>
                  <a:pt x="119981" y="57794"/>
                </a:lnTo>
                <a:lnTo>
                  <a:pt x="119739" y="57724"/>
                </a:lnTo>
                <a:lnTo>
                  <a:pt x="119496" y="57654"/>
                </a:lnTo>
                <a:lnTo>
                  <a:pt x="119252" y="57583"/>
                </a:lnTo>
                <a:lnTo>
                  <a:pt x="119006" y="57511"/>
                </a:lnTo>
                <a:lnTo>
                  <a:pt x="118759" y="57438"/>
                </a:lnTo>
                <a:lnTo>
                  <a:pt x="118511" y="57364"/>
                </a:lnTo>
                <a:lnTo>
                  <a:pt x="118262" y="57289"/>
                </a:lnTo>
                <a:lnTo>
                  <a:pt x="118011" y="57213"/>
                </a:lnTo>
                <a:lnTo>
                  <a:pt x="117759" y="57137"/>
                </a:lnTo>
                <a:lnTo>
                  <a:pt x="117506" y="57059"/>
                </a:lnTo>
                <a:lnTo>
                  <a:pt x="117252" y="56980"/>
                </a:lnTo>
                <a:lnTo>
                  <a:pt x="117001" y="56899"/>
                </a:lnTo>
                <a:lnTo>
                  <a:pt x="116751" y="56816"/>
                </a:lnTo>
                <a:lnTo>
                  <a:pt x="116503" y="56732"/>
                </a:lnTo>
                <a:lnTo>
                  <a:pt x="116256" y="56645"/>
                </a:lnTo>
                <a:lnTo>
                  <a:pt x="116011" y="56557"/>
                </a:lnTo>
                <a:lnTo>
                  <a:pt x="115768" y="56466"/>
                </a:lnTo>
                <a:lnTo>
                  <a:pt x="115526" y="56374"/>
                </a:lnTo>
                <a:lnTo>
                  <a:pt x="115286" y="56280"/>
                </a:lnTo>
                <a:lnTo>
                  <a:pt x="115048" y="56185"/>
                </a:lnTo>
                <a:lnTo>
                  <a:pt x="114811" y="56087"/>
                </a:lnTo>
                <a:lnTo>
                  <a:pt x="114576" y="55987"/>
                </a:lnTo>
                <a:lnTo>
                  <a:pt x="114342" y="55886"/>
                </a:lnTo>
                <a:lnTo>
                  <a:pt x="114110" y="55783"/>
                </a:lnTo>
                <a:lnTo>
                  <a:pt x="113880" y="55678"/>
                </a:lnTo>
                <a:lnTo>
                  <a:pt x="113651" y="55571"/>
                </a:lnTo>
                <a:lnTo>
                  <a:pt x="113424" y="55462"/>
                </a:lnTo>
                <a:lnTo>
                  <a:pt x="113198" y="55351"/>
                </a:lnTo>
                <a:lnTo>
                  <a:pt x="112975" y="55239"/>
                </a:lnTo>
                <a:lnTo>
                  <a:pt x="112752" y="55124"/>
                </a:lnTo>
                <a:lnTo>
                  <a:pt x="112532" y="55008"/>
                </a:lnTo>
                <a:lnTo>
                  <a:pt x="112313" y="54890"/>
                </a:lnTo>
                <a:lnTo>
                  <a:pt x="112096" y="54770"/>
                </a:lnTo>
                <a:lnTo>
                  <a:pt x="111880" y="54648"/>
                </a:lnTo>
                <a:lnTo>
                  <a:pt x="111667" y="54524"/>
                </a:lnTo>
                <a:lnTo>
                  <a:pt x="111459" y="54396"/>
                </a:lnTo>
                <a:lnTo>
                  <a:pt x="111254" y="54266"/>
                </a:lnTo>
                <a:lnTo>
                  <a:pt x="111054" y="54132"/>
                </a:lnTo>
                <a:lnTo>
                  <a:pt x="110858" y="53995"/>
                </a:lnTo>
                <a:lnTo>
                  <a:pt x="110666" y="53855"/>
                </a:lnTo>
                <a:lnTo>
                  <a:pt x="110478" y="53712"/>
                </a:lnTo>
                <a:lnTo>
                  <a:pt x="110295" y="53565"/>
                </a:lnTo>
                <a:lnTo>
                  <a:pt x="110116" y="53416"/>
                </a:lnTo>
                <a:lnTo>
                  <a:pt x="109941" y="53263"/>
                </a:lnTo>
                <a:lnTo>
                  <a:pt x="109770" y="53108"/>
                </a:lnTo>
                <a:lnTo>
                  <a:pt x="109603" y="52949"/>
                </a:lnTo>
                <a:lnTo>
                  <a:pt x="109440" y="52787"/>
                </a:lnTo>
                <a:lnTo>
                  <a:pt x="109282" y="52621"/>
                </a:lnTo>
                <a:lnTo>
                  <a:pt x="109128" y="52453"/>
                </a:lnTo>
                <a:lnTo>
                  <a:pt x="108978" y="52282"/>
                </a:lnTo>
                <a:lnTo>
                  <a:pt x="108832" y="52107"/>
                </a:lnTo>
                <a:lnTo>
                  <a:pt x="108691" y="51929"/>
                </a:lnTo>
                <a:lnTo>
                  <a:pt x="108553" y="51749"/>
                </a:lnTo>
                <a:lnTo>
                  <a:pt x="108420" y="51565"/>
                </a:lnTo>
                <a:lnTo>
                  <a:pt x="108291" y="51377"/>
                </a:lnTo>
                <a:lnTo>
                  <a:pt x="108166" y="51187"/>
                </a:lnTo>
                <a:lnTo>
                  <a:pt x="108045" y="50994"/>
                </a:lnTo>
                <a:lnTo>
                  <a:pt x="107929" y="50797"/>
                </a:lnTo>
                <a:lnTo>
                  <a:pt x="107818" y="50597"/>
                </a:lnTo>
                <a:lnTo>
                  <a:pt x="107714" y="50393"/>
                </a:lnTo>
                <a:lnTo>
                  <a:pt x="107616" y="50185"/>
                </a:lnTo>
                <a:lnTo>
                  <a:pt x="107526" y="49972"/>
                </a:lnTo>
                <a:lnTo>
                  <a:pt x="107442" y="49756"/>
                </a:lnTo>
                <a:lnTo>
                  <a:pt x="107366" y="49535"/>
                </a:lnTo>
                <a:lnTo>
                  <a:pt x="107296" y="49311"/>
                </a:lnTo>
                <a:lnTo>
                  <a:pt x="107233" y="49082"/>
                </a:lnTo>
                <a:lnTo>
                  <a:pt x="107177" y="48849"/>
                </a:lnTo>
                <a:lnTo>
                  <a:pt x="107128" y="48613"/>
                </a:lnTo>
                <a:lnTo>
                  <a:pt x="107085" y="48372"/>
                </a:lnTo>
                <a:lnTo>
                  <a:pt x="107050" y="48127"/>
                </a:lnTo>
                <a:lnTo>
                  <a:pt x="107021" y="47878"/>
                </a:lnTo>
                <a:lnTo>
                  <a:pt x="106999" y="47625"/>
                </a:lnTo>
                <a:lnTo>
                  <a:pt x="106984" y="47368"/>
                </a:lnTo>
                <a:lnTo>
                  <a:pt x="106976" y="47106"/>
                </a:lnTo>
                <a:lnTo>
                  <a:pt x="106975" y="46841"/>
                </a:lnTo>
                <a:lnTo>
                  <a:pt x="106981" y="46572"/>
                </a:lnTo>
                <a:lnTo>
                  <a:pt x="106993" y="46298"/>
                </a:lnTo>
                <a:lnTo>
                  <a:pt x="107013" y="46021"/>
                </a:lnTo>
                <a:lnTo>
                  <a:pt x="107039" y="45739"/>
                </a:lnTo>
                <a:lnTo>
                  <a:pt x="107072" y="45454"/>
                </a:lnTo>
                <a:lnTo>
                  <a:pt x="107112" y="45164"/>
                </a:lnTo>
                <a:lnTo>
                  <a:pt x="107159" y="44870"/>
                </a:lnTo>
                <a:lnTo>
                  <a:pt x="107229" y="44499"/>
                </a:lnTo>
                <a:lnTo>
                  <a:pt x="107308" y="44134"/>
                </a:lnTo>
                <a:lnTo>
                  <a:pt x="107394" y="43775"/>
                </a:lnTo>
                <a:lnTo>
                  <a:pt x="107488" y="43421"/>
                </a:lnTo>
                <a:lnTo>
                  <a:pt x="107589" y="43073"/>
                </a:lnTo>
                <a:lnTo>
                  <a:pt x="107699" y="42731"/>
                </a:lnTo>
                <a:lnTo>
                  <a:pt x="107815" y="42395"/>
                </a:lnTo>
                <a:lnTo>
                  <a:pt x="107940" y="42065"/>
                </a:lnTo>
                <a:lnTo>
                  <a:pt x="108072" y="41740"/>
                </a:lnTo>
                <a:lnTo>
                  <a:pt x="108212" y="41422"/>
                </a:lnTo>
                <a:lnTo>
                  <a:pt x="108359" y="41109"/>
                </a:lnTo>
                <a:lnTo>
                  <a:pt x="108515" y="40802"/>
                </a:lnTo>
                <a:lnTo>
                  <a:pt x="108678" y="40501"/>
                </a:lnTo>
                <a:lnTo>
                  <a:pt x="108848" y="40205"/>
                </a:lnTo>
                <a:lnTo>
                  <a:pt x="109026" y="39916"/>
                </a:lnTo>
                <a:lnTo>
                  <a:pt x="109212" y="39632"/>
                </a:lnTo>
                <a:lnTo>
                  <a:pt x="109406" y="39354"/>
                </a:lnTo>
                <a:lnTo>
                  <a:pt x="109607" y="39082"/>
                </a:lnTo>
                <a:lnTo>
                  <a:pt x="109816" y="38815"/>
                </a:lnTo>
                <a:lnTo>
                  <a:pt x="110033" y="38555"/>
                </a:lnTo>
                <a:lnTo>
                  <a:pt x="110257" y="38300"/>
                </a:lnTo>
                <a:lnTo>
                  <a:pt x="110489" y="38051"/>
                </a:lnTo>
                <a:lnTo>
                  <a:pt x="110729" y="37808"/>
                </a:lnTo>
                <a:lnTo>
                  <a:pt x="110976" y="37571"/>
                </a:lnTo>
                <a:lnTo>
                  <a:pt x="111229" y="37339"/>
                </a:lnTo>
                <a:lnTo>
                  <a:pt x="111486" y="37112"/>
                </a:lnTo>
                <a:lnTo>
                  <a:pt x="111747" y="36890"/>
                </a:lnTo>
                <a:lnTo>
                  <a:pt x="112011" y="36674"/>
                </a:lnTo>
                <a:lnTo>
                  <a:pt x="112280" y="36462"/>
                </a:lnTo>
                <a:lnTo>
                  <a:pt x="112552" y="36256"/>
                </a:lnTo>
                <a:lnTo>
                  <a:pt x="112828" y="36055"/>
                </a:lnTo>
                <a:lnTo>
                  <a:pt x="113108" y="35859"/>
                </a:lnTo>
                <a:lnTo>
                  <a:pt x="113392" y="35668"/>
                </a:lnTo>
                <a:lnTo>
                  <a:pt x="113679" y="35482"/>
                </a:lnTo>
                <a:lnTo>
                  <a:pt x="113971" y="35302"/>
                </a:lnTo>
                <a:lnTo>
                  <a:pt x="114266" y="35126"/>
                </a:lnTo>
                <a:lnTo>
                  <a:pt x="114565" y="34956"/>
                </a:lnTo>
                <a:lnTo>
                  <a:pt x="114868" y="34790"/>
                </a:lnTo>
                <a:lnTo>
                  <a:pt x="115175" y="34630"/>
                </a:lnTo>
                <a:lnTo>
                  <a:pt x="115485" y="34475"/>
                </a:lnTo>
                <a:lnTo>
                  <a:pt x="115800" y="34325"/>
                </a:lnTo>
                <a:lnTo>
                  <a:pt x="116118" y="34180"/>
                </a:lnTo>
                <a:lnTo>
                  <a:pt x="116440" y="34040"/>
                </a:lnTo>
                <a:lnTo>
                  <a:pt x="116766" y="33906"/>
                </a:lnTo>
                <a:lnTo>
                  <a:pt x="117096" y="33776"/>
                </a:lnTo>
                <a:lnTo>
                  <a:pt x="117429" y="33652"/>
                </a:lnTo>
                <a:lnTo>
                  <a:pt x="117767" y="33533"/>
                </a:lnTo>
                <a:lnTo>
                  <a:pt x="118108" y="33418"/>
                </a:lnTo>
                <a:lnTo>
                  <a:pt x="118451" y="33309"/>
                </a:lnTo>
                <a:lnTo>
                  <a:pt x="118794" y="33204"/>
                </a:lnTo>
                <a:lnTo>
                  <a:pt x="119137" y="33104"/>
                </a:lnTo>
                <a:lnTo>
                  <a:pt x="119480" y="33009"/>
                </a:lnTo>
                <a:lnTo>
                  <a:pt x="119823" y="32918"/>
                </a:lnTo>
                <a:lnTo>
                  <a:pt x="120166" y="32832"/>
                </a:lnTo>
                <a:lnTo>
                  <a:pt x="120508" y="32751"/>
                </a:lnTo>
                <a:lnTo>
                  <a:pt x="120850" y="32674"/>
                </a:lnTo>
                <a:lnTo>
                  <a:pt x="121193" y="32602"/>
                </a:lnTo>
                <a:lnTo>
                  <a:pt x="121535" y="32535"/>
                </a:lnTo>
                <a:lnTo>
                  <a:pt x="121877" y="32472"/>
                </a:lnTo>
                <a:lnTo>
                  <a:pt x="122219" y="32414"/>
                </a:lnTo>
                <a:lnTo>
                  <a:pt x="122560" y="32360"/>
                </a:lnTo>
                <a:lnTo>
                  <a:pt x="122902" y="32311"/>
                </a:lnTo>
                <a:lnTo>
                  <a:pt x="123244" y="32267"/>
                </a:lnTo>
                <a:lnTo>
                  <a:pt x="123585" y="32228"/>
                </a:lnTo>
                <a:lnTo>
                  <a:pt x="123926" y="32193"/>
                </a:lnTo>
                <a:lnTo>
                  <a:pt x="124267" y="32163"/>
                </a:lnTo>
                <a:lnTo>
                  <a:pt x="124609" y="32137"/>
                </a:lnTo>
                <a:lnTo>
                  <a:pt x="124949" y="32116"/>
                </a:lnTo>
                <a:lnTo>
                  <a:pt x="125290" y="32100"/>
                </a:lnTo>
                <a:lnTo>
                  <a:pt x="125631" y="32088"/>
                </a:lnTo>
                <a:lnTo>
                  <a:pt x="125972" y="32081"/>
                </a:lnTo>
                <a:lnTo>
                  <a:pt x="126312" y="32079"/>
                </a:lnTo>
                <a:lnTo>
                  <a:pt x="126685" y="32087"/>
                </a:lnTo>
                <a:lnTo>
                  <a:pt x="127055" y="32101"/>
                </a:lnTo>
                <a:lnTo>
                  <a:pt x="127422" y="32121"/>
                </a:lnTo>
                <a:lnTo>
                  <a:pt x="127786" y="32147"/>
                </a:lnTo>
                <a:lnTo>
                  <a:pt x="128148" y="32178"/>
                </a:lnTo>
                <a:lnTo>
                  <a:pt x="128508" y="32215"/>
                </a:lnTo>
                <a:lnTo>
                  <a:pt x="128864" y="32258"/>
                </a:lnTo>
                <a:lnTo>
                  <a:pt x="129218" y="32306"/>
                </a:lnTo>
                <a:lnTo>
                  <a:pt x="129569" y="32360"/>
                </a:lnTo>
                <a:lnTo>
                  <a:pt x="129918" y="32420"/>
                </a:lnTo>
                <a:lnTo>
                  <a:pt x="130263" y="32485"/>
                </a:lnTo>
                <a:lnTo>
                  <a:pt x="130607" y="32556"/>
                </a:lnTo>
                <a:lnTo>
                  <a:pt x="130947" y="32633"/>
                </a:lnTo>
                <a:lnTo>
                  <a:pt x="131285" y="32715"/>
                </a:lnTo>
                <a:lnTo>
                  <a:pt x="131620" y="32804"/>
                </a:lnTo>
                <a:lnTo>
                  <a:pt x="131953" y="32897"/>
                </a:lnTo>
                <a:lnTo>
                  <a:pt x="132282" y="32997"/>
                </a:lnTo>
                <a:lnTo>
                  <a:pt x="132609" y="33102"/>
                </a:lnTo>
                <a:lnTo>
                  <a:pt x="132934" y="33213"/>
                </a:lnTo>
                <a:lnTo>
                  <a:pt x="133256" y="33330"/>
                </a:lnTo>
                <a:lnTo>
                  <a:pt x="133575" y="33452"/>
                </a:lnTo>
                <a:lnTo>
                  <a:pt x="133891" y="33580"/>
                </a:lnTo>
                <a:lnTo>
                  <a:pt x="134205" y="33714"/>
                </a:lnTo>
                <a:lnTo>
                  <a:pt x="134516" y="33854"/>
                </a:lnTo>
                <a:lnTo>
                  <a:pt x="134823" y="33999"/>
                </a:lnTo>
                <a:lnTo>
                  <a:pt x="135124" y="34149"/>
                </a:lnTo>
                <a:lnTo>
                  <a:pt x="135420" y="34305"/>
                </a:lnTo>
                <a:lnTo>
                  <a:pt x="135710" y="34466"/>
                </a:lnTo>
                <a:lnTo>
                  <a:pt x="135995" y="34632"/>
                </a:lnTo>
                <a:lnTo>
                  <a:pt x="136274" y="34804"/>
                </a:lnTo>
                <a:lnTo>
                  <a:pt x="136547" y="34981"/>
                </a:lnTo>
                <a:lnTo>
                  <a:pt x="136815" y="35163"/>
                </a:lnTo>
                <a:lnTo>
                  <a:pt x="137078" y="35351"/>
                </a:lnTo>
                <a:lnTo>
                  <a:pt x="137334" y="35544"/>
                </a:lnTo>
                <a:lnTo>
                  <a:pt x="137586" y="35743"/>
                </a:lnTo>
                <a:lnTo>
                  <a:pt x="137831" y="35946"/>
                </a:lnTo>
                <a:lnTo>
                  <a:pt x="138071" y="36156"/>
                </a:lnTo>
                <a:lnTo>
                  <a:pt x="138305" y="36370"/>
                </a:lnTo>
                <a:lnTo>
                  <a:pt x="138534" y="36590"/>
                </a:lnTo>
                <a:lnTo>
                  <a:pt x="138758" y="36815"/>
                </a:lnTo>
                <a:lnTo>
                  <a:pt x="138975" y="37046"/>
                </a:lnTo>
                <a:lnTo>
                  <a:pt x="139187" y="37282"/>
                </a:lnTo>
                <a:lnTo>
                  <a:pt x="139394" y="37523"/>
                </a:lnTo>
                <a:lnTo>
                  <a:pt x="139595" y="37770"/>
                </a:lnTo>
                <a:lnTo>
                  <a:pt x="139790" y="38022"/>
                </a:lnTo>
                <a:lnTo>
                  <a:pt x="139980" y="38279"/>
                </a:lnTo>
                <a:lnTo>
                  <a:pt x="140164" y="38541"/>
                </a:lnTo>
                <a:lnTo>
                  <a:pt x="140342" y="38809"/>
                </a:lnTo>
                <a:lnTo>
                  <a:pt x="140514" y="39083"/>
                </a:lnTo>
                <a:lnTo>
                  <a:pt x="140677" y="39361"/>
                </a:lnTo>
                <a:lnTo>
                  <a:pt x="140831" y="39645"/>
                </a:lnTo>
                <a:lnTo>
                  <a:pt x="140976" y="39934"/>
                </a:lnTo>
                <a:lnTo>
                  <a:pt x="141112" y="40228"/>
                </a:lnTo>
                <a:lnTo>
                  <a:pt x="141240" y="40528"/>
                </a:lnTo>
                <a:lnTo>
                  <a:pt x="141359" y="40832"/>
                </a:lnTo>
                <a:lnTo>
                  <a:pt x="141470" y="41142"/>
                </a:lnTo>
                <a:lnTo>
                  <a:pt x="141572" y="41457"/>
                </a:lnTo>
                <a:lnTo>
                  <a:pt x="141664" y="41778"/>
                </a:lnTo>
                <a:lnTo>
                  <a:pt x="141749" y="42103"/>
                </a:lnTo>
                <a:lnTo>
                  <a:pt x="141824" y="42434"/>
                </a:lnTo>
                <a:lnTo>
                  <a:pt x="141891" y="42770"/>
                </a:lnTo>
                <a:lnTo>
                  <a:pt x="141949" y="43112"/>
                </a:lnTo>
                <a:lnTo>
                  <a:pt x="141998" y="43458"/>
                </a:lnTo>
                <a:lnTo>
                  <a:pt x="142039" y="43810"/>
                </a:lnTo>
                <a:lnTo>
                  <a:pt x="142071" y="44167"/>
                </a:lnTo>
                <a:lnTo>
                  <a:pt x="142094" y="44529"/>
                </a:lnTo>
                <a:lnTo>
                  <a:pt x="142109" y="44897"/>
                </a:lnTo>
                <a:lnTo>
                  <a:pt x="142114" y="45269"/>
                </a:lnTo>
                <a:lnTo>
                  <a:pt x="142111" y="45647"/>
                </a:lnTo>
                <a:lnTo>
                  <a:pt x="142100" y="46030"/>
                </a:lnTo>
                <a:lnTo>
                  <a:pt x="142079" y="46419"/>
                </a:lnTo>
                <a:lnTo>
                  <a:pt x="142050" y="46812"/>
                </a:lnTo>
                <a:lnTo>
                  <a:pt x="149886" y="46879"/>
                </a:lnTo>
                <a:lnTo>
                  <a:pt x="149919" y="46292"/>
                </a:lnTo>
                <a:lnTo>
                  <a:pt x="149939" y="45712"/>
                </a:lnTo>
                <a:lnTo>
                  <a:pt x="149946" y="45141"/>
                </a:lnTo>
                <a:lnTo>
                  <a:pt x="149942" y="44577"/>
                </a:lnTo>
                <a:lnTo>
                  <a:pt x="149924" y="44022"/>
                </a:lnTo>
                <a:lnTo>
                  <a:pt x="149894" y="43474"/>
                </a:lnTo>
                <a:lnTo>
                  <a:pt x="149852" y="42935"/>
                </a:lnTo>
                <a:lnTo>
                  <a:pt x="149797" y="42404"/>
                </a:lnTo>
                <a:lnTo>
                  <a:pt x="149729" y="41880"/>
                </a:lnTo>
                <a:lnTo>
                  <a:pt x="149649" y="41365"/>
                </a:lnTo>
                <a:lnTo>
                  <a:pt x="149556" y="40857"/>
                </a:lnTo>
                <a:lnTo>
                  <a:pt x="149450" y="40358"/>
                </a:lnTo>
                <a:lnTo>
                  <a:pt x="149333" y="39867"/>
                </a:lnTo>
                <a:lnTo>
                  <a:pt x="149202" y="39384"/>
                </a:lnTo>
                <a:lnTo>
                  <a:pt x="149059" y="38908"/>
                </a:lnTo>
                <a:lnTo>
                  <a:pt x="148904" y="38441"/>
                </a:lnTo>
                <a:lnTo>
                  <a:pt x="148735" y="37982"/>
                </a:lnTo>
                <a:lnTo>
                  <a:pt x="148555" y="37531"/>
                </a:lnTo>
                <a:lnTo>
                  <a:pt x="148362" y="37088"/>
                </a:lnTo>
                <a:lnTo>
                  <a:pt x="148156" y="36652"/>
                </a:lnTo>
                <a:lnTo>
                  <a:pt x="147937" y="36225"/>
                </a:lnTo>
                <a:lnTo>
                  <a:pt x="147706" y="35806"/>
                </a:lnTo>
                <a:lnTo>
                  <a:pt x="147463" y="35395"/>
                </a:lnTo>
                <a:lnTo>
                  <a:pt x="147207" y="34992"/>
                </a:lnTo>
                <a:lnTo>
                  <a:pt x="146941" y="34597"/>
                </a:lnTo>
                <a:lnTo>
                  <a:pt x="146666" y="34210"/>
                </a:lnTo>
                <a:lnTo>
                  <a:pt x="146384" y="33831"/>
                </a:lnTo>
                <a:lnTo>
                  <a:pt x="146094" y="33460"/>
                </a:lnTo>
                <a:lnTo>
                  <a:pt x="145795" y="33097"/>
                </a:lnTo>
                <a:lnTo>
                  <a:pt x="145489" y="32742"/>
                </a:lnTo>
                <a:lnTo>
                  <a:pt x="145174" y="32395"/>
                </a:lnTo>
                <a:lnTo>
                  <a:pt x="144852" y="32057"/>
                </a:lnTo>
                <a:lnTo>
                  <a:pt x="144521" y="31726"/>
                </a:lnTo>
                <a:lnTo>
                  <a:pt x="144183" y="31403"/>
                </a:lnTo>
                <a:lnTo>
                  <a:pt x="143836" y="31088"/>
                </a:lnTo>
                <a:lnTo>
                  <a:pt x="143482" y="30781"/>
                </a:lnTo>
                <a:lnTo>
                  <a:pt x="143119" y="30483"/>
                </a:lnTo>
                <a:lnTo>
                  <a:pt x="142749" y="30192"/>
                </a:lnTo>
                <a:lnTo>
                  <a:pt x="142370" y="29909"/>
                </a:lnTo>
                <a:lnTo>
                  <a:pt x="141983" y="29634"/>
                </a:lnTo>
                <a:lnTo>
                  <a:pt x="141589" y="29368"/>
                </a:lnTo>
                <a:lnTo>
                  <a:pt x="141186" y="29109"/>
                </a:lnTo>
                <a:lnTo>
                  <a:pt x="140775" y="28859"/>
                </a:lnTo>
                <a:lnTo>
                  <a:pt x="140356" y="28616"/>
                </a:lnTo>
                <a:lnTo>
                  <a:pt x="139930" y="28381"/>
                </a:lnTo>
                <a:lnTo>
                  <a:pt x="139495" y="28155"/>
                </a:lnTo>
                <a:lnTo>
                  <a:pt x="139052" y="27936"/>
                </a:lnTo>
                <a:lnTo>
                  <a:pt x="138601" y="27726"/>
                </a:lnTo>
                <a:lnTo>
                  <a:pt x="138144" y="27524"/>
                </a:lnTo>
                <a:lnTo>
                  <a:pt x="137683" y="27330"/>
                </a:lnTo>
                <a:lnTo>
                  <a:pt x="137218" y="27144"/>
                </a:lnTo>
                <a:lnTo>
                  <a:pt x="136749" y="26967"/>
                </a:lnTo>
                <a:lnTo>
                  <a:pt x="136276" y="26798"/>
                </a:lnTo>
                <a:lnTo>
                  <a:pt x="135799" y="26638"/>
                </a:lnTo>
                <a:lnTo>
                  <a:pt x="135318" y="26485"/>
                </a:lnTo>
                <a:lnTo>
                  <a:pt x="134832" y="26342"/>
                </a:lnTo>
                <a:lnTo>
                  <a:pt x="134343" y="26206"/>
                </a:lnTo>
                <a:lnTo>
                  <a:pt x="133849" y="26079"/>
                </a:lnTo>
                <a:lnTo>
                  <a:pt x="133352" y="25961"/>
                </a:lnTo>
                <a:lnTo>
                  <a:pt x="132850" y="25851"/>
                </a:lnTo>
                <a:lnTo>
                  <a:pt x="132344" y="25749"/>
                </a:lnTo>
                <a:lnTo>
                  <a:pt x="131835" y="25655"/>
                </a:lnTo>
                <a:lnTo>
                  <a:pt x="131321" y="25570"/>
                </a:lnTo>
                <a:lnTo>
                  <a:pt x="130803" y="25493"/>
                </a:lnTo>
                <a:lnTo>
                  <a:pt x="130281" y="25425"/>
                </a:lnTo>
                <a:lnTo>
                  <a:pt x="129755" y="25365"/>
                </a:lnTo>
                <a:lnTo>
                  <a:pt x="129225" y="25313"/>
                </a:lnTo>
                <a:lnTo>
                  <a:pt x="128691" y="25270"/>
                </a:lnTo>
                <a:lnTo>
                  <a:pt x="128152" y="25235"/>
                </a:lnTo>
                <a:lnTo>
                  <a:pt x="127610" y="25209"/>
                </a:lnTo>
                <a:lnTo>
                  <a:pt x="127064" y="25191"/>
                </a:lnTo>
                <a:lnTo>
                  <a:pt x="126513" y="25181"/>
                </a:lnTo>
                <a:lnTo>
                  <a:pt x="126139" y="25178"/>
                </a:lnTo>
                <a:lnTo>
                  <a:pt x="125764" y="25179"/>
                </a:lnTo>
                <a:lnTo>
                  <a:pt x="125389" y="25185"/>
                </a:lnTo>
                <a:lnTo>
                  <a:pt x="125014" y="25195"/>
                </a:lnTo>
                <a:lnTo>
                  <a:pt x="124638" y="25210"/>
                </a:lnTo>
                <a:lnTo>
                  <a:pt x="124261" y="25229"/>
                </a:lnTo>
                <a:lnTo>
                  <a:pt x="123884" y="25253"/>
                </a:lnTo>
                <a:lnTo>
                  <a:pt x="123507" y="25281"/>
                </a:lnTo>
                <a:lnTo>
                  <a:pt x="123129" y="25314"/>
                </a:lnTo>
                <a:lnTo>
                  <a:pt x="122751" y="25352"/>
                </a:lnTo>
                <a:lnTo>
                  <a:pt x="122372" y="25394"/>
                </a:lnTo>
                <a:lnTo>
                  <a:pt x="121993" y="25440"/>
                </a:lnTo>
                <a:lnTo>
                  <a:pt x="121613" y="25492"/>
                </a:lnTo>
                <a:lnTo>
                  <a:pt x="121233" y="25547"/>
                </a:lnTo>
                <a:lnTo>
                  <a:pt x="120852" y="25607"/>
                </a:lnTo>
                <a:lnTo>
                  <a:pt x="120471" y="25672"/>
                </a:lnTo>
                <a:lnTo>
                  <a:pt x="120089" y="25741"/>
                </a:lnTo>
                <a:lnTo>
                  <a:pt x="119707" y="25815"/>
                </a:lnTo>
                <a:lnTo>
                  <a:pt x="119325" y="25893"/>
                </a:lnTo>
                <a:lnTo>
                  <a:pt x="118942" y="25976"/>
                </a:lnTo>
                <a:lnTo>
                  <a:pt x="118558" y="26064"/>
                </a:lnTo>
                <a:lnTo>
                  <a:pt x="118174" y="26156"/>
                </a:lnTo>
                <a:lnTo>
                  <a:pt x="117790" y="26252"/>
                </a:lnTo>
                <a:lnTo>
                  <a:pt x="117405" y="26353"/>
                </a:lnTo>
                <a:lnTo>
                  <a:pt x="117021" y="26458"/>
                </a:lnTo>
                <a:lnTo>
                  <a:pt x="116640" y="26568"/>
                </a:lnTo>
                <a:lnTo>
                  <a:pt x="116261" y="26683"/>
                </a:lnTo>
                <a:lnTo>
                  <a:pt x="115884" y="26801"/>
                </a:lnTo>
                <a:lnTo>
                  <a:pt x="115510" y="26924"/>
                </a:lnTo>
                <a:lnTo>
                  <a:pt x="115139" y="27052"/>
                </a:lnTo>
                <a:lnTo>
                  <a:pt x="114769" y="27184"/>
                </a:lnTo>
                <a:lnTo>
                  <a:pt x="114403" y="27320"/>
                </a:lnTo>
                <a:lnTo>
                  <a:pt x="114038" y="27461"/>
                </a:lnTo>
                <a:lnTo>
                  <a:pt x="113676" y="27606"/>
                </a:lnTo>
                <a:lnTo>
                  <a:pt x="113317" y="27756"/>
                </a:lnTo>
                <a:lnTo>
                  <a:pt x="112960" y="27910"/>
                </a:lnTo>
                <a:lnTo>
                  <a:pt x="112605" y="28068"/>
                </a:lnTo>
                <a:lnTo>
                  <a:pt x="112253" y="28231"/>
                </a:lnTo>
                <a:lnTo>
                  <a:pt x="111904" y="28399"/>
                </a:lnTo>
                <a:lnTo>
                  <a:pt x="111556" y="28570"/>
                </a:lnTo>
                <a:lnTo>
                  <a:pt x="111211" y="28747"/>
                </a:lnTo>
                <a:lnTo>
                  <a:pt x="110869" y="28927"/>
                </a:lnTo>
                <a:lnTo>
                  <a:pt x="110529" y="29112"/>
                </a:lnTo>
                <a:lnTo>
                  <a:pt x="110192" y="29302"/>
                </a:lnTo>
                <a:lnTo>
                  <a:pt x="109857" y="29495"/>
                </a:lnTo>
                <a:lnTo>
                  <a:pt x="109524" y="29694"/>
                </a:lnTo>
                <a:lnTo>
                  <a:pt x="109194" y="29896"/>
                </a:lnTo>
                <a:lnTo>
                  <a:pt x="108866" y="30103"/>
                </a:lnTo>
                <a:lnTo>
                  <a:pt x="108542" y="30315"/>
                </a:lnTo>
                <a:lnTo>
                  <a:pt x="108223" y="30530"/>
                </a:lnTo>
                <a:lnTo>
                  <a:pt x="107908" y="30750"/>
                </a:lnTo>
                <a:lnTo>
                  <a:pt x="107598" y="30975"/>
                </a:lnTo>
                <a:lnTo>
                  <a:pt x="107292" y="31203"/>
                </a:lnTo>
                <a:lnTo>
                  <a:pt x="106991" y="31436"/>
                </a:lnTo>
                <a:lnTo>
                  <a:pt x="106695" y="31674"/>
                </a:lnTo>
                <a:lnTo>
                  <a:pt x="106403" y="31915"/>
                </a:lnTo>
                <a:lnTo>
                  <a:pt x="106116" y="32161"/>
                </a:lnTo>
                <a:lnTo>
                  <a:pt x="105834" y="32411"/>
                </a:lnTo>
                <a:lnTo>
                  <a:pt x="105556" y="32666"/>
                </a:lnTo>
                <a:lnTo>
                  <a:pt x="105283" y="32924"/>
                </a:lnTo>
                <a:lnTo>
                  <a:pt x="105015" y="33187"/>
                </a:lnTo>
                <a:lnTo>
                  <a:pt x="104751" y="33455"/>
                </a:lnTo>
                <a:lnTo>
                  <a:pt x="104492" y="33727"/>
                </a:lnTo>
                <a:lnTo>
                  <a:pt x="104238" y="34002"/>
                </a:lnTo>
                <a:lnTo>
                  <a:pt x="103988" y="34283"/>
                </a:lnTo>
                <a:lnTo>
                  <a:pt x="103743" y="34567"/>
                </a:lnTo>
                <a:lnTo>
                  <a:pt x="103503" y="34856"/>
                </a:lnTo>
                <a:lnTo>
                  <a:pt x="103267" y="35149"/>
                </a:lnTo>
                <a:lnTo>
                  <a:pt x="103036" y="35447"/>
                </a:lnTo>
                <a:lnTo>
                  <a:pt x="102809" y="35749"/>
                </a:lnTo>
                <a:lnTo>
                  <a:pt x="102587" y="36055"/>
                </a:lnTo>
                <a:lnTo>
                  <a:pt x="102370" y="36365"/>
                </a:lnTo>
                <a:lnTo>
                  <a:pt x="102159" y="36680"/>
                </a:lnTo>
                <a:lnTo>
                  <a:pt x="101955" y="36999"/>
                </a:lnTo>
                <a:lnTo>
                  <a:pt x="101759" y="37323"/>
                </a:lnTo>
                <a:lnTo>
                  <a:pt x="101569" y="37651"/>
                </a:lnTo>
                <a:lnTo>
                  <a:pt x="101387" y="37983"/>
                </a:lnTo>
                <a:lnTo>
                  <a:pt x="101213" y="38320"/>
                </a:lnTo>
                <a:lnTo>
                  <a:pt x="101046" y="38661"/>
                </a:lnTo>
                <a:lnTo>
                  <a:pt x="100886" y="39007"/>
                </a:lnTo>
                <a:lnTo>
                  <a:pt x="100733" y="39357"/>
                </a:lnTo>
                <a:lnTo>
                  <a:pt x="100588" y="39711"/>
                </a:lnTo>
                <a:lnTo>
                  <a:pt x="100450" y="40070"/>
                </a:lnTo>
                <a:lnTo>
                  <a:pt x="100319" y="40434"/>
                </a:lnTo>
                <a:lnTo>
                  <a:pt x="100196" y="40801"/>
                </a:lnTo>
                <a:lnTo>
                  <a:pt x="100080" y="41173"/>
                </a:lnTo>
                <a:lnTo>
                  <a:pt x="99971" y="41550"/>
                </a:lnTo>
                <a:lnTo>
                  <a:pt x="99870" y="41931"/>
                </a:lnTo>
                <a:lnTo>
                  <a:pt x="99776" y="42316"/>
                </a:lnTo>
                <a:lnTo>
                  <a:pt x="99689" y="42706"/>
                </a:lnTo>
                <a:lnTo>
                  <a:pt x="99610" y="43101"/>
                </a:lnTo>
                <a:lnTo>
                  <a:pt x="99538" y="43499"/>
                </a:lnTo>
                <a:lnTo>
                  <a:pt x="99473" y="43902"/>
                </a:lnTo>
                <a:lnTo>
                  <a:pt x="99416" y="44310"/>
                </a:lnTo>
                <a:lnTo>
                  <a:pt x="99366" y="44722"/>
                </a:lnTo>
                <a:lnTo>
                  <a:pt x="99323" y="45138"/>
                </a:lnTo>
                <a:lnTo>
                  <a:pt x="99288" y="45549"/>
                </a:lnTo>
                <a:lnTo>
                  <a:pt x="99261" y="45953"/>
                </a:lnTo>
                <a:lnTo>
                  <a:pt x="99241" y="46353"/>
                </a:lnTo>
                <a:lnTo>
                  <a:pt x="99230" y="46747"/>
                </a:lnTo>
                <a:lnTo>
                  <a:pt x="99226" y="47136"/>
                </a:lnTo>
                <a:lnTo>
                  <a:pt x="99231" y="47520"/>
                </a:lnTo>
                <a:lnTo>
                  <a:pt x="99243" y="47898"/>
                </a:lnTo>
                <a:lnTo>
                  <a:pt x="99263" y="48271"/>
                </a:lnTo>
                <a:lnTo>
                  <a:pt x="99292" y="48638"/>
                </a:lnTo>
                <a:lnTo>
                  <a:pt x="99328" y="49001"/>
                </a:lnTo>
                <a:lnTo>
                  <a:pt x="99372" y="49357"/>
                </a:lnTo>
                <a:lnTo>
                  <a:pt x="99423" y="49709"/>
                </a:lnTo>
                <a:lnTo>
                  <a:pt x="99483" y="50055"/>
                </a:lnTo>
                <a:lnTo>
                  <a:pt x="99551" y="50396"/>
                </a:lnTo>
                <a:lnTo>
                  <a:pt x="99626" y="50731"/>
                </a:lnTo>
                <a:lnTo>
                  <a:pt x="99710" y="51061"/>
                </a:lnTo>
                <a:lnTo>
                  <a:pt x="99801" y="51386"/>
                </a:lnTo>
                <a:lnTo>
                  <a:pt x="99901" y="51705"/>
                </a:lnTo>
                <a:lnTo>
                  <a:pt x="100008" y="52020"/>
                </a:lnTo>
                <a:lnTo>
                  <a:pt x="100123" y="52328"/>
                </a:lnTo>
                <a:lnTo>
                  <a:pt x="100246" y="52632"/>
                </a:lnTo>
                <a:lnTo>
                  <a:pt x="100377" y="52930"/>
                </a:lnTo>
                <a:lnTo>
                  <a:pt x="100516" y="53222"/>
                </a:lnTo>
                <a:lnTo>
                  <a:pt x="100662" y="53510"/>
                </a:lnTo>
                <a:lnTo>
                  <a:pt x="100816" y="53792"/>
                </a:lnTo>
                <a:lnTo>
                  <a:pt x="100974" y="54071"/>
                </a:lnTo>
                <a:lnTo>
                  <a:pt x="101138" y="54345"/>
                </a:lnTo>
                <a:lnTo>
                  <a:pt x="101307" y="54615"/>
                </a:lnTo>
                <a:lnTo>
                  <a:pt x="101481" y="54882"/>
                </a:lnTo>
                <a:lnTo>
                  <a:pt x="101661" y="55144"/>
                </a:lnTo>
                <a:lnTo>
                  <a:pt x="101845" y="55402"/>
                </a:lnTo>
                <a:lnTo>
                  <a:pt x="102035" y="55656"/>
                </a:lnTo>
                <a:lnTo>
                  <a:pt x="102230" y="55906"/>
                </a:lnTo>
                <a:lnTo>
                  <a:pt x="102431" y="56152"/>
                </a:lnTo>
                <a:lnTo>
                  <a:pt x="102636" y="56394"/>
                </a:lnTo>
                <a:lnTo>
                  <a:pt x="102847" y="56632"/>
                </a:lnTo>
                <a:lnTo>
                  <a:pt x="103063" y="56866"/>
                </a:lnTo>
                <a:lnTo>
                  <a:pt x="103285" y="57095"/>
                </a:lnTo>
                <a:lnTo>
                  <a:pt x="103511" y="57321"/>
                </a:lnTo>
                <a:lnTo>
                  <a:pt x="103743" y="57543"/>
                </a:lnTo>
                <a:lnTo>
                  <a:pt x="103980" y="57760"/>
                </a:lnTo>
                <a:lnTo>
                  <a:pt x="104222" y="57974"/>
                </a:lnTo>
                <a:lnTo>
                  <a:pt x="104470" y="58183"/>
                </a:lnTo>
                <a:lnTo>
                  <a:pt x="104722" y="58388"/>
                </a:lnTo>
                <a:lnTo>
                  <a:pt x="104980" y="58589"/>
                </a:lnTo>
                <a:lnTo>
                  <a:pt x="105244" y="58786"/>
                </a:lnTo>
                <a:lnTo>
                  <a:pt x="105512" y="58980"/>
                </a:lnTo>
                <a:lnTo>
                  <a:pt x="105786" y="59169"/>
                </a:lnTo>
                <a:lnTo>
                  <a:pt x="106063" y="59354"/>
                </a:lnTo>
                <a:lnTo>
                  <a:pt x="106343" y="59537"/>
                </a:lnTo>
                <a:lnTo>
                  <a:pt x="106626" y="59717"/>
                </a:lnTo>
                <a:lnTo>
                  <a:pt x="106911" y="59894"/>
                </a:lnTo>
                <a:lnTo>
                  <a:pt x="107199" y="60068"/>
                </a:lnTo>
                <a:lnTo>
                  <a:pt x="107489" y="60240"/>
                </a:lnTo>
                <a:lnTo>
                  <a:pt x="107782" y="60409"/>
                </a:lnTo>
                <a:lnTo>
                  <a:pt x="108078" y="60575"/>
                </a:lnTo>
                <a:lnTo>
                  <a:pt x="108376" y="60738"/>
                </a:lnTo>
                <a:lnTo>
                  <a:pt x="108676" y="60899"/>
                </a:lnTo>
                <a:lnTo>
                  <a:pt x="108979" y="61056"/>
                </a:lnTo>
                <a:lnTo>
                  <a:pt x="109285" y="61211"/>
                </a:lnTo>
                <a:lnTo>
                  <a:pt x="109593" y="61363"/>
                </a:lnTo>
                <a:lnTo>
                  <a:pt x="109904" y="61513"/>
                </a:lnTo>
                <a:lnTo>
                  <a:pt x="110217" y="61659"/>
                </a:lnTo>
                <a:lnTo>
                  <a:pt x="110533" y="61803"/>
                </a:lnTo>
                <a:lnTo>
                  <a:pt x="110852" y="61944"/>
                </a:lnTo>
                <a:lnTo>
                  <a:pt x="111173" y="62082"/>
                </a:lnTo>
                <a:lnTo>
                  <a:pt x="111496" y="62217"/>
                </a:lnTo>
                <a:lnTo>
                  <a:pt x="111822" y="62350"/>
                </a:lnTo>
                <a:lnTo>
                  <a:pt x="112151" y="62479"/>
                </a:lnTo>
                <a:lnTo>
                  <a:pt x="112482" y="62606"/>
                </a:lnTo>
                <a:lnTo>
                  <a:pt x="112816" y="62731"/>
                </a:lnTo>
                <a:lnTo>
                  <a:pt x="113152" y="62852"/>
                </a:lnTo>
                <a:lnTo>
                  <a:pt x="113490" y="62971"/>
                </a:lnTo>
                <a:lnTo>
                  <a:pt x="113827" y="63089"/>
                </a:lnTo>
                <a:lnTo>
                  <a:pt x="114164" y="63205"/>
                </a:lnTo>
                <a:lnTo>
                  <a:pt x="114500" y="63320"/>
                </a:lnTo>
                <a:lnTo>
                  <a:pt x="114836" y="63433"/>
                </a:lnTo>
                <a:lnTo>
                  <a:pt x="115172" y="63545"/>
                </a:lnTo>
                <a:lnTo>
                  <a:pt x="115507" y="63655"/>
                </a:lnTo>
                <a:lnTo>
                  <a:pt x="115842" y="63763"/>
                </a:lnTo>
                <a:lnTo>
                  <a:pt x="116177" y="63871"/>
                </a:lnTo>
                <a:lnTo>
                  <a:pt x="116511" y="63976"/>
                </a:lnTo>
                <a:lnTo>
                  <a:pt x="116845" y="64080"/>
                </a:lnTo>
                <a:lnTo>
                  <a:pt x="117179" y="64183"/>
                </a:lnTo>
                <a:lnTo>
                  <a:pt x="117512" y="64284"/>
                </a:lnTo>
                <a:lnTo>
                  <a:pt x="117845" y="64384"/>
                </a:lnTo>
                <a:lnTo>
                  <a:pt x="118178" y="64482"/>
                </a:lnTo>
                <a:lnTo>
                  <a:pt x="118510" y="64578"/>
                </a:lnTo>
                <a:lnTo>
                  <a:pt x="118842" y="64673"/>
                </a:lnTo>
                <a:lnTo>
                  <a:pt x="119173" y="64767"/>
                </a:lnTo>
                <a:lnTo>
                  <a:pt x="119505" y="64859"/>
                </a:lnTo>
                <a:lnTo>
                  <a:pt x="119836" y="64949"/>
                </a:lnTo>
                <a:lnTo>
                  <a:pt x="120166" y="65038"/>
                </a:lnTo>
                <a:lnTo>
                  <a:pt x="120496" y="65126"/>
                </a:lnTo>
                <a:lnTo>
                  <a:pt x="120826" y="65212"/>
                </a:lnTo>
                <a:lnTo>
                  <a:pt x="121155" y="65296"/>
                </a:lnTo>
                <a:lnTo>
                  <a:pt x="121474" y="65376"/>
                </a:lnTo>
                <a:lnTo>
                  <a:pt x="121793" y="65457"/>
                </a:lnTo>
                <a:lnTo>
                  <a:pt x="122113" y="65542"/>
                </a:lnTo>
                <a:lnTo>
                  <a:pt x="122433" y="65628"/>
                </a:lnTo>
                <a:lnTo>
                  <a:pt x="122755" y="65718"/>
                </a:lnTo>
                <a:lnTo>
                  <a:pt x="123077" y="65809"/>
                </a:lnTo>
                <a:lnTo>
                  <a:pt x="123399" y="65903"/>
                </a:lnTo>
                <a:lnTo>
                  <a:pt x="123723" y="66000"/>
                </a:lnTo>
                <a:lnTo>
                  <a:pt x="124047" y="66098"/>
                </a:lnTo>
                <a:lnTo>
                  <a:pt x="124371" y="66200"/>
                </a:lnTo>
                <a:lnTo>
                  <a:pt x="124697" y="66304"/>
                </a:lnTo>
                <a:lnTo>
                  <a:pt x="125023" y="66410"/>
                </a:lnTo>
                <a:lnTo>
                  <a:pt x="125350" y="66518"/>
                </a:lnTo>
                <a:lnTo>
                  <a:pt x="125677" y="66629"/>
                </a:lnTo>
                <a:lnTo>
                  <a:pt x="126006" y="66743"/>
                </a:lnTo>
                <a:lnTo>
                  <a:pt x="126334" y="66859"/>
                </a:lnTo>
                <a:lnTo>
                  <a:pt x="126664" y="66977"/>
                </a:lnTo>
                <a:lnTo>
                  <a:pt x="126994" y="67098"/>
                </a:lnTo>
                <a:lnTo>
                  <a:pt x="127325" y="67222"/>
                </a:lnTo>
                <a:lnTo>
                  <a:pt x="127657" y="67347"/>
                </a:lnTo>
                <a:lnTo>
                  <a:pt x="127990" y="67476"/>
                </a:lnTo>
                <a:lnTo>
                  <a:pt x="128323" y="67606"/>
                </a:lnTo>
                <a:lnTo>
                  <a:pt x="128656" y="67739"/>
                </a:lnTo>
                <a:lnTo>
                  <a:pt x="128991" y="67875"/>
                </a:lnTo>
                <a:lnTo>
                  <a:pt x="129323" y="68014"/>
                </a:lnTo>
                <a:lnTo>
                  <a:pt x="129650" y="68157"/>
                </a:lnTo>
                <a:lnTo>
                  <a:pt x="129971" y="68306"/>
                </a:lnTo>
                <a:lnTo>
                  <a:pt x="130288" y="68459"/>
                </a:lnTo>
                <a:lnTo>
                  <a:pt x="130598" y="68617"/>
                </a:lnTo>
                <a:lnTo>
                  <a:pt x="130904" y="68779"/>
                </a:lnTo>
                <a:lnTo>
                  <a:pt x="131204" y="68946"/>
                </a:lnTo>
                <a:lnTo>
                  <a:pt x="131499" y="69117"/>
                </a:lnTo>
                <a:lnTo>
                  <a:pt x="131788" y="69294"/>
                </a:lnTo>
                <a:lnTo>
                  <a:pt x="132072" y="69475"/>
                </a:lnTo>
                <a:lnTo>
                  <a:pt x="132351" y="69660"/>
                </a:lnTo>
                <a:lnTo>
                  <a:pt x="132624" y="69850"/>
                </a:lnTo>
                <a:lnTo>
                  <a:pt x="132892" y="70045"/>
                </a:lnTo>
                <a:lnTo>
                  <a:pt x="133155" y="70245"/>
                </a:lnTo>
                <a:lnTo>
                  <a:pt x="133412" y="70449"/>
                </a:lnTo>
                <a:lnTo>
                  <a:pt x="133664" y="70658"/>
                </a:lnTo>
                <a:lnTo>
                  <a:pt x="133911" y="70871"/>
                </a:lnTo>
                <a:lnTo>
                  <a:pt x="134152" y="71089"/>
                </a:lnTo>
                <a:lnTo>
                  <a:pt x="134388" y="71312"/>
                </a:lnTo>
                <a:lnTo>
                  <a:pt x="134618" y="71539"/>
                </a:lnTo>
                <a:lnTo>
                  <a:pt x="134844" y="71772"/>
                </a:lnTo>
                <a:lnTo>
                  <a:pt x="135063" y="72008"/>
                </a:lnTo>
                <a:lnTo>
                  <a:pt x="135278" y="72250"/>
                </a:lnTo>
                <a:lnTo>
                  <a:pt x="135487" y="72496"/>
                </a:lnTo>
                <a:lnTo>
                  <a:pt x="135688" y="72747"/>
                </a:lnTo>
                <a:lnTo>
                  <a:pt x="135877" y="73005"/>
                </a:lnTo>
                <a:lnTo>
                  <a:pt x="136055" y="73270"/>
                </a:lnTo>
                <a:lnTo>
                  <a:pt x="136222" y="73540"/>
                </a:lnTo>
                <a:lnTo>
                  <a:pt x="136377" y="73817"/>
                </a:lnTo>
                <a:lnTo>
                  <a:pt x="136521" y="74101"/>
                </a:lnTo>
                <a:lnTo>
                  <a:pt x="136653" y="74391"/>
                </a:lnTo>
                <a:lnTo>
                  <a:pt x="136774" y="74687"/>
                </a:lnTo>
                <a:lnTo>
                  <a:pt x="136884" y="74990"/>
                </a:lnTo>
                <a:lnTo>
                  <a:pt x="136982" y="75299"/>
                </a:lnTo>
                <a:lnTo>
                  <a:pt x="137069" y="75614"/>
                </a:lnTo>
                <a:lnTo>
                  <a:pt x="137145" y="75936"/>
                </a:lnTo>
                <a:lnTo>
                  <a:pt x="137209" y="76265"/>
                </a:lnTo>
                <a:lnTo>
                  <a:pt x="137261" y="76599"/>
                </a:lnTo>
                <a:lnTo>
                  <a:pt x="137303" y="76940"/>
                </a:lnTo>
                <a:lnTo>
                  <a:pt x="137333" y="77288"/>
                </a:lnTo>
                <a:lnTo>
                  <a:pt x="137351" y="77642"/>
                </a:lnTo>
                <a:lnTo>
                  <a:pt x="137358" y="78002"/>
                </a:lnTo>
                <a:lnTo>
                  <a:pt x="137354" y="78369"/>
                </a:lnTo>
                <a:lnTo>
                  <a:pt x="137338" y="78742"/>
                </a:lnTo>
                <a:lnTo>
                  <a:pt x="137311" y="79121"/>
                </a:lnTo>
                <a:lnTo>
                  <a:pt x="137273" y="79507"/>
                </a:lnTo>
                <a:lnTo>
                  <a:pt x="137223" y="79899"/>
                </a:lnTo>
                <a:lnTo>
                  <a:pt x="137161" y="80298"/>
                </a:lnTo>
                <a:lnTo>
                  <a:pt x="137090" y="80685"/>
                </a:lnTo>
                <a:lnTo>
                  <a:pt x="137010" y="81067"/>
                </a:lnTo>
                <a:lnTo>
                  <a:pt x="136921" y="81441"/>
                </a:lnTo>
                <a:lnTo>
                  <a:pt x="136824" y="81810"/>
                </a:lnTo>
                <a:lnTo>
                  <a:pt x="136718" y="82173"/>
                </a:lnTo>
                <a:close/>
                <a:moveTo>
                  <a:pt x="204199" y="82173"/>
                </a:moveTo>
                <a:lnTo>
                  <a:pt x="204084" y="82529"/>
                </a:lnTo>
                <a:lnTo>
                  <a:pt x="203961" y="82879"/>
                </a:lnTo>
                <a:lnTo>
                  <a:pt x="203828" y="83222"/>
                </a:lnTo>
                <a:lnTo>
                  <a:pt x="203687" y="83559"/>
                </a:lnTo>
                <a:lnTo>
                  <a:pt x="203537" y="83890"/>
                </a:lnTo>
                <a:lnTo>
                  <a:pt x="203379" y="84215"/>
                </a:lnTo>
                <a:lnTo>
                  <a:pt x="203211" y="84534"/>
                </a:lnTo>
                <a:lnTo>
                  <a:pt x="203035" y="84846"/>
                </a:lnTo>
                <a:lnTo>
                  <a:pt x="202851" y="85152"/>
                </a:lnTo>
                <a:lnTo>
                  <a:pt x="202657" y="85451"/>
                </a:lnTo>
                <a:lnTo>
                  <a:pt x="202455" y="85745"/>
                </a:lnTo>
                <a:lnTo>
                  <a:pt x="202244" y="86032"/>
                </a:lnTo>
                <a:lnTo>
                  <a:pt x="202025" y="86313"/>
                </a:lnTo>
                <a:lnTo>
                  <a:pt x="201797" y="86587"/>
                </a:lnTo>
                <a:lnTo>
                  <a:pt x="201560" y="86855"/>
                </a:lnTo>
                <a:lnTo>
                  <a:pt x="201314" y="87117"/>
                </a:lnTo>
                <a:lnTo>
                  <a:pt x="201059" y="87373"/>
                </a:lnTo>
                <a:lnTo>
                  <a:pt x="200796" y="87622"/>
                </a:lnTo>
                <a:lnTo>
                  <a:pt x="200524" y="87865"/>
                </a:lnTo>
                <a:lnTo>
                  <a:pt x="200246" y="88103"/>
                </a:lnTo>
                <a:lnTo>
                  <a:pt x="199964" y="88334"/>
                </a:lnTo>
                <a:lnTo>
                  <a:pt x="199678" y="88561"/>
                </a:lnTo>
                <a:lnTo>
                  <a:pt x="199389" y="88782"/>
                </a:lnTo>
                <a:lnTo>
                  <a:pt x="199095" y="88997"/>
                </a:lnTo>
                <a:lnTo>
                  <a:pt x="198798" y="89207"/>
                </a:lnTo>
                <a:lnTo>
                  <a:pt x="198496" y="89411"/>
                </a:lnTo>
                <a:lnTo>
                  <a:pt x="198191" y="89610"/>
                </a:lnTo>
                <a:lnTo>
                  <a:pt x="197883" y="89804"/>
                </a:lnTo>
                <a:lnTo>
                  <a:pt x="197570" y="89992"/>
                </a:lnTo>
                <a:lnTo>
                  <a:pt x="197253" y="90175"/>
                </a:lnTo>
                <a:lnTo>
                  <a:pt x="196933" y="90352"/>
                </a:lnTo>
                <a:lnTo>
                  <a:pt x="196609" y="90523"/>
                </a:lnTo>
                <a:lnTo>
                  <a:pt x="196281" y="90690"/>
                </a:lnTo>
                <a:lnTo>
                  <a:pt x="195949" y="90850"/>
                </a:lnTo>
                <a:lnTo>
                  <a:pt x="195613" y="91006"/>
                </a:lnTo>
                <a:lnTo>
                  <a:pt x="195274" y="91155"/>
                </a:lnTo>
                <a:lnTo>
                  <a:pt x="194930" y="91300"/>
                </a:lnTo>
                <a:lnTo>
                  <a:pt x="194583" y="91439"/>
                </a:lnTo>
                <a:lnTo>
                  <a:pt x="194232" y="91572"/>
                </a:lnTo>
                <a:lnTo>
                  <a:pt x="193877" y="91700"/>
                </a:lnTo>
                <a:lnTo>
                  <a:pt x="193518" y="91823"/>
                </a:lnTo>
                <a:lnTo>
                  <a:pt x="193156" y="91940"/>
                </a:lnTo>
                <a:lnTo>
                  <a:pt x="192789" y="92051"/>
                </a:lnTo>
                <a:lnTo>
                  <a:pt x="192421" y="92158"/>
                </a:lnTo>
                <a:lnTo>
                  <a:pt x="192054" y="92260"/>
                </a:lnTo>
                <a:lnTo>
                  <a:pt x="191688" y="92357"/>
                </a:lnTo>
                <a:lnTo>
                  <a:pt x="191323" y="92450"/>
                </a:lnTo>
                <a:lnTo>
                  <a:pt x="190959" y="92539"/>
                </a:lnTo>
                <a:lnTo>
                  <a:pt x="190596" y="92622"/>
                </a:lnTo>
                <a:lnTo>
                  <a:pt x="190234" y="92702"/>
                </a:lnTo>
                <a:lnTo>
                  <a:pt x="189872" y="92777"/>
                </a:lnTo>
                <a:lnTo>
                  <a:pt x="189512" y="92847"/>
                </a:lnTo>
                <a:lnTo>
                  <a:pt x="189152" y="92913"/>
                </a:lnTo>
                <a:lnTo>
                  <a:pt x="188794" y="92974"/>
                </a:lnTo>
                <a:lnTo>
                  <a:pt x="188436" y="93031"/>
                </a:lnTo>
                <a:lnTo>
                  <a:pt x="188079" y="93083"/>
                </a:lnTo>
                <a:lnTo>
                  <a:pt x="187724" y="93130"/>
                </a:lnTo>
                <a:lnTo>
                  <a:pt x="187369" y="93173"/>
                </a:lnTo>
                <a:lnTo>
                  <a:pt x="187015" y="93212"/>
                </a:lnTo>
                <a:lnTo>
                  <a:pt x="186662" y="93246"/>
                </a:lnTo>
                <a:lnTo>
                  <a:pt x="186310" y="93275"/>
                </a:lnTo>
                <a:lnTo>
                  <a:pt x="185959" y="93300"/>
                </a:lnTo>
                <a:lnTo>
                  <a:pt x="185608" y="93321"/>
                </a:lnTo>
                <a:lnTo>
                  <a:pt x="185259" y="93337"/>
                </a:lnTo>
                <a:lnTo>
                  <a:pt x="184911" y="93348"/>
                </a:lnTo>
                <a:lnTo>
                  <a:pt x="184563" y="93355"/>
                </a:lnTo>
                <a:lnTo>
                  <a:pt x="184217" y="93357"/>
                </a:lnTo>
                <a:lnTo>
                  <a:pt x="183822" y="93354"/>
                </a:lnTo>
                <a:lnTo>
                  <a:pt x="183430" y="93346"/>
                </a:lnTo>
                <a:lnTo>
                  <a:pt x="183040" y="93333"/>
                </a:lnTo>
                <a:lnTo>
                  <a:pt x="182653" y="93314"/>
                </a:lnTo>
                <a:lnTo>
                  <a:pt x="182269" y="93290"/>
                </a:lnTo>
                <a:lnTo>
                  <a:pt x="181888" y="93261"/>
                </a:lnTo>
                <a:lnTo>
                  <a:pt x="181509" y="93226"/>
                </a:lnTo>
                <a:lnTo>
                  <a:pt x="181133" y="93186"/>
                </a:lnTo>
                <a:lnTo>
                  <a:pt x="180759" y="93140"/>
                </a:lnTo>
                <a:lnTo>
                  <a:pt x="180388" y="93090"/>
                </a:lnTo>
                <a:lnTo>
                  <a:pt x="180020" y="93033"/>
                </a:lnTo>
                <a:lnTo>
                  <a:pt x="179655" y="92972"/>
                </a:lnTo>
                <a:lnTo>
                  <a:pt x="179292" y="92905"/>
                </a:lnTo>
                <a:lnTo>
                  <a:pt x="178932" y="92833"/>
                </a:lnTo>
                <a:lnTo>
                  <a:pt x="178574" y="92755"/>
                </a:lnTo>
                <a:lnTo>
                  <a:pt x="178219" y="92672"/>
                </a:lnTo>
                <a:lnTo>
                  <a:pt x="177867" y="92584"/>
                </a:lnTo>
                <a:lnTo>
                  <a:pt x="177518" y="92491"/>
                </a:lnTo>
                <a:lnTo>
                  <a:pt x="177171" y="92392"/>
                </a:lnTo>
                <a:lnTo>
                  <a:pt x="176827" y="92287"/>
                </a:lnTo>
                <a:lnTo>
                  <a:pt x="176485" y="92178"/>
                </a:lnTo>
                <a:lnTo>
                  <a:pt x="176147" y="92063"/>
                </a:lnTo>
                <a:lnTo>
                  <a:pt x="175811" y="91942"/>
                </a:lnTo>
                <a:lnTo>
                  <a:pt x="175477" y="91817"/>
                </a:lnTo>
                <a:lnTo>
                  <a:pt x="175148" y="91685"/>
                </a:lnTo>
                <a:lnTo>
                  <a:pt x="174825" y="91548"/>
                </a:lnTo>
                <a:lnTo>
                  <a:pt x="174507" y="91404"/>
                </a:lnTo>
                <a:lnTo>
                  <a:pt x="174195" y="91255"/>
                </a:lnTo>
                <a:lnTo>
                  <a:pt x="173888" y="91099"/>
                </a:lnTo>
                <a:lnTo>
                  <a:pt x="173587" y="90938"/>
                </a:lnTo>
                <a:lnTo>
                  <a:pt x="173292" y="90770"/>
                </a:lnTo>
                <a:lnTo>
                  <a:pt x="173003" y="90596"/>
                </a:lnTo>
                <a:lnTo>
                  <a:pt x="172719" y="90417"/>
                </a:lnTo>
                <a:lnTo>
                  <a:pt x="172441" y="90231"/>
                </a:lnTo>
                <a:lnTo>
                  <a:pt x="172169" y="90039"/>
                </a:lnTo>
                <a:lnTo>
                  <a:pt x="171903" y="89841"/>
                </a:lnTo>
                <a:lnTo>
                  <a:pt x="171642" y="89637"/>
                </a:lnTo>
                <a:lnTo>
                  <a:pt x="171387" y="89427"/>
                </a:lnTo>
                <a:lnTo>
                  <a:pt x="171137" y="89211"/>
                </a:lnTo>
                <a:lnTo>
                  <a:pt x="170893" y="88989"/>
                </a:lnTo>
                <a:lnTo>
                  <a:pt x="170655" y="88761"/>
                </a:lnTo>
                <a:lnTo>
                  <a:pt x="170423" y="88527"/>
                </a:lnTo>
                <a:lnTo>
                  <a:pt x="170196" y="88287"/>
                </a:lnTo>
                <a:lnTo>
                  <a:pt x="169975" y="88040"/>
                </a:lnTo>
                <a:lnTo>
                  <a:pt x="169760" y="87788"/>
                </a:lnTo>
                <a:lnTo>
                  <a:pt x="169551" y="87530"/>
                </a:lnTo>
                <a:lnTo>
                  <a:pt x="169347" y="87265"/>
                </a:lnTo>
                <a:lnTo>
                  <a:pt x="169149" y="86995"/>
                </a:lnTo>
                <a:lnTo>
                  <a:pt x="168958" y="86718"/>
                </a:lnTo>
                <a:lnTo>
                  <a:pt x="168775" y="86435"/>
                </a:lnTo>
                <a:lnTo>
                  <a:pt x="168601" y="86145"/>
                </a:lnTo>
                <a:lnTo>
                  <a:pt x="168436" y="85849"/>
                </a:lnTo>
                <a:lnTo>
                  <a:pt x="168279" y="85546"/>
                </a:lnTo>
                <a:lnTo>
                  <a:pt x="168131" y="85237"/>
                </a:lnTo>
                <a:lnTo>
                  <a:pt x="167992" y="84921"/>
                </a:lnTo>
                <a:lnTo>
                  <a:pt x="167861" y="84599"/>
                </a:lnTo>
                <a:lnTo>
                  <a:pt x="167739" y="84270"/>
                </a:lnTo>
                <a:lnTo>
                  <a:pt x="167625" y="83935"/>
                </a:lnTo>
                <a:lnTo>
                  <a:pt x="167520" y="83593"/>
                </a:lnTo>
                <a:lnTo>
                  <a:pt x="167424" y="83244"/>
                </a:lnTo>
                <a:lnTo>
                  <a:pt x="167336" y="82890"/>
                </a:lnTo>
                <a:lnTo>
                  <a:pt x="167257" y="82528"/>
                </a:lnTo>
                <a:lnTo>
                  <a:pt x="167187" y="82160"/>
                </a:lnTo>
                <a:lnTo>
                  <a:pt x="167125" y="81786"/>
                </a:lnTo>
                <a:lnTo>
                  <a:pt x="167071" y="81405"/>
                </a:lnTo>
                <a:lnTo>
                  <a:pt x="167026" y="81018"/>
                </a:lnTo>
                <a:lnTo>
                  <a:pt x="166990" y="80624"/>
                </a:lnTo>
                <a:lnTo>
                  <a:pt x="166963" y="80223"/>
                </a:lnTo>
                <a:lnTo>
                  <a:pt x="166944" y="79816"/>
                </a:lnTo>
                <a:lnTo>
                  <a:pt x="166933" y="79403"/>
                </a:lnTo>
                <a:lnTo>
                  <a:pt x="166932" y="78983"/>
                </a:lnTo>
                <a:lnTo>
                  <a:pt x="166939" y="78557"/>
                </a:lnTo>
                <a:lnTo>
                  <a:pt x="159103" y="78557"/>
                </a:lnTo>
                <a:lnTo>
                  <a:pt x="159076" y="79155"/>
                </a:lnTo>
                <a:lnTo>
                  <a:pt x="159063" y="79745"/>
                </a:lnTo>
                <a:lnTo>
                  <a:pt x="159064" y="80327"/>
                </a:lnTo>
                <a:lnTo>
                  <a:pt x="159078" y="80901"/>
                </a:lnTo>
                <a:lnTo>
                  <a:pt x="159106" y="81466"/>
                </a:lnTo>
                <a:lnTo>
                  <a:pt x="159147" y="82022"/>
                </a:lnTo>
                <a:lnTo>
                  <a:pt x="159202" y="82571"/>
                </a:lnTo>
                <a:lnTo>
                  <a:pt x="159270" y="83111"/>
                </a:lnTo>
                <a:lnTo>
                  <a:pt x="159353" y="83642"/>
                </a:lnTo>
                <a:lnTo>
                  <a:pt x="159448" y="84165"/>
                </a:lnTo>
                <a:lnTo>
                  <a:pt x="159558" y="84680"/>
                </a:lnTo>
                <a:lnTo>
                  <a:pt x="159681" y="85187"/>
                </a:lnTo>
                <a:lnTo>
                  <a:pt x="159817" y="85685"/>
                </a:lnTo>
                <a:lnTo>
                  <a:pt x="159967" y="86174"/>
                </a:lnTo>
                <a:lnTo>
                  <a:pt x="160131" y="86656"/>
                </a:lnTo>
                <a:lnTo>
                  <a:pt x="160308" y="87129"/>
                </a:lnTo>
                <a:lnTo>
                  <a:pt x="160499" y="87593"/>
                </a:lnTo>
                <a:lnTo>
                  <a:pt x="160704" y="88050"/>
                </a:lnTo>
                <a:lnTo>
                  <a:pt x="160922" y="88497"/>
                </a:lnTo>
                <a:lnTo>
                  <a:pt x="161154" y="88937"/>
                </a:lnTo>
                <a:lnTo>
                  <a:pt x="161399" y="89368"/>
                </a:lnTo>
                <a:lnTo>
                  <a:pt x="161658" y="89791"/>
                </a:lnTo>
                <a:lnTo>
                  <a:pt x="161931" y="90205"/>
                </a:lnTo>
                <a:lnTo>
                  <a:pt x="162217" y="90611"/>
                </a:lnTo>
                <a:lnTo>
                  <a:pt x="162514" y="91009"/>
                </a:lnTo>
                <a:lnTo>
                  <a:pt x="162819" y="91398"/>
                </a:lnTo>
                <a:lnTo>
                  <a:pt x="163133" y="91779"/>
                </a:lnTo>
                <a:lnTo>
                  <a:pt x="163454" y="92152"/>
                </a:lnTo>
                <a:lnTo>
                  <a:pt x="163784" y="92516"/>
                </a:lnTo>
                <a:lnTo>
                  <a:pt x="164122" y="92871"/>
                </a:lnTo>
                <a:lnTo>
                  <a:pt x="164467" y="93219"/>
                </a:lnTo>
                <a:lnTo>
                  <a:pt x="164821" y="93558"/>
                </a:lnTo>
                <a:lnTo>
                  <a:pt x="165184" y="93889"/>
                </a:lnTo>
                <a:lnTo>
                  <a:pt x="165554" y="94211"/>
                </a:lnTo>
                <a:lnTo>
                  <a:pt x="165932" y="94525"/>
                </a:lnTo>
                <a:lnTo>
                  <a:pt x="166319" y="94830"/>
                </a:lnTo>
                <a:lnTo>
                  <a:pt x="166714" y="95128"/>
                </a:lnTo>
                <a:lnTo>
                  <a:pt x="167117" y="95416"/>
                </a:lnTo>
                <a:lnTo>
                  <a:pt x="167528" y="95697"/>
                </a:lnTo>
                <a:lnTo>
                  <a:pt x="167947" y="95969"/>
                </a:lnTo>
                <a:lnTo>
                  <a:pt x="168374" y="96233"/>
                </a:lnTo>
                <a:lnTo>
                  <a:pt x="168810" y="96488"/>
                </a:lnTo>
                <a:lnTo>
                  <a:pt x="169253" y="96735"/>
                </a:lnTo>
                <a:lnTo>
                  <a:pt x="169705" y="96973"/>
                </a:lnTo>
                <a:lnTo>
                  <a:pt x="170165" y="97204"/>
                </a:lnTo>
                <a:lnTo>
                  <a:pt x="170633" y="97425"/>
                </a:lnTo>
                <a:lnTo>
                  <a:pt x="171109" y="97639"/>
                </a:lnTo>
                <a:lnTo>
                  <a:pt x="171593" y="97844"/>
                </a:lnTo>
                <a:lnTo>
                  <a:pt x="172083" y="98041"/>
                </a:lnTo>
                <a:lnTo>
                  <a:pt x="172575" y="98230"/>
                </a:lnTo>
                <a:lnTo>
                  <a:pt x="173069" y="98410"/>
                </a:lnTo>
                <a:lnTo>
                  <a:pt x="173566" y="98583"/>
                </a:lnTo>
                <a:lnTo>
                  <a:pt x="174065" y="98747"/>
                </a:lnTo>
                <a:lnTo>
                  <a:pt x="174567" y="98903"/>
                </a:lnTo>
                <a:lnTo>
                  <a:pt x="175071" y="99051"/>
                </a:lnTo>
                <a:lnTo>
                  <a:pt x="175578" y="99191"/>
                </a:lnTo>
                <a:lnTo>
                  <a:pt x="176087" y="99323"/>
                </a:lnTo>
                <a:lnTo>
                  <a:pt x="176598" y="99446"/>
                </a:lnTo>
                <a:lnTo>
                  <a:pt x="177112" y="99562"/>
                </a:lnTo>
                <a:lnTo>
                  <a:pt x="177629" y="99669"/>
                </a:lnTo>
                <a:lnTo>
                  <a:pt x="178148" y="99768"/>
                </a:lnTo>
                <a:lnTo>
                  <a:pt x="178669" y="99859"/>
                </a:lnTo>
                <a:lnTo>
                  <a:pt x="179193" y="99942"/>
                </a:lnTo>
                <a:lnTo>
                  <a:pt x="179719" y="100017"/>
                </a:lnTo>
                <a:lnTo>
                  <a:pt x="180247" y="100084"/>
                </a:lnTo>
                <a:lnTo>
                  <a:pt x="180778" y="100142"/>
                </a:lnTo>
                <a:lnTo>
                  <a:pt x="181312" y="100192"/>
                </a:lnTo>
                <a:lnTo>
                  <a:pt x="181848" y="100235"/>
                </a:lnTo>
                <a:lnTo>
                  <a:pt x="182386" y="100269"/>
                </a:lnTo>
                <a:lnTo>
                  <a:pt x="182927" y="100295"/>
                </a:lnTo>
                <a:lnTo>
                  <a:pt x="183470" y="100312"/>
                </a:lnTo>
                <a:lnTo>
                  <a:pt x="184016" y="100322"/>
                </a:lnTo>
                <a:lnTo>
                  <a:pt x="184418" y="100320"/>
                </a:lnTo>
                <a:lnTo>
                  <a:pt x="184819" y="100314"/>
                </a:lnTo>
                <a:lnTo>
                  <a:pt x="185221" y="100303"/>
                </a:lnTo>
                <a:lnTo>
                  <a:pt x="185622" y="100288"/>
                </a:lnTo>
                <a:lnTo>
                  <a:pt x="186024" y="100270"/>
                </a:lnTo>
                <a:lnTo>
                  <a:pt x="186425" y="100247"/>
                </a:lnTo>
                <a:lnTo>
                  <a:pt x="186826" y="100219"/>
                </a:lnTo>
                <a:lnTo>
                  <a:pt x="187227" y="100188"/>
                </a:lnTo>
                <a:lnTo>
                  <a:pt x="187628" y="100152"/>
                </a:lnTo>
                <a:lnTo>
                  <a:pt x="188028" y="100113"/>
                </a:lnTo>
                <a:lnTo>
                  <a:pt x="188429" y="100069"/>
                </a:lnTo>
                <a:lnTo>
                  <a:pt x="188830" y="100021"/>
                </a:lnTo>
                <a:lnTo>
                  <a:pt x="189230" y="99968"/>
                </a:lnTo>
                <a:lnTo>
                  <a:pt x="189630" y="99912"/>
                </a:lnTo>
                <a:lnTo>
                  <a:pt x="190030" y="99851"/>
                </a:lnTo>
                <a:lnTo>
                  <a:pt x="190430" y="99786"/>
                </a:lnTo>
                <a:lnTo>
                  <a:pt x="190830" y="99717"/>
                </a:lnTo>
                <a:lnTo>
                  <a:pt x="191230" y="99644"/>
                </a:lnTo>
                <a:lnTo>
                  <a:pt x="191630" y="99566"/>
                </a:lnTo>
                <a:lnTo>
                  <a:pt x="192029" y="99485"/>
                </a:lnTo>
                <a:lnTo>
                  <a:pt x="192429" y="99399"/>
                </a:lnTo>
                <a:lnTo>
                  <a:pt x="192828" y="99309"/>
                </a:lnTo>
                <a:lnTo>
                  <a:pt x="193227" y="99215"/>
                </a:lnTo>
                <a:lnTo>
                  <a:pt x="193626" y="99117"/>
                </a:lnTo>
                <a:lnTo>
                  <a:pt x="194024" y="99014"/>
                </a:lnTo>
                <a:lnTo>
                  <a:pt x="194419" y="98907"/>
                </a:lnTo>
                <a:lnTo>
                  <a:pt x="194812" y="98795"/>
                </a:lnTo>
                <a:lnTo>
                  <a:pt x="195203" y="98678"/>
                </a:lnTo>
                <a:lnTo>
                  <a:pt x="195591" y="98558"/>
                </a:lnTo>
                <a:lnTo>
                  <a:pt x="195977" y="98432"/>
                </a:lnTo>
                <a:lnTo>
                  <a:pt x="196360" y="98302"/>
                </a:lnTo>
                <a:lnTo>
                  <a:pt x="196740" y="98168"/>
                </a:lnTo>
                <a:lnTo>
                  <a:pt x="197119" y="98029"/>
                </a:lnTo>
                <a:lnTo>
                  <a:pt x="197495" y="97885"/>
                </a:lnTo>
                <a:lnTo>
                  <a:pt x="197868" y="97737"/>
                </a:lnTo>
                <a:lnTo>
                  <a:pt x="198239" y="97585"/>
                </a:lnTo>
                <a:lnTo>
                  <a:pt x="198607" y="97427"/>
                </a:lnTo>
                <a:lnTo>
                  <a:pt x="198973" y="97266"/>
                </a:lnTo>
                <a:lnTo>
                  <a:pt x="199337" y="97100"/>
                </a:lnTo>
                <a:lnTo>
                  <a:pt x="199698" y="96929"/>
                </a:lnTo>
                <a:lnTo>
                  <a:pt x="200057" y="96754"/>
                </a:lnTo>
                <a:lnTo>
                  <a:pt x="200413" y="96574"/>
                </a:lnTo>
                <a:lnTo>
                  <a:pt x="200767" y="96389"/>
                </a:lnTo>
                <a:lnTo>
                  <a:pt x="201119" y="96200"/>
                </a:lnTo>
                <a:lnTo>
                  <a:pt x="201468" y="96007"/>
                </a:lnTo>
                <a:lnTo>
                  <a:pt x="201814" y="95809"/>
                </a:lnTo>
                <a:lnTo>
                  <a:pt x="202158" y="95607"/>
                </a:lnTo>
                <a:lnTo>
                  <a:pt x="202500" y="95400"/>
                </a:lnTo>
                <a:lnTo>
                  <a:pt x="202838" y="95188"/>
                </a:lnTo>
                <a:lnTo>
                  <a:pt x="203171" y="94972"/>
                </a:lnTo>
                <a:lnTo>
                  <a:pt x="203499" y="94750"/>
                </a:lnTo>
                <a:lnTo>
                  <a:pt x="203823" y="94524"/>
                </a:lnTo>
                <a:lnTo>
                  <a:pt x="204141" y="94294"/>
                </a:lnTo>
                <a:lnTo>
                  <a:pt x="204455" y="94058"/>
                </a:lnTo>
                <a:lnTo>
                  <a:pt x="204763" y="93818"/>
                </a:lnTo>
                <a:lnTo>
                  <a:pt x="205067" y="93573"/>
                </a:lnTo>
                <a:lnTo>
                  <a:pt x="205366" y="93323"/>
                </a:lnTo>
                <a:lnTo>
                  <a:pt x="205660" y="93068"/>
                </a:lnTo>
                <a:lnTo>
                  <a:pt x="205949" y="92809"/>
                </a:lnTo>
                <a:lnTo>
                  <a:pt x="206234" y="92545"/>
                </a:lnTo>
                <a:lnTo>
                  <a:pt x="206513" y="92276"/>
                </a:lnTo>
                <a:lnTo>
                  <a:pt x="206787" y="92003"/>
                </a:lnTo>
                <a:lnTo>
                  <a:pt x="207057" y="91724"/>
                </a:lnTo>
                <a:lnTo>
                  <a:pt x="207322" y="91441"/>
                </a:lnTo>
                <a:lnTo>
                  <a:pt x="207582" y="91153"/>
                </a:lnTo>
                <a:lnTo>
                  <a:pt x="207837" y="90860"/>
                </a:lnTo>
                <a:lnTo>
                  <a:pt x="208087" y="90563"/>
                </a:lnTo>
                <a:lnTo>
                  <a:pt x="208332" y="90261"/>
                </a:lnTo>
                <a:lnTo>
                  <a:pt x="208572" y="89954"/>
                </a:lnTo>
                <a:lnTo>
                  <a:pt x="208808" y="89642"/>
                </a:lnTo>
                <a:lnTo>
                  <a:pt x="209038" y="89325"/>
                </a:lnTo>
                <a:lnTo>
                  <a:pt x="209264" y="89004"/>
                </a:lnTo>
                <a:lnTo>
                  <a:pt x="209483" y="88678"/>
                </a:lnTo>
                <a:lnTo>
                  <a:pt x="209696" y="88347"/>
                </a:lnTo>
                <a:lnTo>
                  <a:pt x="209900" y="88011"/>
                </a:lnTo>
                <a:lnTo>
                  <a:pt x="210097" y="87670"/>
                </a:lnTo>
                <a:lnTo>
                  <a:pt x="210287" y="87324"/>
                </a:lnTo>
                <a:lnTo>
                  <a:pt x="210469" y="86974"/>
                </a:lnTo>
                <a:lnTo>
                  <a:pt x="210644" y="86618"/>
                </a:lnTo>
                <a:lnTo>
                  <a:pt x="210812" y="86258"/>
                </a:lnTo>
                <a:lnTo>
                  <a:pt x="210972" y="85893"/>
                </a:lnTo>
                <a:lnTo>
                  <a:pt x="211124" y="85523"/>
                </a:lnTo>
                <a:lnTo>
                  <a:pt x="211269" y="85148"/>
                </a:lnTo>
                <a:lnTo>
                  <a:pt x="211407" y="84768"/>
                </a:lnTo>
                <a:lnTo>
                  <a:pt x="211537" y="84383"/>
                </a:lnTo>
                <a:lnTo>
                  <a:pt x="211660" y="83994"/>
                </a:lnTo>
                <a:lnTo>
                  <a:pt x="211775" y="83599"/>
                </a:lnTo>
                <a:lnTo>
                  <a:pt x="211883" y="83200"/>
                </a:lnTo>
                <a:lnTo>
                  <a:pt x="211984" y="82796"/>
                </a:lnTo>
                <a:lnTo>
                  <a:pt x="212077" y="82386"/>
                </a:lnTo>
                <a:lnTo>
                  <a:pt x="212162" y="81972"/>
                </a:lnTo>
                <a:lnTo>
                  <a:pt x="212240" y="81553"/>
                </a:lnTo>
                <a:lnTo>
                  <a:pt x="212311" y="81130"/>
                </a:lnTo>
                <a:lnTo>
                  <a:pt x="212374" y="80701"/>
                </a:lnTo>
                <a:lnTo>
                  <a:pt x="212430" y="80267"/>
                </a:lnTo>
                <a:lnTo>
                  <a:pt x="212479" y="79829"/>
                </a:lnTo>
                <a:lnTo>
                  <a:pt x="212528" y="79275"/>
                </a:lnTo>
                <a:lnTo>
                  <a:pt x="212563" y="78731"/>
                </a:lnTo>
                <a:lnTo>
                  <a:pt x="212585" y="78195"/>
                </a:lnTo>
                <a:lnTo>
                  <a:pt x="212594" y="77668"/>
                </a:lnTo>
                <a:lnTo>
                  <a:pt x="212589" y="77150"/>
                </a:lnTo>
                <a:lnTo>
                  <a:pt x="212571" y="76642"/>
                </a:lnTo>
                <a:lnTo>
                  <a:pt x="212539" y="76142"/>
                </a:lnTo>
                <a:lnTo>
                  <a:pt x="212493" y="75651"/>
                </a:lnTo>
                <a:lnTo>
                  <a:pt x="212435" y="75169"/>
                </a:lnTo>
                <a:lnTo>
                  <a:pt x="212362" y="74696"/>
                </a:lnTo>
                <a:lnTo>
                  <a:pt x="212276" y="74232"/>
                </a:lnTo>
                <a:lnTo>
                  <a:pt x="212177" y="73777"/>
                </a:lnTo>
                <a:lnTo>
                  <a:pt x="212064" y="73330"/>
                </a:lnTo>
                <a:lnTo>
                  <a:pt x="211938" y="72893"/>
                </a:lnTo>
                <a:lnTo>
                  <a:pt x="211798" y="72465"/>
                </a:lnTo>
                <a:lnTo>
                  <a:pt x="211645" y="72045"/>
                </a:lnTo>
                <a:lnTo>
                  <a:pt x="211478" y="71635"/>
                </a:lnTo>
                <a:lnTo>
                  <a:pt x="211298" y="71234"/>
                </a:lnTo>
                <a:lnTo>
                  <a:pt x="211104" y="70841"/>
                </a:lnTo>
                <a:lnTo>
                  <a:pt x="210897" y="70458"/>
                </a:lnTo>
                <a:lnTo>
                  <a:pt x="210677" y="70083"/>
                </a:lnTo>
                <a:lnTo>
                  <a:pt x="210442" y="69718"/>
                </a:lnTo>
                <a:lnTo>
                  <a:pt x="210195" y="69361"/>
                </a:lnTo>
                <a:lnTo>
                  <a:pt x="209934" y="69013"/>
                </a:lnTo>
                <a:lnTo>
                  <a:pt x="209662" y="68673"/>
                </a:lnTo>
                <a:lnTo>
                  <a:pt x="209384" y="68339"/>
                </a:lnTo>
                <a:lnTo>
                  <a:pt x="209098" y="68011"/>
                </a:lnTo>
                <a:lnTo>
                  <a:pt x="208805" y="67689"/>
                </a:lnTo>
                <a:lnTo>
                  <a:pt x="208506" y="67373"/>
                </a:lnTo>
                <a:lnTo>
                  <a:pt x="208199" y="67063"/>
                </a:lnTo>
                <a:lnTo>
                  <a:pt x="207885" y="66759"/>
                </a:lnTo>
                <a:lnTo>
                  <a:pt x="207564" y="66461"/>
                </a:lnTo>
                <a:lnTo>
                  <a:pt x="207235" y="66169"/>
                </a:lnTo>
                <a:lnTo>
                  <a:pt x="206900" y="65883"/>
                </a:lnTo>
                <a:lnTo>
                  <a:pt x="206558" y="65604"/>
                </a:lnTo>
                <a:lnTo>
                  <a:pt x="206208" y="65330"/>
                </a:lnTo>
                <a:lnTo>
                  <a:pt x="205852" y="65062"/>
                </a:lnTo>
                <a:lnTo>
                  <a:pt x="205488" y="64801"/>
                </a:lnTo>
                <a:lnTo>
                  <a:pt x="205118" y="64545"/>
                </a:lnTo>
                <a:lnTo>
                  <a:pt x="204740" y="64296"/>
                </a:lnTo>
                <a:lnTo>
                  <a:pt x="204355" y="64052"/>
                </a:lnTo>
                <a:lnTo>
                  <a:pt x="203963" y="63815"/>
                </a:lnTo>
                <a:lnTo>
                  <a:pt x="203564" y="63583"/>
                </a:lnTo>
                <a:lnTo>
                  <a:pt x="203158" y="63358"/>
                </a:lnTo>
                <a:lnTo>
                  <a:pt x="202744" y="63139"/>
                </a:lnTo>
                <a:lnTo>
                  <a:pt x="202324" y="62925"/>
                </a:lnTo>
                <a:lnTo>
                  <a:pt x="201896" y="62718"/>
                </a:lnTo>
                <a:lnTo>
                  <a:pt x="201462" y="62517"/>
                </a:lnTo>
                <a:lnTo>
                  <a:pt x="201023" y="62321"/>
                </a:lnTo>
                <a:lnTo>
                  <a:pt x="200584" y="62127"/>
                </a:lnTo>
                <a:lnTo>
                  <a:pt x="200144" y="61937"/>
                </a:lnTo>
                <a:lnTo>
                  <a:pt x="199703" y="61750"/>
                </a:lnTo>
                <a:lnTo>
                  <a:pt x="199261" y="61566"/>
                </a:lnTo>
                <a:lnTo>
                  <a:pt x="198819" y="61385"/>
                </a:lnTo>
                <a:lnTo>
                  <a:pt x="198375" y="61207"/>
                </a:lnTo>
                <a:lnTo>
                  <a:pt x="197931" y="61033"/>
                </a:lnTo>
                <a:lnTo>
                  <a:pt x="197486" y="60861"/>
                </a:lnTo>
                <a:lnTo>
                  <a:pt x="197040" y="60693"/>
                </a:lnTo>
                <a:lnTo>
                  <a:pt x="196594" y="60528"/>
                </a:lnTo>
                <a:lnTo>
                  <a:pt x="196146" y="60366"/>
                </a:lnTo>
                <a:lnTo>
                  <a:pt x="195698" y="60207"/>
                </a:lnTo>
                <a:lnTo>
                  <a:pt x="195249" y="60051"/>
                </a:lnTo>
                <a:lnTo>
                  <a:pt x="194799" y="59898"/>
                </a:lnTo>
                <a:lnTo>
                  <a:pt x="194348" y="59749"/>
                </a:lnTo>
                <a:lnTo>
                  <a:pt x="193897" y="59603"/>
                </a:lnTo>
                <a:lnTo>
                  <a:pt x="193444" y="59459"/>
                </a:lnTo>
                <a:lnTo>
                  <a:pt x="192991" y="59319"/>
                </a:lnTo>
                <a:lnTo>
                  <a:pt x="192537" y="59182"/>
                </a:lnTo>
                <a:lnTo>
                  <a:pt x="192082" y="59049"/>
                </a:lnTo>
                <a:lnTo>
                  <a:pt x="191627" y="58918"/>
                </a:lnTo>
                <a:lnTo>
                  <a:pt x="191170" y="58791"/>
                </a:lnTo>
                <a:lnTo>
                  <a:pt x="190713" y="58666"/>
                </a:lnTo>
                <a:lnTo>
                  <a:pt x="190489" y="58610"/>
                </a:lnTo>
                <a:lnTo>
                  <a:pt x="190264" y="58553"/>
                </a:lnTo>
                <a:lnTo>
                  <a:pt x="190038" y="58495"/>
                </a:lnTo>
                <a:lnTo>
                  <a:pt x="189810" y="58436"/>
                </a:lnTo>
                <a:lnTo>
                  <a:pt x="189581" y="58376"/>
                </a:lnTo>
                <a:lnTo>
                  <a:pt x="189351" y="58315"/>
                </a:lnTo>
                <a:lnTo>
                  <a:pt x="189119" y="58253"/>
                </a:lnTo>
                <a:lnTo>
                  <a:pt x="188886" y="58190"/>
                </a:lnTo>
                <a:lnTo>
                  <a:pt x="188652" y="58126"/>
                </a:lnTo>
                <a:lnTo>
                  <a:pt x="188417" y="58062"/>
                </a:lnTo>
                <a:lnTo>
                  <a:pt x="188180" y="57996"/>
                </a:lnTo>
                <a:lnTo>
                  <a:pt x="187942" y="57930"/>
                </a:lnTo>
                <a:lnTo>
                  <a:pt x="187703" y="57862"/>
                </a:lnTo>
                <a:lnTo>
                  <a:pt x="187462" y="57794"/>
                </a:lnTo>
                <a:lnTo>
                  <a:pt x="187221" y="57724"/>
                </a:lnTo>
                <a:lnTo>
                  <a:pt x="186978" y="57654"/>
                </a:lnTo>
                <a:lnTo>
                  <a:pt x="186733" y="57583"/>
                </a:lnTo>
                <a:lnTo>
                  <a:pt x="186488" y="57511"/>
                </a:lnTo>
                <a:lnTo>
                  <a:pt x="186241" y="57438"/>
                </a:lnTo>
                <a:lnTo>
                  <a:pt x="185993" y="57364"/>
                </a:lnTo>
                <a:lnTo>
                  <a:pt x="185743" y="57289"/>
                </a:lnTo>
                <a:lnTo>
                  <a:pt x="185492" y="57213"/>
                </a:lnTo>
                <a:lnTo>
                  <a:pt x="185240" y="57137"/>
                </a:lnTo>
                <a:lnTo>
                  <a:pt x="184987" y="57059"/>
                </a:lnTo>
                <a:lnTo>
                  <a:pt x="184734" y="56980"/>
                </a:lnTo>
                <a:lnTo>
                  <a:pt x="184482" y="56899"/>
                </a:lnTo>
                <a:lnTo>
                  <a:pt x="184233" y="56816"/>
                </a:lnTo>
                <a:lnTo>
                  <a:pt x="183984" y="56732"/>
                </a:lnTo>
                <a:lnTo>
                  <a:pt x="183738" y="56645"/>
                </a:lnTo>
                <a:lnTo>
                  <a:pt x="183493" y="56557"/>
                </a:lnTo>
                <a:lnTo>
                  <a:pt x="183249" y="56466"/>
                </a:lnTo>
                <a:lnTo>
                  <a:pt x="183008" y="56374"/>
                </a:lnTo>
                <a:lnTo>
                  <a:pt x="182768" y="56280"/>
                </a:lnTo>
                <a:lnTo>
                  <a:pt x="182529" y="56185"/>
                </a:lnTo>
                <a:lnTo>
                  <a:pt x="182292" y="56087"/>
                </a:lnTo>
                <a:lnTo>
                  <a:pt x="182057" y="55987"/>
                </a:lnTo>
                <a:lnTo>
                  <a:pt x="181824" y="55886"/>
                </a:lnTo>
                <a:lnTo>
                  <a:pt x="181592" y="55783"/>
                </a:lnTo>
                <a:lnTo>
                  <a:pt x="181361" y="55678"/>
                </a:lnTo>
                <a:lnTo>
                  <a:pt x="181133" y="55571"/>
                </a:lnTo>
                <a:lnTo>
                  <a:pt x="180905" y="55462"/>
                </a:lnTo>
                <a:lnTo>
                  <a:pt x="180680" y="55351"/>
                </a:lnTo>
                <a:lnTo>
                  <a:pt x="180456" y="55239"/>
                </a:lnTo>
                <a:lnTo>
                  <a:pt x="180234" y="55124"/>
                </a:lnTo>
                <a:lnTo>
                  <a:pt x="180013" y="55008"/>
                </a:lnTo>
                <a:lnTo>
                  <a:pt x="179795" y="54890"/>
                </a:lnTo>
                <a:lnTo>
                  <a:pt x="179577" y="54770"/>
                </a:lnTo>
                <a:lnTo>
                  <a:pt x="179362" y="54648"/>
                </a:lnTo>
                <a:lnTo>
                  <a:pt x="179149" y="54524"/>
                </a:lnTo>
                <a:lnTo>
                  <a:pt x="178940" y="54396"/>
                </a:lnTo>
                <a:lnTo>
                  <a:pt x="178736" y="54266"/>
                </a:lnTo>
                <a:lnTo>
                  <a:pt x="178536" y="54132"/>
                </a:lnTo>
                <a:lnTo>
                  <a:pt x="178340" y="53995"/>
                </a:lnTo>
                <a:lnTo>
                  <a:pt x="178148" y="53855"/>
                </a:lnTo>
                <a:lnTo>
                  <a:pt x="177960" y="53712"/>
                </a:lnTo>
                <a:lnTo>
                  <a:pt x="177777" y="53565"/>
                </a:lnTo>
                <a:lnTo>
                  <a:pt x="177597" y="53416"/>
                </a:lnTo>
                <a:lnTo>
                  <a:pt x="177422" y="53263"/>
                </a:lnTo>
                <a:lnTo>
                  <a:pt x="177251" y="53108"/>
                </a:lnTo>
                <a:lnTo>
                  <a:pt x="177085" y="52949"/>
                </a:lnTo>
                <a:lnTo>
                  <a:pt x="176922" y="52787"/>
                </a:lnTo>
                <a:lnTo>
                  <a:pt x="176764" y="52621"/>
                </a:lnTo>
                <a:lnTo>
                  <a:pt x="176609" y="52453"/>
                </a:lnTo>
                <a:lnTo>
                  <a:pt x="176459" y="52282"/>
                </a:lnTo>
                <a:lnTo>
                  <a:pt x="176314" y="52107"/>
                </a:lnTo>
                <a:lnTo>
                  <a:pt x="176172" y="51929"/>
                </a:lnTo>
                <a:lnTo>
                  <a:pt x="176035" y="51749"/>
                </a:lnTo>
                <a:lnTo>
                  <a:pt x="175901" y="51565"/>
                </a:lnTo>
                <a:lnTo>
                  <a:pt x="175772" y="51377"/>
                </a:lnTo>
                <a:lnTo>
                  <a:pt x="175647" y="51187"/>
                </a:lnTo>
                <a:lnTo>
                  <a:pt x="175527" y="50994"/>
                </a:lnTo>
                <a:lnTo>
                  <a:pt x="175410" y="50797"/>
                </a:lnTo>
                <a:lnTo>
                  <a:pt x="175299" y="50597"/>
                </a:lnTo>
                <a:lnTo>
                  <a:pt x="175195" y="50393"/>
                </a:lnTo>
                <a:lnTo>
                  <a:pt x="175098" y="50185"/>
                </a:lnTo>
                <a:lnTo>
                  <a:pt x="175008" y="49972"/>
                </a:lnTo>
                <a:lnTo>
                  <a:pt x="174924" y="49756"/>
                </a:lnTo>
                <a:lnTo>
                  <a:pt x="174847" y="49535"/>
                </a:lnTo>
                <a:lnTo>
                  <a:pt x="174778" y="49311"/>
                </a:lnTo>
                <a:lnTo>
                  <a:pt x="174715" y="49082"/>
                </a:lnTo>
                <a:lnTo>
                  <a:pt x="174658" y="48849"/>
                </a:lnTo>
                <a:lnTo>
                  <a:pt x="174609" y="48613"/>
                </a:lnTo>
                <a:lnTo>
                  <a:pt x="174567" y="48372"/>
                </a:lnTo>
                <a:lnTo>
                  <a:pt x="174531" y="48127"/>
                </a:lnTo>
                <a:lnTo>
                  <a:pt x="174503" y="47878"/>
                </a:lnTo>
                <a:lnTo>
                  <a:pt x="174481" y="47625"/>
                </a:lnTo>
                <a:lnTo>
                  <a:pt x="174466" y="47368"/>
                </a:lnTo>
                <a:lnTo>
                  <a:pt x="174458" y="47106"/>
                </a:lnTo>
                <a:lnTo>
                  <a:pt x="174457" y="46841"/>
                </a:lnTo>
                <a:lnTo>
                  <a:pt x="174462" y="46572"/>
                </a:lnTo>
                <a:lnTo>
                  <a:pt x="174475" y="46298"/>
                </a:lnTo>
                <a:lnTo>
                  <a:pt x="174494" y="46021"/>
                </a:lnTo>
                <a:lnTo>
                  <a:pt x="174520" y="45739"/>
                </a:lnTo>
                <a:lnTo>
                  <a:pt x="174553" y="45454"/>
                </a:lnTo>
                <a:lnTo>
                  <a:pt x="174593" y="45164"/>
                </a:lnTo>
                <a:lnTo>
                  <a:pt x="174640" y="44870"/>
                </a:lnTo>
                <a:lnTo>
                  <a:pt x="174711" y="44499"/>
                </a:lnTo>
                <a:lnTo>
                  <a:pt x="174789" y="44134"/>
                </a:lnTo>
                <a:lnTo>
                  <a:pt x="174876" y="43775"/>
                </a:lnTo>
                <a:lnTo>
                  <a:pt x="174969" y="43421"/>
                </a:lnTo>
                <a:lnTo>
                  <a:pt x="175071" y="43073"/>
                </a:lnTo>
                <a:lnTo>
                  <a:pt x="175180" y="42731"/>
                </a:lnTo>
                <a:lnTo>
                  <a:pt x="175297" y="42395"/>
                </a:lnTo>
                <a:lnTo>
                  <a:pt x="175421" y="42065"/>
                </a:lnTo>
                <a:lnTo>
                  <a:pt x="175554" y="41740"/>
                </a:lnTo>
                <a:lnTo>
                  <a:pt x="175694" y="41422"/>
                </a:lnTo>
                <a:lnTo>
                  <a:pt x="175841" y="41109"/>
                </a:lnTo>
                <a:lnTo>
                  <a:pt x="175996" y="40802"/>
                </a:lnTo>
                <a:lnTo>
                  <a:pt x="176159" y="40501"/>
                </a:lnTo>
                <a:lnTo>
                  <a:pt x="176330" y="40205"/>
                </a:lnTo>
                <a:lnTo>
                  <a:pt x="176508" y="39916"/>
                </a:lnTo>
                <a:lnTo>
                  <a:pt x="176694" y="39632"/>
                </a:lnTo>
                <a:lnTo>
                  <a:pt x="176887" y="39354"/>
                </a:lnTo>
                <a:lnTo>
                  <a:pt x="177089" y="39082"/>
                </a:lnTo>
                <a:lnTo>
                  <a:pt x="177298" y="38815"/>
                </a:lnTo>
                <a:lnTo>
                  <a:pt x="177514" y="38555"/>
                </a:lnTo>
                <a:lnTo>
                  <a:pt x="177739" y="38300"/>
                </a:lnTo>
                <a:lnTo>
                  <a:pt x="177971" y="38051"/>
                </a:lnTo>
                <a:lnTo>
                  <a:pt x="178210" y="37808"/>
                </a:lnTo>
                <a:lnTo>
                  <a:pt x="178457" y="37571"/>
                </a:lnTo>
                <a:lnTo>
                  <a:pt x="178711" y="37339"/>
                </a:lnTo>
                <a:lnTo>
                  <a:pt x="178967" y="37112"/>
                </a:lnTo>
                <a:lnTo>
                  <a:pt x="179228" y="36890"/>
                </a:lnTo>
                <a:lnTo>
                  <a:pt x="179493" y="36674"/>
                </a:lnTo>
                <a:lnTo>
                  <a:pt x="179761" y="36462"/>
                </a:lnTo>
                <a:lnTo>
                  <a:pt x="180033" y="36256"/>
                </a:lnTo>
                <a:lnTo>
                  <a:pt x="180309" y="36055"/>
                </a:lnTo>
                <a:lnTo>
                  <a:pt x="180589" y="35859"/>
                </a:lnTo>
                <a:lnTo>
                  <a:pt x="180873" y="35668"/>
                </a:lnTo>
                <a:lnTo>
                  <a:pt x="181161" y="35482"/>
                </a:lnTo>
                <a:lnTo>
                  <a:pt x="181452" y="35302"/>
                </a:lnTo>
                <a:lnTo>
                  <a:pt x="181747" y="35126"/>
                </a:lnTo>
                <a:lnTo>
                  <a:pt x="182046" y="34956"/>
                </a:lnTo>
                <a:lnTo>
                  <a:pt x="182349" y="34790"/>
                </a:lnTo>
                <a:lnTo>
                  <a:pt x="182656" y="34630"/>
                </a:lnTo>
                <a:lnTo>
                  <a:pt x="182967" y="34475"/>
                </a:lnTo>
                <a:lnTo>
                  <a:pt x="183281" y="34325"/>
                </a:lnTo>
                <a:lnTo>
                  <a:pt x="183600" y="34180"/>
                </a:lnTo>
                <a:lnTo>
                  <a:pt x="183922" y="34040"/>
                </a:lnTo>
                <a:lnTo>
                  <a:pt x="184248" y="33906"/>
                </a:lnTo>
                <a:lnTo>
                  <a:pt x="184577" y="33776"/>
                </a:lnTo>
                <a:lnTo>
                  <a:pt x="184911" y="33652"/>
                </a:lnTo>
                <a:lnTo>
                  <a:pt x="185249" y="33533"/>
                </a:lnTo>
                <a:lnTo>
                  <a:pt x="185590" y="33418"/>
                </a:lnTo>
                <a:lnTo>
                  <a:pt x="185933" y="33309"/>
                </a:lnTo>
                <a:lnTo>
                  <a:pt x="186276" y="33204"/>
                </a:lnTo>
                <a:lnTo>
                  <a:pt x="186619" y="33104"/>
                </a:lnTo>
                <a:lnTo>
                  <a:pt x="186962" y="33009"/>
                </a:lnTo>
                <a:lnTo>
                  <a:pt x="187304" y="32918"/>
                </a:lnTo>
                <a:lnTo>
                  <a:pt x="187647" y="32832"/>
                </a:lnTo>
                <a:lnTo>
                  <a:pt x="187990" y="32751"/>
                </a:lnTo>
                <a:lnTo>
                  <a:pt x="188332" y="32674"/>
                </a:lnTo>
                <a:lnTo>
                  <a:pt x="188674" y="32602"/>
                </a:lnTo>
                <a:lnTo>
                  <a:pt x="189016" y="32535"/>
                </a:lnTo>
                <a:lnTo>
                  <a:pt x="189358" y="32472"/>
                </a:lnTo>
                <a:lnTo>
                  <a:pt x="189700" y="32414"/>
                </a:lnTo>
                <a:lnTo>
                  <a:pt x="190042" y="32360"/>
                </a:lnTo>
                <a:lnTo>
                  <a:pt x="190384" y="32311"/>
                </a:lnTo>
                <a:lnTo>
                  <a:pt x="190725" y="32267"/>
                </a:lnTo>
                <a:lnTo>
                  <a:pt x="191067" y="32228"/>
                </a:lnTo>
                <a:lnTo>
                  <a:pt x="191408" y="32193"/>
                </a:lnTo>
                <a:lnTo>
                  <a:pt x="191749" y="32163"/>
                </a:lnTo>
                <a:lnTo>
                  <a:pt x="192090" y="32137"/>
                </a:lnTo>
                <a:lnTo>
                  <a:pt x="192431" y="32116"/>
                </a:lnTo>
                <a:lnTo>
                  <a:pt x="192772" y="32100"/>
                </a:lnTo>
                <a:lnTo>
                  <a:pt x="193113" y="32088"/>
                </a:lnTo>
                <a:lnTo>
                  <a:pt x="193453" y="32081"/>
                </a:lnTo>
                <a:lnTo>
                  <a:pt x="193794" y="32079"/>
                </a:lnTo>
                <a:lnTo>
                  <a:pt x="194166" y="32087"/>
                </a:lnTo>
                <a:lnTo>
                  <a:pt x="194536" y="32101"/>
                </a:lnTo>
                <a:lnTo>
                  <a:pt x="194903" y="32121"/>
                </a:lnTo>
                <a:lnTo>
                  <a:pt x="195268" y="32147"/>
                </a:lnTo>
                <a:lnTo>
                  <a:pt x="195630" y="32178"/>
                </a:lnTo>
                <a:lnTo>
                  <a:pt x="195989" y="32215"/>
                </a:lnTo>
                <a:lnTo>
                  <a:pt x="196346" y="32258"/>
                </a:lnTo>
                <a:lnTo>
                  <a:pt x="196700" y="32306"/>
                </a:lnTo>
                <a:lnTo>
                  <a:pt x="197051" y="32360"/>
                </a:lnTo>
                <a:lnTo>
                  <a:pt x="197399" y="32420"/>
                </a:lnTo>
                <a:lnTo>
                  <a:pt x="197745" y="32485"/>
                </a:lnTo>
                <a:lnTo>
                  <a:pt x="198088" y="32556"/>
                </a:lnTo>
                <a:lnTo>
                  <a:pt x="198429" y="32633"/>
                </a:lnTo>
                <a:lnTo>
                  <a:pt x="198767" y="32715"/>
                </a:lnTo>
                <a:lnTo>
                  <a:pt x="199102" y="32804"/>
                </a:lnTo>
                <a:lnTo>
                  <a:pt x="199434" y="32897"/>
                </a:lnTo>
                <a:lnTo>
                  <a:pt x="199764" y="32997"/>
                </a:lnTo>
                <a:lnTo>
                  <a:pt x="200091" y="33102"/>
                </a:lnTo>
                <a:lnTo>
                  <a:pt x="200416" y="33213"/>
                </a:lnTo>
                <a:lnTo>
                  <a:pt x="200737" y="33330"/>
                </a:lnTo>
                <a:lnTo>
                  <a:pt x="201056" y="33452"/>
                </a:lnTo>
                <a:lnTo>
                  <a:pt x="201373" y="33580"/>
                </a:lnTo>
                <a:lnTo>
                  <a:pt x="201687" y="33714"/>
                </a:lnTo>
                <a:lnTo>
                  <a:pt x="201998" y="33854"/>
                </a:lnTo>
                <a:lnTo>
                  <a:pt x="202305" y="33999"/>
                </a:lnTo>
                <a:lnTo>
                  <a:pt x="202606" y="34149"/>
                </a:lnTo>
                <a:lnTo>
                  <a:pt x="202902" y="34305"/>
                </a:lnTo>
                <a:lnTo>
                  <a:pt x="203192" y="34466"/>
                </a:lnTo>
                <a:lnTo>
                  <a:pt x="203477" y="34632"/>
                </a:lnTo>
                <a:lnTo>
                  <a:pt x="203756" y="34804"/>
                </a:lnTo>
                <a:lnTo>
                  <a:pt x="204029" y="34981"/>
                </a:lnTo>
                <a:lnTo>
                  <a:pt x="204297" y="35163"/>
                </a:lnTo>
                <a:lnTo>
                  <a:pt x="204559" y="35351"/>
                </a:lnTo>
                <a:lnTo>
                  <a:pt x="204816" y="35544"/>
                </a:lnTo>
                <a:lnTo>
                  <a:pt x="205067" y="35743"/>
                </a:lnTo>
                <a:lnTo>
                  <a:pt x="205313" y="35946"/>
                </a:lnTo>
                <a:lnTo>
                  <a:pt x="205553" y="36156"/>
                </a:lnTo>
                <a:lnTo>
                  <a:pt x="205787" y="36370"/>
                </a:lnTo>
                <a:lnTo>
                  <a:pt x="206016" y="36590"/>
                </a:lnTo>
                <a:lnTo>
                  <a:pt x="206239" y="36815"/>
                </a:lnTo>
                <a:lnTo>
                  <a:pt x="206457" y="37046"/>
                </a:lnTo>
                <a:lnTo>
                  <a:pt x="206669" y="37282"/>
                </a:lnTo>
                <a:lnTo>
                  <a:pt x="206875" y="37523"/>
                </a:lnTo>
                <a:lnTo>
                  <a:pt x="207076" y="37770"/>
                </a:lnTo>
                <a:lnTo>
                  <a:pt x="207272" y="38022"/>
                </a:lnTo>
                <a:lnTo>
                  <a:pt x="207461" y="38279"/>
                </a:lnTo>
                <a:lnTo>
                  <a:pt x="207645" y="38541"/>
                </a:lnTo>
                <a:lnTo>
                  <a:pt x="207824" y="38809"/>
                </a:lnTo>
                <a:lnTo>
                  <a:pt x="207996" y="39083"/>
                </a:lnTo>
                <a:lnTo>
                  <a:pt x="208158" y="39361"/>
                </a:lnTo>
                <a:lnTo>
                  <a:pt x="208312" y="39645"/>
                </a:lnTo>
                <a:lnTo>
                  <a:pt x="208457" y="39934"/>
                </a:lnTo>
                <a:lnTo>
                  <a:pt x="208594" y="40228"/>
                </a:lnTo>
                <a:lnTo>
                  <a:pt x="208722" y="40528"/>
                </a:lnTo>
                <a:lnTo>
                  <a:pt x="208841" y="40832"/>
                </a:lnTo>
                <a:lnTo>
                  <a:pt x="208951" y="41142"/>
                </a:lnTo>
                <a:lnTo>
                  <a:pt x="209053" y="41457"/>
                </a:lnTo>
                <a:lnTo>
                  <a:pt x="209146" y="41778"/>
                </a:lnTo>
                <a:lnTo>
                  <a:pt x="209230" y="42103"/>
                </a:lnTo>
                <a:lnTo>
                  <a:pt x="209306" y="42434"/>
                </a:lnTo>
                <a:lnTo>
                  <a:pt x="209373" y="42770"/>
                </a:lnTo>
                <a:lnTo>
                  <a:pt x="209431" y="43112"/>
                </a:lnTo>
                <a:lnTo>
                  <a:pt x="209480" y="43458"/>
                </a:lnTo>
                <a:lnTo>
                  <a:pt x="209521" y="43810"/>
                </a:lnTo>
                <a:lnTo>
                  <a:pt x="209553" y="44167"/>
                </a:lnTo>
                <a:lnTo>
                  <a:pt x="209576" y="44529"/>
                </a:lnTo>
                <a:lnTo>
                  <a:pt x="209590" y="44897"/>
                </a:lnTo>
                <a:lnTo>
                  <a:pt x="209596" y="45269"/>
                </a:lnTo>
                <a:lnTo>
                  <a:pt x="209593" y="45647"/>
                </a:lnTo>
                <a:lnTo>
                  <a:pt x="209581" y="46030"/>
                </a:lnTo>
                <a:lnTo>
                  <a:pt x="209561" y="46419"/>
                </a:lnTo>
                <a:lnTo>
                  <a:pt x="209532" y="46812"/>
                </a:lnTo>
                <a:lnTo>
                  <a:pt x="217367" y="46879"/>
                </a:lnTo>
                <a:lnTo>
                  <a:pt x="217400" y="46292"/>
                </a:lnTo>
                <a:lnTo>
                  <a:pt x="217420" y="45712"/>
                </a:lnTo>
                <a:lnTo>
                  <a:pt x="217428" y="45141"/>
                </a:lnTo>
                <a:lnTo>
                  <a:pt x="217423" y="44577"/>
                </a:lnTo>
                <a:lnTo>
                  <a:pt x="217406" y="44022"/>
                </a:lnTo>
                <a:lnTo>
                  <a:pt x="217376" y="43474"/>
                </a:lnTo>
                <a:lnTo>
                  <a:pt x="217333" y="42935"/>
                </a:lnTo>
                <a:lnTo>
                  <a:pt x="217278" y="42404"/>
                </a:lnTo>
                <a:lnTo>
                  <a:pt x="217210" y="41880"/>
                </a:lnTo>
                <a:lnTo>
                  <a:pt x="217130" y="41365"/>
                </a:lnTo>
                <a:lnTo>
                  <a:pt x="217037" y="40857"/>
                </a:lnTo>
                <a:lnTo>
                  <a:pt x="216932" y="40358"/>
                </a:lnTo>
                <a:lnTo>
                  <a:pt x="216814" y="39867"/>
                </a:lnTo>
                <a:lnTo>
                  <a:pt x="216684" y="39384"/>
                </a:lnTo>
                <a:lnTo>
                  <a:pt x="216541" y="38908"/>
                </a:lnTo>
                <a:lnTo>
                  <a:pt x="216385" y="38441"/>
                </a:lnTo>
                <a:lnTo>
                  <a:pt x="216217" y="37982"/>
                </a:lnTo>
                <a:lnTo>
                  <a:pt x="216036" y="37531"/>
                </a:lnTo>
                <a:lnTo>
                  <a:pt x="215843" y="37088"/>
                </a:lnTo>
                <a:lnTo>
                  <a:pt x="215637" y="36652"/>
                </a:lnTo>
                <a:lnTo>
                  <a:pt x="215419" y="36225"/>
                </a:lnTo>
                <a:lnTo>
                  <a:pt x="215188" y="35806"/>
                </a:lnTo>
                <a:lnTo>
                  <a:pt x="214945" y="35395"/>
                </a:lnTo>
                <a:lnTo>
                  <a:pt x="214689" y="34992"/>
                </a:lnTo>
                <a:lnTo>
                  <a:pt x="214422" y="34597"/>
                </a:lnTo>
                <a:lnTo>
                  <a:pt x="214148" y="34210"/>
                </a:lnTo>
                <a:lnTo>
                  <a:pt x="213866" y="33831"/>
                </a:lnTo>
                <a:lnTo>
                  <a:pt x="213575" y="33460"/>
                </a:lnTo>
                <a:lnTo>
                  <a:pt x="213277" y="33097"/>
                </a:lnTo>
                <a:lnTo>
                  <a:pt x="212970" y="32742"/>
                </a:lnTo>
                <a:lnTo>
                  <a:pt x="212656" y="32395"/>
                </a:lnTo>
                <a:lnTo>
                  <a:pt x="212333" y="32057"/>
                </a:lnTo>
                <a:lnTo>
                  <a:pt x="212003" y="31726"/>
                </a:lnTo>
                <a:lnTo>
                  <a:pt x="211664" y="31403"/>
                </a:lnTo>
                <a:lnTo>
                  <a:pt x="211318" y="31088"/>
                </a:lnTo>
                <a:lnTo>
                  <a:pt x="210963" y="30781"/>
                </a:lnTo>
                <a:lnTo>
                  <a:pt x="210601" y="30483"/>
                </a:lnTo>
                <a:lnTo>
                  <a:pt x="210230" y="30192"/>
                </a:lnTo>
                <a:lnTo>
                  <a:pt x="209851" y="29909"/>
                </a:lnTo>
                <a:lnTo>
                  <a:pt x="209465" y="29634"/>
                </a:lnTo>
                <a:lnTo>
                  <a:pt x="209070" y="29368"/>
                </a:lnTo>
                <a:lnTo>
                  <a:pt x="208667" y="29109"/>
                </a:lnTo>
                <a:lnTo>
                  <a:pt x="208257" y="28859"/>
                </a:lnTo>
                <a:lnTo>
                  <a:pt x="207838" y="28616"/>
                </a:lnTo>
                <a:lnTo>
                  <a:pt x="207411" y="28381"/>
                </a:lnTo>
                <a:lnTo>
                  <a:pt x="206976" y="28155"/>
                </a:lnTo>
                <a:lnTo>
                  <a:pt x="206534" y="27936"/>
                </a:lnTo>
                <a:lnTo>
                  <a:pt x="206083" y="27726"/>
                </a:lnTo>
                <a:lnTo>
                  <a:pt x="205626" y="27524"/>
                </a:lnTo>
                <a:lnTo>
                  <a:pt x="205165" y="27330"/>
                </a:lnTo>
                <a:lnTo>
                  <a:pt x="204700" y="27144"/>
                </a:lnTo>
                <a:lnTo>
                  <a:pt x="204231" y="26967"/>
                </a:lnTo>
                <a:lnTo>
                  <a:pt x="203758" y="26798"/>
                </a:lnTo>
                <a:lnTo>
                  <a:pt x="203281" y="26638"/>
                </a:lnTo>
                <a:lnTo>
                  <a:pt x="202799" y="26485"/>
                </a:lnTo>
                <a:lnTo>
                  <a:pt x="202314" y="26342"/>
                </a:lnTo>
                <a:lnTo>
                  <a:pt x="201824" y="26206"/>
                </a:lnTo>
                <a:lnTo>
                  <a:pt x="201331" y="26079"/>
                </a:lnTo>
                <a:lnTo>
                  <a:pt x="200833" y="25961"/>
                </a:lnTo>
                <a:lnTo>
                  <a:pt x="200332" y="25851"/>
                </a:lnTo>
                <a:lnTo>
                  <a:pt x="199826" y="25749"/>
                </a:lnTo>
                <a:lnTo>
                  <a:pt x="199316" y="25655"/>
                </a:lnTo>
                <a:lnTo>
                  <a:pt x="198802" y="25570"/>
                </a:lnTo>
                <a:lnTo>
                  <a:pt x="198284" y="25493"/>
                </a:lnTo>
                <a:lnTo>
                  <a:pt x="197762" y="25425"/>
                </a:lnTo>
                <a:lnTo>
                  <a:pt x="197236" y="25365"/>
                </a:lnTo>
                <a:lnTo>
                  <a:pt x="196706" y="25313"/>
                </a:lnTo>
                <a:lnTo>
                  <a:pt x="196172" y="25270"/>
                </a:lnTo>
                <a:lnTo>
                  <a:pt x="195634" y="25235"/>
                </a:lnTo>
                <a:lnTo>
                  <a:pt x="195092" y="25209"/>
                </a:lnTo>
                <a:lnTo>
                  <a:pt x="194545" y="25191"/>
                </a:lnTo>
                <a:lnTo>
                  <a:pt x="193995" y="25181"/>
                </a:lnTo>
                <a:lnTo>
                  <a:pt x="193620" y="25178"/>
                </a:lnTo>
                <a:lnTo>
                  <a:pt x="193246" y="25179"/>
                </a:lnTo>
                <a:lnTo>
                  <a:pt x="192871" y="25185"/>
                </a:lnTo>
                <a:lnTo>
                  <a:pt x="192495" y="25195"/>
                </a:lnTo>
                <a:lnTo>
                  <a:pt x="192119" y="25210"/>
                </a:lnTo>
                <a:lnTo>
                  <a:pt x="191743" y="25229"/>
                </a:lnTo>
                <a:lnTo>
                  <a:pt x="191366" y="25253"/>
                </a:lnTo>
                <a:lnTo>
                  <a:pt x="190988" y="25281"/>
                </a:lnTo>
                <a:lnTo>
                  <a:pt x="190611" y="25314"/>
                </a:lnTo>
                <a:lnTo>
                  <a:pt x="190232" y="25352"/>
                </a:lnTo>
                <a:lnTo>
                  <a:pt x="189853" y="25394"/>
                </a:lnTo>
                <a:lnTo>
                  <a:pt x="189474" y="25440"/>
                </a:lnTo>
                <a:lnTo>
                  <a:pt x="189094" y="25492"/>
                </a:lnTo>
                <a:lnTo>
                  <a:pt x="188714" y="25547"/>
                </a:lnTo>
                <a:lnTo>
                  <a:pt x="188334" y="25607"/>
                </a:lnTo>
                <a:lnTo>
                  <a:pt x="187952" y="25672"/>
                </a:lnTo>
                <a:lnTo>
                  <a:pt x="187571" y="25741"/>
                </a:lnTo>
                <a:lnTo>
                  <a:pt x="187189" y="25815"/>
                </a:lnTo>
                <a:lnTo>
                  <a:pt x="186806" y="25893"/>
                </a:lnTo>
                <a:lnTo>
                  <a:pt x="186423" y="25976"/>
                </a:lnTo>
                <a:lnTo>
                  <a:pt x="186040" y="26064"/>
                </a:lnTo>
                <a:lnTo>
                  <a:pt x="185656" y="26156"/>
                </a:lnTo>
                <a:lnTo>
                  <a:pt x="185271" y="26252"/>
                </a:lnTo>
                <a:lnTo>
                  <a:pt x="184887" y="26353"/>
                </a:lnTo>
                <a:lnTo>
                  <a:pt x="184503" y="26458"/>
                </a:lnTo>
                <a:lnTo>
                  <a:pt x="184121" y="26568"/>
                </a:lnTo>
                <a:lnTo>
                  <a:pt x="183742" y="26683"/>
                </a:lnTo>
                <a:lnTo>
                  <a:pt x="183366" y="26801"/>
                </a:lnTo>
                <a:lnTo>
                  <a:pt x="182992" y="26924"/>
                </a:lnTo>
                <a:lnTo>
                  <a:pt x="182620" y="27052"/>
                </a:lnTo>
                <a:lnTo>
                  <a:pt x="182251" y="27184"/>
                </a:lnTo>
                <a:lnTo>
                  <a:pt x="181884" y="27320"/>
                </a:lnTo>
                <a:lnTo>
                  <a:pt x="181520" y="27461"/>
                </a:lnTo>
                <a:lnTo>
                  <a:pt x="181158" y="27606"/>
                </a:lnTo>
                <a:lnTo>
                  <a:pt x="180798" y="27756"/>
                </a:lnTo>
                <a:lnTo>
                  <a:pt x="180441" y="27910"/>
                </a:lnTo>
                <a:lnTo>
                  <a:pt x="180087" y="28068"/>
                </a:lnTo>
                <a:lnTo>
                  <a:pt x="179735" y="28231"/>
                </a:lnTo>
                <a:lnTo>
                  <a:pt x="179385" y="28399"/>
                </a:lnTo>
                <a:lnTo>
                  <a:pt x="179038" y="28570"/>
                </a:lnTo>
                <a:lnTo>
                  <a:pt x="178693" y="28747"/>
                </a:lnTo>
                <a:lnTo>
                  <a:pt x="178351" y="28927"/>
                </a:lnTo>
                <a:lnTo>
                  <a:pt x="178011" y="29112"/>
                </a:lnTo>
                <a:lnTo>
                  <a:pt x="177673" y="29302"/>
                </a:lnTo>
                <a:lnTo>
                  <a:pt x="177338" y="29495"/>
                </a:lnTo>
                <a:lnTo>
                  <a:pt x="177006" y="29694"/>
                </a:lnTo>
                <a:lnTo>
                  <a:pt x="176676" y="29896"/>
                </a:lnTo>
                <a:lnTo>
                  <a:pt x="176348" y="30103"/>
                </a:lnTo>
                <a:lnTo>
                  <a:pt x="176024" y="30315"/>
                </a:lnTo>
                <a:lnTo>
                  <a:pt x="175704" y="30530"/>
                </a:lnTo>
                <a:lnTo>
                  <a:pt x="175389" y="30750"/>
                </a:lnTo>
                <a:lnTo>
                  <a:pt x="175079" y="30975"/>
                </a:lnTo>
                <a:lnTo>
                  <a:pt x="174774" y="31203"/>
                </a:lnTo>
                <a:lnTo>
                  <a:pt x="174473" y="31436"/>
                </a:lnTo>
                <a:lnTo>
                  <a:pt x="174176" y="31674"/>
                </a:lnTo>
                <a:lnTo>
                  <a:pt x="173885" y="31915"/>
                </a:lnTo>
                <a:lnTo>
                  <a:pt x="173598" y="32161"/>
                </a:lnTo>
                <a:lnTo>
                  <a:pt x="173316" y="32411"/>
                </a:lnTo>
                <a:lnTo>
                  <a:pt x="173038" y="32666"/>
                </a:lnTo>
                <a:lnTo>
                  <a:pt x="172765" y="32924"/>
                </a:lnTo>
                <a:lnTo>
                  <a:pt x="172497" y="33187"/>
                </a:lnTo>
                <a:lnTo>
                  <a:pt x="172233" y="33455"/>
                </a:lnTo>
                <a:lnTo>
                  <a:pt x="171974" y="33727"/>
                </a:lnTo>
                <a:lnTo>
                  <a:pt x="171719" y="34002"/>
                </a:lnTo>
                <a:lnTo>
                  <a:pt x="171470" y="34283"/>
                </a:lnTo>
                <a:lnTo>
                  <a:pt x="171225" y="34567"/>
                </a:lnTo>
                <a:lnTo>
                  <a:pt x="170984" y="34856"/>
                </a:lnTo>
                <a:lnTo>
                  <a:pt x="170748" y="35149"/>
                </a:lnTo>
                <a:lnTo>
                  <a:pt x="170517" y="35447"/>
                </a:lnTo>
                <a:lnTo>
                  <a:pt x="170291" y="35749"/>
                </a:lnTo>
                <a:lnTo>
                  <a:pt x="170069" y="36055"/>
                </a:lnTo>
                <a:lnTo>
                  <a:pt x="169852" y="36365"/>
                </a:lnTo>
                <a:lnTo>
                  <a:pt x="169641" y="36680"/>
                </a:lnTo>
                <a:lnTo>
                  <a:pt x="169437" y="36999"/>
                </a:lnTo>
                <a:lnTo>
                  <a:pt x="169240" y="37323"/>
                </a:lnTo>
                <a:lnTo>
                  <a:pt x="169051" y="37651"/>
                </a:lnTo>
                <a:lnTo>
                  <a:pt x="168869" y="37983"/>
                </a:lnTo>
                <a:lnTo>
                  <a:pt x="168694" y="38320"/>
                </a:lnTo>
                <a:lnTo>
                  <a:pt x="168527" y="38661"/>
                </a:lnTo>
                <a:lnTo>
                  <a:pt x="168367" y="39007"/>
                </a:lnTo>
                <a:lnTo>
                  <a:pt x="168215" y="39357"/>
                </a:lnTo>
                <a:lnTo>
                  <a:pt x="168069" y="39711"/>
                </a:lnTo>
                <a:lnTo>
                  <a:pt x="167931" y="40070"/>
                </a:lnTo>
                <a:lnTo>
                  <a:pt x="167801" y="40434"/>
                </a:lnTo>
                <a:lnTo>
                  <a:pt x="167677" y="40801"/>
                </a:lnTo>
                <a:lnTo>
                  <a:pt x="167561" y="41173"/>
                </a:lnTo>
                <a:lnTo>
                  <a:pt x="167453" y="41550"/>
                </a:lnTo>
                <a:lnTo>
                  <a:pt x="167351" y="41931"/>
                </a:lnTo>
                <a:lnTo>
                  <a:pt x="167257" y="42316"/>
                </a:lnTo>
                <a:lnTo>
                  <a:pt x="167171" y="42706"/>
                </a:lnTo>
                <a:lnTo>
                  <a:pt x="167091" y="43101"/>
                </a:lnTo>
                <a:lnTo>
                  <a:pt x="167019" y="43499"/>
                </a:lnTo>
                <a:lnTo>
                  <a:pt x="166955" y="43902"/>
                </a:lnTo>
                <a:lnTo>
                  <a:pt x="166897" y="44310"/>
                </a:lnTo>
                <a:lnTo>
                  <a:pt x="166847" y="44722"/>
                </a:lnTo>
                <a:lnTo>
                  <a:pt x="166805" y="45138"/>
                </a:lnTo>
                <a:lnTo>
                  <a:pt x="166769" y="45549"/>
                </a:lnTo>
                <a:lnTo>
                  <a:pt x="166742" y="45953"/>
                </a:lnTo>
                <a:lnTo>
                  <a:pt x="166723" y="46353"/>
                </a:lnTo>
                <a:lnTo>
                  <a:pt x="166712" y="46747"/>
                </a:lnTo>
                <a:lnTo>
                  <a:pt x="166708" y="47136"/>
                </a:lnTo>
                <a:lnTo>
                  <a:pt x="166712" y="47520"/>
                </a:lnTo>
                <a:lnTo>
                  <a:pt x="166725" y="47898"/>
                </a:lnTo>
                <a:lnTo>
                  <a:pt x="166745" y="48271"/>
                </a:lnTo>
                <a:lnTo>
                  <a:pt x="166773" y="48638"/>
                </a:lnTo>
                <a:lnTo>
                  <a:pt x="166809" y="49001"/>
                </a:lnTo>
                <a:lnTo>
                  <a:pt x="166853" y="49357"/>
                </a:lnTo>
                <a:lnTo>
                  <a:pt x="166905" y="49709"/>
                </a:lnTo>
                <a:lnTo>
                  <a:pt x="166965" y="50055"/>
                </a:lnTo>
                <a:lnTo>
                  <a:pt x="167032" y="50396"/>
                </a:lnTo>
                <a:lnTo>
                  <a:pt x="167108" y="50731"/>
                </a:lnTo>
                <a:lnTo>
                  <a:pt x="167192" y="51061"/>
                </a:lnTo>
                <a:lnTo>
                  <a:pt x="167283" y="51386"/>
                </a:lnTo>
                <a:lnTo>
                  <a:pt x="167382" y="51705"/>
                </a:lnTo>
                <a:lnTo>
                  <a:pt x="167489" y="52020"/>
                </a:lnTo>
                <a:lnTo>
                  <a:pt x="167604" y="52328"/>
                </a:lnTo>
                <a:lnTo>
                  <a:pt x="167728" y="52632"/>
                </a:lnTo>
                <a:lnTo>
                  <a:pt x="167858" y="52930"/>
                </a:lnTo>
                <a:lnTo>
                  <a:pt x="167997" y="53222"/>
                </a:lnTo>
                <a:lnTo>
                  <a:pt x="168144" y="53510"/>
                </a:lnTo>
                <a:lnTo>
                  <a:pt x="168297" y="53792"/>
                </a:lnTo>
                <a:lnTo>
                  <a:pt x="168456" y="54071"/>
                </a:lnTo>
                <a:lnTo>
                  <a:pt x="168620" y="54345"/>
                </a:lnTo>
                <a:lnTo>
                  <a:pt x="168789" y="54615"/>
                </a:lnTo>
                <a:lnTo>
                  <a:pt x="168963" y="54882"/>
                </a:lnTo>
                <a:lnTo>
                  <a:pt x="169142" y="55144"/>
                </a:lnTo>
                <a:lnTo>
                  <a:pt x="169327" y="55402"/>
                </a:lnTo>
                <a:lnTo>
                  <a:pt x="169517" y="55656"/>
                </a:lnTo>
                <a:lnTo>
                  <a:pt x="169712" y="55906"/>
                </a:lnTo>
                <a:lnTo>
                  <a:pt x="169912" y="56152"/>
                </a:lnTo>
                <a:lnTo>
                  <a:pt x="170118" y="56394"/>
                </a:lnTo>
                <a:lnTo>
                  <a:pt x="170329" y="56632"/>
                </a:lnTo>
                <a:lnTo>
                  <a:pt x="170545" y="56866"/>
                </a:lnTo>
                <a:lnTo>
                  <a:pt x="170766" y="57095"/>
                </a:lnTo>
                <a:lnTo>
                  <a:pt x="170993" y="57321"/>
                </a:lnTo>
                <a:lnTo>
                  <a:pt x="171225" y="57543"/>
                </a:lnTo>
                <a:lnTo>
                  <a:pt x="171462" y="57760"/>
                </a:lnTo>
                <a:lnTo>
                  <a:pt x="171704" y="57974"/>
                </a:lnTo>
                <a:lnTo>
                  <a:pt x="171951" y="58183"/>
                </a:lnTo>
                <a:lnTo>
                  <a:pt x="172204" y="58388"/>
                </a:lnTo>
                <a:lnTo>
                  <a:pt x="172462" y="58589"/>
                </a:lnTo>
                <a:lnTo>
                  <a:pt x="172725" y="58786"/>
                </a:lnTo>
                <a:lnTo>
                  <a:pt x="172994" y="58980"/>
                </a:lnTo>
                <a:lnTo>
                  <a:pt x="173267" y="59169"/>
                </a:lnTo>
                <a:lnTo>
                  <a:pt x="173545" y="59354"/>
                </a:lnTo>
                <a:lnTo>
                  <a:pt x="173825" y="59537"/>
                </a:lnTo>
                <a:lnTo>
                  <a:pt x="174108" y="59717"/>
                </a:lnTo>
                <a:lnTo>
                  <a:pt x="174393" y="59894"/>
                </a:lnTo>
                <a:lnTo>
                  <a:pt x="174680" y="60068"/>
                </a:lnTo>
                <a:lnTo>
                  <a:pt x="174971" y="60240"/>
                </a:lnTo>
                <a:lnTo>
                  <a:pt x="175264" y="60409"/>
                </a:lnTo>
                <a:lnTo>
                  <a:pt x="175559" y="60575"/>
                </a:lnTo>
                <a:lnTo>
                  <a:pt x="175857" y="60738"/>
                </a:lnTo>
                <a:lnTo>
                  <a:pt x="176158" y="60899"/>
                </a:lnTo>
                <a:lnTo>
                  <a:pt x="176461" y="61056"/>
                </a:lnTo>
                <a:lnTo>
                  <a:pt x="176766" y="61211"/>
                </a:lnTo>
                <a:lnTo>
                  <a:pt x="177075" y="61363"/>
                </a:lnTo>
                <a:lnTo>
                  <a:pt x="177385" y="61513"/>
                </a:lnTo>
                <a:lnTo>
                  <a:pt x="177699" y="61659"/>
                </a:lnTo>
                <a:lnTo>
                  <a:pt x="178015" y="61803"/>
                </a:lnTo>
                <a:lnTo>
                  <a:pt x="178333" y="61944"/>
                </a:lnTo>
                <a:lnTo>
                  <a:pt x="178654" y="62082"/>
                </a:lnTo>
                <a:lnTo>
                  <a:pt x="178978" y="62217"/>
                </a:lnTo>
                <a:lnTo>
                  <a:pt x="179304" y="62350"/>
                </a:lnTo>
                <a:lnTo>
                  <a:pt x="179633" y="62479"/>
                </a:lnTo>
                <a:lnTo>
                  <a:pt x="179964" y="62606"/>
                </a:lnTo>
                <a:lnTo>
                  <a:pt x="180298" y="62731"/>
                </a:lnTo>
                <a:lnTo>
                  <a:pt x="180634" y="62852"/>
                </a:lnTo>
                <a:lnTo>
                  <a:pt x="180971" y="62971"/>
                </a:lnTo>
                <a:lnTo>
                  <a:pt x="181309" y="63089"/>
                </a:lnTo>
                <a:lnTo>
                  <a:pt x="181645" y="63205"/>
                </a:lnTo>
                <a:lnTo>
                  <a:pt x="181982" y="63320"/>
                </a:lnTo>
                <a:lnTo>
                  <a:pt x="182318" y="63433"/>
                </a:lnTo>
                <a:lnTo>
                  <a:pt x="182654" y="63545"/>
                </a:lnTo>
                <a:lnTo>
                  <a:pt x="182989" y="63655"/>
                </a:lnTo>
                <a:lnTo>
                  <a:pt x="183324" y="63763"/>
                </a:lnTo>
                <a:lnTo>
                  <a:pt x="183659" y="63871"/>
                </a:lnTo>
                <a:lnTo>
                  <a:pt x="183993" y="63976"/>
                </a:lnTo>
                <a:lnTo>
                  <a:pt x="184327" y="64080"/>
                </a:lnTo>
                <a:lnTo>
                  <a:pt x="184661" y="64183"/>
                </a:lnTo>
                <a:lnTo>
                  <a:pt x="184994" y="64284"/>
                </a:lnTo>
                <a:lnTo>
                  <a:pt x="185327" y="64384"/>
                </a:lnTo>
                <a:lnTo>
                  <a:pt x="185659" y="64482"/>
                </a:lnTo>
                <a:lnTo>
                  <a:pt x="185992" y="64578"/>
                </a:lnTo>
                <a:lnTo>
                  <a:pt x="186324" y="64673"/>
                </a:lnTo>
                <a:lnTo>
                  <a:pt x="186655" y="64767"/>
                </a:lnTo>
                <a:lnTo>
                  <a:pt x="186986" y="64859"/>
                </a:lnTo>
                <a:lnTo>
                  <a:pt x="187317" y="64949"/>
                </a:lnTo>
                <a:lnTo>
                  <a:pt x="187648" y="65038"/>
                </a:lnTo>
                <a:lnTo>
                  <a:pt x="187978" y="65126"/>
                </a:lnTo>
                <a:lnTo>
                  <a:pt x="188308" y="65212"/>
                </a:lnTo>
                <a:lnTo>
                  <a:pt x="188637" y="65296"/>
                </a:lnTo>
                <a:lnTo>
                  <a:pt x="188955" y="65376"/>
                </a:lnTo>
                <a:lnTo>
                  <a:pt x="189275" y="65457"/>
                </a:lnTo>
                <a:lnTo>
                  <a:pt x="189594" y="65542"/>
                </a:lnTo>
                <a:lnTo>
                  <a:pt x="189915" y="65628"/>
                </a:lnTo>
                <a:lnTo>
                  <a:pt x="190236" y="65718"/>
                </a:lnTo>
                <a:lnTo>
                  <a:pt x="190558" y="65809"/>
                </a:lnTo>
                <a:lnTo>
                  <a:pt x="190881" y="65903"/>
                </a:lnTo>
                <a:lnTo>
                  <a:pt x="191204" y="66000"/>
                </a:lnTo>
                <a:lnTo>
                  <a:pt x="191528" y="66098"/>
                </a:lnTo>
                <a:lnTo>
                  <a:pt x="191853" y="66200"/>
                </a:lnTo>
                <a:lnTo>
                  <a:pt x="192178" y="66304"/>
                </a:lnTo>
                <a:lnTo>
                  <a:pt x="192505" y="66410"/>
                </a:lnTo>
                <a:lnTo>
                  <a:pt x="192831" y="66518"/>
                </a:lnTo>
                <a:lnTo>
                  <a:pt x="193159" y="66629"/>
                </a:lnTo>
                <a:lnTo>
                  <a:pt x="193487" y="66743"/>
                </a:lnTo>
                <a:lnTo>
                  <a:pt x="193816" y="66859"/>
                </a:lnTo>
                <a:lnTo>
                  <a:pt x="194146" y="66977"/>
                </a:lnTo>
                <a:lnTo>
                  <a:pt x="194476" y="67098"/>
                </a:lnTo>
                <a:lnTo>
                  <a:pt x="194807" y="67222"/>
                </a:lnTo>
                <a:lnTo>
                  <a:pt x="195139" y="67347"/>
                </a:lnTo>
                <a:lnTo>
                  <a:pt x="195471" y="67476"/>
                </a:lnTo>
                <a:lnTo>
                  <a:pt x="195804" y="67606"/>
                </a:lnTo>
                <a:lnTo>
                  <a:pt x="196138" y="67739"/>
                </a:lnTo>
                <a:lnTo>
                  <a:pt x="196473" y="67875"/>
                </a:lnTo>
                <a:lnTo>
                  <a:pt x="196805" y="68014"/>
                </a:lnTo>
                <a:lnTo>
                  <a:pt x="197132" y="68157"/>
                </a:lnTo>
                <a:lnTo>
                  <a:pt x="197453" y="68306"/>
                </a:lnTo>
                <a:lnTo>
                  <a:pt x="197769" y="68459"/>
                </a:lnTo>
                <a:lnTo>
                  <a:pt x="198080" y="68617"/>
                </a:lnTo>
                <a:lnTo>
                  <a:pt x="198385" y="68779"/>
                </a:lnTo>
                <a:lnTo>
                  <a:pt x="198685" y="68946"/>
                </a:lnTo>
                <a:lnTo>
                  <a:pt x="198980" y="69117"/>
                </a:lnTo>
                <a:lnTo>
                  <a:pt x="199270" y="69294"/>
                </a:lnTo>
                <a:lnTo>
                  <a:pt x="199554" y="69475"/>
                </a:lnTo>
                <a:lnTo>
                  <a:pt x="199832" y="69660"/>
                </a:lnTo>
                <a:lnTo>
                  <a:pt x="200106" y="69850"/>
                </a:lnTo>
                <a:lnTo>
                  <a:pt x="200374" y="70045"/>
                </a:lnTo>
                <a:lnTo>
                  <a:pt x="200636" y="70245"/>
                </a:lnTo>
                <a:lnTo>
                  <a:pt x="200894" y="70449"/>
                </a:lnTo>
                <a:lnTo>
                  <a:pt x="201146" y="70658"/>
                </a:lnTo>
                <a:lnTo>
                  <a:pt x="201392" y="70871"/>
                </a:lnTo>
                <a:lnTo>
                  <a:pt x="201633" y="71089"/>
                </a:lnTo>
                <a:lnTo>
                  <a:pt x="201869" y="71312"/>
                </a:lnTo>
                <a:lnTo>
                  <a:pt x="202100" y="71539"/>
                </a:lnTo>
                <a:lnTo>
                  <a:pt x="202325" y="71772"/>
                </a:lnTo>
                <a:lnTo>
                  <a:pt x="202545" y="72008"/>
                </a:lnTo>
                <a:lnTo>
                  <a:pt x="202760" y="72250"/>
                </a:lnTo>
                <a:lnTo>
                  <a:pt x="202969" y="72496"/>
                </a:lnTo>
                <a:lnTo>
                  <a:pt x="203169" y="72747"/>
                </a:lnTo>
                <a:lnTo>
                  <a:pt x="203359" y="73005"/>
                </a:lnTo>
                <a:lnTo>
                  <a:pt x="203537" y="73270"/>
                </a:lnTo>
                <a:lnTo>
                  <a:pt x="203704" y="73540"/>
                </a:lnTo>
                <a:lnTo>
                  <a:pt x="203859" y="73817"/>
                </a:lnTo>
                <a:lnTo>
                  <a:pt x="204003" y="74101"/>
                </a:lnTo>
                <a:lnTo>
                  <a:pt x="204135" y="74391"/>
                </a:lnTo>
                <a:lnTo>
                  <a:pt x="204256" y="74687"/>
                </a:lnTo>
                <a:lnTo>
                  <a:pt x="204366" y="74990"/>
                </a:lnTo>
                <a:lnTo>
                  <a:pt x="204464" y="75299"/>
                </a:lnTo>
                <a:lnTo>
                  <a:pt x="204551" y="75614"/>
                </a:lnTo>
                <a:lnTo>
                  <a:pt x="204626" y="75936"/>
                </a:lnTo>
                <a:lnTo>
                  <a:pt x="204690" y="76265"/>
                </a:lnTo>
                <a:lnTo>
                  <a:pt x="204743" y="76599"/>
                </a:lnTo>
                <a:lnTo>
                  <a:pt x="204784" y="76940"/>
                </a:lnTo>
                <a:lnTo>
                  <a:pt x="204814" y="77288"/>
                </a:lnTo>
                <a:lnTo>
                  <a:pt x="204833" y="77642"/>
                </a:lnTo>
                <a:lnTo>
                  <a:pt x="204840" y="78002"/>
                </a:lnTo>
                <a:lnTo>
                  <a:pt x="204835" y="78369"/>
                </a:lnTo>
                <a:lnTo>
                  <a:pt x="204820" y="78742"/>
                </a:lnTo>
                <a:lnTo>
                  <a:pt x="204793" y="79121"/>
                </a:lnTo>
                <a:lnTo>
                  <a:pt x="204754" y="79507"/>
                </a:lnTo>
                <a:lnTo>
                  <a:pt x="204704" y="79899"/>
                </a:lnTo>
                <a:lnTo>
                  <a:pt x="204643" y="80298"/>
                </a:lnTo>
                <a:lnTo>
                  <a:pt x="204572" y="80685"/>
                </a:lnTo>
                <a:lnTo>
                  <a:pt x="204492" y="81067"/>
                </a:lnTo>
                <a:lnTo>
                  <a:pt x="204403" y="81441"/>
                </a:lnTo>
                <a:lnTo>
                  <a:pt x="204305" y="81810"/>
                </a:lnTo>
                <a:lnTo>
                  <a:pt x="204199" y="82173"/>
                </a:lnTo>
                <a:close/>
                <a:moveTo>
                  <a:pt x="275470" y="78072"/>
                </a:moveTo>
                <a:lnTo>
                  <a:pt x="275467" y="78080"/>
                </a:lnTo>
                <a:lnTo>
                  <a:pt x="275228" y="78580"/>
                </a:lnTo>
                <a:lnTo>
                  <a:pt x="274983" y="79074"/>
                </a:lnTo>
                <a:lnTo>
                  <a:pt x="274729" y="79564"/>
                </a:lnTo>
                <a:lnTo>
                  <a:pt x="274468" y="80048"/>
                </a:lnTo>
                <a:lnTo>
                  <a:pt x="274200" y="80527"/>
                </a:lnTo>
                <a:lnTo>
                  <a:pt x="273924" y="81001"/>
                </a:lnTo>
                <a:lnTo>
                  <a:pt x="273640" y="81470"/>
                </a:lnTo>
                <a:lnTo>
                  <a:pt x="273349" y="81932"/>
                </a:lnTo>
                <a:lnTo>
                  <a:pt x="273050" y="82385"/>
                </a:lnTo>
                <a:lnTo>
                  <a:pt x="272745" y="82830"/>
                </a:lnTo>
                <a:lnTo>
                  <a:pt x="272432" y="83266"/>
                </a:lnTo>
                <a:lnTo>
                  <a:pt x="272111" y="83694"/>
                </a:lnTo>
                <a:lnTo>
                  <a:pt x="271784" y="84113"/>
                </a:lnTo>
                <a:lnTo>
                  <a:pt x="271449" y="84524"/>
                </a:lnTo>
                <a:lnTo>
                  <a:pt x="271106" y="84926"/>
                </a:lnTo>
                <a:lnTo>
                  <a:pt x="270756" y="85320"/>
                </a:lnTo>
                <a:lnTo>
                  <a:pt x="270399" y="85705"/>
                </a:lnTo>
                <a:lnTo>
                  <a:pt x="270035" y="86082"/>
                </a:lnTo>
                <a:lnTo>
                  <a:pt x="269664" y="86451"/>
                </a:lnTo>
                <a:lnTo>
                  <a:pt x="269285" y="86811"/>
                </a:lnTo>
                <a:lnTo>
                  <a:pt x="268898" y="87162"/>
                </a:lnTo>
                <a:lnTo>
                  <a:pt x="268505" y="87505"/>
                </a:lnTo>
                <a:lnTo>
                  <a:pt x="268104" y="87839"/>
                </a:lnTo>
                <a:lnTo>
                  <a:pt x="267695" y="88165"/>
                </a:lnTo>
                <a:lnTo>
                  <a:pt x="267280" y="88483"/>
                </a:lnTo>
                <a:lnTo>
                  <a:pt x="266857" y="88792"/>
                </a:lnTo>
                <a:lnTo>
                  <a:pt x="266427" y="89092"/>
                </a:lnTo>
                <a:lnTo>
                  <a:pt x="265989" y="89384"/>
                </a:lnTo>
                <a:lnTo>
                  <a:pt x="265544" y="89668"/>
                </a:lnTo>
                <a:lnTo>
                  <a:pt x="265092" y="89943"/>
                </a:lnTo>
                <a:lnTo>
                  <a:pt x="264632" y="90209"/>
                </a:lnTo>
                <a:lnTo>
                  <a:pt x="264166" y="90466"/>
                </a:lnTo>
                <a:lnTo>
                  <a:pt x="263692" y="90711"/>
                </a:lnTo>
                <a:lnTo>
                  <a:pt x="263210" y="90945"/>
                </a:lnTo>
                <a:lnTo>
                  <a:pt x="262722" y="91167"/>
                </a:lnTo>
                <a:lnTo>
                  <a:pt x="262226" y="91378"/>
                </a:lnTo>
                <a:lnTo>
                  <a:pt x="261723" y="91578"/>
                </a:lnTo>
                <a:lnTo>
                  <a:pt x="261213" y="91766"/>
                </a:lnTo>
                <a:lnTo>
                  <a:pt x="260696" y="91943"/>
                </a:lnTo>
                <a:lnTo>
                  <a:pt x="260171" y="92109"/>
                </a:lnTo>
                <a:lnTo>
                  <a:pt x="259640" y="92263"/>
                </a:lnTo>
                <a:lnTo>
                  <a:pt x="259101" y="92405"/>
                </a:lnTo>
                <a:lnTo>
                  <a:pt x="258555" y="92537"/>
                </a:lnTo>
                <a:lnTo>
                  <a:pt x="258001" y="92657"/>
                </a:lnTo>
                <a:lnTo>
                  <a:pt x="257441" y="92765"/>
                </a:lnTo>
                <a:lnTo>
                  <a:pt x="256873" y="92862"/>
                </a:lnTo>
                <a:lnTo>
                  <a:pt x="256298" y="92948"/>
                </a:lnTo>
                <a:lnTo>
                  <a:pt x="255716" y="93022"/>
                </a:lnTo>
                <a:lnTo>
                  <a:pt x="255127" y="93085"/>
                </a:lnTo>
                <a:lnTo>
                  <a:pt x="254530" y="93136"/>
                </a:lnTo>
                <a:lnTo>
                  <a:pt x="253926" y="93177"/>
                </a:lnTo>
                <a:lnTo>
                  <a:pt x="253315" y="93205"/>
                </a:lnTo>
                <a:lnTo>
                  <a:pt x="252697" y="93223"/>
                </a:lnTo>
                <a:lnTo>
                  <a:pt x="252072" y="93229"/>
                </a:lnTo>
                <a:lnTo>
                  <a:pt x="251439" y="93223"/>
                </a:lnTo>
                <a:lnTo>
                  <a:pt x="251074" y="93215"/>
                </a:lnTo>
                <a:lnTo>
                  <a:pt x="250714" y="93200"/>
                </a:lnTo>
                <a:lnTo>
                  <a:pt x="250361" y="93180"/>
                </a:lnTo>
                <a:lnTo>
                  <a:pt x="250013" y="93154"/>
                </a:lnTo>
                <a:lnTo>
                  <a:pt x="249672" y="93123"/>
                </a:lnTo>
                <a:lnTo>
                  <a:pt x="249336" y="93085"/>
                </a:lnTo>
                <a:lnTo>
                  <a:pt x="249006" y="93042"/>
                </a:lnTo>
                <a:lnTo>
                  <a:pt x="248682" y="92992"/>
                </a:lnTo>
                <a:lnTo>
                  <a:pt x="248364" y="92937"/>
                </a:lnTo>
                <a:lnTo>
                  <a:pt x="248052" y="92877"/>
                </a:lnTo>
                <a:lnTo>
                  <a:pt x="247746" y="92810"/>
                </a:lnTo>
                <a:lnTo>
                  <a:pt x="247446" y="92738"/>
                </a:lnTo>
                <a:lnTo>
                  <a:pt x="247152" y="92659"/>
                </a:lnTo>
                <a:lnTo>
                  <a:pt x="246864" y="92575"/>
                </a:lnTo>
                <a:lnTo>
                  <a:pt x="246581" y="92485"/>
                </a:lnTo>
                <a:lnTo>
                  <a:pt x="246305" y="92390"/>
                </a:lnTo>
                <a:lnTo>
                  <a:pt x="246034" y="92288"/>
                </a:lnTo>
                <a:lnTo>
                  <a:pt x="245770" y="92181"/>
                </a:lnTo>
                <a:lnTo>
                  <a:pt x="245511" y="92068"/>
                </a:lnTo>
                <a:lnTo>
                  <a:pt x="245258" y="91949"/>
                </a:lnTo>
                <a:lnTo>
                  <a:pt x="245012" y="91824"/>
                </a:lnTo>
                <a:lnTo>
                  <a:pt x="244771" y="91693"/>
                </a:lnTo>
                <a:lnTo>
                  <a:pt x="244536" y="91557"/>
                </a:lnTo>
                <a:lnTo>
                  <a:pt x="244307" y="91415"/>
                </a:lnTo>
                <a:lnTo>
                  <a:pt x="244083" y="91268"/>
                </a:lnTo>
                <a:lnTo>
                  <a:pt x="243864" y="91117"/>
                </a:lnTo>
                <a:lnTo>
                  <a:pt x="243651" y="90962"/>
                </a:lnTo>
                <a:lnTo>
                  <a:pt x="243442" y="90803"/>
                </a:lnTo>
                <a:lnTo>
                  <a:pt x="243238" y="90640"/>
                </a:lnTo>
                <a:lnTo>
                  <a:pt x="243039" y="90473"/>
                </a:lnTo>
                <a:lnTo>
                  <a:pt x="242844" y="90302"/>
                </a:lnTo>
                <a:lnTo>
                  <a:pt x="242655" y="90128"/>
                </a:lnTo>
                <a:lnTo>
                  <a:pt x="242470" y="89949"/>
                </a:lnTo>
                <a:lnTo>
                  <a:pt x="242291" y="89766"/>
                </a:lnTo>
                <a:lnTo>
                  <a:pt x="242116" y="89580"/>
                </a:lnTo>
                <a:lnTo>
                  <a:pt x="241946" y="89389"/>
                </a:lnTo>
                <a:lnTo>
                  <a:pt x="241781" y="89195"/>
                </a:lnTo>
                <a:lnTo>
                  <a:pt x="241621" y="88996"/>
                </a:lnTo>
                <a:lnTo>
                  <a:pt x="241466" y="88794"/>
                </a:lnTo>
                <a:lnTo>
                  <a:pt x="241315" y="88587"/>
                </a:lnTo>
                <a:lnTo>
                  <a:pt x="241170" y="88377"/>
                </a:lnTo>
                <a:lnTo>
                  <a:pt x="241029" y="88163"/>
                </a:lnTo>
                <a:lnTo>
                  <a:pt x="240894" y="87944"/>
                </a:lnTo>
                <a:lnTo>
                  <a:pt x="240763" y="87722"/>
                </a:lnTo>
                <a:lnTo>
                  <a:pt x="240637" y="87496"/>
                </a:lnTo>
                <a:lnTo>
                  <a:pt x="240516" y="87266"/>
                </a:lnTo>
                <a:lnTo>
                  <a:pt x="240400" y="87032"/>
                </a:lnTo>
                <a:lnTo>
                  <a:pt x="240289" y="86794"/>
                </a:lnTo>
                <a:lnTo>
                  <a:pt x="240182" y="86553"/>
                </a:lnTo>
                <a:lnTo>
                  <a:pt x="240078" y="86309"/>
                </a:lnTo>
                <a:lnTo>
                  <a:pt x="239979" y="86064"/>
                </a:lnTo>
                <a:lnTo>
                  <a:pt x="239883" y="85815"/>
                </a:lnTo>
                <a:lnTo>
                  <a:pt x="239791" y="85565"/>
                </a:lnTo>
                <a:lnTo>
                  <a:pt x="239703" y="85312"/>
                </a:lnTo>
                <a:lnTo>
                  <a:pt x="239618" y="85057"/>
                </a:lnTo>
                <a:lnTo>
                  <a:pt x="239537" y="84800"/>
                </a:lnTo>
                <a:lnTo>
                  <a:pt x="239460" y="84540"/>
                </a:lnTo>
                <a:lnTo>
                  <a:pt x="239386" y="84278"/>
                </a:lnTo>
                <a:lnTo>
                  <a:pt x="239317" y="84013"/>
                </a:lnTo>
                <a:lnTo>
                  <a:pt x="239250" y="83747"/>
                </a:lnTo>
                <a:lnTo>
                  <a:pt x="239188" y="83478"/>
                </a:lnTo>
                <a:lnTo>
                  <a:pt x="239130" y="83206"/>
                </a:lnTo>
                <a:lnTo>
                  <a:pt x="239075" y="82933"/>
                </a:lnTo>
                <a:lnTo>
                  <a:pt x="239024" y="82657"/>
                </a:lnTo>
                <a:lnTo>
                  <a:pt x="238976" y="82378"/>
                </a:lnTo>
                <a:lnTo>
                  <a:pt x="238932" y="82098"/>
                </a:lnTo>
                <a:lnTo>
                  <a:pt x="238892" y="81815"/>
                </a:lnTo>
                <a:lnTo>
                  <a:pt x="238856" y="81529"/>
                </a:lnTo>
                <a:lnTo>
                  <a:pt x="238824" y="81242"/>
                </a:lnTo>
                <a:lnTo>
                  <a:pt x="238795" y="80952"/>
                </a:lnTo>
                <a:lnTo>
                  <a:pt x="238770" y="80659"/>
                </a:lnTo>
                <a:lnTo>
                  <a:pt x="238748" y="80365"/>
                </a:lnTo>
                <a:lnTo>
                  <a:pt x="238730" y="80069"/>
                </a:lnTo>
                <a:lnTo>
                  <a:pt x="238714" y="79772"/>
                </a:lnTo>
                <a:lnTo>
                  <a:pt x="238701" y="79474"/>
                </a:lnTo>
                <a:lnTo>
                  <a:pt x="238690" y="79176"/>
                </a:lnTo>
                <a:lnTo>
                  <a:pt x="238681" y="78877"/>
                </a:lnTo>
                <a:lnTo>
                  <a:pt x="238675" y="78577"/>
                </a:lnTo>
                <a:lnTo>
                  <a:pt x="238671" y="78277"/>
                </a:lnTo>
                <a:lnTo>
                  <a:pt x="238670" y="77976"/>
                </a:lnTo>
                <a:lnTo>
                  <a:pt x="238671" y="77674"/>
                </a:lnTo>
                <a:lnTo>
                  <a:pt x="238675" y="77372"/>
                </a:lnTo>
                <a:lnTo>
                  <a:pt x="238681" y="77069"/>
                </a:lnTo>
                <a:lnTo>
                  <a:pt x="238690" y="76765"/>
                </a:lnTo>
                <a:lnTo>
                  <a:pt x="238701" y="76461"/>
                </a:lnTo>
                <a:lnTo>
                  <a:pt x="238714" y="76155"/>
                </a:lnTo>
                <a:lnTo>
                  <a:pt x="238730" y="75849"/>
                </a:lnTo>
                <a:lnTo>
                  <a:pt x="238748" y="75543"/>
                </a:lnTo>
                <a:lnTo>
                  <a:pt x="238769" y="75236"/>
                </a:lnTo>
                <a:lnTo>
                  <a:pt x="238792" y="74928"/>
                </a:lnTo>
                <a:lnTo>
                  <a:pt x="238818" y="74619"/>
                </a:lnTo>
                <a:lnTo>
                  <a:pt x="238846" y="74309"/>
                </a:lnTo>
                <a:lnTo>
                  <a:pt x="238876" y="73999"/>
                </a:lnTo>
                <a:lnTo>
                  <a:pt x="238909" y="73689"/>
                </a:lnTo>
                <a:lnTo>
                  <a:pt x="238945" y="73377"/>
                </a:lnTo>
                <a:lnTo>
                  <a:pt x="238983" y="73065"/>
                </a:lnTo>
                <a:lnTo>
                  <a:pt x="246885" y="26520"/>
                </a:lnTo>
                <a:lnTo>
                  <a:pt x="239050" y="26520"/>
                </a:lnTo>
                <a:lnTo>
                  <a:pt x="231147" y="72864"/>
                </a:lnTo>
                <a:lnTo>
                  <a:pt x="231093" y="73315"/>
                </a:lnTo>
                <a:lnTo>
                  <a:pt x="231044" y="73765"/>
                </a:lnTo>
                <a:lnTo>
                  <a:pt x="230999" y="74212"/>
                </a:lnTo>
                <a:lnTo>
                  <a:pt x="230959" y="74658"/>
                </a:lnTo>
                <a:lnTo>
                  <a:pt x="230923" y="75102"/>
                </a:lnTo>
                <a:lnTo>
                  <a:pt x="230892" y="75545"/>
                </a:lnTo>
                <a:lnTo>
                  <a:pt x="230865" y="75986"/>
                </a:lnTo>
                <a:lnTo>
                  <a:pt x="230842" y="76425"/>
                </a:lnTo>
                <a:lnTo>
                  <a:pt x="230824" y="76862"/>
                </a:lnTo>
                <a:lnTo>
                  <a:pt x="230810" y="77297"/>
                </a:lnTo>
                <a:lnTo>
                  <a:pt x="230800" y="77731"/>
                </a:lnTo>
                <a:lnTo>
                  <a:pt x="230795" y="78163"/>
                </a:lnTo>
                <a:lnTo>
                  <a:pt x="230795" y="78593"/>
                </a:lnTo>
                <a:lnTo>
                  <a:pt x="230799" y="79022"/>
                </a:lnTo>
                <a:lnTo>
                  <a:pt x="230807" y="79449"/>
                </a:lnTo>
                <a:lnTo>
                  <a:pt x="230820" y="79874"/>
                </a:lnTo>
                <a:lnTo>
                  <a:pt x="230837" y="80297"/>
                </a:lnTo>
                <a:lnTo>
                  <a:pt x="230858" y="80718"/>
                </a:lnTo>
                <a:lnTo>
                  <a:pt x="230884" y="81138"/>
                </a:lnTo>
                <a:lnTo>
                  <a:pt x="230915" y="81556"/>
                </a:lnTo>
                <a:lnTo>
                  <a:pt x="230949" y="81973"/>
                </a:lnTo>
                <a:lnTo>
                  <a:pt x="230988" y="82387"/>
                </a:lnTo>
                <a:lnTo>
                  <a:pt x="231032" y="82800"/>
                </a:lnTo>
                <a:lnTo>
                  <a:pt x="231080" y="83211"/>
                </a:lnTo>
                <a:lnTo>
                  <a:pt x="231133" y="83619"/>
                </a:lnTo>
                <a:lnTo>
                  <a:pt x="231192" y="84024"/>
                </a:lnTo>
                <a:lnTo>
                  <a:pt x="231256" y="84424"/>
                </a:lnTo>
                <a:lnTo>
                  <a:pt x="231326" y="84821"/>
                </a:lnTo>
                <a:lnTo>
                  <a:pt x="231401" y="85214"/>
                </a:lnTo>
                <a:lnTo>
                  <a:pt x="231482" y="85603"/>
                </a:lnTo>
                <a:lnTo>
                  <a:pt x="231568" y="85988"/>
                </a:lnTo>
                <a:lnTo>
                  <a:pt x="231660" y="86370"/>
                </a:lnTo>
                <a:lnTo>
                  <a:pt x="231758" y="86747"/>
                </a:lnTo>
                <a:lnTo>
                  <a:pt x="231861" y="87121"/>
                </a:lnTo>
                <a:lnTo>
                  <a:pt x="231970" y="87491"/>
                </a:lnTo>
                <a:lnTo>
                  <a:pt x="232085" y="87857"/>
                </a:lnTo>
                <a:lnTo>
                  <a:pt x="232205" y="88219"/>
                </a:lnTo>
                <a:lnTo>
                  <a:pt x="232330" y="88578"/>
                </a:lnTo>
                <a:lnTo>
                  <a:pt x="232461" y="88932"/>
                </a:lnTo>
                <a:lnTo>
                  <a:pt x="232598" y="89283"/>
                </a:lnTo>
                <a:lnTo>
                  <a:pt x="232740" y="89630"/>
                </a:lnTo>
                <a:lnTo>
                  <a:pt x="232888" y="89973"/>
                </a:lnTo>
                <a:lnTo>
                  <a:pt x="233042" y="90312"/>
                </a:lnTo>
                <a:lnTo>
                  <a:pt x="233201" y="90648"/>
                </a:lnTo>
                <a:lnTo>
                  <a:pt x="233365" y="90979"/>
                </a:lnTo>
                <a:lnTo>
                  <a:pt x="233536" y="91307"/>
                </a:lnTo>
                <a:lnTo>
                  <a:pt x="233711" y="91631"/>
                </a:lnTo>
                <a:lnTo>
                  <a:pt x="233893" y="91951"/>
                </a:lnTo>
                <a:lnTo>
                  <a:pt x="234080" y="92266"/>
                </a:lnTo>
                <a:lnTo>
                  <a:pt x="234274" y="92576"/>
                </a:lnTo>
                <a:lnTo>
                  <a:pt x="234474" y="92880"/>
                </a:lnTo>
                <a:lnTo>
                  <a:pt x="234680" y="93179"/>
                </a:lnTo>
                <a:lnTo>
                  <a:pt x="234892" y="93473"/>
                </a:lnTo>
                <a:lnTo>
                  <a:pt x="235111" y="93761"/>
                </a:lnTo>
                <a:lnTo>
                  <a:pt x="235336" y="94044"/>
                </a:lnTo>
                <a:lnTo>
                  <a:pt x="235567" y="94321"/>
                </a:lnTo>
                <a:lnTo>
                  <a:pt x="235805" y="94592"/>
                </a:lnTo>
                <a:lnTo>
                  <a:pt x="236048" y="94859"/>
                </a:lnTo>
                <a:lnTo>
                  <a:pt x="236299" y="95119"/>
                </a:lnTo>
                <a:lnTo>
                  <a:pt x="236555" y="95375"/>
                </a:lnTo>
                <a:lnTo>
                  <a:pt x="236818" y="95624"/>
                </a:lnTo>
                <a:lnTo>
                  <a:pt x="237086" y="95869"/>
                </a:lnTo>
                <a:lnTo>
                  <a:pt x="237362" y="96108"/>
                </a:lnTo>
                <a:lnTo>
                  <a:pt x="237643" y="96341"/>
                </a:lnTo>
                <a:lnTo>
                  <a:pt x="237931" y="96569"/>
                </a:lnTo>
                <a:lnTo>
                  <a:pt x="238225" y="96791"/>
                </a:lnTo>
                <a:lnTo>
                  <a:pt x="238525" y="97008"/>
                </a:lnTo>
                <a:lnTo>
                  <a:pt x="238832" y="97220"/>
                </a:lnTo>
                <a:lnTo>
                  <a:pt x="239145" y="97426"/>
                </a:lnTo>
                <a:lnTo>
                  <a:pt x="239464" y="97627"/>
                </a:lnTo>
                <a:lnTo>
                  <a:pt x="239789" y="97822"/>
                </a:lnTo>
                <a:lnTo>
                  <a:pt x="240121" y="98011"/>
                </a:lnTo>
                <a:lnTo>
                  <a:pt x="240460" y="98195"/>
                </a:lnTo>
                <a:lnTo>
                  <a:pt x="240805" y="98370"/>
                </a:lnTo>
                <a:lnTo>
                  <a:pt x="241158" y="98538"/>
                </a:lnTo>
                <a:lnTo>
                  <a:pt x="241518" y="98699"/>
                </a:lnTo>
                <a:lnTo>
                  <a:pt x="241885" y="98852"/>
                </a:lnTo>
                <a:lnTo>
                  <a:pt x="242260" y="98997"/>
                </a:lnTo>
                <a:lnTo>
                  <a:pt x="242642" y="99135"/>
                </a:lnTo>
                <a:lnTo>
                  <a:pt x="243031" y="99265"/>
                </a:lnTo>
                <a:lnTo>
                  <a:pt x="243427" y="99388"/>
                </a:lnTo>
                <a:lnTo>
                  <a:pt x="243830" y="99503"/>
                </a:lnTo>
                <a:lnTo>
                  <a:pt x="244241" y="99611"/>
                </a:lnTo>
                <a:lnTo>
                  <a:pt x="244658" y="99711"/>
                </a:lnTo>
                <a:lnTo>
                  <a:pt x="245083" y="99803"/>
                </a:lnTo>
                <a:lnTo>
                  <a:pt x="245515" y="99888"/>
                </a:lnTo>
                <a:lnTo>
                  <a:pt x="245955" y="99966"/>
                </a:lnTo>
                <a:lnTo>
                  <a:pt x="246401" y="100035"/>
                </a:lnTo>
                <a:lnTo>
                  <a:pt x="246855" y="100098"/>
                </a:lnTo>
                <a:lnTo>
                  <a:pt x="247316" y="100152"/>
                </a:lnTo>
                <a:lnTo>
                  <a:pt x="247784" y="100200"/>
                </a:lnTo>
                <a:lnTo>
                  <a:pt x="248260" y="100239"/>
                </a:lnTo>
                <a:lnTo>
                  <a:pt x="248743" y="100271"/>
                </a:lnTo>
                <a:lnTo>
                  <a:pt x="249232" y="100296"/>
                </a:lnTo>
                <a:lnTo>
                  <a:pt x="249729" y="100313"/>
                </a:lnTo>
                <a:lnTo>
                  <a:pt x="250234" y="100322"/>
                </a:lnTo>
                <a:lnTo>
                  <a:pt x="250833" y="100329"/>
                </a:lnTo>
                <a:lnTo>
                  <a:pt x="251428" y="100326"/>
                </a:lnTo>
                <a:lnTo>
                  <a:pt x="252016" y="100315"/>
                </a:lnTo>
                <a:lnTo>
                  <a:pt x="252598" y="100295"/>
                </a:lnTo>
                <a:lnTo>
                  <a:pt x="253175" y="100266"/>
                </a:lnTo>
                <a:lnTo>
                  <a:pt x="253745" y="100228"/>
                </a:lnTo>
                <a:lnTo>
                  <a:pt x="254310" y="100181"/>
                </a:lnTo>
                <a:lnTo>
                  <a:pt x="254870" y="100125"/>
                </a:lnTo>
                <a:lnTo>
                  <a:pt x="255423" y="100060"/>
                </a:lnTo>
                <a:lnTo>
                  <a:pt x="255970" y="99986"/>
                </a:lnTo>
                <a:lnTo>
                  <a:pt x="256512" y="99903"/>
                </a:lnTo>
                <a:lnTo>
                  <a:pt x="257048" y="99811"/>
                </a:lnTo>
                <a:lnTo>
                  <a:pt x="257578" y="99711"/>
                </a:lnTo>
                <a:lnTo>
                  <a:pt x="258102" y="99601"/>
                </a:lnTo>
                <a:lnTo>
                  <a:pt x="258621" y="99482"/>
                </a:lnTo>
                <a:lnTo>
                  <a:pt x="259133" y="99355"/>
                </a:lnTo>
                <a:lnTo>
                  <a:pt x="259640" y="99218"/>
                </a:lnTo>
                <a:lnTo>
                  <a:pt x="260141" y="99073"/>
                </a:lnTo>
                <a:lnTo>
                  <a:pt x="260636" y="98918"/>
                </a:lnTo>
                <a:lnTo>
                  <a:pt x="261126" y="98755"/>
                </a:lnTo>
                <a:lnTo>
                  <a:pt x="261609" y="98582"/>
                </a:lnTo>
                <a:lnTo>
                  <a:pt x="262087" y="98401"/>
                </a:lnTo>
                <a:lnTo>
                  <a:pt x="262559" y="98211"/>
                </a:lnTo>
                <a:lnTo>
                  <a:pt x="263025" y="98011"/>
                </a:lnTo>
                <a:lnTo>
                  <a:pt x="263485" y="97804"/>
                </a:lnTo>
                <a:lnTo>
                  <a:pt x="263940" y="97591"/>
                </a:lnTo>
                <a:lnTo>
                  <a:pt x="264390" y="97370"/>
                </a:lnTo>
                <a:lnTo>
                  <a:pt x="264833" y="97143"/>
                </a:lnTo>
                <a:lnTo>
                  <a:pt x="265271" y="96909"/>
                </a:lnTo>
                <a:lnTo>
                  <a:pt x="265704" y="96668"/>
                </a:lnTo>
                <a:lnTo>
                  <a:pt x="266131" y="96420"/>
                </a:lnTo>
                <a:lnTo>
                  <a:pt x="266552" y="96166"/>
                </a:lnTo>
                <a:lnTo>
                  <a:pt x="266968" y="95905"/>
                </a:lnTo>
                <a:lnTo>
                  <a:pt x="267378" y="95637"/>
                </a:lnTo>
                <a:lnTo>
                  <a:pt x="267783" y="95363"/>
                </a:lnTo>
                <a:lnTo>
                  <a:pt x="268182" y="95082"/>
                </a:lnTo>
                <a:lnTo>
                  <a:pt x="268575" y="94794"/>
                </a:lnTo>
                <a:lnTo>
                  <a:pt x="268963" y="94499"/>
                </a:lnTo>
                <a:lnTo>
                  <a:pt x="269345" y="94197"/>
                </a:lnTo>
                <a:lnTo>
                  <a:pt x="269722" y="93889"/>
                </a:lnTo>
                <a:lnTo>
                  <a:pt x="270093" y="93574"/>
                </a:lnTo>
                <a:lnTo>
                  <a:pt x="270459" y="93252"/>
                </a:lnTo>
                <a:lnTo>
                  <a:pt x="270819" y="92924"/>
                </a:lnTo>
                <a:lnTo>
                  <a:pt x="271173" y="92589"/>
                </a:lnTo>
                <a:lnTo>
                  <a:pt x="271522" y="92247"/>
                </a:lnTo>
                <a:lnTo>
                  <a:pt x="271865" y="91898"/>
                </a:lnTo>
                <a:lnTo>
                  <a:pt x="272203" y="91543"/>
                </a:lnTo>
                <a:lnTo>
                  <a:pt x="272535" y="91180"/>
                </a:lnTo>
                <a:lnTo>
                  <a:pt x="272862" y="90813"/>
                </a:lnTo>
                <a:lnTo>
                  <a:pt x="273183" y="90440"/>
                </a:lnTo>
                <a:lnTo>
                  <a:pt x="273499" y="90062"/>
                </a:lnTo>
                <a:lnTo>
                  <a:pt x="273540" y="90012"/>
                </a:lnTo>
                <a:lnTo>
                  <a:pt x="272133" y="98983"/>
                </a:lnTo>
                <a:lnTo>
                  <a:pt x="279768" y="98983"/>
                </a:lnTo>
                <a:lnTo>
                  <a:pt x="292291" y="26520"/>
                </a:lnTo>
                <a:lnTo>
                  <a:pt x="284322" y="26520"/>
                </a:lnTo>
                <a:lnTo>
                  <a:pt x="275470" y="78072"/>
                </a:lnTo>
                <a:close/>
                <a:moveTo>
                  <a:pt x="550735" y="6475"/>
                </a:moveTo>
                <a:lnTo>
                  <a:pt x="550755" y="6651"/>
                </a:lnTo>
                <a:lnTo>
                  <a:pt x="550780" y="6824"/>
                </a:lnTo>
                <a:lnTo>
                  <a:pt x="550810" y="6995"/>
                </a:lnTo>
                <a:lnTo>
                  <a:pt x="550847" y="7163"/>
                </a:lnTo>
                <a:lnTo>
                  <a:pt x="550889" y="7328"/>
                </a:lnTo>
                <a:lnTo>
                  <a:pt x="550936" y="7491"/>
                </a:lnTo>
                <a:lnTo>
                  <a:pt x="550989" y="7651"/>
                </a:lnTo>
                <a:lnTo>
                  <a:pt x="551048" y="7809"/>
                </a:lnTo>
                <a:lnTo>
                  <a:pt x="551112" y="7964"/>
                </a:lnTo>
                <a:lnTo>
                  <a:pt x="551182" y="8117"/>
                </a:lnTo>
                <a:lnTo>
                  <a:pt x="551257" y="8267"/>
                </a:lnTo>
                <a:lnTo>
                  <a:pt x="551338" y="8415"/>
                </a:lnTo>
                <a:lnTo>
                  <a:pt x="551424" y="8560"/>
                </a:lnTo>
                <a:lnTo>
                  <a:pt x="551516" y="8702"/>
                </a:lnTo>
                <a:lnTo>
                  <a:pt x="551614" y="8842"/>
                </a:lnTo>
                <a:lnTo>
                  <a:pt x="551717" y="8979"/>
                </a:lnTo>
                <a:lnTo>
                  <a:pt x="551826" y="9114"/>
                </a:lnTo>
                <a:lnTo>
                  <a:pt x="551941" y="9246"/>
                </a:lnTo>
                <a:lnTo>
                  <a:pt x="552061" y="9376"/>
                </a:lnTo>
                <a:lnTo>
                  <a:pt x="552185" y="9501"/>
                </a:lnTo>
                <a:lnTo>
                  <a:pt x="552312" y="9621"/>
                </a:lnTo>
                <a:lnTo>
                  <a:pt x="552441" y="9736"/>
                </a:lnTo>
                <a:lnTo>
                  <a:pt x="552574" y="9845"/>
                </a:lnTo>
                <a:lnTo>
                  <a:pt x="552709" y="9948"/>
                </a:lnTo>
                <a:lnTo>
                  <a:pt x="552847" y="10046"/>
                </a:lnTo>
                <a:lnTo>
                  <a:pt x="552988" y="10138"/>
                </a:lnTo>
                <a:lnTo>
                  <a:pt x="553132" y="10224"/>
                </a:lnTo>
                <a:lnTo>
                  <a:pt x="553279" y="10305"/>
                </a:lnTo>
                <a:lnTo>
                  <a:pt x="553428" y="10380"/>
                </a:lnTo>
                <a:lnTo>
                  <a:pt x="553580" y="10450"/>
                </a:lnTo>
                <a:lnTo>
                  <a:pt x="553735" y="10514"/>
                </a:lnTo>
                <a:lnTo>
                  <a:pt x="553892" y="10573"/>
                </a:lnTo>
                <a:lnTo>
                  <a:pt x="554053" y="10626"/>
                </a:lnTo>
                <a:lnTo>
                  <a:pt x="554216" y="10673"/>
                </a:lnTo>
                <a:lnTo>
                  <a:pt x="554382" y="10715"/>
                </a:lnTo>
                <a:lnTo>
                  <a:pt x="554551" y="10752"/>
                </a:lnTo>
                <a:lnTo>
                  <a:pt x="554723" y="10782"/>
                </a:lnTo>
                <a:lnTo>
                  <a:pt x="554897" y="10807"/>
                </a:lnTo>
                <a:lnTo>
                  <a:pt x="555074" y="10827"/>
                </a:lnTo>
                <a:lnTo>
                  <a:pt x="555254" y="10841"/>
                </a:lnTo>
                <a:lnTo>
                  <a:pt x="555437" y="10849"/>
                </a:lnTo>
                <a:lnTo>
                  <a:pt x="555623" y="10852"/>
                </a:lnTo>
                <a:lnTo>
                  <a:pt x="555811" y="10849"/>
                </a:lnTo>
                <a:lnTo>
                  <a:pt x="556000" y="10847"/>
                </a:lnTo>
                <a:lnTo>
                  <a:pt x="556186" y="10838"/>
                </a:lnTo>
                <a:lnTo>
                  <a:pt x="556370" y="10825"/>
                </a:lnTo>
                <a:lnTo>
                  <a:pt x="556552" y="10806"/>
                </a:lnTo>
                <a:lnTo>
                  <a:pt x="556732" y="10781"/>
                </a:lnTo>
                <a:lnTo>
                  <a:pt x="556910" y="10751"/>
                </a:lnTo>
                <a:lnTo>
                  <a:pt x="557085" y="10715"/>
                </a:lnTo>
                <a:lnTo>
                  <a:pt x="557258" y="10674"/>
                </a:lnTo>
                <a:lnTo>
                  <a:pt x="557429" y="10628"/>
                </a:lnTo>
                <a:lnTo>
                  <a:pt x="557598" y="10576"/>
                </a:lnTo>
                <a:lnTo>
                  <a:pt x="557764" y="10519"/>
                </a:lnTo>
                <a:lnTo>
                  <a:pt x="557929" y="10456"/>
                </a:lnTo>
                <a:lnTo>
                  <a:pt x="558091" y="10387"/>
                </a:lnTo>
                <a:lnTo>
                  <a:pt x="558251" y="10314"/>
                </a:lnTo>
                <a:lnTo>
                  <a:pt x="558409" y="10234"/>
                </a:lnTo>
                <a:lnTo>
                  <a:pt x="558564" y="10150"/>
                </a:lnTo>
                <a:lnTo>
                  <a:pt x="558717" y="10060"/>
                </a:lnTo>
                <a:lnTo>
                  <a:pt x="558869" y="9964"/>
                </a:lnTo>
                <a:lnTo>
                  <a:pt x="559017" y="9863"/>
                </a:lnTo>
                <a:lnTo>
                  <a:pt x="559164" y="9756"/>
                </a:lnTo>
                <a:lnTo>
                  <a:pt x="559309" y="9644"/>
                </a:lnTo>
                <a:lnTo>
                  <a:pt x="559451" y="9527"/>
                </a:lnTo>
                <a:lnTo>
                  <a:pt x="559591" y="9404"/>
                </a:lnTo>
                <a:lnTo>
                  <a:pt x="559729" y="9275"/>
                </a:lnTo>
                <a:lnTo>
                  <a:pt x="559863" y="9143"/>
                </a:lnTo>
                <a:lnTo>
                  <a:pt x="559992" y="9009"/>
                </a:lnTo>
                <a:lnTo>
                  <a:pt x="560115" y="8872"/>
                </a:lnTo>
                <a:lnTo>
                  <a:pt x="560234" y="8733"/>
                </a:lnTo>
                <a:lnTo>
                  <a:pt x="560347" y="8592"/>
                </a:lnTo>
                <a:lnTo>
                  <a:pt x="560455" y="8449"/>
                </a:lnTo>
                <a:lnTo>
                  <a:pt x="560558" y="8303"/>
                </a:lnTo>
                <a:lnTo>
                  <a:pt x="560655" y="8156"/>
                </a:lnTo>
                <a:lnTo>
                  <a:pt x="560747" y="8006"/>
                </a:lnTo>
                <a:lnTo>
                  <a:pt x="560834" y="7853"/>
                </a:lnTo>
                <a:lnTo>
                  <a:pt x="560916" y="7699"/>
                </a:lnTo>
                <a:lnTo>
                  <a:pt x="560993" y="7543"/>
                </a:lnTo>
                <a:lnTo>
                  <a:pt x="561064" y="7384"/>
                </a:lnTo>
                <a:lnTo>
                  <a:pt x="561130" y="7223"/>
                </a:lnTo>
                <a:lnTo>
                  <a:pt x="561191" y="7060"/>
                </a:lnTo>
                <a:lnTo>
                  <a:pt x="561247" y="6894"/>
                </a:lnTo>
                <a:lnTo>
                  <a:pt x="561297" y="6727"/>
                </a:lnTo>
                <a:lnTo>
                  <a:pt x="561342" y="6557"/>
                </a:lnTo>
                <a:lnTo>
                  <a:pt x="561382" y="6385"/>
                </a:lnTo>
                <a:lnTo>
                  <a:pt x="561417" y="6211"/>
                </a:lnTo>
                <a:lnTo>
                  <a:pt x="561446" y="6034"/>
                </a:lnTo>
                <a:lnTo>
                  <a:pt x="561471" y="5856"/>
                </a:lnTo>
                <a:lnTo>
                  <a:pt x="561490" y="5675"/>
                </a:lnTo>
                <a:lnTo>
                  <a:pt x="561503" y="5492"/>
                </a:lnTo>
                <a:lnTo>
                  <a:pt x="561512" y="5303"/>
                </a:lnTo>
                <a:lnTo>
                  <a:pt x="561514" y="5117"/>
                </a:lnTo>
                <a:lnTo>
                  <a:pt x="561511" y="4933"/>
                </a:lnTo>
                <a:lnTo>
                  <a:pt x="561502" y="4751"/>
                </a:lnTo>
                <a:lnTo>
                  <a:pt x="561488" y="4572"/>
                </a:lnTo>
                <a:lnTo>
                  <a:pt x="561468" y="4395"/>
                </a:lnTo>
                <a:lnTo>
                  <a:pt x="561442" y="4220"/>
                </a:lnTo>
                <a:lnTo>
                  <a:pt x="561410" y="4048"/>
                </a:lnTo>
                <a:lnTo>
                  <a:pt x="561373" y="3878"/>
                </a:lnTo>
                <a:lnTo>
                  <a:pt x="561330" y="3710"/>
                </a:lnTo>
                <a:lnTo>
                  <a:pt x="561282" y="3545"/>
                </a:lnTo>
                <a:lnTo>
                  <a:pt x="561227" y="3382"/>
                </a:lnTo>
                <a:lnTo>
                  <a:pt x="561167" y="3221"/>
                </a:lnTo>
                <a:lnTo>
                  <a:pt x="561101" y="3063"/>
                </a:lnTo>
                <a:lnTo>
                  <a:pt x="561030" y="2907"/>
                </a:lnTo>
                <a:lnTo>
                  <a:pt x="560953" y="2753"/>
                </a:lnTo>
                <a:lnTo>
                  <a:pt x="560870" y="2602"/>
                </a:lnTo>
                <a:lnTo>
                  <a:pt x="560781" y="2453"/>
                </a:lnTo>
                <a:lnTo>
                  <a:pt x="560687" y="2306"/>
                </a:lnTo>
                <a:lnTo>
                  <a:pt x="560587" y="2162"/>
                </a:lnTo>
                <a:lnTo>
                  <a:pt x="560482" y="2020"/>
                </a:lnTo>
                <a:lnTo>
                  <a:pt x="560370" y="1880"/>
                </a:lnTo>
                <a:lnTo>
                  <a:pt x="560253" y="1742"/>
                </a:lnTo>
                <a:lnTo>
                  <a:pt x="560131" y="1607"/>
                </a:lnTo>
                <a:lnTo>
                  <a:pt x="560003" y="1476"/>
                </a:lnTo>
                <a:lnTo>
                  <a:pt x="559874" y="1351"/>
                </a:lnTo>
                <a:lnTo>
                  <a:pt x="559741" y="1231"/>
                </a:lnTo>
                <a:lnTo>
                  <a:pt x="559605" y="1116"/>
                </a:lnTo>
                <a:lnTo>
                  <a:pt x="559466" y="1007"/>
                </a:lnTo>
                <a:lnTo>
                  <a:pt x="559325" y="904"/>
                </a:lnTo>
                <a:lnTo>
                  <a:pt x="559180" y="806"/>
                </a:lnTo>
                <a:lnTo>
                  <a:pt x="559033" y="714"/>
                </a:lnTo>
                <a:lnTo>
                  <a:pt x="558883" y="628"/>
                </a:lnTo>
                <a:lnTo>
                  <a:pt x="558729" y="547"/>
                </a:lnTo>
                <a:lnTo>
                  <a:pt x="558573" y="472"/>
                </a:lnTo>
                <a:lnTo>
                  <a:pt x="558414" y="402"/>
                </a:lnTo>
                <a:lnTo>
                  <a:pt x="558252" y="338"/>
                </a:lnTo>
                <a:lnTo>
                  <a:pt x="558088" y="279"/>
                </a:lnTo>
                <a:lnTo>
                  <a:pt x="557920" y="226"/>
                </a:lnTo>
                <a:lnTo>
                  <a:pt x="557749" y="179"/>
                </a:lnTo>
                <a:lnTo>
                  <a:pt x="557576" y="137"/>
                </a:lnTo>
                <a:lnTo>
                  <a:pt x="557399" y="100"/>
                </a:lnTo>
                <a:lnTo>
                  <a:pt x="557220" y="70"/>
                </a:lnTo>
                <a:lnTo>
                  <a:pt x="557038" y="45"/>
                </a:lnTo>
                <a:lnTo>
                  <a:pt x="556853" y="25"/>
                </a:lnTo>
                <a:lnTo>
                  <a:pt x="556665" y="11"/>
                </a:lnTo>
                <a:lnTo>
                  <a:pt x="556474" y="3"/>
                </a:lnTo>
                <a:lnTo>
                  <a:pt x="556280" y="0"/>
                </a:lnTo>
                <a:lnTo>
                  <a:pt x="556091" y="8"/>
                </a:lnTo>
                <a:lnTo>
                  <a:pt x="555905" y="22"/>
                </a:lnTo>
                <a:lnTo>
                  <a:pt x="555721" y="41"/>
                </a:lnTo>
                <a:lnTo>
                  <a:pt x="555539" y="65"/>
                </a:lnTo>
                <a:lnTo>
                  <a:pt x="555360" y="95"/>
                </a:lnTo>
                <a:lnTo>
                  <a:pt x="555183" y="130"/>
                </a:lnTo>
                <a:lnTo>
                  <a:pt x="555008" y="170"/>
                </a:lnTo>
                <a:lnTo>
                  <a:pt x="554836" y="216"/>
                </a:lnTo>
                <a:lnTo>
                  <a:pt x="554666" y="267"/>
                </a:lnTo>
                <a:lnTo>
                  <a:pt x="554498" y="323"/>
                </a:lnTo>
                <a:lnTo>
                  <a:pt x="554333" y="385"/>
                </a:lnTo>
                <a:lnTo>
                  <a:pt x="554170" y="452"/>
                </a:lnTo>
                <a:lnTo>
                  <a:pt x="554009" y="524"/>
                </a:lnTo>
                <a:lnTo>
                  <a:pt x="553851" y="602"/>
                </a:lnTo>
                <a:lnTo>
                  <a:pt x="553695" y="685"/>
                </a:lnTo>
                <a:lnTo>
                  <a:pt x="553541" y="774"/>
                </a:lnTo>
                <a:lnTo>
                  <a:pt x="553390" y="868"/>
                </a:lnTo>
                <a:lnTo>
                  <a:pt x="553241" y="967"/>
                </a:lnTo>
                <a:lnTo>
                  <a:pt x="553094" y="1071"/>
                </a:lnTo>
                <a:lnTo>
                  <a:pt x="552950" y="1181"/>
                </a:lnTo>
                <a:lnTo>
                  <a:pt x="552808" y="1297"/>
                </a:lnTo>
                <a:lnTo>
                  <a:pt x="552668" y="1417"/>
                </a:lnTo>
                <a:lnTo>
                  <a:pt x="552531" y="1543"/>
                </a:lnTo>
                <a:lnTo>
                  <a:pt x="552395" y="1674"/>
                </a:lnTo>
                <a:lnTo>
                  <a:pt x="552264" y="1809"/>
                </a:lnTo>
                <a:lnTo>
                  <a:pt x="552138" y="1947"/>
                </a:lnTo>
                <a:lnTo>
                  <a:pt x="552018" y="2087"/>
                </a:lnTo>
                <a:lnTo>
                  <a:pt x="551902" y="2229"/>
                </a:lnTo>
                <a:lnTo>
                  <a:pt x="551793" y="2373"/>
                </a:lnTo>
                <a:lnTo>
                  <a:pt x="551688" y="2520"/>
                </a:lnTo>
                <a:lnTo>
                  <a:pt x="551589" y="2669"/>
                </a:lnTo>
                <a:lnTo>
                  <a:pt x="551495" y="2820"/>
                </a:lnTo>
                <a:lnTo>
                  <a:pt x="551407" y="2974"/>
                </a:lnTo>
                <a:lnTo>
                  <a:pt x="551323" y="3130"/>
                </a:lnTo>
                <a:lnTo>
                  <a:pt x="551246" y="3288"/>
                </a:lnTo>
                <a:lnTo>
                  <a:pt x="551173" y="3449"/>
                </a:lnTo>
                <a:lnTo>
                  <a:pt x="551106" y="3612"/>
                </a:lnTo>
                <a:lnTo>
                  <a:pt x="551044" y="3777"/>
                </a:lnTo>
                <a:lnTo>
                  <a:pt x="550988" y="3945"/>
                </a:lnTo>
                <a:lnTo>
                  <a:pt x="550937" y="4115"/>
                </a:lnTo>
                <a:lnTo>
                  <a:pt x="550891" y="4287"/>
                </a:lnTo>
                <a:lnTo>
                  <a:pt x="550851" y="4462"/>
                </a:lnTo>
                <a:lnTo>
                  <a:pt x="550816" y="4639"/>
                </a:lnTo>
                <a:lnTo>
                  <a:pt x="550786" y="4818"/>
                </a:lnTo>
                <a:lnTo>
                  <a:pt x="550762" y="5000"/>
                </a:lnTo>
                <a:lnTo>
                  <a:pt x="550743" y="5184"/>
                </a:lnTo>
                <a:lnTo>
                  <a:pt x="550729" y="5370"/>
                </a:lnTo>
                <a:lnTo>
                  <a:pt x="550721" y="5559"/>
                </a:lnTo>
                <a:lnTo>
                  <a:pt x="550713" y="5747"/>
                </a:lnTo>
                <a:lnTo>
                  <a:pt x="550710" y="5933"/>
                </a:lnTo>
                <a:lnTo>
                  <a:pt x="550713" y="6116"/>
                </a:lnTo>
                <a:lnTo>
                  <a:pt x="550721" y="6297"/>
                </a:lnTo>
                <a:lnTo>
                  <a:pt x="550735" y="6475"/>
                </a:lnTo>
                <a:close/>
                <a:moveTo>
                  <a:pt x="495938" y="26520"/>
                </a:moveTo>
                <a:lnTo>
                  <a:pt x="494799" y="33083"/>
                </a:lnTo>
                <a:lnTo>
                  <a:pt x="507807" y="33083"/>
                </a:lnTo>
                <a:lnTo>
                  <a:pt x="499621" y="81355"/>
                </a:lnTo>
                <a:lnTo>
                  <a:pt x="499568" y="81761"/>
                </a:lnTo>
                <a:lnTo>
                  <a:pt x="499520" y="82166"/>
                </a:lnTo>
                <a:lnTo>
                  <a:pt x="499478" y="82568"/>
                </a:lnTo>
                <a:lnTo>
                  <a:pt x="499441" y="82969"/>
                </a:lnTo>
                <a:lnTo>
                  <a:pt x="499409" y="83367"/>
                </a:lnTo>
                <a:lnTo>
                  <a:pt x="499382" y="83763"/>
                </a:lnTo>
                <a:lnTo>
                  <a:pt x="499361" y="84158"/>
                </a:lnTo>
                <a:lnTo>
                  <a:pt x="499346" y="84550"/>
                </a:lnTo>
                <a:lnTo>
                  <a:pt x="499335" y="84940"/>
                </a:lnTo>
                <a:lnTo>
                  <a:pt x="499330" y="85328"/>
                </a:lnTo>
                <a:lnTo>
                  <a:pt x="499331" y="85713"/>
                </a:lnTo>
                <a:lnTo>
                  <a:pt x="499336" y="86097"/>
                </a:lnTo>
                <a:lnTo>
                  <a:pt x="499347" y="86479"/>
                </a:lnTo>
                <a:lnTo>
                  <a:pt x="499364" y="86858"/>
                </a:lnTo>
                <a:lnTo>
                  <a:pt x="499386" y="87236"/>
                </a:lnTo>
                <a:lnTo>
                  <a:pt x="499413" y="87611"/>
                </a:lnTo>
                <a:lnTo>
                  <a:pt x="499445" y="87984"/>
                </a:lnTo>
                <a:lnTo>
                  <a:pt x="499483" y="88355"/>
                </a:lnTo>
                <a:lnTo>
                  <a:pt x="499526" y="88724"/>
                </a:lnTo>
                <a:lnTo>
                  <a:pt x="499575" y="89091"/>
                </a:lnTo>
                <a:lnTo>
                  <a:pt x="499628" y="89456"/>
                </a:lnTo>
                <a:lnTo>
                  <a:pt x="499688" y="89819"/>
                </a:lnTo>
                <a:lnTo>
                  <a:pt x="499752" y="90179"/>
                </a:lnTo>
                <a:lnTo>
                  <a:pt x="499822" y="90538"/>
                </a:lnTo>
                <a:lnTo>
                  <a:pt x="499898" y="90893"/>
                </a:lnTo>
                <a:lnTo>
                  <a:pt x="499981" y="91242"/>
                </a:lnTo>
                <a:lnTo>
                  <a:pt x="500072" y="91585"/>
                </a:lnTo>
                <a:lnTo>
                  <a:pt x="500169" y="91924"/>
                </a:lnTo>
                <a:lnTo>
                  <a:pt x="500273" y="92256"/>
                </a:lnTo>
                <a:lnTo>
                  <a:pt x="500385" y="92584"/>
                </a:lnTo>
                <a:lnTo>
                  <a:pt x="500504" y="92906"/>
                </a:lnTo>
                <a:lnTo>
                  <a:pt x="500629" y="93222"/>
                </a:lnTo>
                <a:lnTo>
                  <a:pt x="500762" y="93533"/>
                </a:lnTo>
                <a:lnTo>
                  <a:pt x="500902" y="93838"/>
                </a:lnTo>
                <a:lnTo>
                  <a:pt x="501049" y="94138"/>
                </a:lnTo>
                <a:lnTo>
                  <a:pt x="501203" y="94433"/>
                </a:lnTo>
                <a:lnTo>
                  <a:pt x="501364" y="94722"/>
                </a:lnTo>
                <a:lnTo>
                  <a:pt x="501533" y="95005"/>
                </a:lnTo>
                <a:lnTo>
                  <a:pt x="501708" y="95283"/>
                </a:lnTo>
                <a:lnTo>
                  <a:pt x="501891" y="95556"/>
                </a:lnTo>
                <a:lnTo>
                  <a:pt x="502080" y="95823"/>
                </a:lnTo>
                <a:lnTo>
                  <a:pt x="502277" y="96085"/>
                </a:lnTo>
                <a:lnTo>
                  <a:pt x="502481" y="96341"/>
                </a:lnTo>
                <a:lnTo>
                  <a:pt x="502691" y="96592"/>
                </a:lnTo>
                <a:lnTo>
                  <a:pt x="502909" y="96837"/>
                </a:lnTo>
                <a:lnTo>
                  <a:pt x="503134" y="97077"/>
                </a:lnTo>
                <a:lnTo>
                  <a:pt x="503367" y="97312"/>
                </a:lnTo>
                <a:lnTo>
                  <a:pt x="503606" y="97541"/>
                </a:lnTo>
                <a:lnTo>
                  <a:pt x="503853" y="97762"/>
                </a:lnTo>
                <a:lnTo>
                  <a:pt x="504110" y="97975"/>
                </a:lnTo>
                <a:lnTo>
                  <a:pt x="504377" y="98178"/>
                </a:lnTo>
                <a:lnTo>
                  <a:pt x="504652" y="98372"/>
                </a:lnTo>
                <a:lnTo>
                  <a:pt x="504937" y="98557"/>
                </a:lnTo>
                <a:lnTo>
                  <a:pt x="505232" y="98732"/>
                </a:lnTo>
                <a:lnTo>
                  <a:pt x="505536" y="98899"/>
                </a:lnTo>
                <a:lnTo>
                  <a:pt x="505849" y="99056"/>
                </a:lnTo>
                <a:lnTo>
                  <a:pt x="506172" y="99204"/>
                </a:lnTo>
                <a:lnTo>
                  <a:pt x="506504" y="99343"/>
                </a:lnTo>
                <a:lnTo>
                  <a:pt x="506846" y="99473"/>
                </a:lnTo>
                <a:lnTo>
                  <a:pt x="507197" y="99593"/>
                </a:lnTo>
                <a:lnTo>
                  <a:pt x="507558" y="99704"/>
                </a:lnTo>
                <a:lnTo>
                  <a:pt x="507928" y="99807"/>
                </a:lnTo>
                <a:lnTo>
                  <a:pt x="508307" y="99899"/>
                </a:lnTo>
                <a:lnTo>
                  <a:pt x="508696" y="99983"/>
                </a:lnTo>
                <a:lnTo>
                  <a:pt x="509094" y="100058"/>
                </a:lnTo>
                <a:lnTo>
                  <a:pt x="509501" y="100123"/>
                </a:lnTo>
                <a:lnTo>
                  <a:pt x="509918" y="100179"/>
                </a:lnTo>
                <a:lnTo>
                  <a:pt x="510345" y="100226"/>
                </a:lnTo>
                <a:lnTo>
                  <a:pt x="510781" y="100264"/>
                </a:lnTo>
                <a:lnTo>
                  <a:pt x="511226" y="100292"/>
                </a:lnTo>
                <a:lnTo>
                  <a:pt x="511680" y="100312"/>
                </a:lnTo>
                <a:lnTo>
                  <a:pt x="512145" y="100322"/>
                </a:lnTo>
                <a:lnTo>
                  <a:pt x="512312" y="100322"/>
                </a:lnTo>
                <a:lnTo>
                  <a:pt x="512480" y="100320"/>
                </a:lnTo>
                <a:lnTo>
                  <a:pt x="512647" y="100318"/>
                </a:lnTo>
                <a:lnTo>
                  <a:pt x="512815" y="100315"/>
                </a:lnTo>
                <a:lnTo>
                  <a:pt x="512983" y="100312"/>
                </a:lnTo>
                <a:lnTo>
                  <a:pt x="513151" y="100307"/>
                </a:lnTo>
                <a:lnTo>
                  <a:pt x="513319" y="100302"/>
                </a:lnTo>
                <a:lnTo>
                  <a:pt x="513488" y="100296"/>
                </a:lnTo>
                <a:lnTo>
                  <a:pt x="513656" y="100289"/>
                </a:lnTo>
                <a:lnTo>
                  <a:pt x="513825" y="100281"/>
                </a:lnTo>
                <a:lnTo>
                  <a:pt x="513993" y="100273"/>
                </a:lnTo>
                <a:lnTo>
                  <a:pt x="514162" y="100263"/>
                </a:lnTo>
                <a:lnTo>
                  <a:pt x="514331" y="100253"/>
                </a:lnTo>
                <a:lnTo>
                  <a:pt x="514500" y="100242"/>
                </a:lnTo>
                <a:lnTo>
                  <a:pt x="514669" y="100230"/>
                </a:lnTo>
                <a:lnTo>
                  <a:pt x="514838" y="100218"/>
                </a:lnTo>
                <a:lnTo>
                  <a:pt x="515008" y="100204"/>
                </a:lnTo>
                <a:lnTo>
                  <a:pt x="515177" y="100190"/>
                </a:lnTo>
                <a:lnTo>
                  <a:pt x="515347" y="100175"/>
                </a:lnTo>
                <a:lnTo>
                  <a:pt x="515516" y="100159"/>
                </a:lnTo>
                <a:lnTo>
                  <a:pt x="515686" y="100143"/>
                </a:lnTo>
                <a:lnTo>
                  <a:pt x="515856" y="100125"/>
                </a:lnTo>
                <a:lnTo>
                  <a:pt x="516026" y="100107"/>
                </a:lnTo>
                <a:lnTo>
                  <a:pt x="516196" y="100088"/>
                </a:lnTo>
                <a:lnTo>
                  <a:pt x="516366" y="100068"/>
                </a:lnTo>
                <a:lnTo>
                  <a:pt x="516536" y="100046"/>
                </a:lnTo>
                <a:lnTo>
                  <a:pt x="516705" y="100024"/>
                </a:lnTo>
                <a:lnTo>
                  <a:pt x="516874" y="100001"/>
                </a:lnTo>
                <a:lnTo>
                  <a:pt x="517043" y="99977"/>
                </a:lnTo>
                <a:lnTo>
                  <a:pt x="517211" y="99952"/>
                </a:lnTo>
                <a:lnTo>
                  <a:pt x="517379" y="99925"/>
                </a:lnTo>
                <a:lnTo>
                  <a:pt x="517547" y="99898"/>
                </a:lnTo>
                <a:lnTo>
                  <a:pt x="517714" y="99869"/>
                </a:lnTo>
                <a:lnTo>
                  <a:pt x="517881" y="99840"/>
                </a:lnTo>
                <a:lnTo>
                  <a:pt x="518048" y="99809"/>
                </a:lnTo>
                <a:lnTo>
                  <a:pt x="518214" y="99778"/>
                </a:lnTo>
                <a:lnTo>
                  <a:pt x="518380" y="99745"/>
                </a:lnTo>
                <a:lnTo>
                  <a:pt x="518545" y="99712"/>
                </a:lnTo>
                <a:lnTo>
                  <a:pt x="518710" y="99677"/>
                </a:lnTo>
                <a:lnTo>
                  <a:pt x="518875" y="99641"/>
                </a:lnTo>
                <a:lnTo>
                  <a:pt x="519040" y="99604"/>
                </a:lnTo>
                <a:lnTo>
                  <a:pt x="519204" y="99566"/>
                </a:lnTo>
                <a:lnTo>
                  <a:pt x="519367" y="99528"/>
                </a:lnTo>
                <a:lnTo>
                  <a:pt x="519531" y="99488"/>
                </a:lnTo>
                <a:lnTo>
                  <a:pt x="519694" y="99447"/>
                </a:lnTo>
                <a:lnTo>
                  <a:pt x="519857" y="99405"/>
                </a:lnTo>
                <a:lnTo>
                  <a:pt x="520019" y="99362"/>
                </a:lnTo>
                <a:lnTo>
                  <a:pt x="520181" y="99317"/>
                </a:lnTo>
                <a:lnTo>
                  <a:pt x="520583" y="92553"/>
                </a:lnTo>
                <a:lnTo>
                  <a:pt x="520443" y="92570"/>
                </a:lnTo>
                <a:lnTo>
                  <a:pt x="520304" y="92587"/>
                </a:lnTo>
                <a:lnTo>
                  <a:pt x="520165" y="92604"/>
                </a:lnTo>
                <a:lnTo>
                  <a:pt x="520027" y="92620"/>
                </a:lnTo>
                <a:lnTo>
                  <a:pt x="519888" y="92637"/>
                </a:lnTo>
                <a:lnTo>
                  <a:pt x="519750" y="92654"/>
                </a:lnTo>
                <a:lnTo>
                  <a:pt x="519612" y="92671"/>
                </a:lnTo>
                <a:lnTo>
                  <a:pt x="519474" y="92687"/>
                </a:lnTo>
                <a:lnTo>
                  <a:pt x="519337" y="92704"/>
                </a:lnTo>
                <a:lnTo>
                  <a:pt x="519199" y="92721"/>
                </a:lnTo>
                <a:lnTo>
                  <a:pt x="519062" y="92738"/>
                </a:lnTo>
                <a:lnTo>
                  <a:pt x="518925" y="92754"/>
                </a:lnTo>
                <a:lnTo>
                  <a:pt x="518789" y="92771"/>
                </a:lnTo>
                <a:lnTo>
                  <a:pt x="518652" y="92788"/>
                </a:lnTo>
                <a:lnTo>
                  <a:pt x="518516" y="92805"/>
                </a:lnTo>
                <a:lnTo>
                  <a:pt x="518380" y="92821"/>
                </a:lnTo>
                <a:lnTo>
                  <a:pt x="518245" y="92838"/>
                </a:lnTo>
                <a:lnTo>
                  <a:pt x="518109" y="92855"/>
                </a:lnTo>
                <a:lnTo>
                  <a:pt x="517974" y="92871"/>
                </a:lnTo>
                <a:lnTo>
                  <a:pt x="517839" y="92888"/>
                </a:lnTo>
                <a:lnTo>
                  <a:pt x="517704" y="92905"/>
                </a:lnTo>
                <a:lnTo>
                  <a:pt x="517570" y="92922"/>
                </a:lnTo>
                <a:lnTo>
                  <a:pt x="517435" y="92938"/>
                </a:lnTo>
                <a:lnTo>
                  <a:pt x="517301" y="92955"/>
                </a:lnTo>
                <a:lnTo>
                  <a:pt x="517167" y="92972"/>
                </a:lnTo>
                <a:lnTo>
                  <a:pt x="517033" y="92987"/>
                </a:lnTo>
                <a:lnTo>
                  <a:pt x="516898" y="93002"/>
                </a:lnTo>
                <a:lnTo>
                  <a:pt x="516764" y="93017"/>
                </a:lnTo>
                <a:lnTo>
                  <a:pt x="516629" y="93030"/>
                </a:lnTo>
                <a:lnTo>
                  <a:pt x="516493" y="93043"/>
                </a:lnTo>
                <a:lnTo>
                  <a:pt x="516358" y="93055"/>
                </a:lnTo>
                <a:lnTo>
                  <a:pt x="516222" y="93067"/>
                </a:lnTo>
                <a:lnTo>
                  <a:pt x="516086" y="93078"/>
                </a:lnTo>
                <a:lnTo>
                  <a:pt x="515950" y="93088"/>
                </a:lnTo>
                <a:lnTo>
                  <a:pt x="515814" y="93097"/>
                </a:lnTo>
                <a:lnTo>
                  <a:pt x="515677" y="93106"/>
                </a:lnTo>
                <a:lnTo>
                  <a:pt x="515540" y="93114"/>
                </a:lnTo>
                <a:lnTo>
                  <a:pt x="515403" y="93121"/>
                </a:lnTo>
                <a:lnTo>
                  <a:pt x="515266" y="93128"/>
                </a:lnTo>
                <a:lnTo>
                  <a:pt x="515128" y="93134"/>
                </a:lnTo>
                <a:lnTo>
                  <a:pt x="514991" y="93139"/>
                </a:lnTo>
                <a:lnTo>
                  <a:pt x="514853" y="93144"/>
                </a:lnTo>
                <a:lnTo>
                  <a:pt x="514714" y="93147"/>
                </a:lnTo>
                <a:lnTo>
                  <a:pt x="514576" y="93151"/>
                </a:lnTo>
                <a:lnTo>
                  <a:pt x="514437" y="93153"/>
                </a:lnTo>
                <a:lnTo>
                  <a:pt x="514298" y="93155"/>
                </a:lnTo>
                <a:lnTo>
                  <a:pt x="514159" y="93156"/>
                </a:lnTo>
                <a:lnTo>
                  <a:pt x="514020" y="93156"/>
                </a:lnTo>
                <a:lnTo>
                  <a:pt x="513733" y="93148"/>
                </a:lnTo>
                <a:lnTo>
                  <a:pt x="513453" y="93134"/>
                </a:lnTo>
                <a:lnTo>
                  <a:pt x="513179" y="93114"/>
                </a:lnTo>
                <a:lnTo>
                  <a:pt x="512913" y="93088"/>
                </a:lnTo>
                <a:lnTo>
                  <a:pt x="512653" y="93057"/>
                </a:lnTo>
                <a:lnTo>
                  <a:pt x="512400" y="93020"/>
                </a:lnTo>
                <a:lnTo>
                  <a:pt x="512154" y="92977"/>
                </a:lnTo>
                <a:lnTo>
                  <a:pt x="511914" y="92929"/>
                </a:lnTo>
                <a:lnTo>
                  <a:pt x="511681" y="92875"/>
                </a:lnTo>
                <a:lnTo>
                  <a:pt x="511455" y="92815"/>
                </a:lnTo>
                <a:lnTo>
                  <a:pt x="511235" y="92750"/>
                </a:lnTo>
                <a:lnTo>
                  <a:pt x="511023" y="92679"/>
                </a:lnTo>
                <a:lnTo>
                  <a:pt x="510817" y="92602"/>
                </a:lnTo>
                <a:lnTo>
                  <a:pt x="510618" y="92520"/>
                </a:lnTo>
                <a:lnTo>
                  <a:pt x="510425" y="92431"/>
                </a:lnTo>
                <a:lnTo>
                  <a:pt x="510240" y="92338"/>
                </a:lnTo>
                <a:lnTo>
                  <a:pt x="510061" y="92238"/>
                </a:lnTo>
                <a:lnTo>
                  <a:pt x="509889" y="92133"/>
                </a:lnTo>
                <a:lnTo>
                  <a:pt x="509723" y="92022"/>
                </a:lnTo>
                <a:lnTo>
                  <a:pt x="509564" y="91905"/>
                </a:lnTo>
                <a:lnTo>
                  <a:pt x="509412" y="91783"/>
                </a:lnTo>
                <a:lnTo>
                  <a:pt x="509267" y="91655"/>
                </a:lnTo>
                <a:lnTo>
                  <a:pt x="509129" y="91521"/>
                </a:lnTo>
                <a:lnTo>
                  <a:pt x="508997" y="91381"/>
                </a:lnTo>
                <a:lnTo>
                  <a:pt x="508871" y="91237"/>
                </a:lnTo>
                <a:lnTo>
                  <a:pt x="508749" y="91090"/>
                </a:lnTo>
                <a:lnTo>
                  <a:pt x="508632" y="90939"/>
                </a:lnTo>
                <a:lnTo>
                  <a:pt x="508520" y="90785"/>
                </a:lnTo>
                <a:lnTo>
                  <a:pt x="508412" y="90628"/>
                </a:lnTo>
                <a:lnTo>
                  <a:pt x="508308" y="90468"/>
                </a:lnTo>
                <a:lnTo>
                  <a:pt x="508210" y="90304"/>
                </a:lnTo>
                <a:lnTo>
                  <a:pt x="508115" y="90137"/>
                </a:lnTo>
                <a:lnTo>
                  <a:pt x="508025" y="89967"/>
                </a:lnTo>
                <a:lnTo>
                  <a:pt x="507940" y="89794"/>
                </a:lnTo>
                <a:lnTo>
                  <a:pt x="507859" y="89617"/>
                </a:lnTo>
                <a:lnTo>
                  <a:pt x="507783" y="89437"/>
                </a:lnTo>
                <a:lnTo>
                  <a:pt x="507711" y="89254"/>
                </a:lnTo>
                <a:lnTo>
                  <a:pt x="507644" y="89068"/>
                </a:lnTo>
                <a:lnTo>
                  <a:pt x="507582" y="88878"/>
                </a:lnTo>
                <a:lnTo>
                  <a:pt x="507524" y="88685"/>
                </a:lnTo>
                <a:lnTo>
                  <a:pt x="507470" y="88489"/>
                </a:lnTo>
                <a:lnTo>
                  <a:pt x="507421" y="88289"/>
                </a:lnTo>
                <a:lnTo>
                  <a:pt x="507377" y="88087"/>
                </a:lnTo>
                <a:lnTo>
                  <a:pt x="507337" y="87881"/>
                </a:lnTo>
                <a:lnTo>
                  <a:pt x="507301" y="87671"/>
                </a:lnTo>
                <a:lnTo>
                  <a:pt x="507270" y="87459"/>
                </a:lnTo>
                <a:lnTo>
                  <a:pt x="507244" y="87243"/>
                </a:lnTo>
                <a:lnTo>
                  <a:pt x="507222" y="87024"/>
                </a:lnTo>
                <a:lnTo>
                  <a:pt x="507204" y="86803"/>
                </a:lnTo>
                <a:lnTo>
                  <a:pt x="507188" y="86581"/>
                </a:lnTo>
                <a:lnTo>
                  <a:pt x="507174" y="86358"/>
                </a:lnTo>
                <a:lnTo>
                  <a:pt x="507162" y="86133"/>
                </a:lnTo>
                <a:lnTo>
                  <a:pt x="507152" y="85908"/>
                </a:lnTo>
                <a:lnTo>
                  <a:pt x="507145" y="85682"/>
                </a:lnTo>
                <a:lnTo>
                  <a:pt x="507140" y="85454"/>
                </a:lnTo>
                <a:lnTo>
                  <a:pt x="507137" y="85226"/>
                </a:lnTo>
                <a:lnTo>
                  <a:pt x="507136" y="84996"/>
                </a:lnTo>
                <a:lnTo>
                  <a:pt x="507137" y="84766"/>
                </a:lnTo>
                <a:lnTo>
                  <a:pt x="507141" y="84534"/>
                </a:lnTo>
                <a:lnTo>
                  <a:pt x="507147" y="84301"/>
                </a:lnTo>
                <a:lnTo>
                  <a:pt x="507155" y="84068"/>
                </a:lnTo>
                <a:lnTo>
                  <a:pt x="507165" y="83833"/>
                </a:lnTo>
                <a:lnTo>
                  <a:pt x="507178" y="83597"/>
                </a:lnTo>
                <a:lnTo>
                  <a:pt x="507192" y="83360"/>
                </a:lnTo>
                <a:lnTo>
                  <a:pt x="507209" y="83122"/>
                </a:lnTo>
                <a:lnTo>
                  <a:pt x="507229" y="82883"/>
                </a:lnTo>
                <a:lnTo>
                  <a:pt x="507250" y="82643"/>
                </a:lnTo>
                <a:lnTo>
                  <a:pt x="507273" y="82402"/>
                </a:lnTo>
                <a:lnTo>
                  <a:pt x="507299" y="82160"/>
                </a:lnTo>
                <a:lnTo>
                  <a:pt x="507327" y="81917"/>
                </a:lnTo>
                <a:lnTo>
                  <a:pt x="507357" y="81673"/>
                </a:lnTo>
                <a:lnTo>
                  <a:pt x="507390" y="81428"/>
                </a:lnTo>
                <a:lnTo>
                  <a:pt x="515668" y="33083"/>
                </a:lnTo>
                <a:lnTo>
                  <a:pt x="530227" y="33083"/>
                </a:lnTo>
                <a:lnTo>
                  <a:pt x="531298" y="26520"/>
                </a:lnTo>
                <a:lnTo>
                  <a:pt x="516792" y="26520"/>
                </a:lnTo>
                <a:lnTo>
                  <a:pt x="519980" y="7903"/>
                </a:lnTo>
                <a:lnTo>
                  <a:pt x="512078" y="7903"/>
                </a:lnTo>
                <a:lnTo>
                  <a:pt x="508920" y="26520"/>
                </a:lnTo>
                <a:lnTo>
                  <a:pt x="495938" y="26520"/>
                </a:lnTo>
                <a:close/>
                <a:moveTo>
                  <a:pt x="656512" y="48788"/>
                </a:moveTo>
                <a:lnTo>
                  <a:pt x="656709" y="48402"/>
                </a:lnTo>
                <a:lnTo>
                  <a:pt x="656910" y="48018"/>
                </a:lnTo>
                <a:lnTo>
                  <a:pt x="657116" y="47638"/>
                </a:lnTo>
                <a:lnTo>
                  <a:pt x="657326" y="47261"/>
                </a:lnTo>
                <a:lnTo>
                  <a:pt x="657539" y="46887"/>
                </a:lnTo>
                <a:lnTo>
                  <a:pt x="657757" y="46515"/>
                </a:lnTo>
                <a:lnTo>
                  <a:pt x="657979" y="46147"/>
                </a:lnTo>
                <a:lnTo>
                  <a:pt x="658205" y="45782"/>
                </a:lnTo>
                <a:lnTo>
                  <a:pt x="658434" y="45420"/>
                </a:lnTo>
                <a:lnTo>
                  <a:pt x="658668" y="45061"/>
                </a:lnTo>
                <a:lnTo>
                  <a:pt x="658906" y="44704"/>
                </a:lnTo>
                <a:lnTo>
                  <a:pt x="659149" y="44351"/>
                </a:lnTo>
                <a:lnTo>
                  <a:pt x="659395" y="44001"/>
                </a:lnTo>
                <a:lnTo>
                  <a:pt x="659645" y="43654"/>
                </a:lnTo>
                <a:lnTo>
                  <a:pt x="659899" y="43310"/>
                </a:lnTo>
                <a:lnTo>
                  <a:pt x="660158" y="42969"/>
                </a:lnTo>
                <a:lnTo>
                  <a:pt x="660420" y="42631"/>
                </a:lnTo>
                <a:lnTo>
                  <a:pt x="660687" y="42296"/>
                </a:lnTo>
                <a:lnTo>
                  <a:pt x="660957" y="41964"/>
                </a:lnTo>
                <a:lnTo>
                  <a:pt x="661232" y="41635"/>
                </a:lnTo>
                <a:lnTo>
                  <a:pt x="661511" y="41309"/>
                </a:lnTo>
                <a:lnTo>
                  <a:pt x="661794" y="40986"/>
                </a:lnTo>
                <a:lnTo>
                  <a:pt x="662081" y="40667"/>
                </a:lnTo>
                <a:lnTo>
                  <a:pt x="662372" y="40350"/>
                </a:lnTo>
                <a:lnTo>
                  <a:pt x="662666" y="40037"/>
                </a:lnTo>
                <a:lnTo>
                  <a:pt x="662964" y="39730"/>
                </a:lnTo>
                <a:lnTo>
                  <a:pt x="663266" y="39428"/>
                </a:lnTo>
                <a:lnTo>
                  <a:pt x="663571" y="39131"/>
                </a:lnTo>
                <a:lnTo>
                  <a:pt x="663879" y="38840"/>
                </a:lnTo>
                <a:lnTo>
                  <a:pt x="664190" y="38554"/>
                </a:lnTo>
                <a:lnTo>
                  <a:pt x="664505" y="38274"/>
                </a:lnTo>
                <a:lnTo>
                  <a:pt x="664823" y="37998"/>
                </a:lnTo>
                <a:lnTo>
                  <a:pt x="665145" y="37729"/>
                </a:lnTo>
                <a:lnTo>
                  <a:pt x="665470" y="37464"/>
                </a:lnTo>
                <a:lnTo>
                  <a:pt x="665799" y="37205"/>
                </a:lnTo>
                <a:lnTo>
                  <a:pt x="666130" y="36951"/>
                </a:lnTo>
                <a:lnTo>
                  <a:pt x="666465" y="36703"/>
                </a:lnTo>
                <a:lnTo>
                  <a:pt x="666804" y="36459"/>
                </a:lnTo>
                <a:lnTo>
                  <a:pt x="667146" y="36222"/>
                </a:lnTo>
                <a:lnTo>
                  <a:pt x="667491" y="35989"/>
                </a:lnTo>
                <a:lnTo>
                  <a:pt x="667840" y="35762"/>
                </a:lnTo>
                <a:lnTo>
                  <a:pt x="668192" y="35540"/>
                </a:lnTo>
                <a:lnTo>
                  <a:pt x="668547" y="35324"/>
                </a:lnTo>
                <a:lnTo>
                  <a:pt x="668906" y="35113"/>
                </a:lnTo>
                <a:lnTo>
                  <a:pt x="669268" y="34907"/>
                </a:lnTo>
                <a:lnTo>
                  <a:pt x="669633" y="34707"/>
                </a:lnTo>
                <a:lnTo>
                  <a:pt x="670002" y="34512"/>
                </a:lnTo>
                <a:lnTo>
                  <a:pt x="670375" y="34322"/>
                </a:lnTo>
                <a:lnTo>
                  <a:pt x="670750" y="34139"/>
                </a:lnTo>
                <a:lnTo>
                  <a:pt x="671128" y="33965"/>
                </a:lnTo>
                <a:lnTo>
                  <a:pt x="671510" y="33798"/>
                </a:lnTo>
                <a:lnTo>
                  <a:pt x="671894" y="33639"/>
                </a:lnTo>
                <a:lnTo>
                  <a:pt x="672282" y="33488"/>
                </a:lnTo>
                <a:lnTo>
                  <a:pt x="672672" y="33345"/>
                </a:lnTo>
                <a:lnTo>
                  <a:pt x="673066" y="33210"/>
                </a:lnTo>
                <a:lnTo>
                  <a:pt x="673463" y="33083"/>
                </a:lnTo>
                <a:lnTo>
                  <a:pt x="673862" y="32965"/>
                </a:lnTo>
                <a:lnTo>
                  <a:pt x="674265" y="32854"/>
                </a:lnTo>
                <a:lnTo>
                  <a:pt x="674671" y="32751"/>
                </a:lnTo>
                <a:lnTo>
                  <a:pt x="675079" y="32657"/>
                </a:lnTo>
                <a:lnTo>
                  <a:pt x="675491" y="32570"/>
                </a:lnTo>
                <a:lnTo>
                  <a:pt x="675906" y="32491"/>
                </a:lnTo>
                <a:lnTo>
                  <a:pt x="676323" y="32421"/>
                </a:lnTo>
                <a:lnTo>
                  <a:pt x="676744" y="32358"/>
                </a:lnTo>
                <a:lnTo>
                  <a:pt x="677168" y="32303"/>
                </a:lnTo>
                <a:lnTo>
                  <a:pt x="677595" y="32257"/>
                </a:lnTo>
                <a:lnTo>
                  <a:pt x="678025" y="32218"/>
                </a:lnTo>
                <a:lnTo>
                  <a:pt x="678458" y="32188"/>
                </a:lnTo>
                <a:lnTo>
                  <a:pt x="678893" y="32165"/>
                </a:lnTo>
                <a:lnTo>
                  <a:pt x="679332" y="32151"/>
                </a:lnTo>
                <a:lnTo>
                  <a:pt x="679774" y="32144"/>
                </a:lnTo>
                <a:lnTo>
                  <a:pt x="680219" y="32146"/>
                </a:lnTo>
                <a:lnTo>
                  <a:pt x="680716" y="32151"/>
                </a:lnTo>
                <a:lnTo>
                  <a:pt x="681203" y="32165"/>
                </a:lnTo>
                <a:lnTo>
                  <a:pt x="681679" y="32188"/>
                </a:lnTo>
                <a:lnTo>
                  <a:pt x="682145" y="32221"/>
                </a:lnTo>
                <a:lnTo>
                  <a:pt x="682600" y="32264"/>
                </a:lnTo>
                <a:lnTo>
                  <a:pt x="683045" y="32315"/>
                </a:lnTo>
                <a:lnTo>
                  <a:pt x="683479" y="32377"/>
                </a:lnTo>
                <a:lnTo>
                  <a:pt x="683903" y="32447"/>
                </a:lnTo>
                <a:lnTo>
                  <a:pt x="684316" y="32527"/>
                </a:lnTo>
                <a:lnTo>
                  <a:pt x="684719" y="32617"/>
                </a:lnTo>
                <a:lnTo>
                  <a:pt x="685111" y="32716"/>
                </a:lnTo>
                <a:lnTo>
                  <a:pt x="685493" y="32824"/>
                </a:lnTo>
                <a:lnTo>
                  <a:pt x="685865" y="32942"/>
                </a:lnTo>
                <a:lnTo>
                  <a:pt x="686226" y="33069"/>
                </a:lnTo>
                <a:lnTo>
                  <a:pt x="686576" y="33205"/>
                </a:lnTo>
                <a:lnTo>
                  <a:pt x="686916" y="33351"/>
                </a:lnTo>
                <a:lnTo>
                  <a:pt x="687246" y="33507"/>
                </a:lnTo>
                <a:lnTo>
                  <a:pt x="687565" y="33672"/>
                </a:lnTo>
                <a:lnTo>
                  <a:pt x="687874" y="33846"/>
                </a:lnTo>
                <a:lnTo>
                  <a:pt x="688172" y="34029"/>
                </a:lnTo>
                <a:lnTo>
                  <a:pt x="688460" y="34223"/>
                </a:lnTo>
                <a:lnTo>
                  <a:pt x="688737" y="34425"/>
                </a:lnTo>
                <a:lnTo>
                  <a:pt x="689004" y="34637"/>
                </a:lnTo>
                <a:lnTo>
                  <a:pt x="689260" y="34858"/>
                </a:lnTo>
                <a:lnTo>
                  <a:pt x="689508" y="35087"/>
                </a:lnTo>
                <a:lnTo>
                  <a:pt x="689747" y="35322"/>
                </a:lnTo>
                <a:lnTo>
                  <a:pt x="689979" y="35563"/>
                </a:lnTo>
                <a:lnTo>
                  <a:pt x="690203" y="35811"/>
                </a:lnTo>
                <a:lnTo>
                  <a:pt x="690419" y="36064"/>
                </a:lnTo>
                <a:lnTo>
                  <a:pt x="690627" y="36323"/>
                </a:lnTo>
                <a:lnTo>
                  <a:pt x="690827" y="36589"/>
                </a:lnTo>
                <a:lnTo>
                  <a:pt x="691020" y="36860"/>
                </a:lnTo>
                <a:lnTo>
                  <a:pt x="691205" y="37137"/>
                </a:lnTo>
                <a:lnTo>
                  <a:pt x="691382" y="37421"/>
                </a:lnTo>
                <a:lnTo>
                  <a:pt x="691552" y="37710"/>
                </a:lnTo>
                <a:lnTo>
                  <a:pt x="691713" y="38006"/>
                </a:lnTo>
                <a:lnTo>
                  <a:pt x="691867" y="38307"/>
                </a:lnTo>
                <a:lnTo>
                  <a:pt x="692013" y="38615"/>
                </a:lnTo>
                <a:lnTo>
                  <a:pt x="692151" y="38929"/>
                </a:lnTo>
                <a:lnTo>
                  <a:pt x="692281" y="39249"/>
                </a:lnTo>
                <a:lnTo>
                  <a:pt x="692404" y="39574"/>
                </a:lnTo>
                <a:lnTo>
                  <a:pt x="692519" y="39906"/>
                </a:lnTo>
                <a:lnTo>
                  <a:pt x="692626" y="40244"/>
                </a:lnTo>
                <a:lnTo>
                  <a:pt x="692725" y="40588"/>
                </a:lnTo>
                <a:lnTo>
                  <a:pt x="692817" y="40938"/>
                </a:lnTo>
                <a:lnTo>
                  <a:pt x="692900" y="41294"/>
                </a:lnTo>
                <a:lnTo>
                  <a:pt x="692976" y="41656"/>
                </a:lnTo>
                <a:lnTo>
                  <a:pt x="693044" y="42024"/>
                </a:lnTo>
                <a:lnTo>
                  <a:pt x="693106" y="42397"/>
                </a:lnTo>
                <a:lnTo>
                  <a:pt x="693162" y="42772"/>
                </a:lnTo>
                <a:lnTo>
                  <a:pt x="693213" y="43149"/>
                </a:lnTo>
                <a:lnTo>
                  <a:pt x="693259" y="43530"/>
                </a:lnTo>
                <a:lnTo>
                  <a:pt x="693300" y="43913"/>
                </a:lnTo>
                <a:lnTo>
                  <a:pt x="693335" y="44299"/>
                </a:lnTo>
                <a:lnTo>
                  <a:pt x="693365" y="44687"/>
                </a:lnTo>
                <a:lnTo>
                  <a:pt x="693390" y="45079"/>
                </a:lnTo>
                <a:lnTo>
                  <a:pt x="693410" y="45473"/>
                </a:lnTo>
                <a:lnTo>
                  <a:pt x="693424" y="45869"/>
                </a:lnTo>
                <a:lnTo>
                  <a:pt x="693434" y="46268"/>
                </a:lnTo>
                <a:lnTo>
                  <a:pt x="693438" y="46670"/>
                </a:lnTo>
                <a:lnTo>
                  <a:pt x="693436" y="47075"/>
                </a:lnTo>
                <a:lnTo>
                  <a:pt x="693430" y="47482"/>
                </a:lnTo>
                <a:lnTo>
                  <a:pt x="693418" y="47892"/>
                </a:lnTo>
                <a:lnTo>
                  <a:pt x="693401" y="48304"/>
                </a:lnTo>
                <a:lnTo>
                  <a:pt x="693379" y="48720"/>
                </a:lnTo>
                <a:lnTo>
                  <a:pt x="693352" y="49138"/>
                </a:lnTo>
                <a:lnTo>
                  <a:pt x="693319" y="49558"/>
                </a:lnTo>
                <a:lnTo>
                  <a:pt x="693281" y="49981"/>
                </a:lnTo>
                <a:lnTo>
                  <a:pt x="693238" y="50407"/>
                </a:lnTo>
                <a:lnTo>
                  <a:pt x="693190" y="50836"/>
                </a:lnTo>
                <a:lnTo>
                  <a:pt x="693136" y="51267"/>
                </a:lnTo>
                <a:lnTo>
                  <a:pt x="693078" y="51701"/>
                </a:lnTo>
                <a:lnTo>
                  <a:pt x="684974" y="98983"/>
                </a:lnTo>
                <a:lnTo>
                  <a:pt x="692877" y="98983"/>
                </a:lnTo>
                <a:lnTo>
                  <a:pt x="700913" y="51768"/>
                </a:lnTo>
                <a:lnTo>
                  <a:pt x="700967" y="51328"/>
                </a:lnTo>
                <a:lnTo>
                  <a:pt x="701016" y="50890"/>
                </a:lnTo>
                <a:lnTo>
                  <a:pt x="701061" y="50453"/>
                </a:lnTo>
                <a:lnTo>
                  <a:pt x="701102" y="50019"/>
                </a:lnTo>
                <a:lnTo>
                  <a:pt x="701138" y="49586"/>
                </a:lnTo>
                <a:lnTo>
                  <a:pt x="701171" y="49154"/>
                </a:lnTo>
                <a:lnTo>
                  <a:pt x="701198" y="48725"/>
                </a:lnTo>
                <a:lnTo>
                  <a:pt x="701222" y="48297"/>
                </a:lnTo>
                <a:lnTo>
                  <a:pt x="701241" y="47871"/>
                </a:lnTo>
                <a:lnTo>
                  <a:pt x="701256" y="47447"/>
                </a:lnTo>
                <a:lnTo>
                  <a:pt x="701267" y="47024"/>
                </a:lnTo>
                <a:lnTo>
                  <a:pt x="701273" y="46603"/>
                </a:lnTo>
                <a:lnTo>
                  <a:pt x="701275" y="46184"/>
                </a:lnTo>
                <a:lnTo>
                  <a:pt x="701273" y="45767"/>
                </a:lnTo>
                <a:lnTo>
                  <a:pt x="701266" y="45351"/>
                </a:lnTo>
                <a:lnTo>
                  <a:pt x="701255" y="44937"/>
                </a:lnTo>
                <a:lnTo>
                  <a:pt x="701240" y="44525"/>
                </a:lnTo>
                <a:lnTo>
                  <a:pt x="701221" y="44115"/>
                </a:lnTo>
                <a:lnTo>
                  <a:pt x="701197" y="43706"/>
                </a:lnTo>
                <a:lnTo>
                  <a:pt x="701169" y="43299"/>
                </a:lnTo>
                <a:lnTo>
                  <a:pt x="701137" y="42894"/>
                </a:lnTo>
                <a:lnTo>
                  <a:pt x="701100" y="42491"/>
                </a:lnTo>
                <a:lnTo>
                  <a:pt x="701059" y="42089"/>
                </a:lnTo>
                <a:lnTo>
                  <a:pt x="701014" y="41689"/>
                </a:lnTo>
                <a:lnTo>
                  <a:pt x="700964" y="41292"/>
                </a:lnTo>
                <a:lnTo>
                  <a:pt x="700908" y="40899"/>
                </a:lnTo>
                <a:lnTo>
                  <a:pt x="700847" y="40509"/>
                </a:lnTo>
                <a:lnTo>
                  <a:pt x="700781" y="40123"/>
                </a:lnTo>
                <a:lnTo>
                  <a:pt x="700710" y="39741"/>
                </a:lnTo>
                <a:lnTo>
                  <a:pt x="700633" y="39362"/>
                </a:lnTo>
                <a:lnTo>
                  <a:pt x="700551" y="38987"/>
                </a:lnTo>
                <a:lnTo>
                  <a:pt x="700463" y="38616"/>
                </a:lnTo>
                <a:lnTo>
                  <a:pt x="700370" y="38249"/>
                </a:lnTo>
                <a:lnTo>
                  <a:pt x="700272" y="37885"/>
                </a:lnTo>
                <a:lnTo>
                  <a:pt x="700168" y="37525"/>
                </a:lnTo>
                <a:lnTo>
                  <a:pt x="700059" y="37169"/>
                </a:lnTo>
                <a:lnTo>
                  <a:pt x="699945" y="36816"/>
                </a:lnTo>
                <a:lnTo>
                  <a:pt x="699825" y="36467"/>
                </a:lnTo>
                <a:lnTo>
                  <a:pt x="699700" y="36122"/>
                </a:lnTo>
                <a:lnTo>
                  <a:pt x="699570" y="35781"/>
                </a:lnTo>
                <a:lnTo>
                  <a:pt x="699434" y="35443"/>
                </a:lnTo>
                <a:lnTo>
                  <a:pt x="699293" y="35109"/>
                </a:lnTo>
                <a:lnTo>
                  <a:pt x="699147" y="34779"/>
                </a:lnTo>
                <a:lnTo>
                  <a:pt x="698995" y="34453"/>
                </a:lnTo>
                <a:lnTo>
                  <a:pt x="698838" y="34130"/>
                </a:lnTo>
                <a:lnTo>
                  <a:pt x="698676" y="33811"/>
                </a:lnTo>
                <a:lnTo>
                  <a:pt x="698508" y="33496"/>
                </a:lnTo>
                <a:lnTo>
                  <a:pt x="698335" y="33184"/>
                </a:lnTo>
                <a:lnTo>
                  <a:pt x="698156" y="32877"/>
                </a:lnTo>
                <a:lnTo>
                  <a:pt x="697971" y="32576"/>
                </a:lnTo>
                <a:lnTo>
                  <a:pt x="697779" y="32280"/>
                </a:lnTo>
                <a:lnTo>
                  <a:pt x="697581" y="31990"/>
                </a:lnTo>
                <a:lnTo>
                  <a:pt x="697377" y="31705"/>
                </a:lnTo>
                <a:lnTo>
                  <a:pt x="697167" y="31426"/>
                </a:lnTo>
                <a:lnTo>
                  <a:pt x="696950" y="31152"/>
                </a:lnTo>
                <a:lnTo>
                  <a:pt x="696728" y="30885"/>
                </a:lnTo>
                <a:lnTo>
                  <a:pt x="696498" y="30622"/>
                </a:lnTo>
                <a:lnTo>
                  <a:pt x="696263" y="30366"/>
                </a:lnTo>
                <a:lnTo>
                  <a:pt x="696021" y="30114"/>
                </a:lnTo>
                <a:lnTo>
                  <a:pt x="695773" y="29869"/>
                </a:lnTo>
                <a:lnTo>
                  <a:pt x="695519" y="29629"/>
                </a:lnTo>
                <a:lnTo>
                  <a:pt x="695258" y="29395"/>
                </a:lnTo>
                <a:lnTo>
                  <a:pt x="694991" y="29166"/>
                </a:lnTo>
                <a:lnTo>
                  <a:pt x="694718" y="28942"/>
                </a:lnTo>
                <a:lnTo>
                  <a:pt x="694439" y="28725"/>
                </a:lnTo>
                <a:lnTo>
                  <a:pt x="694153" y="28513"/>
                </a:lnTo>
                <a:lnTo>
                  <a:pt x="693861" y="28306"/>
                </a:lnTo>
                <a:lnTo>
                  <a:pt x="693563" y="28105"/>
                </a:lnTo>
                <a:lnTo>
                  <a:pt x="693259" y="27910"/>
                </a:lnTo>
                <a:lnTo>
                  <a:pt x="692948" y="27720"/>
                </a:lnTo>
                <a:lnTo>
                  <a:pt x="692631" y="27536"/>
                </a:lnTo>
                <a:lnTo>
                  <a:pt x="692307" y="27357"/>
                </a:lnTo>
                <a:lnTo>
                  <a:pt x="691977" y="27185"/>
                </a:lnTo>
                <a:lnTo>
                  <a:pt x="691640" y="27020"/>
                </a:lnTo>
                <a:lnTo>
                  <a:pt x="691295" y="26862"/>
                </a:lnTo>
                <a:lnTo>
                  <a:pt x="690943" y="26711"/>
                </a:lnTo>
                <a:lnTo>
                  <a:pt x="690583" y="26567"/>
                </a:lnTo>
                <a:lnTo>
                  <a:pt x="690217" y="26430"/>
                </a:lnTo>
                <a:lnTo>
                  <a:pt x="689843" y="26301"/>
                </a:lnTo>
                <a:lnTo>
                  <a:pt x="689461" y="26178"/>
                </a:lnTo>
                <a:lnTo>
                  <a:pt x="689072" y="26063"/>
                </a:lnTo>
                <a:lnTo>
                  <a:pt x="688676" y="25954"/>
                </a:lnTo>
                <a:lnTo>
                  <a:pt x="688273" y="25853"/>
                </a:lnTo>
                <a:lnTo>
                  <a:pt x="687862" y="25759"/>
                </a:lnTo>
                <a:lnTo>
                  <a:pt x="687444" y="25671"/>
                </a:lnTo>
                <a:lnTo>
                  <a:pt x="687019" y="25591"/>
                </a:lnTo>
                <a:lnTo>
                  <a:pt x="686586" y="25518"/>
                </a:lnTo>
                <a:lnTo>
                  <a:pt x="686146" y="25453"/>
                </a:lnTo>
                <a:lnTo>
                  <a:pt x="685699" y="25394"/>
                </a:lnTo>
                <a:lnTo>
                  <a:pt x="685244" y="25342"/>
                </a:lnTo>
                <a:lnTo>
                  <a:pt x="684782" y="25298"/>
                </a:lnTo>
                <a:lnTo>
                  <a:pt x="684313" y="25260"/>
                </a:lnTo>
                <a:lnTo>
                  <a:pt x="683836" y="25230"/>
                </a:lnTo>
                <a:lnTo>
                  <a:pt x="683352" y="25206"/>
                </a:lnTo>
                <a:lnTo>
                  <a:pt x="682861" y="25190"/>
                </a:lnTo>
                <a:lnTo>
                  <a:pt x="682362" y="25181"/>
                </a:lnTo>
                <a:lnTo>
                  <a:pt x="681812" y="25180"/>
                </a:lnTo>
                <a:lnTo>
                  <a:pt x="681266" y="25188"/>
                </a:lnTo>
                <a:lnTo>
                  <a:pt x="680724" y="25206"/>
                </a:lnTo>
                <a:lnTo>
                  <a:pt x="680187" y="25232"/>
                </a:lnTo>
                <a:lnTo>
                  <a:pt x="679654" y="25268"/>
                </a:lnTo>
                <a:lnTo>
                  <a:pt x="679125" y="25313"/>
                </a:lnTo>
                <a:lnTo>
                  <a:pt x="678600" y="25367"/>
                </a:lnTo>
                <a:lnTo>
                  <a:pt x="678080" y="25430"/>
                </a:lnTo>
                <a:lnTo>
                  <a:pt x="677564" y="25503"/>
                </a:lnTo>
                <a:lnTo>
                  <a:pt x="677052" y="25584"/>
                </a:lnTo>
                <a:lnTo>
                  <a:pt x="676545" y="25675"/>
                </a:lnTo>
                <a:lnTo>
                  <a:pt x="676042" y="25775"/>
                </a:lnTo>
                <a:lnTo>
                  <a:pt x="675543" y="25885"/>
                </a:lnTo>
                <a:lnTo>
                  <a:pt x="675049" y="26003"/>
                </a:lnTo>
                <a:lnTo>
                  <a:pt x="674559" y="26131"/>
                </a:lnTo>
                <a:lnTo>
                  <a:pt x="674073" y="26267"/>
                </a:lnTo>
                <a:lnTo>
                  <a:pt x="673591" y="26413"/>
                </a:lnTo>
                <a:lnTo>
                  <a:pt x="673114" y="26569"/>
                </a:lnTo>
                <a:lnTo>
                  <a:pt x="672641" y="26733"/>
                </a:lnTo>
                <a:lnTo>
                  <a:pt x="672173" y="26906"/>
                </a:lnTo>
                <a:lnTo>
                  <a:pt x="671708" y="27089"/>
                </a:lnTo>
                <a:lnTo>
                  <a:pt x="671248" y="27281"/>
                </a:lnTo>
                <a:lnTo>
                  <a:pt x="670792" y="27482"/>
                </a:lnTo>
                <a:lnTo>
                  <a:pt x="670341" y="27692"/>
                </a:lnTo>
                <a:lnTo>
                  <a:pt x="669894" y="27910"/>
                </a:lnTo>
                <a:lnTo>
                  <a:pt x="669451" y="28135"/>
                </a:lnTo>
                <a:lnTo>
                  <a:pt x="669013" y="28366"/>
                </a:lnTo>
                <a:lnTo>
                  <a:pt x="668579" y="28604"/>
                </a:lnTo>
                <a:lnTo>
                  <a:pt x="668150" y="28848"/>
                </a:lnTo>
                <a:lnTo>
                  <a:pt x="667725" y="29099"/>
                </a:lnTo>
                <a:lnTo>
                  <a:pt x="667304" y="29356"/>
                </a:lnTo>
                <a:lnTo>
                  <a:pt x="666888" y="29620"/>
                </a:lnTo>
                <a:lnTo>
                  <a:pt x="666477" y="29890"/>
                </a:lnTo>
                <a:lnTo>
                  <a:pt x="666069" y="30167"/>
                </a:lnTo>
                <a:lnTo>
                  <a:pt x="665667" y="30450"/>
                </a:lnTo>
                <a:lnTo>
                  <a:pt x="665268" y="30740"/>
                </a:lnTo>
                <a:lnTo>
                  <a:pt x="664874" y="31036"/>
                </a:lnTo>
                <a:lnTo>
                  <a:pt x="664484" y="31339"/>
                </a:lnTo>
                <a:lnTo>
                  <a:pt x="664099" y="31648"/>
                </a:lnTo>
                <a:lnTo>
                  <a:pt x="663718" y="31964"/>
                </a:lnTo>
                <a:lnTo>
                  <a:pt x="663342" y="32286"/>
                </a:lnTo>
                <a:lnTo>
                  <a:pt x="662970" y="32615"/>
                </a:lnTo>
                <a:lnTo>
                  <a:pt x="662603" y="32950"/>
                </a:lnTo>
                <a:lnTo>
                  <a:pt x="662239" y="33292"/>
                </a:lnTo>
                <a:lnTo>
                  <a:pt x="661881" y="33640"/>
                </a:lnTo>
                <a:lnTo>
                  <a:pt x="661527" y="33995"/>
                </a:lnTo>
                <a:lnTo>
                  <a:pt x="661177" y="34356"/>
                </a:lnTo>
                <a:lnTo>
                  <a:pt x="660831" y="34724"/>
                </a:lnTo>
                <a:lnTo>
                  <a:pt x="660490" y="35097"/>
                </a:lnTo>
                <a:lnTo>
                  <a:pt x="660154" y="35474"/>
                </a:lnTo>
                <a:lnTo>
                  <a:pt x="659823" y="35855"/>
                </a:lnTo>
                <a:lnTo>
                  <a:pt x="659496" y="36240"/>
                </a:lnTo>
                <a:lnTo>
                  <a:pt x="659175" y="36629"/>
                </a:lnTo>
                <a:lnTo>
                  <a:pt x="658858" y="37022"/>
                </a:lnTo>
                <a:lnTo>
                  <a:pt x="658545" y="37419"/>
                </a:lnTo>
                <a:lnTo>
                  <a:pt x="658238" y="37820"/>
                </a:lnTo>
                <a:lnTo>
                  <a:pt x="658088" y="38021"/>
                </a:lnTo>
                <a:lnTo>
                  <a:pt x="659793" y="26520"/>
                </a:lnTo>
                <a:lnTo>
                  <a:pt x="652292" y="26520"/>
                </a:lnTo>
                <a:lnTo>
                  <a:pt x="639769" y="98983"/>
                </a:lnTo>
                <a:lnTo>
                  <a:pt x="647605" y="98983"/>
                </a:lnTo>
                <a:lnTo>
                  <a:pt x="656226" y="49368"/>
                </a:lnTo>
                <a:lnTo>
                  <a:pt x="656319" y="49176"/>
                </a:lnTo>
                <a:lnTo>
                  <a:pt x="656512" y="48788"/>
                </a:lnTo>
                <a:close/>
                <a:moveTo>
                  <a:pt x="428435" y="89469"/>
                </a:moveTo>
                <a:lnTo>
                  <a:pt x="428663" y="89814"/>
                </a:lnTo>
                <a:lnTo>
                  <a:pt x="428897" y="90155"/>
                </a:lnTo>
                <a:lnTo>
                  <a:pt x="429136" y="90492"/>
                </a:lnTo>
                <a:lnTo>
                  <a:pt x="429381" y="90825"/>
                </a:lnTo>
                <a:lnTo>
                  <a:pt x="429632" y="91154"/>
                </a:lnTo>
                <a:lnTo>
                  <a:pt x="429889" y="91480"/>
                </a:lnTo>
                <a:lnTo>
                  <a:pt x="430151" y="91801"/>
                </a:lnTo>
                <a:lnTo>
                  <a:pt x="430418" y="92118"/>
                </a:lnTo>
                <a:lnTo>
                  <a:pt x="430691" y="92431"/>
                </a:lnTo>
                <a:lnTo>
                  <a:pt x="430969" y="92738"/>
                </a:lnTo>
                <a:lnTo>
                  <a:pt x="431251" y="93039"/>
                </a:lnTo>
                <a:lnTo>
                  <a:pt x="431538" y="93335"/>
                </a:lnTo>
                <a:lnTo>
                  <a:pt x="431830" y="93625"/>
                </a:lnTo>
                <a:lnTo>
                  <a:pt x="432126" y="93910"/>
                </a:lnTo>
                <a:lnTo>
                  <a:pt x="432427" y="94189"/>
                </a:lnTo>
                <a:lnTo>
                  <a:pt x="432733" y="94462"/>
                </a:lnTo>
                <a:lnTo>
                  <a:pt x="433043" y="94730"/>
                </a:lnTo>
                <a:lnTo>
                  <a:pt x="433358" y="94992"/>
                </a:lnTo>
                <a:lnTo>
                  <a:pt x="433677" y="95249"/>
                </a:lnTo>
                <a:lnTo>
                  <a:pt x="434001" y="95500"/>
                </a:lnTo>
                <a:lnTo>
                  <a:pt x="434330" y="95746"/>
                </a:lnTo>
                <a:lnTo>
                  <a:pt x="434664" y="95986"/>
                </a:lnTo>
                <a:lnTo>
                  <a:pt x="435002" y="96220"/>
                </a:lnTo>
                <a:lnTo>
                  <a:pt x="435345" y="96449"/>
                </a:lnTo>
                <a:lnTo>
                  <a:pt x="435692" y="96672"/>
                </a:lnTo>
                <a:lnTo>
                  <a:pt x="436044" y="96890"/>
                </a:lnTo>
                <a:lnTo>
                  <a:pt x="436401" y="97102"/>
                </a:lnTo>
                <a:lnTo>
                  <a:pt x="436762" y="97308"/>
                </a:lnTo>
                <a:lnTo>
                  <a:pt x="437128" y="97509"/>
                </a:lnTo>
                <a:lnTo>
                  <a:pt x="437499" y="97705"/>
                </a:lnTo>
                <a:lnTo>
                  <a:pt x="437874" y="97894"/>
                </a:lnTo>
                <a:lnTo>
                  <a:pt x="438254" y="98078"/>
                </a:lnTo>
                <a:lnTo>
                  <a:pt x="438638" y="98256"/>
                </a:lnTo>
                <a:lnTo>
                  <a:pt x="439026" y="98427"/>
                </a:lnTo>
                <a:lnTo>
                  <a:pt x="439418" y="98590"/>
                </a:lnTo>
                <a:lnTo>
                  <a:pt x="439814" y="98745"/>
                </a:lnTo>
                <a:lnTo>
                  <a:pt x="440213" y="98894"/>
                </a:lnTo>
                <a:lnTo>
                  <a:pt x="440617" y="99035"/>
                </a:lnTo>
                <a:lnTo>
                  <a:pt x="441024" y="99169"/>
                </a:lnTo>
                <a:lnTo>
                  <a:pt x="441435" y="99295"/>
                </a:lnTo>
                <a:lnTo>
                  <a:pt x="441850" y="99414"/>
                </a:lnTo>
                <a:lnTo>
                  <a:pt x="442269" y="99526"/>
                </a:lnTo>
                <a:lnTo>
                  <a:pt x="442691" y="99630"/>
                </a:lnTo>
                <a:lnTo>
                  <a:pt x="443118" y="99728"/>
                </a:lnTo>
                <a:lnTo>
                  <a:pt x="443548" y="99817"/>
                </a:lnTo>
                <a:lnTo>
                  <a:pt x="443982" y="99900"/>
                </a:lnTo>
                <a:lnTo>
                  <a:pt x="444420" y="99975"/>
                </a:lnTo>
                <a:lnTo>
                  <a:pt x="444862" y="100043"/>
                </a:lnTo>
                <a:lnTo>
                  <a:pt x="445307" y="100103"/>
                </a:lnTo>
                <a:lnTo>
                  <a:pt x="445757" y="100157"/>
                </a:lnTo>
                <a:lnTo>
                  <a:pt x="446210" y="100203"/>
                </a:lnTo>
                <a:lnTo>
                  <a:pt x="446667" y="100241"/>
                </a:lnTo>
                <a:lnTo>
                  <a:pt x="447128" y="100272"/>
                </a:lnTo>
                <a:lnTo>
                  <a:pt x="447593" y="100296"/>
                </a:lnTo>
                <a:lnTo>
                  <a:pt x="448062" y="100313"/>
                </a:lnTo>
                <a:lnTo>
                  <a:pt x="448534" y="100322"/>
                </a:lnTo>
                <a:lnTo>
                  <a:pt x="449161" y="100327"/>
                </a:lnTo>
                <a:lnTo>
                  <a:pt x="449782" y="100320"/>
                </a:lnTo>
                <a:lnTo>
                  <a:pt x="450396" y="100302"/>
                </a:lnTo>
                <a:lnTo>
                  <a:pt x="451004" y="100271"/>
                </a:lnTo>
                <a:lnTo>
                  <a:pt x="451604" y="100228"/>
                </a:lnTo>
                <a:lnTo>
                  <a:pt x="452199" y="100173"/>
                </a:lnTo>
                <a:lnTo>
                  <a:pt x="452786" y="100107"/>
                </a:lnTo>
                <a:lnTo>
                  <a:pt x="453367" y="100028"/>
                </a:lnTo>
                <a:lnTo>
                  <a:pt x="453941" y="99937"/>
                </a:lnTo>
                <a:lnTo>
                  <a:pt x="454509" y="99835"/>
                </a:lnTo>
                <a:lnTo>
                  <a:pt x="455070" y="99720"/>
                </a:lnTo>
                <a:lnTo>
                  <a:pt x="455625" y="99594"/>
                </a:lnTo>
                <a:lnTo>
                  <a:pt x="456172" y="99455"/>
                </a:lnTo>
                <a:lnTo>
                  <a:pt x="456714" y="99305"/>
                </a:lnTo>
                <a:lnTo>
                  <a:pt x="457248" y="99142"/>
                </a:lnTo>
                <a:lnTo>
                  <a:pt x="457776" y="98968"/>
                </a:lnTo>
                <a:lnTo>
                  <a:pt x="458297" y="98781"/>
                </a:lnTo>
                <a:lnTo>
                  <a:pt x="458812" y="98583"/>
                </a:lnTo>
                <a:lnTo>
                  <a:pt x="459320" y="98372"/>
                </a:lnTo>
                <a:lnTo>
                  <a:pt x="459821" y="98150"/>
                </a:lnTo>
                <a:lnTo>
                  <a:pt x="460316" y="97916"/>
                </a:lnTo>
                <a:lnTo>
                  <a:pt x="460804" y="97669"/>
                </a:lnTo>
                <a:lnTo>
                  <a:pt x="461286" y="97411"/>
                </a:lnTo>
                <a:lnTo>
                  <a:pt x="461761" y="97141"/>
                </a:lnTo>
                <a:lnTo>
                  <a:pt x="462229" y="96861"/>
                </a:lnTo>
                <a:lnTo>
                  <a:pt x="462692" y="96573"/>
                </a:lnTo>
                <a:lnTo>
                  <a:pt x="463149" y="96278"/>
                </a:lnTo>
                <a:lnTo>
                  <a:pt x="463600" y="95975"/>
                </a:lnTo>
                <a:lnTo>
                  <a:pt x="464045" y="95665"/>
                </a:lnTo>
                <a:lnTo>
                  <a:pt x="464483" y="95347"/>
                </a:lnTo>
                <a:lnTo>
                  <a:pt x="464917" y="95022"/>
                </a:lnTo>
                <a:lnTo>
                  <a:pt x="465344" y="94689"/>
                </a:lnTo>
                <a:lnTo>
                  <a:pt x="465765" y="94349"/>
                </a:lnTo>
                <a:lnTo>
                  <a:pt x="466180" y="94000"/>
                </a:lnTo>
                <a:lnTo>
                  <a:pt x="466589" y="93645"/>
                </a:lnTo>
                <a:lnTo>
                  <a:pt x="466993" y="93282"/>
                </a:lnTo>
                <a:lnTo>
                  <a:pt x="467390" y="92911"/>
                </a:lnTo>
                <a:lnTo>
                  <a:pt x="467782" y="92533"/>
                </a:lnTo>
                <a:lnTo>
                  <a:pt x="468167" y="92147"/>
                </a:lnTo>
                <a:lnTo>
                  <a:pt x="468547" y="91753"/>
                </a:lnTo>
                <a:lnTo>
                  <a:pt x="468921" y="91353"/>
                </a:lnTo>
                <a:lnTo>
                  <a:pt x="469289" y="90944"/>
                </a:lnTo>
                <a:lnTo>
                  <a:pt x="469651" y="90528"/>
                </a:lnTo>
                <a:lnTo>
                  <a:pt x="470006" y="90104"/>
                </a:lnTo>
                <a:lnTo>
                  <a:pt x="470357" y="89673"/>
                </a:lnTo>
                <a:lnTo>
                  <a:pt x="470701" y="89234"/>
                </a:lnTo>
                <a:lnTo>
                  <a:pt x="471039" y="88788"/>
                </a:lnTo>
                <a:lnTo>
                  <a:pt x="471371" y="88334"/>
                </a:lnTo>
                <a:lnTo>
                  <a:pt x="471698" y="87875"/>
                </a:lnTo>
                <a:lnTo>
                  <a:pt x="472019" y="87412"/>
                </a:lnTo>
                <a:lnTo>
                  <a:pt x="472334" y="86945"/>
                </a:lnTo>
                <a:lnTo>
                  <a:pt x="472644" y="86474"/>
                </a:lnTo>
                <a:lnTo>
                  <a:pt x="472949" y="86000"/>
                </a:lnTo>
                <a:lnTo>
                  <a:pt x="473248" y="85521"/>
                </a:lnTo>
                <a:lnTo>
                  <a:pt x="473542" y="85040"/>
                </a:lnTo>
                <a:lnTo>
                  <a:pt x="473830" y="84554"/>
                </a:lnTo>
                <a:lnTo>
                  <a:pt x="474113" y="84065"/>
                </a:lnTo>
                <a:lnTo>
                  <a:pt x="474390" y="83572"/>
                </a:lnTo>
                <a:lnTo>
                  <a:pt x="474662" y="83075"/>
                </a:lnTo>
                <a:lnTo>
                  <a:pt x="474929" y="82575"/>
                </a:lnTo>
                <a:lnTo>
                  <a:pt x="475190" y="82071"/>
                </a:lnTo>
                <a:lnTo>
                  <a:pt x="475445" y="81563"/>
                </a:lnTo>
                <a:lnTo>
                  <a:pt x="475695" y="81051"/>
                </a:lnTo>
                <a:lnTo>
                  <a:pt x="475940" y="80536"/>
                </a:lnTo>
                <a:lnTo>
                  <a:pt x="476179" y="80017"/>
                </a:lnTo>
                <a:lnTo>
                  <a:pt x="476413" y="79494"/>
                </a:lnTo>
                <a:lnTo>
                  <a:pt x="476641" y="78968"/>
                </a:lnTo>
                <a:lnTo>
                  <a:pt x="476864" y="78437"/>
                </a:lnTo>
                <a:lnTo>
                  <a:pt x="477081" y="77904"/>
                </a:lnTo>
                <a:lnTo>
                  <a:pt x="477293" y="77366"/>
                </a:lnTo>
                <a:lnTo>
                  <a:pt x="477499" y="76825"/>
                </a:lnTo>
                <a:lnTo>
                  <a:pt x="477700" y="76280"/>
                </a:lnTo>
                <a:lnTo>
                  <a:pt x="477895" y="75733"/>
                </a:lnTo>
                <a:lnTo>
                  <a:pt x="478086" y="75187"/>
                </a:lnTo>
                <a:lnTo>
                  <a:pt x="478272" y="74641"/>
                </a:lnTo>
                <a:lnTo>
                  <a:pt x="478452" y="74096"/>
                </a:lnTo>
                <a:lnTo>
                  <a:pt x="478628" y="73551"/>
                </a:lnTo>
                <a:lnTo>
                  <a:pt x="478798" y="73006"/>
                </a:lnTo>
                <a:lnTo>
                  <a:pt x="478964" y="72462"/>
                </a:lnTo>
                <a:lnTo>
                  <a:pt x="479125" y="71919"/>
                </a:lnTo>
                <a:lnTo>
                  <a:pt x="479280" y="71376"/>
                </a:lnTo>
                <a:lnTo>
                  <a:pt x="479431" y="70834"/>
                </a:lnTo>
                <a:lnTo>
                  <a:pt x="479577" y="70291"/>
                </a:lnTo>
                <a:lnTo>
                  <a:pt x="479717" y="69750"/>
                </a:lnTo>
                <a:lnTo>
                  <a:pt x="479853" y="69209"/>
                </a:lnTo>
                <a:lnTo>
                  <a:pt x="479983" y="68668"/>
                </a:lnTo>
                <a:lnTo>
                  <a:pt x="480109" y="68128"/>
                </a:lnTo>
                <a:lnTo>
                  <a:pt x="480230" y="67588"/>
                </a:lnTo>
                <a:lnTo>
                  <a:pt x="480345" y="67049"/>
                </a:lnTo>
                <a:lnTo>
                  <a:pt x="480456" y="66510"/>
                </a:lnTo>
                <a:lnTo>
                  <a:pt x="480562" y="65972"/>
                </a:lnTo>
                <a:lnTo>
                  <a:pt x="480662" y="65434"/>
                </a:lnTo>
                <a:lnTo>
                  <a:pt x="480758" y="64897"/>
                </a:lnTo>
                <a:lnTo>
                  <a:pt x="480849" y="64360"/>
                </a:lnTo>
                <a:lnTo>
                  <a:pt x="480934" y="63823"/>
                </a:lnTo>
                <a:lnTo>
                  <a:pt x="481015" y="63287"/>
                </a:lnTo>
                <a:lnTo>
                  <a:pt x="481216" y="61881"/>
                </a:lnTo>
                <a:lnTo>
                  <a:pt x="481281" y="61373"/>
                </a:lnTo>
                <a:lnTo>
                  <a:pt x="481341" y="60863"/>
                </a:lnTo>
                <a:lnTo>
                  <a:pt x="481397" y="60353"/>
                </a:lnTo>
                <a:lnTo>
                  <a:pt x="481449" y="59842"/>
                </a:lnTo>
                <a:lnTo>
                  <a:pt x="481497" y="59330"/>
                </a:lnTo>
                <a:lnTo>
                  <a:pt x="481540" y="58817"/>
                </a:lnTo>
                <a:lnTo>
                  <a:pt x="481579" y="58303"/>
                </a:lnTo>
                <a:lnTo>
                  <a:pt x="481614" y="57788"/>
                </a:lnTo>
                <a:lnTo>
                  <a:pt x="481644" y="57272"/>
                </a:lnTo>
                <a:lnTo>
                  <a:pt x="481670" y="56756"/>
                </a:lnTo>
                <a:lnTo>
                  <a:pt x="481692" y="56238"/>
                </a:lnTo>
                <a:lnTo>
                  <a:pt x="481710" y="55720"/>
                </a:lnTo>
                <a:lnTo>
                  <a:pt x="481723" y="55200"/>
                </a:lnTo>
                <a:lnTo>
                  <a:pt x="481732" y="54680"/>
                </a:lnTo>
                <a:lnTo>
                  <a:pt x="481736" y="54158"/>
                </a:lnTo>
                <a:lnTo>
                  <a:pt x="481737" y="53636"/>
                </a:lnTo>
                <a:lnTo>
                  <a:pt x="481733" y="53113"/>
                </a:lnTo>
                <a:lnTo>
                  <a:pt x="481724" y="52589"/>
                </a:lnTo>
                <a:lnTo>
                  <a:pt x="481712" y="52064"/>
                </a:lnTo>
                <a:lnTo>
                  <a:pt x="481695" y="51538"/>
                </a:lnTo>
                <a:lnTo>
                  <a:pt x="481673" y="51011"/>
                </a:lnTo>
                <a:lnTo>
                  <a:pt x="481648" y="50483"/>
                </a:lnTo>
                <a:lnTo>
                  <a:pt x="481618" y="49954"/>
                </a:lnTo>
                <a:lnTo>
                  <a:pt x="481584" y="49424"/>
                </a:lnTo>
                <a:lnTo>
                  <a:pt x="481545" y="48896"/>
                </a:lnTo>
                <a:lnTo>
                  <a:pt x="481499" y="48370"/>
                </a:lnTo>
                <a:lnTo>
                  <a:pt x="481446" y="47847"/>
                </a:lnTo>
                <a:lnTo>
                  <a:pt x="481388" y="47328"/>
                </a:lnTo>
                <a:lnTo>
                  <a:pt x="481323" y="46811"/>
                </a:lnTo>
                <a:lnTo>
                  <a:pt x="481251" y="46298"/>
                </a:lnTo>
                <a:lnTo>
                  <a:pt x="481173" y="45787"/>
                </a:lnTo>
                <a:lnTo>
                  <a:pt x="481089" y="45280"/>
                </a:lnTo>
                <a:lnTo>
                  <a:pt x="480999" y="44775"/>
                </a:lnTo>
                <a:lnTo>
                  <a:pt x="480902" y="44274"/>
                </a:lnTo>
                <a:lnTo>
                  <a:pt x="480798" y="43775"/>
                </a:lnTo>
                <a:lnTo>
                  <a:pt x="480688" y="43280"/>
                </a:lnTo>
                <a:lnTo>
                  <a:pt x="480572" y="42787"/>
                </a:lnTo>
                <a:lnTo>
                  <a:pt x="480449" y="42298"/>
                </a:lnTo>
                <a:lnTo>
                  <a:pt x="480320" y="41812"/>
                </a:lnTo>
                <a:lnTo>
                  <a:pt x="480185" y="41328"/>
                </a:lnTo>
                <a:lnTo>
                  <a:pt x="480043" y="40848"/>
                </a:lnTo>
                <a:lnTo>
                  <a:pt x="479895" y="40371"/>
                </a:lnTo>
                <a:lnTo>
                  <a:pt x="479741" y="39896"/>
                </a:lnTo>
                <a:lnTo>
                  <a:pt x="479580" y="39425"/>
                </a:lnTo>
                <a:lnTo>
                  <a:pt x="479412" y="38957"/>
                </a:lnTo>
                <a:lnTo>
                  <a:pt x="479238" y="38492"/>
                </a:lnTo>
                <a:lnTo>
                  <a:pt x="479058" y="38030"/>
                </a:lnTo>
                <a:lnTo>
                  <a:pt x="478872" y="37571"/>
                </a:lnTo>
                <a:lnTo>
                  <a:pt x="478678" y="37116"/>
                </a:lnTo>
                <a:lnTo>
                  <a:pt x="478476" y="36670"/>
                </a:lnTo>
                <a:lnTo>
                  <a:pt x="478266" y="36230"/>
                </a:lnTo>
                <a:lnTo>
                  <a:pt x="478049" y="35798"/>
                </a:lnTo>
                <a:lnTo>
                  <a:pt x="477823" y="35372"/>
                </a:lnTo>
                <a:lnTo>
                  <a:pt x="477589" y="34954"/>
                </a:lnTo>
                <a:lnTo>
                  <a:pt x="477347" y="34544"/>
                </a:lnTo>
                <a:lnTo>
                  <a:pt x="477097" y="34140"/>
                </a:lnTo>
                <a:lnTo>
                  <a:pt x="476839" y="33744"/>
                </a:lnTo>
                <a:lnTo>
                  <a:pt x="476573" y="33355"/>
                </a:lnTo>
                <a:lnTo>
                  <a:pt x="476299" y="32973"/>
                </a:lnTo>
                <a:lnTo>
                  <a:pt x="476017" y="32598"/>
                </a:lnTo>
                <a:lnTo>
                  <a:pt x="475727" y="32230"/>
                </a:lnTo>
                <a:lnTo>
                  <a:pt x="475429" y="31870"/>
                </a:lnTo>
                <a:lnTo>
                  <a:pt x="475123" y="31517"/>
                </a:lnTo>
                <a:lnTo>
                  <a:pt x="474809" y="31171"/>
                </a:lnTo>
                <a:lnTo>
                  <a:pt x="474487" y="30832"/>
                </a:lnTo>
                <a:lnTo>
                  <a:pt x="474157" y="30501"/>
                </a:lnTo>
                <a:lnTo>
                  <a:pt x="473818" y="30177"/>
                </a:lnTo>
                <a:lnTo>
                  <a:pt x="473472" y="29860"/>
                </a:lnTo>
                <a:lnTo>
                  <a:pt x="473118" y="29550"/>
                </a:lnTo>
                <a:lnTo>
                  <a:pt x="472756" y="29247"/>
                </a:lnTo>
                <a:lnTo>
                  <a:pt x="472386" y="28952"/>
                </a:lnTo>
                <a:lnTo>
                  <a:pt x="472007" y="28663"/>
                </a:lnTo>
                <a:lnTo>
                  <a:pt x="471620" y="28385"/>
                </a:lnTo>
                <a:lnTo>
                  <a:pt x="471222" y="28117"/>
                </a:lnTo>
                <a:lnTo>
                  <a:pt x="470815" y="27862"/>
                </a:lnTo>
                <a:lnTo>
                  <a:pt x="470397" y="27618"/>
                </a:lnTo>
                <a:lnTo>
                  <a:pt x="469969" y="27386"/>
                </a:lnTo>
                <a:lnTo>
                  <a:pt x="469531" y="27165"/>
                </a:lnTo>
                <a:lnTo>
                  <a:pt x="469083" y="26956"/>
                </a:lnTo>
                <a:lnTo>
                  <a:pt x="468625" y="26758"/>
                </a:lnTo>
                <a:lnTo>
                  <a:pt x="468157" y="26573"/>
                </a:lnTo>
                <a:lnTo>
                  <a:pt x="467679" y="26399"/>
                </a:lnTo>
                <a:lnTo>
                  <a:pt x="467190" y="26236"/>
                </a:lnTo>
                <a:lnTo>
                  <a:pt x="466691" y="26085"/>
                </a:lnTo>
                <a:lnTo>
                  <a:pt x="466183" y="25946"/>
                </a:lnTo>
                <a:lnTo>
                  <a:pt x="465664" y="25818"/>
                </a:lnTo>
                <a:lnTo>
                  <a:pt x="465135" y="25702"/>
                </a:lnTo>
                <a:lnTo>
                  <a:pt x="464596" y="25598"/>
                </a:lnTo>
                <a:lnTo>
                  <a:pt x="464047" y="25505"/>
                </a:lnTo>
                <a:lnTo>
                  <a:pt x="463487" y="25424"/>
                </a:lnTo>
                <a:lnTo>
                  <a:pt x="462918" y="25354"/>
                </a:lnTo>
                <a:lnTo>
                  <a:pt x="462338" y="25296"/>
                </a:lnTo>
                <a:lnTo>
                  <a:pt x="461749" y="25250"/>
                </a:lnTo>
                <a:lnTo>
                  <a:pt x="461149" y="25215"/>
                </a:lnTo>
                <a:lnTo>
                  <a:pt x="460539" y="25192"/>
                </a:lnTo>
                <a:lnTo>
                  <a:pt x="459919" y="25181"/>
                </a:lnTo>
                <a:lnTo>
                  <a:pt x="459396" y="25174"/>
                </a:lnTo>
                <a:lnTo>
                  <a:pt x="458876" y="25176"/>
                </a:lnTo>
                <a:lnTo>
                  <a:pt x="458359" y="25186"/>
                </a:lnTo>
                <a:lnTo>
                  <a:pt x="457846" y="25205"/>
                </a:lnTo>
                <a:lnTo>
                  <a:pt x="457335" y="25233"/>
                </a:lnTo>
                <a:lnTo>
                  <a:pt x="456828" y="25269"/>
                </a:lnTo>
                <a:lnTo>
                  <a:pt x="456324" y="25314"/>
                </a:lnTo>
                <a:lnTo>
                  <a:pt x="455823" y="25367"/>
                </a:lnTo>
                <a:lnTo>
                  <a:pt x="455325" y="25429"/>
                </a:lnTo>
                <a:lnTo>
                  <a:pt x="454830" y="25500"/>
                </a:lnTo>
                <a:lnTo>
                  <a:pt x="454338" y="25579"/>
                </a:lnTo>
                <a:lnTo>
                  <a:pt x="453850" y="25666"/>
                </a:lnTo>
                <a:lnTo>
                  <a:pt x="453364" y="25763"/>
                </a:lnTo>
                <a:lnTo>
                  <a:pt x="452882" y="25868"/>
                </a:lnTo>
                <a:lnTo>
                  <a:pt x="452403" y="25981"/>
                </a:lnTo>
                <a:lnTo>
                  <a:pt x="451927" y="26104"/>
                </a:lnTo>
                <a:lnTo>
                  <a:pt x="451454" y="26234"/>
                </a:lnTo>
                <a:lnTo>
                  <a:pt x="450985" y="26374"/>
                </a:lnTo>
                <a:lnTo>
                  <a:pt x="450518" y="26522"/>
                </a:lnTo>
                <a:lnTo>
                  <a:pt x="450055" y="26678"/>
                </a:lnTo>
                <a:lnTo>
                  <a:pt x="449595" y="26844"/>
                </a:lnTo>
                <a:lnTo>
                  <a:pt x="449137" y="27018"/>
                </a:lnTo>
                <a:lnTo>
                  <a:pt x="448683" y="27200"/>
                </a:lnTo>
                <a:lnTo>
                  <a:pt x="448233" y="27391"/>
                </a:lnTo>
                <a:lnTo>
                  <a:pt x="447785" y="27589"/>
                </a:lnTo>
                <a:lnTo>
                  <a:pt x="447342" y="27794"/>
                </a:lnTo>
                <a:lnTo>
                  <a:pt x="446903" y="28005"/>
                </a:lnTo>
                <a:lnTo>
                  <a:pt x="446467" y="28223"/>
                </a:lnTo>
                <a:lnTo>
                  <a:pt x="446036" y="28446"/>
                </a:lnTo>
                <a:lnTo>
                  <a:pt x="445608" y="28676"/>
                </a:lnTo>
                <a:lnTo>
                  <a:pt x="445185" y="28912"/>
                </a:lnTo>
                <a:lnTo>
                  <a:pt x="444765" y="29155"/>
                </a:lnTo>
                <a:lnTo>
                  <a:pt x="444349" y="29403"/>
                </a:lnTo>
                <a:lnTo>
                  <a:pt x="443938" y="29658"/>
                </a:lnTo>
                <a:lnTo>
                  <a:pt x="443530" y="29919"/>
                </a:lnTo>
                <a:lnTo>
                  <a:pt x="443126" y="30187"/>
                </a:lnTo>
                <a:lnTo>
                  <a:pt x="442726" y="30461"/>
                </a:lnTo>
                <a:lnTo>
                  <a:pt x="442330" y="30741"/>
                </a:lnTo>
                <a:lnTo>
                  <a:pt x="441938" y="31027"/>
                </a:lnTo>
                <a:lnTo>
                  <a:pt x="441550" y="31320"/>
                </a:lnTo>
                <a:lnTo>
                  <a:pt x="441166" y="31619"/>
                </a:lnTo>
                <a:lnTo>
                  <a:pt x="440786" y="31924"/>
                </a:lnTo>
                <a:lnTo>
                  <a:pt x="440410" y="32236"/>
                </a:lnTo>
                <a:lnTo>
                  <a:pt x="440038" y="32553"/>
                </a:lnTo>
                <a:lnTo>
                  <a:pt x="439670" y="32877"/>
                </a:lnTo>
                <a:lnTo>
                  <a:pt x="439306" y="33208"/>
                </a:lnTo>
                <a:lnTo>
                  <a:pt x="438945" y="33544"/>
                </a:lnTo>
                <a:lnTo>
                  <a:pt x="438589" y="33887"/>
                </a:lnTo>
                <a:lnTo>
                  <a:pt x="438237" y="34235"/>
                </a:lnTo>
                <a:lnTo>
                  <a:pt x="437890" y="34587"/>
                </a:lnTo>
                <a:lnTo>
                  <a:pt x="437547" y="34943"/>
                </a:lnTo>
                <a:lnTo>
                  <a:pt x="437209" y="35303"/>
                </a:lnTo>
                <a:lnTo>
                  <a:pt x="436877" y="35667"/>
                </a:lnTo>
                <a:lnTo>
                  <a:pt x="436807" y="35744"/>
                </a:lnTo>
                <a:lnTo>
                  <a:pt x="438020" y="26520"/>
                </a:lnTo>
                <a:lnTo>
                  <a:pt x="430653" y="26520"/>
                </a:lnTo>
                <a:lnTo>
                  <a:pt x="413307" y="126842"/>
                </a:lnTo>
                <a:lnTo>
                  <a:pt x="421210" y="126842"/>
                </a:lnTo>
                <a:lnTo>
                  <a:pt x="427858" y="88533"/>
                </a:lnTo>
                <a:lnTo>
                  <a:pt x="427997" y="88767"/>
                </a:lnTo>
                <a:lnTo>
                  <a:pt x="428213" y="89120"/>
                </a:lnTo>
                <a:lnTo>
                  <a:pt x="428435" y="89469"/>
                </a:lnTo>
                <a:close/>
                <a:moveTo>
                  <a:pt x="435933" y="44308"/>
                </a:moveTo>
                <a:lnTo>
                  <a:pt x="436151" y="43998"/>
                </a:lnTo>
                <a:lnTo>
                  <a:pt x="436371" y="43691"/>
                </a:lnTo>
                <a:lnTo>
                  <a:pt x="436595" y="43387"/>
                </a:lnTo>
                <a:lnTo>
                  <a:pt x="436823" y="43087"/>
                </a:lnTo>
                <a:lnTo>
                  <a:pt x="437053" y="42790"/>
                </a:lnTo>
                <a:lnTo>
                  <a:pt x="437287" y="42497"/>
                </a:lnTo>
                <a:lnTo>
                  <a:pt x="437524" y="42206"/>
                </a:lnTo>
                <a:lnTo>
                  <a:pt x="437764" y="41919"/>
                </a:lnTo>
                <a:lnTo>
                  <a:pt x="438007" y="41635"/>
                </a:lnTo>
                <a:lnTo>
                  <a:pt x="438254" y="41354"/>
                </a:lnTo>
                <a:lnTo>
                  <a:pt x="438504" y="41077"/>
                </a:lnTo>
                <a:lnTo>
                  <a:pt x="438757" y="40803"/>
                </a:lnTo>
                <a:lnTo>
                  <a:pt x="439014" y="40532"/>
                </a:lnTo>
                <a:lnTo>
                  <a:pt x="439273" y="40264"/>
                </a:lnTo>
                <a:lnTo>
                  <a:pt x="439536" y="40000"/>
                </a:lnTo>
                <a:lnTo>
                  <a:pt x="439803" y="39739"/>
                </a:lnTo>
                <a:lnTo>
                  <a:pt x="440072" y="39481"/>
                </a:lnTo>
                <a:lnTo>
                  <a:pt x="440345" y="39226"/>
                </a:lnTo>
                <a:lnTo>
                  <a:pt x="440621" y="38975"/>
                </a:lnTo>
                <a:lnTo>
                  <a:pt x="440900" y="38727"/>
                </a:lnTo>
                <a:lnTo>
                  <a:pt x="441183" y="38482"/>
                </a:lnTo>
                <a:lnTo>
                  <a:pt x="441469" y="38240"/>
                </a:lnTo>
                <a:lnTo>
                  <a:pt x="441757" y="38002"/>
                </a:lnTo>
                <a:lnTo>
                  <a:pt x="442049" y="37769"/>
                </a:lnTo>
                <a:lnTo>
                  <a:pt x="442342" y="37540"/>
                </a:lnTo>
                <a:lnTo>
                  <a:pt x="442639" y="37315"/>
                </a:lnTo>
                <a:lnTo>
                  <a:pt x="442938" y="37094"/>
                </a:lnTo>
                <a:lnTo>
                  <a:pt x="443239" y="36878"/>
                </a:lnTo>
                <a:lnTo>
                  <a:pt x="443543" y="36666"/>
                </a:lnTo>
                <a:lnTo>
                  <a:pt x="443850" y="36458"/>
                </a:lnTo>
                <a:lnTo>
                  <a:pt x="444159" y="36255"/>
                </a:lnTo>
                <a:lnTo>
                  <a:pt x="444471" y="36056"/>
                </a:lnTo>
                <a:lnTo>
                  <a:pt x="444785" y="35861"/>
                </a:lnTo>
                <a:lnTo>
                  <a:pt x="445102" y="35670"/>
                </a:lnTo>
                <a:lnTo>
                  <a:pt x="445421" y="35484"/>
                </a:lnTo>
                <a:lnTo>
                  <a:pt x="445743" y="35302"/>
                </a:lnTo>
                <a:lnTo>
                  <a:pt x="446068" y="35125"/>
                </a:lnTo>
                <a:lnTo>
                  <a:pt x="446395" y="34951"/>
                </a:lnTo>
                <a:lnTo>
                  <a:pt x="446724" y="34782"/>
                </a:lnTo>
                <a:lnTo>
                  <a:pt x="447056" y="34618"/>
                </a:lnTo>
                <a:lnTo>
                  <a:pt x="447391" y="34457"/>
                </a:lnTo>
                <a:lnTo>
                  <a:pt x="447729" y="34301"/>
                </a:lnTo>
                <a:lnTo>
                  <a:pt x="448068" y="34149"/>
                </a:lnTo>
                <a:lnTo>
                  <a:pt x="448411" y="34002"/>
                </a:lnTo>
                <a:lnTo>
                  <a:pt x="448756" y="33859"/>
                </a:lnTo>
                <a:lnTo>
                  <a:pt x="449103" y="33720"/>
                </a:lnTo>
                <a:lnTo>
                  <a:pt x="449453" y="33586"/>
                </a:lnTo>
                <a:lnTo>
                  <a:pt x="449803" y="33458"/>
                </a:lnTo>
                <a:lnTo>
                  <a:pt x="450155" y="33336"/>
                </a:lnTo>
                <a:lnTo>
                  <a:pt x="450509" y="33220"/>
                </a:lnTo>
                <a:lnTo>
                  <a:pt x="450863" y="33110"/>
                </a:lnTo>
                <a:lnTo>
                  <a:pt x="451219" y="33006"/>
                </a:lnTo>
                <a:lnTo>
                  <a:pt x="451576" y="32908"/>
                </a:lnTo>
                <a:lnTo>
                  <a:pt x="451935" y="32816"/>
                </a:lnTo>
                <a:lnTo>
                  <a:pt x="452294" y="32729"/>
                </a:lnTo>
                <a:lnTo>
                  <a:pt x="452655" y="32649"/>
                </a:lnTo>
                <a:lnTo>
                  <a:pt x="453018" y="32574"/>
                </a:lnTo>
                <a:lnTo>
                  <a:pt x="453381" y="32506"/>
                </a:lnTo>
                <a:lnTo>
                  <a:pt x="453746" y="32443"/>
                </a:lnTo>
                <a:lnTo>
                  <a:pt x="454112" y="32387"/>
                </a:lnTo>
                <a:lnTo>
                  <a:pt x="454479" y="32336"/>
                </a:lnTo>
                <a:lnTo>
                  <a:pt x="454848" y="32291"/>
                </a:lnTo>
                <a:lnTo>
                  <a:pt x="455218" y="32252"/>
                </a:lnTo>
                <a:lnTo>
                  <a:pt x="455589" y="32219"/>
                </a:lnTo>
                <a:lnTo>
                  <a:pt x="455961" y="32192"/>
                </a:lnTo>
                <a:lnTo>
                  <a:pt x="456335" y="32171"/>
                </a:lnTo>
                <a:lnTo>
                  <a:pt x="456710" y="32156"/>
                </a:lnTo>
                <a:lnTo>
                  <a:pt x="457086" y="32147"/>
                </a:lnTo>
                <a:lnTo>
                  <a:pt x="457464" y="32143"/>
                </a:lnTo>
                <a:lnTo>
                  <a:pt x="457843" y="32146"/>
                </a:lnTo>
                <a:lnTo>
                  <a:pt x="458341" y="32156"/>
                </a:lnTo>
                <a:lnTo>
                  <a:pt x="458829" y="32177"/>
                </a:lnTo>
                <a:lnTo>
                  <a:pt x="459309" y="32207"/>
                </a:lnTo>
                <a:lnTo>
                  <a:pt x="459780" y="32247"/>
                </a:lnTo>
                <a:lnTo>
                  <a:pt x="460241" y="32297"/>
                </a:lnTo>
                <a:lnTo>
                  <a:pt x="460693" y="32357"/>
                </a:lnTo>
                <a:lnTo>
                  <a:pt x="461137" y="32427"/>
                </a:lnTo>
                <a:lnTo>
                  <a:pt x="461571" y="32507"/>
                </a:lnTo>
                <a:lnTo>
                  <a:pt x="461996" y="32596"/>
                </a:lnTo>
                <a:lnTo>
                  <a:pt x="462412" y="32696"/>
                </a:lnTo>
                <a:lnTo>
                  <a:pt x="462819" y="32805"/>
                </a:lnTo>
                <a:lnTo>
                  <a:pt x="463217" y="32924"/>
                </a:lnTo>
                <a:lnTo>
                  <a:pt x="463606" y="33054"/>
                </a:lnTo>
                <a:lnTo>
                  <a:pt x="463986" y="33193"/>
                </a:lnTo>
                <a:lnTo>
                  <a:pt x="464357" y="33341"/>
                </a:lnTo>
                <a:lnTo>
                  <a:pt x="464719" y="33500"/>
                </a:lnTo>
                <a:lnTo>
                  <a:pt x="465071" y="33669"/>
                </a:lnTo>
                <a:lnTo>
                  <a:pt x="465415" y="33847"/>
                </a:lnTo>
                <a:lnTo>
                  <a:pt x="465749" y="34036"/>
                </a:lnTo>
                <a:lnTo>
                  <a:pt x="466075" y="34234"/>
                </a:lnTo>
                <a:lnTo>
                  <a:pt x="466391" y="34442"/>
                </a:lnTo>
                <a:lnTo>
                  <a:pt x="466698" y="34660"/>
                </a:lnTo>
                <a:lnTo>
                  <a:pt x="466997" y="34888"/>
                </a:lnTo>
                <a:lnTo>
                  <a:pt x="467286" y="35126"/>
                </a:lnTo>
                <a:lnTo>
                  <a:pt x="467567" y="35372"/>
                </a:lnTo>
                <a:lnTo>
                  <a:pt x="467842" y="35623"/>
                </a:lnTo>
                <a:lnTo>
                  <a:pt x="468110" y="35879"/>
                </a:lnTo>
                <a:lnTo>
                  <a:pt x="468371" y="36141"/>
                </a:lnTo>
                <a:lnTo>
                  <a:pt x="468626" y="36408"/>
                </a:lnTo>
                <a:lnTo>
                  <a:pt x="468874" y="36681"/>
                </a:lnTo>
                <a:lnTo>
                  <a:pt x="469116" y="36959"/>
                </a:lnTo>
                <a:lnTo>
                  <a:pt x="469351" y="37243"/>
                </a:lnTo>
                <a:lnTo>
                  <a:pt x="469579" y="37532"/>
                </a:lnTo>
                <a:lnTo>
                  <a:pt x="469801" y="37827"/>
                </a:lnTo>
                <a:lnTo>
                  <a:pt x="470016" y="38127"/>
                </a:lnTo>
                <a:lnTo>
                  <a:pt x="470224" y="38433"/>
                </a:lnTo>
                <a:lnTo>
                  <a:pt x="470426" y="38744"/>
                </a:lnTo>
                <a:lnTo>
                  <a:pt x="470621" y="39060"/>
                </a:lnTo>
                <a:lnTo>
                  <a:pt x="470810" y="39382"/>
                </a:lnTo>
                <a:lnTo>
                  <a:pt x="470992" y="39710"/>
                </a:lnTo>
                <a:lnTo>
                  <a:pt x="471167" y="40043"/>
                </a:lnTo>
                <a:lnTo>
                  <a:pt x="471335" y="40381"/>
                </a:lnTo>
                <a:lnTo>
                  <a:pt x="471497" y="40725"/>
                </a:lnTo>
                <a:lnTo>
                  <a:pt x="471653" y="41074"/>
                </a:lnTo>
                <a:lnTo>
                  <a:pt x="471802" y="41429"/>
                </a:lnTo>
                <a:lnTo>
                  <a:pt x="471944" y="41789"/>
                </a:lnTo>
                <a:lnTo>
                  <a:pt x="472079" y="42155"/>
                </a:lnTo>
                <a:lnTo>
                  <a:pt x="472208" y="42526"/>
                </a:lnTo>
                <a:lnTo>
                  <a:pt x="472331" y="42901"/>
                </a:lnTo>
                <a:lnTo>
                  <a:pt x="472450" y="43279"/>
                </a:lnTo>
                <a:lnTo>
                  <a:pt x="472563" y="43658"/>
                </a:lnTo>
                <a:lnTo>
                  <a:pt x="472672" y="44040"/>
                </a:lnTo>
                <a:lnTo>
                  <a:pt x="472776" y="44424"/>
                </a:lnTo>
                <a:lnTo>
                  <a:pt x="472876" y="44810"/>
                </a:lnTo>
                <a:lnTo>
                  <a:pt x="472970" y="45198"/>
                </a:lnTo>
                <a:lnTo>
                  <a:pt x="473060" y="45588"/>
                </a:lnTo>
                <a:lnTo>
                  <a:pt x="473145" y="45981"/>
                </a:lnTo>
                <a:lnTo>
                  <a:pt x="473225" y="46376"/>
                </a:lnTo>
                <a:lnTo>
                  <a:pt x="473301" y="46773"/>
                </a:lnTo>
                <a:lnTo>
                  <a:pt x="473372" y="47172"/>
                </a:lnTo>
                <a:lnTo>
                  <a:pt x="473438" y="47574"/>
                </a:lnTo>
                <a:lnTo>
                  <a:pt x="473499" y="47978"/>
                </a:lnTo>
                <a:lnTo>
                  <a:pt x="473555" y="48384"/>
                </a:lnTo>
                <a:lnTo>
                  <a:pt x="473607" y="48792"/>
                </a:lnTo>
                <a:lnTo>
                  <a:pt x="473654" y="49202"/>
                </a:lnTo>
                <a:lnTo>
                  <a:pt x="473696" y="49615"/>
                </a:lnTo>
                <a:lnTo>
                  <a:pt x="473734" y="50030"/>
                </a:lnTo>
                <a:lnTo>
                  <a:pt x="473766" y="50447"/>
                </a:lnTo>
                <a:lnTo>
                  <a:pt x="473794" y="50866"/>
                </a:lnTo>
                <a:lnTo>
                  <a:pt x="473817" y="51287"/>
                </a:lnTo>
                <a:lnTo>
                  <a:pt x="473835" y="51711"/>
                </a:lnTo>
                <a:lnTo>
                  <a:pt x="473849" y="52137"/>
                </a:lnTo>
                <a:lnTo>
                  <a:pt x="473859" y="52563"/>
                </a:lnTo>
                <a:lnTo>
                  <a:pt x="473866" y="52987"/>
                </a:lnTo>
                <a:lnTo>
                  <a:pt x="473870" y="53409"/>
                </a:lnTo>
                <a:lnTo>
                  <a:pt x="473871" y="53829"/>
                </a:lnTo>
                <a:lnTo>
                  <a:pt x="473870" y="54247"/>
                </a:lnTo>
                <a:lnTo>
                  <a:pt x="473866" y="54663"/>
                </a:lnTo>
                <a:lnTo>
                  <a:pt x="473859" y="55077"/>
                </a:lnTo>
                <a:lnTo>
                  <a:pt x="473849" y="55489"/>
                </a:lnTo>
                <a:lnTo>
                  <a:pt x="473836" y="55899"/>
                </a:lnTo>
                <a:lnTo>
                  <a:pt x="473821" y="56307"/>
                </a:lnTo>
                <a:lnTo>
                  <a:pt x="473803" y="56713"/>
                </a:lnTo>
                <a:lnTo>
                  <a:pt x="473782" y="57118"/>
                </a:lnTo>
                <a:lnTo>
                  <a:pt x="473758" y="57520"/>
                </a:lnTo>
                <a:lnTo>
                  <a:pt x="473732" y="57920"/>
                </a:lnTo>
                <a:lnTo>
                  <a:pt x="473702" y="58318"/>
                </a:lnTo>
                <a:lnTo>
                  <a:pt x="473670" y="58715"/>
                </a:lnTo>
                <a:lnTo>
                  <a:pt x="473635" y="59109"/>
                </a:lnTo>
                <a:lnTo>
                  <a:pt x="473598" y="59501"/>
                </a:lnTo>
                <a:lnTo>
                  <a:pt x="473557" y="59892"/>
                </a:lnTo>
                <a:lnTo>
                  <a:pt x="473514" y="60280"/>
                </a:lnTo>
                <a:lnTo>
                  <a:pt x="473468" y="60666"/>
                </a:lnTo>
                <a:lnTo>
                  <a:pt x="473419" y="61051"/>
                </a:lnTo>
                <a:lnTo>
                  <a:pt x="473368" y="61433"/>
                </a:lnTo>
                <a:lnTo>
                  <a:pt x="473313" y="61814"/>
                </a:lnTo>
                <a:lnTo>
                  <a:pt x="473112" y="63220"/>
                </a:lnTo>
                <a:lnTo>
                  <a:pt x="473038" y="63650"/>
                </a:lnTo>
                <a:lnTo>
                  <a:pt x="472960" y="64081"/>
                </a:lnTo>
                <a:lnTo>
                  <a:pt x="472878" y="64513"/>
                </a:lnTo>
                <a:lnTo>
                  <a:pt x="472793" y="64945"/>
                </a:lnTo>
                <a:lnTo>
                  <a:pt x="472704" y="65378"/>
                </a:lnTo>
                <a:lnTo>
                  <a:pt x="472612" y="65811"/>
                </a:lnTo>
                <a:lnTo>
                  <a:pt x="472516" y="66245"/>
                </a:lnTo>
                <a:lnTo>
                  <a:pt x="472416" y="66680"/>
                </a:lnTo>
                <a:lnTo>
                  <a:pt x="472313" y="67116"/>
                </a:lnTo>
                <a:lnTo>
                  <a:pt x="472207" y="67552"/>
                </a:lnTo>
                <a:lnTo>
                  <a:pt x="472096" y="67989"/>
                </a:lnTo>
                <a:lnTo>
                  <a:pt x="471982" y="68427"/>
                </a:lnTo>
                <a:lnTo>
                  <a:pt x="471865" y="68866"/>
                </a:lnTo>
                <a:lnTo>
                  <a:pt x="471743" y="69305"/>
                </a:lnTo>
                <a:lnTo>
                  <a:pt x="471618" y="69745"/>
                </a:lnTo>
                <a:lnTo>
                  <a:pt x="471490" y="70185"/>
                </a:lnTo>
                <a:lnTo>
                  <a:pt x="471358" y="70626"/>
                </a:lnTo>
                <a:lnTo>
                  <a:pt x="471222" y="71068"/>
                </a:lnTo>
                <a:lnTo>
                  <a:pt x="471083" y="71511"/>
                </a:lnTo>
                <a:lnTo>
                  <a:pt x="470940" y="71954"/>
                </a:lnTo>
                <a:lnTo>
                  <a:pt x="470794" y="72398"/>
                </a:lnTo>
                <a:lnTo>
                  <a:pt x="470644" y="72843"/>
                </a:lnTo>
                <a:lnTo>
                  <a:pt x="470490" y="73289"/>
                </a:lnTo>
                <a:lnTo>
                  <a:pt x="470333" y="73735"/>
                </a:lnTo>
                <a:lnTo>
                  <a:pt x="470172" y="74180"/>
                </a:lnTo>
                <a:lnTo>
                  <a:pt x="470006" y="74622"/>
                </a:lnTo>
                <a:lnTo>
                  <a:pt x="469837" y="75060"/>
                </a:lnTo>
                <a:lnTo>
                  <a:pt x="469663" y="75496"/>
                </a:lnTo>
                <a:lnTo>
                  <a:pt x="469485" y="75929"/>
                </a:lnTo>
                <a:lnTo>
                  <a:pt x="469303" y="76359"/>
                </a:lnTo>
                <a:lnTo>
                  <a:pt x="469117" y="76786"/>
                </a:lnTo>
                <a:lnTo>
                  <a:pt x="468927" y="77210"/>
                </a:lnTo>
                <a:lnTo>
                  <a:pt x="468732" y="77630"/>
                </a:lnTo>
                <a:lnTo>
                  <a:pt x="468533" y="78048"/>
                </a:lnTo>
                <a:lnTo>
                  <a:pt x="468330" y="78463"/>
                </a:lnTo>
                <a:lnTo>
                  <a:pt x="468123" y="78875"/>
                </a:lnTo>
                <a:lnTo>
                  <a:pt x="467912" y="79283"/>
                </a:lnTo>
                <a:lnTo>
                  <a:pt x="467696" y="79689"/>
                </a:lnTo>
                <a:lnTo>
                  <a:pt x="467476" y="80092"/>
                </a:lnTo>
                <a:lnTo>
                  <a:pt x="467252" y="80491"/>
                </a:lnTo>
                <a:lnTo>
                  <a:pt x="467024" y="80888"/>
                </a:lnTo>
                <a:lnTo>
                  <a:pt x="466792" y="81281"/>
                </a:lnTo>
                <a:lnTo>
                  <a:pt x="466555" y="81672"/>
                </a:lnTo>
                <a:lnTo>
                  <a:pt x="466315" y="82059"/>
                </a:lnTo>
                <a:lnTo>
                  <a:pt x="466070" y="82444"/>
                </a:lnTo>
                <a:lnTo>
                  <a:pt x="465821" y="82825"/>
                </a:lnTo>
                <a:lnTo>
                  <a:pt x="465568" y="83204"/>
                </a:lnTo>
                <a:lnTo>
                  <a:pt x="465310" y="83579"/>
                </a:lnTo>
                <a:lnTo>
                  <a:pt x="465048" y="83950"/>
                </a:lnTo>
                <a:lnTo>
                  <a:pt x="464781" y="84315"/>
                </a:lnTo>
                <a:lnTo>
                  <a:pt x="464510" y="84673"/>
                </a:lnTo>
                <a:lnTo>
                  <a:pt x="464233" y="85026"/>
                </a:lnTo>
                <a:lnTo>
                  <a:pt x="463952" y="85372"/>
                </a:lnTo>
                <a:lnTo>
                  <a:pt x="463665" y="85712"/>
                </a:lnTo>
                <a:lnTo>
                  <a:pt x="463374" y="86046"/>
                </a:lnTo>
                <a:lnTo>
                  <a:pt x="463078" y="86373"/>
                </a:lnTo>
                <a:lnTo>
                  <a:pt x="462777" y="86695"/>
                </a:lnTo>
                <a:lnTo>
                  <a:pt x="462471" y="87010"/>
                </a:lnTo>
                <a:lnTo>
                  <a:pt x="462160" y="87320"/>
                </a:lnTo>
                <a:lnTo>
                  <a:pt x="461844" y="87623"/>
                </a:lnTo>
                <a:lnTo>
                  <a:pt x="461524" y="87920"/>
                </a:lnTo>
                <a:lnTo>
                  <a:pt x="461198" y="88210"/>
                </a:lnTo>
                <a:lnTo>
                  <a:pt x="460868" y="88495"/>
                </a:lnTo>
                <a:lnTo>
                  <a:pt x="460533" y="88773"/>
                </a:lnTo>
                <a:lnTo>
                  <a:pt x="460193" y="89046"/>
                </a:lnTo>
                <a:lnTo>
                  <a:pt x="459848" y="89312"/>
                </a:lnTo>
                <a:lnTo>
                  <a:pt x="459498" y="89572"/>
                </a:lnTo>
                <a:lnTo>
                  <a:pt x="459143" y="89825"/>
                </a:lnTo>
                <a:lnTo>
                  <a:pt x="458784" y="90073"/>
                </a:lnTo>
                <a:lnTo>
                  <a:pt x="458419" y="90314"/>
                </a:lnTo>
                <a:lnTo>
                  <a:pt x="458050" y="90550"/>
                </a:lnTo>
                <a:lnTo>
                  <a:pt x="457676" y="90779"/>
                </a:lnTo>
                <a:lnTo>
                  <a:pt x="457296" y="91000"/>
                </a:lnTo>
                <a:lnTo>
                  <a:pt x="456911" y="91211"/>
                </a:lnTo>
                <a:lnTo>
                  <a:pt x="456520" y="91413"/>
                </a:lnTo>
                <a:lnTo>
                  <a:pt x="456123" y="91606"/>
                </a:lnTo>
                <a:lnTo>
                  <a:pt x="455721" y="91788"/>
                </a:lnTo>
                <a:lnTo>
                  <a:pt x="455313" y="91961"/>
                </a:lnTo>
                <a:lnTo>
                  <a:pt x="454899" y="92124"/>
                </a:lnTo>
                <a:lnTo>
                  <a:pt x="454480" y="92278"/>
                </a:lnTo>
                <a:lnTo>
                  <a:pt x="454054" y="92422"/>
                </a:lnTo>
                <a:lnTo>
                  <a:pt x="453624" y="92556"/>
                </a:lnTo>
                <a:lnTo>
                  <a:pt x="453187" y="92681"/>
                </a:lnTo>
                <a:lnTo>
                  <a:pt x="452745" y="92796"/>
                </a:lnTo>
                <a:lnTo>
                  <a:pt x="452297" y="92902"/>
                </a:lnTo>
                <a:lnTo>
                  <a:pt x="451843" y="92997"/>
                </a:lnTo>
                <a:lnTo>
                  <a:pt x="451384" y="93083"/>
                </a:lnTo>
                <a:lnTo>
                  <a:pt x="450919" y="93160"/>
                </a:lnTo>
                <a:lnTo>
                  <a:pt x="450448" y="93227"/>
                </a:lnTo>
                <a:lnTo>
                  <a:pt x="449972" y="93284"/>
                </a:lnTo>
                <a:lnTo>
                  <a:pt x="449490" y="93331"/>
                </a:lnTo>
                <a:lnTo>
                  <a:pt x="449002" y="93369"/>
                </a:lnTo>
                <a:lnTo>
                  <a:pt x="448508" y="93397"/>
                </a:lnTo>
                <a:lnTo>
                  <a:pt x="448009" y="93416"/>
                </a:lnTo>
                <a:lnTo>
                  <a:pt x="447504" y="93425"/>
                </a:lnTo>
                <a:lnTo>
                  <a:pt x="446994" y="93424"/>
                </a:lnTo>
                <a:lnTo>
                  <a:pt x="446565" y="93414"/>
                </a:lnTo>
                <a:lnTo>
                  <a:pt x="446140" y="93397"/>
                </a:lnTo>
                <a:lnTo>
                  <a:pt x="445717" y="93371"/>
                </a:lnTo>
                <a:lnTo>
                  <a:pt x="445296" y="93337"/>
                </a:lnTo>
                <a:lnTo>
                  <a:pt x="444878" y="93294"/>
                </a:lnTo>
                <a:lnTo>
                  <a:pt x="444463" y="93244"/>
                </a:lnTo>
                <a:lnTo>
                  <a:pt x="444051" y="93186"/>
                </a:lnTo>
                <a:lnTo>
                  <a:pt x="443641" y="93119"/>
                </a:lnTo>
                <a:lnTo>
                  <a:pt x="443234" y="93044"/>
                </a:lnTo>
                <a:lnTo>
                  <a:pt x="442830" y="92961"/>
                </a:lnTo>
                <a:lnTo>
                  <a:pt x="442428" y="92870"/>
                </a:lnTo>
                <a:lnTo>
                  <a:pt x="442030" y="92771"/>
                </a:lnTo>
                <a:lnTo>
                  <a:pt x="441633" y="92664"/>
                </a:lnTo>
                <a:lnTo>
                  <a:pt x="441240" y="92548"/>
                </a:lnTo>
                <a:lnTo>
                  <a:pt x="440849" y="92425"/>
                </a:lnTo>
                <a:lnTo>
                  <a:pt x="440460" y="92293"/>
                </a:lnTo>
                <a:lnTo>
                  <a:pt x="440075" y="92153"/>
                </a:lnTo>
                <a:lnTo>
                  <a:pt x="439692" y="92005"/>
                </a:lnTo>
                <a:lnTo>
                  <a:pt x="439312" y="91849"/>
                </a:lnTo>
                <a:lnTo>
                  <a:pt x="438934" y="91685"/>
                </a:lnTo>
                <a:lnTo>
                  <a:pt x="438559" y="91512"/>
                </a:lnTo>
                <a:lnTo>
                  <a:pt x="438187" y="91332"/>
                </a:lnTo>
                <a:lnTo>
                  <a:pt x="437817" y="91143"/>
                </a:lnTo>
                <a:lnTo>
                  <a:pt x="437450" y="90946"/>
                </a:lnTo>
                <a:lnTo>
                  <a:pt x="437088" y="90742"/>
                </a:lnTo>
                <a:lnTo>
                  <a:pt x="436732" y="90531"/>
                </a:lnTo>
                <a:lnTo>
                  <a:pt x="436381" y="90315"/>
                </a:lnTo>
                <a:lnTo>
                  <a:pt x="436037" y="90091"/>
                </a:lnTo>
                <a:lnTo>
                  <a:pt x="435700" y="89862"/>
                </a:lnTo>
                <a:lnTo>
                  <a:pt x="435368" y="89626"/>
                </a:lnTo>
                <a:lnTo>
                  <a:pt x="435043" y="89383"/>
                </a:lnTo>
                <a:lnTo>
                  <a:pt x="434723" y="89134"/>
                </a:lnTo>
                <a:lnTo>
                  <a:pt x="434410" y="88879"/>
                </a:lnTo>
                <a:lnTo>
                  <a:pt x="434103" y="88617"/>
                </a:lnTo>
                <a:lnTo>
                  <a:pt x="433802" y="88349"/>
                </a:lnTo>
                <a:lnTo>
                  <a:pt x="433507" y="88075"/>
                </a:lnTo>
                <a:lnTo>
                  <a:pt x="433219" y="87794"/>
                </a:lnTo>
                <a:lnTo>
                  <a:pt x="432937" y="87507"/>
                </a:lnTo>
                <a:lnTo>
                  <a:pt x="432660" y="87213"/>
                </a:lnTo>
                <a:lnTo>
                  <a:pt x="432390" y="86913"/>
                </a:lnTo>
                <a:lnTo>
                  <a:pt x="432127" y="86607"/>
                </a:lnTo>
                <a:lnTo>
                  <a:pt x="431869" y="86294"/>
                </a:lnTo>
                <a:lnTo>
                  <a:pt x="431617" y="85975"/>
                </a:lnTo>
                <a:lnTo>
                  <a:pt x="431372" y="85649"/>
                </a:lnTo>
                <a:lnTo>
                  <a:pt x="431133" y="85317"/>
                </a:lnTo>
                <a:lnTo>
                  <a:pt x="430900" y="84978"/>
                </a:lnTo>
                <a:lnTo>
                  <a:pt x="430673" y="84634"/>
                </a:lnTo>
                <a:lnTo>
                  <a:pt x="430452" y="84283"/>
                </a:lnTo>
                <a:lnTo>
                  <a:pt x="430239" y="83926"/>
                </a:lnTo>
                <a:lnTo>
                  <a:pt x="430037" y="83565"/>
                </a:lnTo>
                <a:lnTo>
                  <a:pt x="429844" y="83200"/>
                </a:lnTo>
                <a:lnTo>
                  <a:pt x="429661" y="82831"/>
                </a:lnTo>
                <a:lnTo>
                  <a:pt x="429489" y="82457"/>
                </a:lnTo>
                <a:lnTo>
                  <a:pt x="429326" y="82079"/>
                </a:lnTo>
                <a:lnTo>
                  <a:pt x="429173" y="81696"/>
                </a:lnTo>
                <a:lnTo>
                  <a:pt x="429086" y="81459"/>
                </a:lnTo>
                <a:lnTo>
                  <a:pt x="435393" y="45115"/>
                </a:lnTo>
                <a:lnTo>
                  <a:pt x="435508" y="44937"/>
                </a:lnTo>
                <a:lnTo>
                  <a:pt x="435719" y="44621"/>
                </a:lnTo>
                <a:lnTo>
                  <a:pt x="435933" y="44308"/>
                </a:lnTo>
                <a:close/>
                <a:moveTo>
                  <a:pt x="566577" y="66828"/>
                </a:moveTo>
                <a:lnTo>
                  <a:pt x="566548" y="67385"/>
                </a:lnTo>
                <a:lnTo>
                  <a:pt x="566527" y="67941"/>
                </a:lnTo>
                <a:lnTo>
                  <a:pt x="566512" y="68496"/>
                </a:lnTo>
                <a:lnTo>
                  <a:pt x="566504" y="69050"/>
                </a:lnTo>
                <a:lnTo>
                  <a:pt x="566504" y="69602"/>
                </a:lnTo>
                <a:lnTo>
                  <a:pt x="566510" y="70154"/>
                </a:lnTo>
                <a:lnTo>
                  <a:pt x="566523" y="70704"/>
                </a:lnTo>
                <a:lnTo>
                  <a:pt x="566544" y="71253"/>
                </a:lnTo>
                <a:lnTo>
                  <a:pt x="566571" y="71801"/>
                </a:lnTo>
                <a:lnTo>
                  <a:pt x="566605" y="72348"/>
                </a:lnTo>
                <a:lnTo>
                  <a:pt x="566646" y="72894"/>
                </a:lnTo>
                <a:lnTo>
                  <a:pt x="566694" y="73438"/>
                </a:lnTo>
                <a:lnTo>
                  <a:pt x="566749" y="73982"/>
                </a:lnTo>
                <a:lnTo>
                  <a:pt x="566811" y="74524"/>
                </a:lnTo>
                <a:lnTo>
                  <a:pt x="566880" y="75065"/>
                </a:lnTo>
                <a:lnTo>
                  <a:pt x="566956" y="75605"/>
                </a:lnTo>
                <a:lnTo>
                  <a:pt x="567040" y="76143"/>
                </a:lnTo>
                <a:lnTo>
                  <a:pt x="567129" y="76681"/>
                </a:lnTo>
                <a:lnTo>
                  <a:pt x="567226" y="77217"/>
                </a:lnTo>
                <a:lnTo>
                  <a:pt x="567330" y="77751"/>
                </a:lnTo>
                <a:lnTo>
                  <a:pt x="567442" y="78280"/>
                </a:lnTo>
                <a:lnTo>
                  <a:pt x="567560" y="78805"/>
                </a:lnTo>
                <a:lnTo>
                  <a:pt x="567685" y="79326"/>
                </a:lnTo>
                <a:lnTo>
                  <a:pt x="567817" y="79842"/>
                </a:lnTo>
                <a:lnTo>
                  <a:pt x="567957" y="80354"/>
                </a:lnTo>
                <a:lnTo>
                  <a:pt x="568103" y="80862"/>
                </a:lnTo>
                <a:lnTo>
                  <a:pt x="568257" y="81366"/>
                </a:lnTo>
                <a:lnTo>
                  <a:pt x="568418" y="81865"/>
                </a:lnTo>
                <a:lnTo>
                  <a:pt x="568586" y="82360"/>
                </a:lnTo>
                <a:lnTo>
                  <a:pt x="568761" y="82850"/>
                </a:lnTo>
                <a:lnTo>
                  <a:pt x="568943" y="83337"/>
                </a:lnTo>
                <a:lnTo>
                  <a:pt x="569132" y="83819"/>
                </a:lnTo>
                <a:lnTo>
                  <a:pt x="569328" y="84296"/>
                </a:lnTo>
                <a:lnTo>
                  <a:pt x="569531" y="84770"/>
                </a:lnTo>
                <a:lnTo>
                  <a:pt x="569742" y="85239"/>
                </a:lnTo>
                <a:lnTo>
                  <a:pt x="569959" y="85703"/>
                </a:lnTo>
                <a:lnTo>
                  <a:pt x="570184" y="86164"/>
                </a:lnTo>
                <a:lnTo>
                  <a:pt x="570415" y="86620"/>
                </a:lnTo>
                <a:lnTo>
                  <a:pt x="570654" y="87072"/>
                </a:lnTo>
                <a:lnTo>
                  <a:pt x="570900" y="87520"/>
                </a:lnTo>
                <a:lnTo>
                  <a:pt x="571153" y="87963"/>
                </a:lnTo>
                <a:lnTo>
                  <a:pt x="571413" y="88402"/>
                </a:lnTo>
                <a:lnTo>
                  <a:pt x="571680" y="88837"/>
                </a:lnTo>
                <a:lnTo>
                  <a:pt x="571954" y="89265"/>
                </a:lnTo>
                <a:lnTo>
                  <a:pt x="572236" y="89687"/>
                </a:lnTo>
                <a:lnTo>
                  <a:pt x="572525" y="90102"/>
                </a:lnTo>
                <a:lnTo>
                  <a:pt x="572821" y="90509"/>
                </a:lnTo>
                <a:lnTo>
                  <a:pt x="573125" y="90909"/>
                </a:lnTo>
                <a:lnTo>
                  <a:pt x="573436" y="91302"/>
                </a:lnTo>
                <a:lnTo>
                  <a:pt x="573754" y="91688"/>
                </a:lnTo>
                <a:lnTo>
                  <a:pt x="574080" y="92066"/>
                </a:lnTo>
                <a:lnTo>
                  <a:pt x="574413" y="92437"/>
                </a:lnTo>
                <a:lnTo>
                  <a:pt x="574753" y="92801"/>
                </a:lnTo>
                <a:lnTo>
                  <a:pt x="575101" y="93158"/>
                </a:lnTo>
                <a:lnTo>
                  <a:pt x="575455" y="93508"/>
                </a:lnTo>
                <a:lnTo>
                  <a:pt x="575818" y="93850"/>
                </a:lnTo>
                <a:lnTo>
                  <a:pt x="576187" y="94185"/>
                </a:lnTo>
                <a:lnTo>
                  <a:pt x="576564" y="94513"/>
                </a:lnTo>
                <a:lnTo>
                  <a:pt x="576948" y="94834"/>
                </a:lnTo>
                <a:lnTo>
                  <a:pt x="577340" y="95148"/>
                </a:lnTo>
                <a:lnTo>
                  <a:pt x="577739" y="95454"/>
                </a:lnTo>
                <a:lnTo>
                  <a:pt x="578145" y="95753"/>
                </a:lnTo>
                <a:lnTo>
                  <a:pt x="578558" y="96045"/>
                </a:lnTo>
                <a:lnTo>
                  <a:pt x="578979" y="96330"/>
                </a:lnTo>
                <a:lnTo>
                  <a:pt x="579407" y="96607"/>
                </a:lnTo>
                <a:lnTo>
                  <a:pt x="579843" y="96878"/>
                </a:lnTo>
                <a:lnTo>
                  <a:pt x="580286" y="97141"/>
                </a:lnTo>
                <a:lnTo>
                  <a:pt x="580736" y="97395"/>
                </a:lnTo>
                <a:lnTo>
                  <a:pt x="581194" y="97639"/>
                </a:lnTo>
                <a:lnTo>
                  <a:pt x="581660" y="97872"/>
                </a:lnTo>
                <a:lnTo>
                  <a:pt x="582133" y="98094"/>
                </a:lnTo>
                <a:lnTo>
                  <a:pt x="582614" y="98306"/>
                </a:lnTo>
                <a:lnTo>
                  <a:pt x="583103" y="98507"/>
                </a:lnTo>
                <a:lnTo>
                  <a:pt x="583599" y="98698"/>
                </a:lnTo>
                <a:lnTo>
                  <a:pt x="584103" y="98878"/>
                </a:lnTo>
                <a:lnTo>
                  <a:pt x="584615" y="99048"/>
                </a:lnTo>
                <a:lnTo>
                  <a:pt x="585134" y="99207"/>
                </a:lnTo>
                <a:lnTo>
                  <a:pt x="585661" y="99355"/>
                </a:lnTo>
                <a:lnTo>
                  <a:pt x="586196" y="99493"/>
                </a:lnTo>
                <a:lnTo>
                  <a:pt x="586738" y="99620"/>
                </a:lnTo>
                <a:lnTo>
                  <a:pt x="587288" y="99737"/>
                </a:lnTo>
                <a:lnTo>
                  <a:pt x="587846" y="99843"/>
                </a:lnTo>
                <a:lnTo>
                  <a:pt x="588411" y="99939"/>
                </a:lnTo>
                <a:lnTo>
                  <a:pt x="588985" y="100024"/>
                </a:lnTo>
                <a:lnTo>
                  <a:pt x="589565" y="100098"/>
                </a:lnTo>
                <a:lnTo>
                  <a:pt x="590154" y="100162"/>
                </a:lnTo>
                <a:lnTo>
                  <a:pt x="590750" y="100215"/>
                </a:lnTo>
                <a:lnTo>
                  <a:pt x="591354" y="100258"/>
                </a:lnTo>
                <a:lnTo>
                  <a:pt x="591965" y="100290"/>
                </a:lnTo>
                <a:lnTo>
                  <a:pt x="592584" y="100311"/>
                </a:lnTo>
                <a:lnTo>
                  <a:pt x="593211" y="100322"/>
                </a:lnTo>
                <a:lnTo>
                  <a:pt x="593850" y="100322"/>
                </a:lnTo>
                <a:lnTo>
                  <a:pt x="594485" y="100312"/>
                </a:lnTo>
                <a:lnTo>
                  <a:pt x="595114" y="100291"/>
                </a:lnTo>
                <a:lnTo>
                  <a:pt x="595739" y="100260"/>
                </a:lnTo>
                <a:lnTo>
                  <a:pt x="596359" y="100218"/>
                </a:lnTo>
                <a:lnTo>
                  <a:pt x="596974" y="100165"/>
                </a:lnTo>
                <a:lnTo>
                  <a:pt x="597584" y="100102"/>
                </a:lnTo>
                <a:lnTo>
                  <a:pt x="598189" y="100028"/>
                </a:lnTo>
                <a:lnTo>
                  <a:pt x="598790" y="99944"/>
                </a:lnTo>
                <a:lnTo>
                  <a:pt x="599385" y="99849"/>
                </a:lnTo>
                <a:lnTo>
                  <a:pt x="599975" y="99743"/>
                </a:lnTo>
                <a:lnTo>
                  <a:pt x="600561" y="99627"/>
                </a:lnTo>
                <a:lnTo>
                  <a:pt x="601142" y="99500"/>
                </a:lnTo>
                <a:lnTo>
                  <a:pt x="601718" y="99363"/>
                </a:lnTo>
                <a:lnTo>
                  <a:pt x="602289" y="99215"/>
                </a:lnTo>
                <a:lnTo>
                  <a:pt x="602855" y="99057"/>
                </a:lnTo>
                <a:lnTo>
                  <a:pt x="603416" y="98888"/>
                </a:lnTo>
                <a:lnTo>
                  <a:pt x="603972" y="98708"/>
                </a:lnTo>
                <a:lnTo>
                  <a:pt x="604524" y="98518"/>
                </a:lnTo>
                <a:lnTo>
                  <a:pt x="605070" y="98318"/>
                </a:lnTo>
                <a:lnTo>
                  <a:pt x="605612" y="98106"/>
                </a:lnTo>
                <a:lnTo>
                  <a:pt x="606149" y="97884"/>
                </a:lnTo>
                <a:lnTo>
                  <a:pt x="606681" y="97652"/>
                </a:lnTo>
                <a:lnTo>
                  <a:pt x="607208" y="97409"/>
                </a:lnTo>
                <a:lnTo>
                  <a:pt x="607730" y="97157"/>
                </a:lnTo>
                <a:lnTo>
                  <a:pt x="608246" y="96897"/>
                </a:lnTo>
                <a:lnTo>
                  <a:pt x="608756" y="96629"/>
                </a:lnTo>
                <a:lnTo>
                  <a:pt x="609261" y="96354"/>
                </a:lnTo>
                <a:lnTo>
                  <a:pt x="609760" y="96071"/>
                </a:lnTo>
                <a:lnTo>
                  <a:pt x="610253" y="95781"/>
                </a:lnTo>
                <a:lnTo>
                  <a:pt x="610741" y="95482"/>
                </a:lnTo>
                <a:lnTo>
                  <a:pt x="611222" y="95176"/>
                </a:lnTo>
                <a:lnTo>
                  <a:pt x="611699" y="94863"/>
                </a:lnTo>
                <a:lnTo>
                  <a:pt x="612169" y="94542"/>
                </a:lnTo>
                <a:lnTo>
                  <a:pt x="612634" y="94213"/>
                </a:lnTo>
                <a:lnTo>
                  <a:pt x="613093" y="93876"/>
                </a:lnTo>
                <a:lnTo>
                  <a:pt x="613546" y="93532"/>
                </a:lnTo>
                <a:lnTo>
                  <a:pt x="613994" y="93180"/>
                </a:lnTo>
                <a:lnTo>
                  <a:pt x="614436" y="92820"/>
                </a:lnTo>
                <a:lnTo>
                  <a:pt x="614872" y="92453"/>
                </a:lnTo>
                <a:lnTo>
                  <a:pt x="615303" y="92078"/>
                </a:lnTo>
                <a:lnTo>
                  <a:pt x="615728" y="91695"/>
                </a:lnTo>
                <a:lnTo>
                  <a:pt x="616147" y="91305"/>
                </a:lnTo>
                <a:lnTo>
                  <a:pt x="616561" y="90907"/>
                </a:lnTo>
                <a:lnTo>
                  <a:pt x="616968" y="90501"/>
                </a:lnTo>
                <a:lnTo>
                  <a:pt x="617370" y="90088"/>
                </a:lnTo>
                <a:lnTo>
                  <a:pt x="617767" y="89667"/>
                </a:lnTo>
                <a:lnTo>
                  <a:pt x="618158" y="89238"/>
                </a:lnTo>
                <a:lnTo>
                  <a:pt x="618542" y="88803"/>
                </a:lnTo>
                <a:lnTo>
                  <a:pt x="618921" y="88364"/>
                </a:lnTo>
                <a:lnTo>
                  <a:pt x="619294" y="87919"/>
                </a:lnTo>
                <a:lnTo>
                  <a:pt x="619661" y="87469"/>
                </a:lnTo>
                <a:lnTo>
                  <a:pt x="620021" y="87015"/>
                </a:lnTo>
                <a:lnTo>
                  <a:pt x="620376" y="86555"/>
                </a:lnTo>
                <a:lnTo>
                  <a:pt x="620725" y="86091"/>
                </a:lnTo>
                <a:lnTo>
                  <a:pt x="621067" y="85622"/>
                </a:lnTo>
                <a:lnTo>
                  <a:pt x="621404" y="85148"/>
                </a:lnTo>
                <a:lnTo>
                  <a:pt x="621734" y="84669"/>
                </a:lnTo>
                <a:lnTo>
                  <a:pt x="622058" y="84185"/>
                </a:lnTo>
                <a:lnTo>
                  <a:pt x="622377" y="83697"/>
                </a:lnTo>
                <a:lnTo>
                  <a:pt x="622689" y="83203"/>
                </a:lnTo>
                <a:lnTo>
                  <a:pt x="622995" y="82705"/>
                </a:lnTo>
                <a:lnTo>
                  <a:pt x="623296" y="82201"/>
                </a:lnTo>
                <a:lnTo>
                  <a:pt x="623590" y="81693"/>
                </a:lnTo>
                <a:lnTo>
                  <a:pt x="623878" y="81180"/>
                </a:lnTo>
                <a:lnTo>
                  <a:pt x="624160" y="80662"/>
                </a:lnTo>
                <a:lnTo>
                  <a:pt x="624436" y="80139"/>
                </a:lnTo>
                <a:lnTo>
                  <a:pt x="624706" y="79611"/>
                </a:lnTo>
                <a:lnTo>
                  <a:pt x="624970" y="79079"/>
                </a:lnTo>
                <a:lnTo>
                  <a:pt x="625228" y="78541"/>
                </a:lnTo>
                <a:lnTo>
                  <a:pt x="625480" y="77999"/>
                </a:lnTo>
                <a:lnTo>
                  <a:pt x="625725" y="77452"/>
                </a:lnTo>
                <a:lnTo>
                  <a:pt x="625965" y="76901"/>
                </a:lnTo>
                <a:lnTo>
                  <a:pt x="626198" y="76349"/>
                </a:lnTo>
                <a:lnTo>
                  <a:pt x="626424" y="75795"/>
                </a:lnTo>
                <a:lnTo>
                  <a:pt x="626643" y="75239"/>
                </a:lnTo>
                <a:lnTo>
                  <a:pt x="626856" y="74681"/>
                </a:lnTo>
                <a:lnTo>
                  <a:pt x="627063" y="74122"/>
                </a:lnTo>
                <a:lnTo>
                  <a:pt x="627262" y="73561"/>
                </a:lnTo>
                <a:lnTo>
                  <a:pt x="627455" y="72998"/>
                </a:lnTo>
                <a:lnTo>
                  <a:pt x="627642" y="72433"/>
                </a:lnTo>
                <a:lnTo>
                  <a:pt x="627822" y="71867"/>
                </a:lnTo>
                <a:lnTo>
                  <a:pt x="627995" y="71299"/>
                </a:lnTo>
                <a:lnTo>
                  <a:pt x="628161" y="70729"/>
                </a:lnTo>
                <a:lnTo>
                  <a:pt x="628321" y="70158"/>
                </a:lnTo>
                <a:lnTo>
                  <a:pt x="628475" y="69585"/>
                </a:lnTo>
                <a:lnTo>
                  <a:pt x="628621" y="69010"/>
                </a:lnTo>
                <a:lnTo>
                  <a:pt x="628761" y="68433"/>
                </a:lnTo>
                <a:lnTo>
                  <a:pt x="628895" y="67854"/>
                </a:lnTo>
                <a:lnTo>
                  <a:pt x="629022" y="67274"/>
                </a:lnTo>
                <a:lnTo>
                  <a:pt x="629142" y="66692"/>
                </a:lnTo>
                <a:lnTo>
                  <a:pt x="629255" y="66108"/>
                </a:lnTo>
                <a:lnTo>
                  <a:pt x="629362" y="65523"/>
                </a:lnTo>
                <a:lnTo>
                  <a:pt x="629462" y="64936"/>
                </a:lnTo>
                <a:lnTo>
                  <a:pt x="629556" y="64347"/>
                </a:lnTo>
                <a:lnTo>
                  <a:pt x="629643" y="63756"/>
                </a:lnTo>
                <a:lnTo>
                  <a:pt x="629911" y="61613"/>
                </a:lnTo>
                <a:lnTo>
                  <a:pt x="629974" y="61050"/>
                </a:lnTo>
                <a:lnTo>
                  <a:pt x="630031" y="60488"/>
                </a:lnTo>
                <a:lnTo>
                  <a:pt x="630081" y="59927"/>
                </a:lnTo>
                <a:lnTo>
                  <a:pt x="630124" y="59367"/>
                </a:lnTo>
                <a:lnTo>
                  <a:pt x="630160" y="58808"/>
                </a:lnTo>
                <a:lnTo>
                  <a:pt x="630189" y="58250"/>
                </a:lnTo>
                <a:lnTo>
                  <a:pt x="630212" y="57693"/>
                </a:lnTo>
                <a:lnTo>
                  <a:pt x="630227" y="57137"/>
                </a:lnTo>
                <a:lnTo>
                  <a:pt x="630236" y="56582"/>
                </a:lnTo>
                <a:lnTo>
                  <a:pt x="630238" y="56029"/>
                </a:lnTo>
                <a:lnTo>
                  <a:pt x="630233" y="55476"/>
                </a:lnTo>
                <a:lnTo>
                  <a:pt x="630221" y="54924"/>
                </a:lnTo>
                <a:lnTo>
                  <a:pt x="630202" y="54374"/>
                </a:lnTo>
                <a:lnTo>
                  <a:pt x="630176" y="53824"/>
                </a:lnTo>
                <a:lnTo>
                  <a:pt x="630144" y="53276"/>
                </a:lnTo>
                <a:lnTo>
                  <a:pt x="630104" y="52728"/>
                </a:lnTo>
                <a:lnTo>
                  <a:pt x="630058" y="52182"/>
                </a:lnTo>
                <a:lnTo>
                  <a:pt x="630005" y="51636"/>
                </a:lnTo>
                <a:lnTo>
                  <a:pt x="629945" y="51092"/>
                </a:lnTo>
                <a:lnTo>
                  <a:pt x="629878" y="50549"/>
                </a:lnTo>
                <a:lnTo>
                  <a:pt x="629805" y="50007"/>
                </a:lnTo>
                <a:lnTo>
                  <a:pt x="629724" y="49465"/>
                </a:lnTo>
                <a:lnTo>
                  <a:pt x="629637" y="48925"/>
                </a:lnTo>
                <a:lnTo>
                  <a:pt x="629543" y="48386"/>
                </a:lnTo>
                <a:lnTo>
                  <a:pt x="629441" y="47850"/>
                </a:lnTo>
                <a:lnTo>
                  <a:pt x="629333" y="47318"/>
                </a:lnTo>
                <a:lnTo>
                  <a:pt x="629217" y="46790"/>
                </a:lnTo>
                <a:lnTo>
                  <a:pt x="629094" y="46266"/>
                </a:lnTo>
                <a:lnTo>
                  <a:pt x="628964" y="45747"/>
                </a:lnTo>
                <a:lnTo>
                  <a:pt x="628827" y="45232"/>
                </a:lnTo>
                <a:lnTo>
                  <a:pt x="628682" y="44722"/>
                </a:lnTo>
                <a:lnTo>
                  <a:pt x="628531" y="44215"/>
                </a:lnTo>
                <a:lnTo>
                  <a:pt x="628372" y="43713"/>
                </a:lnTo>
                <a:lnTo>
                  <a:pt x="628206" y="43216"/>
                </a:lnTo>
                <a:lnTo>
                  <a:pt x="628032" y="42722"/>
                </a:lnTo>
                <a:lnTo>
                  <a:pt x="627852" y="42233"/>
                </a:lnTo>
                <a:lnTo>
                  <a:pt x="627664" y="41749"/>
                </a:lnTo>
                <a:lnTo>
                  <a:pt x="627469" y="41268"/>
                </a:lnTo>
                <a:lnTo>
                  <a:pt x="627267" y="40792"/>
                </a:lnTo>
                <a:lnTo>
                  <a:pt x="627057" y="40320"/>
                </a:lnTo>
                <a:lnTo>
                  <a:pt x="626841" y="39852"/>
                </a:lnTo>
                <a:lnTo>
                  <a:pt x="626617" y="39389"/>
                </a:lnTo>
                <a:lnTo>
                  <a:pt x="626386" y="38930"/>
                </a:lnTo>
                <a:lnTo>
                  <a:pt x="626148" y="38476"/>
                </a:lnTo>
                <a:lnTo>
                  <a:pt x="625902" y="38025"/>
                </a:lnTo>
                <a:lnTo>
                  <a:pt x="625649" y="37579"/>
                </a:lnTo>
                <a:lnTo>
                  <a:pt x="625390" y="37137"/>
                </a:lnTo>
                <a:lnTo>
                  <a:pt x="625123" y="36700"/>
                </a:lnTo>
                <a:lnTo>
                  <a:pt x="624848" y="36268"/>
                </a:lnTo>
                <a:lnTo>
                  <a:pt x="624566" y="35844"/>
                </a:lnTo>
                <a:lnTo>
                  <a:pt x="624277" y="35427"/>
                </a:lnTo>
                <a:lnTo>
                  <a:pt x="623980" y="35017"/>
                </a:lnTo>
                <a:lnTo>
                  <a:pt x="623676" y="34615"/>
                </a:lnTo>
                <a:lnTo>
                  <a:pt x="623365" y="34220"/>
                </a:lnTo>
                <a:lnTo>
                  <a:pt x="623046" y="33832"/>
                </a:lnTo>
                <a:lnTo>
                  <a:pt x="622719" y="33452"/>
                </a:lnTo>
                <a:lnTo>
                  <a:pt x="622385" y="33079"/>
                </a:lnTo>
                <a:lnTo>
                  <a:pt x="622044" y="32713"/>
                </a:lnTo>
                <a:lnTo>
                  <a:pt x="621695" y="32355"/>
                </a:lnTo>
                <a:lnTo>
                  <a:pt x="621339" y="32004"/>
                </a:lnTo>
                <a:lnTo>
                  <a:pt x="620975" y="31660"/>
                </a:lnTo>
                <a:lnTo>
                  <a:pt x="620604" y="31323"/>
                </a:lnTo>
                <a:lnTo>
                  <a:pt x="620225" y="30994"/>
                </a:lnTo>
                <a:lnTo>
                  <a:pt x="619839" y="30673"/>
                </a:lnTo>
                <a:lnTo>
                  <a:pt x="619446" y="30358"/>
                </a:lnTo>
                <a:lnTo>
                  <a:pt x="619045" y="30051"/>
                </a:lnTo>
                <a:lnTo>
                  <a:pt x="618637" y="29751"/>
                </a:lnTo>
                <a:lnTo>
                  <a:pt x="618221" y="29459"/>
                </a:lnTo>
                <a:lnTo>
                  <a:pt x="617798" y="29174"/>
                </a:lnTo>
                <a:lnTo>
                  <a:pt x="617367" y="28896"/>
                </a:lnTo>
                <a:lnTo>
                  <a:pt x="616929" y="28625"/>
                </a:lnTo>
                <a:lnTo>
                  <a:pt x="616483" y="28362"/>
                </a:lnTo>
                <a:lnTo>
                  <a:pt x="616030" y="28108"/>
                </a:lnTo>
                <a:lnTo>
                  <a:pt x="615570" y="27864"/>
                </a:lnTo>
                <a:lnTo>
                  <a:pt x="615102" y="27631"/>
                </a:lnTo>
                <a:lnTo>
                  <a:pt x="614626" y="27409"/>
                </a:lnTo>
                <a:lnTo>
                  <a:pt x="614143" y="27197"/>
                </a:lnTo>
                <a:lnTo>
                  <a:pt x="613652" y="26995"/>
                </a:lnTo>
                <a:lnTo>
                  <a:pt x="613153" y="26805"/>
                </a:lnTo>
                <a:lnTo>
                  <a:pt x="612647" y="26625"/>
                </a:lnTo>
                <a:lnTo>
                  <a:pt x="612134" y="26455"/>
                </a:lnTo>
                <a:lnTo>
                  <a:pt x="611613" y="26296"/>
                </a:lnTo>
                <a:lnTo>
                  <a:pt x="611084" y="26148"/>
                </a:lnTo>
                <a:lnTo>
                  <a:pt x="610548" y="26010"/>
                </a:lnTo>
                <a:lnTo>
                  <a:pt x="610004" y="25882"/>
                </a:lnTo>
                <a:lnTo>
                  <a:pt x="609453" y="25766"/>
                </a:lnTo>
                <a:lnTo>
                  <a:pt x="608894" y="25660"/>
                </a:lnTo>
                <a:lnTo>
                  <a:pt x="608328" y="25564"/>
                </a:lnTo>
                <a:lnTo>
                  <a:pt x="607754" y="25479"/>
                </a:lnTo>
                <a:lnTo>
                  <a:pt x="607172" y="25405"/>
                </a:lnTo>
                <a:lnTo>
                  <a:pt x="606583" y="25341"/>
                </a:lnTo>
                <a:lnTo>
                  <a:pt x="605987" y="25288"/>
                </a:lnTo>
                <a:lnTo>
                  <a:pt x="605382" y="25245"/>
                </a:lnTo>
                <a:lnTo>
                  <a:pt x="604771" y="25213"/>
                </a:lnTo>
                <a:lnTo>
                  <a:pt x="604151" y="25192"/>
                </a:lnTo>
                <a:lnTo>
                  <a:pt x="603525" y="25181"/>
                </a:lnTo>
                <a:lnTo>
                  <a:pt x="602880" y="25175"/>
                </a:lnTo>
                <a:lnTo>
                  <a:pt x="602240" y="25180"/>
                </a:lnTo>
                <a:lnTo>
                  <a:pt x="601605" y="25197"/>
                </a:lnTo>
                <a:lnTo>
                  <a:pt x="600976" y="25224"/>
                </a:lnTo>
                <a:lnTo>
                  <a:pt x="600352" y="25262"/>
                </a:lnTo>
                <a:lnTo>
                  <a:pt x="599732" y="25311"/>
                </a:lnTo>
                <a:lnTo>
                  <a:pt x="599118" y="25371"/>
                </a:lnTo>
                <a:lnTo>
                  <a:pt x="598509" y="25441"/>
                </a:lnTo>
                <a:lnTo>
                  <a:pt x="597905" y="25523"/>
                </a:lnTo>
                <a:lnTo>
                  <a:pt x="597306" y="25616"/>
                </a:lnTo>
                <a:lnTo>
                  <a:pt x="596713" y="25719"/>
                </a:lnTo>
                <a:lnTo>
                  <a:pt x="596124" y="25834"/>
                </a:lnTo>
                <a:lnTo>
                  <a:pt x="595541" y="25959"/>
                </a:lnTo>
                <a:lnTo>
                  <a:pt x="594963" y="26096"/>
                </a:lnTo>
                <a:lnTo>
                  <a:pt x="594389" y="26243"/>
                </a:lnTo>
                <a:lnTo>
                  <a:pt x="593821" y="26401"/>
                </a:lnTo>
                <a:lnTo>
                  <a:pt x="593258" y="26570"/>
                </a:lnTo>
                <a:lnTo>
                  <a:pt x="592700" y="26751"/>
                </a:lnTo>
                <a:lnTo>
                  <a:pt x="592148" y="26942"/>
                </a:lnTo>
                <a:lnTo>
                  <a:pt x="591600" y="27144"/>
                </a:lnTo>
                <a:lnTo>
                  <a:pt x="591058" y="27356"/>
                </a:lnTo>
                <a:lnTo>
                  <a:pt x="590520" y="27580"/>
                </a:lnTo>
                <a:lnTo>
                  <a:pt x="589988" y="27815"/>
                </a:lnTo>
                <a:lnTo>
                  <a:pt x="589461" y="28061"/>
                </a:lnTo>
                <a:lnTo>
                  <a:pt x="588939" y="28316"/>
                </a:lnTo>
                <a:lnTo>
                  <a:pt x="588423" y="28578"/>
                </a:lnTo>
                <a:lnTo>
                  <a:pt x="587913" y="28849"/>
                </a:lnTo>
                <a:lnTo>
                  <a:pt x="587408" y="29127"/>
                </a:lnTo>
                <a:lnTo>
                  <a:pt x="586909" y="29412"/>
                </a:lnTo>
                <a:lnTo>
                  <a:pt x="586416" y="29706"/>
                </a:lnTo>
                <a:lnTo>
                  <a:pt x="585928" y="30007"/>
                </a:lnTo>
                <a:lnTo>
                  <a:pt x="585446" y="30315"/>
                </a:lnTo>
                <a:lnTo>
                  <a:pt x="584970" y="30632"/>
                </a:lnTo>
                <a:lnTo>
                  <a:pt x="584500" y="30956"/>
                </a:lnTo>
                <a:lnTo>
                  <a:pt x="584035" y="31287"/>
                </a:lnTo>
                <a:lnTo>
                  <a:pt x="583576" y="31627"/>
                </a:lnTo>
                <a:lnTo>
                  <a:pt x="583122" y="31974"/>
                </a:lnTo>
                <a:lnTo>
                  <a:pt x="582675" y="32329"/>
                </a:lnTo>
                <a:lnTo>
                  <a:pt x="582233" y="32691"/>
                </a:lnTo>
                <a:lnTo>
                  <a:pt x="581796" y="33061"/>
                </a:lnTo>
                <a:lnTo>
                  <a:pt x="581366" y="33439"/>
                </a:lnTo>
                <a:lnTo>
                  <a:pt x="580941" y="33824"/>
                </a:lnTo>
                <a:lnTo>
                  <a:pt x="580522" y="34217"/>
                </a:lnTo>
                <a:lnTo>
                  <a:pt x="580108" y="34618"/>
                </a:lnTo>
                <a:lnTo>
                  <a:pt x="579700" y="35027"/>
                </a:lnTo>
                <a:lnTo>
                  <a:pt x="579298" y="35443"/>
                </a:lnTo>
                <a:lnTo>
                  <a:pt x="578902" y="35867"/>
                </a:lnTo>
                <a:lnTo>
                  <a:pt x="578511" y="36298"/>
                </a:lnTo>
                <a:lnTo>
                  <a:pt x="578126" y="36736"/>
                </a:lnTo>
                <a:lnTo>
                  <a:pt x="577748" y="37178"/>
                </a:lnTo>
                <a:lnTo>
                  <a:pt x="577375" y="37626"/>
                </a:lnTo>
                <a:lnTo>
                  <a:pt x="577009" y="38078"/>
                </a:lnTo>
                <a:lnTo>
                  <a:pt x="576649" y="38536"/>
                </a:lnTo>
                <a:lnTo>
                  <a:pt x="576295" y="38998"/>
                </a:lnTo>
                <a:lnTo>
                  <a:pt x="575947" y="39465"/>
                </a:lnTo>
                <a:lnTo>
                  <a:pt x="575605" y="39937"/>
                </a:lnTo>
                <a:lnTo>
                  <a:pt x="575270" y="40414"/>
                </a:lnTo>
                <a:lnTo>
                  <a:pt x="574940" y="40895"/>
                </a:lnTo>
                <a:lnTo>
                  <a:pt x="574617" y="41382"/>
                </a:lnTo>
                <a:lnTo>
                  <a:pt x="574300" y="41873"/>
                </a:lnTo>
                <a:lnTo>
                  <a:pt x="573989" y="42370"/>
                </a:lnTo>
                <a:lnTo>
                  <a:pt x="573685" y="42871"/>
                </a:lnTo>
                <a:lnTo>
                  <a:pt x="573386" y="43377"/>
                </a:lnTo>
                <a:lnTo>
                  <a:pt x="573094" y="43888"/>
                </a:lnTo>
                <a:lnTo>
                  <a:pt x="572808" y="44404"/>
                </a:lnTo>
                <a:lnTo>
                  <a:pt x="572528" y="44925"/>
                </a:lnTo>
                <a:lnTo>
                  <a:pt x="572254" y="45450"/>
                </a:lnTo>
                <a:lnTo>
                  <a:pt x="571986" y="45981"/>
                </a:lnTo>
                <a:lnTo>
                  <a:pt x="571724" y="46516"/>
                </a:lnTo>
                <a:lnTo>
                  <a:pt x="571469" y="47057"/>
                </a:lnTo>
                <a:lnTo>
                  <a:pt x="571220" y="47602"/>
                </a:lnTo>
                <a:lnTo>
                  <a:pt x="570977" y="48152"/>
                </a:lnTo>
                <a:lnTo>
                  <a:pt x="570740" y="48705"/>
                </a:lnTo>
                <a:lnTo>
                  <a:pt x="570510" y="49260"/>
                </a:lnTo>
                <a:lnTo>
                  <a:pt x="570286" y="49817"/>
                </a:lnTo>
                <a:lnTo>
                  <a:pt x="570069" y="50375"/>
                </a:lnTo>
                <a:lnTo>
                  <a:pt x="569858" y="50935"/>
                </a:lnTo>
                <a:lnTo>
                  <a:pt x="569654" y="51496"/>
                </a:lnTo>
                <a:lnTo>
                  <a:pt x="569456" y="52059"/>
                </a:lnTo>
                <a:lnTo>
                  <a:pt x="569265" y="52624"/>
                </a:lnTo>
                <a:lnTo>
                  <a:pt x="569081" y="53190"/>
                </a:lnTo>
                <a:lnTo>
                  <a:pt x="568903" y="53758"/>
                </a:lnTo>
                <a:lnTo>
                  <a:pt x="568731" y="54328"/>
                </a:lnTo>
                <a:lnTo>
                  <a:pt x="568566" y="54899"/>
                </a:lnTo>
                <a:lnTo>
                  <a:pt x="568407" y="55472"/>
                </a:lnTo>
                <a:lnTo>
                  <a:pt x="568255" y="56046"/>
                </a:lnTo>
                <a:lnTo>
                  <a:pt x="568110" y="56623"/>
                </a:lnTo>
                <a:lnTo>
                  <a:pt x="567971" y="57200"/>
                </a:lnTo>
                <a:lnTo>
                  <a:pt x="567838" y="57780"/>
                </a:lnTo>
                <a:lnTo>
                  <a:pt x="567712" y="58361"/>
                </a:lnTo>
                <a:lnTo>
                  <a:pt x="567592" y="58943"/>
                </a:lnTo>
                <a:lnTo>
                  <a:pt x="567479" y="59528"/>
                </a:lnTo>
                <a:lnTo>
                  <a:pt x="567373" y="60113"/>
                </a:lnTo>
                <a:lnTo>
                  <a:pt x="567273" y="60701"/>
                </a:lnTo>
                <a:lnTo>
                  <a:pt x="567179" y="61290"/>
                </a:lnTo>
                <a:lnTo>
                  <a:pt x="567093" y="61881"/>
                </a:lnTo>
                <a:lnTo>
                  <a:pt x="566825" y="64024"/>
                </a:lnTo>
                <a:lnTo>
                  <a:pt x="566761" y="64587"/>
                </a:lnTo>
                <a:lnTo>
                  <a:pt x="566705" y="65149"/>
                </a:lnTo>
                <a:lnTo>
                  <a:pt x="566655" y="65710"/>
                </a:lnTo>
                <a:lnTo>
                  <a:pt x="566613" y="66269"/>
                </a:lnTo>
                <a:lnTo>
                  <a:pt x="566577" y="66828"/>
                </a:lnTo>
                <a:close/>
                <a:moveTo>
                  <a:pt x="575392" y="59625"/>
                </a:moveTo>
                <a:lnTo>
                  <a:pt x="575487" y="59175"/>
                </a:lnTo>
                <a:lnTo>
                  <a:pt x="575586" y="58725"/>
                </a:lnTo>
                <a:lnTo>
                  <a:pt x="575691" y="58276"/>
                </a:lnTo>
                <a:lnTo>
                  <a:pt x="575800" y="57827"/>
                </a:lnTo>
                <a:lnTo>
                  <a:pt x="575915" y="57378"/>
                </a:lnTo>
                <a:lnTo>
                  <a:pt x="576034" y="56929"/>
                </a:lnTo>
                <a:lnTo>
                  <a:pt x="576159" y="56481"/>
                </a:lnTo>
                <a:lnTo>
                  <a:pt x="576288" y="56034"/>
                </a:lnTo>
                <a:lnTo>
                  <a:pt x="576423" y="55586"/>
                </a:lnTo>
                <a:lnTo>
                  <a:pt x="576562" y="55139"/>
                </a:lnTo>
                <a:lnTo>
                  <a:pt x="576707" y="54693"/>
                </a:lnTo>
                <a:lnTo>
                  <a:pt x="576856" y="54246"/>
                </a:lnTo>
                <a:lnTo>
                  <a:pt x="577010" y="53800"/>
                </a:lnTo>
                <a:lnTo>
                  <a:pt x="577170" y="53355"/>
                </a:lnTo>
                <a:lnTo>
                  <a:pt x="577334" y="52910"/>
                </a:lnTo>
                <a:lnTo>
                  <a:pt x="577504" y="52465"/>
                </a:lnTo>
                <a:lnTo>
                  <a:pt x="577678" y="52020"/>
                </a:lnTo>
                <a:lnTo>
                  <a:pt x="577858" y="51576"/>
                </a:lnTo>
                <a:lnTo>
                  <a:pt x="578042" y="51132"/>
                </a:lnTo>
                <a:lnTo>
                  <a:pt x="578232" y="50690"/>
                </a:lnTo>
                <a:lnTo>
                  <a:pt x="578425" y="50251"/>
                </a:lnTo>
                <a:lnTo>
                  <a:pt x="578624" y="49816"/>
                </a:lnTo>
                <a:lnTo>
                  <a:pt x="578827" y="49384"/>
                </a:lnTo>
                <a:lnTo>
                  <a:pt x="579035" y="48956"/>
                </a:lnTo>
                <a:lnTo>
                  <a:pt x="579248" y="48531"/>
                </a:lnTo>
                <a:lnTo>
                  <a:pt x="579465" y="48109"/>
                </a:lnTo>
                <a:lnTo>
                  <a:pt x="579687" y="47691"/>
                </a:lnTo>
                <a:lnTo>
                  <a:pt x="579913" y="47275"/>
                </a:lnTo>
                <a:lnTo>
                  <a:pt x="580144" y="46864"/>
                </a:lnTo>
                <a:lnTo>
                  <a:pt x="580380" y="46456"/>
                </a:lnTo>
                <a:lnTo>
                  <a:pt x="580621" y="46051"/>
                </a:lnTo>
                <a:lnTo>
                  <a:pt x="580866" y="45649"/>
                </a:lnTo>
                <a:lnTo>
                  <a:pt x="581115" y="45251"/>
                </a:lnTo>
                <a:lnTo>
                  <a:pt x="581370" y="44856"/>
                </a:lnTo>
                <a:lnTo>
                  <a:pt x="581629" y="44465"/>
                </a:lnTo>
                <a:lnTo>
                  <a:pt x="581893" y="44077"/>
                </a:lnTo>
                <a:lnTo>
                  <a:pt x="582161" y="43692"/>
                </a:lnTo>
                <a:lnTo>
                  <a:pt x="582434" y="43311"/>
                </a:lnTo>
                <a:lnTo>
                  <a:pt x="582712" y="42933"/>
                </a:lnTo>
                <a:lnTo>
                  <a:pt x="582994" y="42558"/>
                </a:lnTo>
                <a:lnTo>
                  <a:pt x="583281" y="42187"/>
                </a:lnTo>
                <a:lnTo>
                  <a:pt x="583572" y="41819"/>
                </a:lnTo>
                <a:lnTo>
                  <a:pt x="583869" y="41455"/>
                </a:lnTo>
                <a:lnTo>
                  <a:pt x="584169" y="41095"/>
                </a:lnTo>
                <a:lnTo>
                  <a:pt x="584475" y="40742"/>
                </a:lnTo>
                <a:lnTo>
                  <a:pt x="584784" y="40394"/>
                </a:lnTo>
                <a:lnTo>
                  <a:pt x="585098" y="40053"/>
                </a:lnTo>
                <a:lnTo>
                  <a:pt x="585417" y="39718"/>
                </a:lnTo>
                <a:lnTo>
                  <a:pt x="585740" y="39389"/>
                </a:lnTo>
                <a:lnTo>
                  <a:pt x="586067" y="39066"/>
                </a:lnTo>
                <a:lnTo>
                  <a:pt x="586399" y="38750"/>
                </a:lnTo>
                <a:lnTo>
                  <a:pt x="586735" y="38440"/>
                </a:lnTo>
                <a:lnTo>
                  <a:pt x="587075" y="38135"/>
                </a:lnTo>
                <a:lnTo>
                  <a:pt x="587420" y="37837"/>
                </a:lnTo>
                <a:lnTo>
                  <a:pt x="587770" y="37545"/>
                </a:lnTo>
                <a:lnTo>
                  <a:pt x="588124" y="37260"/>
                </a:lnTo>
                <a:lnTo>
                  <a:pt x="588482" y="36980"/>
                </a:lnTo>
                <a:lnTo>
                  <a:pt x="588844" y="36707"/>
                </a:lnTo>
                <a:lnTo>
                  <a:pt x="589211" y="36439"/>
                </a:lnTo>
                <a:lnTo>
                  <a:pt x="589583" y="36178"/>
                </a:lnTo>
                <a:lnTo>
                  <a:pt x="589959" y="35923"/>
                </a:lnTo>
                <a:lnTo>
                  <a:pt x="590339" y="35675"/>
                </a:lnTo>
                <a:lnTo>
                  <a:pt x="590724" y="35432"/>
                </a:lnTo>
                <a:lnTo>
                  <a:pt x="591113" y="35196"/>
                </a:lnTo>
                <a:lnTo>
                  <a:pt x="591507" y="34965"/>
                </a:lnTo>
                <a:lnTo>
                  <a:pt x="591905" y="34741"/>
                </a:lnTo>
                <a:lnTo>
                  <a:pt x="592307" y="34523"/>
                </a:lnTo>
                <a:lnTo>
                  <a:pt x="592714" y="34313"/>
                </a:lnTo>
                <a:lnTo>
                  <a:pt x="593125" y="34112"/>
                </a:lnTo>
                <a:lnTo>
                  <a:pt x="593541" y="33921"/>
                </a:lnTo>
                <a:lnTo>
                  <a:pt x="593962" y="33739"/>
                </a:lnTo>
                <a:lnTo>
                  <a:pt x="594387" y="33567"/>
                </a:lnTo>
                <a:lnTo>
                  <a:pt x="594816" y="33404"/>
                </a:lnTo>
                <a:lnTo>
                  <a:pt x="595250" y="33250"/>
                </a:lnTo>
                <a:lnTo>
                  <a:pt x="595689" y="33106"/>
                </a:lnTo>
                <a:lnTo>
                  <a:pt x="596132" y="32971"/>
                </a:lnTo>
                <a:lnTo>
                  <a:pt x="596580" y="32846"/>
                </a:lnTo>
                <a:lnTo>
                  <a:pt x="597032" y="32730"/>
                </a:lnTo>
                <a:lnTo>
                  <a:pt x="597489" y="32623"/>
                </a:lnTo>
                <a:lnTo>
                  <a:pt x="597950" y="32526"/>
                </a:lnTo>
                <a:lnTo>
                  <a:pt x="598416" y="32438"/>
                </a:lnTo>
                <a:lnTo>
                  <a:pt x="598886" y="32360"/>
                </a:lnTo>
                <a:lnTo>
                  <a:pt x="599361" y="32291"/>
                </a:lnTo>
                <a:lnTo>
                  <a:pt x="599841" y="32232"/>
                </a:lnTo>
                <a:lnTo>
                  <a:pt x="600325" y="32181"/>
                </a:lnTo>
                <a:lnTo>
                  <a:pt x="600813" y="32141"/>
                </a:lnTo>
                <a:lnTo>
                  <a:pt x="601306" y="32110"/>
                </a:lnTo>
                <a:lnTo>
                  <a:pt x="601804" y="32088"/>
                </a:lnTo>
                <a:lnTo>
                  <a:pt x="602306" y="32075"/>
                </a:lnTo>
                <a:lnTo>
                  <a:pt x="602812" y="32072"/>
                </a:lnTo>
                <a:lnTo>
                  <a:pt x="603324" y="32079"/>
                </a:lnTo>
                <a:lnTo>
                  <a:pt x="603811" y="32089"/>
                </a:lnTo>
                <a:lnTo>
                  <a:pt x="604292" y="32108"/>
                </a:lnTo>
                <a:lnTo>
                  <a:pt x="604767" y="32137"/>
                </a:lnTo>
                <a:lnTo>
                  <a:pt x="605234" y="32175"/>
                </a:lnTo>
                <a:lnTo>
                  <a:pt x="605695" y="32222"/>
                </a:lnTo>
                <a:lnTo>
                  <a:pt x="606149" y="32278"/>
                </a:lnTo>
                <a:lnTo>
                  <a:pt x="606596" y="32343"/>
                </a:lnTo>
                <a:lnTo>
                  <a:pt x="607037" y="32417"/>
                </a:lnTo>
                <a:lnTo>
                  <a:pt x="607471" y="32501"/>
                </a:lnTo>
                <a:lnTo>
                  <a:pt x="607898" y="32594"/>
                </a:lnTo>
                <a:lnTo>
                  <a:pt x="608318" y="32696"/>
                </a:lnTo>
                <a:lnTo>
                  <a:pt x="608732" y="32807"/>
                </a:lnTo>
                <a:lnTo>
                  <a:pt x="609138" y="32928"/>
                </a:lnTo>
                <a:lnTo>
                  <a:pt x="609538" y="33057"/>
                </a:lnTo>
                <a:lnTo>
                  <a:pt x="609932" y="33196"/>
                </a:lnTo>
                <a:lnTo>
                  <a:pt x="610318" y="33344"/>
                </a:lnTo>
                <a:lnTo>
                  <a:pt x="610698" y="33501"/>
                </a:lnTo>
                <a:lnTo>
                  <a:pt x="611071" y="33667"/>
                </a:lnTo>
                <a:lnTo>
                  <a:pt x="611438" y="33843"/>
                </a:lnTo>
                <a:lnTo>
                  <a:pt x="611797" y="34028"/>
                </a:lnTo>
                <a:lnTo>
                  <a:pt x="612150" y="34221"/>
                </a:lnTo>
                <a:lnTo>
                  <a:pt x="612496" y="34425"/>
                </a:lnTo>
                <a:lnTo>
                  <a:pt x="612836" y="34637"/>
                </a:lnTo>
                <a:lnTo>
                  <a:pt x="613168" y="34858"/>
                </a:lnTo>
                <a:lnTo>
                  <a:pt x="613494" y="35087"/>
                </a:lnTo>
                <a:lnTo>
                  <a:pt x="613814" y="35322"/>
                </a:lnTo>
                <a:lnTo>
                  <a:pt x="614128" y="35562"/>
                </a:lnTo>
                <a:lnTo>
                  <a:pt x="614435" y="35808"/>
                </a:lnTo>
                <a:lnTo>
                  <a:pt x="614736" y="36060"/>
                </a:lnTo>
                <a:lnTo>
                  <a:pt x="615031" y="36317"/>
                </a:lnTo>
                <a:lnTo>
                  <a:pt x="615319" y="36580"/>
                </a:lnTo>
                <a:lnTo>
                  <a:pt x="615602" y="36849"/>
                </a:lnTo>
                <a:lnTo>
                  <a:pt x="615877" y="37123"/>
                </a:lnTo>
                <a:lnTo>
                  <a:pt x="616147" y="37403"/>
                </a:lnTo>
                <a:lnTo>
                  <a:pt x="616410" y="37689"/>
                </a:lnTo>
                <a:lnTo>
                  <a:pt x="616668" y="37981"/>
                </a:lnTo>
                <a:lnTo>
                  <a:pt x="616918" y="38278"/>
                </a:lnTo>
                <a:lnTo>
                  <a:pt x="617163" y="38581"/>
                </a:lnTo>
                <a:lnTo>
                  <a:pt x="617401" y="38890"/>
                </a:lnTo>
                <a:lnTo>
                  <a:pt x="617633" y="39204"/>
                </a:lnTo>
                <a:lnTo>
                  <a:pt x="617859" y="39524"/>
                </a:lnTo>
                <a:lnTo>
                  <a:pt x="618078" y="39850"/>
                </a:lnTo>
                <a:lnTo>
                  <a:pt x="618291" y="40181"/>
                </a:lnTo>
                <a:lnTo>
                  <a:pt x="618498" y="40518"/>
                </a:lnTo>
                <a:lnTo>
                  <a:pt x="618699" y="40861"/>
                </a:lnTo>
                <a:lnTo>
                  <a:pt x="618893" y="41209"/>
                </a:lnTo>
                <a:lnTo>
                  <a:pt x="619081" y="41564"/>
                </a:lnTo>
                <a:lnTo>
                  <a:pt x="619263" y="41924"/>
                </a:lnTo>
                <a:lnTo>
                  <a:pt x="619439" y="42288"/>
                </a:lnTo>
                <a:lnTo>
                  <a:pt x="619609" y="42655"/>
                </a:lnTo>
                <a:lnTo>
                  <a:pt x="619775" y="43025"/>
                </a:lnTo>
                <a:lnTo>
                  <a:pt x="619935" y="43398"/>
                </a:lnTo>
                <a:lnTo>
                  <a:pt x="620090" y="43774"/>
                </a:lnTo>
                <a:lnTo>
                  <a:pt x="620240" y="44152"/>
                </a:lnTo>
                <a:lnTo>
                  <a:pt x="620385" y="44534"/>
                </a:lnTo>
                <a:lnTo>
                  <a:pt x="620524" y="44919"/>
                </a:lnTo>
                <a:lnTo>
                  <a:pt x="620658" y="45306"/>
                </a:lnTo>
                <a:lnTo>
                  <a:pt x="620787" y="45697"/>
                </a:lnTo>
                <a:lnTo>
                  <a:pt x="620911" y="46090"/>
                </a:lnTo>
                <a:lnTo>
                  <a:pt x="621029" y="46486"/>
                </a:lnTo>
                <a:lnTo>
                  <a:pt x="621142" y="46885"/>
                </a:lnTo>
                <a:lnTo>
                  <a:pt x="621250" y="47287"/>
                </a:lnTo>
                <a:lnTo>
                  <a:pt x="621353" y="47692"/>
                </a:lnTo>
                <a:lnTo>
                  <a:pt x="621450" y="48100"/>
                </a:lnTo>
                <a:lnTo>
                  <a:pt x="621543" y="48510"/>
                </a:lnTo>
                <a:lnTo>
                  <a:pt x="621630" y="48924"/>
                </a:lnTo>
                <a:lnTo>
                  <a:pt x="621711" y="49341"/>
                </a:lnTo>
                <a:lnTo>
                  <a:pt x="621788" y="49760"/>
                </a:lnTo>
                <a:lnTo>
                  <a:pt x="621859" y="50182"/>
                </a:lnTo>
                <a:lnTo>
                  <a:pt x="621925" y="50608"/>
                </a:lnTo>
                <a:lnTo>
                  <a:pt x="621986" y="51036"/>
                </a:lnTo>
                <a:lnTo>
                  <a:pt x="622042" y="51467"/>
                </a:lnTo>
                <a:lnTo>
                  <a:pt x="622093" y="51899"/>
                </a:lnTo>
                <a:lnTo>
                  <a:pt x="622139" y="52330"/>
                </a:lnTo>
                <a:lnTo>
                  <a:pt x="622181" y="52761"/>
                </a:lnTo>
                <a:lnTo>
                  <a:pt x="622218" y="53190"/>
                </a:lnTo>
                <a:lnTo>
                  <a:pt x="622250" y="53619"/>
                </a:lnTo>
                <a:lnTo>
                  <a:pt x="622278" y="54047"/>
                </a:lnTo>
                <a:lnTo>
                  <a:pt x="622302" y="54475"/>
                </a:lnTo>
                <a:lnTo>
                  <a:pt x="622321" y="54901"/>
                </a:lnTo>
                <a:lnTo>
                  <a:pt x="622335" y="55327"/>
                </a:lnTo>
                <a:lnTo>
                  <a:pt x="622345" y="55751"/>
                </a:lnTo>
                <a:lnTo>
                  <a:pt x="622351" y="56175"/>
                </a:lnTo>
                <a:lnTo>
                  <a:pt x="622352" y="56599"/>
                </a:lnTo>
                <a:lnTo>
                  <a:pt x="622348" y="57021"/>
                </a:lnTo>
                <a:lnTo>
                  <a:pt x="622340" y="57442"/>
                </a:lnTo>
                <a:lnTo>
                  <a:pt x="622327" y="57863"/>
                </a:lnTo>
                <a:lnTo>
                  <a:pt x="622310" y="58283"/>
                </a:lnTo>
                <a:lnTo>
                  <a:pt x="622288" y="58702"/>
                </a:lnTo>
                <a:lnTo>
                  <a:pt x="622262" y="59120"/>
                </a:lnTo>
                <a:lnTo>
                  <a:pt x="622231" y="59538"/>
                </a:lnTo>
                <a:lnTo>
                  <a:pt x="622195" y="59955"/>
                </a:lnTo>
                <a:lnTo>
                  <a:pt x="622155" y="60370"/>
                </a:lnTo>
                <a:lnTo>
                  <a:pt x="622111" y="60785"/>
                </a:lnTo>
                <a:lnTo>
                  <a:pt x="622062" y="61200"/>
                </a:lnTo>
                <a:lnTo>
                  <a:pt x="622008" y="61613"/>
                </a:lnTo>
                <a:lnTo>
                  <a:pt x="621741" y="63756"/>
                </a:lnTo>
                <a:lnTo>
                  <a:pt x="621666" y="64208"/>
                </a:lnTo>
                <a:lnTo>
                  <a:pt x="621586" y="64659"/>
                </a:lnTo>
                <a:lnTo>
                  <a:pt x="621502" y="65111"/>
                </a:lnTo>
                <a:lnTo>
                  <a:pt x="621413" y="65561"/>
                </a:lnTo>
                <a:lnTo>
                  <a:pt x="621320" y="66012"/>
                </a:lnTo>
                <a:lnTo>
                  <a:pt x="621222" y="66462"/>
                </a:lnTo>
                <a:lnTo>
                  <a:pt x="621119" y="66912"/>
                </a:lnTo>
                <a:lnTo>
                  <a:pt x="621011" y="67361"/>
                </a:lnTo>
                <a:lnTo>
                  <a:pt x="620899" y="67810"/>
                </a:lnTo>
                <a:lnTo>
                  <a:pt x="620782" y="68259"/>
                </a:lnTo>
                <a:lnTo>
                  <a:pt x="620661" y="68707"/>
                </a:lnTo>
                <a:lnTo>
                  <a:pt x="620535" y="69156"/>
                </a:lnTo>
                <a:lnTo>
                  <a:pt x="620404" y="69603"/>
                </a:lnTo>
                <a:lnTo>
                  <a:pt x="620269" y="70051"/>
                </a:lnTo>
                <a:lnTo>
                  <a:pt x="620129" y="70498"/>
                </a:lnTo>
                <a:lnTo>
                  <a:pt x="619984" y="70944"/>
                </a:lnTo>
                <a:lnTo>
                  <a:pt x="619835" y="71390"/>
                </a:lnTo>
                <a:lnTo>
                  <a:pt x="619681" y="71836"/>
                </a:lnTo>
                <a:lnTo>
                  <a:pt x="619523" y="72282"/>
                </a:lnTo>
                <a:lnTo>
                  <a:pt x="619359" y="72727"/>
                </a:lnTo>
                <a:lnTo>
                  <a:pt x="619191" y="73172"/>
                </a:lnTo>
                <a:lnTo>
                  <a:pt x="619019" y="73617"/>
                </a:lnTo>
                <a:lnTo>
                  <a:pt x="618842" y="74061"/>
                </a:lnTo>
                <a:lnTo>
                  <a:pt x="618660" y="74505"/>
                </a:lnTo>
                <a:lnTo>
                  <a:pt x="618473" y="74947"/>
                </a:lnTo>
                <a:lnTo>
                  <a:pt x="618282" y="75385"/>
                </a:lnTo>
                <a:lnTo>
                  <a:pt x="618086" y="75820"/>
                </a:lnTo>
                <a:lnTo>
                  <a:pt x="617885" y="76251"/>
                </a:lnTo>
                <a:lnTo>
                  <a:pt x="617679" y="76678"/>
                </a:lnTo>
                <a:lnTo>
                  <a:pt x="617469" y="77102"/>
                </a:lnTo>
                <a:lnTo>
                  <a:pt x="617254" y="77522"/>
                </a:lnTo>
                <a:lnTo>
                  <a:pt x="617034" y="77939"/>
                </a:lnTo>
                <a:lnTo>
                  <a:pt x="616809" y="78352"/>
                </a:lnTo>
                <a:lnTo>
                  <a:pt x="616580" y="78761"/>
                </a:lnTo>
                <a:lnTo>
                  <a:pt x="616346" y="79167"/>
                </a:lnTo>
                <a:lnTo>
                  <a:pt x="616107" y="79569"/>
                </a:lnTo>
                <a:lnTo>
                  <a:pt x="615863" y="79968"/>
                </a:lnTo>
                <a:lnTo>
                  <a:pt x="615614" y="80363"/>
                </a:lnTo>
                <a:lnTo>
                  <a:pt x="615361" y="80755"/>
                </a:lnTo>
                <a:lnTo>
                  <a:pt x="615103" y="81142"/>
                </a:lnTo>
                <a:lnTo>
                  <a:pt x="614840" y="81527"/>
                </a:lnTo>
                <a:lnTo>
                  <a:pt x="614573" y="81907"/>
                </a:lnTo>
                <a:lnTo>
                  <a:pt x="614300" y="82284"/>
                </a:lnTo>
                <a:lnTo>
                  <a:pt x="614023" y="82658"/>
                </a:lnTo>
                <a:lnTo>
                  <a:pt x="613741" y="83027"/>
                </a:lnTo>
                <a:lnTo>
                  <a:pt x="613455" y="83394"/>
                </a:lnTo>
                <a:lnTo>
                  <a:pt x="613163" y="83756"/>
                </a:lnTo>
                <a:lnTo>
                  <a:pt x="612867" y="84115"/>
                </a:lnTo>
                <a:lnTo>
                  <a:pt x="612566" y="84469"/>
                </a:lnTo>
                <a:lnTo>
                  <a:pt x="612261" y="84817"/>
                </a:lnTo>
                <a:lnTo>
                  <a:pt x="611951" y="85159"/>
                </a:lnTo>
                <a:lnTo>
                  <a:pt x="611637" y="85495"/>
                </a:lnTo>
                <a:lnTo>
                  <a:pt x="611319" y="85825"/>
                </a:lnTo>
                <a:lnTo>
                  <a:pt x="610996" y="86149"/>
                </a:lnTo>
                <a:lnTo>
                  <a:pt x="610669" y="86467"/>
                </a:lnTo>
                <a:lnTo>
                  <a:pt x="610337" y="86779"/>
                </a:lnTo>
                <a:lnTo>
                  <a:pt x="610001" y="87085"/>
                </a:lnTo>
                <a:lnTo>
                  <a:pt x="609660" y="87385"/>
                </a:lnTo>
                <a:lnTo>
                  <a:pt x="609315" y="87678"/>
                </a:lnTo>
                <a:lnTo>
                  <a:pt x="608966" y="87966"/>
                </a:lnTo>
                <a:lnTo>
                  <a:pt x="608612" y="88248"/>
                </a:lnTo>
                <a:lnTo>
                  <a:pt x="608254" y="88523"/>
                </a:lnTo>
                <a:lnTo>
                  <a:pt x="607891" y="88793"/>
                </a:lnTo>
                <a:lnTo>
                  <a:pt x="607524" y="89056"/>
                </a:lnTo>
                <a:lnTo>
                  <a:pt x="607153" y="89313"/>
                </a:lnTo>
                <a:lnTo>
                  <a:pt x="606777" y="89565"/>
                </a:lnTo>
                <a:lnTo>
                  <a:pt x="606396" y="89810"/>
                </a:lnTo>
                <a:lnTo>
                  <a:pt x="606012" y="90049"/>
                </a:lnTo>
                <a:lnTo>
                  <a:pt x="605623" y="90283"/>
                </a:lnTo>
                <a:lnTo>
                  <a:pt x="605229" y="90510"/>
                </a:lnTo>
                <a:lnTo>
                  <a:pt x="604831" y="90731"/>
                </a:lnTo>
                <a:lnTo>
                  <a:pt x="604429" y="90946"/>
                </a:lnTo>
                <a:lnTo>
                  <a:pt x="604022" y="91154"/>
                </a:lnTo>
                <a:lnTo>
                  <a:pt x="603610" y="91352"/>
                </a:lnTo>
                <a:lnTo>
                  <a:pt x="603194" y="91542"/>
                </a:lnTo>
                <a:lnTo>
                  <a:pt x="602774" y="91722"/>
                </a:lnTo>
                <a:lnTo>
                  <a:pt x="602349" y="91893"/>
                </a:lnTo>
                <a:lnTo>
                  <a:pt x="601919" y="92055"/>
                </a:lnTo>
                <a:lnTo>
                  <a:pt x="601485" y="92208"/>
                </a:lnTo>
                <a:lnTo>
                  <a:pt x="601047" y="92352"/>
                </a:lnTo>
                <a:lnTo>
                  <a:pt x="600603" y="92487"/>
                </a:lnTo>
                <a:lnTo>
                  <a:pt x="600156" y="92613"/>
                </a:lnTo>
                <a:lnTo>
                  <a:pt x="599704" y="92730"/>
                </a:lnTo>
                <a:lnTo>
                  <a:pt x="599247" y="92838"/>
                </a:lnTo>
                <a:lnTo>
                  <a:pt x="598785" y="92937"/>
                </a:lnTo>
                <a:lnTo>
                  <a:pt x="598320" y="93026"/>
                </a:lnTo>
                <a:lnTo>
                  <a:pt x="597849" y="93107"/>
                </a:lnTo>
                <a:lnTo>
                  <a:pt x="597374" y="93178"/>
                </a:lnTo>
                <a:lnTo>
                  <a:pt x="596895" y="93241"/>
                </a:lnTo>
                <a:lnTo>
                  <a:pt x="596411" y="93294"/>
                </a:lnTo>
                <a:lnTo>
                  <a:pt x="595922" y="93339"/>
                </a:lnTo>
                <a:lnTo>
                  <a:pt x="595429" y="93374"/>
                </a:lnTo>
                <a:lnTo>
                  <a:pt x="594932" y="93400"/>
                </a:lnTo>
                <a:lnTo>
                  <a:pt x="594430" y="93417"/>
                </a:lnTo>
                <a:lnTo>
                  <a:pt x="593923" y="93425"/>
                </a:lnTo>
                <a:lnTo>
                  <a:pt x="593412" y="93424"/>
                </a:lnTo>
                <a:lnTo>
                  <a:pt x="592919" y="93414"/>
                </a:lnTo>
                <a:lnTo>
                  <a:pt x="592433" y="93395"/>
                </a:lnTo>
                <a:lnTo>
                  <a:pt x="591954" y="93366"/>
                </a:lnTo>
                <a:lnTo>
                  <a:pt x="591482" y="93329"/>
                </a:lnTo>
                <a:lnTo>
                  <a:pt x="591017" y="93283"/>
                </a:lnTo>
                <a:lnTo>
                  <a:pt x="590559" y="93227"/>
                </a:lnTo>
                <a:lnTo>
                  <a:pt x="590109" y="93163"/>
                </a:lnTo>
                <a:lnTo>
                  <a:pt x="589665" y="93089"/>
                </a:lnTo>
                <a:lnTo>
                  <a:pt x="589229" y="93006"/>
                </a:lnTo>
                <a:lnTo>
                  <a:pt x="588800" y="92915"/>
                </a:lnTo>
                <a:lnTo>
                  <a:pt x="588377" y="92814"/>
                </a:lnTo>
                <a:lnTo>
                  <a:pt x="587962" y="92704"/>
                </a:lnTo>
                <a:lnTo>
                  <a:pt x="587554" y="92585"/>
                </a:lnTo>
                <a:lnTo>
                  <a:pt x="587153" y="92457"/>
                </a:lnTo>
                <a:lnTo>
                  <a:pt x="586759" y="92320"/>
                </a:lnTo>
                <a:lnTo>
                  <a:pt x="586373" y="92174"/>
                </a:lnTo>
                <a:lnTo>
                  <a:pt x="585993" y="92019"/>
                </a:lnTo>
                <a:lnTo>
                  <a:pt x="585620" y="91854"/>
                </a:lnTo>
                <a:lnTo>
                  <a:pt x="585255" y="91681"/>
                </a:lnTo>
                <a:lnTo>
                  <a:pt x="584896" y="91499"/>
                </a:lnTo>
                <a:lnTo>
                  <a:pt x="584545" y="91307"/>
                </a:lnTo>
                <a:lnTo>
                  <a:pt x="584201" y="91107"/>
                </a:lnTo>
                <a:lnTo>
                  <a:pt x="583864" y="90897"/>
                </a:lnTo>
                <a:lnTo>
                  <a:pt x="583534" y="90678"/>
                </a:lnTo>
                <a:lnTo>
                  <a:pt x="583210" y="90452"/>
                </a:lnTo>
                <a:lnTo>
                  <a:pt x="582893" y="90220"/>
                </a:lnTo>
                <a:lnTo>
                  <a:pt x="582582" y="89983"/>
                </a:lnTo>
                <a:lnTo>
                  <a:pt x="582276" y="89740"/>
                </a:lnTo>
                <a:lnTo>
                  <a:pt x="581977" y="89491"/>
                </a:lnTo>
                <a:lnTo>
                  <a:pt x="581684" y="89236"/>
                </a:lnTo>
                <a:lnTo>
                  <a:pt x="581397" y="88976"/>
                </a:lnTo>
                <a:lnTo>
                  <a:pt x="581115" y="88710"/>
                </a:lnTo>
                <a:lnTo>
                  <a:pt x="580840" y="88438"/>
                </a:lnTo>
                <a:lnTo>
                  <a:pt x="580571" y="88161"/>
                </a:lnTo>
                <a:lnTo>
                  <a:pt x="580308" y="87878"/>
                </a:lnTo>
                <a:lnTo>
                  <a:pt x="580051" y="87589"/>
                </a:lnTo>
                <a:lnTo>
                  <a:pt x="579800" y="87295"/>
                </a:lnTo>
                <a:lnTo>
                  <a:pt x="579556" y="86995"/>
                </a:lnTo>
                <a:lnTo>
                  <a:pt x="579317" y="86689"/>
                </a:lnTo>
                <a:lnTo>
                  <a:pt x="579084" y="86377"/>
                </a:lnTo>
                <a:lnTo>
                  <a:pt x="578857" y="86060"/>
                </a:lnTo>
                <a:lnTo>
                  <a:pt x="578637" y="85737"/>
                </a:lnTo>
                <a:lnTo>
                  <a:pt x="578422" y="85408"/>
                </a:lnTo>
                <a:lnTo>
                  <a:pt x="578213" y="85074"/>
                </a:lnTo>
                <a:lnTo>
                  <a:pt x="578011" y="84734"/>
                </a:lnTo>
                <a:lnTo>
                  <a:pt x="577814" y="84388"/>
                </a:lnTo>
                <a:lnTo>
                  <a:pt x="577624" y="84037"/>
                </a:lnTo>
                <a:lnTo>
                  <a:pt x="577439" y="83680"/>
                </a:lnTo>
                <a:lnTo>
                  <a:pt x="577261" y="83318"/>
                </a:lnTo>
                <a:lnTo>
                  <a:pt x="577087" y="82954"/>
                </a:lnTo>
                <a:lnTo>
                  <a:pt x="576919" y="82587"/>
                </a:lnTo>
                <a:lnTo>
                  <a:pt x="576757" y="82217"/>
                </a:lnTo>
                <a:lnTo>
                  <a:pt x="576599" y="81844"/>
                </a:lnTo>
                <a:lnTo>
                  <a:pt x="576447" y="81468"/>
                </a:lnTo>
                <a:lnTo>
                  <a:pt x="576301" y="81089"/>
                </a:lnTo>
                <a:lnTo>
                  <a:pt x="576160" y="80707"/>
                </a:lnTo>
                <a:lnTo>
                  <a:pt x="576024" y="80322"/>
                </a:lnTo>
                <a:lnTo>
                  <a:pt x="575893" y="79935"/>
                </a:lnTo>
                <a:lnTo>
                  <a:pt x="575768" y="79544"/>
                </a:lnTo>
                <a:lnTo>
                  <a:pt x="575648" y="79151"/>
                </a:lnTo>
                <a:lnTo>
                  <a:pt x="575533" y="78755"/>
                </a:lnTo>
                <a:lnTo>
                  <a:pt x="575424" y="78355"/>
                </a:lnTo>
                <a:lnTo>
                  <a:pt x="575320" y="77953"/>
                </a:lnTo>
                <a:lnTo>
                  <a:pt x="575222" y="77548"/>
                </a:lnTo>
                <a:lnTo>
                  <a:pt x="575129" y="77140"/>
                </a:lnTo>
                <a:lnTo>
                  <a:pt x="575041" y="76729"/>
                </a:lnTo>
                <a:lnTo>
                  <a:pt x="574959" y="76316"/>
                </a:lnTo>
                <a:lnTo>
                  <a:pt x="574882" y="75899"/>
                </a:lnTo>
                <a:lnTo>
                  <a:pt x="574810" y="75480"/>
                </a:lnTo>
                <a:lnTo>
                  <a:pt x="574743" y="75057"/>
                </a:lnTo>
                <a:lnTo>
                  <a:pt x="574682" y="74632"/>
                </a:lnTo>
                <a:lnTo>
                  <a:pt x="574627" y="74203"/>
                </a:lnTo>
                <a:lnTo>
                  <a:pt x="574576" y="73774"/>
                </a:lnTo>
                <a:lnTo>
                  <a:pt x="574530" y="73345"/>
                </a:lnTo>
                <a:lnTo>
                  <a:pt x="574488" y="72917"/>
                </a:lnTo>
                <a:lnTo>
                  <a:pt x="574451" y="72490"/>
                </a:lnTo>
                <a:lnTo>
                  <a:pt x="574418" y="72064"/>
                </a:lnTo>
                <a:lnTo>
                  <a:pt x="574390" y="71638"/>
                </a:lnTo>
                <a:lnTo>
                  <a:pt x="574367" y="71212"/>
                </a:lnTo>
                <a:lnTo>
                  <a:pt x="574348" y="70788"/>
                </a:lnTo>
                <a:lnTo>
                  <a:pt x="574333" y="70364"/>
                </a:lnTo>
                <a:lnTo>
                  <a:pt x="574323" y="69941"/>
                </a:lnTo>
                <a:lnTo>
                  <a:pt x="574318" y="69519"/>
                </a:lnTo>
                <a:lnTo>
                  <a:pt x="574317" y="69097"/>
                </a:lnTo>
                <a:lnTo>
                  <a:pt x="574321" y="68676"/>
                </a:lnTo>
                <a:lnTo>
                  <a:pt x="574329" y="68256"/>
                </a:lnTo>
                <a:lnTo>
                  <a:pt x="574342" y="67836"/>
                </a:lnTo>
                <a:lnTo>
                  <a:pt x="574359" y="67417"/>
                </a:lnTo>
                <a:lnTo>
                  <a:pt x="574381" y="66999"/>
                </a:lnTo>
                <a:lnTo>
                  <a:pt x="574407" y="66581"/>
                </a:lnTo>
                <a:lnTo>
                  <a:pt x="574438" y="66165"/>
                </a:lnTo>
                <a:lnTo>
                  <a:pt x="574473" y="65748"/>
                </a:lnTo>
                <a:lnTo>
                  <a:pt x="574513" y="65333"/>
                </a:lnTo>
                <a:lnTo>
                  <a:pt x="574558" y="64918"/>
                </a:lnTo>
                <a:lnTo>
                  <a:pt x="574607" y="64504"/>
                </a:lnTo>
                <a:lnTo>
                  <a:pt x="574660" y="64091"/>
                </a:lnTo>
                <a:lnTo>
                  <a:pt x="574995" y="61881"/>
                </a:lnTo>
                <a:lnTo>
                  <a:pt x="575065" y="61429"/>
                </a:lnTo>
                <a:lnTo>
                  <a:pt x="575139" y="60977"/>
                </a:lnTo>
                <a:lnTo>
                  <a:pt x="575218" y="60526"/>
                </a:lnTo>
                <a:lnTo>
                  <a:pt x="575303" y="60075"/>
                </a:lnTo>
                <a:lnTo>
                  <a:pt x="575392" y="59625"/>
                </a:lnTo>
                <a:close/>
                <a:moveTo>
                  <a:pt x="548444" y="26520"/>
                </a:moveTo>
                <a:lnTo>
                  <a:pt x="535921" y="98983"/>
                </a:lnTo>
                <a:lnTo>
                  <a:pt x="543756" y="98983"/>
                </a:lnTo>
                <a:lnTo>
                  <a:pt x="556280" y="26520"/>
                </a:lnTo>
                <a:lnTo>
                  <a:pt x="548444" y="26520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d287a0734fb6"/>
          <a:stretch xmlns:a="http://schemas.openxmlformats.org/drawingml/2006/main"/>
        </p:blipFill>
        <p:spPr>
          <a:xfrm xmlns:a="http://schemas.openxmlformats.org/drawingml/2006/main">
            <a:off x="12871256" y="3436634"/>
            <a:ext cx="264510" cy="268708"/>
          </a:xfrm>
          <a:prstGeom xmlns:a="http://schemas.openxmlformats.org/drawingml/2006/main" prst="rect">
            <a:avLst/>
          </a:prstGeom>
        </p:spPr>
      </p:pic>
      <p:sp>
        <p:nvSpPr>
          <p:cNvPr id="49" name="Text Answer">
            <a:extLst xmlns:a="http://schemas.openxmlformats.org/drawingml/2006/main">
              <a:ext uri="{FF2B5EF4-FFF2-40B4-BE49-F238E27FC236}">
                <a16:creationId xmlns:a16="http://schemas.microsoft.com/office/drawing/2014/main" id="{F1081F06-629E-4EFC-91F7-1C90A59D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85" y="3936888"/>
            <a:ext cx="447013" cy="98849"/>
          </a:xfrm>
          <a:custGeom xmlns:a="http://schemas.openxmlformats.org/drawingml/2006/main">
            <a:pathLst>
              <a:path w="447013" h="98849">
                <a:moveTo>
                  <a:pt x="0" y="97509"/>
                </a:moveTo>
                <a:lnTo>
                  <a:pt x="8706" y="97509"/>
                </a:lnTo>
                <a:lnTo>
                  <a:pt x="23200" y="70185"/>
                </a:lnTo>
                <a:lnTo>
                  <a:pt x="66072" y="70185"/>
                </a:lnTo>
                <a:lnTo>
                  <a:pt x="71123" y="97509"/>
                </a:lnTo>
                <a:lnTo>
                  <a:pt x="79226" y="97509"/>
                </a:lnTo>
                <a:lnTo>
                  <a:pt x="60274" y="0"/>
                </a:lnTo>
                <a:lnTo>
                  <a:pt x="58666" y="0"/>
                </a:lnTo>
                <a:lnTo>
                  <a:pt x="54648" y="0"/>
                </a:lnTo>
                <a:lnTo>
                  <a:pt x="52572" y="0"/>
                </a:lnTo>
                <a:lnTo>
                  <a:pt x="0" y="97509"/>
                </a:lnTo>
                <a:close/>
                <a:moveTo>
                  <a:pt x="64759" y="63086"/>
                </a:moveTo>
                <a:lnTo>
                  <a:pt x="26966" y="63086"/>
                </a:lnTo>
                <a:lnTo>
                  <a:pt x="54992" y="10251"/>
                </a:lnTo>
                <a:lnTo>
                  <a:pt x="64759" y="63086"/>
                </a:lnTo>
                <a:close/>
                <a:moveTo>
                  <a:pt x="108163" y="47315"/>
                </a:moveTo>
                <a:lnTo>
                  <a:pt x="108361" y="46928"/>
                </a:lnTo>
                <a:lnTo>
                  <a:pt x="108562" y="46545"/>
                </a:lnTo>
                <a:lnTo>
                  <a:pt x="108768" y="46165"/>
                </a:lnTo>
                <a:lnTo>
                  <a:pt x="108977" y="45787"/>
                </a:lnTo>
                <a:lnTo>
                  <a:pt x="109191" y="45413"/>
                </a:lnTo>
                <a:lnTo>
                  <a:pt x="109409" y="45042"/>
                </a:lnTo>
                <a:lnTo>
                  <a:pt x="109631" y="44674"/>
                </a:lnTo>
                <a:lnTo>
                  <a:pt x="109856" y="44309"/>
                </a:lnTo>
                <a:lnTo>
                  <a:pt x="110086" y="43946"/>
                </a:lnTo>
                <a:lnTo>
                  <a:pt x="110320" y="43587"/>
                </a:lnTo>
                <a:lnTo>
                  <a:pt x="110558" y="43231"/>
                </a:lnTo>
                <a:lnTo>
                  <a:pt x="110800" y="42878"/>
                </a:lnTo>
                <a:lnTo>
                  <a:pt x="111047" y="42528"/>
                </a:lnTo>
                <a:lnTo>
                  <a:pt x="111297" y="42181"/>
                </a:lnTo>
                <a:lnTo>
                  <a:pt x="111551" y="41837"/>
                </a:lnTo>
                <a:lnTo>
                  <a:pt x="111810" y="41496"/>
                </a:lnTo>
                <a:lnTo>
                  <a:pt x="112072" y="41158"/>
                </a:lnTo>
                <a:lnTo>
                  <a:pt x="112339" y="40823"/>
                </a:lnTo>
                <a:lnTo>
                  <a:pt x="112609" y="40491"/>
                </a:lnTo>
                <a:lnTo>
                  <a:pt x="112884" y="40162"/>
                </a:lnTo>
                <a:lnTo>
                  <a:pt x="113163" y="39836"/>
                </a:lnTo>
                <a:lnTo>
                  <a:pt x="113446" y="39513"/>
                </a:lnTo>
                <a:lnTo>
                  <a:pt x="113732" y="39193"/>
                </a:lnTo>
                <a:lnTo>
                  <a:pt x="114023" y="38876"/>
                </a:lnTo>
                <a:lnTo>
                  <a:pt x="114318" y="38564"/>
                </a:lnTo>
                <a:lnTo>
                  <a:pt x="114616" y="38256"/>
                </a:lnTo>
                <a:lnTo>
                  <a:pt x="114918" y="37955"/>
                </a:lnTo>
                <a:lnTo>
                  <a:pt x="115222" y="37658"/>
                </a:lnTo>
                <a:lnTo>
                  <a:pt x="115531" y="37367"/>
                </a:lnTo>
                <a:lnTo>
                  <a:pt x="115842" y="37081"/>
                </a:lnTo>
                <a:lnTo>
                  <a:pt x="116157" y="36800"/>
                </a:lnTo>
                <a:lnTo>
                  <a:pt x="116475" y="36525"/>
                </a:lnTo>
                <a:lnTo>
                  <a:pt x="116797" y="36255"/>
                </a:lnTo>
                <a:lnTo>
                  <a:pt x="117122" y="35991"/>
                </a:lnTo>
                <a:lnTo>
                  <a:pt x="117450" y="35731"/>
                </a:lnTo>
                <a:lnTo>
                  <a:pt x="117782" y="35478"/>
                </a:lnTo>
                <a:lnTo>
                  <a:pt x="118117" y="35229"/>
                </a:lnTo>
                <a:lnTo>
                  <a:pt x="118456" y="34986"/>
                </a:lnTo>
                <a:lnTo>
                  <a:pt x="118798" y="34748"/>
                </a:lnTo>
                <a:lnTo>
                  <a:pt x="119143" y="34516"/>
                </a:lnTo>
                <a:lnTo>
                  <a:pt x="119492" y="34289"/>
                </a:lnTo>
                <a:lnTo>
                  <a:pt x="119844" y="34067"/>
                </a:lnTo>
                <a:lnTo>
                  <a:pt x="120199" y="33851"/>
                </a:lnTo>
                <a:lnTo>
                  <a:pt x="120558" y="33640"/>
                </a:lnTo>
                <a:lnTo>
                  <a:pt x="120920" y="33434"/>
                </a:lnTo>
                <a:lnTo>
                  <a:pt x="121285" y="33234"/>
                </a:lnTo>
                <a:lnTo>
                  <a:pt x="121654" y="33039"/>
                </a:lnTo>
                <a:lnTo>
                  <a:pt x="122026" y="32849"/>
                </a:lnTo>
                <a:lnTo>
                  <a:pt x="122402" y="32666"/>
                </a:lnTo>
                <a:lnTo>
                  <a:pt x="122780" y="32491"/>
                </a:lnTo>
                <a:lnTo>
                  <a:pt x="123162" y="32324"/>
                </a:lnTo>
                <a:lnTo>
                  <a:pt x="123546" y="32165"/>
                </a:lnTo>
                <a:lnTo>
                  <a:pt x="123934" y="32015"/>
                </a:lnTo>
                <a:lnTo>
                  <a:pt x="124324" y="31872"/>
                </a:lnTo>
                <a:lnTo>
                  <a:pt x="124718" y="31737"/>
                </a:lnTo>
                <a:lnTo>
                  <a:pt x="125114" y="31610"/>
                </a:lnTo>
                <a:lnTo>
                  <a:pt x="125514" y="31491"/>
                </a:lnTo>
                <a:lnTo>
                  <a:pt x="125917" y="31381"/>
                </a:lnTo>
                <a:lnTo>
                  <a:pt x="126322" y="31278"/>
                </a:lnTo>
                <a:lnTo>
                  <a:pt x="126731" y="31183"/>
                </a:lnTo>
                <a:lnTo>
                  <a:pt x="127143" y="31097"/>
                </a:lnTo>
                <a:lnTo>
                  <a:pt x="127558" y="31018"/>
                </a:lnTo>
                <a:lnTo>
                  <a:pt x="127975" y="30947"/>
                </a:lnTo>
                <a:lnTo>
                  <a:pt x="128396" y="30885"/>
                </a:lnTo>
                <a:lnTo>
                  <a:pt x="128820" y="30830"/>
                </a:lnTo>
                <a:lnTo>
                  <a:pt x="129247" y="30783"/>
                </a:lnTo>
                <a:lnTo>
                  <a:pt x="129677" y="30745"/>
                </a:lnTo>
                <a:lnTo>
                  <a:pt x="130109" y="30714"/>
                </a:lnTo>
                <a:lnTo>
                  <a:pt x="130545" y="30692"/>
                </a:lnTo>
                <a:lnTo>
                  <a:pt x="130984" y="30677"/>
                </a:lnTo>
                <a:lnTo>
                  <a:pt x="131426" y="30671"/>
                </a:lnTo>
                <a:lnTo>
                  <a:pt x="131871" y="30673"/>
                </a:lnTo>
                <a:lnTo>
                  <a:pt x="132368" y="30677"/>
                </a:lnTo>
                <a:lnTo>
                  <a:pt x="132855" y="30691"/>
                </a:lnTo>
                <a:lnTo>
                  <a:pt x="133331" y="30715"/>
                </a:lnTo>
                <a:lnTo>
                  <a:pt x="133796" y="30748"/>
                </a:lnTo>
                <a:lnTo>
                  <a:pt x="134252" y="30790"/>
                </a:lnTo>
                <a:lnTo>
                  <a:pt x="134696" y="30842"/>
                </a:lnTo>
                <a:lnTo>
                  <a:pt x="135131" y="30903"/>
                </a:lnTo>
                <a:lnTo>
                  <a:pt x="135554" y="30974"/>
                </a:lnTo>
                <a:lnTo>
                  <a:pt x="135968" y="31054"/>
                </a:lnTo>
                <a:lnTo>
                  <a:pt x="136371" y="31143"/>
                </a:lnTo>
                <a:lnTo>
                  <a:pt x="136763" y="31242"/>
                </a:lnTo>
                <a:lnTo>
                  <a:pt x="137145" y="31351"/>
                </a:lnTo>
                <a:lnTo>
                  <a:pt x="137516" y="31468"/>
                </a:lnTo>
                <a:lnTo>
                  <a:pt x="137878" y="31595"/>
                </a:lnTo>
                <a:lnTo>
                  <a:pt x="138228" y="31732"/>
                </a:lnTo>
                <a:lnTo>
                  <a:pt x="138568" y="31878"/>
                </a:lnTo>
                <a:lnTo>
                  <a:pt x="138898" y="32033"/>
                </a:lnTo>
                <a:lnTo>
                  <a:pt x="139217" y="32198"/>
                </a:lnTo>
                <a:lnTo>
                  <a:pt x="139526" y="32372"/>
                </a:lnTo>
                <a:lnTo>
                  <a:pt x="139824" y="32556"/>
                </a:lnTo>
                <a:lnTo>
                  <a:pt x="140112" y="32749"/>
                </a:lnTo>
                <a:lnTo>
                  <a:pt x="140389" y="32952"/>
                </a:lnTo>
                <a:lnTo>
                  <a:pt x="140656" y="33164"/>
                </a:lnTo>
                <a:lnTo>
                  <a:pt x="140912" y="33385"/>
                </a:lnTo>
                <a:lnTo>
                  <a:pt x="141159" y="33614"/>
                </a:lnTo>
                <a:lnTo>
                  <a:pt x="141399" y="33849"/>
                </a:lnTo>
                <a:lnTo>
                  <a:pt x="141630" y="34090"/>
                </a:lnTo>
                <a:lnTo>
                  <a:pt x="141854" y="34337"/>
                </a:lnTo>
                <a:lnTo>
                  <a:pt x="142070" y="34591"/>
                </a:lnTo>
                <a:lnTo>
                  <a:pt x="142279" y="34850"/>
                </a:lnTo>
                <a:lnTo>
                  <a:pt x="142479" y="35115"/>
                </a:lnTo>
                <a:lnTo>
                  <a:pt x="142672" y="35387"/>
                </a:lnTo>
                <a:lnTo>
                  <a:pt x="142857" y="35664"/>
                </a:lnTo>
                <a:lnTo>
                  <a:pt x="143034" y="35947"/>
                </a:lnTo>
                <a:lnTo>
                  <a:pt x="143203" y="36237"/>
                </a:lnTo>
                <a:lnTo>
                  <a:pt x="143365" y="36532"/>
                </a:lnTo>
                <a:lnTo>
                  <a:pt x="143519" y="36834"/>
                </a:lnTo>
                <a:lnTo>
                  <a:pt x="143665" y="37142"/>
                </a:lnTo>
                <a:lnTo>
                  <a:pt x="143803" y="37455"/>
                </a:lnTo>
                <a:lnTo>
                  <a:pt x="143933" y="37775"/>
                </a:lnTo>
                <a:lnTo>
                  <a:pt x="144056" y="38101"/>
                </a:lnTo>
                <a:lnTo>
                  <a:pt x="144171" y="38433"/>
                </a:lnTo>
                <a:lnTo>
                  <a:pt x="144278" y="38771"/>
                </a:lnTo>
                <a:lnTo>
                  <a:pt x="144377" y="39115"/>
                </a:lnTo>
                <a:lnTo>
                  <a:pt x="144468" y="39465"/>
                </a:lnTo>
                <a:lnTo>
                  <a:pt x="144552" y="39821"/>
                </a:lnTo>
                <a:lnTo>
                  <a:pt x="144628" y="40183"/>
                </a:lnTo>
                <a:lnTo>
                  <a:pt x="144696" y="40551"/>
                </a:lnTo>
                <a:lnTo>
                  <a:pt x="144758" y="40923"/>
                </a:lnTo>
                <a:lnTo>
                  <a:pt x="144814" y="41298"/>
                </a:lnTo>
                <a:lnTo>
                  <a:pt x="144865" y="41676"/>
                </a:lnTo>
                <a:lnTo>
                  <a:pt x="144911" y="42057"/>
                </a:lnTo>
                <a:lnTo>
                  <a:pt x="144951" y="42440"/>
                </a:lnTo>
                <a:lnTo>
                  <a:pt x="144987" y="42826"/>
                </a:lnTo>
                <a:lnTo>
                  <a:pt x="145017" y="43214"/>
                </a:lnTo>
                <a:lnTo>
                  <a:pt x="145042" y="43605"/>
                </a:lnTo>
                <a:lnTo>
                  <a:pt x="145062" y="43999"/>
                </a:lnTo>
                <a:lnTo>
                  <a:pt x="145076" y="44396"/>
                </a:lnTo>
                <a:lnTo>
                  <a:pt x="145085" y="44795"/>
                </a:lnTo>
                <a:lnTo>
                  <a:pt x="145089" y="45197"/>
                </a:lnTo>
                <a:lnTo>
                  <a:pt x="145088" y="45601"/>
                </a:lnTo>
                <a:lnTo>
                  <a:pt x="145082" y="46009"/>
                </a:lnTo>
                <a:lnTo>
                  <a:pt x="145070" y="46418"/>
                </a:lnTo>
                <a:lnTo>
                  <a:pt x="145053" y="46831"/>
                </a:lnTo>
                <a:lnTo>
                  <a:pt x="145031" y="47246"/>
                </a:lnTo>
                <a:lnTo>
                  <a:pt x="145004" y="47664"/>
                </a:lnTo>
                <a:lnTo>
                  <a:pt x="144971" y="48085"/>
                </a:lnTo>
                <a:lnTo>
                  <a:pt x="144933" y="48508"/>
                </a:lnTo>
                <a:lnTo>
                  <a:pt x="144890" y="48934"/>
                </a:lnTo>
                <a:lnTo>
                  <a:pt x="144842" y="49363"/>
                </a:lnTo>
                <a:lnTo>
                  <a:pt x="144788" y="49794"/>
                </a:lnTo>
                <a:lnTo>
                  <a:pt x="144729" y="50228"/>
                </a:lnTo>
                <a:lnTo>
                  <a:pt x="136626" y="97509"/>
                </a:lnTo>
                <a:lnTo>
                  <a:pt x="144529" y="97509"/>
                </a:lnTo>
                <a:lnTo>
                  <a:pt x="152565" y="50295"/>
                </a:lnTo>
                <a:lnTo>
                  <a:pt x="152619" y="49855"/>
                </a:lnTo>
                <a:lnTo>
                  <a:pt x="152668" y="49417"/>
                </a:lnTo>
                <a:lnTo>
                  <a:pt x="152713" y="48980"/>
                </a:lnTo>
                <a:lnTo>
                  <a:pt x="152754" y="48545"/>
                </a:lnTo>
                <a:lnTo>
                  <a:pt x="152790" y="48112"/>
                </a:lnTo>
                <a:lnTo>
                  <a:pt x="152822" y="47681"/>
                </a:lnTo>
                <a:lnTo>
                  <a:pt x="152850" y="47251"/>
                </a:lnTo>
                <a:lnTo>
                  <a:pt x="152874" y="46824"/>
                </a:lnTo>
                <a:lnTo>
                  <a:pt x="152893" y="46398"/>
                </a:lnTo>
                <a:lnTo>
                  <a:pt x="152908" y="45973"/>
                </a:lnTo>
                <a:lnTo>
                  <a:pt x="152919" y="45551"/>
                </a:lnTo>
                <a:lnTo>
                  <a:pt x="152925" y="45130"/>
                </a:lnTo>
                <a:lnTo>
                  <a:pt x="152927" y="44711"/>
                </a:lnTo>
                <a:lnTo>
                  <a:pt x="152925" y="44293"/>
                </a:lnTo>
                <a:lnTo>
                  <a:pt x="152918" y="43878"/>
                </a:lnTo>
                <a:lnTo>
                  <a:pt x="152907" y="43464"/>
                </a:lnTo>
                <a:lnTo>
                  <a:pt x="152892" y="43052"/>
                </a:lnTo>
                <a:lnTo>
                  <a:pt x="152873" y="42641"/>
                </a:lnTo>
                <a:lnTo>
                  <a:pt x="152849" y="42233"/>
                </a:lnTo>
                <a:lnTo>
                  <a:pt x="152821" y="41826"/>
                </a:lnTo>
                <a:lnTo>
                  <a:pt x="152788" y="41421"/>
                </a:lnTo>
                <a:lnTo>
                  <a:pt x="152752" y="41017"/>
                </a:lnTo>
                <a:lnTo>
                  <a:pt x="152711" y="40616"/>
                </a:lnTo>
                <a:lnTo>
                  <a:pt x="152665" y="40216"/>
                </a:lnTo>
                <a:lnTo>
                  <a:pt x="152615" y="39819"/>
                </a:lnTo>
                <a:lnTo>
                  <a:pt x="152560" y="39425"/>
                </a:lnTo>
                <a:lnTo>
                  <a:pt x="152499" y="39035"/>
                </a:lnTo>
                <a:lnTo>
                  <a:pt x="152433" y="38649"/>
                </a:lnTo>
                <a:lnTo>
                  <a:pt x="152361" y="38267"/>
                </a:lnTo>
                <a:lnTo>
                  <a:pt x="152285" y="37889"/>
                </a:lnTo>
                <a:lnTo>
                  <a:pt x="152202" y="37514"/>
                </a:lnTo>
                <a:lnTo>
                  <a:pt x="152115" y="37143"/>
                </a:lnTo>
                <a:lnTo>
                  <a:pt x="152022" y="36775"/>
                </a:lnTo>
                <a:lnTo>
                  <a:pt x="151924" y="36412"/>
                </a:lnTo>
                <a:lnTo>
                  <a:pt x="151820" y="36052"/>
                </a:lnTo>
                <a:lnTo>
                  <a:pt x="151711" y="35695"/>
                </a:lnTo>
                <a:lnTo>
                  <a:pt x="151597" y="35343"/>
                </a:lnTo>
                <a:lnTo>
                  <a:pt x="151477" y="34994"/>
                </a:lnTo>
                <a:lnTo>
                  <a:pt x="151352" y="34649"/>
                </a:lnTo>
                <a:lnTo>
                  <a:pt x="151222" y="34308"/>
                </a:lnTo>
                <a:lnTo>
                  <a:pt x="151086" y="33970"/>
                </a:lnTo>
                <a:lnTo>
                  <a:pt x="150945" y="33636"/>
                </a:lnTo>
                <a:lnTo>
                  <a:pt x="150799" y="33306"/>
                </a:lnTo>
                <a:lnTo>
                  <a:pt x="150647" y="32979"/>
                </a:lnTo>
                <a:lnTo>
                  <a:pt x="150490" y="32657"/>
                </a:lnTo>
                <a:lnTo>
                  <a:pt x="150328" y="32338"/>
                </a:lnTo>
                <a:lnTo>
                  <a:pt x="150160" y="32022"/>
                </a:lnTo>
                <a:lnTo>
                  <a:pt x="149987" y="31711"/>
                </a:lnTo>
                <a:lnTo>
                  <a:pt x="149808" y="31404"/>
                </a:lnTo>
                <a:lnTo>
                  <a:pt x="149622" y="31102"/>
                </a:lnTo>
                <a:lnTo>
                  <a:pt x="149431" y="30806"/>
                </a:lnTo>
                <a:lnTo>
                  <a:pt x="149233" y="30516"/>
                </a:lnTo>
                <a:lnTo>
                  <a:pt x="149029" y="30232"/>
                </a:lnTo>
                <a:lnTo>
                  <a:pt x="148819" y="29953"/>
                </a:lnTo>
                <a:lnTo>
                  <a:pt x="148602" y="29679"/>
                </a:lnTo>
                <a:lnTo>
                  <a:pt x="148379" y="29411"/>
                </a:lnTo>
                <a:lnTo>
                  <a:pt x="148150" y="29149"/>
                </a:lnTo>
                <a:lnTo>
                  <a:pt x="147915" y="28892"/>
                </a:lnTo>
                <a:lnTo>
                  <a:pt x="147673" y="28641"/>
                </a:lnTo>
                <a:lnTo>
                  <a:pt x="147425" y="28396"/>
                </a:lnTo>
                <a:lnTo>
                  <a:pt x="147171" y="28156"/>
                </a:lnTo>
                <a:lnTo>
                  <a:pt x="146910" y="27921"/>
                </a:lnTo>
                <a:lnTo>
                  <a:pt x="146643" y="27692"/>
                </a:lnTo>
                <a:lnTo>
                  <a:pt x="146370" y="27469"/>
                </a:lnTo>
                <a:lnTo>
                  <a:pt x="146091" y="27251"/>
                </a:lnTo>
                <a:lnTo>
                  <a:pt x="145805" y="27039"/>
                </a:lnTo>
                <a:lnTo>
                  <a:pt x="145513" y="26833"/>
                </a:lnTo>
                <a:lnTo>
                  <a:pt x="145215" y="26632"/>
                </a:lnTo>
                <a:lnTo>
                  <a:pt x="144910" y="26437"/>
                </a:lnTo>
                <a:lnTo>
                  <a:pt x="144600" y="26247"/>
                </a:lnTo>
                <a:lnTo>
                  <a:pt x="144283" y="26063"/>
                </a:lnTo>
                <a:lnTo>
                  <a:pt x="143959" y="25884"/>
                </a:lnTo>
                <a:lnTo>
                  <a:pt x="143629" y="25712"/>
                </a:lnTo>
                <a:lnTo>
                  <a:pt x="143292" y="25547"/>
                </a:lnTo>
                <a:lnTo>
                  <a:pt x="142947" y="25389"/>
                </a:lnTo>
                <a:lnTo>
                  <a:pt x="142595" y="25238"/>
                </a:lnTo>
                <a:lnTo>
                  <a:pt x="142235" y="25094"/>
                </a:lnTo>
                <a:lnTo>
                  <a:pt x="141869" y="24957"/>
                </a:lnTo>
                <a:lnTo>
                  <a:pt x="141494" y="24827"/>
                </a:lnTo>
                <a:lnTo>
                  <a:pt x="141113" y="24705"/>
                </a:lnTo>
                <a:lnTo>
                  <a:pt x="140724" y="24589"/>
                </a:lnTo>
                <a:lnTo>
                  <a:pt x="140328" y="24481"/>
                </a:lnTo>
                <a:lnTo>
                  <a:pt x="139925" y="24379"/>
                </a:lnTo>
                <a:lnTo>
                  <a:pt x="139514" y="24285"/>
                </a:lnTo>
                <a:lnTo>
                  <a:pt x="139096" y="24198"/>
                </a:lnTo>
                <a:lnTo>
                  <a:pt x="138671" y="24118"/>
                </a:lnTo>
                <a:lnTo>
                  <a:pt x="138238" y="24045"/>
                </a:lnTo>
                <a:lnTo>
                  <a:pt x="137798" y="23979"/>
                </a:lnTo>
                <a:lnTo>
                  <a:pt x="137351" y="23920"/>
                </a:lnTo>
                <a:lnTo>
                  <a:pt x="136896" y="23869"/>
                </a:lnTo>
                <a:lnTo>
                  <a:pt x="136434" y="23824"/>
                </a:lnTo>
                <a:lnTo>
                  <a:pt x="135965" y="23787"/>
                </a:lnTo>
                <a:lnTo>
                  <a:pt x="135488" y="23756"/>
                </a:lnTo>
                <a:lnTo>
                  <a:pt x="135004" y="23733"/>
                </a:lnTo>
                <a:lnTo>
                  <a:pt x="134513" y="23717"/>
                </a:lnTo>
                <a:lnTo>
                  <a:pt x="134014" y="23708"/>
                </a:lnTo>
                <a:lnTo>
                  <a:pt x="133464" y="23707"/>
                </a:lnTo>
                <a:lnTo>
                  <a:pt x="132918" y="23715"/>
                </a:lnTo>
                <a:lnTo>
                  <a:pt x="132376" y="23732"/>
                </a:lnTo>
                <a:lnTo>
                  <a:pt x="131839" y="23759"/>
                </a:lnTo>
                <a:lnTo>
                  <a:pt x="131305" y="23795"/>
                </a:lnTo>
                <a:lnTo>
                  <a:pt x="130777" y="23839"/>
                </a:lnTo>
                <a:lnTo>
                  <a:pt x="130252" y="23894"/>
                </a:lnTo>
                <a:lnTo>
                  <a:pt x="129732" y="23957"/>
                </a:lnTo>
                <a:lnTo>
                  <a:pt x="129216" y="24029"/>
                </a:lnTo>
                <a:lnTo>
                  <a:pt x="128704" y="24111"/>
                </a:lnTo>
                <a:lnTo>
                  <a:pt x="128197" y="24202"/>
                </a:lnTo>
                <a:lnTo>
                  <a:pt x="127694" y="24302"/>
                </a:lnTo>
                <a:lnTo>
                  <a:pt x="127195" y="24411"/>
                </a:lnTo>
                <a:lnTo>
                  <a:pt x="126701" y="24530"/>
                </a:lnTo>
                <a:lnTo>
                  <a:pt x="126210" y="24657"/>
                </a:lnTo>
                <a:lnTo>
                  <a:pt x="125725" y="24794"/>
                </a:lnTo>
                <a:lnTo>
                  <a:pt x="125243" y="24940"/>
                </a:lnTo>
                <a:lnTo>
                  <a:pt x="124766" y="25095"/>
                </a:lnTo>
                <a:lnTo>
                  <a:pt x="124293" y="25259"/>
                </a:lnTo>
                <a:lnTo>
                  <a:pt x="123824" y="25433"/>
                </a:lnTo>
                <a:lnTo>
                  <a:pt x="123360" y="25616"/>
                </a:lnTo>
                <a:lnTo>
                  <a:pt x="122900" y="25808"/>
                </a:lnTo>
                <a:lnTo>
                  <a:pt x="122444" y="26009"/>
                </a:lnTo>
                <a:lnTo>
                  <a:pt x="121993" y="26219"/>
                </a:lnTo>
                <a:lnTo>
                  <a:pt x="121546" y="26437"/>
                </a:lnTo>
                <a:lnTo>
                  <a:pt x="121103" y="26662"/>
                </a:lnTo>
                <a:lnTo>
                  <a:pt x="120665" y="26893"/>
                </a:lnTo>
                <a:lnTo>
                  <a:pt x="120231" y="27131"/>
                </a:lnTo>
                <a:lnTo>
                  <a:pt x="119802" y="27375"/>
                </a:lnTo>
                <a:lnTo>
                  <a:pt x="119377" y="27625"/>
                </a:lnTo>
                <a:lnTo>
                  <a:pt x="118956" y="27883"/>
                </a:lnTo>
                <a:lnTo>
                  <a:pt x="118540" y="28146"/>
                </a:lnTo>
                <a:lnTo>
                  <a:pt x="118129" y="28416"/>
                </a:lnTo>
                <a:lnTo>
                  <a:pt x="117721" y="28693"/>
                </a:lnTo>
                <a:lnTo>
                  <a:pt x="117318" y="28976"/>
                </a:lnTo>
                <a:lnTo>
                  <a:pt x="116920" y="29266"/>
                </a:lnTo>
                <a:lnTo>
                  <a:pt x="116526" y="29562"/>
                </a:lnTo>
                <a:lnTo>
                  <a:pt x="116136" y="29865"/>
                </a:lnTo>
                <a:lnTo>
                  <a:pt x="115751" y="30174"/>
                </a:lnTo>
                <a:lnTo>
                  <a:pt x="115370" y="30490"/>
                </a:lnTo>
                <a:lnTo>
                  <a:pt x="114994" y="30813"/>
                </a:lnTo>
                <a:lnTo>
                  <a:pt x="114622" y="31141"/>
                </a:lnTo>
                <a:lnTo>
                  <a:pt x="114254" y="31477"/>
                </a:lnTo>
                <a:lnTo>
                  <a:pt x="113891" y="31818"/>
                </a:lnTo>
                <a:lnTo>
                  <a:pt x="113533" y="32167"/>
                </a:lnTo>
                <a:lnTo>
                  <a:pt x="113178" y="32522"/>
                </a:lnTo>
                <a:lnTo>
                  <a:pt x="112829" y="32883"/>
                </a:lnTo>
                <a:lnTo>
                  <a:pt x="112483" y="33251"/>
                </a:lnTo>
                <a:lnTo>
                  <a:pt x="112142" y="33624"/>
                </a:lnTo>
                <a:lnTo>
                  <a:pt x="111806" y="34001"/>
                </a:lnTo>
                <a:lnTo>
                  <a:pt x="111475" y="34382"/>
                </a:lnTo>
                <a:lnTo>
                  <a:pt x="111148" y="34767"/>
                </a:lnTo>
                <a:lnTo>
                  <a:pt x="110827" y="35156"/>
                </a:lnTo>
                <a:lnTo>
                  <a:pt x="110510" y="35549"/>
                </a:lnTo>
                <a:lnTo>
                  <a:pt x="110197" y="35946"/>
                </a:lnTo>
                <a:lnTo>
                  <a:pt x="109890" y="36346"/>
                </a:lnTo>
                <a:lnTo>
                  <a:pt x="109739" y="36547"/>
                </a:lnTo>
                <a:lnTo>
                  <a:pt x="111445" y="25047"/>
                </a:lnTo>
                <a:lnTo>
                  <a:pt x="103944" y="25047"/>
                </a:lnTo>
                <a:lnTo>
                  <a:pt x="91421" y="97509"/>
                </a:lnTo>
                <a:lnTo>
                  <a:pt x="99256" y="97509"/>
                </a:lnTo>
                <a:lnTo>
                  <a:pt x="107877" y="47894"/>
                </a:lnTo>
                <a:lnTo>
                  <a:pt x="107970" y="47703"/>
                </a:lnTo>
                <a:lnTo>
                  <a:pt x="108163" y="47315"/>
                </a:lnTo>
                <a:close/>
                <a:moveTo>
                  <a:pt x="209928" y="80337"/>
                </a:moveTo>
                <a:lnTo>
                  <a:pt x="209822" y="80699"/>
                </a:lnTo>
                <a:lnTo>
                  <a:pt x="209707" y="81055"/>
                </a:lnTo>
                <a:lnTo>
                  <a:pt x="209583" y="81405"/>
                </a:lnTo>
                <a:lnTo>
                  <a:pt x="209451" y="81749"/>
                </a:lnTo>
                <a:lnTo>
                  <a:pt x="209310" y="82086"/>
                </a:lnTo>
                <a:lnTo>
                  <a:pt x="209160" y="82417"/>
                </a:lnTo>
                <a:lnTo>
                  <a:pt x="209002" y="82742"/>
                </a:lnTo>
                <a:lnTo>
                  <a:pt x="208834" y="83060"/>
                </a:lnTo>
                <a:lnTo>
                  <a:pt x="208658" y="83372"/>
                </a:lnTo>
                <a:lnTo>
                  <a:pt x="208474" y="83678"/>
                </a:lnTo>
                <a:lnTo>
                  <a:pt x="208280" y="83978"/>
                </a:lnTo>
                <a:lnTo>
                  <a:pt x="208078" y="84271"/>
                </a:lnTo>
                <a:lnTo>
                  <a:pt x="207867" y="84558"/>
                </a:lnTo>
                <a:lnTo>
                  <a:pt x="207648" y="84839"/>
                </a:lnTo>
                <a:lnTo>
                  <a:pt x="207419" y="85114"/>
                </a:lnTo>
                <a:lnTo>
                  <a:pt x="207182" y="85382"/>
                </a:lnTo>
                <a:lnTo>
                  <a:pt x="206937" y="85644"/>
                </a:lnTo>
                <a:lnTo>
                  <a:pt x="206682" y="85900"/>
                </a:lnTo>
                <a:lnTo>
                  <a:pt x="206419" y="86149"/>
                </a:lnTo>
                <a:lnTo>
                  <a:pt x="206147" y="86392"/>
                </a:lnTo>
                <a:lnTo>
                  <a:pt x="205869" y="86629"/>
                </a:lnTo>
                <a:lnTo>
                  <a:pt x="205587" y="86861"/>
                </a:lnTo>
                <a:lnTo>
                  <a:pt x="205301" y="87087"/>
                </a:lnTo>
                <a:lnTo>
                  <a:pt x="205011" y="87308"/>
                </a:lnTo>
                <a:lnTo>
                  <a:pt x="204718" y="87524"/>
                </a:lnTo>
                <a:lnTo>
                  <a:pt x="204421" y="87734"/>
                </a:lnTo>
                <a:lnTo>
                  <a:pt x="204119" y="87938"/>
                </a:lnTo>
                <a:lnTo>
                  <a:pt x="203814" y="88137"/>
                </a:lnTo>
                <a:lnTo>
                  <a:pt x="203505" y="88331"/>
                </a:lnTo>
                <a:lnTo>
                  <a:pt x="203193" y="88519"/>
                </a:lnTo>
                <a:lnTo>
                  <a:pt x="202876" y="88701"/>
                </a:lnTo>
                <a:lnTo>
                  <a:pt x="202556" y="88878"/>
                </a:lnTo>
                <a:lnTo>
                  <a:pt x="202232" y="89050"/>
                </a:lnTo>
                <a:lnTo>
                  <a:pt x="201904" y="89216"/>
                </a:lnTo>
                <a:lnTo>
                  <a:pt x="201572" y="89377"/>
                </a:lnTo>
                <a:lnTo>
                  <a:pt x="201236" y="89532"/>
                </a:lnTo>
                <a:lnTo>
                  <a:pt x="200896" y="89682"/>
                </a:lnTo>
                <a:lnTo>
                  <a:pt x="200553" y="89826"/>
                </a:lnTo>
                <a:lnTo>
                  <a:pt x="200206" y="89965"/>
                </a:lnTo>
                <a:lnTo>
                  <a:pt x="199855" y="90099"/>
                </a:lnTo>
                <a:lnTo>
                  <a:pt x="199500" y="90227"/>
                </a:lnTo>
                <a:lnTo>
                  <a:pt x="199141" y="90349"/>
                </a:lnTo>
                <a:lnTo>
                  <a:pt x="198778" y="90466"/>
                </a:lnTo>
                <a:lnTo>
                  <a:pt x="198412" y="90578"/>
                </a:lnTo>
                <a:lnTo>
                  <a:pt x="198044" y="90684"/>
                </a:lnTo>
                <a:lnTo>
                  <a:pt x="197677" y="90786"/>
                </a:lnTo>
                <a:lnTo>
                  <a:pt x="197311" y="90884"/>
                </a:lnTo>
                <a:lnTo>
                  <a:pt x="196946" y="90977"/>
                </a:lnTo>
                <a:lnTo>
                  <a:pt x="196582" y="91065"/>
                </a:lnTo>
                <a:lnTo>
                  <a:pt x="196219" y="91149"/>
                </a:lnTo>
                <a:lnTo>
                  <a:pt x="195856" y="91228"/>
                </a:lnTo>
                <a:lnTo>
                  <a:pt x="195495" y="91303"/>
                </a:lnTo>
                <a:lnTo>
                  <a:pt x="195135" y="91374"/>
                </a:lnTo>
                <a:lnTo>
                  <a:pt x="194775" y="91439"/>
                </a:lnTo>
                <a:lnTo>
                  <a:pt x="194417" y="91501"/>
                </a:lnTo>
                <a:lnTo>
                  <a:pt x="194059" y="91557"/>
                </a:lnTo>
                <a:lnTo>
                  <a:pt x="193702" y="91609"/>
                </a:lnTo>
                <a:lnTo>
                  <a:pt x="193346" y="91657"/>
                </a:lnTo>
                <a:lnTo>
                  <a:pt x="192992" y="91700"/>
                </a:lnTo>
                <a:lnTo>
                  <a:pt x="192638" y="91739"/>
                </a:lnTo>
                <a:lnTo>
                  <a:pt x="192285" y="91773"/>
                </a:lnTo>
                <a:lnTo>
                  <a:pt x="191933" y="91802"/>
                </a:lnTo>
                <a:lnTo>
                  <a:pt x="191581" y="91827"/>
                </a:lnTo>
                <a:lnTo>
                  <a:pt x="191231" y="91847"/>
                </a:lnTo>
                <a:lnTo>
                  <a:pt x="190882" y="91863"/>
                </a:lnTo>
                <a:lnTo>
                  <a:pt x="190534" y="91875"/>
                </a:lnTo>
                <a:lnTo>
                  <a:pt x="190186" y="91881"/>
                </a:lnTo>
                <a:lnTo>
                  <a:pt x="189840" y="91884"/>
                </a:lnTo>
                <a:lnTo>
                  <a:pt x="189445" y="91881"/>
                </a:lnTo>
                <a:lnTo>
                  <a:pt x="189053" y="91873"/>
                </a:lnTo>
                <a:lnTo>
                  <a:pt x="188663" y="91860"/>
                </a:lnTo>
                <a:lnTo>
                  <a:pt x="188276" y="91841"/>
                </a:lnTo>
                <a:lnTo>
                  <a:pt x="187892" y="91817"/>
                </a:lnTo>
                <a:lnTo>
                  <a:pt x="187510" y="91787"/>
                </a:lnTo>
                <a:lnTo>
                  <a:pt x="187132" y="91753"/>
                </a:lnTo>
                <a:lnTo>
                  <a:pt x="186755" y="91713"/>
                </a:lnTo>
                <a:lnTo>
                  <a:pt x="186382" y="91667"/>
                </a:lnTo>
                <a:lnTo>
                  <a:pt x="186011" y="91616"/>
                </a:lnTo>
                <a:lnTo>
                  <a:pt x="185643" y="91560"/>
                </a:lnTo>
                <a:lnTo>
                  <a:pt x="185277" y="91499"/>
                </a:lnTo>
                <a:lnTo>
                  <a:pt x="184915" y="91432"/>
                </a:lnTo>
                <a:lnTo>
                  <a:pt x="184554" y="91360"/>
                </a:lnTo>
                <a:lnTo>
                  <a:pt x="184197" y="91282"/>
                </a:lnTo>
                <a:lnTo>
                  <a:pt x="183842" y="91199"/>
                </a:lnTo>
                <a:lnTo>
                  <a:pt x="183490" y="91111"/>
                </a:lnTo>
                <a:lnTo>
                  <a:pt x="183141" y="91017"/>
                </a:lnTo>
                <a:lnTo>
                  <a:pt x="182794" y="90918"/>
                </a:lnTo>
                <a:lnTo>
                  <a:pt x="182450" y="90814"/>
                </a:lnTo>
                <a:lnTo>
                  <a:pt x="182108" y="90704"/>
                </a:lnTo>
                <a:lnTo>
                  <a:pt x="181770" y="90589"/>
                </a:lnTo>
                <a:lnTo>
                  <a:pt x="181433" y="90469"/>
                </a:lnTo>
                <a:lnTo>
                  <a:pt x="181100" y="90343"/>
                </a:lnTo>
                <a:lnTo>
                  <a:pt x="180771" y="90212"/>
                </a:lnTo>
                <a:lnTo>
                  <a:pt x="180447" y="90075"/>
                </a:lnTo>
                <a:lnTo>
                  <a:pt x="180130" y="89931"/>
                </a:lnTo>
                <a:lnTo>
                  <a:pt x="179817" y="89782"/>
                </a:lnTo>
                <a:lnTo>
                  <a:pt x="179511" y="89626"/>
                </a:lnTo>
                <a:lnTo>
                  <a:pt x="179210" y="89464"/>
                </a:lnTo>
                <a:lnTo>
                  <a:pt x="178915" y="89297"/>
                </a:lnTo>
                <a:lnTo>
                  <a:pt x="178626" y="89123"/>
                </a:lnTo>
                <a:lnTo>
                  <a:pt x="178342" y="88943"/>
                </a:lnTo>
                <a:lnTo>
                  <a:pt x="178064" y="88757"/>
                </a:lnTo>
                <a:lnTo>
                  <a:pt x="177792" y="88566"/>
                </a:lnTo>
                <a:lnTo>
                  <a:pt x="177526" y="88368"/>
                </a:lnTo>
                <a:lnTo>
                  <a:pt x="177265" y="88164"/>
                </a:lnTo>
                <a:lnTo>
                  <a:pt x="177010" y="87954"/>
                </a:lnTo>
                <a:lnTo>
                  <a:pt x="176760" y="87738"/>
                </a:lnTo>
                <a:lnTo>
                  <a:pt x="176516" y="87516"/>
                </a:lnTo>
                <a:lnTo>
                  <a:pt x="176278" y="87288"/>
                </a:lnTo>
                <a:lnTo>
                  <a:pt x="176046" y="87053"/>
                </a:lnTo>
                <a:lnTo>
                  <a:pt x="175819" y="86813"/>
                </a:lnTo>
                <a:lnTo>
                  <a:pt x="175598" y="86567"/>
                </a:lnTo>
                <a:lnTo>
                  <a:pt x="175383" y="86315"/>
                </a:lnTo>
                <a:lnTo>
                  <a:pt x="175173" y="86056"/>
                </a:lnTo>
                <a:lnTo>
                  <a:pt x="174970" y="85792"/>
                </a:lnTo>
                <a:lnTo>
                  <a:pt x="174771" y="85521"/>
                </a:lnTo>
                <a:lnTo>
                  <a:pt x="174580" y="85245"/>
                </a:lnTo>
                <a:lnTo>
                  <a:pt x="174398" y="84962"/>
                </a:lnTo>
                <a:lnTo>
                  <a:pt x="174224" y="84672"/>
                </a:lnTo>
                <a:lnTo>
                  <a:pt x="174059" y="84376"/>
                </a:lnTo>
                <a:lnTo>
                  <a:pt x="173902" y="84073"/>
                </a:lnTo>
                <a:lnTo>
                  <a:pt x="173754" y="83763"/>
                </a:lnTo>
                <a:lnTo>
                  <a:pt x="173615" y="83448"/>
                </a:lnTo>
                <a:lnTo>
                  <a:pt x="173484" y="83125"/>
                </a:lnTo>
                <a:lnTo>
                  <a:pt x="173362" y="82797"/>
                </a:lnTo>
                <a:lnTo>
                  <a:pt x="173248" y="82461"/>
                </a:lnTo>
                <a:lnTo>
                  <a:pt x="173143" y="82119"/>
                </a:lnTo>
                <a:lnTo>
                  <a:pt x="173047" y="81771"/>
                </a:lnTo>
                <a:lnTo>
                  <a:pt x="172959" y="81416"/>
                </a:lnTo>
                <a:lnTo>
                  <a:pt x="172880" y="81055"/>
                </a:lnTo>
                <a:lnTo>
                  <a:pt x="172809" y="80687"/>
                </a:lnTo>
                <a:lnTo>
                  <a:pt x="172747" y="80313"/>
                </a:lnTo>
                <a:lnTo>
                  <a:pt x="172694" y="79932"/>
                </a:lnTo>
                <a:lnTo>
                  <a:pt x="172649" y="79544"/>
                </a:lnTo>
                <a:lnTo>
                  <a:pt x="172613" y="79150"/>
                </a:lnTo>
                <a:lnTo>
                  <a:pt x="172586" y="78750"/>
                </a:lnTo>
                <a:lnTo>
                  <a:pt x="172567" y="78343"/>
                </a:lnTo>
                <a:lnTo>
                  <a:pt x="172556" y="77930"/>
                </a:lnTo>
                <a:lnTo>
                  <a:pt x="172554" y="77510"/>
                </a:lnTo>
                <a:lnTo>
                  <a:pt x="172561" y="77083"/>
                </a:lnTo>
                <a:lnTo>
                  <a:pt x="164726" y="77083"/>
                </a:lnTo>
                <a:lnTo>
                  <a:pt x="164699" y="77682"/>
                </a:lnTo>
                <a:lnTo>
                  <a:pt x="164686" y="78272"/>
                </a:lnTo>
                <a:lnTo>
                  <a:pt x="164687" y="78854"/>
                </a:lnTo>
                <a:lnTo>
                  <a:pt x="164701" y="79427"/>
                </a:lnTo>
                <a:lnTo>
                  <a:pt x="164728" y="79992"/>
                </a:lnTo>
                <a:lnTo>
                  <a:pt x="164770" y="80549"/>
                </a:lnTo>
                <a:lnTo>
                  <a:pt x="164825" y="81097"/>
                </a:lnTo>
                <a:lnTo>
                  <a:pt x="164893" y="81637"/>
                </a:lnTo>
                <a:lnTo>
                  <a:pt x="164975" y="82169"/>
                </a:lnTo>
                <a:lnTo>
                  <a:pt x="165071" y="82692"/>
                </a:lnTo>
                <a:lnTo>
                  <a:pt x="165180" y="83207"/>
                </a:lnTo>
                <a:lnTo>
                  <a:pt x="165303" y="83713"/>
                </a:lnTo>
                <a:lnTo>
                  <a:pt x="165440" y="84211"/>
                </a:lnTo>
                <a:lnTo>
                  <a:pt x="165590" y="84701"/>
                </a:lnTo>
                <a:lnTo>
                  <a:pt x="165754" y="85182"/>
                </a:lnTo>
                <a:lnTo>
                  <a:pt x="165931" y="85655"/>
                </a:lnTo>
                <a:lnTo>
                  <a:pt x="166122" y="86120"/>
                </a:lnTo>
                <a:lnTo>
                  <a:pt x="166327" y="86576"/>
                </a:lnTo>
                <a:lnTo>
                  <a:pt x="166545" y="87024"/>
                </a:lnTo>
                <a:lnTo>
                  <a:pt x="166777" y="87464"/>
                </a:lnTo>
                <a:lnTo>
                  <a:pt x="167022" y="87895"/>
                </a:lnTo>
                <a:lnTo>
                  <a:pt x="167281" y="88317"/>
                </a:lnTo>
                <a:lnTo>
                  <a:pt x="167554" y="88732"/>
                </a:lnTo>
                <a:lnTo>
                  <a:pt x="167840" y="89138"/>
                </a:lnTo>
                <a:lnTo>
                  <a:pt x="168137" y="89536"/>
                </a:lnTo>
                <a:lnTo>
                  <a:pt x="168442" y="89925"/>
                </a:lnTo>
                <a:lnTo>
                  <a:pt x="168756" y="90306"/>
                </a:lnTo>
                <a:lnTo>
                  <a:pt x="169077" y="90678"/>
                </a:lnTo>
                <a:lnTo>
                  <a:pt x="169407" y="91042"/>
                </a:lnTo>
                <a:lnTo>
                  <a:pt x="169744" y="91398"/>
                </a:lnTo>
                <a:lnTo>
                  <a:pt x="170090" y="91746"/>
                </a:lnTo>
                <a:lnTo>
                  <a:pt x="170444" y="92085"/>
                </a:lnTo>
                <a:lnTo>
                  <a:pt x="170806" y="92415"/>
                </a:lnTo>
                <a:lnTo>
                  <a:pt x="171177" y="92738"/>
                </a:lnTo>
                <a:lnTo>
                  <a:pt x="171555" y="93051"/>
                </a:lnTo>
                <a:lnTo>
                  <a:pt x="171942" y="93357"/>
                </a:lnTo>
                <a:lnTo>
                  <a:pt x="172337" y="93654"/>
                </a:lnTo>
                <a:lnTo>
                  <a:pt x="172739" y="93943"/>
                </a:lnTo>
                <a:lnTo>
                  <a:pt x="173150" y="94223"/>
                </a:lnTo>
                <a:lnTo>
                  <a:pt x="173570" y="94496"/>
                </a:lnTo>
                <a:lnTo>
                  <a:pt x="173997" y="94759"/>
                </a:lnTo>
                <a:lnTo>
                  <a:pt x="174432" y="95015"/>
                </a:lnTo>
                <a:lnTo>
                  <a:pt x="174876" y="95262"/>
                </a:lnTo>
                <a:lnTo>
                  <a:pt x="175328" y="95500"/>
                </a:lnTo>
                <a:lnTo>
                  <a:pt x="175787" y="95730"/>
                </a:lnTo>
                <a:lnTo>
                  <a:pt x="176255" y="95952"/>
                </a:lnTo>
                <a:lnTo>
                  <a:pt x="176732" y="96166"/>
                </a:lnTo>
                <a:lnTo>
                  <a:pt x="177216" y="96371"/>
                </a:lnTo>
                <a:lnTo>
                  <a:pt x="177705" y="96568"/>
                </a:lnTo>
                <a:lnTo>
                  <a:pt x="178197" y="96756"/>
                </a:lnTo>
                <a:lnTo>
                  <a:pt x="178692" y="96937"/>
                </a:lnTo>
                <a:lnTo>
                  <a:pt x="179189" y="97109"/>
                </a:lnTo>
                <a:lnTo>
                  <a:pt x="179688" y="97274"/>
                </a:lnTo>
                <a:lnTo>
                  <a:pt x="180190" y="97430"/>
                </a:lnTo>
                <a:lnTo>
                  <a:pt x="180694" y="97578"/>
                </a:lnTo>
                <a:lnTo>
                  <a:pt x="181201" y="97718"/>
                </a:lnTo>
                <a:lnTo>
                  <a:pt x="181710" y="97849"/>
                </a:lnTo>
                <a:lnTo>
                  <a:pt x="182221" y="97973"/>
                </a:lnTo>
                <a:lnTo>
                  <a:pt x="182735" y="98088"/>
                </a:lnTo>
                <a:lnTo>
                  <a:pt x="183252" y="98196"/>
                </a:lnTo>
                <a:lnTo>
                  <a:pt x="183770" y="98295"/>
                </a:lnTo>
                <a:lnTo>
                  <a:pt x="184292" y="98386"/>
                </a:lnTo>
                <a:lnTo>
                  <a:pt x="184815" y="98469"/>
                </a:lnTo>
                <a:lnTo>
                  <a:pt x="185342" y="98544"/>
                </a:lnTo>
                <a:lnTo>
                  <a:pt x="185870" y="98610"/>
                </a:lnTo>
                <a:lnTo>
                  <a:pt x="186401" y="98669"/>
                </a:lnTo>
                <a:lnTo>
                  <a:pt x="186935" y="98719"/>
                </a:lnTo>
                <a:lnTo>
                  <a:pt x="187471" y="98761"/>
                </a:lnTo>
                <a:lnTo>
                  <a:pt x="188009" y="98795"/>
                </a:lnTo>
                <a:lnTo>
                  <a:pt x="188550" y="98821"/>
                </a:lnTo>
                <a:lnTo>
                  <a:pt x="189093" y="98839"/>
                </a:lnTo>
                <a:lnTo>
                  <a:pt x="189639" y="98849"/>
                </a:lnTo>
                <a:lnTo>
                  <a:pt x="190041" y="98847"/>
                </a:lnTo>
                <a:lnTo>
                  <a:pt x="190442" y="98840"/>
                </a:lnTo>
                <a:lnTo>
                  <a:pt x="190844" y="98830"/>
                </a:lnTo>
                <a:lnTo>
                  <a:pt x="191245" y="98815"/>
                </a:lnTo>
                <a:lnTo>
                  <a:pt x="191646" y="98796"/>
                </a:lnTo>
                <a:lnTo>
                  <a:pt x="192048" y="98773"/>
                </a:lnTo>
                <a:lnTo>
                  <a:pt x="192449" y="98746"/>
                </a:lnTo>
                <a:lnTo>
                  <a:pt x="192850" y="98715"/>
                </a:lnTo>
                <a:lnTo>
                  <a:pt x="193251" y="98679"/>
                </a:lnTo>
                <a:lnTo>
                  <a:pt x="193651" y="98639"/>
                </a:lnTo>
                <a:lnTo>
                  <a:pt x="194052" y="98595"/>
                </a:lnTo>
                <a:lnTo>
                  <a:pt x="194452" y="98547"/>
                </a:lnTo>
                <a:lnTo>
                  <a:pt x="194853" y="98495"/>
                </a:lnTo>
                <a:lnTo>
                  <a:pt x="195253" y="98438"/>
                </a:lnTo>
                <a:lnTo>
                  <a:pt x="195653" y="98378"/>
                </a:lnTo>
                <a:lnTo>
                  <a:pt x="196053" y="98313"/>
                </a:lnTo>
                <a:lnTo>
                  <a:pt x="196453" y="98244"/>
                </a:lnTo>
                <a:lnTo>
                  <a:pt x="196853" y="98171"/>
                </a:lnTo>
                <a:lnTo>
                  <a:pt x="197252" y="98093"/>
                </a:lnTo>
                <a:lnTo>
                  <a:pt x="197652" y="98011"/>
                </a:lnTo>
                <a:lnTo>
                  <a:pt x="198051" y="97926"/>
                </a:lnTo>
                <a:lnTo>
                  <a:pt x="198451" y="97836"/>
                </a:lnTo>
                <a:lnTo>
                  <a:pt x="198850" y="97742"/>
                </a:lnTo>
                <a:lnTo>
                  <a:pt x="199249" y="97643"/>
                </a:lnTo>
                <a:lnTo>
                  <a:pt x="199647" y="97540"/>
                </a:lnTo>
                <a:lnTo>
                  <a:pt x="200042" y="97433"/>
                </a:lnTo>
                <a:lnTo>
                  <a:pt x="200435" y="97321"/>
                </a:lnTo>
                <a:lnTo>
                  <a:pt x="200826" y="97205"/>
                </a:lnTo>
                <a:lnTo>
                  <a:pt x="201214" y="97084"/>
                </a:lnTo>
                <a:lnTo>
                  <a:pt x="201599" y="96959"/>
                </a:lnTo>
                <a:lnTo>
                  <a:pt x="201983" y="96829"/>
                </a:lnTo>
                <a:lnTo>
                  <a:pt x="202363" y="96694"/>
                </a:lnTo>
                <a:lnTo>
                  <a:pt x="202742" y="96555"/>
                </a:lnTo>
                <a:lnTo>
                  <a:pt x="203117" y="96412"/>
                </a:lnTo>
                <a:lnTo>
                  <a:pt x="203491" y="96264"/>
                </a:lnTo>
                <a:lnTo>
                  <a:pt x="203862" y="96111"/>
                </a:lnTo>
                <a:lnTo>
                  <a:pt x="204230" y="95954"/>
                </a:lnTo>
                <a:lnTo>
                  <a:pt x="204596" y="95792"/>
                </a:lnTo>
                <a:lnTo>
                  <a:pt x="204960" y="95626"/>
                </a:lnTo>
                <a:lnTo>
                  <a:pt x="205321" y="95455"/>
                </a:lnTo>
                <a:lnTo>
                  <a:pt x="205680" y="95280"/>
                </a:lnTo>
                <a:lnTo>
                  <a:pt x="206036" y="95100"/>
                </a:lnTo>
                <a:lnTo>
                  <a:pt x="206390" y="94916"/>
                </a:lnTo>
                <a:lnTo>
                  <a:pt x="206741" y="94727"/>
                </a:lnTo>
                <a:lnTo>
                  <a:pt x="207090" y="94534"/>
                </a:lnTo>
                <a:lnTo>
                  <a:pt x="207437" y="94336"/>
                </a:lnTo>
                <a:lnTo>
                  <a:pt x="207781" y="94133"/>
                </a:lnTo>
                <a:lnTo>
                  <a:pt x="208123" y="93926"/>
                </a:lnTo>
                <a:lnTo>
                  <a:pt x="208461" y="93715"/>
                </a:lnTo>
                <a:lnTo>
                  <a:pt x="208794" y="93498"/>
                </a:lnTo>
                <a:lnTo>
                  <a:pt x="209122" y="93277"/>
                </a:lnTo>
                <a:lnTo>
                  <a:pt x="209445" y="93051"/>
                </a:lnTo>
                <a:lnTo>
                  <a:pt x="209764" y="92820"/>
                </a:lnTo>
                <a:lnTo>
                  <a:pt x="210077" y="92585"/>
                </a:lnTo>
                <a:lnTo>
                  <a:pt x="210386" y="92345"/>
                </a:lnTo>
                <a:lnTo>
                  <a:pt x="210690" y="92099"/>
                </a:lnTo>
                <a:lnTo>
                  <a:pt x="210989" y="91850"/>
                </a:lnTo>
                <a:lnTo>
                  <a:pt x="211283" y="91595"/>
                </a:lnTo>
                <a:lnTo>
                  <a:pt x="211572" y="91336"/>
                </a:lnTo>
                <a:lnTo>
                  <a:pt x="211856" y="91072"/>
                </a:lnTo>
                <a:lnTo>
                  <a:pt x="212136" y="90803"/>
                </a:lnTo>
                <a:lnTo>
                  <a:pt x="212410" y="90529"/>
                </a:lnTo>
                <a:lnTo>
                  <a:pt x="212680" y="90251"/>
                </a:lnTo>
                <a:lnTo>
                  <a:pt x="212945" y="89968"/>
                </a:lnTo>
                <a:lnTo>
                  <a:pt x="213204" y="89680"/>
                </a:lnTo>
                <a:lnTo>
                  <a:pt x="213459" y="89387"/>
                </a:lnTo>
                <a:lnTo>
                  <a:pt x="213710" y="89089"/>
                </a:lnTo>
                <a:lnTo>
                  <a:pt x="213955" y="88787"/>
                </a:lnTo>
                <a:lnTo>
                  <a:pt x="214195" y="88480"/>
                </a:lnTo>
                <a:lnTo>
                  <a:pt x="214431" y="88168"/>
                </a:lnTo>
                <a:lnTo>
                  <a:pt x="214661" y="87852"/>
                </a:lnTo>
                <a:lnTo>
                  <a:pt x="214887" y="87531"/>
                </a:lnTo>
                <a:lnTo>
                  <a:pt x="215106" y="87204"/>
                </a:lnTo>
                <a:lnTo>
                  <a:pt x="215318" y="86873"/>
                </a:lnTo>
                <a:lnTo>
                  <a:pt x="215523" y="86538"/>
                </a:lnTo>
                <a:lnTo>
                  <a:pt x="215720" y="86197"/>
                </a:lnTo>
                <a:lnTo>
                  <a:pt x="215910" y="85851"/>
                </a:lnTo>
                <a:lnTo>
                  <a:pt x="216092" y="85501"/>
                </a:lnTo>
                <a:lnTo>
                  <a:pt x="216267" y="85145"/>
                </a:lnTo>
                <a:lnTo>
                  <a:pt x="216435" y="84785"/>
                </a:lnTo>
                <a:lnTo>
                  <a:pt x="216595" y="84420"/>
                </a:lnTo>
                <a:lnTo>
                  <a:pt x="216747" y="84050"/>
                </a:lnTo>
                <a:lnTo>
                  <a:pt x="216892" y="83675"/>
                </a:lnTo>
                <a:lnTo>
                  <a:pt x="217030" y="83295"/>
                </a:lnTo>
                <a:lnTo>
                  <a:pt x="217160" y="82910"/>
                </a:lnTo>
                <a:lnTo>
                  <a:pt x="217283" y="82520"/>
                </a:lnTo>
                <a:lnTo>
                  <a:pt x="217398" y="82126"/>
                </a:lnTo>
                <a:lnTo>
                  <a:pt x="217506" y="81726"/>
                </a:lnTo>
                <a:lnTo>
                  <a:pt x="217607" y="81322"/>
                </a:lnTo>
                <a:lnTo>
                  <a:pt x="217700" y="80913"/>
                </a:lnTo>
                <a:lnTo>
                  <a:pt x="217785" y="80499"/>
                </a:lnTo>
                <a:lnTo>
                  <a:pt x="217863" y="80080"/>
                </a:lnTo>
                <a:lnTo>
                  <a:pt x="217934" y="79656"/>
                </a:lnTo>
                <a:lnTo>
                  <a:pt x="217997" y="79228"/>
                </a:lnTo>
                <a:lnTo>
                  <a:pt x="218053" y="78794"/>
                </a:lnTo>
                <a:lnTo>
                  <a:pt x="218101" y="78356"/>
                </a:lnTo>
                <a:lnTo>
                  <a:pt x="218150" y="77802"/>
                </a:lnTo>
                <a:lnTo>
                  <a:pt x="218186" y="77257"/>
                </a:lnTo>
                <a:lnTo>
                  <a:pt x="218208" y="76722"/>
                </a:lnTo>
                <a:lnTo>
                  <a:pt x="218217" y="76195"/>
                </a:lnTo>
                <a:lnTo>
                  <a:pt x="218212" y="75677"/>
                </a:lnTo>
                <a:lnTo>
                  <a:pt x="218193" y="75168"/>
                </a:lnTo>
                <a:lnTo>
                  <a:pt x="218162" y="74668"/>
                </a:lnTo>
                <a:lnTo>
                  <a:pt x="218116" y="74177"/>
                </a:lnTo>
                <a:lnTo>
                  <a:pt x="218057" y="73695"/>
                </a:lnTo>
                <a:lnTo>
                  <a:pt x="217985" y="73222"/>
                </a:lnTo>
                <a:lnTo>
                  <a:pt x="217899" y="72758"/>
                </a:lnTo>
                <a:lnTo>
                  <a:pt x="217800" y="72303"/>
                </a:lnTo>
                <a:lnTo>
                  <a:pt x="217687" y="71857"/>
                </a:lnTo>
                <a:lnTo>
                  <a:pt x="217561" y="71420"/>
                </a:lnTo>
                <a:lnTo>
                  <a:pt x="217421" y="70991"/>
                </a:lnTo>
                <a:lnTo>
                  <a:pt x="217268" y="70572"/>
                </a:lnTo>
                <a:lnTo>
                  <a:pt x="217101" y="70162"/>
                </a:lnTo>
                <a:lnTo>
                  <a:pt x="216921" y="69760"/>
                </a:lnTo>
                <a:lnTo>
                  <a:pt x="216727" y="69368"/>
                </a:lnTo>
                <a:lnTo>
                  <a:pt x="216520" y="68984"/>
                </a:lnTo>
                <a:lnTo>
                  <a:pt x="216299" y="68610"/>
                </a:lnTo>
                <a:lnTo>
                  <a:pt x="216065" y="68244"/>
                </a:lnTo>
                <a:lnTo>
                  <a:pt x="215818" y="67888"/>
                </a:lnTo>
                <a:lnTo>
                  <a:pt x="215556" y="67540"/>
                </a:lnTo>
                <a:lnTo>
                  <a:pt x="215285" y="67200"/>
                </a:lnTo>
                <a:lnTo>
                  <a:pt x="215007" y="66866"/>
                </a:lnTo>
                <a:lnTo>
                  <a:pt x="214721" y="66537"/>
                </a:lnTo>
                <a:lnTo>
                  <a:pt x="214428" y="66215"/>
                </a:lnTo>
                <a:lnTo>
                  <a:pt x="214128" y="65899"/>
                </a:lnTo>
                <a:lnTo>
                  <a:pt x="213821" y="65589"/>
                </a:lnTo>
                <a:lnTo>
                  <a:pt x="213508" y="65285"/>
                </a:lnTo>
                <a:lnTo>
                  <a:pt x="213186" y="64988"/>
                </a:lnTo>
                <a:lnTo>
                  <a:pt x="212858" y="64696"/>
                </a:lnTo>
                <a:lnTo>
                  <a:pt x="212523" y="64410"/>
                </a:lnTo>
                <a:lnTo>
                  <a:pt x="212181" y="64130"/>
                </a:lnTo>
                <a:lnTo>
                  <a:pt x="211831" y="63856"/>
                </a:lnTo>
                <a:lnTo>
                  <a:pt x="211475" y="63589"/>
                </a:lnTo>
                <a:lnTo>
                  <a:pt x="211111" y="63327"/>
                </a:lnTo>
                <a:lnTo>
                  <a:pt x="210740" y="63072"/>
                </a:lnTo>
                <a:lnTo>
                  <a:pt x="210363" y="62822"/>
                </a:lnTo>
                <a:lnTo>
                  <a:pt x="209978" y="62579"/>
                </a:lnTo>
                <a:lnTo>
                  <a:pt x="209586" y="62341"/>
                </a:lnTo>
                <a:lnTo>
                  <a:pt x="209187" y="62110"/>
                </a:lnTo>
                <a:lnTo>
                  <a:pt x="208780" y="61885"/>
                </a:lnTo>
                <a:lnTo>
                  <a:pt x="208367" y="61665"/>
                </a:lnTo>
                <a:lnTo>
                  <a:pt x="207947" y="61452"/>
                </a:lnTo>
                <a:lnTo>
                  <a:pt x="207519" y="61245"/>
                </a:lnTo>
                <a:lnTo>
                  <a:pt x="207085" y="61044"/>
                </a:lnTo>
                <a:lnTo>
                  <a:pt x="206646" y="60847"/>
                </a:lnTo>
                <a:lnTo>
                  <a:pt x="206207" y="60654"/>
                </a:lnTo>
                <a:lnTo>
                  <a:pt x="205767" y="60463"/>
                </a:lnTo>
                <a:lnTo>
                  <a:pt x="205326" y="60276"/>
                </a:lnTo>
                <a:lnTo>
                  <a:pt x="204884" y="60092"/>
                </a:lnTo>
                <a:lnTo>
                  <a:pt x="204441" y="59911"/>
                </a:lnTo>
                <a:lnTo>
                  <a:pt x="203998" y="59734"/>
                </a:lnTo>
                <a:lnTo>
                  <a:pt x="203554" y="59559"/>
                </a:lnTo>
                <a:lnTo>
                  <a:pt x="203109" y="59388"/>
                </a:lnTo>
                <a:lnTo>
                  <a:pt x="202663" y="59219"/>
                </a:lnTo>
                <a:lnTo>
                  <a:pt x="202216" y="59054"/>
                </a:lnTo>
                <a:lnTo>
                  <a:pt x="201769" y="58892"/>
                </a:lnTo>
                <a:lnTo>
                  <a:pt x="201321" y="58733"/>
                </a:lnTo>
                <a:lnTo>
                  <a:pt x="200872" y="58578"/>
                </a:lnTo>
                <a:lnTo>
                  <a:pt x="200422" y="58425"/>
                </a:lnTo>
                <a:lnTo>
                  <a:pt x="199971" y="58276"/>
                </a:lnTo>
                <a:lnTo>
                  <a:pt x="199519" y="58129"/>
                </a:lnTo>
                <a:lnTo>
                  <a:pt x="199067" y="57986"/>
                </a:lnTo>
                <a:lnTo>
                  <a:pt x="198614" y="57846"/>
                </a:lnTo>
                <a:lnTo>
                  <a:pt x="198160" y="57709"/>
                </a:lnTo>
                <a:lnTo>
                  <a:pt x="197705" y="57575"/>
                </a:lnTo>
                <a:lnTo>
                  <a:pt x="197250" y="57445"/>
                </a:lnTo>
                <a:lnTo>
                  <a:pt x="196793" y="57317"/>
                </a:lnTo>
                <a:lnTo>
                  <a:pt x="196336" y="57193"/>
                </a:lnTo>
                <a:lnTo>
                  <a:pt x="196112" y="57137"/>
                </a:lnTo>
                <a:lnTo>
                  <a:pt x="195887" y="57079"/>
                </a:lnTo>
                <a:lnTo>
                  <a:pt x="195660" y="57021"/>
                </a:lnTo>
                <a:lnTo>
                  <a:pt x="195433" y="56962"/>
                </a:lnTo>
                <a:lnTo>
                  <a:pt x="195204" y="56902"/>
                </a:lnTo>
                <a:lnTo>
                  <a:pt x="194973" y="56841"/>
                </a:lnTo>
                <a:lnTo>
                  <a:pt x="194742" y="56779"/>
                </a:lnTo>
                <a:lnTo>
                  <a:pt x="194509" y="56717"/>
                </a:lnTo>
                <a:lnTo>
                  <a:pt x="194275" y="56653"/>
                </a:lnTo>
                <a:lnTo>
                  <a:pt x="194040" y="56588"/>
                </a:lnTo>
                <a:lnTo>
                  <a:pt x="193803" y="56523"/>
                </a:lnTo>
                <a:lnTo>
                  <a:pt x="193565" y="56456"/>
                </a:lnTo>
                <a:lnTo>
                  <a:pt x="193326" y="56389"/>
                </a:lnTo>
                <a:lnTo>
                  <a:pt x="193085" y="56320"/>
                </a:lnTo>
                <a:lnTo>
                  <a:pt x="192843" y="56251"/>
                </a:lnTo>
                <a:lnTo>
                  <a:pt x="192600" y="56181"/>
                </a:lnTo>
                <a:lnTo>
                  <a:pt x="192356" y="56110"/>
                </a:lnTo>
                <a:lnTo>
                  <a:pt x="192110" y="56038"/>
                </a:lnTo>
                <a:lnTo>
                  <a:pt x="191864" y="55965"/>
                </a:lnTo>
                <a:lnTo>
                  <a:pt x="191615" y="55891"/>
                </a:lnTo>
                <a:lnTo>
                  <a:pt x="191366" y="55816"/>
                </a:lnTo>
                <a:lnTo>
                  <a:pt x="191115" y="55740"/>
                </a:lnTo>
                <a:lnTo>
                  <a:pt x="190863" y="55663"/>
                </a:lnTo>
                <a:lnTo>
                  <a:pt x="190610" y="55586"/>
                </a:lnTo>
                <a:lnTo>
                  <a:pt x="190357" y="55507"/>
                </a:lnTo>
                <a:lnTo>
                  <a:pt x="190105" y="55426"/>
                </a:lnTo>
                <a:lnTo>
                  <a:pt x="189855" y="55343"/>
                </a:lnTo>
                <a:lnTo>
                  <a:pt x="189607" y="55258"/>
                </a:lnTo>
                <a:lnTo>
                  <a:pt x="189361" y="55172"/>
                </a:lnTo>
                <a:lnTo>
                  <a:pt x="189116" y="55083"/>
                </a:lnTo>
                <a:lnTo>
                  <a:pt x="188872" y="54993"/>
                </a:lnTo>
                <a:lnTo>
                  <a:pt x="188631" y="54901"/>
                </a:lnTo>
                <a:lnTo>
                  <a:pt x="188390" y="54807"/>
                </a:lnTo>
                <a:lnTo>
                  <a:pt x="188152" y="54711"/>
                </a:lnTo>
                <a:lnTo>
                  <a:pt x="187915" y="54614"/>
                </a:lnTo>
                <a:lnTo>
                  <a:pt x="187680" y="54514"/>
                </a:lnTo>
                <a:lnTo>
                  <a:pt x="187446" y="54413"/>
                </a:lnTo>
                <a:lnTo>
                  <a:pt x="187214" y="54309"/>
                </a:lnTo>
                <a:lnTo>
                  <a:pt x="186984" y="54204"/>
                </a:lnTo>
                <a:lnTo>
                  <a:pt x="186755" y="54097"/>
                </a:lnTo>
                <a:lnTo>
                  <a:pt x="186528" y="53989"/>
                </a:lnTo>
                <a:lnTo>
                  <a:pt x="186303" y="53878"/>
                </a:lnTo>
                <a:lnTo>
                  <a:pt x="186079" y="53765"/>
                </a:lnTo>
                <a:lnTo>
                  <a:pt x="185857" y="53651"/>
                </a:lnTo>
                <a:lnTo>
                  <a:pt x="185636" y="53535"/>
                </a:lnTo>
                <a:lnTo>
                  <a:pt x="185417" y="53417"/>
                </a:lnTo>
                <a:lnTo>
                  <a:pt x="185200" y="53297"/>
                </a:lnTo>
                <a:lnTo>
                  <a:pt x="184984" y="53175"/>
                </a:lnTo>
                <a:lnTo>
                  <a:pt x="184772" y="53050"/>
                </a:lnTo>
                <a:lnTo>
                  <a:pt x="184563" y="52923"/>
                </a:lnTo>
                <a:lnTo>
                  <a:pt x="184359" y="52792"/>
                </a:lnTo>
                <a:lnTo>
                  <a:pt x="184158" y="52658"/>
                </a:lnTo>
                <a:lnTo>
                  <a:pt x="183962" y="52522"/>
                </a:lnTo>
                <a:lnTo>
                  <a:pt x="183771" y="52381"/>
                </a:lnTo>
                <a:lnTo>
                  <a:pt x="183583" y="52238"/>
                </a:lnTo>
                <a:lnTo>
                  <a:pt x="183399" y="52092"/>
                </a:lnTo>
                <a:lnTo>
                  <a:pt x="183220" y="51943"/>
                </a:lnTo>
                <a:lnTo>
                  <a:pt x="183045" y="51790"/>
                </a:lnTo>
                <a:lnTo>
                  <a:pt x="182874" y="51634"/>
                </a:lnTo>
                <a:lnTo>
                  <a:pt x="182707" y="51475"/>
                </a:lnTo>
                <a:lnTo>
                  <a:pt x="182545" y="51313"/>
                </a:lnTo>
                <a:lnTo>
                  <a:pt x="182386" y="51148"/>
                </a:lnTo>
                <a:lnTo>
                  <a:pt x="182232" y="50980"/>
                </a:lnTo>
                <a:lnTo>
                  <a:pt x="182082" y="50808"/>
                </a:lnTo>
                <a:lnTo>
                  <a:pt x="181937" y="50634"/>
                </a:lnTo>
                <a:lnTo>
                  <a:pt x="181795" y="50456"/>
                </a:lnTo>
                <a:lnTo>
                  <a:pt x="181657" y="50275"/>
                </a:lnTo>
                <a:lnTo>
                  <a:pt x="181524" y="50091"/>
                </a:lnTo>
                <a:lnTo>
                  <a:pt x="181395" y="49904"/>
                </a:lnTo>
                <a:lnTo>
                  <a:pt x="181270" y="49714"/>
                </a:lnTo>
                <a:lnTo>
                  <a:pt x="181150" y="49520"/>
                </a:lnTo>
                <a:lnTo>
                  <a:pt x="181033" y="49324"/>
                </a:lnTo>
                <a:lnTo>
                  <a:pt x="180922" y="49124"/>
                </a:lnTo>
                <a:lnTo>
                  <a:pt x="180818" y="48919"/>
                </a:lnTo>
                <a:lnTo>
                  <a:pt x="180721" y="48711"/>
                </a:lnTo>
                <a:lnTo>
                  <a:pt x="180630" y="48499"/>
                </a:lnTo>
                <a:lnTo>
                  <a:pt x="180547" y="48282"/>
                </a:lnTo>
                <a:lnTo>
                  <a:pt x="180470" y="48062"/>
                </a:lnTo>
                <a:lnTo>
                  <a:pt x="180400" y="47837"/>
                </a:lnTo>
                <a:lnTo>
                  <a:pt x="180337" y="47609"/>
                </a:lnTo>
                <a:lnTo>
                  <a:pt x="180281" y="47376"/>
                </a:lnTo>
                <a:lnTo>
                  <a:pt x="180232" y="47139"/>
                </a:lnTo>
                <a:lnTo>
                  <a:pt x="180190" y="46898"/>
                </a:lnTo>
                <a:lnTo>
                  <a:pt x="180154" y="46653"/>
                </a:lnTo>
                <a:lnTo>
                  <a:pt x="180125" y="46404"/>
                </a:lnTo>
                <a:lnTo>
                  <a:pt x="180104" y="46151"/>
                </a:lnTo>
                <a:lnTo>
                  <a:pt x="180089" y="45894"/>
                </a:lnTo>
                <a:lnTo>
                  <a:pt x="180081" y="45633"/>
                </a:lnTo>
                <a:lnTo>
                  <a:pt x="180079" y="45368"/>
                </a:lnTo>
                <a:lnTo>
                  <a:pt x="180085" y="45098"/>
                </a:lnTo>
                <a:lnTo>
                  <a:pt x="180098" y="44825"/>
                </a:lnTo>
                <a:lnTo>
                  <a:pt x="180117" y="44548"/>
                </a:lnTo>
                <a:lnTo>
                  <a:pt x="180143" y="44266"/>
                </a:lnTo>
                <a:lnTo>
                  <a:pt x="180176" y="43980"/>
                </a:lnTo>
                <a:lnTo>
                  <a:pt x="180216" y="43691"/>
                </a:lnTo>
                <a:lnTo>
                  <a:pt x="180263" y="43397"/>
                </a:lnTo>
                <a:lnTo>
                  <a:pt x="180334" y="43026"/>
                </a:lnTo>
                <a:lnTo>
                  <a:pt x="180412" y="42661"/>
                </a:lnTo>
                <a:lnTo>
                  <a:pt x="180498" y="42301"/>
                </a:lnTo>
                <a:lnTo>
                  <a:pt x="180592" y="41948"/>
                </a:lnTo>
                <a:lnTo>
                  <a:pt x="180694" y="41600"/>
                </a:lnTo>
                <a:lnTo>
                  <a:pt x="180803" y="41258"/>
                </a:lnTo>
                <a:lnTo>
                  <a:pt x="180920" y="40922"/>
                </a:lnTo>
                <a:lnTo>
                  <a:pt x="181044" y="40592"/>
                </a:lnTo>
                <a:lnTo>
                  <a:pt x="181176" y="40267"/>
                </a:lnTo>
                <a:lnTo>
                  <a:pt x="181316" y="39948"/>
                </a:lnTo>
                <a:lnTo>
                  <a:pt x="181464" y="39636"/>
                </a:lnTo>
                <a:lnTo>
                  <a:pt x="181619" y="39328"/>
                </a:lnTo>
                <a:lnTo>
                  <a:pt x="181782" y="39027"/>
                </a:lnTo>
                <a:lnTo>
                  <a:pt x="181953" y="38732"/>
                </a:lnTo>
                <a:lnTo>
                  <a:pt x="182131" y="38442"/>
                </a:lnTo>
                <a:lnTo>
                  <a:pt x="182317" y="38158"/>
                </a:lnTo>
                <a:lnTo>
                  <a:pt x="182510" y="37880"/>
                </a:lnTo>
                <a:lnTo>
                  <a:pt x="182712" y="37608"/>
                </a:lnTo>
                <a:lnTo>
                  <a:pt x="182920" y="37342"/>
                </a:lnTo>
                <a:lnTo>
                  <a:pt x="183137" y="37081"/>
                </a:lnTo>
                <a:lnTo>
                  <a:pt x="183361" y="36827"/>
                </a:lnTo>
                <a:lnTo>
                  <a:pt x="183593" y="36578"/>
                </a:lnTo>
                <a:lnTo>
                  <a:pt x="183833" y="36334"/>
                </a:lnTo>
                <a:lnTo>
                  <a:pt x="184080" y="36097"/>
                </a:lnTo>
                <a:lnTo>
                  <a:pt x="184333" y="35865"/>
                </a:lnTo>
                <a:lnTo>
                  <a:pt x="184590" y="35639"/>
                </a:lnTo>
                <a:lnTo>
                  <a:pt x="184851" y="35417"/>
                </a:lnTo>
                <a:lnTo>
                  <a:pt x="185116" y="35200"/>
                </a:lnTo>
                <a:lnTo>
                  <a:pt x="185384" y="34989"/>
                </a:lnTo>
                <a:lnTo>
                  <a:pt x="185656" y="34783"/>
                </a:lnTo>
                <a:lnTo>
                  <a:pt x="185932" y="34582"/>
                </a:lnTo>
                <a:lnTo>
                  <a:pt x="186212" y="34386"/>
                </a:lnTo>
                <a:lnTo>
                  <a:pt x="186496" y="34195"/>
                </a:lnTo>
                <a:lnTo>
                  <a:pt x="186784" y="34009"/>
                </a:lnTo>
                <a:lnTo>
                  <a:pt x="187075" y="33828"/>
                </a:lnTo>
                <a:lnTo>
                  <a:pt x="187370" y="33653"/>
                </a:lnTo>
                <a:lnTo>
                  <a:pt x="187669" y="33482"/>
                </a:lnTo>
                <a:lnTo>
                  <a:pt x="187972" y="33317"/>
                </a:lnTo>
                <a:lnTo>
                  <a:pt x="188279" y="33157"/>
                </a:lnTo>
                <a:lnTo>
                  <a:pt x="188590" y="33002"/>
                </a:lnTo>
                <a:lnTo>
                  <a:pt x="188904" y="32852"/>
                </a:lnTo>
                <a:lnTo>
                  <a:pt x="189222" y="32707"/>
                </a:lnTo>
                <a:lnTo>
                  <a:pt x="189544" y="32567"/>
                </a:lnTo>
                <a:lnTo>
                  <a:pt x="189870" y="32432"/>
                </a:lnTo>
                <a:lnTo>
                  <a:pt x="190200" y="32303"/>
                </a:lnTo>
                <a:lnTo>
                  <a:pt x="190534" y="32178"/>
                </a:lnTo>
                <a:lnTo>
                  <a:pt x="190871" y="32059"/>
                </a:lnTo>
                <a:lnTo>
                  <a:pt x="191213" y="31945"/>
                </a:lnTo>
                <a:lnTo>
                  <a:pt x="191556" y="31836"/>
                </a:lnTo>
                <a:lnTo>
                  <a:pt x="191899" y="31731"/>
                </a:lnTo>
                <a:lnTo>
                  <a:pt x="192242" y="31631"/>
                </a:lnTo>
                <a:lnTo>
                  <a:pt x="192585" y="31536"/>
                </a:lnTo>
                <a:lnTo>
                  <a:pt x="192927" y="31445"/>
                </a:lnTo>
                <a:lnTo>
                  <a:pt x="193270" y="31359"/>
                </a:lnTo>
                <a:lnTo>
                  <a:pt x="193612" y="31278"/>
                </a:lnTo>
                <a:lnTo>
                  <a:pt x="193955" y="31201"/>
                </a:lnTo>
                <a:lnTo>
                  <a:pt x="194297" y="31129"/>
                </a:lnTo>
                <a:lnTo>
                  <a:pt x="194639" y="31061"/>
                </a:lnTo>
                <a:lnTo>
                  <a:pt x="194981" y="30999"/>
                </a:lnTo>
                <a:lnTo>
                  <a:pt x="195323" y="30940"/>
                </a:lnTo>
                <a:lnTo>
                  <a:pt x="195665" y="30887"/>
                </a:lnTo>
                <a:lnTo>
                  <a:pt x="196006" y="30838"/>
                </a:lnTo>
                <a:lnTo>
                  <a:pt x="196348" y="30794"/>
                </a:lnTo>
                <a:lnTo>
                  <a:pt x="196689" y="30754"/>
                </a:lnTo>
                <a:lnTo>
                  <a:pt x="197031" y="30720"/>
                </a:lnTo>
                <a:lnTo>
                  <a:pt x="197372" y="30689"/>
                </a:lnTo>
                <a:lnTo>
                  <a:pt x="197713" y="30664"/>
                </a:lnTo>
                <a:lnTo>
                  <a:pt x="198054" y="30643"/>
                </a:lnTo>
                <a:lnTo>
                  <a:pt x="198395" y="30626"/>
                </a:lnTo>
                <a:lnTo>
                  <a:pt x="198735" y="30615"/>
                </a:lnTo>
                <a:lnTo>
                  <a:pt x="199076" y="30608"/>
                </a:lnTo>
                <a:lnTo>
                  <a:pt x="199417" y="30606"/>
                </a:lnTo>
                <a:lnTo>
                  <a:pt x="199789" y="30614"/>
                </a:lnTo>
                <a:lnTo>
                  <a:pt x="200159" y="30628"/>
                </a:lnTo>
                <a:lnTo>
                  <a:pt x="200526" y="30648"/>
                </a:lnTo>
                <a:lnTo>
                  <a:pt x="200891" y="30673"/>
                </a:lnTo>
                <a:lnTo>
                  <a:pt x="201253" y="30705"/>
                </a:lnTo>
                <a:lnTo>
                  <a:pt x="201612" y="30742"/>
                </a:lnTo>
                <a:lnTo>
                  <a:pt x="201968" y="30784"/>
                </a:lnTo>
                <a:lnTo>
                  <a:pt x="202322" y="30833"/>
                </a:lnTo>
                <a:lnTo>
                  <a:pt x="202674" y="30887"/>
                </a:lnTo>
                <a:lnTo>
                  <a:pt x="203022" y="30946"/>
                </a:lnTo>
                <a:lnTo>
                  <a:pt x="203368" y="31012"/>
                </a:lnTo>
                <a:lnTo>
                  <a:pt x="203711" y="31083"/>
                </a:lnTo>
                <a:lnTo>
                  <a:pt x="204052" y="31160"/>
                </a:lnTo>
                <a:lnTo>
                  <a:pt x="204389" y="31242"/>
                </a:lnTo>
                <a:lnTo>
                  <a:pt x="204724" y="31330"/>
                </a:lnTo>
                <a:lnTo>
                  <a:pt x="205057" y="31424"/>
                </a:lnTo>
                <a:lnTo>
                  <a:pt x="205387" y="31524"/>
                </a:lnTo>
                <a:lnTo>
                  <a:pt x="205714" y="31629"/>
                </a:lnTo>
                <a:lnTo>
                  <a:pt x="206038" y="31740"/>
                </a:lnTo>
                <a:lnTo>
                  <a:pt x="206360" y="31857"/>
                </a:lnTo>
                <a:lnTo>
                  <a:pt x="206679" y="31979"/>
                </a:lnTo>
                <a:lnTo>
                  <a:pt x="206996" y="32107"/>
                </a:lnTo>
                <a:lnTo>
                  <a:pt x="207309" y="32241"/>
                </a:lnTo>
                <a:lnTo>
                  <a:pt x="207620" y="32380"/>
                </a:lnTo>
                <a:lnTo>
                  <a:pt x="207927" y="32525"/>
                </a:lnTo>
                <a:lnTo>
                  <a:pt x="208229" y="32676"/>
                </a:lnTo>
                <a:lnTo>
                  <a:pt x="208525" y="32831"/>
                </a:lnTo>
                <a:lnTo>
                  <a:pt x="208815" y="32992"/>
                </a:lnTo>
                <a:lnTo>
                  <a:pt x="209099" y="33159"/>
                </a:lnTo>
                <a:lnTo>
                  <a:pt x="209378" y="33330"/>
                </a:lnTo>
                <a:lnTo>
                  <a:pt x="209652" y="33508"/>
                </a:lnTo>
                <a:lnTo>
                  <a:pt x="209920" y="33690"/>
                </a:lnTo>
                <a:lnTo>
                  <a:pt x="210182" y="33878"/>
                </a:lnTo>
                <a:lnTo>
                  <a:pt x="210439" y="34071"/>
                </a:lnTo>
                <a:lnTo>
                  <a:pt x="210690" y="34269"/>
                </a:lnTo>
                <a:lnTo>
                  <a:pt x="210935" y="34473"/>
                </a:lnTo>
                <a:lnTo>
                  <a:pt x="211175" y="34682"/>
                </a:lnTo>
                <a:lnTo>
                  <a:pt x="211410" y="34897"/>
                </a:lnTo>
                <a:lnTo>
                  <a:pt x="211639" y="35117"/>
                </a:lnTo>
                <a:lnTo>
                  <a:pt x="211862" y="35342"/>
                </a:lnTo>
                <a:lnTo>
                  <a:pt x="212080" y="35572"/>
                </a:lnTo>
                <a:lnTo>
                  <a:pt x="212292" y="35808"/>
                </a:lnTo>
                <a:lnTo>
                  <a:pt x="212498" y="36050"/>
                </a:lnTo>
                <a:lnTo>
                  <a:pt x="212699" y="36296"/>
                </a:lnTo>
                <a:lnTo>
                  <a:pt x="212894" y="36548"/>
                </a:lnTo>
                <a:lnTo>
                  <a:pt x="213084" y="36805"/>
                </a:lnTo>
                <a:lnTo>
                  <a:pt x="213268" y="37068"/>
                </a:lnTo>
                <a:lnTo>
                  <a:pt x="213447" y="37336"/>
                </a:lnTo>
                <a:lnTo>
                  <a:pt x="213618" y="37609"/>
                </a:lnTo>
                <a:lnTo>
                  <a:pt x="213781" y="37888"/>
                </a:lnTo>
                <a:lnTo>
                  <a:pt x="213935" y="38172"/>
                </a:lnTo>
                <a:lnTo>
                  <a:pt x="214080" y="38461"/>
                </a:lnTo>
                <a:lnTo>
                  <a:pt x="214217" y="38755"/>
                </a:lnTo>
                <a:lnTo>
                  <a:pt x="214345" y="39054"/>
                </a:lnTo>
                <a:lnTo>
                  <a:pt x="214464" y="39359"/>
                </a:lnTo>
                <a:lnTo>
                  <a:pt x="214574" y="39669"/>
                </a:lnTo>
                <a:lnTo>
                  <a:pt x="214676" y="39984"/>
                </a:lnTo>
                <a:lnTo>
                  <a:pt x="214769" y="40304"/>
                </a:lnTo>
                <a:lnTo>
                  <a:pt x="214853" y="40630"/>
                </a:lnTo>
                <a:lnTo>
                  <a:pt x="214929" y="40961"/>
                </a:lnTo>
                <a:lnTo>
                  <a:pt x="214995" y="41297"/>
                </a:lnTo>
                <a:lnTo>
                  <a:pt x="215053" y="41638"/>
                </a:lnTo>
                <a:lnTo>
                  <a:pt x="215103" y="41985"/>
                </a:lnTo>
                <a:lnTo>
                  <a:pt x="215143" y="42337"/>
                </a:lnTo>
                <a:lnTo>
                  <a:pt x="215175" y="42694"/>
                </a:lnTo>
                <a:lnTo>
                  <a:pt x="215199" y="43056"/>
                </a:lnTo>
                <a:lnTo>
                  <a:pt x="215213" y="43423"/>
                </a:lnTo>
                <a:lnTo>
                  <a:pt x="215219" y="43796"/>
                </a:lnTo>
                <a:lnTo>
                  <a:pt x="215216" y="44174"/>
                </a:lnTo>
                <a:lnTo>
                  <a:pt x="215204" y="44557"/>
                </a:lnTo>
                <a:lnTo>
                  <a:pt x="215184" y="44945"/>
                </a:lnTo>
                <a:lnTo>
                  <a:pt x="215155" y="45339"/>
                </a:lnTo>
                <a:lnTo>
                  <a:pt x="222990" y="45406"/>
                </a:lnTo>
                <a:lnTo>
                  <a:pt x="223023" y="44819"/>
                </a:lnTo>
                <a:lnTo>
                  <a:pt x="223043" y="44239"/>
                </a:lnTo>
                <a:lnTo>
                  <a:pt x="223051" y="43667"/>
                </a:lnTo>
                <a:lnTo>
                  <a:pt x="223046" y="43104"/>
                </a:lnTo>
                <a:lnTo>
                  <a:pt x="223029" y="42548"/>
                </a:lnTo>
                <a:lnTo>
                  <a:pt x="222999" y="42001"/>
                </a:lnTo>
                <a:lnTo>
                  <a:pt x="222956" y="41462"/>
                </a:lnTo>
                <a:lnTo>
                  <a:pt x="222901" y="40930"/>
                </a:lnTo>
                <a:lnTo>
                  <a:pt x="222833" y="40407"/>
                </a:lnTo>
                <a:lnTo>
                  <a:pt x="222753" y="39891"/>
                </a:lnTo>
                <a:lnTo>
                  <a:pt x="222660" y="39384"/>
                </a:lnTo>
                <a:lnTo>
                  <a:pt x="222555" y="38885"/>
                </a:lnTo>
                <a:lnTo>
                  <a:pt x="222437" y="38394"/>
                </a:lnTo>
                <a:lnTo>
                  <a:pt x="222307" y="37910"/>
                </a:lnTo>
                <a:lnTo>
                  <a:pt x="222164" y="37435"/>
                </a:lnTo>
                <a:lnTo>
                  <a:pt x="222008" y="36968"/>
                </a:lnTo>
                <a:lnTo>
                  <a:pt x="221840" y="36509"/>
                </a:lnTo>
                <a:lnTo>
                  <a:pt x="221659" y="36057"/>
                </a:lnTo>
                <a:lnTo>
                  <a:pt x="221466" y="35614"/>
                </a:lnTo>
                <a:lnTo>
                  <a:pt x="221260" y="35179"/>
                </a:lnTo>
                <a:lnTo>
                  <a:pt x="221042" y="34752"/>
                </a:lnTo>
                <a:lnTo>
                  <a:pt x="220811" y="34333"/>
                </a:lnTo>
                <a:lnTo>
                  <a:pt x="220567" y="33922"/>
                </a:lnTo>
                <a:lnTo>
                  <a:pt x="220311" y="33519"/>
                </a:lnTo>
                <a:lnTo>
                  <a:pt x="220045" y="33124"/>
                </a:lnTo>
                <a:lnTo>
                  <a:pt x="219771" y="32737"/>
                </a:lnTo>
                <a:lnTo>
                  <a:pt x="219488" y="32358"/>
                </a:lnTo>
                <a:lnTo>
                  <a:pt x="219198" y="31987"/>
                </a:lnTo>
                <a:lnTo>
                  <a:pt x="218900" y="31624"/>
                </a:lnTo>
                <a:lnTo>
                  <a:pt x="218593" y="31269"/>
                </a:lnTo>
                <a:lnTo>
                  <a:pt x="218279" y="30922"/>
                </a:lnTo>
                <a:lnTo>
                  <a:pt x="217956" y="30583"/>
                </a:lnTo>
                <a:lnTo>
                  <a:pt x="217626" y="30252"/>
                </a:lnTo>
                <a:lnTo>
                  <a:pt x="217287" y="29930"/>
                </a:lnTo>
                <a:lnTo>
                  <a:pt x="216941" y="29615"/>
                </a:lnTo>
                <a:lnTo>
                  <a:pt x="216586" y="29308"/>
                </a:lnTo>
                <a:lnTo>
                  <a:pt x="216224" y="29009"/>
                </a:lnTo>
                <a:lnTo>
                  <a:pt x="215853" y="28719"/>
                </a:lnTo>
                <a:lnTo>
                  <a:pt x="215474" y="28436"/>
                </a:lnTo>
                <a:lnTo>
                  <a:pt x="215088" y="28161"/>
                </a:lnTo>
                <a:lnTo>
                  <a:pt x="214693" y="27894"/>
                </a:lnTo>
                <a:lnTo>
                  <a:pt x="214290" y="27636"/>
                </a:lnTo>
                <a:lnTo>
                  <a:pt x="213880" y="27385"/>
                </a:lnTo>
                <a:lnTo>
                  <a:pt x="213461" y="27143"/>
                </a:lnTo>
                <a:lnTo>
                  <a:pt x="213034" y="26908"/>
                </a:lnTo>
                <a:lnTo>
                  <a:pt x="212599" y="26682"/>
                </a:lnTo>
                <a:lnTo>
                  <a:pt x="212156" y="26463"/>
                </a:lnTo>
                <a:lnTo>
                  <a:pt x="211706" y="26252"/>
                </a:lnTo>
                <a:lnTo>
                  <a:pt x="211249" y="26050"/>
                </a:lnTo>
                <a:lnTo>
                  <a:pt x="210788" y="25856"/>
                </a:lnTo>
                <a:lnTo>
                  <a:pt x="210323" y="25671"/>
                </a:lnTo>
                <a:lnTo>
                  <a:pt x="209854" y="25493"/>
                </a:lnTo>
                <a:lnTo>
                  <a:pt x="209381" y="25325"/>
                </a:lnTo>
                <a:lnTo>
                  <a:pt x="208903" y="25164"/>
                </a:lnTo>
                <a:lnTo>
                  <a:pt x="208422" y="25012"/>
                </a:lnTo>
                <a:lnTo>
                  <a:pt x="207937" y="24868"/>
                </a:lnTo>
                <a:lnTo>
                  <a:pt x="207447" y="24733"/>
                </a:lnTo>
                <a:lnTo>
                  <a:pt x="206954" y="24606"/>
                </a:lnTo>
                <a:lnTo>
                  <a:pt x="206456" y="24488"/>
                </a:lnTo>
                <a:lnTo>
                  <a:pt x="205955" y="24377"/>
                </a:lnTo>
                <a:lnTo>
                  <a:pt x="205449" y="24275"/>
                </a:lnTo>
                <a:lnTo>
                  <a:pt x="204939" y="24182"/>
                </a:lnTo>
                <a:lnTo>
                  <a:pt x="204425" y="24097"/>
                </a:lnTo>
                <a:lnTo>
                  <a:pt x="203907" y="24020"/>
                </a:lnTo>
                <a:lnTo>
                  <a:pt x="203385" y="23952"/>
                </a:lnTo>
                <a:lnTo>
                  <a:pt x="202859" y="23892"/>
                </a:lnTo>
                <a:lnTo>
                  <a:pt x="202329" y="23840"/>
                </a:lnTo>
                <a:lnTo>
                  <a:pt x="201795" y="23797"/>
                </a:lnTo>
                <a:lnTo>
                  <a:pt x="201257" y="23762"/>
                </a:lnTo>
                <a:lnTo>
                  <a:pt x="200714" y="23735"/>
                </a:lnTo>
                <a:lnTo>
                  <a:pt x="200168" y="23717"/>
                </a:lnTo>
                <a:lnTo>
                  <a:pt x="199617" y="23708"/>
                </a:lnTo>
                <a:lnTo>
                  <a:pt x="199243" y="23704"/>
                </a:lnTo>
                <a:lnTo>
                  <a:pt x="198869" y="23706"/>
                </a:lnTo>
                <a:lnTo>
                  <a:pt x="198494" y="23711"/>
                </a:lnTo>
                <a:lnTo>
                  <a:pt x="198118" y="23722"/>
                </a:lnTo>
                <a:lnTo>
                  <a:pt x="197742" y="23736"/>
                </a:lnTo>
                <a:lnTo>
                  <a:pt x="197366" y="23756"/>
                </a:lnTo>
                <a:lnTo>
                  <a:pt x="196989" y="23780"/>
                </a:lnTo>
                <a:lnTo>
                  <a:pt x="196611" y="23808"/>
                </a:lnTo>
                <a:lnTo>
                  <a:pt x="196233" y="23841"/>
                </a:lnTo>
                <a:lnTo>
                  <a:pt x="195855" y="23879"/>
                </a:lnTo>
                <a:lnTo>
                  <a:pt x="195476" y="23921"/>
                </a:lnTo>
                <a:lnTo>
                  <a:pt x="195097" y="23967"/>
                </a:lnTo>
                <a:lnTo>
                  <a:pt x="194717" y="24018"/>
                </a:lnTo>
                <a:lnTo>
                  <a:pt x="194337" y="24074"/>
                </a:lnTo>
                <a:lnTo>
                  <a:pt x="193956" y="24134"/>
                </a:lnTo>
                <a:lnTo>
                  <a:pt x="193575" y="24199"/>
                </a:lnTo>
                <a:lnTo>
                  <a:pt x="193194" y="24268"/>
                </a:lnTo>
                <a:lnTo>
                  <a:pt x="192812" y="24342"/>
                </a:lnTo>
                <a:lnTo>
                  <a:pt x="192429" y="24420"/>
                </a:lnTo>
                <a:lnTo>
                  <a:pt x="192046" y="24503"/>
                </a:lnTo>
                <a:lnTo>
                  <a:pt x="191663" y="24590"/>
                </a:lnTo>
                <a:lnTo>
                  <a:pt x="191279" y="24682"/>
                </a:lnTo>
                <a:lnTo>
                  <a:pt x="190894" y="24779"/>
                </a:lnTo>
                <a:lnTo>
                  <a:pt x="190509" y="24880"/>
                </a:lnTo>
                <a:lnTo>
                  <a:pt x="190126" y="24985"/>
                </a:lnTo>
                <a:lnTo>
                  <a:pt x="189744" y="25095"/>
                </a:lnTo>
                <a:lnTo>
                  <a:pt x="189365" y="25209"/>
                </a:lnTo>
                <a:lnTo>
                  <a:pt x="188989" y="25328"/>
                </a:lnTo>
                <a:lnTo>
                  <a:pt x="188615" y="25451"/>
                </a:lnTo>
                <a:lnTo>
                  <a:pt x="188243" y="25579"/>
                </a:lnTo>
                <a:lnTo>
                  <a:pt x="187874" y="25711"/>
                </a:lnTo>
                <a:lnTo>
                  <a:pt x="187507" y="25847"/>
                </a:lnTo>
                <a:lnTo>
                  <a:pt x="187143" y="25988"/>
                </a:lnTo>
                <a:lnTo>
                  <a:pt x="186781" y="26133"/>
                </a:lnTo>
                <a:lnTo>
                  <a:pt x="186421" y="26283"/>
                </a:lnTo>
                <a:lnTo>
                  <a:pt x="186064" y="26437"/>
                </a:lnTo>
                <a:lnTo>
                  <a:pt x="185710" y="26595"/>
                </a:lnTo>
                <a:lnTo>
                  <a:pt x="185358" y="26758"/>
                </a:lnTo>
                <a:lnTo>
                  <a:pt x="185008" y="26925"/>
                </a:lnTo>
                <a:lnTo>
                  <a:pt x="184661" y="27097"/>
                </a:lnTo>
                <a:lnTo>
                  <a:pt x="184316" y="27273"/>
                </a:lnTo>
                <a:lnTo>
                  <a:pt x="183974" y="27454"/>
                </a:lnTo>
                <a:lnTo>
                  <a:pt x="183634" y="27639"/>
                </a:lnTo>
                <a:lnTo>
                  <a:pt x="183296" y="27828"/>
                </a:lnTo>
                <a:lnTo>
                  <a:pt x="182961" y="28022"/>
                </a:lnTo>
                <a:lnTo>
                  <a:pt x="182629" y="28220"/>
                </a:lnTo>
                <a:lnTo>
                  <a:pt x="182298" y="28423"/>
                </a:lnTo>
                <a:lnTo>
                  <a:pt x="181971" y="28630"/>
                </a:lnTo>
                <a:lnTo>
                  <a:pt x="181647" y="28841"/>
                </a:lnTo>
                <a:lnTo>
                  <a:pt x="181327" y="29057"/>
                </a:lnTo>
                <a:lnTo>
                  <a:pt x="181012" y="29277"/>
                </a:lnTo>
                <a:lnTo>
                  <a:pt x="180702" y="29501"/>
                </a:lnTo>
                <a:lnTo>
                  <a:pt x="180396" y="29730"/>
                </a:lnTo>
                <a:lnTo>
                  <a:pt x="180096" y="29963"/>
                </a:lnTo>
                <a:lnTo>
                  <a:pt x="179799" y="30200"/>
                </a:lnTo>
                <a:lnTo>
                  <a:pt x="179508" y="30442"/>
                </a:lnTo>
                <a:lnTo>
                  <a:pt x="179221" y="30688"/>
                </a:lnTo>
                <a:lnTo>
                  <a:pt x="178938" y="30938"/>
                </a:lnTo>
                <a:lnTo>
                  <a:pt x="178661" y="31192"/>
                </a:lnTo>
                <a:lnTo>
                  <a:pt x="178388" y="31451"/>
                </a:lnTo>
                <a:lnTo>
                  <a:pt x="178119" y="31714"/>
                </a:lnTo>
                <a:lnTo>
                  <a:pt x="177856" y="31981"/>
                </a:lnTo>
                <a:lnTo>
                  <a:pt x="177597" y="32253"/>
                </a:lnTo>
                <a:lnTo>
                  <a:pt x="177342" y="32529"/>
                </a:lnTo>
                <a:lnTo>
                  <a:pt x="177093" y="32809"/>
                </a:lnTo>
                <a:lnTo>
                  <a:pt x="176847" y="33094"/>
                </a:lnTo>
                <a:lnTo>
                  <a:pt x="176607" y="33383"/>
                </a:lnTo>
                <a:lnTo>
                  <a:pt x="176371" y="33676"/>
                </a:lnTo>
                <a:lnTo>
                  <a:pt x="176140" y="33973"/>
                </a:lnTo>
                <a:lnTo>
                  <a:pt x="175914" y="34275"/>
                </a:lnTo>
                <a:lnTo>
                  <a:pt x="175692" y="34581"/>
                </a:lnTo>
                <a:lnTo>
                  <a:pt x="175475" y="34892"/>
                </a:lnTo>
                <a:lnTo>
                  <a:pt x="175263" y="35206"/>
                </a:lnTo>
                <a:lnTo>
                  <a:pt x="175059" y="35526"/>
                </a:lnTo>
                <a:lnTo>
                  <a:pt x="174863" y="35849"/>
                </a:lnTo>
                <a:lnTo>
                  <a:pt x="174674" y="36177"/>
                </a:lnTo>
                <a:lnTo>
                  <a:pt x="174492" y="36510"/>
                </a:lnTo>
                <a:lnTo>
                  <a:pt x="174317" y="36846"/>
                </a:lnTo>
                <a:lnTo>
                  <a:pt x="174150" y="37188"/>
                </a:lnTo>
                <a:lnTo>
                  <a:pt x="173990" y="37533"/>
                </a:lnTo>
                <a:lnTo>
                  <a:pt x="173837" y="37883"/>
                </a:lnTo>
                <a:lnTo>
                  <a:pt x="173692" y="38238"/>
                </a:lnTo>
                <a:lnTo>
                  <a:pt x="173554" y="38597"/>
                </a:lnTo>
                <a:lnTo>
                  <a:pt x="173424" y="38960"/>
                </a:lnTo>
                <a:lnTo>
                  <a:pt x="173300" y="39328"/>
                </a:lnTo>
                <a:lnTo>
                  <a:pt x="173184" y="39700"/>
                </a:lnTo>
                <a:lnTo>
                  <a:pt x="173076" y="40077"/>
                </a:lnTo>
                <a:lnTo>
                  <a:pt x="172974" y="40458"/>
                </a:lnTo>
                <a:lnTo>
                  <a:pt x="172880" y="40843"/>
                </a:lnTo>
                <a:lnTo>
                  <a:pt x="172794" y="41233"/>
                </a:lnTo>
                <a:lnTo>
                  <a:pt x="172714" y="41627"/>
                </a:lnTo>
                <a:lnTo>
                  <a:pt x="172642" y="42026"/>
                </a:lnTo>
                <a:lnTo>
                  <a:pt x="172578" y="42429"/>
                </a:lnTo>
                <a:lnTo>
                  <a:pt x="172520" y="42837"/>
                </a:lnTo>
                <a:lnTo>
                  <a:pt x="172470" y="43248"/>
                </a:lnTo>
                <a:lnTo>
                  <a:pt x="172427" y="43665"/>
                </a:lnTo>
                <a:lnTo>
                  <a:pt x="172392" y="44075"/>
                </a:lnTo>
                <a:lnTo>
                  <a:pt x="172365" y="44480"/>
                </a:lnTo>
                <a:lnTo>
                  <a:pt x="172346" y="44880"/>
                </a:lnTo>
                <a:lnTo>
                  <a:pt x="172334" y="45274"/>
                </a:lnTo>
                <a:lnTo>
                  <a:pt x="172331" y="45663"/>
                </a:lnTo>
                <a:lnTo>
                  <a:pt x="172335" y="46046"/>
                </a:lnTo>
                <a:lnTo>
                  <a:pt x="172348" y="46425"/>
                </a:lnTo>
                <a:lnTo>
                  <a:pt x="172368" y="46798"/>
                </a:lnTo>
                <a:lnTo>
                  <a:pt x="172396" y="47165"/>
                </a:lnTo>
                <a:lnTo>
                  <a:pt x="172432" y="47527"/>
                </a:lnTo>
                <a:lnTo>
                  <a:pt x="172476" y="47884"/>
                </a:lnTo>
                <a:lnTo>
                  <a:pt x="172528" y="48236"/>
                </a:lnTo>
                <a:lnTo>
                  <a:pt x="172588" y="48582"/>
                </a:lnTo>
                <a:lnTo>
                  <a:pt x="172655" y="48922"/>
                </a:lnTo>
                <a:lnTo>
                  <a:pt x="172731" y="49258"/>
                </a:lnTo>
                <a:lnTo>
                  <a:pt x="172814" y="49588"/>
                </a:lnTo>
                <a:lnTo>
                  <a:pt x="172906" y="49913"/>
                </a:lnTo>
                <a:lnTo>
                  <a:pt x="173005" y="50232"/>
                </a:lnTo>
                <a:lnTo>
                  <a:pt x="173112" y="50546"/>
                </a:lnTo>
                <a:lnTo>
                  <a:pt x="173227" y="50855"/>
                </a:lnTo>
                <a:lnTo>
                  <a:pt x="173350" y="51158"/>
                </a:lnTo>
                <a:lnTo>
                  <a:pt x="173481" y="51456"/>
                </a:lnTo>
                <a:lnTo>
                  <a:pt x="173620" y="51749"/>
                </a:lnTo>
                <a:lnTo>
                  <a:pt x="173767" y="52036"/>
                </a:lnTo>
                <a:lnTo>
                  <a:pt x="173920" y="52319"/>
                </a:lnTo>
                <a:lnTo>
                  <a:pt x="174079" y="52597"/>
                </a:lnTo>
                <a:lnTo>
                  <a:pt x="174242" y="52872"/>
                </a:lnTo>
                <a:lnTo>
                  <a:pt x="174411" y="53142"/>
                </a:lnTo>
                <a:lnTo>
                  <a:pt x="174586" y="53408"/>
                </a:lnTo>
                <a:lnTo>
                  <a:pt x="174765" y="53671"/>
                </a:lnTo>
                <a:lnTo>
                  <a:pt x="174950" y="53929"/>
                </a:lnTo>
                <a:lnTo>
                  <a:pt x="175140" y="54183"/>
                </a:lnTo>
                <a:lnTo>
                  <a:pt x="175335" y="54433"/>
                </a:lnTo>
                <a:lnTo>
                  <a:pt x="175535" y="54679"/>
                </a:lnTo>
                <a:lnTo>
                  <a:pt x="175741" y="54921"/>
                </a:lnTo>
                <a:lnTo>
                  <a:pt x="175952" y="55159"/>
                </a:lnTo>
                <a:lnTo>
                  <a:pt x="176168" y="55392"/>
                </a:lnTo>
                <a:lnTo>
                  <a:pt x="176389" y="55622"/>
                </a:lnTo>
                <a:lnTo>
                  <a:pt x="176616" y="55848"/>
                </a:lnTo>
                <a:lnTo>
                  <a:pt x="176847" y="56069"/>
                </a:lnTo>
                <a:lnTo>
                  <a:pt x="177084" y="56287"/>
                </a:lnTo>
                <a:lnTo>
                  <a:pt x="177327" y="56500"/>
                </a:lnTo>
                <a:lnTo>
                  <a:pt x="177574" y="56710"/>
                </a:lnTo>
                <a:lnTo>
                  <a:pt x="177827" y="56915"/>
                </a:lnTo>
                <a:lnTo>
                  <a:pt x="178085" y="57116"/>
                </a:lnTo>
                <a:lnTo>
                  <a:pt x="178348" y="57313"/>
                </a:lnTo>
                <a:lnTo>
                  <a:pt x="178616" y="57506"/>
                </a:lnTo>
                <a:lnTo>
                  <a:pt x="178890" y="57695"/>
                </a:lnTo>
                <a:lnTo>
                  <a:pt x="179168" y="57881"/>
                </a:lnTo>
                <a:lnTo>
                  <a:pt x="179448" y="58064"/>
                </a:lnTo>
                <a:lnTo>
                  <a:pt x="179730" y="58244"/>
                </a:lnTo>
                <a:lnTo>
                  <a:pt x="180016" y="58421"/>
                </a:lnTo>
                <a:lnTo>
                  <a:pt x="180303" y="58595"/>
                </a:lnTo>
                <a:lnTo>
                  <a:pt x="180594" y="58767"/>
                </a:lnTo>
                <a:lnTo>
                  <a:pt x="180886" y="58936"/>
                </a:lnTo>
                <a:lnTo>
                  <a:pt x="181182" y="59102"/>
                </a:lnTo>
                <a:lnTo>
                  <a:pt x="181480" y="59265"/>
                </a:lnTo>
                <a:lnTo>
                  <a:pt x="181780" y="59425"/>
                </a:lnTo>
                <a:lnTo>
                  <a:pt x="182084" y="59583"/>
                </a:lnTo>
                <a:lnTo>
                  <a:pt x="182389" y="59738"/>
                </a:lnTo>
                <a:lnTo>
                  <a:pt x="182697" y="59890"/>
                </a:lnTo>
                <a:lnTo>
                  <a:pt x="183008" y="60039"/>
                </a:lnTo>
                <a:lnTo>
                  <a:pt x="183322" y="60186"/>
                </a:lnTo>
                <a:lnTo>
                  <a:pt x="183638" y="60329"/>
                </a:lnTo>
                <a:lnTo>
                  <a:pt x="183956" y="60470"/>
                </a:lnTo>
                <a:lnTo>
                  <a:pt x="184277" y="60608"/>
                </a:lnTo>
                <a:lnTo>
                  <a:pt x="184601" y="60744"/>
                </a:lnTo>
                <a:lnTo>
                  <a:pt x="184927" y="60876"/>
                </a:lnTo>
                <a:lnTo>
                  <a:pt x="185255" y="61006"/>
                </a:lnTo>
                <a:lnTo>
                  <a:pt x="185587" y="61133"/>
                </a:lnTo>
                <a:lnTo>
                  <a:pt x="185920" y="61257"/>
                </a:lnTo>
                <a:lnTo>
                  <a:pt x="186257" y="61379"/>
                </a:lnTo>
                <a:lnTo>
                  <a:pt x="186594" y="61498"/>
                </a:lnTo>
                <a:lnTo>
                  <a:pt x="186931" y="61616"/>
                </a:lnTo>
                <a:lnTo>
                  <a:pt x="187268" y="61732"/>
                </a:lnTo>
                <a:lnTo>
                  <a:pt x="187605" y="61846"/>
                </a:lnTo>
                <a:lnTo>
                  <a:pt x="187941" y="61960"/>
                </a:lnTo>
                <a:lnTo>
                  <a:pt x="188276" y="62071"/>
                </a:lnTo>
                <a:lnTo>
                  <a:pt x="188612" y="62181"/>
                </a:lnTo>
                <a:lnTo>
                  <a:pt x="188947" y="62290"/>
                </a:lnTo>
                <a:lnTo>
                  <a:pt x="189281" y="62397"/>
                </a:lnTo>
                <a:lnTo>
                  <a:pt x="189616" y="62503"/>
                </a:lnTo>
                <a:lnTo>
                  <a:pt x="189950" y="62607"/>
                </a:lnTo>
                <a:lnTo>
                  <a:pt x="190283" y="62710"/>
                </a:lnTo>
                <a:lnTo>
                  <a:pt x="190617" y="62811"/>
                </a:lnTo>
                <a:lnTo>
                  <a:pt x="190950" y="62910"/>
                </a:lnTo>
                <a:lnTo>
                  <a:pt x="191282" y="63008"/>
                </a:lnTo>
                <a:lnTo>
                  <a:pt x="191614" y="63105"/>
                </a:lnTo>
                <a:lnTo>
                  <a:pt x="191946" y="63200"/>
                </a:lnTo>
                <a:lnTo>
                  <a:pt x="192278" y="63294"/>
                </a:lnTo>
                <a:lnTo>
                  <a:pt x="192609" y="63386"/>
                </a:lnTo>
                <a:lnTo>
                  <a:pt x="192940" y="63476"/>
                </a:lnTo>
                <a:lnTo>
                  <a:pt x="193270" y="63565"/>
                </a:lnTo>
                <a:lnTo>
                  <a:pt x="193601" y="63653"/>
                </a:lnTo>
                <a:lnTo>
                  <a:pt x="193930" y="63739"/>
                </a:lnTo>
                <a:lnTo>
                  <a:pt x="194260" y="63823"/>
                </a:lnTo>
                <a:lnTo>
                  <a:pt x="194578" y="63902"/>
                </a:lnTo>
                <a:lnTo>
                  <a:pt x="194897" y="63984"/>
                </a:lnTo>
                <a:lnTo>
                  <a:pt x="195217" y="64068"/>
                </a:lnTo>
                <a:lnTo>
                  <a:pt x="195538" y="64155"/>
                </a:lnTo>
                <a:lnTo>
                  <a:pt x="195859" y="64244"/>
                </a:lnTo>
                <a:lnTo>
                  <a:pt x="196181" y="64336"/>
                </a:lnTo>
                <a:lnTo>
                  <a:pt x="196504" y="64430"/>
                </a:lnTo>
                <a:lnTo>
                  <a:pt x="196827" y="64526"/>
                </a:lnTo>
                <a:lnTo>
                  <a:pt x="197151" y="64625"/>
                </a:lnTo>
                <a:lnTo>
                  <a:pt x="197476" y="64726"/>
                </a:lnTo>
                <a:lnTo>
                  <a:pt x="197801" y="64830"/>
                </a:lnTo>
                <a:lnTo>
                  <a:pt x="198127" y="64936"/>
                </a:lnTo>
                <a:lnTo>
                  <a:pt x="198454" y="65045"/>
                </a:lnTo>
                <a:lnTo>
                  <a:pt x="198782" y="65156"/>
                </a:lnTo>
                <a:lnTo>
                  <a:pt x="199110" y="65270"/>
                </a:lnTo>
                <a:lnTo>
                  <a:pt x="199439" y="65386"/>
                </a:lnTo>
                <a:lnTo>
                  <a:pt x="199768" y="65504"/>
                </a:lnTo>
                <a:lnTo>
                  <a:pt x="200099" y="65625"/>
                </a:lnTo>
                <a:lnTo>
                  <a:pt x="200430" y="65748"/>
                </a:lnTo>
                <a:lnTo>
                  <a:pt x="200762" y="65874"/>
                </a:lnTo>
                <a:lnTo>
                  <a:pt x="201094" y="66002"/>
                </a:lnTo>
                <a:lnTo>
                  <a:pt x="201427" y="66133"/>
                </a:lnTo>
                <a:lnTo>
                  <a:pt x="201761" y="66266"/>
                </a:lnTo>
                <a:lnTo>
                  <a:pt x="202095" y="66401"/>
                </a:lnTo>
                <a:lnTo>
                  <a:pt x="202428" y="66540"/>
                </a:lnTo>
                <a:lnTo>
                  <a:pt x="202754" y="66684"/>
                </a:lnTo>
                <a:lnTo>
                  <a:pt x="203076" y="66832"/>
                </a:lnTo>
                <a:lnTo>
                  <a:pt x="203392" y="66985"/>
                </a:lnTo>
                <a:lnTo>
                  <a:pt x="203703" y="67143"/>
                </a:lnTo>
                <a:lnTo>
                  <a:pt x="204008" y="67305"/>
                </a:lnTo>
                <a:lnTo>
                  <a:pt x="204308" y="67472"/>
                </a:lnTo>
                <a:lnTo>
                  <a:pt x="204603" y="67644"/>
                </a:lnTo>
                <a:lnTo>
                  <a:pt x="204892" y="67820"/>
                </a:lnTo>
                <a:lnTo>
                  <a:pt x="205176" y="68001"/>
                </a:lnTo>
                <a:lnTo>
                  <a:pt x="205455" y="68187"/>
                </a:lnTo>
                <a:lnTo>
                  <a:pt x="205729" y="68377"/>
                </a:lnTo>
                <a:lnTo>
                  <a:pt x="205997" y="68572"/>
                </a:lnTo>
                <a:lnTo>
                  <a:pt x="206259" y="68771"/>
                </a:lnTo>
                <a:lnTo>
                  <a:pt x="206516" y="68976"/>
                </a:lnTo>
                <a:lnTo>
                  <a:pt x="206768" y="69184"/>
                </a:lnTo>
                <a:lnTo>
                  <a:pt x="207015" y="69398"/>
                </a:lnTo>
                <a:lnTo>
                  <a:pt x="207256" y="69616"/>
                </a:lnTo>
                <a:lnTo>
                  <a:pt x="207492" y="69839"/>
                </a:lnTo>
                <a:lnTo>
                  <a:pt x="207723" y="70066"/>
                </a:lnTo>
                <a:lnTo>
                  <a:pt x="207948" y="70298"/>
                </a:lnTo>
                <a:lnTo>
                  <a:pt x="208168" y="70535"/>
                </a:lnTo>
                <a:lnTo>
                  <a:pt x="208382" y="70776"/>
                </a:lnTo>
                <a:lnTo>
                  <a:pt x="208592" y="71022"/>
                </a:lnTo>
                <a:lnTo>
                  <a:pt x="208792" y="71274"/>
                </a:lnTo>
                <a:lnTo>
                  <a:pt x="208982" y="71532"/>
                </a:lnTo>
                <a:lnTo>
                  <a:pt x="209160" y="71796"/>
                </a:lnTo>
                <a:lnTo>
                  <a:pt x="209326" y="72067"/>
                </a:lnTo>
                <a:lnTo>
                  <a:pt x="209482" y="72344"/>
                </a:lnTo>
                <a:lnTo>
                  <a:pt x="209625" y="72628"/>
                </a:lnTo>
                <a:lnTo>
                  <a:pt x="209758" y="72917"/>
                </a:lnTo>
                <a:lnTo>
                  <a:pt x="209879" y="73214"/>
                </a:lnTo>
                <a:lnTo>
                  <a:pt x="209988" y="73516"/>
                </a:lnTo>
                <a:lnTo>
                  <a:pt x="210087" y="73826"/>
                </a:lnTo>
                <a:lnTo>
                  <a:pt x="210174" y="74141"/>
                </a:lnTo>
                <a:lnTo>
                  <a:pt x="210249" y="74463"/>
                </a:lnTo>
                <a:lnTo>
                  <a:pt x="210313" y="74791"/>
                </a:lnTo>
                <a:lnTo>
                  <a:pt x="210366" y="75126"/>
                </a:lnTo>
                <a:lnTo>
                  <a:pt x="210407" y="75467"/>
                </a:lnTo>
                <a:lnTo>
                  <a:pt x="210437" y="75814"/>
                </a:lnTo>
                <a:lnTo>
                  <a:pt x="210455" y="76168"/>
                </a:lnTo>
                <a:lnTo>
                  <a:pt x="210463" y="76529"/>
                </a:lnTo>
                <a:lnTo>
                  <a:pt x="210458" y="76895"/>
                </a:lnTo>
                <a:lnTo>
                  <a:pt x="210443" y="77268"/>
                </a:lnTo>
                <a:lnTo>
                  <a:pt x="210415" y="77648"/>
                </a:lnTo>
                <a:lnTo>
                  <a:pt x="210377" y="78034"/>
                </a:lnTo>
                <a:lnTo>
                  <a:pt x="210327" y="78426"/>
                </a:lnTo>
                <a:lnTo>
                  <a:pt x="210266" y="78824"/>
                </a:lnTo>
                <a:lnTo>
                  <a:pt x="210194" y="79212"/>
                </a:lnTo>
                <a:lnTo>
                  <a:pt x="210114" y="79593"/>
                </a:lnTo>
                <a:lnTo>
                  <a:pt x="210026" y="79968"/>
                </a:lnTo>
                <a:lnTo>
                  <a:pt x="209928" y="80337"/>
                </a:lnTo>
                <a:close/>
                <a:moveTo>
                  <a:pt x="246883" y="97509"/>
                </a:moveTo>
                <a:lnTo>
                  <a:pt x="247820" y="97509"/>
                </a:lnTo>
                <a:lnTo>
                  <a:pt x="252441" y="97509"/>
                </a:lnTo>
                <a:lnTo>
                  <a:pt x="253647" y="97509"/>
                </a:lnTo>
                <a:lnTo>
                  <a:pt x="281105" y="40503"/>
                </a:lnTo>
                <a:lnTo>
                  <a:pt x="282729" y="36308"/>
                </a:lnTo>
                <a:lnTo>
                  <a:pt x="282846" y="39433"/>
                </a:lnTo>
                <a:lnTo>
                  <a:pt x="291083" y="97509"/>
                </a:lnTo>
                <a:lnTo>
                  <a:pt x="291820" y="97509"/>
                </a:lnTo>
                <a:lnTo>
                  <a:pt x="296441" y="97509"/>
                </a:lnTo>
                <a:lnTo>
                  <a:pt x="297780" y="97509"/>
                </a:lnTo>
                <a:lnTo>
                  <a:pt x="330730" y="25114"/>
                </a:lnTo>
                <a:lnTo>
                  <a:pt x="322358" y="25114"/>
                </a:lnTo>
                <a:lnTo>
                  <a:pt x="298383" y="80381"/>
                </a:lnTo>
                <a:lnTo>
                  <a:pt x="295681" y="87434"/>
                </a:lnTo>
                <a:lnTo>
                  <a:pt x="295168" y="80647"/>
                </a:lnTo>
                <a:lnTo>
                  <a:pt x="287936" y="25047"/>
                </a:lnTo>
                <a:lnTo>
                  <a:pt x="282310" y="25047"/>
                </a:lnTo>
                <a:lnTo>
                  <a:pt x="282313" y="25114"/>
                </a:lnTo>
                <a:lnTo>
                  <a:pt x="281239" y="25114"/>
                </a:lnTo>
                <a:lnTo>
                  <a:pt x="254785" y="80315"/>
                </a:lnTo>
                <a:lnTo>
                  <a:pt x="252215" y="86660"/>
                </a:lnTo>
                <a:lnTo>
                  <a:pt x="252106" y="81451"/>
                </a:lnTo>
                <a:lnTo>
                  <a:pt x="246816" y="25114"/>
                </a:lnTo>
                <a:lnTo>
                  <a:pt x="238980" y="25047"/>
                </a:lnTo>
                <a:lnTo>
                  <a:pt x="246883" y="97509"/>
                </a:lnTo>
                <a:close/>
                <a:moveTo>
                  <a:pt x="418714" y="47485"/>
                </a:moveTo>
                <a:lnTo>
                  <a:pt x="418885" y="47114"/>
                </a:lnTo>
                <a:lnTo>
                  <a:pt x="419060" y="46744"/>
                </a:lnTo>
                <a:lnTo>
                  <a:pt x="419238" y="46378"/>
                </a:lnTo>
                <a:lnTo>
                  <a:pt x="419420" y="46015"/>
                </a:lnTo>
                <a:lnTo>
                  <a:pt x="419606" y="45654"/>
                </a:lnTo>
                <a:lnTo>
                  <a:pt x="419795" y="45297"/>
                </a:lnTo>
                <a:lnTo>
                  <a:pt x="419988" y="44944"/>
                </a:lnTo>
                <a:lnTo>
                  <a:pt x="420184" y="44593"/>
                </a:lnTo>
                <a:lnTo>
                  <a:pt x="420384" y="44245"/>
                </a:lnTo>
                <a:lnTo>
                  <a:pt x="420588" y="43901"/>
                </a:lnTo>
                <a:lnTo>
                  <a:pt x="420795" y="43559"/>
                </a:lnTo>
                <a:lnTo>
                  <a:pt x="421006" y="43221"/>
                </a:lnTo>
                <a:lnTo>
                  <a:pt x="421221" y="42886"/>
                </a:lnTo>
                <a:lnTo>
                  <a:pt x="421439" y="42554"/>
                </a:lnTo>
                <a:lnTo>
                  <a:pt x="421660" y="42226"/>
                </a:lnTo>
                <a:lnTo>
                  <a:pt x="421886" y="41900"/>
                </a:lnTo>
                <a:lnTo>
                  <a:pt x="422115" y="41578"/>
                </a:lnTo>
                <a:lnTo>
                  <a:pt x="422347" y="41258"/>
                </a:lnTo>
                <a:lnTo>
                  <a:pt x="422583" y="40942"/>
                </a:lnTo>
                <a:lnTo>
                  <a:pt x="422823" y="40629"/>
                </a:lnTo>
                <a:lnTo>
                  <a:pt x="423066" y="40319"/>
                </a:lnTo>
                <a:lnTo>
                  <a:pt x="423313" y="40012"/>
                </a:lnTo>
                <a:lnTo>
                  <a:pt x="423564" y="39709"/>
                </a:lnTo>
                <a:lnTo>
                  <a:pt x="423818" y="39408"/>
                </a:lnTo>
                <a:lnTo>
                  <a:pt x="424075" y="39111"/>
                </a:lnTo>
                <a:lnTo>
                  <a:pt x="424337" y="38818"/>
                </a:lnTo>
                <a:lnTo>
                  <a:pt x="424602" y="38529"/>
                </a:lnTo>
                <a:lnTo>
                  <a:pt x="424871" y="38246"/>
                </a:lnTo>
                <a:lnTo>
                  <a:pt x="425144" y="37969"/>
                </a:lnTo>
                <a:lnTo>
                  <a:pt x="425421" y="37696"/>
                </a:lnTo>
                <a:lnTo>
                  <a:pt x="425701" y="37428"/>
                </a:lnTo>
                <a:lnTo>
                  <a:pt x="425986" y="37166"/>
                </a:lnTo>
                <a:lnTo>
                  <a:pt x="426274" y="36908"/>
                </a:lnTo>
                <a:lnTo>
                  <a:pt x="426566" y="36656"/>
                </a:lnTo>
                <a:lnTo>
                  <a:pt x="426862" y="36409"/>
                </a:lnTo>
                <a:lnTo>
                  <a:pt x="427162" y="36167"/>
                </a:lnTo>
                <a:lnTo>
                  <a:pt x="427466" y="35930"/>
                </a:lnTo>
                <a:lnTo>
                  <a:pt x="427773" y="35698"/>
                </a:lnTo>
                <a:lnTo>
                  <a:pt x="428084" y="35471"/>
                </a:lnTo>
                <a:lnTo>
                  <a:pt x="428400" y="35250"/>
                </a:lnTo>
                <a:lnTo>
                  <a:pt x="428719" y="35033"/>
                </a:lnTo>
                <a:lnTo>
                  <a:pt x="429041" y="34822"/>
                </a:lnTo>
                <a:lnTo>
                  <a:pt x="429368" y="34615"/>
                </a:lnTo>
                <a:lnTo>
                  <a:pt x="429699" y="34414"/>
                </a:lnTo>
                <a:lnTo>
                  <a:pt x="430033" y="34218"/>
                </a:lnTo>
                <a:lnTo>
                  <a:pt x="430371" y="34027"/>
                </a:lnTo>
                <a:lnTo>
                  <a:pt x="430713" y="33842"/>
                </a:lnTo>
                <a:lnTo>
                  <a:pt x="431059" y="33661"/>
                </a:lnTo>
                <a:lnTo>
                  <a:pt x="431409" y="33485"/>
                </a:lnTo>
                <a:lnTo>
                  <a:pt x="431762" y="33316"/>
                </a:lnTo>
                <a:lnTo>
                  <a:pt x="432120" y="33154"/>
                </a:lnTo>
                <a:lnTo>
                  <a:pt x="432481" y="33000"/>
                </a:lnTo>
                <a:lnTo>
                  <a:pt x="432847" y="32853"/>
                </a:lnTo>
                <a:lnTo>
                  <a:pt x="433216" y="32713"/>
                </a:lnTo>
                <a:lnTo>
                  <a:pt x="433589" y="32581"/>
                </a:lnTo>
                <a:lnTo>
                  <a:pt x="433967" y="32457"/>
                </a:lnTo>
                <a:lnTo>
                  <a:pt x="434348" y="32339"/>
                </a:lnTo>
                <a:lnTo>
                  <a:pt x="434733" y="32230"/>
                </a:lnTo>
                <a:lnTo>
                  <a:pt x="435122" y="32127"/>
                </a:lnTo>
                <a:lnTo>
                  <a:pt x="435515" y="32032"/>
                </a:lnTo>
                <a:lnTo>
                  <a:pt x="435912" y="31945"/>
                </a:lnTo>
                <a:lnTo>
                  <a:pt x="436313" y="31865"/>
                </a:lnTo>
                <a:lnTo>
                  <a:pt x="436718" y="31792"/>
                </a:lnTo>
                <a:lnTo>
                  <a:pt x="437127" y="31727"/>
                </a:lnTo>
                <a:lnTo>
                  <a:pt x="437540" y="31670"/>
                </a:lnTo>
                <a:lnTo>
                  <a:pt x="437957" y="31619"/>
                </a:lnTo>
                <a:lnTo>
                  <a:pt x="438378" y="31577"/>
                </a:lnTo>
                <a:lnTo>
                  <a:pt x="438802" y="31541"/>
                </a:lnTo>
                <a:lnTo>
                  <a:pt x="439231" y="31513"/>
                </a:lnTo>
                <a:lnTo>
                  <a:pt x="439664" y="31493"/>
                </a:lnTo>
                <a:lnTo>
                  <a:pt x="440100" y="31480"/>
                </a:lnTo>
                <a:lnTo>
                  <a:pt x="440541" y="31474"/>
                </a:lnTo>
                <a:lnTo>
                  <a:pt x="440985" y="31476"/>
                </a:lnTo>
                <a:lnTo>
                  <a:pt x="441091" y="31476"/>
                </a:lnTo>
                <a:lnTo>
                  <a:pt x="441197" y="31477"/>
                </a:lnTo>
                <a:lnTo>
                  <a:pt x="441304" y="31478"/>
                </a:lnTo>
                <a:lnTo>
                  <a:pt x="441410" y="31480"/>
                </a:lnTo>
                <a:lnTo>
                  <a:pt x="441516" y="31482"/>
                </a:lnTo>
                <a:lnTo>
                  <a:pt x="441622" y="31485"/>
                </a:lnTo>
                <a:lnTo>
                  <a:pt x="441728" y="31488"/>
                </a:lnTo>
                <a:lnTo>
                  <a:pt x="441834" y="31491"/>
                </a:lnTo>
                <a:lnTo>
                  <a:pt x="441940" y="31495"/>
                </a:lnTo>
                <a:lnTo>
                  <a:pt x="442046" y="31499"/>
                </a:lnTo>
                <a:lnTo>
                  <a:pt x="442152" y="31504"/>
                </a:lnTo>
                <a:lnTo>
                  <a:pt x="442258" y="31510"/>
                </a:lnTo>
                <a:lnTo>
                  <a:pt x="442364" y="31515"/>
                </a:lnTo>
                <a:lnTo>
                  <a:pt x="442470" y="31522"/>
                </a:lnTo>
                <a:lnTo>
                  <a:pt x="442576" y="31529"/>
                </a:lnTo>
                <a:lnTo>
                  <a:pt x="442682" y="31536"/>
                </a:lnTo>
                <a:lnTo>
                  <a:pt x="442788" y="31543"/>
                </a:lnTo>
                <a:lnTo>
                  <a:pt x="442894" y="31552"/>
                </a:lnTo>
                <a:lnTo>
                  <a:pt x="443000" y="31560"/>
                </a:lnTo>
                <a:lnTo>
                  <a:pt x="443106" y="31569"/>
                </a:lnTo>
                <a:lnTo>
                  <a:pt x="443212" y="31579"/>
                </a:lnTo>
                <a:lnTo>
                  <a:pt x="443318" y="31589"/>
                </a:lnTo>
                <a:lnTo>
                  <a:pt x="443424" y="31599"/>
                </a:lnTo>
                <a:lnTo>
                  <a:pt x="443530" y="31610"/>
                </a:lnTo>
                <a:lnTo>
                  <a:pt x="443636" y="31621"/>
                </a:lnTo>
                <a:lnTo>
                  <a:pt x="443742" y="31633"/>
                </a:lnTo>
                <a:lnTo>
                  <a:pt x="443847" y="31645"/>
                </a:lnTo>
                <a:lnTo>
                  <a:pt x="443953" y="31657"/>
                </a:lnTo>
                <a:lnTo>
                  <a:pt x="444058" y="31669"/>
                </a:lnTo>
                <a:lnTo>
                  <a:pt x="444162" y="31681"/>
                </a:lnTo>
                <a:lnTo>
                  <a:pt x="444267" y="31694"/>
                </a:lnTo>
                <a:lnTo>
                  <a:pt x="444371" y="31707"/>
                </a:lnTo>
                <a:lnTo>
                  <a:pt x="444475" y="31720"/>
                </a:lnTo>
                <a:lnTo>
                  <a:pt x="444579" y="31733"/>
                </a:lnTo>
                <a:lnTo>
                  <a:pt x="444683" y="31747"/>
                </a:lnTo>
                <a:lnTo>
                  <a:pt x="444786" y="31761"/>
                </a:lnTo>
                <a:lnTo>
                  <a:pt x="444889" y="31775"/>
                </a:lnTo>
                <a:lnTo>
                  <a:pt x="444992" y="31789"/>
                </a:lnTo>
                <a:lnTo>
                  <a:pt x="445095" y="31804"/>
                </a:lnTo>
                <a:lnTo>
                  <a:pt x="445197" y="31818"/>
                </a:lnTo>
                <a:lnTo>
                  <a:pt x="445299" y="31833"/>
                </a:lnTo>
                <a:lnTo>
                  <a:pt x="445401" y="31849"/>
                </a:lnTo>
                <a:lnTo>
                  <a:pt x="445503" y="31864"/>
                </a:lnTo>
                <a:lnTo>
                  <a:pt x="445605" y="31880"/>
                </a:lnTo>
                <a:lnTo>
                  <a:pt x="445706" y="31896"/>
                </a:lnTo>
                <a:lnTo>
                  <a:pt x="445807" y="31912"/>
                </a:lnTo>
                <a:lnTo>
                  <a:pt x="445908" y="31928"/>
                </a:lnTo>
                <a:lnTo>
                  <a:pt x="446008" y="31945"/>
                </a:lnTo>
                <a:lnTo>
                  <a:pt x="447013" y="24578"/>
                </a:lnTo>
                <a:lnTo>
                  <a:pt x="446901" y="24545"/>
                </a:lnTo>
                <a:lnTo>
                  <a:pt x="446790" y="24512"/>
                </a:lnTo>
                <a:lnTo>
                  <a:pt x="446678" y="24480"/>
                </a:lnTo>
                <a:lnTo>
                  <a:pt x="446566" y="24449"/>
                </a:lnTo>
                <a:lnTo>
                  <a:pt x="446455" y="24418"/>
                </a:lnTo>
                <a:lnTo>
                  <a:pt x="446343" y="24388"/>
                </a:lnTo>
                <a:lnTo>
                  <a:pt x="446231" y="24358"/>
                </a:lnTo>
                <a:lnTo>
                  <a:pt x="446120" y="24329"/>
                </a:lnTo>
                <a:lnTo>
                  <a:pt x="446008" y="24300"/>
                </a:lnTo>
                <a:lnTo>
                  <a:pt x="445897" y="24272"/>
                </a:lnTo>
                <a:lnTo>
                  <a:pt x="445785" y="24245"/>
                </a:lnTo>
                <a:lnTo>
                  <a:pt x="445673" y="24218"/>
                </a:lnTo>
                <a:lnTo>
                  <a:pt x="445562" y="24192"/>
                </a:lnTo>
                <a:lnTo>
                  <a:pt x="445450" y="24166"/>
                </a:lnTo>
                <a:lnTo>
                  <a:pt x="445338" y="24141"/>
                </a:lnTo>
                <a:lnTo>
                  <a:pt x="445227" y="24117"/>
                </a:lnTo>
                <a:lnTo>
                  <a:pt x="445115" y="24093"/>
                </a:lnTo>
                <a:lnTo>
                  <a:pt x="445004" y="24070"/>
                </a:lnTo>
                <a:lnTo>
                  <a:pt x="444892" y="24047"/>
                </a:lnTo>
                <a:lnTo>
                  <a:pt x="444780" y="24025"/>
                </a:lnTo>
                <a:lnTo>
                  <a:pt x="444669" y="24003"/>
                </a:lnTo>
                <a:lnTo>
                  <a:pt x="444557" y="23982"/>
                </a:lnTo>
                <a:lnTo>
                  <a:pt x="444446" y="23962"/>
                </a:lnTo>
                <a:lnTo>
                  <a:pt x="444334" y="23942"/>
                </a:lnTo>
                <a:lnTo>
                  <a:pt x="444222" y="23923"/>
                </a:lnTo>
                <a:lnTo>
                  <a:pt x="444110" y="23905"/>
                </a:lnTo>
                <a:lnTo>
                  <a:pt x="443998" y="23887"/>
                </a:lnTo>
                <a:lnTo>
                  <a:pt x="443886" y="23870"/>
                </a:lnTo>
                <a:lnTo>
                  <a:pt x="443773" y="23854"/>
                </a:lnTo>
                <a:lnTo>
                  <a:pt x="443660" y="23839"/>
                </a:lnTo>
                <a:lnTo>
                  <a:pt x="443547" y="23825"/>
                </a:lnTo>
                <a:lnTo>
                  <a:pt x="443434" y="23812"/>
                </a:lnTo>
                <a:lnTo>
                  <a:pt x="443320" y="23799"/>
                </a:lnTo>
                <a:lnTo>
                  <a:pt x="443206" y="23787"/>
                </a:lnTo>
                <a:lnTo>
                  <a:pt x="443092" y="23776"/>
                </a:lnTo>
                <a:lnTo>
                  <a:pt x="442978" y="23766"/>
                </a:lnTo>
                <a:lnTo>
                  <a:pt x="442863" y="23757"/>
                </a:lnTo>
                <a:lnTo>
                  <a:pt x="442748" y="23748"/>
                </a:lnTo>
                <a:lnTo>
                  <a:pt x="442633" y="23741"/>
                </a:lnTo>
                <a:lnTo>
                  <a:pt x="442518" y="23734"/>
                </a:lnTo>
                <a:lnTo>
                  <a:pt x="442403" y="23728"/>
                </a:lnTo>
                <a:lnTo>
                  <a:pt x="442287" y="23722"/>
                </a:lnTo>
                <a:lnTo>
                  <a:pt x="442171" y="23718"/>
                </a:lnTo>
                <a:lnTo>
                  <a:pt x="442055" y="23714"/>
                </a:lnTo>
                <a:lnTo>
                  <a:pt x="441939" y="23711"/>
                </a:lnTo>
                <a:lnTo>
                  <a:pt x="441822" y="23709"/>
                </a:lnTo>
                <a:lnTo>
                  <a:pt x="441705" y="23708"/>
                </a:lnTo>
                <a:lnTo>
                  <a:pt x="441588" y="23708"/>
                </a:lnTo>
                <a:lnTo>
                  <a:pt x="441011" y="23702"/>
                </a:lnTo>
                <a:lnTo>
                  <a:pt x="440441" y="23707"/>
                </a:lnTo>
                <a:lnTo>
                  <a:pt x="439877" y="23723"/>
                </a:lnTo>
                <a:lnTo>
                  <a:pt x="439319" y="23750"/>
                </a:lnTo>
                <a:lnTo>
                  <a:pt x="438769" y="23788"/>
                </a:lnTo>
                <a:lnTo>
                  <a:pt x="438225" y="23837"/>
                </a:lnTo>
                <a:lnTo>
                  <a:pt x="437688" y="23897"/>
                </a:lnTo>
                <a:lnTo>
                  <a:pt x="437157" y="23968"/>
                </a:lnTo>
                <a:lnTo>
                  <a:pt x="436633" y="24050"/>
                </a:lnTo>
                <a:lnTo>
                  <a:pt x="436115" y="24142"/>
                </a:lnTo>
                <a:lnTo>
                  <a:pt x="435605" y="24246"/>
                </a:lnTo>
                <a:lnTo>
                  <a:pt x="435100" y="24361"/>
                </a:lnTo>
                <a:lnTo>
                  <a:pt x="434603" y="24486"/>
                </a:lnTo>
                <a:lnTo>
                  <a:pt x="434112" y="24622"/>
                </a:lnTo>
                <a:lnTo>
                  <a:pt x="433628" y="24770"/>
                </a:lnTo>
                <a:lnTo>
                  <a:pt x="433150" y="24928"/>
                </a:lnTo>
                <a:lnTo>
                  <a:pt x="432679" y="25097"/>
                </a:lnTo>
                <a:lnTo>
                  <a:pt x="432214" y="25277"/>
                </a:lnTo>
                <a:lnTo>
                  <a:pt x="431757" y="25468"/>
                </a:lnTo>
                <a:lnTo>
                  <a:pt x="431305" y="25670"/>
                </a:lnTo>
                <a:lnTo>
                  <a:pt x="430861" y="25883"/>
                </a:lnTo>
                <a:lnTo>
                  <a:pt x="430423" y="26107"/>
                </a:lnTo>
                <a:lnTo>
                  <a:pt x="429992" y="26342"/>
                </a:lnTo>
                <a:lnTo>
                  <a:pt x="429567" y="26587"/>
                </a:lnTo>
                <a:lnTo>
                  <a:pt x="429148" y="26842"/>
                </a:lnTo>
                <a:lnTo>
                  <a:pt x="428735" y="27103"/>
                </a:lnTo>
                <a:lnTo>
                  <a:pt x="428328" y="27372"/>
                </a:lnTo>
                <a:lnTo>
                  <a:pt x="427926" y="27647"/>
                </a:lnTo>
                <a:lnTo>
                  <a:pt x="427530" y="27929"/>
                </a:lnTo>
                <a:lnTo>
                  <a:pt x="427139" y="28218"/>
                </a:lnTo>
                <a:lnTo>
                  <a:pt x="426754" y="28513"/>
                </a:lnTo>
                <a:lnTo>
                  <a:pt x="426375" y="28816"/>
                </a:lnTo>
                <a:lnTo>
                  <a:pt x="426001" y="29125"/>
                </a:lnTo>
                <a:lnTo>
                  <a:pt x="425632" y="29442"/>
                </a:lnTo>
                <a:lnTo>
                  <a:pt x="425270" y="29765"/>
                </a:lnTo>
                <a:lnTo>
                  <a:pt x="424912" y="30095"/>
                </a:lnTo>
                <a:lnTo>
                  <a:pt x="424561" y="30432"/>
                </a:lnTo>
                <a:lnTo>
                  <a:pt x="424215" y="30776"/>
                </a:lnTo>
                <a:lnTo>
                  <a:pt x="423874" y="31126"/>
                </a:lnTo>
                <a:lnTo>
                  <a:pt x="423540" y="31484"/>
                </a:lnTo>
                <a:lnTo>
                  <a:pt x="423210" y="31848"/>
                </a:lnTo>
                <a:lnTo>
                  <a:pt x="422887" y="32219"/>
                </a:lnTo>
                <a:lnTo>
                  <a:pt x="422568" y="32597"/>
                </a:lnTo>
                <a:lnTo>
                  <a:pt x="422256" y="32982"/>
                </a:lnTo>
                <a:lnTo>
                  <a:pt x="421949" y="33374"/>
                </a:lnTo>
                <a:lnTo>
                  <a:pt x="421648" y="33772"/>
                </a:lnTo>
                <a:lnTo>
                  <a:pt x="421352" y="34178"/>
                </a:lnTo>
                <a:lnTo>
                  <a:pt x="421062" y="34590"/>
                </a:lnTo>
                <a:lnTo>
                  <a:pt x="420777" y="35008"/>
                </a:lnTo>
                <a:lnTo>
                  <a:pt x="420529" y="35379"/>
                </a:lnTo>
                <a:lnTo>
                  <a:pt x="422167" y="25047"/>
                </a:lnTo>
                <a:lnTo>
                  <a:pt x="414465" y="25047"/>
                </a:lnTo>
                <a:lnTo>
                  <a:pt x="401942" y="97509"/>
                </a:lnTo>
                <a:lnTo>
                  <a:pt x="409777" y="97509"/>
                </a:lnTo>
                <a:lnTo>
                  <a:pt x="418292" y="48440"/>
                </a:lnTo>
                <a:lnTo>
                  <a:pt x="418382" y="48231"/>
                </a:lnTo>
                <a:lnTo>
                  <a:pt x="418546" y="47858"/>
                </a:lnTo>
                <a:lnTo>
                  <a:pt x="418714" y="47485"/>
                </a:lnTo>
                <a:close/>
                <a:moveTo>
                  <a:pt x="393597" y="55333"/>
                </a:moveTo>
                <a:lnTo>
                  <a:pt x="393643" y="54824"/>
                </a:lnTo>
                <a:lnTo>
                  <a:pt x="393683" y="54315"/>
                </a:lnTo>
                <a:lnTo>
                  <a:pt x="393716" y="53808"/>
                </a:lnTo>
                <a:lnTo>
                  <a:pt x="393744" y="53301"/>
                </a:lnTo>
                <a:lnTo>
                  <a:pt x="393766" y="52796"/>
                </a:lnTo>
                <a:lnTo>
                  <a:pt x="393781" y="52291"/>
                </a:lnTo>
                <a:lnTo>
                  <a:pt x="393791" y="51787"/>
                </a:lnTo>
                <a:lnTo>
                  <a:pt x="393794" y="51284"/>
                </a:lnTo>
                <a:lnTo>
                  <a:pt x="393792" y="50783"/>
                </a:lnTo>
                <a:lnTo>
                  <a:pt x="393783" y="50282"/>
                </a:lnTo>
                <a:lnTo>
                  <a:pt x="393769" y="49782"/>
                </a:lnTo>
                <a:lnTo>
                  <a:pt x="393748" y="49283"/>
                </a:lnTo>
                <a:lnTo>
                  <a:pt x="393721" y="48784"/>
                </a:lnTo>
                <a:lnTo>
                  <a:pt x="393688" y="48287"/>
                </a:lnTo>
                <a:lnTo>
                  <a:pt x="393649" y="47791"/>
                </a:lnTo>
                <a:lnTo>
                  <a:pt x="393605" y="47295"/>
                </a:lnTo>
                <a:lnTo>
                  <a:pt x="393554" y="46801"/>
                </a:lnTo>
                <a:lnTo>
                  <a:pt x="393497" y="46308"/>
                </a:lnTo>
                <a:lnTo>
                  <a:pt x="393434" y="45815"/>
                </a:lnTo>
                <a:lnTo>
                  <a:pt x="393365" y="45323"/>
                </a:lnTo>
                <a:lnTo>
                  <a:pt x="393289" y="44833"/>
                </a:lnTo>
                <a:lnTo>
                  <a:pt x="393208" y="44344"/>
                </a:lnTo>
                <a:lnTo>
                  <a:pt x="393120" y="43860"/>
                </a:lnTo>
                <a:lnTo>
                  <a:pt x="393026" y="43380"/>
                </a:lnTo>
                <a:lnTo>
                  <a:pt x="392926" y="42903"/>
                </a:lnTo>
                <a:lnTo>
                  <a:pt x="392819" y="42431"/>
                </a:lnTo>
                <a:lnTo>
                  <a:pt x="392706" y="41962"/>
                </a:lnTo>
                <a:lnTo>
                  <a:pt x="392586" y="41498"/>
                </a:lnTo>
                <a:lnTo>
                  <a:pt x="392460" y="41037"/>
                </a:lnTo>
                <a:lnTo>
                  <a:pt x="392327" y="40580"/>
                </a:lnTo>
                <a:lnTo>
                  <a:pt x="392188" y="40127"/>
                </a:lnTo>
                <a:lnTo>
                  <a:pt x="392043" y="39679"/>
                </a:lnTo>
                <a:lnTo>
                  <a:pt x="391891" y="39234"/>
                </a:lnTo>
                <a:lnTo>
                  <a:pt x="391733" y="38793"/>
                </a:lnTo>
                <a:lnTo>
                  <a:pt x="391569" y="38356"/>
                </a:lnTo>
                <a:lnTo>
                  <a:pt x="391398" y="37923"/>
                </a:lnTo>
                <a:lnTo>
                  <a:pt x="391221" y="37494"/>
                </a:lnTo>
                <a:lnTo>
                  <a:pt x="391037" y="37069"/>
                </a:lnTo>
                <a:lnTo>
                  <a:pt x="390847" y="36647"/>
                </a:lnTo>
                <a:lnTo>
                  <a:pt x="390651" y="36230"/>
                </a:lnTo>
                <a:lnTo>
                  <a:pt x="390448" y="35817"/>
                </a:lnTo>
                <a:lnTo>
                  <a:pt x="390239" y="35408"/>
                </a:lnTo>
                <a:lnTo>
                  <a:pt x="390023" y="35002"/>
                </a:lnTo>
                <a:lnTo>
                  <a:pt x="389801" y="34601"/>
                </a:lnTo>
                <a:lnTo>
                  <a:pt x="389573" y="34203"/>
                </a:lnTo>
                <a:lnTo>
                  <a:pt x="389338" y="33811"/>
                </a:lnTo>
                <a:lnTo>
                  <a:pt x="389095" y="33425"/>
                </a:lnTo>
                <a:lnTo>
                  <a:pt x="388846" y="33046"/>
                </a:lnTo>
                <a:lnTo>
                  <a:pt x="388590" y="32674"/>
                </a:lnTo>
                <a:lnTo>
                  <a:pt x="388327" y="32308"/>
                </a:lnTo>
                <a:lnTo>
                  <a:pt x="388057" y="31949"/>
                </a:lnTo>
                <a:lnTo>
                  <a:pt x="387780" y="31597"/>
                </a:lnTo>
                <a:lnTo>
                  <a:pt x="387497" y="31251"/>
                </a:lnTo>
                <a:lnTo>
                  <a:pt x="387206" y="30911"/>
                </a:lnTo>
                <a:lnTo>
                  <a:pt x="386908" y="30579"/>
                </a:lnTo>
                <a:lnTo>
                  <a:pt x="386603" y="30253"/>
                </a:lnTo>
                <a:lnTo>
                  <a:pt x="386291" y="29933"/>
                </a:lnTo>
                <a:lnTo>
                  <a:pt x="385972" y="29620"/>
                </a:lnTo>
                <a:lnTo>
                  <a:pt x="385646" y="29314"/>
                </a:lnTo>
                <a:lnTo>
                  <a:pt x="385314" y="29015"/>
                </a:lnTo>
                <a:lnTo>
                  <a:pt x="384974" y="28722"/>
                </a:lnTo>
                <a:lnTo>
                  <a:pt x="384627" y="28435"/>
                </a:lnTo>
                <a:lnTo>
                  <a:pt x="384274" y="28156"/>
                </a:lnTo>
                <a:lnTo>
                  <a:pt x="383913" y="27883"/>
                </a:lnTo>
                <a:lnTo>
                  <a:pt x="383545" y="27616"/>
                </a:lnTo>
                <a:lnTo>
                  <a:pt x="383171" y="27356"/>
                </a:lnTo>
                <a:lnTo>
                  <a:pt x="382789" y="27103"/>
                </a:lnTo>
                <a:lnTo>
                  <a:pt x="382400" y="26857"/>
                </a:lnTo>
                <a:lnTo>
                  <a:pt x="382005" y="26617"/>
                </a:lnTo>
                <a:lnTo>
                  <a:pt x="381602" y="26385"/>
                </a:lnTo>
                <a:lnTo>
                  <a:pt x="381191" y="26162"/>
                </a:lnTo>
                <a:lnTo>
                  <a:pt x="380773" y="25949"/>
                </a:lnTo>
                <a:lnTo>
                  <a:pt x="380346" y="25746"/>
                </a:lnTo>
                <a:lnTo>
                  <a:pt x="379912" y="25553"/>
                </a:lnTo>
                <a:lnTo>
                  <a:pt x="379471" y="25369"/>
                </a:lnTo>
                <a:lnTo>
                  <a:pt x="379021" y="25195"/>
                </a:lnTo>
                <a:lnTo>
                  <a:pt x="378563" y="25030"/>
                </a:lnTo>
                <a:lnTo>
                  <a:pt x="378098" y="24875"/>
                </a:lnTo>
                <a:lnTo>
                  <a:pt x="377625" y="24730"/>
                </a:lnTo>
                <a:lnTo>
                  <a:pt x="377144" y="24594"/>
                </a:lnTo>
                <a:lnTo>
                  <a:pt x="376656" y="24468"/>
                </a:lnTo>
                <a:lnTo>
                  <a:pt x="376159" y="24352"/>
                </a:lnTo>
                <a:lnTo>
                  <a:pt x="375655" y="24245"/>
                </a:lnTo>
                <a:lnTo>
                  <a:pt x="375143" y="24148"/>
                </a:lnTo>
                <a:lnTo>
                  <a:pt x="374623" y="24061"/>
                </a:lnTo>
                <a:lnTo>
                  <a:pt x="374096" y="23983"/>
                </a:lnTo>
                <a:lnTo>
                  <a:pt x="373560" y="23915"/>
                </a:lnTo>
                <a:lnTo>
                  <a:pt x="373017" y="23856"/>
                </a:lnTo>
                <a:lnTo>
                  <a:pt x="372466" y="23807"/>
                </a:lnTo>
                <a:lnTo>
                  <a:pt x="371908" y="23768"/>
                </a:lnTo>
                <a:lnTo>
                  <a:pt x="371341" y="23738"/>
                </a:lnTo>
                <a:lnTo>
                  <a:pt x="370767" y="23718"/>
                </a:lnTo>
                <a:lnTo>
                  <a:pt x="370185" y="23708"/>
                </a:lnTo>
                <a:lnTo>
                  <a:pt x="369567" y="23702"/>
                </a:lnTo>
                <a:lnTo>
                  <a:pt x="368955" y="23708"/>
                </a:lnTo>
                <a:lnTo>
                  <a:pt x="368347" y="23726"/>
                </a:lnTo>
                <a:lnTo>
                  <a:pt x="367743" y="23755"/>
                </a:lnTo>
                <a:lnTo>
                  <a:pt x="367144" y="23796"/>
                </a:lnTo>
                <a:lnTo>
                  <a:pt x="366549" y="23848"/>
                </a:lnTo>
                <a:lnTo>
                  <a:pt x="365959" y="23911"/>
                </a:lnTo>
                <a:lnTo>
                  <a:pt x="365374" y="23987"/>
                </a:lnTo>
                <a:lnTo>
                  <a:pt x="364793" y="24073"/>
                </a:lnTo>
                <a:lnTo>
                  <a:pt x="364217" y="24172"/>
                </a:lnTo>
                <a:lnTo>
                  <a:pt x="363645" y="24281"/>
                </a:lnTo>
                <a:lnTo>
                  <a:pt x="363077" y="24402"/>
                </a:lnTo>
                <a:lnTo>
                  <a:pt x="362515" y="24535"/>
                </a:lnTo>
                <a:lnTo>
                  <a:pt x="361956" y="24679"/>
                </a:lnTo>
                <a:lnTo>
                  <a:pt x="361403" y="24835"/>
                </a:lnTo>
                <a:lnTo>
                  <a:pt x="360853" y="25002"/>
                </a:lnTo>
                <a:lnTo>
                  <a:pt x="360309" y="25181"/>
                </a:lnTo>
                <a:lnTo>
                  <a:pt x="359769" y="25371"/>
                </a:lnTo>
                <a:lnTo>
                  <a:pt x="359233" y="25573"/>
                </a:lnTo>
                <a:lnTo>
                  <a:pt x="358702" y="25786"/>
                </a:lnTo>
                <a:lnTo>
                  <a:pt x="358175" y="26011"/>
                </a:lnTo>
                <a:lnTo>
                  <a:pt x="357653" y="26248"/>
                </a:lnTo>
                <a:lnTo>
                  <a:pt x="357136" y="26495"/>
                </a:lnTo>
                <a:lnTo>
                  <a:pt x="356623" y="26755"/>
                </a:lnTo>
                <a:lnTo>
                  <a:pt x="356115" y="27024"/>
                </a:lnTo>
                <a:lnTo>
                  <a:pt x="355613" y="27300"/>
                </a:lnTo>
                <a:lnTo>
                  <a:pt x="355116" y="27584"/>
                </a:lnTo>
                <a:lnTo>
                  <a:pt x="354625" y="27876"/>
                </a:lnTo>
                <a:lnTo>
                  <a:pt x="354140" y="28175"/>
                </a:lnTo>
                <a:lnTo>
                  <a:pt x="353660" y="28481"/>
                </a:lnTo>
                <a:lnTo>
                  <a:pt x="353185" y="28796"/>
                </a:lnTo>
                <a:lnTo>
                  <a:pt x="352716" y="29117"/>
                </a:lnTo>
                <a:lnTo>
                  <a:pt x="352253" y="29447"/>
                </a:lnTo>
                <a:lnTo>
                  <a:pt x="351796" y="29784"/>
                </a:lnTo>
                <a:lnTo>
                  <a:pt x="351344" y="30128"/>
                </a:lnTo>
                <a:lnTo>
                  <a:pt x="350897" y="30480"/>
                </a:lnTo>
                <a:lnTo>
                  <a:pt x="350456" y="30840"/>
                </a:lnTo>
                <a:lnTo>
                  <a:pt x="350021" y="31207"/>
                </a:lnTo>
                <a:lnTo>
                  <a:pt x="349591" y="31581"/>
                </a:lnTo>
                <a:lnTo>
                  <a:pt x="349167" y="31964"/>
                </a:lnTo>
                <a:lnTo>
                  <a:pt x="348748" y="32353"/>
                </a:lnTo>
                <a:lnTo>
                  <a:pt x="348335" y="32751"/>
                </a:lnTo>
                <a:lnTo>
                  <a:pt x="347928" y="33156"/>
                </a:lnTo>
                <a:lnTo>
                  <a:pt x="347526" y="33568"/>
                </a:lnTo>
                <a:lnTo>
                  <a:pt x="347130" y="33988"/>
                </a:lnTo>
                <a:lnTo>
                  <a:pt x="346739" y="34416"/>
                </a:lnTo>
                <a:lnTo>
                  <a:pt x="346354" y="34851"/>
                </a:lnTo>
                <a:lnTo>
                  <a:pt x="345975" y="35294"/>
                </a:lnTo>
                <a:lnTo>
                  <a:pt x="345601" y="35742"/>
                </a:lnTo>
                <a:lnTo>
                  <a:pt x="345233" y="36195"/>
                </a:lnTo>
                <a:lnTo>
                  <a:pt x="344871" y="36652"/>
                </a:lnTo>
                <a:lnTo>
                  <a:pt x="344515" y="37113"/>
                </a:lnTo>
                <a:lnTo>
                  <a:pt x="344165" y="37578"/>
                </a:lnTo>
                <a:lnTo>
                  <a:pt x="343821" y="38048"/>
                </a:lnTo>
                <a:lnTo>
                  <a:pt x="343483" y="38521"/>
                </a:lnTo>
                <a:lnTo>
                  <a:pt x="343151" y="38999"/>
                </a:lnTo>
                <a:lnTo>
                  <a:pt x="342825" y="39481"/>
                </a:lnTo>
                <a:lnTo>
                  <a:pt x="342504" y="39968"/>
                </a:lnTo>
                <a:lnTo>
                  <a:pt x="342190" y="40458"/>
                </a:lnTo>
                <a:lnTo>
                  <a:pt x="341881" y="40953"/>
                </a:lnTo>
                <a:lnTo>
                  <a:pt x="341579" y="41451"/>
                </a:lnTo>
                <a:lnTo>
                  <a:pt x="341282" y="41954"/>
                </a:lnTo>
                <a:lnTo>
                  <a:pt x="340991" y="42461"/>
                </a:lnTo>
                <a:lnTo>
                  <a:pt x="340706" y="42973"/>
                </a:lnTo>
                <a:lnTo>
                  <a:pt x="340428" y="43488"/>
                </a:lnTo>
                <a:lnTo>
                  <a:pt x="340155" y="44008"/>
                </a:lnTo>
                <a:lnTo>
                  <a:pt x="339888" y="44532"/>
                </a:lnTo>
                <a:lnTo>
                  <a:pt x="339626" y="45060"/>
                </a:lnTo>
                <a:lnTo>
                  <a:pt x="339371" y="45592"/>
                </a:lnTo>
                <a:lnTo>
                  <a:pt x="339122" y="46129"/>
                </a:lnTo>
                <a:lnTo>
                  <a:pt x="338879" y="46669"/>
                </a:lnTo>
                <a:lnTo>
                  <a:pt x="338641" y="47214"/>
                </a:lnTo>
                <a:lnTo>
                  <a:pt x="338410" y="47761"/>
                </a:lnTo>
                <a:lnTo>
                  <a:pt x="338186" y="48309"/>
                </a:lnTo>
                <a:lnTo>
                  <a:pt x="337969" y="48857"/>
                </a:lnTo>
                <a:lnTo>
                  <a:pt x="337758" y="49406"/>
                </a:lnTo>
                <a:lnTo>
                  <a:pt x="337554" y="49955"/>
                </a:lnTo>
                <a:lnTo>
                  <a:pt x="337356" y="50504"/>
                </a:lnTo>
                <a:lnTo>
                  <a:pt x="337166" y="51054"/>
                </a:lnTo>
                <a:lnTo>
                  <a:pt x="336982" y="51605"/>
                </a:lnTo>
                <a:lnTo>
                  <a:pt x="336805" y="52155"/>
                </a:lnTo>
                <a:lnTo>
                  <a:pt x="336635" y="52707"/>
                </a:lnTo>
                <a:lnTo>
                  <a:pt x="336471" y="53259"/>
                </a:lnTo>
                <a:lnTo>
                  <a:pt x="336314" y="53811"/>
                </a:lnTo>
                <a:lnTo>
                  <a:pt x="336164" y="54364"/>
                </a:lnTo>
                <a:lnTo>
                  <a:pt x="336021" y="54917"/>
                </a:lnTo>
                <a:lnTo>
                  <a:pt x="335884" y="55471"/>
                </a:lnTo>
                <a:lnTo>
                  <a:pt x="335754" y="56025"/>
                </a:lnTo>
                <a:lnTo>
                  <a:pt x="335631" y="56579"/>
                </a:lnTo>
                <a:lnTo>
                  <a:pt x="335515" y="57134"/>
                </a:lnTo>
                <a:lnTo>
                  <a:pt x="335405" y="57690"/>
                </a:lnTo>
                <a:lnTo>
                  <a:pt x="335302" y="58246"/>
                </a:lnTo>
                <a:lnTo>
                  <a:pt x="335206" y="58802"/>
                </a:lnTo>
                <a:lnTo>
                  <a:pt x="335117" y="59359"/>
                </a:lnTo>
                <a:lnTo>
                  <a:pt x="335034" y="59917"/>
                </a:lnTo>
                <a:lnTo>
                  <a:pt x="334958" y="60474"/>
                </a:lnTo>
                <a:lnTo>
                  <a:pt x="334623" y="63421"/>
                </a:lnTo>
                <a:lnTo>
                  <a:pt x="334565" y="63973"/>
                </a:lnTo>
                <a:lnTo>
                  <a:pt x="334514" y="64524"/>
                </a:lnTo>
                <a:lnTo>
                  <a:pt x="334470" y="65073"/>
                </a:lnTo>
                <a:lnTo>
                  <a:pt x="334433" y="65622"/>
                </a:lnTo>
                <a:lnTo>
                  <a:pt x="334403" y="66169"/>
                </a:lnTo>
                <a:lnTo>
                  <a:pt x="334380" y="66715"/>
                </a:lnTo>
                <a:lnTo>
                  <a:pt x="334364" y="67260"/>
                </a:lnTo>
                <a:lnTo>
                  <a:pt x="334355" y="67804"/>
                </a:lnTo>
                <a:lnTo>
                  <a:pt x="334353" y="68347"/>
                </a:lnTo>
                <a:lnTo>
                  <a:pt x="334358" y="68888"/>
                </a:lnTo>
                <a:lnTo>
                  <a:pt x="334370" y="69428"/>
                </a:lnTo>
                <a:lnTo>
                  <a:pt x="334389" y="69968"/>
                </a:lnTo>
                <a:lnTo>
                  <a:pt x="334415" y="70506"/>
                </a:lnTo>
                <a:lnTo>
                  <a:pt x="334447" y="71042"/>
                </a:lnTo>
                <a:lnTo>
                  <a:pt x="334487" y="71578"/>
                </a:lnTo>
                <a:lnTo>
                  <a:pt x="334534" y="72112"/>
                </a:lnTo>
                <a:lnTo>
                  <a:pt x="334588" y="72646"/>
                </a:lnTo>
                <a:lnTo>
                  <a:pt x="334648" y="73178"/>
                </a:lnTo>
                <a:lnTo>
                  <a:pt x="334716" y="73709"/>
                </a:lnTo>
                <a:lnTo>
                  <a:pt x="334791" y="74239"/>
                </a:lnTo>
                <a:lnTo>
                  <a:pt x="334872" y="74767"/>
                </a:lnTo>
                <a:lnTo>
                  <a:pt x="334961" y="75295"/>
                </a:lnTo>
                <a:lnTo>
                  <a:pt x="335056" y="75821"/>
                </a:lnTo>
                <a:lnTo>
                  <a:pt x="335159" y="76346"/>
                </a:lnTo>
                <a:lnTo>
                  <a:pt x="335269" y="76869"/>
                </a:lnTo>
                <a:lnTo>
                  <a:pt x="335385" y="77387"/>
                </a:lnTo>
                <a:lnTo>
                  <a:pt x="335509" y="77901"/>
                </a:lnTo>
                <a:lnTo>
                  <a:pt x="335640" y="78410"/>
                </a:lnTo>
                <a:lnTo>
                  <a:pt x="335778" y="78916"/>
                </a:lnTo>
                <a:lnTo>
                  <a:pt x="335923" y="79417"/>
                </a:lnTo>
                <a:lnTo>
                  <a:pt x="336075" y="79913"/>
                </a:lnTo>
                <a:lnTo>
                  <a:pt x="336234" y="80406"/>
                </a:lnTo>
                <a:lnTo>
                  <a:pt x="336401" y="80894"/>
                </a:lnTo>
                <a:lnTo>
                  <a:pt x="336574" y="81377"/>
                </a:lnTo>
                <a:lnTo>
                  <a:pt x="336754" y="81857"/>
                </a:lnTo>
                <a:lnTo>
                  <a:pt x="336942" y="82332"/>
                </a:lnTo>
                <a:lnTo>
                  <a:pt x="337137" y="82803"/>
                </a:lnTo>
                <a:lnTo>
                  <a:pt x="337339" y="83269"/>
                </a:lnTo>
                <a:lnTo>
                  <a:pt x="337547" y="83732"/>
                </a:lnTo>
                <a:lnTo>
                  <a:pt x="337763" y="84190"/>
                </a:lnTo>
                <a:lnTo>
                  <a:pt x="337986" y="84643"/>
                </a:lnTo>
                <a:lnTo>
                  <a:pt x="338217" y="85092"/>
                </a:lnTo>
                <a:lnTo>
                  <a:pt x="338454" y="85537"/>
                </a:lnTo>
                <a:lnTo>
                  <a:pt x="338698" y="85978"/>
                </a:lnTo>
                <a:lnTo>
                  <a:pt x="338950" y="86415"/>
                </a:lnTo>
                <a:lnTo>
                  <a:pt x="339208" y="86847"/>
                </a:lnTo>
                <a:lnTo>
                  <a:pt x="339474" y="87275"/>
                </a:lnTo>
                <a:lnTo>
                  <a:pt x="339746" y="87698"/>
                </a:lnTo>
                <a:lnTo>
                  <a:pt x="340026" y="88116"/>
                </a:lnTo>
                <a:lnTo>
                  <a:pt x="340313" y="88527"/>
                </a:lnTo>
                <a:lnTo>
                  <a:pt x="340607" y="88930"/>
                </a:lnTo>
                <a:lnTo>
                  <a:pt x="340908" y="89327"/>
                </a:lnTo>
                <a:lnTo>
                  <a:pt x="341216" y="89716"/>
                </a:lnTo>
                <a:lnTo>
                  <a:pt x="341532" y="90098"/>
                </a:lnTo>
                <a:lnTo>
                  <a:pt x="341854" y="90474"/>
                </a:lnTo>
                <a:lnTo>
                  <a:pt x="342183" y="90842"/>
                </a:lnTo>
                <a:lnTo>
                  <a:pt x="342520" y="91203"/>
                </a:lnTo>
                <a:lnTo>
                  <a:pt x="342864" y="91557"/>
                </a:lnTo>
                <a:lnTo>
                  <a:pt x="343214" y="91904"/>
                </a:lnTo>
                <a:lnTo>
                  <a:pt x="343572" y="92244"/>
                </a:lnTo>
                <a:lnTo>
                  <a:pt x="343937" y="92576"/>
                </a:lnTo>
                <a:lnTo>
                  <a:pt x="344309" y="92902"/>
                </a:lnTo>
                <a:lnTo>
                  <a:pt x="344688" y="93220"/>
                </a:lnTo>
                <a:lnTo>
                  <a:pt x="345074" y="93532"/>
                </a:lnTo>
                <a:lnTo>
                  <a:pt x="345468" y="93836"/>
                </a:lnTo>
                <a:lnTo>
                  <a:pt x="345868" y="94133"/>
                </a:lnTo>
                <a:lnTo>
                  <a:pt x="346275" y="94424"/>
                </a:lnTo>
                <a:lnTo>
                  <a:pt x="346690" y="94707"/>
                </a:lnTo>
                <a:lnTo>
                  <a:pt x="347112" y="94983"/>
                </a:lnTo>
                <a:lnTo>
                  <a:pt x="347540" y="95252"/>
                </a:lnTo>
                <a:lnTo>
                  <a:pt x="347976" y="95513"/>
                </a:lnTo>
                <a:lnTo>
                  <a:pt x="348419" y="95768"/>
                </a:lnTo>
                <a:lnTo>
                  <a:pt x="348869" y="96014"/>
                </a:lnTo>
                <a:lnTo>
                  <a:pt x="349326" y="96250"/>
                </a:lnTo>
                <a:lnTo>
                  <a:pt x="349790" y="96475"/>
                </a:lnTo>
                <a:lnTo>
                  <a:pt x="350261" y="96691"/>
                </a:lnTo>
                <a:lnTo>
                  <a:pt x="350739" y="96896"/>
                </a:lnTo>
                <a:lnTo>
                  <a:pt x="351224" y="97091"/>
                </a:lnTo>
                <a:lnTo>
                  <a:pt x="351715" y="97275"/>
                </a:lnTo>
                <a:lnTo>
                  <a:pt x="352214" y="97450"/>
                </a:lnTo>
                <a:lnTo>
                  <a:pt x="352720" y="97614"/>
                </a:lnTo>
                <a:lnTo>
                  <a:pt x="353233" y="97768"/>
                </a:lnTo>
                <a:lnTo>
                  <a:pt x="353752" y="97912"/>
                </a:lnTo>
                <a:lnTo>
                  <a:pt x="354279" y="98045"/>
                </a:lnTo>
                <a:lnTo>
                  <a:pt x="354813" y="98168"/>
                </a:lnTo>
                <a:lnTo>
                  <a:pt x="355353" y="98281"/>
                </a:lnTo>
                <a:lnTo>
                  <a:pt x="355901" y="98384"/>
                </a:lnTo>
                <a:lnTo>
                  <a:pt x="356456" y="98477"/>
                </a:lnTo>
                <a:lnTo>
                  <a:pt x="357017" y="98559"/>
                </a:lnTo>
                <a:lnTo>
                  <a:pt x="357586" y="98631"/>
                </a:lnTo>
                <a:lnTo>
                  <a:pt x="358161" y="98693"/>
                </a:lnTo>
                <a:lnTo>
                  <a:pt x="358744" y="98744"/>
                </a:lnTo>
                <a:lnTo>
                  <a:pt x="359333" y="98786"/>
                </a:lnTo>
                <a:lnTo>
                  <a:pt x="359930" y="98817"/>
                </a:lnTo>
                <a:lnTo>
                  <a:pt x="360533" y="98838"/>
                </a:lnTo>
                <a:lnTo>
                  <a:pt x="361144" y="98849"/>
                </a:lnTo>
                <a:lnTo>
                  <a:pt x="361584" y="98846"/>
                </a:lnTo>
                <a:lnTo>
                  <a:pt x="362022" y="98839"/>
                </a:lnTo>
                <a:lnTo>
                  <a:pt x="362459" y="98826"/>
                </a:lnTo>
                <a:lnTo>
                  <a:pt x="362894" y="98809"/>
                </a:lnTo>
                <a:lnTo>
                  <a:pt x="363328" y="98786"/>
                </a:lnTo>
                <a:lnTo>
                  <a:pt x="363760" y="98759"/>
                </a:lnTo>
                <a:lnTo>
                  <a:pt x="364190" y="98726"/>
                </a:lnTo>
                <a:lnTo>
                  <a:pt x="364619" y="98689"/>
                </a:lnTo>
                <a:lnTo>
                  <a:pt x="365046" y="98646"/>
                </a:lnTo>
                <a:lnTo>
                  <a:pt x="365471" y="98599"/>
                </a:lnTo>
                <a:lnTo>
                  <a:pt x="365895" y="98546"/>
                </a:lnTo>
                <a:lnTo>
                  <a:pt x="366317" y="98489"/>
                </a:lnTo>
                <a:lnTo>
                  <a:pt x="366738" y="98426"/>
                </a:lnTo>
                <a:lnTo>
                  <a:pt x="367157" y="98359"/>
                </a:lnTo>
                <a:lnTo>
                  <a:pt x="367574" y="98286"/>
                </a:lnTo>
                <a:lnTo>
                  <a:pt x="367989" y="98209"/>
                </a:lnTo>
                <a:lnTo>
                  <a:pt x="368404" y="98126"/>
                </a:lnTo>
                <a:lnTo>
                  <a:pt x="368816" y="98039"/>
                </a:lnTo>
                <a:lnTo>
                  <a:pt x="369227" y="97946"/>
                </a:lnTo>
                <a:lnTo>
                  <a:pt x="369636" y="97849"/>
                </a:lnTo>
                <a:lnTo>
                  <a:pt x="370043" y="97746"/>
                </a:lnTo>
                <a:lnTo>
                  <a:pt x="370449" y="97639"/>
                </a:lnTo>
                <a:lnTo>
                  <a:pt x="370854" y="97526"/>
                </a:lnTo>
                <a:lnTo>
                  <a:pt x="371256" y="97409"/>
                </a:lnTo>
                <a:lnTo>
                  <a:pt x="371657" y="97286"/>
                </a:lnTo>
                <a:lnTo>
                  <a:pt x="372055" y="97159"/>
                </a:lnTo>
                <a:lnTo>
                  <a:pt x="372451" y="97026"/>
                </a:lnTo>
                <a:lnTo>
                  <a:pt x="372844" y="96889"/>
                </a:lnTo>
                <a:lnTo>
                  <a:pt x="373235" y="96746"/>
                </a:lnTo>
                <a:lnTo>
                  <a:pt x="373623" y="96599"/>
                </a:lnTo>
                <a:lnTo>
                  <a:pt x="374009" y="96446"/>
                </a:lnTo>
                <a:lnTo>
                  <a:pt x="374393" y="96289"/>
                </a:lnTo>
                <a:lnTo>
                  <a:pt x="374774" y="96126"/>
                </a:lnTo>
                <a:lnTo>
                  <a:pt x="375152" y="95959"/>
                </a:lnTo>
                <a:lnTo>
                  <a:pt x="375529" y="95786"/>
                </a:lnTo>
                <a:lnTo>
                  <a:pt x="375902" y="95609"/>
                </a:lnTo>
                <a:lnTo>
                  <a:pt x="376274" y="95426"/>
                </a:lnTo>
                <a:lnTo>
                  <a:pt x="376642" y="95239"/>
                </a:lnTo>
                <a:lnTo>
                  <a:pt x="377009" y="95046"/>
                </a:lnTo>
                <a:lnTo>
                  <a:pt x="377373" y="94849"/>
                </a:lnTo>
                <a:lnTo>
                  <a:pt x="377734" y="94647"/>
                </a:lnTo>
                <a:lnTo>
                  <a:pt x="378093" y="94439"/>
                </a:lnTo>
                <a:lnTo>
                  <a:pt x="378450" y="94227"/>
                </a:lnTo>
                <a:lnTo>
                  <a:pt x="378804" y="94009"/>
                </a:lnTo>
                <a:lnTo>
                  <a:pt x="379156" y="93787"/>
                </a:lnTo>
                <a:lnTo>
                  <a:pt x="379505" y="93559"/>
                </a:lnTo>
                <a:lnTo>
                  <a:pt x="379852" y="93327"/>
                </a:lnTo>
                <a:lnTo>
                  <a:pt x="380197" y="93089"/>
                </a:lnTo>
                <a:lnTo>
                  <a:pt x="380538" y="92847"/>
                </a:lnTo>
                <a:lnTo>
                  <a:pt x="380876" y="92600"/>
                </a:lnTo>
                <a:lnTo>
                  <a:pt x="381211" y="92349"/>
                </a:lnTo>
                <a:lnTo>
                  <a:pt x="381543" y="92094"/>
                </a:lnTo>
                <a:lnTo>
                  <a:pt x="381871" y="91834"/>
                </a:lnTo>
                <a:lnTo>
                  <a:pt x="382195" y="91570"/>
                </a:lnTo>
                <a:lnTo>
                  <a:pt x="382517" y="91301"/>
                </a:lnTo>
                <a:lnTo>
                  <a:pt x="382835" y="91028"/>
                </a:lnTo>
                <a:lnTo>
                  <a:pt x="383149" y="90750"/>
                </a:lnTo>
                <a:lnTo>
                  <a:pt x="383460" y="90468"/>
                </a:lnTo>
                <a:lnTo>
                  <a:pt x="383768" y="90182"/>
                </a:lnTo>
                <a:lnTo>
                  <a:pt x="384073" y="89891"/>
                </a:lnTo>
                <a:lnTo>
                  <a:pt x="384374" y="89596"/>
                </a:lnTo>
                <a:lnTo>
                  <a:pt x="384671" y="89296"/>
                </a:lnTo>
                <a:lnTo>
                  <a:pt x="384966" y="88992"/>
                </a:lnTo>
                <a:lnTo>
                  <a:pt x="385257" y="88684"/>
                </a:lnTo>
                <a:lnTo>
                  <a:pt x="385544" y="88371"/>
                </a:lnTo>
                <a:lnTo>
                  <a:pt x="385829" y="88054"/>
                </a:lnTo>
                <a:lnTo>
                  <a:pt x="386109" y="87732"/>
                </a:lnTo>
                <a:lnTo>
                  <a:pt x="386387" y="87406"/>
                </a:lnTo>
                <a:lnTo>
                  <a:pt x="386661" y="87075"/>
                </a:lnTo>
                <a:lnTo>
                  <a:pt x="386932" y="86740"/>
                </a:lnTo>
                <a:lnTo>
                  <a:pt x="387199" y="86401"/>
                </a:lnTo>
                <a:lnTo>
                  <a:pt x="387463" y="86057"/>
                </a:lnTo>
                <a:lnTo>
                  <a:pt x="382842" y="82173"/>
                </a:lnTo>
                <a:lnTo>
                  <a:pt x="382478" y="82544"/>
                </a:lnTo>
                <a:lnTo>
                  <a:pt x="382111" y="82908"/>
                </a:lnTo>
                <a:lnTo>
                  <a:pt x="381740" y="83267"/>
                </a:lnTo>
                <a:lnTo>
                  <a:pt x="381367" y="83619"/>
                </a:lnTo>
                <a:lnTo>
                  <a:pt x="380991" y="83966"/>
                </a:lnTo>
                <a:lnTo>
                  <a:pt x="380611" y="84306"/>
                </a:lnTo>
                <a:lnTo>
                  <a:pt x="380229" y="84639"/>
                </a:lnTo>
                <a:lnTo>
                  <a:pt x="379843" y="84967"/>
                </a:lnTo>
                <a:lnTo>
                  <a:pt x="379455" y="85289"/>
                </a:lnTo>
                <a:lnTo>
                  <a:pt x="379063" y="85604"/>
                </a:lnTo>
                <a:lnTo>
                  <a:pt x="378669" y="85913"/>
                </a:lnTo>
                <a:lnTo>
                  <a:pt x="378271" y="86216"/>
                </a:lnTo>
                <a:lnTo>
                  <a:pt x="377871" y="86513"/>
                </a:lnTo>
                <a:lnTo>
                  <a:pt x="377467" y="86804"/>
                </a:lnTo>
                <a:lnTo>
                  <a:pt x="377061" y="87088"/>
                </a:lnTo>
                <a:lnTo>
                  <a:pt x="376651" y="87367"/>
                </a:lnTo>
                <a:lnTo>
                  <a:pt x="376238" y="87639"/>
                </a:lnTo>
                <a:lnTo>
                  <a:pt x="375823" y="87905"/>
                </a:lnTo>
                <a:lnTo>
                  <a:pt x="375404" y="88165"/>
                </a:lnTo>
                <a:lnTo>
                  <a:pt x="374982" y="88419"/>
                </a:lnTo>
                <a:lnTo>
                  <a:pt x="374558" y="88666"/>
                </a:lnTo>
                <a:lnTo>
                  <a:pt x="374130" y="88908"/>
                </a:lnTo>
                <a:lnTo>
                  <a:pt x="373699" y="89143"/>
                </a:lnTo>
                <a:lnTo>
                  <a:pt x="373265" y="89372"/>
                </a:lnTo>
                <a:lnTo>
                  <a:pt x="372828" y="89593"/>
                </a:lnTo>
                <a:lnTo>
                  <a:pt x="372386" y="89805"/>
                </a:lnTo>
                <a:lnTo>
                  <a:pt x="371941" y="90007"/>
                </a:lnTo>
                <a:lnTo>
                  <a:pt x="371491" y="90199"/>
                </a:lnTo>
                <a:lnTo>
                  <a:pt x="371036" y="90382"/>
                </a:lnTo>
                <a:lnTo>
                  <a:pt x="370578" y="90555"/>
                </a:lnTo>
                <a:lnTo>
                  <a:pt x="370116" y="90718"/>
                </a:lnTo>
                <a:lnTo>
                  <a:pt x="369649" y="90872"/>
                </a:lnTo>
                <a:lnTo>
                  <a:pt x="369178" y="91016"/>
                </a:lnTo>
                <a:lnTo>
                  <a:pt x="368703" y="91150"/>
                </a:lnTo>
                <a:lnTo>
                  <a:pt x="368224" y="91275"/>
                </a:lnTo>
                <a:lnTo>
                  <a:pt x="367740" y="91390"/>
                </a:lnTo>
                <a:lnTo>
                  <a:pt x="367253" y="91495"/>
                </a:lnTo>
                <a:lnTo>
                  <a:pt x="366761" y="91591"/>
                </a:lnTo>
                <a:lnTo>
                  <a:pt x="366265" y="91677"/>
                </a:lnTo>
                <a:lnTo>
                  <a:pt x="365765" y="91753"/>
                </a:lnTo>
                <a:lnTo>
                  <a:pt x="365260" y="91820"/>
                </a:lnTo>
                <a:lnTo>
                  <a:pt x="364752" y="91877"/>
                </a:lnTo>
                <a:lnTo>
                  <a:pt x="364239" y="91925"/>
                </a:lnTo>
                <a:lnTo>
                  <a:pt x="363722" y="91963"/>
                </a:lnTo>
                <a:lnTo>
                  <a:pt x="363201" y="91991"/>
                </a:lnTo>
                <a:lnTo>
                  <a:pt x="362676" y="92009"/>
                </a:lnTo>
                <a:lnTo>
                  <a:pt x="362146" y="92018"/>
                </a:lnTo>
                <a:lnTo>
                  <a:pt x="361612" y="92018"/>
                </a:lnTo>
                <a:lnTo>
                  <a:pt x="361136" y="92002"/>
                </a:lnTo>
                <a:lnTo>
                  <a:pt x="360665" y="91978"/>
                </a:lnTo>
                <a:lnTo>
                  <a:pt x="360200" y="91946"/>
                </a:lnTo>
                <a:lnTo>
                  <a:pt x="359742" y="91905"/>
                </a:lnTo>
                <a:lnTo>
                  <a:pt x="359290" y="91856"/>
                </a:lnTo>
                <a:lnTo>
                  <a:pt x="358844" y="91798"/>
                </a:lnTo>
                <a:lnTo>
                  <a:pt x="358404" y="91732"/>
                </a:lnTo>
                <a:lnTo>
                  <a:pt x="357970" y="91657"/>
                </a:lnTo>
                <a:lnTo>
                  <a:pt x="357542" y="91573"/>
                </a:lnTo>
                <a:lnTo>
                  <a:pt x="357121" y="91482"/>
                </a:lnTo>
                <a:lnTo>
                  <a:pt x="356706" y="91381"/>
                </a:lnTo>
                <a:lnTo>
                  <a:pt x="356297" y="91273"/>
                </a:lnTo>
                <a:lnTo>
                  <a:pt x="355894" y="91155"/>
                </a:lnTo>
                <a:lnTo>
                  <a:pt x="355497" y="91030"/>
                </a:lnTo>
                <a:lnTo>
                  <a:pt x="355106" y="90895"/>
                </a:lnTo>
                <a:lnTo>
                  <a:pt x="354722" y="90753"/>
                </a:lnTo>
                <a:lnTo>
                  <a:pt x="354344" y="90601"/>
                </a:lnTo>
                <a:lnTo>
                  <a:pt x="353971" y="90442"/>
                </a:lnTo>
                <a:lnTo>
                  <a:pt x="353606" y="90274"/>
                </a:lnTo>
                <a:lnTo>
                  <a:pt x="353246" y="90097"/>
                </a:lnTo>
                <a:lnTo>
                  <a:pt x="352892" y="89912"/>
                </a:lnTo>
                <a:lnTo>
                  <a:pt x="352545" y="89718"/>
                </a:lnTo>
                <a:lnTo>
                  <a:pt x="352203" y="89516"/>
                </a:lnTo>
                <a:lnTo>
                  <a:pt x="351868" y="89305"/>
                </a:lnTo>
                <a:lnTo>
                  <a:pt x="351539" y="89088"/>
                </a:lnTo>
                <a:lnTo>
                  <a:pt x="351216" y="88864"/>
                </a:lnTo>
                <a:lnTo>
                  <a:pt x="350899" y="88636"/>
                </a:lnTo>
                <a:lnTo>
                  <a:pt x="350587" y="88401"/>
                </a:lnTo>
                <a:lnTo>
                  <a:pt x="350282" y="88161"/>
                </a:lnTo>
                <a:lnTo>
                  <a:pt x="349983" y="87916"/>
                </a:lnTo>
                <a:lnTo>
                  <a:pt x="349689" y="87665"/>
                </a:lnTo>
                <a:lnTo>
                  <a:pt x="349401" y="87408"/>
                </a:lnTo>
                <a:lnTo>
                  <a:pt x="349120" y="87146"/>
                </a:lnTo>
                <a:lnTo>
                  <a:pt x="348844" y="86878"/>
                </a:lnTo>
                <a:lnTo>
                  <a:pt x="348574" y="86604"/>
                </a:lnTo>
                <a:lnTo>
                  <a:pt x="348310" y="86325"/>
                </a:lnTo>
                <a:lnTo>
                  <a:pt x="348052" y="86040"/>
                </a:lnTo>
                <a:lnTo>
                  <a:pt x="347800" y="85750"/>
                </a:lnTo>
                <a:lnTo>
                  <a:pt x="347554" y="85455"/>
                </a:lnTo>
                <a:lnTo>
                  <a:pt x="347314" y="85153"/>
                </a:lnTo>
                <a:lnTo>
                  <a:pt x="347080" y="84846"/>
                </a:lnTo>
                <a:lnTo>
                  <a:pt x="346852" y="84534"/>
                </a:lnTo>
                <a:lnTo>
                  <a:pt x="346629" y="84216"/>
                </a:lnTo>
                <a:lnTo>
                  <a:pt x="346413" y="83892"/>
                </a:lnTo>
                <a:lnTo>
                  <a:pt x="346202" y="83563"/>
                </a:lnTo>
                <a:lnTo>
                  <a:pt x="345998" y="83228"/>
                </a:lnTo>
                <a:lnTo>
                  <a:pt x="345799" y="82887"/>
                </a:lnTo>
                <a:lnTo>
                  <a:pt x="345606" y="82541"/>
                </a:lnTo>
                <a:lnTo>
                  <a:pt x="345419" y="82191"/>
                </a:lnTo>
                <a:lnTo>
                  <a:pt x="345237" y="81838"/>
                </a:lnTo>
                <a:lnTo>
                  <a:pt x="345061" y="81482"/>
                </a:lnTo>
                <a:lnTo>
                  <a:pt x="344889" y="81123"/>
                </a:lnTo>
                <a:lnTo>
                  <a:pt x="344723" y="80761"/>
                </a:lnTo>
                <a:lnTo>
                  <a:pt x="344562" y="80396"/>
                </a:lnTo>
                <a:lnTo>
                  <a:pt x="344406" y="80028"/>
                </a:lnTo>
                <a:lnTo>
                  <a:pt x="344256" y="79658"/>
                </a:lnTo>
                <a:lnTo>
                  <a:pt x="344111" y="79284"/>
                </a:lnTo>
                <a:lnTo>
                  <a:pt x="343971" y="78908"/>
                </a:lnTo>
                <a:lnTo>
                  <a:pt x="343836" y="78529"/>
                </a:lnTo>
                <a:lnTo>
                  <a:pt x="343706" y="78146"/>
                </a:lnTo>
                <a:lnTo>
                  <a:pt x="343582" y="77761"/>
                </a:lnTo>
                <a:lnTo>
                  <a:pt x="343463" y="77373"/>
                </a:lnTo>
                <a:lnTo>
                  <a:pt x="343349" y="76982"/>
                </a:lnTo>
                <a:lnTo>
                  <a:pt x="343240" y="76588"/>
                </a:lnTo>
                <a:lnTo>
                  <a:pt x="343137" y="76192"/>
                </a:lnTo>
                <a:lnTo>
                  <a:pt x="343039" y="75792"/>
                </a:lnTo>
                <a:lnTo>
                  <a:pt x="342946" y="75389"/>
                </a:lnTo>
                <a:lnTo>
                  <a:pt x="342858" y="74984"/>
                </a:lnTo>
                <a:lnTo>
                  <a:pt x="342775" y="74575"/>
                </a:lnTo>
                <a:lnTo>
                  <a:pt x="342698" y="74164"/>
                </a:lnTo>
                <a:lnTo>
                  <a:pt x="342626" y="73750"/>
                </a:lnTo>
                <a:lnTo>
                  <a:pt x="342559" y="73333"/>
                </a:lnTo>
                <a:lnTo>
                  <a:pt x="342497" y="72914"/>
                </a:lnTo>
                <a:lnTo>
                  <a:pt x="342440" y="72496"/>
                </a:lnTo>
                <a:lnTo>
                  <a:pt x="342388" y="72078"/>
                </a:lnTo>
                <a:lnTo>
                  <a:pt x="342341" y="71660"/>
                </a:lnTo>
                <a:lnTo>
                  <a:pt x="342298" y="71243"/>
                </a:lnTo>
                <a:lnTo>
                  <a:pt x="342260" y="70826"/>
                </a:lnTo>
                <a:lnTo>
                  <a:pt x="342227" y="70409"/>
                </a:lnTo>
                <a:lnTo>
                  <a:pt x="342198" y="69992"/>
                </a:lnTo>
                <a:lnTo>
                  <a:pt x="342175" y="69575"/>
                </a:lnTo>
                <a:lnTo>
                  <a:pt x="342156" y="69159"/>
                </a:lnTo>
                <a:lnTo>
                  <a:pt x="342142" y="68743"/>
                </a:lnTo>
                <a:lnTo>
                  <a:pt x="342132" y="68327"/>
                </a:lnTo>
                <a:lnTo>
                  <a:pt x="342128" y="67911"/>
                </a:lnTo>
                <a:lnTo>
                  <a:pt x="342128" y="67496"/>
                </a:lnTo>
                <a:lnTo>
                  <a:pt x="342133" y="67080"/>
                </a:lnTo>
                <a:lnTo>
                  <a:pt x="342143" y="66666"/>
                </a:lnTo>
                <a:lnTo>
                  <a:pt x="342157" y="66251"/>
                </a:lnTo>
                <a:lnTo>
                  <a:pt x="342176" y="65836"/>
                </a:lnTo>
                <a:lnTo>
                  <a:pt x="342200" y="65422"/>
                </a:lnTo>
                <a:lnTo>
                  <a:pt x="342229" y="65008"/>
                </a:lnTo>
                <a:lnTo>
                  <a:pt x="342263" y="64594"/>
                </a:lnTo>
                <a:lnTo>
                  <a:pt x="342301" y="64181"/>
                </a:lnTo>
                <a:lnTo>
                  <a:pt x="342344" y="63767"/>
                </a:lnTo>
                <a:lnTo>
                  <a:pt x="342392" y="63354"/>
                </a:lnTo>
                <a:lnTo>
                  <a:pt x="342616" y="61747"/>
                </a:lnTo>
                <a:lnTo>
                  <a:pt x="392821" y="61747"/>
                </a:lnTo>
                <a:lnTo>
                  <a:pt x="393423" y="56866"/>
                </a:lnTo>
                <a:lnTo>
                  <a:pt x="393487" y="56354"/>
                </a:lnTo>
                <a:lnTo>
                  <a:pt x="393545" y="55843"/>
                </a:lnTo>
                <a:lnTo>
                  <a:pt x="393597" y="55333"/>
                </a:lnTo>
                <a:close/>
                <a:moveTo>
                  <a:pt x="344571" y="53085"/>
                </a:moveTo>
                <a:lnTo>
                  <a:pt x="344715" y="52645"/>
                </a:lnTo>
                <a:lnTo>
                  <a:pt x="344864" y="52205"/>
                </a:lnTo>
                <a:lnTo>
                  <a:pt x="345017" y="51764"/>
                </a:lnTo>
                <a:lnTo>
                  <a:pt x="345174" y="51322"/>
                </a:lnTo>
                <a:lnTo>
                  <a:pt x="345336" y="50880"/>
                </a:lnTo>
                <a:lnTo>
                  <a:pt x="345503" y="50437"/>
                </a:lnTo>
                <a:lnTo>
                  <a:pt x="345673" y="49994"/>
                </a:lnTo>
                <a:lnTo>
                  <a:pt x="345849" y="49551"/>
                </a:lnTo>
                <a:lnTo>
                  <a:pt x="346028" y="49112"/>
                </a:lnTo>
                <a:lnTo>
                  <a:pt x="346212" y="48676"/>
                </a:lnTo>
                <a:lnTo>
                  <a:pt x="346401" y="48243"/>
                </a:lnTo>
                <a:lnTo>
                  <a:pt x="346594" y="47813"/>
                </a:lnTo>
                <a:lnTo>
                  <a:pt x="346791" y="47386"/>
                </a:lnTo>
                <a:lnTo>
                  <a:pt x="346993" y="46962"/>
                </a:lnTo>
                <a:lnTo>
                  <a:pt x="347199" y="46541"/>
                </a:lnTo>
                <a:lnTo>
                  <a:pt x="347409" y="46123"/>
                </a:lnTo>
                <a:lnTo>
                  <a:pt x="347624" y="45708"/>
                </a:lnTo>
                <a:lnTo>
                  <a:pt x="347844" y="45296"/>
                </a:lnTo>
                <a:lnTo>
                  <a:pt x="348068" y="44887"/>
                </a:lnTo>
                <a:lnTo>
                  <a:pt x="348296" y="44481"/>
                </a:lnTo>
                <a:lnTo>
                  <a:pt x="348528" y="44078"/>
                </a:lnTo>
                <a:lnTo>
                  <a:pt x="348766" y="43678"/>
                </a:lnTo>
                <a:lnTo>
                  <a:pt x="349007" y="43282"/>
                </a:lnTo>
                <a:lnTo>
                  <a:pt x="349253" y="42888"/>
                </a:lnTo>
                <a:lnTo>
                  <a:pt x="349503" y="42497"/>
                </a:lnTo>
                <a:lnTo>
                  <a:pt x="349758" y="42109"/>
                </a:lnTo>
                <a:lnTo>
                  <a:pt x="350017" y="41725"/>
                </a:lnTo>
                <a:lnTo>
                  <a:pt x="350281" y="41343"/>
                </a:lnTo>
                <a:lnTo>
                  <a:pt x="350549" y="40964"/>
                </a:lnTo>
                <a:lnTo>
                  <a:pt x="350821" y="40588"/>
                </a:lnTo>
                <a:lnTo>
                  <a:pt x="351098" y="40216"/>
                </a:lnTo>
                <a:lnTo>
                  <a:pt x="351379" y="39848"/>
                </a:lnTo>
                <a:lnTo>
                  <a:pt x="351666" y="39486"/>
                </a:lnTo>
                <a:lnTo>
                  <a:pt x="351957" y="39131"/>
                </a:lnTo>
                <a:lnTo>
                  <a:pt x="352252" y="38782"/>
                </a:lnTo>
                <a:lnTo>
                  <a:pt x="352553" y="38439"/>
                </a:lnTo>
                <a:lnTo>
                  <a:pt x="352858" y="38102"/>
                </a:lnTo>
                <a:lnTo>
                  <a:pt x="353168" y="37772"/>
                </a:lnTo>
                <a:lnTo>
                  <a:pt x="353483" y="37448"/>
                </a:lnTo>
                <a:lnTo>
                  <a:pt x="353802" y="37130"/>
                </a:lnTo>
                <a:lnTo>
                  <a:pt x="354127" y="36818"/>
                </a:lnTo>
                <a:lnTo>
                  <a:pt x="354456" y="36513"/>
                </a:lnTo>
                <a:lnTo>
                  <a:pt x="354790" y="36214"/>
                </a:lnTo>
                <a:lnTo>
                  <a:pt x="355128" y="35922"/>
                </a:lnTo>
                <a:lnTo>
                  <a:pt x="355472" y="35635"/>
                </a:lnTo>
                <a:lnTo>
                  <a:pt x="355820" y="35355"/>
                </a:lnTo>
                <a:lnTo>
                  <a:pt x="356173" y="35081"/>
                </a:lnTo>
                <a:lnTo>
                  <a:pt x="356531" y="34814"/>
                </a:lnTo>
                <a:lnTo>
                  <a:pt x="356893" y="34553"/>
                </a:lnTo>
                <a:lnTo>
                  <a:pt x="357260" y="34298"/>
                </a:lnTo>
                <a:lnTo>
                  <a:pt x="357632" y="34049"/>
                </a:lnTo>
                <a:lnTo>
                  <a:pt x="358009" y="33807"/>
                </a:lnTo>
                <a:lnTo>
                  <a:pt x="358391" y="33570"/>
                </a:lnTo>
                <a:lnTo>
                  <a:pt x="358777" y="33341"/>
                </a:lnTo>
                <a:lnTo>
                  <a:pt x="359168" y="33117"/>
                </a:lnTo>
                <a:lnTo>
                  <a:pt x="359564" y="32901"/>
                </a:lnTo>
                <a:lnTo>
                  <a:pt x="359964" y="32695"/>
                </a:lnTo>
                <a:lnTo>
                  <a:pt x="360369" y="32499"/>
                </a:lnTo>
                <a:lnTo>
                  <a:pt x="360778" y="32312"/>
                </a:lnTo>
                <a:lnTo>
                  <a:pt x="361192" y="32135"/>
                </a:lnTo>
                <a:lnTo>
                  <a:pt x="361610" y="31968"/>
                </a:lnTo>
                <a:lnTo>
                  <a:pt x="362033" y="31810"/>
                </a:lnTo>
                <a:lnTo>
                  <a:pt x="362461" y="31662"/>
                </a:lnTo>
                <a:lnTo>
                  <a:pt x="362893" y="31524"/>
                </a:lnTo>
                <a:lnTo>
                  <a:pt x="363329" y="31395"/>
                </a:lnTo>
                <a:lnTo>
                  <a:pt x="363770" y="31276"/>
                </a:lnTo>
                <a:lnTo>
                  <a:pt x="364216" y="31166"/>
                </a:lnTo>
                <a:lnTo>
                  <a:pt x="364666" y="31067"/>
                </a:lnTo>
                <a:lnTo>
                  <a:pt x="365121" y="30976"/>
                </a:lnTo>
                <a:lnTo>
                  <a:pt x="365580" y="30896"/>
                </a:lnTo>
                <a:lnTo>
                  <a:pt x="366044" y="30825"/>
                </a:lnTo>
                <a:lnTo>
                  <a:pt x="366512" y="30764"/>
                </a:lnTo>
                <a:lnTo>
                  <a:pt x="366985" y="30712"/>
                </a:lnTo>
                <a:lnTo>
                  <a:pt x="367462" y="30670"/>
                </a:lnTo>
                <a:lnTo>
                  <a:pt x="367944" y="30638"/>
                </a:lnTo>
                <a:lnTo>
                  <a:pt x="368430" y="30616"/>
                </a:lnTo>
                <a:lnTo>
                  <a:pt x="368921" y="30603"/>
                </a:lnTo>
                <a:lnTo>
                  <a:pt x="369417" y="30599"/>
                </a:lnTo>
                <a:lnTo>
                  <a:pt x="369917" y="30606"/>
                </a:lnTo>
                <a:lnTo>
                  <a:pt x="370443" y="30617"/>
                </a:lnTo>
                <a:lnTo>
                  <a:pt x="370959" y="30640"/>
                </a:lnTo>
                <a:lnTo>
                  <a:pt x="371468" y="30676"/>
                </a:lnTo>
                <a:lnTo>
                  <a:pt x="371967" y="30723"/>
                </a:lnTo>
                <a:lnTo>
                  <a:pt x="372457" y="30781"/>
                </a:lnTo>
                <a:lnTo>
                  <a:pt x="372939" y="30852"/>
                </a:lnTo>
                <a:lnTo>
                  <a:pt x="373412" y="30934"/>
                </a:lnTo>
                <a:lnTo>
                  <a:pt x="373875" y="31029"/>
                </a:lnTo>
                <a:lnTo>
                  <a:pt x="374331" y="31135"/>
                </a:lnTo>
                <a:lnTo>
                  <a:pt x="374777" y="31253"/>
                </a:lnTo>
                <a:lnTo>
                  <a:pt x="375214" y="31383"/>
                </a:lnTo>
                <a:lnTo>
                  <a:pt x="375643" y="31524"/>
                </a:lnTo>
                <a:lnTo>
                  <a:pt x="376062" y="31678"/>
                </a:lnTo>
                <a:lnTo>
                  <a:pt x="376473" y="31843"/>
                </a:lnTo>
                <a:lnTo>
                  <a:pt x="376875" y="32020"/>
                </a:lnTo>
                <a:lnTo>
                  <a:pt x="377269" y="32209"/>
                </a:lnTo>
                <a:lnTo>
                  <a:pt x="377653" y="32410"/>
                </a:lnTo>
                <a:lnTo>
                  <a:pt x="378029" y="32623"/>
                </a:lnTo>
                <a:lnTo>
                  <a:pt x="378395" y="32847"/>
                </a:lnTo>
                <a:lnTo>
                  <a:pt x="378753" y="33083"/>
                </a:lnTo>
                <a:lnTo>
                  <a:pt x="379102" y="33331"/>
                </a:lnTo>
                <a:lnTo>
                  <a:pt x="379442" y="33591"/>
                </a:lnTo>
                <a:lnTo>
                  <a:pt x="379774" y="33863"/>
                </a:lnTo>
                <a:lnTo>
                  <a:pt x="380096" y="34147"/>
                </a:lnTo>
                <a:lnTo>
                  <a:pt x="380410" y="34439"/>
                </a:lnTo>
                <a:lnTo>
                  <a:pt x="380716" y="34738"/>
                </a:lnTo>
                <a:lnTo>
                  <a:pt x="381013" y="35044"/>
                </a:lnTo>
                <a:lnTo>
                  <a:pt x="381303" y="35356"/>
                </a:lnTo>
                <a:lnTo>
                  <a:pt x="381584" y="35675"/>
                </a:lnTo>
                <a:lnTo>
                  <a:pt x="381856" y="36000"/>
                </a:lnTo>
                <a:lnTo>
                  <a:pt x="382121" y="36331"/>
                </a:lnTo>
                <a:lnTo>
                  <a:pt x="382377" y="36669"/>
                </a:lnTo>
                <a:lnTo>
                  <a:pt x="382625" y="37014"/>
                </a:lnTo>
                <a:lnTo>
                  <a:pt x="382865" y="37365"/>
                </a:lnTo>
                <a:lnTo>
                  <a:pt x="383096" y="37722"/>
                </a:lnTo>
                <a:lnTo>
                  <a:pt x="383319" y="38086"/>
                </a:lnTo>
                <a:lnTo>
                  <a:pt x="383534" y="38457"/>
                </a:lnTo>
                <a:lnTo>
                  <a:pt x="383741" y="38834"/>
                </a:lnTo>
                <a:lnTo>
                  <a:pt x="383939" y="39218"/>
                </a:lnTo>
                <a:lnTo>
                  <a:pt x="384129" y="39608"/>
                </a:lnTo>
                <a:lnTo>
                  <a:pt x="384311" y="40004"/>
                </a:lnTo>
                <a:lnTo>
                  <a:pt x="384485" y="40407"/>
                </a:lnTo>
                <a:lnTo>
                  <a:pt x="384650" y="40817"/>
                </a:lnTo>
                <a:lnTo>
                  <a:pt x="384807" y="41233"/>
                </a:lnTo>
                <a:lnTo>
                  <a:pt x="384956" y="41655"/>
                </a:lnTo>
                <a:lnTo>
                  <a:pt x="385097" y="42084"/>
                </a:lnTo>
                <a:lnTo>
                  <a:pt x="385229" y="42520"/>
                </a:lnTo>
                <a:lnTo>
                  <a:pt x="385353" y="42962"/>
                </a:lnTo>
                <a:lnTo>
                  <a:pt x="385469" y="43407"/>
                </a:lnTo>
                <a:lnTo>
                  <a:pt x="385577" y="43854"/>
                </a:lnTo>
                <a:lnTo>
                  <a:pt x="385677" y="44302"/>
                </a:lnTo>
                <a:lnTo>
                  <a:pt x="385769" y="44750"/>
                </a:lnTo>
                <a:lnTo>
                  <a:pt x="385853" y="45199"/>
                </a:lnTo>
                <a:lnTo>
                  <a:pt x="385929" y="45650"/>
                </a:lnTo>
                <a:lnTo>
                  <a:pt x="385997" y="46101"/>
                </a:lnTo>
                <a:lnTo>
                  <a:pt x="386057" y="46553"/>
                </a:lnTo>
                <a:lnTo>
                  <a:pt x="386108" y="47006"/>
                </a:lnTo>
                <a:lnTo>
                  <a:pt x="386152" y="47460"/>
                </a:lnTo>
                <a:lnTo>
                  <a:pt x="386188" y="47915"/>
                </a:lnTo>
                <a:lnTo>
                  <a:pt x="386216" y="48371"/>
                </a:lnTo>
                <a:lnTo>
                  <a:pt x="386235" y="48828"/>
                </a:lnTo>
                <a:lnTo>
                  <a:pt x="386247" y="49286"/>
                </a:lnTo>
                <a:lnTo>
                  <a:pt x="386251" y="49744"/>
                </a:lnTo>
                <a:lnTo>
                  <a:pt x="386246" y="50204"/>
                </a:lnTo>
                <a:lnTo>
                  <a:pt x="386234" y="50664"/>
                </a:lnTo>
                <a:lnTo>
                  <a:pt x="386214" y="51126"/>
                </a:lnTo>
                <a:lnTo>
                  <a:pt x="386185" y="51588"/>
                </a:lnTo>
                <a:lnTo>
                  <a:pt x="386149" y="52051"/>
                </a:lnTo>
                <a:lnTo>
                  <a:pt x="386104" y="52515"/>
                </a:lnTo>
                <a:lnTo>
                  <a:pt x="386052" y="52980"/>
                </a:lnTo>
                <a:lnTo>
                  <a:pt x="385991" y="53446"/>
                </a:lnTo>
                <a:lnTo>
                  <a:pt x="385923" y="53913"/>
                </a:lnTo>
                <a:lnTo>
                  <a:pt x="385722" y="54916"/>
                </a:lnTo>
                <a:lnTo>
                  <a:pt x="344033" y="54854"/>
                </a:lnTo>
                <a:lnTo>
                  <a:pt x="344038" y="54839"/>
                </a:lnTo>
                <a:lnTo>
                  <a:pt x="344164" y="54401"/>
                </a:lnTo>
                <a:lnTo>
                  <a:pt x="344295" y="53963"/>
                </a:lnTo>
                <a:lnTo>
                  <a:pt x="344431" y="53524"/>
                </a:lnTo>
                <a:lnTo>
                  <a:pt x="344571" y="53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Attempt">
            <a:extLst xmlns:a="http://schemas.openxmlformats.org/drawingml/2006/main">
              <a:ext uri="{FF2B5EF4-FFF2-40B4-BE49-F238E27FC236}">
                <a16:creationId xmlns:a16="http://schemas.microsoft.com/office/drawing/2014/main" id="{EA673DA9-CC90-4BB4-88B8-4673CF7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09" y="4101991"/>
            <a:ext cx="476573" cy="125369"/>
          </a:xfrm>
          <a:custGeom xmlns:a="http://schemas.openxmlformats.org/drawingml/2006/main">
            <a:pathLst>
              <a:path w="476573" h="125369">
                <a:moveTo>
                  <a:pt x="52572" y="0"/>
                </a:moveTo>
                <a:lnTo>
                  <a:pt x="0" y="97509"/>
                </a:lnTo>
                <a:lnTo>
                  <a:pt x="8706" y="97509"/>
                </a:lnTo>
                <a:lnTo>
                  <a:pt x="23200" y="70185"/>
                </a:lnTo>
                <a:lnTo>
                  <a:pt x="66072" y="70185"/>
                </a:lnTo>
                <a:lnTo>
                  <a:pt x="71123" y="97509"/>
                </a:lnTo>
                <a:lnTo>
                  <a:pt x="79226" y="97509"/>
                </a:lnTo>
                <a:lnTo>
                  <a:pt x="60274" y="0"/>
                </a:lnTo>
                <a:lnTo>
                  <a:pt x="58666" y="0"/>
                </a:lnTo>
                <a:lnTo>
                  <a:pt x="54648" y="0"/>
                </a:lnTo>
                <a:lnTo>
                  <a:pt x="52572" y="0"/>
                </a:lnTo>
                <a:close/>
                <a:moveTo>
                  <a:pt x="54992" y="10251"/>
                </a:moveTo>
                <a:lnTo>
                  <a:pt x="64759" y="63086"/>
                </a:lnTo>
                <a:lnTo>
                  <a:pt x="26966" y="63086"/>
                </a:lnTo>
                <a:lnTo>
                  <a:pt x="54992" y="10251"/>
                </a:lnTo>
                <a:close/>
                <a:moveTo>
                  <a:pt x="94345" y="25047"/>
                </a:moveTo>
                <a:lnTo>
                  <a:pt x="93206" y="31610"/>
                </a:lnTo>
                <a:lnTo>
                  <a:pt x="106215" y="31610"/>
                </a:lnTo>
                <a:lnTo>
                  <a:pt x="98028" y="79881"/>
                </a:lnTo>
                <a:lnTo>
                  <a:pt x="97975" y="80288"/>
                </a:lnTo>
                <a:lnTo>
                  <a:pt x="97927" y="80693"/>
                </a:lnTo>
                <a:lnTo>
                  <a:pt x="97885" y="81095"/>
                </a:lnTo>
                <a:lnTo>
                  <a:pt x="97848" y="81496"/>
                </a:lnTo>
                <a:lnTo>
                  <a:pt x="97816" y="81894"/>
                </a:lnTo>
                <a:lnTo>
                  <a:pt x="97790" y="82290"/>
                </a:lnTo>
                <a:lnTo>
                  <a:pt x="97769" y="82684"/>
                </a:lnTo>
                <a:lnTo>
                  <a:pt x="97753" y="83076"/>
                </a:lnTo>
                <a:lnTo>
                  <a:pt x="97743" y="83466"/>
                </a:lnTo>
                <a:lnTo>
                  <a:pt x="97738" y="83854"/>
                </a:lnTo>
                <a:lnTo>
                  <a:pt x="97738" y="84240"/>
                </a:lnTo>
                <a:lnTo>
                  <a:pt x="97744" y="84624"/>
                </a:lnTo>
                <a:lnTo>
                  <a:pt x="97755" y="85005"/>
                </a:lnTo>
                <a:lnTo>
                  <a:pt x="97771" y="85385"/>
                </a:lnTo>
                <a:lnTo>
                  <a:pt x="97793" y="85762"/>
                </a:lnTo>
                <a:lnTo>
                  <a:pt x="97820" y="86137"/>
                </a:lnTo>
                <a:lnTo>
                  <a:pt x="97852" y="86511"/>
                </a:lnTo>
                <a:lnTo>
                  <a:pt x="97890" y="86882"/>
                </a:lnTo>
                <a:lnTo>
                  <a:pt x="97933" y="87251"/>
                </a:lnTo>
                <a:lnTo>
                  <a:pt x="97982" y="87618"/>
                </a:lnTo>
                <a:lnTo>
                  <a:pt x="98036" y="87983"/>
                </a:lnTo>
                <a:lnTo>
                  <a:pt x="98095" y="88345"/>
                </a:lnTo>
                <a:lnTo>
                  <a:pt x="98159" y="88706"/>
                </a:lnTo>
                <a:lnTo>
                  <a:pt x="98229" y="89065"/>
                </a:lnTo>
                <a:lnTo>
                  <a:pt x="98305" y="89419"/>
                </a:lnTo>
                <a:lnTo>
                  <a:pt x="98389" y="89768"/>
                </a:lnTo>
                <a:lnTo>
                  <a:pt x="98479" y="90112"/>
                </a:lnTo>
                <a:lnTo>
                  <a:pt x="98576" y="90450"/>
                </a:lnTo>
                <a:lnTo>
                  <a:pt x="98681" y="90783"/>
                </a:lnTo>
                <a:lnTo>
                  <a:pt x="98792" y="91110"/>
                </a:lnTo>
                <a:lnTo>
                  <a:pt x="98911" y="91432"/>
                </a:lnTo>
                <a:lnTo>
                  <a:pt x="99037" y="91749"/>
                </a:lnTo>
                <a:lnTo>
                  <a:pt x="99169" y="92059"/>
                </a:lnTo>
                <a:lnTo>
                  <a:pt x="99309" y="92365"/>
                </a:lnTo>
                <a:lnTo>
                  <a:pt x="99456" y="92665"/>
                </a:lnTo>
                <a:lnTo>
                  <a:pt x="99611" y="92959"/>
                </a:lnTo>
                <a:lnTo>
                  <a:pt x="99772" y="93248"/>
                </a:lnTo>
                <a:lnTo>
                  <a:pt x="99940" y="93532"/>
                </a:lnTo>
                <a:lnTo>
                  <a:pt x="100115" y="93810"/>
                </a:lnTo>
                <a:lnTo>
                  <a:pt x="100298" y="94083"/>
                </a:lnTo>
                <a:lnTo>
                  <a:pt x="100487" y="94350"/>
                </a:lnTo>
                <a:lnTo>
                  <a:pt x="100684" y="94612"/>
                </a:lnTo>
                <a:lnTo>
                  <a:pt x="100888" y="94868"/>
                </a:lnTo>
                <a:lnTo>
                  <a:pt x="101099" y="95119"/>
                </a:lnTo>
                <a:lnTo>
                  <a:pt x="101317" y="95364"/>
                </a:lnTo>
                <a:lnTo>
                  <a:pt x="101542" y="95604"/>
                </a:lnTo>
                <a:lnTo>
                  <a:pt x="101774" y="95838"/>
                </a:lnTo>
                <a:lnTo>
                  <a:pt x="102013" y="96067"/>
                </a:lnTo>
                <a:lnTo>
                  <a:pt x="102261" y="96289"/>
                </a:lnTo>
                <a:lnTo>
                  <a:pt x="102517" y="96501"/>
                </a:lnTo>
                <a:lnTo>
                  <a:pt x="102784" y="96704"/>
                </a:lnTo>
                <a:lnTo>
                  <a:pt x="103060" y="96899"/>
                </a:lnTo>
                <a:lnTo>
                  <a:pt x="103345" y="97083"/>
                </a:lnTo>
                <a:lnTo>
                  <a:pt x="103639" y="97259"/>
                </a:lnTo>
                <a:lnTo>
                  <a:pt x="103943" y="97425"/>
                </a:lnTo>
                <a:lnTo>
                  <a:pt x="104257" y="97583"/>
                </a:lnTo>
                <a:lnTo>
                  <a:pt x="104579" y="97731"/>
                </a:lnTo>
                <a:lnTo>
                  <a:pt x="104912" y="97870"/>
                </a:lnTo>
                <a:lnTo>
                  <a:pt x="105253" y="97999"/>
                </a:lnTo>
                <a:lnTo>
                  <a:pt x="105604" y="98120"/>
                </a:lnTo>
                <a:lnTo>
                  <a:pt x="105965" y="98231"/>
                </a:lnTo>
                <a:lnTo>
                  <a:pt x="106335" y="98333"/>
                </a:lnTo>
                <a:lnTo>
                  <a:pt x="106714" y="98426"/>
                </a:lnTo>
                <a:lnTo>
                  <a:pt x="107103" y="98510"/>
                </a:lnTo>
                <a:lnTo>
                  <a:pt x="107501" y="98584"/>
                </a:lnTo>
                <a:lnTo>
                  <a:pt x="107909" y="98650"/>
                </a:lnTo>
                <a:lnTo>
                  <a:pt x="108326" y="98706"/>
                </a:lnTo>
                <a:lnTo>
                  <a:pt x="108752" y="98753"/>
                </a:lnTo>
                <a:lnTo>
                  <a:pt x="109188" y="98791"/>
                </a:lnTo>
                <a:lnTo>
                  <a:pt x="109633" y="98819"/>
                </a:lnTo>
                <a:lnTo>
                  <a:pt x="110088" y="98838"/>
                </a:lnTo>
                <a:lnTo>
                  <a:pt x="110552" y="98849"/>
                </a:lnTo>
                <a:lnTo>
                  <a:pt x="110719" y="98848"/>
                </a:lnTo>
                <a:lnTo>
                  <a:pt x="110887" y="98847"/>
                </a:lnTo>
                <a:lnTo>
                  <a:pt x="111055" y="98845"/>
                </a:lnTo>
                <a:lnTo>
                  <a:pt x="111223" y="98842"/>
                </a:lnTo>
                <a:lnTo>
                  <a:pt x="111390" y="98838"/>
                </a:lnTo>
                <a:lnTo>
                  <a:pt x="111559" y="98834"/>
                </a:lnTo>
                <a:lnTo>
                  <a:pt x="111727" y="98829"/>
                </a:lnTo>
                <a:lnTo>
                  <a:pt x="111895" y="98823"/>
                </a:lnTo>
                <a:lnTo>
                  <a:pt x="112063" y="98816"/>
                </a:lnTo>
                <a:lnTo>
                  <a:pt x="112232" y="98808"/>
                </a:lnTo>
                <a:lnTo>
                  <a:pt x="112401" y="98799"/>
                </a:lnTo>
                <a:lnTo>
                  <a:pt x="112569" y="98790"/>
                </a:lnTo>
                <a:lnTo>
                  <a:pt x="112738" y="98780"/>
                </a:lnTo>
                <a:lnTo>
                  <a:pt x="112907" y="98769"/>
                </a:lnTo>
                <a:lnTo>
                  <a:pt x="113076" y="98757"/>
                </a:lnTo>
                <a:lnTo>
                  <a:pt x="113246" y="98744"/>
                </a:lnTo>
                <a:lnTo>
                  <a:pt x="113415" y="98731"/>
                </a:lnTo>
                <a:lnTo>
                  <a:pt x="113584" y="98717"/>
                </a:lnTo>
                <a:lnTo>
                  <a:pt x="113754" y="98702"/>
                </a:lnTo>
                <a:lnTo>
                  <a:pt x="113924" y="98686"/>
                </a:lnTo>
                <a:lnTo>
                  <a:pt x="114093" y="98669"/>
                </a:lnTo>
                <a:lnTo>
                  <a:pt x="114263" y="98652"/>
                </a:lnTo>
                <a:lnTo>
                  <a:pt x="114433" y="98633"/>
                </a:lnTo>
                <a:lnTo>
                  <a:pt x="114604" y="98614"/>
                </a:lnTo>
                <a:lnTo>
                  <a:pt x="114774" y="98594"/>
                </a:lnTo>
                <a:lnTo>
                  <a:pt x="114943" y="98573"/>
                </a:lnTo>
                <a:lnTo>
                  <a:pt x="115113" y="98551"/>
                </a:lnTo>
                <a:lnTo>
                  <a:pt x="115282" y="98528"/>
                </a:lnTo>
                <a:lnTo>
                  <a:pt x="115450" y="98503"/>
                </a:lnTo>
                <a:lnTo>
                  <a:pt x="115619" y="98478"/>
                </a:lnTo>
                <a:lnTo>
                  <a:pt x="115787" y="98452"/>
                </a:lnTo>
                <a:lnTo>
                  <a:pt x="115954" y="98424"/>
                </a:lnTo>
                <a:lnTo>
                  <a:pt x="116121" y="98396"/>
                </a:lnTo>
                <a:lnTo>
                  <a:pt x="116288" y="98367"/>
                </a:lnTo>
                <a:lnTo>
                  <a:pt x="116455" y="98336"/>
                </a:lnTo>
                <a:lnTo>
                  <a:pt x="116621" y="98304"/>
                </a:lnTo>
                <a:lnTo>
                  <a:pt x="116787" y="98272"/>
                </a:lnTo>
                <a:lnTo>
                  <a:pt x="116952" y="98238"/>
                </a:lnTo>
                <a:lnTo>
                  <a:pt x="117118" y="98204"/>
                </a:lnTo>
                <a:lnTo>
                  <a:pt x="117282" y="98168"/>
                </a:lnTo>
                <a:lnTo>
                  <a:pt x="117447" y="98131"/>
                </a:lnTo>
                <a:lnTo>
                  <a:pt x="117611" y="98093"/>
                </a:lnTo>
                <a:lnTo>
                  <a:pt x="117775" y="98054"/>
                </a:lnTo>
                <a:lnTo>
                  <a:pt x="117938" y="98014"/>
                </a:lnTo>
                <a:lnTo>
                  <a:pt x="118101" y="97973"/>
                </a:lnTo>
                <a:lnTo>
                  <a:pt x="118264" y="97931"/>
                </a:lnTo>
                <a:lnTo>
                  <a:pt x="118426" y="97888"/>
                </a:lnTo>
                <a:lnTo>
                  <a:pt x="118588" y="97844"/>
                </a:lnTo>
                <a:lnTo>
                  <a:pt x="118990" y="91080"/>
                </a:lnTo>
                <a:lnTo>
                  <a:pt x="118851" y="91097"/>
                </a:lnTo>
                <a:lnTo>
                  <a:pt x="118712" y="91114"/>
                </a:lnTo>
                <a:lnTo>
                  <a:pt x="118573" y="91130"/>
                </a:lnTo>
                <a:lnTo>
                  <a:pt x="118434" y="91147"/>
                </a:lnTo>
                <a:lnTo>
                  <a:pt x="118295" y="91164"/>
                </a:lnTo>
                <a:lnTo>
                  <a:pt x="118157" y="91180"/>
                </a:lnTo>
                <a:lnTo>
                  <a:pt x="118019" y="91197"/>
                </a:lnTo>
                <a:lnTo>
                  <a:pt x="117881" y="91214"/>
                </a:lnTo>
                <a:lnTo>
                  <a:pt x="117744" y="91231"/>
                </a:lnTo>
                <a:lnTo>
                  <a:pt x="117607" y="91247"/>
                </a:lnTo>
                <a:lnTo>
                  <a:pt x="117469" y="91264"/>
                </a:lnTo>
                <a:lnTo>
                  <a:pt x="117333" y="91281"/>
                </a:lnTo>
                <a:lnTo>
                  <a:pt x="117196" y="91298"/>
                </a:lnTo>
                <a:lnTo>
                  <a:pt x="117060" y="91314"/>
                </a:lnTo>
                <a:lnTo>
                  <a:pt x="116923" y="91331"/>
                </a:lnTo>
                <a:lnTo>
                  <a:pt x="116788" y="91348"/>
                </a:lnTo>
                <a:lnTo>
                  <a:pt x="116652" y="91365"/>
                </a:lnTo>
                <a:lnTo>
                  <a:pt x="116516" y="91381"/>
                </a:lnTo>
                <a:lnTo>
                  <a:pt x="116381" y="91398"/>
                </a:lnTo>
                <a:lnTo>
                  <a:pt x="116246" y="91415"/>
                </a:lnTo>
                <a:lnTo>
                  <a:pt x="116111" y="91432"/>
                </a:lnTo>
                <a:lnTo>
                  <a:pt x="115977" y="91448"/>
                </a:lnTo>
                <a:lnTo>
                  <a:pt x="115843" y="91465"/>
                </a:lnTo>
                <a:lnTo>
                  <a:pt x="115709" y="91482"/>
                </a:lnTo>
                <a:lnTo>
                  <a:pt x="115575" y="91498"/>
                </a:lnTo>
                <a:lnTo>
                  <a:pt x="115440" y="91514"/>
                </a:lnTo>
                <a:lnTo>
                  <a:pt x="115306" y="91529"/>
                </a:lnTo>
                <a:lnTo>
                  <a:pt x="115171" y="91543"/>
                </a:lnTo>
                <a:lnTo>
                  <a:pt x="115036" y="91557"/>
                </a:lnTo>
                <a:lnTo>
                  <a:pt x="114901" y="91570"/>
                </a:lnTo>
                <a:lnTo>
                  <a:pt x="114765" y="91582"/>
                </a:lnTo>
                <a:lnTo>
                  <a:pt x="114630" y="91593"/>
                </a:lnTo>
                <a:lnTo>
                  <a:pt x="114494" y="91604"/>
                </a:lnTo>
                <a:lnTo>
                  <a:pt x="114358" y="91614"/>
                </a:lnTo>
                <a:lnTo>
                  <a:pt x="114221" y="91624"/>
                </a:lnTo>
                <a:lnTo>
                  <a:pt x="114085" y="91633"/>
                </a:lnTo>
                <a:lnTo>
                  <a:pt x="113948" y="91641"/>
                </a:lnTo>
                <a:lnTo>
                  <a:pt x="113811" y="91648"/>
                </a:lnTo>
                <a:lnTo>
                  <a:pt x="113673" y="91655"/>
                </a:lnTo>
                <a:lnTo>
                  <a:pt x="113536" y="91660"/>
                </a:lnTo>
                <a:lnTo>
                  <a:pt x="113398" y="91666"/>
                </a:lnTo>
                <a:lnTo>
                  <a:pt x="113260" y="91670"/>
                </a:lnTo>
                <a:lnTo>
                  <a:pt x="113122" y="91674"/>
                </a:lnTo>
                <a:lnTo>
                  <a:pt x="112983" y="91677"/>
                </a:lnTo>
                <a:lnTo>
                  <a:pt x="112845" y="91680"/>
                </a:lnTo>
                <a:lnTo>
                  <a:pt x="112706" y="91681"/>
                </a:lnTo>
                <a:lnTo>
                  <a:pt x="112566" y="91682"/>
                </a:lnTo>
                <a:lnTo>
                  <a:pt x="112427" y="91683"/>
                </a:lnTo>
                <a:lnTo>
                  <a:pt x="112140" y="91674"/>
                </a:lnTo>
                <a:lnTo>
                  <a:pt x="111860" y="91660"/>
                </a:lnTo>
                <a:lnTo>
                  <a:pt x="111587" y="91640"/>
                </a:lnTo>
                <a:lnTo>
                  <a:pt x="111320" y="91615"/>
                </a:lnTo>
                <a:lnTo>
                  <a:pt x="111060" y="91584"/>
                </a:lnTo>
                <a:lnTo>
                  <a:pt x="110807" y="91547"/>
                </a:lnTo>
                <a:lnTo>
                  <a:pt x="110561" y="91504"/>
                </a:lnTo>
                <a:lnTo>
                  <a:pt x="110321" y="91456"/>
                </a:lnTo>
                <a:lnTo>
                  <a:pt x="110088" y="91402"/>
                </a:lnTo>
                <a:lnTo>
                  <a:pt x="109862" y="91342"/>
                </a:lnTo>
                <a:lnTo>
                  <a:pt x="109643" y="91277"/>
                </a:lnTo>
                <a:lnTo>
                  <a:pt x="109430" y="91206"/>
                </a:lnTo>
                <a:lnTo>
                  <a:pt x="109224" y="91129"/>
                </a:lnTo>
                <a:lnTo>
                  <a:pt x="109025" y="91046"/>
                </a:lnTo>
                <a:lnTo>
                  <a:pt x="108833" y="90958"/>
                </a:lnTo>
                <a:lnTo>
                  <a:pt x="108647" y="90864"/>
                </a:lnTo>
                <a:lnTo>
                  <a:pt x="108468" y="90765"/>
                </a:lnTo>
                <a:lnTo>
                  <a:pt x="108296" y="90659"/>
                </a:lnTo>
                <a:lnTo>
                  <a:pt x="108130" y="90548"/>
                </a:lnTo>
                <a:lnTo>
                  <a:pt x="107972" y="90432"/>
                </a:lnTo>
                <a:lnTo>
                  <a:pt x="107820" y="90309"/>
                </a:lnTo>
                <a:lnTo>
                  <a:pt x="107674" y="90181"/>
                </a:lnTo>
                <a:lnTo>
                  <a:pt x="107536" y="90048"/>
                </a:lnTo>
                <a:lnTo>
                  <a:pt x="107404" y="89908"/>
                </a:lnTo>
                <a:lnTo>
                  <a:pt x="107278" y="89764"/>
                </a:lnTo>
                <a:lnTo>
                  <a:pt x="107157" y="89617"/>
                </a:lnTo>
                <a:lnTo>
                  <a:pt x="107040" y="89466"/>
                </a:lnTo>
                <a:lnTo>
                  <a:pt x="106927" y="89312"/>
                </a:lnTo>
                <a:lnTo>
                  <a:pt x="106819" y="89155"/>
                </a:lnTo>
                <a:lnTo>
                  <a:pt x="106716" y="88995"/>
                </a:lnTo>
                <a:lnTo>
                  <a:pt x="106617" y="88831"/>
                </a:lnTo>
                <a:lnTo>
                  <a:pt x="106522" y="88664"/>
                </a:lnTo>
                <a:lnTo>
                  <a:pt x="106433" y="88494"/>
                </a:lnTo>
                <a:lnTo>
                  <a:pt x="106347" y="88320"/>
                </a:lnTo>
                <a:lnTo>
                  <a:pt x="106267" y="88144"/>
                </a:lnTo>
                <a:lnTo>
                  <a:pt x="106190" y="87964"/>
                </a:lnTo>
                <a:lnTo>
                  <a:pt x="106119" y="87781"/>
                </a:lnTo>
                <a:lnTo>
                  <a:pt x="106052" y="87594"/>
                </a:lnTo>
                <a:lnTo>
                  <a:pt x="105989" y="87404"/>
                </a:lnTo>
                <a:lnTo>
                  <a:pt x="105931" y="87212"/>
                </a:lnTo>
                <a:lnTo>
                  <a:pt x="105877" y="87015"/>
                </a:lnTo>
                <a:lnTo>
                  <a:pt x="105828" y="86816"/>
                </a:lnTo>
                <a:lnTo>
                  <a:pt x="105784" y="86613"/>
                </a:lnTo>
                <a:lnTo>
                  <a:pt x="105744" y="86407"/>
                </a:lnTo>
                <a:lnTo>
                  <a:pt x="105709" y="86198"/>
                </a:lnTo>
                <a:lnTo>
                  <a:pt x="105678" y="85985"/>
                </a:lnTo>
                <a:lnTo>
                  <a:pt x="105651" y="85770"/>
                </a:lnTo>
                <a:lnTo>
                  <a:pt x="105630" y="85551"/>
                </a:lnTo>
                <a:lnTo>
                  <a:pt x="105611" y="85330"/>
                </a:lnTo>
                <a:lnTo>
                  <a:pt x="105595" y="85107"/>
                </a:lnTo>
                <a:lnTo>
                  <a:pt x="105581" y="84884"/>
                </a:lnTo>
                <a:lnTo>
                  <a:pt x="105569" y="84660"/>
                </a:lnTo>
                <a:lnTo>
                  <a:pt x="105559" y="84435"/>
                </a:lnTo>
                <a:lnTo>
                  <a:pt x="105552" y="84208"/>
                </a:lnTo>
                <a:lnTo>
                  <a:pt x="105547" y="83981"/>
                </a:lnTo>
                <a:lnTo>
                  <a:pt x="105544" y="83752"/>
                </a:lnTo>
                <a:lnTo>
                  <a:pt x="105543" y="83523"/>
                </a:lnTo>
                <a:lnTo>
                  <a:pt x="105545" y="83292"/>
                </a:lnTo>
                <a:lnTo>
                  <a:pt x="105548" y="83061"/>
                </a:lnTo>
                <a:lnTo>
                  <a:pt x="105554" y="82828"/>
                </a:lnTo>
                <a:lnTo>
                  <a:pt x="105562" y="82594"/>
                </a:lnTo>
                <a:lnTo>
                  <a:pt x="105573" y="82360"/>
                </a:lnTo>
                <a:lnTo>
                  <a:pt x="105585" y="82124"/>
                </a:lnTo>
                <a:lnTo>
                  <a:pt x="105600" y="81887"/>
                </a:lnTo>
                <a:lnTo>
                  <a:pt x="105617" y="81649"/>
                </a:lnTo>
                <a:lnTo>
                  <a:pt x="105636" y="81410"/>
                </a:lnTo>
                <a:lnTo>
                  <a:pt x="105657" y="81170"/>
                </a:lnTo>
                <a:lnTo>
                  <a:pt x="105681" y="80929"/>
                </a:lnTo>
                <a:lnTo>
                  <a:pt x="105706" y="80687"/>
                </a:lnTo>
                <a:lnTo>
                  <a:pt x="105734" y="80444"/>
                </a:lnTo>
                <a:lnTo>
                  <a:pt x="105765" y="80200"/>
                </a:lnTo>
                <a:lnTo>
                  <a:pt x="105797" y="79955"/>
                </a:lnTo>
                <a:lnTo>
                  <a:pt x="114075" y="31610"/>
                </a:lnTo>
                <a:lnTo>
                  <a:pt x="128634" y="31610"/>
                </a:lnTo>
                <a:lnTo>
                  <a:pt x="129705" y="25047"/>
                </a:lnTo>
                <a:lnTo>
                  <a:pt x="115199" y="25047"/>
                </a:lnTo>
                <a:lnTo>
                  <a:pt x="118387" y="6429"/>
                </a:lnTo>
                <a:lnTo>
                  <a:pt x="110485" y="6429"/>
                </a:lnTo>
                <a:lnTo>
                  <a:pt x="107328" y="25047"/>
                </a:lnTo>
                <a:lnTo>
                  <a:pt x="94345" y="25047"/>
                </a:lnTo>
                <a:close/>
                <a:moveTo>
                  <a:pt x="137275" y="25047"/>
                </a:moveTo>
                <a:lnTo>
                  <a:pt x="136136" y="31610"/>
                </a:lnTo>
                <a:lnTo>
                  <a:pt x="149144" y="31610"/>
                </a:lnTo>
                <a:lnTo>
                  <a:pt x="140958" y="79881"/>
                </a:lnTo>
                <a:lnTo>
                  <a:pt x="140905" y="80288"/>
                </a:lnTo>
                <a:lnTo>
                  <a:pt x="140857" y="80693"/>
                </a:lnTo>
                <a:lnTo>
                  <a:pt x="140815" y="81095"/>
                </a:lnTo>
                <a:lnTo>
                  <a:pt x="140778" y="81496"/>
                </a:lnTo>
                <a:lnTo>
                  <a:pt x="140746" y="81894"/>
                </a:lnTo>
                <a:lnTo>
                  <a:pt x="140720" y="82290"/>
                </a:lnTo>
                <a:lnTo>
                  <a:pt x="140698" y="82684"/>
                </a:lnTo>
                <a:lnTo>
                  <a:pt x="140683" y="83076"/>
                </a:lnTo>
                <a:lnTo>
                  <a:pt x="140672" y="83466"/>
                </a:lnTo>
                <a:lnTo>
                  <a:pt x="140667" y="83854"/>
                </a:lnTo>
                <a:lnTo>
                  <a:pt x="140668" y="84240"/>
                </a:lnTo>
                <a:lnTo>
                  <a:pt x="140674" y="84624"/>
                </a:lnTo>
                <a:lnTo>
                  <a:pt x="140685" y="85005"/>
                </a:lnTo>
                <a:lnTo>
                  <a:pt x="140701" y="85385"/>
                </a:lnTo>
                <a:lnTo>
                  <a:pt x="140723" y="85762"/>
                </a:lnTo>
                <a:lnTo>
                  <a:pt x="140750" y="86137"/>
                </a:lnTo>
                <a:lnTo>
                  <a:pt x="140782" y="86511"/>
                </a:lnTo>
                <a:lnTo>
                  <a:pt x="140820" y="86882"/>
                </a:lnTo>
                <a:lnTo>
                  <a:pt x="140863" y="87251"/>
                </a:lnTo>
                <a:lnTo>
                  <a:pt x="140912" y="87618"/>
                </a:lnTo>
                <a:lnTo>
                  <a:pt x="140965" y="87983"/>
                </a:lnTo>
                <a:lnTo>
                  <a:pt x="141025" y="88345"/>
                </a:lnTo>
                <a:lnTo>
                  <a:pt x="141089" y="88706"/>
                </a:lnTo>
                <a:lnTo>
                  <a:pt x="141159" y="89065"/>
                </a:lnTo>
                <a:lnTo>
                  <a:pt x="141235" y="89419"/>
                </a:lnTo>
                <a:lnTo>
                  <a:pt x="141318" y="89768"/>
                </a:lnTo>
                <a:lnTo>
                  <a:pt x="141409" y="90112"/>
                </a:lnTo>
                <a:lnTo>
                  <a:pt x="141506" y="90450"/>
                </a:lnTo>
                <a:lnTo>
                  <a:pt x="141610" y="90783"/>
                </a:lnTo>
                <a:lnTo>
                  <a:pt x="141722" y="91110"/>
                </a:lnTo>
                <a:lnTo>
                  <a:pt x="141841" y="91432"/>
                </a:lnTo>
                <a:lnTo>
                  <a:pt x="141966" y="91749"/>
                </a:lnTo>
                <a:lnTo>
                  <a:pt x="142099" y="92059"/>
                </a:lnTo>
                <a:lnTo>
                  <a:pt x="142239" y="92365"/>
                </a:lnTo>
                <a:lnTo>
                  <a:pt x="142386" y="92665"/>
                </a:lnTo>
                <a:lnTo>
                  <a:pt x="142540" y="92959"/>
                </a:lnTo>
                <a:lnTo>
                  <a:pt x="142702" y="93248"/>
                </a:lnTo>
                <a:lnTo>
                  <a:pt x="142870" y="93532"/>
                </a:lnTo>
                <a:lnTo>
                  <a:pt x="143045" y="93810"/>
                </a:lnTo>
                <a:lnTo>
                  <a:pt x="143228" y="94083"/>
                </a:lnTo>
                <a:lnTo>
                  <a:pt x="143417" y="94350"/>
                </a:lnTo>
                <a:lnTo>
                  <a:pt x="143614" y="94612"/>
                </a:lnTo>
                <a:lnTo>
                  <a:pt x="143818" y="94868"/>
                </a:lnTo>
                <a:lnTo>
                  <a:pt x="144029" y="95119"/>
                </a:lnTo>
                <a:lnTo>
                  <a:pt x="144246" y="95364"/>
                </a:lnTo>
                <a:lnTo>
                  <a:pt x="144472" y="95604"/>
                </a:lnTo>
                <a:lnTo>
                  <a:pt x="144704" y="95838"/>
                </a:lnTo>
                <a:lnTo>
                  <a:pt x="144943" y="96067"/>
                </a:lnTo>
                <a:lnTo>
                  <a:pt x="145190" y="96289"/>
                </a:lnTo>
                <a:lnTo>
                  <a:pt x="145447" y="96501"/>
                </a:lnTo>
                <a:lnTo>
                  <a:pt x="145714" y="96704"/>
                </a:lnTo>
                <a:lnTo>
                  <a:pt x="145989" y="96899"/>
                </a:lnTo>
                <a:lnTo>
                  <a:pt x="146274" y="97083"/>
                </a:lnTo>
                <a:lnTo>
                  <a:pt x="146569" y="97259"/>
                </a:lnTo>
                <a:lnTo>
                  <a:pt x="146873" y="97425"/>
                </a:lnTo>
                <a:lnTo>
                  <a:pt x="147186" y="97583"/>
                </a:lnTo>
                <a:lnTo>
                  <a:pt x="147509" y="97731"/>
                </a:lnTo>
                <a:lnTo>
                  <a:pt x="147841" y="97870"/>
                </a:lnTo>
                <a:lnTo>
                  <a:pt x="148183" y="97999"/>
                </a:lnTo>
                <a:lnTo>
                  <a:pt x="148534" y="98120"/>
                </a:lnTo>
                <a:lnTo>
                  <a:pt x="148895" y="98231"/>
                </a:lnTo>
                <a:lnTo>
                  <a:pt x="149265" y="98333"/>
                </a:lnTo>
                <a:lnTo>
                  <a:pt x="149644" y="98426"/>
                </a:lnTo>
                <a:lnTo>
                  <a:pt x="150033" y="98510"/>
                </a:lnTo>
                <a:lnTo>
                  <a:pt x="150431" y="98584"/>
                </a:lnTo>
                <a:lnTo>
                  <a:pt x="150838" y="98650"/>
                </a:lnTo>
                <a:lnTo>
                  <a:pt x="151255" y="98706"/>
                </a:lnTo>
                <a:lnTo>
                  <a:pt x="151682" y="98753"/>
                </a:lnTo>
                <a:lnTo>
                  <a:pt x="152118" y="98791"/>
                </a:lnTo>
                <a:lnTo>
                  <a:pt x="152563" y="98819"/>
                </a:lnTo>
                <a:lnTo>
                  <a:pt x="153018" y="98838"/>
                </a:lnTo>
                <a:lnTo>
                  <a:pt x="153482" y="98849"/>
                </a:lnTo>
                <a:lnTo>
                  <a:pt x="153649" y="98848"/>
                </a:lnTo>
                <a:lnTo>
                  <a:pt x="153817" y="98847"/>
                </a:lnTo>
                <a:lnTo>
                  <a:pt x="153984" y="98845"/>
                </a:lnTo>
                <a:lnTo>
                  <a:pt x="154152" y="98842"/>
                </a:lnTo>
                <a:lnTo>
                  <a:pt x="154320" y="98838"/>
                </a:lnTo>
                <a:lnTo>
                  <a:pt x="154488" y="98834"/>
                </a:lnTo>
                <a:lnTo>
                  <a:pt x="154656" y="98829"/>
                </a:lnTo>
                <a:lnTo>
                  <a:pt x="154825" y="98823"/>
                </a:lnTo>
                <a:lnTo>
                  <a:pt x="154993" y="98816"/>
                </a:lnTo>
                <a:lnTo>
                  <a:pt x="155162" y="98808"/>
                </a:lnTo>
                <a:lnTo>
                  <a:pt x="155330" y="98799"/>
                </a:lnTo>
                <a:lnTo>
                  <a:pt x="155499" y="98790"/>
                </a:lnTo>
                <a:lnTo>
                  <a:pt x="155668" y="98780"/>
                </a:lnTo>
                <a:lnTo>
                  <a:pt x="155837" y="98769"/>
                </a:lnTo>
                <a:lnTo>
                  <a:pt x="156006" y="98757"/>
                </a:lnTo>
                <a:lnTo>
                  <a:pt x="156175" y="98744"/>
                </a:lnTo>
                <a:lnTo>
                  <a:pt x="156345" y="98731"/>
                </a:lnTo>
                <a:lnTo>
                  <a:pt x="156514" y="98717"/>
                </a:lnTo>
                <a:lnTo>
                  <a:pt x="156684" y="98702"/>
                </a:lnTo>
                <a:lnTo>
                  <a:pt x="156853" y="98686"/>
                </a:lnTo>
                <a:lnTo>
                  <a:pt x="157023" y="98669"/>
                </a:lnTo>
                <a:lnTo>
                  <a:pt x="157193" y="98652"/>
                </a:lnTo>
                <a:lnTo>
                  <a:pt x="157363" y="98633"/>
                </a:lnTo>
                <a:lnTo>
                  <a:pt x="157533" y="98614"/>
                </a:lnTo>
                <a:lnTo>
                  <a:pt x="157703" y="98594"/>
                </a:lnTo>
                <a:lnTo>
                  <a:pt x="157873" y="98573"/>
                </a:lnTo>
                <a:lnTo>
                  <a:pt x="158042" y="98551"/>
                </a:lnTo>
                <a:lnTo>
                  <a:pt x="158211" y="98528"/>
                </a:lnTo>
                <a:lnTo>
                  <a:pt x="158380" y="98503"/>
                </a:lnTo>
                <a:lnTo>
                  <a:pt x="158548" y="98478"/>
                </a:lnTo>
                <a:lnTo>
                  <a:pt x="158716" y="98452"/>
                </a:lnTo>
                <a:lnTo>
                  <a:pt x="158884" y="98424"/>
                </a:lnTo>
                <a:lnTo>
                  <a:pt x="159051" y="98396"/>
                </a:lnTo>
                <a:lnTo>
                  <a:pt x="159218" y="98367"/>
                </a:lnTo>
                <a:lnTo>
                  <a:pt x="159385" y="98336"/>
                </a:lnTo>
                <a:lnTo>
                  <a:pt x="159551" y="98304"/>
                </a:lnTo>
                <a:lnTo>
                  <a:pt x="159717" y="98272"/>
                </a:lnTo>
                <a:lnTo>
                  <a:pt x="159882" y="98238"/>
                </a:lnTo>
                <a:lnTo>
                  <a:pt x="160047" y="98204"/>
                </a:lnTo>
                <a:lnTo>
                  <a:pt x="160212" y="98168"/>
                </a:lnTo>
                <a:lnTo>
                  <a:pt x="160377" y="98131"/>
                </a:lnTo>
                <a:lnTo>
                  <a:pt x="160541" y="98093"/>
                </a:lnTo>
                <a:lnTo>
                  <a:pt x="160705" y="98054"/>
                </a:lnTo>
                <a:lnTo>
                  <a:pt x="160868" y="98014"/>
                </a:lnTo>
                <a:lnTo>
                  <a:pt x="161031" y="97973"/>
                </a:lnTo>
                <a:lnTo>
                  <a:pt x="161194" y="97931"/>
                </a:lnTo>
                <a:lnTo>
                  <a:pt x="161356" y="97888"/>
                </a:lnTo>
                <a:lnTo>
                  <a:pt x="161518" y="97844"/>
                </a:lnTo>
                <a:lnTo>
                  <a:pt x="161920" y="91080"/>
                </a:lnTo>
                <a:lnTo>
                  <a:pt x="161781" y="91097"/>
                </a:lnTo>
                <a:lnTo>
                  <a:pt x="161641" y="91114"/>
                </a:lnTo>
                <a:lnTo>
                  <a:pt x="161502" y="91130"/>
                </a:lnTo>
                <a:lnTo>
                  <a:pt x="161364" y="91147"/>
                </a:lnTo>
                <a:lnTo>
                  <a:pt x="161225" y="91164"/>
                </a:lnTo>
                <a:lnTo>
                  <a:pt x="161087" y="91180"/>
                </a:lnTo>
                <a:lnTo>
                  <a:pt x="160949" y="91197"/>
                </a:lnTo>
                <a:lnTo>
                  <a:pt x="160811" y="91214"/>
                </a:lnTo>
                <a:lnTo>
                  <a:pt x="160674" y="91231"/>
                </a:lnTo>
                <a:lnTo>
                  <a:pt x="160536" y="91247"/>
                </a:lnTo>
                <a:lnTo>
                  <a:pt x="160399" y="91264"/>
                </a:lnTo>
                <a:lnTo>
                  <a:pt x="160262" y="91281"/>
                </a:lnTo>
                <a:lnTo>
                  <a:pt x="160126" y="91298"/>
                </a:lnTo>
                <a:lnTo>
                  <a:pt x="159989" y="91314"/>
                </a:lnTo>
                <a:lnTo>
                  <a:pt x="159853" y="91331"/>
                </a:lnTo>
                <a:lnTo>
                  <a:pt x="159717" y="91348"/>
                </a:lnTo>
                <a:lnTo>
                  <a:pt x="159582" y="91365"/>
                </a:lnTo>
                <a:lnTo>
                  <a:pt x="159446" y="91381"/>
                </a:lnTo>
                <a:lnTo>
                  <a:pt x="159311" y="91398"/>
                </a:lnTo>
                <a:lnTo>
                  <a:pt x="159176" y="91415"/>
                </a:lnTo>
                <a:lnTo>
                  <a:pt x="159041" y="91432"/>
                </a:lnTo>
                <a:lnTo>
                  <a:pt x="158907" y="91448"/>
                </a:lnTo>
                <a:lnTo>
                  <a:pt x="158772" y="91465"/>
                </a:lnTo>
                <a:lnTo>
                  <a:pt x="158638" y="91482"/>
                </a:lnTo>
                <a:lnTo>
                  <a:pt x="158504" y="91498"/>
                </a:lnTo>
                <a:lnTo>
                  <a:pt x="158370" y="91514"/>
                </a:lnTo>
                <a:lnTo>
                  <a:pt x="158235" y="91529"/>
                </a:lnTo>
                <a:lnTo>
                  <a:pt x="158101" y="91543"/>
                </a:lnTo>
                <a:lnTo>
                  <a:pt x="157966" y="91557"/>
                </a:lnTo>
                <a:lnTo>
                  <a:pt x="157831" y="91570"/>
                </a:lnTo>
                <a:lnTo>
                  <a:pt x="157695" y="91582"/>
                </a:lnTo>
                <a:lnTo>
                  <a:pt x="157559" y="91593"/>
                </a:lnTo>
                <a:lnTo>
                  <a:pt x="157423" y="91604"/>
                </a:lnTo>
                <a:lnTo>
                  <a:pt x="157287" y="91614"/>
                </a:lnTo>
                <a:lnTo>
                  <a:pt x="157151" y="91624"/>
                </a:lnTo>
                <a:lnTo>
                  <a:pt x="157014" y="91633"/>
                </a:lnTo>
                <a:lnTo>
                  <a:pt x="156877" y="91641"/>
                </a:lnTo>
                <a:lnTo>
                  <a:pt x="156740" y="91648"/>
                </a:lnTo>
                <a:lnTo>
                  <a:pt x="156603" y="91655"/>
                </a:lnTo>
                <a:lnTo>
                  <a:pt x="156466" y="91660"/>
                </a:lnTo>
                <a:lnTo>
                  <a:pt x="156328" y="91666"/>
                </a:lnTo>
                <a:lnTo>
                  <a:pt x="156190" y="91670"/>
                </a:lnTo>
                <a:lnTo>
                  <a:pt x="156052" y="91674"/>
                </a:lnTo>
                <a:lnTo>
                  <a:pt x="155913" y="91677"/>
                </a:lnTo>
                <a:lnTo>
                  <a:pt x="155774" y="91680"/>
                </a:lnTo>
                <a:lnTo>
                  <a:pt x="155635" y="91681"/>
                </a:lnTo>
                <a:lnTo>
                  <a:pt x="155496" y="91682"/>
                </a:lnTo>
                <a:lnTo>
                  <a:pt x="155357" y="91683"/>
                </a:lnTo>
                <a:lnTo>
                  <a:pt x="155070" y="91674"/>
                </a:lnTo>
                <a:lnTo>
                  <a:pt x="154790" y="91660"/>
                </a:lnTo>
                <a:lnTo>
                  <a:pt x="154517" y="91640"/>
                </a:lnTo>
                <a:lnTo>
                  <a:pt x="154250" y="91615"/>
                </a:lnTo>
                <a:lnTo>
                  <a:pt x="153990" y="91584"/>
                </a:lnTo>
                <a:lnTo>
                  <a:pt x="153737" y="91547"/>
                </a:lnTo>
                <a:lnTo>
                  <a:pt x="153491" y="91504"/>
                </a:lnTo>
                <a:lnTo>
                  <a:pt x="153251" y="91456"/>
                </a:lnTo>
                <a:lnTo>
                  <a:pt x="153018" y="91402"/>
                </a:lnTo>
                <a:lnTo>
                  <a:pt x="152792" y="91342"/>
                </a:lnTo>
                <a:lnTo>
                  <a:pt x="152573" y="91277"/>
                </a:lnTo>
                <a:lnTo>
                  <a:pt x="152360" y="91206"/>
                </a:lnTo>
                <a:lnTo>
                  <a:pt x="152154" y="91129"/>
                </a:lnTo>
                <a:lnTo>
                  <a:pt x="151955" y="91046"/>
                </a:lnTo>
                <a:lnTo>
                  <a:pt x="151762" y="90958"/>
                </a:lnTo>
                <a:lnTo>
                  <a:pt x="151577" y="90864"/>
                </a:lnTo>
                <a:lnTo>
                  <a:pt x="151398" y="90765"/>
                </a:lnTo>
                <a:lnTo>
                  <a:pt x="151226" y="90659"/>
                </a:lnTo>
                <a:lnTo>
                  <a:pt x="151060" y="90548"/>
                </a:lnTo>
                <a:lnTo>
                  <a:pt x="150901" y="90432"/>
                </a:lnTo>
                <a:lnTo>
                  <a:pt x="150749" y="90309"/>
                </a:lnTo>
                <a:lnTo>
                  <a:pt x="150604" y="90181"/>
                </a:lnTo>
                <a:lnTo>
                  <a:pt x="150466" y="90048"/>
                </a:lnTo>
                <a:lnTo>
                  <a:pt x="150334" y="89908"/>
                </a:lnTo>
                <a:lnTo>
                  <a:pt x="150208" y="89764"/>
                </a:lnTo>
                <a:lnTo>
                  <a:pt x="150086" y="89617"/>
                </a:lnTo>
                <a:lnTo>
                  <a:pt x="149969" y="89466"/>
                </a:lnTo>
                <a:lnTo>
                  <a:pt x="149857" y="89312"/>
                </a:lnTo>
                <a:lnTo>
                  <a:pt x="149749" y="89155"/>
                </a:lnTo>
                <a:lnTo>
                  <a:pt x="149645" y="88995"/>
                </a:lnTo>
                <a:lnTo>
                  <a:pt x="149547" y="88831"/>
                </a:lnTo>
                <a:lnTo>
                  <a:pt x="149452" y="88664"/>
                </a:lnTo>
                <a:lnTo>
                  <a:pt x="149362" y="88494"/>
                </a:lnTo>
                <a:lnTo>
                  <a:pt x="149277" y="88320"/>
                </a:lnTo>
                <a:lnTo>
                  <a:pt x="149196" y="88144"/>
                </a:lnTo>
                <a:lnTo>
                  <a:pt x="149120" y="87964"/>
                </a:lnTo>
                <a:lnTo>
                  <a:pt x="149048" y="87781"/>
                </a:lnTo>
                <a:lnTo>
                  <a:pt x="148981" y="87594"/>
                </a:lnTo>
                <a:lnTo>
                  <a:pt x="148919" y="87404"/>
                </a:lnTo>
                <a:lnTo>
                  <a:pt x="148861" y="87212"/>
                </a:lnTo>
                <a:lnTo>
                  <a:pt x="148807" y="87015"/>
                </a:lnTo>
                <a:lnTo>
                  <a:pt x="148758" y="86816"/>
                </a:lnTo>
                <a:lnTo>
                  <a:pt x="148714" y="86613"/>
                </a:lnTo>
                <a:lnTo>
                  <a:pt x="148674" y="86407"/>
                </a:lnTo>
                <a:lnTo>
                  <a:pt x="148638" y="86198"/>
                </a:lnTo>
                <a:lnTo>
                  <a:pt x="148607" y="85985"/>
                </a:lnTo>
                <a:lnTo>
                  <a:pt x="148581" y="85770"/>
                </a:lnTo>
                <a:lnTo>
                  <a:pt x="148559" y="85551"/>
                </a:lnTo>
                <a:lnTo>
                  <a:pt x="148541" y="85330"/>
                </a:lnTo>
                <a:lnTo>
                  <a:pt x="148525" y="85107"/>
                </a:lnTo>
                <a:lnTo>
                  <a:pt x="148511" y="84884"/>
                </a:lnTo>
                <a:lnTo>
                  <a:pt x="148499" y="84660"/>
                </a:lnTo>
                <a:lnTo>
                  <a:pt x="148489" y="84435"/>
                </a:lnTo>
                <a:lnTo>
                  <a:pt x="148482" y="84208"/>
                </a:lnTo>
                <a:lnTo>
                  <a:pt x="148477" y="83981"/>
                </a:lnTo>
                <a:lnTo>
                  <a:pt x="148474" y="83752"/>
                </a:lnTo>
                <a:lnTo>
                  <a:pt x="148473" y="83523"/>
                </a:lnTo>
                <a:lnTo>
                  <a:pt x="148474" y="83292"/>
                </a:lnTo>
                <a:lnTo>
                  <a:pt x="148478" y="83061"/>
                </a:lnTo>
                <a:lnTo>
                  <a:pt x="148484" y="82828"/>
                </a:lnTo>
                <a:lnTo>
                  <a:pt x="148492" y="82594"/>
                </a:lnTo>
                <a:lnTo>
                  <a:pt x="148502" y="82360"/>
                </a:lnTo>
                <a:lnTo>
                  <a:pt x="148515" y="82124"/>
                </a:lnTo>
                <a:lnTo>
                  <a:pt x="148530" y="81887"/>
                </a:lnTo>
                <a:lnTo>
                  <a:pt x="148546" y="81649"/>
                </a:lnTo>
                <a:lnTo>
                  <a:pt x="148566" y="81410"/>
                </a:lnTo>
                <a:lnTo>
                  <a:pt x="148587" y="81170"/>
                </a:lnTo>
                <a:lnTo>
                  <a:pt x="148610" y="80929"/>
                </a:lnTo>
                <a:lnTo>
                  <a:pt x="148636" y="80687"/>
                </a:lnTo>
                <a:lnTo>
                  <a:pt x="148664" y="80444"/>
                </a:lnTo>
                <a:lnTo>
                  <a:pt x="148694" y="80200"/>
                </a:lnTo>
                <a:lnTo>
                  <a:pt x="148727" y="79955"/>
                </a:lnTo>
                <a:lnTo>
                  <a:pt x="157005" y="31610"/>
                </a:lnTo>
                <a:lnTo>
                  <a:pt x="171564" y="31610"/>
                </a:lnTo>
                <a:lnTo>
                  <a:pt x="172635" y="25047"/>
                </a:lnTo>
                <a:lnTo>
                  <a:pt x="158129" y="25047"/>
                </a:lnTo>
                <a:lnTo>
                  <a:pt x="161317" y="6429"/>
                </a:lnTo>
                <a:lnTo>
                  <a:pt x="153415" y="6429"/>
                </a:lnTo>
                <a:lnTo>
                  <a:pt x="150257" y="25047"/>
                </a:lnTo>
                <a:lnTo>
                  <a:pt x="137275" y="25047"/>
                </a:lnTo>
                <a:close/>
                <a:moveTo>
                  <a:pt x="441212" y="25047"/>
                </a:moveTo>
                <a:lnTo>
                  <a:pt x="440074" y="31610"/>
                </a:lnTo>
                <a:lnTo>
                  <a:pt x="453082" y="31610"/>
                </a:lnTo>
                <a:lnTo>
                  <a:pt x="444895" y="79881"/>
                </a:lnTo>
                <a:lnTo>
                  <a:pt x="444842" y="80288"/>
                </a:lnTo>
                <a:lnTo>
                  <a:pt x="444795" y="80693"/>
                </a:lnTo>
                <a:lnTo>
                  <a:pt x="444752" y="81095"/>
                </a:lnTo>
                <a:lnTo>
                  <a:pt x="444715" y="81496"/>
                </a:lnTo>
                <a:lnTo>
                  <a:pt x="444683" y="81894"/>
                </a:lnTo>
                <a:lnTo>
                  <a:pt x="444657" y="82290"/>
                </a:lnTo>
                <a:lnTo>
                  <a:pt x="444636" y="82684"/>
                </a:lnTo>
                <a:lnTo>
                  <a:pt x="444620" y="83076"/>
                </a:lnTo>
                <a:lnTo>
                  <a:pt x="444610" y="83466"/>
                </a:lnTo>
                <a:lnTo>
                  <a:pt x="444605" y="83854"/>
                </a:lnTo>
                <a:lnTo>
                  <a:pt x="444605" y="84240"/>
                </a:lnTo>
                <a:lnTo>
                  <a:pt x="444611" y="84624"/>
                </a:lnTo>
                <a:lnTo>
                  <a:pt x="444622" y="85005"/>
                </a:lnTo>
                <a:lnTo>
                  <a:pt x="444638" y="85385"/>
                </a:lnTo>
                <a:lnTo>
                  <a:pt x="444660" y="85762"/>
                </a:lnTo>
                <a:lnTo>
                  <a:pt x="444687" y="86137"/>
                </a:lnTo>
                <a:lnTo>
                  <a:pt x="444720" y="86511"/>
                </a:lnTo>
                <a:lnTo>
                  <a:pt x="444757" y="86882"/>
                </a:lnTo>
                <a:lnTo>
                  <a:pt x="444800" y="87251"/>
                </a:lnTo>
                <a:lnTo>
                  <a:pt x="444849" y="87618"/>
                </a:lnTo>
                <a:lnTo>
                  <a:pt x="444903" y="87983"/>
                </a:lnTo>
                <a:lnTo>
                  <a:pt x="444962" y="88345"/>
                </a:lnTo>
                <a:lnTo>
                  <a:pt x="445026" y="88706"/>
                </a:lnTo>
                <a:lnTo>
                  <a:pt x="445096" y="89065"/>
                </a:lnTo>
                <a:lnTo>
                  <a:pt x="445172" y="89419"/>
                </a:lnTo>
                <a:lnTo>
                  <a:pt x="445256" y="89768"/>
                </a:lnTo>
                <a:lnTo>
                  <a:pt x="445346" y="90112"/>
                </a:lnTo>
                <a:lnTo>
                  <a:pt x="445443" y="90450"/>
                </a:lnTo>
                <a:lnTo>
                  <a:pt x="445548" y="90783"/>
                </a:lnTo>
                <a:lnTo>
                  <a:pt x="445659" y="91110"/>
                </a:lnTo>
                <a:lnTo>
                  <a:pt x="445778" y="91432"/>
                </a:lnTo>
                <a:lnTo>
                  <a:pt x="445904" y="91749"/>
                </a:lnTo>
                <a:lnTo>
                  <a:pt x="446037" y="92059"/>
                </a:lnTo>
                <a:lnTo>
                  <a:pt x="446177" y="92365"/>
                </a:lnTo>
                <a:lnTo>
                  <a:pt x="446324" y="92665"/>
                </a:lnTo>
                <a:lnTo>
                  <a:pt x="446478" y="92959"/>
                </a:lnTo>
                <a:lnTo>
                  <a:pt x="446639" y="93248"/>
                </a:lnTo>
                <a:lnTo>
                  <a:pt x="446807" y="93532"/>
                </a:lnTo>
                <a:lnTo>
                  <a:pt x="446983" y="93810"/>
                </a:lnTo>
                <a:lnTo>
                  <a:pt x="447165" y="94083"/>
                </a:lnTo>
                <a:lnTo>
                  <a:pt x="447355" y="94350"/>
                </a:lnTo>
                <a:lnTo>
                  <a:pt x="447551" y="94612"/>
                </a:lnTo>
                <a:lnTo>
                  <a:pt x="447755" y="94868"/>
                </a:lnTo>
                <a:lnTo>
                  <a:pt x="447966" y="95119"/>
                </a:lnTo>
                <a:lnTo>
                  <a:pt x="448184" y="95364"/>
                </a:lnTo>
                <a:lnTo>
                  <a:pt x="448409" y="95604"/>
                </a:lnTo>
                <a:lnTo>
                  <a:pt x="448641" y="95838"/>
                </a:lnTo>
                <a:lnTo>
                  <a:pt x="448880" y="96067"/>
                </a:lnTo>
                <a:lnTo>
                  <a:pt x="449128" y="96289"/>
                </a:lnTo>
                <a:lnTo>
                  <a:pt x="449385" y="96501"/>
                </a:lnTo>
                <a:lnTo>
                  <a:pt x="449651" y="96704"/>
                </a:lnTo>
                <a:lnTo>
                  <a:pt x="449927" y="96899"/>
                </a:lnTo>
                <a:lnTo>
                  <a:pt x="450212" y="97083"/>
                </a:lnTo>
                <a:lnTo>
                  <a:pt x="450506" y="97259"/>
                </a:lnTo>
                <a:lnTo>
                  <a:pt x="450810" y="97425"/>
                </a:lnTo>
                <a:lnTo>
                  <a:pt x="451124" y="97583"/>
                </a:lnTo>
                <a:lnTo>
                  <a:pt x="451447" y="97731"/>
                </a:lnTo>
                <a:lnTo>
                  <a:pt x="451779" y="97870"/>
                </a:lnTo>
                <a:lnTo>
                  <a:pt x="452120" y="97999"/>
                </a:lnTo>
                <a:lnTo>
                  <a:pt x="452472" y="98120"/>
                </a:lnTo>
                <a:lnTo>
                  <a:pt x="452832" y="98231"/>
                </a:lnTo>
                <a:lnTo>
                  <a:pt x="453202" y="98333"/>
                </a:lnTo>
                <a:lnTo>
                  <a:pt x="453581" y="98426"/>
                </a:lnTo>
                <a:lnTo>
                  <a:pt x="453970" y="98510"/>
                </a:lnTo>
                <a:lnTo>
                  <a:pt x="454368" y="98584"/>
                </a:lnTo>
                <a:lnTo>
                  <a:pt x="454776" y="98650"/>
                </a:lnTo>
                <a:lnTo>
                  <a:pt x="455193" y="98706"/>
                </a:lnTo>
                <a:lnTo>
                  <a:pt x="455619" y="98753"/>
                </a:lnTo>
                <a:lnTo>
                  <a:pt x="456055" y="98791"/>
                </a:lnTo>
                <a:lnTo>
                  <a:pt x="456500" y="98819"/>
                </a:lnTo>
                <a:lnTo>
                  <a:pt x="456955" y="98838"/>
                </a:lnTo>
                <a:lnTo>
                  <a:pt x="457419" y="98849"/>
                </a:lnTo>
                <a:lnTo>
                  <a:pt x="457586" y="98848"/>
                </a:lnTo>
                <a:lnTo>
                  <a:pt x="457754" y="98847"/>
                </a:lnTo>
                <a:lnTo>
                  <a:pt x="457922" y="98845"/>
                </a:lnTo>
                <a:lnTo>
                  <a:pt x="458090" y="98842"/>
                </a:lnTo>
                <a:lnTo>
                  <a:pt x="458258" y="98838"/>
                </a:lnTo>
                <a:lnTo>
                  <a:pt x="458426" y="98834"/>
                </a:lnTo>
                <a:lnTo>
                  <a:pt x="458594" y="98829"/>
                </a:lnTo>
                <a:lnTo>
                  <a:pt x="458762" y="98823"/>
                </a:lnTo>
                <a:lnTo>
                  <a:pt x="458931" y="98816"/>
                </a:lnTo>
                <a:lnTo>
                  <a:pt x="459099" y="98808"/>
                </a:lnTo>
                <a:lnTo>
                  <a:pt x="459268" y="98799"/>
                </a:lnTo>
                <a:lnTo>
                  <a:pt x="459436" y="98790"/>
                </a:lnTo>
                <a:lnTo>
                  <a:pt x="459605" y="98780"/>
                </a:lnTo>
                <a:lnTo>
                  <a:pt x="459774" y="98769"/>
                </a:lnTo>
                <a:lnTo>
                  <a:pt x="459943" y="98757"/>
                </a:lnTo>
                <a:lnTo>
                  <a:pt x="460113" y="98744"/>
                </a:lnTo>
                <a:lnTo>
                  <a:pt x="460282" y="98731"/>
                </a:lnTo>
                <a:lnTo>
                  <a:pt x="460451" y="98717"/>
                </a:lnTo>
                <a:lnTo>
                  <a:pt x="460621" y="98702"/>
                </a:lnTo>
                <a:lnTo>
                  <a:pt x="460791" y="98686"/>
                </a:lnTo>
                <a:lnTo>
                  <a:pt x="460961" y="98669"/>
                </a:lnTo>
                <a:lnTo>
                  <a:pt x="461130" y="98652"/>
                </a:lnTo>
                <a:lnTo>
                  <a:pt x="461301" y="98633"/>
                </a:lnTo>
                <a:lnTo>
                  <a:pt x="461471" y="98614"/>
                </a:lnTo>
                <a:lnTo>
                  <a:pt x="461641" y="98594"/>
                </a:lnTo>
                <a:lnTo>
                  <a:pt x="461810" y="98573"/>
                </a:lnTo>
                <a:lnTo>
                  <a:pt x="461980" y="98551"/>
                </a:lnTo>
                <a:lnTo>
                  <a:pt x="462149" y="98528"/>
                </a:lnTo>
                <a:lnTo>
                  <a:pt x="462317" y="98503"/>
                </a:lnTo>
                <a:lnTo>
                  <a:pt x="462486" y="98478"/>
                </a:lnTo>
                <a:lnTo>
                  <a:pt x="462654" y="98452"/>
                </a:lnTo>
                <a:lnTo>
                  <a:pt x="462821" y="98424"/>
                </a:lnTo>
                <a:lnTo>
                  <a:pt x="462989" y="98396"/>
                </a:lnTo>
                <a:lnTo>
                  <a:pt x="463155" y="98367"/>
                </a:lnTo>
                <a:lnTo>
                  <a:pt x="463322" y="98336"/>
                </a:lnTo>
                <a:lnTo>
                  <a:pt x="463488" y="98304"/>
                </a:lnTo>
                <a:lnTo>
                  <a:pt x="463654" y="98272"/>
                </a:lnTo>
                <a:lnTo>
                  <a:pt x="463820" y="98238"/>
                </a:lnTo>
                <a:lnTo>
                  <a:pt x="463985" y="98204"/>
                </a:lnTo>
                <a:lnTo>
                  <a:pt x="464150" y="98168"/>
                </a:lnTo>
                <a:lnTo>
                  <a:pt x="464314" y="98131"/>
                </a:lnTo>
                <a:lnTo>
                  <a:pt x="464478" y="98093"/>
                </a:lnTo>
                <a:lnTo>
                  <a:pt x="464642" y="98054"/>
                </a:lnTo>
                <a:lnTo>
                  <a:pt x="464805" y="98014"/>
                </a:lnTo>
                <a:lnTo>
                  <a:pt x="464968" y="97973"/>
                </a:lnTo>
                <a:lnTo>
                  <a:pt x="465131" y="97931"/>
                </a:lnTo>
                <a:lnTo>
                  <a:pt x="465293" y="97888"/>
                </a:lnTo>
                <a:lnTo>
                  <a:pt x="465455" y="97844"/>
                </a:lnTo>
                <a:lnTo>
                  <a:pt x="465857" y="91080"/>
                </a:lnTo>
                <a:lnTo>
                  <a:pt x="465718" y="91097"/>
                </a:lnTo>
                <a:lnTo>
                  <a:pt x="465579" y="91114"/>
                </a:lnTo>
                <a:lnTo>
                  <a:pt x="465440" y="91130"/>
                </a:lnTo>
                <a:lnTo>
                  <a:pt x="465301" y="91147"/>
                </a:lnTo>
                <a:lnTo>
                  <a:pt x="465163" y="91164"/>
                </a:lnTo>
                <a:lnTo>
                  <a:pt x="465024" y="91180"/>
                </a:lnTo>
                <a:lnTo>
                  <a:pt x="464886" y="91197"/>
                </a:lnTo>
                <a:lnTo>
                  <a:pt x="464749" y="91214"/>
                </a:lnTo>
                <a:lnTo>
                  <a:pt x="464611" y="91231"/>
                </a:lnTo>
                <a:lnTo>
                  <a:pt x="464474" y="91247"/>
                </a:lnTo>
                <a:lnTo>
                  <a:pt x="464337" y="91264"/>
                </a:lnTo>
                <a:lnTo>
                  <a:pt x="464200" y="91281"/>
                </a:lnTo>
                <a:lnTo>
                  <a:pt x="464063" y="91298"/>
                </a:lnTo>
                <a:lnTo>
                  <a:pt x="463927" y="91314"/>
                </a:lnTo>
                <a:lnTo>
                  <a:pt x="463791" y="91331"/>
                </a:lnTo>
                <a:lnTo>
                  <a:pt x="463655" y="91348"/>
                </a:lnTo>
                <a:lnTo>
                  <a:pt x="463519" y="91365"/>
                </a:lnTo>
                <a:lnTo>
                  <a:pt x="463384" y="91381"/>
                </a:lnTo>
                <a:lnTo>
                  <a:pt x="463248" y="91398"/>
                </a:lnTo>
                <a:lnTo>
                  <a:pt x="463113" y="91415"/>
                </a:lnTo>
                <a:lnTo>
                  <a:pt x="462979" y="91432"/>
                </a:lnTo>
                <a:lnTo>
                  <a:pt x="462844" y="91448"/>
                </a:lnTo>
                <a:lnTo>
                  <a:pt x="462710" y="91465"/>
                </a:lnTo>
                <a:lnTo>
                  <a:pt x="462576" y="91482"/>
                </a:lnTo>
                <a:lnTo>
                  <a:pt x="462442" y="91498"/>
                </a:lnTo>
                <a:lnTo>
                  <a:pt x="462307" y="91514"/>
                </a:lnTo>
                <a:lnTo>
                  <a:pt x="462173" y="91529"/>
                </a:lnTo>
                <a:lnTo>
                  <a:pt x="462038" y="91543"/>
                </a:lnTo>
                <a:lnTo>
                  <a:pt x="461903" y="91557"/>
                </a:lnTo>
                <a:lnTo>
                  <a:pt x="461768" y="91570"/>
                </a:lnTo>
                <a:lnTo>
                  <a:pt x="461632" y="91582"/>
                </a:lnTo>
                <a:lnTo>
                  <a:pt x="461497" y="91593"/>
                </a:lnTo>
                <a:lnTo>
                  <a:pt x="461361" y="91604"/>
                </a:lnTo>
                <a:lnTo>
                  <a:pt x="461225" y="91614"/>
                </a:lnTo>
                <a:lnTo>
                  <a:pt x="461088" y="91624"/>
                </a:lnTo>
                <a:lnTo>
                  <a:pt x="460952" y="91633"/>
                </a:lnTo>
                <a:lnTo>
                  <a:pt x="460815" y="91641"/>
                </a:lnTo>
                <a:lnTo>
                  <a:pt x="460678" y="91648"/>
                </a:lnTo>
                <a:lnTo>
                  <a:pt x="460540" y="91655"/>
                </a:lnTo>
                <a:lnTo>
                  <a:pt x="460403" y="91660"/>
                </a:lnTo>
                <a:lnTo>
                  <a:pt x="460265" y="91666"/>
                </a:lnTo>
                <a:lnTo>
                  <a:pt x="460127" y="91670"/>
                </a:lnTo>
                <a:lnTo>
                  <a:pt x="459989" y="91674"/>
                </a:lnTo>
                <a:lnTo>
                  <a:pt x="459850" y="91677"/>
                </a:lnTo>
                <a:lnTo>
                  <a:pt x="459712" y="91680"/>
                </a:lnTo>
                <a:lnTo>
                  <a:pt x="459573" y="91681"/>
                </a:lnTo>
                <a:lnTo>
                  <a:pt x="459434" y="91682"/>
                </a:lnTo>
                <a:lnTo>
                  <a:pt x="459294" y="91683"/>
                </a:lnTo>
                <a:lnTo>
                  <a:pt x="459007" y="91674"/>
                </a:lnTo>
                <a:lnTo>
                  <a:pt x="458727" y="91660"/>
                </a:lnTo>
                <a:lnTo>
                  <a:pt x="458454" y="91640"/>
                </a:lnTo>
                <a:lnTo>
                  <a:pt x="458187" y="91615"/>
                </a:lnTo>
                <a:lnTo>
                  <a:pt x="457927" y="91584"/>
                </a:lnTo>
                <a:lnTo>
                  <a:pt x="457674" y="91547"/>
                </a:lnTo>
                <a:lnTo>
                  <a:pt x="457428" y="91504"/>
                </a:lnTo>
                <a:lnTo>
                  <a:pt x="457188" y="91456"/>
                </a:lnTo>
                <a:lnTo>
                  <a:pt x="456955" y="91402"/>
                </a:lnTo>
                <a:lnTo>
                  <a:pt x="456729" y="91342"/>
                </a:lnTo>
                <a:lnTo>
                  <a:pt x="456510" y="91277"/>
                </a:lnTo>
                <a:lnTo>
                  <a:pt x="456297" y="91206"/>
                </a:lnTo>
                <a:lnTo>
                  <a:pt x="456091" y="91129"/>
                </a:lnTo>
                <a:lnTo>
                  <a:pt x="455892" y="91046"/>
                </a:lnTo>
                <a:lnTo>
                  <a:pt x="455700" y="90958"/>
                </a:lnTo>
                <a:lnTo>
                  <a:pt x="455514" y="90864"/>
                </a:lnTo>
                <a:lnTo>
                  <a:pt x="455335" y="90765"/>
                </a:lnTo>
                <a:lnTo>
                  <a:pt x="455163" y="90659"/>
                </a:lnTo>
                <a:lnTo>
                  <a:pt x="454997" y="90548"/>
                </a:lnTo>
                <a:lnTo>
                  <a:pt x="454839" y="90432"/>
                </a:lnTo>
                <a:lnTo>
                  <a:pt x="454687" y="90309"/>
                </a:lnTo>
                <a:lnTo>
                  <a:pt x="454542" y="90181"/>
                </a:lnTo>
                <a:lnTo>
                  <a:pt x="454403" y="90048"/>
                </a:lnTo>
                <a:lnTo>
                  <a:pt x="454271" y="89908"/>
                </a:lnTo>
                <a:lnTo>
                  <a:pt x="454145" y="89764"/>
                </a:lnTo>
                <a:lnTo>
                  <a:pt x="454024" y="89617"/>
                </a:lnTo>
                <a:lnTo>
                  <a:pt x="453907" y="89466"/>
                </a:lnTo>
                <a:lnTo>
                  <a:pt x="453794" y="89312"/>
                </a:lnTo>
                <a:lnTo>
                  <a:pt x="453686" y="89155"/>
                </a:lnTo>
                <a:lnTo>
                  <a:pt x="453583" y="88995"/>
                </a:lnTo>
                <a:lnTo>
                  <a:pt x="453484" y="88831"/>
                </a:lnTo>
                <a:lnTo>
                  <a:pt x="453390" y="88664"/>
                </a:lnTo>
                <a:lnTo>
                  <a:pt x="453300" y="88494"/>
                </a:lnTo>
                <a:lnTo>
                  <a:pt x="453214" y="88320"/>
                </a:lnTo>
                <a:lnTo>
                  <a:pt x="453134" y="88144"/>
                </a:lnTo>
                <a:lnTo>
                  <a:pt x="453057" y="87964"/>
                </a:lnTo>
                <a:lnTo>
                  <a:pt x="452986" y="87781"/>
                </a:lnTo>
                <a:lnTo>
                  <a:pt x="452919" y="87594"/>
                </a:lnTo>
                <a:lnTo>
                  <a:pt x="452856" y="87404"/>
                </a:lnTo>
                <a:lnTo>
                  <a:pt x="452798" y="87212"/>
                </a:lnTo>
                <a:lnTo>
                  <a:pt x="452744" y="87015"/>
                </a:lnTo>
                <a:lnTo>
                  <a:pt x="452695" y="86816"/>
                </a:lnTo>
                <a:lnTo>
                  <a:pt x="452651" y="86613"/>
                </a:lnTo>
                <a:lnTo>
                  <a:pt x="452611" y="86407"/>
                </a:lnTo>
                <a:lnTo>
                  <a:pt x="452576" y="86198"/>
                </a:lnTo>
                <a:lnTo>
                  <a:pt x="452545" y="85985"/>
                </a:lnTo>
                <a:lnTo>
                  <a:pt x="452518" y="85770"/>
                </a:lnTo>
                <a:lnTo>
                  <a:pt x="452497" y="85551"/>
                </a:lnTo>
                <a:lnTo>
                  <a:pt x="452478" y="85330"/>
                </a:lnTo>
                <a:lnTo>
                  <a:pt x="452462" y="85107"/>
                </a:lnTo>
                <a:lnTo>
                  <a:pt x="452448" y="84884"/>
                </a:lnTo>
                <a:lnTo>
                  <a:pt x="452436" y="84660"/>
                </a:lnTo>
                <a:lnTo>
                  <a:pt x="452427" y="84435"/>
                </a:lnTo>
                <a:lnTo>
                  <a:pt x="452419" y="84208"/>
                </a:lnTo>
                <a:lnTo>
                  <a:pt x="452414" y="83981"/>
                </a:lnTo>
                <a:lnTo>
                  <a:pt x="452411" y="83752"/>
                </a:lnTo>
                <a:lnTo>
                  <a:pt x="452410" y="83523"/>
                </a:lnTo>
                <a:lnTo>
                  <a:pt x="452412" y="83292"/>
                </a:lnTo>
                <a:lnTo>
                  <a:pt x="452415" y="83061"/>
                </a:lnTo>
                <a:lnTo>
                  <a:pt x="452421" y="82828"/>
                </a:lnTo>
                <a:lnTo>
                  <a:pt x="452429" y="82594"/>
                </a:lnTo>
                <a:lnTo>
                  <a:pt x="452440" y="82360"/>
                </a:lnTo>
                <a:lnTo>
                  <a:pt x="452452" y="82124"/>
                </a:lnTo>
                <a:lnTo>
                  <a:pt x="452467" y="81887"/>
                </a:lnTo>
                <a:lnTo>
                  <a:pt x="452484" y="81649"/>
                </a:lnTo>
                <a:lnTo>
                  <a:pt x="452503" y="81410"/>
                </a:lnTo>
                <a:lnTo>
                  <a:pt x="452524" y="81170"/>
                </a:lnTo>
                <a:lnTo>
                  <a:pt x="452548" y="80929"/>
                </a:lnTo>
                <a:lnTo>
                  <a:pt x="452574" y="80687"/>
                </a:lnTo>
                <a:lnTo>
                  <a:pt x="452601" y="80444"/>
                </a:lnTo>
                <a:lnTo>
                  <a:pt x="452632" y="80200"/>
                </a:lnTo>
                <a:lnTo>
                  <a:pt x="452664" y="79955"/>
                </a:lnTo>
                <a:lnTo>
                  <a:pt x="460943" y="31610"/>
                </a:lnTo>
                <a:lnTo>
                  <a:pt x="475501" y="31610"/>
                </a:lnTo>
                <a:lnTo>
                  <a:pt x="476573" y="25047"/>
                </a:lnTo>
                <a:lnTo>
                  <a:pt x="462066" y="25047"/>
                </a:lnTo>
                <a:lnTo>
                  <a:pt x="465255" y="6429"/>
                </a:lnTo>
                <a:lnTo>
                  <a:pt x="457352" y="6429"/>
                </a:lnTo>
                <a:lnTo>
                  <a:pt x="454195" y="25047"/>
                </a:lnTo>
                <a:lnTo>
                  <a:pt x="441212" y="25047"/>
                </a:lnTo>
                <a:close/>
                <a:moveTo>
                  <a:pt x="306137" y="50145"/>
                </a:moveTo>
                <a:lnTo>
                  <a:pt x="306232" y="49797"/>
                </a:lnTo>
                <a:lnTo>
                  <a:pt x="306331" y="49451"/>
                </a:lnTo>
                <a:lnTo>
                  <a:pt x="306434" y="49107"/>
                </a:lnTo>
                <a:lnTo>
                  <a:pt x="306541" y="48765"/>
                </a:lnTo>
                <a:lnTo>
                  <a:pt x="306653" y="48426"/>
                </a:lnTo>
                <a:lnTo>
                  <a:pt x="306768" y="48089"/>
                </a:lnTo>
                <a:lnTo>
                  <a:pt x="306886" y="47754"/>
                </a:lnTo>
                <a:lnTo>
                  <a:pt x="307009" y="47421"/>
                </a:lnTo>
                <a:lnTo>
                  <a:pt x="307136" y="47090"/>
                </a:lnTo>
                <a:lnTo>
                  <a:pt x="307267" y="46762"/>
                </a:lnTo>
                <a:lnTo>
                  <a:pt x="307402" y="46436"/>
                </a:lnTo>
                <a:lnTo>
                  <a:pt x="307540" y="46112"/>
                </a:lnTo>
                <a:lnTo>
                  <a:pt x="307683" y="45790"/>
                </a:lnTo>
                <a:lnTo>
                  <a:pt x="307830" y="45470"/>
                </a:lnTo>
                <a:lnTo>
                  <a:pt x="307980" y="45153"/>
                </a:lnTo>
                <a:lnTo>
                  <a:pt x="308135" y="44838"/>
                </a:lnTo>
                <a:lnTo>
                  <a:pt x="308293" y="44525"/>
                </a:lnTo>
                <a:lnTo>
                  <a:pt x="308456" y="44214"/>
                </a:lnTo>
                <a:lnTo>
                  <a:pt x="308622" y="43906"/>
                </a:lnTo>
                <a:lnTo>
                  <a:pt x="308792" y="43599"/>
                </a:lnTo>
                <a:lnTo>
                  <a:pt x="308967" y="43295"/>
                </a:lnTo>
                <a:lnTo>
                  <a:pt x="309145" y="42993"/>
                </a:lnTo>
                <a:lnTo>
                  <a:pt x="309327" y="42694"/>
                </a:lnTo>
                <a:lnTo>
                  <a:pt x="309513" y="42397"/>
                </a:lnTo>
                <a:lnTo>
                  <a:pt x="309702" y="42103"/>
                </a:lnTo>
                <a:lnTo>
                  <a:pt x="309894" y="41812"/>
                </a:lnTo>
                <a:lnTo>
                  <a:pt x="310090" y="41524"/>
                </a:lnTo>
                <a:lnTo>
                  <a:pt x="310289" y="41239"/>
                </a:lnTo>
                <a:lnTo>
                  <a:pt x="310491" y="40957"/>
                </a:lnTo>
                <a:lnTo>
                  <a:pt x="310696" y="40678"/>
                </a:lnTo>
                <a:lnTo>
                  <a:pt x="310905" y="40402"/>
                </a:lnTo>
                <a:lnTo>
                  <a:pt x="311117" y="40129"/>
                </a:lnTo>
                <a:lnTo>
                  <a:pt x="311332" y="39859"/>
                </a:lnTo>
                <a:lnTo>
                  <a:pt x="311550" y="39592"/>
                </a:lnTo>
                <a:lnTo>
                  <a:pt x="311772" y="39328"/>
                </a:lnTo>
                <a:lnTo>
                  <a:pt x="311996" y="39068"/>
                </a:lnTo>
                <a:lnTo>
                  <a:pt x="312225" y="38810"/>
                </a:lnTo>
                <a:lnTo>
                  <a:pt x="312456" y="38555"/>
                </a:lnTo>
                <a:lnTo>
                  <a:pt x="312691" y="38303"/>
                </a:lnTo>
                <a:lnTo>
                  <a:pt x="312928" y="38055"/>
                </a:lnTo>
                <a:lnTo>
                  <a:pt x="313170" y="37809"/>
                </a:lnTo>
                <a:lnTo>
                  <a:pt x="313414" y="37566"/>
                </a:lnTo>
                <a:lnTo>
                  <a:pt x="313662" y="37327"/>
                </a:lnTo>
                <a:lnTo>
                  <a:pt x="313913" y="37090"/>
                </a:lnTo>
                <a:lnTo>
                  <a:pt x="314167" y="36857"/>
                </a:lnTo>
                <a:lnTo>
                  <a:pt x="314424" y="36626"/>
                </a:lnTo>
                <a:lnTo>
                  <a:pt x="314685" y="36399"/>
                </a:lnTo>
                <a:lnTo>
                  <a:pt x="314948" y="36175"/>
                </a:lnTo>
                <a:lnTo>
                  <a:pt x="315215" y="35955"/>
                </a:lnTo>
                <a:lnTo>
                  <a:pt x="315484" y="35739"/>
                </a:lnTo>
                <a:lnTo>
                  <a:pt x="315755" y="35528"/>
                </a:lnTo>
                <a:lnTo>
                  <a:pt x="316030" y="35321"/>
                </a:lnTo>
                <a:lnTo>
                  <a:pt x="316307" y="35118"/>
                </a:lnTo>
                <a:lnTo>
                  <a:pt x="316586" y="34919"/>
                </a:lnTo>
                <a:lnTo>
                  <a:pt x="316869" y="34724"/>
                </a:lnTo>
                <a:lnTo>
                  <a:pt x="317154" y="34534"/>
                </a:lnTo>
                <a:lnTo>
                  <a:pt x="317442" y="34348"/>
                </a:lnTo>
                <a:lnTo>
                  <a:pt x="317732" y="34165"/>
                </a:lnTo>
                <a:lnTo>
                  <a:pt x="318025" y="33988"/>
                </a:lnTo>
                <a:lnTo>
                  <a:pt x="318321" y="33814"/>
                </a:lnTo>
                <a:lnTo>
                  <a:pt x="318619" y="33644"/>
                </a:lnTo>
                <a:lnTo>
                  <a:pt x="318920" y="33479"/>
                </a:lnTo>
                <a:lnTo>
                  <a:pt x="319224" y="33318"/>
                </a:lnTo>
                <a:lnTo>
                  <a:pt x="319530" y="33161"/>
                </a:lnTo>
                <a:lnTo>
                  <a:pt x="319839" y="33008"/>
                </a:lnTo>
                <a:lnTo>
                  <a:pt x="320151" y="32860"/>
                </a:lnTo>
                <a:lnTo>
                  <a:pt x="320466" y="32715"/>
                </a:lnTo>
                <a:lnTo>
                  <a:pt x="320783" y="32575"/>
                </a:lnTo>
                <a:lnTo>
                  <a:pt x="321103" y="32439"/>
                </a:lnTo>
                <a:lnTo>
                  <a:pt x="321425" y="32307"/>
                </a:lnTo>
                <a:lnTo>
                  <a:pt x="321750" y="32179"/>
                </a:lnTo>
                <a:lnTo>
                  <a:pt x="322078" y="32056"/>
                </a:lnTo>
                <a:lnTo>
                  <a:pt x="322407" y="31939"/>
                </a:lnTo>
                <a:lnTo>
                  <a:pt x="322738" y="31826"/>
                </a:lnTo>
                <a:lnTo>
                  <a:pt x="323070" y="31719"/>
                </a:lnTo>
                <a:lnTo>
                  <a:pt x="323404" y="31617"/>
                </a:lnTo>
                <a:lnTo>
                  <a:pt x="323740" y="31520"/>
                </a:lnTo>
                <a:lnTo>
                  <a:pt x="324078" y="31429"/>
                </a:lnTo>
                <a:lnTo>
                  <a:pt x="324418" y="31342"/>
                </a:lnTo>
                <a:lnTo>
                  <a:pt x="324759" y="31261"/>
                </a:lnTo>
                <a:lnTo>
                  <a:pt x="325102" y="31185"/>
                </a:lnTo>
                <a:lnTo>
                  <a:pt x="325447" y="31115"/>
                </a:lnTo>
                <a:lnTo>
                  <a:pt x="325794" y="31049"/>
                </a:lnTo>
                <a:lnTo>
                  <a:pt x="326142" y="30989"/>
                </a:lnTo>
                <a:lnTo>
                  <a:pt x="326492" y="30934"/>
                </a:lnTo>
                <a:lnTo>
                  <a:pt x="326844" y="30884"/>
                </a:lnTo>
                <a:lnTo>
                  <a:pt x="327197" y="30840"/>
                </a:lnTo>
                <a:lnTo>
                  <a:pt x="327552" y="30801"/>
                </a:lnTo>
                <a:lnTo>
                  <a:pt x="327909" y="30767"/>
                </a:lnTo>
                <a:lnTo>
                  <a:pt x="328268" y="30738"/>
                </a:lnTo>
                <a:lnTo>
                  <a:pt x="328629" y="30714"/>
                </a:lnTo>
                <a:lnTo>
                  <a:pt x="328991" y="30696"/>
                </a:lnTo>
                <a:lnTo>
                  <a:pt x="329355" y="30683"/>
                </a:lnTo>
                <a:lnTo>
                  <a:pt x="329721" y="30675"/>
                </a:lnTo>
                <a:lnTo>
                  <a:pt x="330088" y="30673"/>
                </a:lnTo>
                <a:lnTo>
                  <a:pt x="330591" y="30672"/>
                </a:lnTo>
                <a:lnTo>
                  <a:pt x="331084" y="30680"/>
                </a:lnTo>
                <a:lnTo>
                  <a:pt x="331566" y="30698"/>
                </a:lnTo>
                <a:lnTo>
                  <a:pt x="332039" y="30726"/>
                </a:lnTo>
                <a:lnTo>
                  <a:pt x="332501" y="30762"/>
                </a:lnTo>
                <a:lnTo>
                  <a:pt x="332953" y="30809"/>
                </a:lnTo>
                <a:lnTo>
                  <a:pt x="333395" y="30864"/>
                </a:lnTo>
                <a:lnTo>
                  <a:pt x="333827" y="30929"/>
                </a:lnTo>
                <a:lnTo>
                  <a:pt x="334249" y="31004"/>
                </a:lnTo>
                <a:lnTo>
                  <a:pt x="334661" y="31088"/>
                </a:lnTo>
                <a:lnTo>
                  <a:pt x="335063" y="31181"/>
                </a:lnTo>
                <a:lnTo>
                  <a:pt x="335454" y="31284"/>
                </a:lnTo>
                <a:lnTo>
                  <a:pt x="335835" y="31396"/>
                </a:lnTo>
                <a:lnTo>
                  <a:pt x="336207" y="31517"/>
                </a:lnTo>
                <a:lnTo>
                  <a:pt x="336568" y="31648"/>
                </a:lnTo>
                <a:lnTo>
                  <a:pt x="336919" y="31789"/>
                </a:lnTo>
                <a:lnTo>
                  <a:pt x="337260" y="31939"/>
                </a:lnTo>
                <a:lnTo>
                  <a:pt x="337591" y="32098"/>
                </a:lnTo>
                <a:lnTo>
                  <a:pt x="337912" y="32266"/>
                </a:lnTo>
                <a:lnTo>
                  <a:pt x="338222" y="32444"/>
                </a:lnTo>
                <a:lnTo>
                  <a:pt x="338523" y="32632"/>
                </a:lnTo>
                <a:lnTo>
                  <a:pt x="338813" y="32829"/>
                </a:lnTo>
                <a:lnTo>
                  <a:pt x="339093" y="33035"/>
                </a:lnTo>
                <a:lnTo>
                  <a:pt x="339363" y="33251"/>
                </a:lnTo>
                <a:lnTo>
                  <a:pt x="339625" y="33474"/>
                </a:lnTo>
                <a:lnTo>
                  <a:pt x="339878" y="33704"/>
                </a:lnTo>
                <a:lnTo>
                  <a:pt x="340123" y="33940"/>
                </a:lnTo>
                <a:lnTo>
                  <a:pt x="340360" y="34183"/>
                </a:lnTo>
                <a:lnTo>
                  <a:pt x="340589" y="34432"/>
                </a:lnTo>
                <a:lnTo>
                  <a:pt x="340810" y="34687"/>
                </a:lnTo>
                <a:lnTo>
                  <a:pt x="341023" y="34948"/>
                </a:lnTo>
                <a:lnTo>
                  <a:pt x="341227" y="35215"/>
                </a:lnTo>
                <a:lnTo>
                  <a:pt x="341424" y="35489"/>
                </a:lnTo>
                <a:lnTo>
                  <a:pt x="341613" y="35769"/>
                </a:lnTo>
                <a:lnTo>
                  <a:pt x="341794" y="36056"/>
                </a:lnTo>
                <a:lnTo>
                  <a:pt x="341967" y="36348"/>
                </a:lnTo>
                <a:lnTo>
                  <a:pt x="342132" y="36647"/>
                </a:lnTo>
                <a:lnTo>
                  <a:pt x="342289" y="36952"/>
                </a:lnTo>
                <a:lnTo>
                  <a:pt x="342437" y="37264"/>
                </a:lnTo>
                <a:lnTo>
                  <a:pt x="342578" y="37582"/>
                </a:lnTo>
                <a:lnTo>
                  <a:pt x="342711" y="37906"/>
                </a:lnTo>
                <a:lnTo>
                  <a:pt x="342835" y="38236"/>
                </a:lnTo>
                <a:lnTo>
                  <a:pt x="342952" y="38573"/>
                </a:lnTo>
                <a:lnTo>
                  <a:pt x="343061" y="38916"/>
                </a:lnTo>
                <a:lnTo>
                  <a:pt x="343161" y="39265"/>
                </a:lnTo>
                <a:lnTo>
                  <a:pt x="343254" y="39620"/>
                </a:lnTo>
                <a:lnTo>
                  <a:pt x="343339" y="39982"/>
                </a:lnTo>
                <a:lnTo>
                  <a:pt x="343415" y="40350"/>
                </a:lnTo>
                <a:lnTo>
                  <a:pt x="343485" y="40722"/>
                </a:lnTo>
                <a:lnTo>
                  <a:pt x="343549" y="41098"/>
                </a:lnTo>
                <a:lnTo>
                  <a:pt x="343607" y="41477"/>
                </a:lnTo>
                <a:lnTo>
                  <a:pt x="343659" y="41859"/>
                </a:lnTo>
                <a:lnTo>
                  <a:pt x="343705" y="42245"/>
                </a:lnTo>
                <a:lnTo>
                  <a:pt x="343746" y="42633"/>
                </a:lnTo>
                <a:lnTo>
                  <a:pt x="343781" y="43025"/>
                </a:lnTo>
                <a:lnTo>
                  <a:pt x="343810" y="43419"/>
                </a:lnTo>
                <a:lnTo>
                  <a:pt x="343833" y="43817"/>
                </a:lnTo>
                <a:lnTo>
                  <a:pt x="343850" y="44218"/>
                </a:lnTo>
                <a:lnTo>
                  <a:pt x="343862" y="44622"/>
                </a:lnTo>
                <a:lnTo>
                  <a:pt x="343867" y="45029"/>
                </a:lnTo>
                <a:lnTo>
                  <a:pt x="343867" y="45440"/>
                </a:lnTo>
                <a:lnTo>
                  <a:pt x="343861" y="45853"/>
                </a:lnTo>
                <a:lnTo>
                  <a:pt x="343849" y="46270"/>
                </a:lnTo>
                <a:lnTo>
                  <a:pt x="343832" y="46690"/>
                </a:lnTo>
                <a:lnTo>
                  <a:pt x="343809" y="47113"/>
                </a:lnTo>
                <a:lnTo>
                  <a:pt x="343779" y="47539"/>
                </a:lnTo>
                <a:lnTo>
                  <a:pt x="343744" y="47968"/>
                </a:lnTo>
                <a:lnTo>
                  <a:pt x="343704" y="48400"/>
                </a:lnTo>
                <a:lnTo>
                  <a:pt x="343657" y="48836"/>
                </a:lnTo>
                <a:lnTo>
                  <a:pt x="343604" y="49274"/>
                </a:lnTo>
                <a:lnTo>
                  <a:pt x="343546" y="49716"/>
                </a:lnTo>
                <a:lnTo>
                  <a:pt x="343482" y="50161"/>
                </a:lnTo>
                <a:lnTo>
                  <a:pt x="335446" y="97509"/>
                </a:lnTo>
                <a:lnTo>
                  <a:pt x="343348" y="97509"/>
                </a:lnTo>
                <a:lnTo>
                  <a:pt x="351385" y="50228"/>
                </a:lnTo>
                <a:lnTo>
                  <a:pt x="351444" y="49777"/>
                </a:lnTo>
                <a:lnTo>
                  <a:pt x="351498" y="49328"/>
                </a:lnTo>
                <a:lnTo>
                  <a:pt x="351547" y="48882"/>
                </a:lnTo>
                <a:lnTo>
                  <a:pt x="351591" y="48437"/>
                </a:lnTo>
                <a:lnTo>
                  <a:pt x="351631" y="47995"/>
                </a:lnTo>
                <a:lnTo>
                  <a:pt x="351665" y="47555"/>
                </a:lnTo>
                <a:lnTo>
                  <a:pt x="351695" y="47118"/>
                </a:lnTo>
                <a:lnTo>
                  <a:pt x="351720" y="46682"/>
                </a:lnTo>
                <a:lnTo>
                  <a:pt x="351739" y="46249"/>
                </a:lnTo>
                <a:lnTo>
                  <a:pt x="351754" y="45818"/>
                </a:lnTo>
                <a:lnTo>
                  <a:pt x="351765" y="45389"/>
                </a:lnTo>
                <a:lnTo>
                  <a:pt x="351770" y="44962"/>
                </a:lnTo>
                <a:lnTo>
                  <a:pt x="351770" y="44538"/>
                </a:lnTo>
                <a:lnTo>
                  <a:pt x="351766" y="44116"/>
                </a:lnTo>
                <a:lnTo>
                  <a:pt x="351756" y="43696"/>
                </a:lnTo>
                <a:lnTo>
                  <a:pt x="351742" y="43278"/>
                </a:lnTo>
                <a:lnTo>
                  <a:pt x="351723" y="42862"/>
                </a:lnTo>
                <a:lnTo>
                  <a:pt x="351699" y="42449"/>
                </a:lnTo>
                <a:lnTo>
                  <a:pt x="351670" y="42038"/>
                </a:lnTo>
                <a:lnTo>
                  <a:pt x="351636" y="41629"/>
                </a:lnTo>
                <a:lnTo>
                  <a:pt x="351597" y="41222"/>
                </a:lnTo>
                <a:lnTo>
                  <a:pt x="351554" y="40817"/>
                </a:lnTo>
                <a:lnTo>
                  <a:pt x="351505" y="40415"/>
                </a:lnTo>
                <a:lnTo>
                  <a:pt x="351452" y="40015"/>
                </a:lnTo>
                <a:lnTo>
                  <a:pt x="351393" y="39618"/>
                </a:lnTo>
                <a:lnTo>
                  <a:pt x="351329" y="39225"/>
                </a:lnTo>
                <a:lnTo>
                  <a:pt x="351260" y="38836"/>
                </a:lnTo>
                <a:lnTo>
                  <a:pt x="351185" y="38450"/>
                </a:lnTo>
                <a:lnTo>
                  <a:pt x="351104" y="38069"/>
                </a:lnTo>
                <a:lnTo>
                  <a:pt x="351018" y="37692"/>
                </a:lnTo>
                <a:lnTo>
                  <a:pt x="350927" y="37319"/>
                </a:lnTo>
                <a:lnTo>
                  <a:pt x="350830" y="36949"/>
                </a:lnTo>
                <a:lnTo>
                  <a:pt x="350728" y="36584"/>
                </a:lnTo>
                <a:lnTo>
                  <a:pt x="350620" y="36222"/>
                </a:lnTo>
                <a:lnTo>
                  <a:pt x="350507" y="35865"/>
                </a:lnTo>
                <a:lnTo>
                  <a:pt x="350389" y="35511"/>
                </a:lnTo>
                <a:lnTo>
                  <a:pt x="350264" y="35162"/>
                </a:lnTo>
                <a:lnTo>
                  <a:pt x="350135" y="34816"/>
                </a:lnTo>
                <a:lnTo>
                  <a:pt x="350000" y="34474"/>
                </a:lnTo>
                <a:lnTo>
                  <a:pt x="349859" y="34136"/>
                </a:lnTo>
                <a:lnTo>
                  <a:pt x="349713" y="33803"/>
                </a:lnTo>
                <a:lnTo>
                  <a:pt x="349562" y="33473"/>
                </a:lnTo>
                <a:lnTo>
                  <a:pt x="349405" y="33147"/>
                </a:lnTo>
                <a:lnTo>
                  <a:pt x="349243" y="32825"/>
                </a:lnTo>
                <a:lnTo>
                  <a:pt x="349075" y="32507"/>
                </a:lnTo>
                <a:lnTo>
                  <a:pt x="348901" y="32193"/>
                </a:lnTo>
                <a:lnTo>
                  <a:pt x="348723" y="31883"/>
                </a:lnTo>
                <a:lnTo>
                  <a:pt x="348538" y="31577"/>
                </a:lnTo>
                <a:lnTo>
                  <a:pt x="348348" y="31275"/>
                </a:lnTo>
                <a:lnTo>
                  <a:pt x="348152" y="30979"/>
                </a:lnTo>
                <a:lnTo>
                  <a:pt x="347950" y="30688"/>
                </a:lnTo>
                <a:lnTo>
                  <a:pt x="347741" y="30403"/>
                </a:lnTo>
                <a:lnTo>
                  <a:pt x="347527" y="30123"/>
                </a:lnTo>
                <a:lnTo>
                  <a:pt x="347306" y="29848"/>
                </a:lnTo>
                <a:lnTo>
                  <a:pt x="347079" y="29579"/>
                </a:lnTo>
                <a:lnTo>
                  <a:pt x="346846" y="29315"/>
                </a:lnTo>
                <a:lnTo>
                  <a:pt x="346606" y="29056"/>
                </a:lnTo>
                <a:lnTo>
                  <a:pt x="346361" y="28802"/>
                </a:lnTo>
                <a:lnTo>
                  <a:pt x="346109" y="28554"/>
                </a:lnTo>
                <a:lnTo>
                  <a:pt x="345851" y="28312"/>
                </a:lnTo>
                <a:lnTo>
                  <a:pt x="345587" y="28075"/>
                </a:lnTo>
                <a:lnTo>
                  <a:pt x="345317" y="27843"/>
                </a:lnTo>
                <a:lnTo>
                  <a:pt x="345041" y="27616"/>
                </a:lnTo>
                <a:lnTo>
                  <a:pt x="344758" y="27395"/>
                </a:lnTo>
                <a:lnTo>
                  <a:pt x="344470" y="27179"/>
                </a:lnTo>
                <a:lnTo>
                  <a:pt x="344175" y="26968"/>
                </a:lnTo>
                <a:lnTo>
                  <a:pt x="343874" y="26763"/>
                </a:lnTo>
                <a:lnTo>
                  <a:pt x="343567" y="26563"/>
                </a:lnTo>
                <a:lnTo>
                  <a:pt x="343254" y="26369"/>
                </a:lnTo>
                <a:lnTo>
                  <a:pt x="342934" y="26179"/>
                </a:lnTo>
                <a:lnTo>
                  <a:pt x="342608" y="25996"/>
                </a:lnTo>
                <a:lnTo>
                  <a:pt x="342277" y="25817"/>
                </a:lnTo>
                <a:lnTo>
                  <a:pt x="341938" y="25645"/>
                </a:lnTo>
                <a:lnTo>
                  <a:pt x="341593" y="25480"/>
                </a:lnTo>
                <a:lnTo>
                  <a:pt x="341241" y="25322"/>
                </a:lnTo>
                <a:lnTo>
                  <a:pt x="340881" y="25171"/>
                </a:lnTo>
                <a:lnTo>
                  <a:pt x="340515" y="25027"/>
                </a:lnTo>
                <a:lnTo>
                  <a:pt x="340142" y="24890"/>
                </a:lnTo>
                <a:lnTo>
                  <a:pt x="339762" y="24760"/>
                </a:lnTo>
                <a:lnTo>
                  <a:pt x="339375" y="24638"/>
                </a:lnTo>
                <a:lnTo>
                  <a:pt x="338980" y="24522"/>
                </a:lnTo>
                <a:lnTo>
                  <a:pt x="338579" y="24414"/>
                </a:lnTo>
                <a:lnTo>
                  <a:pt x="338171" y="24312"/>
                </a:lnTo>
                <a:lnTo>
                  <a:pt x="337756" y="24218"/>
                </a:lnTo>
                <a:lnTo>
                  <a:pt x="337334" y="24131"/>
                </a:lnTo>
                <a:lnTo>
                  <a:pt x="336905" y="24051"/>
                </a:lnTo>
                <a:lnTo>
                  <a:pt x="336469" y="23978"/>
                </a:lnTo>
                <a:lnTo>
                  <a:pt x="336026" y="23912"/>
                </a:lnTo>
                <a:lnTo>
                  <a:pt x="335576" y="23853"/>
                </a:lnTo>
                <a:lnTo>
                  <a:pt x="335119" y="23802"/>
                </a:lnTo>
                <a:lnTo>
                  <a:pt x="334655" y="23757"/>
                </a:lnTo>
                <a:lnTo>
                  <a:pt x="334184" y="23720"/>
                </a:lnTo>
                <a:lnTo>
                  <a:pt x="333707" y="23689"/>
                </a:lnTo>
                <a:lnTo>
                  <a:pt x="333222" y="23666"/>
                </a:lnTo>
                <a:lnTo>
                  <a:pt x="332730" y="23650"/>
                </a:lnTo>
                <a:lnTo>
                  <a:pt x="332231" y="23641"/>
                </a:lnTo>
                <a:lnTo>
                  <a:pt x="331730" y="23644"/>
                </a:lnTo>
                <a:lnTo>
                  <a:pt x="331232" y="23655"/>
                </a:lnTo>
                <a:lnTo>
                  <a:pt x="330737" y="23673"/>
                </a:lnTo>
                <a:lnTo>
                  <a:pt x="330245" y="23698"/>
                </a:lnTo>
                <a:lnTo>
                  <a:pt x="329756" y="23731"/>
                </a:lnTo>
                <a:lnTo>
                  <a:pt x="329270" y="23770"/>
                </a:lnTo>
                <a:lnTo>
                  <a:pt x="328786" y="23817"/>
                </a:lnTo>
                <a:lnTo>
                  <a:pt x="328306" y="23871"/>
                </a:lnTo>
                <a:lnTo>
                  <a:pt x="327828" y="23933"/>
                </a:lnTo>
                <a:lnTo>
                  <a:pt x="327354" y="24001"/>
                </a:lnTo>
                <a:lnTo>
                  <a:pt x="326882" y="24077"/>
                </a:lnTo>
                <a:lnTo>
                  <a:pt x="326413" y="24160"/>
                </a:lnTo>
                <a:lnTo>
                  <a:pt x="325947" y="24250"/>
                </a:lnTo>
                <a:lnTo>
                  <a:pt x="325484" y="24347"/>
                </a:lnTo>
                <a:lnTo>
                  <a:pt x="325024" y="24452"/>
                </a:lnTo>
                <a:lnTo>
                  <a:pt x="324567" y="24563"/>
                </a:lnTo>
                <a:lnTo>
                  <a:pt x="324112" y="24682"/>
                </a:lnTo>
                <a:lnTo>
                  <a:pt x="323661" y="24808"/>
                </a:lnTo>
                <a:lnTo>
                  <a:pt x="323212" y="24942"/>
                </a:lnTo>
                <a:lnTo>
                  <a:pt x="322767" y="25082"/>
                </a:lnTo>
                <a:lnTo>
                  <a:pt x="322324" y="25230"/>
                </a:lnTo>
                <a:lnTo>
                  <a:pt x="321884" y="25385"/>
                </a:lnTo>
                <a:lnTo>
                  <a:pt x="321448" y="25547"/>
                </a:lnTo>
                <a:lnTo>
                  <a:pt x="321014" y="25717"/>
                </a:lnTo>
                <a:lnTo>
                  <a:pt x="320583" y="25893"/>
                </a:lnTo>
                <a:lnTo>
                  <a:pt x="320156" y="26074"/>
                </a:lnTo>
                <a:lnTo>
                  <a:pt x="319732" y="26261"/>
                </a:lnTo>
                <a:lnTo>
                  <a:pt x="319312" y="26453"/>
                </a:lnTo>
                <a:lnTo>
                  <a:pt x="318896" y="26652"/>
                </a:lnTo>
                <a:lnTo>
                  <a:pt x="318483" y="26855"/>
                </a:lnTo>
                <a:lnTo>
                  <a:pt x="318074" y="27064"/>
                </a:lnTo>
                <a:lnTo>
                  <a:pt x="317669" y="27279"/>
                </a:lnTo>
                <a:lnTo>
                  <a:pt x="317267" y="27500"/>
                </a:lnTo>
                <a:lnTo>
                  <a:pt x="316869" y="27726"/>
                </a:lnTo>
                <a:lnTo>
                  <a:pt x="316474" y="27957"/>
                </a:lnTo>
                <a:lnTo>
                  <a:pt x="316083" y="28195"/>
                </a:lnTo>
                <a:lnTo>
                  <a:pt x="315695" y="28437"/>
                </a:lnTo>
                <a:lnTo>
                  <a:pt x="315312" y="28686"/>
                </a:lnTo>
                <a:lnTo>
                  <a:pt x="314931" y="28940"/>
                </a:lnTo>
                <a:lnTo>
                  <a:pt x="314555" y="29199"/>
                </a:lnTo>
                <a:lnTo>
                  <a:pt x="314182" y="29464"/>
                </a:lnTo>
                <a:lnTo>
                  <a:pt x="313812" y="29735"/>
                </a:lnTo>
                <a:lnTo>
                  <a:pt x="313446" y="30011"/>
                </a:lnTo>
                <a:lnTo>
                  <a:pt x="313084" y="30293"/>
                </a:lnTo>
                <a:lnTo>
                  <a:pt x="312725" y="30580"/>
                </a:lnTo>
                <a:lnTo>
                  <a:pt x="312370" y="30873"/>
                </a:lnTo>
                <a:lnTo>
                  <a:pt x="312019" y="31172"/>
                </a:lnTo>
                <a:lnTo>
                  <a:pt x="311671" y="31476"/>
                </a:lnTo>
                <a:lnTo>
                  <a:pt x="311327" y="31785"/>
                </a:lnTo>
                <a:lnTo>
                  <a:pt x="310988" y="32099"/>
                </a:lnTo>
                <a:lnTo>
                  <a:pt x="310654" y="32416"/>
                </a:lnTo>
                <a:lnTo>
                  <a:pt x="310324" y="32738"/>
                </a:lnTo>
                <a:lnTo>
                  <a:pt x="309999" y="33065"/>
                </a:lnTo>
                <a:lnTo>
                  <a:pt x="309679" y="33395"/>
                </a:lnTo>
                <a:lnTo>
                  <a:pt x="309363" y="33730"/>
                </a:lnTo>
                <a:lnTo>
                  <a:pt x="309052" y="34069"/>
                </a:lnTo>
                <a:lnTo>
                  <a:pt x="308745" y="34413"/>
                </a:lnTo>
                <a:lnTo>
                  <a:pt x="308444" y="34761"/>
                </a:lnTo>
                <a:lnTo>
                  <a:pt x="308146" y="35113"/>
                </a:lnTo>
                <a:lnTo>
                  <a:pt x="307854" y="35469"/>
                </a:lnTo>
                <a:lnTo>
                  <a:pt x="307566" y="35830"/>
                </a:lnTo>
                <a:lnTo>
                  <a:pt x="307283" y="36195"/>
                </a:lnTo>
                <a:lnTo>
                  <a:pt x="307004" y="36564"/>
                </a:lnTo>
                <a:lnTo>
                  <a:pt x="306730" y="36938"/>
                </a:lnTo>
                <a:lnTo>
                  <a:pt x="306461" y="37316"/>
                </a:lnTo>
                <a:lnTo>
                  <a:pt x="306196" y="37698"/>
                </a:lnTo>
                <a:lnTo>
                  <a:pt x="305936" y="38085"/>
                </a:lnTo>
                <a:lnTo>
                  <a:pt x="305817" y="38268"/>
                </a:lnTo>
                <a:lnTo>
                  <a:pt x="305812" y="38241"/>
                </a:lnTo>
                <a:lnTo>
                  <a:pt x="305734" y="37869"/>
                </a:lnTo>
                <a:lnTo>
                  <a:pt x="305651" y="37501"/>
                </a:lnTo>
                <a:lnTo>
                  <a:pt x="305562" y="37137"/>
                </a:lnTo>
                <a:lnTo>
                  <a:pt x="305468" y="36777"/>
                </a:lnTo>
                <a:lnTo>
                  <a:pt x="305368" y="36421"/>
                </a:lnTo>
                <a:lnTo>
                  <a:pt x="305263" y="36068"/>
                </a:lnTo>
                <a:lnTo>
                  <a:pt x="305153" y="35720"/>
                </a:lnTo>
                <a:lnTo>
                  <a:pt x="305037" y="35375"/>
                </a:lnTo>
                <a:lnTo>
                  <a:pt x="304915" y="35034"/>
                </a:lnTo>
                <a:lnTo>
                  <a:pt x="304789" y="34697"/>
                </a:lnTo>
                <a:lnTo>
                  <a:pt x="304656" y="34364"/>
                </a:lnTo>
                <a:lnTo>
                  <a:pt x="304518" y="34034"/>
                </a:lnTo>
                <a:lnTo>
                  <a:pt x="304375" y="33709"/>
                </a:lnTo>
                <a:lnTo>
                  <a:pt x="304226" y="33387"/>
                </a:lnTo>
                <a:lnTo>
                  <a:pt x="304072" y="33069"/>
                </a:lnTo>
                <a:lnTo>
                  <a:pt x="303912" y="32755"/>
                </a:lnTo>
                <a:lnTo>
                  <a:pt x="303747" y="32444"/>
                </a:lnTo>
                <a:lnTo>
                  <a:pt x="303577" y="32138"/>
                </a:lnTo>
                <a:lnTo>
                  <a:pt x="303400" y="31835"/>
                </a:lnTo>
                <a:lnTo>
                  <a:pt x="303219" y="31537"/>
                </a:lnTo>
                <a:lnTo>
                  <a:pt x="303032" y="31242"/>
                </a:lnTo>
                <a:lnTo>
                  <a:pt x="302839" y="30951"/>
                </a:lnTo>
                <a:lnTo>
                  <a:pt x="302641" y="30666"/>
                </a:lnTo>
                <a:lnTo>
                  <a:pt x="302437" y="30387"/>
                </a:lnTo>
                <a:lnTo>
                  <a:pt x="302227" y="30113"/>
                </a:lnTo>
                <a:lnTo>
                  <a:pt x="302012" y="29844"/>
                </a:lnTo>
                <a:lnTo>
                  <a:pt x="301791" y="29580"/>
                </a:lnTo>
                <a:lnTo>
                  <a:pt x="301564" y="29322"/>
                </a:lnTo>
                <a:lnTo>
                  <a:pt x="301332" y="29069"/>
                </a:lnTo>
                <a:lnTo>
                  <a:pt x="301093" y="28821"/>
                </a:lnTo>
                <a:lnTo>
                  <a:pt x="300850" y="28579"/>
                </a:lnTo>
                <a:lnTo>
                  <a:pt x="300600" y="28342"/>
                </a:lnTo>
                <a:lnTo>
                  <a:pt x="300345" y="28111"/>
                </a:lnTo>
                <a:lnTo>
                  <a:pt x="300084" y="27885"/>
                </a:lnTo>
                <a:lnTo>
                  <a:pt x="299817" y="27664"/>
                </a:lnTo>
                <a:lnTo>
                  <a:pt x="299545" y="27449"/>
                </a:lnTo>
                <a:lnTo>
                  <a:pt x="299267" y="27238"/>
                </a:lnTo>
                <a:lnTo>
                  <a:pt x="298983" y="27034"/>
                </a:lnTo>
                <a:lnTo>
                  <a:pt x="298693" y="26834"/>
                </a:lnTo>
                <a:lnTo>
                  <a:pt x="298398" y="26640"/>
                </a:lnTo>
                <a:lnTo>
                  <a:pt x="298097" y="26452"/>
                </a:lnTo>
                <a:lnTo>
                  <a:pt x="297791" y="26268"/>
                </a:lnTo>
                <a:lnTo>
                  <a:pt x="297479" y="26090"/>
                </a:lnTo>
                <a:lnTo>
                  <a:pt x="297161" y="25918"/>
                </a:lnTo>
                <a:lnTo>
                  <a:pt x="296837" y="25750"/>
                </a:lnTo>
                <a:lnTo>
                  <a:pt x="296507" y="25589"/>
                </a:lnTo>
                <a:lnTo>
                  <a:pt x="296171" y="25434"/>
                </a:lnTo>
                <a:lnTo>
                  <a:pt x="295828" y="25286"/>
                </a:lnTo>
                <a:lnTo>
                  <a:pt x="295478" y="25145"/>
                </a:lnTo>
                <a:lnTo>
                  <a:pt x="295122" y="25010"/>
                </a:lnTo>
                <a:lnTo>
                  <a:pt x="294759" y="24882"/>
                </a:lnTo>
                <a:lnTo>
                  <a:pt x="294389" y="24760"/>
                </a:lnTo>
                <a:lnTo>
                  <a:pt x="294013" y="24645"/>
                </a:lnTo>
                <a:lnTo>
                  <a:pt x="293630" y="24537"/>
                </a:lnTo>
                <a:lnTo>
                  <a:pt x="293241" y="24435"/>
                </a:lnTo>
                <a:lnTo>
                  <a:pt x="292845" y="24340"/>
                </a:lnTo>
                <a:lnTo>
                  <a:pt x="292442" y="24252"/>
                </a:lnTo>
                <a:lnTo>
                  <a:pt x="292033" y="24170"/>
                </a:lnTo>
                <a:lnTo>
                  <a:pt x="291617" y="24095"/>
                </a:lnTo>
                <a:lnTo>
                  <a:pt x="291194" y="24026"/>
                </a:lnTo>
                <a:lnTo>
                  <a:pt x="290765" y="23964"/>
                </a:lnTo>
                <a:lnTo>
                  <a:pt x="290329" y="23909"/>
                </a:lnTo>
                <a:lnTo>
                  <a:pt x="289887" y="23860"/>
                </a:lnTo>
                <a:lnTo>
                  <a:pt x="289438" y="23818"/>
                </a:lnTo>
                <a:lnTo>
                  <a:pt x="288982" y="23783"/>
                </a:lnTo>
                <a:lnTo>
                  <a:pt x="288520" y="23754"/>
                </a:lnTo>
                <a:lnTo>
                  <a:pt x="288051" y="23732"/>
                </a:lnTo>
                <a:lnTo>
                  <a:pt x="287575" y="23716"/>
                </a:lnTo>
                <a:lnTo>
                  <a:pt x="287093" y="23708"/>
                </a:lnTo>
                <a:lnTo>
                  <a:pt x="286537" y="23707"/>
                </a:lnTo>
                <a:lnTo>
                  <a:pt x="285986" y="23715"/>
                </a:lnTo>
                <a:lnTo>
                  <a:pt x="285439" y="23732"/>
                </a:lnTo>
                <a:lnTo>
                  <a:pt x="284896" y="23758"/>
                </a:lnTo>
                <a:lnTo>
                  <a:pt x="284358" y="23793"/>
                </a:lnTo>
                <a:lnTo>
                  <a:pt x="283824" y="23837"/>
                </a:lnTo>
                <a:lnTo>
                  <a:pt x="283295" y="23891"/>
                </a:lnTo>
                <a:lnTo>
                  <a:pt x="282770" y="23953"/>
                </a:lnTo>
                <a:lnTo>
                  <a:pt x="282249" y="24025"/>
                </a:lnTo>
                <a:lnTo>
                  <a:pt x="281733" y="24105"/>
                </a:lnTo>
                <a:lnTo>
                  <a:pt x="281221" y="24195"/>
                </a:lnTo>
                <a:lnTo>
                  <a:pt x="280714" y="24294"/>
                </a:lnTo>
                <a:lnTo>
                  <a:pt x="280211" y="24401"/>
                </a:lnTo>
                <a:lnTo>
                  <a:pt x="279713" y="24518"/>
                </a:lnTo>
                <a:lnTo>
                  <a:pt x="279219" y="24644"/>
                </a:lnTo>
                <a:lnTo>
                  <a:pt x="278729" y="24779"/>
                </a:lnTo>
                <a:lnTo>
                  <a:pt x="278244" y="24923"/>
                </a:lnTo>
                <a:lnTo>
                  <a:pt x="277763" y="25076"/>
                </a:lnTo>
                <a:lnTo>
                  <a:pt x="277287" y="25238"/>
                </a:lnTo>
                <a:lnTo>
                  <a:pt x="276815" y="25410"/>
                </a:lnTo>
                <a:lnTo>
                  <a:pt x="276347" y="25590"/>
                </a:lnTo>
                <a:lnTo>
                  <a:pt x="275884" y="25779"/>
                </a:lnTo>
                <a:lnTo>
                  <a:pt x="275425" y="25978"/>
                </a:lnTo>
                <a:lnTo>
                  <a:pt x="274971" y="26186"/>
                </a:lnTo>
                <a:lnTo>
                  <a:pt x="274522" y="26401"/>
                </a:lnTo>
                <a:lnTo>
                  <a:pt x="274077" y="26623"/>
                </a:lnTo>
                <a:lnTo>
                  <a:pt x="273637" y="26851"/>
                </a:lnTo>
                <a:lnTo>
                  <a:pt x="273201" y="27086"/>
                </a:lnTo>
                <a:lnTo>
                  <a:pt x="272771" y="27327"/>
                </a:lnTo>
                <a:lnTo>
                  <a:pt x="272345" y="27575"/>
                </a:lnTo>
                <a:lnTo>
                  <a:pt x="271924" y="27830"/>
                </a:lnTo>
                <a:lnTo>
                  <a:pt x="271507" y="28090"/>
                </a:lnTo>
                <a:lnTo>
                  <a:pt x="271096" y="28358"/>
                </a:lnTo>
                <a:lnTo>
                  <a:pt x="270689" y="28632"/>
                </a:lnTo>
                <a:lnTo>
                  <a:pt x="270287" y="28912"/>
                </a:lnTo>
                <a:lnTo>
                  <a:pt x="269890" y="29199"/>
                </a:lnTo>
                <a:lnTo>
                  <a:pt x="269497" y="29493"/>
                </a:lnTo>
                <a:lnTo>
                  <a:pt x="269110" y="29793"/>
                </a:lnTo>
                <a:lnTo>
                  <a:pt x="268727" y="30099"/>
                </a:lnTo>
                <a:lnTo>
                  <a:pt x="268349" y="30412"/>
                </a:lnTo>
                <a:lnTo>
                  <a:pt x="267975" y="30732"/>
                </a:lnTo>
                <a:lnTo>
                  <a:pt x="267607" y="31058"/>
                </a:lnTo>
                <a:lnTo>
                  <a:pt x="267243" y="31390"/>
                </a:lnTo>
                <a:lnTo>
                  <a:pt x="266884" y="31729"/>
                </a:lnTo>
                <a:lnTo>
                  <a:pt x="266529" y="32075"/>
                </a:lnTo>
                <a:lnTo>
                  <a:pt x="266180" y="32427"/>
                </a:lnTo>
                <a:lnTo>
                  <a:pt x="265835" y="32785"/>
                </a:lnTo>
                <a:lnTo>
                  <a:pt x="265495" y="33150"/>
                </a:lnTo>
                <a:lnTo>
                  <a:pt x="265160" y="33521"/>
                </a:lnTo>
                <a:lnTo>
                  <a:pt x="264829" y="33895"/>
                </a:lnTo>
                <a:lnTo>
                  <a:pt x="264503" y="34274"/>
                </a:lnTo>
                <a:lnTo>
                  <a:pt x="264182" y="34656"/>
                </a:lnTo>
                <a:lnTo>
                  <a:pt x="263866" y="35043"/>
                </a:lnTo>
                <a:lnTo>
                  <a:pt x="263555" y="35434"/>
                </a:lnTo>
                <a:lnTo>
                  <a:pt x="263248" y="35829"/>
                </a:lnTo>
                <a:lnTo>
                  <a:pt x="263034" y="36112"/>
                </a:lnTo>
                <a:lnTo>
                  <a:pt x="264725" y="25047"/>
                </a:lnTo>
                <a:lnTo>
                  <a:pt x="257090" y="25047"/>
                </a:lnTo>
                <a:lnTo>
                  <a:pt x="244634" y="97509"/>
                </a:lnTo>
                <a:lnTo>
                  <a:pt x="252536" y="97509"/>
                </a:lnTo>
                <a:lnTo>
                  <a:pt x="261034" y="48196"/>
                </a:lnTo>
                <a:lnTo>
                  <a:pt x="261122" y="47997"/>
                </a:lnTo>
                <a:lnTo>
                  <a:pt x="261297" y="47605"/>
                </a:lnTo>
                <a:lnTo>
                  <a:pt x="261477" y="47214"/>
                </a:lnTo>
                <a:lnTo>
                  <a:pt x="261660" y="46825"/>
                </a:lnTo>
                <a:lnTo>
                  <a:pt x="261847" y="46439"/>
                </a:lnTo>
                <a:lnTo>
                  <a:pt x="262038" y="46057"/>
                </a:lnTo>
                <a:lnTo>
                  <a:pt x="262233" y="45678"/>
                </a:lnTo>
                <a:lnTo>
                  <a:pt x="262432" y="45302"/>
                </a:lnTo>
                <a:lnTo>
                  <a:pt x="262634" y="44929"/>
                </a:lnTo>
                <a:lnTo>
                  <a:pt x="262840" y="44559"/>
                </a:lnTo>
                <a:lnTo>
                  <a:pt x="263050" y="44193"/>
                </a:lnTo>
                <a:lnTo>
                  <a:pt x="263264" y="43830"/>
                </a:lnTo>
                <a:lnTo>
                  <a:pt x="263482" y="43470"/>
                </a:lnTo>
                <a:lnTo>
                  <a:pt x="263704" y="43114"/>
                </a:lnTo>
                <a:lnTo>
                  <a:pt x="263929" y="42761"/>
                </a:lnTo>
                <a:lnTo>
                  <a:pt x="264159" y="42411"/>
                </a:lnTo>
                <a:lnTo>
                  <a:pt x="264392" y="42064"/>
                </a:lnTo>
                <a:lnTo>
                  <a:pt x="264629" y="41721"/>
                </a:lnTo>
                <a:lnTo>
                  <a:pt x="264870" y="41380"/>
                </a:lnTo>
                <a:lnTo>
                  <a:pt x="265115" y="41043"/>
                </a:lnTo>
                <a:lnTo>
                  <a:pt x="265363" y="40710"/>
                </a:lnTo>
                <a:lnTo>
                  <a:pt x="265615" y="40379"/>
                </a:lnTo>
                <a:lnTo>
                  <a:pt x="265872" y="40052"/>
                </a:lnTo>
                <a:lnTo>
                  <a:pt x="266132" y="39728"/>
                </a:lnTo>
                <a:lnTo>
                  <a:pt x="266396" y="39408"/>
                </a:lnTo>
                <a:lnTo>
                  <a:pt x="266663" y="39090"/>
                </a:lnTo>
                <a:lnTo>
                  <a:pt x="266935" y="38776"/>
                </a:lnTo>
                <a:lnTo>
                  <a:pt x="267210" y="38466"/>
                </a:lnTo>
                <a:lnTo>
                  <a:pt x="267490" y="38162"/>
                </a:lnTo>
                <a:lnTo>
                  <a:pt x="267773" y="37862"/>
                </a:lnTo>
                <a:lnTo>
                  <a:pt x="268060" y="37569"/>
                </a:lnTo>
                <a:lnTo>
                  <a:pt x="268351" y="37280"/>
                </a:lnTo>
                <a:lnTo>
                  <a:pt x="268647" y="36997"/>
                </a:lnTo>
                <a:lnTo>
                  <a:pt x="268946" y="36719"/>
                </a:lnTo>
                <a:lnTo>
                  <a:pt x="269249" y="36447"/>
                </a:lnTo>
                <a:lnTo>
                  <a:pt x="269556" y="36180"/>
                </a:lnTo>
                <a:lnTo>
                  <a:pt x="269867" y="35918"/>
                </a:lnTo>
                <a:lnTo>
                  <a:pt x="270182" y="35662"/>
                </a:lnTo>
                <a:lnTo>
                  <a:pt x="270501" y="35411"/>
                </a:lnTo>
                <a:lnTo>
                  <a:pt x="270824" y="35165"/>
                </a:lnTo>
                <a:lnTo>
                  <a:pt x="271151" y="34925"/>
                </a:lnTo>
                <a:lnTo>
                  <a:pt x="271481" y="34690"/>
                </a:lnTo>
                <a:lnTo>
                  <a:pt x="271816" y="34460"/>
                </a:lnTo>
                <a:lnTo>
                  <a:pt x="272155" y="34236"/>
                </a:lnTo>
                <a:lnTo>
                  <a:pt x="272498" y="34017"/>
                </a:lnTo>
                <a:lnTo>
                  <a:pt x="272844" y="33803"/>
                </a:lnTo>
                <a:lnTo>
                  <a:pt x="273195" y="33595"/>
                </a:lnTo>
                <a:lnTo>
                  <a:pt x="273549" y="33392"/>
                </a:lnTo>
                <a:lnTo>
                  <a:pt x="273908" y="33195"/>
                </a:lnTo>
                <a:lnTo>
                  <a:pt x="274270" y="33002"/>
                </a:lnTo>
                <a:lnTo>
                  <a:pt x="274636" y="32816"/>
                </a:lnTo>
                <a:lnTo>
                  <a:pt x="275007" y="32635"/>
                </a:lnTo>
                <a:lnTo>
                  <a:pt x="275381" y="32463"/>
                </a:lnTo>
                <a:lnTo>
                  <a:pt x="275759" y="32298"/>
                </a:lnTo>
                <a:lnTo>
                  <a:pt x="276141" y="32140"/>
                </a:lnTo>
                <a:lnTo>
                  <a:pt x="276527" y="31991"/>
                </a:lnTo>
                <a:lnTo>
                  <a:pt x="276918" y="31849"/>
                </a:lnTo>
                <a:lnTo>
                  <a:pt x="277312" y="31714"/>
                </a:lnTo>
                <a:lnTo>
                  <a:pt x="277710" y="31588"/>
                </a:lnTo>
                <a:lnTo>
                  <a:pt x="278112" y="31469"/>
                </a:lnTo>
                <a:lnTo>
                  <a:pt x="278517" y="31358"/>
                </a:lnTo>
                <a:lnTo>
                  <a:pt x="278927" y="31254"/>
                </a:lnTo>
                <a:lnTo>
                  <a:pt x="279341" y="31158"/>
                </a:lnTo>
                <a:lnTo>
                  <a:pt x="279759" y="31070"/>
                </a:lnTo>
                <a:lnTo>
                  <a:pt x="280181" y="30989"/>
                </a:lnTo>
                <a:lnTo>
                  <a:pt x="280606" y="30916"/>
                </a:lnTo>
                <a:lnTo>
                  <a:pt x="281036" y="30851"/>
                </a:lnTo>
                <a:lnTo>
                  <a:pt x="281469" y="30794"/>
                </a:lnTo>
                <a:lnTo>
                  <a:pt x="281907" y="30744"/>
                </a:lnTo>
                <a:lnTo>
                  <a:pt x="282348" y="30701"/>
                </a:lnTo>
                <a:lnTo>
                  <a:pt x="282794" y="30667"/>
                </a:lnTo>
                <a:lnTo>
                  <a:pt x="283243" y="30640"/>
                </a:lnTo>
                <a:lnTo>
                  <a:pt x="283696" y="30621"/>
                </a:lnTo>
                <a:lnTo>
                  <a:pt x="284154" y="30609"/>
                </a:lnTo>
                <a:lnTo>
                  <a:pt x="284615" y="30606"/>
                </a:lnTo>
                <a:lnTo>
                  <a:pt x="285101" y="30615"/>
                </a:lnTo>
                <a:lnTo>
                  <a:pt x="285579" y="30634"/>
                </a:lnTo>
                <a:lnTo>
                  <a:pt x="286047" y="30661"/>
                </a:lnTo>
                <a:lnTo>
                  <a:pt x="286505" y="30696"/>
                </a:lnTo>
                <a:lnTo>
                  <a:pt x="286954" y="30740"/>
                </a:lnTo>
                <a:lnTo>
                  <a:pt x="287394" y="30792"/>
                </a:lnTo>
                <a:lnTo>
                  <a:pt x="287825" y="30853"/>
                </a:lnTo>
                <a:lnTo>
                  <a:pt x="288246" y="30922"/>
                </a:lnTo>
                <a:lnTo>
                  <a:pt x="288658" y="31000"/>
                </a:lnTo>
                <a:lnTo>
                  <a:pt x="289061" y="31086"/>
                </a:lnTo>
                <a:lnTo>
                  <a:pt x="289455" y="31180"/>
                </a:lnTo>
                <a:lnTo>
                  <a:pt x="289839" y="31284"/>
                </a:lnTo>
                <a:lnTo>
                  <a:pt x="290214" y="31395"/>
                </a:lnTo>
                <a:lnTo>
                  <a:pt x="290579" y="31515"/>
                </a:lnTo>
                <a:lnTo>
                  <a:pt x="290935" y="31644"/>
                </a:lnTo>
                <a:lnTo>
                  <a:pt x="291282" y="31781"/>
                </a:lnTo>
                <a:lnTo>
                  <a:pt x="291620" y="31927"/>
                </a:lnTo>
                <a:lnTo>
                  <a:pt x="291948" y="32081"/>
                </a:lnTo>
                <a:lnTo>
                  <a:pt x="292267" y="32244"/>
                </a:lnTo>
                <a:lnTo>
                  <a:pt x="292577" y="32415"/>
                </a:lnTo>
                <a:lnTo>
                  <a:pt x="292878" y="32594"/>
                </a:lnTo>
                <a:lnTo>
                  <a:pt x="293169" y="32782"/>
                </a:lnTo>
                <a:lnTo>
                  <a:pt x="293450" y="32979"/>
                </a:lnTo>
                <a:lnTo>
                  <a:pt x="293723" y="33184"/>
                </a:lnTo>
                <a:lnTo>
                  <a:pt x="293987" y="33396"/>
                </a:lnTo>
                <a:lnTo>
                  <a:pt x="294243" y="33615"/>
                </a:lnTo>
                <a:lnTo>
                  <a:pt x="294492" y="33839"/>
                </a:lnTo>
                <a:lnTo>
                  <a:pt x="294733" y="34069"/>
                </a:lnTo>
                <a:lnTo>
                  <a:pt x="294966" y="34306"/>
                </a:lnTo>
                <a:lnTo>
                  <a:pt x="295192" y="34548"/>
                </a:lnTo>
                <a:lnTo>
                  <a:pt x="295410" y="34797"/>
                </a:lnTo>
                <a:lnTo>
                  <a:pt x="295621" y="35052"/>
                </a:lnTo>
                <a:lnTo>
                  <a:pt x="295823" y="35312"/>
                </a:lnTo>
                <a:lnTo>
                  <a:pt x="296018" y="35579"/>
                </a:lnTo>
                <a:lnTo>
                  <a:pt x="296205" y="35852"/>
                </a:lnTo>
                <a:lnTo>
                  <a:pt x="296385" y="36131"/>
                </a:lnTo>
                <a:lnTo>
                  <a:pt x="296557" y="36416"/>
                </a:lnTo>
                <a:lnTo>
                  <a:pt x="296721" y="36706"/>
                </a:lnTo>
                <a:lnTo>
                  <a:pt x="296878" y="37003"/>
                </a:lnTo>
                <a:lnTo>
                  <a:pt x="297027" y="37306"/>
                </a:lnTo>
                <a:lnTo>
                  <a:pt x="297168" y="37615"/>
                </a:lnTo>
                <a:lnTo>
                  <a:pt x="297302" y="37930"/>
                </a:lnTo>
                <a:lnTo>
                  <a:pt x="297428" y="38252"/>
                </a:lnTo>
                <a:lnTo>
                  <a:pt x="297546" y="38579"/>
                </a:lnTo>
                <a:lnTo>
                  <a:pt x="297656" y="38912"/>
                </a:lnTo>
                <a:lnTo>
                  <a:pt x="297759" y="39251"/>
                </a:lnTo>
                <a:lnTo>
                  <a:pt x="297855" y="39597"/>
                </a:lnTo>
                <a:lnTo>
                  <a:pt x="297942" y="39948"/>
                </a:lnTo>
                <a:lnTo>
                  <a:pt x="298023" y="40304"/>
                </a:lnTo>
                <a:lnTo>
                  <a:pt x="298097" y="40664"/>
                </a:lnTo>
                <a:lnTo>
                  <a:pt x="298165" y="41027"/>
                </a:lnTo>
                <a:lnTo>
                  <a:pt x="298227" y="41394"/>
                </a:lnTo>
                <a:lnTo>
                  <a:pt x="298282" y="41765"/>
                </a:lnTo>
                <a:lnTo>
                  <a:pt x="298331" y="42139"/>
                </a:lnTo>
                <a:lnTo>
                  <a:pt x="298374" y="42517"/>
                </a:lnTo>
                <a:lnTo>
                  <a:pt x="298411" y="42898"/>
                </a:lnTo>
                <a:lnTo>
                  <a:pt x="298441" y="43283"/>
                </a:lnTo>
                <a:lnTo>
                  <a:pt x="298465" y="43672"/>
                </a:lnTo>
                <a:lnTo>
                  <a:pt x="298483" y="44064"/>
                </a:lnTo>
                <a:lnTo>
                  <a:pt x="298495" y="44460"/>
                </a:lnTo>
                <a:lnTo>
                  <a:pt x="298500" y="44860"/>
                </a:lnTo>
                <a:lnTo>
                  <a:pt x="298499" y="45263"/>
                </a:lnTo>
                <a:lnTo>
                  <a:pt x="298492" y="45669"/>
                </a:lnTo>
                <a:lnTo>
                  <a:pt x="298478" y="46080"/>
                </a:lnTo>
                <a:lnTo>
                  <a:pt x="298458" y="46493"/>
                </a:lnTo>
                <a:lnTo>
                  <a:pt x="298432" y="46911"/>
                </a:lnTo>
                <a:lnTo>
                  <a:pt x="298399" y="47332"/>
                </a:lnTo>
                <a:lnTo>
                  <a:pt x="298361" y="47757"/>
                </a:lnTo>
                <a:lnTo>
                  <a:pt x="298316" y="48185"/>
                </a:lnTo>
                <a:lnTo>
                  <a:pt x="298264" y="48617"/>
                </a:lnTo>
                <a:lnTo>
                  <a:pt x="298207" y="49052"/>
                </a:lnTo>
                <a:lnTo>
                  <a:pt x="298143" y="49491"/>
                </a:lnTo>
                <a:lnTo>
                  <a:pt x="289973" y="97509"/>
                </a:lnTo>
                <a:lnTo>
                  <a:pt x="297808" y="97509"/>
                </a:lnTo>
                <a:lnTo>
                  <a:pt x="305828" y="50499"/>
                </a:lnTo>
                <a:lnTo>
                  <a:pt x="306046" y="50496"/>
                </a:lnTo>
                <a:lnTo>
                  <a:pt x="306137" y="50145"/>
                </a:lnTo>
                <a:close/>
                <a:moveTo>
                  <a:pt x="373710" y="87996"/>
                </a:moveTo>
                <a:lnTo>
                  <a:pt x="373938" y="88341"/>
                </a:lnTo>
                <a:lnTo>
                  <a:pt x="374172" y="88682"/>
                </a:lnTo>
                <a:lnTo>
                  <a:pt x="374411" y="89019"/>
                </a:lnTo>
                <a:lnTo>
                  <a:pt x="374656" y="89352"/>
                </a:lnTo>
                <a:lnTo>
                  <a:pt x="374907" y="89681"/>
                </a:lnTo>
                <a:lnTo>
                  <a:pt x="375163" y="90006"/>
                </a:lnTo>
                <a:lnTo>
                  <a:pt x="375425" y="90327"/>
                </a:lnTo>
                <a:lnTo>
                  <a:pt x="375693" y="90645"/>
                </a:lnTo>
                <a:lnTo>
                  <a:pt x="375966" y="90957"/>
                </a:lnTo>
                <a:lnTo>
                  <a:pt x="376244" y="91264"/>
                </a:lnTo>
                <a:lnTo>
                  <a:pt x="376526" y="91566"/>
                </a:lnTo>
                <a:lnTo>
                  <a:pt x="376813" y="91861"/>
                </a:lnTo>
                <a:lnTo>
                  <a:pt x="377105" y="92152"/>
                </a:lnTo>
                <a:lnTo>
                  <a:pt x="377401" y="92436"/>
                </a:lnTo>
                <a:lnTo>
                  <a:pt x="377702" y="92715"/>
                </a:lnTo>
                <a:lnTo>
                  <a:pt x="378007" y="92989"/>
                </a:lnTo>
                <a:lnTo>
                  <a:pt x="378317" y="93257"/>
                </a:lnTo>
                <a:lnTo>
                  <a:pt x="378632" y="93519"/>
                </a:lnTo>
                <a:lnTo>
                  <a:pt x="378952" y="93776"/>
                </a:lnTo>
                <a:lnTo>
                  <a:pt x="379276" y="94027"/>
                </a:lnTo>
                <a:lnTo>
                  <a:pt x="379605" y="94272"/>
                </a:lnTo>
                <a:lnTo>
                  <a:pt x="379938" y="94512"/>
                </a:lnTo>
                <a:lnTo>
                  <a:pt x="380276" y="94747"/>
                </a:lnTo>
                <a:lnTo>
                  <a:pt x="380619" y="94975"/>
                </a:lnTo>
                <a:lnTo>
                  <a:pt x="380966" y="95199"/>
                </a:lnTo>
                <a:lnTo>
                  <a:pt x="381319" y="95416"/>
                </a:lnTo>
                <a:lnTo>
                  <a:pt x="381675" y="95628"/>
                </a:lnTo>
                <a:lnTo>
                  <a:pt x="382037" y="95835"/>
                </a:lnTo>
                <a:lnTo>
                  <a:pt x="382403" y="96036"/>
                </a:lnTo>
                <a:lnTo>
                  <a:pt x="382773" y="96231"/>
                </a:lnTo>
                <a:lnTo>
                  <a:pt x="383149" y="96421"/>
                </a:lnTo>
                <a:lnTo>
                  <a:pt x="383529" y="96605"/>
                </a:lnTo>
                <a:lnTo>
                  <a:pt x="383913" y="96783"/>
                </a:lnTo>
                <a:lnTo>
                  <a:pt x="384301" y="96953"/>
                </a:lnTo>
                <a:lnTo>
                  <a:pt x="384693" y="97116"/>
                </a:lnTo>
                <a:lnTo>
                  <a:pt x="385088" y="97272"/>
                </a:lnTo>
                <a:lnTo>
                  <a:pt x="385488" y="97420"/>
                </a:lnTo>
                <a:lnTo>
                  <a:pt x="385891" y="97562"/>
                </a:lnTo>
                <a:lnTo>
                  <a:pt x="386299" y="97695"/>
                </a:lnTo>
                <a:lnTo>
                  <a:pt x="386710" y="97822"/>
                </a:lnTo>
                <a:lnTo>
                  <a:pt x="387125" y="97941"/>
                </a:lnTo>
                <a:lnTo>
                  <a:pt x="387543" y="98053"/>
                </a:lnTo>
                <a:lnTo>
                  <a:pt x="387966" y="98157"/>
                </a:lnTo>
                <a:lnTo>
                  <a:pt x="388392" y="98254"/>
                </a:lnTo>
                <a:lnTo>
                  <a:pt x="388823" y="98344"/>
                </a:lnTo>
                <a:lnTo>
                  <a:pt x="389257" y="98427"/>
                </a:lnTo>
                <a:lnTo>
                  <a:pt x="389695" y="98502"/>
                </a:lnTo>
                <a:lnTo>
                  <a:pt x="390136" y="98570"/>
                </a:lnTo>
                <a:lnTo>
                  <a:pt x="390582" y="98630"/>
                </a:lnTo>
                <a:lnTo>
                  <a:pt x="391031" y="98683"/>
                </a:lnTo>
                <a:lnTo>
                  <a:pt x="391485" y="98729"/>
                </a:lnTo>
                <a:lnTo>
                  <a:pt x="391942" y="98768"/>
                </a:lnTo>
                <a:lnTo>
                  <a:pt x="392403" y="98799"/>
                </a:lnTo>
                <a:lnTo>
                  <a:pt x="392867" y="98823"/>
                </a:lnTo>
                <a:lnTo>
                  <a:pt x="393336" y="98839"/>
                </a:lnTo>
                <a:lnTo>
                  <a:pt x="393809" y="98849"/>
                </a:lnTo>
                <a:lnTo>
                  <a:pt x="394436" y="98854"/>
                </a:lnTo>
                <a:lnTo>
                  <a:pt x="395057" y="98847"/>
                </a:lnTo>
                <a:lnTo>
                  <a:pt x="395671" y="98828"/>
                </a:lnTo>
                <a:lnTo>
                  <a:pt x="396278" y="98797"/>
                </a:lnTo>
                <a:lnTo>
                  <a:pt x="396879" y="98755"/>
                </a:lnTo>
                <a:lnTo>
                  <a:pt x="397473" y="98700"/>
                </a:lnTo>
                <a:lnTo>
                  <a:pt x="398061" y="98633"/>
                </a:lnTo>
                <a:lnTo>
                  <a:pt x="398642" y="98555"/>
                </a:lnTo>
                <a:lnTo>
                  <a:pt x="399216" y="98464"/>
                </a:lnTo>
                <a:lnTo>
                  <a:pt x="399784" y="98361"/>
                </a:lnTo>
                <a:lnTo>
                  <a:pt x="400345" y="98247"/>
                </a:lnTo>
                <a:lnTo>
                  <a:pt x="400899" y="98120"/>
                </a:lnTo>
                <a:lnTo>
                  <a:pt x="401447" y="97982"/>
                </a:lnTo>
                <a:lnTo>
                  <a:pt x="401988" y="97831"/>
                </a:lnTo>
                <a:lnTo>
                  <a:pt x="402523" y="97669"/>
                </a:lnTo>
                <a:lnTo>
                  <a:pt x="403051" y="97494"/>
                </a:lnTo>
                <a:lnTo>
                  <a:pt x="403572" y="97308"/>
                </a:lnTo>
                <a:lnTo>
                  <a:pt x="404086" y="97109"/>
                </a:lnTo>
                <a:lnTo>
                  <a:pt x="404594" y="96899"/>
                </a:lnTo>
                <a:lnTo>
                  <a:pt x="405096" y="96677"/>
                </a:lnTo>
                <a:lnTo>
                  <a:pt x="405591" y="96442"/>
                </a:lnTo>
                <a:lnTo>
                  <a:pt x="406079" y="96196"/>
                </a:lnTo>
                <a:lnTo>
                  <a:pt x="406560" y="95938"/>
                </a:lnTo>
                <a:lnTo>
                  <a:pt x="407035" y="95668"/>
                </a:lnTo>
                <a:lnTo>
                  <a:pt x="407504" y="95387"/>
                </a:lnTo>
                <a:lnTo>
                  <a:pt x="407967" y="95100"/>
                </a:lnTo>
                <a:lnTo>
                  <a:pt x="408423" y="94805"/>
                </a:lnTo>
                <a:lnTo>
                  <a:pt x="408874" y="94502"/>
                </a:lnTo>
                <a:lnTo>
                  <a:pt x="409319" y="94192"/>
                </a:lnTo>
                <a:lnTo>
                  <a:pt x="409758" y="93874"/>
                </a:lnTo>
                <a:lnTo>
                  <a:pt x="410191" y="93549"/>
                </a:lnTo>
                <a:lnTo>
                  <a:pt x="410618" y="93216"/>
                </a:lnTo>
                <a:lnTo>
                  <a:pt x="411039" y="92875"/>
                </a:lnTo>
                <a:lnTo>
                  <a:pt x="411455" y="92527"/>
                </a:lnTo>
                <a:lnTo>
                  <a:pt x="411864" y="92172"/>
                </a:lnTo>
                <a:lnTo>
                  <a:pt x="412267" y="91808"/>
                </a:lnTo>
                <a:lnTo>
                  <a:pt x="412665" y="91438"/>
                </a:lnTo>
                <a:lnTo>
                  <a:pt x="413056" y="91059"/>
                </a:lnTo>
                <a:lnTo>
                  <a:pt x="413442" y="90674"/>
                </a:lnTo>
                <a:lnTo>
                  <a:pt x="413822" y="90280"/>
                </a:lnTo>
                <a:lnTo>
                  <a:pt x="414195" y="89879"/>
                </a:lnTo>
                <a:lnTo>
                  <a:pt x="414563" y="89471"/>
                </a:lnTo>
                <a:lnTo>
                  <a:pt x="414925" y="89055"/>
                </a:lnTo>
                <a:lnTo>
                  <a:pt x="415281" y="88631"/>
                </a:lnTo>
                <a:lnTo>
                  <a:pt x="415631" y="88200"/>
                </a:lnTo>
                <a:lnTo>
                  <a:pt x="415975" y="87761"/>
                </a:lnTo>
                <a:lnTo>
                  <a:pt x="416313" y="87315"/>
                </a:lnTo>
                <a:lnTo>
                  <a:pt x="416646" y="86861"/>
                </a:lnTo>
                <a:lnTo>
                  <a:pt x="416972" y="86401"/>
                </a:lnTo>
                <a:lnTo>
                  <a:pt x="417293" y="85938"/>
                </a:lnTo>
                <a:lnTo>
                  <a:pt x="417609" y="85471"/>
                </a:lnTo>
                <a:lnTo>
                  <a:pt x="417919" y="85001"/>
                </a:lnTo>
                <a:lnTo>
                  <a:pt x="418224" y="84526"/>
                </a:lnTo>
                <a:lnTo>
                  <a:pt x="418523" y="84048"/>
                </a:lnTo>
                <a:lnTo>
                  <a:pt x="418817" y="83566"/>
                </a:lnTo>
                <a:lnTo>
                  <a:pt x="419105" y="83081"/>
                </a:lnTo>
                <a:lnTo>
                  <a:pt x="419388" y="82592"/>
                </a:lnTo>
                <a:lnTo>
                  <a:pt x="419665" y="82099"/>
                </a:lnTo>
                <a:lnTo>
                  <a:pt x="419937" y="81602"/>
                </a:lnTo>
                <a:lnTo>
                  <a:pt x="420203" y="81101"/>
                </a:lnTo>
                <a:lnTo>
                  <a:pt x="420464" y="80597"/>
                </a:lnTo>
                <a:lnTo>
                  <a:pt x="420720" y="80089"/>
                </a:lnTo>
                <a:lnTo>
                  <a:pt x="420970" y="79578"/>
                </a:lnTo>
                <a:lnTo>
                  <a:pt x="421214" y="79063"/>
                </a:lnTo>
                <a:lnTo>
                  <a:pt x="421454" y="78544"/>
                </a:lnTo>
                <a:lnTo>
                  <a:pt x="421687" y="78021"/>
                </a:lnTo>
                <a:lnTo>
                  <a:pt x="421915" y="77494"/>
                </a:lnTo>
                <a:lnTo>
                  <a:pt x="422138" y="76964"/>
                </a:lnTo>
                <a:lnTo>
                  <a:pt x="422355" y="76430"/>
                </a:lnTo>
                <a:lnTo>
                  <a:pt x="422567" y="75893"/>
                </a:lnTo>
                <a:lnTo>
                  <a:pt x="422773" y="75351"/>
                </a:lnTo>
                <a:lnTo>
                  <a:pt x="422974" y="74806"/>
                </a:lnTo>
                <a:lnTo>
                  <a:pt x="423170" y="74259"/>
                </a:lnTo>
                <a:lnTo>
                  <a:pt x="423361" y="73713"/>
                </a:lnTo>
                <a:lnTo>
                  <a:pt x="423546" y="73167"/>
                </a:lnTo>
                <a:lnTo>
                  <a:pt x="423727" y="72622"/>
                </a:lnTo>
                <a:lnTo>
                  <a:pt x="423902" y="72077"/>
                </a:lnTo>
                <a:lnTo>
                  <a:pt x="424073" y="71533"/>
                </a:lnTo>
                <a:lnTo>
                  <a:pt x="424239" y="70989"/>
                </a:lnTo>
                <a:lnTo>
                  <a:pt x="424399" y="70446"/>
                </a:lnTo>
                <a:lnTo>
                  <a:pt x="424555" y="69903"/>
                </a:lnTo>
                <a:lnTo>
                  <a:pt x="424705" y="69360"/>
                </a:lnTo>
                <a:lnTo>
                  <a:pt x="424851" y="68818"/>
                </a:lnTo>
                <a:lnTo>
                  <a:pt x="424992" y="68277"/>
                </a:lnTo>
                <a:lnTo>
                  <a:pt x="425127" y="67735"/>
                </a:lnTo>
                <a:lnTo>
                  <a:pt x="425258" y="67195"/>
                </a:lnTo>
                <a:lnTo>
                  <a:pt x="425384" y="66655"/>
                </a:lnTo>
                <a:lnTo>
                  <a:pt x="425504" y="66115"/>
                </a:lnTo>
                <a:lnTo>
                  <a:pt x="425620" y="65576"/>
                </a:lnTo>
                <a:lnTo>
                  <a:pt x="425731" y="65037"/>
                </a:lnTo>
                <a:lnTo>
                  <a:pt x="425836" y="64499"/>
                </a:lnTo>
                <a:lnTo>
                  <a:pt x="425937" y="63961"/>
                </a:lnTo>
                <a:lnTo>
                  <a:pt x="426032" y="63423"/>
                </a:lnTo>
                <a:lnTo>
                  <a:pt x="426123" y="62886"/>
                </a:lnTo>
                <a:lnTo>
                  <a:pt x="426209" y="62350"/>
                </a:lnTo>
                <a:lnTo>
                  <a:pt x="426289" y="61814"/>
                </a:lnTo>
                <a:lnTo>
                  <a:pt x="426490" y="60407"/>
                </a:lnTo>
                <a:lnTo>
                  <a:pt x="426555" y="59899"/>
                </a:lnTo>
                <a:lnTo>
                  <a:pt x="426616" y="59390"/>
                </a:lnTo>
                <a:lnTo>
                  <a:pt x="426672" y="58880"/>
                </a:lnTo>
                <a:lnTo>
                  <a:pt x="426724" y="58369"/>
                </a:lnTo>
                <a:lnTo>
                  <a:pt x="426771" y="57857"/>
                </a:lnTo>
                <a:lnTo>
                  <a:pt x="426815" y="57344"/>
                </a:lnTo>
                <a:lnTo>
                  <a:pt x="426854" y="56830"/>
                </a:lnTo>
                <a:lnTo>
                  <a:pt x="426888" y="56315"/>
                </a:lnTo>
                <a:lnTo>
                  <a:pt x="426919" y="55799"/>
                </a:lnTo>
                <a:lnTo>
                  <a:pt x="426945" y="55282"/>
                </a:lnTo>
                <a:lnTo>
                  <a:pt x="426967" y="54765"/>
                </a:lnTo>
                <a:lnTo>
                  <a:pt x="426984" y="54246"/>
                </a:lnTo>
                <a:lnTo>
                  <a:pt x="426997" y="53727"/>
                </a:lnTo>
                <a:lnTo>
                  <a:pt x="427006" y="53206"/>
                </a:lnTo>
                <a:lnTo>
                  <a:pt x="427011" y="52685"/>
                </a:lnTo>
                <a:lnTo>
                  <a:pt x="427011" y="52163"/>
                </a:lnTo>
                <a:lnTo>
                  <a:pt x="427007" y="51639"/>
                </a:lnTo>
                <a:lnTo>
                  <a:pt x="426999" y="51115"/>
                </a:lnTo>
                <a:lnTo>
                  <a:pt x="426986" y="50590"/>
                </a:lnTo>
                <a:lnTo>
                  <a:pt x="426969" y="50064"/>
                </a:lnTo>
                <a:lnTo>
                  <a:pt x="426948" y="49537"/>
                </a:lnTo>
                <a:lnTo>
                  <a:pt x="426923" y="49009"/>
                </a:lnTo>
                <a:lnTo>
                  <a:pt x="426893" y="48481"/>
                </a:lnTo>
                <a:lnTo>
                  <a:pt x="426859" y="47951"/>
                </a:lnTo>
                <a:lnTo>
                  <a:pt x="426819" y="47422"/>
                </a:lnTo>
                <a:lnTo>
                  <a:pt x="426773" y="46897"/>
                </a:lnTo>
                <a:lnTo>
                  <a:pt x="426721" y="46374"/>
                </a:lnTo>
                <a:lnTo>
                  <a:pt x="426662" y="45854"/>
                </a:lnTo>
                <a:lnTo>
                  <a:pt x="426597" y="45338"/>
                </a:lnTo>
                <a:lnTo>
                  <a:pt x="426526" y="44824"/>
                </a:lnTo>
                <a:lnTo>
                  <a:pt x="426448" y="44314"/>
                </a:lnTo>
                <a:lnTo>
                  <a:pt x="426364" y="43806"/>
                </a:lnTo>
                <a:lnTo>
                  <a:pt x="426273" y="43302"/>
                </a:lnTo>
                <a:lnTo>
                  <a:pt x="426176" y="42800"/>
                </a:lnTo>
                <a:lnTo>
                  <a:pt x="426073" y="42302"/>
                </a:lnTo>
                <a:lnTo>
                  <a:pt x="425963" y="41806"/>
                </a:lnTo>
                <a:lnTo>
                  <a:pt x="425847" y="41314"/>
                </a:lnTo>
                <a:lnTo>
                  <a:pt x="425724" y="40825"/>
                </a:lnTo>
                <a:lnTo>
                  <a:pt x="425595" y="40338"/>
                </a:lnTo>
                <a:lnTo>
                  <a:pt x="425460" y="39855"/>
                </a:lnTo>
                <a:lnTo>
                  <a:pt x="425318" y="39375"/>
                </a:lnTo>
                <a:lnTo>
                  <a:pt x="425170" y="38897"/>
                </a:lnTo>
                <a:lnTo>
                  <a:pt x="425015" y="38423"/>
                </a:lnTo>
                <a:lnTo>
                  <a:pt x="424854" y="37952"/>
                </a:lnTo>
                <a:lnTo>
                  <a:pt x="424687" y="37484"/>
                </a:lnTo>
                <a:lnTo>
                  <a:pt x="424513" y="37018"/>
                </a:lnTo>
                <a:lnTo>
                  <a:pt x="424333" y="36556"/>
                </a:lnTo>
                <a:lnTo>
                  <a:pt x="424146" y="36097"/>
                </a:lnTo>
                <a:lnTo>
                  <a:pt x="423952" y="35643"/>
                </a:lnTo>
                <a:lnTo>
                  <a:pt x="423751" y="35196"/>
                </a:lnTo>
                <a:lnTo>
                  <a:pt x="423541" y="34757"/>
                </a:lnTo>
                <a:lnTo>
                  <a:pt x="423323" y="34324"/>
                </a:lnTo>
                <a:lnTo>
                  <a:pt x="423097" y="33899"/>
                </a:lnTo>
                <a:lnTo>
                  <a:pt x="422863" y="33481"/>
                </a:lnTo>
                <a:lnTo>
                  <a:pt x="422621" y="33070"/>
                </a:lnTo>
                <a:lnTo>
                  <a:pt x="422372" y="32667"/>
                </a:lnTo>
                <a:lnTo>
                  <a:pt x="422114" y="32270"/>
                </a:lnTo>
                <a:lnTo>
                  <a:pt x="421848" y="31881"/>
                </a:lnTo>
                <a:lnTo>
                  <a:pt x="421574" y="31499"/>
                </a:lnTo>
                <a:lnTo>
                  <a:pt x="421292" y="31125"/>
                </a:lnTo>
                <a:lnTo>
                  <a:pt x="421002" y="30757"/>
                </a:lnTo>
                <a:lnTo>
                  <a:pt x="420704" y="30397"/>
                </a:lnTo>
                <a:lnTo>
                  <a:pt x="420397" y="30044"/>
                </a:lnTo>
                <a:lnTo>
                  <a:pt x="420083" y="29698"/>
                </a:lnTo>
                <a:lnTo>
                  <a:pt x="419761" y="29359"/>
                </a:lnTo>
                <a:lnTo>
                  <a:pt x="419431" y="29028"/>
                </a:lnTo>
                <a:lnTo>
                  <a:pt x="419093" y="28703"/>
                </a:lnTo>
                <a:lnTo>
                  <a:pt x="418747" y="28386"/>
                </a:lnTo>
                <a:lnTo>
                  <a:pt x="418393" y="28076"/>
                </a:lnTo>
                <a:lnTo>
                  <a:pt x="418030" y="27774"/>
                </a:lnTo>
                <a:lnTo>
                  <a:pt x="417660" y="27478"/>
                </a:lnTo>
                <a:lnTo>
                  <a:pt x="417282" y="27190"/>
                </a:lnTo>
                <a:lnTo>
                  <a:pt x="416894" y="26911"/>
                </a:lnTo>
                <a:lnTo>
                  <a:pt x="416497" y="26644"/>
                </a:lnTo>
                <a:lnTo>
                  <a:pt x="416089" y="26389"/>
                </a:lnTo>
                <a:lnTo>
                  <a:pt x="415672" y="26145"/>
                </a:lnTo>
                <a:lnTo>
                  <a:pt x="415244" y="25912"/>
                </a:lnTo>
                <a:lnTo>
                  <a:pt x="414806" y="25692"/>
                </a:lnTo>
                <a:lnTo>
                  <a:pt x="414358" y="25483"/>
                </a:lnTo>
                <a:lnTo>
                  <a:pt x="413900" y="25285"/>
                </a:lnTo>
                <a:lnTo>
                  <a:pt x="413431" y="25099"/>
                </a:lnTo>
                <a:lnTo>
                  <a:pt x="412953" y="24925"/>
                </a:lnTo>
                <a:lnTo>
                  <a:pt x="412465" y="24763"/>
                </a:lnTo>
                <a:lnTo>
                  <a:pt x="411966" y="24612"/>
                </a:lnTo>
                <a:lnTo>
                  <a:pt x="411457" y="24472"/>
                </a:lnTo>
                <a:lnTo>
                  <a:pt x="410938" y="24345"/>
                </a:lnTo>
                <a:lnTo>
                  <a:pt x="410409" y="24229"/>
                </a:lnTo>
                <a:lnTo>
                  <a:pt x="409870" y="24124"/>
                </a:lnTo>
                <a:lnTo>
                  <a:pt x="409321" y="24032"/>
                </a:lnTo>
                <a:lnTo>
                  <a:pt x="408762" y="23950"/>
                </a:lnTo>
                <a:lnTo>
                  <a:pt x="408192" y="23881"/>
                </a:lnTo>
                <a:lnTo>
                  <a:pt x="407613" y="23823"/>
                </a:lnTo>
                <a:lnTo>
                  <a:pt x="407023" y="23777"/>
                </a:lnTo>
                <a:lnTo>
                  <a:pt x="406423" y="23742"/>
                </a:lnTo>
                <a:lnTo>
                  <a:pt x="405814" y="23719"/>
                </a:lnTo>
                <a:lnTo>
                  <a:pt x="405194" y="23708"/>
                </a:lnTo>
                <a:lnTo>
                  <a:pt x="404671" y="23701"/>
                </a:lnTo>
                <a:lnTo>
                  <a:pt x="404151" y="23702"/>
                </a:lnTo>
                <a:lnTo>
                  <a:pt x="403634" y="23713"/>
                </a:lnTo>
                <a:lnTo>
                  <a:pt x="403120" y="23732"/>
                </a:lnTo>
                <a:lnTo>
                  <a:pt x="402610" y="23759"/>
                </a:lnTo>
                <a:lnTo>
                  <a:pt x="402102" y="23795"/>
                </a:lnTo>
                <a:lnTo>
                  <a:pt x="401598" y="23840"/>
                </a:lnTo>
                <a:lnTo>
                  <a:pt x="401097" y="23894"/>
                </a:lnTo>
                <a:lnTo>
                  <a:pt x="400599" y="23956"/>
                </a:lnTo>
                <a:lnTo>
                  <a:pt x="400104" y="24026"/>
                </a:lnTo>
                <a:lnTo>
                  <a:pt x="399613" y="24105"/>
                </a:lnTo>
                <a:lnTo>
                  <a:pt x="399124" y="24193"/>
                </a:lnTo>
                <a:lnTo>
                  <a:pt x="398639" y="24290"/>
                </a:lnTo>
                <a:lnTo>
                  <a:pt x="398157" y="24395"/>
                </a:lnTo>
                <a:lnTo>
                  <a:pt x="397678" y="24508"/>
                </a:lnTo>
                <a:lnTo>
                  <a:pt x="397202" y="24630"/>
                </a:lnTo>
                <a:lnTo>
                  <a:pt x="396729" y="24761"/>
                </a:lnTo>
                <a:lnTo>
                  <a:pt x="396259" y="24901"/>
                </a:lnTo>
                <a:lnTo>
                  <a:pt x="395793" y="25049"/>
                </a:lnTo>
                <a:lnTo>
                  <a:pt x="395329" y="25205"/>
                </a:lnTo>
                <a:lnTo>
                  <a:pt x="394869" y="25370"/>
                </a:lnTo>
                <a:lnTo>
                  <a:pt x="394412" y="25544"/>
                </a:lnTo>
                <a:lnTo>
                  <a:pt x="393958" y="25727"/>
                </a:lnTo>
                <a:lnTo>
                  <a:pt x="393507" y="25918"/>
                </a:lnTo>
                <a:lnTo>
                  <a:pt x="393060" y="26116"/>
                </a:lnTo>
                <a:lnTo>
                  <a:pt x="392617" y="26321"/>
                </a:lnTo>
                <a:lnTo>
                  <a:pt x="392177" y="26532"/>
                </a:lnTo>
                <a:lnTo>
                  <a:pt x="391742" y="26749"/>
                </a:lnTo>
                <a:lnTo>
                  <a:pt x="391310" y="26973"/>
                </a:lnTo>
                <a:lnTo>
                  <a:pt x="390883" y="27203"/>
                </a:lnTo>
                <a:lnTo>
                  <a:pt x="390459" y="27439"/>
                </a:lnTo>
                <a:lnTo>
                  <a:pt x="390040" y="27681"/>
                </a:lnTo>
                <a:lnTo>
                  <a:pt x="389624" y="27930"/>
                </a:lnTo>
                <a:lnTo>
                  <a:pt x="389212" y="28185"/>
                </a:lnTo>
                <a:lnTo>
                  <a:pt x="388804" y="28446"/>
                </a:lnTo>
                <a:lnTo>
                  <a:pt x="388401" y="28714"/>
                </a:lnTo>
                <a:lnTo>
                  <a:pt x="388001" y="28987"/>
                </a:lnTo>
                <a:lnTo>
                  <a:pt x="387605" y="29268"/>
                </a:lnTo>
                <a:lnTo>
                  <a:pt x="387213" y="29554"/>
                </a:lnTo>
                <a:lnTo>
                  <a:pt x="386825" y="29847"/>
                </a:lnTo>
                <a:lnTo>
                  <a:pt x="386441" y="30145"/>
                </a:lnTo>
                <a:lnTo>
                  <a:pt x="386061" y="30451"/>
                </a:lnTo>
                <a:lnTo>
                  <a:pt x="385685" y="30762"/>
                </a:lnTo>
                <a:lnTo>
                  <a:pt x="385313" y="31080"/>
                </a:lnTo>
                <a:lnTo>
                  <a:pt x="384944" y="31404"/>
                </a:lnTo>
                <a:lnTo>
                  <a:pt x="384580" y="31734"/>
                </a:lnTo>
                <a:lnTo>
                  <a:pt x="384220" y="32071"/>
                </a:lnTo>
                <a:lnTo>
                  <a:pt x="383863" y="32414"/>
                </a:lnTo>
                <a:lnTo>
                  <a:pt x="383511" y="32762"/>
                </a:lnTo>
                <a:lnTo>
                  <a:pt x="383164" y="33114"/>
                </a:lnTo>
                <a:lnTo>
                  <a:pt x="382822" y="33470"/>
                </a:lnTo>
                <a:lnTo>
                  <a:pt x="382484" y="33829"/>
                </a:lnTo>
                <a:lnTo>
                  <a:pt x="382151" y="34193"/>
                </a:lnTo>
                <a:lnTo>
                  <a:pt x="382082" y="34271"/>
                </a:lnTo>
                <a:lnTo>
                  <a:pt x="383294" y="25047"/>
                </a:lnTo>
                <a:lnTo>
                  <a:pt x="375927" y="25047"/>
                </a:lnTo>
                <a:lnTo>
                  <a:pt x="358582" y="125369"/>
                </a:lnTo>
                <a:lnTo>
                  <a:pt x="366485" y="125369"/>
                </a:lnTo>
                <a:lnTo>
                  <a:pt x="373133" y="87060"/>
                </a:lnTo>
                <a:lnTo>
                  <a:pt x="373271" y="87294"/>
                </a:lnTo>
                <a:lnTo>
                  <a:pt x="373488" y="87647"/>
                </a:lnTo>
                <a:lnTo>
                  <a:pt x="373710" y="87996"/>
                </a:lnTo>
                <a:close/>
                <a:moveTo>
                  <a:pt x="381208" y="42834"/>
                </a:moveTo>
                <a:lnTo>
                  <a:pt x="381425" y="42524"/>
                </a:lnTo>
                <a:lnTo>
                  <a:pt x="381646" y="42218"/>
                </a:lnTo>
                <a:lnTo>
                  <a:pt x="381870" y="41914"/>
                </a:lnTo>
                <a:lnTo>
                  <a:pt x="382097" y="41614"/>
                </a:lnTo>
                <a:lnTo>
                  <a:pt x="382328" y="41317"/>
                </a:lnTo>
                <a:lnTo>
                  <a:pt x="382561" y="41023"/>
                </a:lnTo>
                <a:lnTo>
                  <a:pt x="382798" y="40733"/>
                </a:lnTo>
                <a:lnTo>
                  <a:pt x="383038" y="40446"/>
                </a:lnTo>
                <a:lnTo>
                  <a:pt x="383282" y="40162"/>
                </a:lnTo>
                <a:lnTo>
                  <a:pt x="383529" y="39881"/>
                </a:lnTo>
                <a:lnTo>
                  <a:pt x="383779" y="39604"/>
                </a:lnTo>
                <a:lnTo>
                  <a:pt x="384032" y="39329"/>
                </a:lnTo>
                <a:lnTo>
                  <a:pt x="384288" y="39059"/>
                </a:lnTo>
                <a:lnTo>
                  <a:pt x="384548" y="38791"/>
                </a:lnTo>
                <a:lnTo>
                  <a:pt x="384811" y="38526"/>
                </a:lnTo>
                <a:lnTo>
                  <a:pt x="385077" y="38265"/>
                </a:lnTo>
                <a:lnTo>
                  <a:pt x="385347" y="38007"/>
                </a:lnTo>
                <a:lnTo>
                  <a:pt x="385620" y="37753"/>
                </a:lnTo>
                <a:lnTo>
                  <a:pt x="385896" y="37501"/>
                </a:lnTo>
                <a:lnTo>
                  <a:pt x="386175" y="37253"/>
                </a:lnTo>
                <a:lnTo>
                  <a:pt x="386457" y="37008"/>
                </a:lnTo>
                <a:lnTo>
                  <a:pt x="386743" y="36767"/>
                </a:lnTo>
                <a:lnTo>
                  <a:pt x="387032" y="36529"/>
                </a:lnTo>
                <a:lnTo>
                  <a:pt x="387323" y="36296"/>
                </a:lnTo>
                <a:lnTo>
                  <a:pt x="387617" y="36066"/>
                </a:lnTo>
                <a:lnTo>
                  <a:pt x="387913" y="35841"/>
                </a:lnTo>
                <a:lnTo>
                  <a:pt x="388212" y="35621"/>
                </a:lnTo>
                <a:lnTo>
                  <a:pt x="388514" y="35404"/>
                </a:lnTo>
                <a:lnTo>
                  <a:pt x="388818" y="35192"/>
                </a:lnTo>
                <a:lnTo>
                  <a:pt x="389124" y="34985"/>
                </a:lnTo>
                <a:lnTo>
                  <a:pt x="389433" y="34781"/>
                </a:lnTo>
                <a:lnTo>
                  <a:pt x="389745" y="34582"/>
                </a:lnTo>
                <a:lnTo>
                  <a:pt x="390059" y="34387"/>
                </a:lnTo>
                <a:lnTo>
                  <a:pt x="390376" y="34197"/>
                </a:lnTo>
                <a:lnTo>
                  <a:pt x="390696" y="34011"/>
                </a:lnTo>
                <a:lnTo>
                  <a:pt x="391018" y="33829"/>
                </a:lnTo>
                <a:lnTo>
                  <a:pt x="391342" y="33651"/>
                </a:lnTo>
                <a:lnTo>
                  <a:pt x="391669" y="33478"/>
                </a:lnTo>
                <a:lnTo>
                  <a:pt x="391999" y="33309"/>
                </a:lnTo>
                <a:lnTo>
                  <a:pt x="392331" y="33144"/>
                </a:lnTo>
                <a:lnTo>
                  <a:pt x="392666" y="32984"/>
                </a:lnTo>
                <a:lnTo>
                  <a:pt x="393003" y="32828"/>
                </a:lnTo>
                <a:lnTo>
                  <a:pt x="393343" y="32676"/>
                </a:lnTo>
                <a:lnTo>
                  <a:pt x="393685" y="32528"/>
                </a:lnTo>
                <a:lnTo>
                  <a:pt x="394030" y="32385"/>
                </a:lnTo>
                <a:lnTo>
                  <a:pt x="394378" y="32246"/>
                </a:lnTo>
                <a:lnTo>
                  <a:pt x="394727" y="32113"/>
                </a:lnTo>
                <a:lnTo>
                  <a:pt x="395078" y="31985"/>
                </a:lnTo>
                <a:lnTo>
                  <a:pt x="395430" y="31863"/>
                </a:lnTo>
                <a:lnTo>
                  <a:pt x="395783" y="31747"/>
                </a:lnTo>
                <a:lnTo>
                  <a:pt x="396138" y="31637"/>
                </a:lnTo>
                <a:lnTo>
                  <a:pt x="396494" y="31533"/>
                </a:lnTo>
                <a:lnTo>
                  <a:pt x="396851" y="31435"/>
                </a:lnTo>
                <a:lnTo>
                  <a:pt x="397209" y="31342"/>
                </a:lnTo>
                <a:lnTo>
                  <a:pt x="397569" y="31256"/>
                </a:lnTo>
                <a:lnTo>
                  <a:pt x="397930" y="31176"/>
                </a:lnTo>
                <a:lnTo>
                  <a:pt x="398292" y="31101"/>
                </a:lnTo>
                <a:lnTo>
                  <a:pt x="398656" y="31033"/>
                </a:lnTo>
                <a:lnTo>
                  <a:pt x="399020" y="30970"/>
                </a:lnTo>
                <a:lnTo>
                  <a:pt x="399386" y="30913"/>
                </a:lnTo>
                <a:lnTo>
                  <a:pt x="399754" y="30862"/>
                </a:lnTo>
                <a:lnTo>
                  <a:pt x="400122" y="30818"/>
                </a:lnTo>
                <a:lnTo>
                  <a:pt x="400492" y="30779"/>
                </a:lnTo>
                <a:lnTo>
                  <a:pt x="400863" y="30746"/>
                </a:lnTo>
                <a:lnTo>
                  <a:pt x="401236" y="30719"/>
                </a:lnTo>
                <a:lnTo>
                  <a:pt x="401610" y="30698"/>
                </a:lnTo>
                <a:lnTo>
                  <a:pt x="401985" y="30682"/>
                </a:lnTo>
                <a:lnTo>
                  <a:pt x="402361" y="30673"/>
                </a:lnTo>
                <a:lnTo>
                  <a:pt x="402739" y="30670"/>
                </a:lnTo>
                <a:lnTo>
                  <a:pt x="403117" y="30673"/>
                </a:lnTo>
                <a:lnTo>
                  <a:pt x="403615" y="30683"/>
                </a:lnTo>
                <a:lnTo>
                  <a:pt x="404104" y="30703"/>
                </a:lnTo>
                <a:lnTo>
                  <a:pt x="404584" y="30734"/>
                </a:lnTo>
                <a:lnTo>
                  <a:pt x="405054" y="30774"/>
                </a:lnTo>
                <a:lnTo>
                  <a:pt x="405516" y="30824"/>
                </a:lnTo>
                <a:lnTo>
                  <a:pt x="405968" y="30884"/>
                </a:lnTo>
                <a:lnTo>
                  <a:pt x="406411" y="30954"/>
                </a:lnTo>
                <a:lnTo>
                  <a:pt x="406846" y="31033"/>
                </a:lnTo>
                <a:lnTo>
                  <a:pt x="407271" y="31123"/>
                </a:lnTo>
                <a:lnTo>
                  <a:pt x="407687" y="31222"/>
                </a:lnTo>
                <a:lnTo>
                  <a:pt x="408094" y="31332"/>
                </a:lnTo>
                <a:lnTo>
                  <a:pt x="408492" y="31451"/>
                </a:lnTo>
                <a:lnTo>
                  <a:pt x="408881" y="31580"/>
                </a:lnTo>
                <a:lnTo>
                  <a:pt x="409261" y="31719"/>
                </a:lnTo>
                <a:lnTo>
                  <a:pt x="409631" y="31868"/>
                </a:lnTo>
                <a:lnTo>
                  <a:pt x="409993" y="32027"/>
                </a:lnTo>
                <a:lnTo>
                  <a:pt x="410346" y="32195"/>
                </a:lnTo>
                <a:lnTo>
                  <a:pt x="410689" y="32374"/>
                </a:lnTo>
                <a:lnTo>
                  <a:pt x="411024" y="32562"/>
                </a:lnTo>
                <a:lnTo>
                  <a:pt x="411349" y="32761"/>
                </a:lnTo>
                <a:lnTo>
                  <a:pt x="411666" y="32969"/>
                </a:lnTo>
                <a:lnTo>
                  <a:pt x="411973" y="33187"/>
                </a:lnTo>
                <a:lnTo>
                  <a:pt x="412271" y="33415"/>
                </a:lnTo>
                <a:lnTo>
                  <a:pt x="412560" y="33653"/>
                </a:lnTo>
                <a:lnTo>
                  <a:pt x="412842" y="33898"/>
                </a:lnTo>
                <a:lnTo>
                  <a:pt x="413116" y="34149"/>
                </a:lnTo>
                <a:lnTo>
                  <a:pt x="413384" y="34406"/>
                </a:lnTo>
                <a:lnTo>
                  <a:pt x="413646" y="34668"/>
                </a:lnTo>
                <a:lnTo>
                  <a:pt x="413901" y="34935"/>
                </a:lnTo>
                <a:lnTo>
                  <a:pt x="414149" y="35208"/>
                </a:lnTo>
                <a:lnTo>
                  <a:pt x="414390" y="35486"/>
                </a:lnTo>
                <a:lnTo>
                  <a:pt x="414625" y="35770"/>
                </a:lnTo>
                <a:lnTo>
                  <a:pt x="414854" y="36059"/>
                </a:lnTo>
                <a:lnTo>
                  <a:pt x="415075" y="36354"/>
                </a:lnTo>
                <a:lnTo>
                  <a:pt x="415290" y="36654"/>
                </a:lnTo>
                <a:lnTo>
                  <a:pt x="415499" y="36959"/>
                </a:lnTo>
                <a:lnTo>
                  <a:pt x="415700" y="37270"/>
                </a:lnTo>
                <a:lnTo>
                  <a:pt x="415896" y="37587"/>
                </a:lnTo>
                <a:lnTo>
                  <a:pt x="416084" y="37909"/>
                </a:lnTo>
                <a:lnTo>
                  <a:pt x="416266" y="38236"/>
                </a:lnTo>
                <a:lnTo>
                  <a:pt x="416441" y="38569"/>
                </a:lnTo>
                <a:lnTo>
                  <a:pt x="416610" y="38908"/>
                </a:lnTo>
                <a:lnTo>
                  <a:pt x="416772" y="39252"/>
                </a:lnTo>
                <a:lnTo>
                  <a:pt x="416927" y="39601"/>
                </a:lnTo>
                <a:lnTo>
                  <a:pt x="417076" y="39956"/>
                </a:lnTo>
                <a:lnTo>
                  <a:pt x="417218" y="40316"/>
                </a:lnTo>
                <a:lnTo>
                  <a:pt x="417354" y="40682"/>
                </a:lnTo>
                <a:lnTo>
                  <a:pt x="417483" y="41053"/>
                </a:lnTo>
                <a:lnTo>
                  <a:pt x="417606" y="41428"/>
                </a:lnTo>
                <a:lnTo>
                  <a:pt x="417724" y="41805"/>
                </a:lnTo>
                <a:lnTo>
                  <a:pt x="417838" y="42185"/>
                </a:lnTo>
                <a:lnTo>
                  <a:pt x="417947" y="42566"/>
                </a:lnTo>
                <a:lnTo>
                  <a:pt x="418051" y="42950"/>
                </a:lnTo>
                <a:lnTo>
                  <a:pt x="418150" y="43336"/>
                </a:lnTo>
                <a:lnTo>
                  <a:pt x="418245" y="43725"/>
                </a:lnTo>
                <a:lnTo>
                  <a:pt x="418335" y="44115"/>
                </a:lnTo>
                <a:lnTo>
                  <a:pt x="418420" y="44508"/>
                </a:lnTo>
                <a:lnTo>
                  <a:pt x="418500" y="44903"/>
                </a:lnTo>
                <a:lnTo>
                  <a:pt x="418576" y="45300"/>
                </a:lnTo>
                <a:lnTo>
                  <a:pt x="418646" y="45699"/>
                </a:lnTo>
                <a:lnTo>
                  <a:pt x="418712" y="46101"/>
                </a:lnTo>
                <a:lnTo>
                  <a:pt x="418773" y="46504"/>
                </a:lnTo>
                <a:lnTo>
                  <a:pt x="418830" y="46910"/>
                </a:lnTo>
                <a:lnTo>
                  <a:pt x="418882" y="47318"/>
                </a:lnTo>
                <a:lnTo>
                  <a:pt x="418929" y="47729"/>
                </a:lnTo>
                <a:lnTo>
                  <a:pt x="418971" y="48141"/>
                </a:lnTo>
                <a:lnTo>
                  <a:pt x="419008" y="48556"/>
                </a:lnTo>
                <a:lnTo>
                  <a:pt x="419041" y="48973"/>
                </a:lnTo>
                <a:lnTo>
                  <a:pt x="419069" y="49392"/>
                </a:lnTo>
                <a:lnTo>
                  <a:pt x="419092" y="49814"/>
                </a:lnTo>
                <a:lnTo>
                  <a:pt x="419110" y="50237"/>
                </a:lnTo>
                <a:lnTo>
                  <a:pt x="419123" y="50663"/>
                </a:lnTo>
                <a:lnTo>
                  <a:pt x="419133" y="51089"/>
                </a:lnTo>
                <a:lnTo>
                  <a:pt x="419140" y="51513"/>
                </a:lnTo>
                <a:lnTo>
                  <a:pt x="419144" y="51935"/>
                </a:lnTo>
                <a:lnTo>
                  <a:pt x="419146" y="52355"/>
                </a:lnTo>
                <a:lnTo>
                  <a:pt x="419144" y="52773"/>
                </a:lnTo>
                <a:lnTo>
                  <a:pt x="419140" y="53189"/>
                </a:lnTo>
                <a:lnTo>
                  <a:pt x="419133" y="53603"/>
                </a:lnTo>
                <a:lnTo>
                  <a:pt x="419123" y="54016"/>
                </a:lnTo>
                <a:lnTo>
                  <a:pt x="419111" y="54426"/>
                </a:lnTo>
                <a:lnTo>
                  <a:pt x="419096" y="54834"/>
                </a:lnTo>
                <a:lnTo>
                  <a:pt x="419077" y="55240"/>
                </a:lnTo>
                <a:lnTo>
                  <a:pt x="419056" y="55644"/>
                </a:lnTo>
                <a:lnTo>
                  <a:pt x="419033" y="56046"/>
                </a:lnTo>
                <a:lnTo>
                  <a:pt x="419006" y="56447"/>
                </a:lnTo>
                <a:lnTo>
                  <a:pt x="418977" y="56845"/>
                </a:lnTo>
                <a:lnTo>
                  <a:pt x="418945" y="57241"/>
                </a:lnTo>
                <a:lnTo>
                  <a:pt x="418910" y="57636"/>
                </a:lnTo>
                <a:lnTo>
                  <a:pt x="418872" y="58028"/>
                </a:lnTo>
                <a:lnTo>
                  <a:pt x="418832" y="58418"/>
                </a:lnTo>
                <a:lnTo>
                  <a:pt x="418789" y="58807"/>
                </a:lnTo>
                <a:lnTo>
                  <a:pt x="418743" y="59193"/>
                </a:lnTo>
                <a:lnTo>
                  <a:pt x="418694" y="59578"/>
                </a:lnTo>
                <a:lnTo>
                  <a:pt x="418642" y="59960"/>
                </a:lnTo>
                <a:lnTo>
                  <a:pt x="418588" y="60341"/>
                </a:lnTo>
                <a:lnTo>
                  <a:pt x="418387" y="61747"/>
                </a:lnTo>
                <a:lnTo>
                  <a:pt x="418312" y="62177"/>
                </a:lnTo>
                <a:lnTo>
                  <a:pt x="418234" y="62608"/>
                </a:lnTo>
                <a:lnTo>
                  <a:pt x="418153" y="63039"/>
                </a:lnTo>
                <a:lnTo>
                  <a:pt x="418068" y="63471"/>
                </a:lnTo>
                <a:lnTo>
                  <a:pt x="417979" y="63904"/>
                </a:lnTo>
                <a:lnTo>
                  <a:pt x="417887" y="64338"/>
                </a:lnTo>
                <a:lnTo>
                  <a:pt x="417791" y="64772"/>
                </a:lnTo>
                <a:lnTo>
                  <a:pt x="417691" y="65207"/>
                </a:lnTo>
                <a:lnTo>
                  <a:pt x="417588" y="65643"/>
                </a:lnTo>
                <a:lnTo>
                  <a:pt x="417481" y="66079"/>
                </a:lnTo>
                <a:lnTo>
                  <a:pt x="417371" y="66516"/>
                </a:lnTo>
                <a:lnTo>
                  <a:pt x="417257" y="66954"/>
                </a:lnTo>
                <a:lnTo>
                  <a:pt x="417139" y="67392"/>
                </a:lnTo>
                <a:lnTo>
                  <a:pt x="417018" y="67831"/>
                </a:lnTo>
                <a:lnTo>
                  <a:pt x="416893" y="68271"/>
                </a:lnTo>
                <a:lnTo>
                  <a:pt x="416765" y="68712"/>
                </a:lnTo>
                <a:lnTo>
                  <a:pt x="416633" y="69153"/>
                </a:lnTo>
                <a:lnTo>
                  <a:pt x="416497" y="69595"/>
                </a:lnTo>
                <a:lnTo>
                  <a:pt x="416358" y="70038"/>
                </a:lnTo>
                <a:lnTo>
                  <a:pt x="416215" y="70481"/>
                </a:lnTo>
                <a:lnTo>
                  <a:pt x="416068" y="70925"/>
                </a:lnTo>
                <a:lnTo>
                  <a:pt x="415918" y="71370"/>
                </a:lnTo>
                <a:lnTo>
                  <a:pt x="415765" y="71815"/>
                </a:lnTo>
                <a:lnTo>
                  <a:pt x="415607" y="72261"/>
                </a:lnTo>
                <a:lnTo>
                  <a:pt x="415446" y="72706"/>
                </a:lnTo>
                <a:lnTo>
                  <a:pt x="415281" y="73148"/>
                </a:lnTo>
                <a:lnTo>
                  <a:pt x="415111" y="73587"/>
                </a:lnTo>
                <a:lnTo>
                  <a:pt x="414938" y="74023"/>
                </a:lnTo>
                <a:lnTo>
                  <a:pt x="414760" y="74456"/>
                </a:lnTo>
                <a:lnTo>
                  <a:pt x="414578" y="74886"/>
                </a:lnTo>
                <a:lnTo>
                  <a:pt x="414392" y="75313"/>
                </a:lnTo>
                <a:lnTo>
                  <a:pt x="414201" y="75736"/>
                </a:lnTo>
                <a:lnTo>
                  <a:pt x="414006" y="76157"/>
                </a:lnTo>
                <a:lnTo>
                  <a:pt x="413808" y="76575"/>
                </a:lnTo>
                <a:lnTo>
                  <a:pt x="413605" y="76990"/>
                </a:lnTo>
                <a:lnTo>
                  <a:pt x="413397" y="77401"/>
                </a:lnTo>
                <a:lnTo>
                  <a:pt x="413186" y="77810"/>
                </a:lnTo>
                <a:lnTo>
                  <a:pt x="412971" y="78216"/>
                </a:lnTo>
                <a:lnTo>
                  <a:pt x="412751" y="78618"/>
                </a:lnTo>
                <a:lnTo>
                  <a:pt x="412527" y="79018"/>
                </a:lnTo>
                <a:lnTo>
                  <a:pt x="412299" y="79414"/>
                </a:lnTo>
                <a:lnTo>
                  <a:pt x="412066" y="79808"/>
                </a:lnTo>
                <a:lnTo>
                  <a:pt x="411830" y="80199"/>
                </a:lnTo>
                <a:lnTo>
                  <a:pt x="411589" y="80586"/>
                </a:lnTo>
                <a:lnTo>
                  <a:pt x="411344" y="80971"/>
                </a:lnTo>
                <a:lnTo>
                  <a:pt x="411095" y="81352"/>
                </a:lnTo>
                <a:lnTo>
                  <a:pt x="410842" y="81731"/>
                </a:lnTo>
                <a:lnTo>
                  <a:pt x="410585" y="82106"/>
                </a:lnTo>
                <a:lnTo>
                  <a:pt x="410323" y="82477"/>
                </a:lnTo>
                <a:lnTo>
                  <a:pt x="410056" y="82841"/>
                </a:lnTo>
                <a:lnTo>
                  <a:pt x="409784" y="83200"/>
                </a:lnTo>
                <a:lnTo>
                  <a:pt x="409508" y="83552"/>
                </a:lnTo>
                <a:lnTo>
                  <a:pt x="409226" y="83899"/>
                </a:lnTo>
                <a:lnTo>
                  <a:pt x="408940" y="84239"/>
                </a:lnTo>
                <a:lnTo>
                  <a:pt x="408648" y="84572"/>
                </a:lnTo>
                <a:lnTo>
                  <a:pt x="408352" y="84900"/>
                </a:lnTo>
                <a:lnTo>
                  <a:pt x="408051" y="85222"/>
                </a:lnTo>
                <a:lnTo>
                  <a:pt x="407745" y="85537"/>
                </a:lnTo>
                <a:lnTo>
                  <a:pt x="407435" y="85846"/>
                </a:lnTo>
                <a:lnTo>
                  <a:pt x="407119" y="86149"/>
                </a:lnTo>
                <a:lnTo>
                  <a:pt x="406798" y="86446"/>
                </a:lnTo>
                <a:lnTo>
                  <a:pt x="406473" y="86737"/>
                </a:lnTo>
                <a:lnTo>
                  <a:pt x="406143" y="87022"/>
                </a:lnTo>
                <a:lnTo>
                  <a:pt x="405807" y="87300"/>
                </a:lnTo>
                <a:lnTo>
                  <a:pt x="405467" y="87572"/>
                </a:lnTo>
                <a:lnTo>
                  <a:pt x="405122" y="87838"/>
                </a:lnTo>
                <a:lnTo>
                  <a:pt x="404773" y="88098"/>
                </a:lnTo>
                <a:lnTo>
                  <a:pt x="404418" y="88352"/>
                </a:lnTo>
                <a:lnTo>
                  <a:pt x="404058" y="88600"/>
                </a:lnTo>
                <a:lnTo>
                  <a:pt x="403694" y="88841"/>
                </a:lnTo>
                <a:lnTo>
                  <a:pt x="403324" y="89076"/>
                </a:lnTo>
                <a:lnTo>
                  <a:pt x="402950" y="89305"/>
                </a:lnTo>
                <a:lnTo>
                  <a:pt x="402570" y="89527"/>
                </a:lnTo>
                <a:lnTo>
                  <a:pt x="402185" y="89738"/>
                </a:lnTo>
                <a:lnTo>
                  <a:pt x="401794" y="89940"/>
                </a:lnTo>
                <a:lnTo>
                  <a:pt x="401398" y="90132"/>
                </a:lnTo>
                <a:lnTo>
                  <a:pt x="400995" y="90315"/>
                </a:lnTo>
                <a:lnTo>
                  <a:pt x="400587" y="90488"/>
                </a:lnTo>
                <a:lnTo>
                  <a:pt x="400173" y="90651"/>
                </a:lnTo>
                <a:lnTo>
                  <a:pt x="399754" y="90805"/>
                </a:lnTo>
                <a:lnTo>
                  <a:pt x="399329" y="90949"/>
                </a:lnTo>
                <a:lnTo>
                  <a:pt x="398898" y="91083"/>
                </a:lnTo>
                <a:lnTo>
                  <a:pt x="398462" y="91208"/>
                </a:lnTo>
                <a:lnTo>
                  <a:pt x="398019" y="91323"/>
                </a:lnTo>
                <a:lnTo>
                  <a:pt x="397571" y="91428"/>
                </a:lnTo>
                <a:lnTo>
                  <a:pt x="397118" y="91524"/>
                </a:lnTo>
                <a:lnTo>
                  <a:pt x="396658" y="91610"/>
                </a:lnTo>
                <a:lnTo>
                  <a:pt x="396193" y="91686"/>
                </a:lnTo>
                <a:lnTo>
                  <a:pt x="395723" y="91753"/>
                </a:lnTo>
                <a:lnTo>
                  <a:pt x="395246" y="91810"/>
                </a:lnTo>
                <a:lnTo>
                  <a:pt x="394764" y="91858"/>
                </a:lnTo>
                <a:lnTo>
                  <a:pt x="394276" y="91896"/>
                </a:lnTo>
                <a:lnTo>
                  <a:pt x="393783" y="91924"/>
                </a:lnTo>
                <a:lnTo>
                  <a:pt x="393284" y="91943"/>
                </a:lnTo>
                <a:lnTo>
                  <a:pt x="392779" y="91951"/>
                </a:lnTo>
                <a:lnTo>
                  <a:pt x="392268" y="91951"/>
                </a:lnTo>
                <a:lnTo>
                  <a:pt x="391840" y="91941"/>
                </a:lnTo>
                <a:lnTo>
                  <a:pt x="391414" y="91923"/>
                </a:lnTo>
                <a:lnTo>
                  <a:pt x="390991" y="91897"/>
                </a:lnTo>
                <a:lnTo>
                  <a:pt x="390571" y="91863"/>
                </a:lnTo>
                <a:lnTo>
                  <a:pt x="390153" y="91821"/>
                </a:lnTo>
                <a:lnTo>
                  <a:pt x="389738" y="91771"/>
                </a:lnTo>
                <a:lnTo>
                  <a:pt x="389326" y="91712"/>
                </a:lnTo>
                <a:lnTo>
                  <a:pt x="388916" y="91646"/>
                </a:lnTo>
                <a:lnTo>
                  <a:pt x="388509" y="91571"/>
                </a:lnTo>
                <a:lnTo>
                  <a:pt x="388105" y="91488"/>
                </a:lnTo>
                <a:lnTo>
                  <a:pt x="387703" y="91397"/>
                </a:lnTo>
                <a:lnTo>
                  <a:pt x="387304" y="91298"/>
                </a:lnTo>
                <a:lnTo>
                  <a:pt x="386908" y="91190"/>
                </a:lnTo>
                <a:lnTo>
                  <a:pt x="386514" y="91075"/>
                </a:lnTo>
                <a:lnTo>
                  <a:pt x="386123" y="90951"/>
                </a:lnTo>
                <a:lnTo>
                  <a:pt x="385735" y="90820"/>
                </a:lnTo>
                <a:lnTo>
                  <a:pt x="385349" y="90680"/>
                </a:lnTo>
                <a:lnTo>
                  <a:pt x="384966" y="90532"/>
                </a:lnTo>
                <a:lnTo>
                  <a:pt x="384586" y="90376"/>
                </a:lnTo>
                <a:lnTo>
                  <a:pt x="384209" y="90211"/>
                </a:lnTo>
                <a:lnTo>
                  <a:pt x="383834" y="90039"/>
                </a:lnTo>
                <a:lnTo>
                  <a:pt x="383461" y="89858"/>
                </a:lnTo>
                <a:lnTo>
                  <a:pt x="383092" y="89670"/>
                </a:lnTo>
                <a:lnTo>
                  <a:pt x="382725" y="89473"/>
                </a:lnTo>
                <a:lnTo>
                  <a:pt x="382362" y="89269"/>
                </a:lnTo>
                <a:lnTo>
                  <a:pt x="382006" y="89058"/>
                </a:lnTo>
                <a:lnTo>
                  <a:pt x="381656" y="88841"/>
                </a:lnTo>
                <a:lnTo>
                  <a:pt x="381312" y="88618"/>
                </a:lnTo>
                <a:lnTo>
                  <a:pt x="380974" y="88388"/>
                </a:lnTo>
                <a:lnTo>
                  <a:pt x="380643" y="88152"/>
                </a:lnTo>
                <a:lnTo>
                  <a:pt x="380317" y="87910"/>
                </a:lnTo>
                <a:lnTo>
                  <a:pt x="379998" y="87661"/>
                </a:lnTo>
                <a:lnTo>
                  <a:pt x="379685" y="87406"/>
                </a:lnTo>
                <a:lnTo>
                  <a:pt x="379378" y="87144"/>
                </a:lnTo>
                <a:lnTo>
                  <a:pt x="379077" y="86876"/>
                </a:lnTo>
                <a:lnTo>
                  <a:pt x="378782" y="86601"/>
                </a:lnTo>
                <a:lnTo>
                  <a:pt x="378494" y="86321"/>
                </a:lnTo>
                <a:lnTo>
                  <a:pt x="378211" y="86033"/>
                </a:lnTo>
                <a:lnTo>
                  <a:pt x="377935" y="85740"/>
                </a:lnTo>
                <a:lnTo>
                  <a:pt x="377665" y="85440"/>
                </a:lnTo>
                <a:lnTo>
                  <a:pt x="377401" y="85133"/>
                </a:lnTo>
                <a:lnTo>
                  <a:pt x="377143" y="84820"/>
                </a:lnTo>
                <a:lnTo>
                  <a:pt x="376892" y="84501"/>
                </a:lnTo>
                <a:lnTo>
                  <a:pt x="376646" y="84176"/>
                </a:lnTo>
                <a:lnTo>
                  <a:pt x="376407" y="83844"/>
                </a:lnTo>
                <a:lnTo>
                  <a:pt x="376174" y="83505"/>
                </a:lnTo>
                <a:lnTo>
                  <a:pt x="375947" y="83160"/>
                </a:lnTo>
                <a:lnTo>
                  <a:pt x="375726" y="82809"/>
                </a:lnTo>
                <a:lnTo>
                  <a:pt x="375514" y="82453"/>
                </a:lnTo>
                <a:lnTo>
                  <a:pt x="375311" y="82092"/>
                </a:lnTo>
                <a:lnTo>
                  <a:pt x="375119" y="81727"/>
                </a:lnTo>
                <a:lnTo>
                  <a:pt x="374936" y="81357"/>
                </a:lnTo>
                <a:lnTo>
                  <a:pt x="374763" y="80983"/>
                </a:lnTo>
                <a:lnTo>
                  <a:pt x="374601" y="80605"/>
                </a:lnTo>
                <a:lnTo>
                  <a:pt x="374448" y="80223"/>
                </a:lnTo>
                <a:lnTo>
                  <a:pt x="374360" y="79986"/>
                </a:lnTo>
                <a:lnTo>
                  <a:pt x="380668" y="43641"/>
                </a:lnTo>
                <a:lnTo>
                  <a:pt x="380783" y="43464"/>
                </a:lnTo>
                <a:lnTo>
                  <a:pt x="380994" y="43147"/>
                </a:lnTo>
                <a:lnTo>
                  <a:pt x="381208" y="42834"/>
                </a:lnTo>
                <a:close/>
                <a:moveTo>
                  <a:pt x="237102" y="55333"/>
                </a:moveTo>
                <a:lnTo>
                  <a:pt x="237148" y="54824"/>
                </a:lnTo>
                <a:lnTo>
                  <a:pt x="237188" y="54315"/>
                </a:lnTo>
                <a:lnTo>
                  <a:pt x="237222" y="53808"/>
                </a:lnTo>
                <a:lnTo>
                  <a:pt x="237249" y="53301"/>
                </a:lnTo>
                <a:lnTo>
                  <a:pt x="237271" y="52796"/>
                </a:lnTo>
                <a:lnTo>
                  <a:pt x="237287" y="52291"/>
                </a:lnTo>
                <a:lnTo>
                  <a:pt x="237296" y="51787"/>
                </a:lnTo>
                <a:lnTo>
                  <a:pt x="237300" y="51284"/>
                </a:lnTo>
                <a:lnTo>
                  <a:pt x="237297" y="50783"/>
                </a:lnTo>
                <a:lnTo>
                  <a:pt x="237288" y="50282"/>
                </a:lnTo>
                <a:lnTo>
                  <a:pt x="237274" y="49782"/>
                </a:lnTo>
                <a:lnTo>
                  <a:pt x="237253" y="49283"/>
                </a:lnTo>
                <a:lnTo>
                  <a:pt x="237226" y="48784"/>
                </a:lnTo>
                <a:lnTo>
                  <a:pt x="237194" y="48287"/>
                </a:lnTo>
                <a:lnTo>
                  <a:pt x="237155" y="47791"/>
                </a:lnTo>
                <a:lnTo>
                  <a:pt x="237110" y="47295"/>
                </a:lnTo>
                <a:lnTo>
                  <a:pt x="237059" y="46801"/>
                </a:lnTo>
                <a:lnTo>
                  <a:pt x="237002" y="46308"/>
                </a:lnTo>
                <a:lnTo>
                  <a:pt x="236939" y="45815"/>
                </a:lnTo>
                <a:lnTo>
                  <a:pt x="236870" y="45323"/>
                </a:lnTo>
                <a:lnTo>
                  <a:pt x="236795" y="44833"/>
                </a:lnTo>
                <a:lnTo>
                  <a:pt x="236713" y="44344"/>
                </a:lnTo>
                <a:lnTo>
                  <a:pt x="236626" y="43860"/>
                </a:lnTo>
                <a:lnTo>
                  <a:pt x="236532" y="43380"/>
                </a:lnTo>
                <a:lnTo>
                  <a:pt x="236431" y="42903"/>
                </a:lnTo>
                <a:lnTo>
                  <a:pt x="236324" y="42431"/>
                </a:lnTo>
                <a:lnTo>
                  <a:pt x="236211" y="41962"/>
                </a:lnTo>
                <a:lnTo>
                  <a:pt x="236091" y="41498"/>
                </a:lnTo>
                <a:lnTo>
                  <a:pt x="235965" y="41037"/>
                </a:lnTo>
                <a:lnTo>
                  <a:pt x="235833" y="40580"/>
                </a:lnTo>
                <a:lnTo>
                  <a:pt x="235694" y="40127"/>
                </a:lnTo>
                <a:lnTo>
                  <a:pt x="235548" y="39679"/>
                </a:lnTo>
                <a:lnTo>
                  <a:pt x="235397" y="39234"/>
                </a:lnTo>
                <a:lnTo>
                  <a:pt x="235239" y="38793"/>
                </a:lnTo>
                <a:lnTo>
                  <a:pt x="235074" y="38356"/>
                </a:lnTo>
                <a:lnTo>
                  <a:pt x="234903" y="37923"/>
                </a:lnTo>
                <a:lnTo>
                  <a:pt x="234726" y="37494"/>
                </a:lnTo>
                <a:lnTo>
                  <a:pt x="234542" y="37069"/>
                </a:lnTo>
                <a:lnTo>
                  <a:pt x="234352" y="36647"/>
                </a:lnTo>
                <a:lnTo>
                  <a:pt x="234156" y="36230"/>
                </a:lnTo>
                <a:lnTo>
                  <a:pt x="233953" y="35817"/>
                </a:lnTo>
                <a:lnTo>
                  <a:pt x="233744" y="35408"/>
                </a:lnTo>
                <a:lnTo>
                  <a:pt x="233528" y="35002"/>
                </a:lnTo>
                <a:lnTo>
                  <a:pt x="233306" y="34601"/>
                </a:lnTo>
                <a:lnTo>
                  <a:pt x="233078" y="34203"/>
                </a:lnTo>
                <a:lnTo>
                  <a:pt x="232843" y="33811"/>
                </a:lnTo>
                <a:lnTo>
                  <a:pt x="232601" y="33425"/>
                </a:lnTo>
                <a:lnTo>
                  <a:pt x="232352" y="33046"/>
                </a:lnTo>
                <a:lnTo>
                  <a:pt x="232096" y="32674"/>
                </a:lnTo>
                <a:lnTo>
                  <a:pt x="231833" y="32308"/>
                </a:lnTo>
                <a:lnTo>
                  <a:pt x="231563" y="31949"/>
                </a:lnTo>
                <a:lnTo>
                  <a:pt x="231286" y="31597"/>
                </a:lnTo>
                <a:lnTo>
                  <a:pt x="231002" y="31251"/>
                </a:lnTo>
                <a:lnTo>
                  <a:pt x="230711" y="30911"/>
                </a:lnTo>
                <a:lnTo>
                  <a:pt x="230413" y="30579"/>
                </a:lnTo>
                <a:lnTo>
                  <a:pt x="230108" y="30253"/>
                </a:lnTo>
                <a:lnTo>
                  <a:pt x="229796" y="29933"/>
                </a:lnTo>
                <a:lnTo>
                  <a:pt x="229477" y="29620"/>
                </a:lnTo>
                <a:lnTo>
                  <a:pt x="229152" y="29314"/>
                </a:lnTo>
                <a:lnTo>
                  <a:pt x="228819" y="29015"/>
                </a:lnTo>
                <a:lnTo>
                  <a:pt x="228479" y="28722"/>
                </a:lnTo>
                <a:lnTo>
                  <a:pt x="228132" y="28435"/>
                </a:lnTo>
                <a:lnTo>
                  <a:pt x="227779" y="28156"/>
                </a:lnTo>
                <a:lnTo>
                  <a:pt x="227418" y="27883"/>
                </a:lnTo>
                <a:lnTo>
                  <a:pt x="227050" y="27616"/>
                </a:lnTo>
                <a:lnTo>
                  <a:pt x="226676" y="27356"/>
                </a:lnTo>
                <a:lnTo>
                  <a:pt x="226294" y="27103"/>
                </a:lnTo>
                <a:lnTo>
                  <a:pt x="225906" y="26857"/>
                </a:lnTo>
                <a:lnTo>
                  <a:pt x="225510" y="26617"/>
                </a:lnTo>
                <a:lnTo>
                  <a:pt x="225107" y="26385"/>
                </a:lnTo>
                <a:lnTo>
                  <a:pt x="224697" y="26162"/>
                </a:lnTo>
                <a:lnTo>
                  <a:pt x="224278" y="25949"/>
                </a:lnTo>
                <a:lnTo>
                  <a:pt x="223852" y="25746"/>
                </a:lnTo>
                <a:lnTo>
                  <a:pt x="223418" y="25553"/>
                </a:lnTo>
                <a:lnTo>
                  <a:pt x="222976" y="25369"/>
                </a:lnTo>
                <a:lnTo>
                  <a:pt x="222526" y="25195"/>
                </a:lnTo>
                <a:lnTo>
                  <a:pt x="222069" y="25030"/>
                </a:lnTo>
                <a:lnTo>
                  <a:pt x="221603" y="24875"/>
                </a:lnTo>
                <a:lnTo>
                  <a:pt x="221130" y="24730"/>
                </a:lnTo>
                <a:lnTo>
                  <a:pt x="220649" y="24594"/>
                </a:lnTo>
                <a:lnTo>
                  <a:pt x="220161" y="24468"/>
                </a:lnTo>
                <a:lnTo>
                  <a:pt x="219664" y="24352"/>
                </a:lnTo>
                <a:lnTo>
                  <a:pt x="219160" y="24245"/>
                </a:lnTo>
                <a:lnTo>
                  <a:pt x="218648" y="24148"/>
                </a:lnTo>
                <a:lnTo>
                  <a:pt x="218129" y="24061"/>
                </a:lnTo>
                <a:lnTo>
                  <a:pt x="217601" y="23983"/>
                </a:lnTo>
                <a:lnTo>
                  <a:pt x="217066" y="23915"/>
                </a:lnTo>
                <a:lnTo>
                  <a:pt x="216522" y="23856"/>
                </a:lnTo>
                <a:lnTo>
                  <a:pt x="215971" y="23807"/>
                </a:lnTo>
                <a:lnTo>
                  <a:pt x="215413" y="23768"/>
                </a:lnTo>
                <a:lnTo>
                  <a:pt x="214846" y="23738"/>
                </a:lnTo>
                <a:lnTo>
                  <a:pt x="214272" y="23718"/>
                </a:lnTo>
                <a:lnTo>
                  <a:pt x="213690" y="23708"/>
                </a:lnTo>
                <a:lnTo>
                  <a:pt x="213073" y="23702"/>
                </a:lnTo>
                <a:lnTo>
                  <a:pt x="212460" y="23708"/>
                </a:lnTo>
                <a:lnTo>
                  <a:pt x="211852" y="23726"/>
                </a:lnTo>
                <a:lnTo>
                  <a:pt x="211248" y="23755"/>
                </a:lnTo>
                <a:lnTo>
                  <a:pt x="210649" y="23796"/>
                </a:lnTo>
                <a:lnTo>
                  <a:pt x="210055" y="23848"/>
                </a:lnTo>
                <a:lnTo>
                  <a:pt x="209465" y="23911"/>
                </a:lnTo>
                <a:lnTo>
                  <a:pt x="208879" y="23987"/>
                </a:lnTo>
                <a:lnTo>
                  <a:pt x="208298" y="24073"/>
                </a:lnTo>
                <a:lnTo>
                  <a:pt x="207722" y="24172"/>
                </a:lnTo>
                <a:lnTo>
                  <a:pt x="207150" y="24281"/>
                </a:lnTo>
                <a:lnTo>
                  <a:pt x="206583" y="24402"/>
                </a:lnTo>
                <a:lnTo>
                  <a:pt x="206020" y="24535"/>
                </a:lnTo>
                <a:lnTo>
                  <a:pt x="205462" y="24679"/>
                </a:lnTo>
                <a:lnTo>
                  <a:pt x="204908" y="24835"/>
                </a:lnTo>
                <a:lnTo>
                  <a:pt x="204359" y="25002"/>
                </a:lnTo>
                <a:lnTo>
                  <a:pt x="203814" y="25181"/>
                </a:lnTo>
                <a:lnTo>
                  <a:pt x="203274" y="25371"/>
                </a:lnTo>
                <a:lnTo>
                  <a:pt x="202738" y="25573"/>
                </a:lnTo>
                <a:lnTo>
                  <a:pt x="202207" y="25786"/>
                </a:lnTo>
                <a:lnTo>
                  <a:pt x="201681" y="26011"/>
                </a:lnTo>
                <a:lnTo>
                  <a:pt x="201159" y="26248"/>
                </a:lnTo>
                <a:lnTo>
                  <a:pt x="200641" y="26495"/>
                </a:lnTo>
                <a:lnTo>
                  <a:pt x="200128" y="26755"/>
                </a:lnTo>
                <a:lnTo>
                  <a:pt x="199620" y="27024"/>
                </a:lnTo>
                <a:lnTo>
                  <a:pt x="199118" y="27300"/>
                </a:lnTo>
                <a:lnTo>
                  <a:pt x="198621" y="27584"/>
                </a:lnTo>
                <a:lnTo>
                  <a:pt x="198130" y="27876"/>
                </a:lnTo>
                <a:lnTo>
                  <a:pt x="197645" y="28175"/>
                </a:lnTo>
                <a:lnTo>
                  <a:pt x="197165" y="28481"/>
                </a:lnTo>
                <a:lnTo>
                  <a:pt x="196690" y="28796"/>
                </a:lnTo>
                <a:lnTo>
                  <a:pt x="196222" y="29117"/>
                </a:lnTo>
                <a:lnTo>
                  <a:pt x="195758" y="29447"/>
                </a:lnTo>
                <a:lnTo>
                  <a:pt x="195301" y="29784"/>
                </a:lnTo>
                <a:lnTo>
                  <a:pt x="194849" y="30128"/>
                </a:lnTo>
                <a:lnTo>
                  <a:pt x="194402" y="30480"/>
                </a:lnTo>
                <a:lnTo>
                  <a:pt x="193961" y="30840"/>
                </a:lnTo>
                <a:lnTo>
                  <a:pt x="193526" y="31207"/>
                </a:lnTo>
                <a:lnTo>
                  <a:pt x="193096" y="31581"/>
                </a:lnTo>
                <a:lnTo>
                  <a:pt x="192672" y="31964"/>
                </a:lnTo>
                <a:lnTo>
                  <a:pt x="192254" y="32353"/>
                </a:lnTo>
                <a:lnTo>
                  <a:pt x="191841" y="32751"/>
                </a:lnTo>
                <a:lnTo>
                  <a:pt x="191433" y="33156"/>
                </a:lnTo>
                <a:lnTo>
                  <a:pt x="191031" y="33568"/>
                </a:lnTo>
                <a:lnTo>
                  <a:pt x="190635" y="33988"/>
                </a:lnTo>
                <a:lnTo>
                  <a:pt x="190245" y="34416"/>
                </a:lnTo>
                <a:lnTo>
                  <a:pt x="189859" y="34851"/>
                </a:lnTo>
                <a:lnTo>
                  <a:pt x="189480" y="35294"/>
                </a:lnTo>
                <a:lnTo>
                  <a:pt x="189106" y="35742"/>
                </a:lnTo>
                <a:lnTo>
                  <a:pt x="188738" y="36195"/>
                </a:lnTo>
                <a:lnTo>
                  <a:pt x="188377" y="36652"/>
                </a:lnTo>
                <a:lnTo>
                  <a:pt x="188021" y="37113"/>
                </a:lnTo>
                <a:lnTo>
                  <a:pt x="187671" y="37578"/>
                </a:lnTo>
                <a:lnTo>
                  <a:pt x="187326" y="38048"/>
                </a:lnTo>
                <a:lnTo>
                  <a:pt x="186988" y="38521"/>
                </a:lnTo>
                <a:lnTo>
                  <a:pt x="186656" y="38999"/>
                </a:lnTo>
                <a:lnTo>
                  <a:pt x="186330" y="39481"/>
                </a:lnTo>
                <a:lnTo>
                  <a:pt x="186009" y="39968"/>
                </a:lnTo>
                <a:lnTo>
                  <a:pt x="185695" y="40458"/>
                </a:lnTo>
                <a:lnTo>
                  <a:pt x="185386" y="40953"/>
                </a:lnTo>
                <a:lnTo>
                  <a:pt x="185084" y="41451"/>
                </a:lnTo>
                <a:lnTo>
                  <a:pt x="184787" y="41954"/>
                </a:lnTo>
                <a:lnTo>
                  <a:pt x="184496" y="42461"/>
                </a:lnTo>
                <a:lnTo>
                  <a:pt x="184212" y="42973"/>
                </a:lnTo>
                <a:lnTo>
                  <a:pt x="183933" y="43488"/>
                </a:lnTo>
                <a:lnTo>
                  <a:pt x="183660" y="44008"/>
                </a:lnTo>
                <a:lnTo>
                  <a:pt x="183393" y="44532"/>
                </a:lnTo>
                <a:lnTo>
                  <a:pt x="183132" y="45060"/>
                </a:lnTo>
                <a:lnTo>
                  <a:pt x="182877" y="45592"/>
                </a:lnTo>
                <a:lnTo>
                  <a:pt x="182627" y="46129"/>
                </a:lnTo>
                <a:lnTo>
                  <a:pt x="182384" y="46669"/>
                </a:lnTo>
                <a:lnTo>
                  <a:pt x="182147" y="47214"/>
                </a:lnTo>
                <a:lnTo>
                  <a:pt x="181916" y="47761"/>
                </a:lnTo>
                <a:lnTo>
                  <a:pt x="181691" y="48309"/>
                </a:lnTo>
                <a:lnTo>
                  <a:pt x="181474" y="48857"/>
                </a:lnTo>
                <a:lnTo>
                  <a:pt x="181263" y="49406"/>
                </a:lnTo>
                <a:lnTo>
                  <a:pt x="181059" y="49955"/>
                </a:lnTo>
                <a:lnTo>
                  <a:pt x="180862" y="50504"/>
                </a:lnTo>
                <a:lnTo>
                  <a:pt x="180671" y="51054"/>
                </a:lnTo>
                <a:lnTo>
                  <a:pt x="180487" y="51605"/>
                </a:lnTo>
                <a:lnTo>
                  <a:pt x="180310" y="52155"/>
                </a:lnTo>
                <a:lnTo>
                  <a:pt x="180140" y="52707"/>
                </a:lnTo>
                <a:lnTo>
                  <a:pt x="179976" y="53259"/>
                </a:lnTo>
                <a:lnTo>
                  <a:pt x="179819" y="53811"/>
                </a:lnTo>
                <a:lnTo>
                  <a:pt x="179669" y="54364"/>
                </a:lnTo>
                <a:lnTo>
                  <a:pt x="179526" y="54917"/>
                </a:lnTo>
                <a:lnTo>
                  <a:pt x="179389" y="55471"/>
                </a:lnTo>
                <a:lnTo>
                  <a:pt x="179260" y="56025"/>
                </a:lnTo>
                <a:lnTo>
                  <a:pt x="179136" y="56579"/>
                </a:lnTo>
                <a:lnTo>
                  <a:pt x="179020" y="57134"/>
                </a:lnTo>
                <a:lnTo>
                  <a:pt x="178910" y="57690"/>
                </a:lnTo>
                <a:lnTo>
                  <a:pt x="178807" y="58246"/>
                </a:lnTo>
                <a:lnTo>
                  <a:pt x="178711" y="58802"/>
                </a:lnTo>
                <a:lnTo>
                  <a:pt x="178622" y="59359"/>
                </a:lnTo>
                <a:lnTo>
                  <a:pt x="178539" y="59917"/>
                </a:lnTo>
                <a:lnTo>
                  <a:pt x="178463" y="60474"/>
                </a:lnTo>
                <a:lnTo>
                  <a:pt x="178128" y="63421"/>
                </a:lnTo>
                <a:lnTo>
                  <a:pt x="178071" y="63973"/>
                </a:lnTo>
                <a:lnTo>
                  <a:pt x="178020" y="64524"/>
                </a:lnTo>
                <a:lnTo>
                  <a:pt x="177976" y="65073"/>
                </a:lnTo>
                <a:lnTo>
                  <a:pt x="177939" y="65622"/>
                </a:lnTo>
                <a:lnTo>
                  <a:pt x="177909" y="66169"/>
                </a:lnTo>
                <a:lnTo>
                  <a:pt x="177886" y="66715"/>
                </a:lnTo>
                <a:lnTo>
                  <a:pt x="177870" y="67260"/>
                </a:lnTo>
                <a:lnTo>
                  <a:pt x="177861" y="67804"/>
                </a:lnTo>
                <a:lnTo>
                  <a:pt x="177858" y="68347"/>
                </a:lnTo>
                <a:lnTo>
                  <a:pt x="177863" y="68888"/>
                </a:lnTo>
                <a:lnTo>
                  <a:pt x="177875" y="69428"/>
                </a:lnTo>
                <a:lnTo>
                  <a:pt x="177894" y="69968"/>
                </a:lnTo>
                <a:lnTo>
                  <a:pt x="177920" y="70506"/>
                </a:lnTo>
                <a:lnTo>
                  <a:pt x="177953" y="71042"/>
                </a:lnTo>
                <a:lnTo>
                  <a:pt x="177992" y="71578"/>
                </a:lnTo>
                <a:lnTo>
                  <a:pt x="178039" y="72112"/>
                </a:lnTo>
                <a:lnTo>
                  <a:pt x="178093" y="72646"/>
                </a:lnTo>
                <a:lnTo>
                  <a:pt x="178154" y="73178"/>
                </a:lnTo>
                <a:lnTo>
                  <a:pt x="178221" y="73709"/>
                </a:lnTo>
                <a:lnTo>
                  <a:pt x="178296" y="74239"/>
                </a:lnTo>
                <a:lnTo>
                  <a:pt x="178377" y="74767"/>
                </a:lnTo>
                <a:lnTo>
                  <a:pt x="178466" y="75295"/>
                </a:lnTo>
                <a:lnTo>
                  <a:pt x="178562" y="75821"/>
                </a:lnTo>
                <a:lnTo>
                  <a:pt x="178664" y="76346"/>
                </a:lnTo>
                <a:lnTo>
                  <a:pt x="178774" y="76869"/>
                </a:lnTo>
                <a:lnTo>
                  <a:pt x="178890" y="77387"/>
                </a:lnTo>
                <a:lnTo>
                  <a:pt x="179014" y="77901"/>
                </a:lnTo>
                <a:lnTo>
                  <a:pt x="179145" y="78410"/>
                </a:lnTo>
                <a:lnTo>
                  <a:pt x="179283" y="78916"/>
                </a:lnTo>
                <a:lnTo>
                  <a:pt x="179428" y="79417"/>
                </a:lnTo>
                <a:lnTo>
                  <a:pt x="179580" y="79913"/>
                </a:lnTo>
                <a:lnTo>
                  <a:pt x="179739" y="80406"/>
                </a:lnTo>
                <a:lnTo>
                  <a:pt x="179906" y="80894"/>
                </a:lnTo>
                <a:lnTo>
                  <a:pt x="180079" y="81377"/>
                </a:lnTo>
                <a:lnTo>
                  <a:pt x="180260" y="81857"/>
                </a:lnTo>
                <a:lnTo>
                  <a:pt x="180447" y="82332"/>
                </a:lnTo>
                <a:lnTo>
                  <a:pt x="180642" y="82803"/>
                </a:lnTo>
                <a:lnTo>
                  <a:pt x="180844" y="83269"/>
                </a:lnTo>
                <a:lnTo>
                  <a:pt x="181053" y="83732"/>
                </a:lnTo>
                <a:lnTo>
                  <a:pt x="181269" y="84190"/>
                </a:lnTo>
                <a:lnTo>
                  <a:pt x="181492" y="84643"/>
                </a:lnTo>
                <a:lnTo>
                  <a:pt x="181722" y="85092"/>
                </a:lnTo>
                <a:lnTo>
                  <a:pt x="181959" y="85537"/>
                </a:lnTo>
                <a:lnTo>
                  <a:pt x="182203" y="85978"/>
                </a:lnTo>
                <a:lnTo>
                  <a:pt x="182455" y="86415"/>
                </a:lnTo>
                <a:lnTo>
                  <a:pt x="182713" y="86847"/>
                </a:lnTo>
                <a:lnTo>
                  <a:pt x="182979" y="87275"/>
                </a:lnTo>
                <a:lnTo>
                  <a:pt x="183252" y="87698"/>
                </a:lnTo>
                <a:lnTo>
                  <a:pt x="183531" y="88116"/>
                </a:lnTo>
                <a:lnTo>
                  <a:pt x="183818" y="88527"/>
                </a:lnTo>
                <a:lnTo>
                  <a:pt x="184112" y="88930"/>
                </a:lnTo>
                <a:lnTo>
                  <a:pt x="184413" y="89327"/>
                </a:lnTo>
                <a:lnTo>
                  <a:pt x="184722" y="89716"/>
                </a:lnTo>
                <a:lnTo>
                  <a:pt x="185037" y="90098"/>
                </a:lnTo>
                <a:lnTo>
                  <a:pt x="185359" y="90474"/>
                </a:lnTo>
                <a:lnTo>
                  <a:pt x="185689" y="90842"/>
                </a:lnTo>
                <a:lnTo>
                  <a:pt x="186025" y="91203"/>
                </a:lnTo>
                <a:lnTo>
                  <a:pt x="186369" y="91557"/>
                </a:lnTo>
                <a:lnTo>
                  <a:pt x="186720" y="91904"/>
                </a:lnTo>
                <a:lnTo>
                  <a:pt x="187077" y="92244"/>
                </a:lnTo>
                <a:lnTo>
                  <a:pt x="187442" y="92576"/>
                </a:lnTo>
                <a:lnTo>
                  <a:pt x="187814" y="92902"/>
                </a:lnTo>
                <a:lnTo>
                  <a:pt x="188193" y="93220"/>
                </a:lnTo>
                <a:lnTo>
                  <a:pt x="188580" y="93532"/>
                </a:lnTo>
                <a:lnTo>
                  <a:pt x="188973" y="93836"/>
                </a:lnTo>
                <a:lnTo>
                  <a:pt x="189373" y="94133"/>
                </a:lnTo>
                <a:lnTo>
                  <a:pt x="189781" y="94424"/>
                </a:lnTo>
                <a:lnTo>
                  <a:pt x="190195" y="94707"/>
                </a:lnTo>
                <a:lnTo>
                  <a:pt x="190617" y="94983"/>
                </a:lnTo>
                <a:lnTo>
                  <a:pt x="191046" y="95252"/>
                </a:lnTo>
                <a:lnTo>
                  <a:pt x="191481" y="95513"/>
                </a:lnTo>
                <a:lnTo>
                  <a:pt x="191924" y="95768"/>
                </a:lnTo>
                <a:lnTo>
                  <a:pt x="192374" y="96014"/>
                </a:lnTo>
                <a:lnTo>
                  <a:pt x="192831" y="96250"/>
                </a:lnTo>
                <a:lnTo>
                  <a:pt x="193295" y="96475"/>
                </a:lnTo>
                <a:lnTo>
                  <a:pt x="193766" y="96691"/>
                </a:lnTo>
                <a:lnTo>
                  <a:pt x="194244" y="96896"/>
                </a:lnTo>
                <a:lnTo>
                  <a:pt x="194729" y="97091"/>
                </a:lnTo>
                <a:lnTo>
                  <a:pt x="195221" y="97275"/>
                </a:lnTo>
                <a:lnTo>
                  <a:pt x="195719" y="97450"/>
                </a:lnTo>
                <a:lnTo>
                  <a:pt x="196225" y="97614"/>
                </a:lnTo>
                <a:lnTo>
                  <a:pt x="196738" y="97768"/>
                </a:lnTo>
                <a:lnTo>
                  <a:pt x="197258" y="97912"/>
                </a:lnTo>
                <a:lnTo>
                  <a:pt x="197784" y="98045"/>
                </a:lnTo>
                <a:lnTo>
                  <a:pt x="198318" y="98168"/>
                </a:lnTo>
                <a:lnTo>
                  <a:pt x="198859" y="98281"/>
                </a:lnTo>
                <a:lnTo>
                  <a:pt x="199406" y="98384"/>
                </a:lnTo>
                <a:lnTo>
                  <a:pt x="199961" y="98477"/>
                </a:lnTo>
                <a:lnTo>
                  <a:pt x="200522" y="98559"/>
                </a:lnTo>
                <a:lnTo>
                  <a:pt x="201091" y="98631"/>
                </a:lnTo>
                <a:lnTo>
                  <a:pt x="201667" y="98693"/>
                </a:lnTo>
                <a:lnTo>
                  <a:pt x="202249" y="98744"/>
                </a:lnTo>
                <a:lnTo>
                  <a:pt x="202839" y="98786"/>
                </a:lnTo>
                <a:lnTo>
                  <a:pt x="203435" y="98817"/>
                </a:lnTo>
                <a:lnTo>
                  <a:pt x="204038" y="98838"/>
                </a:lnTo>
                <a:lnTo>
                  <a:pt x="204649" y="98849"/>
                </a:lnTo>
                <a:lnTo>
                  <a:pt x="205089" y="98846"/>
                </a:lnTo>
                <a:lnTo>
                  <a:pt x="205527" y="98839"/>
                </a:lnTo>
                <a:lnTo>
                  <a:pt x="205964" y="98826"/>
                </a:lnTo>
                <a:lnTo>
                  <a:pt x="206399" y="98809"/>
                </a:lnTo>
                <a:lnTo>
                  <a:pt x="206833" y="98786"/>
                </a:lnTo>
                <a:lnTo>
                  <a:pt x="207265" y="98759"/>
                </a:lnTo>
                <a:lnTo>
                  <a:pt x="207695" y="98726"/>
                </a:lnTo>
                <a:lnTo>
                  <a:pt x="208124" y="98689"/>
                </a:lnTo>
                <a:lnTo>
                  <a:pt x="208551" y="98646"/>
                </a:lnTo>
                <a:lnTo>
                  <a:pt x="208976" y="98599"/>
                </a:lnTo>
                <a:lnTo>
                  <a:pt x="209400" y="98546"/>
                </a:lnTo>
                <a:lnTo>
                  <a:pt x="209822" y="98489"/>
                </a:lnTo>
                <a:lnTo>
                  <a:pt x="210243" y="98426"/>
                </a:lnTo>
                <a:lnTo>
                  <a:pt x="210662" y="98359"/>
                </a:lnTo>
                <a:lnTo>
                  <a:pt x="211079" y="98286"/>
                </a:lnTo>
                <a:lnTo>
                  <a:pt x="211495" y="98209"/>
                </a:lnTo>
                <a:lnTo>
                  <a:pt x="211909" y="98126"/>
                </a:lnTo>
                <a:lnTo>
                  <a:pt x="212321" y="98039"/>
                </a:lnTo>
                <a:lnTo>
                  <a:pt x="212732" y="97946"/>
                </a:lnTo>
                <a:lnTo>
                  <a:pt x="213141" y="97849"/>
                </a:lnTo>
                <a:lnTo>
                  <a:pt x="213549" y="97746"/>
                </a:lnTo>
                <a:lnTo>
                  <a:pt x="213954" y="97639"/>
                </a:lnTo>
                <a:lnTo>
                  <a:pt x="214359" y="97526"/>
                </a:lnTo>
                <a:lnTo>
                  <a:pt x="214761" y="97409"/>
                </a:lnTo>
                <a:lnTo>
                  <a:pt x="215162" y="97286"/>
                </a:lnTo>
                <a:lnTo>
                  <a:pt x="215560" y="97159"/>
                </a:lnTo>
                <a:lnTo>
                  <a:pt x="215956" y="97026"/>
                </a:lnTo>
                <a:lnTo>
                  <a:pt x="216349" y="96889"/>
                </a:lnTo>
                <a:lnTo>
                  <a:pt x="216740" y="96746"/>
                </a:lnTo>
                <a:lnTo>
                  <a:pt x="217128" y="96599"/>
                </a:lnTo>
                <a:lnTo>
                  <a:pt x="217514" y="96446"/>
                </a:lnTo>
                <a:lnTo>
                  <a:pt x="217898" y="96289"/>
                </a:lnTo>
                <a:lnTo>
                  <a:pt x="218279" y="96126"/>
                </a:lnTo>
                <a:lnTo>
                  <a:pt x="218658" y="95959"/>
                </a:lnTo>
                <a:lnTo>
                  <a:pt x="219034" y="95786"/>
                </a:lnTo>
                <a:lnTo>
                  <a:pt x="219407" y="95609"/>
                </a:lnTo>
                <a:lnTo>
                  <a:pt x="219779" y="95426"/>
                </a:lnTo>
                <a:lnTo>
                  <a:pt x="220148" y="95239"/>
                </a:lnTo>
                <a:lnTo>
                  <a:pt x="220514" y="95046"/>
                </a:lnTo>
                <a:lnTo>
                  <a:pt x="220878" y="94849"/>
                </a:lnTo>
                <a:lnTo>
                  <a:pt x="221240" y="94647"/>
                </a:lnTo>
                <a:lnTo>
                  <a:pt x="221599" y="94439"/>
                </a:lnTo>
                <a:lnTo>
                  <a:pt x="221955" y="94227"/>
                </a:lnTo>
                <a:lnTo>
                  <a:pt x="222310" y="94009"/>
                </a:lnTo>
                <a:lnTo>
                  <a:pt x="222661" y="93787"/>
                </a:lnTo>
                <a:lnTo>
                  <a:pt x="223011" y="93559"/>
                </a:lnTo>
                <a:lnTo>
                  <a:pt x="223358" y="93327"/>
                </a:lnTo>
                <a:lnTo>
                  <a:pt x="223702" y="93089"/>
                </a:lnTo>
                <a:lnTo>
                  <a:pt x="224043" y="92847"/>
                </a:lnTo>
                <a:lnTo>
                  <a:pt x="224382" y="92600"/>
                </a:lnTo>
                <a:lnTo>
                  <a:pt x="224716" y="92349"/>
                </a:lnTo>
                <a:lnTo>
                  <a:pt x="225048" y="92094"/>
                </a:lnTo>
                <a:lnTo>
                  <a:pt x="225376" y="91834"/>
                </a:lnTo>
                <a:lnTo>
                  <a:pt x="225701" y="91570"/>
                </a:lnTo>
                <a:lnTo>
                  <a:pt x="226022" y="91301"/>
                </a:lnTo>
                <a:lnTo>
                  <a:pt x="226340" y="91028"/>
                </a:lnTo>
                <a:lnTo>
                  <a:pt x="226654" y="90750"/>
                </a:lnTo>
                <a:lnTo>
                  <a:pt x="226966" y="90468"/>
                </a:lnTo>
                <a:lnTo>
                  <a:pt x="227273" y="90182"/>
                </a:lnTo>
                <a:lnTo>
                  <a:pt x="227578" y="89891"/>
                </a:lnTo>
                <a:lnTo>
                  <a:pt x="227879" y="89596"/>
                </a:lnTo>
                <a:lnTo>
                  <a:pt x="228177" y="89296"/>
                </a:lnTo>
                <a:lnTo>
                  <a:pt x="228471" y="88992"/>
                </a:lnTo>
                <a:lnTo>
                  <a:pt x="228762" y="88684"/>
                </a:lnTo>
                <a:lnTo>
                  <a:pt x="229050" y="88371"/>
                </a:lnTo>
                <a:lnTo>
                  <a:pt x="229334" y="88054"/>
                </a:lnTo>
                <a:lnTo>
                  <a:pt x="229615" y="87732"/>
                </a:lnTo>
                <a:lnTo>
                  <a:pt x="229892" y="87406"/>
                </a:lnTo>
                <a:lnTo>
                  <a:pt x="230166" y="87075"/>
                </a:lnTo>
                <a:lnTo>
                  <a:pt x="230437" y="86740"/>
                </a:lnTo>
                <a:lnTo>
                  <a:pt x="230704" y="86401"/>
                </a:lnTo>
                <a:lnTo>
                  <a:pt x="230968" y="86057"/>
                </a:lnTo>
                <a:lnTo>
                  <a:pt x="226347" y="82173"/>
                </a:lnTo>
                <a:lnTo>
                  <a:pt x="225983" y="82544"/>
                </a:lnTo>
                <a:lnTo>
                  <a:pt x="225616" y="82908"/>
                </a:lnTo>
                <a:lnTo>
                  <a:pt x="225245" y="83267"/>
                </a:lnTo>
                <a:lnTo>
                  <a:pt x="224872" y="83619"/>
                </a:lnTo>
                <a:lnTo>
                  <a:pt x="224496" y="83966"/>
                </a:lnTo>
                <a:lnTo>
                  <a:pt x="224116" y="84306"/>
                </a:lnTo>
                <a:lnTo>
                  <a:pt x="223734" y="84639"/>
                </a:lnTo>
                <a:lnTo>
                  <a:pt x="223348" y="84967"/>
                </a:lnTo>
                <a:lnTo>
                  <a:pt x="222960" y="85289"/>
                </a:lnTo>
                <a:lnTo>
                  <a:pt x="222569" y="85604"/>
                </a:lnTo>
                <a:lnTo>
                  <a:pt x="222174" y="85913"/>
                </a:lnTo>
                <a:lnTo>
                  <a:pt x="221777" y="86216"/>
                </a:lnTo>
                <a:lnTo>
                  <a:pt x="221376" y="86513"/>
                </a:lnTo>
                <a:lnTo>
                  <a:pt x="220972" y="86804"/>
                </a:lnTo>
                <a:lnTo>
                  <a:pt x="220566" y="87088"/>
                </a:lnTo>
                <a:lnTo>
                  <a:pt x="220156" y="87367"/>
                </a:lnTo>
                <a:lnTo>
                  <a:pt x="219744" y="87639"/>
                </a:lnTo>
                <a:lnTo>
                  <a:pt x="219328" y="87905"/>
                </a:lnTo>
                <a:lnTo>
                  <a:pt x="218909" y="88165"/>
                </a:lnTo>
                <a:lnTo>
                  <a:pt x="218488" y="88419"/>
                </a:lnTo>
                <a:lnTo>
                  <a:pt x="218063" y="88666"/>
                </a:lnTo>
                <a:lnTo>
                  <a:pt x="217635" y="88908"/>
                </a:lnTo>
                <a:lnTo>
                  <a:pt x="217204" y="89143"/>
                </a:lnTo>
                <a:lnTo>
                  <a:pt x="216770" y="89372"/>
                </a:lnTo>
                <a:lnTo>
                  <a:pt x="216333" y="89593"/>
                </a:lnTo>
                <a:lnTo>
                  <a:pt x="215892" y="89805"/>
                </a:lnTo>
                <a:lnTo>
                  <a:pt x="215446" y="90007"/>
                </a:lnTo>
                <a:lnTo>
                  <a:pt x="214996" y="90199"/>
                </a:lnTo>
                <a:lnTo>
                  <a:pt x="214542" y="90382"/>
                </a:lnTo>
                <a:lnTo>
                  <a:pt x="214083" y="90555"/>
                </a:lnTo>
                <a:lnTo>
                  <a:pt x="213621" y="90718"/>
                </a:lnTo>
                <a:lnTo>
                  <a:pt x="213154" y="90872"/>
                </a:lnTo>
                <a:lnTo>
                  <a:pt x="212683" y="91016"/>
                </a:lnTo>
                <a:lnTo>
                  <a:pt x="212208" y="91150"/>
                </a:lnTo>
                <a:lnTo>
                  <a:pt x="211729" y="91275"/>
                </a:lnTo>
                <a:lnTo>
                  <a:pt x="211245" y="91390"/>
                </a:lnTo>
                <a:lnTo>
                  <a:pt x="210758" y="91495"/>
                </a:lnTo>
                <a:lnTo>
                  <a:pt x="210266" y="91591"/>
                </a:lnTo>
                <a:lnTo>
                  <a:pt x="209770" y="91677"/>
                </a:lnTo>
                <a:lnTo>
                  <a:pt x="209270" y="91753"/>
                </a:lnTo>
                <a:lnTo>
                  <a:pt x="208765" y="91820"/>
                </a:lnTo>
                <a:lnTo>
                  <a:pt x="208257" y="91877"/>
                </a:lnTo>
                <a:lnTo>
                  <a:pt x="207744" y="91925"/>
                </a:lnTo>
                <a:lnTo>
                  <a:pt x="207227" y="91963"/>
                </a:lnTo>
                <a:lnTo>
                  <a:pt x="206706" y="91991"/>
                </a:lnTo>
                <a:lnTo>
                  <a:pt x="206181" y="92009"/>
                </a:lnTo>
                <a:lnTo>
                  <a:pt x="205651" y="92018"/>
                </a:lnTo>
                <a:lnTo>
                  <a:pt x="205118" y="92018"/>
                </a:lnTo>
                <a:lnTo>
                  <a:pt x="204641" y="92002"/>
                </a:lnTo>
                <a:lnTo>
                  <a:pt x="204170" y="91978"/>
                </a:lnTo>
                <a:lnTo>
                  <a:pt x="203705" y="91946"/>
                </a:lnTo>
                <a:lnTo>
                  <a:pt x="203247" y="91905"/>
                </a:lnTo>
                <a:lnTo>
                  <a:pt x="202795" y="91856"/>
                </a:lnTo>
                <a:lnTo>
                  <a:pt x="202349" y="91798"/>
                </a:lnTo>
                <a:lnTo>
                  <a:pt x="201909" y="91732"/>
                </a:lnTo>
                <a:lnTo>
                  <a:pt x="201475" y="91657"/>
                </a:lnTo>
                <a:lnTo>
                  <a:pt x="201048" y="91573"/>
                </a:lnTo>
                <a:lnTo>
                  <a:pt x="200626" y="91482"/>
                </a:lnTo>
                <a:lnTo>
                  <a:pt x="200211" y="91381"/>
                </a:lnTo>
                <a:lnTo>
                  <a:pt x="199802" y="91273"/>
                </a:lnTo>
                <a:lnTo>
                  <a:pt x="199399" y="91155"/>
                </a:lnTo>
                <a:lnTo>
                  <a:pt x="199002" y="91030"/>
                </a:lnTo>
                <a:lnTo>
                  <a:pt x="198612" y="90895"/>
                </a:lnTo>
                <a:lnTo>
                  <a:pt x="198227" y="90753"/>
                </a:lnTo>
                <a:lnTo>
                  <a:pt x="197849" y="90601"/>
                </a:lnTo>
                <a:lnTo>
                  <a:pt x="197477" y="90442"/>
                </a:lnTo>
                <a:lnTo>
                  <a:pt x="197111" y="90274"/>
                </a:lnTo>
                <a:lnTo>
                  <a:pt x="196751" y="90097"/>
                </a:lnTo>
                <a:lnTo>
                  <a:pt x="196397" y="89912"/>
                </a:lnTo>
                <a:lnTo>
                  <a:pt x="196050" y="89718"/>
                </a:lnTo>
                <a:lnTo>
                  <a:pt x="195709" y="89516"/>
                </a:lnTo>
                <a:lnTo>
                  <a:pt x="195373" y="89305"/>
                </a:lnTo>
                <a:lnTo>
                  <a:pt x="195044" y="89088"/>
                </a:lnTo>
                <a:lnTo>
                  <a:pt x="194721" y="88864"/>
                </a:lnTo>
                <a:lnTo>
                  <a:pt x="194404" y="88636"/>
                </a:lnTo>
                <a:lnTo>
                  <a:pt x="194093" y="88401"/>
                </a:lnTo>
                <a:lnTo>
                  <a:pt x="193787" y="88161"/>
                </a:lnTo>
                <a:lnTo>
                  <a:pt x="193488" y="87916"/>
                </a:lnTo>
                <a:lnTo>
                  <a:pt x="193194" y="87665"/>
                </a:lnTo>
                <a:lnTo>
                  <a:pt x="192907" y="87408"/>
                </a:lnTo>
                <a:lnTo>
                  <a:pt x="192625" y="87146"/>
                </a:lnTo>
                <a:lnTo>
                  <a:pt x="192349" y="86878"/>
                </a:lnTo>
                <a:lnTo>
                  <a:pt x="192079" y="86604"/>
                </a:lnTo>
                <a:lnTo>
                  <a:pt x="191816" y="86325"/>
                </a:lnTo>
                <a:lnTo>
                  <a:pt x="191558" y="86040"/>
                </a:lnTo>
                <a:lnTo>
                  <a:pt x="191306" y="85750"/>
                </a:lnTo>
                <a:lnTo>
                  <a:pt x="191060" y="85455"/>
                </a:lnTo>
                <a:lnTo>
                  <a:pt x="190819" y="85153"/>
                </a:lnTo>
                <a:lnTo>
                  <a:pt x="190585" y="84846"/>
                </a:lnTo>
                <a:lnTo>
                  <a:pt x="190357" y="84534"/>
                </a:lnTo>
                <a:lnTo>
                  <a:pt x="190134" y="84216"/>
                </a:lnTo>
                <a:lnTo>
                  <a:pt x="189918" y="83892"/>
                </a:lnTo>
                <a:lnTo>
                  <a:pt x="189708" y="83563"/>
                </a:lnTo>
                <a:lnTo>
                  <a:pt x="189503" y="83228"/>
                </a:lnTo>
                <a:lnTo>
                  <a:pt x="189304" y="82887"/>
                </a:lnTo>
                <a:lnTo>
                  <a:pt x="189112" y="82541"/>
                </a:lnTo>
                <a:lnTo>
                  <a:pt x="188924" y="82191"/>
                </a:lnTo>
                <a:lnTo>
                  <a:pt x="188743" y="81838"/>
                </a:lnTo>
                <a:lnTo>
                  <a:pt x="188566" y="81482"/>
                </a:lnTo>
                <a:lnTo>
                  <a:pt x="188394" y="81123"/>
                </a:lnTo>
                <a:lnTo>
                  <a:pt x="188228" y="80761"/>
                </a:lnTo>
                <a:lnTo>
                  <a:pt x="188067" y="80396"/>
                </a:lnTo>
                <a:lnTo>
                  <a:pt x="187912" y="80028"/>
                </a:lnTo>
                <a:lnTo>
                  <a:pt x="187761" y="79658"/>
                </a:lnTo>
                <a:lnTo>
                  <a:pt x="187616" y="79284"/>
                </a:lnTo>
                <a:lnTo>
                  <a:pt x="187476" y="78908"/>
                </a:lnTo>
                <a:lnTo>
                  <a:pt x="187341" y="78529"/>
                </a:lnTo>
                <a:lnTo>
                  <a:pt x="187211" y="78146"/>
                </a:lnTo>
                <a:lnTo>
                  <a:pt x="187087" y="77761"/>
                </a:lnTo>
                <a:lnTo>
                  <a:pt x="186968" y="77373"/>
                </a:lnTo>
                <a:lnTo>
                  <a:pt x="186854" y="76982"/>
                </a:lnTo>
                <a:lnTo>
                  <a:pt x="186745" y="76588"/>
                </a:lnTo>
                <a:lnTo>
                  <a:pt x="186642" y="76192"/>
                </a:lnTo>
                <a:lnTo>
                  <a:pt x="186544" y="75792"/>
                </a:lnTo>
                <a:lnTo>
                  <a:pt x="186451" y="75389"/>
                </a:lnTo>
                <a:lnTo>
                  <a:pt x="186363" y="74984"/>
                </a:lnTo>
                <a:lnTo>
                  <a:pt x="186281" y="74575"/>
                </a:lnTo>
                <a:lnTo>
                  <a:pt x="186203" y="74164"/>
                </a:lnTo>
                <a:lnTo>
                  <a:pt x="186131" y="73750"/>
                </a:lnTo>
                <a:lnTo>
                  <a:pt x="186064" y="73333"/>
                </a:lnTo>
                <a:lnTo>
                  <a:pt x="186003" y="72914"/>
                </a:lnTo>
                <a:lnTo>
                  <a:pt x="185946" y="72496"/>
                </a:lnTo>
                <a:lnTo>
                  <a:pt x="185893" y="72078"/>
                </a:lnTo>
                <a:lnTo>
                  <a:pt x="185846" y="71660"/>
                </a:lnTo>
                <a:lnTo>
                  <a:pt x="185803" y="71243"/>
                </a:lnTo>
                <a:lnTo>
                  <a:pt x="185765" y="70826"/>
                </a:lnTo>
                <a:lnTo>
                  <a:pt x="185732" y="70409"/>
                </a:lnTo>
                <a:lnTo>
                  <a:pt x="185704" y="69992"/>
                </a:lnTo>
                <a:lnTo>
                  <a:pt x="185680" y="69575"/>
                </a:lnTo>
                <a:lnTo>
                  <a:pt x="185661" y="69159"/>
                </a:lnTo>
                <a:lnTo>
                  <a:pt x="185647" y="68743"/>
                </a:lnTo>
                <a:lnTo>
                  <a:pt x="185638" y="68327"/>
                </a:lnTo>
                <a:lnTo>
                  <a:pt x="185633" y="67911"/>
                </a:lnTo>
                <a:lnTo>
                  <a:pt x="185633" y="67496"/>
                </a:lnTo>
                <a:lnTo>
                  <a:pt x="185638" y="67080"/>
                </a:lnTo>
                <a:lnTo>
                  <a:pt x="185648" y="66666"/>
                </a:lnTo>
                <a:lnTo>
                  <a:pt x="185662" y="66251"/>
                </a:lnTo>
                <a:lnTo>
                  <a:pt x="185681" y="65836"/>
                </a:lnTo>
                <a:lnTo>
                  <a:pt x="185705" y="65422"/>
                </a:lnTo>
                <a:lnTo>
                  <a:pt x="185734" y="65008"/>
                </a:lnTo>
                <a:lnTo>
                  <a:pt x="185768" y="64594"/>
                </a:lnTo>
                <a:lnTo>
                  <a:pt x="185806" y="64181"/>
                </a:lnTo>
                <a:lnTo>
                  <a:pt x="185849" y="63767"/>
                </a:lnTo>
                <a:lnTo>
                  <a:pt x="185897" y="63354"/>
                </a:lnTo>
                <a:lnTo>
                  <a:pt x="186121" y="61747"/>
                </a:lnTo>
                <a:lnTo>
                  <a:pt x="236326" y="61747"/>
                </a:lnTo>
                <a:lnTo>
                  <a:pt x="236929" y="56866"/>
                </a:lnTo>
                <a:lnTo>
                  <a:pt x="236993" y="56354"/>
                </a:lnTo>
                <a:lnTo>
                  <a:pt x="237050" y="55843"/>
                </a:lnTo>
                <a:lnTo>
                  <a:pt x="237102" y="55333"/>
                </a:lnTo>
                <a:close/>
                <a:moveTo>
                  <a:pt x="187800" y="53963"/>
                </a:moveTo>
                <a:lnTo>
                  <a:pt x="187936" y="53524"/>
                </a:lnTo>
                <a:lnTo>
                  <a:pt x="188076" y="53085"/>
                </a:lnTo>
                <a:lnTo>
                  <a:pt x="188220" y="52645"/>
                </a:lnTo>
                <a:lnTo>
                  <a:pt x="188369" y="52205"/>
                </a:lnTo>
                <a:lnTo>
                  <a:pt x="188522" y="51764"/>
                </a:lnTo>
                <a:lnTo>
                  <a:pt x="188679" y="51322"/>
                </a:lnTo>
                <a:lnTo>
                  <a:pt x="188841" y="50880"/>
                </a:lnTo>
                <a:lnTo>
                  <a:pt x="189008" y="50437"/>
                </a:lnTo>
                <a:lnTo>
                  <a:pt x="189179" y="49994"/>
                </a:lnTo>
                <a:lnTo>
                  <a:pt x="189354" y="49551"/>
                </a:lnTo>
                <a:lnTo>
                  <a:pt x="189533" y="49112"/>
                </a:lnTo>
                <a:lnTo>
                  <a:pt x="189718" y="48676"/>
                </a:lnTo>
                <a:lnTo>
                  <a:pt x="189906" y="48243"/>
                </a:lnTo>
                <a:lnTo>
                  <a:pt x="190099" y="47813"/>
                </a:lnTo>
                <a:lnTo>
                  <a:pt x="190296" y="47386"/>
                </a:lnTo>
                <a:lnTo>
                  <a:pt x="190498" y="46962"/>
                </a:lnTo>
                <a:lnTo>
                  <a:pt x="190704" y="46541"/>
                </a:lnTo>
                <a:lnTo>
                  <a:pt x="190915" y="46123"/>
                </a:lnTo>
                <a:lnTo>
                  <a:pt x="191130" y="45708"/>
                </a:lnTo>
                <a:lnTo>
                  <a:pt x="191349" y="45296"/>
                </a:lnTo>
                <a:lnTo>
                  <a:pt x="191573" y="44887"/>
                </a:lnTo>
                <a:lnTo>
                  <a:pt x="191801" y="44481"/>
                </a:lnTo>
                <a:lnTo>
                  <a:pt x="192034" y="44078"/>
                </a:lnTo>
                <a:lnTo>
                  <a:pt x="192271" y="43678"/>
                </a:lnTo>
                <a:lnTo>
                  <a:pt x="192512" y="43282"/>
                </a:lnTo>
                <a:lnTo>
                  <a:pt x="192758" y="42888"/>
                </a:lnTo>
                <a:lnTo>
                  <a:pt x="193008" y="42497"/>
                </a:lnTo>
                <a:lnTo>
                  <a:pt x="193263" y="42109"/>
                </a:lnTo>
                <a:lnTo>
                  <a:pt x="193522" y="41725"/>
                </a:lnTo>
                <a:lnTo>
                  <a:pt x="193786" y="41343"/>
                </a:lnTo>
                <a:lnTo>
                  <a:pt x="194054" y="40964"/>
                </a:lnTo>
                <a:lnTo>
                  <a:pt x="194326" y="40588"/>
                </a:lnTo>
                <a:lnTo>
                  <a:pt x="194603" y="40216"/>
                </a:lnTo>
                <a:lnTo>
                  <a:pt x="194885" y="39848"/>
                </a:lnTo>
                <a:lnTo>
                  <a:pt x="195171" y="39486"/>
                </a:lnTo>
                <a:lnTo>
                  <a:pt x="195462" y="39131"/>
                </a:lnTo>
                <a:lnTo>
                  <a:pt x="195758" y="38782"/>
                </a:lnTo>
                <a:lnTo>
                  <a:pt x="196058" y="38439"/>
                </a:lnTo>
                <a:lnTo>
                  <a:pt x="196363" y="38102"/>
                </a:lnTo>
                <a:lnTo>
                  <a:pt x="196673" y="37772"/>
                </a:lnTo>
                <a:lnTo>
                  <a:pt x="196988" y="37448"/>
                </a:lnTo>
                <a:lnTo>
                  <a:pt x="197308" y="37130"/>
                </a:lnTo>
                <a:lnTo>
                  <a:pt x="197632" y="36818"/>
                </a:lnTo>
                <a:lnTo>
                  <a:pt x="197961" y="36513"/>
                </a:lnTo>
                <a:lnTo>
                  <a:pt x="198295" y="36214"/>
                </a:lnTo>
                <a:lnTo>
                  <a:pt x="198634" y="35922"/>
                </a:lnTo>
                <a:lnTo>
                  <a:pt x="198977" y="35635"/>
                </a:lnTo>
                <a:lnTo>
                  <a:pt x="199325" y="35355"/>
                </a:lnTo>
                <a:lnTo>
                  <a:pt x="199678" y="35081"/>
                </a:lnTo>
                <a:lnTo>
                  <a:pt x="200036" y="34814"/>
                </a:lnTo>
                <a:lnTo>
                  <a:pt x="200398" y="34553"/>
                </a:lnTo>
                <a:lnTo>
                  <a:pt x="200766" y="34298"/>
                </a:lnTo>
                <a:lnTo>
                  <a:pt x="201138" y="34049"/>
                </a:lnTo>
                <a:lnTo>
                  <a:pt x="201514" y="33807"/>
                </a:lnTo>
                <a:lnTo>
                  <a:pt x="201896" y="33570"/>
                </a:lnTo>
                <a:lnTo>
                  <a:pt x="202282" y="33341"/>
                </a:lnTo>
                <a:lnTo>
                  <a:pt x="202673" y="33117"/>
                </a:lnTo>
                <a:lnTo>
                  <a:pt x="203069" y="32901"/>
                </a:lnTo>
                <a:lnTo>
                  <a:pt x="203469" y="32695"/>
                </a:lnTo>
                <a:lnTo>
                  <a:pt x="203874" y="32499"/>
                </a:lnTo>
                <a:lnTo>
                  <a:pt x="204283" y="32312"/>
                </a:lnTo>
                <a:lnTo>
                  <a:pt x="204697" y="32135"/>
                </a:lnTo>
                <a:lnTo>
                  <a:pt x="205116" y="31968"/>
                </a:lnTo>
                <a:lnTo>
                  <a:pt x="205538" y="31810"/>
                </a:lnTo>
                <a:lnTo>
                  <a:pt x="205966" y="31662"/>
                </a:lnTo>
                <a:lnTo>
                  <a:pt x="206398" y="31524"/>
                </a:lnTo>
                <a:lnTo>
                  <a:pt x="206834" y="31395"/>
                </a:lnTo>
                <a:lnTo>
                  <a:pt x="207275" y="31276"/>
                </a:lnTo>
                <a:lnTo>
                  <a:pt x="207721" y="31166"/>
                </a:lnTo>
                <a:lnTo>
                  <a:pt x="208171" y="31067"/>
                </a:lnTo>
                <a:lnTo>
                  <a:pt x="208626" y="30976"/>
                </a:lnTo>
                <a:lnTo>
                  <a:pt x="209085" y="30896"/>
                </a:lnTo>
                <a:lnTo>
                  <a:pt x="209549" y="30825"/>
                </a:lnTo>
                <a:lnTo>
                  <a:pt x="210017" y="30764"/>
                </a:lnTo>
                <a:lnTo>
                  <a:pt x="210490" y="30712"/>
                </a:lnTo>
                <a:lnTo>
                  <a:pt x="210967" y="30670"/>
                </a:lnTo>
                <a:lnTo>
                  <a:pt x="211449" y="30638"/>
                </a:lnTo>
                <a:lnTo>
                  <a:pt x="211936" y="30616"/>
                </a:lnTo>
                <a:lnTo>
                  <a:pt x="212426" y="30603"/>
                </a:lnTo>
                <a:lnTo>
                  <a:pt x="212922" y="30599"/>
                </a:lnTo>
                <a:lnTo>
                  <a:pt x="213422" y="30606"/>
                </a:lnTo>
                <a:lnTo>
                  <a:pt x="213948" y="30617"/>
                </a:lnTo>
                <a:lnTo>
                  <a:pt x="214465" y="30640"/>
                </a:lnTo>
                <a:lnTo>
                  <a:pt x="214973" y="30676"/>
                </a:lnTo>
                <a:lnTo>
                  <a:pt x="215472" y="30723"/>
                </a:lnTo>
                <a:lnTo>
                  <a:pt x="215962" y="30781"/>
                </a:lnTo>
                <a:lnTo>
                  <a:pt x="216444" y="30852"/>
                </a:lnTo>
                <a:lnTo>
                  <a:pt x="216917" y="30934"/>
                </a:lnTo>
                <a:lnTo>
                  <a:pt x="217381" y="31029"/>
                </a:lnTo>
                <a:lnTo>
                  <a:pt x="217836" y="31135"/>
                </a:lnTo>
                <a:lnTo>
                  <a:pt x="218282" y="31253"/>
                </a:lnTo>
                <a:lnTo>
                  <a:pt x="218719" y="31383"/>
                </a:lnTo>
                <a:lnTo>
                  <a:pt x="219148" y="31524"/>
                </a:lnTo>
                <a:lnTo>
                  <a:pt x="219568" y="31678"/>
                </a:lnTo>
                <a:lnTo>
                  <a:pt x="219979" y="31843"/>
                </a:lnTo>
                <a:lnTo>
                  <a:pt x="220381" y="32020"/>
                </a:lnTo>
                <a:lnTo>
                  <a:pt x="220774" y="32209"/>
                </a:lnTo>
                <a:lnTo>
                  <a:pt x="221158" y="32410"/>
                </a:lnTo>
                <a:lnTo>
                  <a:pt x="221534" y="32623"/>
                </a:lnTo>
                <a:lnTo>
                  <a:pt x="221900" y="32847"/>
                </a:lnTo>
                <a:lnTo>
                  <a:pt x="222258" y="33083"/>
                </a:lnTo>
                <a:lnTo>
                  <a:pt x="222607" y="33331"/>
                </a:lnTo>
                <a:lnTo>
                  <a:pt x="222948" y="33591"/>
                </a:lnTo>
                <a:lnTo>
                  <a:pt x="223279" y="33863"/>
                </a:lnTo>
                <a:lnTo>
                  <a:pt x="223601" y="34147"/>
                </a:lnTo>
                <a:lnTo>
                  <a:pt x="223915" y="34439"/>
                </a:lnTo>
                <a:lnTo>
                  <a:pt x="224221" y="34738"/>
                </a:lnTo>
                <a:lnTo>
                  <a:pt x="224519" y="35044"/>
                </a:lnTo>
                <a:lnTo>
                  <a:pt x="224808" y="35356"/>
                </a:lnTo>
                <a:lnTo>
                  <a:pt x="225089" y="35675"/>
                </a:lnTo>
                <a:lnTo>
                  <a:pt x="225362" y="36000"/>
                </a:lnTo>
                <a:lnTo>
                  <a:pt x="225626" y="36331"/>
                </a:lnTo>
                <a:lnTo>
                  <a:pt x="225882" y="36669"/>
                </a:lnTo>
                <a:lnTo>
                  <a:pt x="226130" y="37014"/>
                </a:lnTo>
                <a:lnTo>
                  <a:pt x="226370" y="37365"/>
                </a:lnTo>
                <a:lnTo>
                  <a:pt x="226601" y="37722"/>
                </a:lnTo>
                <a:lnTo>
                  <a:pt x="226824" y="38086"/>
                </a:lnTo>
                <a:lnTo>
                  <a:pt x="227039" y="38457"/>
                </a:lnTo>
                <a:lnTo>
                  <a:pt x="227246" y="38834"/>
                </a:lnTo>
                <a:lnTo>
                  <a:pt x="227444" y="39218"/>
                </a:lnTo>
                <a:lnTo>
                  <a:pt x="227635" y="39608"/>
                </a:lnTo>
                <a:lnTo>
                  <a:pt x="227817" y="40004"/>
                </a:lnTo>
                <a:lnTo>
                  <a:pt x="227990" y="40407"/>
                </a:lnTo>
                <a:lnTo>
                  <a:pt x="228156" y="40817"/>
                </a:lnTo>
                <a:lnTo>
                  <a:pt x="228313" y="41233"/>
                </a:lnTo>
                <a:lnTo>
                  <a:pt x="228462" y="41655"/>
                </a:lnTo>
                <a:lnTo>
                  <a:pt x="228602" y="42084"/>
                </a:lnTo>
                <a:lnTo>
                  <a:pt x="228735" y="42520"/>
                </a:lnTo>
                <a:lnTo>
                  <a:pt x="228859" y="42962"/>
                </a:lnTo>
                <a:lnTo>
                  <a:pt x="228975" y="43407"/>
                </a:lnTo>
                <a:lnTo>
                  <a:pt x="229083" y="43854"/>
                </a:lnTo>
                <a:lnTo>
                  <a:pt x="229183" y="44302"/>
                </a:lnTo>
                <a:lnTo>
                  <a:pt x="229274" y="44750"/>
                </a:lnTo>
                <a:lnTo>
                  <a:pt x="229358" y="45199"/>
                </a:lnTo>
                <a:lnTo>
                  <a:pt x="229434" y="45650"/>
                </a:lnTo>
                <a:lnTo>
                  <a:pt x="229502" y="46101"/>
                </a:lnTo>
                <a:lnTo>
                  <a:pt x="229562" y="46553"/>
                </a:lnTo>
                <a:lnTo>
                  <a:pt x="229614" y="47006"/>
                </a:lnTo>
                <a:lnTo>
                  <a:pt x="229657" y="47460"/>
                </a:lnTo>
                <a:lnTo>
                  <a:pt x="229693" y="47915"/>
                </a:lnTo>
                <a:lnTo>
                  <a:pt x="229721" y="48371"/>
                </a:lnTo>
                <a:lnTo>
                  <a:pt x="229741" y="48828"/>
                </a:lnTo>
                <a:lnTo>
                  <a:pt x="229752" y="49286"/>
                </a:lnTo>
                <a:lnTo>
                  <a:pt x="229756" y="49744"/>
                </a:lnTo>
                <a:lnTo>
                  <a:pt x="229752" y="50204"/>
                </a:lnTo>
                <a:lnTo>
                  <a:pt x="229739" y="50664"/>
                </a:lnTo>
                <a:lnTo>
                  <a:pt x="229719" y="51126"/>
                </a:lnTo>
                <a:lnTo>
                  <a:pt x="229690" y="51588"/>
                </a:lnTo>
                <a:lnTo>
                  <a:pt x="229654" y="52051"/>
                </a:lnTo>
                <a:lnTo>
                  <a:pt x="229609" y="52515"/>
                </a:lnTo>
                <a:lnTo>
                  <a:pt x="229557" y="52980"/>
                </a:lnTo>
                <a:lnTo>
                  <a:pt x="229496" y="53446"/>
                </a:lnTo>
                <a:lnTo>
                  <a:pt x="229428" y="53913"/>
                </a:lnTo>
                <a:lnTo>
                  <a:pt x="229227" y="54916"/>
                </a:lnTo>
                <a:lnTo>
                  <a:pt x="187539" y="54854"/>
                </a:lnTo>
                <a:lnTo>
                  <a:pt x="187543" y="54839"/>
                </a:lnTo>
                <a:lnTo>
                  <a:pt x="187669" y="54401"/>
                </a:lnTo>
                <a:lnTo>
                  <a:pt x="187800" y="53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2F051-4340-463C-AE92-8D42B26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947" y="5338771"/>
            <a:ext cx="2001384" cy="635725"/>
          </a:xfrm>
          <a:custGeom xmlns:a="http://schemas.openxmlformats.org/drawingml/2006/main">
            <a:pathLst>
              <a:path w="2001384" h="635725">
                <a:moveTo>
                  <a:pt x="0" y="105976"/>
                </a:moveTo>
                <a:cubicBezTo>
                  <a:pt x="0" y="47444"/>
                  <a:pt x="47411" y="0"/>
                  <a:pt x="105950" y="0"/>
                </a:cubicBezTo>
                <a:lnTo>
                  <a:pt x="1895408" y="0"/>
                </a:lnTo>
                <a:cubicBezTo>
                  <a:pt x="1923522" y="0"/>
                  <a:pt x="1950460" y="11174"/>
                  <a:pt x="1970345" y="31039"/>
                </a:cubicBezTo>
                <a:cubicBezTo>
                  <a:pt x="1990210" y="50924"/>
                  <a:pt x="2001384" y="77856"/>
                  <a:pt x="2001384" y="105976"/>
                </a:cubicBezTo>
                <a:lnTo>
                  <a:pt x="2001384" y="529776"/>
                </a:lnTo>
                <a:cubicBezTo>
                  <a:pt x="2001384" y="588288"/>
                  <a:pt x="1953940" y="635725"/>
                  <a:pt x="1895408" y="635725"/>
                </a:cubicBezTo>
                <a:lnTo>
                  <a:pt x="105950" y="635725"/>
                </a:lnTo>
                <a:cubicBezTo>
                  <a:pt x="47411" y="635725"/>
                  <a:pt x="0" y="588288"/>
                  <a:pt x="0" y="529776"/>
                </a:cubicBezTo>
                <a:lnTo>
                  <a:pt x="0" y="105976"/>
                </a:lnTo>
                <a:close/>
                <a:moveTo>
                  <a:pt x="0" y="105976"/>
                </a:moveTo>
              </a:path>
            </a:pathLst>
          </a:custGeom>
          <a:solidFill xmlns:a="http://schemas.openxmlformats.org/drawingml/2006/main">
            <a:srgbClr val="FFF2CC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Onemorething,canyou">
            <a:extLst xmlns:a="http://schemas.openxmlformats.org/drawingml/2006/main">
              <a:ext uri="{FF2B5EF4-FFF2-40B4-BE49-F238E27FC236}">
                <a16:creationId xmlns:a16="http://schemas.microsoft.com/office/drawing/2014/main" id="{A8CAD7A4-DF1E-445D-BF06-B5A3DE4B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120" y="5503035"/>
            <a:ext cx="1579261" cy="144610"/>
          </a:xfrm>
          <a:custGeom xmlns:a="http://schemas.openxmlformats.org/drawingml/2006/main">
            <a:pathLst>
              <a:path w="1579261" h="144610">
                <a:moveTo>
                  <a:pt x="530868" y="57019"/>
                </a:moveTo>
                <a:lnTo>
                  <a:pt x="531000" y="56610"/>
                </a:lnTo>
                <a:lnTo>
                  <a:pt x="531136" y="56205"/>
                </a:lnTo>
                <a:lnTo>
                  <a:pt x="531276" y="55804"/>
                </a:lnTo>
                <a:lnTo>
                  <a:pt x="531422" y="55407"/>
                </a:lnTo>
                <a:lnTo>
                  <a:pt x="531572" y="55015"/>
                </a:lnTo>
                <a:lnTo>
                  <a:pt x="531727" y="54627"/>
                </a:lnTo>
                <a:lnTo>
                  <a:pt x="531887" y="54243"/>
                </a:lnTo>
                <a:lnTo>
                  <a:pt x="532051" y="53863"/>
                </a:lnTo>
                <a:lnTo>
                  <a:pt x="532220" y="53488"/>
                </a:lnTo>
                <a:lnTo>
                  <a:pt x="532394" y="53117"/>
                </a:lnTo>
                <a:lnTo>
                  <a:pt x="532573" y="52750"/>
                </a:lnTo>
                <a:lnTo>
                  <a:pt x="532756" y="52387"/>
                </a:lnTo>
                <a:lnTo>
                  <a:pt x="532944" y="52028"/>
                </a:lnTo>
                <a:lnTo>
                  <a:pt x="533137" y="51674"/>
                </a:lnTo>
                <a:lnTo>
                  <a:pt x="533334" y="51324"/>
                </a:lnTo>
                <a:lnTo>
                  <a:pt x="533537" y="50978"/>
                </a:lnTo>
                <a:lnTo>
                  <a:pt x="533744" y="50636"/>
                </a:lnTo>
                <a:lnTo>
                  <a:pt x="533955" y="50299"/>
                </a:lnTo>
                <a:lnTo>
                  <a:pt x="534172" y="49966"/>
                </a:lnTo>
                <a:lnTo>
                  <a:pt x="534393" y="49637"/>
                </a:lnTo>
                <a:lnTo>
                  <a:pt x="534619" y="49312"/>
                </a:lnTo>
                <a:lnTo>
                  <a:pt x="534850" y="48991"/>
                </a:lnTo>
                <a:lnTo>
                  <a:pt x="535085" y="48675"/>
                </a:lnTo>
                <a:lnTo>
                  <a:pt x="535325" y="48363"/>
                </a:lnTo>
                <a:lnTo>
                  <a:pt x="535570" y="48056"/>
                </a:lnTo>
                <a:lnTo>
                  <a:pt x="535820" y="47754"/>
                </a:lnTo>
                <a:lnTo>
                  <a:pt x="536075" y="47458"/>
                </a:lnTo>
                <a:lnTo>
                  <a:pt x="536335" y="47168"/>
                </a:lnTo>
                <a:lnTo>
                  <a:pt x="536600" y="46883"/>
                </a:lnTo>
                <a:lnTo>
                  <a:pt x="536870" y="46604"/>
                </a:lnTo>
                <a:lnTo>
                  <a:pt x="537145" y="46331"/>
                </a:lnTo>
                <a:lnTo>
                  <a:pt x="537425" y="46063"/>
                </a:lnTo>
                <a:lnTo>
                  <a:pt x="537710" y="45801"/>
                </a:lnTo>
                <a:lnTo>
                  <a:pt x="537999" y="45544"/>
                </a:lnTo>
                <a:lnTo>
                  <a:pt x="538294" y="45293"/>
                </a:lnTo>
                <a:lnTo>
                  <a:pt x="538594" y="45048"/>
                </a:lnTo>
                <a:lnTo>
                  <a:pt x="538899" y="44808"/>
                </a:lnTo>
                <a:lnTo>
                  <a:pt x="539209" y="44574"/>
                </a:lnTo>
                <a:lnTo>
                  <a:pt x="539524" y="44346"/>
                </a:lnTo>
                <a:lnTo>
                  <a:pt x="539843" y="44123"/>
                </a:lnTo>
                <a:lnTo>
                  <a:pt x="540168" y="43906"/>
                </a:lnTo>
                <a:lnTo>
                  <a:pt x="540498" y="43694"/>
                </a:lnTo>
                <a:lnTo>
                  <a:pt x="540833" y="43488"/>
                </a:lnTo>
                <a:lnTo>
                  <a:pt x="541173" y="43288"/>
                </a:lnTo>
                <a:lnTo>
                  <a:pt x="541517" y="43093"/>
                </a:lnTo>
                <a:lnTo>
                  <a:pt x="541867" y="42904"/>
                </a:lnTo>
                <a:lnTo>
                  <a:pt x="542222" y="42721"/>
                </a:lnTo>
                <a:lnTo>
                  <a:pt x="542581" y="42543"/>
                </a:lnTo>
                <a:lnTo>
                  <a:pt x="542946" y="42372"/>
                </a:lnTo>
                <a:lnTo>
                  <a:pt x="543315" y="42208"/>
                </a:lnTo>
                <a:lnTo>
                  <a:pt x="543689" y="42051"/>
                </a:lnTo>
                <a:lnTo>
                  <a:pt x="544067" y="41902"/>
                </a:lnTo>
                <a:lnTo>
                  <a:pt x="544450" y="41759"/>
                </a:lnTo>
                <a:lnTo>
                  <a:pt x="544837" y="41625"/>
                </a:lnTo>
                <a:lnTo>
                  <a:pt x="545230" y="41497"/>
                </a:lnTo>
                <a:lnTo>
                  <a:pt x="545626" y="41377"/>
                </a:lnTo>
                <a:lnTo>
                  <a:pt x="546028" y="41264"/>
                </a:lnTo>
                <a:lnTo>
                  <a:pt x="546434" y="41158"/>
                </a:lnTo>
                <a:lnTo>
                  <a:pt x="546844" y="41060"/>
                </a:lnTo>
                <a:lnTo>
                  <a:pt x="547259" y="40968"/>
                </a:lnTo>
                <a:lnTo>
                  <a:pt x="547679" y="40885"/>
                </a:lnTo>
                <a:lnTo>
                  <a:pt x="548103" y="40808"/>
                </a:lnTo>
                <a:lnTo>
                  <a:pt x="548532" y="40739"/>
                </a:lnTo>
                <a:lnTo>
                  <a:pt x="548966" y="40677"/>
                </a:lnTo>
                <a:lnTo>
                  <a:pt x="549404" y="40622"/>
                </a:lnTo>
                <a:lnTo>
                  <a:pt x="549847" y="40575"/>
                </a:lnTo>
                <a:lnTo>
                  <a:pt x="550294" y="40535"/>
                </a:lnTo>
                <a:lnTo>
                  <a:pt x="550746" y="40502"/>
                </a:lnTo>
                <a:lnTo>
                  <a:pt x="551203" y="40476"/>
                </a:lnTo>
                <a:lnTo>
                  <a:pt x="551664" y="40458"/>
                </a:lnTo>
                <a:lnTo>
                  <a:pt x="552130" y="40447"/>
                </a:lnTo>
                <a:lnTo>
                  <a:pt x="552600" y="40444"/>
                </a:lnTo>
                <a:lnTo>
                  <a:pt x="552741" y="40444"/>
                </a:lnTo>
                <a:lnTo>
                  <a:pt x="552881" y="40445"/>
                </a:lnTo>
                <a:lnTo>
                  <a:pt x="553019" y="40446"/>
                </a:lnTo>
                <a:lnTo>
                  <a:pt x="553157" y="40448"/>
                </a:lnTo>
                <a:lnTo>
                  <a:pt x="553293" y="40450"/>
                </a:lnTo>
                <a:lnTo>
                  <a:pt x="553429" y="40453"/>
                </a:lnTo>
                <a:lnTo>
                  <a:pt x="553564" y="40456"/>
                </a:lnTo>
                <a:lnTo>
                  <a:pt x="553697" y="40460"/>
                </a:lnTo>
                <a:lnTo>
                  <a:pt x="553830" y="40464"/>
                </a:lnTo>
                <a:lnTo>
                  <a:pt x="553961" y="40469"/>
                </a:lnTo>
                <a:lnTo>
                  <a:pt x="554091" y="40474"/>
                </a:lnTo>
                <a:lnTo>
                  <a:pt x="554221" y="40480"/>
                </a:lnTo>
                <a:lnTo>
                  <a:pt x="554349" y="40487"/>
                </a:lnTo>
                <a:lnTo>
                  <a:pt x="554477" y="40494"/>
                </a:lnTo>
                <a:lnTo>
                  <a:pt x="554603" y="40501"/>
                </a:lnTo>
                <a:lnTo>
                  <a:pt x="554728" y="40509"/>
                </a:lnTo>
                <a:lnTo>
                  <a:pt x="554853" y="40517"/>
                </a:lnTo>
                <a:lnTo>
                  <a:pt x="554976" y="40526"/>
                </a:lnTo>
                <a:lnTo>
                  <a:pt x="555098" y="40536"/>
                </a:lnTo>
                <a:lnTo>
                  <a:pt x="555220" y="40546"/>
                </a:lnTo>
                <a:lnTo>
                  <a:pt x="555340" y="40556"/>
                </a:lnTo>
                <a:lnTo>
                  <a:pt x="555459" y="40567"/>
                </a:lnTo>
                <a:lnTo>
                  <a:pt x="555577" y="40579"/>
                </a:lnTo>
                <a:lnTo>
                  <a:pt x="555694" y="40591"/>
                </a:lnTo>
                <a:lnTo>
                  <a:pt x="555811" y="40603"/>
                </a:lnTo>
                <a:lnTo>
                  <a:pt x="555928" y="40616"/>
                </a:lnTo>
                <a:lnTo>
                  <a:pt x="556044" y="40629"/>
                </a:lnTo>
                <a:lnTo>
                  <a:pt x="556161" y="40642"/>
                </a:lnTo>
                <a:lnTo>
                  <a:pt x="556277" y="40655"/>
                </a:lnTo>
                <a:lnTo>
                  <a:pt x="556394" y="40669"/>
                </a:lnTo>
                <a:lnTo>
                  <a:pt x="556511" y="40683"/>
                </a:lnTo>
                <a:lnTo>
                  <a:pt x="556627" y="40697"/>
                </a:lnTo>
                <a:lnTo>
                  <a:pt x="556744" y="40712"/>
                </a:lnTo>
                <a:lnTo>
                  <a:pt x="556861" y="40726"/>
                </a:lnTo>
                <a:lnTo>
                  <a:pt x="556977" y="40741"/>
                </a:lnTo>
                <a:lnTo>
                  <a:pt x="557094" y="40757"/>
                </a:lnTo>
                <a:lnTo>
                  <a:pt x="557211" y="40772"/>
                </a:lnTo>
                <a:lnTo>
                  <a:pt x="557327" y="40788"/>
                </a:lnTo>
                <a:lnTo>
                  <a:pt x="557444" y="40804"/>
                </a:lnTo>
                <a:lnTo>
                  <a:pt x="557561" y="40820"/>
                </a:lnTo>
                <a:lnTo>
                  <a:pt x="557677" y="40837"/>
                </a:lnTo>
                <a:lnTo>
                  <a:pt x="557794" y="40853"/>
                </a:lnTo>
                <a:lnTo>
                  <a:pt x="557910" y="40870"/>
                </a:lnTo>
                <a:lnTo>
                  <a:pt x="558027" y="40888"/>
                </a:lnTo>
                <a:lnTo>
                  <a:pt x="558144" y="40905"/>
                </a:lnTo>
                <a:lnTo>
                  <a:pt x="558260" y="40923"/>
                </a:lnTo>
                <a:lnTo>
                  <a:pt x="558377" y="40941"/>
                </a:lnTo>
                <a:lnTo>
                  <a:pt x="558494" y="40959"/>
                </a:lnTo>
                <a:lnTo>
                  <a:pt x="558788" y="32856"/>
                </a:lnTo>
                <a:lnTo>
                  <a:pt x="558713" y="32825"/>
                </a:lnTo>
                <a:lnTo>
                  <a:pt x="558636" y="32795"/>
                </a:lnTo>
                <a:lnTo>
                  <a:pt x="558555" y="32765"/>
                </a:lnTo>
                <a:lnTo>
                  <a:pt x="558472" y="32736"/>
                </a:lnTo>
                <a:lnTo>
                  <a:pt x="558386" y="32707"/>
                </a:lnTo>
                <a:lnTo>
                  <a:pt x="558298" y="32679"/>
                </a:lnTo>
                <a:lnTo>
                  <a:pt x="558207" y="32650"/>
                </a:lnTo>
                <a:lnTo>
                  <a:pt x="558113" y="32622"/>
                </a:lnTo>
                <a:lnTo>
                  <a:pt x="558017" y="32595"/>
                </a:lnTo>
                <a:lnTo>
                  <a:pt x="557917" y="32568"/>
                </a:lnTo>
                <a:lnTo>
                  <a:pt x="557815" y="32541"/>
                </a:lnTo>
                <a:lnTo>
                  <a:pt x="557711" y="32515"/>
                </a:lnTo>
                <a:lnTo>
                  <a:pt x="557604" y="32489"/>
                </a:lnTo>
                <a:lnTo>
                  <a:pt x="557494" y="32464"/>
                </a:lnTo>
                <a:lnTo>
                  <a:pt x="557381" y="32439"/>
                </a:lnTo>
                <a:lnTo>
                  <a:pt x="557266" y="32414"/>
                </a:lnTo>
                <a:lnTo>
                  <a:pt x="557148" y="32389"/>
                </a:lnTo>
                <a:lnTo>
                  <a:pt x="557027" y="32365"/>
                </a:lnTo>
                <a:lnTo>
                  <a:pt x="556904" y="32342"/>
                </a:lnTo>
                <a:lnTo>
                  <a:pt x="556778" y="32319"/>
                </a:lnTo>
                <a:lnTo>
                  <a:pt x="556649" y="32296"/>
                </a:lnTo>
                <a:lnTo>
                  <a:pt x="556518" y="32273"/>
                </a:lnTo>
                <a:lnTo>
                  <a:pt x="556384" y="32251"/>
                </a:lnTo>
                <a:lnTo>
                  <a:pt x="556247" y="32230"/>
                </a:lnTo>
                <a:lnTo>
                  <a:pt x="556109" y="32209"/>
                </a:lnTo>
                <a:lnTo>
                  <a:pt x="555971" y="32188"/>
                </a:lnTo>
                <a:lnTo>
                  <a:pt x="555833" y="32169"/>
                </a:lnTo>
                <a:lnTo>
                  <a:pt x="555695" y="32151"/>
                </a:lnTo>
                <a:lnTo>
                  <a:pt x="555558" y="32133"/>
                </a:lnTo>
                <a:lnTo>
                  <a:pt x="555420" y="32117"/>
                </a:lnTo>
                <a:lnTo>
                  <a:pt x="555283" y="32101"/>
                </a:lnTo>
                <a:lnTo>
                  <a:pt x="555146" y="32086"/>
                </a:lnTo>
                <a:lnTo>
                  <a:pt x="555009" y="32072"/>
                </a:lnTo>
                <a:lnTo>
                  <a:pt x="554872" y="32059"/>
                </a:lnTo>
                <a:lnTo>
                  <a:pt x="554735" y="32047"/>
                </a:lnTo>
                <a:lnTo>
                  <a:pt x="554598" y="32036"/>
                </a:lnTo>
                <a:lnTo>
                  <a:pt x="554462" y="32026"/>
                </a:lnTo>
                <a:lnTo>
                  <a:pt x="554326" y="32017"/>
                </a:lnTo>
                <a:lnTo>
                  <a:pt x="554189" y="32008"/>
                </a:lnTo>
                <a:lnTo>
                  <a:pt x="554053" y="32000"/>
                </a:lnTo>
                <a:lnTo>
                  <a:pt x="553917" y="31994"/>
                </a:lnTo>
                <a:lnTo>
                  <a:pt x="553781" y="31988"/>
                </a:lnTo>
                <a:lnTo>
                  <a:pt x="553645" y="31983"/>
                </a:lnTo>
                <a:lnTo>
                  <a:pt x="553510" y="31979"/>
                </a:lnTo>
                <a:lnTo>
                  <a:pt x="553374" y="31976"/>
                </a:lnTo>
                <a:lnTo>
                  <a:pt x="553239" y="31974"/>
                </a:lnTo>
                <a:lnTo>
                  <a:pt x="553104" y="31972"/>
                </a:lnTo>
                <a:lnTo>
                  <a:pt x="552969" y="31972"/>
                </a:lnTo>
                <a:lnTo>
                  <a:pt x="552389" y="31977"/>
                </a:lnTo>
                <a:lnTo>
                  <a:pt x="551815" y="31991"/>
                </a:lnTo>
                <a:lnTo>
                  <a:pt x="551248" y="32016"/>
                </a:lnTo>
                <a:lnTo>
                  <a:pt x="550688" y="32050"/>
                </a:lnTo>
                <a:lnTo>
                  <a:pt x="550134" y="32093"/>
                </a:lnTo>
                <a:lnTo>
                  <a:pt x="549587" y="32147"/>
                </a:lnTo>
                <a:lnTo>
                  <a:pt x="549046" y="32210"/>
                </a:lnTo>
                <a:lnTo>
                  <a:pt x="548512" y="32283"/>
                </a:lnTo>
                <a:lnTo>
                  <a:pt x="547984" y="32365"/>
                </a:lnTo>
                <a:lnTo>
                  <a:pt x="547463" y="32458"/>
                </a:lnTo>
                <a:lnTo>
                  <a:pt x="546948" y="32560"/>
                </a:lnTo>
                <a:lnTo>
                  <a:pt x="546440" y="32672"/>
                </a:lnTo>
                <a:lnTo>
                  <a:pt x="545938" y="32793"/>
                </a:lnTo>
                <a:lnTo>
                  <a:pt x="545443" y="32924"/>
                </a:lnTo>
                <a:lnTo>
                  <a:pt x="544954" y="33065"/>
                </a:lnTo>
                <a:lnTo>
                  <a:pt x="544472" y="33216"/>
                </a:lnTo>
                <a:lnTo>
                  <a:pt x="543997" y="33376"/>
                </a:lnTo>
                <a:lnTo>
                  <a:pt x="543528" y="33546"/>
                </a:lnTo>
                <a:lnTo>
                  <a:pt x="543065" y="33726"/>
                </a:lnTo>
                <a:lnTo>
                  <a:pt x="542609" y="33916"/>
                </a:lnTo>
                <a:lnTo>
                  <a:pt x="542160" y="34115"/>
                </a:lnTo>
                <a:lnTo>
                  <a:pt x="541717" y="34324"/>
                </a:lnTo>
                <a:lnTo>
                  <a:pt x="541280" y="34543"/>
                </a:lnTo>
                <a:lnTo>
                  <a:pt x="540850" y="34771"/>
                </a:lnTo>
                <a:lnTo>
                  <a:pt x="540427" y="35008"/>
                </a:lnTo>
                <a:lnTo>
                  <a:pt x="540009" y="35253"/>
                </a:lnTo>
                <a:lnTo>
                  <a:pt x="539598" y="35506"/>
                </a:lnTo>
                <a:lnTo>
                  <a:pt x="539194" y="35767"/>
                </a:lnTo>
                <a:lnTo>
                  <a:pt x="538795" y="36035"/>
                </a:lnTo>
                <a:lnTo>
                  <a:pt x="538403" y="36311"/>
                </a:lnTo>
                <a:lnTo>
                  <a:pt x="538017" y="36595"/>
                </a:lnTo>
                <a:lnTo>
                  <a:pt x="537638" y="36887"/>
                </a:lnTo>
                <a:lnTo>
                  <a:pt x="537264" y="37187"/>
                </a:lnTo>
                <a:lnTo>
                  <a:pt x="536897" y="37494"/>
                </a:lnTo>
                <a:lnTo>
                  <a:pt x="536536" y="37809"/>
                </a:lnTo>
                <a:lnTo>
                  <a:pt x="536182" y="38132"/>
                </a:lnTo>
                <a:lnTo>
                  <a:pt x="535833" y="38463"/>
                </a:lnTo>
                <a:lnTo>
                  <a:pt x="535491" y="38802"/>
                </a:lnTo>
                <a:lnTo>
                  <a:pt x="535155" y="39148"/>
                </a:lnTo>
                <a:lnTo>
                  <a:pt x="534826" y="39502"/>
                </a:lnTo>
                <a:lnTo>
                  <a:pt x="534503" y="39864"/>
                </a:lnTo>
                <a:lnTo>
                  <a:pt x="534186" y="40234"/>
                </a:lnTo>
                <a:lnTo>
                  <a:pt x="533875" y="40612"/>
                </a:lnTo>
                <a:lnTo>
                  <a:pt x="533570" y="40997"/>
                </a:lnTo>
                <a:lnTo>
                  <a:pt x="533272" y="41390"/>
                </a:lnTo>
                <a:lnTo>
                  <a:pt x="532980" y="41791"/>
                </a:lnTo>
                <a:lnTo>
                  <a:pt x="532695" y="42200"/>
                </a:lnTo>
                <a:lnTo>
                  <a:pt x="532415" y="42617"/>
                </a:lnTo>
                <a:lnTo>
                  <a:pt x="532142" y="43040"/>
                </a:lnTo>
                <a:lnTo>
                  <a:pt x="531875" y="43469"/>
                </a:lnTo>
                <a:lnTo>
                  <a:pt x="531613" y="43904"/>
                </a:lnTo>
                <a:lnTo>
                  <a:pt x="531357" y="44345"/>
                </a:lnTo>
                <a:lnTo>
                  <a:pt x="531108" y="44791"/>
                </a:lnTo>
                <a:lnTo>
                  <a:pt x="530864" y="45243"/>
                </a:lnTo>
                <a:lnTo>
                  <a:pt x="530626" y="45701"/>
                </a:lnTo>
                <a:lnTo>
                  <a:pt x="530493" y="45967"/>
                </a:lnTo>
                <a:lnTo>
                  <a:pt x="530353" y="33445"/>
                </a:lnTo>
                <a:lnTo>
                  <a:pt x="521733" y="33445"/>
                </a:lnTo>
                <a:lnTo>
                  <a:pt x="521733" y="113154"/>
                </a:lnTo>
                <a:lnTo>
                  <a:pt x="530500" y="113154"/>
                </a:lnTo>
                <a:lnTo>
                  <a:pt x="530500" y="58274"/>
                </a:lnTo>
                <a:lnTo>
                  <a:pt x="530502" y="58265"/>
                </a:lnTo>
                <a:lnTo>
                  <a:pt x="530620" y="57847"/>
                </a:lnTo>
                <a:lnTo>
                  <a:pt x="530742" y="57431"/>
                </a:lnTo>
                <a:lnTo>
                  <a:pt x="530868" y="57019"/>
                </a:lnTo>
                <a:close/>
                <a:moveTo>
                  <a:pt x="311398" y="57663"/>
                </a:moveTo>
                <a:lnTo>
                  <a:pt x="311530" y="57256"/>
                </a:lnTo>
                <a:lnTo>
                  <a:pt x="311668" y="56851"/>
                </a:lnTo>
                <a:lnTo>
                  <a:pt x="311811" y="56448"/>
                </a:lnTo>
                <a:lnTo>
                  <a:pt x="311960" y="56047"/>
                </a:lnTo>
                <a:lnTo>
                  <a:pt x="312114" y="55648"/>
                </a:lnTo>
                <a:lnTo>
                  <a:pt x="312273" y="55251"/>
                </a:lnTo>
                <a:lnTo>
                  <a:pt x="312437" y="54856"/>
                </a:lnTo>
                <a:lnTo>
                  <a:pt x="312607" y="54463"/>
                </a:lnTo>
                <a:lnTo>
                  <a:pt x="312783" y="54072"/>
                </a:lnTo>
                <a:lnTo>
                  <a:pt x="312964" y="53683"/>
                </a:lnTo>
                <a:lnTo>
                  <a:pt x="313150" y="53297"/>
                </a:lnTo>
                <a:lnTo>
                  <a:pt x="313341" y="52912"/>
                </a:lnTo>
                <a:lnTo>
                  <a:pt x="313538" y="52529"/>
                </a:lnTo>
                <a:lnTo>
                  <a:pt x="313740" y="52149"/>
                </a:lnTo>
                <a:lnTo>
                  <a:pt x="313948" y="51770"/>
                </a:lnTo>
                <a:lnTo>
                  <a:pt x="314161" y="51393"/>
                </a:lnTo>
                <a:lnTo>
                  <a:pt x="314379" y="51019"/>
                </a:lnTo>
                <a:lnTo>
                  <a:pt x="314603" y="50647"/>
                </a:lnTo>
                <a:lnTo>
                  <a:pt x="314832" y="50276"/>
                </a:lnTo>
                <a:lnTo>
                  <a:pt x="315066" y="49908"/>
                </a:lnTo>
                <a:lnTo>
                  <a:pt x="315306" y="49542"/>
                </a:lnTo>
                <a:lnTo>
                  <a:pt x="315551" y="49179"/>
                </a:lnTo>
                <a:lnTo>
                  <a:pt x="315803" y="48822"/>
                </a:lnTo>
                <a:lnTo>
                  <a:pt x="316061" y="48471"/>
                </a:lnTo>
                <a:lnTo>
                  <a:pt x="316325" y="48125"/>
                </a:lnTo>
                <a:lnTo>
                  <a:pt x="316595" y="47785"/>
                </a:lnTo>
                <a:lnTo>
                  <a:pt x="316871" y="47451"/>
                </a:lnTo>
                <a:lnTo>
                  <a:pt x="317154" y="47122"/>
                </a:lnTo>
                <a:lnTo>
                  <a:pt x="317442" y="46799"/>
                </a:lnTo>
                <a:lnTo>
                  <a:pt x="317737" y="46482"/>
                </a:lnTo>
                <a:lnTo>
                  <a:pt x="318038" y="46170"/>
                </a:lnTo>
                <a:lnTo>
                  <a:pt x="318345" y="45864"/>
                </a:lnTo>
                <a:lnTo>
                  <a:pt x="318658" y="45563"/>
                </a:lnTo>
                <a:lnTo>
                  <a:pt x="318977" y="45269"/>
                </a:lnTo>
                <a:lnTo>
                  <a:pt x="319302" y="44979"/>
                </a:lnTo>
                <a:lnTo>
                  <a:pt x="319634" y="44696"/>
                </a:lnTo>
                <a:lnTo>
                  <a:pt x="319972" y="44418"/>
                </a:lnTo>
                <a:lnTo>
                  <a:pt x="320315" y="44145"/>
                </a:lnTo>
                <a:lnTo>
                  <a:pt x="320665" y="43878"/>
                </a:lnTo>
                <a:lnTo>
                  <a:pt x="321021" y="43617"/>
                </a:lnTo>
                <a:lnTo>
                  <a:pt x="321384" y="43362"/>
                </a:lnTo>
                <a:lnTo>
                  <a:pt x="321752" y="43112"/>
                </a:lnTo>
                <a:lnTo>
                  <a:pt x="322126" y="42867"/>
                </a:lnTo>
                <a:lnTo>
                  <a:pt x="322507" y="42629"/>
                </a:lnTo>
                <a:lnTo>
                  <a:pt x="322894" y="42396"/>
                </a:lnTo>
                <a:lnTo>
                  <a:pt x="323287" y="42170"/>
                </a:lnTo>
                <a:lnTo>
                  <a:pt x="323688" y="41954"/>
                </a:lnTo>
                <a:lnTo>
                  <a:pt x="324096" y="41748"/>
                </a:lnTo>
                <a:lnTo>
                  <a:pt x="324511" y="41552"/>
                </a:lnTo>
                <a:lnTo>
                  <a:pt x="324934" y="41365"/>
                </a:lnTo>
                <a:lnTo>
                  <a:pt x="325364" y="41187"/>
                </a:lnTo>
                <a:lnTo>
                  <a:pt x="325801" y="41019"/>
                </a:lnTo>
                <a:lnTo>
                  <a:pt x="326246" y="40861"/>
                </a:lnTo>
                <a:lnTo>
                  <a:pt x="326697" y="40712"/>
                </a:lnTo>
                <a:lnTo>
                  <a:pt x="327156" y="40573"/>
                </a:lnTo>
                <a:lnTo>
                  <a:pt x="327623" y="40444"/>
                </a:lnTo>
                <a:lnTo>
                  <a:pt x="328096" y="40324"/>
                </a:lnTo>
                <a:lnTo>
                  <a:pt x="328577" y="40214"/>
                </a:lnTo>
                <a:lnTo>
                  <a:pt x="329066" y="40113"/>
                </a:lnTo>
                <a:lnTo>
                  <a:pt x="329561" y="40022"/>
                </a:lnTo>
                <a:lnTo>
                  <a:pt x="330064" y="39940"/>
                </a:lnTo>
                <a:lnTo>
                  <a:pt x="330574" y="39868"/>
                </a:lnTo>
                <a:lnTo>
                  <a:pt x="331092" y="39806"/>
                </a:lnTo>
                <a:lnTo>
                  <a:pt x="331616" y="39753"/>
                </a:lnTo>
                <a:lnTo>
                  <a:pt x="332148" y="39710"/>
                </a:lnTo>
                <a:lnTo>
                  <a:pt x="332687" y="39676"/>
                </a:lnTo>
                <a:lnTo>
                  <a:pt x="333234" y="39652"/>
                </a:lnTo>
                <a:lnTo>
                  <a:pt x="333788" y="39638"/>
                </a:lnTo>
                <a:lnTo>
                  <a:pt x="334349" y="39633"/>
                </a:lnTo>
                <a:lnTo>
                  <a:pt x="334825" y="39637"/>
                </a:lnTo>
                <a:lnTo>
                  <a:pt x="335297" y="39647"/>
                </a:lnTo>
                <a:lnTo>
                  <a:pt x="335764" y="39663"/>
                </a:lnTo>
                <a:lnTo>
                  <a:pt x="336227" y="39686"/>
                </a:lnTo>
                <a:lnTo>
                  <a:pt x="336684" y="39716"/>
                </a:lnTo>
                <a:lnTo>
                  <a:pt x="337137" y="39753"/>
                </a:lnTo>
                <a:lnTo>
                  <a:pt x="337585" y="39796"/>
                </a:lnTo>
                <a:lnTo>
                  <a:pt x="338028" y="39846"/>
                </a:lnTo>
                <a:lnTo>
                  <a:pt x="338467" y="39903"/>
                </a:lnTo>
                <a:lnTo>
                  <a:pt x="338901" y="39966"/>
                </a:lnTo>
                <a:lnTo>
                  <a:pt x="339330" y="40036"/>
                </a:lnTo>
                <a:lnTo>
                  <a:pt x="339754" y="40112"/>
                </a:lnTo>
                <a:lnTo>
                  <a:pt x="340174" y="40195"/>
                </a:lnTo>
                <a:lnTo>
                  <a:pt x="340589" y="40285"/>
                </a:lnTo>
                <a:lnTo>
                  <a:pt x="340999" y="40381"/>
                </a:lnTo>
                <a:lnTo>
                  <a:pt x="341405" y="40484"/>
                </a:lnTo>
                <a:lnTo>
                  <a:pt x="341806" y="40594"/>
                </a:lnTo>
                <a:lnTo>
                  <a:pt x="342202" y="40711"/>
                </a:lnTo>
                <a:lnTo>
                  <a:pt x="342593" y="40834"/>
                </a:lnTo>
                <a:lnTo>
                  <a:pt x="342979" y="40963"/>
                </a:lnTo>
                <a:lnTo>
                  <a:pt x="343361" y="41100"/>
                </a:lnTo>
                <a:lnTo>
                  <a:pt x="343738" y="41243"/>
                </a:lnTo>
                <a:lnTo>
                  <a:pt x="344111" y="41392"/>
                </a:lnTo>
                <a:lnTo>
                  <a:pt x="344478" y="41549"/>
                </a:lnTo>
                <a:lnTo>
                  <a:pt x="344840" y="41713"/>
                </a:lnTo>
                <a:lnTo>
                  <a:pt x="345196" y="41886"/>
                </a:lnTo>
                <a:lnTo>
                  <a:pt x="345544" y="42068"/>
                </a:lnTo>
                <a:lnTo>
                  <a:pt x="345886" y="42259"/>
                </a:lnTo>
                <a:lnTo>
                  <a:pt x="346222" y="42459"/>
                </a:lnTo>
                <a:lnTo>
                  <a:pt x="346550" y="42667"/>
                </a:lnTo>
                <a:lnTo>
                  <a:pt x="346872" y="42885"/>
                </a:lnTo>
                <a:lnTo>
                  <a:pt x="347188" y="43112"/>
                </a:lnTo>
                <a:lnTo>
                  <a:pt x="347496" y="43348"/>
                </a:lnTo>
                <a:lnTo>
                  <a:pt x="347798" y="43592"/>
                </a:lnTo>
                <a:lnTo>
                  <a:pt x="348094" y="43846"/>
                </a:lnTo>
                <a:lnTo>
                  <a:pt x="348383" y="44109"/>
                </a:lnTo>
                <a:lnTo>
                  <a:pt x="348665" y="44380"/>
                </a:lnTo>
                <a:lnTo>
                  <a:pt x="348940" y="44661"/>
                </a:lnTo>
                <a:lnTo>
                  <a:pt x="349209" y="44950"/>
                </a:lnTo>
                <a:lnTo>
                  <a:pt x="349471" y="45248"/>
                </a:lnTo>
                <a:lnTo>
                  <a:pt x="349727" y="45556"/>
                </a:lnTo>
                <a:lnTo>
                  <a:pt x="349976" y="45872"/>
                </a:lnTo>
                <a:lnTo>
                  <a:pt x="350218" y="46197"/>
                </a:lnTo>
                <a:lnTo>
                  <a:pt x="350454" y="46531"/>
                </a:lnTo>
                <a:lnTo>
                  <a:pt x="350683" y="46875"/>
                </a:lnTo>
                <a:lnTo>
                  <a:pt x="350905" y="47227"/>
                </a:lnTo>
                <a:lnTo>
                  <a:pt x="351120" y="47588"/>
                </a:lnTo>
                <a:lnTo>
                  <a:pt x="351329" y="47958"/>
                </a:lnTo>
                <a:lnTo>
                  <a:pt x="351531" y="48338"/>
                </a:lnTo>
                <a:lnTo>
                  <a:pt x="351724" y="48731"/>
                </a:lnTo>
                <a:lnTo>
                  <a:pt x="351908" y="49135"/>
                </a:lnTo>
                <a:lnTo>
                  <a:pt x="352083" y="49552"/>
                </a:lnTo>
                <a:lnTo>
                  <a:pt x="352251" y="49980"/>
                </a:lnTo>
                <a:lnTo>
                  <a:pt x="352409" y="50421"/>
                </a:lnTo>
                <a:lnTo>
                  <a:pt x="352559" y="50874"/>
                </a:lnTo>
                <a:lnTo>
                  <a:pt x="352700" y="51338"/>
                </a:lnTo>
                <a:lnTo>
                  <a:pt x="352833" y="51815"/>
                </a:lnTo>
                <a:lnTo>
                  <a:pt x="352958" y="52304"/>
                </a:lnTo>
                <a:lnTo>
                  <a:pt x="353073" y="52804"/>
                </a:lnTo>
                <a:lnTo>
                  <a:pt x="353180" y="53317"/>
                </a:lnTo>
                <a:lnTo>
                  <a:pt x="353279" y="53842"/>
                </a:lnTo>
                <a:lnTo>
                  <a:pt x="353369" y="54378"/>
                </a:lnTo>
                <a:lnTo>
                  <a:pt x="353450" y="54927"/>
                </a:lnTo>
                <a:lnTo>
                  <a:pt x="353523" y="55488"/>
                </a:lnTo>
                <a:lnTo>
                  <a:pt x="353587" y="56061"/>
                </a:lnTo>
                <a:lnTo>
                  <a:pt x="353643" y="56646"/>
                </a:lnTo>
                <a:lnTo>
                  <a:pt x="353690" y="57243"/>
                </a:lnTo>
                <a:lnTo>
                  <a:pt x="353729" y="57852"/>
                </a:lnTo>
                <a:lnTo>
                  <a:pt x="353759" y="58473"/>
                </a:lnTo>
                <a:lnTo>
                  <a:pt x="353780" y="59106"/>
                </a:lnTo>
                <a:lnTo>
                  <a:pt x="353793" y="59750"/>
                </a:lnTo>
                <a:lnTo>
                  <a:pt x="353797" y="60407"/>
                </a:lnTo>
                <a:lnTo>
                  <a:pt x="353797" y="113154"/>
                </a:lnTo>
                <a:lnTo>
                  <a:pt x="362564" y="113154"/>
                </a:lnTo>
                <a:lnTo>
                  <a:pt x="362564" y="60371"/>
                </a:lnTo>
                <a:lnTo>
                  <a:pt x="362577" y="60231"/>
                </a:lnTo>
                <a:lnTo>
                  <a:pt x="362611" y="59928"/>
                </a:lnTo>
                <a:lnTo>
                  <a:pt x="362649" y="59625"/>
                </a:lnTo>
                <a:lnTo>
                  <a:pt x="362692" y="59321"/>
                </a:lnTo>
                <a:lnTo>
                  <a:pt x="362740" y="59016"/>
                </a:lnTo>
                <a:lnTo>
                  <a:pt x="362792" y="58711"/>
                </a:lnTo>
                <a:lnTo>
                  <a:pt x="362849" y="58405"/>
                </a:lnTo>
                <a:lnTo>
                  <a:pt x="362911" y="58099"/>
                </a:lnTo>
                <a:lnTo>
                  <a:pt x="362978" y="57792"/>
                </a:lnTo>
                <a:lnTo>
                  <a:pt x="363050" y="57485"/>
                </a:lnTo>
                <a:lnTo>
                  <a:pt x="363126" y="57177"/>
                </a:lnTo>
                <a:lnTo>
                  <a:pt x="363207" y="56869"/>
                </a:lnTo>
                <a:lnTo>
                  <a:pt x="363292" y="56560"/>
                </a:lnTo>
                <a:lnTo>
                  <a:pt x="363383" y="56251"/>
                </a:lnTo>
                <a:lnTo>
                  <a:pt x="363478" y="55941"/>
                </a:lnTo>
                <a:lnTo>
                  <a:pt x="363577" y="55631"/>
                </a:lnTo>
                <a:lnTo>
                  <a:pt x="363682" y="55320"/>
                </a:lnTo>
                <a:lnTo>
                  <a:pt x="363791" y="55009"/>
                </a:lnTo>
                <a:lnTo>
                  <a:pt x="363905" y="54697"/>
                </a:lnTo>
                <a:lnTo>
                  <a:pt x="364024" y="54385"/>
                </a:lnTo>
                <a:lnTo>
                  <a:pt x="364148" y="54072"/>
                </a:lnTo>
                <a:lnTo>
                  <a:pt x="364276" y="53760"/>
                </a:lnTo>
                <a:lnTo>
                  <a:pt x="364409" y="53449"/>
                </a:lnTo>
                <a:lnTo>
                  <a:pt x="364547" y="53140"/>
                </a:lnTo>
                <a:lnTo>
                  <a:pt x="364690" y="52833"/>
                </a:lnTo>
                <a:lnTo>
                  <a:pt x="364838" y="52527"/>
                </a:lnTo>
                <a:lnTo>
                  <a:pt x="364990" y="52223"/>
                </a:lnTo>
                <a:lnTo>
                  <a:pt x="365148" y="51921"/>
                </a:lnTo>
                <a:lnTo>
                  <a:pt x="365310" y="51621"/>
                </a:lnTo>
                <a:lnTo>
                  <a:pt x="365477" y="51322"/>
                </a:lnTo>
                <a:lnTo>
                  <a:pt x="365649" y="51024"/>
                </a:lnTo>
                <a:lnTo>
                  <a:pt x="365826" y="50729"/>
                </a:lnTo>
                <a:lnTo>
                  <a:pt x="366008" y="50435"/>
                </a:lnTo>
                <a:lnTo>
                  <a:pt x="366194" y="50142"/>
                </a:lnTo>
                <a:lnTo>
                  <a:pt x="366386" y="49852"/>
                </a:lnTo>
                <a:lnTo>
                  <a:pt x="366582" y="49563"/>
                </a:lnTo>
                <a:lnTo>
                  <a:pt x="366783" y="49275"/>
                </a:lnTo>
                <a:lnTo>
                  <a:pt x="366989" y="48990"/>
                </a:lnTo>
                <a:lnTo>
                  <a:pt x="367200" y="48706"/>
                </a:lnTo>
                <a:lnTo>
                  <a:pt x="367416" y="48424"/>
                </a:lnTo>
                <a:lnTo>
                  <a:pt x="367637" y="48143"/>
                </a:lnTo>
                <a:lnTo>
                  <a:pt x="367862" y="47864"/>
                </a:lnTo>
                <a:lnTo>
                  <a:pt x="368092" y="47586"/>
                </a:lnTo>
                <a:lnTo>
                  <a:pt x="368328" y="47311"/>
                </a:lnTo>
                <a:lnTo>
                  <a:pt x="368568" y="47037"/>
                </a:lnTo>
                <a:lnTo>
                  <a:pt x="368813" y="46766"/>
                </a:lnTo>
                <a:lnTo>
                  <a:pt x="369063" y="46499"/>
                </a:lnTo>
                <a:lnTo>
                  <a:pt x="369318" y="46237"/>
                </a:lnTo>
                <a:lnTo>
                  <a:pt x="369578" y="45979"/>
                </a:lnTo>
                <a:lnTo>
                  <a:pt x="369842" y="45725"/>
                </a:lnTo>
                <a:lnTo>
                  <a:pt x="370112" y="45476"/>
                </a:lnTo>
                <a:lnTo>
                  <a:pt x="370387" y="45231"/>
                </a:lnTo>
                <a:lnTo>
                  <a:pt x="370667" y="44990"/>
                </a:lnTo>
                <a:lnTo>
                  <a:pt x="370952" y="44754"/>
                </a:lnTo>
                <a:lnTo>
                  <a:pt x="371242" y="44522"/>
                </a:lnTo>
                <a:lnTo>
                  <a:pt x="371537" y="44295"/>
                </a:lnTo>
                <a:lnTo>
                  <a:pt x="371837" y="44072"/>
                </a:lnTo>
                <a:lnTo>
                  <a:pt x="372141" y="43853"/>
                </a:lnTo>
                <a:lnTo>
                  <a:pt x="372451" y="43638"/>
                </a:lnTo>
                <a:lnTo>
                  <a:pt x="372766" y="43428"/>
                </a:lnTo>
                <a:lnTo>
                  <a:pt x="373086" y="43222"/>
                </a:lnTo>
                <a:lnTo>
                  <a:pt x="373411" y="43021"/>
                </a:lnTo>
                <a:lnTo>
                  <a:pt x="373740" y="42824"/>
                </a:lnTo>
                <a:lnTo>
                  <a:pt x="374075" y="42631"/>
                </a:lnTo>
                <a:lnTo>
                  <a:pt x="374415" y="42443"/>
                </a:lnTo>
                <a:lnTo>
                  <a:pt x="374760" y="42259"/>
                </a:lnTo>
                <a:lnTo>
                  <a:pt x="375109" y="42079"/>
                </a:lnTo>
                <a:lnTo>
                  <a:pt x="375464" y="41904"/>
                </a:lnTo>
                <a:lnTo>
                  <a:pt x="375824" y="41733"/>
                </a:lnTo>
                <a:lnTo>
                  <a:pt x="376189" y="41567"/>
                </a:lnTo>
                <a:lnTo>
                  <a:pt x="376558" y="41409"/>
                </a:lnTo>
                <a:lnTo>
                  <a:pt x="376932" y="41257"/>
                </a:lnTo>
                <a:lnTo>
                  <a:pt x="377312" y="41112"/>
                </a:lnTo>
                <a:lnTo>
                  <a:pt x="377696" y="40973"/>
                </a:lnTo>
                <a:lnTo>
                  <a:pt x="378085" y="40842"/>
                </a:lnTo>
                <a:lnTo>
                  <a:pt x="378478" y="40717"/>
                </a:lnTo>
                <a:lnTo>
                  <a:pt x="378877" y="40599"/>
                </a:lnTo>
                <a:lnTo>
                  <a:pt x="379281" y="40488"/>
                </a:lnTo>
                <a:lnTo>
                  <a:pt x="379689" y="40383"/>
                </a:lnTo>
                <a:lnTo>
                  <a:pt x="380102" y="40286"/>
                </a:lnTo>
                <a:lnTo>
                  <a:pt x="380520" y="40195"/>
                </a:lnTo>
                <a:lnTo>
                  <a:pt x="380943" y="40111"/>
                </a:lnTo>
                <a:lnTo>
                  <a:pt x="381371" y="40034"/>
                </a:lnTo>
                <a:lnTo>
                  <a:pt x="381804" y="39963"/>
                </a:lnTo>
                <a:lnTo>
                  <a:pt x="382241" y="39899"/>
                </a:lnTo>
                <a:lnTo>
                  <a:pt x="382684" y="39842"/>
                </a:lnTo>
                <a:lnTo>
                  <a:pt x="383131" y="39792"/>
                </a:lnTo>
                <a:lnTo>
                  <a:pt x="383583" y="39749"/>
                </a:lnTo>
                <a:lnTo>
                  <a:pt x="384040" y="39712"/>
                </a:lnTo>
                <a:lnTo>
                  <a:pt x="384502" y="39682"/>
                </a:lnTo>
                <a:lnTo>
                  <a:pt x="384968" y="39659"/>
                </a:lnTo>
                <a:lnTo>
                  <a:pt x="385440" y="39643"/>
                </a:lnTo>
                <a:lnTo>
                  <a:pt x="385916" y="39633"/>
                </a:lnTo>
                <a:lnTo>
                  <a:pt x="386399" y="39636"/>
                </a:lnTo>
                <a:lnTo>
                  <a:pt x="386876" y="39646"/>
                </a:lnTo>
                <a:lnTo>
                  <a:pt x="387348" y="39662"/>
                </a:lnTo>
                <a:lnTo>
                  <a:pt x="387815" y="39684"/>
                </a:lnTo>
                <a:lnTo>
                  <a:pt x="388277" y="39713"/>
                </a:lnTo>
                <a:lnTo>
                  <a:pt x="388734" y="39748"/>
                </a:lnTo>
                <a:lnTo>
                  <a:pt x="389186" y="39790"/>
                </a:lnTo>
                <a:lnTo>
                  <a:pt x="389633" y="39838"/>
                </a:lnTo>
                <a:lnTo>
                  <a:pt x="390074" y="39892"/>
                </a:lnTo>
                <a:lnTo>
                  <a:pt x="390510" y="39953"/>
                </a:lnTo>
                <a:lnTo>
                  <a:pt x="390942" y="40020"/>
                </a:lnTo>
                <a:lnTo>
                  <a:pt x="391368" y="40094"/>
                </a:lnTo>
                <a:lnTo>
                  <a:pt x="391789" y="40174"/>
                </a:lnTo>
                <a:lnTo>
                  <a:pt x="392205" y="40260"/>
                </a:lnTo>
                <a:lnTo>
                  <a:pt x="392616" y="40353"/>
                </a:lnTo>
                <a:lnTo>
                  <a:pt x="393021" y="40452"/>
                </a:lnTo>
                <a:lnTo>
                  <a:pt x="393422" y="40557"/>
                </a:lnTo>
                <a:lnTo>
                  <a:pt x="393817" y="40669"/>
                </a:lnTo>
                <a:lnTo>
                  <a:pt x="394208" y="40787"/>
                </a:lnTo>
                <a:lnTo>
                  <a:pt x="394593" y="40912"/>
                </a:lnTo>
                <a:lnTo>
                  <a:pt x="394973" y="41043"/>
                </a:lnTo>
                <a:lnTo>
                  <a:pt x="395348" y="41181"/>
                </a:lnTo>
                <a:lnTo>
                  <a:pt x="395718" y="41325"/>
                </a:lnTo>
                <a:lnTo>
                  <a:pt x="396083" y="41475"/>
                </a:lnTo>
                <a:lnTo>
                  <a:pt x="396441" y="41633"/>
                </a:lnTo>
                <a:lnTo>
                  <a:pt x="396794" y="41802"/>
                </a:lnTo>
                <a:lnTo>
                  <a:pt x="397140" y="41980"/>
                </a:lnTo>
                <a:lnTo>
                  <a:pt x="397479" y="42168"/>
                </a:lnTo>
                <a:lnTo>
                  <a:pt x="397812" y="42365"/>
                </a:lnTo>
                <a:lnTo>
                  <a:pt x="398138" y="42573"/>
                </a:lnTo>
                <a:lnTo>
                  <a:pt x="398458" y="42790"/>
                </a:lnTo>
                <a:lnTo>
                  <a:pt x="398771" y="43018"/>
                </a:lnTo>
                <a:lnTo>
                  <a:pt x="399078" y="43255"/>
                </a:lnTo>
                <a:lnTo>
                  <a:pt x="399378" y="43502"/>
                </a:lnTo>
                <a:lnTo>
                  <a:pt x="399672" y="43759"/>
                </a:lnTo>
                <a:lnTo>
                  <a:pt x="399959" y="44026"/>
                </a:lnTo>
                <a:lnTo>
                  <a:pt x="400240" y="44302"/>
                </a:lnTo>
                <a:lnTo>
                  <a:pt x="400514" y="44589"/>
                </a:lnTo>
                <a:lnTo>
                  <a:pt x="400782" y="44885"/>
                </a:lnTo>
                <a:lnTo>
                  <a:pt x="401043" y="45191"/>
                </a:lnTo>
                <a:lnTo>
                  <a:pt x="401297" y="45507"/>
                </a:lnTo>
                <a:lnTo>
                  <a:pt x="401545" y="45833"/>
                </a:lnTo>
                <a:lnTo>
                  <a:pt x="401787" y="46168"/>
                </a:lnTo>
                <a:lnTo>
                  <a:pt x="402022" y="46514"/>
                </a:lnTo>
                <a:lnTo>
                  <a:pt x="402250" y="46869"/>
                </a:lnTo>
                <a:lnTo>
                  <a:pt x="402472" y="47235"/>
                </a:lnTo>
                <a:lnTo>
                  <a:pt x="402688" y="47610"/>
                </a:lnTo>
                <a:lnTo>
                  <a:pt x="402897" y="47994"/>
                </a:lnTo>
                <a:lnTo>
                  <a:pt x="403098" y="48391"/>
                </a:lnTo>
                <a:lnTo>
                  <a:pt x="403291" y="48800"/>
                </a:lnTo>
                <a:lnTo>
                  <a:pt x="403475" y="49222"/>
                </a:lnTo>
                <a:lnTo>
                  <a:pt x="403651" y="49657"/>
                </a:lnTo>
                <a:lnTo>
                  <a:pt x="403818" y="50105"/>
                </a:lnTo>
                <a:lnTo>
                  <a:pt x="403976" y="50566"/>
                </a:lnTo>
                <a:lnTo>
                  <a:pt x="404126" y="51040"/>
                </a:lnTo>
                <a:lnTo>
                  <a:pt x="404268" y="51526"/>
                </a:lnTo>
                <a:lnTo>
                  <a:pt x="404401" y="52026"/>
                </a:lnTo>
                <a:lnTo>
                  <a:pt x="404525" y="52539"/>
                </a:lnTo>
                <a:lnTo>
                  <a:pt x="404641" y="53064"/>
                </a:lnTo>
                <a:lnTo>
                  <a:pt x="404748" y="53602"/>
                </a:lnTo>
                <a:lnTo>
                  <a:pt x="404846" y="54154"/>
                </a:lnTo>
                <a:lnTo>
                  <a:pt x="404936" y="54718"/>
                </a:lnTo>
                <a:lnTo>
                  <a:pt x="405018" y="55295"/>
                </a:lnTo>
                <a:lnTo>
                  <a:pt x="405090" y="55885"/>
                </a:lnTo>
                <a:lnTo>
                  <a:pt x="405155" y="56488"/>
                </a:lnTo>
                <a:lnTo>
                  <a:pt x="405210" y="57104"/>
                </a:lnTo>
                <a:lnTo>
                  <a:pt x="405258" y="57733"/>
                </a:lnTo>
                <a:lnTo>
                  <a:pt x="405296" y="58374"/>
                </a:lnTo>
                <a:lnTo>
                  <a:pt x="405326" y="59029"/>
                </a:lnTo>
                <a:lnTo>
                  <a:pt x="405348" y="59697"/>
                </a:lnTo>
                <a:lnTo>
                  <a:pt x="405360" y="60377"/>
                </a:lnTo>
                <a:lnTo>
                  <a:pt x="405365" y="61070"/>
                </a:lnTo>
                <a:lnTo>
                  <a:pt x="405365" y="113154"/>
                </a:lnTo>
                <a:lnTo>
                  <a:pt x="414205" y="113154"/>
                </a:lnTo>
                <a:lnTo>
                  <a:pt x="414205" y="61144"/>
                </a:lnTo>
                <a:lnTo>
                  <a:pt x="414202" y="60503"/>
                </a:lnTo>
                <a:lnTo>
                  <a:pt x="414192" y="59870"/>
                </a:lnTo>
                <a:lnTo>
                  <a:pt x="414177" y="59245"/>
                </a:lnTo>
                <a:lnTo>
                  <a:pt x="414156" y="58627"/>
                </a:lnTo>
                <a:lnTo>
                  <a:pt x="414128" y="58017"/>
                </a:lnTo>
                <a:lnTo>
                  <a:pt x="414094" y="57415"/>
                </a:lnTo>
                <a:lnTo>
                  <a:pt x="414054" y="56820"/>
                </a:lnTo>
                <a:lnTo>
                  <a:pt x="414008" y="56233"/>
                </a:lnTo>
                <a:lnTo>
                  <a:pt x="413956" y="55654"/>
                </a:lnTo>
                <a:lnTo>
                  <a:pt x="413898" y="55082"/>
                </a:lnTo>
                <a:lnTo>
                  <a:pt x="413833" y="54518"/>
                </a:lnTo>
                <a:lnTo>
                  <a:pt x="413763" y="53962"/>
                </a:lnTo>
                <a:lnTo>
                  <a:pt x="413686" y="53413"/>
                </a:lnTo>
                <a:lnTo>
                  <a:pt x="413603" y="52872"/>
                </a:lnTo>
                <a:lnTo>
                  <a:pt x="413514" y="52339"/>
                </a:lnTo>
                <a:lnTo>
                  <a:pt x="413419" y="51813"/>
                </a:lnTo>
                <a:lnTo>
                  <a:pt x="413318" y="51295"/>
                </a:lnTo>
                <a:lnTo>
                  <a:pt x="413210" y="50785"/>
                </a:lnTo>
                <a:lnTo>
                  <a:pt x="413097" y="50282"/>
                </a:lnTo>
                <a:lnTo>
                  <a:pt x="412977" y="49787"/>
                </a:lnTo>
                <a:lnTo>
                  <a:pt x="412851" y="49300"/>
                </a:lnTo>
                <a:lnTo>
                  <a:pt x="412719" y="48820"/>
                </a:lnTo>
                <a:lnTo>
                  <a:pt x="412581" y="48348"/>
                </a:lnTo>
                <a:lnTo>
                  <a:pt x="412437" y="47884"/>
                </a:lnTo>
                <a:lnTo>
                  <a:pt x="412287" y="47427"/>
                </a:lnTo>
                <a:lnTo>
                  <a:pt x="412131" y="46977"/>
                </a:lnTo>
                <a:lnTo>
                  <a:pt x="411970" y="46534"/>
                </a:lnTo>
                <a:lnTo>
                  <a:pt x="411803" y="46098"/>
                </a:lnTo>
                <a:lnTo>
                  <a:pt x="411631" y="45668"/>
                </a:lnTo>
                <a:lnTo>
                  <a:pt x="411454" y="45246"/>
                </a:lnTo>
                <a:lnTo>
                  <a:pt x="411271" y="44830"/>
                </a:lnTo>
                <a:lnTo>
                  <a:pt x="411082" y="44422"/>
                </a:lnTo>
                <a:lnTo>
                  <a:pt x="410888" y="44020"/>
                </a:lnTo>
                <a:lnTo>
                  <a:pt x="410688" y="43625"/>
                </a:lnTo>
                <a:lnTo>
                  <a:pt x="410483" y="43237"/>
                </a:lnTo>
                <a:lnTo>
                  <a:pt x="410273" y="42856"/>
                </a:lnTo>
                <a:lnTo>
                  <a:pt x="410057" y="42482"/>
                </a:lnTo>
                <a:lnTo>
                  <a:pt x="409835" y="42115"/>
                </a:lnTo>
                <a:lnTo>
                  <a:pt x="409608" y="41755"/>
                </a:lnTo>
                <a:lnTo>
                  <a:pt x="409375" y="41401"/>
                </a:lnTo>
                <a:lnTo>
                  <a:pt x="409137" y="41055"/>
                </a:lnTo>
                <a:lnTo>
                  <a:pt x="408894" y="40715"/>
                </a:lnTo>
                <a:lnTo>
                  <a:pt x="408645" y="40383"/>
                </a:lnTo>
                <a:lnTo>
                  <a:pt x="408390" y="40057"/>
                </a:lnTo>
                <a:lnTo>
                  <a:pt x="408130" y="39738"/>
                </a:lnTo>
                <a:lnTo>
                  <a:pt x="407864" y="39426"/>
                </a:lnTo>
                <a:lnTo>
                  <a:pt x="407593" y="39121"/>
                </a:lnTo>
                <a:lnTo>
                  <a:pt x="407317" y="38823"/>
                </a:lnTo>
                <a:lnTo>
                  <a:pt x="407035" y="38531"/>
                </a:lnTo>
                <a:lnTo>
                  <a:pt x="406748" y="38247"/>
                </a:lnTo>
                <a:lnTo>
                  <a:pt x="406455" y="37968"/>
                </a:lnTo>
                <a:lnTo>
                  <a:pt x="406158" y="37696"/>
                </a:lnTo>
                <a:lnTo>
                  <a:pt x="405855" y="37431"/>
                </a:lnTo>
                <a:lnTo>
                  <a:pt x="405547" y="37172"/>
                </a:lnTo>
                <a:lnTo>
                  <a:pt x="405233" y="36920"/>
                </a:lnTo>
                <a:lnTo>
                  <a:pt x="404914" y="36674"/>
                </a:lnTo>
                <a:lnTo>
                  <a:pt x="404591" y="36435"/>
                </a:lnTo>
                <a:lnTo>
                  <a:pt x="404261" y="36202"/>
                </a:lnTo>
                <a:lnTo>
                  <a:pt x="403927" y="35976"/>
                </a:lnTo>
                <a:lnTo>
                  <a:pt x="403587" y="35756"/>
                </a:lnTo>
                <a:lnTo>
                  <a:pt x="403243" y="35543"/>
                </a:lnTo>
                <a:lnTo>
                  <a:pt x="402892" y="35337"/>
                </a:lnTo>
                <a:lnTo>
                  <a:pt x="402537" y="35137"/>
                </a:lnTo>
                <a:lnTo>
                  <a:pt x="402176" y="34943"/>
                </a:lnTo>
                <a:lnTo>
                  <a:pt x="401811" y="34756"/>
                </a:lnTo>
                <a:lnTo>
                  <a:pt x="401440" y="34575"/>
                </a:lnTo>
                <a:lnTo>
                  <a:pt x="401063" y="34401"/>
                </a:lnTo>
                <a:lnTo>
                  <a:pt x="400682" y="34234"/>
                </a:lnTo>
                <a:lnTo>
                  <a:pt x="400295" y="34073"/>
                </a:lnTo>
                <a:lnTo>
                  <a:pt x="399903" y="33919"/>
                </a:lnTo>
                <a:lnTo>
                  <a:pt x="399505" y="33771"/>
                </a:lnTo>
                <a:lnTo>
                  <a:pt x="399103" y="33629"/>
                </a:lnTo>
                <a:lnTo>
                  <a:pt x="398695" y="33494"/>
                </a:lnTo>
                <a:lnTo>
                  <a:pt x="398283" y="33365"/>
                </a:lnTo>
                <a:lnTo>
                  <a:pt x="397867" y="33241"/>
                </a:lnTo>
                <a:lnTo>
                  <a:pt x="397445" y="33123"/>
                </a:lnTo>
                <a:lnTo>
                  <a:pt x="397019" y="33011"/>
                </a:lnTo>
                <a:lnTo>
                  <a:pt x="396589" y="32904"/>
                </a:lnTo>
                <a:lnTo>
                  <a:pt x="396154" y="32803"/>
                </a:lnTo>
                <a:lnTo>
                  <a:pt x="395714" y="32708"/>
                </a:lnTo>
                <a:lnTo>
                  <a:pt x="395270" y="32619"/>
                </a:lnTo>
                <a:lnTo>
                  <a:pt x="394821" y="32536"/>
                </a:lnTo>
                <a:lnTo>
                  <a:pt x="394367" y="32458"/>
                </a:lnTo>
                <a:lnTo>
                  <a:pt x="393909" y="32386"/>
                </a:lnTo>
                <a:lnTo>
                  <a:pt x="393447" y="32320"/>
                </a:lnTo>
                <a:lnTo>
                  <a:pt x="392979" y="32260"/>
                </a:lnTo>
                <a:lnTo>
                  <a:pt x="392507" y="32205"/>
                </a:lnTo>
                <a:lnTo>
                  <a:pt x="392031" y="32156"/>
                </a:lnTo>
                <a:lnTo>
                  <a:pt x="391550" y="32113"/>
                </a:lnTo>
                <a:lnTo>
                  <a:pt x="391064" y="32075"/>
                </a:lnTo>
                <a:lnTo>
                  <a:pt x="390574" y="32044"/>
                </a:lnTo>
                <a:lnTo>
                  <a:pt x="390079" y="32018"/>
                </a:lnTo>
                <a:lnTo>
                  <a:pt x="389579" y="31998"/>
                </a:lnTo>
                <a:lnTo>
                  <a:pt x="389075" y="31983"/>
                </a:lnTo>
                <a:lnTo>
                  <a:pt x="388566" y="31975"/>
                </a:lnTo>
                <a:lnTo>
                  <a:pt x="388053" y="31972"/>
                </a:lnTo>
                <a:lnTo>
                  <a:pt x="387466" y="31976"/>
                </a:lnTo>
                <a:lnTo>
                  <a:pt x="386884" y="31989"/>
                </a:lnTo>
                <a:lnTo>
                  <a:pt x="386307" y="32010"/>
                </a:lnTo>
                <a:lnTo>
                  <a:pt x="385735" y="32039"/>
                </a:lnTo>
                <a:lnTo>
                  <a:pt x="385168" y="32077"/>
                </a:lnTo>
                <a:lnTo>
                  <a:pt x="384606" y="32124"/>
                </a:lnTo>
                <a:lnTo>
                  <a:pt x="384050" y="32179"/>
                </a:lnTo>
                <a:lnTo>
                  <a:pt x="383498" y="32242"/>
                </a:lnTo>
                <a:lnTo>
                  <a:pt x="382951" y="32314"/>
                </a:lnTo>
                <a:lnTo>
                  <a:pt x="382409" y="32394"/>
                </a:lnTo>
                <a:lnTo>
                  <a:pt x="381872" y="32482"/>
                </a:lnTo>
                <a:lnTo>
                  <a:pt x="381340" y="32580"/>
                </a:lnTo>
                <a:lnTo>
                  <a:pt x="380813" y="32685"/>
                </a:lnTo>
                <a:lnTo>
                  <a:pt x="380291" y="32799"/>
                </a:lnTo>
                <a:lnTo>
                  <a:pt x="379774" y="32921"/>
                </a:lnTo>
                <a:lnTo>
                  <a:pt x="379262" y="33052"/>
                </a:lnTo>
                <a:lnTo>
                  <a:pt x="378755" y="33191"/>
                </a:lnTo>
                <a:lnTo>
                  <a:pt x="378253" y="33339"/>
                </a:lnTo>
                <a:lnTo>
                  <a:pt x="377756" y="33495"/>
                </a:lnTo>
                <a:lnTo>
                  <a:pt x="377264" y="33660"/>
                </a:lnTo>
                <a:lnTo>
                  <a:pt x="376776" y="33833"/>
                </a:lnTo>
                <a:lnTo>
                  <a:pt x="376294" y="34015"/>
                </a:lnTo>
                <a:lnTo>
                  <a:pt x="375817" y="34204"/>
                </a:lnTo>
                <a:lnTo>
                  <a:pt x="375345" y="34403"/>
                </a:lnTo>
                <a:lnTo>
                  <a:pt x="374878" y="34608"/>
                </a:lnTo>
                <a:lnTo>
                  <a:pt x="374417" y="34820"/>
                </a:lnTo>
                <a:lnTo>
                  <a:pt x="373961" y="35038"/>
                </a:lnTo>
                <a:lnTo>
                  <a:pt x="373511" y="35261"/>
                </a:lnTo>
                <a:lnTo>
                  <a:pt x="373066" y="35491"/>
                </a:lnTo>
                <a:lnTo>
                  <a:pt x="372626" y="35727"/>
                </a:lnTo>
                <a:lnTo>
                  <a:pt x="372192" y="35968"/>
                </a:lnTo>
                <a:lnTo>
                  <a:pt x="371764" y="36216"/>
                </a:lnTo>
                <a:lnTo>
                  <a:pt x="371341" y="36470"/>
                </a:lnTo>
                <a:lnTo>
                  <a:pt x="370924" y="36729"/>
                </a:lnTo>
                <a:lnTo>
                  <a:pt x="370512" y="36995"/>
                </a:lnTo>
                <a:lnTo>
                  <a:pt x="370105" y="37267"/>
                </a:lnTo>
                <a:lnTo>
                  <a:pt x="369705" y="37544"/>
                </a:lnTo>
                <a:lnTo>
                  <a:pt x="369309" y="37828"/>
                </a:lnTo>
                <a:lnTo>
                  <a:pt x="368919" y="38118"/>
                </a:lnTo>
                <a:lnTo>
                  <a:pt x="368535" y="38414"/>
                </a:lnTo>
                <a:lnTo>
                  <a:pt x="368156" y="38715"/>
                </a:lnTo>
                <a:lnTo>
                  <a:pt x="367783" y="39023"/>
                </a:lnTo>
                <a:lnTo>
                  <a:pt x="367415" y="39337"/>
                </a:lnTo>
                <a:lnTo>
                  <a:pt x="367052" y="39657"/>
                </a:lnTo>
                <a:lnTo>
                  <a:pt x="366695" y="39983"/>
                </a:lnTo>
                <a:lnTo>
                  <a:pt x="366344" y="40314"/>
                </a:lnTo>
                <a:lnTo>
                  <a:pt x="365998" y="40652"/>
                </a:lnTo>
                <a:lnTo>
                  <a:pt x="365658" y="40996"/>
                </a:lnTo>
                <a:lnTo>
                  <a:pt x="365323" y="41345"/>
                </a:lnTo>
                <a:lnTo>
                  <a:pt x="364995" y="41698"/>
                </a:lnTo>
                <a:lnTo>
                  <a:pt x="364672" y="42054"/>
                </a:lnTo>
                <a:lnTo>
                  <a:pt x="364355" y="42415"/>
                </a:lnTo>
                <a:lnTo>
                  <a:pt x="364045" y="42780"/>
                </a:lnTo>
                <a:lnTo>
                  <a:pt x="363740" y="43149"/>
                </a:lnTo>
                <a:lnTo>
                  <a:pt x="363442" y="43521"/>
                </a:lnTo>
                <a:lnTo>
                  <a:pt x="363149" y="43898"/>
                </a:lnTo>
                <a:lnTo>
                  <a:pt x="362862" y="44278"/>
                </a:lnTo>
                <a:lnTo>
                  <a:pt x="362582" y="44663"/>
                </a:lnTo>
                <a:lnTo>
                  <a:pt x="362307" y="45051"/>
                </a:lnTo>
                <a:lnTo>
                  <a:pt x="362039" y="45444"/>
                </a:lnTo>
                <a:lnTo>
                  <a:pt x="361776" y="45840"/>
                </a:lnTo>
                <a:lnTo>
                  <a:pt x="361520" y="46241"/>
                </a:lnTo>
                <a:lnTo>
                  <a:pt x="361269" y="46645"/>
                </a:lnTo>
                <a:lnTo>
                  <a:pt x="361025" y="47053"/>
                </a:lnTo>
                <a:lnTo>
                  <a:pt x="360828" y="47394"/>
                </a:lnTo>
                <a:lnTo>
                  <a:pt x="360759" y="47184"/>
                </a:lnTo>
                <a:lnTo>
                  <a:pt x="360606" y="46743"/>
                </a:lnTo>
                <a:lnTo>
                  <a:pt x="360447" y="46308"/>
                </a:lnTo>
                <a:lnTo>
                  <a:pt x="360283" y="45880"/>
                </a:lnTo>
                <a:lnTo>
                  <a:pt x="360113" y="45459"/>
                </a:lnTo>
                <a:lnTo>
                  <a:pt x="359938" y="45045"/>
                </a:lnTo>
                <a:lnTo>
                  <a:pt x="359757" y="44638"/>
                </a:lnTo>
                <a:lnTo>
                  <a:pt x="359571" y="44238"/>
                </a:lnTo>
                <a:lnTo>
                  <a:pt x="359380" y="43845"/>
                </a:lnTo>
                <a:lnTo>
                  <a:pt x="359183" y="43458"/>
                </a:lnTo>
                <a:lnTo>
                  <a:pt x="358980" y="43079"/>
                </a:lnTo>
                <a:lnTo>
                  <a:pt x="358772" y="42706"/>
                </a:lnTo>
                <a:lnTo>
                  <a:pt x="358558" y="42340"/>
                </a:lnTo>
                <a:lnTo>
                  <a:pt x="358339" y="41982"/>
                </a:lnTo>
                <a:lnTo>
                  <a:pt x="358114" y="41630"/>
                </a:lnTo>
                <a:lnTo>
                  <a:pt x="357884" y="41285"/>
                </a:lnTo>
                <a:lnTo>
                  <a:pt x="357648" y="40947"/>
                </a:lnTo>
                <a:lnTo>
                  <a:pt x="357407" y="40616"/>
                </a:lnTo>
                <a:lnTo>
                  <a:pt x="357161" y="40292"/>
                </a:lnTo>
                <a:lnTo>
                  <a:pt x="356909" y="39974"/>
                </a:lnTo>
                <a:lnTo>
                  <a:pt x="356651" y="39664"/>
                </a:lnTo>
                <a:lnTo>
                  <a:pt x="356388" y="39360"/>
                </a:lnTo>
                <a:lnTo>
                  <a:pt x="356119" y="39064"/>
                </a:lnTo>
                <a:lnTo>
                  <a:pt x="355845" y="38774"/>
                </a:lnTo>
                <a:lnTo>
                  <a:pt x="355565" y="38491"/>
                </a:lnTo>
                <a:lnTo>
                  <a:pt x="355281" y="38215"/>
                </a:lnTo>
                <a:lnTo>
                  <a:pt x="354991" y="37945"/>
                </a:lnTo>
                <a:lnTo>
                  <a:pt x="354697" y="37681"/>
                </a:lnTo>
                <a:lnTo>
                  <a:pt x="354399" y="37423"/>
                </a:lnTo>
                <a:lnTo>
                  <a:pt x="354096" y="37171"/>
                </a:lnTo>
                <a:lnTo>
                  <a:pt x="353788" y="36926"/>
                </a:lnTo>
                <a:lnTo>
                  <a:pt x="353476" y="36686"/>
                </a:lnTo>
                <a:lnTo>
                  <a:pt x="353159" y="36453"/>
                </a:lnTo>
                <a:lnTo>
                  <a:pt x="352837" y="36226"/>
                </a:lnTo>
                <a:lnTo>
                  <a:pt x="352511" y="36005"/>
                </a:lnTo>
                <a:lnTo>
                  <a:pt x="352180" y="35790"/>
                </a:lnTo>
                <a:lnTo>
                  <a:pt x="351845" y="35581"/>
                </a:lnTo>
                <a:lnTo>
                  <a:pt x="351505" y="35379"/>
                </a:lnTo>
                <a:lnTo>
                  <a:pt x="351161" y="35182"/>
                </a:lnTo>
                <a:lnTo>
                  <a:pt x="350811" y="34992"/>
                </a:lnTo>
                <a:lnTo>
                  <a:pt x="350458" y="34808"/>
                </a:lnTo>
                <a:lnTo>
                  <a:pt x="350099" y="34630"/>
                </a:lnTo>
                <a:lnTo>
                  <a:pt x="349736" y="34458"/>
                </a:lnTo>
                <a:lnTo>
                  <a:pt x="349369" y="34292"/>
                </a:lnTo>
                <a:lnTo>
                  <a:pt x="348997" y="34133"/>
                </a:lnTo>
                <a:lnTo>
                  <a:pt x="348620" y="33979"/>
                </a:lnTo>
                <a:lnTo>
                  <a:pt x="348238" y="33832"/>
                </a:lnTo>
                <a:lnTo>
                  <a:pt x="347852" y="33691"/>
                </a:lnTo>
                <a:lnTo>
                  <a:pt x="347462" y="33556"/>
                </a:lnTo>
                <a:lnTo>
                  <a:pt x="347067" y="33426"/>
                </a:lnTo>
                <a:lnTo>
                  <a:pt x="346668" y="33303"/>
                </a:lnTo>
                <a:lnTo>
                  <a:pt x="346266" y="33184"/>
                </a:lnTo>
                <a:lnTo>
                  <a:pt x="345860" y="33072"/>
                </a:lnTo>
                <a:lnTo>
                  <a:pt x="345449" y="32964"/>
                </a:lnTo>
                <a:lnTo>
                  <a:pt x="345035" y="32863"/>
                </a:lnTo>
                <a:lnTo>
                  <a:pt x="344618" y="32766"/>
                </a:lnTo>
                <a:lnTo>
                  <a:pt x="344196" y="32676"/>
                </a:lnTo>
                <a:lnTo>
                  <a:pt x="343770" y="32590"/>
                </a:lnTo>
                <a:lnTo>
                  <a:pt x="343341" y="32511"/>
                </a:lnTo>
                <a:lnTo>
                  <a:pt x="342908" y="32436"/>
                </a:lnTo>
                <a:lnTo>
                  <a:pt x="342471" y="32368"/>
                </a:lnTo>
                <a:lnTo>
                  <a:pt x="342030" y="32304"/>
                </a:lnTo>
                <a:lnTo>
                  <a:pt x="341585" y="32247"/>
                </a:lnTo>
                <a:lnTo>
                  <a:pt x="341137" y="32194"/>
                </a:lnTo>
                <a:lnTo>
                  <a:pt x="340684" y="32148"/>
                </a:lnTo>
                <a:lnTo>
                  <a:pt x="340228" y="32106"/>
                </a:lnTo>
                <a:lnTo>
                  <a:pt x="339768" y="32071"/>
                </a:lnTo>
                <a:lnTo>
                  <a:pt x="339304" y="32041"/>
                </a:lnTo>
                <a:lnTo>
                  <a:pt x="338837" y="32016"/>
                </a:lnTo>
                <a:lnTo>
                  <a:pt x="338365" y="31997"/>
                </a:lnTo>
                <a:lnTo>
                  <a:pt x="337890" y="31983"/>
                </a:lnTo>
                <a:lnTo>
                  <a:pt x="337410" y="31975"/>
                </a:lnTo>
                <a:lnTo>
                  <a:pt x="336927" y="31972"/>
                </a:lnTo>
                <a:lnTo>
                  <a:pt x="336328" y="31976"/>
                </a:lnTo>
                <a:lnTo>
                  <a:pt x="335735" y="31990"/>
                </a:lnTo>
                <a:lnTo>
                  <a:pt x="335146" y="32013"/>
                </a:lnTo>
                <a:lnTo>
                  <a:pt x="334563" y="32045"/>
                </a:lnTo>
                <a:lnTo>
                  <a:pt x="333985" y="32087"/>
                </a:lnTo>
                <a:lnTo>
                  <a:pt x="333412" y="32138"/>
                </a:lnTo>
                <a:lnTo>
                  <a:pt x="332845" y="32197"/>
                </a:lnTo>
                <a:lnTo>
                  <a:pt x="332282" y="32266"/>
                </a:lnTo>
                <a:lnTo>
                  <a:pt x="331725" y="32345"/>
                </a:lnTo>
                <a:lnTo>
                  <a:pt x="331173" y="32432"/>
                </a:lnTo>
                <a:lnTo>
                  <a:pt x="330627" y="32529"/>
                </a:lnTo>
                <a:lnTo>
                  <a:pt x="330086" y="32635"/>
                </a:lnTo>
                <a:lnTo>
                  <a:pt x="329549" y="32750"/>
                </a:lnTo>
                <a:lnTo>
                  <a:pt x="329019" y="32874"/>
                </a:lnTo>
                <a:lnTo>
                  <a:pt x="328493" y="33008"/>
                </a:lnTo>
                <a:lnTo>
                  <a:pt x="327973" y="33150"/>
                </a:lnTo>
                <a:lnTo>
                  <a:pt x="327458" y="33302"/>
                </a:lnTo>
                <a:lnTo>
                  <a:pt x="326948" y="33464"/>
                </a:lnTo>
                <a:lnTo>
                  <a:pt x="326443" y="33634"/>
                </a:lnTo>
                <a:lnTo>
                  <a:pt x="325944" y="33813"/>
                </a:lnTo>
                <a:lnTo>
                  <a:pt x="325450" y="34002"/>
                </a:lnTo>
                <a:lnTo>
                  <a:pt x="324961" y="34200"/>
                </a:lnTo>
                <a:lnTo>
                  <a:pt x="324477" y="34407"/>
                </a:lnTo>
                <a:lnTo>
                  <a:pt x="323999" y="34624"/>
                </a:lnTo>
                <a:lnTo>
                  <a:pt x="323526" y="34848"/>
                </a:lnTo>
                <a:lnTo>
                  <a:pt x="323059" y="35080"/>
                </a:lnTo>
                <a:lnTo>
                  <a:pt x="322598" y="35319"/>
                </a:lnTo>
                <a:lnTo>
                  <a:pt x="322143" y="35565"/>
                </a:lnTo>
                <a:lnTo>
                  <a:pt x="321693" y="35818"/>
                </a:lnTo>
                <a:lnTo>
                  <a:pt x="321250" y="36079"/>
                </a:lnTo>
                <a:lnTo>
                  <a:pt x="320812" y="36346"/>
                </a:lnTo>
                <a:lnTo>
                  <a:pt x="320381" y="36621"/>
                </a:lnTo>
                <a:lnTo>
                  <a:pt x="319955" y="36903"/>
                </a:lnTo>
                <a:lnTo>
                  <a:pt x="319535" y="37192"/>
                </a:lnTo>
                <a:lnTo>
                  <a:pt x="319121" y="37488"/>
                </a:lnTo>
                <a:lnTo>
                  <a:pt x="318713" y="37792"/>
                </a:lnTo>
                <a:lnTo>
                  <a:pt x="318311" y="38102"/>
                </a:lnTo>
                <a:lnTo>
                  <a:pt x="317914" y="38420"/>
                </a:lnTo>
                <a:lnTo>
                  <a:pt x="317524" y="38745"/>
                </a:lnTo>
                <a:lnTo>
                  <a:pt x="317139" y="39077"/>
                </a:lnTo>
                <a:lnTo>
                  <a:pt x="316761" y="39416"/>
                </a:lnTo>
                <a:lnTo>
                  <a:pt x="316388" y="39762"/>
                </a:lnTo>
                <a:lnTo>
                  <a:pt x="316021" y="40116"/>
                </a:lnTo>
                <a:lnTo>
                  <a:pt x="315660" y="40476"/>
                </a:lnTo>
                <a:lnTo>
                  <a:pt x="315305" y="40844"/>
                </a:lnTo>
                <a:lnTo>
                  <a:pt x="314955" y="41219"/>
                </a:lnTo>
                <a:lnTo>
                  <a:pt x="314612" y="41601"/>
                </a:lnTo>
                <a:lnTo>
                  <a:pt x="314275" y="41991"/>
                </a:lnTo>
                <a:lnTo>
                  <a:pt x="313943" y="42386"/>
                </a:lnTo>
                <a:lnTo>
                  <a:pt x="313617" y="42787"/>
                </a:lnTo>
                <a:lnTo>
                  <a:pt x="313298" y="43192"/>
                </a:lnTo>
                <a:lnTo>
                  <a:pt x="312984" y="43603"/>
                </a:lnTo>
                <a:lnTo>
                  <a:pt x="312677" y="44019"/>
                </a:lnTo>
                <a:lnTo>
                  <a:pt x="312375" y="44440"/>
                </a:lnTo>
                <a:lnTo>
                  <a:pt x="312080" y="44866"/>
                </a:lnTo>
                <a:lnTo>
                  <a:pt x="311790" y="45297"/>
                </a:lnTo>
                <a:lnTo>
                  <a:pt x="311507" y="45734"/>
                </a:lnTo>
                <a:lnTo>
                  <a:pt x="311229" y="46175"/>
                </a:lnTo>
                <a:lnTo>
                  <a:pt x="311138" y="46326"/>
                </a:lnTo>
                <a:lnTo>
                  <a:pt x="310849" y="33445"/>
                </a:lnTo>
                <a:lnTo>
                  <a:pt x="302304" y="33445"/>
                </a:lnTo>
                <a:lnTo>
                  <a:pt x="302304" y="113154"/>
                </a:lnTo>
                <a:lnTo>
                  <a:pt x="311217" y="113154"/>
                </a:lnTo>
                <a:lnTo>
                  <a:pt x="311217" y="58254"/>
                </a:lnTo>
                <a:lnTo>
                  <a:pt x="311271" y="58073"/>
                </a:lnTo>
                <a:lnTo>
                  <a:pt x="311398" y="57663"/>
                </a:lnTo>
                <a:close/>
                <a:moveTo>
                  <a:pt x="113490" y="57663"/>
                </a:moveTo>
                <a:lnTo>
                  <a:pt x="113649" y="57256"/>
                </a:lnTo>
                <a:lnTo>
                  <a:pt x="113814" y="56851"/>
                </a:lnTo>
                <a:lnTo>
                  <a:pt x="113984" y="56448"/>
                </a:lnTo>
                <a:lnTo>
                  <a:pt x="114159" y="56047"/>
                </a:lnTo>
                <a:lnTo>
                  <a:pt x="114340" y="55648"/>
                </a:lnTo>
                <a:lnTo>
                  <a:pt x="114526" y="55251"/>
                </a:lnTo>
                <a:lnTo>
                  <a:pt x="114717" y="54856"/>
                </a:lnTo>
                <a:lnTo>
                  <a:pt x="114913" y="54463"/>
                </a:lnTo>
                <a:lnTo>
                  <a:pt x="115114" y="54072"/>
                </a:lnTo>
                <a:lnTo>
                  <a:pt x="115321" y="53683"/>
                </a:lnTo>
                <a:lnTo>
                  <a:pt x="115533" y="53297"/>
                </a:lnTo>
                <a:lnTo>
                  <a:pt x="115750" y="52912"/>
                </a:lnTo>
                <a:lnTo>
                  <a:pt x="115973" y="52529"/>
                </a:lnTo>
                <a:lnTo>
                  <a:pt x="116200" y="52149"/>
                </a:lnTo>
                <a:lnTo>
                  <a:pt x="116433" y="51770"/>
                </a:lnTo>
                <a:lnTo>
                  <a:pt x="116672" y="51393"/>
                </a:lnTo>
                <a:lnTo>
                  <a:pt x="116915" y="51019"/>
                </a:lnTo>
                <a:lnTo>
                  <a:pt x="117164" y="50647"/>
                </a:lnTo>
                <a:lnTo>
                  <a:pt x="117418" y="50276"/>
                </a:lnTo>
                <a:lnTo>
                  <a:pt x="117677" y="49908"/>
                </a:lnTo>
                <a:lnTo>
                  <a:pt x="117941" y="49542"/>
                </a:lnTo>
                <a:lnTo>
                  <a:pt x="118211" y="49179"/>
                </a:lnTo>
                <a:lnTo>
                  <a:pt x="118486" y="48822"/>
                </a:lnTo>
                <a:lnTo>
                  <a:pt x="118767" y="48471"/>
                </a:lnTo>
                <a:lnTo>
                  <a:pt x="119052" y="48125"/>
                </a:lnTo>
                <a:lnTo>
                  <a:pt x="119344" y="47785"/>
                </a:lnTo>
                <a:lnTo>
                  <a:pt x="119640" y="47451"/>
                </a:lnTo>
                <a:lnTo>
                  <a:pt x="119942" y="47122"/>
                </a:lnTo>
                <a:lnTo>
                  <a:pt x="120250" y="46799"/>
                </a:lnTo>
                <a:lnTo>
                  <a:pt x="120562" y="46482"/>
                </a:lnTo>
                <a:lnTo>
                  <a:pt x="120880" y="46170"/>
                </a:lnTo>
                <a:lnTo>
                  <a:pt x="121204" y="45864"/>
                </a:lnTo>
                <a:lnTo>
                  <a:pt x="121533" y="45563"/>
                </a:lnTo>
                <a:lnTo>
                  <a:pt x="121867" y="45269"/>
                </a:lnTo>
                <a:lnTo>
                  <a:pt x="122206" y="44979"/>
                </a:lnTo>
                <a:lnTo>
                  <a:pt x="122551" y="44696"/>
                </a:lnTo>
                <a:lnTo>
                  <a:pt x="122902" y="44418"/>
                </a:lnTo>
                <a:lnTo>
                  <a:pt x="123257" y="44145"/>
                </a:lnTo>
                <a:lnTo>
                  <a:pt x="123618" y="43878"/>
                </a:lnTo>
                <a:lnTo>
                  <a:pt x="123985" y="43617"/>
                </a:lnTo>
                <a:lnTo>
                  <a:pt x="124357" y="43362"/>
                </a:lnTo>
                <a:lnTo>
                  <a:pt x="124734" y="43112"/>
                </a:lnTo>
                <a:lnTo>
                  <a:pt x="125116" y="42867"/>
                </a:lnTo>
                <a:lnTo>
                  <a:pt x="125504" y="42629"/>
                </a:lnTo>
                <a:lnTo>
                  <a:pt x="125897" y="42396"/>
                </a:lnTo>
                <a:lnTo>
                  <a:pt x="126296" y="42170"/>
                </a:lnTo>
                <a:lnTo>
                  <a:pt x="126700" y="41954"/>
                </a:lnTo>
                <a:lnTo>
                  <a:pt x="127110" y="41748"/>
                </a:lnTo>
                <a:lnTo>
                  <a:pt x="127525" y="41552"/>
                </a:lnTo>
                <a:lnTo>
                  <a:pt x="127946" y="41365"/>
                </a:lnTo>
                <a:lnTo>
                  <a:pt x="128372" y="41187"/>
                </a:lnTo>
                <a:lnTo>
                  <a:pt x="128804" y="41019"/>
                </a:lnTo>
                <a:lnTo>
                  <a:pt x="129241" y="40861"/>
                </a:lnTo>
                <a:lnTo>
                  <a:pt x="129684" y="40712"/>
                </a:lnTo>
                <a:lnTo>
                  <a:pt x="130132" y="40573"/>
                </a:lnTo>
                <a:lnTo>
                  <a:pt x="130586" y="40444"/>
                </a:lnTo>
                <a:lnTo>
                  <a:pt x="131045" y="40324"/>
                </a:lnTo>
                <a:lnTo>
                  <a:pt x="131510" y="40214"/>
                </a:lnTo>
                <a:lnTo>
                  <a:pt x="131980" y="40113"/>
                </a:lnTo>
                <a:lnTo>
                  <a:pt x="132456" y="40022"/>
                </a:lnTo>
                <a:lnTo>
                  <a:pt x="132937" y="39940"/>
                </a:lnTo>
                <a:lnTo>
                  <a:pt x="133424" y="39868"/>
                </a:lnTo>
                <a:lnTo>
                  <a:pt x="133916" y="39806"/>
                </a:lnTo>
                <a:lnTo>
                  <a:pt x="134413" y="39753"/>
                </a:lnTo>
                <a:lnTo>
                  <a:pt x="134917" y="39710"/>
                </a:lnTo>
                <a:lnTo>
                  <a:pt x="135425" y="39676"/>
                </a:lnTo>
                <a:lnTo>
                  <a:pt x="135940" y="39652"/>
                </a:lnTo>
                <a:lnTo>
                  <a:pt x="136459" y="39638"/>
                </a:lnTo>
                <a:lnTo>
                  <a:pt x="136984" y="39633"/>
                </a:lnTo>
                <a:lnTo>
                  <a:pt x="137461" y="39637"/>
                </a:lnTo>
                <a:lnTo>
                  <a:pt x="137931" y="39647"/>
                </a:lnTo>
                <a:lnTo>
                  <a:pt x="138397" y="39664"/>
                </a:lnTo>
                <a:lnTo>
                  <a:pt x="138857" y="39688"/>
                </a:lnTo>
                <a:lnTo>
                  <a:pt x="139311" y="39720"/>
                </a:lnTo>
                <a:lnTo>
                  <a:pt x="139761" y="39758"/>
                </a:lnTo>
                <a:lnTo>
                  <a:pt x="140205" y="39802"/>
                </a:lnTo>
                <a:lnTo>
                  <a:pt x="140643" y="39854"/>
                </a:lnTo>
                <a:lnTo>
                  <a:pt x="141076" y="39913"/>
                </a:lnTo>
                <a:lnTo>
                  <a:pt x="141504" y="39979"/>
                </a:lnTo>
                <a:lnTo>
                  <a:pt x="141927" y="40051"/>
                </a:lnTo>
                <a:lnTo>
                  <a:pt x="142344" y="40130"/>
                </a:lnTo>
                <a:lnTo>
                  <a:pt x="142755" y="40217"/>
                </a:lnTo>
                <a:lnTo>
                  <a:pt x="143162" y="40310"/>
                </a:lnTo>
                <a:lnTo>
                  <a:pt x="143563" y="40410"/>
                </a:lnTo>
                <a:lnTo>
                  <a:pt x="143958" y="40517"/>
                </a:lnTo>
                <a:lnTo>
                  <a:pt x="144349" y="40631"/>
                </a:lnTo>
                <a:lnTo>
                  <a:pt x="144733" y="40752"/>
                </a:lnTo>
                <a:lnTo>
                  <a:pt x="145113" y="40880"/>
                </a:lnTo>
                <a:lnTo>
                  <a:pt x="145487" y="41014"/>
                </a:lnTo>
                <a:lnTo>
                  <a:pt x="145856" y="41156"/>
                </a:lnTo>
                <a:lnTo>
                  <a:pt x="146219" y="41305"/>
                </a:lnTo>
                <a:lnTo>
                  <a:pt x="146577" y="41460"/>
                </a:lnTo>
                <a:lnTo>
                  <a:pt x="146930" y="41622"/>
                </a:lnTo>
                <a:lnTo>
                  <a:pt x="147276" y="41793"/>
                </a:lnTo>
                <a:lnTo>
                  <a:pt x="147616" y="41972"/>
                </a:lnTo>
                <a:lnTo>
                  <a:pt x="147949" y="42161"/>
                </a:lnTo>
                <a:lnTo>
                  <a:pt x="148276" y="42360"/>
                </a:lnTo>
                <a:lnTo>
                  <a:pt x="148596" y="42568"/>
                </a:lnTo>
                <a:lnTo>
                  <a:pt x="148909" y="42785"/>
                </a:lnTo>
                <a:lnTo>
                  <a:pt x="149216" y="43011"/>
                </a:lnTo>
                <a:lnTo>
                  <a:pt x="149516" y="43247"/>
                </a:lnTo>
                <a:lnTo>
                  <a:pt x="149810" y="43492"/>
                </a:lnTo>
                <a:lnTo>
                  <a:pt x="150096" y="43747"/>
                </a:lnTo>
                <a:lnTo>
                  <a:pt x="150376" y="44010"/>
                </a:lnTo>
                <a:lnTo>
                  <a:pt x="150650" y="44283"/>
                </a:lnTo>
                <a:lnTo>
                  <a:pt x="150917" y="44566"/>
                </a:lnTo>
                <a:lnTo>
                  <a:pt x="151177" y="44858"/>
                </a:lnTo>
                <a:lnTo>
                  <a:pt x="151430" y="45159"/>
                </a:lnTo>
                <a:lnTo>
                  <a:pt x="151677" y="45469"/>
                </a:lnTo>
                <a:lnTo>
                  <a:pt x="151917" y="45789"/>
                </a:lnTo>
                <a:lnTo>
                  <a:pt x="152151" y="46118"/>
                </a:lnTo>
                <a:lnTo>
                  <a:pt x="152378" y="46457"/>
                </a:lnTo>
                <a:lnTo>
                  <a:pt x="152598" y="46805"/>
                </a:lnTo>
                <a:lnTo>
                  <a:pt x="152811" y="47162"/>
                </a:lnTo>
                <a:lnTo>
                  <a:pt x="153018" y="47528"/>
                </a:lnTo>
                <a:lnTo>
                  <a:pt x="153219" y="47904"/>
                </a:lnTo>
                <a:lnTo>
                  <a:pt x="153412" y="48289"/>
                </a:lnTo>
                <a:lnTo>
                  <a:pt x="153599" y="48685"/>
                </a:lnTo>
                <a:lnTo>
                  <a:pt x="153777" y="49093"/>
                </a:lnTo>
                <a:lnTo>
                  <a:pt x="153948" y="49513"/>
                </a:lnTo>
                <a:lnTo>
                  <a:pt x="154110" y="49946"/>
                </a:lnTo>
                <a:lnTo>
                  <a:pt x="154265" y="50390"/>
                </a:lnTo>
                <a:lnTo>
                  <a:pt x="154411" y="50847"/>
                </a:lnTo>
                <a:lnTo>
                  <a:pt x="154550" y="51316"/>
                </a:lnTo>
                <a:lnTo>
                  <a:pt x="154681" y="51797"/>
                </a:lnTo>
                <a:lnTo>
                  <a:pt x="154804" y="52290"/>
                </a:lnTo>
                <a:lnTo>
                  <a:pt x="154919" y="52795"/>
                </a:lnTo>
                <a:lnTo>
                  <a:pt x="155026" y="53312"/>
                </a:lnTo>
                <a:lnTo>
                  <a:pt x="155125" y="53842"/>
                </a:lnTo>
                <a:lnTo>
                  <a:pt x="155216" y="54384"/>
                </a:lnTo>
                <a:lnTo>
                  <a:pt x="155300" y="54937"/>
                </a:lnTo>
                <a:lnTo>
                  <a:pt x="155375" y="55503"/>
                </a:lnTo>
                <a:lnTo>
                  <a:pt x="155442" y="56082"/>
                </a:lnTo>
                <a:lnTo>
                  <a:pt x="155502" y="56672"/>
                </a:lnTo>
                <a:lnTo>
                  <a:pt x="155553" y="57274"/>
                </a:lnTo>
                <a:lnTo>
                  <a:pt x="155597" y="57889"/>
                </a:lnTo>
                <a:lnTo>
                  <a:pt x="155633" y="58516"/>
                </a:lnTo>
                <a:lnTo>
                  <a:pt x="155660" y="59155"/>
                </a:lnTo>
                <a:lnTo>
                  <a:pt x="155680" y="59806"/>
                </a:lnTo>
                <a:lnTo>
                  <a:pt x="155692" y="60469"/>
                </a:lnTo>
                <a:lnTo>
                  <a:pt x="155696" y="61144"/>
                </a:lnTo>
                <a:lnTo>
                  <a:pt x="155696" y="113154"/>
                </a:lnTo>
                <a:lnTo>
                  <a:pt x="164536" y="113154"/>
                </a:lnTo>
                <a:lnTo>
                  <a:pt x="164536" y="61218"/>
                </a:lnTo>
                <a:lnTo>
                  <a:pt x="164533" y="60565"/>
                </a:lnTo>
                <a:lnTo>
                  <a:pt x="164524" y="59920"/>
                </a:lnTo>
                <a:lnTo>
                  <a:pt x="164509" y="59283"/>
                </a:lnTo>
                <a:lnTo>
                  <a:pt x="164488" y="58655"/>
                </a:lnTo>
                <a:lnTo>
                  <a:pt x="164461" y="58034"/>
                </a:lnTo>
                <a:lnTo>
                  <a:pt x="164428" y="57422"/>
                </a:lnTo>
                <a:lnTo>
                  <a:pt x="164389" y="56817"/>
                </a:lnTo>
                <a:lnTo>
                  <a:pt x="164344" y="56221"/>
                </a:lnTo>
                <a:lnTo>
                  <a:pt x="164293" y="55632"/>
                </a:lnTo>
                <a:lnTo>
                  <a:pt x="164236" y="55052"/>
                </a:lnTo>
                <a:lnTo>
                  <a:pt x="164172" y="54480"/>
                </a:lnTo>
                <a:lnTo>
                  <a:pt x="164103" y="53916"/>
                </a:lnTo>
                <a:lnTo>
                  <a:pt x="164028" y="53359"/>
                </a:lnTo>
                <a:lnTo>
                  <a:pt x="163947" y="52811"/>
                </a:lnTo>
                <a:lnTo>
                  <a:pt x="163860" y="52271"/>
                </a:lnTo>
                <a:lnTo>
                  <a:pt x="163767" y="51739"/>
                </a:lnTo>
                <a:lnTo>
                  <a:pt x="163668" y="51215"/>
                </a:lnTo>
                <a:lnTo>
                  <a:pt x="163562" y="50699"/>
                </a:lnTo>
                <a:lnTo>
                  <a:pt x="163451" y="50192"/>
                </a:lnTo>
                <a:lnTo>
                  <a:pt x="163334" y="49692"/>
                </a:lnTo>
                <a:lnTo>
                  <a:pt x="163211" y="49200"/>
                </a:lnTo>
                <a:lnTo>
                  <a:pt x="163081" y="48717"/>
                </a:lnTo>
                <a:lnTo>
                  <a:pt x="162946" y="48241"/>
                </a:lnTo>
                <a:lnTo>
                  <a:pt x="162805" y="47773"/>
                </a:lnTo>
                <a:lnTo>
                  <a:pt x="162658" y="47314"/>
                </a:lnTo>
                <a:lnTo>
                  <a:pt x="162506" y="46861"/>
                </a:lnTo>
                <a:lnTo>
                  <a:pt x="162348" y="46415"/>
                </a:lnTo>
                <a:lnTo>
                  <a:pt x="162185" y="45977"/>
                </a:lnTo>
                <a:lnTo>
                  <a:pt x="162016" y="45546"/>
                </a:lnTo>
                <a:lnTo>
                  <a:pt x="161843" y="45121"/>
                </a:lnTo>
                <a:lnTo>
                  <a:pt x="161663" y="44705"/>
                </a:lnTo>
                <a:lnTo>
                  <a:pt x="161479" y="44295"/>
                </a:lnTo>
                <a:lnTo>
                  <a:pt x="161289" y="43892"/>
                </a:lnTo>
                <a:lnTo>
                  <a:pt x="161094" y="43497"/>
                </a:lnTo>
                <a:lnTo>
                  <a:pt x="160893" y="43108"/>
                </a:lnTo>
                <a:lnTo>
                  <a:pt x="160687" y="42727"/>
                </a:lnTo>
                <a:lnTo>
                  <a:pt x="160476" y="42353"/>
                </a:lnTo>
                <a:lnTo>
                  <a:pt x="160259" y="41986"/>
                </a:lnTo>
                <a:lnTo>
                  <a:pt x="160037" y="41627"/>
                </a:lnTo>
                <a:lnTo>
                  <a:pt x="159809" y="41274"/>
                </a:lnTo>
                <a:lnTo>
                  <a:pt x="159576" y="40929"/>
                </a:lnTo>
                <a:lnTo>
                  <a:pt x="159338" y="40591"/>
                </a:lnTo>
                <a:lnTo>
                  <a:pt x="159094" y="40260"/>
                </a:lnTo>
                <a:lnTo>
                  <a:pt x="158845" y="39936"/>
                </a:lnTo>
                <a:lnTo>
                  <a:pt x="158591" y="39619"/>
                </a:lnTo>
                <a:lnTo>
                  <a:pt x="158331" y="39310"/>
                </a:lnTo>
                <a:lnTo>
                  <a:pt x="158066" y="39008"/>
                </a:lnTo>
                <a:lnTo>
                  <a:pt x="157796" y="38712"/>
                </a:lnTo>
                <a:lnTo>
                  <a:pt x="157520" y="38424"/>
                </a:lnTo>
                <a:lnTo>
                  <a:pt x="157239" y="38142"/>
                </a:lnTo>
                <a:lnTo>
                  <a:pt x="156954" y="37867"/>
                </a:lnTo>
                <a:lnTo>
                  <a:pt x="156663" y="37598"/>
                </a:lnTo>
                <a:lnTo>
                  <a:pt x="156367" y="37336"/>
                </a:lnTo>
                <a:lnTo>
                  <a:pt x="156067" y="37080"/>
                </a:lnTo>
                <a:lnTo>
                  <a:pt x="155761" y="36831"/>
                </a:lnTo>
                <a:lnTo>
                  <a:pt x="155450" y="36588"/>
                </a:lnTo>
                <a:lnTo>
                  <a:pt x="155135" y="36352"/>
                </a:lnTo>
                <a:lnTo>
                  <a:pt x="154814" y="36122"/>
                </a:lnTo>
                <a:lnTo>
                  <a:pt x="154489" y="35899"/>
                </a:lnTo>
                <a:lnTo>
                  <a:pt x="154158" y="35683"/>
                </a:lnTo>
                <a:lnTo>
                  <a:pt x="153823" y="35473"/>
                </a:lnTo>
                <a:lnTo>
                  <a:pt x="153482" y="35269"/>
                </a:lnTo>
                <a:lnTo>
                  <a:pt x="153137" y="35072"/>
                </a:lnTo>
                <a:lnTo>
                  <a:pt x="152786" y="34882"/>
                </a:lnTo>
                <a:lnTo>
                  <a:pt x="152431" y="34698"/>
                </a:lnTo>
                <a:lnTo>
                  <a:pt x="152070" y="34520"/>
                </a:lnTo>
                <a:lnTo>
                  <a:pt x="151705" y="34349"/>
                </a:lnTo>
                <a:lnTo>
                  <a:pt x="151334" y="34185"/>
                </a:lnTo>
                <a:lnTo>
                  <a:pt x="150959" y="34027"/>
                </a:lnTo>
                <a:lnTo>
                  <a:pt x="150578" y="33876"/>
                </a:lnTo>
                <a:lnTo>
                  <a:pt x="150193" y="33731"/>
                </a:lnTo>
                <a:lnTo>
                  <a:pt x="149803" y="33592"/>
                </a:lnTo>
                <a:lnTo>
                  <a:pt x="149408" y="33460"/>
                </a:lnTo>
                <a:lnTo>
                  <a:pt x="149008" y="33334"/>
                </a:lnTo>
                <a:lnTo>
                  <a:pt x="148604" y="33213"/>
                </a:lnTo>
                <a:lnTo>
                  <a:pt x="148196" y="33097"/>
                </a:lnTo>
                <a:lnTo>
                  <a:pt x="147784" y="32988"/>
                </a:lnTo>
                <a:lnTo>
                  <a:pt x="147367" y="32883"/>
                </a:lnTo>
                <a:lnTo>
                  <a:pt x="146946" y="32785"/>
                </a:lnTo>
                <a:lnTo>
                  <a:pt x="146520" y="32692"/>
                </a:lnTo>
                <a:lnTo>
                  <a:pt x="146090" y="32605"/>
                </a:lnTo>
                <a:lnTo>
                  <a:pt x="145656" y="32523"/>
                </a:lnTo>
                <a:lnTo>
                  <a:pt x="145218" y="32447"/>
                </a:lnTo>
                <a:lnTo>
                  <a:pt x="144775" y="32377"/>
                </a:lnTo>
                <a:lnTo>
                  <a:pt x="144328" y="32312"/>
                </a:lnTo>
                <a:lnTo>
                  <a:pt x="143876" y="32253"/>
                </a:lnTo>
                <a:lnTo>
                  <a:pt x="143420" y="32200"/>
                </a:lnTo>
                <a:lnTo>
                  <a:pt x="142960" y="32152"/>
                </a:lnTo>
                <a:lnTo>
                  <a:pt x="142495" y="32110"/>
                </a:lnTo>
                <a:lnTo>
                  <a:pt x="142026" y="32073"/>
                </a:lnTo>
                <a:lnTo>
                  <a:pt x="141553" y="32042"/>
                </a:lnTo>
                <a:lnTo>
                  <a:pt x="141075" y="32017"/>
                </a:lnTo>
                <a:lnTo>
                  <a:pt x="140593" y="31997"/>
                </a:lnTo>
                <a:lnTo>
                  <a:pt x="140107" y="31983"/>
                </a:lnTo>
                <a:lnTo>
                  <a:pt x="139616" y="31975"/>
                </a:lnTo>
                <a:lnTo>
                  <a:pt x="139121" y="31972"/>
                </a:lnTo>
                <a:lnTo>
                  <a:pt x="138552" y="31976"/>
                </a:lnTo>
                <a:lnTo>
                  <a:pt x="137987" y="31990"/>
                </a:lnTo>
                <a:lnTo>
                  <a:pt x="137426" y="32013"/>
                </a:lnTo>
                <a:lnTo>
                  <a:pt x="136870" y="32045"/>
                </a:lnTo>
                <a:lnTo>
                  <a:pt x="136317" y="32087"/>
                </a:lnTo>
                <a:lnTo>
                  <a:pt x="135769" y="32138"/>
                </a:lnTo>
                <a:lnTo>
                  <a:pt x="135225" y="32197"/>
                </a:lnTo>
                <a:lnTo>
                  <a:pt x="134684" y="32266"/>
                </a:lnTo>
                <a:lnTo>
                  <a:pt x="134148" y="32345"/>
                </a:lnTo>
                <a:lnTo>
                  <a:pt x="133616" y="32432"/>
                </a:lnTo>
                <a:lnTo>
                  <a:pt x="133088" y="32529"/>
                </a:lnTo>
                <a:lnTo>
                  <a:pt x="132564" y="32635"/>
                </a:lnTo>
                <a:lnTo>
                  <a:pt x="132045" y="32750"/>
                </a:lnTo>
                <a:lnTo>
                  <a:pt x="131529" y="32874"/>
                </a:lnTo>
                <a:lnTo>
                  <a:pt x="131017" y="33008"/>
                </a:lnTo>
                <a:lnTo>
                  <a:pt x="130510" y="33150"/>
                </a:lnTo>
                <a:lnTo>
                  <a:pt x="130006" y="33302"/>
                </a:lnTo>
                <a:lnTo>
                  <a:pt x="129507" y="33464"/>
                </a:lnTo>
                <a:lnTo>
                  <a:pt x="129012" y="33634"/>
                </a:lnTo>
                <a:lnTo>
                  <a:pt x="128521" y="33813"/>
                </a:lnTo>
                <a:lnTo>
                  <a:pt x="128034" y="34002"/>
                </a:lnTo>
                <a:lnTo>
                  <a:pt x="127551" y="34200"/>
                </a:lnTo>
                <a:lnTo>
                  <a:pt x="127072" y="34407"/>
                </a:lnTo>
                <a:lnTo>
                  <a:pt x="126597" y="34624"/>
                </a:lnTo>
                <a:lnTo>
                  <a:pt x="126127" y="34848"/>
                </a:lnTo>
                <a:lnTo>
                  <a:pt x="125662" y="35080"/>
                </a:lnTo>
                <a:lnTo>
                  <a:pt x="125203" y="35319"/>
                </a:lnTo>
                <a:lnTo>
                  <a:pt x="124748" y="35565"/>
                </a:lnTo>
                <a:lnTo>
                  <a:pt x="124299" y="35818"/>
                </a:lnTo>
                <a:lnTo>
                  <a:pt x="123855" y="36079"/>
                </a:lnTo>
                <a:lnTo>
                  <a:pt x="123417" y="36346"/>
                </a:lnTo>
                <a:lnTo>
                  <a:pt x="122983" y="36621"/>
                </a:lnTo>
                <a:lnTo>
                  <a:pt x="122555" y="36903"/>
                </a:lnTo>
                <a:lnTo>
                  <a:pt x="122132" y="37192"/>
                </a:lnTo>
                <a:lnTo>
                  <a:pt x="121715" y="37488"/>
                </a:lnTo>
                <a:lnTo>
                  <a:pt x="121302" y="37792"/>
                </a:lnTo>
                <a:lnTo>
                  <a:pt x="120895" y="38102"/>
                </a:lnTo>
                <a:lnTo>
                  <a:pt x="120493" y="38420"/>
                </a:lnTo>
                <a:lnTo>
                  <a:pt x="120097" y="38745"/>
                </a:lnTo>
                <a:lnTo>
                  <a:pt x="119705" y="39077"/>
                </a:lnTo>
                <a:lnTo>
                  <a:pt x="119319" y="39416"/>
                </a:lnTo>
                <a:lnTo>
                  <a:pt x="118938" y="39762"/>
                </a:lnTo>
                <a:lnTo>
                  <a:pt x="118562" y="40116"/>
                </a:lnTo>
                <a:lnTo>
                  <a:pt x="118192" y="40476"/>
                </a:lnTo>
                <a:lnTo>
                  <a:pt x="117827" y="40844"/>
                </a:lnTo>
                <a:lnTo>
                  <a:pt x="117467" y="41219"/>
                </a:lnTo>
                <a:lnTo>
                  <a:pt x="117112" y="41601"/>
                </a:lnTo>
                <a:lnTo>
                  <a:pt x="116763" y="41991"/>
                </a:lnTo>
                <a:lnTo>
                  <a:pt x="116419" y="42386"/>
                </a:lnTo>
                <a:lnTo>
                  <a:pt x="116081" y="42787"/>
                </a:lnTo>
                <a:lnTo>
                  <a:pt x="115749" y="43192"/>
                </a:lnTo>
                <a:lnTo>
                  <a:pt x="115423" y="43603"/>
                </a:lnTo>
                <a:lnTo>
                  <a:pt x="115104" y="44019"/>
                </a:lnTo>
                <a:lnTo>
                  <a:pt x="114790" y="44440"/>
                </a:lnTo>
                <a:lnTo>
                  <a:pt x="114482" y="44866"/>
                </a:lnTo>
                <a:lnTo>
                  <a:pt x="114180" y="45297"/>
                </a:lnTo>
                <a:lnTo>
                  <a:pt x="113884" y="45734"/>
                </a:lnTo>
                <a:lnTo>
                  <a:pt x="113595" y="46175"/>
                </a:lnTo>
                <a:lnTo>
                  <a:pt x="113311" y="46622"/>
                </a:lnTo>
                <a:lnTo>
                  <a:pt x="113114" y="46943"/>
                </a:lnTo>
                <a:lnTo>
                  <a:pt x="112821" y="33445"/>
                </a:lnTo>
                <a:lnTo>
                  <a:pt x="104423" y="33445"/>
                </a:lnTo>
                <a:lnTo>
                  <a:pt x="104423" y="113154"/>
                </a:lnTo>
                <a:lnTo>
                  <a:pt x="113190" y="113154"/>
                </a:lnTo>
                <a:lnTo>
                  <a:pt x="113190" y="58474"/>
                </a:lnTo>
                <a:lnTo>
                  <a:pt x="113335" y="58073"/>
                </a:lnTo>
                <a:lnTo>
                  <a:pt x="113490" y="57663"/>
                </a:lnTo>
                <a:close/>
                <a:moveTo>
                  <a:pt x="83429" y="48278"/>
                </a:moveTo>
                <a:lnTo>
                  <a:pt x="83362" y="47387"/>
                </a:lnTo>
                <a:lnTo>
                  <a:pt x="83285" y="46505"/>
                </a:lnTo>
                <a:lnTo>
                  <a:pt x="83198" y="45630"/>
                </a:lnTo>
                <a:lnTo>
                  <a:pt x="83101" y="44762"/>
                </a:lnTo>
                <a:lnTo>
                  <a:pt x="82994" y="43902"/>
                </a:lnTo>
                <a:lnTo>
                  <a:pt x="82876" y="43050"/>
                </a:lnTo>
                <a:lnTo>
                  <a:pt x="82748" y="42205"/>
                </a:lnTo>
                <a:lnTo>
                  <a:pt x="82610" y="41367"/>
                </a:lnTo>
                <a:lnTo>
                  <a:pt x="82462" y="40537"/>
                </a:lnTo>
                <a:lnTo>
                  <a:pt x="82303" y="39715"/>
                </a:lnTo>
                <a:lnTo>
                  <a:pt x="82134" y="38900"/>
                </a:lnTo>
                <a:lnTo>
                  <a:pt x="81955" y="38093"/>
                </a:lnTo>
                <a:lnTo>
                  <a:pt x="81766" y="37293"/>
                </a:lnTo>
                <a:lnTo>
                  <a:pt x="81566" y="36501"/>
                </a:lnTo>
                <a:lnTo>
                  <a:pt x="81357" y="35717"/>
                </a:lnTo>
                <a:lnTo>
                  <a:pt x="81137" y="34940"/>
                </a:lnTo>
                <a:lnTo>
                  <a:pt x="80907" y="34170"/>
                </a:lnTo>
                <a:lnTo>
                  <a:pt x="80666" y="33408"/>
                </a:lnTo>
                <a:lnTo>
                  <a:pt x="80416" y="32655"/>
                </a:lnTo>
                <a:lnTo>
                  <a:pt x="80157" y="31910"/>
                </a:lnTo>
                <a:lnTo>
                  <a:pt x="79889" y="31175"/>
                </a:lnTo>
                <a:lnTo>
                  <a:pt x="79612" y="30448"/>
                </a:lnTo>
                <a:lnTo>
                  <a:pt x="79326" y="29731"/>
                </a:lnTo>
                <a:lnTo>
                  <a:pt x="79032" y="29023"/>
                </a:lnTo>
                <a:lnTo>
                  <a:pt x="78728" y="28324"/>
                </a:lnTo>
                <a:lnTo>
                  <a:pt x="78415" y="27634"/>
                </a:lnTo>
                <a:lnTo>
                  <a:pt x="78093" y="26953"/>
                </a:lnTo>
                <a:lnTo>
                  <a:pt x="77763" y="26281"/>
                </a:lnTo>
                <a:lnTo>
                  <a:pt x="77423" y="25618"/>
                </a:lnTo>
                <a:lnTo>
                  <a:pt x="77075" y="24964"/>
                </a:lnTo>
                <a:lnTo>
                  <a:pt x="76717" y="24319"/>
                </a:lnTo>
                <a:lnTo>
                  <a:pt x="76351" y="23684"/>
                </a:lnTo>
                <a:lnTo>
                  <a:pt x="75976" y="23057"/>
                </a:lnTo>
                <a:lnTo>
                  <a:pt x="75591" y="22440"/>
                </a:lnTo>
                <a:lnTo>
                  <a:pt x="75198" y="21832"/>
                </a:lnTo>
                <a:lnTo>
                  <a:pt x="74796" y="21232"/>
                </a:lnTo>
                <a:lnTo>
                  <a:pt x="74385" y="20642"/>
                </a:lnTo>
                <a:lnTo>
                  <a:pt x="73964" y="20061"/>
                </a:lnTo>
                <a:lnTo>
                  <a:pt x="73535" y="19489"/>
                </a:lnTo>
                <a:lnTo>
                  <a:pt x="73097" y="18926"/>
                </a:lnTo>
                <a:lnTo>
                  <a:pt x="72650" y="18372"/>
                </a:lnTo>
                <a:lnTo>
                  <a:pt x="72194" y="17828"/>
                </a:lnTo>
                <a:lnTo>
                  <a:pt x="71730" y="17293"/>
                </a:lnTo>
                <a:lnTo>
                  <a:pt x="71258" y="16768"/>
                </a:lnTo>
                <a:lnTo>
                  <a:pt x="70779" y="16254"/>
                </a:lnTo>
                <a:lnTo>
                  <a:pt x="70292" y="15751"/>
                </a:lnTo>
                <a:lnTo>
                  <a:pt x="69798" y="15258"/>
                </a:lnTo>
                <a:lnTo>
                  <a:pt x="69296" y="14775"/>
                </a:lnTo>
                <a:lnTo>
                  <a:pt x="68786" y="14303"/>
                </a:lnTo>
                <a:lnTo>
                  <a:pt x="68269" y="13841"/>
                </a:lnTo>
                <a:lnTo>
                  <a:pt x="67745" y="13390"/>
                </a:lnTo>
                <a:lnTo>
                  <a:pt x="67213" y="12950"/>
                </a:lnTo>
                <a:lnTo>
                  <a:pt x="66673" y="12520"/>
                </a:lnTo>
                <a:lnTo>
                  <a:pt x="66126" y="12100"/>
                </a:lnTo>
                <a:lnTo>
                  <a:pt x="65571" y="11691"/>
                </a:lnTo>
                <a:lnTo>
                  <a:pt x="65009" y="11292"/>
                </a:lnTo>
                <a:lnTo>
                  <a:pt x="64439" y="10904"/>
                </a:lnTo>
                <a:lnTo>
                  <a:pt x="63862" y="10526"/>
                </a:lnTo>
                <a:lnTo>
                  <a:pt x="63277" y="10159"/>
                </a:lnTo>
                <a:lnTo>
                  <a:pt x="62684" y="9802"/>
                </a:lnTo>
                <a:lnTo>
                  <a:pt x="62084" y="9456"/>
                </a:lnTo>
                <a:lnTo>
                  <a:pt x="61477" y="9120"/>
                </a:lnTo>
                <a:lnTo>
                  <a:pt x="60862" y="8795"/>
                </a:lnTo>
                <a:lnTo>
                  <a:pt x="60239" y="8480"/>
                </a:lnTo>
                <a:lnTo>
                  <a:pt x="59609" y="8176"/>
                </a:lnTo>
                <a:lnTo>
                  <a:pt x="58971" y="7882"/>
                </a:lnTo>
                <a:lnTo>
                  <a:pt x="58326" y="7600"/>
                </a:lnTo>
                <a:lnTo>
                  <a:pt x="57675" y="7329"/>
                </a:lnTo>
                <a:lnTo>
                  <a:pt x="57018" y="7071"/>
                </a:lnTo>
                <a:lnTo>
                  <a:pt x="56355" y="6824"/>
                </a:lnTo>
                <a:lnTo>
                  <a:pt x="55685" y="6590"/>
                </a:lnTo>
                <a:lnTo>
                  <a:pt x="55009" y="6368"/>
                </a:lnTo>
                <a:lnTo>
                  <a:pt x="54327" y="6157"/>
                </a:lnTo>
                <a:lnTo>
                  <a:pt x="53638" y="5959"/>
                </a:lnTo>
                <a:lnTo>
                  <a:pt x="52943" y="5773"/>
                </a:lnTo>
                <a:lnTo>
                  <a:pt x="52242" y="5598"/>
                </a:lnTo>
                <a:lnTo>
                  <a:pt x="51535" y="5436"/>
                </a:lnTo>
                <a:lnTo>
                  <a:pt x="50821" y="5286"/>
                </a:lnTo>
                <a:lnTo>
                  <a:pt x="50102" y="5147"/>
                </a:lnTo>
                <a:lnTo>
                  <a:pt x="49375" y="5021"/>
                </a:lnTo>
                <a:lnTo>
                  <a:pt x="48643" y="4907"/>
                </a:lnTo>
                <a:lnTo>
                  <a:pt x="47904" y="4805"/>
                </a:lnTo>
                <a:lnTo>
                  <a:pt x="47160" y="4715"/>
                </a:lnTo>
                <a:lnTo>
                  <a:pt x="46408" y="4636"/>
                </a:lnTo>
                <a:lnTo>
                  <a:pt x="45651" y="4570"/>
                </a:lnTo>
                <a:lnTo>
                  <a:pt x="44887" y="4516"/>
                </a:lnTo>
                <a:lnTo>
                  <a:pt x="44117" y="4474"/>
                </a:lnTo>
                <a:lnTo>
                  <a:pt x="43341" y="4444"/>
                </a:lnTo>
                <a:lnTo>
                  <a:pt x="42558" y="4426"/>
                </a:lnTo>
                <a:lnTo>
                  <a:pt x="41770" y="4420"/>
                </a:lnTo>
                <a:lnTo>
                  <a:pt x="40993" y="4426"/>
                </a:lnTo>
                <a:lnTo>
                  <a:pt x="40222" y="4444"/>
                </a:lnTo>
                <a:lnTo>
                  <a:pt x="39457" y="4474"/>
                </a:lnTo>
                <a:lnTo>
                  <a:pt x="38697" y="4516"/>
                </a:lnTo>
                <a:lnTo>
                  <a:pt x="37943" y="4570"/>
                </a:lnTo>
                <a:lnTo>
                  <a:pt x="37195" y="4636"/>
                </a:lnTo>
                <a:lnTo>
                  <a:pt x="36453" y="4715"/>
                </a:lnTo>
                <a:lnTo>
                  <a:pt x="35717" y="4805"/>
                </a:lnTo>
                <a:lnTo>
                  <a:pt x="34986" y="4907"/>
                </a:lnTo>
                <a:lnTo>
                  <a:pt x="34261" y="5021"/>
                </a:lnTo>
                <a:lnTo>
                  <a:pt x="33542" y="5147"/>
                </a:lnTo>
                <a:lnTo>
                  <a:pt x="32828" y="5286"/>
                </a:lnTo>
                <a:lnTo>
                  <a:pt x="32120" y="5436"/>
                </a:lnTo>
                <a:lnTo>
                  <a:pt x="31418" y="5598"/>
                </a:lnTo>
                <a:lnTo>
                  <a:pt x="30722" y="5773"/>
                </a:lnTo>
                <a:lnTo>
                  <a:pt x="30032" y="5959"/>
                </a:lnTo>
                <a:lnTo>
                  <a:pt x="29347" y="6157"/>
                </a:lnTo>
                <a:lnTo>
                  <a:pt x="28668" y="6368"/>
                </a:lnTo>
                <a:lnTo>
                  <a:pt x="27995" y="6590"/>
                </a:lnTo>
                <a:lnTo>
                  <a:pt x="27328" y="6824"/>
                </a:lnTo>
                <a:lnTo>
                  <a:pt x="26666" y="7071"/>
                </a:lnTo>
                <a:lnTo>
                  <a:pt x="26010" y="7329"/>
                </a:lnTo>
                <a:lnTo>
                  <a:pt x="25360" y="7600"/>
                </a:lnTo>
                <a:lnTo>
                  <a:pt x="24716" y="7882"/>
                </a:lnTo>
                <a:lnTo>
                  <a:pt x="24078" y="8176"/>
                </a:lnTo>
                <a:lnTo>
                  <a:pt x="23448" y="8480"/>
                </a:lnTo>
                <a:lnTo>
                  <a:pt x="22825" y="8795"/>
                </a:lnTo>
                <a:lnTo>
                  <a:pt x="22210" y="9120"/>
                </a:lnTo>
                <a:lnTo>
                  <a:pt x="21602" y="9456"/>
                </a:lnTo>
                <a:lnTo>
                  <a:pt x="21002" y="9802"/>
                </a:lnTo>
                <a:lnTo>
                  <a:pt x="20410" y="10159"/>
                </a:lnTo>
                <a:lnTo>
                  <a:pt x="19825" y="10526"/>
                </a:lnTo>
                <a:lnTo>
                  <a:pt x="19247" y="10904"/>
                </a:lnTo>
                <a:lnTo>
                  <a:pt x="18678" y="11292"/>
                </a:lnTo>
                <a:lnTo>
                  <a:pt x="18115" y="11691"/>
                </a:lnTo>
                <a:lnTo>
                  <a:pt x="17561" y="12100"/>
                </a:lnTo>
                <a:lnTo>
                  <a:pt x="17013" y="12520"/>
                </a:lnTo>
                <a:lnTo>
                  <a:pt x="16474" y="12950"/>
                </a:lnTo>
                <a:lnTo>
                  <a:pt x="15942" y="13390"/>
                </a:lnTo>
                <a:lnTo>
                  <a:pt x="15417" y="13841"/>
                </a:lnTo>
                <a:lnTo>
                  <a:pt x="14900" y="14303"/>
                </a:lnTo>
                <a:lnTo>
                  <a:pt x="14391" y="14775"/>
                </a:lnTo>
                <a:lnTo>
                  <a:pt x="13889" y="15258"/>
                </a:lnTo>
                <a:lnTo>
                  <a:pt x="13394" y="15751"/>
                </a:lnTo>
                <a:lnTo>
                  <a:pt x="12907" y="16254"/>
                </a:lnTo>
                <a:lnTo>
                  <a:pt x="12428" y="16768"/>
                </a:lnTo>
                <a:lnTo>
                  <a:pt x="11956" y="17293"/>
                </a:lnTo>
                <a:lnTo>
                  <a:pt x="11492" y="17828"/>
                </a:lnTo>
                <a:lnTo>
                  <a:pt x="11036" y="18372"/>
                </a:lnTo>
                <a:lnTo>
                  <a:pt x="10589" y="18926"/>
                </a:lnTo>
                <a:lnTo>
                  <a:pt x="10151" y="19489"/>
                </a:lnTo>
                <a:lnTo>
                  <a:pt x="9721" y="20061"/>
                </a:lnTo>
                <a:lnTo>
                  <a:pt x="9300" y="20642"/>
                </a:lnTo>
                <a:lnTo>
                  <a:pt x="8888" y="21232"/>
                </a:lnTo>
                <a:lnTo>
                  <a:pt x="8485" y="21832"/>
                </a:lnTo>
                <a:lnTo>
                  <a:pt x="8091" y="22440"/>
                </a:lnTo>
                <a:lnTo>
                  <a:pt x="7706" y="23057"/>
                </a:lnTo>
                <a:lnTo>
                  <a:pt x="7329" y="23684"/>
                </a:lnTo>
                <a:lnTo>
                  <a:pt x="6961" y="24319"/>
                </a:lnTo>
                <a:lnTo>
                  <a:pt x="6602" y="24964"/>
                </a:lnTo>
                <a:lnTo>
                  <a:pt x="6252" y="25618"/>
                </a:lnTo>
                <a:lnTo>
                  <a:pt x="5911" y="26281"/>
                </a:lnTo>
                <a:lnTo>
                  <a:pt x="5579" y="26953"/>
                </a:lnTo>
                <a:lnTo>
                  <a:pt x="5255" y="27634"/>
                </a:lnTo>
                <a:lnTo>
                  <a:pt x="4940" y="28324"/>
                </a:lnTo>
                <a:lnTo>
                  <a:pt x="4634" y="29023"/>
                </a:lnTo>
                <a:lnTo>
                  <a:pt x="4337" y="29731"/>
                </a:lnTo>
                <a:lnTo>
                  <a:pt x="4049" y="30448"/>
                </a:lnTo>
                <a:lnTo>
                  <a:pt x="3769" y="31175"/>
                </a:lnTo>
                <a:lnTo>
                  <a:pt x="3498" y="31910"/>
                </a:lnTo>
                <a:lnTo>
                  <a:pt x="3237" y="32655"/>
                </a:lnTo>
                <a:lnTo>
                  <a:pt x="2984" y="33408"/>
                </a:lnTo>
                <a:lnTo>
                  <a:pt x="2740" y="34170"/>
                </a:lnTo>
                <a:lnTo>
                  <a:pt x="2507" y="34940"/>
                </a:lnTo>
                <a:lnTo>
                  <a:pt x="2284" y="35717"/>
                </a:lnTo>
                <a:lnTo>
                  <a:pt x="2072" y="36501"/>
                </a:lnTo>
                <a:lnTo>
                  <a:pt x="1870" y="37293"/>
                </a:lnTo>
                <a:lnTo>
                  <a:pt x="1678" y="38093"/>
                </a:lnTo>
                <a:lnTo>
                  <a:pt x="1497" y="38900"/>
                </a:lnTo>
                <a:lnTo>
                  <a:pt x="1326" y="39715"/>
                </a:lnTo>
                <a:lnTo>
                  <a:pt x="1165" y="40537"/>
                </a:lnTo>
                <a:lnTo>
                  <a:pt x="1015" y="41367"/>
                </a:lnTo>
                <a:lnTo>
                  <a:pt x="875" y="42205"/>
                </a:lnTo>
                <a:lnTo>
                  <a:pt x="746" y="43050"/>
                </a:lnTo>
                <a:lnTo>
                  <a:pt x="627" y="43902"/>
                </a:lnTo>
                <a:lnTo>
                  <a:pt x="518" y="44762"/>
                </a:lnTo>
                <a:lnTo>
                  <a:pt x="420" y="45630"/>
                </a:lnTo>
                <a:lnTo>
                  <a:pt x="332" y="46505"/>
                </a:lnTo>
                <a:lnTo>
                  <a:pt x="254" y="47387"/>
                </a:lnTo>
                <a:lnTo>
                  <a:pt x="186" y="48278"/>
                </a:lnTo>
                <a:lnTo>
                  <a:pt x="129" y="49175"/>
                </a:lnTo>
                <a:lnTo>
                  <a:pt x="83" y="50081"/>
                </a:lnTo>
                <a:lnTo>
                  <a:pt x="47" y="50994"/>
                </a:lnTo>
                <a:lnTo>
                  <a:pt x="21" y="51914"/>
                </a:lnTo>
                <a:lnTo>
                  <a:pt x="5" y="52842"/>
                </a:lnTo>
                <a:lnTo>
                  <a:pt x="0" y="53777"/>
                </a:lnTo>
                <a:lnTo>
                  <a:pt x="0" y="65196"/>
                </a:lnTo>
                <a:lnTo>
                  <a:pt x="5" y="66131"/>
                </a:lnTo>
                <a:lnTo>
                  <a:pt x="21" y="67060"/>
                </a:lnTo>
                <a:lnTo>
                  <a:pt x="47" y="67980"/>
                </a:lnTo>
                <a:lnTo>
                  <a:pt x="84" y="68894"/>
                </a:lnTo>
                <a:lnTo>
                  <a:pt x="131" y="69799"/>
                </a:lnTo>
                <a:lnTo>
                  <a:pt x="189" y="70698"/>
                </a:lnTo>
                <a:lnTo>
                  <a:pt x="257" y="71589"/>
                </a:lnTo>
                <a:lnTo>
                  <a:pt x="336" y="72473"/>
                </a:lnTo>
                <a:lnTo>
                  <a:pt x="425" y="73349"/>
                </a:lnTo>
                <a:lnTo>
                  <a:pt x="524" y="74218"/>
                </a:lnTo>
                <a:lnTo>
                  <a:pt x="634" y="75079"/>
                </a:lnTo>
                <a:lnTo>
                  <a:pt x="755" y="75933"/>
                </a:lnTo>
                <a:lnTo>
                  <a:pt x="886" y="76779"/>
                </a:lnTo>
                <a:lnTo>
                  <a:pt x="1028" y="77619"/>
                </a:lnTo>
                <a:lnTo>
                  <a:pt x="1180" y="78450"/>
                </a:lnTo>
                <a:lnTo>
                  <a:pt x="1342" y="79275"/>
                </a:lnTo>
                <a:lnTo>
                  <a:pt x="1515" y="80091"/>
                </a:lnTo>
                <a:lnTo>
                  <a:pt x="1699" y="80901"/>
                </a:lnTo>
                <a:lnTo>
                  <a:pt x="1893" y="81703"/>
                </a:lnTo>
                <a:lnTo>
                  <a:pt x="2097" y="82498"/>
                </a:lnTo>
                <a:lnTo>
                  <a:pt x="2312" y="83285"/>
                </a:lnTo>
                <a:lnTo>
                  <a:pt x="2538" y="84065"/>
                </a:lnTo>
                <a:lnTo>
                  <a:pt x="2774" y="84837"/>
                </a:lnTo>
                <a:lnTo>
                  <a:pt x="3020" y="85602"/>
                </a:lnTo>
                <a:lnTo>
                  <a:pt x="3276" y="86358"/>
                </a:lnTo>
                <a:lnTo>
                  <a:pt x="3541" y="87106"/>
                </a:lnTo>
                <a:lnTo>
                  <a:pt x="3815" y="87844"/>
                </a:lnTo>
                <a:lnTo>
                  <a:pt x="4098" y="88573"/>
                </a:lnTo>
                <a:lnTo>
                  <a:pt x="4389" y="89293"/>
                </a:lnTo>
                <a:lnTo>
                  <a:pt x="4689" y="90003"/>
                </a:lnTo>
                <a:lnTo>
                  <a:pt x="4998" y="90705"/>
                </a:lnTo>
                <a:lnTo>
                  <a:pt x="5316" y="91397"/>
                </a:lnTo>
                <a:lnTo>
                  <a:pt x="5643" y="92080"/>
                </a:lnTo>
                <a:lnTo>
                  <a:pt x="5979" y="92754"/>
                </a:lnTo>
                <a:lnTo>
                  <a:pt x="6323" y="93418"/>
                </a:lnTo>
                <a:lnTo>
                  <a:pt x="6676" y="94074"/>
                </a:lnTo>
                <a:lnTo>
                  <a:pt x="7038" y="94720"/>
                </a:lnTo>
                <a:lnTo>
                  <a:pt x="7409" y="95357"/>
                </a:lnTo>
                <a:lnTo>
                  <a:pt x="7789" y="95984"/>
                </a:lnTo>
                <a:lnTo>
                  <a:pt x="8177" y="96603"/>
                </a:lnTo>
                <a:lnTo>
                  <a:pt x="8574" y="97212"/>
                </a:lnTo>
                <a:lnTo>
                  <a:pt x="8981" y="97812"/>
                </a:lnTo>
                <a:lnTo>
                  <a:pt x="9396" y="98403"/>
                </a:lnTo>
                <a:lnTo>
                  <a:pt x="9819" y="98985"/>
                </a:lnTo>
                <a:lnTo>
                  <a:pt x="10252" y="99557"/>
                </a:lnTo>
                <a:lnTo>
                  <a:pt x="10693" y="100120"/>
                </a:lnTo>
                <a:lnTo>
                  <a:pt x="11144" y="100675"/>
                </a:lnTo>
                <a:lnTo>
                  <a:pt x="11603" y="101219"/>
                </a:lnTo>
                <a:lnTo>
                  <a:pt x="12070" y="101754"/>
                </a:lnTo>
                <a:lnTo>
                  <a:pt x="12544" y="102279"/>
                </a:lnTo>
                <a:lnTo>
                  <a:pt x="13027" y="102793"/>
                </a:lnTo>
                <a:lnTo>
                  <a:pt x="13516" y="103296"/>
                </a:lnTo>
                <a:lnTo>
                  <a:pt x="14013" y="103789"/>
                </a:lnTo>
                <a:lnTo>
                  <a:pt x="14517" y="104272"/>
                </a:lnTo>
                <a:lnTo>
                  <a:pt x="15029" y="104744"/>
                </a:lnTo>
                <a:lnTo>
                  <a:pt x="15548" y="105206"/>
                </a:lnTo>
                <a:lnTo>
                  <a:pt x="16075" y="105657"/>
                </a:lnTo>
                <a:lnTo>
                  <a:pt x="16608" y="106097"/>
                </a:lnTo>
                <a:lnTo>
                  <a:pt x="17150" y="106527"/>
                </a:lnTo>
                <a:lnTo>
                  <a:pt x="17699" y="106947"/>
                </a:lnTo>
                <a:lnTo>
                  <a:pt x="18255" y="107356"/>
                </a:lnTo>
                <a:lnTo>
                  <a:pt x="18819" y="107755"/>
                </a:lnTo>
                <a:lnTo>
                  <a:pt x="19390" y="108143"/>
                </a:lnTo>
                <a:lnTo>
                  <a:pt x="19968" y="108521"/>
                </a:lnTo>
                <a:lnTo>
                  <a:pt x="20554" y="108888"/>
                </a:lnTo>
                <a:lnTo>
                  <a:pt x="21147" y="109245"/>
                </a:lnTo>
                <a:lnTo>
                  <a:pt x="21748" y="109591"/>
                </a:lnTo>
                <a:lnTo>
                  <a:pt x="22356" y="109926"/>
                </a:lnTo>
                <a:lnTo>
                  <a:pt x="22972" y="110252"/>
                </a:lnTo>
                <a:lnTo>
                  <a:pt x="23595" y="110566"/>
                </a:lnTo>
                <a:lnTo>
                  <a:pt x="24225" y="110871"/>
                </a:lnTo>
                <a:lnTo>
                  <a:pt x="24863" y="111165"/>
                </a:lnTo>
                <a:lnTo>
                  <a:pt x="25507" y="111447"/>
                </a:lnTo>
                <a:lnTo>
                  <a:pt x="26157" y="111718"/>
                </a:lnTo>
                <a:lnTo>
                  <a:pt x="26813" y="111976"/>
                </a:lnTo>
                <a:lnTo>
                  <a:pt x="27475" y="112222"/>
                </a:lnTo>
                <a:lnTo>
                  <a:pt x="28142" y="112457"/>
                </a:lnTo>
                <a:lnTo>
                  <a:pt x="28816" y="112679"/>
                </a:lnTo>
                <a:lnTo>
                  <a:pt x="29494" y="112890"/>
                </a:lnTo>
                <a:lnTo>
                  <a:pt x="30179" y="113088"/>
                </a:lnTo>
                <a:lnTo>
                  <a:pt x="30870" y="113274"/>
                </a:lnTo>
                <a:lnTo>
                  <a:pt x="31566" y="113449"/>
                </a:lnTo>
                <a:lnTo>
                  <a:pt x="32268" y="113611"/>
                </a:lnTo>
                <a:lnTo>
                  <a:pt x="32975" y="113761"/>
                </a:lnTo>
                <a:lnTo>
                  <a:pt x="33689" y="113900"/>
                </a:lnTo>
                <a:lnTo>
                  <a:pt x="34408" y="114026"/>
                </a:lnTo>
                <a:lnTo>
                  <a:pt x="35133" y="114140"/>
                </a:lnTo>
                <a:lnTo>
                  <a:pt x="35864" y="114242"/>
                </a:lnTo>
                <a:lnTo>
                  <a:pt x="36600" y="114332"/>
                </a:lnTo>
                <a:lnTo>
                  <a:pt x="37343" y="114410"/>
                </a:lnTo>
                <a:lnTo>
                  <a:pt x="38091" y="114477"/>
                </a:lnTo>
                <a:lnTo>
                  <a:pt x="38844" y="114531"/>
                </a:lnTo>
                <a:lnTo>
                  <a:pt x="39604" y="114573"/>
                </a:lnTo>
                <a:lnTo>
                  <a:pt x="40369" y="114603"/>
                </a:lnTo>
                <a:lnTo>
                  <a:pt x="41140" y="114621"/>
                </a:lnTo>
                <a:lnTo>
                  <a:pt x="41917" y="114627"/>
                </a:lnTo>
                <a:lnTo>
                  <a:pt x="42706" y="114621"/>
                </a:lnTo>
                <a:lnTo>
                  <a:pt x="43488" y="114603"/>
                </a:lnTo>
                <a:lnTo>
                  <a:pt x="44264" y="114573"/>
                </a:lnTo>
                <a:lnTo>
                  <a:pt x="45034" y="114531"/>
                </a:lnTo>
                <a:lnTo>
                  <a:pt x="45798" y="114477"/>
                </a:lnTo>
                <a:lnTo>
                  <a:pt x="46556" y="114410"/>
                </a:lnTo>
                <a:lnTo>
                  <a:pt x="47307" y="114332"/>
                </a:lnTo>
                <a:lnTo>
                  <a:pt x="48052" y="114242"/>
                </a:lnTo>
                <a:lnTo>
                  <a:pt x="48790" y="114140"/>
                </a:lnTo>
                <a:lnTo>
                  <a:pt x="49523" y="114026"/>
                </a:lnTo>
                <a:lnTo>
                  <a:pt x="50249" y="113900"/>
                </a:lnTo>
                <a:lnTo>
                  <a:pt x="50969" y="113761"/>
                </a:lnTo>
                <a:lnTo>
                  <a:pt x="51682" y="113611"/>
                </a:lnTo>
                <a:lnTo>
                  <a:pt x="52390" y="113449"/>
                </a:lnTo>
                <a:lnTo>
                  <a:pt x="53091" y="113274"/>
                </a:lnTo>
                <a:lnTo>
                  <a:pt x="53786" y="113088"/>
                </a:lnTo>
                <a:lnTo>
                  <a:pt x="54474" y="112890"/>
                </a:lnTo>
                <a:lnTo>
                  <a:pt x="55156" y="112679"/>
                </a:lnTo>
                <a:lnTo>
                  <a:pt x="55832" y="112457"/>
                </a:lnTo>
                <a:lnTo>
                  <a:pt x="56502" y="112222"/>
                </a:lnTo>
                <a:lnTo>
                  <a:pt x="57166" y="111976"/>
                </a:lnTo>
                <a:lnTo>
                  <a:pt x="57823" y="111718"/>
                </a:lnTo>
                <a:lnTo>
                  <a:pt x="58474" y="111447"/>
                </a:lnTo>
                <a:lnTo>
                  <a:pt x="59118" y="111165"/>
                </a:lnTo>
                <a:lnTo>
                  <a:pt x="59756" y="110871"/>
                </a:lnTo>
                <a:lnTo>
                  <a:pt x="60386" y="110566"/>
                </a:lnTo>
                <a:lnTo>
                  <a:pt x="61008" y="110252"/>
                </a:lnTo>
                <a:lnTo>
                  <a:pt x="61622" y="109926"/>
                </a:lnTo>
                <a:lnTo>
                  <a:pt x="62228" y="109591"/>
                </a:lnTo>
                <a:lnTo>
                  <a:pt x="62827" y="109245"/>
                </a:lnTo>
                <a:lnTo>
                  <a:pt x="63418" y="108888"/>
                </a:lnTo>
                <a:lnTo>
                  <a:pt x="64001" y="108521"/>
                </a:lnTo>
                <a:lnTo>
                  <a:pt x="64576" y="108143"/>
                </a:lnTo>
                <a:lnTo>
                  <a:pt x="65143" y="107755"/>
                </a:lnTo>
                <a:lnTo>
                  <a:pt x="65703" y="107356"/>
                </a:lnTo>
                <a:lnTo>
                  <a:pt x="66255" y="106947"/>
                </a:lnTo>
                <a:lnTo>
                  <a:pt x="66799" y="106527"/>
                </a:lnTo>
                <a:lnTo>
                  <a:pt x="67335" y="106097"/>
                </a:lnTo>
                <a:lnTo>
                  <a:pt x="67863" y="105657"/>
                </a:lnTo>
                <a:lnTo>
                  <a:pt x="68384" y="105206"/>
                </a:lnTo>
                <a:lnTo>
                  <a:pt x="68897" y="104744"/>
                </a:lnTo>
                <a:lnTo>
                  <a:pt x="69402" y="104272"/>
                </a:lnTo>
                <a:lnTo>
                  <a:pt x="69899" y="103789"/>
                </a:lnTo>
                <a:lnTo>
                  <a:pt x="70388" y="103296"/>
                </a:lnTo>
                <a:lnTo>
                  <a:pt x="70870" y="102793"/>
                </a:lnTo>
                <a:lnTo>
                  <a:pt x="71344" y="102279"/>
                </a:lnTo>
                <a:lnTo>
                  <a:pt x="71810" y="101754"/>
                </a:lnTo>
                <a:lnTo>
                  <a:pt x="72268" y="101219"/>
                </a:lnTo>
                <a:lnTo>
                  <a:pt x="72718" y="100675"/>
                </a:lnTo>
                <a:lnTo>
                  <a:pt x="73159" y="100120"/>
                </a:lnTo>
                <a:lnTo>
                  <a:pt x="73592" y="99557"/>
                </a:lnTo>
                <a:lnTo>
                  <a:pt x="74016" y="98985"/>
                </a:lnTo>
                <a:lnTo>
                  <a:pt x="74431" y="98403"/>
                </a:lnTo>
                <a:lnTo>
                  <a:pt x="74837" y="97812"/>
                </a:lnTo>
                <a:lnTo>
                  <a:pt x="75235" y="97212"/>
                </a:lnTo>
                <a:lnTo>
                  <a:pt x="75624" y="96603"/>
                </a:lnTo>
                <a:lnTo>
                  <a:pt x="76004" y="95984"/>
                </a:lnTo>
                <a:lnTo>
                  <a:pt x="76376" y="95357"/>
                </a:lnTo>
                <a:lnTo>
                  <a:pt x="76739" y="94720"/>
                </a:lnTo>
                <a:lnTo>
                  <a:pt x="77093" y="94074"/>
                </a:lnTo>
                <a:lnTo>
                  <a:pt x="77439" y="93418"/>
                </a:lnTo>
                <a:lnTo>
                  <a:pt x="77776" y="92754"/>
                </a:lnTo>
                <a:lnTo>
                  <a:pt x="78104" y="92080"/>
                </a:lnTo>
                <a:lnTo>
                  <a:pt x="78423" y="91397"/>
                </a:lnTo>
                <a:lnTo>
                  <a:pt x="78734" y="90705"/>
                </a:lnTo>
                <a:lnTo>
                  <a:pt x="79036" y="90003"/>
                </a:lnTo>
                <a:lnTo>
                  <a:pt x="79330" y="89293"/>
                </a:lnTo>
                <a:lnTo>
                  <a:pt x="79614" y="88573"/>
                </a:lnTo>
                <a:lnTo>
                  <a:pt x="79890" y="87844"/>
                </a:lnTo>
                <a:lnTo>
                  <a:pt x="80158" y="87106"/>
                </a:lnTo>
                <a:lnTo>
                  <a:pt x="80416" y="86358"/>
                </a:lnTo>
                <a:lnTo>
                  <a:pt x="80666" y="85602"/>
                </a:lnTo>
                <a:lnTo>
                  <a:pt x="80907" y="84837"/>
                </a:lnTo>
                <a:lnTo>
                  <a:pt x="81137" y="84065"/>
                </a:lnTo>
                <a:lnTo>
                  <a:pt x="81357" y="83285"/>
                </a:lnTo>
                <a:lnTo>
                  <a:pt x="81566" y="82498"/>
                </a:lnTo>
                <a:lnTo>
                  <a:pt x="81766" y="81703"/>
                </a:lnTo>
                <a:lnTo>
                  <a:pt x="81955" y="80901"/>
                </a:lnTo>
                <a:lnTo>
                  <a:pt x="82134" y="80091"/>
                </a:lnTo>
                <a:lnTo>
                  <a:pt x="82303" y="79275"/>
                </a:lnTo>
                <a:lnTo>
                  <a:pt x="82462" y="78450"/>
                </a:lnTo>
                <a:lnTo>
                  <a:pt x="82610" y="77619"/>
                </a:lnTo>
                <a:lnTo>
                  <a:pt x="82748" y="76779"/>
                </a:lnTo>
                <a:lnTo>
                  <a:pt x="82876" y="75933"/>
                </a:lnTo>
                <a:lnTo>
                  <a:pt x="82994" y="75079"/>
                </a:lnTo>
                <a:lnTo>
                  <a:pt x="83101" y="74218"/>
                </a:lnTo>
                <a:lnTo>
                  <a:pt x="83198" y="73349"/>
                </a:lnTo>
                <a:lnTo>
                  <a:pt x="83285" y="72473"/>
                </a:lnTo>
                <a:lnTo>
                  <a:pt x="83362" y="71589"/>
                </a:lnTo>
                <a:lnTo>
                  <a:pt x="83429" y="70698"/>
                </a:lnTo>
                <a:lnTo>
                  <a:pt x="83485" y="69799"/>
                </a:lnTo>
                <a:lnTo>
                  <a:pt x="83531" y="68894"/>
                </a:lnTo>
                <a:lnTo>
                  <a:pt x="83567" y="67980"/>
                </a:lnTo>
                <a:lnTo>
                  <a:pt x="83592" y="67060"/>
                </a:lnTo>
                <a:lnTo>
                  <a:pt x="83608" y="66131"/>
                </a:lnTo>
                <a:lnTo>
                  <a:pt x="83613" y="65196"/>
                </a:lnTo>
                <a:lnTo>
                  <a:pt x="83613" y="53777"/>
                </a:lnTo>
                <a:lnTo>
                  <a:pt x="83608" y="52842"/>
                </a:lnTo>
                <a:lnTo>
                  <a:pt x="83592" y="51914"/>
                </a:lnTo>
                <a:lnTo>
                  <a:pt x="83567" y="50994"/>
                </a:lnTo>
                <a:lnTo>
                  <a:pt x="83531" y="50081"/>
                </a:lnTo>
                <a:lnTo>
                  <a:pt x="83485" y="49175"/>
                </a:lnTo>
                <a:lnTo>
                  <a:pt x="83429" y="48278"/>
                </a:lnTo>
                <a:close/>
                <a:moveTo>
                  <a:pt x="74416" y="69865"/>
                </a:moveTo>
                <a:lnTo>
                  <a:pt x="74367" y="70619"/>
                </a:lnTo>
                <a:lnTo>
                  <a:pt x="74310" y="71368"/>
                </a:lnTo>
                <a:lnTo>
                  <a:pt x="74246" y="72109"/>
                </a:lnTo>
                <a:lnTo>
                  <a:pt x="74174" y="72844"/>
                </a:lnTo>
                <a:lnTo>
                  <a:pt x="74095" y="73572"/>
                </a:lnTo>
                <a:lnTo>
                  <a:pt x="74008" y="74294"/>
                </a:lnTo>
                <a:lnTo>
                  <a:pt x="73914" y="75009"/>
                </a:lnTo>
                <a:lnTo>
                  <a:pt x="73812" y="75717"/>
                </a:lnTo>
                <a:lnTo>
                  <a:pt x="73703" y="76419"/>
                </a:lnTo>
                <a:lnTo>
                  <a:pt x="73586" y="77114"/>
                </a:lnTo>
                <a:lnTo>
                  <a:pt x="73461" y="77802"/>
                </a:lnTo>
                <a:lnTo>
                  <a:pt x="73329" y="78484"/>
                </a:lnTo>
                <a:lnTo>
                  <a:pt x="73190" y="79159"/>
                </a:lnTo>
                <a:lnTo>
                  <a:pt x="73043" y="79827"/>
                </a:lnTo>
                <a:lnTo>
                  <a:pt x="72888" y="80489"/>
                </a:lnTo>
                <a:lnTo>
                  <a:pt x="72726" y="81144"/>
                </a:lnTo>
                <a:lnTo>
                  <a:pt x="72556" y="81792"/>
                </a:lnTo>
                <a:lnTo>
                  <a:pt x="72378" y="82434"/>
                </a:lnTo>
                <a:lnTo>
                  <a:pt x="72194" y="83069"/>
                </a:lnTo>
                <a:lnTo>
                  <a:pt x="72002" y="83695"/>
                </a:lnTo>
                <a:lnTo>
                  <a:pt x="71804" y="84314"/>
                </a:lnTo>
                <a:lnTo>
                  <a:pt x="71598" y="84924"/>
                </a:lnTo>
                <a:lnTo>
                  <a:pt x="71385" y="85527"/>
                </a:lnTo>
                <a:lnTo>
                  <a:pt x="71165" y="86122"/>
                </a:lnTo>
                <a:lnTo>
                  <a:pt x="70938" y="86709"/>
                </a:lnTo>
                <a:lnTo>
                  <a:pt x="70705" y="87288"/>
                </a:lnTo>
                <a:lnTo>
                  <a:pt x="70464" y="87859"/>
                </a:lnTo>
                <a:lnTo>
                  <a:pt x="70216" y="88422"/>
                </a:lnTo>
                <a:lnTo>
                  <a:pt x="69961" y="88977"/>
                </a:lnTo>
                <a:lnTo>
                  <a:pt x="69699" y="89525"/>
                </a:lnTo>
                <a:lnTo>
                  <a:pt x="69430" y="90064"/>
                </a:lnTo>
                <a:lnTo>
                  <a:pt x="69154" y="90595"/>
                </a:lnTo>
                <a:lnTo>
                  <a:pt x="68871" y="91119"/>
                </a:lnTo>
                <a:lnTo>
                  <a:pt x="68580" y="91634"/>
                </a:lnTo>
                <a:lnTo>
                  <a:pt x="68283" y="92142"/>
                </a:lnTo>
                <a:lnTo>
                  <a:pt x="67979" y="92642"/>
                </a:lnTo>
                <a:lnTo>
                  <a:pt x="67668" y="93133"/>
                </a:lnTo>
                <a:lnTo>
                  <a:pt x="67350" y="93617"/>
                </a:lnTo>
                <a:lnTo>
                  <a:pt x="67024" y="94093"/>
                </a:lnTo>
                <a:lnTo>
                  <a:pt x="66692" y="94561"/>
                </a:lnTo>
                <a:lnTo>
                  <a:pt x="66353" y="95021"/>
                </a:lnTo>
                <a:lnTo>
                  <a:pt x="66006" y="95473"/>
                </a:lnTo>
                <a:lnTo>
                  <a:pt x="65653" y="95917"/>
                </a:lnTo>
                <a:lnTo>
                  <a:pt x="65294" y="96352"/>
                </a:lnTo>
                <a:lnTo>
                  <a:pt x="64928" y="96779"/>
                </a:lnTo>
                <a:lnTo>
                  <a:pt x="64555" y="97196"/>
                </a:lnTo>
                <a:lnTo>
                  <a:pt x="64177" y="97605"/>
                </a:lnTo>
                <a:lnTo>
                  <a:pt x="63792" y="98006"/>
                </a:lnTo>
                <a:lnTo>
                  <a:pt x="63400" y="98397"/>
                </a:lnTo>
                <a:lnTo>
                  <a:pt x="63002" y="98780"/>
                </a:lnTo>
                <a:lnTo>
                  <a:pt x="62598" y="99154"/>
                </a:lnTo>
                <a:lnTo>
                  <a:pt x="62187" y="99520"/>
                </a:lnTo>
                <a:lnTo>
                  <a:pt x="61770" y="99877"/>
                </a:lnTo>
                <a:lnTo>
                  <a:pt x="61347" y="100225"/>
                </a:lnTo>
                <a:lnTo>
                  <a:pt x="60917" y="100564"/>
                </a:lnTo>
                <a:lnTo>
                  <a:pt x="60481" y="100895"/>
                </a:lnTo>
                <a:lnTo>
                  <a:pt x="60038" y="101217"/>
                </a:lnTo>
                <a:lnTo>
                  <a:pt x="59589" y="101530"/>
                </a:lnTo>
                <a:lnTo>
                  <a:pt x="59134" y="101835"/>
                </a:lnTo>
                <a:lnTo>
                  <a:pt x="58672" y="102131"/>
                </a:lnTo>
                <a:lnTo>
                  <a:pt x="58203" y="102418"/>
                </a:lnTo>
                <a:lnTo>
                  <a:pt x="57729" y="102697"/>
                </a:lnTo>
                <a:lnTo>
                  <a:pt x="57248" y="102967"/>
                </a:lnTo>
                <a:lnTo>
                  <a:pt x="56760" y="103228"/>
                </a:lnTo>
                <a:lnTo>
                  <a:pt x="56267" y="103480"/>
                </a:lnTo>
                <a:lnTo>
                  <a:pt x="55766" y="103724"/>
                </a:lnTo>
                <a:lnTo>
                  <a:pt x="55260" y="103958"/>
                </a:lnTo>
                <a:lnTo>
                  <a:pt x="54747" y="104183"/>
                </a:lnTo>
                <a:lnTo>
                  <a:pt x="54229" y="104397"/>
                </a:lnTo>
                <a:lnTo>
                  <a:pt x="53704" y="104602"/>
                </a:lnTo>
                <a:lnTo>
                  <a:pt x="53173" y="104796"/>
                </a:lnTo>
                <a:lnTo>
                  <a:pt x="52636" y="104981"/>
                </a:lnTo>
                <a:lnTo>
                  <a:pt x="52092" y="105156"/>
                </a:lnTo>
                <a:lnTo>
                  <a:pt x="51543" y="105320"/>
                </a:lnTo>
                <a:lnTo>
                  <a:pt x="50987" y="105475"/>
                </a:lnTo>
                <a:lnTo>
                  <a:pt x="50426" y="105619"/>
                </a:lnTo>
                <a:lnTo>
                  <a:pt x="49858" y="105754"/>
                </a:lnTo>
                <a:lnTo>
                  <a:pt x="49284" y="105879"/>
                </a:lnTo>
                <a:lnTo>
                  <a:pt x="48704" y="105994"/>
                </a:lnTo>
                <a:lnTo>
                  <a:pt x="48117" y="106098"/>
                </a:lnTo>
                <a:lnTo>
                  <a:pt x="47525" y="106193"/>
                </a:lnTo>
                <a:lnTo>
                  <a:pt x="46926" y="106278"/>
                </a:lnTo>
                <a:lnTo>
                  <a:pt x="46322" y="106353"/>
                </a:lnTo>
                <a:lnTo>
                  <a:pt x="45711" y="106418"/>
                </a:lnTo>
                <a:lnTo>
                  <a:pt x="45094" y="106472"/>
                </a:lnTo>
                <a:lnTo>
                  <a:pt x="44471" y="106517"/>
                </a:lnTo>
                <a:lnTo>
                  <a:pt x="43841" y="106552"/>
                </a:lnTo>
                <a:lnTo>
                  <a:pt x="43206" y="106577"/>
                </a:lnTo>
                <a:lnTo>
                  <a:pt x="42565" y="106592"/>
                </a:lnTo>
                <a:lnTo>
                  <a:pt x="41917" y="106597"/>
                </a:lnTo>
                <a:lnTo>
                  <a:pt x="41281" y="106592"/>
                </a:lnTo>
                <a:lnTo>
                  <a:pt x="40651" y="106577"/>
                </a:lnTo>
                <a:lnTo>
                  <a:pt x="40027" y="106552"/>
                </a:lnTo>
                <a:lnTo>
                  <a:pt x="39408" y="106517"/>
                </a:lnTo>
                <a:lnTo>
                  <a:pt x="38795" y="106472"/>
                </a:lnTo>
                <a:lnTo>
                  <a:pt x="38187" y="106418"/>
                </a:lnTo>
                <a:lnTo>
                  <a:pt x="37586" y="106353"/>
                </a:lnTo>
                <a:lnTo>
                  <a:pt x="36989" y="106278"/>
                </a:lnTo>
                <a:lnTo>
                  <a:pt x="36399" y="106193"/>
                </a:lnTo>
                <a:lnTo>
                  <a:pt x="35814" y="106098"/>
                </a:lnTo>
                <a:lnTo>
                  <a:pt x="35234" y="105994"/>
                </a:lnTo>
                <a:lnTo>
                  <a:pt x="34661" y="105879"/>
                </a:lnTo>
                <a:lnTo>
                  <a:pt x="34093" y="105754"/>
                </a:lnTo>
                <a:lnTo>
                  <a:pt x="33530" y="105619"/>
                </a:lnTo>
                <a:lnTo>
                  <a:pt x="32973" y="105475"/>
                </a:lnTo>
                <a:lnTo>
                  <a:pt x="32422" y="105320"/>
                </a:lnTo>
                <a:lnTo>
                  <a:pt x="31876" y="105156"/>
                </a:lnTo>
                <a:lnTo>
                  <a:pt x="31336" y="104981"/>
                </a:lnTo>
                <a:lnTo>
                  <a:pt x="30802" y="104796"/>
                </a:lnTo>
                <a:lnTo>
                  <a:pt x="30273" y="104602"/>
                </a:lnTo>
                <a:lnTo>
                  <a:pt x="29750" y="104397"/>
                </a:lnTo>
                <a:lnTo>
                  <a:pt x="29233" y="104183"/>
                </a:lnTo>
                <a:lnTo>
                  <a:pt x="28721" y="103958"/>
                </a:lnTo>
                <a:lnTo>
                  <a:pt x="28215" y="103724"/>
                </a:lnTo>
                <a:lnTo>
                  <a:pt x="27714" y="103480"/>
                </a:lnTo>
                <a:lnTo>
                  <a:pt x="27220" y="103228"/>
                </a:lnTo>
                <a:lnTo>
                  <a:pt x="26732" y="102967"/>
                </a:lnTo>
                <a:lnTo>
                  <a:pt x="26250" y="102697"/>
                </a:lnTo>
                <a:lnTo>
                  <a:pt x="25774" y="102418"/>
                </a:lnTo>
                <a:lnTo>
                  <a:pt x="25305" y="102131"/>
                </a:lnTo>
                <a:lnTo>
                  <a:pt x="24841" y="101835"/>
                </a:lnTo>
                <a:lnTo>
                  <a:pt x="24384" y="101530"/>
                </a:lnTo>
                <a:lnTo>
                  <a:pt x="23933" y="101217"/>
                </a:lnTo>
                <a:lnTo>
                  <a:pt x="23488" y="100895"/>
                </a:lnTo>
                <a:lnTo>
                  <a:pt x="23049" y="100564"/>
                </a:lnTo>
                <a:lnTo>
                  <a:pt x="22616" y="100225"/>
                </a:lnTo>
                <a:lnTo>
                  <a:pt x="22189" y="99877"/>
                </a:lnTo>
                <a:lnTo>
                  <a:pt x="21769" y="99520"/>
                </a:lnTo>
                <a:lnTo>
                  <a:pt x="21354" y="99154"/>
                </a:lnTo>
                <a:lnTo>
                  <a:pt x="20946" y="98780"/>
                </a:lnTo>
                <a:lnTo>
                  <a:pt x="20544" y="98397"/>
                </a:lnTo>
                <a:lnTo>
                  <a:pt x="20148" y="98006"/>
                </a:lnTo>
                <a:lnTo>
                  <a:pt x="19758" y="97605"/>
                </a:lnTo>
                <a:lnTo>
                  <a:pt x="19375" y="97196"/>
                </a:lnTo>
                <a:lnTo>
                  <a:pt x="18997" y="96779"/>
                </a:lnTo>
                <a:lnTo>
                  <a:pt x="18626" y="96352"/>
                </a:lnTo>
                <a:lnTo>
                  <a:pt x="18260" y="95917"/>
                </a:lnTo>
                <a:lnTo>
                  <a:pt x="17901" y="95473"/>
                </a:lnTo>
                <a:lnTo>
                  <a:pt x="17549" y="95021"/>
                </a:lnTo>
                <a:lnTo>
                  <a:pt x="17203" y="94561"/>
                </a:lnTo>
                <a:lnTo>
                  <a:pt x="16864" y="94093"/>
                </a:lnTo>
                <a:lnTo>
                  <a:pt x="16532" y="93617"/>
                </a:lnTo>
                <a:lnTo>
                  <a:pt x="16207" y="93133"/>
                </a:lnTo>
                <a:lnTo>
                  <a:pt x="15889" y="92642"/>
                </a:lnTo>
                <a:lnTo>
                  <a:pt x="15578" y="92142"/>
                </a:lnTo>
                <a:lnTo>
                  <a:pt x="15274" y="91634"/>
                </a:lnTo>
                <a:lnTo>
                  <a:pt x="14976" y="91119"/>
                </a:lnTo>
                <a:lnTo>
                  <a:pt x="14686" y="90595"/>
                </a:lnTo>
                <a:lnTo>
                  <a:pt x="14402" y="90064"/>
                </a:lnTo>
                <a:lnTo>
                  <a:pt x="14126" y="89525"/>
                </a:lnTo>
                <a:lnTo>
                  <a:pt x="13856" y="88977"/>
                </a:lnTo>
                <a:lnTo>
                  <a:pt x="13593" y="88422"/>
                </a:lnTo>
                <a:lnTo>
                  <a:pt x="13337" y="87859"/>
                </a:lnTo>
                <a:lnTo>
                  <a:pt x="13088" y="87288"/>
                </a:lnTo>
                <a:lnTo>
                  <a:pt x="12846" y="86709"/>
                </a:lnTo>
                <a:lnTo>
                  <a:pt x="12611" y="86122"/>
                </a:lnTo>
                <a:lnTo>
                  <a:pt x="12383" y="85527"/>
                </a:lnTo>
                <a:lnTo>
                  <a:pt x="12161" y="84924"/>
                </a:lnTo>
                <a:lnTo>
                  <a:pt x="11947" y="84314"/>
                </a:lnTo>
                <a:lnTo>
                  <a:pt x="11739" y="83695"/>
                </a:lnTo>
                <a:lnTo>
                  <a:pt x="11539" y="83069"/>
                </a:lnTo>
                <a:lnTo>
                  <a:pt x="11345" y="82434"/>
                </a:lnTo>
                <a:lnTo>
                  <a:pt x="11158" y="81792"/>
                </a:lnTo>
                <a:lnTo>
                  <a:pt x="10980" y="81144"/>
                </a:lnTo>
                <a:lnTo>
                  <a:pt x="10810" y="80489"/>
                </a:lnTo>
                <a:lnTo>
                  <a:pt x="10647" y="79827"/>
                </a:lnTo>
                <a:lnTo>
                  <a:pt x="10492" y="79159"/>
                </a:lnTo>
                <a:lnTo>
                  <a:pt x="10346" y="78484"/>
                </a:lnTo>
                <a:lnTo>
                  <a:pt x="10207" y="77802"/>
                </a:lnTo>
                <a:lnTo>
                  <a:pt x="10076" y="77114"/>
                </a:lnTo>
                <a:lnTo>
                  <a:pt x="9953" y="76419"/>
                </a:lnTo>
                <a:lnTo>
                  <a:pt x="9838" y="75717"/>
                </a:lnTo>
                <a:lnTo>
                  <a:pt x="9731" y="75009"/>
                </a:lnTo>
                <a:lnTo>
                  <a:pt x="9632" y="74294"/>
                </a:lnTo>
                <a:lnTo>
                  <a:pt x="9541" y="73572"/>
                </a:lnTo>
                <a:lnTo>
                  <a:pt x="9458" y="72844"/>
                </a:lnTo>
                <a:lnTo>
                  <a:pt x="9382" y="72109"/>
                </a:lnTo>
                <a:lnTo>
                  <a:pt x="9315" y="71368"/>
                </a:lnTo>
                <a:lnTo>
                  <a:pt x="9255" y="70619"/>
                </a:lnTo>
                <a:lnTo>
                  <a:pt x="9204" y="69865"/>
                </a:lnTo>
                <a:lnTo>
                  <a:pt x="9160" y="69103"/>
                </a:lnTo>
                <a:lnTo>
                  <a:pt x="9125" y="68335"/>
                </a:lnTo>
                <a:lnTo>
                  <a:pt x="9097" y="67560"/>
                </a:lnTo>
                <a:lnTo>
                  <a:pt x="9077" y="66779"/>
                </a:lnTo>
                <a:lnTo>
                  <a:pt x="9065" y="65991"/>
                </a:lnTo>
                <a:lnTo>
                  <a:pt x="9061" y="65196"/>
                </a:lnTo>
                <a:lnTo>
                  <a:pt x="9061" y="53630"/>
                </a:lnTo>
                <a:lnTo>
                  <a:pt x="9065" y="52841"/>
                </a:lnTo>
                <a:lnTo>
                  <a:pt x="9077" y="52060"/>
                </a:lnTo>
                <a:lnTo>
                  <a:pt x="9096" y="51284"/>
                </a:lnTo>
                <a:lnTo>
                  <a:pt x="9124" y="50516"/>
                </a:lnTo>
                <a:lnTo>
                  <a:pt x="9159" y="49754"/>
                </a:lnTo>
                <a:lnTo>
                  <a:pt x="9202" y="48998"/>
                </a:lnTo>
                <a:lnTo>
                  <a:pt x="9252" y="48250"/>
                </a:lnTo>
                <a:lnTo>
                  <a:pt x="9311" y="47507"/>
                </a:lnTo>
                <a:lnTo>
                  <a:pt x="9377" y="46772"/>
                </a:lnTo>
                <a:lnTo>
                  <a:pt x="9451" y="46043"/>
                </a:lnTo>
                <a:lnTo>
                  <a:pt x="9533" y="45321"/>
                </a:lnTo>
                <a:lnTo>
                  <a:pt x="9623" y="44606"/>
                </a:lnTo>
                <a:lnTo>
                  <a:pt x="9720" y="43897"/>
                </a:lnTo>
                <a:lnTo>
                  <a:pt x="9826" y="43195"/>
                </a:lnTo>
                <a:lnTo>
                  <a:pt x="9939" y="42499"/>
                </a:lnTo>
                <a:lnTo>
                  <a:pt x="10060" y="41810"/>
                </a:lnTo>
                <a:lnTo>
                  <a:pt x="10188" y="41128"/>
                </a:lnTo>
                <a:lnTo>
                  <a:pt x="10325" y="40453"/>
                </a:lnTo>
                <a:lnTo>
                  <a:pt x="10469" y="39784"/>
                </a:lnTo>
                <a:lnTo>
                  <a:pt x="10621" y="39122"/>
                </a:lnTo>
                <a:lnTo>
                  <a:pt x="10781" y="38466"/>
                </a:lnTo>
                <a:lnTo>
                  <a:pt x="10949" y="37817"/>
                </a:lnTo>
                <a:lnTo>
                  <a:pt x="11125" y="37175"/>
                </a:lnTo>
                <a:lnTo>
                  <a:pt x="11308" y="36539"/>
                </a:lnTo>
                <a:lnTo>
                  <a:pt x="11499" y="35911"/>
                </a:lnTo>
                <a:lnTo>
                  <a:pt x="11696" y="35290"/>
                </a:lnTo>
                <a:lnTo>
                  <a:pt x="11901" y="34677"/>
                </a:lnTo>
                <a:lnTo>
                  <a:pt x="12112" y="34071"/>
                </a:lnTo>
                <a:lnTo>
                  <a:pt x="12331" y="33474"/>
                </a:lnTo>
                <a:lnTo>
                  <a:pt x="12556" y="32883"/>
                </a:lnTo>
                <a:lnTo>
                  <a:pt x="12788" y="32301"/>
                </a:lnTo>
                <a:lnTo>
                  <a:pt x="13027" y="31726"/>
                </a:lnTo>
                <a:lnTo>
                  <a:pt x="13273" y="31159"/>
                </a:lnTo>
                <a:lnTo>
                  <a:pt x="13526" y="30600"/>
                </a:lnTo>
                <a:lnTo>
                  <a:pt x="13785" y="30048"/>
                </a:lnTo>
                <a:lnTo>
                  <a:pt x="14052" y="29504"/>
                </a:lnTo>
                <a:lnTo>
                  <a:pt x="14326" y="28968"/>
                </a:lnTo>
                <a:lnTo>
                  <a:pt x="14606" y="28439"/>
                </a:lnTo>
                <a:lnTo>
                  <a:pt x="14894" y="27918"/>
                </a:lnTo>
                <a:lnTo>
                  <a:pt x="15188" y="27404"/>
                </a:lnTo>
                <a:lnTo>
                  <a:pt x="15489" y="26899"/>
                </a:lnTo>
                <a:lnTo>
                  <a:pt x="15797" y="26401"/>
                </a:lnTo>
                <a:lnTo>
                  <a:pt x="16112" y="25910"/>
                </a:lnTo>
                <a:lnTo>
                  <a:pt x="16434" y="25428"/>
                </a:lnTo>
                <a:lnTo>
                  <a:pt x="16763" y="24953"/>
                </a:lnTo>
                <a:lnTo>
                  <a:pt x="17099" y="24485"/>
                </a:lnTo>
                <a:lnTo>
                  <a:pt x="17441" y="24026"/>
                </a:lnTo>
                <a:lnTo>
                  <a:pt x="17791" y="23574"/>
                </a:lnTo>
                <a:lnTo>
                  <a:pt x="18147" y="23130"/>
                </a:lnTo>
                <a:lnTo>
                  <a:pt x="18509" y="22695"/>
                </a:lnTo>
                <a:lnTo>
                  <a:pt x="18878" y="22268"/>
                </a:lnTo>
                <a:lnTo>
                  <a:pt x="19253" y="21851"/>
                </a:lnTo>
                <a:lnTo>
                  <a:pt x="19634" y="21442"/>
                </a:lnTo>
                <a:lnTo>
                  <a:pt x="20021" y="21041"/>
                </a:lnTo>
                <a:lnTo>
                  <a:pt x="20415" y="20650"/>
                </a:lnTo>
                <a:lnTo>
                  <a:pt x="20815" y="20267"/>
                </a:lnTo>
                <a:lnTo>
                  <a:pt x="21221" y="19893"/>
                </a:lnTo>
                <a:lnTo>
                  <a:pt x="21634" y="19527"/>
                </a:lnTo>
                <a:lnTo>
                  <a:pt x="22053" y="19170"/>
                </a:lnTo>
                <a:lnTo>
                  <a:pt x="22478" y="18822"/>
                </a:lnTo>
                <a:lnTo>
                  <a:pt x="22909" y="18483"/>
                </a:lnTo>
                <a:lnTo>
                  <a:pt x="23347" y="18152"/>
                </a:lnTo>
                <a:lnTo>
                  <a:pt x="23791" y="17830"/>
                </a:lnTo>
                <a:lnTo>
                  <a:pt x="24241" y="17517"/>
                </a:lnTo>
                <a:lnTo>
                  <a:pt x="24697" y="17212"/>
                </a:lnTo>
                <a:lnTo>
                  <a:pt x="25160" y="16916"/>
                </a:lnTo>
                <a:lnTo>
                  <a:pt x="25629" y="16629"/>
                </a:lnTo>
                <a:lnTo>
                  <a:pt x="26104" y="16350"/>
                </a:lnTo>
                <a:lnTo>
                  <a:pt x="26585" y="16080"/>
                </a:lnTo>
                <a:lnTo>
                  <a:pt x="27073" y="15819"/>
                </a:lnTo>
                <a:lnTo>
                  <a:pt x="27567" y="15567"/>
                </a:lnTo>
                <a:lnTo>
                  <a:pt x="28067" y="15323"/>
                </a:lnTo>
                <a:lnTo>
                  <a:pt x="28574" y="15088"/>
                </a:lnTo>
                <a:lnTo>
                  <a:pt x="29085" y="14864"/>
                </a:lnTo>
                <a:lnTo>
                  <a:pt x="29603" y="14650"/>
                </a:lnTo>
                <a:lnTo>
                  <a:pt x="30126" y="14445"/>
                </a:lnTo>
                <a:lnTo>
                  <a:pt x="30655" y="14250"/>
                </a:lnTo>
                <a:lnTo>
                  <a:pt x="31189" y="14066"/>
                </a:lnTo>
                <a:lnTo>
                  <a:pt x="31729" y="13891"/>
                </a:lnTo>
                <a:lnTo>
                  <a:pt x="32275" y="13727"/>
                </a:lnTo>
                <a:lnTo>
                  <a:pt x="32826" y="13572"/>
                </a:lnTo>
                <a:lnTo>
                  <a:pt x="33383" y="13427"/>
                </a:lnTo>
                <a:lnTo>
                  <a:pt x="33945" y="13293"/>
                </a:lnTo>
                <a:lnTo>
                  <a:pt x="34513" y="13168"/>
                </a:lnTo>
                <a:lnTo>
                  <a:pt x="35087" y="13053"/>
                </a:lnTo>
                <a:lnTo>
                  <a:pt x="35666" y="12949"/>
                </a:lnTo>
                <a:lnTo>
                  <a:pt x="36251" y="12854"/>
                </a:lnTo>
                <a:lnTo>
                  <a:pt x="36842" y="12769"/>
                </a:lnTo>
                <a:lnTo>
                  <a:pt x="37438" y="12694"/>
                </a:lnTo>
                <a:lnTo>
                  <a:pt x="38040" y="12629"/>
                </a:lnTo>
                <a:lnTo>
                  <a:pt x="38648" y="12575"/>
                </a:lnTo>
                <a:lnTo>
                  <a:pt x="39261" y="12530"/>
                </a:lnTo>
                <a:lnTo>
                  <a:pt x="39880" y="12495"/>
                </a:lnTo>
                <a:lnTo>
                  <a:pt x="40504" y="12470"/>
                </a:lnTo>
                <a:lnTo>
                  <a:pt x="41134" y="12455"/>
                </a:lnTo>
                <a:lnTo>
                  <a:pt x="41770" y="12450"/>
                </a:lnTo>
                <a:lnTo>
                  <a:pt x="42411" y="12455"/>
                </a:lnTo>
                <a:lnTo>
                  <a:pt x="43047" y="12470"/>
                </a:lnTo>
                <a:lnTo>
                  <a:pt x="43678" y="12495"/>
                </a:lnTo>
                <a:lnTo>
                  <a:pt x="44303" y="12530"/>
                </a:lnTo>
                <a:lnTo>
                  <a:pt x="44922" y="12575"/>
                </a:lnTo>
                <a:lnTo>
                  <a:pt x="45536" y="12629"/>
                </a:lnTo>
                <a:lnTo>
                  <a:pt x="46144" y="12694"/>
                </a:lnTo>
                <a:lnTo>
                  <a:pt x="46746" y="12769"/>
                </a:lnTo>
                <a:lnTo>
                  <a:pt x="47343" y="12854"/>
                </a:lnTo>
                <a:lnTo>
                  <a:pt x="47934" y="12949"/>
                </a:lnTo>
                <a:lnTo>
                  <a:pt x="48520" y="13053"/>
                </a:lnTo>
                <a:lnTo>
                  <a:pt x="49099" y="13168"/>
                </a:lnTo>
                <a:lnTo>
                  <a:pt x="49674" y="13293"/>
                </a:lnTo>
                <a:lnTo>
                  <a:pt x="50242" y="13427"/>
                </a:lnTo>
                <a:lnTo>
                  <a:pt x="50805" y="13572"/>
                </a:lnTo>
                <a:lnTo>
                  <a:pt x="51363" y="13727"/>
                </a:lnTo>
                <a:lnTo>
                  <a:pt x="51914" y="13891"/>
                </a:lnTo>
                <a:lnTo>
                  <a:pt x="52461" y="14066"/>
                </a:lnTo>
                <a:lnTo>
                  <a:pt x="53001" y="14250"/>
                </a:lnTo>
                <a:lnTo>
                  <a:pt x="53536" y="14445"/>
                </a:lnTo>
                <a:lnTo>
                  <a:pt x="54065" y="14650"/>
                </a:lnTo>
                <a:lnTo>
                  <a:pt x="54589" y="14864"/>
                </a:lnTo>
                <a:lnTo>
                  <a:pt x="55107" y="15088"/>
                </a:lnTo>
                <a:lnTo>
                  <a:pt x="55619" y="15323"/>
                </a:lnTo>
                <a:lnTo>
                  <a:pt x="56125" y="15567"/>
                </a:lnTo>
                <a:lnTo>
                  <a:pt x="56625" y="15819"/>
                </a:lnTo>
                <a:lnTo>
                  <a:pt x="57118" y="16080"/>
                </a:lnTo>
                <a:lnTo>
                  <a:pt x="57605" y="16350"/>
                </a:lnTo>
                <a:lnTo>
                  <a:pt x="58085" y="16629"/>
                </a:lnTo>
                <a:lnTo>
                  <a:pt x="58559" y="16916"/>
                </a:lnTo>
                <a:lnTo>
                  <a:pt x="59026" y="17212"/>
                </a:lnTo>
                <a:lnTo>
                  <a:pt x="59487" y="17517"/>
                </a:lnTo>
                <a:lnTo>
                  <a:pt x="59941" y="17830"/>
                </a:lnTo>
                <a:lnTo>
                  <a:pt x="60388" y="18152"/>
                </a:lnTo>
                <a:lnTo>
                  <a:pt x="60829" y="18483"/>
                </a:lnTo>
                <a:lnTo>
                  <a:pt x="61264" y="18822"/>
                </a:lnTo>
                <a:lnTo>
                  <a:pt x="61692" y="19170"/>
                </a:lnTo>
                <a:lnTo>
                  <a:pt x="62113" y="19527"/>
                </a:lnTo>
                <a:lnTo>
                  <a:pt x="62528" y="19893"/>
                </a:lnTo>
                <a:lnTo>
                  <a:pt x="62937" y="20267"/>
                </a:lnTo>
                <a:lnTo>
                  <a:pt x="63339" y="20650"/>
                </a:lnTo>
                <a:lnTo>
                  <a:pt x="63734" y="21041"/>
                </a:lnTo>
                <a:lnTo>
                  <a:pt x="64123" y="21442"/>
                </a:lnTo>
                <a:lnTo>
                  <a:pt x="64505" y="21851"/>
                </a:lnTo>
                <a:lnTo>
                  <a:pt x="64881" y="22268"/>
                </a:lnTo>
                <a:lnTo>
                  <a:pt x="65250" y="22695"/>
                </a:lnTo>
                <a:lnTo>
                  <a:pt x="65613" y="23130"/>
                </a:lnTo>
                <a:lnTo>
                  <a:pt x="65969" y="23574"/>
                </a:lnTo>
                <a:lnTo>
                  <a:pt x="66319" y="24026"/>
                </a:lnTo>
                <a:lnTo>
                  <a:pt x="66661" y="24485"/>
                </a:lnTo>
                <a:lnTo>
                  <a:pt x="66996" y="24953"/>
                </a:lnTo>
                <a:lnTo>
                  <a:pt x="67324" y="25428"/>
                </a:lnTo>
                <a:lnTo>
                  <a:pt x="67645" y="25910"/>
                </a:lnTo>
                <a:lnTo>
                  <a:pt x="67958" y="26401"/>
                </a:lnTo>
                <a:lnTo>
                  <a:pt x="68265" y="26899"/>
                </a:lnTo>
                <a:lnTo>
                  <a:pt x="68564" y="27404"/>
                </a:lnTo>
                <a:lnTo>
                  <a:pt x="68856" y="27918"/>
                </a:lnTo>
                <a:lnTo>
                  <a:pt x="69141" y="28439"/>
                </a:lnTo>
                <a:lnTo>
                  <a:pt x="69419" y="28968"/>
                </a:lnTo>
                <a:lnTo>
                  <a:pt x="69690" y="29504"/>
                </a:lnTo>
                <a:lnTo>
                  <a:pt x="69953" y="30048"/>
                </a:lnTo>
                <a:lnTo>
                  <a:pt x="70209" y="30600"/>
                </a:lnTo>
                <a:lnTo>
                  <a:pt x="70459" y="31159"/>
                </a:lnTo>
                <a:lnTo>
                  <a:pt x="70700" y="31726"/>
                </a:lnTo>
                <a:lnTo>
                  <a:pt x="70935" y="32301"/>
                </a:lnTo>
                <a:lnTo>
                  <a:pt x="71163" y="32883"/>
                </a:lnTo>
                <a:lnTo>
                  <a:pt x="71383" y="33474"/>
                </a:lnTo>
                <a:lnTo>
                  <a:pt x="71597" y="34071"/>
                </a:lnTo>
                <a:lnTo>
                  <a:pt x="71803" y="34677"/>
                </a:lnTo>
                <a:lnTo>
                  <a:pt x="72002" y="35290"/>
                </a:lnTo>
                <a:lnTo>
                  <a:pt x="72194" y="35911"/>
                </a:lnTo>
                <a:lnTo>
                  <a:pt x="72378" y="36539"/>
                </a:lnTo>
                <a:lnTo>
                  <a:pt x="72556" y="37175"/>
                </a:lnTo>
                <a:lnTo>
                  <a:pt x="72726" y="37817"/>
                </a:lnTo>
                <a:lnTo>
                  <a:pt x="72888" y="38466"/>
                </a:lnTo>
                <a:lnTo>
                  <a:pt x="73043" y="39122"/>
                </a:lnTo>
                <a:lnTo>
                  <a:pt x="73190" y="39784"/>
                </a:lnTo>
                <a:lnTo>
                  <a:pt x="73329" y="40453"/>
                </a:lnTo>
                <a:lnTo>
                  <a:pt x="73461" y="41128"/>
                </a:lnTo>
                <a:lnTo>
                  <a:pt x="73586" y="41810"/>
                </a:lnTo>
                <a:lnTo>
                  <a:pt x="73703" y="42499"/>
                </a:lnTo>
                <a:lnTo>
                  <a:pt x="73812" y="43195"/>
                </a:lnTo>
                <a:lnTo>
                  <a:pt x="73914" y="43897"/>
                </a:lnTo>
                <a:lnTo>
                  <a:pt x="74008" y="44606"/>
                </a:lnTo>
                <a:lnTo>
                  <a:pt x="74095" y="45321"/>
                </a:lnTo>
                <a:lnTo>
                  <a:pt x="74174" y="46043"/>
                </a:lnTo>
                <a:lnTo>
                  <a:pt x="74246" y="46772"/>
                </a:lnTo>
                <a:lnTo>
                  <a:pt x="74310" y="47507"/>
                </a:lnTo>
                <a:lnTo>
                  <a:pt x="74367" y="48250"/>
                </a:lnTo>
                <a:lnTo>
                  <a:pt x="74416" y="48998"/>
                </a:lnTo>
                <a:lnTo>
                  <a:pt x="74457" y="49754"/>
                </a:lnTo>
                <a:lnTo>
                  <a:pt x="74491" y="50516"/>
                </a:lnTo>
                <a:lnTo>
                  <a:pt x="74518" y="51284"/>
                </a:lnTo>
                <a:lnTo>
                  <a:pt x="74537" y="52060"/>
                </a:lnTo>
                <a:lnTo>
                  <a:pt x="74548" y="52841"/>
                </a:lnTo>
                <a:lnTo>
                  <a:pt x="74552" y="53630"/>
                </a:lnTo>
                <a:lnTo>
                  <a:pt x="74552" y="65196"/>
                </a:lnTo>
                <a:lnTo>
                  <a:pt x="74548" y="65991"/>
                </a:lnTo>
                <a:lnTo>
                  <a:pt x="74537" y="66779"/>
                </a:lnTo>
                <a:lnTo>
                  <a:pt x="74518" y="67560"/>
                </a:lnTo>
                <a:lnTo>
                  <a:pt x="74491" y="68335"/>
                </a:lnTo>
                <a:lnTo>
                  <a:pt x="74457" y="69103"/>
                </a:lnTo>
                <a:lnTo>
                  <a:pt x="74416" y="69865"/>
                </a:lnTo>
                <a:close/>
                <a:moveTo>
                  <a:pt x="248574" y="65812"/>
                </a:moveTo>
                <a:lnTo>
                  <a:pt x="248542" y="65166"/>
                </a:lnTo>
                <a:lnTo>
                  <a:pt x="248502" y="64524"/>
                </a:lnTo>
                <a:lnTo>
                  <a:pt x="248456" y="63886"/>
                </a:lnTo>
                <a:lnTo>
                  <a:pt x="248402" y="63254"/>
                </a:lnTo>
                <a:lnTo>
                  <a:pt x="248341" y="62626"/>
                </a:lnTo>
                <a:lnTo>
                  <a:pt x="248273" y="62003"/>
                </a:lnTo>
                <a:lnTo>
                  <a:pt x="248198" y="61384"/>
                </a:lnTo>
                <a:lnTo>
                  <a:pt x="248116" y="60771"/>
                </a:lnTo>
                <a:lnTo>
                  <a:pt x="248026" y="60162"/>
                </a:lnTo>
                <a:lnTo>
                  <a:pt x="247929" y="59557"/>
                </a:lnTo>
                <a:lnTo>
                  <a:pt x="247826" y="58958"/>
                </a:lnTo>
                <a:lnTo>
                  <a:pt x="247715" y="58363"/>
                </a:lnTo>
                <a:lnTo>
                  <a:pt x="247596" y="57773"/>
                </a:lnTo>
                <a:lnTo>
                  <a:pt x="247471" y="57188"/>
                </a:lnTo>
                <a:lnTo>
                  <a:pt x="247339" y="56607"/>
                </a:lnTo>
                <a:lnTo>
                  <a:pt x="247199" y="56031"/>
                </a:lnTo>
                <a:lnTo>
                  <a:pt x="247052" y="55460"/>
                </a:lnTo>
                <a:lnTo>
                  <a:pt x="246898" y="54894"/>
                </a:lnTo>
                <a:lnTo>
                  <a:pt x="246737" y="54332"/>
                </a:lnTo>
                <a:lnTo>
                  <a:pt x="246569" y="53775"/>
                </a:lnTo>
                <a:lnTo>
                  <a:pt x="246393" y="53224"/>
                </a:lnTo>
                <a:lnTo>
                  <a:pt x="246211" y="52678"/>
                </a:lnTo>
                <a:lnTo>
                  <a:pt x="246022" y="52139"/>
                </a:lnTo>
                <a:lnTo>
                  <a:pt x="245826" y="51606"/>
                </a:lnTo>
                <a:lnTo>
                  <a:pt x="245623" y="51079"/>
                </a:lnTo>
                <a:lnTo>
                  <a:pt x="245413" y="50558"/>
                </a:lnTo>
                <a:lnTo>
                  <a:pt x="245196" y="50043"/>
                </a:lnTo>
                <a:lnTo>
                  <a:pt x="244972" y="49534"/>
                </a:lnTo>
                <a:lnTo>
                  <a:pt x="244742" y="49032"/>
                </a:lnTo>
                <a:lnTo>
                  <a:pt x="244504" y="48535"/>
                </a:lnTo>
                <a:lnTo>
                  <a:pt x="244260" y="48045"/>
                </a:lnTo>
                <a:lnTo>
                  <a:pt x="244009" y="47561"/>
                </a:lnTo>
                <a:lnTo>
                  <a:pt x="243750" y="47083"/>
                </a:lnTo>
                <a:lnTo>
                  <a:pt x="243485" y="46611"/>
                </a:lnTo>
                <a:lnTo>
                  <a:pt x="243213" y="46146"/>
                </a:lnTo>
                <a:lnTo>
                  <a:pt x="242934" y="45686"/>
                </a:lnTo>
                <a:lnTo>
                  <a:pt x="242648" y="45233"/>
                </a:lnTo>
                <a:lnTo>
                  <a:pt x="242356" y="44785"/>
                </a:lnTo>
                <a:lnTo>
                  <a:pt x="242056" y="44344"/>
                </a:lnTo>
                <a:lnTo>
                  <a:pt x="241749" y="43909"/>
                </a:lnTo>
                <a:lnTo>
                  <a:pt x="241436" y="43480"/>
                </a:lnTo>
                <a:lnTo>
                  <a:pt x="241116" y="43057"/>
                </a:lnTo>
                <a:lnTo>
                  <a:pt x="240788" y="42641"/>
                </a:lnTo>
                <a:lnTo>
                  <a:pt x="240454" y="42230"/>
                </a:lnTo>
                <a:lnTo>
                  <a:pt x="240113" y="41826"/>
                </a:lnTo>
                <a:lnTo>
                  <a:pt x="239766" y="41430"/>
                </a:lnTo>
                <a:lnTo>
                  <a:pt x="239413" y="41042"/>
                </a:lnTo>
                <a:lnTo>
                  <a:pt x="239053" y="40661"/>
                </a:lnTo>
                <a:lnTo>
                  <a:pt x="238688" y="40288"/>
                </a:lnTo>
                <a:lnTo>
                  <a:pt x="238316" y="39923"/>
                </a:lnTo>
                <a:lnTo>
                  <a:pt x="237937" y="39565"/>
                </a:lnTo>
                <a:lnTo>
                  <a:pt x="237552" y="39215"/>
                </a:lnTo>
                <a:lnTo>
                  <a:pt x="237162" y="38873"/>
                </a:lnTo>
                <a:lnTo>
                  <a:pt x="236764" y="38538"/>
                </a:lnTo>
                <a:lnTo>
                  <a:pt x="236361" y="38211"/>
                </a:lnTo>
                <a:lnTo>
                  <a:pt x="235951" y="37892"/>
                </a:lnTo>
                <a:lnTo>
                  <a:pt x="235535" y="37580"/>
                </a:lnTo>
                <a:lnTo>
                  <a:pt x="235113" y="37276"/>
                </a:lnTo>
                <a:lnTo>
                  <a:pt x="234684" y="36979"/>
                </a:lnTo>
                <a:lnTo>
                  <a:pt x="234250" y="36691"/>
                </a:lnTo>
                <a:lnTo>
                  <a:pt x="233809" y="36409"/>
                </a:lnTo>
                <a:lnTo>
                  <a:pt x="233361" y="36136"/>
                </a:lnTo>
                <a:lnTo>
                  <a:pt x="232908" y="35870"/>
                </a:lnTo>
                <a:lnTo>
                  <a:pt x="232448" y="35612"/>
                </a:lnTo>
                <a:lnTo>
                  <a:pt x="231982" y="35362"/>
                </a:lnTo>
                <a:lnTo>
                  <a:pt x="231509" y="35119"/>
                </a:lnTo>
                <a:lnTo>
                  <a:pt x="231031" y="34884"/>
                </a:lnTo>
                <a:lnTo>
                  <a:pt x="230546" y="34656"/>
                </a:lnTo>
                <a:lnTo>
                  <a:pt x="230055" y="34437"/>
                </a:lnTo>
                <a:lnTo>
                  <a:pt x="229558" y="34227"/>
                </a:lnTo>
                <a:lnTo>
                  <a:pt x="229055" y="34027"/>
                </a:lnTo>
                <a:lnTo>
                  <a:pt x="228546" y="33836"/>
                </a:lnTo>
                <a:lnTo>
                  <a:pt x="228030" y="33654"/>
                </a:lnTo>
                <a:lnTo>
                  <a:pt x="227509" y="33482"/>
                </a:lnTo>
                <a:lnTo>
                  <a:pt x="226982" y="33319"/>
                </a:lnTo>
                <a:lnTo>
                  <a:pt x="226449" y="33165"/>
                </a:lnTo>
                <a:lnTo>
                  <a:pt x="225910" y="33020"/>
                </a:lnTo>
                <a:lnTo>
                  <a:pt x="225365" y="32885"/>
                </a:lnTo>
                <a:lnTo>
                  <a:pt x="224814" y="32759"/>
                </a:lnTo>
                <a:lnTo>
                  <a:pt x="224256" y="32643"/>
                </a:lnTo>
                <a:lnTo>
                  <a:pt x="223693" y="32536"/>
                </a:lnTo>
                <a:lnTo>
                  <a:pt x="223124" y="32438"/>
                </a:lnTo>
                <a:lnTo>
                  <a:pt x="222549" y="32349"/>
                </a:lnTo>
                <a:lnTo>
                  <a:pt x="221968" y="32270"/>
                </a:lnTo>
                <a:lnTo>
                  <a:pt x="221380" y="32200"/>
                </a:lnTo>
                <a:lnTo>
                  <a:pt x="220787" y="32140"/>
                </a:lnTo>
                <a:lnTo>
                  <a:pt x="220188" y="32088"/>
                </a:lnTo>
                <a:lnTo>
                  <a:pt x="219583" y="32046"/>
                </a:lnTo>
                <a:lnTo>
                  <a:pt x="218971" y="32014"/>
                </a:lnTo>
                <a:lnTo>
                  <a:pt x="218354" y="31990"/>
                </a:lnTo>
                <a:lnTo>
                  <a:pt x="217731" y="31976"/>
                </a:lnTo>
                <a:lnTo>
                  <a:pt x="217102" y="31972"/>
                </a:lnTo>
                <a:lnTo>
                  <a:pt x="216532" y="31977"/>
                </a:lnTo>
                <a:lnTo>
                  <a:pt x="215965" y="31991"/>
                </a:lnTo>
                <a:lnTo>
                  <a:pt x="215400" y="32016"/>
                </a:lnTo>
                <a:lnTo>
                  <a:pt x="214837" y="32050"/>
                </a:lnTo>
                <a:lnTo>
                  <a:pt x="214277" y="32093"/>
                </a:lnTo>
                <a:lnTo>
                  <a:pt x="213720" y="32147"/>
                </a:lnTo>
                <a:lnTo>
                  <a:pt x="213165" y="32210"/>
                </a:lnTo>
                <a:lnTo>
                  <a:pt x="212612" y="32283"/>
                </a:lnTo>
                <a:lnTo>
                  <a:pt x="212062" y="32365"/>
                </a:lnTo>
                <a:lnTo>
                  <a:pt x="211514" y="32458"/>
                </a:lnTo>
                <a:lnTo>
                  <a:pt x="210968" y="32560"/>
                </a:lnTo>
                <a:lnTo>
                  <a:pt x="210425" y="32672"/>
                </a:lnTo>
                <a:lnTo>
                  <a:pt x="209885" y="32793"/>
                </a:lnTo>
                <a:lnTo>
                  <a:pt x="209347" y="32924"/>
                </a:lnTo>
                <a:lnTo>
                  <a:pt x="208811" y="33065"/>
                </a:lnTo>
                <a:lnTo>
                  <a:pt x="208278" y="33216"/>
                </a:lnTo>
                <a:lnTo>
                  <a:pt x="207747" y="33376"/>
                </a:lnTo>
                <a:lnTo>
                  <a:pt x="207219" y="33546"/>
                </a:lnTo>
                <a:lnTo>
                  <a:pt x="206693" y="33726"/>
                </a:lnTo>
                <a:lnTo>
                  <a:pt x="206169" y="33916"/>
                </a:lnTo>
                <a:lnTo>
                  <a:pt x="205648" y="34115"/>
                </a:lnTo>
                <a:lnTo>
                  <a:pt x="205129" y="34324"/>
                </a:lnTo>
                <a:lnTo>
                  <a:pt x="204613" y="34543"/>
                </a:lnTo>
                <a:lnTo>
                  <a:pt x="204099" y="34771"/>
                </a:lnTo>
                <a:lnTo>
                  <a:pt x="203589" y="35009"/>
                </a:lnTo>
                <a:lnTo>
                  <a:pt x="203084" y="35255"/>
                </a:lnTo>
                <a:lnTo>
                  <a:pt x="202583" y="35511"/>
                </a:lnTo>
                <a:lnTo>
                  <a:pt x="202088" y="35775"/>
                </a:lnTo>
                <a:lnTo>
                  <a:pt x="201597" y="36048"/>
                </a:lnTo>
                <a:lnTo>
                  <a:pt x="201111" y="36330"/>
                </a:lnTo>
                <a:lnTo>
                  <a:pt x="200630" y="36620"/>
                </a:lnTo>
                <a:lnTo>
                  <a:pt x="200154" y="36920"/>
                </a:lnTo>
                <a:lnTo>
                  <a:pt x="199683" y="37228"/>
                </a:lnTo>
                <a:lnTo>
                  <a:pt x="199216" y="37545"/>
                </a:lnTo>
                <a:lnTo>
                  <a:pt x="198755" y="37871"/>
                </a:lnTo>
                <a:lnTo>
                  <a:pt x="198298" y="38206"/>
                </a:lnTo>
                <a:lnTo>
                  <a:pt x="197846" y="38549"/>
                </a:lnTo>
                <a:lnTo>
                  <a:pt x="197399" y="38902"/>
                </a:lnTo>
                <a:lnTo>
                  <a:pt x="196957" y="39263"/>
                </a:lnTo>
                <a:lnTo>
                  <a:pt x="196520" y="39633"/>
                </a:lnTo>
                <a:lnTo>
                  <a:pt x="196087" y="40012"/>
                </a:lnTo>
                <a:lnTo>
                  <a:pt x="195660" y="40400"/>
                </a:lnTo>
                <a:lnTo>
                  <a:pt x="195237" y="40796"/>
                </a:lnTo>
                <a:lnTo>
                  <a:pt x="194819" y="41202"/>
                </a:lnTo>
                <a:lnTo>
                  <a:pt x="194406" y="41616"/>
                </a:lnTo>
                <a:lnTo>
                  <a:pt x="193998" y="42039"/>
                </a:lnTo>
                <a:lnTo>
                  <a:pt x="193595" y="42471"/>
                </a:lnTo>
                <a:lnTo>
                  <a:pt x="193196" y="42911"/>
                </a:lnTo>
                <a:lnTo>
                  <a:pt x="192804" y="43360"/>
                </a:lnTo>
                <a:lnTo>
                  <a:pt x="192418" y="43816"/>
                </a:lnTo>
                <a:lnTo>
                  <a:pt x="192040" y="44279"/>
                </a:lnTo>
                <a:lnTo>
                  <a:pt x="191668" y="44750"/>
                </a:lnTo>
                <a:lnTo>
                  <a:pt x="191303" y="45228"/>
                </a:lnTo>
                <a:lnTo>
                  <a:pt x="190945" y="45713"/>
                </a:lnTo>
                <a:lnTo>
                  <a:pt x="190594" y="46206"/>
                </a:lnTo>
                <a:lnTo>
                  <a:pt x="190250" y="46705"/>
                </a:lnTo>
                <a:lnTo>
                  <a:pt x="189912" y="47212"/>
                </a:lnTo>
                <a:lnTo>
                  <a:pt x="189582" y="47727"/>
                </a:lnTo>
                <a:lnTo>
                  <a:pt x="189259" y="48248"/>
                </a:lnTo>
                <a:lnTo>
                  <a:pt x="188942" y="48777"/>
                </a:lnTo>
                <a:lnTo>
                  <a:pt x="188632" y="49313"/>
                </a:lnTo>
                <a:lnTo>
                  <a:pt x="188330" y="49857"/>
                </a:lnTo>
                <a:lnTo>
                  <a:pt x="188034" y="50408"/>
                </a:lnTo>
                <a:lnTo>
                  <a:pt x="187745" y="50966"/>
                </a:lnTo>
                <a:lnTo>
                  <a:pt x="187463" y="51531"/>
                </a:lnTo>
                <a:lnTo>
                  <a:pt x="187188" y="52104"/>
                </a:lnTo>
                <a:lnTo>
                  <a:pt x="186920" y="52684"/>
                </a:lnTo>
                <a:lnTo>
                  <a:pt x="186658" y="53271"/>
                </a:lnTo>
                <a:lnTo>
                  <a:pt x="186404" y="53865"/>
                </a:lnTo>
                <a:lnTo>
                  <a:pt x="186157" y="54467"/>
                </a:lnTo>
                <a:lnTo>
                  <a:pt x="185916" y="55076"/>
                </a:lnTo>
                <a:lnTo>
                  <a:pt x="185682" y="55693"/>
                </a:lnTo>
                <a:lnTo>
                  <a:pt x="185457" y="56316"/>
                </a:lnTo>
                <a:lnTo>
                  <a:pt x="185241" y="56945"/>
                </a:lnTo>
                <a:lnTo>
                  <a:pt x="185035" y="57580"/>
                </a:lnTo>
                <a:lnTo>
                  <a:pt x="184838" y="58222"/>
                </a:lnTo>
                <a:lnTo>
                  <a:pt x="184651" y="58870"/>
                </a:lnTo>
                <a:lnTo>
                  <a:pt x="184474" y="59523"/>
                </a:lnTo>
                <a:lnTo>
                  <a:pt x="184306" y="60183"/>
                </a:lnTo>
                <a:lnTo>
                  <a:pt x="184148" y="60849"/>
                </a:lnTo>
                <a:lnTo>
                  <a:pt x="183999" y="61522"/>
                </a:lnTo>
                <a:lnTo>
                  <a:pt x="183860" y="62200"/>
                </a:lnTo>
                <a:lnTo>
                  <a:pt x="183730" y="62885"/>
                </a:lnTo>
                <a:lnTo>
                  <a:pt x="183610" y="63575"/>
                </a:lnTo>
                <a:lnTo>
                  <a:pt x="183500" y="64272"/>
                </a:lnTo>
                <a:lnTo>
                  <a:pt x="183399" y="64975"/>
                </a:lnTo>
                <a:lnTo>
                  <a:pt x="183308" y="65684"/>
                </a:lnTo>
                <a:lnTo>
                  <a:pt x="183227" y="66399"/>
                </a:lnTo>
                <a:lnTo>
                  <a:pt x="183155" y="67120"/>
                </a:lnTo>
                <a:lnTo>
                  <a:pt x="183092" y="67848"/>
                </a:lnTo>
                <a:lnTo>
                  <a:pt x="183040" y="68582"/>
                </a:lnTo>
                <a:lnTo>
                  <a:pt x="182996" y="69321"/>
                </a:lnTo>
                <a:lnTo>
                  <a:pt x="182963" y="70067"/>
                </a:lnTo>
                <a:lnTo>
                  <a:pt x="182939" y="70819"/>
                </a:lnTo>
                <a:lnTo>
                  <a:pt x="182925" y="71577"/>
                </a:lnTo>
                <a:lnTo>
                  <a:pt x="182920" y="72342"/>
                </a:lnTo>
                <a:lnTo>
                  <a:pt x="182920" y="75509"/>
                </a:lnTo>
                <a:lnTo>
                  <a:pt x="182924" y="76219"/>
                </a:lnTo>
                <a:lnTo>
                  <a:pt x="182938" y="76924"/>
                </a:lnTo>
                <a:lnTo>
                  <a:pt x="182961" y="77624"/>
                </a:lnTo>
                <a:lnTo>
                  <a:pt x="182993" y="78320"/>
                </a:lnTo>
                <a:lnTo>
                  <a:pt x="183035" y="79011"/>
                </a:lnTo>
                <a:lnTo>
                  <a:pt x="183085" y="79697"/>
                </a:lnTo>
                <a:lnTo>
                  <a:pt x="183145" y="80378"/>
                </a:lnTo>
                <a:lnTo>
                  <a:pt x="183214" y="81055"/>
                </a:lnTo>
                <a:lnTo>
                  <a:pt x="183293" y="81727"/>
                </a:lnTo>
                <a:lnTo>
                  <a:pt x="183380" y="82394"/>
                </a:lnTo>
                <a:lnTo>
                  <a:pt x="183477" y="83056"/>
                </a:lnTo>
                <a:lnTo>
                  <a:pt x="183583" y="83714"/>
                </a:lnTo>
                <a:lnTo>
                  <a:pt x="183698" y="84367"/>
                </a:lnTo>
                <a:lnTo>
                  <a:pt x="183822" y="85015"/>
                </a:lnTo>
                <a:lnTo>
                  <a:pt x="183956" y="85659"/>
                </a:lnTo>
                <a:lnTo>
                  <a:pt x="184098" y="86298"/>
                </a:lnTo>
                <a:lnTo>
                  <a:pt x="184250" y="86932"/>
                </a:lnTo>
                <a:lnTo>
                  <a:pt x="184411" y="87561"/>
                </a:lnTo>
                <a:lnTo>
                  <a:pt x="184582" y="88185"/>
                </a:lnTo>
                <a:lnTo>
                  <a:pt x="184761" y="88805"/>
                </a:lnTo>
                <a:lnTo>
                  <a:pt x="184950" y="89420"/>
                </a:lnTo>
                <a:lnTo>
                  <a:pt x="185148" y="90031"/>
                </a:lnTo>
                <a:lnTo>
                  <a:pt x="185355" y="90636"/>
                </a:lnTo>
                <a:lnTo>
                  <a:pt x="185572" y="91237"/>
                </a:lnTo>
                <a:lnTo>
                  <a:pt x="185796" y="91833"/>
                </a:lnTo>
                <a:lnTo>
                  <a:pt x="186029" y="92421"/>
                </a:lnTo>
                <a:lnTo>
                  <a:pt x="186268" y="93003"/>
                </a:lnTo>
                <a:lnTo>
                  <a:pt x="186515" y="93577"/>
                </a:lnTo>
                <a:lnTo>
                  <a:pt x="186770" y="94145"/>
                </a:lnTo>
                <a:lnTo>
                  <a:pt x="187031" y="94707"/>
                </a:lnTo>
                <a:lnTo>
                  <a:pt x="187301" y="95261"/>
                </a:lnTo>
                <a:lnTo>
                  <a:pt x="187577" y="95809"/>
                </a:lnTo>
                <a:lnTo>
                  <a:pt x="187861" y="96350"/>
                </a:lnTo>
                <a:lnTo>
                  <a:pt x="188153" y="96884"/>
                </a:lnTo>
                <a:lnTo>
                  <a:pt x="188452" y="97411"/>
                </a:lnTo>
                <a:lnTo>
                  <a:pt x="188758" y="97932"/>
                </a:lnTo>
                <a:lnTo>
                  <a:pt x="189072" y="98446"/>
                </a:lnTo>
                <a:lnTo>
                  <a:pt x="189393" y="98953"/>
                </a:lnTo>
                <a:lnTo>
                  <a:pt x="189721" y="99453"/>
                </a:lnTo>
                <a:lnTo>
                  <a:pt x="190057" y="99947"/>
                </a:lnTo>
                <a:lnTo>
                  <a:pt x="190401" y="100433"/>
                </a:lnTo>
                <a:lnTo>
                  <a:pt x="190752" y="100913"/>
                </a:lnTo>
                <a:lnTo>
                  <a:pt x="191110" y="101386"/>
                </a:lnTo>
                <a:lnTo>
                  <a:pt x="191475" y="101853"/>
                </a:lnTo>
                <a:lnTo>
                  <a:pt x="191848" y="102312"/>
                </a:lnTo>
                <a:lnTo>
                  <a:pt x="192229" y="102765"/>
                </a:lnTo>
                <a:lnTo>
                  <a:pt x="192617" y="103211"/>
                </a:lnTo>
                <a:lnTo>
                  <a:pt x="193012" y="103650"/>
                </a:lnTo>
                <a:lnTo>
                  <a:pt x="193414" y="104082"/>
                </a:lnTo>
                <a:lnTo>
                  <a:pt x="193823" y="104506"/>
                </a:lnTo>
                <a:lnTo>
                  <a:pt x="194237" y="104921"/>
                </a:lnTo>
                <a:lnTo>
                  <a:pt x="194657" y="105328"/>
                </a:lnTo>
                <a:lnTo>
                  <a:pt x="195084" y="105727"/>
                </a:lnTo>
                <a:lnTo>
                  <a:pt x="195517" y="106118"/>
                </a:lnTo>
                <a:lnTo>
                  <a:pt x="195956" y="106501"/>
                </a:lnTo>
                <a:lnTo>
                  <a:pt x="196401" y="106875"/>
                </a:lnTo>
                <a:lnTo>
                  <a:pt x="196852" y="107242"/>
                </a:lnTo>
                <a:lnTo>
                  <a:pt x="197309" y="107600"/>
                </a:lnTo>
                <a:lnTo>
                  <a:pt x="197773" y="107950"/>
                </a:lnTo>
                <a:lnTo>
                  <a:pt x="198243" y="108291"/>
                </a:lnTo>
                <a:lnTo>
                  <a:pt x="198718" y="108625"/>
                </a:lnTo>
                <a:lnTo>
                  <a:pt x="199200" y="108950"/>
                </a:lnTo>
                <a:lnTo>
                  <a:pt x="199688" y="109268"/>
                </a:lnTo>
                <a:lnTo>
                  <a:pt x="200183" y="109577"/>
                </a:lnTo>
                <a:lnTo>
                  <a:pt x="200683" y="109877"/>
                </a:lnTo>
                <a:lnTo>
                  <a:pt x="201189" y="110170"/>
                </a:lnTo>
                <a:lnTo>
                  <a:pt x="201702" y="110454"/>
                </a:lnTo>
                <a:lnTo>
                  <a:pt x="202221" y="110731"/>
                </a:lnTo>
                <a:lnTo>
                  <a:pt x="202746" y="110999"/>
                </a:lnTo>
                <a:lnTo>
                  <a:pt x="203277" y="111259"/>
                </a:lnTo>
                <a:lnTo>
                  <a:pt x="203814" y="111510"/>
                </a:lnTo>
                <a:lnTo>
                  <a:pt x="204357" y="111754"/>
                </a:lnTo>
                <a:lnTo>
                  <a:pt x="204906" y="111988"/>
                </a:lnTo>
                <a:lnTo>
                  <a:pt x="205458" y="112213"/>
                </a:lnTo>
                <a:lnTo>
                  <a:pt x="206016" y="112427"/>
                </a:lnTo>
                <a:lnTo>
                  <a:pt x="206577" y="112632"/>
                </a:lnTo>
                <a:lnTo>
                  <a:pt x="207143" y="112826"/>
                </a:lnTo>
                <a:lnTo>
                  <a:pt x="207714" y="113011"/>
                </a:lnTo>
                <a:lnTo>
                  <a:pt x="208288" y="113185"/>
                </a:lnTo>
                <a:lnTo>
                  <a:pt x="208867" y="113350"/>
                </a:lnTo>
                <a:lnTo>
                  <a:pt x="209450" y="113505"/>
                </a:lnTo>
                <a:lnTo>
                  <a:pt x="210038" y="113649"/>
                </a:lnTo>
                <a:lnTo>
                  <a:pt x="210630" y="113784"/>
                </a:lnTo>
                <a:lnTo>
                  <a:pt x="211227" y="113909"/>
                </a:lnTo>
                <a:lnTo>
                  <a:pt x="211827" y="114023"/>
                </a:lnTo>
                <a:lnTo>
                  <a:pt x="212432" y="114128"/>
                </a:lnTo>
                <a:lnTo>
                  <a:pt x="213042" y="114223"/>
                </a:lnTo>
                <a:lnTo>
                  <a:pt x="213656" y="114308"/>
                </a:lnTo>
                <a:lnTo>
                  <a:pt x="214274" y="114382"/>
                </a:lnTo>
                <a:lnTo>
                  <a:pt x="214896" y="114447"/>
                </a:lnTo>
                <a:lnTo>
                  <a:pt x="215523" y="114502"/>
                </a:lnTo>
                <a:lnTo>
                  <a:pt x="216154" y="114547"/>
                </a:lnTo>
                <a:lnTo>
                  <a:pt x="216790" y="114582"/>
                </a:lnTo>
                <a:lnTo>
                  <a:pt x="217429" y="114607"/>
                </a:lnTo>
                <a:lnTo>
                  <a:pt x="218074" y="114622"/>
                </a:lnTo>
                <a:lnTo>
                  <a:pt x="218722" y="114627"/>
                </a:lnTo>
                <a:lnTo>
                  <a:pt x="219315" y="114623"/>
                </a:lnTo>
                <a:lnTo>
                  <a:pt x="219901" y="114613"/>
                </a:lnTo>
                <a:lnTo>
                  <a:pt x="220481" y="114596"/>
                </a:lnTo>
                <a:lnTo>
                  <a:pt x="221055" y="114573"/>
                </a:lnTo>
                <a:lnTo>
                  <a:pt x="221623" y="114542"/>
                </a:lnTo>
                <a:lnTo>
                  <a:pt x="222185" y="114505"/>
                </a:lnTo>
                <a:lnTo>
                  <a:pt x="222740" y="114461"/>
                </a:lnTo>
                <a:lnTo>
                  <a:pt x="223290" y="114410"/>
                </a:lnTo>
                <a:lnTo>
                  <a:pt x="223833" y="114352"/>
                </a:lnTo>
                <a:lnTo>
                  <a:pt x="224370" y="114288"/>
                </a:lnTo>
                <a:lnTo>
                  <a:pt x="224901" y="114217"/>
                </a:lnTo>
                <a:lnTo>
                  <a:pt x="225426" y="114139"/>
                </a:lnTo>
                <a:lnTo>
                  <a:pt x="225945" y="114054"/>
                </a:lnTo>
                <a:lnTo>
                  <a:pt x="226457" y="113963"/>
                </a:lnTo>
                <a:lnTo>
                  <a:pt x="226964" y="113864"/>
                </a:lnTo>
                <a:lnTo>
                  <a:pt x="227464" y="113759"/>
                </a:lnTo>
                <a:lnTo>
                  <a:pt x="227958" y="113647"/>
                </a:lnTo>
                <a:lnTo>
                  <a:pt x="228446" y="113529"/>
                </a:lnTo>
                <a:lnTo>
                  <a:pt x="228928" y="113403"/>
                </a:lnTo>
                <a:lnTo>
                  <a:pt x="229404" y="113271"/>
                </a:lnTo>
                <a:lnTo>
                  <a:pt x="229874" y="113132"/>
                </a:lnTo>
                <a:lnTo>
                  <a:pt x="230337" y="112986"/>
                </a:lnTo>
                <a:lnTo>
                  <a:pt x="230794" y="112834"/>
                </a:lnTo>
                <a:lnTo>
                  <a:pt x="231246" y="112675"/>
                </a:lnTo>
                <a:lnTo>
                  <a:pt x="231691" y="112510"/>
                </a:lnTo>
                <a:lnTo>
                  <a:pt x="232131" y="112341"/>
                </a:lnTo>
                <a:lnTo>
                  <a:pt x="232566" y="112167"/>
                </a:lnTo>
                <a:lnTo>
                  <a:pt x="232995" y="111989"/>
                </a:lnTo>
                <a:lnTo>
                  <a:pt x="233419" y="111807"/>
                </a:lnTo>
                <a:lnTo>
                  <a:pt x="233838" y="111620"/>
                </a:lnTo>
                <a:lnTo>
                  <a:pt x="234251" y="111429"/>
                </a:lnTo>
                <a:lnTo>
                  <a:pt x="234659" y="111234"/>
                </a:lnTo>
                <a:lnTo>
                  <a:pt x="235061" y="111034"/>
                </a:lnTo>
                <a:lnTo>
                  <a:pt x="235459" y="110830"/>
                </a:lnTo>
                <a:lnTo>
                  <a:pt x="235850" y="110622"/>
                </a:lnTo>
                <a:lnTo>
                  <a:pt x="236237" y="110409"/>
                </a:lnTo>
                <a:lnTo>
                  <a:pt x="236618" y="110192"/>
                </a:lnTo>
                <a:lnTo>
                  <a:pt x="236993" y="109971"/>
                </a:lnTo>
                <a:lnTo>
                  <a:pt x="237364" y="109745"/>
                </a:lnTo>
                <a:lnTo>
                  <a:pt x="237728" y="109515"/>
                </a:lnTo>
                <a:lnTo>
                  <a:pt x="238088" y="109281"/>
                </a:lnTo>
                <a:lnTo>
                  <a:pt x="238442" y="109042"/>
                </a:lnTo>
                <a:lnTo>
                  <a:pt x="238791" y="108799"/>
                </a:lnTo>
                <a:lnTo>
                  <a:pt x="239134" y="108551"/>
                </a:lnTo>
                <a:lnTo>
                  <a:pt x="239472" y="108300"/>
                </a:lnTo>
                <a:lnTo>
                  <a:pt x="239805" y="108043"/>
                </a:lnTo>
                <a:lnTo>
                  <a:pt x="240132" y="107783"/>
                </a:lnTo>
                <a:lnTo>
                  <a:pt x="240454" y="107518"/>
                </a:lnTo>
                <a:lnTo>
                  <a:pt x="240771" y="107250"/>
                </a:lnTo>
                <a:lnTo>
                  <a:pt x="241084" y="106980"/>
                </a:lnTo>
                <a:lnTo>
                  <a:pt x="241393" y="106707"/>
                </a:lnTo>
                <a:lnTo>
                  <a:pt x="241698" y="106432"/>
                </a:lnTo>
                <a:lnTo>
                  <a:pt x="241999" y="106156"/>
                </a:lnTo>
                <a:lnTo>
                  <a:pt x="242296" y="105877"/>
                </a:lnTo>
                <a:lnTo>
                  <a:pt x="242588" y="105595"/>
                </a:lnTo>
                <a:lnTo>
                  <a:pt x="242877" y="105312"/>
                </a:lnTo>
                <a:lnTo>
                  <a:pt x="243161" y="105026"/>
                </a:lnTo>
                <a:lnTo>
                  <a:pt x="243442" y="104739"/>
                </a:lnTo>
                <a:lnTo>
                  <a:pt x="243718" y="104449"/>
                </a:lnTo>
                <a:lnTo>
                  <a:pt x="243990" y="104157"/>
                </a:lnTo>
                <a:lnTo>
                  <a:pt x="244258" y="103863"/>
                </a:lnTo>
                <a:lnTo>
                  <a:pt x="244522" y="103566"/>
                </a:lnTo>
                <a:lnTo>
                  <a:pt x="244782" y="103268"/>
                </a:lnTo>
                <a:lnTo>
                  <a:pt x="245038" y="102967"/>
                </a:lnTo>
                <a:lnTo>
                  <a:pt x="245290" y="102664"/>
                </a:lnTo>
                <a:lnTo>
                  <a:pt x="245537" y="102359"/>
                </a:lnTo>
                <a:lnTo>
                  <a:pt x="245781" y="102052"/>
                </a:lnTo>
                <a:lnTo>
                  <a:pt x="246020" y="101742"/>
                </a:lnTo>
                <a:lnTo>
                  <a:pt x="246256" y="101431"/>
                </a:lnTo>
                <a:lnTo>
                  <a:pt x="246487" y="101117"/>
                </a:lnTo>
                <a:lnTo>
                  <a:pt x="246714" y="100801"/>
                </a:lnTo>
                <a:lnTo>
                  <a:pt x="246937" y="100483"/>
                </a:lnTo>
                <a:lnTo>
                  <a:pt x="241412" y="96210"/>
                </a:lnTo>
                <a:lnTo>
                  <a:pt x="241048" y="96677"/>
                </a:lnTo>
                <a:lnTo>
                  <a:pt x="240680" y="97134"/>
                </a:lnTo>
                <a:lnTo>
                  <a:pt x="240307" y="97580"/>
                </a:lnTo>
                <a:lnTo>
                  <a:pt x="239931" y="98016"/>
                </a:lnTo>
                <a:lnTo>
                  <a:pt x="239551" y="98441"/>
                </a:lnTo>
                <a:lnTo>
                  <a:pt x="239167" y="98855"/>
                </a:lnTo>
                <a:lnTo>
                  <a:pt x="238779" y="99259"/>
                </a:lnTo>
                <a:lnTo>
                  <a:pt x="238387" y="99652"/>
                </a:lnTo>
                <a:lnTo>
                  <a:pt x="237991" y="100034"/>
                </a:lnTo>
                <a:lnTo>
                  <a:pt x="237592" y="100406"/>
                </a:lnTo>
                <a:lnTo>
                  <a:pt x="237188" y="100767"/>
                </a:lnTo>
                <a:lnTo>
                  <a:pt x="236780" y="101118"/>
                </a:lnTo>
                <a:lnTo>
                  <a:pt x="236368" y="101458"/>
                </a:lnTo>
                <a:lnTo>
                  <a:pt x="235953" y="101787"/>
                </a:lnTo>
                <a:lnTo>
                  <a:pt x="235533" y="102106"/>
                </a:lnTo>
                <a:lnTo>
                  <a:pt x="235109" y="102414"/>
                </a:lnTo>
                <a:lnTo>
                  <a:pt x="234682" y="102712"/>
                </a:lnTo>
                <a:lnTo>
                  <a:pt x="234250" y="102999"/>
                </a:lnTo>
                <a:lnTo>
                  <a:pt x="233814" y="103275"/>
                </a:lnTo>
                <a:lnTo>
                  <a:pt x="233375" y="103541"/>
                </a:lnTo>
                <a:lnTo>
                  <a:pt x="232931" y="103796"/>
                </a:lnTo>
                <a:lnTo>
                  <a:pt x="232484" y="104040"/>
                </a:lnTo>
                <a:lnTo>
                  <a:pt x="232033" y="104274"/>
                </a:lnTo>
                <a:lnTo>
                  <a:pt x="231577" y="104498"/>
                </a:lnTo>
                <a:lnTo>
                  <a:pt x="231117" y="104711"/>
                </a:lnTo>
                <a:lnTo>
                  <a:pt x="230652" y="104915"/>
                </a:lnTo>
                <a:lnTo>
                  <a:pt x="230182" y="105111"/>
                </a:lnTo>
                <a:lnTo>
                  <a:pt x="229706" y="105297"/>
                </a:lnTo>
                <a:lnTo>
                  <a:pt x="229225" y="105474"/>
                </a:lnTo>
                <a:lnTo>
                  <a:pt x="228739" y="105642"/>
                </a:lnTo>
                <a:lnTo>
                  <a:pt x="228247" y="105801"/>
                </a:lnTo>
                <a:lnTo>
                  <a:pt x="227751" y="105950"/>
                </a:lnTo>
                <a:lnTo>
                  <a:pt x="227249" y="106091"/>
                </a:lnTo>
                <a:lnTo>
                  <a:pt x="226742" y="106223"/>
                </a:lnTo>
                <a:lnTo>
                  <a:pt x="226229" y="106345"/>
                </a:lnTo>
                <a:lnTo>
                  <a:pt x="225711" y="106459"/>
                </a:lnTo>
                <a:lnTo>
                  <a:pt x="225189" y="106563"/>
                </a:lnTo>
                <a:lnTo>
                  <a:pt x="224660" y="106659"/>
                </a:lnTo>
                <a:lnTo>
                  <a:pt x="224127" y="106745"/>
                </a:lnTo>
                <a:lnTo>
                  <a:pt x="223588" y="106822"/>
                </a:lnTo>
                <a:lnTo>
                  <a:pt x="223044" y="106890"/>
                </a:lnTo>
                <a:lnTo>
                  <a:pt x="222495" y="106949"/>
                </a:lnTo>
                <a:lnTo>
                  <a:pt x="221941" y="106999"/>
                </a:lnTo>
                <a:lnTo>
                  <a:pt x="221381" y="107040"/>
                </a:lnTo>
                <a:lnTo>
                  <a:pt x="220817" y="107072"/>
                </a:lnTo>
                <a:lnTo>
                  <a:pt x="220246" y="107095"/>
                </a:lnTo>
                <a:lnTo>
                  <a:pt x="219671" y="107108"/>
                </a:lnTo>
                <a:lnTo>
                  <a:pt x="219091" y="107113"/>
                </a:lnTo>
                <a:lnTo>
                  <a:pt x="218583" y="107108"/>
                </a:lnTo>
                <a:lnTo>
                  <a:pt x="218079" y="107096"/>
                </a:lnTo>
                <a:lnTo>
                  <a:pt x="217579" y="107074"/>
                </a:lnTo>
                <a:lnTo>
                  <a:pt x="217083" y="107044"/>
                </a:lnTo>
                <a:lnTo>
                  <a:pt x="216591" y="107006"/>
                </a:lnTo>
                <a:lnTo>
                  <a:pt x="216102" y="106959"/>
                </a:lnTo>
                <a:lnTo>
                  <a:pt x="215618" y="106903"/>
                </a:lnTo>
                <a:lnTo>
                  <a:pt x="215137" y="106839"/>
                </a:lnTo>
                <a:lnTo>
                  <a:pt x="214660" y="106766"/>
                </a:lnTo>
                <a:lnTo>
                  <a:pt x="214187" y="106684"/>
                </a:lnTo>
                <a:lnTo>
                  <a:pt x="213718" y="106594"/>
                </a:lnTo>
                <a:lnTo>
                  <a:pt x="213252" y="106496"/>
                </a:lnTo>
                <a:lnTo>
                  <a:pt x="212791" y="106389"/>
                </a:lnTo>
                <a:lnTo>
                  <a:pt x="212333" y="106273"/>
                </a:lnTo>
                <a:lnTo>
                  <a:pt x="211879" y="106149"/>
                </a:lnTo>
                <a:lnTo>
                  <a:pt x="211429" y="106016"/>
                </a:lnTo>
                <a:lnTo>
                  <a:pt x="210983" y="105875"/>
                </a:lnTo>
                <a:lnTo>
                  <a:pt x="210540" y="105725"/>
                </a:lnTo>
                <a:lnTo>
                  <a:pt x="210102" y="105566"/>
                </a:lnTo>
                <a:lnTo>
                  <a:pt x="209667" y="105399"/>
                </a:lnTo>
                <a:lnTo>
                  <a:pt x="209236" y="105223"/>
                </a:lnTo>
                <a:lnTo>
                  <a:pt x="208809" y="105039"/>
                </a:lnTo>
                <a:lnTo>
                  <a:pt x="208386" y="104846"/>
                </a:lnTo>
                <a:lnTo>
                  <a:pt x="207967" y="104645"/>
                </a:lnTo>
                <a:lnTo>
                  <a:pt x="207552" y="104436"/>
                </a:lnTo>
                <a:lnTo>
                  <a:pt x="207142" y="104221"/>
                </a:lnTo>
                <a:lnTo>
                  <a:pt x="206736" y="103999"/>
                </a:lnTo>
                <a:lnTo>
                  <a:pt x="206336" y="103771"/>
                </a:lnTo>
                <a:lnTo>
                  <a:pt x="205940" y="103537"/>
                </a:lnTo>
                <a:lnTo>
                  <a:pt x="205550" y="103296"/>
                </a:lnTo>
                <a:lnTo>
                  <a:pt x="205164" y="103049"/>
                </a:lnTo>
                <a:lnTo>
                  <a:pt x="204783" y="102795"/>
                </a:lnTo>
                <a:lnTo>
                  <a:pt x="204407" y="102535"/>
                </a:lnTo>
                <a:lnTo>
                  <a:pt x="204035" y="102269"/>
                </a:lnTo>
                <a:lnTo>
                  <a:pt x="203669" y="101996"/>
                </a:lnTo>
                <a:lnTo>
                  <a:pt x="203307" y="101717"/>
                </a:lnTo>
                <a:lnTo>
                  <a:pt x="202951" y="101431"/>
                </a:lnTo>
                <a:lnTo>
                  <a:pt x="202599" y="101139"/>
                </a:lnTo>
                <a:lnTo>
                  <a:pt x="202252" y="100841"/>
                </a:lnTo>
                <a:lnTo>
                  <a:pt x="201910" y="100536"/>
                </a:lnTo>
                <a:lnTo>
                  <a:pt x="201572" y="100225"/>
                </a:lnTo>
                <a:lnTo>
                  <a:pt x="201240" y="99907"/>
                </a:lnTo>
                <a:lnTo>
                  <a:pt x="200912" y="99583"/>
                </a:lnTo>
                <a:lnTo>
                  <a:pt x="200590" y="99253"/>
                </a:lnTo>
                <a:lnTo>
                  <a:pt x="200272" y="98916"/>
                </a:lnTo>
                <a:lnTo>
                  <a:pt x="199959" y="98573"/>
                </a:lnTo>
                <a:lnTo>
                  <a:pt x="199651" y="98223"/>
                </a:lnTo>
                <a:lnTo>
                  <a:pt x="199348" y="97867"/>
                </a:lnTo>
                <a:lnTo>
                  <a:pt x="199050" y="97506"/>
                </a:lnTo>
                <a:lnTo>
                  <a:pt x="198757" y="97139"/>
                </a:lnTo>
                <a:lnTo>
                  <a:pt x="198471" y="96768"/>
                </a:lnTo>
                <a:lnTo>
                  <a:pt x="198189" y="96391"/>
                </a:lnTo>
                <a:lnTo>
                  <a:pt x="197914" y="96009"/>
                </a:lnTo>
                <a:lnTo>
                  <a:pt x="197644" y="95623"/>
                </a:lnTo>
                <a:lnTo>
                  <a:pt x="197380" y="95231"/>
                </a:lnTo>
                <a:lnTo>
                  <a:pt x="197121" y="94835"/>
                </a:lnTo>
                <a:lnTo>
                  <a:pt x="196868" y="94433"/>
                </a:lnTo>
                <a:lnTo>
                  <a:pt x="196621" y="94027"/>
                </a:lnTo>
                <a:lnTo>
                  <a:pt x="196379" y="93615"/>
                </a:lnTo>
                <a:lnTo>
                  <a:pt x="196143" y="93199"/>
                </a:lnTo>
                <a:lnTo>
                  <a:pt x="195913" y="92777"/>
                </a:lnTo>
                <a:lnTo>
                  <a:pt x="195688" y="92351"/>
                </a:lnTo>
                <a:lnTo>
                  <a:pt x="195469" y="91919"/>
                </a:lnTo>
                <a:lnTo>
                  <a:pt x="195255" y="91483"/>
                </a:lnTo>
                <a:lnTo>
                  <a:pt x="195047" y="91042"/>
                </a:lnTo>
                <a:lnTo>
                  <a:pt x="194845" y="90595"/>
                </a:lnTo>
                <a:lnTo>
                  <a:pt x="194648" y="90144"/>
                </a:lnTo>
                <a:lnTo>
                  <a:pt x="194457" y="89687"/>
                </a:lnTo>
                <a:lnTo>
                  <a:pt x="194271" y="89226"/>
                </a:lnTo>
                <a:lnTo>
                  <a:pt x="194092" y="88760"/>
                </a:lnTo>
                <a:lnTo>
                  <a:pt x="193917" y="88288"/>
                </a:lnTo>
                <a:lnTo>
                  <a:pt x="193749" y="87812"/>
                </a:lnTo>
                <a:lnTo>
                  <a:pt x="193587" y="87332"/>
                </a:lnTo>
                <a:lnTo>
                  <a:pt x="193431" y="86849"/>
                </a:lnTo>
                <a:lnTo>
                  <a:pt x="193283" y="86363"/>
                </a:lnTo>
                <a:lnTo>
                  <a:pt x="193141" y="85874"/>
                </a:lnTo>
                <a:lnTo>
                  <a:pt x="193006" y="85382"/>
                </a:lnTo>
                <a:lnTo>
                  <a:pt x="192879" y="84888"/>
                </a:lnTo>
                <a:lnTo>
                  <a:pt x="192758" y="84391"/>
                </a:lnTo>
                <a:lnTo>
                  <a:pt x="192644" y="83891"/>
                </a:lnTo>
                <a:lnTo>
                  <a:pt x="192537" y="83388"/>
                </a:lnTo>
                <a:lnTo>
                  <a:pt x="192437" y="82883"/>
                </a:lnTo>
                <a:lnTo>
                  <a:pt x="192343" y="82374"/>
                </a:lnTo>
                <a:lnTo>
                  <a:pt x="192257" y="81863"/>
                </a:lnTo>
                <a:lnTo>
                  <a:pt x="192178" y="81349"/>
                </a:lnTo>
                <a:lnTo>
                  <a:pt x="192105" y="80832"/>
                </a:lnTo>
                <a:lnTo>
                  <a:pt x="192040" y="80313"/>
                </a:lnTo>
                <a:lnTo>
                  <a:pt x="191981" y="79790"/>
                </a:lnTo>
                <a:lnTo>
                  <a:pt x="191929" y="79265"/>
                </a:lnTo>
                <a:lnTo>
                  <a:pt x="191884" y="78737"/>
                </a:lnTo>
                <a:lnTo>
                  <a:pt x="191846" y="78206"/>
                </a:lnTo>
                <a:lnTo>
                  <a:pt x="191815" y="77672"/>
                </a:lnTo>
                <a:lnTo>
                  <a:pt x="191791" y="77136"/>
                </a:lnTo>
                <a:lnTo>
                  <a:pt x="191774" y="76596"/>
                </a:lnTo>
                <a:lnTo>
                  <a:pt x="191763" y="76054"/>
                </a:lnTo>
                <a:lnTo>
                  <a:pt x="191760" y="75509"/>
                </a:lnTo>
                <a:lnTo>
                  <a:pt x="191760" y="73815"/>
                </a:lnTo>
                <a:lnTo>
                  <a:pt x="248631" y="73815"/>
                </a:lnTo>
                <a:lnTo>
                  <a:pt x="248631" y="68446"/>
                </a:lnTo>
                <a:lnTo>
                  <a:pt x="248628" y="67781"/>
                </a:lnTo>
                <a:lnTo>
                  <a:pt x="248617" y="67120"/>
                </a:lnTo>
                <a:lnTo>
                  <a:pt x="248599" y="66464"/>
                </a:lnTo>
                <a:lnTo>
                  <a:pt x="248574" y="65812"/>
                </a:lnTo>
                <a:close/>
                <a:moveTo>
                  <a:pt x="192479" y="63729"/>
                </a:moveTo>
                <a:lnTo>
                  <a:pt x="192578" y="63190"/>
                </a:lnTo>
                <a:lnTo>
                  <a:pt x="192684" y="62657"/>
                </a:lnTo>
                <a:lnTo>
                  <a:pt x="192796" y="62127"/>
                </a:lnTo>
                <a:lnTo>
                  <a:pt x="192914" y="61602"/>
                </a:lnTo>
                <a:lnTo>
                  <a:pt x="193039" y="61082"/>
                </a:lnTo>
                <a:lnTo>
                  <a:pt x="193170" y="60566"/>
                </a:lnTo>
                <a:lnTo>
                  <a:pt x="193307" y="60054"/>
                </a:lnTo>
                <a:lnTo>
                  <a:pt x="193451" y="59547"/>
                </a:lnTo>
                <a:lnTo>
                  <a:pt x="193602" y="59045"/>
                </a:lnTo>
                <a:lnTo>
                  <a:pt x="193758" y="58547"/>
                </a:lnTo>
                <a:lnTo>
                  <a:pt x="193919" y="58055"/>
                </a:lnTo>
                <a:lnTo>
                  <a:pt x="194086" y="57569"/>
                </a:lnTo>
                <a:lnTo>
                  <a:pt x="194257" y="57088"/>
                </a:lnTo>
                <a:lnTo>
                  <a:pt x="194434" y="56613"/>
                </a:lnTo>
                <a:lnTo>
                  <a:pt x="194617" y="56144"/>
                </a:lnTo>
                <a:lnTo>
                  <a:pt x="194804" y="55680"/>
                </a:lnTo>
                <a:lnTo>
                  <a:pt x="194997" y="55222"/>
                </a:lnTo>
                <a:lnTo>
                  <a:pt x="195195" y="54770"/>
                </a:lnTo>
                <a:lnTo>
                  <a:pt x="195398" y="54323"/>
                </a:lnTo>
                <a:lnTo>
                  <a:pt x="195607" y="53881"/>
                </a:lnTo>
                <a:lnTo>
                  <a:pt x="195821" y="53446"/>
                </a:lnTo>
                <a:lnTo>
                  <a:pt x="196040" y="53016"/>
                </a:lnTo>
                <a:lnTo>
                  <a:pt x="196264" y="52592"/>
                </a:lnTo>
                <a:lnTo>
                  <a:pt x="196494" y="52173"/>
                </a:lnTo>
                <a:lnTo>
                  <a:pt x="196728" y="51760"/>
                </a:lnTo>
                <a:lnTo>
                  <a:pt x="196968" y="51352"/>
                </a:lnTo>
                <a:lnTo>
                  <a:pt x="197214" y="50950"/>
                </a:lnTo>
                <a:lnTo>
                  <a:pt x="197464" y="50554"/>
                </a:lnTo>
                <a:lnTo>
                  <a:pt x="197720" y="50164"/>
                </a:lnTo>
                <a:lnTo>
                  <a:pt x="197981" y="49779"/>
                </a:lnTo>
                <a:lnTo>
                  <a:pt x="198247" y="49399"/>
                </a:lnTo>
                <a:lnTo>
                  <a:pt x="198518" y="49026"/>
                </a:lnTo>
                <a:lnTo>
                  <a:pt x="198795" y="48657"/>
                </a:lnTo>
                <a:lnTo>
                  <a:pt x="199077" y="48296"/>
                </a:lnTo>
                <a:lnTo>
                  <a:pt x="199363" y="47941"/>
                </a:lnTo>
                <a:lnTo>
                  <a:pt x="199653" y="47593"/>
                </a:lnTo>
                <a:lnTo>
                  <a:pt x="199948" y="47253"/>
                </a:lnTo>
                <a:lnTo>
                  <a:pt x="200248" y="46919"/>
                </a:lnTo>
                <a:lnTo>
                  <a:pt x="200552" y="46592"/>
                </a:lnTo>
                <a:lnTo>
                  <a:pt x="200860" y="46273"/>
                </a:lnTo>
                <a:lnTo>
                  <a:pt x="201173" y="45960"/>
                </a:lnTo>
                <a:lnTo>
                  <a:pt x="201490" y="45655"/>
                </a:lnTo>
                <a:lnTo>
                  <a:pt x="201812" y="45357"/>
                </a:lnTo>
                <a:lnTo>
                  <a:pt x="202138" y="45065"/>
                </a:lnTo>
                <a:lnTo>
                  <a:pt x="202469" y="44781"/>
                </a:lnTo>
                <a:lnTo>
                  <a:pt x="202805" y="44503"/>
                </a:lnTo>
                <a:lnTo>
                  <a:pt x="203144" y="44233"/>
                </a:lnTo>
                <a:lnTo>
                  <a:pt x="203489" y="43970"/>
                </a:lnTo>
                <a:lnTo>
                  <a:pt x="203837" y="43714"/>
                </a:lnTo>
                <a:lnTo>
                  <a:pt x="204190" y="43464"/>
                </a:lnTo>
                <a:lnTo>
                  <a:pt x="204548" y="43222"/>
                </a:lnTo>
                <a:lnTo>
                  <a:pt x="204910" y="42987"/>
                </a:lnTo>
                <a:lnTo>
                  <a:pt x="205277" y="42759"/>
                </a:lnTo>
                <a:lnTo>
                  <a:pt x="205648" y="42538"/>
                </a:lnTo>
                <a:lnTo>
                  <a:pt x="206023" y="42324"/>
                </a:lnTo>
                <a:lnTo>
                  <a:pt x="206404" y="42117"/>
                </a:lnTo>
                <a:lnTo>
                  <a:pt x="206788" y="41917"/>
                </a:lnTo>
                <a:lnTo>
                  <a:pt x="207177" y="41725"/>
                </a:lnTo>
                <a:lnTo>
                  <a:pt x="207569" y="41540"/>
                </a:lnTo>
                <a:lnTo>
                  <a:pt x="207964" y="41364"/>
                </a:lnTo>
                <a:lnTo>
                  <a:pt x="208364" y="41197"/>
                </a:lnTo>
                <a:lnTo>
                  <a:pt x="208767" y="41037"/>
                </a:lnTo>
                <a:lnTo>
                  <a:pt x="209173" y="40886"/>
                </a:lnTo>
                <a:lnTo>
                  <a:pt x="209583" y="40742"/>
                </a:lnTo>
                <a:lnTo>
                  <a:pt x="209997" y="40607"/>
                </a:lnTo>
                <a:lnTo>
                  <a:pt x="210414" y="40480"/>
                </a:lnTo>
                <a:lnTo>
                  <a:pt x="210835" y="40362"/>
                </a:lnTo>
                <a:lnTo>
                  <a:pt x="211259" y="40251"/>
                </a:lnTo>
                <a:lnTo>
                  <a:pt x="211687" y="40149"/>
                </a:lnTo>
                <a:lnTo>
                  <a:pt x="212118" y="40055"/>
                </a:lnTo>
                <a:lnTo>
                  <a:pt x="212554" y="39969"/>
                </a:lnTo>
                <a:lnTo>
                  <a:pt x="212992" y="39891"/>
                </a:lnTo>
                <a:lnTo>
                  <a:pt x="213435" y="39821"/>
                </a:lnTo>
                <a:lnTo>
                  <a:pt x="213880" y="39760"/>
                </a:lnTo>
                <a:lnTo>
                  <a:pt x="214330" y="39707"/>
                </a:lnTo>
                <a:lnTo>
                  <a:pt x="214783" y="39662"/>
                </a:lnTo>
                <a:lnTo>
                  <a:pt x="215239" y="39625"/>
                </a:lnTo>
                <a:lnTo>
                  <a:pt x="215700" y="39596"/>
                </a:lnTo>
                <a:lnTo>
                  <a:pt x="216163" y="39576"/>
                </a:lnTo>
                <a:lnTo>
                  <a:pt x="216631" y="39564"/>
                </a:lnTo>
                <a:lnTo>
                  <a:pt x="217102" y="39560"/>
                </a:lnTo>
                <a:lnTo>
                  <a:pt x="217723" y="39566"/>
                </a:lnTo>
                <a:lnTo>
                  <a:pt x="218336" y="39585"/>
                </a:lnTo>
                <a:lnTo>
                  <a:pt x="218940" y="39617"/>
                </a:lnTo>
                <a:lnTo>
                  <a:pt x="219536" y="39662"/>
                </a:lnTo>
                <a:lnTo>
                  <a:pt x="220122" y="39719"/>
                </a:lnTo>
                <a:lnTo>
                  <a:pt x="220700" y="39789"/>
                </a:lnTo>
                <a:lnTo>
                  <a:pt x="221269" y="39872"/>
                </a:lnTo>
                <a:lnTo>
                  <a:pt x="221829" y="39968"/>
                </a:lnTo>
                <a:lnTo>
                  <a:pt x="222380" y="40076"/>
                </a:lnTo>
                <a:lnTo>
                  <a:pt x="222922" y="40197"/>
                </a:lnTo>
                <a:lnTo>
                  <a:pt x="223456" y="40331"/>
                </a:lnTo>
                <a:lnTo>
                  <a:pt x="223980" y="40478"/>
                </a:lnTo>
                <a:lnTo>
                  <a:pt x="224496" y="40638"/>
                </a:lnTo>
                <a:lnTo>
                  <a:pt x="225003" y="40810"/>
                </a:lnTo>
                <a:lnTo>
                  <a:pt x="225501" y="40995"/>
                </a:lnTo>
                <a:lnTo>
                  <a:pt x="225991" y="41192"/>
                </a:lnTo>
                <a:lnTo>
                  <a:pt x="226471" y="41403"/>
                </a:lnTo>
                <a:lnTo>
                  <a:pt x="226943" y="41626"/>
                </a:lnTo>
                <a:lnTo>
                  <a:pt x="227406" y="41862"/>
                </a:lnTo>
                <a:lnTo>
                  <a:pt x="227860" y="42111"/>
                </a:lnTo>
                <a:lnTo>
                  <a:pt x="228305" y="42373"/>
                </a:lnTo>
                <a:lnTo>
                  <a:pt x="228742" y="42647"/>
                </a:lnTo>
                <a:lnTo>
                  <a:pt x="229169" y="42934"/>
                </a:lnTo>
                <a:lnTo>
                  <a:pt x="229588" y="43234"/>
                </a:lnTo>
                <a:lnTo>
                  <a:pt x="229998" y="43543"/>
                </a:lnTo>
                <a:lnTo>
                  <a:pt x="230400" y="43861"/>
                </a:lnTo>
                <a:lnTo>
                  <a:pt x="230793" y="44186"/>
                </a:lnTo>
                <a:lnTo>
                  <a:pt x="231178" y="44518"/>
                </a:lnTo>
                <a:lnTo>
                  <a:pt x="231555" y="44858"/>
                </a:lnTo>
                <a:lnTo>
                  <a:pt x="231923" y="45205"/>
                </a:lnTo>
                <a:lnTo>
                  <a:pt x="232282" y="45560"/>
                </a:lnTo>
                <a:lnTo>
                  <a:pt x="232633" y="45923"/>
                </a:lnTo>
                <a:lnTo>
                  <a:pt x="232976" y="46293"/>
                </a:lnTo>
                <a:lnTo>
                  <a:pt x="233310" y="46670"/>
                </a:lnTo>
                <a:lnTo>
                  <a:pt x="233636" y="47055"/>
                </a:lnTo>
                <a:lnTo>
                  <a:pt x="233953" y="47448"/>
                </a:lnTo>
                <a:lnTo>
                  <a:pt x="234262" y="47848"/>
                </a:lnTo>
                <a:lnTo>
                  <a:pt x="234562" y="48255"/>
                </a:lnTo>
                <a:lnTo>
                  <a:pt x="234854" y="48671"/>
                </a:lnTo>
                <a:lnTo>
                  <a:pt x="235138" y="49093"/>
                </a:lnTo>
                <a:lnTo>
                  <a:pt x="235413" y="49524"/>
                </a:lnTo>
                <a:lnTo>
                  <a:pt x="235680" y="49961"/>
                </a:lnTo>
                <a:lnTo>
                  <a:pt x="235938" y="50407"/>
                </a:lnTo>
                <a:lnTo>
                  <a:pt x="236188" y="50859"/>
                </a:lnTo>
                <a:lnTo>
                  <a:pt x="236429" y="51320"/>
                </a:lnTo>
                <a:lnTo>
                  <a:pt x="236662" y="51788"/>
                </a:lnTo>
                <a:lnTo>
                  <a:pt x="236886" y="52263"/>
                </a:lnTo>
                <a:lnTo>
                  <a:pt x="237102" y="52746"/>
                </a:lnTo>
                <a:lnTo>
                  <a:pt x="237310" y="53234"/>
                </a:lnTo>
                <a:lnTo>
                  <a:pt x="237509" y="53725"/>
                </a:lnTo>
                <a:lnTo>
                  <a:pt x="237700" y="54219"/>
                </a:lnTo>
                <a:lnTo>
                  <a:pt x="237883" y="54716"/>
                </a:lnTo>
                <a:lnTo>
                  <a:pt x="238057" y="55216"/>
                </a:lnTo>
                <a:lnTo>
                  <a:pt x="238223" y="55719"/>
                </a:lnTo>
                <a:lnTo>
                  <a:pt x="238381" y="56225"/>
                </a:lnTo>
                <a:lnTo>
                  <a:pt x="238531" y="56734"/>
                </a:lnTo>
                <a:lnTo>
                  <a:pt x="238672" y="57245"/>
                </a:lnTo>
                <a:lnTo>
                  <a:pt x="238805" y="57760"/>
                </a:lnTo>
                <a:lnTo>
                  <a:pt x="238929" y="58277"/>
                </a:lnTo>
                <a:lnTo>
                  <a:pt x="239045" y="58798"/>
                </a:lnTo>
                <a:lnTo>
                  <a:pt x="239153" y="59321"/>
                </a:lnTo>
                <a:lnTo>
                  <a:pt x="239253" y="59847"/>
                </a:lnTo>
                <a:lnTo>
                  <a:pt x="239344" y="60377"/>
                </a:lnTo>
                <a:lnTo>
                  <a:pt x="239427" y="60909"/>
                </a:lnTo>
                <a:lnTo>
                  <a:pt x="239502" y="61444"/>
                </a:lnTo>
                <a:lnTo>
                  <a:pt x="239568" y="61982"/>
                </a:lnTo>
                <a:lnTo>
                  <a:pt x="239626" y="62523"/>
                </a:lnTo>
                <a:lnTo>
                  <a:pt x="239676" y="63067"/>
                </a:lnTo>
                <a:lnTo>
                  <a:pt x="239717" y="63614"/>
                </a:lnTo>
                <a:lnTo>
                  <a:pt x="239750" y="64163"/>
                </a:lnTo>
                <a:lnTo>
                  <a:pt x="239775" y="64716"/>
                </a:lnTo>
                <a:lnTo>
                  <a:pt x="239791" y="65272"/>
                </a:lnTo>
                <a:lnTo>
                  <a:pt x="239791" y="66227"/>
                </a:lnTo>
                <a:lnTo>
                  <a:pt x="192111" y="66227"/>
                </a:lnTo>
                <a:lnTo>
                  <a:pt x="192147" y="65927"/>
                </a:lnTo>
                <a:lnTo>
                  <a:pt x="192220" y="65371"/>
                </a:lnTo>
                <a:lnTo>
                  <a:pt x="192300" y="64819"/>
                </a:lnTo>
                <a:lnTo>
                  <a:pt x="192387" y="64272"/>
                </a:lnTo>
                <a:lnTo>
                  <a:pt x="192479" y="63729"/>
                </a:lnTo>
                <a:close/>
                <a:moveTo>
                  <a:pt x="431891" y="78041"/>
                </a:moveTo>
                <a:lnTo>
                  <a:pt x="431939" y="78739"/>
                </a:lnTo>
                <a:lnTo>
                  <a:pt x="431997" y="79433"/>
                </a:lnTo>
                <a:lnTo>
                  <a:pt x="432063" y="80122"/>
                </a:lnTo>
                <a:lnTo>
                  <a:pt x="432138" y="80806"/>
                </a:lnTo>
                <a:lnTo>
                  <a:pt x="432222" y="81485"/>
                </a:lnTo>
                <a:lnTo>
                  <a:pt x="432314" y="82160"/>
                </a:lnTo>
                <a:lnTo>
                  <a:pt x="432416" y="82830"/>
                </a:lnTo>
                <a:lnTo>
                  <a:pt x="432526" y="83495"/>
                </a:lnTo>
                <a:lnTo>
                  <a:pt x="432645" y="84156"/>
                </a:lnTo>
                <a:lnTo>
                  <a:pt x="432773" y="84812"/>
                </a:lnTo>
                <a:lnTo>
                  <a:pt x="432910" y="85463"/>
                </a:lnTo>
                <a:lnTo>
                  <a:pt x="433056" y="86109"/>
                </a:lnTo>
                <a:lnTo>
                  <a:pt x="433210" y="86751"/>
                </a:lnTo>
                <a:lnTo>
                  <a:pt x="433373" y="87387"/>
                </a:lnTo>
                <a:lnTo>
                  <a:pt x="433545" y="88020"/>
                </a:lnTo>
                <a:lnTo>
                  <a:pt x="433726" y="88647"/>
                </a:lnTo>
                <a:lnTo>
                  <a:pt x="433916" y="89270"/>
                </a:lnTo>
                <a:lnTo>
                  <a:pt x="434115" y="89888"/>
                </a:lnTo>
                <a:lnTo>
                  <a:pt x="434322" y="90501"/>
                </a:lnTo>
                <a:lnTo>
                  <a:pt x="434538" y="91108"/>
                </a:lnTo>
                <a:lnTo>
                  <a:pt x="434760" y="91709"/>
                </a:lnTo>
                <a:lnTo>
                  <a:pt x="434991" y="92303"/>
                </a:lnTo>
                <a:lnTo>
                  <a:pt x="435229" y="92891"/>
                </a:lnTo>
                <a:lnTo>
                  <a:pt x="435474" y="93472"/>
                </a:lnTo>
                <a:lnTo>
                  <a:pt x="435726" y="94046"/>
                </a:lnTo>
                <a:lnTo>
                  <a:pt x="435986" y="94614"/>
                </a:lnTo>
                <a:lnTo>
                  <a:pt x="436254" y="95175"/>
                </a:lnTo>
                <a:lnTo>
                  <a:pt x="436529" y="95729"/>
                </a:lnTo>
                <a:lnTo>
                  <a:pt x="436811" y="96276"/>
                </a:lnTo>
                <a:lnTo>
                  <a:pt x="437101" y="96817"/>
                </a:lnTo>
                <a:lnTo>
                  <a:pt x="437398" y="97352"/>
                </a:lnTo>
                <a:lnTo>
                  <a:pt x="437702" y="97880"/>
                </a:lnTo>
                <a:lnTo>
                  <a:pt x="438014" y="98401"/>
                </a:lnTo>
                <a:lnTo>
                  <a:pt x="438333" y="98915"/>
                </a:lnTo>
                <a:lnTo>
                  <a:pt x="438660" y="99423"/>
                </a:lnTo>
                <a:lnTo>
                  <a:pt x="438994" y="99924"/>
                </a:lnTo>
                <a:lnTo>
                  <a:pt x="439336" y="100418"/>
                </a:lnTo>
                <a:lnTo>
                  <a:pt x="439685" y="100906"/>
                </a:lnTo>
                <a:lnTo>
                  <a:pt x="440042" y="101387"/>
                </a:lnTo>
                <a:lnTo>
                  <a:pt x="440405" y="101862"/>
                </a:lnTo>
                <a:lnTo>
                  <a:pt x="440777" y="102329"/>
                </a:lnTo>
                <a:lnTo>
                  <a:pt x="441155" y="102791"/>
                </a:lnTo>
                <a:lnTo>
                  <a:pt x="441541" y="103245"/>
                </a:lnTo>
                <a:lnTo>
                  <a:pt x="441935" y="103692"/>
                </a:lnTo>
                <a:lnTo>
                  <a:pt x="442334" y="104131"/>
                </a:lnTo>
                <a:lnTo>
                  <a:pt x="442740" y="104561"/>
                </a:lnTo>
                <a:lnTo>
                  <a:pt x="443153" y="104983"/>
                </a:lnTo>
                <a:lnTo>
                  <a:pt x="443572" y="105396"/>
                </a:lnTo>
                <a:lnTo>
                  <a:pt x="443998" y="105801"/>
                </a:lnTo>
                <a:lnTo>
                  <a:pt x="444430" y="106197"/>
                </a:lnTo>
                <a:lnTo>
                  <a:pt x="444869" y="106585"/>
                </a:lnTo>
                <a:lnTo>
                  <a:pt x="445314" y="106964"/>
                </a:lnTo>
                <a:lnTo>
                  <a:pt x="445766" y="107335"/>
                </a:lnTo>
                <a:lnTo>
                  <a:pt x="446224" y="107698"/>
                </a:lnTo>
                <a:lnTo>
                  <a:pt x="446689" y="108052"/>
                </a:lnTo>
                <a:lnTo>
                  <a:pt x="447160" y="108398"/>
                </a:lnTo>
                <a:lnTo>
                  <a:pt x="447638" y="108735"/>
                </a:lnTo>
                <a:lnTo>
                  <a:pt x="448123" y="109064"/>
                </a:lnTo>
                <a:lnTo>
                  <a:pt x="448614" y="109384"/>
                </a:lnTo>
                <a:lnTo>
                  <a:pt x="449111" y="109696"/>
                </a:lnTo>
                <a:lnTo>
                  <a:pt x="449615" y="110000"/>
                </a:lnTo>
                <a:lnTo>
                  <a:pt x="450125" y="110295"/>
                </a:lnTo>
                <a:lnTo>
                  <a:pt x="450642" y="110581"/>
                </a:lnTo>
                <a:lnTo>
                  <a:pt x="451166" y="110859"/>
                </a:lnTo>
                <a:lnTo>
                  <a:pt x="451696" y="111129"/>
                </a:lnTo>
                <a:lnTo>
                  <a:pt x="452233" y="111390"/>
                </a:lnTo>
                <a:lnTo>
                  <a:pt x="452776" y="111643"/>
                </a:lnTo>
                <a:lnTo>
                  <a:pt x="453325" y="111887"/>
                </a:lnTo>
                <a:lnTo>
                  <a:pt x="453879" y="112120"/>
                </a:lnTo>
                <a:lnTo>
                  <a:pt x="454439" y="112343"/>
                </a:lnTo>
                <a:lnTo>
                  <a:pt x="455004" y="112555"/>
                </a:lnTo>
                <a:lnTo>
                  <a:pt x="455575" y="112757"/>
                </a:lnTo>
                <a:lnTo>
                  <a:pt x="456151" y="112949"/>
                </a:lnTo>
                <a:lnTo>
                  <a:pt x="456732" y="113130"/>
                </a:lnTo>
                <a:lnTo>
                  <a:pt x="457319" y="113301"/>
                </a:lnTo>
                <a:lnTo>
                  <a:pt x="457911" y="113461"/>
                </a:lnTo>
                <a:lnTo>
                  <a:pt x="458508" y="113612"/>
                </a:lnTo>
                <a:lnTo>
                  <a:pt x="459111" y="113752"/>
                </a:lnTo>
                <a:lnTo>
                  <a:pt x="459719" y="113881"/>
                </a:lnTo>
                <a:lnTo>
                  <a:pt x="460332" y="114000"/>
                </a:lnTo>
                <a:lnTo>
                  <a:pt x="460951" y="114109"/>
                </a:lnTo>
                <a:lnTo>
                  <a:pt x="461576" y="114207"/>
                </a:lnTo>
                <a:lnTo>
                  <a:pt x="462205" y="114295"/>
                </a:lnTo>
                <a:lnTo>
                  <a:pt x="462840" y="114373"/>
                </a:lnTo>
                <a:lnTo>
                  <a:pt x="463481" y="114440"/>
                </a:lnTo>
                <a:lnTo>
                  <a:pt x="464126" y="114497"/>
                </a:lnTo>
                <a:lnTo>
                  <a:pt x="464777" y="114544"/>
                </a:lnTo>
                <a:lnTo>
                  <a:pt x="465434" y="114580"/>
                </a:lnTo>
                <a:lnTo>
                  <a:pt x="466096" y="114606"/>
                </a:lnTo>
                <a:lnTo>
                  <a:pt x="466763" y="114622"/>
                </a:lnTo>
                <a:lnTo>
                  <a:pt x="467436" y="114627"/>
                </a:lnTo>
                <a:lnTo>
                  <a:pt x="468108" y="114622"/>
                </a:lnTo>
                <a:lnTo>
                  <a:pt x="468775" y="114606"/>
                </a:lnTo>
                <a:lnTo>
                  <a:pt x="469437" y="114580"/>
                </a:lnTo>
                <a:lnTo>
                  <a:pt x="470093" y="114544"/>
                </a:lnTo>
                <a:lnTo>
                  <a:pt x="470743" y="114497"/>
                </a:lnTo>
                <a:lnTo>
                  <a:pt x="471388" y="114440"/>
                </a:lnTo>
                <a:lnTo>
                  <a:pt x="472028" y="114373"/>
                </a:lnTo>
                <a:lnTo>
                  <a:pt x="472662" y="114295"/>
                </a:lnTo>
                <a:lnTo>
                  <a:pt x="473290" y="114207"/>
                </a:lnTo>
                <a:lnTo>
                  <a:pt x="473914" y="114109"/>
                </a:lnTo>
                <a:lnTo>
                  <a:pt x="474531" y="114000"/>
                </a:lnTo>
                <a:lnTo>
                  <a:pt x="475143" y="113881"/>
                </a:lnTo>
                <a:lnTo>
                  <a:pt x="475750" y="113752"/>
                </a:lnTo>
                <a:lnTo>
                  <a:pt x="476351" y="113612"/>
                </a:lnTo>
                <a:lnTo>
                  <a:pt x="476946" y="113461"/>
                </a:lnTo>
                <a:lnTo>
                  <a:pt x="477536" y="113301"/>
                </a:lnTo>
                <a:lnTo>
                  <a:pt x="478121" y="113130"/>
                </a:lnTo>
                <a:lnTo>
                  <a:pt x="478700" y="112949"/>
                </a:lnTo>
                <a:lnTo>
                  <a:pt x="479273" y="112757"/>
                </a:lnTo>
                <a:lnTo>
                  <a:pt x="479841" y="112555"/>
                </a:lnTo>
                <a:lnTo>
                  <a:pt x="480404" y="112343"/>
                </a:lnTo>
                <a:lnTo>
                  <a:pt x="480961" y="112120"/>
                </a:lnTo>
                <a:lnTo>
                  <a:pt x="481513" y="111887"/>
                </a:lnTo>
                <a:lnTo>
                  <a:pt x="482059" y="111643"/>
                </a:lnTo>
                <a:lnTo>
                  <a:pt x="482599" y="111390"/>
                </a:lnTo>
                <a:lnTo>
                  <a:pt x="483132" y="111129"/>
                </a:lnTo>
                <a:lnTo>
                  <a:pt x="483660" y="110859"/>
                </a:lnTo>
                <a:lnTo>
                  <a:pt x="484181" y="110581"/>
                </a:lnTo>
                <a:lnTo>
                  <a:pt x="484695" y="110295"/>
                </a:lnTo>
                <a:lnTo>
                  <a:pt x="485203" y="110000"/>
                </a:lnTo>
                <a:lnTo>
                  <a:pt x="485705" y="109696"/>
                </a:lnTo>
                <a:lnTo>
                  <a:pt x="486200" y="109384"/>
                </a:lnTo>
                <a:lnTo>
                  <a:pt x="486689" y="109064"/>
                </a:lnTo>
                <a:lnTo>
                  <a:pt x="487172" y="108735"/>
                </a:lnTo>
                <a:lnTo>
                  <a:pt x="487648" y="108398"/>
                </a:lnTo>
                <a:lnTo>
                  <a:pt x="488118" y="108052"/>
                </a:lnTo>
                <a:lnTo>
                  <a:pt x="488581" y="107698"/>
                </a:lnTo>
                <a:lnTo>
                  <a:pt x="489038" y="107335"/>
                </a:lnTo>
                <a:lnTo>
                  <a:pt x="489489" y="106964"/>
                </a:lnTo>
                <a:lnTo>
                  <a:pt x="489933" y="106585"/>
                </a:lnTo>
                <a:lnTo>
                  <a:pt x="490371" y="106197"/>
                </a:lnTo>
                <a:lnTo>
                  <a:pt x="490802" y="105801"/>
                </a:lnTo>
                <a:lnTo>
                  <a:pt x="491227" y="105396"/>
                </a:lnTo>
                <a:lnTo>
                  <a:pt x="491646" y="104983"/>
                </a:lnTo>
                <a:lnTo>
                  <a:pt x="492058" y="104561"/>
                </a:lnTo>
                <a:lnTo>
                  <a:pt x="492464" y="104131"/>
                </a:lnTo>
                <a:lnTo>
                  <a:pt x="492863" y="103692"/>
                </a:lnTo>
                <a:lnTo>
                  <a:pt x="493256" y="103245"/>
                </a:lnTo>
                <a:lnTo>
                  <a:pt x="493642" y="102791"/>
                </a:lnTo>
                <a:lnTo>
                  <a:pt x="494021" y="102329"/>
                </a:lnTo>
                <a:lnTo>
                  <a:pt x="494392" y="101862"/>
                </a:lnTo>
                <a:lnTo>
                  <a:pt x="494755" y="101387"/>
                </a:lnTo>
                <a:lnTo>
                  <a:pt x="495111" y="100906"/>
                </a:lnTo>
                <a:lnTo>
                  <a:pt x="495459" y="100418"/>
                </a:lnTo>
                <a:lnTo>
                  <a:pt x="495800" y="99924"/>
                </a:lnTo>
                <a:lnTo>
                  <a:pt x="496133" y="99423"/>
                </a:lnTo>
                <a:lnTo>
                  <a:pt x="496459" y="98915"/>
                </a:lnTo>
                <a:lnTo>
                  <a:pt x="496777" y="98401"/>
                </a:lnTo>
                <a:lnTo>
                  <a:pt x="497088" y="97880"/>
                </a:lnTo>
                <a:lnTo>
                  <a:pt x="497391" y="97352"/>
                </a:lnTo>
                <a:lnTo>
                  <a:pt x="497686" y="96817"/>
                </a:lnTo>
                <a:lnTo>
                  <a:pt x="497974" y="96276"/>
                </a:lnTo>
                <a:lnTo>
                  <a:pt x="498255" y="95729"/>
                </a:lnTo>
                <a:lnTo>
                  <a:pt x="498527" y="95175"/>
                </a:lnTo>
                <a:lnTo>
                  <a:pt x="498793" y="94614"/>
                </a:lnTo>
                <a:lnTo>
                  <a:pt x="499051" y="94046"/>
                </a:lnTo>
                <a:lnTo>
                  <a:pt x="499301" y="93472"/>
                </a:lnTo>
                <a:lnTo>
                  <a:pt x="499543" y="92891"/>
                </a:lnTo>
                <a:lnTo>
                  <a:pt x="499779" y="92303"/>
                </a:lnTo>
                <a:lnTo>
                  <a:pt x="500006" y="91709"/>
                </a:lnTo>
                <a:lnTo>
                  <a:pt x="500226" y="91108"/>
                </a:lnTo>
                <a:lnTo>
                  <a:pt x="500439" y="90501"/>
                </a:lnTo>
                <a:lnTo>
                  <a:pt x="500643" y="89888"/>
                </a:lnTo>
                <a:lnTo>
                  <a:pt x="500839" y="89270"/>
                </a:lnTo>
                <a:lnTo>
                  <a:pt x="501026" y="88647"/>
                </a:lnTo>
                <a:lnTo>
                  <a:pt x="501204" y="88020"/>
                </a:lnTo>
                <a:lnTo>
                  <a:pt x="501374" y="87387"/>
                </a:lnTo>
                <a:lnTo>
                  <a:pt x="501535" y="86751"/>
                </a:lnTo>
                <a:lnTo>
                  <a:pt x="501687" y="86109"/>
                </a:lnTo>
                <a:lnTo>
                  <a:pt x="501830" y="85463"/>
                </a:lnTo>
                <a:lnTo>
                  <a:pt x="501965" y="84812"/>
                </a:lnTo>
                <a:lnTo>
                  <a:pt x="502091" y="84156"/>
                </a:lnTo>
                <a:lnTo>
                  <a:pt x="502209" y="83495"/>
                </a:lnTo>
                <a:lnTo>
                  <a:pt x="502317" y="82830"/>
                </a:lnTo>
                <a:lnTo>
                  <a:pt x="502417" y="82160"/>
                </a:lnTo>
                <a:lnTo>
                  <a:pt x="502509" y="81485"/>
                </a:lnTo>
                <a:lnTo>
                  <a:pt x="502591" y="80806"/>
                </a:lnTo>
                <a:lnTo>
                  <a:pt x="502665" y="80122"/>
                </a:lnTo>
                <a:lnTo>
                  <a:pt x="502730" y="79433"/>
                </a:lnTo>
                <a:lnTo>
                  <a:pt x="502787" y="78739"/>
                </a:lnTo>
                <a:lnTo>
                  <a:pt x="502835" y="78041"/>
                </a:lnTo>
                <a:lnTo>
                  <a:pt x="502874" y="77338"/>
                </a:lnTo>
                <a:lnTo>
                  <a:pt x="502904" y="76630"/>
                </a:lnTo>
                <a:lnTo>
                  <a:pt x="502926" y="75917"/>
                </a:lnTo>
                <a:lnTo>
                  <a:pt x="502939" y="75200"/>
                </a:lnTo>
                <a:lnTo>
                  <a:pt x="502943" y="74478"/>
                </a:lnTo>
                <a:lnTo>
                  <a:pt x="502943" y="72121"/>
                </a:lnTo>
                <a:lnTo>
                  <a:pt x="502939" y="71399"/>
                </a:lnTo>
                <a:lnTo>
                  <a:pt x="502926" y="70681"/>
                </a:lnTo>
                <a:lnTo>
                  <a:pt x="502904" y="69968"/>
                </a:lnTo>
                <a:lnTo>
                  <a:pt x="502874" y="69260"/>
                </a:lnTo>
                <a:lnTo>
                  <a:pt x="502835" y="68556"/>
                </a:lnTo>
                <a:lnTo>
                  <a:pt x="502787" y="67857"/>
                </a:lnTo>
                <a:lnTo>
                  <a:pt x="502730" y="67163"/>
                </a:lnTo>
                <a:lnTo>
                  <a:pt x="502665" y="66473"/>
                </a:lnTo>
                <a:lnTo>
                  <a:pt x="502591" y="65788"/>
                </a:lnTo>
                <a:lnTo>
                  <a:pt x="502509" y="65107"/>
                </a:lnTo>
                <a:lnTo>
                  <a:pt x="502417" y="64431"/>
                </a:lnTo>
                <a:lnTo>
                  <a:pt x="502317" y="63759"/>
                </a:lnTo>
                <a:lnTo>
                  <a:pt x="502209" y="63093"/>
                </a:lnTo>
                <a:lnTo>
                  <a:pt x="502091" y="62430"/>
                </a:lnTo>
                <a:lnTo>
                  <a:pt x="501965" y="61773"/>
                </a:lnTo>
                <a:lnTo>
                  <a:pt x="501830" y="61120"/>
                </a:lnTo>
                <a:lnTo>
                  <a:pt x="501687" y="60471"/>
                </a:lnTo>
                <a:lnTo>
                  <a:pt x="501535" y="59827"/>
                </a:lnTo>
                <a:lnTo>
                  <a:pt x="501374" y="59188"/>
                </a:lnTo>
                <a:lnTo>
                  <a:pt x="501204" y="58554"/>
                </a:lnTo>
                <a:lnTo>
                  <a:pt x="501026" y="57923"/>
                </a:lnTo>
                <a:lnTo>
                  <a:pt x="500839" y="57298"/>
                </a:lnTo>
                <a:lnTo>
                  <a:pt x="500643" y="56677"/>
                </a:lnTo>
                <a:lnTo>
                  <a:pt x="500439" y="56061"/>
                </a:lnTo>
                <a:lnTo>
                  <a:pt x="500226" y="55451"/>
                </a:lnTo>
                <a:lnTo>
                  <a:pt x="500006" y="54847"/>
                </a:lnTo>
                <a:lnTo>
                  <a:pt x="499779" y="54250"/>
                </a:lnTo>
                <a:lnTo>
                  <a:pt x="499543" y="53661"/>
                </a:lnTo>
                <a:lnTo>
                  <a:pt x="499301" y="53078"/>
                </a:lnTo>
                <a:lnTo>
                  <a:pt x="499051" y="52502"/>
                </a:lnTo>
                <a:lnTo>
                  <a:pt x="498793" y="51933"/>
                </a:lnTo>
                <a:lnTo>
                  <a:pt x="498527" y="51371"/>
                </a:lnTo>
                <a:lnTo>
                  <a:pt x="498255" y="50816"/>
                </a:lnTo>
                <a:lnTo>
                  <a:pt x="497974" y="50267"/>
                </a:lnTo>
                <a:lnTo>
                  <a:pt x="497686" y="49726"/>
                </a:lnTo>
                <a:lnTo>
                  <a:pt x="497391" y="49192"/>
                </a:lnTo>
                <a:lnTo>
                  <a:pt x="497088" y="48664"/>
                </a:lnTo>
                <a:lnTo>
                  <a:pt x="496777" y="48143"/>
                </a:lnTo>
                <a:lnTo>
                  <a:pt x="496459" y="47630"/>
                </a:lnTo>
                <a:lnTo>
                  <a:pt x="496133" y="47123"/>
                </a:lnTo>
                <a:lnTo>
                  <a:pt x="495800" y="46623"/>
                </a:lnTo>
                <a:lnTo>
                  <a:pt x="495459" y="46130"/>
                </a:lnTo>
                <a:lnTo>
                  <a:pt x="495111" y="45644"/>
                </a:lnTo>
                <a:lnTo>
                  <a:pt x="494755" y="45164"/>
                </a:lnTo>
                <a:lnTo>
                  <a:pt x="494392" y="44692"/>
                </a:lnTo>
                <a:lnTo>
                  <a:pt x="494021" y="44227"/>
                </a:lnTo>
                <a:lnTo>
                  <a:pt x="493642" y="43768"/>
                </a:lnTo>
                <a:lnTo>
                  <a:pt x="493256" y="43317"/>
                </a:lnTo>
                <a:lnTo>
                  <a:pt x="492863" y="42873"/>
                </a:lnTo>
                <a:lnTo>
                  <a:pt x="492463" y="42437"/>
                </a:lnTo>
                <a:lnTo>
                  <a:pt x="492057" y="42010"/>
                </a:lnTo>
                <a:lnTo>
                  <a:pt x="491644" y="41591"/>
                </a:lnTo>
                <a:lnTo>
                  <a:pt x="491224" y="41180"/>
                </a:lnTo>
                <a:lnTo>
                  <a:pt x="490797" y="40777"/>
                </a:lnTo>
                <a:lnTo>
                  <a:pt x="490364" y="40383"/>
                </a:lnTo>
                <a:lnTo>
                  <a:pt x="489925" y="39997"/>
                </a:lnTo>
                <a:lnTo>
                  <a:pt x="489478" y="39620"/>
                </a:lnTo>
                <a:lnTo>
                  <a:pt x="489025" y="39251"/>
                </a:lnTo>
                <a:lnTo>
                  <a:pt x="488566" y="38890"/>
                </a:lnTo>
                <a:lnTo>
                  <a:pt x="488099" y="38537"/>
                </a:lnTo>
                <a:lnTo>
                  <a:pt x="487626" y="38193"/>
                </a:lnTo>
                <a:lnTo>
                  <a:pt x="487147" y="37857"/>
                </a:lnTo>
                <a:lnTo>
                  <a:pt x="486661" y="37530"/>
                </a:lnTo>
                <a:lnTo>
                  <a:pt x="486168" y="37210"/>
                </a:lnTo>
                <a:lnTo>
                  <a:pt x="485668" y="36899"/>
                </a:lnTo>
                <a:lnTo>
                  <a:pt x="485162" y="36597"/>
                </a:lnTo>
                <a:lnTo>
                  <a:pt x="484649" y="36302"/>
                </a:lnTo>
                <a:lnTo>
                  <a:pt x="484130" y="36016"/>
                </a:lnTo>
                <a:lnTo>
                  <a:pt x="483603" y="35739"/>
                </a:lnTo>
                <a:lnTo>
                  <a:pt x="483071" y="35469"/>
                </a:lnTo>
                <a:lnTo>
                  <a:pt x="482531" y="35208"/>
                </a:lnTo>
                <a:lnTo>
                  <a:pt x="481985" y="34955"/>
                </a:lnTo>
                <a:lnTo>
                  <a:pt x="481433" y="34712"/>
                </a:lnTo>
                <a:lnTo>
                  <a:pt x="480876" y="34479"/>
                </a:lnTo>
                <a:lnTo>
                  <a:pt x="480313" y="34256"/>
                </a:lnTo>
                <a:lnTo>
                  <a:pt x="479745" y="34044"/>
                </a:lnTo>
                <a:lnTo>
                  <a:pt x="479172" y="33842"/>
                </a:lnTo>
                <a:lnTo>
                  <a:pt x="478594" y="33650"/>
                </a:lnTo>
                <a:lnTo>
                  <a:pt x="478010" y="33469"/>
                </a:lnTo>
                <a:lnTo>
                  <a:pt x="477422" y="33298"/>
                </a:lnTo>
                <a:lnTo>
                  <a:pt x="476828" y="33137"/>
                </a:lnTo>
                <a:lnTo>
                  <a:pt x="476228" y="32987"/>
                </a:lnTo>
                <a:lnTo>
                  <a:pt x="475624" y="32847"/>
                </a:lnTo>
                <a:lnTo>
                  <a:pt x="475014" y="32718"/>
                </a:lnTo>
                <a:lnTo>
                  <a:pt x="474399" y="32599"/>
                </a:lnTo>
                <a:lnTo>
                  <a:pt x="473779" y="32490"/>
                </a:lnTo>
                <a:lnTo>
                  <a:pt x="473154" y="32391"/>
                </a:lnTo>
                <a:lnTo>
                  <a:pt x="472523" y="32303"/>
                </a:lnTo>
                <a:lnTo>
                  <a:pt x="471887" y="32226"/>
                </a:lnTo>
                <a:lnTo>
                  <a:pt x="471246" y="32158"/>
                </a:lnTo>
                <a:lnTo>
                  <a:pt x="470599" y="32101"/>
                </a:lnTo>
                <a:lnTo>
                  <a:pt x="469948" y="32055"/>
                </a:lnTo>
                <a:lnTo>
                  <a:pt x="469291" y="32018"/>
                </a:lnTo>
                <a:lnTo>
                  <a:pt x="468628" y="31992"/>
                </a:lnTo>
                <a:lnTo>
                  <a:pt x="467961" y="31977"/>
                </a:lnTo>
                <a:lnTo>
                  <a:pt x="467288" y="31972"/>
                </a:lnTo>
                <a:lnTo>
                  <a:pt x="466622" y="31977"/>
                </a:lnTo>
                <a:lnTo>
                  <a:pt x="465960" y="31992"/>
                </a:lnTo>
                <a:lnTo>
                  <a:pt x="465304" y="32018"/>
                </a:lnTo>
                <a:lnTo>
                  <a:pt x="464653" y="32055"/>
                </a:lnTo>
                <a:lnTo>
                  <a:pt x="464007" y="32101"/>
                </a:lnTo>
                <a:lnTo>
                  <a:pt x="463366" y="32158"/>
                </a:lnTo>
                <a:lnTo>
                  <a:pt x="462730" y="32226"/>
                </a:lnTo>
                <a:lnTo>
                  <a:pt x="462099" y="32303"/>
                </a:lnTo>
                <a:lnTo>
                  <a:pt x="461473" y="32391"/>
                </a:lnTo>
                <a:lnTo>
                  <a:pt x="460853" y="32490"/>
                </a:lnTo>
                <a:lnTo>
                  <a:pt x="460237" y="32599"/>
                </a:lnTo>
                <a:lnTo>
                  <a:pt x="459627" y="32718"/>
                </a:lnTo>
                <a:lnTo>
                  <a:pt x="459022" y="32847"/>
                </a:lnTo>
                <a:lnTo>
                  <a:pt x="458422" y="32987"/>
                </a:lnTo>
                <a:lnTo>
                  <a:pt x="457827" y="33137"/>
                </a:lnTo>
                <a:lnTo>
                  <a:pt x="457237" y="33298"/>
                </a:lnTo>
                <a:lnTo>
                  <a:pt x="456652" y="33469"/>
                </a:lnTo>
                <a:lnTo>
                  <a:pt x="456072" y="33650"/>
                </a:lnTo>
                <a:lnTo>
                  <a:pt x="455498" y="33842"/>
                </a:lnTo>
                <a:lnTo>
                  <a:pt x="454929" y="34044"/>
                </a:lnTo>
                <a:lnTo>
                  <a:pt x="454364" y="34256"/>
                </a:lnTo>
                <a:lnTo>
                  <a:pt x="453805" y="34479"/>
                </a:lnTo>
                <a:lnTo>
                  <a:pt x="453251" y="34712"/>
                </a:lnTo>
                <a:lnTo>
                  <a:pt x="452702" y="34955"/>
                </a:lnTo>
                <a:lnTo>
                  <a:pt x="452159" y="35208"/>
                </a:lnTo>
                <a:lnTo>
                  <a:pt x="451623" y="35469"/>
                </a:lnTo>
                <a:lnTo>
                  <a:pt x="451093" y="35739"/>
                </a:lnTo>
                <a:lnTo>
                  <a:pt x="450570" y="36016"/>
                </a:lnTo>
                <a:lnTo>
                  <a:pt x="450053" y="36302"/>
                </a:lnTo>
                <a:lnTo>
                  <a:pt x="449544" y="36597"/>
                </a:lnTo>
                <a:lnTo>
                  <a:pt x="449040" y="36899"/>
                </a:lnTo>
                <a:lnTo>
                  <a:pt x="448544" y="37210"/>
                </a:lnTo>
                <a:lnTo>
                  <a:pt x="448054" y="37530"/>
                </a:lnTo>
                <a:lnTo>
                  <a:pt x="447571" y="37857"/>
                </a:lnTo>
                <a:lnTo>
                  <a:pt x="447094" y="38193"/>
                </a:lnTo>
                <a:lnTo>
                  <a:pt x="446625" y="38537"/>
                </a:lnTo>
                <a:lnTo>
                  <a:pt x="446161" y="38890"/>
                </a:lnTo>
                <a:lnTo>
                  <a:pt x="445705" y="39251"/>
                </a:lnTo>
                <a:lnTo>
                  <a:pt x="445255" y="39620"/>
                </a:lnTo>
                <a:lnTo>
                  <a:pt x="444811" y="39997"/>
                </a:lnTo>
                <a:lnTo>
                  <a:pt x="444375" y="40383"/>
                </a:lnTo>
                <a:lnTo>
                  <a:pt x="443945" y="40777"/>
                </a:lnTo>
                <a:lnTo>
                  <a:pt x="443522" y="41180"/>
                </a:lnTo>
                <a:lnTo>
                  <a:pt x="443105" y="41591"/>
                </a:lnTo>
                <a:lnTo>
                  <a:pt x="442695" y="42010"/>
                </a:lnTo>
                <a:lnTo>
                  <a:pt x="442291" y="42437"/>
                </a:lnTo>
                <a:lnTo>
                  <a:pt x="441895" y="42873"/>
                </a:lnTo>
                <a:lnTo>
                  <a:pt x="441505" y="43317"/>
                </a:lnTo>
                <a:lnTo>
                  <a:pt x="441122" y="43768"/>
                </a:lnTo>
                <a:lnTo>
                  <a:pt x="440746" y="44227"/>
                </a:lnTo>
                <a:lnTo>
                  <a:pt x="440377" y="44692"/>
                </a:lnTo>
                <a:lnTo>
                  <a:pt x="440016" y="45164"/>
                </a:lnTo>
                <a:lnTo>
                  <a:pt x="439662" y="45644"/>
                </a:lnTo>
                <a:lnTo>
                  <a:pt x="439315" y="46130"/>
                </a:lnTo>
                <a:lnTo>
                  <a:pt x="438976" y="46623"/>
                </a:lnTo>
                <a:lnTo>
                  <a:pt x="438644" y="47123"/>
                </a:lnTo>
                <a:lnTo>
                  <a:pt x="438319" y="47630"/>
                </a:lnTo>
                <a:lnTo>
                  <a:pt x="438002" y="48143"/>
                </a:lnTo>
                <a:lnTo>
                  <a:pt x="437691" y="48664"/>
                </a:lnTo>
                <a:lnTo>
                  <a:pt x="437388" y="49192"/>
                </a:lnTo>
                <a:lnTo>
                  <a:pt x="437093" y="49726"/>
                </a:lnTo>
                <a:lnTo>
                  <a:pt x="436804" y="50267"/>
                </a:lnTo>
                <a:lnTo>
                  <a:pt x="436523" y="50816"/>
                </a:lnTo>
                <a:lnTo>
                  <a:pt x="436250" y="51371"/>
                </a:lnTo>
                <a:lnTo>
                  <a:pt x="435983" y="51933"/>
                </a:lnTo>
                <a:lnTo>
                  <a:pt x="435724" y="52502"/>
                </a:lnTo>
                <a:lnTo>
                  <a:pt x="435472" y="53078"/>
                </a:lnTo>
                <a:lnTo>
                  <a:pt x="435228" y="53661"/>
                </a:lnTo>
                <a:lnTo>
                  <a:pt x="434990" y="54250"/>
                </a:lnTo>
                <a:lnTo>
                  <a:pt x="434760" y="54847"/>
                </a:lnTo>
                <a:lnTo>
                  <a:pt x="434537" y="55451"/>
                </a:lnTo>
                <a:lnTo>
                  <a:pt x="434322" y="56061"/>
                </a:lnTo>
                <a:lnTo>
                  <a:pt x="434115" y="56677"/>
                </a:lnTo>
                <a:lnTo>
                  <a:pt x="433916" y="57298"/>
                </a:lnTo>
                <a:lnTo>
                  <a:pt x="433726" y="57923"/>
                </a:lnTo>
                <a:lnTo>
                  <a:pt x="433545" y="58554"/>
                </a:lnTo>
                <a:lnTo>
                  <a:pt x="433373" y="59188"/>
                </a:lnTo>
                <a:lnTo>
                  <a:pt x="433210" y="59827"/>
                </a:lnTo>
                <a:lnTo>
                  <a:pt x="433056" y="60471"/>
                </a:lnTo>
                <a:lnTo>
                  <a:pt x="432910" y="61120"/>
                </a:lnTo>
                <a:lnTo>
                  <a:pt x="432773" y="61773"/>
                </a:lnTo>
                <a:lnTo>
                  <a:pt x="432645" y="62430"/>
                </a:lnTo>
                <a:lnTo>
                  <a:pt x="432526" y="63093"/>
                </a:lnTo>
                <a:lnTo>
                  <a:pt x="432416" y="63759"/>
                </a:lnTo>
                <a:lnTo>
                  <a:pt x="432314" y="64431"/>
                </a:lnTo>
                <a:lnTo>
                  <a:pt x="432222" y="65107"/>
                </a:lnTo>
                <a:lnTo>
                  <a:pt x="432138" y="65788"/>
                </a:lnTo>
                <a:lnTo>
                  <a:pt x="432063" y="66473"/>
                </a:lnTo>
                <a:lnTo>
                  <a:pt x="431997" y="67163"/>
                </a:lnTo>
                <a:lnTo>
                  <a:pt x="431939" y="67857"/>
                </a:lnTo>
                <a:lnTo>
                  <a:pt x="431891" y="68556"/>
                </a:lnTo>
                <a:lnTo>
                  <a:pt x="431851" y="69260"/>
                </a:lnTo>
                <a:lnTo>
                  <a:pt x="431820" y="69968"/>
                </a:lnTo>
                <a:lnTo>
                  <a:pt x="431798" y="70681"/>
                </a:lnTo>
                <a:lnTo>
                  <a:pt x="431785" y="71399"/>
                </a:lnTo>
                <a:lnTo>
                  <a:pt x="431780" y="72121"/>
                </a:lnTo>
                <a:lnTo>
                  <a:pt x="431780" y="74478"/>
                </a:lnTo>
                <a:lnTo>
                  <a:pt x="431785" y="75200"/>
                </a:lnTo>
                <a:lnTo>
                  <a:pt x="431798" y="75917"/>
                </a:lnTo>
                <a:lnTo>
                  <a:pt x="431820" y="76630"/>
                </a:lnTo>
                <a:lnTo>
                  <a:pt x="431851" y="77338"/>
                </a:lnTo>
                <a:lnTo>
                  <a:pt x="431891" y="78041"/>
                </a:lnTo>
                <a:close/>
                <a:moveTo>
                  <a:pt x="440696" y="69448"/>
                </a:moveTo>
                <a:lnTo>
                  <a:pt x="440729" y="68921"/>
                </a:lnTo>
                <a:lnTo>
                  <a:pt x="440768" y="68395"/>
                </a:lnTo>
                <a:lnTo>
                  <a:pt x="440813" y="67872"/>
                </a:lnTo>
                <a:lnTo>
                  <a:pt x="440864" y="67352"/>
                </a:lnTo>
                <a:lnTo>
                  <a:pt x="440921" y="66833"/>
                </a:lnTo>
                <a:lnTo>
                  <a:pt x="440984" y="66317"/>
                </a:lnTo>
                <a:lnTo>
                  <a:pt x="441053" y="65804"/>
                </a:lnTo>
                <a:lnTo>
                  <a:pt x="441129" y="65292"/>
                </a:lnTo>
                <a:lnTo>
                  <a:pt x="441210" y="64783"/>
                </a:lnTo>
                <a:lnTo>
                  <a:pt x="441297" y="64276"/>
                </a:lnTo>
                <a:lnTo>
                  <a:pt x="441390" y="63772"/>
                </a:lnTo>
                <a:lnTo>
                  <a:pt x="441489" y="63269"/>
                </a:lnTo>
                <a:lnTo>
                  <a:pt x="441594" y="62769"/>
                </a:lnTo>
                <a:lnTo>
                  <a:pt x="441706" y="62272"/>
                </a:lnTo>
                <a:lnTo>
                  <a:pt x="441823" y="61776"/>
                </a:lnTo>
                <a:lnTo>
                  <a:pt x="441946" y="61283"/>
                </a:lnTo>
                <a:lnTo>
                  <a:pt x="442075" y="60793"/>
                </a:lnTo>
                <a:lnTo>
                  <a:pt x="442211" y="60304"/>
                </a:lnTo>
                <a:lnTo>
                  <a:pt x="442352" y="59818"/>
                </a:lnTo>
                <a:lnTo>
                  <a:pt x="442499" y="59335"/>
                </a:lnTo>
                <a:lnTo>
                  <a:pt x="442652" y="58857"/>
                </a:lnTo>
                <a:lnTo>
                  <a:pt x="442811" y="58383"/>
                </a:lnTo>
                <a:lnTo>
                  <a:pt x="442976" y="57913"/>
                </a:lnTo>
                <a:lnTo>
                  <a:pt x="443147" y="57448"/>
                </a:lnTo>
                <a:lnTo>
                  <a:pt x="443323" y="56987"/>
                </a:lnTo>
                <a:lnTo>
                  <a:pt x="443506" y="56530"/>
                </a:lnTo>
                <a:lnTo>
                  <a:pt x="443694" y="56077"/>
                </a:lnTo>
                <a:lnTo>
                  <a:pt x="443888" y="55629"/>
                </a:lnTo>
                <a:lnTo>
                  <a:pt x="444089" y="55186"/>
                </a:lnTo>
                <a:lnTo>
                  <a:pt x="444295" y="54746"/>
                </a:lnTo>
                <a:lnTo>
                  <a:pt x="444507" y="54311"/>
                </a:lnTo>
                <a:lnTo>
                  <a:pt x="444724" y="53881"/>
                </a:lnTo>
                <a:lnTo>
                  <a:pt x="444948" y="53455"/>
                </a:lnTo>
                <a:lnTo>
                  <a:pt x="445178" y="53033"/>
                </a:lnTo>
                <a:lnTo>
                  <a:pt x="445413" y="52615"/>
                </a:lnTo>
                <a:lnTo>
                  <a:pt x="445654" y="52202"/>
                </a:lnTo>
                <a:lnTo>
                  <a:pt x="445902" y="51793"/>
                </a:lnTo>
                <a:lnTo>
                  <a:pt x="446155" y="51388"/>
                </a:lnTo>
                <a:lnTo>
                  <a:pt x="446414" y="50988"/>
                </a:lnTo>
                <a:lnTo>
                  <a:pt x="446679" y="50592"/>
                </a:lnTo>
                <a:lnTo>
                  <a:pt x="446949" y="50201"/>
                </a:lnTo>
                <a:lnTo>
                  <a:pt x="447226" y="49814"/>
                </a:lnTo>
                <a:lnTo>
                  <a:pt x="447509" y="49431"/>
                </a:lnTo>
                <a:lnTo>
                  <a:pt x="447797" y="49054"/>
                </a:lnTo>
                <a:lnTo>
                  <a:pt x="448090" y="48683"/>
                </a:lnTo>
                <a:lnTo>
                  <a:pt x="448389" y="48319"/>
                </a:lnTo>
                <a:lnTo>
                  <a:pt x="448693" y="47962"/>
                </a:lnTo>
                <a:lnTo>
                  <a:pt x="449003" y="47611"/>
                </a:lnTo>
                <a:lnTo>
                  <a:pt x="449318" y="47267"/>
                </a:lnTo>
                <a:lnTo>
                  <a:pt x="449638" y="46930"/>
                </a:lnTo>
                <a:lnTo>
                  <a:pt x="449964" y="46599"/>
                </a:lnTo>
                <a:lnTo>
                  <a:pt x="450295" y="46275"/>
                </a:lnTo>
                <a:lnTo>
                  <a:pt x="450632" y="45957"/>
                </a:lnTo>
                <a:lnTo>
                  <a:pt x="450974" y="45647"/>
                </a:lnTo>
                <a:lnTo>
                  <a:pt x="451321" y="45342"/>
                </a:lnTo>
                <a:lnTo>
                  <a:pt x="451673" y="45045"/>
                </a:lnTo>
                <a:lnTo>
                  <a:pt x="452031" y="44754"/>
                </a:lnTo>
                <a:lnTo>
                  <a:pt x="452395" y="44470"/>
                </a:lnTo>
                <a:lnTo>
                  <a:pt x="452763" y="44192"/>
                </a:lnTo>
                <a:lnTo>
                  <a:pt x="453138" y="43922"/>
                </a:lnTo>
                <a:lnTo>
                  <a:pt x="453517" y="43657"/>
                </a:lnTo>
                <a:lnTo>
                  <a:pt x="453902" y="43400"/>
                </a:lnTo>
                <a:lnTo>
                  <a:pt x="454292" y="43149"/>
                </a:lnTo>
                <a:lnTo>
                  <a:pt x="454688" y="42905"/>
                </a:lnTo>
                <a:lnTo>
                  <a:pt x="455089" y="42667"/>
                </a:lnTo>
                <a:lnTo>
                  <a:pt x="455495" y="42436"/>
                </a:lnTo>
                <a:lnTo>
                  <a:pt x="455907" y="42212"/>
                </a:lnTo>
                <a:lnTo>
                  <a:pt x="456324" y="41995"/>
                </a:lnTo>
                <a:lnTo>
                  <a:pt x="456745" y="41788"/>
                </a:lnTo>
                <a:lnTo>
                  <a:pt x="457172" y="41590"/>
                </a:lnTo>
                <a:lnTo>
                  <a:pt x="457604" y="41401"/>
                </a:lnTo>
                <a:lnTo>
                  <a:pt x="458041" y="41222"/>
                </a:lnTo>
                <a:lnTo>
                  <a:pt x="458483" y="41051"/>
                </a:lnTo>
                <a:lnTo>
                  <a:pt x="458930" y="40890"/>
                </a:lnTo>
                <a:lnTo>
                  <a:pt x="459381" y="40738"/>
                </a:lnTo>
                <a:lnTo>
                  <a:pt x="459838" y="40595"/>
                </a:lnTo>
                <a:lnTo>
                  <a:pt x="460300" y="40462"/>
                </a:lnTo>
                <a:lnTo>
                  <a:pt x="460767" y="40338"/>
                </a:lnTo>
                <a:lnTo>
                  <a:pt x="461238" y="40223"/>
                </a:lnTo>
                <a:lnTo>
                  <a:pt x="461715" y="40117"/>
                </a:lnTo>
                <a:lnTo>
                  <a:pt x="462197" y="40020"/>
                </a:lnTo>
                <a:lnTo>
                  <a:pt x="462684" y="39932"/>
                </a:lnTo>
                <a:lnTo>
                  <a:pt x="463175" y="39854"/>
                </a:lnTo>
                <a:lnTo>
                  <a:pt x="463672" y="39785"/>
                </a:lnTo>
                <a:lnTo>
                  <a:pt x="464174" y="39725"/>
                </a:lnTo>
                <a:lnTo>
                  <a:pt x="464680" y="39675"/>
                </a:lnTo>
                <a:lnTo>
                  <a:pt x="465192" y="39633"/>
                </a:lnTo>
                <a:lnTo>
                  <a:pt x="465708" y="39601"/>
                </a:lnTo>
                <a:lnTo>
                  <a:pt x="466230" y="39578"/>
                </a:lnTo>
                <a:lnTo>
                  <a:pt x="466757" y="39564"/>
                </a:lnTo>
                <a:lnTo>
                  <a:pt x="467288" y="39560"/>
                </a:lnTo>
                <a:lnTo>
                  <a:pt x="467826" y="39564"/>
                </a:lnTo>
                <a:lnTo>
                  <a:pt x="468359" y="39578"/>
                </a:lnTo>
                <a:lnTo>
                  <a:pt x="468886" y="39601"/>
                </a:lnTo>
                <a:lnTo>
                  <a:pt x="469408" y="39633"/>
                </a:lnTo>
                <a:lnTo>
                  <a:pt x="469926" y="39675"/>
                </a:lnTo>
                <a:lnTo>
                  <a:pt x="470438" y="39725"/>
                </a:lnTo>
                <a:lnTo>
                  <a:pt x="470945" y="39785"/>
                </a:lnTo>
                <a:lnTo>
                  <a:pt x="471446" y="39854"/>
                </a:lnTo>
                <a:lnTo>
                  <a:pt x="471943" y="39932"/>
                </a:lnTo>
                <a:lnTo>
                  <a:pt x="472435" y="40020"/>
                </a:lnTo>
                <a:lnTo>
                  <a:pt x="472921" y="40117"/>
                </a:lnTo>
                <a:lnTo>
                  <a:pt x="473403" y="40223"/>
                </a:lnTo>
                <a:lnTo>
                  <a:pt x="473879" y="40338"/>
                </a:lnTo>
                <a:lnTo>
                  <a:pt x="474350" y="40462"/>
                </a:lnTo>
                <a:lnTo>
                  <a:pt x="474816" y="40595"/>
                </a:lnTo>
                <a:lnTo>
                  <a:pt x="475277" y="40738"/>
                </a:lnTo>
                <a:lnTo>
                  <a:pt x="475733" y="40890"/>
                </a:lnTo>
                <a:lnTo>
                  <a:pt x="476184" y="41051"/>
                </a:lnTo>
                <a:lnTo>
                  <a:pt x="476629" y="41222"/>
                </a:lnTo>
                <a:lnTo>
                  <a:pt x="477070" y="41401"/>
                </a:lnTo>
                <a:lnTo>
                  <a:pt x="477505" y="41590"/>
                </a:lnTo>
                <a:lnTo>
                  <a:pt x="477935" y="41788"/>
                </a:lnTo>
                <a:lnTo>
                  <a:pt x="478360" y="41995"/>
                </a:lnTo>
                <a:lnTo>
                  <a:pt x="478780" y="42212"/>
                </a:lnTo>
                <a:lnTo>
                  <a:pt x="479195" y="42436"/>
                </a:lnTo>
                <a:lnTo>
                  <a:pt x="479604" y="42667"/>
                </a:lnTo>
                <a:lnTo>
                  <a:pt x="480008" y="42905"/>
                </a:lnTo>
                <a:lnTo>
                  <a:pt x="480406" y="43149"/>
                </a:lnTo>
                <a:lnTo>
                  <a:pt x="480799" y="43400"/>
                </a:lnTo>
                <a:lnTo>
                  <a:pt x="481186" y="43657"/>
                </a:lnTo>
                <a:lnTo>
                  <a:pt x="481568" y="43922"/>
                </a:lnTo>
                <a:lnTo>
                  <a:pt x="481944" y="44192"/>
                </a:lnTo>
                <a:lnTo>
                  <a:pt x="482315" y="44470"/>
                </a:lnTo>
                <a:lnTo>
                  <a:pt x="482680" y="44754"/>
                </a:lnTo>
                <a:lnTo>
                  <a:pt x="483040" y="45045"/>
                </a:lnTo>
                <a:lnTo>
                  <a:pt x="483394" y="45342"/>
                </a:lnTo>
                <a:lnTo>
                  <a:pt x="483743" y="45647"/>
                </a:lnTo>
                <a:lnTo>
                  <a:pt x="484086" y="45957"/>
                </a:lnTo>
                <a:lnTo>
                  <a:pt x="484424" y="46275"/>
                </a:lnTo>
                <a:lnTo>
                  <a:pt x="484756" y="46599"/>
                </a:lnTo>
                <a:lnTo>
                  <a:pt x="485082" y="46930"/>
                </a:lnTo>
                <a:lnTo>
                  <a:pt x="485404" y="47267"/>
                </a:lnTo>
                <a:lnTo>
                  <a:pt x="485719" y="47611"/>
                </a:lnTo>
                <a:lnTo>
                  <a:pt x="486030" y="47962"/>
                </a:lnTo>
                <a:lnTo>
                  <a:pt x="486334" y="48319"/>
                </a:lnTo>
                <a:lnTo>
                  <a:pt x="486633" y="48683"/>
                </a:lnTo>
                <a:lnTo>
                  <a:pt x="486927" y="49054"/>
                </a:lnTo>
                <a:lnTo>
                  <a:pt x="487215" y="49431"/>
                </a:lnTo>
                <a:lnTo>
                  <a:pt x="487498" y="49814"/>
                </a:lnTo>
                <a:lnTo>
                  <a:pt x="487775" y="50201"/>
                </a:lnTo>
                <a:lnTo>
                  <a:pt x="488045" y="50592"/>
                </a:lnTo>
                <a:lnTo>
                  <a:pt x="488310" y="50988"/>
                </a:lnTo>
                <a:lnTo>
                  <a:pt x="488569" y="51388"/>
                </a:lnTo>
                <a:lnTo>
                  <a:pt x="488822" y="51793"/>
                </a:lnTo>
                <a:lnTo>
                  <a:pt x="489070" y="52202"/>
                </a:lnTo>
                <a:lnTo>
                  <a:pt x="489311" y="52615"/>
                </a:lnTo>
                <a:lnTo>
                  <a:pt x="489546" y="53033"/>
                </a:lnTo>
                <a:lnTo>
                  <a:pt x="489776" y="53455"/>
                </a:lnTo>
                <a:lnTo>
                  <a:pt x="490000" y="53881"/>
                </a:lnTo>
                <a:lnTo>
                  <a:pt x="490217" y="54311"/>
                </a:lnTo>
                <a:lnTo>
                  <a:pt x="490429" y="54746"/>
                </a:lnTo>
                <a:lnTo>
                  <a:pt x="490635" y="55186"/>
                </a:lnTo>
                <a:lnTo>
                  <a:pt x="490835" y="55629"/>
                </a:lnTo>
                <a:lnTo>
                  <a:pt x="491030" y="56077"/>
                </a:lnTo>
                <a:lnTo>
                  <a:pt x="491218" y="56530"/>
                </a:lnTo>
                <a:lnTo>
                  <a:pt x="491401" y="56987"/>
                </a:lnTo>
                <a:lnTo>
                  <a:pt x="491577" y="57448"/>
                </a:lnTo>
                <a:lnTo>
                  <a:pt x="491748" y="57913"/>
                </a:lnTo>
                <a:lnTo>
                  <a:pt x="491913" y="58383"/>
                </a:lnTo>
                <a:lnTo>
                  <a:pt x="492072" y="58857"/>
                </a:lnTo>
                <a:lnTo>
                  <a:pt x="492225" y="59335"/>
                </a:lnTo>
                <a:lnTo>
                  <a:pt x="492372" y="59818"/>
                </a:lnTo>
                <a:lnTo>
                  <a:pt x="492513" y="60304"/>
                </a:lnTo>
                <a:lnTo>
                  <a:pt x="492649" y="60793"/>
                </a:lnTo>
                <a:lnTo>
                  <a:pt x="492778" y="61283"/>
                </a:lnTo>
                <a:lnTo>
                  <a:pt x="492901" y="61776"/>
                </a:lnTo>
                <a:lnTo>
                  <a:pt x="493018" y="62272"/>
                </a:lnTo>
                <a:lnTo>
                  <a:pt x="493130" y="62769"/>
                </a:lnTo>
                <a:lnTo>
                  <a:pt x="493235" y="63269"/>
                </a:lnTo>
                <a:lnTo>
                  <a:pt x="493334" y="63772"/>
                </a:lnTo>
                <a:lnTo>
                  <a:pt x="493427" y="64276"/>
                </a:lnTo>
                <a:lnTo>
                  <a:pt x="493514" y="64783"/>
                </a:lnTo>
                <a:lnTo>
                  <a:pt x="493595" y="65292"/>
                </a:lnTo>
                <a:lnTo>
                  <a:pt x="493671" y="65804"/>
                </a:lnTo>
                <a:lnTo>
                  <a:pt x="493740" y="66317"/>
                </a:lnTo>
                <a:lnTo>
                  <a:pt x="493803" y="66833"/>
                </a:lnTo>
                <a:lnTo>
                  <a:pt x="493860" y="67352"/>
                </a:lnTo>
                <a:lnTo>
                  <a:pt x="493911" y="67872"/>
                </a:lnTo>
                <a:lnTo>
                  <a:pt x="493956" y="68395"/>
                </a:lnTo>
                <a:lnTo>
                  <a:pt x="493995" y="68921"/>
                </a:lnTo>
                <a:lnTo>
                  <a:pt x="494028" y="69448"/>
                </a:lnTo>
                <a:lnTo>
                  <a:pt x="494055" y="69978"/>
                </a:lnTo>
                <a:lnTo>
                  <a:pt x="494076" y="70510"/>
                </a:lnTo>
                <a:lnTo>
                  <a:pt x="494091" y="71045"/>
                </a:lnTo>
                <a:lnTo>
                  <a:pt x="494100" y="71582"/>
                </a:lnTo>
                <a:lnTo>
                  <a:pt x="494103" y="72121"/>
                </a:lnTo>
                <a:lnTo>
                  <a:pt x="494103" y="74478"/>
                </a:lnTo>
                <a:lnTo>
                  <a:pt x="494100" y="75023"/>
                </a:lnTo>
                <a:lnTo>
                  <a:pt x="494091" y="75566"/>
                </a:lnTo>
                <a:lnTo>
                  <a:pt x="494076" y="76106"/>
                </a:lnTo>
                <a:lnTo>
                  <a:pt x="494055" y="76644"/>
                </a:lnTo>
                <a:lnTo>
                  <a:pt x="494028" y="77179"/>
                </a:lnTo>
                <a:lnTo>
                  <a:pt x="493995" y="77712"/>
                </a:lnTo>
                <a:lnTo>
                  <a:pt x="493956" y="78243"/>
                </a:lnTo>
                <a:lnTo>
                  <a:pt x="493911" y="78771"/>
                </a:lnTo>
                <a:lnTo>
                  <a:pt x="493860" y="79297"/>
                </a:lnTo>
                <a:lnTo>
                  <a:pt x="493803" y="79820"/>
                </a:lnTo>
                <a:lnTo>
                  <a:pt x="493740" y="80341"/>
                </a:lnTo>
                <a:lnTo>
                  <a:pt x="493671" y="80859"/>
                </a:lnTo>
                <a:lnTo>
                  <a:pt x="493595" y="81375"/>
                </a:lnTo>
                <a:lnTo>
                  <a:pt x="493514" y="81889"/>
                </a:lnTo>
                <a:lnTo>
                  <a:pt x="493427" y="82400"/>
                </a:lnTo>
                <a:lnTo>
                  <a:pt x="493334" y="82909"/>
                </a:lnTo>
                <a:lnTo>
                  <a:pt x="493235" y="83415"/>
                </a:lnTo>
                <a:lnTo>
                  <a:pt x="493130" y="83919"/>
                </a:lnTo>
                <a:lnTo>
                  <a:pt x="493018" y="84420"/>
                </a:lnTo>
                <a:lnTo>
                  <a:pt x="492901" y="84919"/>
                </a:lnTo>
                <a:lnTo>
                  <a:pt x="492778" y="85416"/>
                </a:lnTo>
                <a:lnTo>
                  <a:pt x="492649" y="85910"/>
                </a:lnTo>
                <a:lnTo>
                  <a:pt x="492513" y="86402"/>
                </a:lnTo>
                <a:lnTo>
                  <a:pt x="492372" y="86891"/>
                </a:lnTo>
                <a:lnTo>
                  <a:pt x="492225" y="87377"/>
                </a:lnTo>
                <a:lnTo>
                  <a:pt x="492072" y="87858"/>
                </a:lnTo>
                <a:lnTo>
                  <a:pt x="491913" y="88334"/>
                </a:lnTo>
                <a:lnTo>
                  <a:pt x="491749" y="88806"/>
                </a:lnTo>
                <a:lnTo>
                  <a:pt x="491579" y="89274"/>
                </a:lnTo>
                <a:lnTo>
                  <a:pt x="491403" y="89736"/>
                </a:lnTo>
                <a:lnTo>
                  <a:pt x="491221" y="90195"/>
                </a:lnTo>
                <a:lnTo>
                  <a:pt x="491034" y="90648"/>
                </a:lnTo>
                <a:lnTo>
                  <a:pt x="490841" y="91097"/>
                </a:lnTo>
                <a:lnTo>
                  <a:pt x="490642" y="91541"/>
                </a:lnTo>
                <a:lnTo>
                  <a:pt x="490437" y="91981"/>
                </a:lnTo>
                <a:lnTo>
                  <a:pt x="490227" y="92416"/>
                </a:lnTo>
                <a:lnTo>
                  <a:pt x="490010" y="92847"/>
                </a:lnTo>
                <a:lnTo>
                  <a:pt x="489788" y="93272"/>
                </a:lnTo>
                <a:lnTo>
                  <a:pt x="489561" y="93694"/>
                </a:lnTo>
                <a:lnTo>
                  <a:pt x="489327" y="94110"/>
                </a:lnTo>
                <a:lnTo>
                  <a:pt x="489088" y="94523"/>
                </a:lnTo>
                <a:lnTo>
                  <a:pt x="488843" y="94930"/>
                </a:lnTo>
                <a:lnTo>
                  <a:pt x="488592" y="95333"/>
                </a:lnTo>
                <a:lnTo>
                  <a:pt x="488336" y="95731"/>
                </a:lnTo>
                <a:lnTo>
                  <a:pt x="488074" y="96125"/>
                </a:lnTo>
                <a:lnTo>
                  <a:pt x="487806" y="96514"/>
                </a:lnTo>
                <a:lnTo>
                  <a:pt x="487532" y="96898"/>
                </a:lnTo>
                <a:lnTo>
                  <a:pt x="487252" y="97278"/>
                </a:lnTo>
                <a:lnTo>
                  <a:pt x="486967" y="97652"/>
                </a:lnTo>
                <a:lnTo>
                  <a:pt x="486676" y="98020"/>
                </a:lnTo>
                <a:lnTo>
                  <a:pt x="486380" y="98381"/>
                </a:lnTo>
                <a:lnTo>
                  <a:pt x="486079" y="98735"/>
                </a:lnTo>
                <a:lnTo>
                  <a:pt x="485772" y="99083"/>
                </a:lnTo>
                <a:lnTo>
                  <a:pt x="485459" y="99424"/>
                </a:lnTo>
                <a:lnTo>
                  <a:pt x="485141" y="99758"/>
                </a:lnTo>
                <a:lnTo>
                  <a:pt x="484817" y="100086"/>
                </a:lnTo>
                <a:lnTo>
                  <a:pt x="484488" y="100407"/>
                </a:lnTo>
                <a:lnTo>
                  <a:pt x="484153" y="100721"/>
                </a:lnTo>
                <a:lnTo>
                  <a:pt x="483813" y="101029"/>
                </a:lnTo>
                <a:lnTo>
                  <a:pt x="483468" y="101330"/>
                </a:lnTo>
                <a:lnTo>
                  <a:pt x="483116" y="101624"/>
                </a:lnTo>
                <a:lnTo>
                  <a:pt x="482760" y="101912"/>
                </a:lnTo>
                <a:lnTo>
                  <a:pt x="482398" y="102193"/>
                </a:lnTo>
                <a:lnTo>
                  <a:pt x="482030" y="102468"/>
                </a:lnTo>
                <a:lnTo>
                  <a:pt x="481657" y="102735"/>
                </a:lnTo>
                <a:lnTo>
                  <a:pt x="481278" y="102997"/>
                </a:lnTo>
                <a:lnTo>
                  <a:pt x="480894" y="103251"/>
                </a:lnTo>
                <a:lnTo>
                  <a:pt x="480504" y="103499"/>
                </a:lnTo>
                <a:lnTo>
                  <a:pt x="480109" y="103740"/>
                </a:lnTo>
                <a:lnTo>
                  <a:pt x="479709" y="103975"/>
                </a:lnTo>
                <a:lnTo>
                  <a:pt x="479303" y="104203"/>
                </a:lnTo>
                <a:lnTo>
                  <a:pt x="478891" y="104424"/>
                </a:lnTo>
                <a:lnTo>
                  <a:pt x="478474" y="104637"/>
                </a:lnTo>
                <a:lnTo>
                  <a:pt x="478052" y="104842"/>
                </a:lnTo>
                <a:lnTo>
                  <a:pt x="477624" y="105037"/>
                </a:lnTo>
                <a:lnTo>
                  <a:pt x="477191" y="105223"/>
                </a:lnTo>
                <a:lnTo>
                  <a:pt x="476754" y="105400"/>
                </a:lnTo>
                <a:lnTo>
                  <a:pt x="476310" y="105568"/>
                </a:lnTo>
                <a:lnTo>
                  <a:pt x="475862" y="105727"/>
                </a:lnTo>
                <a:lnTo>
                  <a:pt x="475408" y="105877"/>
                </a:lnTo>
                <a:lnTo>
                  <a:pt x="474949" y="106018"/>
                </a:lnTo>
                <a:lnTo>
                  <a:pt x="474485" y="106149"/>
                </a:lnTo>
                <a:lnTo>
                  <a:pt x="474016" y="106272"/>
                </a:lnTo>
                <a:lnTo>
                  <a:pt x="473541" y="106385"/>
                </a:lnTo>
                <a:lnTo>
                  <a:pt x="473061" y="106490"/>
                </a:lnTo>
                <a:lnTo>
                  <a:pt x="472576" y="106585"/>
                </a:lnTo>
                <a:lnTo>
                  <a:pt x="472085" y="106671"/>
                </a:lnTo>
                <a:lnTo>
                  <a:pt x="471590" y="106749"/>
                </a:lnTo>
                <a:lnTo>
                  <a:pt x="471089" y="106817"/>
                </a:lnTo>
                <a:lnTo>
                  <a:pt x="470583" y="106876"/>
                </a:lnTo>
                <a:lnTo>
                  <a:pt x="470071" y="106926"/>
                </a:lnTo>
                <a:lnTo>
                  <a:pt x="469555" y="106966"/>
                </a:lnTo>
                <a:lnTo>
                  <a:pt x="469033" y="106998"/>
                </a:lnTo>
                <a:lnTo>
                  <a:pt x="468506" y="107021"/>
                </a:lnTo>
                <a:lnTo>
                  <a:pt x="467973" y="107035"/>
                </a:lnTo>
                <a:lnTo>
                  <a:pt x="467436" y="107039"/>
                </a:lnTo>
                <a:lnTo>
                  <a:pt x="466898" y="107035"/>
                </a:lnTo>
                <a:lnTo>
                  <a:pt x="466365" y="107021"/>
                </a:lnTo>
                <a:lnTo>
                  <a:pt x="465838" y="106998"/>
                </a:lnTo>
                <a:lnTo>
                  <a:pt x="465316" y="106966"/>
                </a:lnTo>
                <a:lnTo>
                  <a:pt x="464798" y="106926"/>
                </a:lnTo>
                <a:lnTo>
                  <a:pt x="464286" y="106876"/>
                </a:lnTo>
                <a:lnTo>
                  <a:pt x="463779" y="106817"/>
                </a:lnTo>
                <a:lnTo>
                  <a:pt x="463278" y="106749"/>
                </a:lnTo>
                <a:lnTo>
                  <a:pt x="462781" y="106671"/>
                </a:lnTo>
                <a:lnTo>
                  <a:pt x="462289" y="106585"/>
                </a:lnTo>
                <a:lnTo>
                  <a:pt x="461803" y="106490"/>
                </a:lnTo>
                <a:lnTo>
                  <a:pt x="461321" y="106385"/>
                </a:lnTo>
                <a:lnTo>
                  <a:pt x="460845" y="106272"/>
                </a:lnTo>
                <a:lnTo>
                  <a:pt x="460374" y="106149"/>
                </a:lnTo>
                <a:lnTo>
                  <a:pt x="459908" y="106018"/>
                </a:lnTo>
                <a:lnTo>
                  <a:pt x="459447" y="105877"/>
                </a:lnTo>
                <a:lnTo>
                  <a:pt x="458991" y="105727"/>
                </a:lnTo>
                <a:lnTo>
                  <a:pt x="458540" y="105568"/>
                </a:lnTo>
                <a:lnTo>
                  <a:pt x="458095" y="105400"/>
                </a:lnTo>
                <a:lnTo>
                  <a:pt x="457654" y="105223"/>
                </a:lnTo>
                <a:lnTo>
                  <a:pt x="457219" y="105037"/>
                </a:lnTo>
                <a:lnTo>
                  <a:pt x="456789" y="104842"/>
                </a:lnTo>
                <a:lnTo>
                  <a:pt x="456363" y="104637"/>
                </a:lnTo>
                <a:lnTo>
                  <a:pt x="455943" y="104424"/>
                </a:lnTo>
                <a:lnTo>
                  <a:pt x="455529" y="104203"/>
                </a:lnTo>
                <a:lnTo>
                  <a:pt x="455120" y="103975"/>
                </a:lnTo>
                <a:lnTo>
                  <a:pt x="454716" y="103740"/>
                </a:lnTo>
                <a:lnTo>
                  <a:pt x="454318" y="103499"/>
                </a:lnTo>
                <a:lnTo>
                  <a:pt x="453925" y="103251"/>
                </a:lnTo>
                <a:lnTo>
                  <a:pt x="453538" y="102997"/>
                </a:lnTo>
                <a:lnTo>
                  <a:pt x="453156" y="102735"/>
                </a:lnTo>
                <a:lnTo>
                  <a:pt x="452780" y="102468"/>
                </a:lnTo>
                <a:lnTo>
                  <a:pt x="452409" y="102193"/>
                </a:lnTo>
                <a:lnTo>
                  <a:pt x="452044" y="101912"/>
                </a:lnTo>
                <a:lnTo>
                  <a:pt x="451684" y="101624"/>
                </a:lnTo>
                <a:lnTo>
                  <a:pt x="451330" y="101330"/>
                </a:lnTo>
                <a:lnTo>
                  <a:pt x="450981" y="101029"/>
                </a:lnTo>
                <a:lnTo>
                  <a:pt x="450638" y="100721"/>
                </a:lnTo>
                <a:lnTo>
                  <a:pt x="450300" y="100407"/>
                </a:lnTo>
                <a:lnTo>
                  <a:pt x="449968" y="100086"/>
                </a:lnTo>
                <a:lnTo>
                  <a:pt x="449642" y="99758"/>
                </a:lnTo>
                <a:lnTo>
                  <a:pt x="449320" y="99424"/>
                </a:lnTo>
                <a:lnTo>
                  <a:pt x="449005" y="99083"/>
                </a:lnTo>
                <a:lnTo>
                  <a:pt x="448694" y="98735"/>
                </a:lnTo>
                <a:lnTo>
                  <a:pt x="448390" y="98381"/>
                </a:lnTo>
                <a:lnTo>
                  <a:pt x="448090" y="98020"/>
                </a:lnTo>
                <a:lnTo>
                  <a:pt x="447797" y="97652"/>
                </a:lnTo>
                <a:lnTo>
                  <a:pt x="447509" y="97278"/>
                </a:lnTo>
                <a:lnTo>
                  <a:pt x="447226" y="96898"/>
                </a:lnTo>
                <a:lnTo>
                  <a:pt x="446949" y="96514"/>
                </a:lnTo>
                <a:lnTo>
                  <a:pt x="446679" y="96125"/>
                </a:lnTo>
                <a:lnTo>
                  <a:pt x="446414" y="95731"/>
                </a:lnTo>
                <a:lnTo>
                  <a:pt x="446155" y="95333"/>
                </a:lnTo>
                <a:lnTo>
                  <a:pt x="445902" y="94930"/>
                </a:lnTo>
                <a:lnTo>
                  <a:pt x="445654" y="94523"/>
                </a:lnTo>
                <a:lnTo>
                  <a:pt x="445413" y="94110"/>
                </a:lnTo>
                <a:lnTo>
                  <a:pt x="445178" y="93694"/>
                </a:lnTo>
                <a:lnTo>
                  <a:pt x="444948" y="93272"/>
                </a:lnTo>
                <a:lnTo>
                  <a:pt x="444724" y="92847"/>
                </a:lnTo>
                <a:lnTo>
                  <a:pt x="444507" y="92416"/>
                </a:lnTo>
                <a:lnTo>
                  <a:pt x="444295" y="91981"/>
                </a:lnTo>
                <a:lnTo>
                  <a:pt x="444089" y="91541"/>
                </a:lnTo>
                <a:lnTo>
                  <a:pt x="443888" y="91097"/>
                </a:lnTo>
                <a:lnTo>
                  <a:pt x="443694" y="90648"/>
                </a:lnTo>
                <a:lnTo>
                  <a:pt x="443506" y="90195"/>
                </a:lnTo>
                <a:lnTo>
                  <a:pt x="443323" y="89736"/>
                </a:lnTo>
                <a:lnTo>
                  <a:pt x="443147" y="89274"/>
                </a:lnTo>
                <a:lnTo>
                  <a:pt x="442976" y="88806"/>
                </a:lnTo>
                <a:lnTo>
                  <a:pt x="442811" y="88334"/>
                </a:lnTo>
                <a:lnTo>
                  <a:pt x="442652" y="87858"/>
                </a:lnTo>
                <a:lnTo>
                  <a:pt x="442499" y="87377"/>
                </a:lnTo>
                <a:lnTo>
                  <a:pt x="442352" y="86891"/>
                </a:lnTo>
                <a:lnTo>
                  <a:pt x="442211" y="86402"/>
                </a:lnTo>
                <a:lnTo>
                  <a:pt x="442075" y="85910"/>
                </a:lnTo>
                <a:lnTo>
                  <a:pt x="441946" y="85416"/>
                </a:lnTo>
                <a:lnTo>
                  <a:pt x="441823" y="84919"/>
                </a:lnTo>
                <a:lnTo>
                  <a:pt x="441706" y="84420"/>
                </a:lnTo>
                <a:lnTo>
                  <a:pt x="441594" y="83919"/>
                </a:lnTo>
                <a:lnTo>
                  <a:pt x="441489" y="83415"/>
                </a:lnTo>
                <a:lnTo>
                  <a:pt x="441390" y="82909"/>
                </a:lnTo>
                <a:lnTo>
                  <a:pt x="441297" y="82400"/>
                </a:lnTo>
                <a:lnTo>
                  <a:pt x="441210" y="81889"/>
                </a:lnTo>
                <a:lnTo>
                  <a:pt x="441129" y="81375"/>
                </a:lnTo>
                <a:lnTo>
                  <a:pt x="441053" y="80859"/>
                </a:lnTo>
                <a:lnTo>
                  <a:pt x="440984" y="80341"/>
                </a:lnTo>
                <a:lnTo>
                  <a:pt x="440921" y="79820"/>
                </a:lnTo>
                <a:lnTo>
                  <a:pt x="440864" y="79297"/>
                </a:lnTo>
                <a:lnTo>
                  <a:pt x="440813" y="78771"/>
                </a:lnTo>
                <a:lnTo>
                  <a:pt x="440768" y="78243"/>
                </a:lnTo>
                <a:lnTo>
                  <a:pt x="440729" y="77712"/>
                </a:lnTo>
                <a:lnTo>
                  <a:pt x="440696" y="77179"/>
                </a:lnTo>
                <a:lnTo>
                  <a:pt x="440669" y="76644"/>
                </a:lnTo>
                <a:lnTo>
                  <a:pt x="440648" y="76106"/>
                </a:lnTo>
                <a:lnTo>
                  <a:pt x="440633" y="75566"/>
                </a:lnTo>
                <a:lnTo>
                  <a:pt x="440624" y="75023"/>
                </a:lnTo>
                <a:lnTo>
                  <a:pt x="440621" y="74478"/>
                </a:lnTo>
                <a:lnTo>
                  <a:pt x="440621" y="72121"/>
                </a:lnTo>
                <a:lnTo>
                  <a:pt x="440624" y="71582"/>
                </a:lnTo>
                <a:lnTo>
                  <a:pt x="440633" y="71045"/>
                </a:lnTo>
                <a:lnTo>
                  <a:pt x="440648" y="70510"/>
                </a:lnTo>
                <a:lnTo>
                  <a:pt x="440669" y="69978"/>
                </a:lnTo>
                <a:lnTo>
                  <a:pt x="440696" y="69448"/>
                </a:lnTo>
                <a:close/>
                <a:moveTo>
                  <a:pt x="631938" y="65812"/>
                </a:moveTo>
                <a:lnTo>
                  <a:pt x="631906" y="65166"/>
                </a:lnTo>
                <a:lnTo>
                  <a:pt x="631866" y="64524"/>
                </a:lnTo>
                <a:lnTo>
                  <a:pt x="631820" y="63886"/>
                </a:lnTo>
                <a:lnTo>
                  <a:pt x="631766" y="63254"/>
                </a:lnTo>
                <a:lnTo>
                  <a:pt x="631705" y="62626"/>
                </a:lnTo>
                <a:lnTo>
                  <a:pt x="631637" y="62003"/>
                </a:lnTo>
                <a:lnTo>
                  <a:pt x="631562" y="61384"/>
                </a:lnTo>
                <a:lnTo>
                  <a:pt x="631480" y="60771"/>
                </a:lnTo>
                <a:lnTo>
                  <a:pt x="631390" y="60162"/>
                </a:lnTo>
                <a:lnTo>
                  <a:pt x="631293" y="59557"/>
                </a:lnTo>
                <a:lnTo>
                  <a:pt x="631189" y="58958"/>
                </a:lnTo>
                <a:lnTo>
                  <a:pt x="631078" y="58363"/>
                </a:lnTo>
                <a:lnTo>
                  <a:pt x="630960" y="57773"/>
                </a:lnTo>
                <a:lnTo>
                  <a:pt x="630835" y="57188"/>
                </a:lnTo>
                <a:lnTo>
                  <a:pt x="630702" y="56607"/>
                </a:lnTo>
                <a:lnTo>
                  <a:pt x="630563" y="56031"/>
                </a:lnTo>
                <a:lnTo>
                  <a:pt x="630416" y="55460"/>
                </a:lnTo>
                <a:lnTo>
                  <a:pt x="630262" y="54894"/>
                </a:lnTo>
                <a:lnTo>
                  <a:pt x="630101" y="54332"/>
                </a:lnTo>
                <a:lnTo>
                  <a:pt x="629933" y="53775"/>
                </a:lnTo>
                <a:lnTo>
                  <a:pt x="629757" y="53224"/>
                </a:lnTo>
                <a:lnTo>
                  <a:pt x="629575" y="52678"/>
                </a:lnTo>
                <a:lnTo>
                  <a:pt x="629386" y="52139"/>
                </a:lnTo>
                <a:lnTo>
                  <a:pt x="629190" y="51606"/>
                </a:lnTo>
                <a:lnTo>
                  <a:pt x="628987" y="51079"/>
                </a:lnTo>
                <a:lnTo>
                  <a:pt x="628777" y="50558"/>
                </a:lnTo>
                <a:lnTo>
                  <a:pt x="628560" y="50043"/>
                </a:lnTo>
                <a:lnTo>
                  <a:pt x="628336" y="49534"/>
                </a:lnTo>
                <a:lnTo>
                  <a:pt x="628106" y="49032"/>
                </a:lnTo>
                <a:lnTo>
                  <a:pt x="627868" y="48535"/>
                </a:lnTo>
                <a:lnTo>
                  <a:pt x="627624" y="48045"/>
                </a:lnTo>
                <a:lnTo>
                  <a:pt x="627373" y="47561"/>
                </a:lnTo>
                <a:lnTo>
                  <a:pt x="627114" y="47083"/>
                </a:lnTo>
                <a:lnTo>
                  <a:pt x="626849" y="46611"/>
                </a:lnTo>
                <a:lnTo>
                  <a:pt x="626577" y="46146"/>
                </a:lnTo>
                <a:lnTo>
                  <a:pt x="626298" y="45686"/>
                </a:lnTo>
                <a:lnTo>
                  <a:pt x="626012" y="45233"/>
                </a:lnTo>
                <a:lnTo>
                  <a:pt x="625720" y="44785"/>
                </a:lnTo>
                <a:lnTo>
                  <a:pt x="625420" y="44344"/>
                </a:lnTo>
                <a:lnTo>
                  <a:pt x="625113" y="43909"/>
                </a:lnTo>
                <a:lnTo>
                  <a:pt x="624800" y="43480"/>
                </a:lnTo>
                <a:lnTo>
                  <a:pt x="624480" y="43057"/>
                </a:lnTo>
                <a:lnTo>
                  <a:pt x="624152" y="42641"/>
                </a:lnTo>
                <a:lnTo>
                  <a:pt x="623818" y="42230"/>
                </a:lnTo>
                <a:lnTo>
                  <a:pt x="623477" y="41826"/>
                </a:lnTo>
                <a:lnTo>
                  <a:pt x="623130" y="41430"/>
                </a:lnTo>
                <a:lnTo>
                  <a:pt x="622777" y="41042"/>
                </a:lnTo>
                <a:lnTo>
                  <a:pt x="622417" y="40661"/>
                </a:lnTo>
                <a:lnTo>
                  <a:pt x="622052" y="40288"/>
                </a:lnTo>
                <a:lnTo>
                  <a:pt x="621679" y="39923"/>
                </a:lnTo>
                <a:lnTo>
                  <a:pt x="621301" y="39565"/>
                </a:lnTo>
                <a:lnTo>
                  <a:pt x="620916" y="39215"/>
                </a:lnTo>
                <a:lnTo>
                  <a:pt x="620525" y="38873"/>
                </a:lnTo>
                <a:lnTo>
                  <a:pt x="620128" y="38538"/>
                </a:lnTo>
                <a:lnTo>
                  <a:pt x="619725" y="38211"/>
                </a:lnTo>
                <a:lnTo>
                  <a:pt x="619315" y="37892"/>
                </a:lnTo>
                <a:lnTo>
                  <a:pt x="618899" y="37580"/>
                </a:lnTo>
                <a:lnTo>
                  <a:pt x="618477" y="37276"/>
                </a:lnTo>
                <a:lnTo>
                  <a:pt x="618048" y="36979"/>
                </a:lnTo>
                <a:lnTo>
                  <a:pt x="617614" y="36691"/>
                </a:lnTo>
                <a:lnTo>
                  <a:pt x="617173" y="36409"/>
                </a:lnTo>
                <a:lnTo>
                  <a:pt x="616725" y="36136"/>
                </a:lnTo>
                <a:lnTo>
                  <a:pt x="616272" y="35870"/>
                </a:lnTo>
                <a:lnTo>
                  <a:pt x="615812" y="35612"/>
                </a:lnTo>
                <a:lnTo>
                  <a:pt x="615346" y="35362"/>
                </a:lnTo>
                <a:lnTo>
                  <a:pt x="614873" y="35119"/>
                </a:lnTo>
                <a:lnTo>
                  <a:pt x="614395" y="34884"/>
                </a:lnTo>
                <a:lnTo>
                  <a:pt x="613910" y="34656"/>
                </a:lnTo>
                <a:lnTo>
                  <a:pt x="613419" y="34437"/>
                </a:lnTo>
                <a:lnTo>
                  <a:pt x="612922" y="34227"/>
                </a:lnTo>
                <a:lnTo>
                  <a:pt x="612419" y="34027"/>
                </a:lnTo>
                <a:lnTo>
                  <a:pt x="611910" y="33836"/>
                </a:lnTo>
                <a:lnTo>
                  <a:pt x="611394" y="33654"/>
                </a:lnTo>
                <a:lnTo>
                  <a:pt x="610873" y="33482"/>
                </a:lnTo>
                <a:lnTo>
                  <a:pt x="610346" y="33319"/>
                </a:lnTo>
                <a:lnTo>
                  <a:pt x="609813" y="33165"/>
                </a:lnTo>
                <a:lnTo>
                  <a:pt x="609274" y="33020"/>
                </a:lnTo>
                <a:lnTo>
                  <a:pt x="608729" y="32885"/>
                </a:lnTo>
                <a:lnTo>
                  <a:pt x="608178" y="32759"/>
                </a:lnTo>
                <a:lnTo>
                  <a:pt x="607620" y="32643"/>
                </a:lnTo>
                <a:lnTo>
                  <a:pt x="607057" y="32536"/>
                </a:lnTo>
                <a:lnTo>
                  <a:pt x="606488" y="32438"/>
                </a:lnTo>
                <a:lnTo>
                  <a:pt x="605913" y="32349"/>
                </a:lnTo>
                <a:lnTo>
                  <a:pt x="605332" y="32270"/>
                </a:lnTo>
                <a:lnTo>
                  <a:pt x="604744" y="32200"/>
                </a:lnTo>
                <a:lnTo>
                  <a:pt x="604151" y="32140"/>
                </a:lnTo>
                <a:lnTo>
                  <a:pt x="603552" y="32088"/>
                </a:lnTo>
                <a:lnTo>
                  <a:pt x="602947" y="32046"/>
                </a:lnTo>
                <a:lnTo>
                  <a:pt x="602335" y="32014"/>
                </a:lnTo>
                <a:lnTo>
                  <a:pt x="601718" y="31990"/>
                </a:lnTo>
                <a:lnTo>
                  <a:pt x="601095" y="31976"/>
                </a:lnTo>
                <a:lnTo>
                  <a:pt x="600465" y="31972"/>
                </a:lnTo>
                <a:lnTo>
                  <a:pt x="599896" y="31977"/>
                </a:lnTo>
                <a:lnTo>
                  <a:pt x="599328" y="31991"/>
                </a:lnTo>
                <a:lnTo>
                  <a:pt x="598764" y="32016"/>
                </a:lnTo>
                <a:lnTo>
                  <a:pt x="598201" y="32050"/>
                </a:lnTo>
                <a:lnTo>
                  <a:pt x="597641" y="32093"/>
                </a:lnTo>
                <a:lnTo>
                  <a:pt x="597084" y="32147"/>
                </a:lnTo>
                <a:lnTo>
                  <a:pt x="596529" y="32210"/>
                </a:lnTo>
                <a:lnTo>
                  <a:pt x="595976" y="32283"/>
                </a:lnTo>
                <a:lnTo>
                  <a:pt x="595426" y="32365"/>
                </a:lnTo>
                <a:lnTo>
                  <a:pt x="594878" y="32458"/>
                </a:lnTo>
                <a:lnTo>
                  <a:pt x="594332" y="32560"/>
                </a:lnTo>
                <a:lnTo>
                  <a:pt x="593789" y="32672"/>
                </a:lnTo>
                <a:lnTo>
                  <a:pt x="593249" y="32793"/>
                </a:lnTo>
                <a:lnTo>
                  <a:pt x="592711" y="32924"/>
                </a:lnTo>
                <a:lnTo>
                  <a:pt x="592175" y="33065"/>
                </a:lnTo>
                <a:lnTo>
                  <a:pt x="591642" y="33216"/>
                </a:lnTo>
                <a:lnTo>
                  <a:pt x="591111" y="33376"/>
                </a:lnTo>
                <a:lnTo>
                  <a:pt x="590582" y="33546"/>
                </a:lnTo>
                <a:lnTo>
                  <a:pt x="590056" y="33726"/>
                </a:lnTo>
                <a:lnTo>
                  <a:pt x="589533" y="33916"/>
                </a:lnTo>
                <a:lnTo>
                  <a:pt x="589012" y="34115"/>
                </a:lnTo>
                <a:lnTo>
                  <a:pt x="588493" y="34324"/>
                </a:lnTo>
                <a:lnTo>
                  <a:pt x="587977" y="34543"/>
                </a:lnTo>
                <a:lnTo>
                  <a:pt x="587463" y="34771"/>
                </a:lnTo>
                <a:lnTo>
                  <a:pt x="586953" y="35009"/>
                </a:lnTo>
                <a:lnTo>
                  <a:pt x="586448" y="35255"/>
                </a:lnTo>
                <a:lnTo>
                  <a:pt x="585947" y="35511"/>
                </a:lnTo>
                <a:lnTo>
                  <a:pt x="585452" y="35775"/>
                </a:lnTo>
                <a:lnTo>
                  <a:pt x="584961" y="36048"/>
                </a:lnTo>
                <a:lnTo>
                  <a:pt x="584475" y="36330"/>
                </a:lnTo>
                <a:lnTo>
                  <a:pt x="583994" y="36620"/>
                </a:lnTo>
                <a:lnTo>
                  <a:pt x="583518" y="36920"/>
                </a:lnTo>
                <a:lnTo>
                  <a:pt x="583046" y="37228"/>
                </a:lnTo>
                <a:lnTo>
                  <a:pt x="582580" y="37545"/>
                </a:lnTo>
                <a:lnTo>
                  <a:pt x="582118" y="37871"/>
                </a:lnTo>
                <a:lnTo>
                  <a:pt x="581662" y="38206"/>
                </a:lnTo>
                <a:lnTo>
                  <a:pt x="581210" y="38549"/>
                </a:lnTo>
                <a:lnTo>
                  <a:pt x="580763" y="38902"/>
                </a:lnTo>
                <a:lnTo>
                  <a:pt x="580321" y="39263"/>
                </a:lnTo>
                <a:lnTo>
                  <a:pt x="579884" y="39633"/>
                </a:lnTo>
                <a:lnTo>
                  <a:pt x="579451" y="40012"/>
                </a:lnTo>
                <a:lnTo>
                  <a:pt x="579024" y="40400"/>
                </a:lnTo>
                <a:lnTo>
                  <a:pt x="578601" y="40796"/>
                </a:lnTo>
                <a:lnTo>
                  <a:pt x="578183" y="41202"/>
                </a:lnTo>
                <a:lnTo>
                  <a:pt x="577770" y="41616"/>
                </a:lnTo>
                <a:lnTo>
                  <a:pt x="577362" y="42039"/>
                </a:lnTo>
                <a:lnTo>
                  <a:pt x="576959" y="42471"/>
                </a:lnTo>
                <a:lnTo>
                  <a:pt x="576560" y="42911"/>
                </a:lnTo>
                <a:lnTo>
                  <a:pt x="576168" y="43360"/>
                </a:lnTo>
                <a:lnTo>
                  <a:pt x="575782" y="43816"/>
                </a:lnTo>
                <a:lnTo>
                  <a:pt x="575403" y="44279"/>
                </a:lnTo>
                <a:lnTo>
                  <a:pt x="575032" y="44750"/>
                </a:lnTo>
                <a:lnTo>
                  <a:pt x="574667" y="45228"/>
                </a:lnTo>
                <a:lnTo>
                  <a:pt x="574309" y="45713"/>
                </a:lnTo>
                <a:lnTo>
                  <a:pt x="573958" y="46206"/>
                </a:lnTo>
                <a:lnTo>
                  <a:pt x="573614" y="46705"/>
                </a:lnTo>
                <a:lnTo>
                  <a:pt x="573276" y="47212"/>
                </a:lnTo>
                <a:lnTo>
                  <a:pt x="572946" y="47727"/>
                </a:lnTo>
                <a:lnTo>
                  <a:pt x="572623" y="48248"/>
                </a:lnTo>
                <a:lnTo>
                  <a:pt x="572306" y="48777"/>
                </a:lnTo>
                <a:lnTo>
                  <a:pt x="571996" y="49313"/>
                </a:lnTo>
                <a:lnTo>
                  <a:pt x="571694" y="49857"/>
                </a:lnTo>
                <a:lnTo>
                  <a:pt x="571398" y="50408"/>
                </a:lnTo>
                <a:lnTo>
                  <a:pt x="571109" y="50966"/>
                </a:lnTo>
                <a:lnTo>
                  <a:pt x="570827" y="51531"/>
                </a:lnTo>
                <a:lnTo>
                  <a:pt x="570552" y="52104"/>
                </a:lnTo>
                <a:lnTo>
                  <a:pt x="570284" y="52684"/>
                </a:lnTo>
                <a:lnTo>
                  <a:pt x="570022" y="53271"/>
                </a:lnTo>
                <a:lnTo>
                  <a:pt x="569768" y="53865"/>
                </a:lnTo>
                <a:lnTo>
                  <a:pt x="569520" y="54467"/>
                </a:lnTo>
                <a:lnTo>
                  <a:pt x="569280" y="55076"/>
                </a:lnTo>
                <a:lnTo>
                  <a:pt x="569046" y="55693"/>
                </a:lnTo>
                <a:lnTo>
                  <a:pt x="568821" y="56316"/>
                </a:lnTo>
                <a:lnTo>
                  <a:pt x="568605" y="56945"/>
                </a:lnTo>
                <a:lnTo>
                  <a:pt x="568399" y="57580"/>
                </a:lnTo>
                <a:lnTo>
                  <a:pt x="568202" y="58222"/>
                </a:lnTo>
                <a:lnTo>
                  <a:pt x="568015" y="58870"/>
                </a:lnTo>
                <a:lnTo>
                  <a:pt x="567838" y="59523"/>
                </a:lnTo>
                <a:lnTo>
                  <a:pt x="567670" y="60183"/>
                </a:lnTo>
                <a:lnTo>
                  <a:pt x="567511" y="60849"/>
                </a:lnTo>
                <a:lnTo>
                  <a:pt x="567363" y="61522"/>
                </a:lnTo>
                <a:lnTo>
                  <a:pt x="567224" y="62200"/>
                </a:lnTo>
                <a:lnTo>
                  <a:pt x="567094" y="62885"/>
                </a:lnTo>
                <a:lnTo>
                  <a:pt x="566974" y="63575"/>
                </a:lnTo>
                <a:lnTo>
                  <a:pt x="566864" y="64272"/>
                </a:lnTo>
                <a:lnTo>
                  <a:pt x="566763" y="64975"/>
                </a:lnTo>
                <a:lnTo>
                  <a:pt x="566672" y="65684"/>
                </a:lnTo>
                <a:lnTo>
                  <a:pt x="566591" y="66399"/>
                </a:lnTo>
                <a:lnTo>
                  <a:pt x="566519" y="67120"/>
                </a:lnTo>
                <a:lnTo>
                  <a:pt x="566456" y="67848"/>
                </a:lnTo>
                <a:lnTo>
                  <a:pt x="566404" y="68582"/>
                </a:lnTo>
                <a:lnTo>
                  <a:pt x="566360" y="69321"/>
                </a:lnTo>
                <a:lnTo>
                  <a:pt x="566327" y="70067"/>
                </a:lnTo>
                <a:lnTo>
                  <a:pt x="566303" y="70819"/>
                </a:lnTo>
                <a:lnTo>
                  <a:pt x="566288" y="71577"/>
                </a:lnTo>
                <a:lnTo>
                  <a:pt x="566284" y="72342"/>
                </a:lnTo>
                <a:lnTo>
                  <a:pt x="566284" y="75509"/>
                </a:lnTo>
                <a:lnTo>
                  <a:pt x="566288" y="76219"/>
                </a:lnTo>
                <a:lnTo>
                  <a:pt x="566302" y="76924"/>
                </a:lnTo>
                <a:lnTo>
                  <a:pt x="566325" y="77624"/>
                </a:lnTo>
                <a:lnTo>
                  <a:pt x="566357" y="78320"/>
                </a:lnTo>
                <a:lnTo>
                  <a:pt x="566399" y="79011"/>
                </a:lnTo>
                <a:lnTo>
                  <a:pt x="566449" y="79697"/>
                </a:lnTo>
                <a:lnTo>
                  <a:pt x="566509" y="80378"/>
                </a:lnTo>
                <a:lnTo>
                  <a:pt x="566578" y="81055"/>
                </a:lnTo>
                <a:lnTo>
                  <a:pt x="566657" y="81727"/>
                </a:lnTo>
                <a:lnTo>
                  <a:pt x="566744" y="82394"/>
                </a:lnTo>
                <a:lnTo>
                  <a:pt x="566841" y="83056"/>
                </a:lnTo>
                <a:lnTo>
                  <a:pt x="566947" y="83714"/>
                </a:lnTo>
                <a:lnTo>
                  <a:pt x="567062" y="84367"/>
                </a:lnTo>
                <a:lnTo>
                  <a:pt x="567186" y="85015"/>
                </a:lnTo>
                <a:lnTo>
                  <a:pt x="567320" y="85659"/>
                </a:lnTo>
                <a:lnTo>
                  <a:pt x="567462" y="86298"/>
                </a:lnTo>
                <a:lnTo>
                  <a:pt x="567614" y="86932"/>
                </a:lnTo>
                <a:lnTo>
                  <a:pt x="567775" y="87561"/>
                </a:lnTo>
                <a:lnTo>
                  <a:pt x="567946" y="88185"/>
                </a:lnTo>
                <a:lnTo>
                  <a:pt x="568125" y="88805"/>
                </a:lnTo>
                <a:lnTo>
                  <a:pt x="568314" y="89420"/>
                </a:lnTo>
                <a:lnTo>
                  <a:pt x="568512" y="90031"/>
                </a:lnTo>
                <a:lnTo>
                  <a:pt x="568719" y="90636"/>
                </a:lnTo>
                <a:lnTo>
                  <a:pt x="568936" y="91237"/>
                </a:lnTo>
                <a:lnTo>
                  <a:pt x="569160" y="91833"/>
                </a:lnTo>
                <a:lnTo>
                  <a:pt x="569393" y="92421"/>
                </a:lnTo>
                <a:lnTo>
                  <a:pt x="569632" y="93003"/>
                </a:lnTo>
                <a:lnTo>
                  <a:pt x="569879" y="93577"/>
                </a:lnTo>
                <a:lnTo>
                  <a:pt x="570133" y="94145"/>
                </a:lnTo>
                <a:lnTo>
                  <a:pt x="570395" y="94707"/>
                </a:lnTo>
                <a:lnTo>
                  <a:pt x="570664" y="95261"/>
                </a:lnTo>
                <a:lnTo>
                  <a:pt x="570941" y="95809"/>
                </a:lnTo>
                <a:lnTo>
                  <a:pt x="571225" y="96350"/>
                </a:lnTo>
                <a:lnTo>
                  <a:pt x="571517" y="96884"/>
                </a:lnTo>
                <a:lnTo>
                  <a:pt x="571815" y="97411"/>
                </a:lnTo>
                <a:lnTo>
                  <a:pt x="572122" y="97932"/>
                </a:lnTo>
                <a:lnTo>
                  <a:pt x="572436" y="98446"/>
                </a:lnTo>
                <a:lnTo>
                  <a:pt x="572757" y="98953"/>
                </a:lnTo>
                <a:lnTo>
                  <a:pt x="573085" y="99453"/>
                </a:lnTo>
                <a:lnTo>
                  <a:pt x="573421" y="99947"/>
                </a:lnTo>
                <a:lnTo>
                  <a:pt x="573765" y="100433"/>
                </a:lnTo>
                <a:lnTo>
                  <a:pt x="574115" y="100913"/>
                </a:lnTo>
                <a:lnTo>
                  <a:pt x="574474" y="101386"/>
                </a:lnTo>
                <a:lnTo>
                  <a:pt x="574839" y="101853"/>
                </a:lnTo>
                <a:lnTo>
                  <a:pt x="575212" y="102312"/>
                </a:lnTo>
                <a:lnTo>
                  <a:pt x="575593" y="102765"/>
                </a:lnTo>
                <a:lnTo>
                  <a:pt x="575981" y="103211"/>
                </a:lnTo>
                <a:lnTo>
                  <a:pt x="576376" y="103650"/>
                </a:lnTo>
                <a:lnTo>
                  <a:pt x="576778" y="104082"/>
                </a:lnTo>
                <a:lnTo>
                  <a:pt x="577186" y="104506"/>
                </a:lnTo>
                <a:lnTo>
                  <a:pt x="577601" y="104921"/>
                </a:lnTo>
                <a:lnTo>
                  <a:pt x="578021" y="105328"/>
                </a:lnTo>
                <a:lnTo>
                  <a:pt x="578448" y="105727"/>
                </a:lnTo>
                <a:lnTo>
                  <a:pt x="578881" y="106118"/>
                </a:lnTo>
                <a:lnTo>
                  <a:pt x="579320" y="106501"/>
                </a:lnTo>
                <a:lnTo>
                  <a:pt x="579765" y="106875"/>
                </a:lnTo>
                <a:lnTo>
                  <a:pt x="580216" y="107242"/>
                </a:lnTo>
                <a:lnTo>
                  <a:pt x="580673" y="107600"/>
                </a:lnTo>
                <a:lnTo>
                  <a:pt x="581137" y="107950"/>
                </a:lnTo>
                <a:lnTo>
                  <a:pt x="581607" y="108291"/>
                </a:lnTo>
                <a:lnTo>
                  <a:pt x="582082" y="108625"/>
                </a:lnTo>
                <a:lnTo>
                  <a:pt x="582564" y="108950"/>
                </a:lnTo>
                <a:lnTo>
                  <a:pt x="583052" y="109268"/>
                </a:lnTo>
                <a:lnTo>
                  <a:pt x="583546" y="109577"/>
                </a:lnTo>
                <a:lnTo>
                  <a:pt x="584047" y="109877"/>
                </a:lnTo>
                <a:lnTo>
                  <a:pt x="584553" y="110170"/>
                </a:lnTo>
                <a:lnTo>
                  <a:pt x="585066" y="110454"/>
                </a:lnTo>
                <a:lnTo>
                  <a:pt x="585585" y="110731"/>
                </a:lnTo>
                <a:lnTo>
                  <a:pt x="586109" y="110999"/>
                </a:lnTo>
                <a:lnTo>
                  <a:pt x="586640" y="111259"/>
                </a:lnTo>
                <a:lnTo>
                  <a:pt x="587178" y="111510"/>
                </a:lnTo>
                <a:lnTo>
                  <a:pt x="587721" y="111754"/>
                </a:lnTo>
                <a:lnTo>
                  <a:pt x="588269" y="111988"/>
                </a:lnTo>
                <a:lnTo>
                  <a:pt x="588822" y="112213"/>
                </a:lnTo>
                <a:lnTo>
                  <a:pt x="589380" y="112427"/>
                </a:lnTo>
                <a:lnTo>
                  <a:pt x="589941" y="112632"/>
                </a:lnTo>
                <a:lnTo>
                  <a:pt x="590507" y="112826"/>
                </a:lnTo>
                <a:lnTo>
                  <a:pt x="591077" y="113011"/>
                </a:lnTo>
                <a:lnTo>
                  <a:pt x="591652" y="113185"/>
                </a:lnTo>
                <a:lnTo>
                  <a:pt x="592231" y="113350"/>
                </a:lnTo>
                <a:lnTo>
                  <a:pt x="592814" y="113505"/>
                </a:lnTo>
                <a:lnTo>
                  <a:pt x="593402" y="113649"/>
                </a:lnTo>
                <a:lnTo>
                  <a:pt x="593994" y="113784"/>
                </a:lnTo>
                <a:lnTo>
                  <a:pt x="594590" y="113909"/>
                </a:lnTo>
                <a:lnTo>
                  <a:pt x="595191" y="114023"/>
                </a:lnTo>
                <a:lnTo>
                  <a:pt x="595796" y="114128"/>
                </a:lnTo>
                <a:lnTo>
                  <a:pt x="596406" y="114223"/>
                </a:lnTo>
                <a:lnTo>
                  <a:pt x="597019" y="114308"/>
                </a:lnTo>
                <a:lnTo>
                  <a:pt x="597638" y="114382"/>
                </a:lnTo>
                <a:lnTo>
                  <a:pt x="598260" y="114447"/>
                </a:lnTo>
                <a:lnTo>
                  <a:pt x="598887" y="114502"/>
                </a:lnTo>
                <a:lnTo>
                  <a:pt x="599518" y="114547"/>
                </a:lnTo>
                <a:lnTo>
                  <a:pt x="600154" y="114582"/>
                </a:lnTo>
                <a:lnTo>
                  <a:pt x="600793" y="114607"/>
                </a:lnTo>
                <a:lnTo>
                  <a:pt x="601438" y="114622"/>
                </a:lnTo>
                <a:lnTo>
                  <a:pt x="602086" y="114627"/>
                </a:lnTo>
                <a:lnTo>
                  <a:pt x="602679" y="114623"/>
                </a:lnTo>
                <a:lnTo>
                  <a:pt x="603265" y="114613"/>
                </a:lnTo>
                <a:lnTo>
                  <a:pt x="603845" y="114596"/>
                </a:lnTo>
                <a:lnTo>
                  <a:pt x="604419" y="114573"/>
                </a:lnTo>
                <a:lnTo>
                  <a:pt x="604987" y="114542"/>
                </a:lnTo>
                <a:lnTo>
                  <a:pt x="605549" y="114505"/>
                </a:lnTo>
                <a:lnTo>
                  <a:pt x="606104" y="114461"/>
                </a:lnTo>
                <a:lnTo>
                  <a:pt x="606654" y="114410"/>
                </a:lnTo>
                <a:lnTo>
                  <a:pt x="607197" y="114352"/>
                </a:lnTo>
                <a:lnTo>
                  <a:pt x="607734" y="114288"/>
                </a:lnTo>
                <a:lnTo>
                  <a:pt x="608265" y="114217"/>
                </a:lnTo>
                <a:lnTo>
                  <a:pt x="608790" y="114139"/>
                </a:lnTo>
                <a:lnTo>
                  <a:pt x="609309" y="114054"/>
                </a:lnTo>
                <a:lnTo>
                  <a:pt x="609821" y="113963"/>
                </a:lnTo>
                <a:lnTo>
                  <a:pt x="610328" y="113864"/>
                </a:lnTo>
                <a:lnTo>
                  <a:pt x="610828" y="113759"/>
                </a:lnTo>
                <a:lnTo>
                  <a:pt x="611322" y="113647"/>
                </a:lnTo>
                <a:lnTo>
                  <a:pt x="611810" y="113529"/>
                </a:lnTo>
                <a:lnTo>
                  <a:pt x="612292" y="113403"/>
                </a:lnTo>
                <a:lnTo>
                  <a:pt x="612768" y="113271"/>
                </a:lnTo>
                <a:lnTo>
                  <a:pt x="613238" y="113132"/>
                </a:lnTo>
                <a:lnTo>
                  <a:pt x="613701" y="112986"/>
                </a:lnTo>
                <a:lnTo>
                  <a:pt x="614158" y="112834"/>
                </a:lnTo>
                <a:lnTo>
                  <a:pt x="614610" y="112675"/>
                </a:lnTo>
                <a:lnTo>
                  <a:pt x="615055" y="112510"/>
                </a:lnTo>
                <a:lnTo>
                  <a:pt x="615495" y="112341"/>
                </a:lnTo>
                <a:lnTo>
                  <a:pt x="615930" y="112167"/>
                </a:lnTo>
                <a:lnTo>
                  <a:pt x="616359" y="111989"/>
                </a:lnTo>
                <a:lnTo>
                  <a:pt x="616783" y="111807"/>
                </a:lnTo>
                <a:lnTo>
                  <a:pt x="617202" y="111620"/>
                </a:lnTo>
                <a:lnTo>
                  <a:pt x="617615" y="111429"/>
                </a:lnTo>
                <a:lnTo>
                  <a:pt x="618023" y="111234"/>
                </a:lnTo>
                <a:lnTo>
                  <a:pt x="618425" y="111034"/>
                </a:lnTo>
                <a:lnTo>
                  <a:pt x="618822" y="110830"/>
                </a:lnTo>
                <a:lnTo>
                  <a:pt x="619214" y="110622"/>
                </a:lnTo>
                <a:lnTo>
                  <a:pt x="619601" y="110409"/>
                </a:lnTo>
                <a:lnTo>
                  <a:pt x="619982" y="110192"/>
                </a:lnTo>
                <a:lnTo>
                  <a:pt x="620357" y="109971"/>
                </a:lnTo>
                <a:lnTo>
                  <a:pt x="620727" y="109745"/>
                </a:lnTo>
                <a:lnTo>
                  <a:pt x="621092" y="109515"/>
                </a:lnTo>
                <a:lnTo>
                  <a:pt x="621452" y="109281"/>
                </a:lnTo>
                <a:lnTo>
                  <a:pt x="621806" y="109042"/>
                </a:lnTo>
                <a:lnTo>
                  <a:pt x="622155" y="108799"/>
                </a:lnTo>
                <a:lnTo>
                  <a:pt x="622498" y="108551"/>
                </a:lnTo>
                <a:lnTo>
                  <a:pt x="622836" y="108300"/>
                </a:lnTo>
                <a:lnTo>
                  <a:pt x="623169" y="108043"/>
                </a:lnTo>
                <a:lnTo>
                  <a:pt x="623496" y="107783"/>
                </a:lnTo>
                <a:lnTo>
                  <a:pt x="623818" y="107518"/>
                </a:lnTo>
                <a:lnTo>
                  <a:pt x="624135" y="107250"/>
                </a:lnTo>
                <a:lnTo>
                  <a:pt x="624448" y="106980"/>
                </a:lnTo>
                <a:lnTo>
                  <a:pt x="624757" y="106707"/>
                </a:lnTo>
                <a:lnTo>
                  <a:pt x="625062" y="106432"/>
                </a:lnTo>
                <a:lnTo>
                  <a:pt x="625363" y="106156"/>
                </a:lnTo>
                <a:lnTo>
                  <a:pt x="625660" y="105877"/>
                </a:lnTo>
                <a:lnTo>
                  <a:pt x="625952" y="105595"/>
                </a:lnTo>
                <a:lnTo>
                  <a:pt x="626241" y="105312"/>
                </a:lnTo>
                <a:lnTo>
                  <a:pt x="626525" y="105026"/>
                </a:lnTo>
                <a:lnTo>
                  <a:pt x="626806" y="104739"/>
                </a:lnTo>
                <a:lnTo>
                  <a:pt x="627082" y="104449"/>
                </a:lnTo>
                <a:lnTo>
                  <a:pt x="627354" y="104157"/>
                </a:lnTo>
                <a:lnTo>
                  <a:pt x="627622" y="103863"/>
                </a:lnTo>
                <a:lnTo>
                  <a:pt x="627886" y="103566"/>
                </a:lnTo>
                <a:lnTo>
                  <a:pt x="628146" y="103268"/>
                </a:lnTo>
                <a:lnTo>
                  <a:pt x="628402" y="102967"/>
                </a:lnTo>
                <a:lnTo>
                  <a:pt x="628654" y="102664"/>
                </a:lnTo>
                <a:lnTo>
                  <a:pt x="628901" y="102359"/>
                </a:lnTo>
                <a:lnTo>
                  <a:pt x="629145" y="102052"/>
                </a:lnTo>
                <a:lnTo>
                  <a:pt x="629384" y="101742"/>
                </a:lnTo>
                <a:lnTo>
                  <a:pt x="629619" y="101431"/>
                </a:lnTo>
                <a:lnTo>
                  <a:pt x="629851" y="101117"/>
                </a:lnTo>
                <a:lnTo>
                  <a:pt x="630078" y="100801"/>
                </a:lnTo>
                <a:lnTo>
                  <a:pt x="630301" y="100483"/>
                </a:lnTo>
                <a:lnTo>
                  <a:pt x="624776" y="96210"/>
                </a:lnTo>
                <a:lnTo>
                  <a:pt x="624412" y="96677"/>
                </a:lnTo>
                <a:lnTo>
                  <a:pt x="624043" y="97134"/>
                </a:lnTo>
                <a:lnTo>
                  <a:pt x="623671" y="97580"/>
                </a:lnTo>
                <a:lnTo>
                  <a:pt x="623295" y="98016"/>
                </a:lnTo>
                <a:lnTo>
                  <a:pt x="622915" y="98441"/>
                </a:lnTo>
                <a:lnTo>
                  <a:pt x="622531" y="98855"/>
                </a:lnTo>
                <a:lnTo>
                  <a:pt x="622143" y="99259"/>
                </a:lnTo>
                <a:lnTo>
                  <a:pt x="621751" y="99652"/>
                </a:lnTo>
                <a:lnTo>
                  <a:pt x="621355" y="100034"/>
                </a:lnTo>
                <a:lnTo>
                  <a:pt x="620956" y="100406"/>
                </a:lnTo>
                <a:lnTo>
                  <a:pt x="620552" y="100767"/>
                </a:lnTo>
                <a:lnTo>
                  <a:pt x="620144" y="101118"/>
                </a:lnTo>
                <a:lnTo>
                  <a:pt x="619732" y="101458"/>
                </a:lnTo>
                <a:lnTo>
                  <a:pt x="619316" y="101787"/>
                </a:lnTo>
                <a:lnTo>
                  <a:pt x="618897" y="102106"/>
                </a:lnTo>
                <a:lnTo>
                  <a:pt x="618473" y="102414"/>
                </a:lnTo>
                <a:lnTo>
                  <a:pt x="618045" y="102712"/>
                </a:lnTo>
                <a:lnTo>
                  <a:pt x="617614" y="102999"/>
                </a:lnTo>
                <a:lnTo>
                  <a:pt x="617178" y="103275"/>
                </a:lnTo>
                <a:lnTo>
                  <a:pt x="616739" y="103541"/>
                </a:lnTo>
                <a:lnTo>
                  <a:pt x="616295" y="103796"/>
                </a:lnTo>
                <a:lnTo>
                  <a:pt x="615848" y="104040"/>
                </a:lnTo>
                <a:lnTo>
                  <a:pt x="615397" y="104274"/>
                </a:lnTo>
                <a:lnTo>
                  <a:pt x="614941" y="104498"/>
                </a:lnTo>
                <a:lnTo>
                  <a:pt x="614481" y="104711"/>
                </a:lnTo>
                <a:lnTo>
                  <a:pt x="614016" y="104915"/>
                </a:lnTo>
                <a:lnTo>
                  <a:pt x="613545" y="105111"/>
                </a:lnTo>
                <a:lnTo>
                  <a:pt x="613070" y="105297"/>
                </a:lnTo>
                <a:lnTo>
                  <a:pt x="612589" y="105474"/>
                </a:lnTo>
                <a:lnTo>
                  <a:pt x="612103" y="105642"/>
                </a:lnTo>
                <a:lnTo>
                  <a:pt x="611611" y="105801"/>
                </a:lnTo>
                <a:lnTo>
                  <a:pt x="611115" y="105950"/>
                </a:lnTo>
                <a:lnTo>
                  <a:pt x="610613" y="106091"/>
                </a:lnTo>
                <a:lnTo>
                  <a:pt x="610105" y="106223"/>
                </a:lnTo>
                <a:lnTo>
                  <a:pt x="609593" y="106345"/>
                </a:lnTo>
                <a:lnTo>
                  <a:pt x="609075" y="106459"/>
                </a:lnTo>
                <a:lnTo>
                  <a:pt x="608552" y="106563"/>
                </a:lnTo>
                <a:lnTo>
                  <a:pt x="608024" y="106659"/>
                </a:lnTo>
                <a:lnTo>
                  <a:pt x="607491" y="106745"/>
                </a:lnTo>
                <a:lnTo>
                  <a:pt x="606952" y="106822"/>
                </a:lnTo>
                <a:lnTo>
                  <a:pt x="606408" y="106890"/>
                </a:lnTo>
                <a:lnTo>
                  <a:pt x="605859" y="106949"/>
                </a:lnTo>
                <a:lnTo>
                  <a:pt x="605305" y="106999"/>
                </a:lnTo>
                <a:lnTo>
                  <a:pt x="604745" y="107040"/>
                </a:lnTo>
                <a:lnTo>
                  <a:pt x="604180" y="107072"/>
                </a:lnTo>
                <a:lnTo>
                  <a:pt x="603610" y="107095"/>
                </a:lnTo>
                <a:lnTo>
                  <a:pt x="603035" y="107108"/>
                </a:lnTo>
                <a:lnTo>
                  <a:pt x="602454" y="107113"/>
                </a:lnTo>
                <a:lnTo>
                  <a:pt x="601947" y="107108"/>
                </a:lnTo>
                <a:lnTo>
                  <a:pt x="601443" y="107096"/>
                </a:lnTo>
                <a:lnTo>
                  <a:pt x="600943" y="107074"/>
                </a:lnTo>
                <a:lnTo>
                  <a:pt x="600447" y="107044"/>
                </a:lnTo>
                <a:lnTo>
                  <a:pt x="599955" y="107006"/>
                </a:lnTo>
                <a:lnTo>
                  <a:pt x="599466" y="106959"/>
                </a:lnTo>
                <a:lnTo>
                  <a:pt x="598982" y="106903"/>
                </a:lnTo>
                <a:lnTo>
                  <a:pt x="598501" y="106839"/>
                </a:lnTo>
                <a:lnTo>
                  <a:pt x="598024" y="106766"/>
                </a:lnTo>
                <a:lnTo>
                  <a:pt x="597551" y="106684"/>
                </a:lnTo>
                <a:lnTo>
                  <a:pt x="597082" y="106594"/>
                </a:lnTo>
                <a:lnTo>
                  <a:pt x="596616" y="106496"/>
                </a:lnTo>
                <a:lnTo>
                  <a:pt x="596155" y="106389"/>
                </a:lnTo>
                <a:lnTo>
                  <a:pt x="595697" y="106273"/>
                </a:lnTo>
                <a:lnTo>
                  <a:pt x="595243" y="106149"/>
                </a:lnTo>
                <a:lnTo>
                  <a:pt x="594793" y="106016"/>
                </a:lnTo>
                <a:lnTo>
                  <a:pt x="594347" y="105875"/>
                </a:lnTo>
                <a:lnTo>
                  <a:pt x="593904" y="105725"/>
                </a:lnTo>
                <a:lnTo>
                  <a:pt x="593466" y="105566"/>
                </a:lnTo>
                <a:lnTo>
                  <a:pt x="593031" y="105399"/>
                </a:lnTo>
                <a:lnTo>
                  <a:pt x="592600" y="105223"/>
                </a:lnTo>
                <a:lnTo>
                  <a:pt x="592173" y="105039"/>
                </a:lnTo>
                <a:lnTo>
                  <a:pt x="591750" y="104846"/>
                </a:lnTo>
                <a:lnTo>
                  <a:pt x="591331" y="104645"/>
                </a:lnTo>
                <a:lnTo>
                  <a:pt x="590916" y="104436"/>
                </a:lnTo>
                <a:lnTo>
                  <a:pt x="590505" y="104221"/>
                </a:lnTo>
                <a:lnTo>
                  <a:pt x="590100" y="103999"/>
                </a:lnTo>
                <a:lnTo>
                  <a:pt x="589700" y="103771"/>
                </a:lnTo>
                <a:lnTo>
                  <a:pt x="589304" y="103537"/>
                </a:lnTo>
                <a:lnTo>
                  <a:pt x="588913" y="103296"/>
                </a:lnTo>
                <a:lnTo>
                  <a:pt x="588528" y="103049"/>
                </a:lnTo>
                <a:lnTo>
                  <a:pt x="588147" y="102795"/>
                </a:lnTo>
                <a:lnTo>
                  <a:pt x="587770" y="102535"/>
                </a:lnTo>
                <a:lnTo>
                  <a:pt x="587399" y="102269"/>
                </a:lnTo>
                <a:lnTo>
                  <a:pt x="587033" y="101996"/>
                </a:lnTo>
                <a:lnTo>
                  <a:pt x="586671" y="101717"/>
                </a:lnTo>
                <a:lnTo>
                  <a:pt x="586314" y="101431"/>
                </a:lnTo>
                <a:lnTo>
                  <a:pt x="585963" y="101139"/>
                </a:lnTo>
                <a:lnTo>
                  <a:pt x="585616" y="100841"/>
                </a:lnTo>
                <a:lnTo>
                  <a:pt x="585274" y="100536"/>
                </a:lnTo>
                <a:lnTo>
                  <a:pt x="584936" y="100225"/>
                </a:lnTo>
                <a:lnTo>
                  <a:pt x="584604" y="99907"/>
                </a:lnTo>
                <a:lnTo>
                  <a:pt x="584276" y="99583"/>
                </a:lnTo>
                <a:lnTo>
                  <a:pt x="583954" y="99253"/>
                </a:lnTo>
                <a:lnTo>
                  <a:pt x="583636" y="98916"/>
                </a:lnTo>
                <a:lnTo>
                  <a:pt x="583323" y="98573"/>
                </a:lnTo>
                <a:lnTo>
                  <a:pt x="583015" y="98223"/>
                </a:lnTo>
                <a:lnTo>
                  <a:pt x="582712" y="97867"/>
                </a:lnTo>
                <a:lnTo>
                  <a:pt x="582414" y="97506"/>
                </a:lnTo>
                <a:lnTo>
                  <a:pt x="582121" y="97139"/>
                </a:lnTo>
                <a:lnTo>
                  <a:pt x="581834" y="96768"/>
                </a:lnTo>
                <a:lnTo>
                  <a:pt x="581553" y="96391"/>
                </a:lnTo>
                <a:lnTo>
                  <a:pt x="581278" y="96009"/>
                </a:lnTo>
                <a:lnTo>
                  <a:pt x="581008" y="95623"/>
                </a:lnTo>
                <a:lnTo>
                  <a:pt x="580744" y="95231"/>
                </a:lnTo>
                <a:lnTo>
                  <a:pt x="580485" y="94835"/>
                </a:lnTo>
                <a:lnTo>
                  <a:pt x="580232" y="94433"/>
                </a:lnTo>
                <a:lnTo>
                  <a:pt x="579985" y="94027"/>
                </a:lnTo>
                <a:lnTo>
                  <a:pt x="579743" y="93615"/>
                </a:lnTo>
                <a:lnTo>
                  <a:pt x="579507" y="93199"/>
                </a:lnTo>
                <a:lnTo>
                  <a:pt x="579277" y="92777"/>
                </a:lnTo>
                <a:lnTo>
                  <a:pt x="579052" y="92351"/>
                </a:lnTo>
                <a:lnTo>
                  <a:pt x="578832" y="91919"/>
                </a:lnTo>
                <a:lnTo>
                  <a:pt x="578619" y="91483"/>
                </a:lnTo>
                <a:lnTo>
                  <a:pt x="578411" y="91042"/>
                </a:lnTo>
                <a:lnTo>
                  <a:pt x="578209" y="90595"/>
                </a:lnTo>
                <a:lnTo>
                  <a:pt x="578012" y="90144"/>
                </a:lnTo>
                <a:lnTo>
                  <a:pt x="577821" y="89687"/>
                </a:lnTo>
                <a:lnTo>
                  <a:pt x="577635" y="89226"/>
                </a:lnTo>
                <a:lnTo>
                  <a:pt x="577456" y="88760"/>
                </a:lnTo>
                <a:lnTo>
                  <a:pt x="577281" y="88288"/>
                </a:lnTo>
                <a:lnTo>
                  <a:pt x="577113" y="87812"/>
                </a:lnTo>
                <a:lnTo>
                  <a:pt x="576950" y="87332"/>
                </a:lnTo>
                <a:lnTo>
                  <a:pt x="576795" y="86849"/>
                </a:lnTo>
                <a:lnTo>
                  <a:pt x="576647" y="86363"/>
                </a:lnTo>
                <a:lnTo>
                  <a:pt x="576505" y="85874"/>
                </a:lnTo>
                <a:lnTo>
                  <a:pt x="576370" y="85382"/>
                </a:lnTo>
                <a:lnTo>
                  <a:pt x="576243" y="84888"/>
                </a:lnTo>
                <a:lnTo>
                  <a:pt x="576122" y="84391"/>
                </a:lnTo>
                <a:lnTo>
                  <a:pt x="576008" y="83891"/>
                </a:lnTo>
                <a:lnTo>
                  <a:pt x="575901" y="83388"/>
                </a:lnTo>
                <a:lnTo>
                  <a:pt x="575801" y="82883"/>
                </a:lnTo>
                <a:lnTo>
                  <a:pt x="575707" y="82374"/>
                </a:lnTo>
                <a:lnTo>
                  <a:pt x="575621" y="81863"/>
                </a:lnTo>
                <a:lnTo>
                  <a:pt x="575542" y="81349"/>
                </a:lnTo>
                <a:lnTo>
                  <a:pt x="575469" y="80832"/>
                </a:lnTo>
                <a:lnTo>
                  <a:pt x="575403" y="80313"/>
                </a:lnTo>
                <a:lnTo>
                  <a:pt x="575345" y="79790"/>
                </a:lnTo>
                <a:lnTo>
                  <a:pt x="575293" y="79265"/>
                </a:lnTo>
                <a:lnTo>
                  <a:pt x="575248" y="78737"/>
                </a:lnTo>
                <a:lnTo>
                  <a:pt x="575210" y="78206"/>
                </a:lnTo>
                <a:lnTo>
                  <a:pt x="575179" y="77672"/>
                </a:lnTo>
                <a:lnTo>
                  <a:pt x="575155" y="77136"/>
                </a:lnTo>
                <a:lnTo>
                  <a:pt x="575138" y="76596"/>
                </a:lnTo>
                <a:lnTo>
                  <a:pt x="575127" y="76054"/>
                </a:lnTo>
                <a:lnTo>
                  <a:pt x="575124" y="75509"/>
                </a:lnTo>
                <a:lnTo>
                  <a:pt x="575124" y="73815"/>
                </a:lnTo>
                <a:lnTo>
                  <a:pt x="631995" y="73815"/>
                </a:lnTo>
                <a:lnTo>
                  <a:pt x="631995" y="68446"/>
                </a:lnTo>
                <a:lnTo>
                  <a:pt x="631992" y="67781"/>
                </a:lnTo>
                <a:lnTo>
                  <a:pt x="631981" y="67120"/>
                </a:lnTo>
                <a:lnTo>
                  <a:pt x="631963" y="66464"/>
                </a:lnTo>
                <a:lnTo>
                  <a:pt x="631938" y="65812"/>
                </a:lnTo>
                <a:close/>
                <a:moveTo>
                  <a:pt x="575664" y="64819"/>
                </a:moveTo>
                <a:lnTo>
                  <a:pt x="575750" y="64272"/>
                </a:lnTo>
                <a:lnTo>
                  <a:pt x="575843" y="63729"/>
                </a:lnTo>
                <a:lnTo>
                  <a:pt x="575942" y="63190"/>
                </a:lnTo>
                <a:lnTo>
                  <a:pt x="576048" y="62657"/>
                </a:lnTo>
                <a:lnTo>
                  <a:pt x="576160" y="62127"/>
                </a:lnTo>
                <a:lnTo>
                  <a:pt x="576278" y="61602"/>
                </a:lnTo>
                <a:lnTo>
                  <a:pt x="576403" y="61082"/>
                </a:lnTo>
                <a:lnTo>
                  <a:pt x="576534" y="60566"/>
                </a:lnTo>
                <a:lnTo>
                  <a:pt x="576671" y="60054"/>
                </a:lnTo>
                <a:lnTo>
                  <a:pt x="576815" y="59547"/>
                </a:lnTo>
                <a:lnTo>
                  <a:pt x="576965" y="59045"/>
                </a:lnTo>
                <a:lnTo>
                  <a:pt x="577122" y="58547"/>
                </a:lnTo>
                <a:lnTo>
                  <a:pt x="577283" y="58055"/>
                </a:lnTo>
                <a:lnTo>
                  <a:pt x="577449" y="57569"/>
                </a:lnTo>
                <a:lnTo>
                  <a:pt x="577621" y="57088"/>
                </a:lnTo>
                <a:lnTo>
                  <a:pt x="577798" y="56613"/>
                </a:lnTo>
                <a:lnTo>
                  <a:pt x="577981" y="56144"/>
                </a:lnTo>
                <a:lnTo>
                  <a:pt x="578168" y="55680"/>
                </a:lnTo>
                <a:lnTo>
                  <a:pt x="578361" y="55222"/>
                </a:lnTo>
                <a:lnTo>
                  <a:pt x="578559" y="54770"/>
                </a:lnTo>
                <a:lnTo>
                  <a:pt x="578762" y="54323"/>
                </a:lnTo>
                <a:lnTo>
                  <a:pt x="578971" y="53881"/>
                </a:lnTo>
                <a:lnTo>
                  <a:pt x="579185" y="53446"/>
                </a:lnTo>
                <a:lnTo>
                  <a:pt x="579404" y="53016"/>
                </a:lnTo>
                <a:lnTo>
                  <a:pt x="579628" y="52592"/>
                </a:lnTo>
                <a:lnTo>
                  <a:pt x="579857" y="52173"/>
                </a:lnTo>
                <a:lnTo>
                  <a:pt x="580092" y="51760"/>
                </a:lnTo>
                <a:lnTo>
                  <a:pt x="580332" y="51352"/>
                </a:lnTo>
                <a:lnTo>
                  <a:pt x="580577" y="50950"/>
                </a:lnTo>
                <a:lnTo>
                  <a:pt x="580828" y="50554"/>
                </a:lnTo>
                <a:lnTo>
                  <a:pt x="581084" y="50164"/>
                </a:lnTo>
                <a:lnTo>
                  <a:pt x="581345" y="49779"/>
                </a:lnTo>
                <a:lnTo>
                  <a:pt x="581611" y="49399"/>
                </a:lnTo>
                <a:lnTo>
                  <a:pt x="581882" y="49026"/>
                </a:lnTo>
                <a:lnTo>
                  <a:pt x="582159" y="48657"/>
                </a:lnTo>
                <a:lnTo>
                  <a:pt x="582441" y="48296"/>
                </a:lnTo>
                <a:lnTo>
                  <a:pt x="582727" y="47941"/>
                </a:lnTo>
                <a:lnTo>
                  <a:pt x="583017" y="47593"/>
                </a:lnTo>
                <a:lnTo>
                  <a:pt x="583312" y="47253"/>
                </a:lnTo>
                <a:lnTo>
                  <a:pt x="583612" y="46919"/>
                </a:lnTo>
                <a:lnTo>
                  <a:pt x="583916" y="46592"/>
                </a:lnTo>
                <a:lnTo>
                  <a:pt x="584224" y="46273"/>
                </a:lnTo>
                <a:lnTo>
                  <a:pt x="584537" y="45960"/>
                </a:lnTo>
                <a:lnTo>
                  <a:pt x="584854" y="45655"/>
                </a:lnTo>
                <a:lnTo>
                  <a:pt x="585176" y="45357"/>
                </a:lnTo>
                <a:lnTo>
                  <a:pt x="585502" y="45065"/>
                </a:lnTo>
                <a:lnTo>
                  <a:pt x="585833" y="44781"/>
                </a:lnTo>
                <a:lnTo>
                  <a:pt x="586168" y="44503"/>
                </a:lnTo>
                <a:lnTo>
                  <a:pt x="586508" y="44233"/>
                </a:lnTo>
                <a:lnTo>
                  <a:pt x="586852" y="43970"/>
                </a:lnTo>
                <a:lnTo>
                  <a:pt x="587201" y="43714"/>
                </a:lnTo>
                <a:lnTo>
                  <a:pt x="587554" y="43464"/>
                </a:lnTo>
                <a:lnTo>
                  <a:pt x="587912" y="43222"/>
                </a:lnTo>
                <a:lnTo>
                  <a:pt x="588274" y="42987"/>
                </a:lnTo>
                <a:lnTo>
                  <a:pt x="588641" y="42759"/>
                </a:lnTo>
                <a:lnTo>
                  <a:pt x="589012" y="42538"/>
                </a:lnTo>
                <a:lnTo>
                  <a:pt x="589387" y="42324"/>
                </a:lnTo>
                <a:lnTo>
                  <a:pt x="589767" y="42117"/>
                </a:lnTo>
                <a:lnTo>
                  <a:pt x="590152" y="41917"/>
                </a:lnTo>
                <a:lnTo>
                  <a:pt x="590541" y="41725"/>
                </a:lnTo>
                <a:lnTo>
                  <a:pt x="590933" y="41540"/>
                </a:lnTo>
                <a:lnTo>
                  <a:pt x="591328" y="41364"/>
                </a:lnTo>
                <a:lnTo>
                  <a:pt x="591728" y="41197"/>
                </a:lnTo>
                <a:lnTo>
                  <a:pt x="592131" y="41037"/>
                </a:lnTo>
                <a:lnTo>
                  <a:pt x="592537" y="40886"/>
                </a:lnTo>
                <a:lnTo>
                  <a:pt x="592947" y="40742"/>
                </a:lnTo>
                <a:lnTo>
                  <a:pt x="593361" y="40607"/>
                </a:lnTo>
                <a:lnTo>
                  <a:pt x="593778" y="40480"/>
                </a:lnTo>
                <a:lnTo>
                  <a:pt x="594199" y="40362"/>
                </a:lnTo>
                <a:lnTo>
                  <a:pt x="594623" y="40251"/>
                </a:lnTo>
                <a:lnTo>
                  <a:pt x="595051" y="40149"/>
                </a:lnTo>
                <a:lnTo>
                  <a:pt x="595482" y="40055"/>
                </a:lnTo>
                <a:lnTo>
                  <a:pt x="595917" y="39969"/>
                </a:lnTo>
                <a:lnTo>
                  <a:pt x="596356" y="39891"/>
                </a:lnTo>
                <a:lnTo>
                  <a:pt x="596798" y="39821"/>
                </a:lnTo>
                <a:lnTo>
                  <a:pt x="597244" y="39760"/>
                </a:lnTo>
                <a:lnTo>
                  <a:pt x="597694" y="39707"/>
                </a:lnTo>
                <a:lnTo>
                  <a:pt x="598147" y="39662"/>
                </a:lnTo>
                <a:lnTo>
                  <a:pt x="598603" y="39625"/>
                </a:lnTo>
                <a:lnTo>
                  <a:pt x="599063" y="39596"/>
                </a:lnTo>
                <a:lnTo>
                  <a:pt x="599527" y="39576"/>
                </a:lnTo>
                <a:lnTo>
                  <a:pt x="599995" y="39564"/>
                </a:lnTo>
                <a:lnTo>
                  <a:pt x="600465" y="39560"/>
                </a:lnTo>
                <a:lnTo>
                  <a:pt x="601087" y="39566"/>
                </a:lnTo>
                <a:lnTo>
                  <a:pt x="601700" y="39585"/>
                </a:lnTo>
                <a:lnTo>
                  <a:pt x="602304" y="39617"/>
                </a:lnTo>
                <a:lnTo>
                  <a:pt x="602900" y="39662"/>
                </a:lnTo>
                <a:lnTo>
                  <a:pt x="603486" y="39719"/>
                </a:lnTo>
                <a:lnTo>
                  <a:pt x="604064" y="39789"/>
                </a:lnTo>
                <a:lnTo>
                  <a:pt x="604632" y="39872"/>
                </a:lnTo>
                <a:lnTo>
                  <a:pt x="605192" y="39968"/>
                </a:lnTo>
                <a:lnTo>
                  <a:pt x="605744" y="40076"/>
                </a:lnTo>
                <a:lnTo>
                  <a:pt x="606286" y="40197"/>
                </a:lnTo>
                <a:lnTo>
                  <a:pt x="606819" y="40331"/>
                </a:lnTo>
                <a:lnTo>
                  <a:pt x="607344" y="40478"/>
                </a:lnTo>
                <a:lnTo>
                  <a:pt x="607860" y="40638"/>
                </a:lnTo>
                <a:lnTo>
                  <a:pt x="608367" y="40810"/>
                </a:lnTo>
                <a:lnTo>
                  <a:pt x="608865" y="40995"/>
                </a:lnTo>
                <a:lnTo>
                  <a:pt x="609355" y="41192"/>
                </a:lnTo>
                <a:lnTo>
                  <a:pt x="609835" y="41403"/>
                </a:lnTo>
                <a:lnTo>
                  <a:pt x="610307" y="41626"/>
                </a:lnTo>
                <a:lnTo>
                  <a:pt x="610770" y="41862"/>
                </a:lnTo>
                <a:lnTo>
                  <a:pt x="611224" y="42111"/>
                </a:lnTo>
                <a:lnTo>
                  <a:pt x="611669" y="42373"/>
                </a:lnTo>
                <a:lnTo>
                  <a:pt x="612106" y="42647"/>
                </a:lnTo>
                <a:lnTo>
                  <a:pt x="612533" y="42934"/>
                </a:lnTo>
                <a:lnTo>
                  <a:pt x="612952" y="43234"/>
                </a:lnTo>
                <a:lnTo>
                  <a:pt x="613362" y="43543"/>
                </a:lnTo>
                <a:lnTo>
                  <a:pt x="613764" y="43861"/>
                </a:lnTo>
                <a:lnTo>
                  <a:pt x="614157" y="44186"/>
                </a:lnTo>
                <a:lnTo>
                  <a:pt x="614542" y="44518"/>
                </a:lnTo>
                <a:lnTo>
                  <a:pt x="614918" y="44858"/>
                </a:lnTo>
                <a:lnTo>
                  <a:pt x="615286" y="45205"/>
                </a:lnTo>
                <a:lnTo>
                  <a:pt x="615646" y="45560"/>
                </a:lnTo>
                <a:lnTo>
                  <a:pt x="615997" y="45923"/>
                </a:lnTo>
                <a:lnTo>
                  <a:pt x="616340" y="46293"/>
                </a:lnTo>
                <a:lnTo>
                  <a:pt x="616674" y="46670"/>
                </a:lnTo>
                <a:lnTo>
                  <a:pt x="617000" y="47055"/>
                </a:lnTo>
                <a:lnTo>
                  <a:pt x="617317" y="47448"/>
                </a:lnTo>
                <a:lnTo>
                  <a:pt x="617626" y="47848"/>
                </a:lnTo>
                <a:lnTo>
                  <a:pt x="617926" y="48255"/>
                </a:lnTo>
                <a:lnTo>
                  <a:pt x="618218" y="48671"/>
                </a:lnTo>
                <a:lnTo>
                  <a:pt x="618502" y="49093"/>
                </a:lnTo>
                <a:lnTo>
                  <a:pt x="618777" y="49524"/>
                </a:lnTo>
                <a:lnTo>
                  <a:pt x="619044" y="49961"/>
                </a:lnTo>
                <a:lnTo>
                  <a:pt x="619302" y="50407"/>
                </a:lnTo>
                <a:lnTo>
                  <a:pt x="619552" y="50859"/>
                </a:lnTo>
                <a:lnTo>
                  <a:pt x="619793" y="51320"/>
                </a:lnTo>
                <a:lnTo>
                  <a:pt x="620026" y="51788"/>
                </a:lnTo>
                <a:lnTo>
                  <a:pt x="620250" y="52263"/>
                </a:lnTo>
                <a:lnTo>
                  <a:pt x="620466" y="52746"/>
                </a:lnTo>
                <a:lnTo>
                  <a:pt x="620674" y="53234"/>
                </a:lnTo>
                <a:lnTo>
                  <a:pt x="620873" y="53725"/>
                </a:lnTo>
                <a:lnTo>
                  <a:pt x="621064" y="54219"/>
                </a:lnTo>
                <a:lnTo>
                  <a:pt x="621247" y="54716"/>
                </a:lnTo>
                <a:lnTo>
                  <a:pt x="621421" y="55216"/>
                </a:lnTo>
                <a:lnTo>
                  <a:pt x="621587" y="55719"/>
                </a:lnTo>
                <a:lnTo>
                  <a:pt x="621745" y="56225"/>
                </a:lnTo>
                <a:lnTo>
                  <a:pt x="621895" y="56734"/>
                </a:lnTo>
                <a:lnTo>
                  <a:pt x="622036" y="57245"/>
                </a:lnTo>
                <a:lnTo>
                  <a:pt x="622168" y="57760"/>
                </a:lnTo>
                <a:lnTo>
                  <a:pt x="622293" y="58277"/>
                </a:lnTo>
                <a:lnTo>
                  <a:pt x="622409" y="58798"/>
                </a:lnTo>
                <a:lnTo>
                  <a:pt x="622517" y="59321"/>
                </a:lnTo>
                <a:lnTo>
                  <a:pt x="622617" y="59847"/>
                </a:lnTo>
                <a:lnTo>
                  <a:pt x="622708" y="60377"/>
                </a:lnTo>
                <a:lnTo>
                  <a:pt x="622791" y="60909"/>
                </a:lnTo>
                <a:lnTo>
                  <a:pt x="622865" y="61444"/>
                </a:lnTo>
                <a:lnTo>
                  <a:pt x="622932" y="61982"/>
                </a:lnTo>
                <a:lnTo>
                  <a:pt x="622990" y="62523"/>
                </a:lnTo>
                <a:lnTo>
                  <a:pt x="623039" y="63067"/>
                </a:lnTo>
                <a:lnTo>
                  <a:pt x="623081" y="63614"/>
                </a:lnTo>
                <a:lnTo>
                  <a:pt x="623114" y="64163"/>
                </a:lnTo>
                <a:lnTo>
                  <a:pt x="623139" y="64716"/>
                </a:lnTo>
                <a:lnTo>
                  <a:pt x="623155" y="65272"/>
                </a:lnTo>
                <a:lnTo>
                  <a:pt x="623155" y="66227"/>
                </a:lnTo>
                <a:lnTo>
                  <a:pt x="575475" y="66227"/>
                </a:lnTo>
                <a:lnTo>
                  <a:pt x="575511" y="65927"/>
                </a:lnTo>
                <a:lnTo>
                  <a:pt x="575584" y="65371"/>
                </a:lnTo>
                <a:lnTo>
                  <a:pt x="575664" y="64819"/>
                </a:lnTo>
                <a:close/>
                <a:moveTo>
                  <a:pt x="817326" y="11485"/>
                </a:moveTo>
                <a:lnTo>
                  <a:pt x="817362" y="11672"/>
                </a:lnTo>
                <a:lnTo>
                  <a:pt x="817403" y="11856"/>
                </a:lnTo>
                <a:lnTo>
                  <a:pt x="817450" y="12038"/>
                </a:lnTo>
                <a:lnTo>
                  <a:pt x="817502" y="12218"/>
                </a:lnTo>
                <a:lnTo>
                  <a:pt x="817560" y="12395"/>
                </a:lnTo>
                <a:lnTo>
                  <a:pt x="817623" y="12570"/>
                </a:lnTo>
                <a:lnTo>
                  <a:pt x="817692" y="12742"/>
                </a:lnTo>
                <a:lnTo>
                  <a:pt x="817766" y="12912"/>
                </a:lnTo>
                <a:lnTo>
                  <a:pt x="817846" y="13079"/>
                </a:lnTo>
                <a:lnTo>
                  <a:pt x="817931" y="13244"/>
                </a:lnTo>
                <a:lnTo>
                  <a:pt x="818022" y="13406"/>
                </a:lnTo>
                <a:lnTo>
                  <a:pt x="818118" y="13566"/>
                </a:lnTo>
                <a:lnTo>
                  <a:pt x="818220" y="13724"/>
                </a:lnTo>
                <a:lnTo>
                  <a:pt x="818327" y="13879"/>
                </a:lnTo>
                <a:lnTo>
                  <a:pt x="818440" y="14032"/>
                </a:lnTo>
                <a:lnTo>
                  <a:pt x="818558" y="14182"/>
                </a:lnTo>
                <a:lnTo>
                  <a:pt x="818682" y="14330"/>
                </a:lnTo>
                <a:lnTo>
                  <a:pt x="818811" y="14476"/>
                </a:lnTo>
                <a:lnTo>
                  <a:pt x="818945" y="14617"/>
                </a:lnTo>
                <a:lnTo>
                  <a:pt x="819084" y="14752"/>
                </a:lnTo>
                <a:lnTo>
                  <a:pt x="819227" y="14881"/>
                </a:lnTo>
                <a:lnTo>
                  <a:pt x="819375" y="15005"/>
                </a:lnTo>
                <a:lnTo>
                  <a:pt x="819527" y="15122"/>
                </a:lnTo>
                <a:lnTo>
                  <a:pt x="819683" y="15233"/>
                </a:lnTo>
                <a:lnTo>
                  <a:pt x="819845" y="15338"/>
                </a:lnTo>
                <a:lnTo>
                  <a:pt x="820010" y="15437"/>
                </a:lnTo>
                <a:lnTo>
                  <a:pt x="820180" y="15531"/>
                </a:lnTo>
                <a:lnTo>
                  <a:pt x="820355" y="15618"/>
                </a:lnTo>
                <a:lnTo>
                  <a:pt x="820534" y="15699"/>
                </a:lnTo>
                <a:lnTo>
                  <a:pt x="820717" y="15774"/>
                </a:lnTo>
                <a:lnTo>
                  <a:pt x="820905" y="15843"/>
                </a:lnTo>
                <a:lnTo>
                  <a:pt x="821097" y="15906"/>
                </a:lnTo>
                <a:lnTo>
                  <a:pt x="821294" y="15963"/>
                </a:lnTo>
                <a:lnTo>
                  <a:pt x="821496" y="16015"/>
                </a:lnTo>
                <a:lnTo>
                  <a:pt x="821702" y="16060"/>
                </a:lnTo>
                <a:lnTo>
                  <a:pt x="821912" y="16099"/>
                </a:lnTo>
                <a:lnTo>
                  <a:pt x="822127" y="16132"/>
                </a:lnTo>
                <a:lnTo>
                  <a:pt x="822346" y="16159"/>
                </a:lnTo>
                <a:lnTo>
                  <a:pt x="822570" y="16180"/>
                </a:lnTo>
                <a:lnTo>
                  <a:pt x="822798" y="16195"/>
                </a:lnTo>
                <a:lnTo>
                  <a:pt x="823031" y="16204"/>
                </a:lnTo>
                <a:lnTo>
                  <a:pt x="823268" y="16207"/>
                </a:lnTo>
                <a:lnTo>
                  <a:pt x="823499" y="16204"/>
                </a:lnTo>
                <a:lnTo>
                  <a:pt x="823726" y="16195"/>
                </a:lnTo>
                <a:lnTo>
                  <a:pt x="823950" y="16180"/>
                </a:lnTo>
                <a:lnTo>
                  <a:pt x="824169" y="16159"/>
                </a:lnTo>
                <a:lnTo>
                  <a:pt x="824385" y="16132"/>
                </a:lnTo>
                <a:lnTo>
                  <a:pt x="824596" y="16099"/>
                </a:lnTo>
                <a:lnTo>
                  <a:pt x="824804" y="16060"/>
                </a:lnTo>
                <a:lnTo>
                  <a:pt x="825007" y="16015"/>
                </a:lnTo>
                <a:lnTo>
                  <a:pt x="825207" y="15963"/>
                </a:lnTo>
                <a:lnTo>
                  <a:pt x="825402" y="15906"/>
                </a:lnTo>
                <a:lnTo>
                  <a:pt x="825594" y="15843"/>
                </a:lnTo>
                <a:lnTo>
                  <a:pt x="825782" y="15774"/>
                </a:lnTo>
                <a:lnTo>
                  <a:pt x="825965" y="15699"/>
                </a:lnTo>
                <a:lnTo>
                  <a:pt x="826145" y="15618"/>
                </a:lnTo>
                <a:lnTo>
                  <a:pt x="826321" y="15531"/>
                </a:lnTo>
                <a:lnTo>
                  <a:pt x="826493" y="15437"/>
                </a:lnTo>
                <a:lnTo>
                  <a:pt x="826661" y="15338"/>
                </a:lnTo>
                <a:lnTo>
                  <a:pt x="826825" y="15233"/>
                </a:lnTo>
                <a:lnTo>
                  <a:pt x="826985" y="15122"/>
                </a:lnTo>
                <a:lnTo>
                  <a:pt x="827141" y="15005"/>
                </a:lnTo>
                <a:lnTo>
                  <a:pt x="827293" y="14881"/>
                </a:lnTo>
                <a:lnTo>
                  <a:pt x="827441" y="14752"/>
                </a:lnTo>
                <a:lnTo>
                  <a:pt x="827585" y="14617"/>
                </a:lnTo>
                <a:lnTo>
                  <a:pt x="827725" y="14476"/>
                </a:lnTo>
                <a:lnTo>
                  <a:pt x="827860" y="14330"/>
                </a:lnTo>
                <a:lnTo>
                  <a:pt x="827989" y="14182"/>
                </a:lnTo>
                <a:lnTo>
                  <a:pt x="828113" y="14032"/>
                </a:lnTo>
                <a:lnTo>
                  <a:pt x="828231" y="13879"/>
                </a:lnTo>
                <a:lnTo>
                  <a:pt x="828343" y="13724"/>
                </a:lnTo>
                <a:lnTo>
                  <a:pt x="828450" y="13566"/>
                </a:lnTo>
                <a:lnTo>
                  <a:pt x="828551" y="13406"/>
                </a:lnTo>
                <a:lnTo>
                  <a:pt x="828646" y="13244"/>
                </a:lnTo>
                <a:lnTo>
                  <a:pt x="828735" y="13079"/>
                </a:lnTo>
                <a:lnTo>
                  <a:pt x="828818" y="12912"/>
                </a:lnTo>
                <a:lnTo>
                  <a:pt x="828896" y="12742"/>
                </a:lnTo>
                <a:lnTo>
                  <a:pt x="828968" y="12570"/>
                </a:lnTo>
                <a:lnTo>
                  <a:pt x="829034" y="12395"/>
                </a:lnTo>
                <a:lnTo>
                  <a:pt x="829094" y="12218"/>
                </a:lnTo>
                <a:lnTo>
                  <a:pt x="829149" y="12038"/>
                </a:lnTo>
                <a:lnTo>
                  <a:pt x="829198" y="11856"/>
                </a:lnTo>
                <a:lnTo>
                  <a:pt x="829241" y="11672"/>
                </a:lnTo>
                <a:lnTo>
                  <a:pt x="829279" y="11485"/>
                </a:lnTo>
                <a:lnTo>
                  <a:pt x="829310" y="11296"/>
                </a:lnTo>
                <a:lnTo>
                  <a:pt x="829336" y="11104"/>
                </a:lnTo>
                <a:lnTo>
                  <a:pt x="829356" y="10910"/>
                </a:lnTo>
                <a:lnTo>
                  <a:pt x="829371" y="10714"/>
                </a:lnTo>
                <a:lnTo>
                  <a:pt x="829379" y="10515"/>
                </a:lnTo>
                <a:lnTo>
                  <a:pt x="829382" y="10313"/>
                </a:lnTo>
                <a:lnTo>
                  <a:pt x="829379" y="10106"/>
                </a:lnTo>
                <a:lnTo>
                  <a:pt x="829371" y="9901"/>
                </a:lnTo>
                <a:lnTo>
                  <a:pt x="829356" y="9699"/>
                </a:lnTo>
                <a:lnTo>
                  <a:pt x="829336" y="9500"/>
                </a:lnTo>
                <a:lnTo>
                  <a:pt x="829310" y="9303"/>
                </a:lnTo>
                <a:lnTo>
                  <a:pt x="829279" y="9109"/>
                </a:lnTo>
                <a:lnTo>
                  <a:pt x="829241" y="8918"/>
                </a:lnTo>
                <a:lnTo>
                  <a:pt x="829198" y="8730"/>
                </a:lnTo>
                <a:lnTo>
                  <a:pt x="829149" y="8544"/>
                </a:lnTo>
                <a:lnTo>
                  <a:pt x="829094" y="8361"/>
                </a:lnTo>
                <a:lnTo>
                  <a:pt x="829034" y="8180"/>
                </a:lnTo>
                <a:lnTo>
                  <a:pt x="828968" y="8002"/>
                </a:lnTo>
                <a:lnTo>
                  <a:pt x="828896" y="7827"/>
                </a:lnTo>
                <a:lnTo>
                  <a:pt x="828818" y="7655"/>
                </a:lnTo>
                <a:lnTo>
                  <a:pt x="828735" y="7485"/>
                </a:lnTo>
                <a:lnTo>
                  <a:pt x="828646" y="7318"/>
                </a:lnTo>
                <a:lnTo>
                  <a:pt x="828551" y="7153"/>
                </a:lnTo>
                <a:lnTo>
                  <a:pt x="828450" y="6992"/>
                </a:lnTo>
                <a:lnTo>
                  <a:pt x="828343" y="6832"/>
                </a:lnTo>
                <a:lnTo>
                  <a:pt x="828231" y="6676"/>
                </a:lnTo>
                <a:lnTo>
                  <a:pt x="828113" y="6522"/>
                </a:lnTo>
                <a:lnTo>
                  <a:pt x="827989" y="6371"/>
                </a:lnTo>
                <a:lnTo>
                  <a:pt x="827860" y="6223"/>
                </a:lnTo>
                <a:lnTo>
                  <a:pt x="827725" y="6078"/>
                </a:lnTo>
                <a:lnTo>
                  <a:pt x="827585" y="5936"/>
                </a:lnTo>
                <a:lnTo>
                  <a:pt x="827441" y="5801"/>
                </a:lnTo>
                <a:lnTo>
                  <a:pt x="827293" y="5672"/>
                </a:lnTo>
                <a:lnTo>
                  <a:pt x="827141" y="5549"/>
                </a:lnTo>
                <a:lnTo>
                  <a:pt x="826985" y="5431"/>
                </a:lnTo>
                <a:lnTo>
                  <a:pt x="826825" y="5320"/>
                </a:lnTo>
                <a:lnTo>
                  <a:pt x="826661" y="5215"/>
                </a:lnTo>
                <a:lnTo>
                  <a:pt x="826493" y="5116"/>
                </a:lnTo>
                <a:lnTo>
                  <a:pt x="826321" y="5023"/>
                </a:lnTo>
                <a:lnTo>
                  <a:pt x="826145" y="4935"/>
                </a:lnTo>
                <a:lnTo>
                  <a:pt x="825965" y="4854"/>
                </a:lnTo>
                <a:lnTo>
                  <a:pt x="825782" y="4779"/>
                </a:lnTo>
                <a:lnTo>
                  <a:pt x="825594" y="4710"/>
                </a:lnTo>
                <a:lnTo>
                  <a:pt x="825402" y="4647"/>
                </a:lnTo>
                <a:lnTo>
                  <a:pt x="825207" y="4590"/>
                </a:lnTo>
                <a:lnTo>
                  <a:pt x="825007" y="4539"/>
                </a:lnTo>
                <a:lnTo>
                  <a:pt x="824804" y="4494"/>
                </a:lnTo>
                <a:lnTo>
                  <a:pt x="824596" y="4455"/>
                </a:lnTo>
                <a:lnTo>
                  <a:pt x="824385" y="4422"/>
                </a:lnTo>
                <a:lnTo>
                  <a:pt x="824169" y="4394"/>
                </a:lnTo>
                <a:lnTo>
                  <a:pt x="823950" y="4373"/>
                </a:lnTo>
                <a:lnTo>
                  <a:pt x="823726" y="4358"/>
                </a:lnTo>
                <a:lnTo>
                  <a:pt x="823499" y="4349"/>
                </a:lnTo>
                <a:lnTo>
                  <a:pt x="823268" y="4346"/>
                </a:lnTo>
                <a:lnTo>
                  <a:pt x="823031" y="4349"/>
                </a:lnTo>
                <a:lnTo>
                  <a:pt x="822798" y="4358"/>
                </a:lnTo>
                <a:lnTo>
                  <a:pt x="822570" y="4373"/>
                </a:lnTo>
                <a:lnTo>
                  <a:pt x="822346" y="4394"/>
                </a:lnTo>
                <a:lnTo>
                  <a:pt x="822127" y="4422"/>
                </a:lnTo>
                <a:lnTo>
                  <a:pt x="821912" y="4455"/>
                </a:lnTo>
                <a:lnTo>
                  <a:pt x="821702" y="4494"/>
                </a:lnTo>
                <a:lnTo>
                  <a:pt x="821496" y="4539"/>
                </a:lnTo>
                <a:lnTo>
                  <a:pt x="821294" y="4590"/>
                </a:lnTo>
                <a:lnTo>
                  <a:pt x="821097" y="4647"/>
                </a:lnTo>
                <a:lnTo>
                  <a:pt x="820905" y="4710"/>
                </a:lnTo>
                <a:lnTo>
                  <a:pt x="820717" y="4779"/>
                </a:lnTo>
                <a:lnTo>
                  <a:pt x="820534" y="4854"/>
                </a:lnTo>
                <a:lnTo>
                  <a:pt x="820355" y="4935"/>
                </a:lnTo>
                <a:lnTo>
                  <a:pt x="820180" y="5023"/>
                </a:lnTo>
                <a:lnTo>
                  <a:pt x="820010" y="5116"/>
                </a:lnTo>
                <a:lnTo>
                  <a:pt x="819845" y="5215"/>
                </a:lnTo>
                <a:lnTo>
                  <a:pt x="819683" y="5320"/>
                </a:lnTo>
                <a:lnTo>
                  <a:pt x="819527" y="5431"/>
                </a:lnTo>
                <a:lnTo>
                  <a:pt x="819375" y="5549"/>
                </a:lnTo>
                <a:lnTo>
                  <a:pt x="819227" y="5672"/>
                </a:lnTo>
                <a:lnTo>
                  <a:pt x="819084" y="5801"/>
                </a:lnTo>
                <a:lnTo>
                  <a:pt x="818945" y="5936"/>
                </a:lnTo>
                <a:lnTo>
                  <a:pt x="818811" y="6078"/>
                </a:lnTo>
                <a:lnTo>
                  <a:pt x="818682" y="6223"/>
                </a:lnTo>
                <a:lnTo>
                  <a:pt x="818558" y="6371"/>
                </a:lnTo>
                <a:lnTo>
                  <a:pt x="818440" y="6522"/>
                </a:lnTo>
                <a:lnTo>
                  <a:pt x="818327" y="6676"/>
                </a:lnTo>
                <a:lnTo>
                  <a:pt x="818220" y="6832"/>
                </a:lnTo>
                <a:lnTo>
                  <a:pt x="818118" y="6992"/>
                </a:lnTo>
                <a:lnTo>
                  <a:pt x="818022" y="7153"/>
                </a:lnTo>
                <a:lnTo>
                  <a:pt x="817931" y="7318"/>
                </a:lnTo>
                <a:lnTo>
                  <a:pt x="817846" y="7485"/>
                </a:lnTo>
                <a:lnTo>
                  <a:pt x="817766" y="7655"/>
                </a:lnTo>
                <a:lnTo>
                  <a:pt x="817692" y="7827"/>
                </a:lnTo>
                <a:lnTo>
                  <a:pt x="817623" y="8002"/>
                </a:lnTo>
                <a:lnTo>
                  <a:pt x="817560" y="8180"/>
                </a:lnTo>
                <a:lnTo>
                  <a:pt x="817502" y="8361"/>
                </a:lnTo>
                <a:lnTo>
                  <a:pt x="817450" y="8544"/>
                </a:lnTo>
                <a:lnTo>
                  <a:pt x="817403" y="8730"/>
                </a:lnTo>
                <a:lnTo>
                  <a:pt x="817362" y="8918"/>
                </a:lnTo>
                <a:lnTo>
                  <a:pt x="817326" y="9109"/>
                </a:lnTo>
                <a:lnTo>
                  <a:pt x="817296" y="9303"/>
                </a:lnTo>
                <a:lnTo>
                  <a:pt x="817271" y="9500"/>
                </a:lnTo>
                <a:lnTo>
                  <a:pt x="817252" y="9699"/>
                </a:lnTo>
                <a:lnTo>
                  <a:pt x="817238" y="9901"/>
                </a:lnTo>
                <a:lnTo>
                  <a:pt x="817230" y="10106"/>
                </a:lnTo>
                <a:lnTo>
                  <a:pt x="817227" y="10313"/>
                </a:lnTo>
                <a:lnTo>
                  <a:pt x="817230" y="10515"/>
                </a:lnTo>
                <a:lnTo>
                  <a:pt x="817238" y="10714"/>
                </a:lnTo>
                <a:lnTo>
                  <a:pt x="817252" y="10910"/>
                </a:lnTo>
                <a:lnTo>
                  <a:pt x="817271" y="11104"/>
                </a:lnTo>
                <a:lnTo>
                  <a:pt x="817296" y="11296"/>
                </a:lnTo>
                <a:lnTo>
                  <a:pt x="817326" y="11485"/>
                </a:lnTo>
                <a:close/>
                <a:moveTo>
                  <a:pt x="676536" y="40665"/>
                </a:moveTo>
                <a:lnTo>
                  <a:pt x="691196" y="40665"/>
                </a:lnTo>
                <a:lnTo>
                  <a:pt x="691196" y="93705"/>
                </a:lnTo>
                <a:lnTo>
                  <a:pt x="691200" y="94362"/>
                </a:lnTo>
                <a:lnTo>
                  <a:pt x="691211" y="95008"/>
                </a:lnTo>
                <a:lnTo>
                  <a:pt x="691230" y="95641"/>
                </a:lnTo>
                <a:lnTo>
                  <a:pt x="691257" y="96263"/>
                </a:lnTo>
                <a:lnTo>
                  <a:pt x="691292" y="96873"/>
                </a:lnTo>
                <a:lnTo>
                  <a:pt x="691334" y="97472"/>
                </a:lnTo>
                <a:lnTo>
                  <a:pt x="691384" y="98058"/>
                </a:lnTo>
                <a:lnTo>
                  <a:pt x="691441" y="98633"/>
                </a:lnTo>
                <a:lnTo>
                  <a:pt x="691507" y="99196"/>
                </a:lnTo>
                <a:lnTo>
                  <a:pt x="691580" y="99747"/>
                </a:lnTo>
                <a:lnTo>
                  <a:pt x="691660" y="100286"/>
                </a:lnTo>
                <a:lnTo>
                  <a:pt x="691748" y="100814"/>
                </a:lnTo>
                <a:lnTo>
                  <a:pt x="691844" y="101330"/>
                </a:lnTo>
                <a:lnTo>
                  <a:pt x="691948" y="101834"/>
                </a:lnTo>
                <a:lnTo>
                  <a:pt x="692059" y="102327"/>
                </a:lnTo>
                <a:lnTo>
                  <a:pt x="692178" y="102807"/>
                </a:lnTo>
                <a:lnTo>
                  <a:pt x="692305" y="103276"/>
                </a:lnTo>
                <a:lnTo>
                  <a:pt x="692439" y="103733"/>
                </a:lnTo>
                <a:lnTo>
                  <a:pt x="692581" y="104179"/>
                </a:lnTo>
                <a:lnTo>
                  <a:pt x="692731" y="104612"/>
                </a:lnTo>
                <a:lnTo>
                  <a:pt x="692888" y="105034"/>
                </a:lnTo>
                <a:lnTo>
                  <a:pt x="693053" y="105444"/>
                </a:lnTo>
                <a:lnTo>
                  <a:pt x="693226" y="105842"/>
                </a:lnTo>
                <a:lnTo>
                  <a:pt x="693406" y="106229"/>
                </a:lnTo>
                <a:lnTo>
                  <a:pt x="693593" y="106605"/>
                </a:lnTo>
                <a:lnTo>
                  <a:pt x="693786" y="106972"/>
                </a:lnTo>
                <a:lnTo>
                  <a:pt x="693985" y="107329"/>
                </a:lnTo>
                <a:lnTo>
                  <a:pt x="694190" y="107678"/>
                </a:lnTo>
                <a:lnTo>
                  <a:pt x="694400" y="108017"/>
                </a:lnTo>
                <a:lnTo>
                  <a:pt x="694617" y="108347"/>
                </a:lnTo>
                <a:lnTo>
                  <a:pt x="694839" y="108667"/>
                </a:lnTo>
                <a:lnTo>
                  <a:pt x="695067" y="108979"/>
                </a:lnTo>
                <a:lnTo>
                  <a:pt x="695302" y="109281"/>
                </a:lnTo>
                <a:lnTo>
                  <a:pt x="695542" y="109575"/>
                </a:lnTo>
                <a:lnTo>
                  <a:pt x="695788" y="109858"/>
                </a:lnTo>
                <a:lnTo>
                  <a:pt x="696039" y="110133"/>
                </a:lnTo>
                <a:lnTo>
                  <a:pt x="696297" y="110399"/>
                </a:lnTo>
                <a:lnTo>
                  <a:pt x="696561" y="110655"/>
                </a:lnTo>
                <a:lnTo>
                  <a:pt x="696830" y="110902"/>
                </a:lnTo>
                <a:lnTo>
                  <a:pt x="697106" y="111140"/>
                </a:lnTo>
                <a:lnTo>
                  <a:pt x="697387" y="111369"/>
                </a:lnTo>
                <a:lnTo>
                  <a:pt x="697674" y="111588"/>
                </a:lnTo>
                <a:lnTo>
                  <a:pt x="697967" y="111798"/>
                </a:lnTo>
                <a:lnTo>
                  <a:pt x="698266" y="111999"/>
                </a:lnTo>
                <a:lnTo>
                  <a:pt x="698571" y="112191"/>
                </a:lnTo>
                <a:lnTo>
                  <a:pt x="698881" y="112374"/>
                </a:lnTo>
                <a:lnTo>
                  <a:pt x="699198" y="112547"/>
                </a:lnTo>
                <a:lnTo>
                  <a:pt x="699520" y="112712"/>
                </a:lnTo>
                <a:lnTo>
                  <a:pt x="699848" y="112868"/>
                </a:lnTo>
                <a:lnTo>
                  <a:pt x="700179" y="113017"/>
                </a:lnTo>
                <a:lnTo>
                  <a:pt x="700515" y="113160"/>
                </a:lnTo>
                <a:lnTo>
                  <a:pt x="700854" y="113297"/>
                </a:lnTo>
                <a:lnTo>
                  <a:pt x="701198" y="113426"/>
                </a:lnTo>
                <a:lnTo>
                  <a:pt x="701546" y="113549"/>
                </a:lnTo>
                <a:lnTo>
                  <a:pt x="701898" y="113666"/>
                </a:lnTo>
                <a:lnTo>
                  <a:pt x="702254" y="113776"/>
                </a:lnTo>
                <a:lnTo>
                  <a:pt x="702614" y="113879"/>
                </a:lnTo>
                <a:lnTo>
                  <a:pt x="702979" y="113975"/>
                </a:lnTo>
                <a:lnTo>
                  <a:pt x="703347" y="114065"/>
                </a:lnTo>
                <a:lnTo>
                  <a:pt x="703719" y="114148"/>
                </a:lnTo>
                <a:lnTo>
                  <a:pt x="704096" y="114225"/>
                </a:lnTo>
                <a:lnTo>
                  <a:pt x="704476" y="114294"/>
                </a:lnTo>
                <a:lnTo>
                  <a:pt x="704861" y="114358"/>
                </a:lnTo>
                <a:lnTo>
                  <a:pt x="705250" y="114414"/>
                </a:lnTo>
                <a:lnTo>
                  <a:pt x="705643" y="114464"/>
                </a:lnTo>
                <a:lnTo>
                  <a:pt x="706040" y="114507"/>
                </a:lnTo>
                <a:lnTo>
                  <a:pt x="706441" y="114544"/>
                </a:lnTo>
                <a:lnTo>
                  <a:pt x="706846" y="114574"/>
                </a:lnTo>
                <a:lnTo>
                  <a:pt x="707255" y="114597"/>
                </a:lnTo>
                <a:lnTo>
                  <a:pt x="707669" y="114614"/>
                </a:lnTo>
                <a:lnTo>
                  <a:pt x="708086" y="114624"/>
                </a:lnTo>
                <a:lnTo>
                  <a:pt x="708508" y="114627"/>
                </a:lnTo>
                <a:lnTo>
                  <a:pt x="708723" y="114626"/>
                </a:lnTo>
                <a:lnTo>
                  <a:pt x="708938" y="114625"/>
                </a:lnTo>
                <a:lnTo>
                  <a:pt x="709153" y="114622"/>
                </a:lnTo>
                <a:lnTo>
                  <a:pt x="709368" y="114618"/>
                </a:lnTo>
                <a:lnTo>
                  <a:pt x="709584" y="114612"/>
                </a:lnTo>
                <a:lnTo>
                  <a:pt x="709799" y="114606"/>
                </a:lnTo>
                <a:lnTo>
                  <a:pt x="710015" y="114599"/>
                </a:lnTo>
                <a:lnTo>
                  <a:pt x="710231" y="114590"/>
                </a:lnTo>
                <a:lnTo>
                  <a:pt x="710447" y="114580"/>
                </a:lnTo>
                <a:lnTo>
                  <a:pt x="710663" y="114569"/>
                </a:lnTo>
                <a:lnTo>
                  <a:pt x="710879" y="114557"/>
                </a:lnTo>
                <a:lnTo>
                  <a:pt x="711095" y="114544"/>
                </a:lnTo>
                <a:lnTo>
                  <a:pt x="711312" y="114530"/>
                </a:lnTo>
                <a:lnTo>
                  <a:pt x="711528" y="114514"/>
                </a:lnTo>
                <a:lnTo>
                  <a:pt x="711745" y="114497"/>
                </a:lnTo>
                <a:lnTo>
                  <a:pt x="711962" y="114480"/>
                </a:lnTo>
                <a:lnTo>
                  <a:pt x="712179" y="114461"/>
                </a:lnTo>
                <a:lnTo>
                  <a:pt x="712396" y="114440"/>
                </a:lnTo>
                <a:lnTo>
                  <a:pt x="712613" y="114419"/>
                </a:lnTo>
                <a:lnTo>
                  <a:pt x="712831" y="114397"/>
                </a:lnTo>
                <a:lnTo>
                  <a:pt x="713048" y="114373"/>
                </a:lnTo>
                <a:lnTo>
                  <a:pt x="713266" y="114348"/>
                </a:lnTo>
                <a:lnTo>
                  <a:pt x="713483" y="114322"/>
                </a:lnTo>
                <a:lnTo>
                  <a:pt x="713701" y="114295"/>
                </a:lnTo>
                <a:lnTo>
                  <a:pt x="713918" y="114267"/>
                </a:lnTo>
                <a:lnTo>
                  <a:pt x="714130" y="114239"/>
                </a:lnTo>
                <a:lnTo>
                  <a:pt x="714340" y="114210"/>
                </a:lnTo>
                <a:lnTo>
                  <a:pt x="714545" y="114180"/>
                </a:lnTo>
                <a:lnTo>
                  <a:pt x="714748" y="114149"/>
                </a:lnTo>
                <a:lnTo>
                  <a:pt x="714947" y="114118"/>
                </a:lnTo>
                <a:lnTo>
                  <a:pt x="715142" y="114086"/>
                </a:lnTo>
                <a:lnTo>
                  <a:pt x="715334" y="114054"/>
                </a:lnTo>
                <a:lnTo>
                  <a:pt x="715523" y="114021"/>
                </a:lnTo>
                <a:lnTo>
                  <a:pt x="715708" y="113987"/>
                </a:lnTo>
                <a:lnTo>
                  <a:pt x="715890" y="113953"/>
                </a:lnTo>
                <a:lnTo>
                  <a:pt x="716068" y="113918"/>
                </a:lnTo>
                <a:lnTo>
                  <a:pt x="716243" y="113882"/>
                </a:lnTo>
                <a:lnTo>
                  <a:pt x="716414" y="113846"/>
                </a:lnTo>
                <a:lnTo>
                  <a:pt x="716582" y="113809"/>
                </a:lnTo>
                <a:lnTo>
                  <a:pt x="716746" y="113772"/>
                </a:lnTo>
                <a:lnTo>
                  <a:pt x="716907" y="113733"/>
                </a:lnTo>
                <a:lnTo>
                  <a:pt x="717065" y="113695"/>
                </a:lnTo>
                <a:lnTo>
                  <a:pt x="717219" y="113655"/>
                </a:lnTo>
                <a:lnTo>
                  <a:pt x="717369" y="113615"/>
                </a:lnTo>
                <a:lnTo>
                  <a:pt x="717516" y="113574"/>
                </a:lnTo>
                <a:lnTo>
                  <a:pt x="717660" y="113533"/>
                </a:lnTo>
                <a:lnTo>
                  <a:pt x="717800" y="113491"/>
                </a:lnTo>
                <a:lnTo>
                  <a:pt x="717937" y="113448"/>
                </a:lnTo>
                <a:lnTo>
                  <a:pt x="717569" y="106008"/>
                </a:lnTo>
                <a:lnTo>
                  <a:pt x="717439" y="106026"/>
                </a:lnTo>
                <a:lnTo>
                  <a:pt x="717309" y="106045"/>
                </a:lnTo>
                <a:lnTo>
                  <a:pt x="717178" y="106064"/>
                </a:lnTo>
                <a:lnTo>
                  <a:pt x="717046" y="106082"/>
                </a:lnTo>
                <a:lnTo>
                  <a:pt x="716913" y="106101"/>
                </a:lnTo>
                <a:lnTo>
                  <a:pt x="716779" y="106121"/>
                </a:lnTo>
                <a:lnTo>
                  <a:pt x="716644" y="106140"/>
                </a:lnTo>
                <a:lnTo>
                  <a:pt x="716509" y="106159"/>
                </a:lnTo>
                <a:lnTo>
                  <a:pt x="716372" y="106179"/>
                </a:lnTo>
                <a:lnTo>
                  <a:pt x="716235" y="106198"/>
                </a:lnTo>
                <a:lnTo>
                  <a:pt x="716097" y="106218"/>
                </a:lnTo>
                <a:lnTo>
                  <a:pt x="715957" y="106238"/>
                </a:lnTo>
                <a:lnTo>
                  <a:pt x="715817" y="106258"/>
                </a:lnTo>
                <a:lnTo>
                  <a:pt x="715676" y="106278"/>
                </a:lnTo>
                <a:lnTo>
                  <a:pt x="715534" y="106298"/>
                </a:lnTo>
                <a:lnTo>
                  <a:pt x="715392" y="106319"/>
                </a:lnTo>
                <a:lnTo>
                  <a:pt x="715248" y="106339"/>
                </a:lnTo>
                <a:lnTo>
                  <a:pt x="715103" y="106360"/>
                </a:lnTo>
                <a:lnTo>
                  <a:pt x="714958" y="106381"/>
                </a:lnTo>
                <a:lnTo>
                  <a:pt x="714811" y="106402"/>
                </a:lnTo>
                <a:lnTo>
                  <a:pt x="714664" y="106423"/>
                </a:lnTo>
                <a:lnTo>
                  <a:pt x="714516" y="106444"/>
                </a:lnTo>
                <a:lnTo>
                  <a:pt x="714367" y="106465"/>
                </a:lnTo>
                <a:lnTo>
                  <a:pt x="714217" y="106487"/>
                </a:lnTo>
                <a:lnTo>
                  <a:pt x="714066" y="106508"/>
                </a:lnTo>
                <a:lnTo>
                  <a:pt x="713915" y="106528"/>
                </a:lnTo>
                <a:lnTo>
                  <a:pt x="713763" y="106547"/>
                </a:lnTo>
                <a:lnTo>
                  <a:pt x="713610" y="106565"/>
                </a:lnTo>
                <a:lnTo>
                  <a:pt x="713457" y="106583"/>
                </a:lnTo>
                <a:lnTo>
                  <a:pt x="713303" y="106599"/>
                </a:lnTo>
                <a:lnTo>
                  <a:pt x="713148" y="106615"/>
                </a:lnTo>
                <a:lnTo>
                  <a:pt x="712993" y="106630"/>
                </a:lnTo>
                <a:lnTo>
                  <a:pt x="712837" y="106644"/>
                </a:lnTo>
                <a:lnTo>
                  <a:pt x="712681" y="106657"/>
                </a:lnTo>
                <a:lnTo>
                  <a:pt x="712524" y="106669"/>
                </a:lnTo>
                <a:lnTo>
                  <a:pt x="712366" y="106680"/>
                </a:lnTo>
                <a:lnTo>
                  <a:pt x="712208" y="106690"/>
                </a:lnTo>
                <a:lnTo>
                  <a:pt x="712049" y="106700"/>
                </a:lnTo>
                <a:lnTo>
                  <a:pt x="711889" y="106708"/>
                </a:lnTo>
                <a:lnTo>
                  <a:pt x="711729" y="106716"/>
                </a:lnTo>
                <a:lnTo>
                  <a:pt x="711568" y="106723"/>
                </a:lnTo>
                <a:lnTo>
                  <a:pt x="711406" y="106728"/>
                </a:lnTo>
                <a:lnTo>
                  <a:pt x="711244" y="106733"/>
                </a:lnTo>
                <a:lnTo>
                  <a:pt x="711081" y="106737"/>
                </a:lnTo>
                <a:lnTo>
                  <a:pt x="710917" y="106740"/>
                </a:lnTo>
                <a:lnTo>
                  <a:pt x="710753" y="106743"/>
                </a:lnTo>
                <a:lnTo>
                  <a:pt x="710589" y="106744"/>
                </a:lnTo>
                <a:lnTo>
                  <a:pt x="710423" y="106744"/>
                </a:lnTo>
                <a:lnTo>
                  <a:pt x="710197" y="106743"/>
                </a:lnTo>
                <a:lnTo>
                  <a:pt x="709971" y="106738"/>
                </a:lnTo>
                <a:lnTo>
                  <a:pt x="709747" y="106730"/>
                </a:lnTo>
                <a:lnTo>
                  <a:pt x="709524" y="106719"/>
                </a:lnTo>
                <a:lnTo>
                  <a:pt x="709302" y="106704"/>
                </a:lnTo>
                <a:lnTo>
                  <a:pt x="709081" y="106687"/>
                </a:lnTo>
                <a:lnTo>
                  <a:pt x="708861" y="106666"/>
                </a:lnTo>
                <a:lnTo>
                  <a:pt x="708643" y="106642"/>
                </a:lnTo>
                <a:lnTo>
                  <a:pt x="708425" y="106615"/>
                </a:lnTo>
                <a:lnTo>
                  <a:pt x="708209" y="106585"/>
                </a:lnTo>
                <a:lnTo>
                  <a:pt x="707994" y="106551"/>
                </a:lnTo>
                <a:lnTo>
                  <a:pt x="707780" y="106514"/>
                </a:lnTo>
                <a:lnTo>
                  <a:pt x="707568" y="106474"/>
                </a:lnTo>
                <a:lnTo>
                  <a:pt x="707356" y="106431"/>
                </a:lnTo>
                <a:lnTo>
                  <a:pt x="707145" y="106385"/>
                </a:lnTo>
                <a:lnTo>
                  <a:pt x="706936" y="106335"/>
                </a:lnTo>
                <a:lnTo>
                  <a:pt x="706728" y="106282"/>
                </a:lnTo>
                <a:lnTo>
                  <a:pt x="706521" y="106226"/>
                </a:lnTo>
                <a:lnTo>
                  <a:pt x="706315" y="106167"/>
                </a:lnTo>
                <a:lnTo>
                  <a:pt x="706110" y="106105"/>
                </a:lnTo>
                <a:lnTo>
                  <a:pt x="705907" y="106039"/>
                </a:lnTo>
                <a:lnTo>
                  <a:pt x="705705" y="105971"/>
                </a:lnTo>
                <a:lnTo>
                  <a:pt x="705503" y="105899"/>
                </a:lnTo>
                <a:lnTo>
                  <a:pt x="705303" y="105824"/>
                </a:lnTo>
                <a:lnTo>
                  <a:pt x="705105" y="105744"/>
                </a:lnTo>
                <a:lnTo>
                  <a:pt x="704911" y="105657"/>
                </a:lnTo>
                <a:lnTo>
                  <a:pt x="704720" y="105563"/>
                </a:lnTo>
                <a:lnTo>
                  <a:pt x="704532" y="105463"/>
                </a:lnTo>
                <a:lnTo>
                  <a:pt x="704347" y="105357"/>
                </a:lnTo>
                <a:lnTo>
                  <a:pt x="704166" y="105243"/>
                </a:lnTo>
                <a:lnTo>
                  <a:pt x="703988" y="105123"/>
                </a:lnTo>
                <a:lnTo>
                  <a:pt x="703813" y="104997"/>
                </a:lnTo>
                <a:lnTo>
                  <a:pt x="703642" y="104864"/>
                </a:lnTo>
                <a:lnTo>
                  <a:pt x="703474" y="104724"/>
                </a:lnTo>
                <a:lnTo>
                  <a:pt x="703310" y="104577"/>
                </a:lnTo>
                <a:lnTo>
                  <a:pt x="703148" y="104424"/>
                </a:lnTo>
                <a:lnTo>
                  <a:pt x="702990" y="104264"/>
                </a:lnTo>
                <a:lnTo>
                  <a:pt x="702836" y="104098"/>
                </a:lnTo>
                <a:lnTo>
                  <a:pt x="702685" y="103924"/>
                </a:lnTo>
                <a:lnTo>
                  <a:pt x="702537" y="103745"/>
                </a:lnTo>
                <a:lnTo>
                  <a:pt x="702392" y="103558"/>
                </a:lnTo>
                <a:lnTo>
                  <a:pt x="702251" y="103365"/>
                </a:lnTo>
                <a:lnTo>
                  <a:pt x="702113" y="103165"/>
                </a:lnTo>
                <a:lnTo>
                  <a:pt x="701978" y="102959"/>
                </a:lnTo>
                <a:lnTo>
                  <a:pt x="701847" y="102746"/>
                </a:lnTo>
                <a:lnTo>
                  <a:pt x="701719" y="102526"/>
                </a:lnTo>
                <a:lnTo>
                  <a:pt x="701594" y="102300"/>
                </a:lnTo>
                <a:lnTo>
                  <a:pt x="701472" y="102067"/>
                </a:lnTo>
                <a:lnTo>
                  <a:pt x="701355" y="101826"/>
                </a:lnTo>
                <a:lnTo>
                  <a:pt x="701243" y="101575"/>
                </a:lnTo>
                <a:lnTo>
                  <a:pt x="701136" y="101315"/>
                </a:lnTo>
                <a:lnTo>
                  <a:pt x="701034" y="101046"/>
                </a:lnTo>
                <a:lnTo>
                  <a:pt x="700936" y="100768"/>
                </a:lnTo>
                <a:lnTo>
                  <a:pt x="700844" y="100480"/>
                </a:lnTo>
                <a:lnTo>
                  <a:pt x="700757" y="100183"/>
                </a:lnTo>
                <a:lnTo>
                  <a:pt x="700674" y="99877"/>
                </a:lnTo>
                <a:lnTo>
                  <a:pt x="700597" y="99561"/>
                </a:lnTo>
                <a:lnTo>
                  <a:pt x="700525" y="99236"/>
                </a:lnTo>
                <a:lnTo>
                  <a:pt x="700457" y="98902"/>
                </a:lnTo>
                <a:lnTo>
                  <a:pt x="700395" y="98558"/>
                </a:lnTo>
                <a:lnTo>
                  <a:pt x="700338" y="98205"/>
                </a:lnTo>
                <a:lnTo>
                  <a:pt x="700285" y="97843"/>
                </a:lnTo>
                <a:lnTo>
                  <a:pt x="700238" y="97471"/>
                </a:lnTo>
                <a:lnTo>
                  <a:pt x="700196" y="97090"/>
                </a:lnTo>
                <a:lnTo>
                  <a:pt x="700158" y="96699"/>
                </a:lnTo>
                <a:lnTo>
                  <a:pt x="700126" y="96300"/>
                </a:lnTo>
                <a:lnTo>
                  <a:pt x="700098" y="95891"/>
                </a:lnTo>
                <a:lnTo>
                  <a:pt x="700076" y="95472"/>
                </a:lnTo>
                <a:lnTo>
                  <a:pt x="700058" y="95045"/>
                </a:lnTo>
                <a:lnTo>
                  <a:pt x="700046" y="94607"/>
                </a:lnTo>
                <a:lnTo>
                  <a:pt x="700038" y="94161"/>
                </a:lnTo>
                <a:lnTo>
                  <a:pt x="700036" y="93705"/>
                </a:lnTo>
                <a:lnTo>
                  <a:pt x="700036" y="40665"/>
                </a:lnTo>
                <a:lnTo>
                  <a:pt x="716538" y="40665"/>
                </a:lnTo>
                <a:lnTo>
                  <a:pt x="716538" y="33445"/>
                </a:lnTo>
                <a:lnTo>
                  <a:pt x="700036" y="33445"/>
                </a:lnTo>
                <a:lnTo>
                  <a:pt x="700036" y="12966"/>
                </a:lnTo>
                <a:lnTo>
                  <a:pt x="691196" y="12966"/>
                </a:lnTo>
                <a:lnTo>
                  <a:pt x="691196" y="33445"/>
                </a:lnTo>
                <a:lnTo>
                  <a:pt x="676536" y="33445"/>
                </a:lnTo>
                <a:lnTo>
                  <a:pt x="676536" y="40665"/>
                </a:lnTo>
                <a:close/>
                <a:moveTo>
                  <a:pt x="743681" y="0"/>
                </a:moveTo>
                <a:lnTo>
                  <a:pt x="734914" y="0"/>
                </a:lnTo>
                <a:lnTo>
                  <a:pt x="734914" y="113154"/>
                </a:lnTo>
                <a:lnTo>
                  <a:pt x="743681" y="113154"/>
                </a:lnTo>
                <a:lnTo>
                  <a:pt x="743681" y="58474"/>
                </a:lnTo>
                <a:lnTo>
                  <a:pt x="743826" y="58073"/>
                </a:lnTo>
                <a:lnTo>
                  <a:pt x="743980" y="57663"/>
                </a:lnTo>
                <a:lnTo>
                  <a:pt x="744140" y="57256"/>
                </a:lnTo>
                <a:lnTo>
                  <a:pt x="744305" y="56851"/>
                </a:lnTo>
                <a:lnTo>
                  <a:pt x="744475" y="56448"/>
                </a:lnTo>
                <a:lnTo>
                  <a:pt x="744650" y="56047"/>
                </a:lnTo>
                <a:lnTo>
                  <a:pt x="744831" y="55648"/>
                </a:lnTo>
                <a:lnTo>
                  <a:pt x="745016" y="55251"/>
                </a:lnTo>
                <a:lnTo>
                  <a:pt x="745207" y="54856"/>
                </a:lnTo>
                <a:lnTo>
                  <a:pt x="745404" y="54463"/>
                </a:lnTo>
                <a:lnTo>
                  <a:pt x="745605" y="54072"/>
                </a:lnTo>
                <a:lnTo>
                  <a:pt x="745812" y="53683"/>
                </a:lnTo>
                <a:lnTo>
                  <a:pt x="746024" y="53297"/>
                </a:lnTo>
                <a:lnTo>
                  <a:pt x="746241" y="52912"/>
                </a:lnTo>
                <a:lnTo>
                  <a:pt x="746464" y="52529"/>
                </a:lnTo>
                <a:lnTo>
                  <a:pt x="746691" y="52149"/>
                </a:lnTo>
                <a:lnTo>
                  <a:pt x="746924" y="51770"/>
                </a:lnTo>
                <a:lnTo>
                  <a:pt x="747162" y="51393"/>
                </a:lnTo>
                <a:lnTo>
                  <a:pt x="747406" y="51019"/>
                </a:lnTo>
                <a:lnTo>
                  <a:pt x="747655" y="50647"/>
                </a:lnTo>
                <a:lnTo>
                  <a:pt x="747909" y="50276"/>
                </a:lnTo>
                <a:lnTo>
                  <a:pt x="748168" y="49908"/>
                </a:lnTo>
                <a:lnTo>
                  <a:pt x="748432" y="49542"/>
                </a:lnTo>
                <a:lnTo>
                  <a:pt x="748702" y="49179"/>
                </a:lnTo>
                <a:lnTo>
                  <a:pt x="748977" y="48822"/>
                </a:lnTo>
                <a:lnTo>
                  <a:pt x="749257" y="48471"/>
                </a:lnTo>
                <a:lnTo>
                  <a:pt x="749543" y="48125"/>
                </a:lnTo>
                <a:lnTo>
                  <a:pt x="749835" y="47785"/>
                </a:lnTo>
                <a:lnTo>
                  <a:pt x="750131" y="47451"/>
                </a:lnTo>
                <a:lnTo>
                  <a:pt x="750433" y="47122"/>
                </a:lnTo>
                <a:lnTo>
                  <a:pt x="750740" y="46799"/>
                </a:lnTo>
                <a:lnTo>
                  <a:pt x="751053" y="46482"/>
                </a:lnTo>
                <a:lnTo>
                  <a:pt x="751371" y="46170"/>
                </a:lnTo>
                <a:lnTo>
                  <a:pt x="751695" y="45864"/>
                </a:lnTo>
                <a:lnTo>
                  <a:pt x="752023" y="45563"/>
                </a:lnTo>
                <a:lnTo>
                  <a:pt x="752358" y="45269"/>
                </a:lnTo>
                <a:lnTo>
                  <a:pt x="752697" y="44979"/>
                </a:lnTo>
                <a:lnTo>
                  <a:pt x="753042" y="44696"/>
                </a:lnTo>
                <a:lnTo>
                  <a:pt x="753392" y="44418"/>
                </a:lnTo>
                <a:lnTo>
                  <a:pt x="753748" y="44145"/>
                </a:lnTo>
                <a:lnTo>
                  <a:pt x="754109" y="43878"/>
                </a:lnTo>
                <a:lnTo>
                  <a:pt x="754476" y="43617"/>
                </a:lnTo>
                <a:lnTo>
                  <a:pt x="754847" y="43362"/>
                </a:lnTo>
                <a:lnTo>
                  <a:pt x="755225" y="43112"/>
                </a:lnTo>
                <a:lnTo>
                  <a:pt x="755607" y="42867"/>
                </a:lnTo>
                <a:lnTo>
                  <a:pt x="755995" y="42629"/>
                </a:lnTo>
                <a:lnTo>
                  <a:pt x="756388" y="42396"/>
                </a:lnTo>
                <a:lnTo>
                  <a:pt x="756787" y="42170"/>
                </a:lnTo>
                <a:lnTo>
                  <a:pt x="757191" y="41954"/>
                </a:lnTo>
                <a:lnTo>
                  <a:pt x="757601" y="41748"/>
                </a:lnTo>
                <a:lnTo>
                  <a:pt x="758016" y="41552"/>
                </a:lnTo>
                <a:lnTo>
                  <a:pt x="758437" y="41365"/>
                </a:lnTo>
                <a:lnTo>
                  <a:pt x="758863" y="41187"/>
                </a:lnTo>
                <a:lnTo>
                  <a:pt x="759295" y="41019"/>
                </a:lnTo>
                <a:lnTo>
                  <a:pt x="759732" y="40861"/>
                </a:lnTo>
                <a:lnTo>
                  <a:pt x="760175" y="40712"/>
                </a:lnTo>
                <a:lnTo>
                  <a:pt x="760623" y="40573"/>
                </a:lnTo>
                <a:lnTo>
                  <a:pt x="761077" y="40444"/>
                </a:lnTo>
                <a:lnTo>
                  <a:pt x="761536" y="40324"/>
                </a:lnTo>
                <a:lnTo>
                  <a:pt x="762000" y="40214"/>
                </a:lnTo>
                <a:lnTo>
                  <a:pt x="762471" y="40113"/>
                </a:lnTo>
                <a:lnTo>
                  <a:pt x="762946" y="40022"/>
                </a:lnTo>
                <a:lnTo>
                  <a:pt x="763428" y="39940"/>
                </a:lnTo>
                <a:lnTo>
                  <a:pt x="763914" y="39868"/>
                </a:lnTo>
                <a:lnTo>
                  <a:pt x="764407" y="39806"/>
                </a:lnTo>
                <a:lnTo>
                  <a:pt x="764904" y="39753"/>
                </a:lnTo>
                <a:lnTo>
                  <a:pt x="765407" y="39710"/>
                </a:lnTo>
                <a:lnTo>
                  <a:pt x="765916" y="39676"/>
                </a:lnTo>
                <a:lnTo>
                  <a:pt x="766430" y="39652"/>
                </a:lnTo>
                <a:lnTo>
                  <a:pt x="766950" y="39638"/>
                </a:lnTo>
                <a:lnTo>
                  <a:pt x="767475" y="39633"/>
                </a:lnTo>
                <a:lnTo>
                  <a:pt x="767951" y="39637"/>
                </a:lnTo>
                <a:lnTo>
                  <a:pt x="768422" y="39647"/>
                </a:lnTo>
                <a:lnTo>
                  <a:pt x="768888" y="39664"/>
                </a:lnTo>
                <a:lnTo>
                  <a:pt x="769348" y="39688"/>
                </a:lnTo>
                <a:lnTo>
                  <a:pt x="769802" y="39720"/>
                </a:lnTo>
                <a:lnTo>
                  <a:pt x="770252" y="39758"/>
                </a:lnTo>
                <a:lnTo>
                  <a:pt x="770696" y="39802"/>
                </a:lnTo>
                <a:lnTo>
                  <a:pt x="771134" y="39854"/>
                </a:lnTo>
                <a:lnTo>
                  <a:pt x="771567" y="39913"/>
                </a:lnTo>
                <a:lnTo>
                  <a:pt x="771995" y="39979"/>
                </a:lnTo>
                <a:lnTo>
                  <a:pt x="772417" y="40051"/>
                </a:lnTo>
                <a:lnTo>
                  <a:pt x="772835" y="40130"/>
                </a:lnTo>
                <a:lnTo>
                  <a:pt x="773246" y="40217"/>
                </a:lnTo>
                <a:lnTo>
                  <a:pt x="773653" y="40310"/>
                </a:lnTo>
                <a:lnTo>
                  <a:pt x="774054" y="40410"/>
                </a:lnTo>
                <a:lnTo>
                  <a:pt x="774449" y="40517"/>
                </a:lnTo>
                <a:lnTo>
                  <a:pt x="774839" y="40631"/>
                </a:lnTo>
                <a:lnTo>
                  <a:pt x="775224" y="40752"/>
                </a:lnTo>
                <a:lnTo>
                  <a:pt x="775604" y="40880"/>
                </a:lnTo>
                <a:lnTo>
                  <a:pt x="775978" y="41014"/>
                </a:lnTo>
                <a:lnTo>
                  <a:pt x="776346" y="41156"/>
                </a:lnTo>
                <a:lnTo>
                  <a:pt x="776710" y="41305"/>
                </a:lnTo>
                <a:lnTo>
                  <a:pt x="777068" y="41460"/>
                </a:lnTo>
                <a:lnTo>
                  <a:pt x="777420" y="41622"/>
                </a:lnTo>
                <a:lnTo>
                  <a:pt x="777767" y="41793"/>
                </a:lnTo>
                <a:lnTo>
                  <a:pt x="778107" y="41972"/>
                </a:lnTo>
                <a:lnTo>
                  <a:pt x="778440" y="42161"/>
                </a:lnTo>
                <a:lnTo>
                  <a:pt x="778767" y="42360"/>
                </a:lnTo>
                <a:lnTo>
                  <a:pt x="779087" y="42568"/>
                </a:lnTo>
                <a:lnTo>
                  <a:pt x="779400" y="42785"/>
                </a:lnTo>
                <a:lnTo>
                  <a:pt x="779707" y="43011"/>
                </a:lnTo>
                <a:lnTo>
                  <a:pt x="780007" y="43247"/>
                </a:lnTo>
                <a:lnTo>
                  <a:pt x="780300" y="43492"/>
                </a:lnTo>
                <a:lnTo>
                  <a:pt x="780587" y="43747"/>
                </a:lnTo>
                <a:lnTo>
                  <a:pt x="780867" y="44010"/>
                </a:lnTo>
                <a:lnTo>
                  <a:pt x="781141" y="44283"/>
                </a:lnTo>
                <a:lnTo>
                  <a:pt x="781407" y="44566"/>
                </a:lnTo>
                <a:lnTo>
                  <a:pt x="781668" y="44858"/>
                </a:lnTo>
                <a:lnTo>
                  <a:pt x="781921" y="45159"/>
                </a:lnTo>
                <a:lnTo>
                  <a:pt x="782168" y="45469"/>
                </a:lnTo>
                <a:lnTo>
                  <a:pt x="782408" y="45789"/>
                </a:lnTo>
                <a:lnTo>
                  <a:pt x="782642" y="46118"/>
                </a:lnTo>
                <a:lnTo>
                  <a:pt x="782868" y="46457"/>
                </a:lnTo>
                <a:lnTo>
                  <a:pt x="783089" y="46805"/>
                </a:lnTo>
                <a:lnTo>
                  <a:pt x="783302" y="47162"/>
                </a:lnTo>
                <a:lnTo>
                  <a:pt x="783509" y="47528"/>
                </a:lnTo>
                <a:lnTo>
                  <a:pt x="783709" y="47904"/>
                </a:lnTo>
                <a:lnTo>
                  <a:pt x="783903" y="48289"/>
                </a:lnTo>
                <a:lnTo>
                  <a:pt x="784089" y="48685"/>
                </a:lnTo>
                <a:lnTo>
                  <a:pt x="784268" y="49093"/>
                </a:lnTo>
                <a:lnTo>
                  <a:pt x="784438" y="49513"/>
                </a:lnTo>
                <a:lnTo>
                  <a:pt x="784601" y="49946"/>
                </a:lnTo>
                <a:lnTo>
                  <a:pt x="784756" y="50390"/>
                </a:lnTo>
                <a:lnTo>
                  <a:pt x="784902" y="50847"/>
                </a:lnTo>
                <a:lnTo>
                  <a:pt x="785041" y="51316"/>
                </a:lnTo>
                <a:lnTo>
                  <a:pt x="785172" y="51797"/>
                </a:lnTo>
                <a:lnTo>
                  <a:pt x="785295" y="52290"/>
                </a:lnTo>
                <a:lnTo>
                  <a:pt x="785410" y="52795"/>
                </a:lnTo>
                <a:lnTo>
                  <a:pt x="785517" y="53312"/>
                </a:lnTo>
                <a:lnTo>
                  <a:pt x="785616" y="53842"/>
                </a:lnTo>
                <a:lnTo>
                  <a:pt x="785707" y="54384"/>
                </a:lnTo>
                <a:lnTo>
                  <a:pt x="785790" y="54937"/>
                </a:lnTo>
                <a:lnTo>
                  <a:pt x="785866" y="55503"/>
                </a:lnTo>
                <a:lnTo>
                  <a:pt x="785933" y="56082"/>
                </a:lnTo>
                <a:lnTo>
                  <a:pt x="785993" y="56672"/>
                </a:lnTo>
                <a:lnTo>
                  <a:pt x="786044" y="57274"/>
                </a:lnTo>
                <a:lnTo>
                  <a:pt x="786088" y="57889"/>
                </a:lnTo>
                <a:lnTo>
                  <a:pt x="786123" y="58516"/>
                </a:lnTo>
                <a:lnTo>
                  <a:pt x="786151" y="59155"/>
                </a:lnTo>
                <a:lnTo>
                  <a:pt x="786171" y="59806"/>
                </a:lnTo>
                <a:lnTo>
                  <a:pt x="786183" y="60469"/>
                </a:lnTo>
                <a:lnTo>
                  <a:pt x="786187" y="61144"/>
                </a:lnTo>
                <a:lnTo>
                  <a:pt x="786187" y="113154"/>
                </a:lnTo>
                <a:lnTo>
                  <a:pt x="795027" y="113154"/>
                </a:lnTo>
                <a:lnTo>
                  <a:pt x="795027" y="61218"/>
                </a:lnTo>
                <a:lnTo>
                  <a:pt x="795024" y="60565"/>
                </a:lnTo>
                <a:lnTo>
                  <a:pt x="795015" y="59920"/>
                </a:lnTo>
                <a:lnTo>
                  <a:pt x="795000" y="59283"/>
                </a:lnTo>
                <a:lnTo>
                  <a:pt x="794979" y="58655"/>
                </a:lnTo>
                <a:lnTo>
                  <a:pt x="794952" y="58034"/>
                </a:lnTo>
                <a:lnTo>
                  <a:pt x="794919" y="57422"/>
                </a:lnTo>
                <a:lnTo>
                  <a:pt x="794880" y="56817"/>
                </a:lnTo>
                <a:lnTo>
                  <a:pt x="794835" y="56221"/>
                </a:lnTo>
                <a:lnTo>
                  <a:pt x="794783" y="55632"/>
                </a:lnTo>
                <a:lnTo>
                  <a:pt x="794726" y="55052"/>
                </a:lnTo>
                <a:lnTo>
                  <a:pt x="794663" y="54480"/>
                </a:lnTo>
                <a:lnTo>
                  <a:pt x="794594" y="53916"/>
                </a:lnTo>
                <a:lnTo>
                  <a:pt x="794519" y="53359"/>
                </a:lnTo>
                <a:lnTo>
                  <a:pt x="794438" y="52811"/>
                </a:lnTo>
                <a:lnTo>
                  <a:pt x="794351" y="52271"/>
                </a:lnTo>
                <a:lnTo>
                  <a:pt x="794258" y="51739"/>
                </a:lnTo>
                <a:lnTo>
                  <a:pt x="794158" y="51215"/>
                </a:lnTo>
                <a:lnTo>
                  <a:pt x="794053" y="50699"/>
                </a:lnTo>
                <a:lnTo>
                  <a:pt x="793942" y="50192"/>
                </a:lnTo>
                <a:lnTo>
                  <a:pt x="793825" y="49692"/>
                </a:lnTo>
                <a:lnTo>
                  <a:pt x="793701" y="49200"/>
                </a:lnTo>
                <a:lnTo>
                  <a:pt x="793572" y="48717"/>
                </a:lnTo>
                <a:lnTo>
                  <a:pt x="793437" y="48241"/>
                </a:lnTo>
                <a:lnTo>
                  <a:pt x="793296" y="47773"/>
                </a:lnTo>
                <a:lnTo>
                  <a:pt x="793149" y="47314"/>
                </a:lnTo>
                <a:lnTo>
                  <a:pt x="792996" y="46861"/>
                </a:lnTo>
                <a:lnTo>
                  <a:pt x="792839" y="46415"/>
                </a:lnTo>
                <a:lnTo>
                  <a:pt x="792676" y="45977"/>
                </a:lnTo>
                <a:lnTo>
                  <a:pt x="792507" y="45546"/>
                </a:lnTo>
                <a:lnTo>
                  <a:pt x="792333" y="45121"/>
                </a:lnTo>
                <a:lnTo>
                  <a:pt x="792154" y="44705"/>
                </a:lnTo>
                <a:lnTo>
                  <a:pt x="791970" y="44295"/>
                </a:lnTo>
                <a:lnTo>
                  <a:pt x="791780" y="43892"/>
                </a:lnTo>
                <a:lnTo>
                  <a:pt x="791585" y="43497"/>
                </a:lnTo>
                <a:lnTo>
                  <a:pt x="791384" y="43108"/>
                </a:lnTo>
                <a:lnTo>
                  <a:pt x="791178" y="42727"/>
                </a:lnTo>
                <a:lnTo>
                  <a:pt x="790966" y="42353"/>
                </a:lnTo>
                <a:lnTo>
                  <a:pt x="790750" y="41986"/>
                </a:lnTo>
                <a:lnTo>
                  <a:pt x="790527" y="41627"/>
                </a:lnTo>
                <a:lnTo>
                  <a:pt x="790300" y="41274"/>
                </a:lnTo>
                <a:lnTo>
                  <a:pt x="790067" y="40929"/>
                </a:lnTo>
                <a:lnTo>
                  <a:pt x="789829" y="40591"/>
                </a:lnTo>
                <a:lnTo>
                  <a:pt x="789585" y="40260"/>
                </a:lnTo>
                <a:lnTo>
                  <a:pt x="789336" y="39936"/>
                </a:lnTo>
                <a:lnTo>
                  <a:pt x="789082" y="39619"/>
                </a:lnTo>
                <a:lnTo>
                  <a:pt x="788822" y="39310"/>
                </a:lnTo>
                <a:lnTo>
                  <a:pt x="788557" y="39008"/>
                </a:lnTo>
                <a:lnTo>
                  <a:pt x="788286" y="38712"/>
                </a:lnTo>
                <a:lnTo>
                  <a:pt x="788011" y="38424"/>
                </a:lnTo>
                <a:lnTo>
                  <a:pt x="787730" y="38142"/>
                </a:lnTo>
                <a:lnTo>
                  <a:pt x="787444" y="37867"/>
                </a:lnTo>
                <a:lnTo>
                  <a:pt x="787154" y="37598"/>
                </a:lnTo>
                <a:lnTo>
                  <a:pt x="786858" y="37336"/>
                </a:lnTo>
                <a:lnTo>
                  <a:pt x="786557" y="37080"/>
                </a:lnTo>
                <a:lnTo>
                  <a:pt x="786252" y="36831"/>
                </a:lnTo>
                <a:lnTo>
                  <a:pt x="785941" y="36588"/>
                </a:lnTo>
                <a:lnTo>
                  <a:pt x="785626" y="36352"/>
                </a:lnTo>
                <a:lnTo>
                  <a:pt x="785305" y="36122"/>
                </a:lnTo>
                <a:lnTo>
                  <a:pt x="784980" y="35899"/>
                </a:lnTo>
                <a:lnTo>
                  <a:pt x="784649" y="35683"/>
                </a:lnTo>
                <a:lnTo>
                  <a:pt x="784313" y="35473"/>
                </a:lnTo>
                <a:lnTo>
                  <a:pt x="783973" y="35269"/>
                </a:lnTo>
                <a:lnTo>
                  <a:pt x="783627" y="35072"/>
                </a:lnTo>
                <a:lnTo>
                  <a:pt x="783277" y="34882"/>
                </a:lnTo>
                <a:lnTo>
                  <a:pt x="782921" y="34698"/>
                </a:lnTo>
                <a:lnTo>
                  <a:pt x="782561" y="34520"/>
                </a:lnTo>
                <a:lnTo>
                  <a:pt x="782196" y="34349"/>
                </a:lnTo>
                <a:lnTo>
                  <a:pt x="781825" y="34185"/>
                </a:lnTo>
                <a:lnTo>
                  <a:pt x="781450" y="34027"/>
                </a:lnTo>
                <a:lnTo>
                  <a:pt x="781069" y="33876"/>
                </a:lnTo>
                <a:lnTo>
                  <a:pt x="780684" y="33731"/>
                </a:lnTo>
                <a:lnTo>
                  <a:pt x="780293" y="33592"/>
                </a:lnTo>
                <a:lnTo>
                  <a:pt x="779898" y="33460"/>
                </a:lnTo>
                <a:lnTo>
                  <a:pt x="779499" y="33334"/>
                </a:lnTo>
                <a:lnTo>
                  <a:pt x="779095" y="33213"/>
                </a:lnTo>
                <a:lnTo>
                  <a:pt x="778687" y="33097"/>
                </a:lnTo>
                <a:lnTo>
                  <a:pt x="778275" y="32988"/>
                </a:lnTo>
                <a:lnTo>
                  <a:pt x="777858" y="32883"/>
                </a:lnTo>
                <a:lnTo>
                  <a:pt x="777437" y="32785"/>
                </a:lnTo>
                <a:lnTo>
                  <a:pt x="777011" y="32692"/>
                </a:lnTo>
                <a:lnTo>
                  <a:pt x="776581" y="32605"/>
                </a:lnTo>
                <a:lnTo>
                  <a:pt x="776147" y="32523"/>
                </a:lnTo>
                <a:lnTo>
                  <a:pt x="775708" y="32447"/>
                </a:lnTo>
                <a:lnTo>
                  <a:pt x="775266" y="32377"/>
                </a:lnTo>
                <a:lnTo>
                  <a:pt x="774818" y="32312"/>
                </a:lnTo>
                <a:lnTo>
                  <a:pt x="774367" y="32253"/>
                </a:lnTo>
                <a:lnTo>
                  <a:pt x="773911" y="32200"/>
                </a:lnTo>
                <a:lnTo>
                  <a:pt x="773450" y="32152"/>
                </a:lnTo>
                <a:lnTo>
                  <a:pt x="772986" y="32110"/>
                </a:lnTo>
                <a:lnTo>
                  <a:pt x="772517" y="32073"/>
                </a:lnTo>
                <a:lnTo>
                  <a:pt x="772044" y="32042"/>
                </a:lnTo>
                <a:lnTo>
                  <a:pt x="771566" y="32017"/>
                </a:lnTo>
                <a:lnTo>
                  <a:pt x="771084" y="31997"/>
                </a:lnTo>
                <a:lnTo>
                  <a:pt x="770597" y="31983"/>
                </a:lnTo>
                <a:lnTo>
                  <a:pt x="770107" y="31975"/>
                </a:lnTo>
                <a:lnTo>
                  <a:pt x="769612" y="31972"/>
                </a:lnTo>
                <a:lnTo>
                  <a:pt x="769043" y="31976"/>
                </a:lnTo>
                <a:lnTo>
                  <a:pt x="768478" y="31990"/>
                </a:lnTo>
                <a:lnTo>
                  <a:pt x="767917" y="32013"/>
                </a:lnTo>
                <a:lnTo>
                  <a:pt x="767361" y="32045"/>
                </a:lnTo>
                <a:lnTo>
                  <a:pt x="766808" y="32087"/>
                </a:lnTo>
                <a:lnTo>
                  <a:pt x="766260" y="32138"/>
                </a:lnTo>
                <a:lnTo>
                  <a:pt x="765715" y="32197"/>
                </a:lnTo>
                <a:lnTo>
                  <a:pt x="765175" y="32266"/>
                </a:lnTo>
                <a:lnTo>
                  <a:pt x="764639" y="32345"/>
                </a:lnTo>
                <a:lnTo>
                  <a:pt x="764107" y="32432"/>
                </a:lnTo>
                <a:lnTo>
                  <a:pt x="763579" y="32529"/>
                </a:lnTo>
                <a:lnTo>
                  <a:pt x="763055" y="32635"/>
                </a:lnTo>
                <a:lnTo>
                  <a:pt x="762535" y="32750"/>
                </a:lnTo>
                <a:lnTo>
                  <a:pt x="762020" y="32874"/>
                </a:lnTo>
                <a:lnTo>
                  <a:pt x="761508" y="33008"/>
                </a:lnTo>
                <a:lnTo>
                  <a:pt x="761001" y="33150"/>
                </a:lnTo>
                <a:lnTo>
                  <a:pt x="760497" y="33302"/>
                </a:lnTo>
                <a:lnTo>
                  <a:pt x="759998" y="33464"/>
                </a:lnTo>
                <a:lnTo>
                  <a:pt x="759503" y="33634"/>
                </a:lnTo>
                <a:lnTo>
                  <a:pt x="759012" y="33813"/>
                </a:lnTo>
                <a:lnTo>
                  <a:pt x="758525" y="34002"/>
                </a:lnTo>
                <a:lnTo>
                  <a:pt x="758042" y="34200"/>
                </a:lnTo>
                <a:lnTo>
                  <a:pt x="757563" y="34407"/>
                </a:lnTo>
                <a:lnTo>
                  <a:pt x="757088" y="34624"/>
                </a:lnTo>
                <a:lnTo>
                  <a:pt x="756618" y="34848"/>
                </a:lnTo>
                <a:lnTo>
                  <a:pt x="756153" y="35080"/>
                </a:lnTo>
                <a:lnTo>
                  <a:pt x="755694" y="35319"/>
                </a:lnTo>
                <a:lnTo>
                  <a:pt x="755239" y="35565"/>
                </a:lnTo>
                <a:lnTo>
                  <a:pt x="754790" y="35818"/>
                </a:lnTo>
                <a:lnTo>
                  <a:pt x="754346" y="36079"/>
                </a:lnTo>
                <a:lnTo>
                  <a:pt x="753908" y="36346"/>
                </a:lnTo>
                <a:lnTo>
                  <a:pt x="753474" y="36621"/>
                </a:lnTo>
                <a:lnTo>
                  <a:pt x="753046" y="36903"/>
                </a:lnTo>
                <a:lnTo>
                  <a:pt x="752623" y="37192"/>
                </a:lnTo>
                <a:lnTo>
                  <a:pt x="752206" y="37488"/>
                </a:lnTo>
                <a:lnTo>
                  <a:pt x="751793" y="37792"/>
                </a:lnTo>
                <a:lnTo>
                  <a:pt x="751386" y="38102"/>
                </a:lnTo>
                <a:lnTo>
                  <a:pt x="750984" y="38420"/>
                </a:lnTo>
                <a:lnTo>
                  <a:pt x="750587" y="38745"/>
                </a:lnTo>
                <a:lnTo>
                  <a:pt x="750196" y="39077"/>
                </a:lnTo>
                <a:lnTo>
                  <a:pt x="749810" y="39416"/>
                </a:lnTo>
                <a:lnTo>
                  <a:pt x="749429" y="39762"/>
                </a:lnTo>
                <a:lnTo>
                  <a:pt x="749053" y="40116"/>
                </a:lnTo>
                <a:lnTo>
                  <a:pt x="748683" y="40476"/>
                </a:lnTo>
                <a:lnTo>
                  <a:pt x="748318" y="40844"/>
                </a:lnTo>
                <a:lnTo>
                  <a:pt x="747958" y="41219"/>
                </a:lnTo>
                <a:lnTo>
                  <a:pt x="747603" y="41601"/>
                </a:lnTo>
                <a:lnTo>
                  <a:pt x="747253" y="41991"/>
                </a:lnTo>
                <a:lnTo>
                  <a:pt x="746910" y="42386"/>
                </a:lnTo>
                <a:lnTo>
                  <a:pt x="746572" y="42787"/>
                </a:lnTo>
                <a:lnTo>
                  <a:pt x="746240" y="43192"/>
                </a:lnTo>
                <a:lnTo>
                  <a:pt x="745914" y="43603"/>
                </a:lnTo>
                <a:lnTo>
                  <a:pt x="745594" y="44019"/>
                </a:lnTo>
                <a:lnTo>
                  <a:pt x="745281" y="44440"/>
                </a:lnTo>
                <a:lnTo>
                  <a:pt x="744973" y="44866"/>
                </a:lnTo>
                <a:lnTo>
                  <a:pt x="744671" y="45297"/>
                </a:lnTo>
                <a:lnTo>
                  <a:pt x="744375" y="45734"/>
                </a:lnTo>
                <a:lnTo>
                  <a:pt x="744085" y="46175"/>
                </a:lnTo>
                <a:lnTo>
                  <a:pt x="743802" y="46622"/>
                </a:lnTo>
                <a:lnTo>
                  <a:pt x="743681" y="46819"/>
                </a:lnTo>
                <a:lnTo>
                  <a:pt x="743681" y="0"/>
                </a:lnTo>
                <a:close/>
                <a:moveTo>
                  <a:pt x="861250" y="56448"/>
                </a:moveTo>
                <a:lnTo>
                  <a:pt x="861425" y="56047"/>
                </a:lnTo>
                <a:lnTo>
                  <a:pt x="861605" y="55648"/>
                </a:lnTo>
                <a:lnTo>
                  <a:pt x="861791" y="55251"/>
                </a:lnTo>
                <a:lnTo>
                  <a:pt x="861982" y="54856"/>
                </a:lnTo>
                <a:lnTo>
                  <a:pt x="862179" y="54463"/>
                </a:lnTo>
                <a:lnTo>
                  <a:pt x="862380" y="54072"/>
                </a:lnTo>
                <a:lnTo>
                  <a:pt x="862587" y="53683"/>
                </a:lnTo>
                <a:lnTo>
                  <a:pt x="862799" y="53297"/>
                </a:lnTo>
                <a:lnTo>
                  <a:pt x="863016" y="52912"/>
                </a:lnTo>
                <a:lnTo>
                  <a:pt x="863238" y="52529"/>
                </a:lnTo>
                <a:lnTo>
                  <a:pt x="863466" y="52149"/>
                </a:lnTo>
                <a:lnTo>
                  <a:pt x="863699" y="51770"/>
                </a:lnTo>
                <a:lnTo>
                  <a:pt x="863937" y="51393"/>
                </a:lnTo>
                <a:lnTo>
                  <a:pt x="864181" y="51019"/>
                </a:lnTo>
                <a:lnTo>
                  <a:pt x="864429" y="50647"/>
                </a:lnTo>
                <a:lnTo>
                  <a:pt x="864683" y="50276"/>
                </a:lnTo>
                <a:lnTo>
                  <a:pt x="864943" y="49908"/>
                </a:lnTo>
                <a:lnTo>
                  <a:pt x="865207" y="49542"/>
                </a:lnTo>
                <a:lnTo>
                  <a:pt x="865477" y="49179"/>
                </a:lnTo>
                <a:lnTo>
                  <a:pt x="865752" y="48822"/>
                </a:lnTo>
                <a:lnTo>
                  <a:pt x="866032" y="48471"/>
                </a:lnTo>
                <a:lnTo>
                  <a:pt x="866318" y="48125"/>
                </a:lnTo>
                <a:lnTo>
                  <a:pt x="866609" y="47785"/>
                </a:lnTo>
                <a:lnTo>
                  <a:pt x="866906" y="47451"/>
                </a:lnTo>
                <a:lnTo>
                  <a:pt x="867208" y="47122"/>
                </a:lnTo>
                <a:lnTo>
                  <a:pt x="867515" y="46799"/>
                </a:lnTo>
                <a:lnTo>
                  <a:pt x="867828" y="46482"/>
                </a:lnTo>
                <a:lnTo>
                  <a:pt x="868146" y="46170"/>
                </a:lnTo>
                <a:lnTo>
                  <a:pt x="868469" y="45864"/>
                </a:lnTo>
                <a:lnTo>
                  <a:pt x="868798" y="45563"/>
                </a:lnTo>
                <a:lnTo>
                  <a:pt x="869133" y="45269"/>
                </a:lnTo>
                <a:lnTo>
                  <a:pt x="869472" y="44979"/>
                </a:lnTo>
                <a:lnTo>
                  <a:pt x="869817" y="44696"/>
                </a:lnTo>
                <a:lnTo>
                  <a:pt x="870167" y="44418"/>
                </a:lnTo>
                <a:lnTo>
                  <a:pt x="870523" y="44145"/>
                </a:lnTo>
                <a:lnTo>
                  <a:pt x="870884" y="43878"/>
                </a:lnTo>
                <a:lnTo>
                  <a:pt x="871250" y="43617"/>
                </a:lnTo>
                <a:lnTo>
                  <a:pt x="871622" y="43362"/>
                </a:lnTo>
                <a:lnTo>
                  <a:pt x="871999" y="43112"/>
                </a:lnTo>
                <a:lnTo>
                  <a:pt x="872382" y="42867"/>
                </a:lnTo>
                <a:lnTo>
                  <a:pt x="872770" y="42629"/>
                </a:lnTo>
                <a:lnTo>
                  <a:pt x="873163" y="42396"/>
                </a:lnTo>
                <a:lnTo>
                  <a:pt x="873562" y="42170"/>
                </a:lnTo>
                <a:lnTo>
                  <a:pt x="873966" y="41954"/>
                </a:lnTo>
                <a:lnTo>
                  <a:pt x="874376" y="41748"/>
                </a:lnTo>
                <a:lnTo>
                  <a:pt x="874791" y="41552"/>
                </a:lnTo>
                <a:lnTo>
                  <a:pt x="875212" y="41365"/>
                </a:lnTo>
                <a:lnTo>
                  <a:pt x="875638" y="41187"/>
                </a:lnTo>
                <a:lnTo>
                  <a:pt x="876070" y="41019"/>
                </a:lnTo>
                <a:lnTo>
                  <a:pt x="876507" y="40861"/>
                </a:lnTo>
                <a:lnTo>
                  <a:pt x="876950" y="40712"/>
                </a:lnTo>
                <a:lnTo>
                  <a:pt x="877398" y="40573"/>
                </a:lnTo>
                <a:lnTo>
                  <a:pt x="877851" y="40444"/>
                </a:lnTo>
                <a:lnTo>
                  <a:pt x="878311" y="40324"/>
                </a:lnTo>
                <a:lnTo>
                  <a:pt x="878775" y="40214"/>
                </a:lnTo>
                <a:lnTo>
                  <a:pt x="879246" y="40113"/>
                </a:lnTo>
                <a:lnTo>
                  <a:pt x="879721" y="40022"/>
                </a:lnTo>
                <a:lnTo>
                  <a:pt x="880202" y="39940"/>
                </a:lnTo>
                <a:lnTo>
                  <a:pt x="880689" y="39868"/>
                </a:lnTo>
                <a:lnTo>
                  <a:pt x="881181" y="39806"/>
                </a:lnTo>
                <a:lnTo>
                  <a:pt x="881679" y="39753"/>
                </a:lnTo>
                <a:lnTo>
                  <a:pt x="882182" y="39710"/>
                </a:lnTo>
                <a:lnTo>
                  <a:pt x="882691" y="39676"/>
                </a:lnTo>
                <a:lnTo>
                  <a:pt x="883205" y="39652"/>
                </a:lnTo>
                <a:lnTo>
                  <a:pt x="883725" y="39638"/>
                </a:lnTo>
                <a:lnTo>
                  <a:pt x="884250" y="39633"/>
                </a:lnTo>
                <a:lnTo>
                  <a:pt x="884726" y="39637"/>
                </a:lnTo>
                <a:lnTo>
                  <a:pt x="885197" y="39647"/>
                </a:lnTo>
                <a:lnTo>
                  <a:pt x="885662" y="39664"/>
                </a:lnTo>
                <a:lnTo>
                  <a:pt x="886122" y="39688"/>
                </a:lnTo>
                <a:lnTo>
                  <a:pt x="886577" y="39720"/>
                </a:lnTo>
                <a:lnTo>
                  <a:pt x="887026" y="39758"/>
                </a:lnTo>
                <a:lnTo>
                  <a:pt x="887470" y="39802"/>
                </a:lnTo>
                <a:lnTo>
                  <a:pt x="887909" y="39854"/>
                </a:lnTo>
                <a:lnTo>
                  <a:pt x="888342" y="39913"/>
                </a:lnTo>
                <a:lnTo>
                  <a:pt x="888770" y="39979"/>
                </a:lnTo>
                <a:lnTo>
                  <a:pt x="889192" y="40051"/>
                </a:lnTo>
                <a:lnTo>
                  <a:pt x="889609" y="40130"/>
                </a:lnTo>
                <a:lnTo>
                  <a:pt x="890021" y="40217"/>
                </a:lnTo>
                <a:lnTo>
                  <a:pt x="890427" y="40310"/>
                </a:lnTo>
                <a:lnTo>
                  <a:pt x="890828" y="40410"/>
                </a:lnTo>
                <a:lnTo>
                  <a:pt x="891224" y="40517"/>
                </a:lnTo>
                <a:lnTo>
                  <a:pt x="891614" y="40631"/>
                </a:lnTo>
                <a:lnTo>
                  <a:pt x="891999" y="40752"/>
                </a:lnTo>
                <a:lnTo>
                  <a:pt x="892378" y="40880"/>
                </a:lnTo>
                <a:lnTo>
                  <a:pt x="892753" y="41014"/>
                </a:lnTo>
                <a:lnTo>
                  <a:pt x="893121" y="41156"/>
                </a:lnTo>
                <a:lnTo>
                  <a:pt x="893485" y="41305"/>
                </a:lnTo>
                <a:lnTo>
                  <a:pt x="893843" y="41460"/>
                </a:lnTo>
                <a:lnTo>
                  <a:pt x="894195" y="41622"/>
                </a:lnTo>
                <a:lnTo>
                  <a:pt x="894542" y="41793"/>
                </a:lnTo>
                <a:lnTo>
                  <a:pt x="894882" y="41972"/>
                </a:lnTo>
                <a:lnTo>
                  <a:pt x="895215" y="42161"/>
                </a:lnTo>
                <a:lnTo>
                  <a:pt x="895542" y="42360"/>
                </a:lnTo>
                <a:lnTo>
                  <a:pt x="895862" y="42568"/>
                </a:lnTo>
                <a:lnTo>
                  <a:pt x="896175" y="42785"/>
                </a:lnTo>
                <a:lnTo>
                  <a:pt x="896482" y="43011"/>
                </a:lnTo>
                <a:lnTo>
                  <a:pt x="896782" y="43247"/>
                </a:lnTo>
                <a:lnTo>
                  <a:pt x="897075" y="43492"/>
                </a:lnTo>
                <a:lnTo>
                  <a:pt x="897362" y="43747"/>
                </a:lnTo>
                <a:lnTo>
                  <a:pt x="897642" y="44010"/>
                </a:lnTo>
                <a:lnTo>
                  <a:pt x="897915" y="44283"/>
                </a:lnTo>
                <a:lnTo>
                  <a:pt x="898182" y="44566"/>
                </a:lnTo>
                <a:lnTo>
                  <a:pt x="898442" y="44858"/>
                </a:lnTo>
                <a:lnTo>
                  <a:pt x="898696" y="45159"/>
                </a:lnTo>
                <a:lnTo>
                  <a:pt x="898943" y="45469"/>
                </a:lnTo>
                <a:lnTo>
                  <a:pt x="899183" y="45789"/>
                </a:lnTo>
                <a:lnTo>
                  <a:pt x="899416" y="46118"/>
                </a:lnTo>
                <a:lnTo>
                  <a:pt x="899643" y="46457"/>
                </a:lnTo>
                <a:lnTo>
                  <a:pt x="899864" y="46805"/>
                </a:lnTo>
                <a:lnTo>
                  <a:pt x="900077" y="47162"/>
                </a:lnTo>
                <a:lnTo>
                  <a:pt x="900284" y="47528"/>
                </a:lnTo>
                <a:lnTo>
                  <a:pt x="900484" y="47904"/>
                </a:lnTo>
                <a:lnTo>
                  <a:pt x="900678" y="48289"/>
                </a:lnTo>
                <a:lnTo>
                  <a:pt x="900864" y="48685"/>
                </a:lnTo>
                <a:lnTo>
                  <a:pt x="901043" y="49093"/>
                </a:lnTo>
                <a:lnTo>
                  <a:pt x="901213" y="49513"/>
                </a:lnTo>
                <a:lnTo>
                  <a:pt x="901376" y="49946"/>
                </a:lnTo>
                <a:lnTo>
                  <a:pt x="901530" y="50390"/>
                </a:lnTo>
                <a:lnTo>
                  <a:pt x="901677" y="50847"/>
                </a:lnTo>
                <a:lnTo>
                  <a:pt x="901816" y="51316"/>
                </a:lnTo>
                <a:lnTo>
                  <a:pt x="901947" y="51797"/>
                </a:lnTo>
                <a:lnTo>
                  <a:pt x="902070" y="52290"/>
                </a:lnTo>
                <a:lnTo>
                  <a:pt x="902185" y="52795"/>
                </a:lnTo>
                <a:lnTo>
                  <a:pt x="902292" y="53312"/>
                </a:lnTo>
                <a:lnTo>
                  <a:pt x="902391" y="53842"/>
                </a:lnTo>
                <a:lnTo>
                  <a:pt x="902482" y="54384"/>
                </a:lnTo>
                <a:lnTo>
                  <a:pt x="902565" y="54937"/>
                </a:lnTo>
                <a:lnTo>
                  <a:pt x="902641" y="55503"/>
                </a:lnTo>
                <a:lnTo>
                  <a:pt x="902708" y="56082"/>
                </a:lnTo>
                <a:lnTo>
                  <a:pt x="902767" y="56672"/>
                </a:lnTo>
                <a:lnTo>
                  <a:pt x="902819" y="57274"/>
                </a:lnTo>
                <a:lnTo>
                  <a:pt x="902863" y="57889"/>
                </a:lnTo>
                <a:lnTo>
                  <a:pt x="902898" y="58516"/>
                </a:lnTo>
                <a:lnTo>
                  <a:pt x="902926" y="59155"/>
                </a:lnTo>
                <a:lnTo>
                  <a:pt x="902946" y="59806"/>
                </a:lnTo>
                <a:lnTo>
                  <a:pt x="902958" y="60469"/>
                </a:lnTo>
                <a:lnTo>
                  <a:pt x="902962" y="61144"/>
                </a:lnTo>
                <a:lnTo>
                  <a:pt x="902962" y="113154"/>
                </a:lnTo>
                <a:lnTo>
                  <a:pt x="911802" y="113154"/>
                </a:lnTo>
                <a:lnTo>
                  <a:pt x="911802" y="61218"/>
                </a:lnTo>
                <a:lnTo>
                  <a:pt x="911799" y="60565"/>
                </a:lnTo>
                <a:lnTo>
                  <a:pt x="911790" y="59920"/>
                </a:lnTo>
                <a:lnTo>
                  <a:pt x="911775" y="59283"/>
                </a:lnTo>
                <a:lnTo>
                  <a:pt x="911754" y="58655"/>
                </a:lnTo>
                <a:lnTo>
                  <a:pt x="911727" y="58034"/>
                </a:lnTo>
                <a:lnTo>
                  <a:pt x="911694" y="57422"/>
                </a:lnTo>
                <a:lnTo>
                  <a:pt x="911655" y="56817"/>
                </a:lnTo>
                <a:lnTo>
                  <a:pt x="911609" y="56221"/>
                </a:lnTo>
                <a:lnTo>
                  <a:pt x="911558" y="55632"/>
                </a:lnTo>
                <a:lnTo>
                  <a:pt x="911501" y="55052"/>
                </a:lnTo>
                <a:lnTo>
                  <a:pt x="911438" y="54480"/>
                </a:lnTo>
                <a:lnTo>
                  <a:pt x="911369" y="53916"/>
                </a:lnTo>
                <a:lnTo>
                  <a:pt x="911294" y="53359"/>
                </a:lnTo>
                <a:lnTo>
                  <a:pt x="911213" y="52811"/>
                </a:lnTo>
                <a:lnTo>
                  <a:pt x="911126" y="52271"/>
                </a:lnTo>
                <a:lnTo>
                  <a:pt x="911032" y="51739"/>
                </a:lnTo>
                <a:lnTo>
                  <a:pt x="910933" y="51215"/>
                </a:lnTo>
                <a:lnTo>
                  <a:pt x="910828" y="50699"/>
                </a:lnTo>
                <a:lnTo>
                  <a:pt x="910717" y="50192"/>
                </a:lnTo>
                <a:lnTo>
                  <a:pt x="910600" y="49692"/>
                </a:lnTo>
                <a:lnTo>
                  <a:pt x="910476" y="49200"/>
                </a:lnTo>
                <a:lnTo>
                  <a:pt x="910347" y="48717"/>
                </a:lnTo>
                <a:lnTo>
                  <a:pt x="910212" y="48241"/>
                </a:lnTo>
                <a:lnTo>
                  <a:pt x="910071" y="47773"/>
                </a:lnTo>
                <a:lnTo>
                  <a:pt x="909924" y="47314"/>
                </a:lnTo>
                <a:lnTo>
                  <a:pt x="909771" y="46861"/>
                </a:lnTo>
                <a:lnTo>
                  <a:pt x="909614" y="46415"/>
                </a:lnTo>
                <a:lnTo>
                  <a:pt x="909451" y="45977"/>
                </a:lnTo>
                <a:lnTo>
                  <a:pt x="909282" y="45546"/>
                </a:lnTo>
                <a:lnTo>
                  <a:pt x="909108" y="45121"/>
                </a:lnTo>
                <a:lnTo>
                  <a:pt x="908929" y="44705"/>
                </a:lnTo>
                <a:lnTo>
                  <a:pt x="908745" y="44295"/>
                </a:lnTo>
                <a:lnTo>
                  <a:pt x="908555" y="43892"/>
                </a:lnTo>
                <a:lnTo>
                  <a:pt x="908359" y="43497"/>
                </a:lnTo>
                <a:lnTo>
                  <a:pt x="908159" y="43108"/>
                </a:lnTo>
                <a:lnTo>
                  <a:pt x="907953" y="42727"/>
                </a:lnTo>
                <a:lnTo>
                  <a:pt x="907741" y="42353"/>
                </a:lnTo>
                <a:lnTo>
                  <a:pt x="907524" y="41986"/>
                </a:lnTo>
                <a:lnTo>
                  <a:pt x="907302" y="41627"/>
                </a:lnTo>
                <a:lnTo>
                  <a:pt x="907075" y="41274"/>
                </a:lnTo>
                <a:lnTo>
                  <a:pt x="906842" y="40929"/>
                </a:lnTo>
                <a:lnTo>
                  <a:pt x="906604" y="40591"/>
                </a:lnTo>
                <a:lnTo>
                  <a:pt x="906360" y="40260"/>
                </a:lnTo>
                <a:lnTo>
                  <a:pt x="906111" y="39936"/>
                </a:lnTo>
                <a:lnTo>
                  <a:pt x="905857" y="39619"/>
                </a:lnTo>
                <a:lnTo>
                  <a:pt x="905597" y="39310"/>
                </a:lnTo>
                <a:lnTo>
                  <a:pt x="905332" y="39008"/>
                </a:lnTo>
                <a:lnTo>
                  <a:pt x="905061" y="38712"/>
                </a:lnTo>
                <a:lnTo>
                  <a:pt x="904786" y="38424"/>
                </a:lnTo>
                <a:lnTo>
                  <a:pt x="904505" y="38142"/>
                </a:lnTo>
                <a:lnTo>
                  <a:pt x="904219" y="37867"/>
                </a:lnTo>
                <a:lnTo>
                  <a:pt x="903929" y="37598"/>
                </a:lnTo>
                <a:lnTo>
                  <a:pt x="903633" y="37336"/>
                </a:lnTo>
                <a:lnTo>
                  <a:pt x="903332" y="37080"/>
                </a:lnTo>
                <a:lnTo>
                  <a:pt x="903027" y="36831"/>
                </a:lnTo>
                <a:lnTo>
                  <a:pt x="902716" y="36588"/>
                </a:lnTo>
                <a:lnTo>
                  <a:pt x="902401" y="36352"/>
                </a:lnTo>
                <a:lnTo>
                  <a:pt x="902080" y="36122"/>
                </a:lnTo>
                <a:lnTo>
                  <a:pt x="901754" y="35899"/>
                </a:lnTo>
                <a:lnTo>
                  <a:pt x="901424" y="35683"/>
                </a:lnTo>
                <a:lnTo>
                  <a:pt x="901088" y="35473"/>
                </a:lnTo>
                <a:lnTo>
                  <a:pt x="900748" y="35269"/>
                </a:lnTo>
                <a:lnTo>
                  <a:pt x="900402" y="35072"/>
                </a:lnTo>
                <a:lnTo>
                  <a:pt x="900052" y="34882"/>
                </a:lnTo>
                <a:lnTo>
                  <a:pt x="899696" y="34698"/>
                </a:lnTo>
                <a:lnTo>
                  <a:pt x="899336" y="34520"/>
                </a:lnTo>
                <a:lnTo>
                  <a:pt x="898970" y="34349"/>
                </a:lnTo>
                <a:lnTo>
                  <a:pt x="898600" y="34185"/>
                </a:lnTo>
                <a:lnTo>
                  <a:pt x="898225" y="34027"/>
                </a:lnTo>
                <a:lnTo>
                  <a:pt x="897844" y="33876"/>
                </a:lnTo>
                <a:lnTo>
                  <a:pt x="897459" y="33731"/>
                </a:lnTo>
                <a:lnTo>
                  <a:pt x="897068" y="33592"/>
                </a:lnTo>
                <a:lnTo>
                  <a:pt x="896673" y="33460"/>
                </a:lnTo>
                <a:lnTo>
                  <a:pt x="896274" y="33334"/>
                </a:lnTo>
                <a:lnTo>
                  <a:pt x="895870" y="33213"/>
                </a:lnTo>
                <a:lnTo>
                  <a:pt x="895462" y="33097"/>
                </a:lnTo>
                <a:lnTo>
                  <a:pt x="895049" y="32988"/>
                </a:lnTo>
                <a:lnTo>
                  <a:pt x="894633" y="32883"/>
                </a:lnTo>
                <a:lnTo>
                  <a:pt x="894211" y="32785"/>
                </a:lnTo>
                <a:lnTo>
                  <a:pt x="893786" y="32692"/>
                </a:lnTo>
                <a:lnTo>
                  <a:pt x="893356" y="32605"/>
                </a:lnTo>
                <a:lnTo>
                  <a:pt x="892922" y="32523"/>
                </a:lnTo>
                <a:lnTo>
                  <a:pt x="892483" y="32447"/>
                </a:lnTo>
                <a:lnTo>
                  <a:pt x="892040" y="32377"/>
                </a:lnTo>
                <a:lnTo>
                  <a:pt x="891593" y="32312"/>
                </a:lnTo>
                <a:lnTo>
                  <a:pt x="891142" y="32253"/>
                </a:lnTo>
                <a:lnTo>
                  <a:pt x="890686" y="32200"/>
                </a:lnTo>
                <a:lnTo>
                  <a:pt x="890225" y="32152"/>
                </a:lnTo>
                <a:lnTo>
                  <a:pt x="889761" y="32110"/>
                </a:lnTo>
                <a:lnTo>
                  <a:pt x="889292" y="32073"/>
                </a:lnTo>
                <a:lnTo>
                  <a:pt x="888818" y="32042"/>
                </a:lnTo>
                <a:lnTo>
                  <a:pt x="888341" y="32017"/>
                </a:lnTo>
                <a:lnTo>
                  <a:pt x="887859" y="31997"/>
                </a:lnTo>
                <a:lnTo>
                  <a:pt x="887372" y="31983"/>
                </a:lnTo>
                <a:lnTo>
                  <a:pt x="886882" y="31975"/>
                </a:lnTo>
                <a:lnTo>
                  <a:pt x="886386" y="31972"/>
                </a:lnTo>
                <a:lnTo>
                  <a:pt x="885818" y="31976"/>
                </a:lnTo>
                <a:lnTo>
                  <a:pt x="885253" y="31990"/>
                </a:lnTo>
                <a:lnTo>
                  <a:pt x="884692" y="32013"/>
                </a:lnTo>
                <a:lnTo>
                  <a:pt x="884136" y="32045"/>
                </a:lnTo>
                <a:lnTo>
                  <a:pt x="883583" y="32087"/>
                </a:lnTo>
                <a:lnTo>
                  <a:pt x="883035" y="32138"/>
                </a:lnTo>
                <a:lnTo>
                  <a:pt x="882490" y="32197"/>
                </a:lnTo>
                <a:lnTo>
                  <a:pt x="881950" y="32266"/>
                </a:lnTo>
                <a:lnTo>
                  <a:pt x="881414" y="32345"/>
                </a:lnTo>
                <a:lnTo>
                  <a:pt x="880882" y="32432"/>
                </a:lnTo>
                <a:lnTo>
                  <a:pt x="880354" y="32529"/>
                </a:lnTo>
                <a:lnTo>
                  <a:pt x="879830" y="32635"/>
                </a:lnTo>
                <a:lnTo>
                  <a:pt x="879310" y="32750"/>
                </a:lnTo>
                <a:lnTo>
                  <a:pt x="878795" y="32874"/>
                </a:lnTo>
                <a:lnTo>
                  <a:pt x="878283" y="33008"/>
                </a:lnTo>
                <a:lnTo>
                  <a:pt x="877776" y="33150"/>
                </a:lnTo>
                <a:lnTo>
                  <a:pt x="877272" y="33302"/>
                </a:lnTo>
                <a:lnTo>
                  <a:pt x="876773" y="33464"/>
                </a:lnTo>
                <a:lnTo>
                  <a:pt x="876278" y="33634"/>
                </a:lnTo>
                <a:lnTo>
                  <a:pt x="875787" y="33813"/>
                </a:lnTo>
                <a:lnTo>
                  <a:pt x="875299" y="34002"/>
                </a:lnTo>
                <a:lnTo>
                  <a:pt x="874817" y="34200"/>
                </a:lnTo>
                <a:lnTo>
                  <a:pt x="874338" y="34407"/>
                </a:lnTo>
                <a:lnTo>
                  <a:pt x="873863" y="34624"/>
                </a:lnTo>
                <a:lnTo>
                  <a:pt x="873393" y="34848"/>
                </a:lnTo>
                <a:lnTo>
                  <a:pt x="872928" y="35080"/>
                </a:lnTo>
                <a:lnTo>
                  <a:pt x="872468" y="35319"/>
                </a:lnTo>
                <a:lnTo>
                  <a:pt x="872014" y="35565"/>
                </a:lnTo>
                <a:lnTo>
                  <a:pt x="871565" y="35818"/>
                </a:lnTo>
                <a:lnTo>
                  <a:pt x="871121" y="36079"/>
                </a:lnTo>
                <a:lnTo>
                  <a:pt x="870683" y="36346"/>
                </a:lnTo>
                <a:lnTo>
                  <a:pt x="870249" y="36621"/>
                </a:lnTo>
                <a:lnTo>
                  <a:pt x="869821" y="36903"/>
                </a:lnTo>
                <a:lnTo>
                  <a:pt x="869398" y="37192"/>
                </a:lnTo>
                <a:lnTo>
                  <a:pt x="868981" y="37488"/>
                </a:lnTo>
                <a:lnTo>
                  <a:pt x="868568" y="37792"/>
                </a:lnTo>
                <a:lnTo>
                  <a:pt x="868161" y="38102"/>
                </a:lnTo>
                <a:lnTo>
                  <a:pt x="867759" y="38420"/>
                </a:lnTo>
                <a:lnTo>
                  <a:pt x="867362" y="38745"/>
                </a:lnTo>
                <a:lnTo>
                  <a:pt x="866971" y="39077"/>
                </a:lnTo>
                <a:lnTo>
                  <a:pt x="866585" y="39416"/>
                </a:lnTo>
                <a:lnTo>
                  <a:pt x="866204" y="39762"/>
                </a:lnTo>
                <a:lnTo>
                  <a:pt x="865828" y="40116"/>
                </a:lnTo>
                <a:lnTo>
                  <a:pt x="865458" y="40476"/>
                </a:lnTo>
                <a:lnTo>
                  <a:pt x="865092" y="40844"/>
                </a:lnTo>
                <a:lnTo>
                  <a:pt x="864733" y="41219"/>
                </a:lnTo>
                <a:lnTo>
                  <a:pt x="864378" y="41601"/>
                </a:lnTo>
                <a:lnTo>
                  <a:pt x="864028" y="41991"/>
                </a:lnTo>
                <a:lnTo>
                  <a:pt x="863684" y="42386"/>
                </a:lnTo>
                <a:lnTo>
                  <a:pt x="863347" y="42787"/>
                </a:lnTo>
                <a:lnTo>
                  <a:pt x="863015" y="43192"/>
                </a:lnTo>
                <a:lnTo>
                  <a:pt x="862689" y="43603"/>
                </a:lnTo>
                <a:lnTo>
                  <a:pt x="862369" y="44019"/>
                </a:lnTo>
                <a:lnTo>
                  <a:pt x="862055" y="44440"/>
                </a:lnTo>
                <a:lnTo>
                  <a:pt x="861748" y="44866"/>
                </a:lnTo>
                <a:lnTo>
                  <a:pt x="861446" y="45297"/>
                </a:lnTo>
                <a:lnTo>
                  <a:pt x="861150" y="45734"/>
                </a:lnTo>
                <a:lnTo>
                  <a:pt x="860860" y="46175"/>
                </a:lnTo>
                <a:lnTo>
                  <a:pt x="860577" y="46622"/>
                </a:lnTo>
                <a:lnTo>
                  <a:pt x="860379" y="46943"/>
                </a:lnTo>
                <a:lnTo>
                  <a:pt x="860087" y="33445"/>
                </a:lnTo>
                <a:lnTo>
                  <a:pt x="851689" y="33445"/>
                </a:lnTo>
                <a:lnTo>
                  <a:pt x="851689" y="113154"/>
                </a:lnTo>
                <a:lnTo>
                  <a:pt x="860455" y="113154"/>
                </a:lnTo>
                <a:lnTo>
                  <a:pt x="860455" y="58474"/>
                </a:lnTo>
                <a:lnTo>
                  <a:pt x="860601" y="58073"/>
                </a:lnTo>
                <a:lnTo>
                  <a:pt x="860755" y="57663"/>
                </a:lnTo>
                <a:lnTo>
                  <a:pt x="860915" y="57256"/>
                </a:lnTo>
                <a:lnTo>
                  <a:pt x="861080" y="56851"/>
                </a:lnTo>
                <a:lnTo>
                  <a:pt x="861250" y="56448"/>
                </a:lnTo>
                <a:close/>
                <a:moveTo>
                  <a:pt x="985962" y="43840"/>
                </a:moveTo>
                <a:lnTo>
                  <a:pt x="985678" y="43442"/>
                </a:lnTo>
                <a:lnTo>
                  <a:pt x="985389" y="43050"/>
                </a:lnTo>
                <a:lnTo>
                  <a:pt x="985095" y="42663"/>
                </a:lnTo>
                <a:lnTo>
                  <a:pt x="984796" y="42281"/>
                </a:lnTo>
                <a:lnTo>
                  <a:pt x="984491" y="41905"/>
                </a:lnTo>
                <a:lnTo>
                  <a:pt x="984182" y="41535"/>
                </a:lnTo>
                <a:lnTo>
                  <a:pt x="983867" y="41171"/>
                </a:lnTo>
                <a:lnTo>
                  <a:pt x="983547" y="40812"/>
                </a:lnTo>
                <a:lnTo>
                  <a:pt x="983222" y="40459"/>
                </a:lnTo>
                <a:lnTo>
                  <a:pt x="982892" y="40114"/>
                </a:lnTo>
                <a:lnTo>
                  <a:pt x="982557" y="39775"/>
                </a:lnTo>
                <a:lnTo>
                  <a:pt x="982216" y="39443"/>
                </a:lnTo>
                <a:lnTo>
                  <a:pt x="981870" y="39118"/>
                </a:lnTo>
                <a:lnTo>
                  <a:pt x="981519" y="38800"/>
                </a:lnTo>
                <a:lnTo>
                  <a:pt x="981163" y="38489"/>
                </a:lnTo>
                <a:lnTo>
                  <a:pt x="980801" y="38184"/>
                </a:lnTo>
                <a:lnTo>
                  <a:pt x="980434" y="37887"/>
                </a:lnTo>
                <a:lnTo>
                  <a:pt x="980062" y="37597"/>
                </a:lnTo>
                <a:lnTo>
                  <a:pt x="979685" y="37313"/>
                </a:lnTo>
                <a:lnTo>
                  <a:pt x="979302" y="37036"/>
                </a:lnTo>
                <a:lnTo>
                  <a:pt x="978914" y="36767"/>
                </a:lnTo>
                <a:lnTo>
                  <a:pt x="978521" y="36504"/>
                </a:lnTo>
                <a:lnTo>
                  <a:pt x="978123" y="36248"/>
                </a:lnTo>
                <a:lnTo>
                  <a:pt x="977719" y="35999"/>
                </a:lnTo>
                <a:lnTo>
                  <a:pt x="977311" y="35757"/>
                </a:lnTo>
                <a:lnTo>
                  <a:pt x="976896" y="35522"/>
                </a:lnTo>
                <a:lnTo>
                  <a:pt x="976477" y="35293"/>
                </a:lnTo>
                <a:lnTo>
                  <a:pt x="976053" y="35072"/>
                </a:lnTo>
                <a:lnTo>
                  <a:pt x="975623" y="34857"/>
                </a:lnTo>
                <a:lnTo>
                  <a:pt x="975188" y="34650"/>
                </a:lnTo>
                <a:lnTo>
                  <a:pt x="974748" y="34449"/>
                </a:lnTo>
                <a:lnTo>
                  <a:pt x="974302" y="34255"/>
                </a:lnTo>
                <a:lnTo>
                  <a:pt x="973851" y="34069"/>
                </a:lnTo>
                <a:lnTo>
                  <a:pt x="973394" y="33891"/>
                </a:lnTo>
                <a:lnTo>
                  <a:pt x="972932" y="33720"/>
                </a:lnTo>
                <a:lnTo>
                  <a:pt x="972464" y="33558"/>
                </a:lnTo>
                <a:lnTo>
                  <a:pt x="971991" y="33403"/>
                </a:lnTo>
                <a:lnTo>
                  <a:pt x="971512" y="33256"/>
                </a:lnTo>
                <a:lnTo>
                  <a:pt x="971027" y="33118"/>
                </a:lnTo>
                <a:lnTo>
                  <a:pt x="970537" y="32987"/>
                </a:lnTo>
                <a:lnTo>
                  <a:pt x="970041" y="32864"/>
                </a:lnTo>
                <a:lnTo>
                  <a:pt x="969539" y="32749"/>
                </a:lnTo>
                <a:lnTo>
                  <a:pt x="969032" y="32642"/>
                </a:lnTo>
                <a:lnTo>
                  <a:pt x="968519" y="32543"/>
                </a:lnTo>
                <a:lnTo>
                  <a:pt x="968001" y="32451"/>
                </a:lnTo>
                <a:lnTo>
                  <a:pt x="967476" y="32368"/>
                </a:lnTo>
                <a:lnTo>
                  <a:pt x="966947" y="32293"/>
                </a:lnTo>
                <a:lnTo>
                  <a:pt x="966411" y="32226"/>
                </a:lnTo>
                <a:lnTo>
                  <a:pt x="965870" y="32166"/>
                </a:lnTo>
                <a:lnTo>
                  <a:pt x="965324" y="32114"/>
                </a:lnTo>
                <a:lnTo>
                  <a:pt x="964772" y="32071"/>
                </a:lnTo>
                <a:lnTo>
                  <a:pt x="964214" y="32035"/>
                </a:lnTo>
                <a:lnTo>
                  <a:pt x="963650" y="32007"/>
                </a:lnTo>
                <a:lnTo>
                  <a:pt x="963081" y="31988"/>
                </a:lnTo>
                <a:lnTo>
                  <a:pt x="962506" y="31976"/>
                </a:lnTo>
                <a:lnTo>
                  <a:pt x="961926" y="31972"/>
                </a:lnTo>
                <a:lnTo>
                  <a:pt x="961327" y="31977"/>
                </a:lnTo>
                <a:lnTo>
                  <a:pt x="960733" y="31991"/>
                </a:lnTo>
                <a:lnTo>
                  <a:pt x="960145" y="32016"/>
                </a:lnTo>
                <a:lnTo>
                  <a:pt x="959561" y="32051"/>
                </a:lnTo>
                <a:lnTo>
                  <a:pt x="958983" y="32095"/>
                </a:lnTo>
                <a:lnTo>
                  <a:pt x="958411" y="32149"/>
                </a:lnTo>
                <a:lnTo>
                  <a:pt x="957843" y="32213"/>
                </a:lnTo>
                <a:lnTo>
                  <a:pt x="957281" y="32287"/>
                </a:lnTo>
                <a:lnTo>
                  <a:pt x="956724" y="32371"/>
                </a:lnTo>
                <a:lnTo>
                  <a:pt x="956172" y="32464"/>
                </a:lnTo>
                <a:lnTo>
                  <a:pt x="955625" y="32568"/>
                </a:lnTo>
                <a:lnTo>
                  <a:pt x="955084" y="32681"/>
                </a:lnTo>
                <a:lnTo>
                  <a:pt x="954548" y="32804"/>
                </a:lnTo>
                <a:lnTo>
                  <a:pt x="954017" y="32937"/>
                </a:lnTo>
                <a:lnTo>
                  <a:pt x="953491" y="33080"/>
                </a:lnTo>
                <a:lnTo>
                  <a:pt x="952971" y="33232"/>
                </a:lnTo>
                <a:lnTo>
                  <a:pt x="952456" y="33395"/>
                </a:lnTo>
                <a:lnTo>
                  <a:pt x="951946" y="33567"/>
                </a:lnTo>
                <a:lnTo>
                  <a:pt x="951442" y="33749"/>
                </a:lnTo>
                <a:lnTo>
                  <a:pt x="950942" y="33941"/>
                </a:lnTo>
                <a:lnTo>
                  <a:pt x="950448" y="34143"/>
                </a:lnTo>
                <a:lnTo>
                  <a:pt x="949959" y="34355"/>
                </a:lnTo>
                <a:lnTo>
                  <a:pt x="949476" y="34577"/>
                </a:lnTo>
                <a:lnTo>
                  <a:pt x="948997" y="34808"/>
                </a:lnTo>
                <a:lnTo>
                  <a:pt x="948524" y="35049"/>
                </a:lnTo>
                <a:lnTo>
                  <a:pt x="948058" y="35298"/>
                </a:lnTo>
                <a:lnTo>
                  <a:pt x="947597" y="35556"/>
                </a:lnTo>
                <a:lnTo>
                  <a:pt x="947142" y="35823"/>
                </a:lnTo>
                <a:lnTo>
                  <a:pt x="946693" y="36098"/>
                </a:lnTo>
                <a:lnTo>
                  <a:pt x="946251" y="36383"/>
                </a:lnTo>
                <a:lnTo>
                  <a:pt x="945814" y="36675"/>
                </a:lnTo>
                <a:lnTo>
                  <a:pt x="945383" y="36977"/>
                </a:lnTo>
                <a:lnTo>
                  <a:pt x="944959" y="37287"/>
                </a:lnTo>
                <a:lnTo>
                  <a:pt x="944540" y="37606"/>
                </a:lnTo>
                <a:lnTo>
                  <a:pt x="944127" y="37934"/>
                </a:lnTo>
                <a:lnTo>
                  <a:pt x="943721" y="38270"/>
                </a:lnTo>
                <a:lnTo>
                  <a:pt x="943320" y="38615"/>
                </a:lnTo>
                <a:lnTo>
                  <a:pt x="942925" y="38969"/>
                </a:lnTo>
                <a:lnTo>
                  <a:pt x="942537" y="39332"/>
                </a:lnTo>
                <a:lnTo>
                  <a:pt x="942154" y="39703"/>
                </a:lnTo>
                <a:lnTo>
                  <a:pt x="941778" y="40083"/>
                </a:lnTo>
                <a:lnTo>
                  <a:pt x="941407" y="40471"/>
                </a:lnTo>
                <a:lnTo>
                  <a:pt x="941043" y="40868"/>
                </a:lnTo>
                <a:lnTo>
                  <a:pt x="940684" y="41274"/>
                </a:lnTo>
                <a:lnTo>
                  <a:pt x="940331" y="41689"/>
                </a:lnTo>
                <a:lnTo>
                  <a:pt x="939985" y="42112"/>
                </a:lnTo>
                <a:lnTo>
                  <a:pt x="939644" y="42544"/>
                </a:lnTo>
                <a:lnTo>
                  <a:pt x="939310" y="42985"/>
                </a:lnTo>
                <a:lnTo>
                  <a:pt x="938982" y="43434"/>
                </a:lnTo>
                <a:lnTo>
                  <a:pt x="938660" y="43890"/>
                </a:lnTo>
                <a:lnTo>
                  <a:pt x="938345" y="44354"/>
                </a:lnTo>
                <a:lnTo>
                  <a:pt x="938036" y="44825"/>
                </a:lnTo>
                <a:lnTo>
                  <a:pt x="937734" y="45303"/>
                </a:lnTo>
                <a:lnTo>
                  <a:pt x="937438" y="45789"/>
                </a:lnTo>
                <a:lnTo>
                  <a:pt x="937149" y="46282"/>
                </a:lnTo>
                <a:lnTo>
                  <a:pt x="936867" y="46783"/>
                </a:lnTo>
                <a:lnTo>
                  <a:pt x="936590" y="47291"/>
                </a:lnTo>
                <a:lnTo>
                  <a:pt x="936321" y="47807"/>
                </a:lnTo>
                <a:lnTo>
                  <a:pt x="936058" y="48330"/>
                </a:lnTo>
                <a:lnTo>
                  <a:pt x="935801" y="48860"/>
                </a:lnTo>
                <a:lnTo>
                  <a:pt x="935551" y="49398"/>
                </a:lnTo>
                <a:lnTo>
                  <a:pt x="935308" y="49943"/>
                </a:lnTo>
                <a:lnTo>
                  <a:pt x="935071" y="50496"/>
                </a:lnTo>
                <a:lnTo>
                  <a:pt x="934841" y="51056"/>
                </a:lnTo>
                <a:lnTo>
                  <a:pt x="934617" y="51623"/>
                </a:lnTo>
                <a:lnTo>
                  <a:pt x="934399" y="52198"/>
                </a:lnTo>
                <a:lnTo>
                  <a:pt x="934189" y="52780"/>
                </a:lnTo>
                <a:lnTo>
                  <a:pt x="933984" y="53370"/>
                </a:lnTo>
                <a:lnTo>
                  <a:pt x="933787" y="53967"/>
                </a:lnTo>
                <a:lnTo>
                  <a:pt x="933595" y="54572"/>
                </a:lnTo>
                <a:lnTo>
                  <a:pt x="933411" y="55184"/>
                </a:lnTo>
                <a:lnTo>
                  <a:pt x="933232" y="55803"/>
                </a:lnTo>
                <a:lnTo>
                  <a:pt x="933061" y="56429"/>
                </a:lnTo>
                <a:lnTo>
                  <a:pt x="932897" y="57062"/>
                </a:lnTo>
                <a:lnTo>
                  <a:pt x="932740" y="57701"/>
                </a:lnTo>
                <a:lnTo>
                  <a:pt x="932591" y="58346"/>
                </a:lnTo>
                <a:lnTo>
                  <a:pt x="932449" y="58997"/>
                </a:lnTo>
                <a:lnTo>
                  <a:pt x="932314" y="59655"/>
                </a:lnTo>
                <a:lnTo>
                  <a:pt x="932186" y="60319"/>
                </a:lnTo>
                <a:lnTo>
                  <a:pt x="932066" y="60989"/>
                </a:lnTo>
                <a:lnTo>
                  <a:pt x="931953" y="61665"/>
                </a:lnTo>
                <a:lnTo>
                  <a:pt x="931847" y="62348"/>
                </a:lnTo>
                <a:lnTo>
                  <a:pt x="931749" y="63037"/>
                </a:lnTo>
                <a:lnTo>
                  <a:pt x="931658" y="63732"/>
                </a:lnTo>
                <a:lnTo>
                  <a:pt x="931574" y="64433"/>
                </a:lnTo>
                <a:lnTo>
                  <a:pt x="931497" y="65141"/>
                </a:lnTo>
                <a:lnTo>
                  <a:pt x="931428" y="65855"/>
                </a:lnTo>
                <a:lnTo>
                  <a:pt x="931366" y="66575"/>
                </a:lnTo>
                <a:lnTo>
                  <a:pt x="931311" y="67302"/>
                </a:lnTo>
                <a:lnTo>
                  <a:pt x="931264" y="68034"/>
                </a:lnTo>
                <a:lnTo>
                  <a:pt x="931224" y="68773"/>
                </a:lnTo>
                <a:lnTo>
                  <a:pt x="931191" y="69519"/>
                </a:lnTo>
                <a:lnTo>
                  <a:pt x="931166" y="70270"/>
                </a:lnTo>
                <a:lnTo>
                  <a:pt x="931147" y="71028"/>
                </a:lnTo>
                <a:lnTo>
                  <a:pt x="931136" y="71792"/>
                </a:lnTo>
                <a:lnTo>
                  <a:pt x="931133" y="72563"/>
                </a:lnTo>
                <a:lnTo>
                  <a:pt x="931133" y="74110"/>
                </a:lnTo>
                <a:lnTo>
                  <a:pt x="931136" y="74850"/>
                </a:lnTo>
                <a:lnTo>
                  <a:pt x="931147" y="75585"/>
                </a:lnTo>
                <a:lnTo>
                  <a:pt x="931166" y="76315"/>
                </a:lnTo>
                <a:lnTo>
                  <a:pt x="931191" y="77039"/>
                </a:lnTo>
                <a:lnTo>
                  <a:pt x="931224" y="77758"/>
                </a:lnTo>
                <a:lnTo>
                  <a:pt x="931264" y="78472"/>
                </a:lnTo>
                <a:lnTo>
                  <a:pt x="931311" y="79181"/>
                </a:lnTo>
                <a:lnTo>
                  <a:pt x="931366" y="79884"/>
                </a:lnTo>
                <a:lnTo>
                  <a:pt x="931428" y="80583"/>
                </a:lnTo>
                <a:lnTo>
                  <a:pt x="931497" y="81276"/>
                </a:lnTo>
                <a:lnTo>
                  <a:pt x="931574" y="81963"/>
                </a:lnTo>
                <a:lnTo>
                  <a:pt x="931658" y="82646"/>
                </a:lnTo>
                <a:lnTo>
                  <a:pt x="931749" y="83323"/>
                </a:lnTo>
                <a:lnTo>
                  <a:pt x="931847" y="83995"/>
                </a:lnTo>
                <a:lnTo>
                  <a:pt x="931953" y="84662"/>
                </a:lnTo>
                <a:lnTo>
                  <a:pt x="932066" y="85324"/>
                </a:lnTo>
                <a:lnTo>
                  <a:pt x="932186" y="85980"/>
                </a:lnTo>
                <a:lnTo>
                  <a:pt x="932314" y="86631"/>
                </a:lnTo>
                <a:lnTo>
                  <a:pt x="932449" y="87277"/>
                </a:lnTo>
                <a:lnTo>
                  <a:pt x="932591" y="87917"/>
                </a:lnTo>
                <a:lnTo>
                  <a:pt x="932740" y="88553"/>
                </a:lnTo>
                <a:lnTo>
                  <a:pt x="932897" y="89183"/>
                </a:lnTo>
                <a:lnTo>
                  <a:pt x="933061" y="89807"/>
                </a:lnTo>
                <a:lnTo>
                  <a:pt x="933232" y="90427"/>
                </a:lnTo>
                <a:lnTo>
                  <a:pt x="933411" y="91041"/>
                </a:lnTo>
                <a:lnTo>
                  <a:pt x="933595" y="91647"/>
                </a:lnTo>
                <a:lnTo>
                  <a:pt x="933787" y="92247"/>
                </a:lnTo>
                <a:lnTo>
                  <a:pt x="933984" y="92840"/>
                </a:lnTo>
                <a:lnTo>
                  <a:pt x="934189" y="93426"/>
                </a:lnTo>
                <a:lnTo>
                  <a:pt x="934399" y="94005"/>
                </a:lnTo>
                <a:lnTo>
                  <a:pt x="934617" y="94577"/>
                </a:lnTo>
                <a:lnTo>
                  <a:pt x="934841" y="95142"/>
                </a:lnTo>
                <a:lnTo>
                  <a:pt x="935071" y="95700"/>
                </a:lnTo>
                <a:lnTo>
                  <a:pt x="935308" y="96251"/>
                </a:lnTo>
                <a:lnTo>
                  <a:pt x="935551" y="96796"/>
                </a:lnTo>
                <a:lnTo>
                  <a:pt x="935801" y="97333"/>
                </a:lnTo>
                <a:lnTo>
                  <a:pt x="936058" y="97864"/>
                </a:lnTo>
                <a:lnTo>
                  <a:pt x="936321" y="98388"/>
                </a:lnTo>
                <a:lnTo>
                  <a:pt x="936590" y="98905"/>
                </a:lnTo>
                <a:lnTo>
                  <a:pt x="936867" y="99415"/>
                </a:lnTo>
                <a:lnTo>
                  <a:pt x="937149" y="99918"/>
                </a:lnTo>
                <a:lnTo>
                  <a:pt x="937438" y="100414"/>
                </a:lnTo>
                <a:lnTo>
                  <a:pt x="937734" y="100903"/>
                </a:lnTo>
                <a:lnTo>
                  <a:pt x="938036" y="101385"/>
                </a:lnTo>
                <a:lnTo>
                  <a:pt x="938345" y="101861"/>
                </a:lnTo>
                <a:lnTo>
                  <a:pt x="938660" y="102329"/>
                </a:lnTo>
                <a:lnTo>
                  <a:pt x="938982" y="102791"/>
                </a:lnTo>
                <a:lnTo>
                  <a:pt x="939310" y="103245"/>
                </a:lnTo>
                <a:lnTo>
                  <a:pt x="939644" y="103692"/>
                </a:lnTo>
                <a:lnTo>
                  <a:pt x="939985" y="104131"/>
                </a:lnTo>
                <a:lnTo>
                  <a:pt x="940331" y="104561"/>
                </a:lnTo>
                <a:lnTo>
                  <a:pt x="940683" y="104983"/>
                </a:lnTo>
                <a:lnTo>
                  <a:pt x="941041" y="105396"/>
                </a:lnTo>
                <a:lnTo>
                  <a:pt x="941405" y="105801"/>
                </a:lnTo>
                <a:lnTo>
                  <a:pt x="941775" y="106197"/>
                </a:lnTo>
                <a:lnTo>
                  <a:pt x="942150" y="106585"/>
                </a:lnTo>
                <a:lnTo>
                  <a:pt x="942532" y="106964"/>
                </a:lnTo>
                <a:lnTo>
                  <a:pt x="942919" y="107335"/>
                </a:lnTo>
                <a:lnTo>
                  <a:pt x="943312" y="107698"/>
                </a:lnTo>
                <a:lnTo>
                  <a:pt x="943712" y="108052"/>
                </a:lnTo>
                <a:lnTo>
                  <a:pt x="944117" y="108398"/>
                </a:lnTo>
                <a:lnTo>
                  <a:pt x="944527" y="108735"/>
                </a:lnTo>
                <a:lnTo>
                  <a:pt x="944944" y="109064"/>
                </a:lnTo>
                <a:lnTo>
                  <a:pt x="945367" y="109384"/>
                </a:lnTo>
                <a:lnTo>
                  <a:pt x="945796" y="109696"/>
                </a:lnTo>
                <a:lnTo>
                  <a:pt x="946230" y="110000"/>
                </a:lnTo>
                <a:lnTo>
                  <a:pt x="946670" y="110295"/>
                </a:lnTo>
                <a:lnTo>
                  <a:pt x="947117" y="110581"/>
                </a:lnTo>
                <a:lnTo>
                  <a:pt x="947569" y="110859"/>
                </a:lnTo>
                <a:lnTo>
                  <a:pt x="948027" y="111129"/>
                </a:lnTo>
                <a:lnTo>
                  <a:pt x="948491" y="111390"/>
                </a:lnTo>
                <a:lnTo>
                  <a:pt x="948960" y="111643"/>
                </a:lnTo>
                <a:lnTo>
                  <a:pt x="949436" y="111887"/>
                </a:lnTo>
                <a:lnTo>
                  <a:pt x="949916" y="112120"/>
                </a:lnTo>
                <a:lnTo>
                  <a:pt x="950401" y="112343"/>
                </a:lnTo>
                <a:lnTo>
                  <a:pt x="950892" y="112555"/>
                </a:lnTo>
                <a:lnTo>
                  <a:pt x="951388" y="112757"/>
                </a:lnTo>
                <a:lnTo>
                  <a:pt x="951889" y="112949"/>
                </a:lnTo>
                <a:lnTo>
                  <a:pt x="952395" y="113130"/>
                </a:lnTo>
                <a:lnTo>
                  <a:pt x="952906" y="113301"/>
                </a:lnTo>
                <a:lnTo>
                  <a:pt x="953422" y="113461"/>
                </a:lnTo>
                <a:lnTo>
                  <a:pt x="953943" y="113612"/>
                </a:lnTo>
                <a:lnTo>
                  <a:pt x="954470" y="113752"/>
                </a:lnTo>
                <a:lnTo>
                  <a:pt x="955001" y="113881"/>
                </a:lnTo>
                <a:lnTo>
                  <a:pt x="955538" y="114000"/>
                </a:lnTo>
                <a:lnTo>
                  <a:pt x="956079" y="114109"/>
                </a:lnTo>
                <a:lnTo>
                  <a:pt x="956626" y="114207"/>
                </a:lnTo>
                <a:lnTo>
                  <a:pt x="957178" y="114295"/>
                </a:lnTo>
                <a:lnTo>
                  <a:pt x="957735" y="114373"/>
                </a:lnTo>
                <a:lnTo>
                  <a:pt x="958298" y="114440"/>
                </a:lnTo>
                <a:lnTo>
                  <a:pt x="958865" y="114497"/>
                </a:lnTo>
                <a:lnTo>
                  <a:pt x="959438" y="114544"/>
                </a:lnTo>
                <a:lnTo>
                  <a:pt x="960015" y="114580"/>
                </a:lnTo>
                <a:lnTo>
                  <a:pt x="960598" y="114606"/>
                </a:lnTo>
                <a:lnTo>
                  <a:pt x="961186" y="114622"/>
                </a:lnTo>
                <a:lnTo>
                  <a:pt x="961779" y="114627"/>
                </a:lnTo>
                <a:lnTo>
                  <a:pt x="962371" y="114623"/>
                </a:lnTo>
                <a:lnTo>
                  <a:pt x="962958" y="114611"/>
                </a:lnTo>
                <a:lnTo>
                  <a:pt x="963539" y="114591"/>
                </a:lnTo>
                <a:lnTo>
                  <a:pt x="964114" y="114563"/>
                </a:lnTo>
                <a:lnTo>
                  <a:pt x="964684" y="114528"/>
                </a:lnTo>
                <a:lnTo>
                  <a:pt x="965248" y="114484"/>
                </a:lnTo>
                <a:lnTo>
                  <a:pt x="965806" y="114433"/>
                </a:lnTo>
                <a:lnTo>
                  <a:pt x="966358" y="114373"/>
                </a:lnTo>
                <a:lnTo>
                  <a:pt x="966905" y="114306"/>
                </a:lnTo>
                <a:lnTo>
                  <a:pt x="967446" y="114230"/>
                </a:lnTo>
                <a:lnTo>
                  <a:pt x="967981" y="114147"/>
                </a:lnTo>
                <a:lnTo>
                  <a:pt x="968510" y="114056"/>
                </a:lnTo>
                <a:lnTo>
                  <a:pt x="969033" y="113957"/>
                </a:lnTo>
                <a:lnTo>
                  <a:pt x="969551" y="113850"/>
                </a:lnTo>
                <a:lnTo>
                  <a:pt x="970063" y="113735"/>
                </a:lnTo>
                <a:lnTo>
                  <a:pt x="970570" y="113612"/>
                </a:lnTo>
                <a:lnTo>
                  <a:pt x="971070" y="113481"/>
                </a:lnTo>
                <a:lnTo>
                  <a:pt x="971565" y="113342"/>
                </a:lnTo>
                <a:lnTo>
                  <a:pt x="972054" y="113196"/>
                </a:lnTo>
                <a:lnTo>
                  <a:pt x="972537" y="113041"/>
                </a:lnTo>
                <a:lnTo>
                  <a:pt x="973015" y="112878"/>
                </a:lnTo>
                <a:lnTo>
                  <a:pt x="973486" y="112708"/>
                </a:lnTo>
                <a:lnTo>
                  <a:pt x="973952" y="112530"/>
                </a:lnTo>
                <a:lnTo>
                  <a:pt x="974413" y="112343"/>
                </a:lnTo>
                <a:lnTo>
                  <a:pt x="974867" y="112150"/>
                </a:lnTo>
                <a:lnTo>
                  <a:pt x="975316" y="111950"/>
                </a:lnTo>
                <a:lnTo>
                  <a:pt x="975760" y="111743"/>
                </a:lnTo>
                <a:lnTo>
                  <a:pt x="976198" y="111531"/>
                </a:lnTo>
                <a:lnTo>
                  <a:pt x="976631" y="111312"/>
                </a:lnTo>
                <a:lnTo>
                  <a:pt x="977058" y="111086"/>
                </a:lnTo>
                <a:lnTo>
                  <a:pt x="977479" y="110854"/>
                </a:lnTo>
                <a:lnTo>
                  <a:pt x="977895" y="110616"/>
                </a:lnTo>
                <a:lnTo>
                  <a:pt x="978306" y="110371"/>
                </a:lnTo>
                <a:lnTo>
                  <a:pt x="978711" y="110120"/>
                </a:lnTo>
                <a:lnTo>
                  <a:pt x="979111" y="109863"/>
                </a:lnTo>
                <a:lnTo>
                  <a:pt x="979505" y="109599"/>
                </a:lnTo>
                <a:lnTo>
                  <a:pt x="979893" y="109329"/>
                </a:lnTo>
                <a:lnTo>
                  <a:pt x="980277" y="109052"/>
                </a:lnTo>
                <a:lnTo>
                  <a:pt x="980654" y="108769"/>
                </a:lnTo>
                <a:lnTo>
                  <a:pt x="981026" y="108480"/>
                </a:lnTo>
                <a:lnTo>
                  <a:pt x="981393" y="108184"/>
                </a:lnTo>
                <a:lnTo>
                  <a:pt x="981754" y="107882"/>
                </a:lnTo>
                <a:lnTo>
                  <a:pt x="982110" y="107573"/>
                </a:lnTo>
                <a:lnTo>
                  <a:pt x="982460" y="107258"/>
                </a:lnTo>
                <a:lnTo>
                  <a:pt x="982804" y="106937"/>
                </a:lnTo>
                <a:lnTo>
                  <a:pt x="983143" y="106609"/>
                </a:lnTo>
                <a:lnTo>
                  <a:pt x="983477" y="106275"/>
                </a:lnTo>
                <a:lnTo>
                  <a:pt x="983805" y="105934"/>
                </a:lnTo>
                <a:lnTo>
                  <a:pt x="984128" y="105588"/>
                </a:lnTo>
                <a:lnTo>
                  <a:pt x="984445" y="105236"/>
                </a:lnTo>
                <a:lnTo>
                  <a:pt x="984757" y="104879"/>
                </a:lnTo>
                <a:lnTo>
                  <a:pt x="985064" y="104516"/>
                </a:lnTo>
                <a:lnTo>
                  <a:pt x="985365" y="104148"/>
                </a:lnTo>
                <a:lnTo>
                  <a:pt x="985661" y="103775"/>
                </a:lnTo>
                <a:lnTo>
                  <a:pt x="985951" y="103396"/>
                </a:lnTo>
                <a:lnTo>
                  <a:pt x="986236" y="103012"/>
                </a:lnTo>
                <a:lnTo>
                  <a:pt x="986457" y="102704"/>
                </a:lnTo>
                <a:lnTo>
                  <a:pt x="986457" y="111825"/>
                </a:lnTo>
                <a:lnTo>
                  <a:pt x="986452" y="112482"/>
                </a:lnTo>
                <a:lnTo>
                  <a:pt x="986438" y="113132"/>
                </a:lnTo>
                <a:lnTo>
                  <a:pt x="986414" y="113773"/>
                </a:lnTo>
                <a:lnTo>
                  <a:pt x="986380" y="114406"/>
                </a:lnTo>
                <a:lnTo>
                  <a:pt x="986337" y="115032"/>
                </a:lnTo>
                <a:lnTo>
                  <a:pt x="986285" y="115649"/>
                </a:lnTo>
                <a:lnTo>
                  <a:pt x="986222" y="116259"/>
                </a:lnTo>
                <a:lnTo>
                  <a:pt x="986150" y="116861"/>
                </a:lnTo>
                <a:lnTo>
                  <a:pt x="986069" y="117455"/>
                </a:lnTo>
                <a:lnTo>
                  <a:pt x="985978" y="118041"/>
                </a:lnTo>
                <a:lnTo>
                  <a:pt x="985877" y="118619"/>
                </a:lnTo>
                <a:lnTo>
                  <a:pt x="985767" y="119189"/>
                </a:lnTo>
                <a:lnTo>
                  <a:pt x="985647" y="119751"/>
                </a:lnTo>
                <a:lnTo>
                  <a:pt x="985517" y="120306"/>
                </a:lnTo>
                <a:lnTo>
                  <a:pt x="985378" y="120852"/>
                </a:lnTo>
                <a:lnTo>
                  <a:pt x="985229" y="121391"/>
                </a:lnTo>
                <a:lnTo>
                  <a:pt x="985071" y="121921"/>
                </a:lnTo>
                <a:lnTo>
                  <a:pt x="984903" y="122444"/>
                </a:lnTo>
                <a:lnTo>
                  <a:pt x="984726" y="122959"/>
                </a:lnTo>
                <a:lnTo>
                  <a:pt x="984539" y="123466"/>
                </a:lnTo>
                <a:lnTo>
                  <a:pt x="984342" y="123965"/>
                </a:lnTo>
                <a:lnTo>
                  <a:pt x="984136" y="124456"/>
                </a:lnTo>
                <a:lnTo>
                  <a:pt x="983920" y="124939"/>
                </a:lnTo>
                <a:lnTo>
                  <a:pt x="983695" y="125415"/>
                </a:lnTo>
                <a:lnTo>
                  <a:pt x="983460" y="125881"/>
                </a:lnTo>
                <a:lnTo>
                  <a:pt x="983217" y="126339"/>
                </a:lnTo>
                <a:lnTo>
                  <a:pt x="982965" y="126787"/>
                </a:lnTo>
                <a:lnTo>
                  <a:pt x="982704" y="127227"/>
                </a:lnTo>
                <a:lnTo>
                  <a:pt x="982435" y="127657"/>
                </a:lnTo>
                <a:lnTo>
                  <a:pt x="982157" y="128077"/>
                </a:lnTo>
                <a:lnTo>
                  <a:pt x="981870" y="128489"/>
                </a:lnTo>
                <a:lnTo>
                  <a:pt x="981575" y="128892"/>
                </a:lnTo>
                <a:lnTo>
                  <a:pt x="981271" y="129285"/>
                </a:lnTo>
                <a:lnTo>
                  <a:pt x="980958" y="129669"/>
                </a:lnTo>
                <a:lnTo>
                  <a:pt x="980636" y="130044"/>
                </a:lnTo>
                <a:lnTo>
                  <a:pt x="980306" y="130410"/>
                </a:lnTo>
                <a:lnTo>
                  <a:pt x="979967" y="130766"/>
                </a:lnTo>
                <a:lnTo>
                  <a:pt x="979619" y="131114"/>
                </a:lnTo>
                <a:lnTo>
                  <a:pt x="979263" y="131452"/>
                </a:lnTo>
                <a:lnTo>
                  <a:pt x="978898" y="131781"/>
                </a:lnTo>
                <a:lnTo>
                  <a:pt x="978524" y="132101"/>
                </a:lnTo>
                <a:lnTo>
                  <a:pt x="978142" y="132411"/>
                </a:lnTo>
                <a:lnTo>
                  <a:pt x="977751" y="132713"/>
                </a:lnTo>
                <a:lnTo>
                  <a:pt x="977351" y="133005"/>
                </a:lnTo>
                <a:lnTo>
                  <a:pt x="976943" y="133288"/>
                </a:lnTo>
                <a:lnTo>
                  <a:pt x="976525" y="133562"/>
                </a:lnTo>
                <a:lnTo>
                  <a:pt x="976099" y="133827"/>
                </a:lnTo>
                <a:lnTo>
                  <a:pt x="975665" y="134082"/>
                </a:lnTo>
                <a:lnTo>
                  <a:pt x="975222" y="134328"/>
                </a:lnTo>
                <a:lnTo>
                  <a:pt x="974771" y="134563"/>
                </a:lnTo>
                <a:lnTo>
                  <a:pt x="974312" y="134788"/>
                </a:lnTo>
                <a:lnTo>
                  <a:pt x="973845" y="135003"/>
                </a:lnTo>
                <a:lnTo>
                  <a:pt x="973369" y="135207"/>
                </a:lnTo>
                <a:lnTo>
                  <a:pt x="972886" y="135400"/>
                </a:lnTo>
                <a:lnTo>
                  <a:pt x="972395" y="135584"/>
                </a:lnTo>
                <a:lnTo>
                  <a:pt x="971896" y="135756"/>
                </a:lnTo>
                <a:lnTo>
                  <a:pt x="971388" y="135918"/>
                </a:lnTo>
                <a:lnTo>
                  <a:pt x="970873" y="136070"/>
                </a:lnTo>
                <a:lnTo>
                  <a:pt x="970349" y="136211"/>
                </a:lnTo>
                <a:lnTo>
                  <a:pt x="969817" y="136342"/>
                </a:lnTo>
                <a:lnTo>
                  <a:pt x="969278" y="136462"/>
                </a:lnTo>
                <a:lnTo>
                  <a:pt x="968730" y="136572"/>
                </a:lnTo>
                <a:lnTo>
                  <a:pt x="968174" y="136672"/>
                </a:lnTo>
                <a:lnTo>
                  <a:pt x="967611" y="136761"/>
                </a:lnTo>
                <a:lnTo>
                  <a:pt x="967039" y="136839"/>
                </a:lnTo>
                <a:lnTo>
                  <a:pt x="966459" y="136907"/>
                </a:lnTo>
                <a:lnTo>
                  <a:pt x="965871" y="136965"/>
                </a:lnTo>
                <a:lnTo>
                  <a:pt x="965275" y="137012"/>
                </a:lnTo>
                <a:lnTo>
                  <a:pt x="964671" y="137048"/>
                </a:lnTo>
                <a:lnTo>
                  <a:pt x="964058" y="137075"/>
                </a:lnTo>
                <a:lnTo>
                  <a:pt x="963438" y="137090"/>
                </a:lnTo>
                <a:lnTo>
                  <a:pt x="962810" y="137096"/>
                </a:lnTo>
                <a:lnTo>
                  <a:pt x="962277" y="137091"/>
                </a:lnTo>
                <a:lnTo>
                  <a:pt x="961748" y="137076"/>
                </a:lnTo>
                <a:lnTo>
                  <a:pt x="961221" y="137052"/>
                </a:lnTo>
                <a:lnTo>
                  <a:pt x="960698" y="137019"/>
                </a:lnTo>
                <a:lnTo>
                  <a:pt x="960178" y="136976"/>
                </a:lnTo>
                <a:lnTo>
                  <a:pt x="959661" y="136923"/>
                </a:lnTo>
                <a:lnTo>
                  <a:pt x="959146" y="136861"/>
                </a:lnTo>
                <a:lnTo>
                  <a:pt x="958635" y="136789"/>
                </a:lnTo>
                <a:lnTo>
                  <a:pt x="958127" y="136707"/>
                </a:lnTo>
                <a:lnTo>
                  <a:pt x="957622" y="136616"/>
                </a:lnTo>
                <a:lnTo>
                  <a:pt x="957121" y="136515"/>
                </a:lnTo>
                <a:lnTo>
                  <a:pt x="956622" y="136405"/>
                </a:lnTo>
                <a:lnTo>
                  <a:pt x="956126" y="136285"/>
                </a:lnTo>
                <a:lnTo>
                  <a:pt x="955633" y="136155"/>
                </a:lnTo>
                <a:lnTo>
                  <a:pt x="955144" y="136016"/>
                </a:lnTo>
                <a:lnTo>
                  <a:pt x="954657" y="135868"/>
                </a:lnTo>
                <a:lnTo>
                  <a:pt x="954174" y="135709"/>
                </a:lnTo>
                <a:lnTo>
                  <a:pt x="953693" y="135542"/>
                </a:lnTo>
                <a:lnTo>
                  <a:pt x="953216" y="135364"/>
                </a:lnTo>
                <a:lnTo>
                  <a:pt x="952742" y="135177"/>
                </a:lnTo>
                <a:lnTo>
                  <a:pt x="952271" y="134980"/>
                </a:lnTo>
                <a:lnTo>
                  <a:pt x="951803" y="134774"/>
                </a:lnTo>
                <a:lnTo>
                  <a:pt x="951338" y="134558"/>
                </a:lnTo>
                <a:lnTo>
                  <a:pt x="950876" y="134333"/>
                </a:lnTo>
                <a:lnTo>
                  <a:pt x="950417" y="134097"/>
                </a:lnTo>
                <a:lnTo>
                  <a:pt x="949960" y="133850"/>
                </a:lnTo>
                <a:lnTo>
                  <a:pt x="949506" y="133592"/>
                </a:lnTo>
                <a:lnTo>
                  <a:pt x="949054" y="133323"/>
                </a:lnTo>
                <a:lnTo>
                  <a:pt x="948606" y="133043"/>
                </a:lnTo>
                <a:lnTo>
                  <a:pt x="948159" y="132751"/>
                </a:lnTo>
                <a:lnTo>
                  <a:pt x="947715" y="132449"/>
                </a:lnTo>
                <a:lnTo>
                  <a:pt x="947274" y="132135"/>
                </a:lnTo>
                <a:lnTo>
                  <a:pt x="946835" y="131810"/>
                </a:lnTo>
                <a:lnTo>
                  <a:pt x="946399" y="131475"/>
                </a:lnTo>
                <a:lnTo>
                  <a:pt x="945966" y="131127"/>
                </a:lnTo>
                <a:lnTo>
                  <a:pt x="945535" y="130769"/>
                </a:lnTo>
                <a:lnTo>
                  <a:pt x="945106" y="130400"/>
                </a:lnTo>
                <a:lnTo>
                  <a:pt x="944680" y="130020"/>
                </a:lnTo>
                <a:lnTo>
                  <a:pt x="944257" y="129628"/>
                </a:lnTo>
                <a:lnTo>
                  <a:pt x="943836" y="129225"/>
                </a:lnTo>
                <a:lnTo>
                  <a:pt x="943418" y="128812"/>
                </a:lnTo>
                <a:lnTo>
                  <a:pt x="943002" y="128387"/>
                </a:lnTo>
                <a:lnTo>
                  <a:pt x="942589" y="127951"/>
                </a:lnTo>
                <a:lnTo>
                  <a:pt x="942179" y="127503"/>
                </a:lnTo>
                <a:lnTo>
                  <a:pt x="941771" y="127045"/>
                </a:lnTo>
                <a:lnTo>
                  <a:pt x="941365" y="126576"/>
                </a:lnTo>
                <a:lnTo>
                  <a:pt x="940963" y="126095"/>
                </a:lnTo>
                <a:lnTo>
                  <a:pt x="940562" y="125603"/>
                </a:lnTo>
                <a:lnTo>
                  <a:pt x="935553" y="130981"/>
                </a:lnTo>
                <a:lnTo>
                  <a:pt x="935825" y="131359"/>
                </a:lnTo>
                <a:lnTo>
                  <a:pt x="936103" y="131732"/>
                </a:lnTo>
                <a:lnTo>
                  <a:pt x="936384" y="132099"/>
                </a:lnTo>
                <a:lnTo>
                  <a:pt x="936671" y="132462"/>
                </a:lnTo>
                <a:lnTo>
                  <a:pt x="936963" y="132819"/>
                </a:lnTo>
                <a:lnTo>
                  <a:pt x="937259" y="133170"/>
                </a:lnTo>
                <a:lnTo>
                  <a:pt x="937560" y="133517"/>
                </a:lnTo>
                <a:lnTo>
                  <a:pt x="937865" y="133858"/>
                </a:lnTo>
                <a:lnTo>
                  <a:pt x="938175" y="134194"/>
                </a:lnTo>
                <a:lnTo>
                  <a:pt x="938491" y="134525"/>
                </a:lnTo>
                <a:lnTo>
                  <a:pt x="938810" y="134851"/>
                </a:lnTo>
                <a:lnTo>
                  <a:pt x="939135" y="135171"/>
                </a:lnTo>
                <a:lnTo>
                  <a:pt x="939464" y="135486"/>
                </a:lnTo>
                <a:lnTo>
                  <a:pt x="939798" y="135796"/>
                </a:lnTo>
                <a:lnTo>
                  <a:pt x="940137" y="136100"/>
                </a:lnTo>
                <a:lnTo>
                  <a:pt x="940480" y="136400"/>
                </a:lnTo>
                <a:lnTo>
                  <a:pt x="940829" y="136694"/>
                </a:lnTo>
                <a:lnTo>
                  <a:pt x="941181" y="136983"/>
                </a:lnTo>
                <a:lnTo>
                  <a:pt x="941539" y="137266"/>
                </a:lnTo>
                <a:lnTo>
                  <a:pt x="941902" y="137545"/>
                </a:lnTo>
                <a:lnTo>
                  <a:pt x="942269" y="137818"/>
                </a:lnTo>
                <a:lnTo>
                  <a:pt x="942641" y="138086"/>
                </a:lnTo>
                <a:lnTo>
                  <a:pt x="943017" y="138348"/>
                </a:lnTo>
                <a:lnTo>
                  <a:pt x="943398" y="138606"/>
                </a:lnTo>
                <a:lnTo>
                  <a:pt x="943783" y="138858"/>
                </a:lnTo>
                <a:lnTo>
                  <a:pt x="944170" y="139104"/>
                </a:lnTo>
                <a:lnTo>
                  <a:pt x="944559" y="139345"/>
                </a:lnTo>
                <a:lnTo>
                  <a:pt x="944950" y="139581"/>
                </a:lnTo>
                <a:lnTo>
                  <a:pt x="945342" y="139811"/>
                </a:lnTo>
                <a:lnTo>
                  <a:pt x="945737" y="140035"/>
                </a:lnTo>
                <a:lnTo>
                  <a:pt x="946134" y="140254"/>
                </a:lnTo>
                <a:lnTo>
                  <a:pt x="946533" y="140468"/>
                </a:lnTo>
                <a:lnTo>
                  <a:pt x="946934" y="140676"/>
                </a:lnTo>
                <a:lnTo>
                  <a:pt x="947338" y="140878"/>
                </a:lnTo>
                <a:lnTo>
                  <a:pt x="947743" y="141075"/>
                </a:lnTo>
                <a:lnTo>
                  <a:pt x="948150" y="141267"/>
                </a:lnTo>
                <a:lnTo>
                  <a:pt x="948559" y="141453"/>
                </a:lnTo>
                <a:lnTo>
                  <a:pt x="948971" y="141633"/>
                </a:lnTo>
                <a:lnTo>
                  <a:pt x="949384" y="141809"/>
                </a:lnTo>
                <a:lnTo>
                  <a:pt x="949799" y="141978"/>
                </a:lnTo>
                <a:lnTo>
                  <a:pt x="950217" y="142142"/>
                </a:lnTo>
                <a:lnTo>
                  <a:pt x="950636" y="142301"/>
                </a:lnTo>
                <a:lnTo>
                  <a:pt x="951058" y="142454"/>
                </a:lnTo>
                <a:lnTo>
                  <a:pt x="951481" y="142601"/>
                </a:lnTo>
                <a:lnTo>
                  <a:pt x="951907" y="142743"/>
                </a:lnTo>
                <a:lnTo>
                  <a:pt x="952335" y="142880"/>
                </a:lnTo>
                <a:lnTo>
                  <a:pt x="952764" y="143011"/>
                </a:lnTo>
                <a:lnTo>
                  <a:pt x="953196" y="143136"/>
                </a:lnTo>
                <a:lnTo>
                  <a:pt x="953629" y="143256"/>
                </a:lnTo>
                <a:lnTo>
                  <a:pt x="954061" y="143372"/>
                </a:lnTo>
                <a:lnTo>
                  <a:pt x="954492" y="143482"/>
                </a:lnTo>
                <a:lnTo>
                  <a:pt x="954922" y="143586"/>
                </a:lnTo>
                <a:lnTo>
                  <a:pt x="955352" y="143686"/>
                </a:lnTo>
                <a:lnTo>
                  <a:pt x="955781" y="143781"/>
                </a:lnTo>
                <a:lnTo>
                  <a:pt x="956210" y="143870"/>
                </a:lnTo>
                <a:lnTo>
                  <a:pt x="956638" y="143955"/>
                </a:lnTo>
                <a:lnTo>
                  <a:pt x="957065" y="144034"/>
                </a:lnTo>
                <a:lnTo>
                  <a:pt x="957492" y="144108"/>
                </a:lnTo>
                <a:lnTo>
                  <a:pt x="957918" y="144177"/>
                </a:lnTo>
                <a:lnTo>
                  <a:pt x="958344" y="144241"/>
                </a:lnTo>
                <a:lnTo>
                  <a:pt x="958769" y="144300"/>
                </a:lnTo>
                <a:lnTo>
                  <a:pt x="959193" y="144354"/>
                </a:lnTo>
                <a:lnTo>
                  <a:pt x="959616" y="144402"/>
                </a:lnTo>
                <a:lnTo>
                  <a:pt x="960039" y="144446"/>
                </a:lnTo>
                <a:lnTo>
                  <a:pt x="960461" y="144484"/>
                </a:lnTo>
                <a:lnTo>
                  <a:pt x="960883" y="144518"/>
                </a:lnTo>
                <a:lnTo>
                  <a:pt x="961304" y="144546"/>
                </a:lnTo>
                <a:lnTo>
                  <a:pt x="961724" y="144569"/>
                </a:lnTo>
                <a:lnTo>
                  <a:pt x="962144" y="144587"/>
                </a:lnTo>
                <a:lnTo>
                  <a:pt x="962563" y="144599"/>
                </a:lnTo>
                <a:lnTo>
                  <a:pt x="962981" y="144607"/>
                </a:lnTo>
                <a:lnTo>
                  <a:pt x="963399" y="144610"/>
                </a:lnTo>
                <a:lnTo>
                  <a:pt x="964199" y="144603"/>
                </a:lnTo>
                <a:lnTo>
                  <a:pt x="964990" y="144582"/>
                </a:lnTo>
                <a:lnTo>
                  <a:pt x="965773" y="144548"/>
                </a:lnTo>
                <a:lnTo>
                  <a:pt x="966547" y="144500"/>
                </a:lnTo>
                <a:lnTo>
                  <a:pt x="967313" y="144439"/>
                </a:lnTo>
                <a:lnTo>
                  <a:pt x="968070" y="144364"/>
                </a:lnTo>
                <a:lnTo>
                  <a:pt x="968819" y="144275"/>
                </a:lnTo>
                <a:lnTo>
                  <a:pt x="969559" y="144173"/>
                </a:lnTo>
                <a:lnTo>
                  <a:pt x="970290" y="144057"/>
                </a:lnTo>
                <a:lnTo>
                  <a:pt x="971013" y="143927"/>
                </a:lnTo>
                <a:lnTo>
                  <a:pt x="971727" y="143784"/>
                </a:lnTo>
                <a:lnTo>
                  <a:pt x="972433" y="143627"/>
                </a:lnTo>
                <a:lnTo>
                  <a:pt x="973130" y="143456"/>
                </a:lnTo>
                <a:lnTo>
                  <a:pt x="973818" y="143272"/>
                </a:lnTo>
                <a:lnTo>
                  <a:pt x="974498" y="143074"/>
                </a:lnTo>
                <a:lnTo>
                  <a:pt x="975170" y="142862"/>
                </a:lnTo>
                <a:lnTo>
                  <a:pt x="975832" y="142637"/>
                </a:lnTo>
                <a:lnTo>
                  <a:pt x="976487" y="142398"/>
                </a:lnTo>
                <a:lnTo>
                  <a:pt x="977132" y="142145"/>
                </a:lnTo>
                <a:lnTo>
                  <a:pt x="977769" y="141879"/>
                </a:lnTo>
                <a:lnTo>
                  <a:pt x="978398" y="141599"/>
                </a:lnTo>
                <a:lnTo>
                  <a:pt x="979018" y="141306"/>
                </a:lnTo>
                <a:lnTo>
                  <a:pt x="979629" y="140998"/>
                </a:lnTo>
                <a:lnTo>
                  <a:pt x="980232" y="140678"/>
                </a:lnTo>
                <a:lnTo>
                  <a:pt x="980825" y="140344"/>
                </a:lnTo>
                <a:lnTo>
                  <a:pt x="981407" y="139998"/>
                </a:lnTo>
                <a:lnTo>
                  <a:pt x="981977" y="139640"/>
                </a:lnTo>
                <a:lnTo>
                  <a:pt x="982536" y="139270"/>
                </a:lnTo>
                <a:lnTo>
                  <a:pt x="983084" y="138887"/>
                </a:lnTo>
                <a:lnTo>
                  <a:pt x="983621" y="138492"/>
                </a:lnTo>
                <a:lnTo>
                  <a:pt x="984146" y="138085"/>
                </a:lnTo>
                <a:lnTo>
                  <a:pt x="984660" y="137666"/>
                </a:lnTo>
                <a:lnTo>
                  <a:pt x="985163" y="137234"/>
                </a:lnTo>
                <a:lnTo>
                  <a:pt x="985655" y="136790"/>
                </a:lnTo>
                <a:lnTo>
                  <a:pt x="986135" y="136334"/>
                </a:lnTo>
                <a:lnTo>
                  <a:pt x="986605" y="135866"/>
                </a:lnTo>
                <a:lnTo>
                  <a:pt x="987062" y="135385"/>
                </a:lnTo>
                <a:lnTo>
                  <a:pt x="987509" y="134892"/>
                </a:lnTo>
                <a:lnTo>
                  <a:pt x="987944" y="134387"/>
                </a:lnTo>
                <a:lnTo>
                  <a:pt x="988368" y="133869"/>
                </a:lnTo>
                <a:lnTo>
                  <a:pt x="988781" y="133340"/>
                </a:lnTo>
                <a:lnTo>
                  <a:pt x="989183" y="132798"/>
                </a:lnTo>
                <a:lnTo>
                  <a:pt x="989573" y="132244"/>
                </a:lnTo>
                <a:lnTo>
                  <a:pt x="989952" y="131677"/>
                </a:lnTo>
                <a:lnTo>
                  <a:pt x="990320" y="131099"/>
                </a:lnTo>
                <a:lnTo>
                  <a:pt x="990677" y="130508"/>
                </a:lnTo>
                <a:lnTo>
                  <a:pt x="991022" y="129904"/>
                </a:lnTo>
                <a:lnTo>
                  <a:pt x="991356" y="129289"/>
                </a:lnTo>
                <a:lnTo>
                  <a:pt x="991678" y="128663"/>
                </a:lnTo>
                <a:lnTo>
                  <a:pt x="991986" y="128027"/>
                </a:lnTo>
                <a:lnTo>
                  <a:pt x="992280" y="127381"/>
                </a:lnTo>
                <a:lnTo>
                  <a:pt x="992560" y="126725"/>
                </a:lnTo>
                <a:lnTo>
                  <a:pt x="992827" y="126059"/>
                </a:lnTo>
                <a:lnTo>
                  <a:pt x="993080" y="125384"/>
                </a:lnTo>
                <a:lnTo>
                  <a:pt x="993320" y="124699"/>
                </a:lnTo>
                <a:lnTo>
                  <a:pt x="993546" y="124004"/>
                </a:lnTo>
                <a:lnTo>
                  <a:pt x="993758" y="123299"/>
                </a:lnTo>
                <a:lnTo>
                  <a:pt x="993956" y="122584"/>
                </a:lnTo>
                <a:lnTo>
                  <a:pt x="994141" y="121860"/>
                </a:lnTo>
                <a:lnTo>
                  <a:pt x="994312" y="121125"/>
                </a:lnTo>
                <a:lnTo>
                  <a:pt x="994469" y="120381"/>
                </a:lnTo>
                <a:lnTo>
                  <a:pt x="994613" y="119627"/>
                </a:lnTo>
                <a:lnTo>
                  <a:pt x="994743" y="118863"/>
                </a:lnTo>
                <a:lnTo>
                  <a:pt x="994859" y="118090"/>
                </a:lnTo>
                <a:lnTo>
                  <a:pt x="994962" y="117306"/>
                </a:lnTo>
                <a:lnTo>
                  <a:pt x="995051" y="116513"/>
                </a:lnTo>
                <a:lnTo>
                  <a:pt x="995126" y="115710"/>
                </a:lnTo>
                <a:lnTo>
                  <a:pt x="995188" y="114897"/>
                </a:lnTo>
                <a:lnTo>
                  <a:pt x="995236" y="114074"/>
                </a:lnTo>
                <a:lnTo>
                  <a:pt x="995270" y="113241"/>
                </a:lnTo>
                <a:lnTo>
                  <a:pt x="995290" y="112399"/>
                </a:lnTo>
                <a:lnTo>
                  <a:pt x="995297" y="111547"/>
                </a:lnTo>
                <a:lnTo>
                  <a:pt x="995297" y="33445"/>
                </a:lnTo>
                <a:lnTo>
                  <a:pt x="987120" y="33445"/>
                </a:lnTo>
                <a:lnTo>
                  <a:pt x="986685" y="44918"/>
                </a:lnTo>
                <a:lnTo>
                  <a:pt x="986514" y="44654"/>
                </a:lnTo>
                <a:lnTo>
                  <a:pt x="986241" y="44244"/>
                </a:lnTo>
                <a:lnTo>
                  <a:pt x="985962" y="43840"/>
                </a:lnTo>
                <a:close/>
                <a:moveTo>
                  <a:pt x="985435" y="94123"/>
                </a:moveTo>
                <a:lnTo>
                  <a:pt x="985209" y="94539"/>
                </a:lnTo>
                <a:lnTo>
                  <a:pt x="984977" y="94952"/>
                </a:lnTo>
                <a:lnTo>
                  <a:pt x="984739" y="95363"/>
                </a:lnTo>
                <a:lnTo>
                  <a:pt x="984496" y="95769"/>
                </a:lnTo>
                <a:lnTo>
                  <a:pt x="984247" y="96173"/>
                </a:lnTo>
                <a:lnTo>
                  <a:pt x="983992" y="96572"/>
                </a:lnTo>
                <a:lnTo>
                  <a:pt x="983729" y="96964"/>
                </a:lnTo>
                <a:lnTo>
                  <a:pt x="983459" y="97350"/>
                </a:lnTo>
                <a:lnTo>
                  <a:pt x="983182" y="97728"/>
                </a:lnTo>
                <a:lnTo>
                  <a:pt x="982898" y="98101"/>
                </a:lnTo>
                <a:lnTo>
                  <a:pt x="982606" y="98466"/>
                </a:lnTo>
                <a:lnTo>
                  <a:pt x="982307" y="98825"/>
                </a:lnTo>
                <a:lnTo>
                  <a:pt x="982000" y="99177"/>
                </a:lnTo>
                <a:lnTo>
                  <a:pt x="981687" y="99523"/>
                </a:lnTo>
                <a:lnTo>
                  <a:pt x="981366" y="99862"/>
                </a:lnTo>
                <a:lnTo>
                  <a:pt x="981037" y="100194"/>
                </a:lnTo>
                <a:lnTo>
                  <a:pt x="980702" y="100520"/>
                </a:lnTo>
                <a:lnTo>
                  <a:pt x="980359" y="100838"/>
                </a:lnTo>
                <a:lnTo>
                  <a:pt x="980009" y="101151"/>
                </a:lnTo>
                <a:lnTo>
                  <a:pt x="979652" y="101456"/>
                </a:lnTo>
                <a:lnTo>
                  <a:pt x="979287" y="101756"/>
                </a:lnTo>
                <a:lnTo>
                  <a:pt x="978915" y="102048"/>
                </a:lnTo>
                <a:lnTo>
                  <a:pt x="978536" y="102334"/>
                </a:lnTo>
                <a:lnTo>
                  <a:pt x="978149" y="102613"/>
                </a:lnTo>
                <a:lnTo>
                  <a:pt x="977755" y="102885"/>
                </a:lnTo>
                <a:lnTo>
                  <a:pt x="977354" y="103151"/>
                </a:lnTo>
                <a:lnTo>
                  <a:pt x="976946" y="103410"/>
                </a:lnTo>
                <a:lnTo>
                  <a:pt x="976530" y="103662"/>
                </a:lnTo>
                <a:lnTo>
                  <a:pt x="976107" y="103908"/>
                </a:lnTo>
                <a:lnTo>
                  <a:pt x="975676" y="104146"/>
                </a:lnTo>
                <a:lnTo>
                  <a:pt x="975236" y="104373"/>
                </a:lnTo>
                <a:lnTo>
                  <a:pt x="974788" y="104590"/>
                </a:lnTo>
                <a:lnTo>
                  <a:pt x="974332" y="104797"/>
                </a:lnTo>
                <a:lnTo>
                  <a:pt x="973866" y="104994"/>
                </a:lnTo>
                <a:lnTo>
                  <a:pt x="973393" y="105181"/>
                </a:lnTo>
                <a:lnTo>
                  <a:pt x="972910" y="105358"/>
                </a:lnTo>
                <a:lnTo>
                  <a:pt x="972419" y="105525"/>
                </a:lnTo>
                <a:lnTo>
                  <a:pt x="971920" y="105681"/>
                </a:lnTo>
                <a:lnTo>
                  <a:pt x="971412" y="105828"/>
                </a:lnTo>
                <a:lnTo>
                  <a:pt x="970895" y="105964"/>
                </a:lnTo>
                <a:lnTo>
                  <a:pt x="970370" y="106091"/>
                </a:lnTo>
                <a:lnTo>
                  <a:pt x="969836" y="106207"/>
                </a:lnTo>
                <a:lnTo>
                  <a:pt x="969294" y="106313"/>
                </a:lnTo>
                <a:lnTo>
                  <a:pt x="968743" y="106409"/>
                </a:lnTo>
                <a:lnTo>
                  <a:pt x="968183" y="106495"/>
                </a:lnTo>
                <a:lnTo>
                  <a:pt x="967615" y="106571"/>
                </a:lnTo>
                <a:lnTo>
                  <a:pt x="967039" y="106636"/>
                </a:lnTo>
                <a:lnTo>
                  <a:pt x="966454" y="106692"/>
                </a:lnTo>
                <a:lnTo>
                  <a:pt x="965860" y="106737"/>
                </a:lnTo>
                <a:lnTo>
                  <a:pt x="965258" y="106773"/>
                </a:lnTo>
                <a:lnTo>
                  <a:pt x="964647" y="106798"/>
                </a:lnTo>
                <a:lnTo>
                  <a:pt x="964027" y="106813"/>
                </a:lnTo>
                <a:lnTo>
                  <a:pt x="963399" y="106818"/>
                </a:lnTo>
                <a:lnTo>
                  <a:pt x="962899" y="106814"/>
                </a:lnTo>
                <a:lnTo>
                  <a:pt x="962404" y="106801"/>
                </a:lnTo>
                <a:lnTo>
                  <a:pt x="961914" y="106780"/>
                </a:lnTo>
                <a:lnTo>
                  <a:pt x="961431" y="106750"/>
                </a:lnTo>
                <a:lnTo>
                  <a:pt x="960953" y="106711"/>
                </a:lnTo>
                <a:lnTo>
                  <a:pt x="960480" y="106664"/>
                </a:lnTo>
                <a:lnTo>
                  <a:pt x="960013" y="106608"/>
                </a:lnTo>
                <a:lnTo>
                  <a:pt x="959552" y="106544"/>
                </a:lnTo>
                <a:lnTo>
                  <a:pt x="959097" y="106471"/>
                </a:lnTo>
                <a:lnTo>
                  <a:pt x="958647" y="106390"/>
                </a:lnTo>
                <a:lnTo>
                  <a:pt x="958202" y="106300"/>
                </a:lnTo>
                <a:lnTo>
                  <a:pt x="957764" y="106201"/>
                </a:lnTo>
                <a:lnTo>
                  <a:pt x="957331" y="106094"/>
                </a:lnTo>
                <a:lnTo>
                  <a:pt x="956903" y="105978"/>
                </a:lnTo>
                <a:lnTo>
                  <a:pt x="956481" y="105854"/>
                </a:lnTo>
                <a:lnTo>
                  <a:pt x="956065" y="105721"/>
                </a:lnTo>
                <a:lnTo>
                  <a:pt x="955655" y="105580"/>
                </a:lnTo>
                <a:lnTo>
                  <a:pt x="955250" y="105430"/>
                </a:lnTo>
                <a:lnTo>
                  <a:pt x="954850" y="105271"/>
                </a:lnTo>
                <a:lnTo>
                  <a:pt x="954457" y="105104"/>
                </a:lnTo>
                <a:lnTo>
                  <a:pt x="954069" y="104929"/>
                </a:lnTo>
                <a:lnTo>
                  <a:pt x="953686" y="104744"/>
                </a:lnTo>
                <a:lnTo>
                  <a:pt x="953310" y="104552"/>
                </a:lnTo>
                <a:lnTo>
                  <a:pt x="952938" y="104350"/>
                </a:lnTo>
                <a:lnTo>
                  <a:pt x="952573" y="104141"/>
                </a:lnTo>
                <a:lnTo>
                  <a:pt x="952212" y="103925"/>
                </a:lnTo>
                <a:lnTo>
                  <a:pt x="951858" y="103702"/>
                </a:lnTo>
                <a:lnTo>
                  <a:pt x="951508" y="103472"/>
                </a:lnTo>
                <a:lnTo>
                  <a:pt x="951164" y="103236"/>
                </a:lnTo>
                <a:lnTo>
                  <a:pt x="950825" y="102992"/>
                </a:lnTo>
                <a:lnTo>
                  <a:pt x="950492" y="102741"/>
                </a:lnTo>
                <a:lnTo>
                  <a:pt x="950164" y="102484"/>
                </a:lnTo>
                <a:lnTo>
                  <a:pt x="949841" y="102220"/>
                </a:lnTo>
                <a:lnTo>
                  <a:pt x="949524" y="101948"/>
                </a:lnTo>
                <a:lnTo>
                  <a:pt x="949212" y="101670"/>
                </a:lnTo>
                <a:lnTo>
                  <a:pt x="948905" y="101385"/>
                </a:lnTo>
                <a:lnTo>
                  <a:pt x="948604" y="101093"/>
                </a:lnTo>
                <a:lnTo>
                  <a:pt x="948308" y="100794"/>
                </a:lnTo>
                <a:lnTo>
                  <a:pt x="948018" y="100488"/>
                </a:lnTo>
                <a:lnTo>
                  <a:pt x="947733" y="100176"/>
                </a:lnTo>
                <a:lnTo>
                  <a:pt x="947453" y="99856"/>
                </a:lnTo>
                <a:lnTo>
                  <a:pt x="947178" y="99530"/>
                </a:lnTo>
                <a:lnTo>
                  <a:pt x="946910" y="99196"/>
                </a:lnTo>
                <a:lnTo>
                  <a:pt x="946646" y="98856"/>
                </a:lnTo>
                <a:lnTo>
                  <a:pt x="946388" y="98509"/>
                </a:lnTo>
                <a:lnTo>
                  <a:pt x="946135" y="98154"/>
                </a:lnTo>
                <a:lnTo>
                  <a:pt x="945887" y="97793"/>
                </a:lnTo>
                <a:lnTo>
                  <a:pt x="945645" y="97425"/>
                </a:lnTo>
                <a:lnTo>
                  <a:pt x="945408" y="97051"/>
                </a:lnTo>
                <a:lnTo>
                  <a:pt x="945177" y="96672"/>
                </a:lnTo>
                <a:lnTo>
                  <a:pt x="944950" y="96288"/>
                </a:lnTo>
                <a:lnTo>
                  <a:pt x="944729" y="95898"/>
                </a:lnTo>
                <a:lnTo>
                  <a:pt x="944512" y="95503"/>
                </a:lnTo>
                <a:lnTo>
                  <a:pt x="944301" y="95103"/>
                </a:lnTo>
                <a:lnTo>
                  <a:pt x="944095" y="94697"/>
                </a:lnTo>
                <a:lnTo>
                  <a:pt x="943894" y="94286"/>
                </a:lnTo>
                <a:lnTo>
                  <a:pt x="943698" y="93870"/>
                </a:lnTo>
                <a:lnTo>
                  <a:pt x="943507" y="93449"/>
                </a:lnTo>
                <a:lnTo>
                  <a:pt x="943321" y="93023"/>
                </a:lnTo>
                <a:lnTo>
                  <a:pt x="943141" y="92591"/>
                </a:lnTo>
                <a:lnTo>
                  <a:pt x="942965" y="92154"/>
                </a:lnTo>
                <a:lnTo>
                  <a:pt x="942795" y="91712"/>
                </a:lnTo>
                <a:lnTo>
                  <a:pt x="942630" y="91264"/>
                </a:lnTo>
                <a:lnTo>
                  <a:pt x="942469" y="90812"/>
                </a:lnTo>
                <a:lnTo>
                  <a:pt x="942314" y="90354"/>
                </a:lnTo>
                <a:lnTo>
                  <a:pt x="942164" y="89891"/>
                </a:lnTo>
                <a:lnTo>
                  <a:pt x="942020" y="89422"/>
                </a:lnTo>
                <a:lnTo>
                  <a:pt x="941880" y="88949"/>
                </a:lnTo>
                <a:lnTo>
                  <a:pt x="941746" y="88470"/>
                </a:lnTo>
                <a:lnTo>
                  <a:pt x="941616" y="87986"/>
                </a:lnTo>
                <a:lnTo>
                  <a:pt x="941492" y="87496"/>
                </a:lnTo>
                <a:lnTo>
                  <a:pt x="941373" y="87002"/>
                </a:lnTo>
                <a:lnTo>
                  <a:pt x="941258" y="86503"/>
                </a:lnTo>
                <a:lnTo>
                  <a:pt x="941149" y="86000"/>
                </a:lnTo>
                <a:lnTo>
                  <a:pt x="941045" y="85495"/>
                </a:lnTo>
                <a:lnTo>
                  <a:pt x="940945" y="84986"/>
                </a:lnTo>
                <a:lnTo>
                  <a:pt x="940850" y="84474"/>
                </a:lnTo>
                <a:lnTo>
                  <a:pt x="940760" y="83958"/>
                </a:lnTo>
                <a:lnTo>
                  <a:pt x="940675" y="83439"/>
                </a:lnTo>
                <a:lnTo>
                  <a:pt x="940595" y="82917"/>
                </a:lnTo>
                <a:lnTo>
                  <a:pt x="940520" y="82392"/>
                </a:lnTo>
                <a:lnTo>
                  <a:pt x="940449" y="81863"/>
                </a:lnTo>
                <a:lnTo>
                  <a:pt x="940384" y="81331"/>
                </a:lnTo>
                <a:lnTo>
                  <a:pt x="940323" y="80795"/>
                </a:lnTo>
                <a:lnTo>
                  <a:pt x="940267" y="80256"/>
                </a:lnTo>
                <a:lnTo>
                  <a:pt x="940216" y="79714"/>
                </a:lnTo>
                <a:lnTo>
                  <a:pt x="940170" y="79169"/>
                </a:lnTo>
                <a:lnTo>
                  <a:pt x="940128" y="78620"/>
                </a:lnTo>
                <a:lnTo>
                  <a:pt x="940092" y="78068"/>
                </a:lnTo>
                <a:lnTo>
                  <a:pt x="940060" y="77512"/>
                </a:lnTo>
                <a:lnTo>
                  <a:pt x="940034" y="76953"/>
                </a:lnTo>
                <a:lnTo>
                  <a:pt x="940012" y="76391"/>
                </a:lnTo>
                <a:lnTo>
                  <a:pt x="939995" y="75826"/>
                </a:lnTo>
                <a:lnTo>
                  <a:pt x="939983" y="75257"/>
                </a:lnTo>
                <a:lnTo>
                  <a:pt x="939975" y="74685"/>
                </a:lnTo>
                <a:lnTo>
                  <a:pt x="939973" y="74110"/>
                </a:lnTo>
                <a:lnTo>
                  <a:pt x="939973" y="72563"/>
                </a:lnTo>
                <a:lnTo>
                  <a:pt x="939975" y="71981"/>
                </a:lnTo>
                <a:lnTo>
                  <a:pt x="939983" y="71403"/>
                </a:lnTo>
                <a:lnTo>
                  <a:pt x="939995" y="70829"/>
                </a:lnTo>
                <a:lnTo>
                  <a:pt x="940012" y="70258"/>
                </a:lnTo>
                <a:lnTo>
                  <a:pt x="940034" y="69691"/>
                </a:lnTo>
                <a:lnTo>
                  <a:pt x="940060" y="69128"/>
                </a:lnTo>
                <a:lnTo>
                  <a:pt x="940092" y="68568"/>
                </a:lnTo>
                <a:lnTo>
                  <a:pt x="940128" y="68012"/>
                </a:lnTo>
                <a:lnTo>
                  <a:pt x="940170" y="67459"/>
                </a:lnTo>
                <a:lnTo>
                  <a:pt x="940216" y="66910"/>
                </a:lnTo>
                <a:lnTo>
                  <a:pt x="940267" y="66364"/>
                </a:lnTo>
                <a:lnTo>
                  <a:pt x="940323" y="65822"/>
                </a:lnTo>
                <a:lnTo>
                  <a:pt x="940384" y="65284"/>
                </a:lnTo>
                <a:lnTo>
                  <a:pt x="940449" y="64749"/>
                </a:lnTo>
                <a:lnTo>
                  <a:pt x="940520" y="64217"/>
                </a:lnTo>
                <a:lnTo>
                  <a:pt x="940595" y="63690"/>
                </a:lnTo>
                <a:lnTo>
                  <a:pt x="940675" y="63166"/>
                </a:lnTo>
                <a:lnTo>
                  <a:pt x="940760" y="62645"/>
                </a:lnTo>
                <a:lnTo>
                  <a:pt x="940850" y="62128"/>
                </a:lnTo>
                <a:lnTo>
                  <a:pt x="940945" y="61615"/>
                </a:lnTo>
                <a:lnTo>
                  <a:pt x="941045" y="61105"/>
                </a:lnTo>
                <a:lnTo>
                  <a:pt x="941149" y="60599"/>
                </a:lnTo>
                <a:lnTo>
                  <a:pt x="941258" y="60096"/>
                </a:lnTo>
                <a:lnTo>
                  <a:pt x="941373" y="59597"/>
                </a:lnTo>
                <a:lnTo>
                  <a:pt x="941492" y="59103"/>
                </a:lnTo>
                <a:lnTo>
                  <a:pt x="941616" y="58613"/>
                </a:lnTo>
                <a:lnTo>
                  <a:pt x="941746" y="58129"/>
                </a:lnTo>
                <a:lnTo>
                  <a:pt x="941880" y="57650"/>
                </a:lnTo>
                <a:lnTo>
                  <a:pt x="942020" y="57176"/>
                </a:lnTo>
                <a:lnTo>
                  <a:pt x="942164" y="56708"/>
                </a:lnTo>
                <a:lnTo>
                  <a:pt x="942314" y="56245"/>
                </a:lnTo>
                <a:lnTo>
                  <a:pt x="942469" y="55787"/>
                </a:lnTo>
                <a:lnTo>
                  <a:pt x="942630" y="55334"/>
                </a:lnTo>
                <a:lnTo>
                  <a:pt x="942795" y="54887"/>
                </a:lnTo>
                <a:lnTo>
                  <a:pt x="942965" y="54445"/>
                </a:lnTo>
                <a:lnTo>
                  <a:pt x="943141" y="54008"/>
                </a:lnTo>
                <a:lnTo>
                  <a:pt x="943321" y="53576"/>
                </a:lnTo>
                <a:lnTo>
                  <a:pt x="943507" y="53149"/>
                </a:lnTo>
                <a:lnTo>
                  <a:pt x="943698" y="52728"/>
                </a:lnTo>
                <a:lnTo>
                  <a:pt x="943894" y="52312"/>
                </a:lnTo>
                <a:lnTo>
                  <a:pt x="944095" y="51901"/>
                </a:lnTo>
                <a:lnTo>
                  <a:pt x="944301" y="51496"/>
                </a:lnTo>
                <a:lnTo>
                  <a:pt x="944512" y="51096"/>
                </a:lnTo>
                <a:lnTo>
                  <a:pt x="944729" y="50701"/>
                </a:lnTo>
                <a:lnTo>
                  <a:pt x="944950" y="50311"/>
                </a:lnTo>
                <a:lnTo>
                  <a:pt x="945177" y="49926"/>
                </a:lnTo>
                <a:lnTo>
                  <a:pt x="945408" y="49547"/>
                </a:lnTo>
                <a:lnTo>
                  <a:pt x="945645" y="49173"/>
                </a:lnTo>
                <a:lnTo>
                  <a:pt x="945887" y="48805"/>
                </a:lnTo>
                <a:lnTo>
                  <a:pt x="946135" y="48444"/>
                </a:lnTo>
                <a:lnTo>
                  <a:pt x="946388" y="48089"/>
                </a:lnTo>
                <a:lnTo>
                  <a:pt x="946647" y="47742"/>
                </a:lnTo>
                <a:lnTo>
                  <a:pt x="946911" y="47401"/>
                </a:lnTo>
                <a:lnTo>
                  <a:pt x="947181" y="47067"/>
                </a:lnTo>
                <a:lnTo>
                  <a:pt x="947456" y="46739"/>
                </a:lnTo>
                <a:lnTo>
                  <a:pt x="947737" y="46419"/>
                </a:lnTo>
                <a:lnTo>
                  <a:pt x="948023" y="46105"/>
                </a:lnTo>
                <a:lnTo>
                  <a:pt x="948314" y="45798"/>
                </a:lnTo>
                <a:lnTo>
                  <a:pt x="948612" y="45498"/>
                </a:lnTo>
                <a:lnTo>
                  <a:pt x="948914" y="45204"/>
                </a:lnTo>
                <a:lnTo>
                  <a:pt x="949222" y="44918"/>
                </a:lnTo>
                <a:lnTo>
                  <a:pt x="949536" y="44638"/>
                </a:lnTo>
                <a:lnTo>
                  <a:pt x="949855" y="44365"/>
                </a:lnTo>
                <a:lnTo>
                  <a:pt x="950180" y="44098"/>
                </a:lnTo>
                <a:lnTo>
                  <a:pt x="950510" y="43839"/>
                </a:lnTo>
                <a:lnTo>
                  <a:pt x="950846" y="43586"/>
                </a:lnTo>
                <a:lnTo>
                  <a:pt x="951187" y="43340"/>
                </a:lnTo>
                <a:lnTo>
                  <a:pt x="951534" y="43101"/>
                </a:lnTo>
                <a:lnTo>
                  <a:pt x="951886" y="42868"/>
                </a:lnTo>
                <a:lnTo>
                  <a:pt x="952243" y="42643"/>
                </a:lnTo>
                <a:lnTo>
                  <a:pt x="952607" y="42424"/>
                </a:lnTo>
                <a:lnTo>
                  <a:pt x="952975" y="42212"/>
                </a:lnTo>
                <a:lnTo>
                  <a:pt x="953350" y="42007"/>
                </a:lnTo>
                <a:lnTo>
                  <a:pt x="953730" y="41812"/>
                </a:lnTo>
                <a:lnTo>
                  <a:pt x="954115" y="41625"/>
                </a:lnTo>
                <a:lnTo>
                  <a:pt x="954507" y="41446"/>
                </a:lnTo>
                <a:lnTo>
                  <a:pt x="954904" y="41277"/>
                </a:lnTo>
                <a:lnTo>
                  <a:pt x="955307" y="41116"/>
                </a:lnTo>
                <a:lnTo>
                  <a:pt x="955716" y="40964"/>
                </a:lnTo>
                <a:lnTo>
                  <a:pt x="956131" y="40820"/>
                </a:lnTo>
                <a:lnTo>
                  <a:pt x="956551" y="40685"/>
                </a:lnTo>
                <a:lnTo>
                  <a:pt x="956977" y="40559"/>
                </a:lnTo>
                <a:lnTo>
                  <a:pt x="957409" y="40442"/>
                </a:lnTo>
                <a:lnTo>
                  <a:pt x="957846" y="40333"/>
                </a:lnTo>
                <a:lnTo>
                  <a:pt x="958290" y="40233"/>
                </a:lnTo>
                <a:lnTo>
                  <a:pt x="958739" y="40142"/>
                </a:lnTo>
                <a:lnTo>
                  <a:pt x="959194" y="40059"/>
                </a:lnTo>
                <a:lnTo>
                  <a:pt x="959654" y="39985"/>
                </a:lnTo>
                <a:lnTo>
                  <a:pt x="960121" y="39920"/>
                </a:lnTo>
                <a:lnTo>
                  <a:pt x="960593" y="39863"/>
                </a:lnTo>
                <a:lnTo>
                  <a:pt x="961071" y="39816"/>
                </a:lnTo>
                <a:lnTo>
                  <a:pt x="961554" y="39776"/>
                </a:lnTo>
                <a:lnTo>
                  <a:pt x="962044" y="39746"/>
                </a:lnTo>
                <a:lnTo>
                  <a:pt x="962539" y="39724"/>
                </a:lnTo>
                <a:lnTo>
                  <a:pt x="963040" y="39711"/>
                </a:lnTo>
                <a:lnTo>
                  <a:pt x="963547" y="39707"/>
                </a:lnTo>
                <a:lnTo>
                  <a:pt x="964071" y="39711"/>
                </a:lnTo>
                <a:lnTo>
                  <a:pt x="964589" y="39721"/>
                </a:lnTo>
                <a:lnTo>
                  <a:pt x="965100" y="39740"/>
                </a:lnTo>
                <a:lnTo>
                  <a:pt x="965605" y="39765"/>
                </a:lnTo>
                <a:lnTo>
                  <a:pt x="966103" y="39798"/>
                </a:lnTo>
                <a:lnTo>
                  <a:pt x="966595" y="39838"/>
                </a:lnTo>
                <a:lnTo>
                  <a:pt x="967079" y="39885"/>
                </a:lnTo>
                <a:lnTo>
                  <a:pt x="967557" y="39940"/>
                </a:lnTo>
                <a:lnTo>
                  <a:pt x="968029" y="40002"/>
                </a:lnTo>
                <a:lnTo>
                  <a:pt x="968494" y="40071"/>
                </a:lnTo>
                <a:lnTo>
                  <a:pt x="968952" y="40148"/>
                </a:lnTo>
                <a:lnTo>
                  <a:pt x="969403" y="40232"/>
                </a:lnTo>
                <a:lnTo>
                  <a:pt x="969848" y="40323"/>
                </a:lnTo>
                <a:lnTo>
                  <a:pt x="970286" y="40421"/>
                </a:lnTo>
                <a:lnTo>
                  <a:pt x="970718" y="40527"/>
                </a:lnTo>
                <a:lnTo>
                  <a:pt x="971142" y="40640"/>
                </a:lnTo>
                <a:lnTo>
                  <a:pt x="971561" y="40760"/>
                </a:lnTo>
                <a:lnTo>
                  <a:pt x="971972" y="40888"/>
                </a:lnTo>
                <a:lnTo>
                  <a:pt x="972377" y="41023"/>
                </a:lnTo>
                <a:lnTo>
                  <a:pt x="972775" y="41165"/>
                </a:lnTo>
                <a:lnTo>
                  <a:pt x="973167" y="41314"/>
                </a:lnTo>
                <a:lnTo>
                  <a:pt x="973552" y="41471"/>
                </a:lnTo>
                <a:lnTo>
                  <a:pt x="973930" y="41635"/>
                </a:lnTo>
                <a:lnTo>
                  <a:pt x="974302" y="41806"/>
                </a:lnTo>
                <a:lnTo>
                  <a:pt x="974668" y="41984"/>
                </a:lnTo>
                <a:lnTo>
                  <a:pt x="975028" y="42166"/>
                </a:lnTo>
                <a:lnTo>
                  <a:pt x="975383" y="42352"/>
                </a:lnTo>
                <a:lnTo>
                  <a:pt x="975733" y="42543"/>
                </a:lnTo>
                <a:lnTo>
                  <a:pt x="976078" y="42739"/>
                </a:lnTo>
                <a:lnTo>
                  <a:pt x="976418" y="42939"/>
                </a:lnTo>
                <a:lnTo>
                  <a:pt x="976752" y="43144"/>
                </a:lnTo>
                <a:lnTo>
                  <a:pt x="977081" y="43353"/>
                </a:lnTo>
                <a:lnTo>
                  <a:pt x="977405" y="43568"/>
                </a:lnTo>
                <a:lnTo>
                  <a:pt x="977723" y="43786"/>
                </a:lnTo>
                <a:lnTo>
                  <a:pt x="978036" y="44010"/>
                </a:lnTo>
                <a:lnTo>
                  <a:pt x="978345" y="44237"/>
                </a:lnTo>
                <a:lnTo>
                  <a:pt x="978647" y="44470"/>
                </a:lnTo>
                <a:lnTo>
                  <a:pt x="978945" y="44707"/>
                </a:lnTo>
                <a:lnTo>
                  <a:pt x="979237" y="44949"/>
                </a:lnTo>
                <a:lnTo>
                  <a:pt x="979524" y="45195"/>
                </a:lnTo>
                <a:lnTo>
                  <a:pt x="979806" y="45446"/>
                </a:lnTo>
                <a:lnTo>
                  <a:pt x="980083" y="45702"/>
                </a:lnTo>
                <a:lnTo>
                  <a:pt x="980354" y="45962"/>
                </a:lnTo>
                <a:lnTo>
                  <a:pt x="980620" y="46226"/>
                </a:lnTo>
                <a:lnTo>
                  <a:pt x="980881" y="46496"/>
                </a:lnTo>
                <a:lnTo>
                  <a:pt x="981136" y="46770"/>
                </a:lnTo>
                <a:lnTo>
                  <a:pt x="981387" y="47048"/>
                </a:lnTo>
                <a:lnTo>
                  <a:pt x="981632" y="47331"/>
                </a:lnTo>
                <a:lnTo>
                  <a:pt x="981872" y="47618"/>
                </a:lnTo>
                <a:lnTo>
                  <a:pt x="982108" y="47907"/>
                </a:lnTo>
                <a:lnTo>
                  <a:pt x="982340" y="48198"/>
                </a:lnTo>
                <a:lnTo>
                  <a:pt x="982567" y="48491"/>
                </a:lnTo>
                <a:lnTo>
                  <a:pt x="982790" y="48786"/>
                </a:lnTo>
                <a:lnTo>
                  <a:pt x="983009" y="49083"/>
                </a:lnTo>
                <a:lnTo>
                  <a:pt x="983223" y="49383"/>
                </a:lnTo>
                <a:lnTo>
                  <a:pt x="983433" y="49685"/>
                </a:lnTo>
                <a:lnTo>
                  <a:pt x="983638" y="49989"/>
                </a:lnTo>
                <a:lnTo>
                  <a:pt x="983839" y="50295"/>
                </a:lnTo>
                <a:lnTo>
                  <a:pt x="984036" y="50603"/>
                </a:lnTo>
                <a:lnTo>
                  <a:pt x="984229" y="50914"/>
                </a:lnTo>
                <a:lnTo>
                  <a:pt x="984417" y="51226"/>
                </a:lnTo>
                <a:lnTo>
                  <a:pt x="984601" y="51541"/>
                </a:lnTo>
                <a:lnTo>
                  <a:pt x="984780" y="51858"/>
                </a:lnTo>
                <a:lnTo>
                  <a:pt x="984955" y="52177"/>
                </a:lnTo>
                <a:lnTo>
                  <a:pt x="985126" y="52499"/>
                </a:lnTo>
                <a:lnTo>
                  <a:pt x="985292" y="52822"/>
                </a:lnTo>
                <a:lnTo>
                  <a:pt x="985454" y="53148"/>
                </a:lnTo>
                <a:lnTo>
                  <a:pt x="985612" y="53476"/>
                </a:lnTo>
                <a:lnTo>
                  <a:pt x="985765" y="53806"/>
                </a:lnTo>
                <a:lnTo>
                  <a:pt x="985914" y="54138"/>
                </a:lnTo>
                <a:lnTo>
                  <a:pt x="986059" y="54472"/>
                </a:lnTo>
                <a:lnTo>
                  <a:pt x="986199" y="54809"/>
                </a:lnTo>
                <a:lnTo>
                  <a:pt x="986336" y="55146"/>
                </a:lnTo>
                <a:lnTo>
                  <a:pt x="986457" y="55451"/>
                </a:lnTo>
                <a:lnTo>
                  <a:pt x="986457" y="92048"/>
                </a:lnTo>
                <a:lnTo>
                  <a:pt x="986285" y="92425"/>
                </a:lnTo>
                <a:lnTo>
                  <a:pt x="986081" y="92854"/>
                </a:lnTo>
                <a:lnTo>
                  <a:pt x="985871" y="93280"/>
                </a:lnTo>
                <a:lnTo>
                  <a:pt x="985656" y="93703"/>
                </a:lnTo>
                <a:lnTo>
                  <a:pt x="985435" y="94123"/>
                </a:lnTo>
                <a:close/>
                <a:moveTo>
                  <a:pt x="818774" y="33445"/>
                </a:moveTo>
                <a:lnTo>
                  <a:pt x="818774" y="113154"/>
                </a:lnTo>
                <a:lnTo>
                  <a:pt x="827614" y="113154"/>
                </a:lnTo>
                <a:lnTo>
                  <a:pt x="827614" y="33445"/>
                </a:lnTo>
                <a:lnTo>
                  <a:pt x="818774" y="33445"/>
                </a:lnTo>
                <a:close/>
                <a:moveTo>
                  <a:pt x="1211078" y="102573"/>
                </a:moveTo>
                <a:lnTo>
                  <a:pt x="1211099" y="102891"/>
                </a:lnTo>
                <a:lnTo>
                  <a:pt x="1211121" y="103211"/>
                </a:lnTo>
                <a:lnTo>
                  <a:pt x="1211145" y="103532"/>
                </a:lnTo>
                <a:lnTo>
                  <a:pt x="1211171" y="103855"/>
                </a:lnTo>
                <a:lnTo>
                  <a:pt x="1211199" y="104179"/>
                </a:lnTo>
                <a:lnTo>
                  <a:pt x="1211228" y="104504"/>
                </a:lnTo>
                <a:lnTo>
                  <a:pt x="1211258" y="104831"/>
                </a:lnTo>
                <a:lnTo>
                  <a:pt x="1211291" y="105160"/>
                </a:lnTo>
                <a:lnTo>
                  <a:pt x="1211325" y="105489"/>
                </a:lnTo>
                <a:lnTo>
                  <a:pt x="1211361" y="105820"/>
                </a:lnTo>
                <a:lnTo>
                  <a:pt x="1211398" y="106153"/>
                </a:lnTo>
                <a:lnTo>
                  <a:pt x="1211437" y="106487"/>
                </a:lnTo>
                <a:lnTo>
                  <a:pt x="1211478" y="106819"/>
                </a:lnTo>
                <a:lnTo>
                  <a:pt x="1211520" y="107146"/>
                </a:lnTo>
                <a:lnTo>
                  <a:pt x="1211563" y="107469"/>
                </a:lnTo>
                <a:lnTo>
                  <a:pt x="1211608" y="107787"/>
                </a:lnTo>
                <a:lnTo>
                  <a:pt x="1211654" y="108100"/>
                </a:lnTo>
                <a:lnTo>
                  <a:pt x="1211702" y="108409"/>
                </a:lnTo>
                <a:lnTo>
                  <a:pt x="1211751" y="108713"/>
                </a:lnTo>
                <a:lnTo>
                  <a:pt x="1211801" y="109012"/>
                </a:lnTo>
                <a:lnTo>
                  <a:pt x="1211853" y="109306"/>
                </a:lnTo>
                <a:lnTo>
                  <a:pt x="1211907" y="109596"/>
                </a:lnTo>
                <a:lnTo>
                  <a:pt x="1211961" y="109881"/>
                </a:lnTo>
                <a:lnTo>
                  <a:pt x="1212017" y="110161"/>
                </a:lnTo>
                <a:lnTo>
                  <a:pt x="1212075" y="110436"/>
                </a:lnTo>
                <a:lnTo>
                  <a:pt x="1212134" y="110707"/>
                </a:lnTo>
                <a:lnTo>
                  <a:pt x="1212194" y="110973"/>
                </a:lnTo>
                <a:lnTo>
                  <a:pt x="1212256" y="111234"/>
                </a:lnTo>
                <a:lnTo>
                  <a:pt x="1212319" y="111491"/>
                </a:lnTo>
                <a:lnTo>
                  <a:pt x="1212383" y="111742"/>
                </a:lnTo>
                <a:lnTo>
                  <a:pt x="1212449" y="111989"/>
                </a:lnTo>
                <a:lnTo>
                  <a:pt x="1212517" y="112232"/>
                </a:lnTo>
                <a:lnTo>
                  <a:pt x="1212585" y="112469"/>
                </a:lnTo>
                <a:lnTo>
                  <a:pt x="1212655" y="112702"/>
                </a:lnTo>
                <a:lnTo>
                  <a:pt x="1212727" y="112930"/>
                </a:lnTo>
                <a:lnTo>
                  <a:pt x="1212800" y="113154"/>
                </a:lnTo>
                <a:lnTo>
                  <a:pt x="1222229" y="113154"/>
                </a:lnTo>
                <a:lnTo>
                  <a:pt x="1222229" y="112196"/>
                </a:lnTo>
                <a:lnTo>
                  <a:pt x="1222132" y="111960"/>
                </a:lnTo>
                <a:lnTo>
                  <a:pt x="1222037" y="111718"/>
                </a:lnTo>
                <a:lnTo>
                  <a:pt x="1221943" y="111471"/>
                </a:lnTo>
                <a:lnTo>
                  <a:pt x="1221852" y="111218"/>
                </a:lnTo>
                <a:lnTo>
                  <a:pt x="1221762" y="110959"/>
                </a:lnTo>
                <a:lnTo>
                  <a:pt x="1221675" y="110695"/>
                </a:lnTo>
                <a:lnTo>
                  <a:pt x="1221589" y="110425"/>
                </a:lnTo>
                <a:lnTo>
                  <a:pt x="1221505" y="110150"/>
                </a:lnTo>
                <a:lnTo>
                  <a:pt x="1221423" y="109868"/>
                </a:lnTo>
                <a:lnTo>
                  <a:pt x="1221343" y="109582"/>
                </a:lnTo>
                <a:lnTo>
                  <a:pt x="1221265" y="109289"/>
                </a:lnTo>
                <a:lnTo>
                  <a:pt x="1221189" y="108991"/>
                </a:lnTo>
                <a:lnTo>
                  <a:pt x="1221115" y="108688"/>
                </a:lnTo>
                <a:lnTo>
                  <a:pt x="1221042" y="108378"/>
                </a:lnTo>
                <a:lnTo>
                  <a:pt x="1220972" y="108064"/>
                </a:lnTo>
                <a:lnTo>
                  <a:pt x="1220903" y="107743"/>
                </a:lnTo>
                <a:lnTo>
                  <a:pt x="1220837" y="107417"/>
                </a:lnTo>
                <a:lnTo>
                  <a:pt x="1220772" y="107085"/>
                </a:lnTo>
                <a:lnTo>
                  <a:pt x="1220709" y="106748"/>
                </a:lnTo>
                <a:lnTo>
                  <a:pt x="1220649" y="106405"/>
                </a:lnTo>
                <a:lnTo>
                  <a:pt x="1220590" y="106056"/>
                </a:lnTo>
                <a:lnTo>
                  <a:pt x="1220533" y="105702"/>
                </a:lnTo>
                <a:lnTo>
                  <a:pt x="1220478" y="105342"/>
                </a:lnTo>
                <a:lnTo>
                  <a:pt x="1220425" y="104976"/>
                </a:lnTo>
                <a:lnTo>
                  <a:pt x="1220374" y="104609"/>
                </a:lnTo>
                <a:lnTo>
                  <a:pt x="1220325" y="104242"/>
                </a:lnTo>
                <a:lnTo>
                  <a:pt x="1220278" y="103876"/>
                </a:lnTo>
                <a:lnTo>
                  <a:pt x="1220233" y="103511"/>
                </a:lnTo>
                <a:lnTo>
                  <a:pt x="1220191" y="103148"/>
                </a:lnTo>
                <a:lnTo>
                  <a:pt x="1220151" y="102785"/>
                </a:lnTo>
                <a:lnTo>
                  <a:pt x="1220113" y="102423"/>
                </a:lnTo>
                <a:lnTo>
                  <a:pt x="1220077" y="102062"/>
                </a:lnTo>
                <a:lnTo>
                  <a:pt x="1220043" y="101703"/>
                </a:lnTo>
                <a:lnTo>
                  <a:pt x="1220012" y="101344"/>
                </a:lnTo>
                <a:lnTo>
                  <a:pt x="1219982" y="100987"/>
                </a:lnTo>
                <a:lnTo>
                  <a:pt x="1219955" y="100630"/>
                </a:lnTo>
                <a:lnTo>
                  <a:pt x="1219930" y="100274"/>
                </a:lnTo>
                <a:lnTo>
                  <a:pt x="1219907" y="99920"/>
                </a:lnTo>
                <a:lnTo>
                  <a:pt x="1219886" y="99566"/>
                </a:lnTo>
                <a:lnTo>
                  <a:pt x="1219868" y="99214"/>
                </a:lnTo>
                <a:lnTo>
                  <a:pt x="1219852" y="98863"/>
                </a:lnTo>
                <a:lnTo>
                  <a:pt x="1219838" y="98512"/>
                </a:lnTo>
                <a:lnTo>
                  <a:pt x="1219826" y="98163"/>
                </a:lnTo>
                <a:lnTo>
                  <a:pt x="1219816" y="97814"/>
                </a:lnTo>
                <a:lnTo>
                  <a:pt x="1219808" y="97467"/>
                </a:lnTo>
                <a:lnTo>
                  <a:pt x="1219803" y="97121"/>
                </a:lnTo>
                <a:lnTo>
                  <a:pt x="1219800" y="96775"/>
                </a:lnTo>
                <a:lnTo>
                  <a:pt x="1219798" y="96431"/>
                </a:lnTo>
                <a:lnTo>
                  <a:pt x="1219798" y="57903"/>
                </a:lnTo>
                <a:lnTo>
                  <a:pt x="1219792" y="57183"/>
                </a:lnTo>
                <a:lnTo>
                  <a:pt x="1219773" y="56474"/>
                </a:lnTo>
                <a:lnTo>
                  <a:pt x="1219740" y="55776"/>
                </a:lnTo>
                <a:lnTo>
                  <a:pt x="1219695" y="55087"/>
                </a:lnTo>
                <a:lnTo>
                  <a:pt x="1219637" y="54409"/>
                </a:lnTo>
                <a:lnTo>
                  <a:pt x="1219566" y="53741"/>
                </a:lnTo>
                <a:lnTo>
                  <a:pt x="1219482" y="53083"/>
                </a:lnTo>
                <a:lnTo>
                  <a:pt x="1219385" y="52435"/>
                </a:lnTo>
                <a:lnTo>
                  <a:pt x="1219275" y="51798"/>
                </a:lnTo>
                <a:lnTo>
                  <a:pt x="1219153" y="51170"/>
                </a:lnTo>
                <a:lnTo>
                  <a:pt x="1219017" y="50553"/>
                </a:lnTo>
                <a:lnTo>
                  <a:pt x="1218868" y="49947"/>
                </a:lnTo>
                <a:lnTo>
                  <a:pt x="1218707" y="49350"/>
                </a:lnTo>
                <a:lnTo>
                  <a:pt x="1218533" y="48764"/>
                </a:lnTo>
                <a:lnTo>
                  <a:pt x="1218345" y="48188"/>
                </a:lnTo>
                <a:lnTo>
                  <a:pt x="1218145" y="47622"/>
                </a:lnTo>
                <a:lnTo>
                  <a:pt x="1217932" y="47066"/>
                </a:lnTo>
                <a:lnTo>
                  <a:pt x="1217706" y="46521"/>
                </a:lnTo>
                <a:lnTo>
                  <a:pt x="1217467" y="45986"/>
                </a:lnTo>
                <a:lnTo>
                  <a:pt x="1217215" y="45461"/>
                </a:lnTo>
                <a:lnTo>
                  <a:pt x="1216950" y="44946"/>
                </a:lnTo>
                <a:lnTo>
                  <a:pt x="1216672" y="44442"/>
                </a:lnTo>
                <a:lnTo>
                  <a:pt x="1216382" y="43948"/>
                </a:lnTo>
                <a:lnTo>
                  <a:pt x="1216078" y="43464"/>
                </a:lnTo>
                <a:lnTo>
                  <a:pt x="1215763" y="42990"/>
                </a:lnTo>
                <a:lnTo>
                  <a:pt x="1215439" y="42526"/>
                </a:lnTo>
                <a:lnTo>
                  <a:pt x="1215104" y="42072"/>
                </a:lnTo>
                <a:lnTo>
                  <a:pt x="1214760" y="41628"/>
                </a:lnTo>
                <a:lnTo>
                  <a:pt x="1214407" y="41194"/>
                </a:lnTo>
                <a:lnTo>
                  <a:pt x="1214043" y="40770"/>
                </a:lnTo>
                <a:lnTo>
                  <a:pt x="1213670" y="40356"/>
                </a:lnTo>
                <a:lnTo>
                  <a:pt x="1213287" y="39952"/>
                </a:lnTo>
                <a:lnTo>
                  <a:pt x="1212894" y="39558"/>
                </a:lnTo>
                <a:lnTo>
                  <a:pt x="1212492" y="39174"/>
                </a:lnTo>
                <a:lnTo>
                  <a:pt x="1212080" y="38800"/>
                </a:lnTo>
                <a:lnTo>
                  <a:pt x="1211658" y="38436"/>
                </a:lnTo>
                <a:lnTo>
                  <a:pt x="1211227" y="38082"/>
                </a:lnTo>
                <a:lnTo>
                  <a:pt x="1210785" y="37738"/>
                </a:lnTo>
                <a:lnTo>
                  <a:pt x="1210334" y="37404"/>
                </a:lnTo>
                <a:lnTo>
                  <a:pt x="1209874" y="37079"/>
                </a:lnTo>
                <a:lnTo>
                  <a:pt x="1209403" y="36765"/>
                </a:lnTo>
                <a:lnTo>
                  <a:pt x="1208923" y="36461"/>
                </a:lnTo>
                <a:lnTo>
                  <a:pt x="1208433" y="36167"/>
                </a:lnTo>
                <a:lnTo>
                  <a:pt x="1207934" y="35882"/>
                </a:lnTo>
                <a:lnTo>
                  <a:pt x="1207425" y="35608"/>
                </a:lnTo>
                <a:lnTo>
                  <a:pt x="1206906" y="35344"/>
                </a:lnTo>
                <a:lnTo>
                  <a:pt x="1206377" y="35089"/>
                </a:lnTo>
                <a:lnTo>
                  <a:pt x="1205838" y="34845"/>
                </a:lnTo>
                <a:lnTo>
                  <a:pt x="1205292" y="34610"/>
                </a:lnTo>
                <a:lnTo>
                  <a:pt x="1204738" y="34386"/>
                </a:lnTo>
                <a:lnTo>
                  <a:pt x="1204178" y="34171"/>
                </a:lnTo>
                <a:lnTo>
                  <a:pt x="1203611" y="33967"/>
                </a:lnTo>
                <a:lnTo>
                  <a:pt x="1203037" y="33772"/>
                </a:lnTo>
                <a:lnTo>
                  <a:pt x="1202457" y="33588"/>
                </a:lnTo>
                <a:lnTo>
                  <a:pt x="1201869" y="33413"/>
                </a:lnTo>
                <a:lnTo>
                  <a:pt x="1201275" y="33249"/>
                </a:lnTo>
                <a:lnTo>
                  <a:pt x="1200674" y="33094"/>
                </a:lnTo>
                <a:lnTo>
                  <a:pt x="1200066" y="32949"/>
                </a:lnTo>
                <a:lnTo>
                  <a:pt x="1199452" y="32815"/>
                </a:lnTo>
                <a:lnTo>
                  <a:pt x="1198831" y="32690"/>
                </a:lnTo>
                <a:lnTo>
                  <a:pt x="1198203" y="32575"/>
                </a:lnTo>
                <a:lnTo>
                  <a:pt x="1197568" y="32471"/>
                </a:lnTo>
                <a:lnTo>
                  <a:pt x="1196926" y="32376"/>
                </a:lnTo>
                <a:lnTo>
                  <a:pt x="1196278" y="32291"/>
                </a:lnTo>
                <a:lnTo>
                  <a:pt x="1195623" y="32216"/>
                </a:lnTo>
                <a:lnTo>
                  <a:pt x="1194961" y="32151"/>
                </a:lnTo>
                <a:lnTo>
                  <a:pt x="1194292" y="32096"/>
                </a:lnTo>
                <a:lnTo>
                  <a:pt x="1193617" y="32052"/>
                </a:lnTo>
                <a:lnTo>
                  <a:pt x="1192934" y="32017"/>
                </a:lnTo>
                <a:lnTo>
                  <a:pt x="1192245" y="31992"/>
                </a:lnTo>
                <a:lnTo>
                  <a:pt x="1191550" y="31977"/>
                </a:lnTo>
                <a:lnTo>
                  <a:pt x="1190847" y="31972"/>
                </a:lnTo>
                <a:lnTo>
                  <a:pt x="1190278" y="31975"/>
                </a:lnTo>
                <a:lnTo>
                  <a:pt x="1189714" y="31985"/>
                </a:lnTo>
                <a:lnTo>
                  <a:pt x="1189153" y="32002"/>
                </a:lnTo>
                <a:lnTo>
                  <a:pt x="1188597" y="32026"/>
                </a:lnTo>
                <a:lnTo>
                  <a:pt x="1188045" y="32056"/>
                </a:lnTo>
                <a:lnTo>
                  <a:pt x="1187497" y="32094"/>
                </a:lnTo>
                <a:lnTo>
                  <a:pt x="1186954" y="32138"/>
                </a:lnTo>
                <a:lnTo>
                  <a:pt x="1186415" y="32189"/>
                </a:lnTo>
                <a:lnTo>
                  <a:pt x="1185880" y="32246"/>
                </a:lnTo>
                <a:lnTo>
                  <a:pt x="1185349" y="32311"/>
                </a:lnTo>
                <a:lnTo>
                  <a:pt x="1184822" y="32382"/>
                </a:lnTo>
                <a:lnTo>
                  <a:pt x="1184300" y="32460"/>
                </a:lnTo>
                <a:lnTo>
                  <a:pt x="1183782" y="32545"/>
                </a:lnTo>
                <a:lnTo>
                  <a:pt x="1183268" y="32636"/>
                </a:lnTo>
                <a:lnTo>
                  <a:pt x="1182758" y="32734"/>
                </a:lnTo>
                <a:lnTo>
                  <a:pt x="1182252" y="32839"/>
                </a:lnTo>
                <a:lnTo>
                  <a:pt x="1181751" y="32951"/>
                </a:lnTo>
                <a:lnTo>
                  <a:pt x="1181254" y="33070"/>
                </a:lnTo>
                <a:lnTo>
                  <a:pt x="1180761" y="33195"/>
                </a:lnTo>
                <a:lnTo>
                  <a:pt x="1180273" y="33327"/>
                </a:lnTo>
                <a:lnTo>
                  <a:pt x="1179788" y="33466"/>
                </a:lnTo>
                <a:lnTo>
                  <a:pt x="1179308" y="33612"/>
                </a:lnTo>
                <a:lnTo>
                  <a:pt x="1178832" y="33765"/>
                </a:lnTo>
                <a:lnTo>
                  <a:pt x="1178360" y="33924"/>
                </a:lnTo>
                <a:lnTo>
                  <a:pt x="1177893" y="34089"/>
                </a:lnTo>
                <a:lnTo>
                  <a:pt x="1177432" y="34259"/>
                </a:lnTo>
                <a:lnTo>
                  <a:pt x="1176976" y="34433"/>
                </a:lnTo>
                <a:lnTo>
                  <a:pt x="1176526" y="34613"/>
                </a:lnTo>
                <a:lnTo>
                  <a:pt x="1176081" y="34797"/>
                </a:lnTo>
                <a:lnTo>
                  <a:pt x="1175642" y="34985"/>
                </a:lnTo>
                <a:lnTo>
                  <a:pt x="1175208" y="35179"/>
                </a:lnTo>
                <a:lnTo>
                  <a:pt x="1174779" y="35377"/>
                </a:lnTo>
                <a:lnTo>
                  <a:pt x="1174356" y="35580"/>
                </a:lnTo>
                <a:lnTo>
                  <a:pt x="1173939" y="35787"/>
                </a:lnTo>
                <a:lnTo>
                  <a:pt x="1173527" y="36000"/>
                </a:lnTo>
                <a:lnTo>
                  <a:pt x="1173121" y="36217"/>
                </a:lnTo>
                <a:lnTo>
                  <a:pt x="1172720" y="36439"/>
                </a:lnTo>
                <a:lnTo>
                  <a:pt x="1172324" y="36665"/>
                </a:lnTo>
                <a:lnTo>
                  <a:pt x="1171935" y="36897"/>
                </a:lnTo>
                <a:lnTo>
                  <a:pt x="1171550" y="37133"/>
                </a:lnTo>
                <a:lnTo>
                  <a:pt x="1171171" y="37373"/>
                </a:lnTo>
                <a:lnTo>
                  <a:pt x="1170798" y="37619"/>
                </a:lnTo>
                <a:lnTo>
                  <a:pt x="1170430" y="37869"/>
                </a:lnTo>
                <a:lnTo>
                  <a:pt x="1170068" y="38124"/>
                </a:lnTo>
                <a:lnTo>
                  <a:pt x="1169711" y="38384"/>
                </a:lnTo>
                <a:lnTo>
                  <a:pt x="1169359" y="38648"/>
                </a:lnTo>
                <a:lnTo>
                  <a:pt x="1169013" y="38917"/>
                </a:lnTo>
                <a:lnTo>
                  <a:pt x="1168673" y="39191"/>
                </a:lnTo>
                <a:lnTo>
                  <a:pt x="1168339" y="39469"/>
                </a:lnTo>
                <a:lnTo>
                  <a:pt x="1168011" y="39750"/>
                </a:lnTo>
                <a:lnTo>
                  <a:pt x="1167689" y="40034"/>
                </a:lnTo>
                <a:lnTo>
                  <a:pt x="1167375" y="40321"/>
                </a:lnTo>
                <a:lnTo>
                  <a:pt x="1167066" y="40611"/>
                </a:lnTo>
                <a:lnTo>
                  <a:pt x="1166765" y="40904"/>
                </a:lnTo>
                <a:lnTo>
                  <a:pt x="1166469" y="41200"/>
                </a:lnTo>
                <a:lnTo>
                  <a:pt x="1166181" y="41499"/>
                </a:lnTo>
                <a:lnTo>
                  <a:pt x="1165898" y="41802"/>
                </a:lnTo>
                <a:lnTo>
                  <a:pt x="1165623" y="42107"/>
                </a:lnTo>
                <a:lnTo>
                  <a:pt x="1165354" y="42416"/>
                </a:lnTo>
                <a:lnTo>
                  <a:pt x="1165091" y="42727"/>
                </a:lnTo>
                <a:lnTo>
                  <a:pt x="1164835" y="43042"/>
                </a:lnTo>
                <a:lnTo>
                  <a:pt x="1164585" y="43360"/>
                </a:lnTo>
                <a:lnTo>
                  <a:pt x="1164342" y="43680"/>
                </a:lnTo>
                <a:lnTo>
                  <a:pt x="1164106" y="44004"/>
                </a:lnTo>
                <a:lnTo>
                  <a:pt x="1163876" y="44331"/>
                </a:lnTo>
                <a:lnTo>
                  <a:pt x="1163652" y="44661"/>
                </a:lnTo>
                <a:lnTo>
                  <a:pt x="1163435" y="44994"/>
                </a:lnTo>
                <a:lnTo>
                  <a:pt x="1163225" y="45330"/>
                </a:lnTo>
                <a:lnTo>
                  <a:pt x="1163021" y="45669"/>
                </a:lnTo>
                <a:lnTo>
                  <a:pt x="1162823" y="46012"/>
                </a:lnTo>
                <a:lnTo>
                  <a:pt x="1162633" y="46357"/>
                </a:lnTo>
                <a:lnTo>
                  <a:pt x="1162448" y="46705"/>
                </a:lnTo>
                <a:lnTo>
                  <a:pt x="1162271" y="47056"/>
                </a:lnTo>
                <a:lnTo>
                  <a:pt x="1162101" y="47407"/>
                </a:lnTo>
                <a:lnTo>
                  <a:pt x="1161939" y="47760"/>
                </a:lnTo>
                <a:lnTo>
                  <a:pt x="1161784" y="48113"/>
                </a:lnTo>
                <a:lnTo>
                  <a:pt x="1161637" y="48468"/>
                </a:lnTo>
                <a:lnTo>
                  <a:pt x="1161497" y="48823"/>
                </a:lnTo>
                <a:lnTo>
                  <a:pt x="1161365" y="49180"/>
                </a:lnTo>
                <a:lnTo>
                  <a:pt x="1161241" y="49537"/>
                </a:lnTo>
                <a:lnTo>
                  <a:pt x="1161124" y="49896"/>
                </a:lnTo>
                <a:lnTo>
                  <a:pt x="1161014" y="50256"/>
                </a:lnTo>
                <a:lnTo>
                  <a:pt x="1160913" y="50616"/>
                </a:lnTo>
                <a:lnTo>
                  <a:pt x="1160818" y="50978"/>
                </a:lnTo>
                <a:lnTo>
                  <a:pt x="1160731" y="51341"/>
                </a:lnTo>
                <a:lnTo>
                  <a:pt x="1160652" y="51704"/>
                </a:lnTo>
                <a:lnTo>
                  <a:pt x="1160581" y="52069"/>
                </a:lnTo>
                <a:lnTo>
                  <a:pt x="1160516" y="52435"/>
                </a:lnTo>
                <a:lnTo>
                  <a:pt x="1160460" y="52802"/>
                </a:lnTo>
                <a:lnTo>
                  <a:pt x="1160411" y="53170"/>
                </a:lnTo>
                <a:lnTo>
                  <a:pt x="1160369" y="53538"/>
                </a:lnTo>
                <a:lnTo>
                  <a:pt x="1160335" y="53908"/>
                </a:lnTo>
                <a:lnTo>
                  <a:pt x="1160309" y="54279"/>
                </a:lnTo>
                <a:lnTo>
                  <a:pt x="1160290" y="54651"/>
                </a:lnTo>
                <a:lnTo>
                  <a:pt x="1160279" y="55024"/>
                </a:lnTo>
                <a:lnTo>
                  <a:pt x="1160275" y="55398"/>
                </a:lnTo>
                <a:lnTo>
                  <a:pt x="1169041" y="55472"/>
                </a:lnTo>
                <a:lnTo>
                  <a:pt x="1169046" y="55105"/>
                </a:lnTo>
                <a:lnTo>
                  <a:pt x="1169061" y="54740"/>
                </a:lnTo>
                <a:lnTo>
                  <a:pt x="1169085" y="54379"/>
                </a:lnTo>
                <a:lnTo>
                  <a:pt x="1169118" y="54020"/>
                </a:lnTo>
                <a:lnTo>
                  <a:pt x="1169161" y="53664"/>
                </a:lnTo>
                <a:lnTo>
                  <a:pt x="1169214" y="53310"/>
                </a:lnTo>
                <a:lnTo>
                  <a:pt x="1169276" y="52959"/>
                </a:lnTo>
                <a:lnTo>
                  <a:pt x="1169348" y="52611"/>
                </a:lnTo>
                <a:lnTo>
                  <a:pt x="1169430" y="52265"/>
                </a:lnTo>
                <a:lnTo>
                  <a:pt x="1169521" y="51923"/>
                </a:lnTo>
                <a:lnTo>
                  <a:pt x="1169622" y="51583"/>
                </a:lnTo>
                <a:lnTo>
                  <a:pt x="1169732" y="51245"/>
                </a:lnTo>
                <a:lnTo>
                  <a:pt x="1169852" y="50910"/>
                </a:lnTo>
                <a:lnTo>
                  <a:pt x="1169981" y="50578"/>
                </a:lnTo>
                <a:lnTo>
                  <a:pt x="1170121" y="50249"/>
                </a:lnTo>
                <a:lnTo>
                  <a:pt x="1170269" y="49922"/>
                </a:lnTo>
                <a:lnTo>
                  <a:pt x="1170427" y="49598"/>
                </a:lnTo>
                <a:lnTo>
                  <a:pt x="1170595" y="49277"/>
                </a:lnTo>
                <a:lnTo>
                  <a:pt x="1170773" y="48958"/>
                </a:lnTo>
                <a:lnTo>
                  <a:pt x="1170960" y="48642"/>
                </a:lnTo>
                <a:lnTo>
                  <a:pt x="1171156" y="48329"/>
                </a:lnTo>
                <a:lnTo>
                  <a:pt x="1171363" y="48018"/>
                </a:lnTo>
                <a:lnTo>
                  <a:pt x="1171579" y="47710"/>
                </a:lnTo>
                <a:lnTo>
                  <a:pt x="1171804" y="47405"/>
                </a:lnTo>
                <a:lnTo>
                  <a:pt x="1172038" y="47104"/>
                </a:lnTo>
                <a:lnTo>
                  <a:pt x="1172279" y="46808"/>
                </a:lnTo>
                <a:lnTo>
                  <a:pt x="1172527" y="46517"/>
                </a:lnTo>
                <a:lnTo>
                  <a:pt x="1172782" y="46231"/>
                </a:lnTo>
                <a:lnTo>
                  <a:pt x="1173045" y="45950"/>
                </a:lnTo>
                <a:lnTo>
                  <a:pt x="1173314" y="45674"/>
                </a:lnTo>
                <a:lnTo>
                  <a:pt x="1173591" y="45403"/>
                </a:lnTo>
                <a:lnTo>
                  <a:pt x="1173875" y="45138"/>
                </a:lnTo>
                <a:lnTo>
                  <a:pt x="1174166" y="44877"/>
                </a:lnTo>
                <a:lnTo>
                  <a:pt x="1174464" y="44622"/>
                </a:lnTo>
                <a:lnTo>
                  <a:pt x="1174770" y="44372"/>
                </a:lnTo>
                <a:lnTo>
                  <a:pt x="1175082" y="44127"/>
                </a:lnTo>
                <a:lnTo>
                  <a:pt x="1175402" y="43887"/>
                </a:lnTo>
                <a:lnTo>
                  <a:pt x="1175729" y="43652"/>
                </a:lnTo>
                <a:lnTo>
                  <a:pt x="1176063" y="43422"/>
                </a:lnTo>
                <a:lnTo>
                  <a:pt x="1176404" y="43198"/>
                </a:lnTo>
                <a:lnTo>
                  <a:pt x="1176752" y="42978"/>
                </a:lnTo>
                <a:lnTo>
                  <a:pt x="1177108" y="42764"/>
                </a:lnTo>
                <a:lnTo>
                  <a:pt x="1177471" y="42555"/>
                </a:lnTo>
                <a:lnTo>
                  <a:pt x="1177841" y="42351"/>
                </a:lnTo>
                <a:lnTo>
                  <a:pt x="1178218" y="42152"/>
                </a:lnTo>
                <a:lnTo>
                  <a:pt x="1178602" y="41958"/>
                </a:lnTo>
                <a:lnTo>
                  <a:pt x="1178993" y="41769"/>
                </a:lnTo>
                <a:lnTo>
                  <a:pt x="1179392" y="41585"/>
                </a:lnTo>
                <a:lnTo>
                  <a:pt x="1179796" y="41408"/>
                </a:lnTo>
                <a:lnTo>
                  <a:pt x="1180205" y="41238"/>
                </a:lnTo>
                <a:lnTo>
                  <a:pt x="1180619" y="41076"/>
                </a:lnTo>
                <a:lnTo>
                  <a:pt x="1181038" y="40921"/>
                </a:lnTo>
                <a:lnTo>
                  <a:pt x="1181461" y="40774"/>
                </a:lnTo>
                <a:lnTo>
                  <a:pt x="1181890" y="40635"/>
                </a:lnTo>
                <a:lnTo>
                  <a:pt x="1182322" y="40503"/>
                </a:lnTo>
                <a:lnTo>
                  <a:pt x="1182760" y="40378"/>
                </a:lnTo>
                <a:lnTo>
                  <a:pt x="1183202" y="40261"/>
                </a:lnTo>
                <a:lnTo>
                  <a:pt x="1183649" y="40152"/>
                </a:lnTo>
                <a:lnTo>
                  <a:pt x="1184101" y="40050"/>
                </a:lnTo>
                <a:lnTo>
                  <a:pt x="1184558" y="39955"/>
                </a:lnTo>
                <a:lnTo>
                  <a:pt x="1185019" y="39869"/>
                </a:lnTo>
                <a:lnTo>
                  <a:pt x="1185485" y="39789"/>
                </a:lnTo>
                <a:lnTo>
                  <a:pt x="1185956" y="39718"/>
                </a:lnTo>
                <a:lnTo>
                  <a:pt x="1186431" y="39654"/>
                </a:lnTo>
                <a:lnTo>
                  <a:pt x="1186911" y="39597"/>
                </a:lnTo>
                <a:lnTo>
                  <a:pt x="1187396" y="39548"/>
                </a:lnTo>
                <a:lnTo>
                  <a:pt x="1187886" y="39507"/>
                </a:lnTo>
                <a:lnTo>
                  <a:pt x="1188380" y="39473"/>
                </a:lnTo>
                <a:lnTo>
                  <a:pt x="1188879" y="39446"/>
                </a:lnTo>
                <a:lnTo>
                  <a:pt x="1189383" y="39427"/>
                </a:lnTo>
                <a:lnTo>
                  <a:pt x="1189892" y="39416"/>
                </a:lnTo>
                <a:lnTo>
                  <a:pt x="1190405" y="39412"/>
                </a:lnTo>
                <a:lnTo>
                  <a:pt x="1190960" y="39416"/>
                </a:lnTo>
                <a:lnTo>
                  <a:pt x="1191507" y="39428"/>
                </a:lnTo>
                <a:lnTo>
                  <a:pt x="1192048" y="39447"/>
                </a:lnTo>
                <a:lnTo>
                  <a:pt x="1192580" y="39474"/>
                </a:lnTo>
                <a:lnTo>
                  <a:pt x="1193106" y="39508"/>
                </a:lnTo>
                <a:lnTo>
                  <a:pt x="1193623" y="39550"/>
                </a:lnTo>
                <a:lnTo>
                  <a:pt x="1194134" y="39600"/>
                </a:lnTo>
                <a:lnTo>
                  <a:pt x="1194637" y="39658"/>
                </a:lnTo>
                <a:lnTo>
                  <a:pt x="1195132" y="39723"/>
                </a:lnTo>
                <a:lnTo>
                  <a:pt x="1195621" y="39796"/>
                </a:lnTo>
                <a:lnTo>
                  <a:pt x="1196101" y="39876"/>
                </a:lnTo>
                <a:lnTo>
                  <a:pt x="1196575" y="39965"/>
                </a:lnTo>
                <a:lnTo>
                  <a:pt x="1197041" y="40061"/>
                </a:lnTo>
                <a:lnTo>
                  <a:pt x="1197499" y="40164"/>
                </a:lnTo>
                <a:lnTo>
                  <a:pt x="1197950" y="40275"/>
                </a:lnTo>
                <a:lnTo>
                  <a:pt x="1198394" y="40394"/>
                </a:lnTo>
                <a:lnTo>
                  <a:pt x="1198830" y="40521"/>
                </a:lnTo>
                <a:lnTo>
                  <a:pt x="1199259" y="40655"/>
                </a:lnTo>
                <a:lnTo>
                  <a:pt x="1199680" y="40797"/>
                </a:lnTo>
                <a:lnTo>
                  <a:pt x="1200094" y="40947"/>
                </a:lnTo>
                <a:lnTo>
                  <a:pt x="1200501" y="41104"/>
                </a:lnTo>
                <a:lnTo>
                  <a:pt x="1200900" y="41269"/>
                </a:lnTo>
                <a:lnTo>
                  <a:pt x="1201292" y="41442"/>
                </a:lnTo>
                <a:lnTo>
                  <a:pt x="1201676" y="41622"/>
                </a:lnTo>
                <a:lnTo>
                  <a:pt x="1202053" y="41810"/>
                </a:lnTo>
                <a:lnTo>
                  <a:pt x="1202422" y="42004"/>
                </a:lnTo>
                <a:lnTo>
                  <a:pt x="1202784" y="42205"/>
                </a:lnTo>
                <a:lnTo>
                  <a:pt x="1203137" y="42412"/>
                </a:lnTo>
                <a:lnTo>
                  <a:pt x="1203483" y="42626"/>
                </a:lnTo>
                <a:lnTo>
                  <a:pt x="1203822" y="42847"/>
                </a:lnTo>
                <a:lnTo>
                  <a:pt x="1204152" y="43074"/>
                </a:lnTo>
                <a:lnTo>
                  <a:pt x="1204476" y="43308"/>
                </a:lnTo>
                <a:lnTo>
                  <a:pt x="1204791" y="43549"/>
                </a:lnTo>
                <a:lnTo>
                  <a:pt x="1205099" y="43796"/>
                </a:lnTo>
                <a:lnTo>
                  <a:pt x="1205399" y="44050"/>
                </a:lnTo>
                <a:lnTo>
                  <a:pt x="1205691" y="44311"/>
                </a:lnTo>
                <a:lnTo>
                  <a:pt x="1205976" y="44578"/>
                </a:lnTo>
                <a:lnTo>
                  <a:pt x="1206253" y="44852"/>
                </a:lnTo>
                <a:lnTo>
                  <a:pt x="1206522" y="45133"/>
                </a:lnTo>
                <a:lnTo>
                  <a:pt x="1206784" y="45420"/>
                </a:lnTo>
                <a:lnTo>
                  <a:pt x="1207038" y="45714"/>
                </a:lnTo>
                <a:lnTo>
                  <a:pt x="1207284" y="46015"/>
                </a:lnTo>
                <a:lnTo>
                  <a:pt x="1207523" y="46322"/>
                </a:lnTo>
                <a:lnTo>
                  <a:pt x="1207754" y="46636"/>
                </a:lnTo>
                <a:lnTo>
                  <a:pt x="1207977" y="46956"/>
                </a:lnTo>
                <a:lnTo>
                  <a:pt x="1208193" y="47283"/>
                </a:lnTo>
                <a:lnTo>
                  <a:pt x="1208401" y="47617"/>
                </a:lnTo>
                <a:lnTo>
                  <a:pt x="1208601" y="47958"/>
                </a:lnTo>
                <a:lnTo>
                  <a:pt x="1208793" y="48304"/>
                </a:lnTo>
                <a:lnTo>
                  <a:pt x="1208977" y="48656"/>
                </a:lnTo>
                <a:lnTo>
                  <a:pt x="1209153" y="49013"/>
                </a:lnTo>
                <a:lnTo>
                  <a:pt x="1209321" y="49376"/>
                </a:lnTo>
                <a:lnTo>
                  <a:pt x="1209481" y="49744"/>
                </a:lnTo>
                <a:lnTo>
                  <a:pt x="1209632" y="50117"/>
                </a:lnTo>
                <a:lnTo>
                  <a:pt x="1209776" y="50496"/>
                </a:lnTo>
                <a:lnTo>
                  <a:pt x="1209911" y="50880"/>
                </a:lnTo>
                <a:lnTo>
                  <a:pt x="1210037" y="51269"/>
                </a:lnTo>
                <a:lnTo>
                  <a:pt x="1210156" y="51664"/>
                </a:lnTo>
                <a:lnTo>
                  <a:pt x="1210267" y="52064"/>
                </a:lnTo>
                <a:lnTo>
                  <a:pt x="1210369" y="52470"/>
                </a:lnTo>
                <a:lnTo>
                  <a:pt x="1210463" y="52881"/>
                </a:lnTo>
                <a:lnTo>
                  <a:pt x="1210549" y="53297"/>
                </a:lnTo>
                <a:lnTo>
                  <a:pt x="1210627" y="53719"/>
                </a:lnTo>
                <a:lnTo>
                  <a:pt x="1210696" y="54146"/>
                </a:lnTo>
                <a:lnTo>
                  <a:pt x="1210758" y="54578"/>
                </a:lnTo>
                <a:lnTo>
                  <a:pt x="1210811" y="55016"/>
                </a:lnTo>
                <a:lnTo>
                  <a:pt x="1210856" y="55459"/>
                </a:lnTo>
                <a:lnTo>
                  <a:pt x="1210893" y="55908"/>
                </a:lnTo>
                <a:lnTo>
                  <a:pt x="1210921" y="56362"/>
                </a:lnTo>
                <a:lnTo>
                  <a:pt x="1210942" y="56821"/>
                </a:lnTo>
                <a:lnTo>
                  <a:pt x="1210954" y="57285"/>
                </a:lnTo>
                <a:lnTo>
                  <a:pt x="1210958" y="57755"/>
                </a:lnTo>
                <a:lnTo>
                  <a:pt x="1210958" y="66743"/>
                </a:lnTo>
                <a:lnTo>
                  <a:pt x="1194678" y="66743"/>
                </a:lnTo>
                <a:lnTo>
                  <a:pt x="1193981" y="66746"/>
                </a:lnTo>
                <a:lnTo>
                  <a:pt x="1193290" y="66755"/>
                </a:lnTo>
                <a:lnTo>
                  <a:pt x="1192604" y="66770"/>
                </a:lnTo>
                <a:lnTo>
                  <a:pt x="1191924" y="66791"/>
                </a:lnTo>
                <a:lnTo>
                  <a:pt x="1191250" y="66818"/>
                </a:lnTo>
                <a:lnTo>
                  <a:pt x="1190582" y="66851"/>
                </a:lnTo>
                <a:lnTo>
                  <a:pt x="1189920" y="66890"/>
                </a:lnTo>
                <a:lnTo>
                  <a:pt x="1189263" y="66935"/>
                </a:lnTo>
                <a:lnTo>
                  <a:pt x="1188612" y="66986"/>
                </a:lnTo>
                <a:lnTo>
                  <a:pt x="1187967" y="67043"/>
                </a:lnTo>
                <a:lnTo>
                  <a:pt x="1187328" y="67107"/>
                </a:lnTo>
                <a:lnTo>
                  <a:pt x="1186694" y="67176"/>
                </a:lnTo>
                <a:lnTo>
                  <a:pt x="1186066" y="67251"/>
                </a:lnTo>
                <a:lnTo>
                  <a:pt x="1185444" y="67332"/>
                </a:lnTo>
                <a:lnTo>
                  <a:pt x="1184828" y="67419"/>
                </a:lnTo>
                <a:lnTo>
                  <a:pt x="1184217" y="67512"/>
                </a:lnTo>
                <a:lnTo>
                  <a:pt x="1183612" y="67611"/>
                </a:lnTo>
                <a:lnTo>
                  <a:pt x="1183013" y="67717"/>
                </a:lnTo>
                <a:lnTo>
                  <a:pt x="1182420" y="67828"/>
                </a:lnTo>
                <a:lnTo>
                  <a:pt x="1181832" y="67945"/>
                </a:lnTo>
                <a:lnTo>
                  <a:pt x="1181250" y="68068"/>
                </a:lnTo>
                <a:lnTo>
                  <a:pt x="1180674" y="68198"/>
                </a:lnTo>
                <a:lnTo>
                  <a:pt x="1180104" y="68333"/>
                </a:lnTo>
                <a:lnTo>
                  <a:pt x="1179539" y="68474"/>
                </a:lnTo>
                <a:lnTo>
                  <a:pt x="1178981" y="68621"/>
                </a:lnTo>
                <a:lnTo>
                  <a:pt x="1178430" y="68773"/>
                </a:lnTo>
                <a:lnTo>
                  <a:pt x="1177886" y="68931"/>
                </a:lnTo>
                <a:lnTo>
                  <a:pt x="1177348" y="69094"/>
                </a:lnTo>
                <a:lnTo>
                  <a:pt x="1176818" y="69263"/>
                </a:lnTo>
                <a:lnTo>
                  <a:pt x="1176295" y="69436"/>
                </a:lnTo>
                <a:lnTo>
                  <a:pt x="1175779" y="69616"/>
                </a:lnTo>
                <a:lnTo>
                  <a:pt x="1175270" y="69800"/>
                </a:lnTo>
                <a:lnTo>
                  <a:pt x="1174768" y="69990"/>
                </a:lnTo>
                <a:lnTo>
                  <a:pt x="1174274" y="70185"/>
                </a:lnTo>
                <a:lnTo>
                  <a:pt x="1173786" y="70386"/>
                </a:lnTo>
                <a:lnTo>
                  <a:pt x="1173305" y="70592"/>
                </a:lnTo>
                <a:lnTo>
                  <a:pt x="1172831" y="70803"/>
                </a:lnTo>
                <a:lnTo>
                  <a:pt x="1172364" y="71020"/>
                </a:lnTo>
                <a:lnTo>
                  <a:pt x="1171905" y="71242"/>
                </a:lnTo>
                <a:lnTo>
                  <a:pt x="1171452" y="71470"/>
                </a:lnTo>
                <a:lnTo>
                  <a:pt x="1171006" y="71703"/>
                </a:lnTo>
                <a:lnTo>
                  <a:pt x="1170568" y="71941"/>
                </a:lnTo>
                <a:lnTo>
                  <a:pt x="1170136" y="72185"/>
                </a:lnTo>
                <a:lnTo>
                  <a:pt x="1169712" y="72434"/>
                </a:lnTo>
                <a:lnTo>
                  <a:pt x="1169294" y="72688"/>
                </a:lnTo>
                <a:lnTo>
                  <a:pt x="1168884" y="72948"/>
                </a:lnTo>
                <a:lnTo>
                  <a:pt x="1168480" y="73213"/>
                </a:lnTo>
                <a:lnTo>
                  <a:pt x="1168084" y="73483"/>
                </a:lnTo>
                <a:lnTo>
                  <a:pt x="1167695" y="73759"/>
                </a:lnTo>
                <a:lnTo>
                  <a:pt x="1167313" y="74040"/>
                </a:lnTo>
                <a:lnTo>
                  <a:pt x="1166940" y="74325"/>
                </a:lnTo>
                <a:lnTo>
                  <a:pt x="1166574" y="74615"/>
                </a:lnTo>
                <a:lnTo>
                  <a:pt x="1166215" y="74910"/>
                </a:lnTo>
                <a:lnTo>
                  <a:pt x="1165864" y="75210"/>
                </a:lnTo>
                <a:lnTo>
                  <a:pt x="1165521" y="75515"/>
                </a:lnTo>
                <a:lnTo>
                  <a:pt x="1165186" y="75824"/>
                </a:lnTo>
                <a:lnTo>
                  <a:pt x="1164858" y="76139"/>
                </a:lnTo>
                <a:lnTo>
                  <a:pt x="1164538" y="76458"/>
                </a:lnTo>
                <a:lnTo>
                  <a:pt x="1164226" y="76783"/>
                </a:lnTo>
                <a:lnTo>
                  <a:pt x="1163922" y="77112"/>
                </a:lnTo>
                <a:lnTo>
                  <a:pt x="1163625" y="77446"/>
                </a:lnTo>
                <a:lnTo>
                  <a:pt x="1163335" y="77784"/>
                </a:lnTo>
                <a:lnTo>
                  <a:pt x="1163054" y="78128"/>
                </a:lnTo>
                <a:lnTo>
                  <a:pt x="1162780" y="78477"/>
                </a:lnTo>
                <a:lnTo>
                  <a:pt x="1162513" y="78830"/>
                </a:lnTo>
                <a:lnTo>
                  <a:pt x="1162255" y="79188"/>
                </a:lnTo>
                <a:lnTo>
                  <a:pt x="1162004" y="79551"/>
                </a:lnTo>
                <a:lnTo>
                  <a:pt x="1161761" y="79919"/>
                </a:lnTo>
                <a:lnTo>
                  <a:pt x="1161525" y="80292"/>
                </a:lnTo>
                <a:lnTo>
                  <a:pt x="1161297" y="80670"/>
                </a:lnTo>
                <a:lnTo>
                  <a:pt x="1161077" y="81052"/>
                </a:lnTo>
                <a:lnTo>
                  <a:pt x="1160864" y="81440"/>
                </a:lnTo>
                <a:lnTo>
                  <a:pt x="1160660" y="81831"/>
                </a:lnTo>
                <a:lnTo>
                  <a:pt x="1160464" y="82227"/>
                </a:lnTo>
                <a:lnTo>
                  <a:pt x="1160277" y="82627"/>
                </a:lnTo>
                <a:lnTo>
                  <a:pt x="1160099" y="83031"/>
                </a:lnTo>
                <a:lnTo>
                  <a:pt x="1159929" y="83438"/>
                </a:lnTo>
                <a:lnTo>
                  <a:pt x="1159768" y="83850"/>
                </a:lnTo>
                <a:lnTo>
                  <a:pt x="1159616" y="84266"/>
                </a:lnTo>
                <a:lnTo>
                  <a:pt x="1159473" y="84685"/>
                </a:lnTo>
                <a:lnTo>
                  <a:pt x="1159338" y="85109"/>
                </a:lnTo>
                <a:lnTo>
                  <a:pt x="1159212" y="85536"/>
                </a:lnTo>
                <a:lnTo>
                  <a:pt x="1159094" y="85968"/>
                </a:lnTo>
                <a:lnTo>
                  <a:pt x="1158986" y="86403"/>
                </a:lnTo>
                <a:lnTo>
                  <a:pt x="1158886" y="86842"/>
                </a:lnTo>
                <a:lnTo>
                  <a:pt x="1158794" y="87286"/>
                </a:lnTo>
                <a:lnTo>
                  <a:pt x="1158712" y="87733"/>
                </a:lnTo>
                <a:lnTo>
                  <a:pt x="1158638" y="88184"/>
                </a:lnTo>
                <a:lnTo>
                  <a:pt x="1158573" y="88640"/>
                </a:lnTo>
                <a:lnTo>
                  <a:pt x="1158516" y="89099"/>
                </a:lnTo>
                <a:lnTo>
                  <a:pt x="1158468" y="89562"/>
                </a:lnTo>
                <a:lnTo>
                  <a:pt x="1158429" y="90029"/>
                </a:lnTo>
                <a:lnTo>
                  <a:pt x="1158399" y="90500"/>
                </a:lnTo>
                <a:lnTo>
                  <a:pt x="1158377" y="90975"/>
                </a:lnTo>
                <a:lnTo>
                  <a:pt x="1158364" y="91454"/>
                </a:lnTo>
                <a:lnTo>
                  <a:pt x="1158360" y="91937"/>
                </a:lnTo>
                <a:lnTo>
                  <a:pt x="1158365" y="92475"/>
                </a:lnTo>
                <a:lnTo>
                  <a:pt x="1158382" y="93008"/>
                </a:lnTo>
                <a:lnTo>
                  <a:pt x="1158409" y="93537"/>
                </a:lnTo>
                <a:lnTo>
                  <a:pt x="1158448" y="94060"/>
                </a:lnTo>
                <a:lnTo>
                  <a:pt x="1158497" y="94579"/>
                </a:lnTo>
                <a:lnTo>
                  <a:pt x="1158558" y="95093"/>
                </a:lnTo>
                <a:lnTo>
                  <a:pt x="1158629" y="95603"/>
                </a:lnTo>
                <a:lnTo>
                  <a:pt x="1158712" y="96108"/>
                </a:lnTo>
                <a:lnTo>
                  <a:pt x="1158805" y="96608"/>
                </a:lnTo>
                <a:lnTo>
                  <a:pt x="1158910" y="97103"/>
                </a:lnTo>
                <a:lnTo>
                  <a:pt x="1159025" y="97593"/>
                </a:lnTo>
                <a:lnTo>
                  <a:pt x="1159152" y="98079"/>
                </a:lnTo>
                <a:lnTo>
                  <a:pt x="1159289" y="98560"/>
                </a:lnTo>
                <a:lnTo>
                  <a:pt x="1159438" y="99037"/>
                </a:lnTo>
                <a:lnTo>
                  <a:pt x="1159597" y="99508"/>
                </a:lnTo>
                <a:lnTo>
                  <a:pt x="1159767" y="99975"/>
                </a:lnTo>
                <a:lnTo>
                  <a:pt x="1159949" y="100437"/>
                </a:lnTo>
                <a:lnTo>
                  <a:pt x="1160141" y="100895"/>
                </a:lnTo>
                <a:lnTo>
                  <a:pt x="1160345" y="101347"/>
                </a:lnTo>
                <a:lnTo>
                  <a:pt x="1160559" y="101795"/>
                </a:lnTo>
                <a:lnTo>
                  <a:pt x="1160785" y="102239"/>
                </a:lnTo>
                <a:lnTo>
                  <a:pt x="1161021" y="102677"/>
                </a:lnTo>
                <a:lnTo>
                  <a:pt x="1161269" y="103111"/>
                </a:lnTo>
                <a:lnTo>
                  <a:pt x="1161527" y="103540"/>
                </a:lnTo>
                <a:lnTo>
                  <a:pt x="1161796" y="103963"/>
                </a:lnTo>
                <a:lnTo>
                  <a:pt x="1162074" y="104378"/>
                </a:lnTo>
                <a:lnTo>
                  <a:pt x="1162361" y="104786"/>
                </a:lnTo>
                <a:lnTo>
                  <a:pt x="1162657" y="105187"/>
                </a:lnTo>
                <a:lnTo>
                  <a:pt x="1162962" y="105580"/>
                </a:lnTo>
                <a:lnTo>
                  <a:pt x="1163277" y="105966"/>
                </a:lnTo>
                <a:lnTo>
                  <a:pt x="1163601" y="106345"/>
                </a:lnTo>
                <a:lnTo>
                  <a:pt x="1163934" y="106716"/>
                </a:lnTo>
                <a:lnTo>
                  <a:pt x="1164276" y="107079"/>
                </a:lnTo>
                <a:lnTo>
                  <a:pt x="1164627" y="107436"/>
                </a:lnTo>
                <a:lnTo>
                  <a:pt x="1164988" y="107784"/>
                </a:lnTo>
                <a:lnTo>
                  <a:pt x="1165358" y="108126"/>
                </a:lnTo>
                <a:lnTo>
                  <a:pt x="1165737" y="108460"/>
                </a:lnTo>
                <a:lnTo>
                  <a:pt x="1166125" y="108786"/>
                </a:lnTo>
                <a:lnTo>
                  <a:pt x="1166523" y="109105"/>
                </a:lnTo>
                <a:lnTo>
                  <a:pt x="1166930" y="109417"/>
                </a:lnTo>
                <a:lnTo>
                  <a:pt x="1167346" y="109721"/>
                </a:lnTo>
                <a:lnTo>
                  <a:pt x="1167771" y="110018"/>
                </a:lnTo>
                <a:lnTo>
                  <a:pt x="1168205" y="110307"/>
                </a:lnTo>
                <a:lnTo>
                  <a:pt x="1168649" y="110589"/>
                </a:lnTo>
                <a:lnTo>
                  <a:pt x="1169101" y="110864"/>
                </a:lnTo>
                <a:lnTo>
                  <a:pt x="1169563" y="111131"/>
                </a:lnTo>
                <a:lnTo>
                  <a:pt x="1170034" y="111391"/>
                </a:lnTo>
                <a:lnTo>
                  <a:pt x="1170515" y="111643"/>
                </a:lnTo>
                <a:lnTo>
                  <a:pt x="1171003" y="111887"/>
                </a:lnTo>
                <a:lnTo>
                  <a:pt x="1171498" y="112120"/>
                </a:lnTo>
                <a:lnTo>
                  <a:pt x="1172000" y="112343"/>
                </a:lnTo>
                <a:lnTo>
                  <a:pt x="1172508" y="112555"/>
                </a:lnTo>
                <a:lnTo>
                  <a:pt x="1173023" y="112757"/>
                </a:lnTo>
                <a:lnTo>
                  <a:pt x="1173544" y="112949"/>
                </a:lnTo>
                <a:lnTo>
                  <a:pt x="1174073" y="113130"/>
                </a:lnTo>
                <a:lnTo>
                  <a:pt x="1174607" y="113301"/>
                </a:lnTo>
                <a:lnTo>
                  <a:pt x="1175149" y="113461"/>
                </a:lnTo>
                <a:lnTo>
                  <a:pt x="1175697" y="113612"/>
                </a:lnTo>
                <a:lnTo>
                  <a:pt x="1176252" y="113752"/>
                </a:lnTo>
                <a:lnTo>
                  <a:pt x="1176813" y="113881"/>
                </a:lnTo>
                <a:lnTo>
                  <a:pt x="1177381" y="114000"/>
                </a:lnTo>
                <a:lnTo>
                  <a:pt x="1177956" y="114109"/>
                </a:lnTo>
                <a:lnTo>
                  <a:pt x="1178538" y="114207"/>
                </a:lnTo>
                <a:lnTo>
                  <a:pt x="1179126" y="114295"/>
                </a:lnTo>
                <a:lnTo>
                  <a:pt x="1179720" y="114373"/>
                </a:lnTo>
                <a:lnTo>
                  <a:pt x="1180322" y="114440"/>
                </a:lnTo>
                <a:lnTo>
                  <a:pt x="1180930" y="114497"/>
                </a:lnTo>
                <a:lnTo>
                  <a:pt x="1181544" y="114544"/>
                </a:lnTo>
                <a:lnTo>
                  <a:pt x="1182166" y="114580"/>
                </a:lnTo>
                <a:lnTo>
                  <a:pt x="1182794" y="114606"/>
                </a:lnTo>
                <a:lnTo>
                  <a:pt x="1183428" y="114622"/>
                </a:lnTo>
                <a:lnTo>
                  <a:pt x="1184070" y="114627"/>
                </a:lnTo>
                <a:lnTo>
                  <a:pt x="1184650" y="114623"/>
                </a:lnTo>
                <a:lnTo>
                  <a:pt x="1185226" y="114612"/>
                </a:lnTo>
                <a:lnTo>
                  <a:pt x="1185796" y="114594"/>
                </a:lnTo>
                <a:lnTo>
                  <a:pt x="1186360" y="114569"/>
                </a:lnTo>
                <a:lnTo>
                  <a:pt x="1186920" y="114536"/>
                </a:lnTo>
                <a:lnTo>
                  <a:pt x="1187474" y="114496"/>
                </a:lnTo>
                <a:lnTo>
                  <a:pt x="1188024" y="114448"/>
                </a:lnTo>
                <a:lnTo>
                  <a:pt x="1188567" y="114394"/>
                </a:lnTo>
                <a:lnTo>
                  <a:pt x="1189106" y="114332"/>
                </a:lnTo>
                <a:lnTo>
                  <a:pt x="1189639" y="114262"/>
                </a:lnTo>
                <a:lnTo>
                  <a:pt x="1190168" y="114186"/>
                </a:lnTo>
                <a:lnTo>
                  <a:pt x="1190690" y="114102"/>
                </a:lnTo>
                <a:lnTo>
                  <a:pt x="1191208" y="114011"/>
                </a:lnTo>
                <a:lnTo>
                  <a:pt x="1191721" y="113912"/>
                </a:lnTo>
                <a:lnTo>
                  <a:pt x="1192228" y="113807"/>
                </a:lnTo>
                <a:lnTo>
                  <a:pt x="1192730" y="113694"/>
                </a:lnTo>
                <a:lnTo>
                  <a:pt x="1193226" y="113573"/>
                </a:lnTo>
                <a:lnTo>
                  <a:pt x="1193718" y="113446"/>
                </a:lnTo>
                <a:lnTo>
                  <a:pt x="1194204" y="113311"/>
                </a:lnTo>
                <a:lnTo>
                  <a:pt x="1194685" y="113169"/>
                </a:lnTo>
                <a:lnTo>
                  <a:pt x="1195161" y="113019"/>
                </a:lnTo>
                <a:lnTo>
                  <a:pt x="1195631" y="112863"/>
                </a:lnTo>
                <a:lnTo>
                  <a:pt x="1196096" y="112699"/>
                </a:lnTo>
                <a:lnTo>
                  <a:pt x="1196556" y="112527"/>
                </a:lnTo>
                <a:lnTo>
                  <a:pt x="1197011" y="112350"/>
                </a:lnTo>
                <a:lnTo>
                  <a:pt x="1197461" y="112169"/>
                </a:lnTo>
                <a:lnTo>
                  <a:pt x="1197905" y="111983"/>
                </a:lnTo>
                <a:lnTo>
                  <a:pt x="1198345" y="111793"/>
                </a:lnTo>
                <a:lnTo>
                  <a:pt x="1198779" y="111598"/>
                </a:lnTo>
                <a:lnTo>
                  <a:pt x="1199208" y="111399"/>
                </a:lnTo>
                <a:lnTo>
                  <a:pt x="1199632" y="111196"/>
                </a:lnTo>
                <a:lnTo>
                  <a:pt x="1200051" y="110989"/>
                </a:lnTo>
                <a:lnTo>
                  <a:pt x="1200465" y="110777"/>
                </a:lnTo>
                <a:lnTo>
                  <a:pt x="1200874" y="110560"/>
                </a:lnTo>
                <a:lnTo>
                  <a:pt x="1201278" y="110340"/>
                </a:lnTo>
                <a:lnTo>
                  <a:pt x="1201676" y="110115"/>
                </a:lnTo>
                <a:lnTo>
                  <a:pt x="1202070" y="109885"/>
                </a:lnTo>
                <a:lnTo>
                  <a:pt x="1202458" y="109652"/>
                </a:lnTo>
                <a:lnTo>
                  <a:pt x="1202841" y="109414"/>
                </a:lnTo>
                <a:lnTo>
                  <a:pt x="1203219" y="109171"/>
                </a:lnTo>
                <a:lnTo>
                  <a:pt x="1203592" y="108925"/>
                </a:lnTo>
                <a:lnTo>
                  <a:pt x="1203960" y="108674"/>
                </a:lnTo>
                <a:lnTo>
                  <a:pt x="1204323" y="108418"/>
                </a:lnTo>
                <a:lnTo>
                  <a:pt x="1204680" y="108158"/>
                </a:lnTo>
                <a:lnTo>
                  <a:pt x="1205033" y="107894"/>
                </a:lnTo>
                <a:lnTo>
                  <a:pt x="1205380" y="107626"/>
                </a:lnTo>
                <a:lnTo>
                  <a:pt x="1205722" y="107353"/>
                </a:lnTo>
                <a:lnTo>
                  <a:pt x="1206059" y="107076"/>
                </a:lnTo>
                <a:lnTo>
                  <a:pt x="1206391" y="106796"/>
                </a:lnTo>
                <a:lnTo>
                  <a:pt x="1206718" y="106513"/>
                </a:lnTo>
                <a:lnTo>
                  <a:pt x="1207040" y="106229"/>
                </a:lnTo>
                <a:lnTo>
                  <a:pt x="1207357" y="105943"/>
                </a:lnTo>
                <a:lnTo>
                  <a:pt x="1207668" y="105655"/>
                </a:lnTo>
                <a:lnTo>
                  <a:pt x="1207975" y="105365"/>
                </a:lnTo>
                <a:lnTo>
                  <a:pt x="1208276" y="105074"/>
                </a:lnTo>
                <a:lnTo>
                  <a:pt x="1208572" y="104780"/>
                </a:lnTo>
                <a:lnTo>
                  <a:pt x="1208863" y="104484"/>
                </a:lnTo>
                <a:lnTo>
                  <a:pt x="1209149" y="104187"/>
                </a:lnTo>
                <a:lnTo>
                  <a:pt x="1209430" y="103887"/>
                </a:lnTo>
                <a:lnTo>
                  <a:pt x="1209706" y="103586"/>
                </a:lnTo>
                <a:lnTo>
                  <a:pt x="1209977" y="103283"/>
                </a:lnTo>
                <a:lnTo>
                  <a:pt x="1210242" y="102977"/>
                </a:lnTo>
                <a:lnTo>
                  <a:pt x="1210502" y="102670"/>
                </a:lnTo>
                <a:lnTo>
                  <a:pt x="1210758" y="102361"/>
                </a:lnTo>
                <a:lnTo>
                  <a:pt x="1211008" y="102050"/>
                </a:lnTo>
                <a:lnTo>
                  <a:pt x="1211045" y="102003"/>
                </a:lnTo>
                <a:lnTo>
                  <a:pt x="1211059" y="102256"/>
                </a:lnTo>
                <a:lnTo>
                  <a:pt x="1211078" y="102573"/>
                </a:lnTo>
                <a:close/>
                <a:moveTo>
                  <a:pt x="1210819" y="91440"/>
                </a:moveTo>
                <a:lnTo>
                  <a:pt x="1210626" y="91847"/>
                </a:lnTo>
                <a:lnTo>
                  <a:pt x="1210424" y="92250"/>
                </a:lnTo>
                <a:lnTo>
                  <a:pt x="1210214" y="92651"/>
                </a:lnTo>
                <a:lnTo>
                  <a:pt x="1209996" y="93049"/>
                </a:lnTo>
                <a:lnTo>
                  <a:pt x="1209769" y="93444"/>
                </a:lnTo>
                <a:lnTo>
                  <a:pt x="1209534" y="93836"/>
                </a:lnTo>
                <a:lnTo>
                  <a:pt x="1209290" y="94226"/>
                </a:lnTo>
                <a:lnTo>
                  <a:pt x="1209038" y="94612"/>
                </a:lnTo>
                <a:lnTo>
                  <a:pt x="1208778" y="94996"/>
                </a:lnTo>
                <a:lnTo>
                  <a:pt x="1208509" y="95377"/>
                </a:lnTo>
                <a:lnTo>
                  <a:pt x="1208231" y="95755"/>
                </a:lnTo>
                <a:lnTo>
                  <a:pt x="1207946" y="96131"/>
                </a:lnTo>
                <a:lnTo>
                  <a:pt x="1207651" y="96503"/>
                </a:lnTo>
                <a:lnTo>
                  <a:pt x="1207349" y="96873"/>
                </a:lnTo>
                <a:lnTo>
                  <a:pt x="1207038" y="97238"/>
                </a:lnTo>
                <a:lnTo>
                  <a:pt x="1206721" y="97598"/>
                </a:lnTo>
                <a:lnTo>
                  <a:pt x="1206397" y="97951"/>
                </a:lnTo>
                <a:lnTo>
                  <a:pt x="1206067" y="98298"/>
                </a:lnTo>
                <a:lnTo>
                  <a:pt x="1205729" y="98640"/>
                </a:lnTo>
                <a:lnTo>
                  <a:pt x="1205385" y="98975"/>
                </a:lnTo>
                <a:lnTo>
                  <a:pt x="1205034" y="99304"/>
                </a:lnTo>
                <a:lnTo>
                  <a:pt x="1204676" y="99627"/>
                </a:lnTo>
                <a:lnTo>
                  <a:pt x="1204312" y="99945"/>
                </a:lnTo>
                <a:lnTo>
                  <a:pt x="1203940" y="100256"/>
                </a:lnTo>
                <a:lnTo>
                  <a:pt x="1203562" y="100561"/>
                </a:lnTo>
                <a:lnTo>
                  <a:pt x="1203177" y="100860"/>
                </a:lnTo>
                <a:lnTo>
                  <a:pt x="1202785" y="101153"/>
                </a:lnTo>
                <a:lnTo>
                  <a:pt x="1202387" y="101441"/>
                </a:lnTo>
                <a:lnTo>
                  <a:pt x="1201982" y="101722"/>
                </a:lnTo>
                <a:lnTo>
                  <a:pt x="1201570" y="101997"/>
                </a:lnTo>
                <a:lnTo>
                  <a:pt x="1201151" y="102266"/>
                </a:lnTo>
                <a:lnTo>
                  <a:pt x="1200725" y="102529"/>
                </a:lnTo>
                <a:lnTo>
                  <a:pt x="1200293" y="102786"/>
                </a:lnTo>
                <a:lnTo>
                  <a:pt x="1199854" y="103038"/>
                </a:lnTo>
                <a:lnTo>
                  <a:pt x="1199408" y="103283"/>
                </a:lnTo>
                <a:lnTo>
                  <a:pt x="1198955" y="103522"/>
                </a:lnTo>
                <a:lnTo>
                  <a:pt x="1198496" y="103755"/>
                </a:lnTo>
                <a:lnTo>
                  <a:pt x="1198030" y="103982"/>
                </a:lnTo>
                <a:lnTo>
                  <a:pt x="1197557" y="104201"/>
                </a:lnTo>
                <a:lnTo>
                  <a:pt x="1197079" y="104411"/>
                </a:lnTo>
                <a:lnTo>
                  <a:pt x="1196595" y="104612"/>
                </a:lnTo>
                <a:lnTo>
                  <a:pt x="1196105" y="104804"/>
                </a:lnTo>
                <a:lnTo>
                  <a:pt x="1195610" y="104986"/>
                </a:lnTo>
                <a:lnTo>
                  <a:pt x="1195108" y="105158"/>
                </a:lnTo>
                <a:lnTo>
                  <a:pt x="1194601" y="105322"/>
                </a:lnTo>
                <a:lnTo>
                  <a:pt x="1194088" y="105476"/>
                </a:lnTo>
                <a:lnTo>
                  <a:pt x="1193570" y="105620"/>
                </a:lnTo>
                <a:lnTo>
                  <a:pt x="1193046" y="105756"/>
                </a:lnTo>
                <a:lnTo>
                  <a:pt x="1192515" y="105882"/>
                </a:lnTo>
                <a:lnTo>
                  <a:pt x="1191980" y="105999"/>
                </a:lnTo>
                <a:lnTo>
                  <a:pt x="1191438" y="106106"/>
                </a:lnTo>
                <a:lnTo>
                  <a:pt x="1190891" y="106204"/>
                </a:lnTo>
                <a:lnTo>
                  <a:pt x="1190338" y="106293"/>
                </a:lnTo>
                <a:lnTo>
                  <a:pt x="1189779" y="106372"/>
                </a:lnTo>
                <a:lnTo>
                  <a:pt x="1189214" y="106442"/>
                </a:lnTo>
                <a:lnTo>
                  <a:pt x="1188644" y="106503"/>
                </a:lnTo>
                <a:lnTo>
                  <a:pt x="1188068" y="106554"/>
                </a:lnTo>
                <a:lnTo>
                  <a:pt x="1187486" y="106596"/>
                </a:lnTo>
                <a:lnTo>
                  <a:pt x="1186898" y="106629"/>
                </a:lnTo>
                <a:lnTo>
                  <a:pt x="1186305" y="106652"/>
                </a:lnTo>
                <a:lnTo>
                  <a:pt x="1185706" y="106666"/>
                </a:lnTo>
                <a:lnTo>
                  <a:pt x="1185101" y="106671"/>
                </a:lnTo>
                <a:lnTo>
                  <a:pt x="1184643" y="106667"/>
                </a:lnTo>
                <a:lnTo>
                  <a:pt x="1184190" y="106656"/>
                </a:lnTo>
                <a:lnTo>
                  <a:pt x="1183743" y="106639"/>
                </a:lnTo>
                <a:lnTo>
                  <a:pt x="1183300" y="106613"/>
                </a:lnTo>
                <a:lnTo>
                  <a:pt x="1182863" y="106581"/>
                </a:lnTo>
                <a:lnTo>
                  <a:pt x="1182431" y="106542"/>
                </a:lnTo>
                <a:lnTo>
                  <a:pt x="1182003" y="106495"/>
                </a:lnTo>
                <a:lnTo>
                  <a:pt x="1181581" y="106442"/>
                </a:lnTo>
                <a:lnTo>
                  <a:pt x="1181164" y="106381"/>
                </a:lnTo>
                <a:lnTo>
                  <a:pt x="1180753" y="106313"/>
                </a:lnTo>
                <a:lnTo>
                  <a:pt x="1180346" y="106237"/>
                </a:lnTo>
                <a:lnTo>
                  <a:pt x="1179944" y="106155"/>
                </a:lnTo>
                <a:lnTo>
                  <a:pt x="1179548" y="106066"/>
                </a:lnTo>
                <a:lnTo>
                  <a:pt x="1179156" y="105969"/>
                </a:lnTo>
                <a:lnTo>
                  <a:pt x="1178770" y="105865"/>
                </a:lnTo>
                <a:lnTo>
                  <a:pt x="1178389" y="105754"/>
                </a:lnTo>
                <a:lnTo>
                  <a:pt x="1178013" y="105636"/>
                </a:lnTo>
                <a:lnTo>
                  <a:pt x="1177642" y="105511"/>
                </a:lnTo>
                <a:lnTo>
                  <a:pt x="1177276" y="105378"/>
                </a:lnTo>
                <a:lnTo>
                  <a:pt x="1176916" y="105238"/>
                </a:lnTo>
                <a:lnTo>
                  <a:pt x="1176560" y="105092"/>
                </a:lnTo>
                <a:lnTo>
                  <a:pt x="1176210" y="104938"/>
                </a:lnTo>
                <a:lnTo>
                  <a:pt x="1175864" y="104776"/>
                </a:lnTo>
                <a:lnTo>
                  <a:pt x="1175524" y="104608"/>
                </a:lnTo>
                <a:lnTo>
                  <a:pt x="1175190" y="104434"/>
                </a:lnTo>
                <a:lnTo>
                  <a:pt x="1174862" y="104254"/>
                </a:lnTo>
                <a:lnTo>
                  <a:pt x="1174541" y="104069"/>
                </a:lnTo>
                <a:lnTo>
                  <a:pt x="1174227" y="103880"/>
                </a:lnTo>
                <a:lnTo>
                  <a:pt x="1173919" y="103685"/>
                </a:lnTo>
                <a:lnTo>
                  <a:pt x="1173618" y="103485"/>
                </a:lnTo>
                <a:lnTo>
                  <a:pt x="1173324" y="103280"/>
                </a:lnTo>
                <a:lnTo>
                  <a:pt x="1173036" y="103069"/>
                </a:lnTo>
                <a:lnTo>
                  <a:pt x="1172755" y="102854"/>
                </a:lnTo>
                <a:lnTo>
                  <a:pt x="1172480" y="102633"/>
                </a:lnTo>
                <a:lnTo>
                  <a:pt x="1172212" y="102408"/>
                </a:lnTo>
                <a:lnTo>
                  <a:pt x="1171951" y="102177"/>
                </a:lnTo>
                <a:lnTo>
                  <a:pt x="1171697" y="101941"/>
                </a:lnTo>
                <a:lnTo>
                  <a:pt x="1171449" y="101700"/>
                </a:lnTo>
                <a:lnTo>
                  <a:pt x="1171208" y="101454"/>
                </a:lnTo>
                <a:lnTo>
                  <a:pt x="1170973" y="101203"/>
                </a:lnTo>
                <a:lnTo>
                  <a:pt x="1170745" y="100947"/>
                </a:lnTo>
                <a:lnTo>
                  <a:pt x="1170524" y="100685"/>
                </a:lnTo>
                <a:lnTo>
                  <a:pt x="1170309" y="100419"/>
                </a:lnTo>
                <a:lnTo>
                  <a:pt x="1170101" y="100147"/>
                </a:lnTo>
                <a:lnTo>
                  <a:pt x="1169900" y="99870"/>
                </a:lnTo>
                <a:lnTo>
                  <a:pt x="1169705" y="99588"/>
                </a:lnTo>
                <a:lnTo>
                  <a:pt x="1169517" y="99301"/>
                </a:lnTo>
                <a:lnTo>
                  <a:pt x="1169336" y="99009"/>
                </a:lnTo>
                <a:lnTo>
                  <a:pt x="1169162" y="98713"/>
                </a:lnTo>
                <a:lnTo>
                  <a:pt x="1168995" y="98415"/>
                </a:lnTo>
                <a:lnTo>
                  <a:pt x="1168835" y="98114"/>
                </a:lnTo>
                <a:lnTo>
                  <a:pt x="1168683" y="97810"/>
                </a:lnTo>
                <a:lnTo>
                  <a:pt x="1168539" y="97504"/>
                </a:lnTo>
                <a:lnTo>
                  <a:pt x="1168401" y="97195"/>
                </a:lnTo>
                <a:lnTo>
                  <a:pt x="1168272" y="96884"/>
                </a:lnTo>
                <a:lnTo>
                  <a:pt x="1168149" y="96570"/>
                </a:lnTo>
                <a:lnTo>
                  <a:pt x="1168034" y="96254"/>
                </a:lnTo>
                <a:lnTo>
                  <a:pt x="1167927" y="95935"/>
                </a:lnTo>
                <a:lnTo>
                  <a:pt x="1167827" y="95613"/>
                </a:lnTo>
                <a:lnTo>
                  <a:pt x="1167734" y="95289"/>
                </a:lnTo>
                <a:lnTo>
                  <a:pt x="1167649" y="94962"/>
                </a:lnTo>
                <a:lnTo>
                  <a:pt x="1167571" y="94633"/>
                </a:lnTo>
                <a:lnTo>
                  <a:pt x="1167500" y="94302"/>
                </a:lnTo>
                <a:lnTo>
                  <a:pt x="1167437" y="93967"/>
                </a:lnTo>
                <a:lnTo>
                  <a:pt x="1167381" y="93630"/>
                </a:lnTo>
                <a:lnTo>
                  <a:pt x="1167333" y="93291"/>
                </a:lnTo>
                <a:lnTo>
                  <a:pt x="1167292" y="92949"/>
                </a:lnTo>
                <a:lnTo>
                  <a:pt x="1167259" y="92604"/>
                </a:lnTo>
                <a:lnTo>
                  <a:pt x="1167233" y="92257"/>
                </a:lnTo>
                <a:lnTo>
                  <a:pt x="1167215" y="91908"/>
                </a:lnTo>
                <a:lnTo>
                  <a:pt x="1167203" y="91555"/>
                </a:lnTo>
                <a:lnTo>
                  <a:pt x="1167200" y="91201"/>
                </a:lnTo>
                <a:lnTo>
                  <a:pt x="1167203" y="90858"/>
                </a:lnTo>
                <a:lnTo>
                  <a:pt x="1167213" y="90519"/>
                </a:lnTo>
                <a:lnTo>
                  <a:pt x="1167230" y="90182"/>
                </a:lnTo>
                <a:lnTo>
                  <a:pt x="1167254" y="89849"/>
                </a:lnTo>
                <a:lnTo>
                  <a:pt x="1167284" y="89518"/>
                </a:lnTo>
                <a:lnTo>
                  <a:pt x="1167322" y="89191"/>
                </a:lnTo>
                <a:lnTo>
                  <a:pt x="1167366" y="88866"/>
                </a:lnTo>
                <a:lnTo>
                  <a:pt x="1167417" y="88544"/>
                </a:lnTo>
                <a:lnTo>
                  <a:pt x="1167474" y="88226"/>
                </a:lnTo>
                <a:lnTo>
                  <a:pt x="1167539" y="87910"/>
                </a:lnTo>
                <a:lnTo>
                  <a:pt x="1167610" y="87597"/>
                </a:lnTo>
                <a:lnTo>
                  <a:pt x="1167688" y="87287"/>
                </a:lnTo>
                <a:lnTo>
                  <a:pt x="1167772" y="86980"/>
                </a:lnTo>
                <a:lnTo>
                  <a:pt x="1167864" y="86676"/>
                </a:lnTo>
                <a:lnTo>
                  <a:pt x="1167962" y="86375"/>
                </a:lnTo>
                <a:lnTo>
                  <a:pt x="1168067" y="86077"/>
                </a:lnTo>
                <a:lnTo>
                  <a:pt x="1168179" y="85781"/>
                </a:lnTo>
                <a:lnTo>
                  <a:pt x="1168298" y="85489"/>
                </a:lnTo>
                <a:lnTo>
                  <a:pt x="1168423" y="85200"/>
                </a:lnTo>
                <a:lnTo>
                  <a:pt x="1168555" y="84913"/>
                </a:lnTo>
                <a:lnTo>
                  <a:pt x="1168694" y="84630"/>
                </a:lnTo>
                <a:lnTo>
                  <a:pt x="1168840" y="84349"/>
                </a:lnTo>
                <a:lnTo>
                  <a:pt x="1168993" y="84072"/>
                </a:lnTo>
                <a:lnTo>
                  <a:pt x="1169152" y="83797"/>
                </a:lnTo>
                <a:lnTo>
                  <a:pt x="1169318" y="83526"/>
                </a:lnTo>
                <a:lnTo>
                  <a:pt x="1169489" y="83258"/>
                </a:lnTo>
                <a:lnTo>
                  <a:pt x="1169667" y="82993"/>
                </a:lnTo>
                <a:lnTo>
                  <a:pt x="1169851" y="82732"/>
                </a:lnTo>
                <a:lnTo>
                  <a:pt x="1170040" y="82474"/>
                </a:lnTo>
                <a:lnTo>
                  <a:pt x="1170236" y="82220"/>
                </a:lnTo>
                <a:lnTo>
                  <a:pt x="1170438" y="81969"/>
                </a:lnTo>
                <a:lnTo>
                  <a:pt x="1170646" y="81722"/>
                </a:lnTo>
                <a:lnTo>
                  <a:pt x="1170860" y="81478"/>
                </a:lnTo>
                <a:lnTo>
                  <a:pt x="1171079" y="81238"/>
                </a:lnTo>
                <a:lnTo>
                  <a:pt x="1171305" y="81001"/>
                </a:lnTo>
                <a:lnTo>
                  <a:pt x="1171537" y="80767"/>
                </a:lnTo>
                <a:lnTo>
                  <a:pt x="1171775" y="80537"/>
                </a:lnTo>
                <a:lnTo>
                  <a:pt x="1172019" y="80311"/>
                </a:lnTo>
                <a:lnTo>
                  <a:pt x="1172268" y="80088"/>
                </a:lnTo>
                <a:lnTo>
                  <a:pt x="1172524" y="79868"/>
                </a:lnTo>
                <a:lnTo>
                  <a:pt x="1172786" y="79652"/>
                </a:lnTo>
                <a:lnTo>
                  <a:pt x="1173054" y="79439"/>
                </a:lnTo>
                <a:lnTo>
                  <a:pt x="1173328" y="79230"/>
                </a:lnTo>
                <a:lnTo>
                  <a:pt x="1173608" y="79024"/>
                </a:lnTo>
                <a:lnTo>
                  <a:pt x="1173894" y="78822"/>
                </a:lnTo>
                <a:lnTo>
                  <a:pt x="1174186" y="78623"/>
                </a:lnTo>
                <a:lnTo>
                  <a:pt x="1174484" y="78427"/>
                </a:lnTo>
                <a:lnTo>
                  <a:pt x="1174787" y="78235"/>
                </a:lnTo>
                <a:lnTo>
                  <a:pt x="1175097" y="78047"/>
                </a:lnTo>
                <a:lnTo>
                  <a:pt x="1175413" y="77862"/>
                </a:lnTo>
                <a:lnTo>
                  <a:pt x="1175734" y="77681"/>
                </a:lnTo>
                <a:lnTo>
                  <a:pt x="1176061" y="77503"/>
                </a:lnTo>
                <a:lnTo>
                  <a:pt x="1176394" y="77330"/>
                </a:lnTo>
                <a:lnTo>
                  <a:pt x="1176733" y="77160"/>
                </a:lnTo>
                <a:lnTo>
                  <a:pt x="1177077" y="76994"/>
                </a:lnTo>
                <a:lnTo>
                  <a:pt x="1177427" y="76831"/>
                </a:lnTo>
                <a:lnTo>
                  <a:pt x="1177783" y="76672"/>
                </a:lnTo>
                <a:lnTo>
                  <a:pt x="1178145" y="76517"/>
                </a:lnTo>
                <a:lnTo>
                  <a:pt x="1178512" y="76366"/>
                </a:lnTo>
                <a:lnTo>
                  <a:pt x="1178885" y="76218"/>
                </a:lnTo>
                <a:lnTo>
                  <a:pt x="1179264" y="76074"/>
                </a:lnTo>
                <a:lnTo>
                  <a:pt x="1179649" y="75934"/>
                </a:lnTo>
                <a:lnTo>
                  <a:pt x="1180039" y="75798"/>
                </a:lnTo>
                <a:lnTo>
                  <a:pt x="1180435" y="75665"/>
                </a:lnTo>
                <a:lnTo>
                  <a:pt x="1180837" y="75536"/>
                </a:lnTo>
                <a:lnTo>
                  <a:pt x="1181245" y="75410"/>
                </a:lnTo>
                <a:lnTo>
                  <a:pt x="1181658" y="75289"/>
                </a:lnTo>
                <a:lnTo>
                  <a:pt x="1182078" y="75171"/>
                </a:lnTo>
                <a:lnTo>
                  <a:pt x="1182502" y="75056"/>
                </a:lnTo>
                <a:lnTo>
                  <a:pt x="1182933" y="74946"/>
                </a:lnTo>
                <a:lnTo>
                  <a:pt x="1183370" y="74839"/>
                </a:lnTo>
                <a:lnTo>
                  <a:pt x="1183812" y="74736"/>
                </a:lnTo>
                <a:lnTo>
                  <a:pt x="1184259" y="74637"/>
                </a:lnTo>
                <a:lnTo>
                  <a:pt x="1184712" y="74542"/>
                </a:lnTo>
                <a:lnTo>
                  <a:pt x="1185169" y="74451"/>
                </a:lnTo>
                <a:lnTo>
                  <a:pt x="1185632" y="74364"/>
                </a:lnTo>
                <a:lnTo>
                  <a:pt x="1186100" y="74282"/>
                </a:lnTo>
                <a:lnTo>
                  <a:pt x="1186572" y="74204"/>
                </a:lnTo>
                <a:lnTo>
                  <a:pt x="1187050" y="74130"/>
                </a:lnTo>
                <a:lnTo>
                  <a:pt x="1187532" y="74061"/>
                </a:lnTo>
                <a:lnTo>
                  <a:pt x="1188019" y="73995"/>
                </a:lnTo>
                <a:lnTo>
                  <a:pt x="1188512" y="73934"/>
                </a:lnTo>
                <a:lnTo>
                  <a:pt x="1189009" y="73877"/>
                </a:lnTo>
                <a:lnTo>
                  <a:pt x="1189512" y="73824"/>
                </a:lnTo>
                <a:lnTo>
                  <a:pt x="1190019" y="73776"/>
                </a:lnTo>
                <a:lnTo>
                  <a:pt x="1190532" y="73731"/>
                </a:lnTo>
                <a:lnTo>
                  <a:pt x="1191049" y="73691"/>
                </a:lnTo>
                <a:lnTo>
                  <a:pt x="1191571" y="73655"/>
                </a:lnTo>
                <a:lnTo>
                  <a:pt x="1192099" y="73624"/>
                </a:lnTo>
                <a:lnTo>
                  <a:pt x="1192631" y="73596"/>
                </a:lnTo>
                <a:lnTo>
                  <a:pt x="1193169" y="73573"/>
                </a:lnTo>
                <a:lnTo>
                  <a:pt x="1193711" y="73554"/>
                </a:lnTo>
                <a:lnTo>
                  <a:pt x="1194258" y="73539"/>
                </a:lnTo>
                <a:lnTo>
                  <a:pt x="1194811" y="73529"/>
                </a:lnTo>
                <a:lnTo>
                  <a:pt x="1195368" y="73522"/>
                </a:lnTo>
                <a:lnTo>
                  <a:pt x="1195930" y="73520"/>
                </a:lnTo>
                <a:lnTo>
                  <a:pt x="1210958" y="73520"/>
                </a:lnTo>
                <a:lnTo>
                  <a:pt x="1210958" y="91131"/>
                </a:lnTo>
                <a:lnTo>
                  <a:pt x="1210819" y="91440"/>
                </a:lnTo>
                <a:close/>
                <a:moveTo>
                  <a:pt x="1253195" y="56851"/>
                </a:moveTo>
                <a:lnTo>
                  <a:pt x="1253365" y="56448"/>
                </a:lnTo>
                <a:lnTo>
                  <a:pt x="1253540" y="56047"/>
                </a:lnTo>
                <a:lnTo>
                  <a:pt x="1253721" y="55648"/>
                </a:lnTo>
                <a:lnTo>
                  <a:pt x="1253907" y="55251"/>
                </a:lnTo>
                <a:lnTo>
                  <a:pt x="1254098" y="54856"/>
                </a:lnTo>
                <a:lnTo>
                  <a:pt x="1254294" y="54463"/>
                </a:lnTo>
                <a:lnTo>
                  <a:pt x="1254495" y="54072"/>
                </a:lnTo>
                <a:lnTo>
                  <a:pt x="1254702" y="53683"/>
                </a:lnTo>
                <a:lnTo>
                  <a:pt x="1254914" y="53297"/>
                </a:lnTo>
                <a:lnTo>
                  <a:pt x="1255131" y="52912"/>
                </a:lnTo>
                <a:lnTo>
                  <a:pt x="1255354" y="52529"/>
                </a:lnTo>
                <a:lnTo>
                  <a:pt x="1255581" y="52149"/>
                </a:lnTo>
                <a:lnTo>
                  <a:pt x="1255814" y="51770"/>
                </a:lnTo>
                <a:lnTo>
                  <a:pt x="1256053" y="51393"/>
                </a:lnTo>
                <a:lnTo>
                  <a:pt x="1256296" y="51019"/>
                </a:lnTo>
                <a:lnTo>
                  <a:pt x="1256545" y="50647"/>
                </a:lnTo>
                <a:lnTo>
                  <a:pt x="1256799" y="50276"/>
                </a:lnTo>
                <a:lnTo>
                  <a:pt x="1257058" y="49908"/>
                </a:lnTo>
                <a:lnTo>
                  <a:pt x="1257322" y="49542"/>
                </a:lnTo>
                <a:lnTo>
                  <a:pt x="1257592" y="49179"/>
                </a:lnTo>
                <a:lnTo>
                  <a:pt x="1257867" y="48822"/>
                </a:lnTo>
                <a:lnTo>
                  <a:pt x="1258148" y="48471"/>
                </a:lnTo>
                <a:lnTo>
                  <a:pt x="1258433" y="48125"/>
                </a:lnTo>
                <a:lnTo>
                  <a:pt x="1258725" y="47785"/>
                </a:lnTo>
                <a:lnTo>
                  <a:pt x="1259021" y="47451"/>
                </a:lnTo>
                <a:lnTo>
                  <a:pt x="1259323" y="47122"/>
                </a:lnTo>
                <a:lnTo>
                  <a:pt x="1259631" y="46799"/>
                </a:lnTo>
                <a:lnTo>
                  <a:pt x="1259943" y="46482"/>
                </a:lnTo>
                <a:lnTo>
                  <a:pt x="1260261" y="46170"/>
                </a:lnTo>
                <a:lnTo>
                  <a:pt x="1260585" y="45864"/>
                </a:lnTo>
                <a:lnTo>
                  <a:pt x="1260914" y="45563"/>
                </a:lnTo>
                <a:lnTo>
                  <a:pt x="1261248" y="45269"/>
                </a:lnTo>
                <a:lnTo>
                  <a:pt x="1261587" y="44979"/>
                </a:lnTo>
                <a:lnTo>
                  <a:pt x="1261932" y="44696"/>
                </a:lnTo>
                <a:lnTo>
                  <a:pt x="1262283" y="44418"/>
                </a:lnTo>
                <a:lnTo>
                  <a:pt x="1262638" y="44145"/>
                </a:lnTo>
                <a:lnTo>
                  <a:pt x="1262999" y="43878"/>
                </a:lnTo>
                <a:lnTo>
                  <a:pt x="1263366" y="43617"/>
                </a:lnTo>
                <a:lnTo>
                  <a:pt x="1263738" y="43362"/>
                </a:lnTo>
                <a:lnTo>
                  <a:pt x="1264115" y="43112"/>
                </a:lnTo>
                <a:lnTo>
                  <a:pt x="1264497" y="42867"/>
                </a:lnTo>
                <a:lnTo>
                  <a:pt x="1264885" y="42629"/>
                </a:lnTo>
                <a:lnTo>
                  <a:pt x="1265278" y="42396"/>
                </a:lnTo>
                <a:lnTo>
                  <a:pt x="1265677" y="42170"/>
                </a:lnTo>
                <a:lnTo>
                  <a:pt x="1266081" y="41954"/>
                </a:lnTo>
                <a:lnTo>
                  <a:pt x="1266491" y="41748"/>
                </a:lnTo>
                <a:lnTo>
                  <a:pt x="1266906" y="41552"/>
                </a:lnTo>
                <a:lnTo>
                  <a:pt x="1267327" y="41365"/>
                </a:lnTo>
                <a:lnTo>
                  <a:pt x="1267753" y="41187"/>
                </a:lnTo>
                <a:lnTo>
                  <a:pt x="1268185" y="41019"/>
                </a:lnTo>
                <a:lnTo>
                  <a:pt x="1268622" y="40861"/>
                </a:lnTo>
                <a:lnTo>
                  <a:pt x="1269065" y="40712"/>
                </a:lnTo>
                <a:lnTo>
                  <a:pt x="1269513" y="40573"/>
                </a:lnTo>
                <a:lnTo>
                  <a:pt x="1269967" y="40444"/>
                </a:lnTo>
                <a:lnTo>
                  <a:pt x="1270426" y="40324"/>
                </a:lnTo>
                <a:lnTo>
                  <a:pt x="1270891" y="40214"/>
                </a:lnTo>
                <a:lnTo>
                  <a:pt x="1271361" y="40113"/>
                </a:lnTo>
                <a:lnTo>
                  <a:pt x="1271837" y="40022"/>
                </a:lnTo>
                <a:lnTo>
                  <a:pt x="1272318" y="39940"/>
                </a:lnTo>
                <a:lnTo>
                  <a:pt x="1272804" y="39868"/>
                </a:lnTo>
                <a:lnTo>
                  <a:pt x="1273297" y="39806"/>
                </a:lnTo>
                <a:lnTo>
                  <a:pt x="1273794" y="39753"/>
                </a:lnTo>
                <a:lnTo>
                  <a:pt x="1274298" y="39710"/>
                </a:lnTo>
                <a:lnTo>
                  <a:pt x="1274806" y="39676"/>
                </a:lnTo>
                <a:lnTo>
                  <a:pt x="1275321" y="39652"/>
                </a:lnTo>
                <a:lnTo>
                  <a:pt x="1275840" y="39638"/>
                </a:lnTo>
                <a:lnTo>
                  <a:pt x="1276365" y="39633"/>
                </a:lnTo>
                <a:lnTo>
                  <a:pt x="1276842" y="39637"/>
                </a:lnTo>
                <a:lnTo>
                  <a:pt x="1277312" y="39647"/>
                </a:lnTo>
                <a:lnTo>
                  <a:pt x="1277778" y="39664"/>
                </a:lnTo>
                <a:lnTo>
                  <a:pt x="1278238" y="39688"/>
                </a:lnTo>
                <a:lnTo>
                  <a:pt x="1278692" y="39720"/>
                </a:lnTo>
                <a:lnTo>
                  <a:pt x="1279142" y="39758"/>
                </a:lnTo>
                <a:lnTo>
                  <a:pt x="1279586" y="39802"/>
                </a:lnTo>
                <a:lnTo>
                  <a:pt x="1280024" y="39854"/>
                </a:lnTo>
                <a:lnTo>
                  <a:pt x="1280457" y="39913"/>
                </a:lnTo>
                <a:lnTo>
                  <a:pt x="1280885" y="39979"/>
                </a:lnTo>
                <a:lnTo>
                  <a:pt x="1281308" y="40051"/>
                </a:lnTo>
                <a:lnTo>
                  <a:pt x="1281725" y="40130"/>
                </a:lnTo>
                <a:lnTo>
                  <a:pt x="1282136" y="40217"/>
                </a:lnTo>
                <a:lnTo>
                  <a:pt x="1282543" y="40310"/>
                </a:lnTo>
                <a:lnTo>
                  <a:pt x="1282944" y="40410"/>
                </a:lnTo>
                <a:lnTo>
                  <a:pt x="1283339" y="40517"/>
                </a:lnTo>
                <a:lnTo>
                  <a:pt x="1283729" y="40631"/>
                </a:lnTo>
                <a:lnTo>
                  <a:pt x="1284114" y="40752"/>
                </a:lnTo>
                <a:lnTo>
                  <a:pt x="1284494" y="40880"/>
                </a:lnTo>
                <a:lnTo>
                  <a:pt x="1284868" y="41014"/>
                </a:lnTo>
                <a:lnTo>
                  <a:pt x="1285237" y="41156"/>
                </a:lnTo>
                <a:lnTo>
                  <a:pt x="1285600" y="41305"/>
                </a:lnTo>
                <a:lnTo>
                  <a:pt x="1285958" y="41460"/>
                </a:lnTo>
                <a:lnTo>
                  <a:pt x="1286311" y="41622"/>
                </a:lnTo>
                <a:lnTo>
                  <a:pt x="1286657" y="41793"/>
                </a:lnTo>
                <a:lnTo>
                  <a:pt x="1286997" y="41972"/>
                </a:lnTo>
                <a:lnTo>
                  <a:pt x="1287330" y="42161"/>
                </a:lnTo>
                <a:lnTo>
                  <a:pt x="1287657" y="42360"/>
                </a:lnTo>
                <a:lnTo>
                  <a:pt x="1287977" y="42568"/>
                </a:lnTo>
                <a:lnTo>
                  <a:pt x="1288290" y="42785"/>
                </a:lnTo>
                <a:lnTo>
                  <a:pt x="1288597" y="43011"/>
                </a:lnTo>
                <a:lnTo>
                  <a:pt x="1288897" y="43247"/>
                </a:lnTo>
                <a:lnTo>
                  <a:pt x="1289190" y="43492"/>
                </a:lnTo>
                <a:lnTo>
                  <a:pt x="1289477" y="43747"/>
                </a:lnTo>
                <a:lnTo>
                  <a:pt x="1289757" y="44010"/>
                </a:lnTo>
                <a:lnTo>
                  <a:pt x="1290031" y="44283"/>
                </a:lnTo>
                <a:lnTo>
                  <a:pt x="1290298" y="44566"/>
                </a:lnTo>
                <a:lnTo>
                  <a:pt x="1290558" y="44858"/>
                </a:lnTo>
                <a:lnTo>
                  <a:pt x="1290811" y="45159"/>
                </a:lnTo>
                <a:lnTo>
                  <a:pt x="1291058" y="45469"/>
                </a:lnTo>
                <a:lnTo>
                  <a:pt x="1291298" y="45789"/>
                </a:lnTo>
                <a:lnTo>
                  <a:pt x="1291532" y="46118"/>
                </a:lnTo>
                <a:lnTo>
                  <a:pt x="1291759" y="46457"/>
                </a:lnTo>
                <a:lnTo>
                  <a:pt x="1291979" y="46805"/>
                </a:lnTo>
                <a:lnTo>
                  <a:pt x="1292192" y="47162"/>
                </a:lnTo>
                <a:lnTo>
                  <a:pt x="1292399" y="47528"/>
                </a:lnTo>
                <a:lnTo>
                  <a:pt x="1292600" y="47904"/>
                </a:lnTo>
                <a:lnTo>
                  <a:pt x="1292793" y="48289"/>
                </a:lnTo>
                <a:lnTo>
                  <a:pt x="1292980" y="48685"/>
                </a:lnTo>
                <a:lnTo>
                  <a:pt x="1293158" y="49093"/>
                </a:lnTo>
                <a:lnTo>
                  <a:pt x="1293329" y="49513"/>
                </a:lnTo>
                <a:lnTo>
                  <a:pt x="1293491" y="49946"/>
                </a:lnTo>
                <a:lnTo>
                  <a:pt x="1293646" y="50390"/>
                </a:lnTo>
                <a:lnTo>
                  <a:pt x="1293792" y="50847"/>
                </a:lnTo>
                <a:lnTo>
                  <a:pt x="1293931" y="51316"/>
                </a:lnTo>
                <a:lnTo>
                  <a:pt x="1294062" y="51797"/>
                </a:lnTo>
                <a:lnTo>
                  <a:pt x="1294185" y="52290"/>
                </a:lnTo>
                <a:lnTo>
                  <a:pt x="1294300" y="52795"/>
                </a:lnTo>
                <a:lnTo>
                  <a:pt x="1294407" y="53312"/>
                </a:lnTo>
                <a:lnTo>
                  <a:pt x="1294506" y="53842"/>
                </a:lnTo>
                <a:lnTo>
                  <a:pt x="1294597" y="54384"/>
                </a:lnTo>
                <a:lnTo>
                  <a:pt x="1294681" y="54937"/>
                </a:lnTo>
                <a:lnTo>
                  <a:pt x="1294756" y="55503"/>
                </a:lnTo>
                <a:lnTo>
                  <a:pt x="1294823" y="56082"/>
                </a:lnTo>
                <a:lnTo>
                  <a:pt x="1294883" y="56672"/>
                </a:lnTo>
                <a:lnTo>
                  <a:pt x="1294934" y="57274"/>
                </a:lnTo>
                <a:lnTo>
                  <a:pt x="1294978" y="57889"/>
                </a:lnTo>
                <a:lnTo>
                  <a:pt x="1295014" y="58516"/>
                </a:lnTo>
                <a:lnTo>
                  <a:pt x="1295041" y="59155"/>
                </a:lnTo>
                <a:lnTo>
                  <a:pt x="1295061" y="59806"/>
                </a:lnTo>
                <a:lnTo>
                  <a:pt x="1295073" y="60469"/>
                </a:lnTo>
                <a:lnTo>
                  <a:pt x="1295077" y="61144"/>
                </a:lnTo>
                <a:lnTo>
                  <a:pt x="1295077" y="113154"/>
                </a:lnTo>
                <a:lnTo>
                  <a:pt x="1303917" y="113154"/>
                </a:lnTo>
                <a:lnTo>
                  <a:pt x="1303917" y="61218"/>
                </a:lnTo>
                <a:lnTo>
                  <a:pt x="1303914" y="60565"/>
                </a:lnTo>
                <a:lnTo>
                  <a:pt x="1303905" y="59920"/>
                </a:lnTo>
                <a:lnTo>
                  <a:pt x="1303890" y="59283"/>
                </a:lnTo>
                <a:lnTo>
                  <a:pt x="1303869" y="58655"/>
                </a:lnTo>
                <a:lnTo>
                  <a:pt x="1303842" y="58034"/>
                </a:lnTo>
                <a:lnTo>
                  <a:pt x="1303809" y="57422"/>
                </a:lnTo>
                <a:lnTo>
                  <a:pt x="1303770" y="56817"/>
                </a:lnTo>
                <a:lnTo>
                  <a:pt x="1303725" y="56221"/>
                </a:lnTo>
                <a:lnTo>
                  <a:pt x="1303674" y="55632"/>
                </a:lnTo>
                <a:lnTo>
                  <a:pt x="1303617" y="55052"/>
                </a:lnTo>
                <a:lnTo>
                  <a:pt x="1303553" y="54480"/>
                </a:lnTo>
                <a:lnTo>
                  <a:pt x="1303484" y="53916"/>
                </a:lnTo>
                <a:lnTo>
                  <a:pt x="1303409" y="53359"/>
                </a:lnTo>
                <a:lnTo>
                  <a:pt x="1303328" y="52811"/>
                </a:lnTo>
                <a:lnTo>
                  <a:pt x="1303241" y="52271"/>
                </a:lnTo>
                <a:lnTo>
                  <a:pt x="1303148" y="51739"/>
                </a:lnTo>
                <a:lnTo>
                  <a:pt x="1303049" y="51215"/>
                </a:lnTo>
                <a:lnTo>
                  <a:pt x="1302943" y="50699"/>
                </a:lnTo>
                <a:lnTo>
                  <a:pt x="1302832" y="50192"/>
                </a:lnTo>
                <a:lnTo>
                  <a:pt x="1302715" y="49692"/>
                </a:lnTo>
                <a:lnTo>
                  <a:pt x="1302592" y="49200"/>
                </a:lnTo>
                <a:lnTo>
                  <a:pt x="1302462" y="48717"/>
                </a:lnTo>
                <a:lnTo>
                  <a:pt x="1302327" y="48241"/>
                </a:lnTo>
                <a:lnTo>
                  <a:pt x="1302186" y="47773"/>
                </a:lnTo>
                <a:lnTo>
                  <a:pt x="1302039" y="47314"/>
                </a:lnTo>
                <a:lnTo>
                  <a:pt x="1301887" y="46861"/>
                </a:lnTo>
                <a:lnTo>
                  <a:pt x="1301729" y="46415"/>
                </a:lnTo>
                <a:lnTo>
                  <a:pt x="1301566" y="45977"/>
                </a:lnTo>
                <a:lnTo>
                  <a:pt x="1301397" y="45546"/>
                </a:lnTo>
                <a:lnTo>
                  <a:pt x="1301224" y="45121"/>
                </a:lnTo>
                <a:lnTo>
                  <a:pt x="1301044" y="44705"/>
                </a:lnTo>
                <a:lnTo>
                  <a:pt x="1300860" y="44295"/>
                </a:lnTo>
                <a:lnTo>
                  <a:pt x="1300670" y="43892"/>
                </a:lnTo>
                <a:lnTo>
                  <a:pt x="1300475" y="43497"/>
                </a:lnTo>
                <a:lnTo>
                  <a:pt x="1300274" y="43108"/>
                </a:lnTo>
                <a:lnTo>
                  <a:pt x="1300068" y="42727"/>
                </a:lnTo>
                <a:lnTo>
                  <a:pt x="1299857" y="42353"/>
                </a:lnTo>
                <a:lnTo>
                  <a:pt x="1299640" y="41986"/>
                </a:lnTo>
                <a:lnTo>
                  <a:pt x="1299418" y="41627"/>
                </a:lnTo>
                <a:lnTo>
                  <a:pt x="1299190" y="41274"/>
                </a:lnTo>
                <a:lnTo>
                  <a:pt x="1298957" y="40929"/>
                </a:lnTo>
                <a:lnTo>
                  <a:pt x="1298719" y="40591"/>
                </a:lnTo>
                <a:lnTo>
                  <a:pt x="1298475" y="40260"/>
                </a:lnTo>
                <a:lnTo>
                  <a:pt x="1298226" y="39936"/>
                </a:lnTo>
                <a:lnTo>
                  <a:pt x="1297972" y="39619"/>
                </a:lnTo>
                <a:lnTo>
                  <a:pt x="1297712" y="39310"/>
                </a:lnTo>
                <a:lnTo>
                  <a:pt x="1297447" y="39008"/>
                </a:lnTo>
                <a:lnTo>
                  <a:pt x="1297177" y="38712"/>
                </a:lnTo>
                <a:lnTo>
                  <a:pt x="1296901" y="38424"/>
                </a:lnTo>
                <a:lnTo>
                  <a:pt x="1296620" y="38142"/>
                </a:lnTo>
                <a:lnTo>
                  <a:pt x="1296335" y="37867"/>
                </a:lnTo>
                <a:lnTo>
                  <a:pt x="1296044" y="37598"/>
                </a:lnTo>
                <a:lnTo>
                  <a:pt x="1295748" y="37336"/>
                </a:lnTo>
                <a:lnTo>
                  <a:pt x="1295448" y="37080"/>
                </a:lnTo>
                <a:lnTo>
                  <a:pt x="1295142" y="36831"/>
                </a:lnTo>
                <a:lnTo>
                  <a:pt x="1294831" y="36588"/>
                </a:lnTo>
                <a:lnTo>
                  <a:pt x="1294516" y="36352"/>
                </a:lnTo>
                <a:lnTo>
                  <a:pt x="1294195" y="36122"/>
                </a:lnTo>
                <a:lnTo>
                  <a:pt x="1293870" y="35899"/>
                </a:lnTo>
                <a:lnTo>
                  <a:pt x="1293539" y="35683"/>
                </a:lnTo>
                <a:lnTo>
                  <a:pt x="1293204" y="35473"/>
                </a:lnTo>
                <a:lnTo>
                  <a:pt x="1292863" y="35269"/>
                </a:lnTo>
                <a:lnTo>
                  <a:pt x="1292518" y="35072"/>
                </a:lnTo>
                <a:lnTo>
                  <a:pt x="1292167" y="34882"/>
                </a:lnTo>
                <a:lnTo>
                  <a:pt x="1291812" y="34698"/>
                </a:lnTo>
                <a:lnTo>
                  <a:pt x="1291451" y="34520"/>
                </a:lnTo>
                <a:lnTo>
                  <a:pt x="1291086" y="34349"/>
                </a:lnTo>
                <a:lnTo>
                  <a:pt x="1290715" y="34185"/>
                </a:lnTo>
                <a:lnTo>
                  <a:pt x="1290340" y="34027"/>
                </a:lnTo>
                <a:lnTo>
                  <a:pt x="1289959" y="33876"/>
                </a:lnTo>
                <a:lnTo>
                  <a:pt x="1289574" y="33731"/>
                </a:lnTo>
                <a:lnTo>
                  <a:pt x="1289184" y="33592"/>
                </a:lnTo>
                <a:lnTo>
                  <a:pt x="1288789" y="33460"/>
                </a:lnTo>
                <a:lnTo>
                  <a:pt x="1288389" y="33334"/>
                </a:lnTo>
                <a:lnTo>
                  <a:pt x="1287985" y="33213"/>
                </a:lnTo>
                <a:lnTo>
                  <a:pt x="1287577" y="33097"/>
                </a:lnTo>
                <a:lnTo>
                  <a:pt x="1287165" y="32988"/>
                </a:lnTo>
                <a:lnTo>
                  <a:pt x="1286748" y="32883"/>
                </a:lnTo>
                <a:lnTo>
                  <a:pt x="1286327" y="32785"/>
                </a:lnTo>
                <a:lnTo>
                  <a:pt x="1285901" y="32692"/>
                </a:lnTo>
                <a:lnTo>
                  <a:pt x="1285471" y="32605"/>
                </a:lnTo>
                <a:lnTo>
                  <a:pt x="1285037" y="32523"/>
                </a:lnTo>
                <a:lnTo>
                  <a:pt x="1284599" y="32447"/>
                </a:lnTo>
                <a:lnTo>
                  <a:pt x="1284156" y="32377"/>
                </a:lnTo>
                <a:lnTo>
                  <a:pt x="1283709" y="32312"/>
                </a:lnTo>
                <a:lnTo>
                  <a:pt x="1283257" y="32253"/>
                </a:lnTo>
                <a:lnTo>
                  <a:pt x="1282801" y="32200"/>
                </a:lnTo>
                <a:lnTo>
                  <a:pt x="1282341" y="32152"/>
                </a:lnTo>
                <a:lnTo>
                  <a:pt x="1281876" y="32110"/>
                </a:lnTo>
                <a:lnTo>
                  <a:pt x="1281407" y="32073"/>
                </a:lnTo>
                <a:lnTo>
                  <a:pt x="1280934" y="32042"/>
                </a:lnTo>
                <a:lnTo>
                  <a:pt x="1280456" y="32017"/>
                </a:lnTo>
                <a:lnTo>
                  <a:pt x="1279974" y="31997"/>
                </a:lnTo>
                <a:lnTo>
                  <a:pt x="1279488" y="31983"/>
                </a:lnTo>
                <a:lnTo>
                  <a:pt x="1278997" y="31975"/>
                </a:lnTo>
                <a:lnTo>
                  <a:pt x="1278502" y="31972"/>
                </a:lnTo>
                <a:lnTo>
                  <a:pt x="1277933" y="31976"/>
                </a:lnTo>
                <a:lnTo>
                  <a:pt x="1277368" y="31990"/>
                </a:lnTo>
                <a:lnTo>
                  <a:pt x="1276807" y="32013"/>
                </a:lnTo>
                <a:lnTo>
                  <a:pt x="1276251" y="32045"/>
                </a:lnTo>
                <a:lnTo>
                  <a:pt x="1275698" y="32087"/>
                </a:lnTo>
                <a:lnTo>
                  <a:pt x="1275150" y="32138"/>
                </a:lnTo>
                <a:lnTo>
                  <a:pt x="1274606" y="32197"/>
                </a:lnTo>
                <a:lnTo>
                  <a:pt x="1274065" y="32266"/>
                </a:lnTo>
                <a:lnTo>
                  <a:pt x="1273529" y="32345"/>
                </a:lnTo>
                <a:lnTo>
                  <a:pt x="1272997" y="32432"/>
                </a:lnTo>
                <a:lnTo>
                  <a:pt x="1272469" y="32529"/>
                </a:lnTo>
                <a:lnTo>
                  <a:pt x="1271945" y="32635"/>
                </a:lnTo>
                <a:lnTo>
                  <a:pt x="1271426" y="32750"/>
                </a:lnTo>
                <a:lnTo>
                  <a:pt x="1270910" y="32874"/>
                </a:lnTo>
                <a:lnTo>
                  <a:pt x="1270398" y="33008"/>
                </a:lnTo>
                <a:lnTo>
                  <a:pt x="1269891" y="33150"/>
                </a:lnTo>
                <a:lnTo>
                  <a:pt x="1269387" y="33302"/>
                </a:lnTo>
                <a:lnTo>
                  <a:pt x="1268888" y="33464"/>
                </a:lnTo>
                <a:lnTo>
                  <a:pt x="1268393" y="33634"/>
                </a:lnTo>
                <a:lnTo>
                  <a:pt x="1267902" y="33813"/>
                </a:lnTo>
                <a:lnTo>
                  <a:pt x="1267415" y="34002"/>
                </a:lnTo>
                <a:lnTo>
                  <a:pt x="1266932" y="34200"/>
                </a:lnTo>
                <a:lnTo>
                  <a:pt x="1266453" y="34407"/>
                </a:lnTo>
                <a:lnTo>
                  <a:pt x="1265978" y="34624"/>
                </a:lnTo>
                <a:lnTo>
                  <a:pt x="1265508" y="34848"/>
                </a:lnTo>
                <a:lnTo>
                  <a:pt x="1265043" y="35080"/>
                </a:lnTo>
                <a:lnTo>
                  <a:pt x="1264584" y="35319"/>
                </a:lnTo>
                <a:lnTo>
                  <a:pt x="1264129" y="35565"/>
                </a:lnTo>
                <a:lnTo>
                  <a:pt x="1263680" y="35818"/>
                </a:lnTo>
                <a:lnTo>
                  <a:pt x="1263236" y="36079"/>
                </a:lnTo>
                <a:lnTo>
                  <a:pt x="1262798" y="36346"/>
                </a:lnTo>
                <a:lnTo>
                  <a:pt x="1262364" y="36621"/>
                </a:lnTo>
                <a:lnTo>
                  <a:pt x="1261936" y="36903"/>
                </a:lnTo>
                <a:lnTo>
                  <a:pt x="1261513" y="37192"/>
                </a:lnTo>
                <a:lnTo>
                  <a:pt x="1261096" y="37488"/>
                </a:lnTo>
                <a:lnTo>
                  <a:pt x="1260683" y="37792"/>
                </a:lnTo>
                <a:lnTo>
                  <a:pt x="1260276" y="38102"/>
                </a:lnTo>
                <a:lnTo>
                  <a:pt x="1259874" y="38420"/>
                </a:lnTo>
                <a:lnTo>
                  <a:pt x="1259478" y="38745"/>
                </a:lnTo>
                <a:lnTo>
                  <a:pt x="1259086" y="39077"/>
                </a:lnTo>
                <a:lnTo>
                  <a:pt x="1258700" y="39416"/>
                </a:lnTo>
                <a:lnTo>
                  <a:pt x="1258319" y="39762"/>
                </a:lnTo>
                <a:lnTo>
                  <a:pt x="1257943" y="40116"/>
                </a:lnTo>
                <a:lnTo>
                  <a:pt x="1257573" y="40476"/>
                </a:lnTo>
                <a:lnTo>
                  <a:pt x="1257208" y="40844"/>
                </a:lnTo>
                <a:lnTo>
                  <a:pt x="1256848" y="41219"/>
                </a:lnTo>
                <a:lnTo>
                  <a:pt x="1256493" y="41601"/>
                </a:lnTo>
                <a:lnTo>
                  <a:pt x="1256144" y="41991"/>
                </a:lnTo>
                <a:lnTo>
                  <a:pt x="1255800" y="42386"/>
                </a:lnTo>
                <a:lnTo>
                  <a:pt x="1255462" y="42787"/>
                </a:lnTo>
                <a:lnTo>
                  <a:pt x="1255130" y="43192"/>
                </a:lnTo>
                <a:lnTo>
                  <a:pt x="1254804" y="43603"/>
                </a:lnTo>
                <a:lnTo>
                  <a:pt x="1254485" y="44019"/>
                </a:lnTo>
                <a:lnTo>
                  <a:pt x="1254171" y="44440"/>
                </a:lnTo>
                <a:lnTo>
                  <a:pt x="1253863" y="44866"/>
                </a:lnTo>
                <a:lnTo>
                  <a:pt x="1253561" y="45297"/>
                </a:lnTo>
                <a:lnTo>
                  <a:pt x="1253265" y="45734"/>
                </a:lnTo>
                <a:lnTo>
                  <a:pt x="1252976" y="46175"/>
                </a:lnTo>
                <a:lnTo>
                  <a:pt x="1252692" y="46622"/>
                </a:lnTo>
                <a:lnTo>
                  <a:pt x="1252495" y="46943"/>
                </a:lnTo>
                <a:lnTo>
                  <a:pt x="1252202" y="33445"/>
                </a:lnTo>
                <a:lnTo>
                  <a:pt x="1243804" y="33445"/>
                </a:lnTo>
                <a:lnTo>
                  <a:pt x="1243804" y="113154"/>
                </a:lnTo>
                <a:lnTo>
                  <a:pt x="1252571" y="113154"/>
                </a:lnTo>
                <a:lnTo>
                  <a:pt x="1252571" y="58474"/>
                </a:lnTo>
                <a:lnTo>
                  <a:pt x="1252716" y="58073"/>
                </a:lnTo>
                <a:lnTo>
                  <a:pt x="1252871" y="57663"/>
                </a:lnTo>
                <a:lnTo>
                  <a:pt x="1253030" y="57256"/>
                </a:lnTo>
                <a:lnTo>
                  <a:pt x="1253195" y="56851"/>
                </a:lnTo>
                <a:close/>
                <a:moveTo>
                  <a:pt x="1380696" y="122777"/>
                </a:moveTo>
                <a:lnTo>
                  <a:pt x="1380552" y="123160"/>
                </a:lnTo>
                <a:lnTo>
                  <a:pt x="1380407" y="123537"/>
                </a:lnTo>
                <a:lnTo>
                  <a:pt x="1380259" y="123909"/>
                </a:lnTo>
                <a:lnTo>
                  <a:pt x="1380110" y="124276"/>
                </a:lnTo>
                <a:lnTo>
                  <a:pt x="1379959" y="124637"/>
                </a:lnTo>
                <a:lnTo>
                  <a:pt x="1379806" y="124993"/>
                </a:lnTo>
                <a:lnTo>
                  <a:pt x="1379651" y="125345"/>
                </a:lnTo>
                <a:lnTo>
                  <a:pt x="1379495" y="125690"/>
                </a:lnTo>
                <a:lnTo>
                  <a:pt x="1379337" y="126031"/>
                </a:lnTo>
                <a:lnTo>
                  <a:pt x="1379177" y="126367"/>
                </a:lnTo>
                <a:lnTo>
                  <a:pt x="1379015" y="126697"/>
                </a:lnTo>
                <a:lnTo>
                  <a:pt x="1378851" y="127022"/>
                </a:lnTo>
                <a:lnTo>
                  <a:pt x="1378686" y="127342"/>
                </a:lnTo>
                <a:lnTo>
                  <a:pt x="1378519" y="127656"/>
                </a:lnTo>
                <a:lnTo>
                  <a:pt x="1378350" y="127966"/>
                </a:lnTo>
                <a:lnTo>
                  <a:pt x="1378179" y="128270"/>
                </a:lnTo>
                <a:lnTo>
                  <a:pt x="1378007" y="128569"/>
                </a:lnTo>
                <a:lnTo>
                  <a:pt x="1377832" y="128863"/>
                </a:lnTo>
                <a:lnTo>
                  <a:pt x="1377656" y="129151"/>
                </a:lnTo>
                <a:lnTo>
                  <a:pt x="1377478" y="129435"/>
                </a:lnTo>
                <a:lnTo>
                  <a:pt x="1377299" y="129713"/>
                </a:lnTo>
                <a:lnTo>
                  <a:pt x="1377117" y="129986"/>
                </a:lnTo>
                <a:lnTo>
                  <a:pt x="1376934" y="130254"/>
                </a:lnTo>
                <a:lnTo>
                  <a:pt x="1376748" y="130516"/>
                </a:lnTo>
                <a:lnTo>
                  <a:pt x="1376558" y="130773"/>
                </a:lnTo>
                <a:lnTo>
                  <a:pt x="1376365" y="131024"/>
                </a:lnTo>
                <a:lnTo>
                  <a:pt x="1376167" y="131270"/>
                </a:lnTo>
                <a:lnTo>
                  <a:pt x="1375967" y="131511"/>
                </a:lnTo>
                <a:lnTo>
                  <a:pt x="1375762" y="131746"/>
                </a:lnTo>
                <a:lnTo>
                  <a:pt x="1375554" y="131976"/>
                </a:lnTo>
                <a:lnTo>
                  <a:pt x="1375342" y="132200"/>
                </a:lnTo>
                <a:lnTo>
                  <a:pt x="1375126" y="132419"/>
                </a:lnTo>
                <a:lnTo>
                  <a:pt x="1374907" y="132632"/>
                </a:lnTo>
                <a:lnTo>
                  <a:pt x="1374684" y="132840"/>
                </a:lnTo>
                <a:lnTo>
                  <a:pt x="1374457" y="133042"/>
                </a:lnTo>
                <a:lnTo>
                  <a:pt x="1374226" y="133239"/>
                </a:lnTo>
                <a:lnTo>
                  <a:pt x="1373992" y="133430"/>
                </a:lnTo>
                <a:lnTo>
                  <a:pt x="1373754" y="133616"/>
                </a:lnTo>
                <a:lnTo>
                  <a:pt x="1373512" y="133797"/>
                </a:lnTo>
                <a:lnTo>
                  <a:pt x="1373267" y="133972"/>
                </a:lnTo>
                <a:lnTo>
                  <a:pt x="1373018" y="134141"/>
                </a:lnTo>
                <a:lnTo>
                  <a:pt x="1372765" y="134306"/>
                </a:lnTo>
                <a:lnTo>
                  <a:pt x="1372509" y="134464"/>
                </a:lnTo>
                <a:lnTo>
                  <a:pt x="1372248" y="134617"/>
                </a:lnTo>
                <a:lnTo>
                  <a:pt x="1371985" y="134765"/>
                </a:lnTo>
                <a:lnTo>
                  <a:pt x="1371717" y="134908"/>
                </a:lnTo>
                <a:lnTo>
                  <a:pt x="1371446" y="135044"/>
                </a:lnTo>
                <a:lnTo>
                  <a:pt x="1371170" y="135176"/>
                </a:lnTo>
                <a:lnTo>
                  <a:pt x="1370889" y="135301"/>
                </a:lnTo>
                <a:lnTo>
                  <a:pt x="1370602" y="135421"/>
                </a:lnTo>
                <a:lnTo>
                  <a:pt x="1370311" y="135536"/>
                </a:lnTo>
                <a:lnTo>
                  <a:pt x="1370014" y="135645"/>
                </a:lnTo>
                <a:lnTo>
                  <a:pt x="1369712" y="135748"/>
                </a:lnTo>
                <a:lnTo>
                  <a:pt x="1369405" y="135846"/>
                </a:lnTo>
                <a:lnTo>
                  <a:pt x="1369092" y="135938"/>
                </a:lnTo>
                <a:lnTo>
                  <a:pt x="1368775" y="136025"/>
                </a:lnTo>
                <a:lnTo>
                  <a:pt x="1368452" y="136106"/>
                </a:lnTo>
                <a:lnTo>
                  <a:pt x="1368123" y="136181"/>
                </a:lnTo>
                <a:lnTo>
                  <a:pt x="1367790" y="136251"/>
                </a:lnTo>
                <a:lnTo>
                  <a:pt x="1367451" y="136315"/>
                </a:lnTo>
                <a:lnTo>
                  <a:pt x="1367107" y="136374"/>
                </a:lnTo>
                <a:lnTo>
                  <a:pt x="1366758" y="136427"/>
                </a:lnTo>
                <a:lnTo>
                  <a:pt x="1366403" y="136475"/>
                </a:lnTo>
                <a:lnTo>
                  <a:pt x="1366044" y="136517"/>
                </a:lnTo>
                <a:lnTo>
                  <a:pt x="1365679" y="136553"/>
                </a:lnTo>
                <a:lnTo>
                  <a:pt x="1365309" y="136584"/>
                </a:lnTo>
                <a:lnTo>
                  <a:pt x="1364933" y="136609"/>
                </a:lnTo>
                <a:lnTo>
                  <a:pt x="1364552" y="136628"/>
                </a:lnTo>
                <a:lnTo>
                  <a:pt x="1364167" y="136642"/>
                </a:lnTo>
                <a:lnTo>
                  <a:pt x="1363775" y="136651"/>
                </a:lnTo>
                <a:lnTo>
                  <a:pt x="1363379" y="136654"/>
                </a:lnTo>
                <a:lnTo>
                  <a:pt x="1363328" y="136653"/>
                </a:lnTo>
                <a:lnTo>
                  <a:pt x="1363274" y="136652"/>
                </a:lnTo>
                <a:lnTo>
                  <a:pt x="1363217" y="136651"/>
                </a:lnTo>
                <a:lnTo>
                  <a:pt x="1363156" y="136649"/>
                </a:lnTo>
                <a:lnTo>
                  <a:pt x="1363092" y="136647"/>
                </a:lnTo>
                <a:lnTo>
                  <a:pt x="1363024" y="136644"/>
                </a:lnTo>
                <a:lnTo>
                  <a:pt x="1362954" y="136641"/>
                </a:lnTo>
                <a:lnTo>
                  <a:pt x="1362880" y="136637"/>
                </a:lnTo>
                <a:lnTo>
                  <a:pt x="1362802" y="136633"/>
                </a:lnTo>
                <a:lnTo>
                  <a:pt x="1362722" y="136628"/>
                </a:lnTo>
                <a:lnTo>
                  <a:pt x="1362638" y="136623"/>
                </a:lnTo>
                <a:lnTo>
                  <a:pt x="1362550" y="136617"/>
                </a:lnTo>
                <a:lnTo>
                  <a:pt x="1362460" y="136610"/>
                </a:lnTo>
                <a:lnTo>
                  <a:pt x="1362366" y="136603"/>
                </a:lnTo>
                <a:lnTo>
                  <a:pt x="1362268" y="136596"/>
                </a:lnTo>
                <a:lnTo>
                  <a:pt x="1362168" y="136588"/>
                </a:lnTo>
                <a:lnTo>
                  <a:pt x="1362064" y="136580"/>
                </a:lnTo>
                <a:lnTo>
                  <a:pt x="1361956" y="136571"/>
                </a:lnTo>
                <a:lnTo>
                  <a:pt x="1361846" y="136561"/>
                </a:lnTo>
                <a:lnTo>
                  <a:pt x="1361732" y="136551"/>
                </a:lnTo>
                <a:lnTo>
                  <a:pt x="1361614" y="136541"/>
                </a:lnTo>
                <a:lnTo>
                  <a:pt x="1361494" y="136530"/>
                </a:lnTo>
                <a:lnTo>
                  <a:pt x="1361370" y="136518"/>
                </a:lnTo>
                <a:lnTo>
                  <a:pt x="1361243" y="136506"/>
                </a:lnTo>
                <a:lnTo>
                  <a:pt x="1361115" y="136494"/>
                </a:lnTo>
                <a:lnTo>
                  <a:pt x="1360990" y="136482"/>
                </a:lnTo>
                <a:lnTo>
                  <a:pt x="1360867" y="136469"/>
                </a:lnTo>
                <a:lnTo>
                  <a:pt x="1360747" y="136457"/>
                </a:lnTo>
                <a:lnTo>
                  <a:pt x="1360630" y="136445"/>
                </a:lnTo>
                <a:lnTo>
                  <a:pt x="1360515" y="136433"/>
                </a:lnTo>
                <a:lnTo>
                  <a:pt x="1360403" y="136420"/>
                </a:lnTo>
                <a:lnTo>
                  <a:pt x="1360293" y="136408"/>
                </a:lnTo>
                <a:lnTo>
                  <a:pt x="1360186" y="136396"/>
                </a:lnTo>
                <a:lnTo>
                  <a:pt x="1360081" y="136383"/>
                </a:lnTo>
                <a:lnTo>
                  <a:pt x="1359979" y="136371"/>
                </a:lnTo>
                <a:lnTo>
                  <a:pt x="1359880" y="136359"/>
                </a:lnTo>
                <a:lnTo>
                  <a:pt x="1359783" y="136347"/>
                </a:lnTo>
                <a:lnTo>
                  <a:pt x="1359688" y="136334"/>
                </a:lnTo>
                <a:lnTo>
                  <a:pt x="1359597" y="136322"/>
                </a:lnTo>
                <a:lnTo>
                  <a:pt x="1359507" y="136310"/>
                </a:lnTo>
                <a:lnTo>
                  <a:pt x="1359421" y="136297"/>
                </a:lnTo>
                <a:lnTo>
                  <a:pt x="1359336" y="136285"/>
                </a:lnTo>
                <a:lnTo>
                  <a:pt x="1359255" y="136273"/>
                </a:lnTo>
                <a:lnTo>
                  <a:pt x="1359176" y="136261"/>
                </a:lnTo>
                <a:lnTo>
                  <a:pt x="1359099" y="136248"/>
                </a:lnTo>
                <a:lnTo>
                  <a:pt x="1359025" y="136236"/>
                </a:lnTo>
                <a:lnTo>
                  <a:pt x="1358954" y="136224"/>
                </a:lnTo>
                <a:lnTo>
                  <a:pt x="1358885" y="136212"/>
                </a:lnTo>
                <a:lnTo>
                  <a:pt x="1358959" y="143578"/>
                </a:lnTo>
                <a:lnTo>
                  <a:pt x="1359041" y="143609"/>
                </a:lnTo>
                <a:lnTo>
                  <a:pt x="1359127" y="143639"/>
                </a:lnTo>
                <a:lnTo>
                  <a:pt x="1359218" y="143670"/>
                </a:lnTo>
                <a:lnTo>
                  <a:pt x="1359313" y="143700"/>
                </a:lnTo>
                <a:lnTo>
                  <a:pt x="1359412" y="143730"/>
                </a:lnTo>
                <a:lnTo>
                  <a:pt x="1359516" y="143760"/>
                </a:lnTo>
                <a:lnTo>
                  <a:pt x="1359624" y="143790"/>
                </a:lnTo>
                <a:lnTo>
                  <a:pt x="1359736" y="143820"/>
                </a:lnTo>
                <a:lnTo>
                  <a:pt x="1359853" y="143849"/>
                </a:lnTo>
                <a:lnTo>
                  <a:pt x="1359974" y="143879"/>
                </a:lnTo>
                <a:lnTo>
                  <a:pt x="1360100" y="143908"/>
                </a:lnTo>
                <a:lnTo>
                  <a:pt x="1360230" y="143937"/>
                </a:lnTo>
                <a:lnTo>
                  <a:pt x="1360364" y="143966"/>
                </a:lnTo>
                <a:lnTo>
                  <a:pt x="1360502" y="143995"/>
                </a:lnTo>
                <a:lnTo>
                  <a:pt x="1360645" y="144024"/>
                </a:lnTo>
                <a:lnTo>
                  <a:pt x="1360792" y="144053"/>
                </a:lnTo>
                <a:lnTo>
                  <a:pt x="1360944" y="144082"/>
                </a:lnTo>
                <a:lnTo>
                  <a:pt x="1361100" y="144110"/>
                </a:lnTo>
                <a:lnTo>
                  <a:pt x="1361260" y="144138"/>
                </a:lnTo>
                <a:lnTo>
                  <a:pt x="1361425" y="144167"/>
                </a:lnTo>
                <a:lnTo>
                  <a:pt x="1361594" y="144195"/>
                </a:lnTo>
                <a:lnTo>
                  <a:pt x="1361767" y="144223"/>
                </a:lnTo>
                <a:lnTo>
                  <a:pt x="1361945" y="144250"/>
                </a:lnTo>
                <a:lnTo>
                  <a:pt x="1362127" y="144278"/>
                </a:lnTo>
                <a:lnTo>
                  <a:pt x="1362309" y="144305"/>
                </a:lnTo>
                <a:lnTo>
                  <a:pt x="1362489" y="144331"/>
                </a:lnTo>
                <a:lnTo>
                  <a:pt x="1362666" y="144356"/>
                </a:lnTo>
                <a:lnTo>
                  <a:pt x="1362841" y="144379"/>
                </a:lnTo>
                <a:lnTo>
                  <a:pt x="1363012" y="144402"/>
                </a:lnTo>
                <a:lnTo>
                  <a:pt x="1363181" y="144423"/>
                </a:lnTo>
                <a:lnTo>
                  <a:pt x="1363347" y="144443"/>
                </a:lnTo>
                <a:lnTo>
                  <a:pt x="1363510" y="144462"/>
                </a:lnTo>
                <a:lnTo>
                  <a:pt x="1363670" y="144480"/>
                </a:lnTo>
                <a:lnTo>
                  <a:pt x="1363828" y="144497"/>
                </a:lnTo>
                <a:lnTo>
                  <a:pt x="1363982" y="144512"/>
                </a:lnTo>
                <a:lnTo>
                  <a:pt x="1364134" y="144527"/>
                </a:lnTo>
                <a:lnTo>
                  <a:pt x="1364283" y="144540"/>
                </a:lnTo>
                <a:lnTo>
                  <a:pt x="1364429" y="144552"/>
                </a:lnTo>
                <a:lnTo>
                  <a:pt x="1364573" y="144563"/>
                </a:lnTo>
                <a:lnTo>
                  <a:pt x="1364713" y="144573"/>
                </a:lnTo>
                <a:lnTo>
                  <a:pt x="1364851" y="144581"/>
                </a:lnTo>
                <a:lnTo>
                  <a:pt x="1364986" y="144589"/>
                </a:lnTo>
                <a:lnTo>
                  <a:pt x="1365118" y="144595"/>
                </a:lnTo>
                <a:lnTo>
                  <a:pt x="1365247" y="144600"/>
                </a:lnTo>
                <a:lnTo>
                  <a:pt x="1365374" y="144604"/>
                </a:lnTo>
                <a:lnTo>
                  <a:pt x="1365497" y="144607"/>
                </a:lnTo>
                <a:lnTo>
                  <a:pt x="1365618" y="144609"/>
                </a:lnTo>
                <a:lnTo>
                  <a:pt x="1365736" y="144610"/>
                </a:lnTo>
                <a:lnTo>
                  <a:pt x="1366188" y="144606"/>
                </a:lnTo>
                <a:lnTo>
                  <a:pt x="1366633" y="144596"/>
                </a:lnTo>
                <a:lnTo>
                  <a:pt x="1367073" y="144579"/>
                </a:lnTo>
                <a:lnTo>
                  <a:pt x="1367507" y="144556"/>
                </a:lnTo>
                <a:lnTo>
                  <a:pt x="1367936" y="144525"/>
                </a:lnTo>
                <a:lnTo>
                  <a:pt x="1368358" y="144488"/>
                </a:lnTo>
                <a:lnTo>
                  <a:pt x="1368775" y="144445"/>
                </a:lnTo>
                <a:lnTo>
                  <a:pt x="1369186" y="144394"/>
                </a:lnTo>
                <a:lnTo>
                  <a:pt x="1369592" y="144337"/>
                </a:lnTo>
                <a:lnTo>
                  <a:pt x="1369991" y="144273"/>
                </a:lnTo>
                <a:lnTo>
                  <a:pt x="1370385" y="144202"/>
                </a:lnTo>
                <a:lnTo>
                  <a:pt x="1370773" y="144124"/>
                </a:lnTo>
                <a:lnTo>
                  <a:pt x="1371156" y="144040"/>
                </a:lnTo>
                <a:lnTo>
                  <a:pt x="1371532" y="143949"/>
                </a:lnTo>
                <a:lnTo>
                  <a:pt x="1371903" y="143852"/>
                </a:lnTo>
                <a:lnTo>
                  <a:pt x="1372268" y="143747"/>
                </a:lnTo>
                <a:lnTo>
                  <a:pt x="1372628" y="143636"/>
                </a:lnTo>
                <a:lnTo>
                  <a:pt x="1372981" y="143518"/>
                </a:lnTo>
                <a:lnTo>
                  <a:pt x="1373329" y="143393"/>
                </a:lnTo>
                <a:lnTo>
                  <a:pt x="1373671" y="143262"/>
                </a:lnTo>
                <a:lnTo>
                  <a:pt x="1374007" y="143124"/>
                </a:lnTo>
                <a:lnTo>
                  <a:pt x="1374338" y="142979"/>
                </a:lnTo>
                <a:lnTo>
                  <a:pt x="1374663" y="142827"/>
                </a:lnTo>
                <a:lnTo>
                  <a:pt x="1374982" y="142669"/>
                </a:lnTo>
                <a:lnTo>
                  <a:pt x="1375296" y="142505"/>
                </a:lnTo>
                <a:lnTo>
                  <a:pt x="1375605" y="142338"/>
                </a:lnTo>
                <a:lnTo>
                  <a:pt x="1375911" y="142167"/>
                </a:lnTo>
                <a:lnTo>
                  <a:pt x="1376211" y="141992"/>
                </a:lnTo>
                <a:lnTo>
                  <a:pt x="1376508" y="141814"/>
                </a:lnTo>
                <a:lnTo>
                  <a:pt x="1376800" y="141631"/>
                </a:lnTo>
                <a:lnTo>
                  <a:pt x="1377088" y="141445"/>
                </a:lnTo>
                <a:lnTo>
                  <a:pt x="1377372" y="141255"/>
                </a:lnTo>
                <a:lnTo>
                  <a:pt x="1377651" y="141061"/>
                </a:lnTo>
                <a:lnTo>
                  <a:pt x="1377926" y="140863"/>
                </a:lnTo>
                <a:lnTo>
                  <a:pt x="1378196" y="140661"/>
                </a:lnTo>
                <a:lnTo>
                  <a:pt x="1378462" y="140456"/>
                </a:lnTo>
                <a:lnTo>
                  <a:pt x="1378724" y="140247"/>
                </a:lnTo>
                <a:lnTo>
                  <a:pt x="1378982" y="140034"/>
                </a:lnTo>
                <a:lnTo>
                  <a:pt x="1379235" y="139817"/>
                </a:lnTo>
                <a:lnTo>
                  <a:pt x="1379484" y="139596"/>
                </a:lnTo>
                <a:lnTo>
                  <a:pt x="1379728" y="139372"/>
                </a:lnTo>
                <a:lnTo>
                  <a:pt x="1379968" y="139144"/>
                </a:lnTo>
                <a:lnTo>
                  <a:pt x="1380204" y="138912"/>
                </a:lnTo>
                <a:lnTo>
                  <a:pt x="1380435" y="138676"/>
                </a:lnTo>
                <a:lnTo>
                  <a:pt x="1380662" y="138436"/>
                </a:lnTo>
                <a:lnTo>
                  <a:pt x="1380885" y="138193"/>
                </a:lnTo>
                <a:lnTo>
                  <a:pt x="1381103" y="137945"/>
                </a:lnTo>
                <a:lnTo>
                  <a:pt x="1381317" y="137694"/>
                </a:lnTo>
                <a:lnTo>
                  <a:pt x="1381527" y="137441"/>
                </a:lnTo>
                <a:lnTo>
                  <a:pt x="1381734" y="137186"/>
                </a:lnTo>
                <a:lnTo>
                  <a:pt x="1381937" y="136930"/>
                </a:lnTo>
                <a:lnTo>
                  <a:pt x="1382138" y="136674"/>
                </a:lnTo>
                <a:lnTo>
                  <a:pt x="1382334" y="136416"/>
                </a:lnTo>
                <a:lnTo>
                  <a:pt x="1382528" y="136157"/>
                </a:lnTo>
                <a:lnTo>
                  <a:pt x="1382718" y="135898"/>
                </a:lnTo>
                <a:lnTo>
                  <a:pt x="1382905" y="135637"/>
                </a:lnTo>
                <a:lnTo>
                  <a:pt x="1383089" y="135375"/>
                </a:lnTo>
                <a:lnTo>
                  <a:pt x="1383269" y="135113"/>
                </a:lnTo>
                <a:lnTo>
                  <a:pt x="1383446" y="134849"/>
                </a:lnTo>
                <a:lnTo>
                  <a:pt x="1383619" y="134584"/>
                </a:lnTo>
                <a:lnTo>
                  <a:pt x="1383789" y="134318"/>
                </a:lnTo>
                <a:lnTo>
                  <a:pt x="1383956" y="134051"/>
                </a:lnTo>
                <a:lnTo>
                  <a:pt x="1384120" y="133783"/>
                </a:lnTo>
                <a:lnTo>
                  <a:pt x="1384280" y="133514"/>
                </a:lnTo>
                <a:lnTo>
                  <a:pt x="1384437" y="133245"/>
                </a:lnTo>
                <a:lnTo>
                  <a:pt x="1384591" y="132974"/>
                </a:lnTo>
                <a:lnTo>
                  <a:pt x="1384741" y="132702"/>
                </a:lnTo>
                <a:lnTo>
                  <a:pt x="1384888" y="132429"/>
                </a:lnTo>
                <a:lnTo>
                  <a:pt x="1385031" y="132155"/>
                </a:lnTo>
                <a:lnTo>
                  <a:pt x="1385172" y="131880"/>
                </a:lnTo>
                <a:lnTo>
                  <a:pt x="1385309" y="131604"/>
                </a:lnTo>
                <a:lnTo>
                  <a:pt x="1385442" y="131326"/>
                </a:lnTo>
                <a:lnTo>
                  <a:pt x="1385573" y="131050"/>
                </a:lnTo>
                <a:lnTo>
                  <a:pt x="1385703" y="130776"/>
                </a:lnTo>
                <a:lnTo>
                  <a:pt x="1385830" y="130504"/>
                </a:lnTo>
                <a:lnTo>
                  <a:pt x="1385955" y="130234"/>
                </a:lnTo>
                <a:lnTo>
                  <a:pt x="1386078" y="129966"/>
                </a:lnTo>
                <a:lnTo>
                  <a:pt x="1386200" y="129701"/>
                </a:lnTo>
                <a:lnTo>
                  <a:pt x="1386319" y="129437"/>
                </a:lnTo>
                <a:lnTo>
                  <a:pt x="1386437" y="129176"/>
                </a:lnTo>
                <a:lnTo>
                  <a:pt x="1386553" y="128917"/>
                </a:lnTo>
                <a:lnTo>
                  <a:pt x="1386666" y="128660"/>
                </a:lnTo>
                <a:lnTo>
                  <a:pt x="1386778" y="128406"/>
                </a:lnTo>
                <a:lnTo>
                  <a:pt x="1386888" y="128153"/>
                </a:lnTo>
                <a:lnTo>
                  <a:pt x="1386996" y="127903"/>
                </a:lnTo>
                <a:lnTo>
                  <a:pt x="1387102" y="127654"/>
                </a:lnTo>
                <a:lnTo>
                  <a:pt x="1387206" y="127408"/>
                </a:lnTo>
                <a:lnTo>
                  <a:pt x="1387309" y="127164"/>
                </a:lnTo>
                <a:lnTo>
                  <a:pt x="1387409" y="126922"/>
                </a:lnTo>
                <a:lnTo>
                  <a:pt x="1387507" y="126683"/>
                </a:lnTo>
                <a:lnTo>
                  <a:pt x="1387604" y="126445"/>
                </a:lnTo>
                <a:lnTo>
                  <a:pt x="1387698" y="126210"/>
                </a:lnTo>
                <a:lnTo>
                  <a:pt x="1387791" y="125977"/>
                </a:lnTo>
                <a:lnTo>
                  <a:pt x="1387882" y="125746"/>
                </a:lnTo>
                <a:lnTo>
                  <a:pt x="1387971" y="125517"/>
                </a:lnTo>
                <a:lnTo>
                  <a:pt x="1388058" y="125290"/>
                </a:lnTo>
                <a:lnTo>
                  <a:pt x="1421724" y="33445"/>
                </a:lnTo>
                <a:lnTo>
                  <a:pt x="1412221" y="33445"/>
                </a:lnTo>
                <a:lnTo>
                  <a:pt x="1389048" y="99943"/>
                </a:lnTo>
                <a:lnTo>
                  <a:pt x="1364189" y="33445"/>
                </a:lnTo>
                <a:lnTo>
                  <a:pt x="1354612" y="33445"/>
                </a:lnTo>
                <a:lnTo>
                  <a:pt x="1384704" y="111952"/>
                </a:lnTo>
                <a:lnTo>
                  <a:pt x="1380838" y="122390"/>
                </a:lnTo>
                <a:lnTo>
                  <a:pt x="1380696" y="122777"/>
                </a:lnTo>
                <a:close/>
                <a:moveTo>
                  <a:pt x="1110803" y="106876"/>
                </a:moveTo>
                <a:lnTo>
                  <a:pt x="1110278" y="106817"/>
                </a:lnTo>
                <a:lnTo>
                  <a:pt x="1109760" y="106749"/>
                </a:lnTo>
                <a:lnTo>
                  <a:pt x="1109249" y="106671"/>
                </a:lnTo>
                <a:lnTo>
                  <a:pt x="1108745" y="106585"/>
                </a:lnTo>
                <a:lnTo>
                  <a:pt x="1108248" y="106490"/>
                </a:lnTo>
                <a:lnTo>
                  <a:pt x="1107758" y="106385"/>
                </a:lnTo>
                <a:lnTo>
                  <a:pt x="1107275" y="106272"/>
                </a:lnTo>
                <a:lnTo>
                  <a:pt x="1106799" y="106149"/>
                </a:lnTo>
                <a:lnTo>
                  <a:pt x="1106330" y="106018"/>
                </a:lnTo>
                <a:lnTo>
                  <a:pt x="1105868" y="105877"/>
                </a:lnTo>
                <a:lnTo>
                  <a:pt x="1105413" y="105727"/>
                </a:lnTo>
                <a:lnTo>
                  <a:pt x="1104965" y="105568"/>
                </a:lnTo>
                <a:lnTo>
                  <a:pt x="1104524" y="105400"/>
                </a:lnTo>
                <a:lnTo>
                  <a:pt x="1104091" y="105223"/>
                </a:lnTo>
                <a:lnTo>
                  <a:pt x="1103664" y="105037"/>
                </a:lnTo>
                <a:lnTo>
                  <a:pt x="1103244" y="104842"/>
                </a:lnTo>
                <a:lnTo>
                  <a:pt x="1102832" y="104637"/>
                </a:lnTo>
                <a:lnTo>
                  <a:pt x="1102426" y="104424"/>
                </a:lnTo>
                <a:lnTo>
                  <a:pt x="1102027" y="104203"/>
                </a:lnTo>
                <a:lnTo>
                  <a:pt x="1101635" y="103975"/>
                </a:lnTo>
                <a:lnTo>
                  <a:pt x="1101248" y="103740"/>
                </a:lnTo>
                <a:lnTo>
                  <a:pt x="1100869" y="103499"/>
                </a:lnTo>
                <a:lnTo>
                  <a:pt x="1100495" y="103251"/>
                </a:lnTo>
                <a:lnTo>
                  <a:pt x="1100128" y="102997"/>
                </a:lnTo>
                <a:lnTo>
                  <a:pt x="1099768" y="102735"/>
                </a:lnTo>
                <a:lnTo>
                  <a:pt x="1099414" y="102468"/>
                </a:lnTo>
                <a:lnTo>
                  <a:pt x="1099066" y="102193"/>
                </a:lnTo>
                <a:lnTo>
                  <a:pt x="1098725" y="101912"/>
                </a:lnTo>
                <a:lnTo>
                  <a:pt x="1098390" y="101624"/>
                </a:lnTo>
                <a:lnTo>
                  <a:pt x="1098061" y="101330"/>
                </a:lnTo>
                <a:lnTo>
                  <a:pt x="1097739" y="101029"/>
                </a:lnTo>
                <a:lnTo>
                  <a:pt x="1097423" y="100721"/>
                </a:lnTo>
                <a:lnTo>
                  <a:pt x="1097114" y="100407"/>
                </a:lnTo>
                <a:lnTo>
                  <a:pt x="1096811" y="100086"/>
                </a:lnTo>
                <a:lnTo>
                  <a:pt x="1096514" y="99758"/>
                </a:lnTo>
                <a:lnTo>
                  <a:pt x="1096224" y="99424"/>
                </a:lnTo>
                <a:lnTo>
                  <a:pt x="1095940" y="99083"/>
                </a:lnTo>
                <a:lnTo>
                  <a:pt x="1095663" y="98735"/>
                </a:lnTo>
                <a:lnTo>
                  <a:pt x="1095392" y="98381"/>
                </a:lnTo>
                <a:lnTo>
                  <a:pt x="1095127" y="98020"/>
                </a:lnTo>
                <a:lnTo>
                  <a:pt x="1094869" y="97652"/>
                </a:lnTo>
                <a:lnTo>
                  <a:pt x="1094617" y="97278"/>
                </a:lnTo>
                <a:lnTo>
                  <a:pt x="1094371" y="96898"/>
                </a:lnTo>
                <a:lnTo>
                  <a:pt x="1094131" y="96514"/>
                </a:lnTo>
                <a:lnTo>
                  <a:pt x="1093897" y="96126"/>
                </a:lnTo>
                <a:lnTo>
                  <a:pt x="1093668" y="95733"/>
                </a:lnTo>
                <a:lnTo>
                  <a:pt x="1093444" y="95336"/>
                </a:lnTo>
                <a:lnTo>
                  <a:pt x="1093227" y="94935"/>
                </a:lnTo>
                <a:lnTo>
                  <a:pt x="1093015" y="94529"/>
                </a:lnTo>
                <a:lnTo>
                  <a:pt x="1092808" y="94119"/>
                </a:lnTo>
                <a:lnTo>
                  <a:pt x="1092607" y="93704"/>
                </a:lnTo>
                <a:lnTo>
                  <a:pt x="1092412" y="93285"/>
                </a:lnTo>
                <a:lnTo>
                  <a:pt x="1092223" y="92862"/>
                </a:lnTo>
                <a:lnTo>
                  <a:pt x="1092039" y="92434"/>
                </a:lnTo>
                <a:lnTo>
                  <a:pt x="1091861" y="92003"/>
                </a:lnTo>
                <a:lnTo>
                  <a:pt x="1091688" y="91566"/>
                </a:lnTo>
                <a:lnTo>
                  <a:pt x="1091521" y="91126"/>
                </a:lnTo>
                <a:lnTo>
                  <a:pt x="1091359" y="90681"/>
                </a:lnTo>
                <a:lnTo>
                  <a:pt x="1091204" y="90232"/>
                </a:lnTo>
                <a:lnTo>
                  <a:pt x="1091054" y="89778"/>
                </a:lnTo>
                <a:lnTo>
                  <a:pt x="1090909" y="89320"/>
                </a:lnTo>
                <a:lnTo>
                  <a:pt x="1090770" y="88858"/>
                </a:lnTo>
                <a:lnTo>
                  <a:pt x="1090637" y="88391"/>
                </a:lnTo>
                <a:lnTo>
                  <a:pt x="1090509" y="87920"/>
                </a:lnTo>
                <a:lnTo>
                  <a:pt x="1090387" y="87444"/>
                </a:lnTo>
                <a:lnTo>
                  <a:pt x="1090271" y="86965"/>
                </a:lnTo>
                <a:lnTo>
                  <a:pt x="1090160" y="86482"/>
                </a:lnTo>
                <a:lnTo>
                  <a:pt x="1090053" y="85997"/>
                </a:lnTo>
                <a:lnTo>
                  <a:pt x="1089951" y="85510"/>
                </a:lnTo>
                <a:lnTo>
                  <a:pt x="1089854" y="85022"/>
                </a:lnTo>
                <a:lnTo>
                  <a:pt x="1089762" y="84531"/>
                </a:lnTo>
                <a:lnTo>
                  <a:pt x="1089675" y="84039"/>
                </a:lnTo>
                <a:lnTo>
                  <a:pt x="1089592" y="83544"/>
                </a:lnTo>
                <a:lnTo>
                  <a:pt x="1089514" y="83048"/>
                </a:lnTo>
                <a:lnTo>
                  <a:pt x="1089440" y="82550"/>
                </a:lnTo>
                <a:lnTo>
                  <a:pt x="1089372" y="82050"/>
                </a:lnTo>
                <a:lnTo>
                  <a:pt x="1089308" y="81548"/>
                </a:lnTo>
                <a:lnTo>
                  <a:pt x="1089249" y="81044"/>
                </a:lnTo>
                <a:lnTo>
                  <a:pt x="1089194" y="80538"/>
                </a:lnTo>
                <a:lnTo>
                  <a:pt x="1089145" y="80030"/>
                </a:lnTo>
                <a:lnTo>
                  <a:pt x="1089100" y="79520"/>
                </a:lnTo>
                <a:lnTo>
                  <a:pt x="1089059" y="79009"/>
                </a:lnTo>
                <a:lnTo>
                  <a:pt x="1089024" y="78495"/>
                </a:lnTo>
                <a:lnTo>
                  <a:pt x="1088993" y="77980"/>
                </a:lnTo>
                <a:lnTo>
                  <a:pt x="1088967" y="77462"/>
                </a:lnTo>
                <a:lnTo>
                  <a:pt x="1088946" y="76943"/>
                </a:lnTo>
                <a:lnTo>
                  <a:pt x="1088929" y="76422"/>
                </a:lnTo>
                <a:lnTo>
                  <a:pt x="1088917" y="75898"/>
                </a:lnTo>
                <a:lnTo>
                  <a:pt x="1088910" y="75373"/>
                </a:lnTo>
                <a:lnTo>
                  <a:pt x="1088908" y="74846"/>
                </a:lnTo>
                <a:lnTo>
                  <a:pt x="1088908" y="71752"/>
                </a:lnTo>
                <a:lnTo>
                  <a:pt x="1088910" y="71225"/>
                </a:lnTo>
                <a:lnTo>
                  <a:pt x="1088917" y="70700"/>
                </a:lnTo>
                <a:lnTo>
                  <a:pt x="1088929" y="70177"/>
                </a:lnTo>
                <a:lnTo>
                  <a:pt x="1088946" y="69656"/>
                </a:lnTo>
                <a:lnTo>
                  <a:pt x="1088967" y="69137"/>
                </a:lnTo>
                <a:lnTo>
                  <a:pt x="1088993" y="68619"/>
                </a:lnTo>
                <a:lnTo>
                  <a:pt x="1089024" y="68104"/>
                </a:lnTo>
                <a:lnTo>
                  <a:pt x="1089059" y="67590"/>
                </a:lnTo>
                <a:lnTo>
                  <a:pt x="1089100" y="67078"/>
                </a:lnTo>
                <a:lnTo>
                  <a:pt x="1089145" y="66569"/>
                </a:lnTo>
                <a:lnTo>
                  <a:pt x="1089194" y="66061"/>
                </a:lnTo>
                <a:lnTo>
                  <a:pt x="1089249" y="65555"/>
                </a:lnTo>
                <a:lnTo>
                  <a:pt x="1089308" y="65051"/>
                </a:lnTo>
                <a:lnTo>
                  <a:pt x="1089372" y="64549"/>
                </a:lnTo>
                <a:lnTo>
                  <a:pt x="1089440" y="64049"/>
                </a:lnTo>
                <a:lnTo>
                  <a:pt x="1089514" y="63551"/>
                </a:lnTo>
                <a:lnTo>
                  <a:pt x="1089592" y="63054"/>
                </a:lnTo>
                <a:lnTo>
                  <a:pt x="1089675" y="62560"/>
                </a:lnTo>
                <a:lnTo>
                  <a:pt x="1089762" y="62067"/>
                </a:lnTo>
                <a:lnTo>
                  <a:pt x="1089854" y="61577"/>
                </a:lnTo>
                <a:lnTo>
                  <a:pt x="1089951" y="61088"/>
                </a:lnTo>
                <a:lnTo>
                  <a:pt x="1090053" y="60602"/>
                </a:lnTo>
                <a:lnTo>
                  <a:pt x="1090160" y="60117"/>
                </a:lnTo>
                <a:lnTo>
                  <a:pt x="1090271" y="59634"/>
                </a:lnTo>
                <a:lnTo>
                  <a:pt x="1090387" y="59154"/>
                </a:lnTo>
                <a:lnTo>
                  <a:pt x="1090509" y="58679"/>
                </a:lnTo>
                <a:lnTo>
                  <a:pt x="1090637" y="58208"/>
                </a:lnTo>
                <a:lnTo>
                  <a:pt x="1090770" y="57741"/>
                </a:lnTo>
                <a:lnTo>
                  <a:pt x="1090909" y="57279"/>
                </a:lnTo>
                <a:lnTo>
                  <a:pt x="1091054" y="56821"/>
                </a:lnTo>
                <a:lnTo>
                  <a:pt x="1091204" y="56367"/>
                </a:lnTo>
                <a:lnTo>
                  <a:pt x="1091359" y="55918"/>
                </a:lnTo>
                <a:lnTo>
                  <a:pt x="1091521" y="55473"/>
                </a:lnTo>
                <a:lnTo>
                  <a:pt x="1091688" y="55032"/>
                </a:lnTo>
                <a:lnTo>
                  <a:pt x="1091861" y="54596"/>
                </a:lnTo>
                <a:lnTo>
                  <a:pt x="1092039" y="54164"/>
                </a:lnTo>
                <a:lnTo>
                  <a:pt x="1092223" y="53737"/>
                </a:lnTo>
                <a:lnTo>
                  <a:pt x="1092412" y="53313"/>
                </a:lnTo>
                <a:lnTo>
                  <a:pt x="1092607" y="52895"/>
                </a:lnTo>
                <a:lnTo>
                  <a:pt x="1092808" y="52480"/>
                </a:lnTo>
                <a:lnTo>
                  <a:pt x="1093015" y="52070"/>
                </a:lnTo>
                <a:lnTo>
                  <a:pt x="1093227" y="51664"/>
                </a:lnTo>
                <a:lnTo>
                  <a:pt x="1093444" y="51263"/>
                </a:lnTo>
                <a:lnTo>
                  <a:pt x="1093668" y="50865"/>
                </a:lnTo>
                <a:lnTo>
                  <a:pt x="1093897" y="50473"/>
                </a:lnTo>
                <a:lnTo>
                  <a:pt x="1094131" y="50084"/>
                </a:lnTo>
                <a:lnTo>
                  <a:pt x="1094371" y="49700"/>
                </a:lnTo>
                <a:lnTo>
                  <a:pt x="1094617" y="49320"/>
                </a:lnTo>
                <a:lnTo>
                  <a:pt x="1094869" y="48946"/>
                </a:lnTo>
                <a:lnTo>
                  <a:pt x="1095127" y="48579"/>
                </a:lnTo>
                <a:lnTo>
                  <a:pt x="1095392" y="48218"/>
                </a:lnTo>
                <a:lnTo>
                  <a:pt x="1095663" y="47864"/>
                </a:lnTo>
                <a:lnTo>
                  <a:pt x="1095940" y="47516"/>
                </a:lnTo>
                <a:lnTo>
                  <a:pt x="1096224" y="47175"/>
                </a:lnTo>
                <a:lnTo>
                  <a:pt x="1096514" y="46841"/>
                </a:lnTo>
                <a:lnTo>
                  <a:pt x="1096811" y="46513"/>
                </a:lnTo>
                <a:lnTo>
                  <a:pt x="1097114" y="46192"/>
                </a:lnTo>
                <a:lnTo>
                  <a:pt x="1097423" y="45878"/>
                </a:lnTo>
                <a:lnTo>
                  <a:pt x="1097739" y="45570"/>
                </a:lnTo>
                <a:lnTo>
                  <a:pt x="1098061" y="45269"/>
                </a:lnTo>
                <a:lnTo>
                  <a:pt x="1098390" y="44974"/>
                </a:lnTo>
                <a:lnTo>
                  <a:pt x="1098725" y="44687"/>
                </a:lnTo>
                <a:lnTo>
                  <a:pt x="1099066" y="44405"/>
                </a:lnTo>
                <a:lnTo>
                  <a:pt x="1099414" y="44131"/>
                </a:lnTo>
                <a:lnTo>
                  <a:pt x="1099768" y="43863"/>
                </a:lnTo>
                <a:lnTo>
                  <a:pt x="1100128" y="43602"/>
                </a:lnTo>
                <a:lnTo>
                  <a:pt x="1100495" y="43348"/>
                </a:lnTo>
                <a:lnTo>
                  <a:pt x="1100869" y="43100"/>
                </a:lnTo>
                <a:lnTo>
                  <a:pt x="1101248" y="42858"/>
                </a:lnTo>
                <a:lnTo>
                  <a:pt x="1101635" y="42624"/>
                </a:lnTo>
                <a:lnTo>
                  <a:pt x="1102027" y="42396"/>
                </a:lnTo>
                <a:lnTo>
                  <a:pt x="1102426" y="42175"/>
                </a:lnTo>
                <a:lnTo>
                  <a:pt x="1102831" y="41961"/>
                </a:lnTo>
                <a:lnTo>
                  <a:pt x="1103244" y="41757"/>
                </a:lnTo>
                <a:lnTo>
                  <a:pt x="1103663" y="41562"/>
                </a:lnTo>
                <a:lnTo>
                  <a:pt x="1104089" y="41376"/>
                </a:lnTo>
                <a:lnTo>
                  <a:pt x="1104521" y="41199"/>
                </a:lnTo>
                <a:lnTo>
                  <a:pt x="1104961" y="41031"/>
                </a:lnTo>
                <a:lnTo>
                  <a:pt x="1105407" y="40872"/>
                </a:lnTo>
                <a:lnTo>
                  <a:pt x="1105860" y="40722"/>
                </a:lnTo>
                <a:lnTo>
                  <a:pt x="1106319" y="40581"/>
                </a:lnTo>
                <a:lnTo>
                  <a:pt x="1106786" y="40449"/>
                </a:lnTo>
                <a:lnTo>
                  <a:pt x="1107259" y="40327"/>
                </a:lnTo>
                <a:lnTo>
                  <a:pt x="1107739" y="40213"/>
                </a:lnTo>
                <a:lnTo>
                  <a:pt x="1108226" y="40109"/>
                </a:lnTo>
                <a:lnTo>
                  <a:pt x="1108720" y="40014"/>
                </a:lnTo>
                <a:lnTo>
                  <a:pt x="1109220" y="39927"/>
                </a:lnTo>
                <a:lnTo>
                  <a:pt x="1109727" y="39850"/>
                </a:lnTo>
                <a:lnTo>
                  <a:pt x="1110241" y="39782"/>
                </a:lnTo>
                <a:lnTo>
                  <a:pt x="1110762" y="39723"/>
                </a:lnTo>
                <a:lnTo>
                  <a:pt x="1111289" y="39673"/>
                </a:lnTo>
                <a:lnTo>
                  <a:pt x="1111824" y="39632"/>
                </a:lnTo>
                <a:lnTo>
                  <a:pt x="1112365" y="39600"/>
                </a:lnTo>
                <a:lnTo>
                  <a:pt x="1112913" y="39578"/>
                </a:lnTo>
                <a:lnTo>
                  <a:pt x="1113467" y="39564"/>
                </a:lnTo>
                <a:lnTo>
                  <a:pt x="1114029" y="39560"/>
                </a:lnTo>
                <a:lnTo>
                  <a:pt x="1114524" y="39564"/>
                </a:lnTo>
                <a:lnTo>
                  <a:pt x="1115016" y="39577"/>
                </a:lnTo>
                <a:lnTo>
                  <a:pt x="1115504" y="39599"/>
                </a:lnTo>
                <a:lnTo>
                  <a:pt x="1115989" y="39629"/>
                </a:lnTo>
                <a:lnTo>
                  <a:pt x="1116470" y="39668"/>
                </a:lnTo>
                <a:lnTo>
                  <a:pt x="1116948" y="39716"/>
                </a:lnTo>
                <a:lnTo>
                  <a:pt x="1117422" y="39773"/>
                </a:lnTo>
                <a:lnTo>
                  <a:pt x="1117892" y="39838"/>
                </a:lnTo>
                <a:lnTo>
                  <a:pt x="1118359" y="39912"/>
                </a:lnTo>
                <a:lnTo>
                  <a:pt x="1118822" y="39994"/>
                </a:lnTo>
                <a:lnTo>
                  <a:pt x="1119282" y="40086"/>
                </a:lnTo>
                <a:lnTo>
                  <a:pt x="1119738" y="40186"/>
                </a:lnTo>
                <a:lnTo>
                  <a:pt x="1120190" y="40294"/>
                </a:lnTo>
                <a:lnTo>
                  <a:pt x="1120639" y="40412"/>
                </a:lnTo>
                <a:lnTo>
                  <a:pt x="1121085" y="40538"/>
                </a:lnTo>
                <a:lnTo>
                  <a:pt x="1121526" y="40673"/>
                </a:lnTo>
                <a:lnTo>
                  <a:pt x="1121965" y="40816"/>
                </a:lnTo>
                <a:lnTo>
                  <a:pt x="1122399" y="40968"/>
                </a:lnTo>
                <a:lnTo>
                  <a:pt x="1122830" y="41129"/>
                </a:lnTo>
                <a:lnTo>
                  <a:pt x="1123258" y="41299"/>
                </a:lnTo>
                <a:lnTo>
                  <a:pt x="1123681" y="41477"/>
                </a:lnTo>
                <a:lnTo>
                  <a:pt x="1124102" y="41664"/>
                </a:lnTo>
                <a:lnTo>
                  <a:pt x="1124518" y="41860"/>
                </a:lnTo>
                <a:lnTo>
                  <a:pt x="1124931" y="42064"/>
                </a:lnTo>
                <a:lnTo>
                  <a:pt x="1125339" y="42277"/>
                </a:lnTo>
                <a:lnTo>
                  <a:pt x="1125741" y="42497"/>
                </a:lnTo>
                <a:lnTo>
                  <a:pt x="1126135" y="42724"/>
                </a:lnTo>
                <a:lnTo>
                  <a:pt x="1126524" y="42958"/>
                </a:lnTo>
                <a:lnTo>
                  <a:pt x="1126905" y="43201"/>
                </a:lnTo>
                <a:lnTo>
                  <a:pt x="1127280" y="43450"/>
                </a:lnTo>
                <a:lnTo>
                  <a:pt x="1127648" y="43707"/>
                </a:lnTo>
                <a:lnTo>
                  <a:pt x="1128009" y="43971"/>
                </a:lnTo>
                <a:lnTo>
                  <a:pt x="1128364" y="44243"/>
                </a:lnTo>
                <a:lnTo>
                  <a:pt x="1128712" y="44522"/>
                </a:lnTo>
                <a:lnTo>
                  <a:pt x="1129054" y="44809"/>
                </a:lnTo>
                <a:lnTo>
                  <a:pt x="1129388" y="45103"/>
                </a:lnTo>
                <a:lnTo>
                  <a:pt x="1129717" y="45404"/>
                </a:lnTo>
                <a:lnTo>
                  <a:pt x="1130038" y="45713"/>
                </a:lnTo>
                <a:lnTo>
                  <a:pt x="1130353" y="46030"/>
                </a:lnTo>
                <a:lnTo>
                  <a:pt x="1130661" y="46353"/>
                </a:lnTo>
                <a:lnTo>
                  <a:pt x="1130963" y="46684"/>
                </a:lnTo>
                <a:lnTo>
                  <a:pt x="1131258" y="47023"/>
                </a:lnTo>
                <a:lnTo>
                  <a:pt x="1131546" y="47369"/>
                </a:lnTo>
                <a:lnTo>
                  <a:pt x="1131828" y="47722"/>
                </a:lnTo>
                <a:lnTo>
                  <a:pt x="1132103" y="48083"/>
                </a:lnTo>
                <a:lnTo>
                  <a:pt x="1132371" y="48451"/>
                </a:lnTo>
                <a:lnTo>
                  <a:pt x="1132633" y="48827"/>
                </a:lnTo>
                <a:lnTo>
                  <a:pt x="1132888" y="49210"/>
                </a:lnTo>
                <a:lnTo>
                  <a:pt x="1133135" y="49600"/>
                </a:lnTo>
                <a:lnTo>
                  <a:pt x="1133373" y="49996"/>
                </a:lnTo>
                <a:lnTo>
                  <a:pt x="1133601" y="50398"/>
                </a:lnTo>
                <a:lnTo>
                  <a:pt x="1133821" y="50806"/>
                </a:lnTo>
                <a:lnTo>
                  <a:pt x="1134031" y="51221"/>
                </a:lnTo>
                <a:lnTo>
                  <a:pt x="1134232" y="51641"/>
                </a:lnTo>
                <a:lnTo>
                  <a:pt x="1134424" y="52068"/>
                </a:lnTo>
                <a:lnTo>
                  <a:pt x="1134606" y="52500"/>
                </a:lnTo>
                <a:lnTo>
                  <a:pt x="1134780" y="52939"/>
                </a:lnTo>
                <a:lnTo>
                  <a:pt x="1134944" y="53384"/>
                </a:lnTo>
                <a:lnTo>
                  <a:pt x="1135099" y="53836"/>
                </a:lnTo>
                <a:lnTo>
                  <a:pt x="1135245" y="54293"/>
                </a:lnTo>
                <a:lnTo>
                  <a:pt x="1135382" y="54757"/>
                </a:lnTo>
                <a:lnTo>
                  <a:pt x="1135509" y="55226"/>
                </a:lnTo>
                <a:lnTo>
                  <a:pt x="1135627" y="55702"/>
                </a:lnTo>
                <a:lnTo>
                  <a:pt x="1135736" y="56184"/>
                </a:lnTo>
                <a:lnTo>
                  <a:pt x="1135836" y="56672"/>
                </a:lnTo>
                <a:lnTo>
                  <a:pt x="1135926" y="57166"/>
                </a:lnTo>
                <a:lnTo>
                  <a:pt x="1136008" y="57666"/>
                </a:lnTo>
                <a:lnTo>
                  <a:pt x="1136080" y="58173"/>
                </a:lnTo>
                <a:lnTo>
                  <a:pt x="1136143" y="58685"/>
                </a:lnTo>
                <a:lnTo>
                  <a:pt x="1136196" y="59204"/>
                </a:lnTo>
                <a:lnTo>
                  <a:pt x="1136241" y="59729"/>
                </a:lnTo>
                <a:lnTo>
                  <a:pt x="1136276" y="60260"/>
                </a:lnTo>
                <a:lnTo>
                  <a:pt x="1144748" y="60260"/>
                </a:lnTo>
                <a:lnTo>
                  <a:pt x="1144711" y="59540"/>
                </a:lnTo>
                <a:lnTo>
                  <a:pt x="1144661" y="58828"/>
                </a:lnTo>
                <a:lnTo>
                  <a:pt x="1144597" y="58124"/>
                </a:lnTo>
                <a:lnTo>
                  <a:pt x="1144521" y="57428"/>
                </a:lnTo>
                <a:lnTo>
                  <a:pt x="1144432" y="56740"/>
                </a:lnTo>
                <a:lnTo>
                  <a:pt x="1144329" y="56061"/>
                </a:lnTo>
                <a:lnTo>
                  <a:pt x="1144214" y="55390"/>
                </a:lnTo>
                <a:lnTo>
                  <a:pt x="1144085" y="54727"/>
                </a:lnTo>
                <a:lnTo>
                  <a:pt x="1143943" y="54072"/>
                </a:lnTo>
                <a:lnTo>
                  <a:pt x="1143789" y="53425"/>
                </a:lnTo>
                <a:lnTo>
                  <a:pt x="1143621" y="52787"/>
                </a:lnTo>
                <a:lnTo>
                  <a:pt x="1143440" y="52157"/>
                </a:lnTo>
                <a:lnTo>
                  <a:pt x="1143247" y="51535"/>
                </a:lnTo>
                <a:lnTo>
                  <a:pt x="1143040" y="50921"/>
                </a:lnTo>
                <a:lnTo>
                  <a:pt x="1142820" y="50315"/>
                </a:lnTo>
                <a:lnTo>
                  <a:pt x="1142587" y="49717"/>
                </a:lnTo>
                <a:lnTo>
                  <a:pt x="1142341" y="49128"/>
                </a:lnTo>
                <a:lnTo>
                  <a:pt x="1142082" y="48547"/>
                </a:lnTo>
                <a:lnTo>
                  <a:pt x="1141810" y="47974"/>
                </a:lnTo>
                <a:lnTo>
                  <a:pt x="1141525" y="47409"/>
                </a:lnTo>
                <a:lnTo>
                  <a:pt x="1141227" y="46853"/>
                </a:lnTo>
                <a:lnTo>
                  <a:pt x="1140916" y="46304"/>
                </a:lnTo>
                <a:lnTo>
                  <a:pt x="1140592" y="45764"/>
                </a:lnTo>
                <a:lnTo>
                  <a:pt x="1140254" y="45232"/>
                </a:lnTo>
                <a:lnTo>
                  <a:pt x="1139906" y="44709"/>
                </a:lnTo>
                <a:lnTo>
                  <a:pt x="1139548" y="44196"/>
                </a:lnTo>
                <a:lnTo>
                  <a:pt x="1139182" y="43693"/>
                </a:lnTo>
                <a:lnTo>
                  <a:pt x="1138806" y="43200"/>
                </a:lnTo>
                <a:lnTo>
                  <a:pt x="1138420" y="42717"/>
                </a:lnTo>
                <a:lnTo>
                  <a:pt x="1138026" y="42244"/>
                </a:lnTo>
                <a:lnTo>
                  <a:pt x="1137622" y="41781"/>
                </a:lnTo>
                <a:lnTo>
                  <a:pt x="1137209" y="41328"/>
                </a:lnTo>
                <a:lnTo>
                  <a:pt x="1136787" y="40884"/>
                </a:lnTo>
                <a:lnTo>
                  <a:pt x="1136356" y="40451"/>
                </a:lnTo>
                <a:lnTo>
                  <a:pt x="1135916" y="40028"/>
                </a:lnTo>
                <a:lnTo>
                  <a:pt x="1135466" y="39615"/>
                </a:lnTo>
                <a:lnTo>
                  <a:pt x="1135007" y="39212"/>
                </a:lnTo>
                <a:lnTo>
                  <a:pt x="1134539" y="38818"/>
                </a:lnTo>
                <a:lnTo>
                  <a:pt x="1134062" y="38435"/>
                </a:lnTo>
                <a:lnTo>
                  <a:pt x="1133575" y="38062"/>
                </a:lnTo>
                <a:lnTo>
                  <a:pt x="1133079" y="37698"/>
                </a:lnTo>
                <a:lnTo>
                  <a:pt x="1132574" y="37345"/>
                </a:lnTo>
                <a:lnTo>
                  <a:pt x="1132060" y="37002"/>
                </a:lnTo>
                <a:lnTo>
                  <a:pt x="1131537" y="36668"/>
                </a:lnTo>
                <a:lnTo>
                  <a:pt x="1131004" y="36345"/>
                </a:lnTo>
                <a:lnTo>
                  <a:pt x="1130463" y="36031"/>
                </a:lnTo>
                <a:lnTo>
                  <a:pt x="1129912" y="35728"/>
                </a:lnTo>
                <a:lnTo>
                  <a:pt x="1129352" y="35434"/>
                </a:lnTo>
                <a:lnTo>
                  <a:pt x="1128784" y="35152"/>
                </a:lnTo>
                <a:lnTo>
                  <a:pt x="1128210" y="34881"/>
                </a:lnTo>
                <a:lnTo>
                  <a:pt x="1127630" y="34623"/>
                </a:lnTo>
                <a:lnTo>
                  <a:pt x="1127043" y="34376"/>
                </a:lnTo>
                <a:lnTo>
                  <a:pt x="1126451" y="34142"/>
                </a:lnTo>
                <a:lnTo>
                  <a:pt x="1125852" y="33919"/>
                </a:lnTo>
                <a:lnTo>
                  <a:pt x="1125248" y="33709"/>
                </a:lnTo>
                <a:lnTo>
                  <a:pt x="1124637" y="33511"/>
                </a:lnTo>
                <a:lnTo>
                  <a:pt x="1124020" y="33324"/>
                </a:lnTo>
                <a:lnTo>
                  <a:pt x="1123397" y="33150"/>
                </a:lnTo>
                <a:lnTo>
                  <a:pt x="1122767" y="32988"/>
                </a:lnTo>
                <a:lnTo>
                  <a:pt x="1122132" y="32837"/>
                </a:lnTo>
                <a:lnTo>
                  <a:pt x="1121491" y="32699"/>
                </a:lnTo>
                <a:lnTo>
                  <a:pt x="1120843" y="32573"/>
                </a:lnTo>
                <a:lnTo>
                  <a:pt x="1120189" y="32459"/>
                </a:lnTo>
                <a:lnTo>
                  <a:pt x="1119529" y="32356"/>
                </a:lnTo>
                <a:lnTo>
                  <a:pt x="1118863" y="32266"/>
                </a:lnTo>
                <a:lnTo>
                  <a:pt x="1118191" y="32188"/>
                </a:lnTo>
                <a:lnTo>
                  <a:pt x="1117513" y="32122"/>
                </a:lnTo>
                <a:lnTo>
                  <a:pt x="1116828" y="32068"/>
                </a:lnTo>
                <a:lnTo>
                  <a:pt x="1116137" y="32026"/>
                </a:lnTo>
                <a:lnTo>
                  <a:pt x="1115441" y="31996"/>
                </a:lnTo>
                <a:lnTo>
                  <a:pt x="1114738" y="31978"/>
                </a:lnTo>
                <a:lnTo>
                  <a:pt x="1114029" y="31972"/>
                </a:lnTo>
                <a:lnTo>
                  <a:pt x="1113332" y="31977"/>
                </a:lnTo>
                <a:lnTo>
                  <a:pt x="1112643" y="31993"/>
                </a:lnTo>
                <a:lnTo>
                  <a:pt x="1111961" y="32019"/>
                </a:lnTo>
                <a:lnTo>
                  <a:pt x="1111287" y="32056"/>
                </a:lnTo>
                <a:lnTo>
                  <a:pt x="1110619" y="32103"/>
                </a:lnTo>
                <a:lnTo>
                  <a:pt x="1109959" y="32161"/>
                </a:lnTo>
                <a:lnTo>
                  <a:pt x="1109305" y="32229"/>
                </a:lnTo>
                <a:lnTo>
                  <a:pt x="1108659" y="32307"/>
                </a:lnTo>
                <a:lnTo>
                  <a:pt x="1108020" y="32397"/>
                </a:lnTo>
                <a:lnTo>
                  <a:pt x="1107388" y="32496"/>
                </a:lnTo>
                <a:lnTo>
                  <a:pt x="1106764" y="32606"/>
                </a:lnTo>
                <a:lnTo>
                  <a:pt x="1106146" y="32727"/>
                </a:lnTo>
                <a:lnTo>
                  <a:pt x="1105536" y="32858"/>
                </a:lnTo>
                <a:lnTo>
                  <a:pt x="1104933" y="33000"/>
                </a:lnTo>
                <a:lnTo>
                  <a:pt x="1104337" y="33152"/>
                </a:lnTo>
                <a:lnTo>
                  <a:pt x="1103748" y="33314"/>
                </a:lnTo>
                <a:lnTo>
                  <a:pt x="1103166" y="33487"/>
                </a:lnTo>
                <a:lnTo>
                  <a:pt x="1102592" y="33671"/>
                </a:lnTo>
                <a:lnTo>
                  <a:pt x="1102024" y="33865"/>
                </a:lnTo>
                <a:lnTo>
                  <a:pt x="1101464" y="34069"/>
                </a:lnTo>
                <a:lnTo>
                  <a:pt x="1100911" y="34284"/>
                </a:lnTo>
                <a:lnTo>
                  <a:pt x="1100365" y="34510"/>
                </a:lnTo>
                <a:lnTo>
                  <a:pt x="1099827" y="34746"/>
                </a:lnTo>
                <a:lnTo>
                  <a:pt x="1099295" y="34992"/>
                </a:lnTo>
                <a:lnTo>
                  <a:pt x="1098771" y="35248"/>
                </a:lnTo>
                <a:lnTo>
                  <a:pt x="1098254" y="35512"/>
                </a:lnTo>
                <a:lnTo>
                  <a:pt x="1097743" y="35785"/>
                </a:lnTo>
                <a:lnTo>
                  <a:pt x="1097241" y="36065"/>
                </a:lnTo>
                <a:lnTo>
                  <a:pt x="1096745" y="36355"/>
                </a:lnTo>
                <a:lnTo>
                  <a:pt x="1096256" y="36652"/>
                </a:lnTo>
                <a:lnTo>
                  <a:pt x="1095775" y="36958"/>
                </a:lnTo>
                <a:lnTo>
                  <a:pt x="1095301" y="37272"/>
                </a:lnTo>
                <a:lnTo>
                  <a:pt x="1094834" y="37594"/>
                </a:lnTo>
                <a:lnTo>
                  <a:pt x="1094374" y="37925"/>
                </a:lnTo>
                <a:lnTo>
                  <a:pt x="1093921" y="38264"/>
                </a:lnTo>
                <a:lnTo>
                  <a:pt x="1093475" y="38611"/>
                </a:lnTo>
                <a:lnTo>
                  <a:pt x="1093037" y="38967"/>
                </a:lnTo>
                <a:lnTo>
                  <a:pt x="1092606" y="39331"/>
                </a:lnTo>
                <a:lnTo>
                  <a:pt x="1092182" y="39703"/>
                </a:lnTo>
                <a:lnTo>
                  <a:pt x="1091765" y="40083"/>
                </a:lnTo>
                <a:lnTo>
                  <a:pt x="1091355" y="40472"/>
                </a:lnTo>
                <a:lnTo>
                  <a:pt x="1090952" y="40869"/>
                </a:lnTo>
                <a:lnTo>
                  <a:pt x="1090557" y="41275"/>
                </a:lnTo>
                <a:lnTo>
                  <a:pt x="1090169" y="41689"/>
                </a:lnTo>
                <a:lnTo>
                  <a:pt x="1089787" y="42111"/>
                </a:lnTo>
                <a:lnTo>
                  <a:pt x="1089413" y="42541"/>
                </a:lnTo>
                <a:lnTo>
                  <a:pt x="1089047" y="42980"/>
                </a:lnTo>
                <a:lnTo>
                  <a:pt x="1088687" y="43427"/>
                </a:lnTo>
                <a:lnTo>
                  <a:pt x="1088335" y="43881"/>
                </a:lnTo>
                <a:lnTo>
                  <a:pt x="1087989" y="44342"/>
                </a:lnTo>
                <a:lnTo>
                  <a:pt x="1087652" y="44810"/>
                </a:lnTo>
                <a:lnTo>
                  <a:pt x="1087321" y="45283"/>
                </a:lnTo>
                <a:lnTo>
                  <a:pt x="1086998" y="45763"/>
                </a:lnTo>
                <a:lnTo>
                  <a:pt x="1086682" y="46249"/>
                </a:lnTo>
                <a:lnTo>
                  <a:pt x="1086373" y="46742"/>
                </a:lnTo>
                <a:lnTo>
                  <a:pt x="1086072" y="47241"/>
                </a:lnTo>
                <a:lnTo>
                  <a:pt x="1085778" y="47747"/>
                </a:lnTo>
                <a:lnTo>
                  <a:pt x="1085491" y="48259"/>
                </a:lnTo>
                <a:lnTo>
                  <a:pt x="1085211" y="48777"/>
                </a:lnTo>
                <a:lnTo>
                  <a:pt x="1084939" y="49302"/>
                </a:lnTo>
                <a:lnTo>
                  <a:pt x="1084674" y="49833"/>
                </a:lnTo>
                <a:lnTo>
                  <a:pt x="1084417" y="50371"/>
                </a:lnTo>
                <a:lnTo>
                  <a:pt x="1084166" y="50915"/>
                </a:lnTo>
                <a:lnTo>
                  <a:pt x="1083923" y="51465"/>
                </a:lnTo>
                <a:lnTo>
                  <a:pt x="1083687" y="52022"/>
                </a:lnTo>
                <a:lnTo>
                  <a:pt x="1083459" y="52585"/>
                </a:lnTo>
                <a:lnTo>
                  <a:pt x="1083238" y="53154"/>
                </a:lnTo>
                <a:lnTo>
                  <a:pt x="1083024" y="53730"/>
                </a:lnTo>
                <a:lnTo>
                  <a:pt x="1082817" y="54313"/>
                </a:lnTo>
                <a:lnTo>
                  <a:pt x="1082618" y="54901"/>
                </a:lnTo>
                <a:lnTo>
                  <a:pt x="1082426" y="55496"/>
                </a:lnTo>
                <a:lnTo>
                  <a:pt x="1082241" y="56098"/>
                </a:lnTo>
                <a:lnTo>
                  <a:pt x="1082064" y="56705"/>
                </a:lnTo>
                <a:lnTo>
                  <a:pt x="1081894" y="57315"/>
                </a:lnTo>
                <a:lnTo>
                  <a:pt x="1081732" y="57930"/>
                </a:lnTo>
                <a:lnTo>
                  <a:pt x="1081577" y="58548"/>
                </a:lnTo>
                <a:lnTo>
                  <a:pt x="1081430" y="59171"/>
                </a:lnTo>
                <a:lnTo>
                  <a:pt x="1081290" y="59797"/>
                </a:lnTo>
                <a:lnTo>
                  <a:pt x="1081158" y="60428"/>
                </a:lnTo>
                <a:lnTo>
                  <a:pt x="1081034" y="61062"/>
                </a:lnTo>
                <a:lnTo>
                  <a:pt x="1080917" y="61701"/>
                </a:lnTo>
                <a:lnTo>
                  <a:pt x="1080807" y="62343"/>
                </a:lnTo>
                <a:lnTo>
                  <a:pt x="1080705" y="62989"/>
                </a:lnTo>
                <a:lnTo>
                  <a:pt x="1080611" y="63640"/>
                </a:lnTo>
                <a:lnTo>
                  <a:pt x="1080524" y="64294"/>
                </a:lnTo>
                <a:lnTo>
                  <a:pt x="1080445" y="64952"/>
                </a:lnTo>
                <a:lnTo>
                  <a:pt x="1080373" y="65614"/>
                </a:lnTo>
                <a:lnTo>
                  <a:pt x="1080309" y="66280"/>
                </a:lnTo>
                <a:lnTo>
                  <a:pt x="1080253" y="66951"/>
                </a:lnTo>
                <a:lnTo>
                  <a:pt x="1080204" y="67625"/>
                </a:lnTo>
                <a:lnTo>
                  <a:pt x="1080162" y="68303"/>
                </a:lnTo>
                <a:lnTo>
                  <a:pt x="1080128" y="68985"/>
                </a:lnTo>
                <a:lnTo>
                  <a:pt x="1080102" y="69671"/>
                </a:lnTo>
                <a:lnTo>
                  <a:pt x="1080083" y="70361"/>
                </a:lnTo>
                <a:lnTo>
                  <a:pt x="1080072" y="71054"/>
                </a:lnTo>
                <a:lnTo>
                  <a:pt x="1080068" y="71752"/>
                </a:lnTo>
                <a:lnTo>
                  <a:pt x="1080068" y="74846"/>
                </a:lnTo>
                <a:lnTo>
                  <a:pt x="1080072" y="75544"/>
                </a:lnTo>
                <a:lnTo>
                  <a:pt x="1080083" y="76238"/>
                </a:lnTo>
                <a:lnTo>
                  <a:pt x="1080102" y="76927"/>
                </a:lnTo>
                <a:lnTo>
                  <a:pt x="1080128" y="77613"/>
                </a:lnTo>
                <a:lnTo>
                  <a:pt x="1080162" y="78294"/>
                </a:lnTo>
                <a:lnTo>
                  <a:pt x="1080204" y="78972"/>
                </a:lnTo>
                <a:lnTo>
                  <a:pt x="1080253" y="79645"/>
                </a:lnTo>
                <a:lnTo>
                  <a:pt x="1080309" y="80314"/>
                </a:lnTo>
                <a:lnTo>
                  <a:pt x="1080373" y="80979"/>
                </a:lnTo>
                <a:lnTo>
                  <a:pt x="1080445" y="81640"/>
                </a:lnTo>
                <a:lnTo>
                  <a:pt x="1080524" y="82297"/>
                </a:lnTo>
                <a:lnTo>
                  <a:pt x="1080611" y="82950"/>
                </a:lnTo>
                <a:lnTo>
                  <a:pt x="1080705" y="83598"/>
                </a:lnTo>
                <a:lnTo>
                  <a:pt x="1080807" y="84243"/>
                </a:lnTo>
                <a:lnTo>
                  <a:pt x="1080917" y="84884"/>
                </a:lnTo>
                <a:lnTo>
                  <a:pt x="1081034" y="85520"/>
                </a:lnTo>
                <a:lnTo>
                  <a:pt x="1081158" y="86152"/>
                </a:lnTo>
                <a:lnTo>
                  <a:pt x="1081290" y="86781"/>
                </a:lnTo>
                <a:lnTo>
                  <a:pt x="1081430" y="87405"/>
                </a:lnTo>
                <a:lnTo>
                  <a:pt x="1081577" y="88025"/>
                </a:lnTo>
                <a:lnTo>
                  <a:pt x="1081732" y="88641"/>
                </a:lnTo>
                <a:lnTo>
                  <a:pt x="1081894" y="89252"/>
                </a:lnTo>
                <a:lnTo>
                  <a:pt x="1082064" y="89860"/>
                </a:lnTo>
                <a:lnTo>
                  <a:pt x="1082241" y="90464"/>
                </a:lnTo>
                <a:lnTo>
                  <a:pt x="1082426" y="91062"/>
                </a:lnTo>
                <a:lnTo>
                  <a:pt x="1082618" y="91655"/>
                </a:lnTo>
                <a:lnTo>
                  <a:pt x="1082817" y="92241"/>
                </a:lnTo>
                <a:lnTo>
                  <a:pt x="1083024" y="92820"/>
                </a:lnTo>
                <a:lnTo>
                  <a:pt x="1083238" y="93394"/>
                </a:lnTo>
                <a:lnTo>
                  <a:pt x="1083459" y="93961"/>
                </a:lnTo>
                <a:lnTo>
                  <a:pt x="1083687" y="94522"/>
                </a:lnTo>
                <a:lnTo>
                  <a:pt x="1083923" y="95076"/>
                </a:lnTo>
                <a:lnTo>
                  <a:pt x="1084166" y="95625"/>
                </a:lnTo>
                <a:lnTo>
                  <a:pt x="1084417" y="96167"/>
                </a:lnTo>
                <a:lnTo>
                  <a:pt x="1084674" y="96703"/>
                </a:lnTo>
                <a:lnTo>
                  <a:pt x="1084939" y="97232"/>
                </a:lnTo>
                <a:lnTo>
                  <a:pt x="1085211" y="97755"/>
                </a:lnTo>
                <a:lnTo>
                  <a:pt x="1085491" y="98272"/>
                </a:lnTo>
                <a:lnTo>
                  <a:pt x="1085778" y="98783"/>
                </a:lnTo>
                <a:lnTo>
                  <a:pt x="1086072" y="99288"/>
                </a:lnTo>
                <a:lnTo>
                  <a:pt x="1086373" y="99786"/>
                </a:lnTo>
                <a:lnTo>
                  <a:pt x="1086682" y="100278"/>
                </a:lnTo>
                <a:lnTo>
                  <a:pt x="1086998" y="100763"/>
                </a:lnTo>
                <a:lnTo>
                  <a:pt x="1087321" y="101243"/>
                </a:lnTo>
                <a:lnTo>
                  <a:pt x="1087652" y="101716"/>
                </a:lnTo>
                <a:lnTo>
                  <a:pt x="1087989" y="102183"/>
                </a:lnTo>
                <a:lnTo>
                  <a:pt x="1088335" y="102644"/>
                </a:lnTo>
                <a:lnTo>
                  <a:pt x="1088687" y="103098"/>
                </a:lnTo>
                <a:lnTo>
                  <a:pt x="1089047" y="103545"/>
                </a:lnTo>
                <a:lnTo>
                  <a:pt x="1089414" y="103984"/>
                </a:lnTo>
                <a:lnTo>
                  <a:pt x="1089788" y="104415"/>
                </a:lnTo>
                <a:lnTo>
                  <a:pt x="1090170" y="104837"/>
                </a:lnTo>
                <a:lnTo>
                  <a:pt x="1090558" y="105252"/>
                </a:lnTo>
                <a:lnTo>
                  <a:pt x="1090955" y="105658"/>
                </a:lnTo>
                <a:lnTo>
                  <a:pt x="1091358" y="106056"/>
                </a:lnTo>
                <a:lnTo>
                  <a:pt x="1091769" y="106446"/>
                </a:lnTo>
                <a:lnTo>
                  <a:pt x="1092187" y="106827"/>
                </a:lnTo>
                <a:lnTo>
                  <a:pt x="1092612" y="107201"/>
                </a:lnTo>
                <a:lnTo>
                  <a:pt x="1093045" y="107566"/>
                </a:lnTo>
                <a:lnTo>
                  <a:pt x="1093485" y="107923"/>
                </a:lnTo>
                <a:lnTo>
                  <a:pt x="1093932" y="108272"/>
                </a:lnTo>
                <a:lnTo>
                  <a:pt x="1094386" y="108613"/>
                </a:lnTo>
                <a:lnTo>
                  <a:pt x="1094848" y="108945"/>
                </a:lnTo>
                <a:lnTo>
                  <a:pt x="1095317" y="109270"/>
                </a:lnTo>
                <a:lnTo>
                  <a:pt x="1095793" y="109586"/>
                </a:lnTo>
                <a:lnTo>
                  <a:pt x="1096277" y="109894"/>
                </a:lnTo>
                <a:lnTo>
                  <a:pt x="1096768" y="110194"/>
                </a:lnTo>
                <a:lnTo>
                  <a:pt x="1097266" y="110485"/>
                </a:lnTo>
                <a:lnTo>
                  <a:pt x="1097772" y="110769"/>
                </a:lnTo>
                <a:lnTo>
                  <a:pt x="1098284" y="111044"/>
                </a:lnTo>
                <a:lnTo>
                  <a:pt x="1098805" y="111311"/>
                </a:lnTo>
                <a:lnTo>
                  <a:pt x="1099332" y="111570"/>
                </a:lnTo>
                <a:lnTo>
                  <a:pt x="1099866" y="111819"/>
                </a:lnTo>
                <a:lnTo>
                  <a:pt x="1100408" y="112058"/>
                </a:lnTo>
                <a:lnTo>
                  <a:pt x="1100957" y="112286"/>
                </a:lnTo>
                <a:lnTo>
                  <a:pt x="1101512" y="112504"/>
                </a:lnTo>
                <a:lnTo>
                  <a:pt x="1102075" y="112711"/>
                </a:lnTo>
                <a:lnTo>
                  <a:pt x="1102645" y="112907"/>
                </a:lnTo>
                <a:lnTo>
                  <a:pt x="1103221" y="113093"/>
                </a:lnTo>
                <a:lnTo>
                  <a:pt x="1103805" y="113268"/>
                </a:lnTo>
                <a:lnTo>
                  <a:pt x="1104396" y="113433"/>
                </a:lnTo>
                <a:lnTo>
                  <a:pt x="1104994" y="113587"/>
                </a:lnTo>
                <a:lnTo>
                  <a:pt x="1105599" y="113730"/>
                </a:lnTo>
                <a:lnTo>
                  <a:pt x="1106211" y="113863"/>
                </a:lnTo>
                <a:lnTo>
                  <a:pt x="1106830" y="113985"/>
                </a:lnTo>
                <a:lnTo>
                  <a:pt x="1107456" y="114096"/>
                </a:lnTo>
                <a:lnTo>
                  <a:pt x="1108089" y="114197"/>
                </a:lnTo>
                <a:lnTo>
                  <a:pt x="1108729" y="114287"/>
                </a:lnTo>
                <a:lnTo>
                  <a:pt x="1109376" y="114367"/>
                </a:lnTo>
                <a:lnTo>
                  <a:pt x="1110030" y="114436"/>
                </a:lnTo>
                <a:lnTo>
                  <a:pt x="1110691" y="114494"/>
                </a:lnTo>
                <a:lnTo>
                  <a:pt x="1111359" y="114542"/>
                </a:lnTo>
                <a:lnTo>
                  <a:pt x="1112034" y="114579"/>
                </a:lnTo>
                <a:lnTo>
                  <a:pt x="1112717" y="114606"/>
                </a:lnTo>
                <a:lnTo>
                  <a:pt x="1113406" y="114622"/>
                </a:lnTo>
                <a:lnTo>
                  <a:pt x="1114102" y="114627"/>
                </a:lnTo>
                <a:lnTo>
                  <a:pt x="1114775" y="114621"/>
                </a:lnTo>
                <a:lnTo>
                  <a:pt x="1115444" y="114603"/>
                </a:lnTo>
                <a:lnTo>
                  <a:pt x="1116108" y="114574"/>
                </a:lnTo>
                <a:lnTo>
                  <a:pt x="1116768" y="114532"/>
                </a:lnTo>
                <a:lnTo>
                  <a:pt x="1117423" y="114479"/>
                </a:lnTo>
                <a:lnTo>
                  <a:pt x="1118073" y="114415"/>
                </a:lnTo>
                <a:lnTo>
                  <a:pt x="1118720" y="114338"/>
                </a:lnTo>
                <a:lnTo>
                  <a:pt x="1119361" y="114249"/>
                </a:lnTo>
                <a:lnTo>
                  <a:pt x="1119999" y="114149"/>
                </a:lnTo>
                <a:lnTo>
                  <a:pt x="1120631" y="114037"/>
                </a:lnTo>
                <a:lnTo>
                  <a:pt x="1121260" y="113913"/>
                </a:lnTo>
                <a:lnTo>
                  <a:pt x="1121883" y="113777"/>
                </a:lnTo>
                <a:lnTo>
                  <a:pt x="1122503" y="113630"/>
                </a:lnTo>
                <a:lnTo>
                  <a:pt x="1123118" y="113471"/>
                </a:lnTo>
                <a:lnTo>
                  <a:pt x="1123728" y="113300"/>
                </a:lnTo>
                <a:lnTo>
                  <a:pt x="1124334" y="113117"/>
                </a:lnTo>
                <a:lnTo>
                  <a:pt x="1124935" y="112922"/>
                </a:lnTo>
                <a:lnTo>
                  <a:pt x="1125532" y="112716"/>
                </a:lnTo>
                <a:lnTo>
                  <a:pt x="1126125" y="112497"/>
                </a:lnTo>
                <a:lnTo>
                  <a:pt x="1126713" y="112267"/>
                </a:lnTo>
                <a:lnTo>
                  <a:pt x="1127296" y="112025"/>
                </a:lnTo>
                <a:lnTo>
                  <a:pt x="1127875" y="111772"/>
                </a:lnTo>
                <a:lnTo>
                  <a:pt x="1128450" y="111506"/>
                </a:lnTo>
                <a:lnTo>
                  <a:pt x="1129020" y="111229"/>
                </a:lnTo>
                <a:lnTo>
                  <a:pt x="1129583" y="110941"/>
                </a:lnTo>
                <a:lnTo>
                  <a:pt x="1130138" y="110645"/>
                </a:lnTo>
                <a:lnTo>
                  <a:pt x="1130684" y="110340"/>
                </a:lnTo>
                <a:lnTo>
                  <a:pt x="1131221" y="110027"/>
                </a:lnTo>
                <a:lnTo>
                  <a:pt x="1131749" y="109704"/>
                </a:lnTo>
                <a:lnTo>
                  <a:pt x="1132268" y="109373"/>
                </a:lnTo>
                <a:lnTo>
                  <a:pt x="1132779" y="109033"/>
                </a:lnTo>
                <a:lnTo>
                  <a:pt x="1133280" y="108685"/>
                </a:lnTo>
                <a:lnTo>
                  <a:pt x="1133773" y="108327"/>
                </a:lnTo>
                <a:lnTo>
                  <a:pt x="1134257" y="107961"/>
                </a:lnTo>
                <a:lnTo>
                  <a:pt x="1134733" y="107587"/>
                </a:lnTo>
                <a:lnTo>
                  <a:pt x="1135199" y="107203"/>
                </a:lnTo>
                <a:lnTo>
                  <a:pt x="1135656" y="106811"/>
                </a:lnTo>
                <a:lnTo>
                  <a:pt x="1136105" y="106410"/>
                </a:lnTo>
                <a:lnTo>
                  <a:pt x="1136545" y="106000"/>
                </a:lnTo>
                <a:lnTo>
                  <a:pt x="1136976" y="105582"/>
                </a:lnTo>
                <a:lnTo>
                  <a:pt x="1137398" y="105155"/>
                </a:lnTo>
                <a:lnTo>
                  <a:pt x="1137812" y="104719"/>
                </a:lnTo>
                <a:lnTo>
                  <a:pt x="1138216" y="104275"/>
                </a:lnTo>
                <a:lnTo>
                  <a:pt x="1138612" y="103822"/>
                </a:lnTo>
                <a:lnTo>
                  <a:pt x="1138999" y="103360"/>
                </a:lnTo>
                <a:lnTo>
                  <a:pt x="1139377" y="102889"/>
                </a:lnTo>
                <a:lnTo>
                  <a:pt x="1139747" y="102410"/>
                </a:lnTo>
                <a:lnTo>
                  <a:pt x="1140107" y="101922"/>
                </a:lnTo>
                <a:lnTo>
                  <a:pt x="1140456" y="101426"/>
                </a:lnTo>
                <a:lnTo>
                  <a:pt x="1140792" y="100924"/>
                </a:lnTo>
                <a:lnTo>
                  <a:pt x="1141114" y="100417"/>
                </a:lnTo>
                <a:lnTo>
                  <a:pt x="1141423" y="99904"/>
                </a:lnTo>
                <a:lnTo>
                  <a:pt x="1141718" y="99385"/>
                </a:lnTo>
                <a:lnTo>
                  <a:pt x="1141999" y="98860"/>
                </a:lnTo>
                <a:lnTo>
                  <a:pt x="1142267" y="98329"/>
                </a:lnTo>
                <a:lnTo>
                  <a:pt x="1142522" y="97792"/>
                </a:lnTo>
                <a:lnTo>
                  <a:pt x="1142763" y="97249"/>
                </a:lnTo>
                <a:lnTo>
                  <a:pt x="1142990" y="96700"/>
                </a:lnTo>
                <a:lnTo>
                  <a:pt x="1143203" y="96146"/>
                </a:lnTo>
                <a:lnTo>
                  <a:pt x="1143404" y="95586"/>
                </a:lnTo>
                <a:lnTo>
                  <a:pt x="1143590" y="95019"/>
                </a:lnTo>
                <a:lnTo>
                  <a:pt x="1143763" y="94447"/>
                </a:lnTo>
                <a:lnTo>
                  <a:pt x="1143923" y="93869"/>
                </a:lnTo>
                <a:lnTo>
                  <a:pt x="1144069" y="93285"/>
                </a:lnTo>
                <a:lnTo>
                  <a:pt x="1144201" y="92695"/>
                </a:lnTo>
                <a:lnTo>
                  <a:pt x="1144320" y="92099"/>
                </a:lnTo>
                <a:lnTo>
                  <a:pt x="1144425" y="91498"/>
                </a:lnTo>
                <a:lnTo>
                  <a:pt x="1144517" y="90890"/>
                </a:lnTo>
                <a:lnTo>
                  <a:pt x="1144595" y="90277"/>
                </a:lnTo>
                <a:lnTo>
                  <a:pt x="1144660" y="89657"/>
                </a:lnTo>
                <a:lnTo>
                  <a:pt x="1144711" y="89032"/>
                </a:lnTo>
                <a:lnTo>
                  <a:pt x="1144748" y="88401"/>
                </a:lnTo>
                <a:lnTo>
                  <a:pt x="1136276" y="88401"/>
                </a:lnTo>
                <a:lnTo>
                  <a:pt x="1136235" y="88903"/>
                </a:lnTo>
                <a:lnTo>
                  <a:pt x="1136183" y="89398"/>
                </a:lnTo>
                <a:lnTo>
                  <a:pt x="1136123" y="89887"/>
                </a:lnTo>
                <a:lnTo>
                  <a:pt x="1136052" y="90369"/>
                </a:lnTo>
                <a:lnTo>
                  <a:pt x="1135972" y="90844"/>
                </a:lnTo>
                <a:lnTo>
                  <a:pt x="1135883" y="91313"/>
                </a:lnTo>
                <a:lnTo>
                  <a:pt x="1135783" y="91775"/>
                </a:lnTo>
                <a:lnTo>
                  <a:pt x="1135675" y="92230"/>
                </a:lnTo>
                <a:lnTo>
                  <a:pt x="1135556" y="92679"/>
                </a:lnTo>
                <a:lnTo>
                  <a:pt x="1135428" y="93121"/>
                </a:lnTo>
                <a:lnTo>
                  <a:pt x="1135291" y="93556"/>
                </a:lnTo>
                <a:lnTo>
                  <a:pt x="1135144" y="93985"/>
                </a:lnTo>
                <a:lnTo>
                  <a:pt x="1134987" y="94407"/>
                </a:lnTo>
                <a:lnTo>
                  <a:pt x="1134821" y="94822"/>
                </a:lnTo>
                <a:lnTo>
                  <a:pt x="1134645" y="95231"/>
                </a:lnTo>
                <a:lnTo>
                  <a:pt x="1134459" y="95633"/>
                </a:lnTo>
                <a:lnTo>
                  <a:pt x="1134264" y="96028"/>
                </a:lnTo>
                <a:lnTo>
                  <a:pt x="1134059" y="96417"/>
                </a:lnTo>
                <a:lnTo>
                  <a:pt x="1133845" y="96799"/>
                </a:lnTo>
                <a:lnTo>
                  <a:pt x="1133621" y="97174"/>
                </a:lnTo>
                <a:lnTo>
                  <a:pt x="1133388" y="97543"/>
                </a:lnTo>
                <a:lnTo>
                  <a:pt x="1133145" y="97905"/>
                </a:lnTo>
                <a:lnTo>
                  <a:pt x="1132892" y="98260"/>
                </a:lnTo>
                <a:lnTo>
                  <a:pt x="1132630" y="98609"/>
                </a:lnTo>
                <a:lnTo>
                  <a:pt x="1132360" y="98950"/>
                </a:lnTo>
                <a:lnTo>
                  <a:pt x="1132084" y="99285"/>
                </a:lnTo>
                <a:lnTo>
                  <a:pt x="1131802" y="99613"/>
                </a:lnTo>
                <a:lnTo>
                  <a:pt x="1131514" y="99934"/>
                </a:lnTo>
                <a:lnTo>
                  <a:pt x="1131221" y="100248"/>
                </a:lnTo>
                <a:lnTo>
                  <a:pt x="1130922" y="100555"/>
                </a:lnTo>
                <a:lnTo>
                  <a:pt x="1130616" y="100855"/>
                </a:lnTo>
                <a:lnTo>
                  <a:pt x="1130305" y="101148"/>
                </a:lnTo>
                <a:lnTo>
                  <a:pt x="1129988" y="101434"/>
                </a:lnTo>
                <a:lnTo>
                  <a:pt x="1129665" y="101714"/>
                </a:lnTo>
                <a:lnTo>
                  <a:pt x="1129336" y="101986"/>
                </a:lnTo>
                <a:lnTo>
                  <a:pt x="1129002" y="102251"/>
                </a:lnTo>
                <a:lnTo>
                  <a:pt x="1128661" y="102510"/>
                </a:lnTo>
                <a:lnTo>
                  <a:pt x="1128315" y="102761"/>
                </a:lnTo>
                <a:lnTo>
                  <a:pt x="1127962" y="103006"/>
                </a:lnTo>
                <a:lnTo>
                  <a:pt x="1127604" y="103244"/>
                </a:lnTo>
                <a:lnTo>
                  <a:pt x="1127240" y="103474"/>
                </a:lnTo>
                <a:lnTo>
                  <a:pt x="1126870" y="103698"/>
                </a:lnTo>
                <a:lnTo>
                  <a:pt x="1126494" y="103915"/>
                </a:lnTo>
                <a:lnTo>
                  <a:pt x="1126112" y="104125"/>
                </a:lnTo>
                <a:lnTo>
                  <a:pt x="1125725" y="104328"/>
                </a:lnTo>
                <a:lnTo>
                  <a:pt x="1125331" y="104524"/>
                </a:lnTo>
                <a:lnTo>
                  <a:pt x="1124932" y="104714"/>
                </a:lnTo>
                <a:lnTo>
                  <a:pt x="1124526" y="104896"/>
                </a:lnTo>
                <a:lnTo>
                  <a:pt x="1124117" y="105071"/>
                </a:lnTo>
                <a:lnTo>
                  <a:pt x="1123705" y="105238"/>
                </a:lnTo>
                <a:lnTo>
                  <a:pt x="1123292" y="105398"/>
                </a:lnTo>
                <a:lnTo>
                  <a:pt x="1122876" y="105551"/>
                </a:lnTo>
                <a:lnTo>
                  <a:pt x="1122458" y="105696"/>
                </a:lnTo>
                <a:lnTo>
                  <a:pt x="1122038" y="105834"/>
                </a:lnTo>
                <a:lnTo>
                  <a:pt x="1121615" y="105964"/>
                </a:lnTo>
                <a:lnTo>
                  <a:pt x="1121191" y="106087"/>
                </a:lnTo>
                <a:lnTo>
                  <a:pt x="1120764" y="106202"/>
                </a:lnTo>
                <a:lnTo>
                  <a:pt x="1120335" y="106310"/>
                </a:lnTo>
                <a:lnTo>
                  <a:pt x="1119904" y="106410"/>
                </a:lnTo>
                <a:lnTo>
                  <a:pt x="1119471" y="106503"/>
                </a:lnTo>
                <a:lnTo>
                  <a:pt x="1119035" y="106589"/>
                </a:lnTo>
                <a:lnTo>
                  <a:pt x="1118598" y="106667"/>
                </a:lnTo>
                <a:lnTo>
                  <a:pt x="1118158" y="106738"/>
                </a:lnTo>
                <a:lnTo>
                  <a:pt x="1117716" y="106801"/>
                </a:lnTo>
                <a:lnTo>
                  <a:pt x="1117272" y="106857"/>
                </a:lnTo>
                <a:lnTo>
                  <a:pt x="1116826" y="106905"/>
                </a:lnTo>
                <a:lnTo>
                  <a:pt x="1116377" y="106946"/>
                </a:lnTo>
                <a:lnTo>
                  <a:pt x="1115927" y="106980"/>
                </a:lnTo>
                <a:lnTo>
                  <a:pt x="1115474" y="107006"/>
                </a:lnTo>
                <a:lnTo>
                  <a:pt x="1115019" y="107024"/>
                </a:lnTo>
                <a:lnTo>
                  <a:pt x="1114562" y="107035"/>
                </a:lnTo>
                <a:lnTo>
                  <a:pt x="1114102" y="107039"/>
                </a:lnTo>
                <a:lnTo>
                  <a:pt x="1113535" y="107035"/>
                </a:lnTo>
                <a:lnTo>
                  <a:pt x="1112975" y="107021"/>
                </a:lnTo>
                <a:lnTo>
                  <a:pt x="1112421" y="106998"/>
                </a:lnTo>
                <a:lnTo>
                  <a:pt x="1111875" y="106966"/>
                </a:lnTo>
                <a:lnTo>
                  <a:pt x="1111336" y="106926"/>
                </a:lnTo>
                <a:lnTo>
                  <a:pt x="1110803" y="106876"/>
                </a:lnTo>
                <a:close/>
                <a:moveTo>
                  <a:pt x="1429905" y="78041"/>
                </a:moveTo>
                <a:lnTo>
                  <a:pt x="1429954" y="78739"/>
                </a:lnTo>
                <a:lnTo>
                  <a:pt x="1430011" y="79433"/>
                </a:lnTo>
                <a:lnTo>
                  <a:pt x="1430077" y="80122"/>
                </a:lnTo>
                <a:lnTo>
                  <a:pt x="1430152" y="80806"/>
                </a:lnTo>
                <a:lnTo>
                  <a:pt x="1430236" y="81485"/>
                </a:lnTo>
                <a:lnTo>
                  <a:pt x="1430329" y="82160"/>
                </a:lnTo>
                <a:lnTo>
                  <a:pt x="1430430" y="82830"/>
                </a:lnTo>
                <a:lnTo>
                  <a:pt x="1430541" y="83495"/>
                </a:lnTo>
                <a:lnTo>
                  <a:pt x="1430660" y="84156"/>
                </a:lnTo>
                <a:lnTo>
                  <a:pt x="1430788" y="84812"/>
                </a:lnTo>
                <a:lnTo>
                  <a:pt x="1430925" y="85463"/>
                </a:lnTo>
                <a:lnTo>
                  <a:pt x="1431070" y="86109"/>
                </a:lnTo>
                <a:lnTo>
                  <a:pt x="1431225" y="86751"/>
                </a:lnTo>
                <a:lnTo>
                  <a:pt x="1431388" y="87387"/>
                </a:lnTo>
                <a:lnTo>
                  <a:pt x="1431560" y="88020"/>
                </a:lnTo>
                <a:lnTo>
                  <a:pt x="1431741" y="88647"/>
                </a:lnTo>
                <a:lnTo>
                  <a:pt x="1431931" y="89270"/>
                </a:lnTo>
                <a:lnTo>
                  <a:pt x="1432129" y="89888"/>
                </a:lnTo>
                <a:lnTo>
                  <a:pt x="1432336" y="90501"/>
                </a:lnTo>
                <a:lnTo>
                  <a:pt x="1432552" y="91108"/>
                </a:lnTo>
                <a:lnTo>
                  <a:pt x="1432775" y="91709"/>
                </a:lnTo>
                <a:lnTo>
                  <a:pt x="1433005" y="92303"/>
                </a:lnTo>
                <a:lnTo>
                  <a:pt x="1433243" y="92891"/>
                </a:lnTo>
                <a:lnTo>
                  <a:pt x="1433488" y="93472"/>
                </a:lnTo>
                <a:lnTo>
                  <a:pt x="1433741" y="94046"/>
                </a:lnTo>
                <a:lnTo>
                  <a:pt x="1434001" y="94614"/>
                </a:lnTo>
                <a:lnTo>
                  <a:pt x="1434268" y="95175"/>
                </a:lnTo>
                <a:lnTo>
                  <a:pt x="1434543" y="95729"/>
                </a:lnTo>
                <a:lnTo>
                  <a:pt x="1434825" y="96276"/>
                </a:lnTo>
                <a:lnTo>
                  <a:pt x="1435115" y="96817"/>
                </a:lnTo>
                <a:lnTo>
                  <a:pt x="1435412" y="97352"/>
                </a:lnTo>
                <a:lnTo>
                  <a:pt x="1435717" y="97880"/>
                </a:lnTo>
                <a:lnTo>
                  <a:pt x="1436029" y="98401"/>
                </a:lnTo>
                <a:lnTo>
                  <a:pt x="1436348" y="98915"/>
                </a:lnTo>
                <a:lnTo>
                  <a:pt x="1436675" y="99423"/>
                </a:lnTo>
                <a:lnTo>
                  <a:pt x="1437009" y="99924"/>
                </a:lnTo>
                <a:lnTo>
                  <a:pt x="1437350" y="100418"/>
                </a:lnTo>
                <a:lnTo>
                  <a:pt x="1437700" y="100906"/>
                </a:lnTo>
                <a:lnTo>
                  <a:pt x="1438056" y="101387"/>
                </a:lnTo>
                <a:lnTo>
                  <a:pt x="1438420" y="101862"/>
                </a:lnTo>
                <a:lnTo>
                  <a:pt x="1438791" y="102329"/>
                </a:lnTo>
                <a:lnTo>
                  <a:pt x="1439170" y="102791"/>
                </a:lnTo>
                <a:lnTo>
                  <a:pt x="1439556" y="103245"/>
                </a:lnTo>
                <a:lnTo>
                  <a:pt x="1439949" y="103692"/>
                </a:lnTo>
                <a:lnTo>
                  <a:pt x="1440349" y="104131"/>
                </a:lnTo>
                <a:lnTo>
                  <a:pt x="1440755" y="104561"/>
                </a:lnTo>
                <a:lnTo>
                  <a:pt x="1441167" y="104983"/>
                </a:lnTo>
                <a:lnTo>
                  <a:pt x="1441587" y="105396"/>
                </a:lnTo>
                <a:lnTo>
                  <a:pt x="1442012" y="105801"/>
                </a:lnTo>
                <a:lnTo>
                  <a:pt x="1442444" y="106197"/>
                </a:lnTo>
                <a:lnTo>
                  <a:pt x="1442883" y="106585"/>
                </a:lnTo>
                <a:lnTo>
                  <a:pt x="1443328" y="106964"/>
                </a:lnTo>
                <a:lnTo>
                  <a:pt x="1443780" y="107335"/>
                </a:lnTo>
                <a:lnTo>
                  <a:pt x="1444239" y="107698"/>
                </a:lnTo>
                <a:lnTo>
                  <a:pt x="1444703" y="108052"/>
                </a:lnTo>
                <a:lnTo>
                  <a:pt x="1445175" y="108398"/>
                </a:lnTo>
                <a:lnTo>
                  <a:pt x="1445653" y="108735"/>
                </a:lnTo>
                <a:lnTo>
                  <a:pt x="1446137" y="109064"/>
                </a:lnTo>
                <a:lnTo>
                  <a:pt x="1446628" y="109384"/>
                </a:lnTo>
                <a:lnTo>
                  <a:pt x="1447125" y="109696"/>
                </a:lnTo>
                <a:lnTo>
                  <a:pt x="1447629" y="110000"/>
                </a:lnTo>
                <a:lnTo>
                  <a:pt x="1448140" y="110295"/>
                </a:lnTo>
                <a:lnTo>
                  <a:pt x="1448657" y="110581"/>
                </a:lnTo>
                <a:lnTo>
                  <a:pt x="1449180" y="110859"/>
                </a:lnTo>
                <a:lnTo>
                  <a:pt x="1449711" y="111129"/>
                </a:lnTo>
                <a:lnTo>
                  <a:pt x="1450247" y="111390"/>
                </a:lnTo>
                <a:lnTo>
                  <a:pt x="1450790" y="111643"/>
                </a:lnTo>
                <a:lnTo>
                  <a:pt x="1451339" y="111887"/>
                </a:lnTo>
                <a:lnTo>
                  <a:pt x="1451894" y="112120"/>
                </a:lnTo>
                <a:lnTo>
                  <a:pt x="1452454" y="112343"/>
                </a:lnTo>
                <a:lnTo>
                  <a:pt x="1453019" y="112555"/>
                </a:lnTo>
                <a:lnTo>
                  <a:pt x="1453589" y="112757"/>
                </a:lnTo>
                <a:lnTo>
                  <a:pt x="1454165" y="112949"/>
                </a:lnTo>
                <a:lnTo>
                  <a:pt x="1454746" y="113130"/>
                </a:lnTo>
                <a:lnTo>
                  <a:pt x="1455333" y="113301"/>
                </a:lnTo>
                <a:lnTo>
                  <a:pt x="1455925" y="113461"/>
                </a:lnTo>
                <a:lnTo>
                  <a:pt x="1456522" y="113612"/>
                </a:lnTo>
                <a:lnTo>
                  <a:pt x="1457125" y="113752"/>
                </a:lnTo>
                <a:lnTo>
                  <a:pt x="1457733" y="113881"/>
                </a:lnTo>
                <a:lnTo>
                  <a:pt x="1458347" y="114000"/>
                </a:lnTo>
                <a:lnTo>
                  <a:pt x="1458966" y="114109"/>
                </a:lnTo>
                <a:lnTo>
                  <a:pt x="1459590" y="114207"/>
                </a:lnTo>
                <a:lnTo>
                  <a:pt x="1460220" y="114295"/>
                </a:lnTo>
                <a:lnTo>
                  <a:pt x="1460855" y="114373"/>
                </a:lnTo>
                <a:lnTo>
                  <a:pt x="1461495" y="114440"/>
                </a:lnTo>
                <a:lnTo>
                  <a:pt x="1462141" y="114497"/>
                </a:lnTo>
                <a:lnTo>
                  <a:pt x="1462792" y="114544"/>
                </a:lnTo>
                <a:lnTo>
                  <a:pt x="1463448" y="114580"/>
                </a:lnTo>
                <a:lnTo>
                  <a:pt x="1464110" y="114606"/>
                </a:lnTo>
                <a:lnTo>
                  <a:pt x="1464777" y="114622"/>
                </a:lnTo>
                <a:lnTo>
                  <a:pt x="1465450" y="114627"/>
                </a:lnTo>
                <a:lnTo>
                  <a:pt x="1466123" y="114622"/>
                </a:lnTo>
                <a:lnTo>
                  <a:pt x="1466790" y="114606"/>
                </a:lnTo>
                <a:lnTo>
                  <a:pt x="1467451" y="114580"/>
                </a:lnTo>
                <a:lnTo>
                  <a:pt x="1468107" y="114544"/>
                </a:lnTo>
                <a:lnTo>
                  <a:pt x="1468758" y="114497"/>
                </a:lnTo>
                <a:lnTo>
                  <a:pt x="1469403" y="114440"/>
                </a:lnTo>
                <a:lnTo>
                  <a:pt x="1470042" y="114373"/>
                </a:lnTo>
                <a:lnTo>
                  <a:pt x="1470676" y="114295"/>
                </a:lnTo>
                <a:lnTo>
                  <a:pt x="1471305" y="114207"/>
                </a:lnTo>
                <a:lnTo>
                  <a:pt x="1471928" y="114109"/>
                </a:lnTo>
                <a:lnTo>
                  <a:pt x="1472546" y="114000"/>
                </a:lnTo>
                <a:lnTo>
                  <a:pt x="1473158" y="113881"/>
                </a:lnTo>
                <a:lnTo>
                  <a:pt x="1473764" y="113752"/>
                </a:lnTo>
                <a:lnTo>
                  <a:pt x="1474365" y="113612"/>
                </a:lnTo>
                <a:lnTo>
                  <a:pt x="1474961" y="113461"/>
                </a:lnTo>
                <a:lnTo>
                  <a:pt x="1475551" y="113301"/>
                </a:lnTo>
                <a:lnTo>
                  <a:pt x="1476135" y="113130"/>
                </a:lnTo>
                <a:lnTo>
                  <a:pt x="1476714" y="112949"/>
                </a:lnTo>
                <a:lnTo>
                  <a:pt x="1477288" y="112757"/>
                </a:lnTo>
                <a:lnTo>
                  <a:pt x="1477856" y="112555"/>
                </a:lnTo>
                <a:lnTo>
                  <a:pt x="1478418" y="112343"/>
                </a:lnTo>
                <a:lnTo>
                  <a:pt x="1478976" y="112120"/>
                </a:lnTo>
                <a:lnTo>
                  <a:pt x="1479527" y="111887"/>
                </a:lnTo>
                <a:lnTo>
                  <a:pt x="1480073" y="111643"/>
                </a:lnTo>
                <a:lnTo>
                  <a:pt x="1480613" y="111390"/>
                </a:lnTo>
                <a:lnTo>
                  <a:pt x="1481147" y="111129"/>
                </a:lnTo>
                <a:lnTo>
                  <a:pt x="1481674" y="110859"/>
                </a:lnTo>
                <a:lnTo>
                  <a:pt x="1482195" y="110581"/>
                </a:lnTo>
                <a:lnTo>
                  <a:pt x="1482710" y="110295"/>
                </a:lnTo>
                <a:lnTo>
                  <a:pt x="1483218" y="110000"/>
                </a:lnTo>
                <a:lnTo>
                  <a:pt x="1483720" y="109696"/>
                </a:lnTo>
                <a:lnTo>
                  <a:pt x="1484215" y="109384"/>
                </a:lnTo>
                <a:lnTo>
                  <a:pt x="1484704" y="109064"/>
                </a:lnTo>
                <a:lnTo>
                  <a:pt x="1485186" y="108735"/>
                </a:lnTo>
                <a:lnTo>
                  <a:pt x="1485663" y="108398"/>
                </a:lnTo>
                <a:lnTo>
                  <a:pt x="1486132" y="108052"/>
                </a:lnTo>
                <a:lnTo>
                  <a:pt x="1486596" y="107698"/>
                </a:lnTo>
                <a:lnTo>
                  <a:pt x="1487053" y="107335"/>
                </a:lnTo>
                <a:lnTo>
                  <a:pt x="1487503" y="106964"/>
                </a:lnTo>
                <a:lnTo>
                  <a:pt x="1487947" y="106585"/>
                </a:lnTo>
                <a:lnTo>
                  <a:pt x="1488385" y="106197"/>
                </a:lnTo>
                <a:lnTo>
                  <a:pt x="1488817" y="105801"/>
                </a:lnTo>
                <a:lnTo>
                  <a:pt x="1489242" y="105396"/>
                </a:lnTo>
                <a:lnTo>
                  <a:pt x="1489660" y="104983"/>
                </a:lnTo>
                <a:lnTo>
                  <a:pt x="1490072" y="104561"/>
                </a:lnTo>
                <a:lnTo>
                  <a:pt x="1490478" y="104131"/>
                </a:lnTo>
                <a:lnTo>
                  <a:pt x="1490878" y="103692"/>
                </a:lnTo>
                <a:lnTo>
                  <a:pt x="1491271" y="103245"/>
                </a:lnTo>
                <a:lnTo>
                  <a:pt x="1491657" y="102791"/>
                </a:lnTo>
                <a:lnTo>
                  <a:pt x="1492035" y="102329"/>
                </a:lnTo>
                <a:lnTo>
                  <a:pt x="1492406" y="101862"/>
                </a:lnTo>
                <a:lnTo>
                  <a:pt x="1492770" y="101387"/>
                </a:lnTo>
                <a:lnTo>
                  <a:pt x="1493125" y="100906"/>
                </a:lnTo>
                <a:lnTo>
                  <a:pt x="1493474" y="100418"/>
                </a:lnTo>
                <a:lnTo>
                  <a:pt x="1493815" y="99924"/>
                </a:lnTo>
                <a:lnTo>
                  <a:pt x="1494148" y="99423"/>
                </a:lnTo>
                <a:lnTo>
                  <a:pt x="1494473" y="98915"/>
                </a:lnTo>
                <a:lnTo>
                  <a:pt x="1494792" y="98401"/>
                </a:lnTo>
                <a:lnTo>
                  <a:pt x="1495102" y="97880"/>
                </a:lnTo>
                <a:lnTo>
                  <a:pt x="1495405" y="97352"/>
                </a:lnTo>
                <a:lnTo>
                  <a:pt x="1495701" y="96817"/>
                </a:lnTo>
                <a:lnTo>
                  <a:pt x="1495989" y="96276"/>
                </a:lnTo>
                <a:lnTo>
                  <a:pt x="1496269" y="95729"/>
                </a:lnTo>
                <a:lnTo>
                  <a:pt x="1496542" y="95175"/>
                </a:lnTo>
                <a:lnTo>
                  <a:pt x="1496807" y="94614"/>
                </a:lnTo>
                <a:lnTo>
                  <a:pt x="1497065" y="94046"/>
                </a:lnTo>
                <a:lnTo>
                  <a:pt x="1497315" y="93472"/>
                </a:lnTo>
                <a:lnTo>
                  <a:pt x="1497558" y="92891"/>
                </a:lnTo>
                <a:lnTo>
                  <a:pt x="1497793" y="92303"/>
                </a:lnTo>
                <a:lnTo>
                  <a:pt x="1498021" y="91709"/>
                </a:lnTo>
                <a:lnTo>
                  <a:pt x="1498241" y="91108"/>
                </a:lnTo>
                <a:lnTo>
                  <a:pt x="1498453" y="90501"/>
                </a:lnTo>
                <a:lnTo>
                  <a:pt x="1498658" y="89888"/>
                </a:lnTo>
                <a:lnTo>
                  <a:pt x="1498853" y="89270"/>
                </a:lnTo>
                <a:lnTo>
                  <a:pt x="1499040" y="88647"/>
                </a:lnTo>
                <a:lnTo>
                  <a:pt x="1499219" y="88020"/>
                </a:lnTo>
                <a:lnTo>
                  <a:pt x="1499388" y="87387"/>
                </a:lnTo>
                <a:lnTo>
                  <a:pt x="1499549" y="86751"/>
                </a:lnTo>
                <a:lnTo>
                  <a:pt x="1499701" y="86109"/>
                </a:lnTo>
                <a:lnTo>
                  <a:pt x="1499845" y="85463"/>
                </a:lnTo>
                <a:lnTo>
                  <a:pt x="1499980" y="84812"/>
                </a:lnTo>
                <a:lnTo>
                  <a:pt x="1500106" y="84156"/>
                </a:lnTo>
                <a:lnTo>
                  <a:pt x="1500223" y="83495"/>
                </a:lnTo>
                <a:lnTo>
                  <a:pt x="1500332" y="82830"/>
                </a:lnTo>
                <a:lnTo>
                  <a:pt x="1500432" y="82160"/>
                </a:lnTo>
                <a:lnTo>
                  <a:pt x="1500523" y="81485"/>
                </a:lnTo>
                <a:lnTo>
                  <a:pt x="1500606" y="80806"/>
                </a:lnTo>
                <a:lnTo>
                  <a:pt x="1500680" y="80122"/>
                </a:lnTo>
                <a:lnTo>
                  <a:pt x="1500745" y="79433"/>
                </a:lnTo>
                <a:lnTo>
                  <a:pt x="1500801" y="78739"/>
                </a:lnTo>
                <a:lnTo>
                  <a:pt x="1500849" y="78041"/>
                </a:lnTo>
                <a:lnTo>
                  <a:pt x="1500888" y="77338"/>
                </a:lnTo>
                <a:lnTo>
                  <a:pt x="1500919" y="76630"/>
                </a:lnTo>
                <a:lnTo>
                  <a:pt x="1500941" y="75917"/>
                </a:lnTo>
                <a:lnTo>
                  <a:pt x="1500954" y="75200"/>
                </a:lnTo>
                <a:lnTo>
                  <a:pt x="1500958" y="74478"/>
                </a:lnTo>
                <a:lnTo>
                  <a:pt x="1500958" y="72121"/>
                </a:lnTo>
                <a:lnTo>
                  <a:pt x="1500954" y="71399"/>
                </a:lnTo>
                <a:lnTo>
                  <a:pt x="1500941" y="70681"/>
                </a:lnTo>
                <a:lnTo>
                  <a:pt x="1500919" y="69968"/>
                </a:lnTo>
                <a:lnTo>
                  <a:pt x="1500888" y="69260"/>
                </a:lnTo>
                <a:lnTo>
                  <a:pt x="1500849" y="68556"/>
                </a:lnTo>
                <a:lnTo>
                  <a:pt x="1500801" y="67857"/>
                </a:lnTo>
                <a:lnTo>
                  <a:pt x="1500745" y="67163"/>
                </a:lnTo>
                <a:lnTo>
                  <a:pt x="1500680" y="66473"/>
                </a:lnTo>
                <a:lnTo>
                  <a:pt x="1500606" y="65788"/>
                </a:lnTo>
                <a:lnTo>
                  <a:pt x="1500523" y="65107"/>
                </a:lnTo>
                <a:lnTo>
                  <a:pt x="1500432" y="64431"/>
                </a:lnTo>
                <a:lnTo>
                  <a:pt x="1500332" y="63759"/>
                </a:lnTo>
                <a:lnTo>
                  <a:pt x="1500223" y="63093"/>
                </a:lnTo>
                <a:lnTo>
                  <a:pt x="1500106" y="62430"/>
                </a:lnTo>
                <a:lnTo>
                  <a:pt x="1499980" y="61773"/>
                </a:lnTo>
                <a:lnTo>
                  <a:pt x="1499845" y="61120"/>
                </a:lnTo>
                <a:lnTo>
                  <a:pt x="1499701" y="60471"/>
                </a:lnTo>
                <a:lnTo>
                  <a:pt x="1499549" y="59827"/>
                </a:lnTo>
                <a:lnTo>
                  <a:pt x="1499388" y="59188"/>
                </a:lnTo>
                <a:lnTo>
                  <a:pt x="1499219" y="58554"/>
                </a:lnTo>
                <a:lnTo>
                  <a:pt x="1499040" y="57923"/>
                </a:lnTo>
                <a:lnTo>
                  <a:pt x="1498853" y="57298"/>
                </a:lnTo>
                <a:lnTo>
                  <a:pt x="1498658" y="56677"/>
                </a:lnTo>
                <a:lnTo>
                  <a:pt x="1498453" y="56061"/>
                </a:lnTo>
                <a:lnTo>
                  <a:pt x="1498241" y="55451"/>
                </a:lnTo>
                <a:lnTo>
                  <a:pt x="1498021" y="54847"/>
                </a:lnTo>
                <a:lnTo>
                  <a:pt x="1497793" y="54250"/>
                </a:lnTo>
                <a:lnTo>
                  <a:pt x="1497558" y="53661"/>
                </a:lnTo>
                <a:lnTo>
                  <a:pt x="1497315" y="53078"/>
                </a:lnTo>
                <a:lnTo>
                  <a:pt x="1497065" y="52502"/>
                </a:lnTo>
                <a:lnTo>
                  <a:pt x="1496807" y="51933"/>
                </a:lnTo>
                <a:lnTo>
                  <a:pt x="1496542" y="51371"/>
                </a:lnTo>
                <a:lnTo>
                  <a:pt x="1496269" y="50816"/>
                </a:lnTo>
                <a:lnTo>
                  <a:pt x="1495989" y="50267"/>
                </a:lnTo>
                <a:lnTo>
                  <a:pt x="1495701" y="49726"/>
                </a:lnTo>
                <a:lnTo>
                  <a:pt x="1495405" y="49192"/>
                </a:lnTo>
                <a:lnTo>
                  <a:pt x="1495102" y="48664"/>
                </a:lnTo>
                <a:lnTo>
                  <a:pt x="1494792" y="48143"/>
                </a:lnTo>
                <a:lnTo>
                  <a:pt x="1494473" y="47630"/>
                </a:lnTo>
                <a:lnTo>
                  <a:pt x="1494148" y="47123"/>
                </a:lnTo>
                <a:lnTo>
                  <a:pt x="1493815" y="46623"/>
                </a:lnTo>
                <a:lnTo>
                  <a:pt x="1493474" y="46130"/>
                </a:lnTo>
                <a:lnTo>
                  <a:pt x="1493125" y="45644"/>
                </a:lnTo>
                <a:lnTo>
                  <a:pt x="1492770" y="45164"/>
                </a:lnTo>
                <a:lnTo>
                  <a:pt x="1492406" y="44692"/>
                </a:lnTo>
                <a:lnTo>
                  <a:pt x="1492035" y="44227"/>
                </a:lnTo>
                <a:lnTo>
                  <a:pt x="1491657" y="43768"/>
                </a:lnTo>
                <a:lnTo>
                  <a:pt x="1491271" y="43317"/>
                </a:lnTo>
                <a:lnTo>
                  <a:pt x="1490877" y="42873"/>
                </a:lnTo>
                <a:lnTo>
                  <a:pt x="1490478" y="42437"/>
                </a:lnTo>
                <a:lnTo>
                  <a:pt x="1490071" y="42010"/>
                </a:lnTo>
                <a:lnTo>
                  <a:pt x="1489658" y="41591"/>
                </a:lnTo>
                <a:lnTo>
                  <a:pt x="1489238" y="41180"/>
                </a:lnTo>
                <a:lnTo>
                  <a:pt x="1488812" y="40777"/>
                </a:lnTo>
                <a:lnTo>
                  <a:pt x="1488379" y="40383"/>
                </a:lnTo>
                <a:lnTo>
                  <a:pt x="1487939" y="39997"/>
                </a:lnTo>
                <a:lnTo>
                  <a:pt x="1487493" y="39620"/>
                </a:lnTo>
                <a:lnTo>
                  <a:pt x="1487040" y="39251"/>
                </a:lnTo>
                <a:lnTo>
                  <a:pt x="1486580" y="38890"/>
                </a:lnTo>
                <a:lnTo>
                  <a:pt x="1486114" y="38537"/>
                </a:lnTo>
                <a:lnTo>
                  <a:pt x="1485641" y="38193"/>
                </a:lnTo>
                <a:lnTo>
                  <a:pt x="1485161" y="37857"/>
                </a:lnTo>
                <a:lnTo>
                  <a:pt x="1484675" y="37530"/>
                </a:lnTo>
                <a:lnTo>
                  <a:pt x="1484182" y="37210"/>
                </a:lnTo>
                <a:lnTo>
                  <a:pt x="1483683" y="36899"/>
                </a:lnTo>
                <a:lnTo>
                  <a:pt x="1483176" y="36597"/>
                </a:lnTo>
                <a:lnTo>
                  <a:pt x="1482664" y="36302"/>
                </a:lnTo>
                <a:lnTo>
                  <a:pt x="1482144" y="36016"/>
                </a:lnTo>
                <a:lnTo>
                  <a:pt x="1481618" y="35739"/>
                </a:lnTo>
                <a:lnTo>
                  <a:pt x="1481085" y="35469"/>
                </a:lnTo>
                <a:lnTo>
                  <a:pt x="1480546" y="35208"/>
                </a:lnTo>
                <a:lnTo>
                  <a:pt x="1479999" y="34955"/>
                </a:lnTo>
                <a:lnTo>
                  <a:pt x="1479447" y="34712"/>
                </a:lnTo>
                <a:lnTo>
                  <a:pt x="1478890" y="34479"/>
                </a:lnTo>
                <a:lnTo>
                  <a:pt x="1478328" y="34256"/>
                </a:lnTo>
                <a:lnTo>
                  <a:pt x="1477760" y="34044"/>
                </a:lnTo>
                <a:lnTo>
                  <a:pt x="1477187" y="33842"/>
                </a:lnTo>
                <a:lnTo>
                  <a:pt x="1476608" y="33650"/>
                </a:lnTo>
                <a:lnTo>
                  <a:pt x="1476025" y="33469"/>
                </a:lnTo>
                <a:lnTo>
                  <a:pt x="1475436" y="33298"/>
                </a:lnTo>
                <a:lnTo>
                  <a:pt x="1474842" y="33137"/>
                </a:lnTo>
                <a:lnTo>
                  <a:pt x="1474243" y="32987"/>
                </a:lnTo>
                <a:lnTo>
                  <a:pt x="1473638" y="32847"/>
                </a:lnTo>
                <a:lnTo>
                  <a:pt x="1473029" y="32718"/>
                </a:lnTo>
                <a:lnTo>
                  <a:pt x="1472414" y="32599"/>
                </a:lnTo>
                <a:lnTo>
                  <a:pt x="1471793" y="32490"/>
                </a:lnTo>
                <a:lnTo>
                  <a:pt x="1471168" y="32391"/>
                </a:lnTo>
                <a:lnTo>
                  <a:pt x="1470537" y="32303"/>
                </a:lnTo>
                <a:lnTo>
                  <a:pt x="1469901" y="32226"/>
                </a:lnTo>
                <a:lnTo>
                  <a:pt x="1469260" y="32158"/>
                </a:lnTo>
                <a:lnTo>
                  <a:pt x="1468614" y="32101"/>
                </a:lnTo>
                <a:lnTo>
                  <a:pt x="1467962" y="32055"/>
                </a:lnTo>
                <a:lnTo>
                  <a:pt x="1467305" y="32018"/>
                </a:lnTo>
                <a:lnTo>
                  <a:pt x="1466643" y="31992"/>
                </a:lnTo>
                <a:lnTo>
                  <a:pt x="1465975" y="31977"/>
                </a:lnTo>
                <a:lnTo>
                  <a:pt x="1465303" y="31972"/>
                </a:lnTo>
                <a:lnTo>
                  <a:pt x="1464636" y="31977"/>
                </a:lnTo>
                <a:lnTo>
                  <a:pt x="1463975" y="31992"/>
                </a:lnTo>
                <a:lnTo>
                  <a:pt x="1463318" y="32018"/>
                </a:lnTo>
                <a:lnTo>
                  <a:pt x="1462667" y="32055"/>
                </a:lnTo>
                <a:lnTo>
                  <a:pt x="1462021" y="32101"/>
                </a:lnTo>
                <a:lnTo>
                  <a:pt x="1461380" y="32158"/>
                </a:lnTo>
                <a:lnTo>
                  <a:pt x="1460744" y="32226"/>
                </a:lnTo>
                <a:lnTo>
                  <a:pt x="1460113" y="32303"/>
                </a:lnTo>
                <a:lnTo>
                  <a:pt x="1459488" y="32391"/>
                </a:lnTo>
                <a:lnTo>
                  <a:pt x="1458867" y="32490"/>
                </a:lnTo>
                <a:lnTo>
                  <a:pt x="1458252" y="32599"/>
                </a:lnTo>
                <a:lnTo>
                  <a:pt x="1457641" y="32718"/>
                </a:lnTo>
                <a:lnTo>
                  <a:pt x="1457036" y="32847"/>
                </a:lnTo>
                <a:lnTo>
                  <a:pt x="1456436" y="32987"/>
                </a:lnTo>
                <a:lnTo>
                  <a:pt x="1455841" y="33137"/>
                </a:lnTo>
                <a:lnTo>
                  <a:pt x="1455251" y="33298"/>
                </a:lnTo>
                <a:lnTo>
                  <a:pt x="1454666" y="33469"/>
                </a:lnTo>
                <a:lnTo>
                  <a:pt x="1454087" y="33650"/>
                </a:lnTo>
                <a:lnTo>
                  <a:pt x="1453512" y="33842"/>
                </a:lnTo>
                <a:lnTo>
                  <a:pt x="1452943" y="34044"/>
                </a:lnTo>
                <a:lnTo>
                  <a:pt x="1452379" y="34256"/>
                </a:lnTo>
                <a:lnTo>
                  <a:pt x="1451820" y="34479"/>
                </a:lnTo>
                <a:lnTo>
                  <a:pt x="1451265" y="34712"/>
                </a:lnTo>
                <a:lnTo>
                  <a:pt x="1450717" y="34955"/>
                </a:lnTo>
                <a:lnTo>
                  <a:pt x="1450174" y="35208"/>
                </a:lnTo>
                <a:lnTo>
                  <a:pt x="1449637" y="35469"/>
                </a:lnTo>
                <a:lnTo>
                  <a:pt x="1449107" y="35739"/>
                </a:lnTo>
                <a:lnTo>
                  <a:pt x="1448584" y="36016"/>
                </a:lnTo>
                <a:lnTo>
                  <a:pt x="1448068" y="36302"/>
                </a:lnTo>
                <a:lnTo>
                  <a:pt x="1447558" y="36597"/>
                </a:lnTo>
                <a:lnTo>
                  <a:pt x="1447055" y="36899"/>
                </a:lnTo>
                <a:lnTo>
                  <a:pt x="1446558" y="37210"/>
                </a:lnTo>
                <a:lnTo>
                  <a:pt x="1446069" y="37530"/>
                </a:lnTo>
                <a:lnTo>
                  <a:pt x="1445585" y="37857"/>
                </a:lnTo>
                <a:lnTo>
                  <a:pt x="1445109" y="38193"/>
                </a:lnTo>
                <a:lnTo>
                  <a:pt x="1444639" y="38537"/>
                </a:lnTo>
                <a:lnTo>
                  <a:pt x="1444176" y="38890"/>
                </a:lnTo>
                <a:lnTo>
                  <a:pt x="1443719" y="39251"/>
                </a:lnTo>
                <a:lnTo>
                  <a:pt x="1443269" y="39620"/>
                </a:lnTo>
                <a:lnTo>
                  <a:pt x="1442826" y="39997"/>
                </a:lnTo>
                <a:lnTo>
                  <a:pt x="1442389" y="40383"/>
                </a:lnTo>
                <a:lnTo>
                  <a:pt x="1441959" y="40777"/>
                </a:lnTo>
                <a:lnTo>
                  <a:pt x="1441536" y="41180"/>
                </a:lnTo>
                <a:lnTo>
                  <a:pt x="1441119" y="41591"/>
                </a:lnTo>
                <a:lnTo>
                  <a:pt x="1440709" y="42010"/>
                </a:lnTo>
                <a:lnTo>
                  <a:pt x="1440306" y="42437"/>
                </a:lnTo>
                <a:lnTo>
                  <a:pt x="1439909" y="42873"/>
                </a:lnTo>
                <a:lnTo>
                  <a:pt x="1439519" y="43317"/>
                </a:lnTo>
                <a:lnTo>
                  <a:pt x="1439136" y="43768"/>
                </a:lnTo>
                <a:lnTo>
                  <a:pt x="1438760" y="44227"/>
                </a:lnTo>
                <a:lnTo>
                  <a:pt x="1438392" y="44692"/>
                </a:lnTo>
                <a:lnTo>
                  <a:pt x="1438030" y="45164"/>
                </a:lnTo>
                <a:lnTo>
                  <a:pt x="1437676" y="45644"/>
                </a:lnTo>
                <a:lnTo>
                  <a:pt x="1437330" y="46130"/>
                </a:lnTo>
                <a:lnTo>
                  <a:pt x="1436990" y="46623"/>
                </a:lnTo>
                <a:lnTo>
                  <a:pt x="1436658" y="47123"/>
                </a:lnTo>
                <a:lnTo>
                  <a:pt x="1436334" y="47630"/>
                </a:lnTo>
                <a:lnTo>
                  <a:pt x="1436016" y="48143"/>
                </a:lnTo>
                <a:lnTo>
                  <a:pt x="1435706" y="48664"/>
                </a:lnTo>
                <a:lnTo>
                  <a:pt x="1435403" y="49192"/>
                </a:lnTo>
                <a:lnTo>
                  <a:pt x="1435107" y="49726"/>
                </a:lnTo>
                <a:lnTo>
                  <a:pt x="1434819" y="50267"/>
                </a:lnTo>
                <a:lnTo>
                  <a:pt x="1434538" y="50816"/>
                </a:lnTo>
                <a:lnTo>
                  <a:pt x="1434264" y="51371"/>
                </a:lnTo>
                <a:lnTo>
                  <a:pt x="1433998" y="51933"/>
                </a:lnTo>
                <a:lnTo>
                  <a:pt x="1433738" y="52502"/>
                </a:lnTo>
                <a:lnTo>
                  <a:pt x="1433487" y="53078"/>
                </a:lnTo>
                <a:lnTo>
                  <a:pt x="1433242" y="53661"/>
                </a:lnTo>
                <a:lnTo>
                  <a:pt x="1433005" y="54250"/>
                </a:lnTo>
                <a:lnTo>
                  <a:pt x="1432775" y="54847"/>
                </a:lnTo>
                <a:lnTo>
                  <a:pt x="1432552" y="55451"/>
                </a:lnTo>
                <a:lnTo>
                  <a:pt x="1432336" y="56061"/>
                </a:lnTo>
                <a:lnTo>
                  <a:pt x="1432129" y="56677"/>
                </a:lnTo>
                <a:lnTo>
                  <a:pt x="1431931" y="57298"/>
                </a:lnTo>
                <a:lnTo>
                  <a:pt x="1431741" y="57923"/>
                </a:lnTo>
                <a:lnTo>
                  <a:pt x="1431560" y="58554"/>
                </a:lnTo>
                <a:lnTo>
                  <a:pt x="1431388" y="59188"/>
                </a:lnTo>
                <a:lnTo>
                  <a:pt x="1431225" y="59827"/>
                </a:lnTo>
                <a:lnTo>
                  <a:pt x="1431070" y="60471"/>
                </a:lnTo>
                <a:lnTo>
                  <a:pt x="1430925" y="61120"/>
                </a:lnTo>
                <a:lnTo>
                  <a:pt x="1430788" y="61773"/>
                </a:lnTo>
                <a:lnTo>
                  <a:pt x="1430660" y="62430"/>
                </a:lnTo>
                <a:lnTo>
                  <a:pt x="1430541" y="63093"/>
                </a:lnTo>
                <a:lnTo>
                  <a:pt x="1430430" y="63759"/>
                </a:lnTo>
                <a:lnTo>
                  <a:pt x="1430329" y="64431"/>
                </a:lnTo>
                <a:lnTo>
                  <a:pt x="1430236" y="65107"/>
                </a:lnTo>
                <a:lnTo>
                  <a:pt x="1430152" y="65788"/>
                </a:lnTo>
                <a:lnTo>
                  <a:pt x="1430077" y="66473"/>
                </a:lnTo>
                <a:lnTo>
                  <a:pt x="1430011" y="67163"/>
                </a:lnTo>
                <a:lnTo>
                  <a:pt x="1429954" y="67857"/>
                </a:lnTo>
                <a:lnTo>
                  <a:pt x="1429905" y="68556"/>
                </a:lnTo>
                <a:lnTo>
                  <a:pt x="1429866" y="69260"/>
                </a:lnTo>
                <a:lnTo>
                  <a:pt x="1429835" y="69968"/>
                </a:lnTo>
                <a:lnTo>
                  <a:pt x="1429813" y="70681"/>
                </a:lnTo>
                <a:lnTo>
                  <a:pt x="1429799" y="71399"/>
                </a:lnTo>
                <a:lnTo>
                  <a:pt x="1429795" y="72121"/>
                </a:lnTo>
                <a:lnTo>
                  <a:pt x="1429795" y="74478"/>
                </a:lnTo>
                <a:lnTo>
                  <a:pt x="1429799" y="75200"/>
                </a:lnTo>
                <a:lnTo>
                  <a:pt x="1429813" y="75917"/>
                </a:lnTo>
                <a:lnTo>
                  <a:pt x="1429835" y="76630"/>
                </a:lnTo>
                <a:lnTo>
                  <a:pt x="1429866" y="77338"/>
                </a:lnTo>
                <a:lnTo>
                  <a:pt x="1429905" y="78041"/>
                </a:lnTo>
                <a:close/>
                <a:moveTo>
                  <a:pt x="1438710" y="69448"/>
                </a:moveTo>
                <a:lnTo>
                  <a:pt x="1438743" y="68921"/>
                </a:lnTo>
                <a:lnTo>
                  <a:pt x="1438782" y="68395"/>
                </a:lnTo>
                <a:lnTo>
                  <a:pt x="1438827" y="67872"/>
                </a:lnTo>
                <a:lnTo>
                  <a:pt x="1438879" y="67352"/>
                </a:lnTo>
                <a:lnTo>
                  <a:pt x="1438936" y="66833"/>
                </a:lnTo>
                <a:lnTo>
                  <a:pt x="1438999" y="66317"/>
                </a:lnTo>
                <a:lnTo>
                  <a:pt x="1439068" y="65804"/>
                </a:lnTo>
                <a:lnTo>
                  <a:pt x="1439143" y="65292"/>
                </a:lnTo>
                <a:lnTo>
                  <a:pt x="1439224" y="64783"/>
                </a:lnTo>
                <a:lnTo>
                  <a:pt x="1439311" y="64276"/>
                </a:lnTo>
                <a:lnTo>
                  <a:pt x="1439404" y="63772"/>
                </a:lnTo>
                <a:lnTo>
                  <a:pt x="1439504" y="63269"/>
                </a:lnTo>
                <a:lnTo>
                  <a:pt x="1439609" y="62769"/>
                </a:lnTo>
                <a:lnTo>
                  <a:pt x="1439720" y="62272"/>
                </a:lnTo>
                <a:lnTo>
                  <a:pt x="1439837" y="61776"/>
                </a:lnTo>
                <a:lnTo>
                  <a:pt x="1439961" y="61283"/>
                </a:lnTo>
                <a:lnTo>
                  <a:pt x="1440090" y="60793"/>
                </a:lnTo>
                <a:lnTo>
                  <a:pt x="1440225" y="60304"/>
                </a:lnTo>
                <a:lnTo>
                  <a:pt x="1440366" y="59818"/>
                </a:lnTo>
                <a:lnTo>
                  <a:pt x="1440513" y="59335"/>
                </a:lnTo>
                <a:lnTo>
                  <a:pt x="1440667" y="58857"/>
                </a:lnTo>
                <a:lnTo>
                  <a:pt x="1440826" y="58383"/>
                </a:lnTo>
                <a:lnTo>
                  <a:pt x="1440990" y="57913"/>
                </a:lnTo>
                <a:lnTo>
                  <a:pt x="1441161" y="57448"/>
                </a:lnTo>
                <a:lnTo>
                  <a:pt x="1441338" y="56987"/>
                </a:lnTo>
                <a:lnTo>
                  <a:pt x="1441520" y="56530"/>
                </a:lnTo>
                <a:lnTo>
                  <a:pt x="1441709" y="56077"/>
                </a:lnTo>
                <a:lnTo>
                  <a:pt x="1441903" y="55629"/>
                </a:lnTo>
                <a:lnTo>
                  <a:pt x="1442103" y="55186"/>
                </a:lnTo>
                <a:lnTo>
                  <a:pt x="1442309" y="54746"/>
                </a:lnTo>
                <a:lnTo>
                  <a:pt x="1442521" y="54311"/>
                </a:lnTo>
                <a:lnTo>
                  <a:pt x="1442739" y="53881"/>
                </a:lnTo>
                <a:lnTo>
                  <a:pt x="1442963" y="53455"/>
                </a:lnTo>
                <a:lnTo>
                  <a:pt x="1443192" y="53033"/>
                </a:lnTo>
                <a:lnTo>
                  <a:pt x="1443428" y="52615"/>
                </a:lnTo>
                <a:lnTo>
                  <a:pt x="1443669" y="52202"/>
                </a:lnTo>
                <a:lnTo>
                  <a:pt x="1443916" y="51793"/>
                </a:lnTo>
                <a:lnTo>
                  <a:pt x="1444169" y="51388"/>
                </a:lnTo>
                <a:lnTo>
                  <a:pt x="1444428" y="50988"/>
                </a:lnTo>
                <a:lnTo>
                  <a:pt x="1444693" y="50592"/>
                </a:lnTo>
                <a:lnTo>
                  <a:pt x="1444964" y="50201"/>
                </a:lnTo>
                <a:lnTo>
                  <a:pt x="1445240" y="49814"/>
                </a:lnTo>
                <a:lnTo>
                  <a:pt x="1445523" y="49431"/>
                </a:lnTo>
                <a:lnTo>
                  <a:pt x="1445811" y="49054"/>
                </a:lnTo>
                <a:lnTo>
                  <a:pt x="1446105" y="48683"/>
                </a:lnTo>
                <a:lnTo>
                  <a:pt x="1446404" y="48319"/>
                </a:lnTo>
                <a:lnTo>
                  <a:pt x="1446708" y="47962"/>
                </a:lnTo>
                <a:lnTo>
                  <a:pt x="1447017" y="47611"/>
                </a:lnTo>
                <a:lnTo>
                  <a:pt x="1447332" y="47267"/>
                </a:lnTo>
                <a:lnTo>
                  <a:pt x="1447653" y="46930"/>
                </a:lnTo>
                <a:lnTo>
                  <a:pt x="1447979" y="46599"/>
                </a:lnTo>
                <a:lnTo>
                  <a:pt x="1448310" y="46275"/>
                </a:lnTo>
                <a:lnTo>
                  <a:pt x="1448646" y="45957"/>
                </a:lnTo>
                <a:lnTo>
                  <a:pt x="1448988" y="45647"/>
                </a:lnTo>
                <a:lnTo>
                  <a:pt x="1449335" y="45342"/>
                </a:lnTo>
                <a:lnTo>
                  <a:pt x="1449688" y="45045"/>
                </a:lnTo>
                <a:lnTo>
                  <a:pt x="1450046" y="44754"/>
                </a:lnTo>
                <a:lnTo>
                  <a:pt x="1450409" y="44470"/>
                </a:lnTo>
                <a:lnTo>
                  <a:pt x="1450778" y="44192"/>
                </a:lnTo>
                <a:lnTo>
                  <a:pt x="1451152" y="43922"/>
                </a:lnTo>
                <a:lnTo>
                  <a:pt x="1451532" y="43657"/>
                </a:lnTo>
                <a:lnTo>
                  <a:pt x="1451916" y="43400"/>
                </a:lnTo>
                <a:lnTo>
                  <a:pt x="1452307" y="43149"/>
                </a:lnTo>
                <a:lnTo>
                  <a:pt x="1452702" y="42905"/>
                </a:lnTo>
                <a:lnTo>
                  <a:pt x="1453103" y="42667"/>
                </a:lnTo>
                <a:lnTo>
                  <a:pt x="1453509" y="42436"/>
                </a:lnTo>
                <a:lnTo>
                  <a:pt x="1453921" y="42212"/>
                </a:lnTo>
                <a:lnTo>
                  <a:pt x="1454338" y="41995"/>
                </a:lnTo>
                <a:lnTo>
                  <a:pt x="1454760" y="41788"/>
                </a:lnTo>
                <a:lnTo>
                  <a:pt x="1455187" y="41590"/>
                </a:lnTo>
                <a:lnTo>
                  <a:pt x="1455619" y="41401"/>
                </a:lnTo>
                <a:lnTo>
                  <a:pt x="1456055" y="41222"/>
                </a:lnTo>
                <a:lnTo>
                  <a:pt x="1456497" y="41051"/>
                </a:lnTo>
                <a:lnTo>
                  <a:pt x="1456944" y="40890"/>
                </a:lnTo>
                <a:lnTo>
                  <a:pt x="1457396" y="40738"/>
                </a:lnTo>
                <a:lnTo>
                  <a:pt x="1457853" y="40595"/>
                </a:lnTo>
                <a:lnTo>
                  <a:pt x="1458314" y="40462"/>
                </a:lnTo>
                <a:lnTo>
                  <a:pt x="1458781" y="40338"/>
                </a:lnTo>
                <a:lnTo>
                  <a:pt x="1459253" y="40223"/>
                </a:lnTo>
                <a:lnTo>
                  <a:pt x="1459730" y="40117"/>
                </a:lnTo>
                <a:lnTo>
                  <a:pt x="1460211" y="40020"/>
                </a:lnTo>
                <a:lnTo>
                  <a:pt x="1460698" y="39932"/>
                </a:lnTo>
                <a:lnTo>
                  <a:pt x="1461190" y="39854"/>
                </a:lnTo>
                <a:lnTo>
                  <a:pt x="1461686" y="39785"/>
                </a:lnTo>
                <a:lnTo>
                  <a:pt x="1462188" y="39725"/>
                </a:lnTo>
                <a:lnTo>
                  <a:pt x="1462695" y="39675"/>
                </a:lnTo>
                <a:lnTo>
                  <a:pt x="1463206" y="39633"/>
                </a:lnTo>
                <a:lnTo>
                  <a:pt x="1463723" y="39601"/>
                </a:lnTo>
                <a:lnTo>
                  <a:pt x="1464245" y="39578"/>
                </a:lnTo>
                <a:lnTo>
                  <a:pt x="1464771" y="39564"/>
                </a:lnTo>
                <a:lnTo>
                  <a:pt x="1465303" y="39560"/>
                </a:lnTo>
                <a:lnTo>
                  <a:pt x="1465840" y="39564"/>
                </a:lnTo>
                <a:lnTo>
                  <a:pt x="1466373" y="39578"/>
                </a:lnTo>
                <a:lnTo>
                  <a:pt x="1466900" y="39601"/>
                </a:lnTo>
                <a:lnTo>
                  <a:pt x="1467423" y="39633"/>
                </a:lnTo>
                <a:lnTo>
                  <a:pt x="1467940" y="39675"/>
                </a:lnTo>
                <a:lnTo>
                  <a:pt x="1468452" y="39725"/>
                </a:lnTo>
                <a:lnTo>
                  <a:pt x="1468959" y="39785"/>
                </a:lnTo>
                <a:lnTo>
                  <a:pt x="1469461" y="39854"/>
                </a:lnTo>
                <a:lnTo>
                  <a:pt x="1469958" y="39932"/>
                </a:lnTo>
                <a:lnTo>
                  <a:pt x="1470449" y="40020"/>
                </a:lnTo>
                <a:lnTo>
                  <a:pt x="1470936" y="40117"/>
                </a:lnTo>
                <a:lnTo>
                  <a:pt x="1471417" y="40223"/>
                </a:lnTo>
                <a:lnTo>
                  <a:pt x="1471893" y="40338"/>
                </a:lnTo>
                <a:lnTo>
                  <a:pt x="1472365" y="40462"/>
                </a:lnTo>
                <a:lnTo>
                  <a:pt x="1472831" y="40595"/>
                </a:lnTo>
                <a:lnTo>
                  <a:pt x="1473292" y="40738"/>
                </a:lnTo>
                <a:lnTo>
                  <a:pt x="1473747" y="40890"/>
                </a:lnTo>
                <a:lnTo>
                  <a:pt x="1474198" y="41051"/>
                </a:lnTo>
                <a:lnTo>
                  <a:pt x="1474644" y="41222"/>
                </a:lnTo>
                <a:lnTo>
                  <a:pt x="1475084" y="41401"/>
                </a:lnTo>
                <a:lnTo>
                  <a:pt x="1475520" y="41590"/>
                </a:lnTo>
                <a:lnTo>
                  <a:pt x="1475950" y="41788"/>
                </a:lnTo>
                <a:lnTo>
                  <a:pt x="1476375" y="41995"/>
                </a:lnTo>
                <a:lnTo>
                  <a:pt x="1476795" y="42212"/>
                </a:lnTo>
                <a:lnTo>
                  <a:pt x="1477210" y="42436"/>
                </a:lnTo>
                <a:lnTo>
                  <a:pt x="1477619" y="42667"/>
                </a:lnTo>
                <a:lnTo>
                  <a:pt x="1478023" y="42905"/>
                </a:lnTo>
                <a:lnTo>
                  <a:pt x="1478421" y="43149"/>
                </a:lnTo>
                <a:lnTo>
                  <a:pt x="1478813" y="43400"/>
                </a:lnTo>
                <a:lnTo>
                  <a:pt x="1479201" y="43657"/>
                </a:lnTo>
                <a:lnTo>
                  <a:pt x="1479582" y="43922"/>
                </a:lnTo>
                <a:lnTo>
                  <a:pt x="1479959" y="44192"/>
                </a:lnTo>
                <a:lnTo>
                  <a:pt x="1480329" y="44470"/>
                </a:lnTo>
                <a:lnTo>
                  <a:pt x="1480694" y="44754"/>
                </a:lnTo>
                <a:lnTo>
                  <a:pt x="1481054" y="45045"/>
                </a:lnTo>
                <a:lnTo>
                  <a:pt x="1481408" y="45342"/>
                </a:lnTo>
                <a:lnTo>
                  <a:pt x="1481757" y="45647"/>
                </a:lnTo>
                <a:lnTo>
                  <a:pt x="1482100" y="45957"/>
                </a:lnTo>
                <a:lnTo>
                  <a:pt x="1482438" y="46275"/>
                </a:lnTo>
                <a:lnTo>
                  <a:pt x="1482770" y="46599"/>
                </a:lnTo>
                <a:lnTo>
                  <a:pt x="1483097" y="46930"/>
                </a:lnTo>
                <a:lnTo>
                  <a:pt x="1483418" y="47267"/>
                </a:lnTo>
                <a:lnTo>
                  <a:pt x="1483734" y="47611"/>
                </a:lnTo>
                <a:lnTo>
                  <a:pt x="1484044" y="47962"/>
                </a:lnTo>
                <a:lnTo>
                  <a:pt x="1484349" y="48319"/>
                </a:lnTo>
                <a:lnTo>
                  <a:pt x="1484648" y="48683"/>
                </a:lnTo>
                <a:lnTo>
                  <a:pt x="1484942" y="49054"/>
                </a:lnTo>
                <a:lnTo>
                  <a:pt x="1485230" y="49431"/>
                </a:lnTo>
                <a:lnTo>
                  <a:pt x="1485512" y="49814"/>
                </a:lnTo>
                <a:lnTo>
                  <a:pt x="1485789" y="50201"/>
                </a:lnTo>
                <a:lnTo>
                  <a:pt x="1486060" y="50592"/>
                </a:lnTo>
                <a:lnTo>
                  <a:pt x="1486325" y="50988"/>
                </a:lnTo>
                <a:lnTo>
                  <a:pt x="1486584" y="51388"/>
                </a:lnTo>
                <a:lnTo>
                  <a:pt x="1486837" y="51793"/>
                </a:lnTo>
                <a:lnTo>
                  <a:pt x="1487084" y="52202"/>
                </a:lnTo>
                <a:lnTo>
                  <a:pt x="1487325" y="52615"/>
                </a:lnTo>
                <a:lnTo>
                  <a:pt x="1487561" y="53033"/>
                </a:lnTo>
                <a:lnTo>
                  <a:pt x="1487790" y="53455"/>
                </a:lnTo>
                <a:lnTo>
                  <a:pt x="1488014" y="53881"/>
                </a:lnTo>
                <a:lnTo>
                  <a:pt x="1488232" y="54311"/>
                </a:lnTo>
                <a:lnTo>
                  <a:pt x="1488444" y="54746"/>
                </a:lnTo>
                <a:lnTo>
                  <a:pt x="1488650" y="55186"/>
                </a:lnTo>
                <a:lnTo>
                  <a:pt x="1488850" y="55629"/>
                </a:lnTo>
                <a:lnTo>
                  <a:pt x="1489044" y="56077"/>
                </a:lnTo>
                <a:lnTo>
                  <a:pt x="1489233" y="56530"/>
                </a:lnTo>
                <a:lnTo>
                  <a:pt x="1489415" y="56987"/>
                </a:lnTo>
                <a:lnTo>
                  <a:pt x="1489592" y="57448"/>
                </a:lnTo>
                <a:lnTo>
                  <a:pt x="1489762" y="57913"/>
                </a:lnTo>
                <a:lnTo>
                  <a:pt x="1489927" y="58383"/>
                </a:lnTo>
                <a:lnTo>
                  <a:pt x="1490086" y="58857"/>
                </a:lnTo>
                <a:lnTo>
                  <a:pt x="1490239" y="59335"/>
                </a:lnTo>
                <a:lnTo>
                  <a:pt x="1490387" y="59818"/>
                </a:lnTo>
                <a:lnTo>
                  <a:pt x="1490528" y="60304"/>
                </a:lnTo>
                <a:lnTo>
                  <a:pt x="1490663" y="60793"/>
                </a:lnTo>
                <a:lnTo>
                  <a:pt x="1490792" y="61283"/>
                </a:lnTo>
                <a:lnTo>
                  <a:pt x="1490916" y="61776"/>
                </a:lnTo>
                <a:lnTo>
                  <a:pt x="1491033" y="62272"/>
                </a:lnTo>
                <a:lnTo>
                  <a:pt x="1491144" y="62769"/>
                </a:lnTo>
                <a:lnTo>
                  <a:pt x="1491249" y="63269"/>
                </a:lnTo>
                <a:lnTo>
                  <a:pt x="1491348" y="63772"/>
                </a:lnTo>
                <a:lnTo>
                  <a:pt x="1491442" y="64276"/>
                </a:lnTo>
                <a:lnTo>
                  <a:pt x="1491529" y="64783"/>
                </a:lnTo>
                <a:lnTo>
                  <a:pt x="1491610" y="65292"/>
                </a:lnTo>
                <a:lnTo>
                  <a:pt x="1491685" y="65804"/>
                </a:lnTo>
                <a:lnTo>
                  <a:pt x="1491754" y="66317"/>
                </a:lnTo>
                <a:lnTo>
                  <a:pt x="1491817" y="66833"/>
                </a:lnTo>
                <a:lnTo>
                  <a:pt x="1491874" y="67352"/>
                </a:lnTo>
                <a:lnTo>
                  <a:pt x="1491925" y="67872"/>
                </a:lnTo>
                <a:lnTo>
                  <a:pt x="1491971" y="68395"/>
                </a:lnTo>
                <a:lnTo>
                  <a:pt x="1492010" y="68921"/>
                </a:lnTo>
                <a:lnTo>
                  <a:pt x="1492043" y="69448"/>
                </a:lnTo>
                <a:lnTo>
                  <a:pt x="1492070" y="69978"/>
                </a:lnTo>
                <a:lnTo>
                  <a:pt x="1492091" y="70510"/>
                </a:lnTo>
                <a:lnTo>
                  <a:pt x="1492106" y="71045"/>
                </a:lnTo>
                <a:lnTo>
                  <a:pt x="1492115" y="71582"/>
                </a:lnTo>
                <a:lnTo>
                  <a:pt x="1492118" y="72121"/>
                </a:lnTo>
                <a:lnTo>
                  <a:pt x="1492118" y="74478"/>
                </a:lnTo>
                <a:lnTo>
                  <a:pt x="1492115" y="75023"/>
                </a:lnTo>
                <a:lnTo>
                  <a:pt x="1492106" y="75566"/>
                </a:lnTo>
                <a:lnTo>
                  <a:pt x="1492091" y="76106"/>
                </a:lnTo>
                <a:lnTo>
                  <a:pt x="1492070" y="76644"/>
                </a:lnTo>
                <a:lnTo>
                  <a:pt x="1492043" y="77179"/>
                </a:lnTo>
                <a:lnTo>
                  <a:pt x="1492010" y="77712"/>
                </a:lnTo>
                <a:lnTo>
                  <a:pt x="1491971" y="78243"/>
                </a:lnTo>
                <a:lnTo>
                  <a:pt x="1491925" y="78771"/>
                </a:lnTo>
                <a:lnTo>
                  <a:pt x="1491874" y="79297"/>
                </a:lnTo>
                <a:lnTo>
                  <a:pt x="1491817" y="79820"/>
                </a:lnTo>
                <a:lnTo>
                  <a:pt x="1491754" y="80341"/>
                </a:lnTo>
                <a:lnTo>
                  <a:pt x="1491685" y="80859"/>
                </a:lnTo>
                <a:lnTo>
                  <a:pt x="1491610" y="81375"/>
                </a:lnTo>
                <a:lnTo>
                  <a:pt x="1491529" y="81889"/>
                </a:lnTo>
                <a:lnTo>
                  <a:pt x="1491442" y="82400"/>
                </a:lnTo>
                <a:lnTo>
                  <a:pt x="1491348" y="82909"/>
                </a:lnTo>
                <a:lnTo>
                  <a:pt x="1491249" y="83415"/>
                </a:lnTo>
                <a:lnTo>
                  <a:pt x="1491144" y="83919"/>
                </a:lnTo>
                <a:lnTo>
                  <a:pt x="1491033" y="84420"/>
                </a:lnTo>
                <a:lnTo>
                  <a:pt x="1490916" y="84919"/>
                </a:lnTo>
                <a:lnTo>
                  <a:pt x="1490792" y="85416"/>
                </a:lnTo>
                <a:lnTo>
                  <a:pt x="1490663" y="85910"/>
                </a:lnTo>
                <a:lnTo>
                  <a:pt x="1490528" y="86402"/>
                </a:lnTo>
                <a:lnTo>
                  <a:pt x="1490387" y="86891"/>
                </a:lnTo>
                <a:lnTo>
                  <a:pt x="1490239" y="87377"/>
                </a:lnTo>
                <a:lnTo>
                  <a:pt x="1490087" y="87858"/>
                </a:lnTo>
                <a:lnTo>
                  <a:pt x="1489928" y="88334"/>
                </a:lnTo>
                <a:lnTo>
                  <a:pt x="1489763" y="88806"/>
                </a:lnTo>
                <a:lnTo>
                  <a:pt x="1489593" y="89274"/>
                </a:lnTo>
                <a:lnTo>
                  <a:pt x="1489417" y="89736"/>
                </a:lnTo>
                <a:lnTo>
                  <a:pt x="1489236" y="90195"/>
                </a:lnTo>
                <a:lnTo>
                  <a:pt x="1489048" y="90648"/>
                </a:lnTo>
                <a:lnTo>
                  <a:pt x="1488855" y="91097"/>
                </a:lnTo>
                <a:lnTo>
                  <a:pt x="1488656" y="91541"/>
                </a:lnTo>
                <a:lnTo>
                  <a:pt x="1488451" y="91981"/>
                </a:lnTo>
                <a:lnTo>
                  <a:pt x="1488241" y="92416"/>
                </a:lnTo>
                <a:lnTo>
                  <a:pt x="1488025" y="92847"/>
                </a:lnTo>
                <a:lnTo>
                  <a:pt x="1487803" y="93272"/>
                </a:lnTo>
                <a:lnTo>
                  <a:pt x="1487575" y="93694"/>
                </a:lnTo>
                <a:lnTo>
                  <a:pt x="1487342" y="94110"/>
                </a:lnTo>
                <a:lnTo>
                  <a:pt x="1487102" y="94523"/>
                </a:lnTo>
                <a:lnTo>
                  <a:pt x="1486857" y="94930"/>
                </a:lnTo>
                <a:lnTo>
                  <a:pt x="1486607" y="95333"/>
                </a:lnTo>
                <a:lnTo>
                  <a:pt x="1486350" y="95731"/>
                </a:lnTo>
                <a:lnTo>
                  <a:pt x="1486088" y="96125"/>
                </a:lnTo>
                <a:lnTo>
                  <a:pt x="1485820" y="96514"/>
                </a:lnTo>
                <a:lnTo>
                  <a:pt x="1485546" y="96898"/>
                </a:lnTo>
                <a:lnTo>
                  <a:pt x="1485267" y="97278"/>
                </a:lnTo>
                <a:lnTo>
                  <a:pt x="1484982" y="97652"/>
                </a:lnTo>
                <a:lnTo>
                  <a:pt x="1484691" y="98020"/>
                </a:lnTo>
                <a:lnTo>
                  <a:pt x="1484395" y="98381"/>
                </a:lnTo>
                <a:lnTo>
                  <a:pt x="1484093" y="98735"/>
                </a:lnTo>
                <a:lnTo>
                  <a:pt x="1483786" y="99083"/>
                </a:lnTo>
                <a:lnTo>
                  <a:pt x="1483473" y="99424"/>
                </a:lnTo>
                <a:lnTo>
                  <a:pt x="1483155" y="99758"/>
                </a:lnTo>
                <a:lnTo>
                  <a:pt x="1482832" y="100086"/>
                </a:lnTo>
                <a:lnTo>
                  <a:pt x="1482502" y="100407"/>
                </a:lnTo>
                <a:lnTo>
                  <a:pt x="1482168" y="100721"/>
                </a:lnTo>
                <a:lnTo>
                  <a:pt x="1481828" y="101029"/>
                </a:lnTo>
                <a:lnTo>
                  <a:pt x="1481482" y="101330"/>
                </a:lnTo>
                <a:lnTo>
                  <a:pt x="1481131" y="101624"/>
                </a:lnTo>
                <a:lnTo>
                  <a:pt x="1480774" y="101912"/>
                </a:lnTo>
                <a:lnTo>
                  <a:pt x="1480412" y="102193"/>
                </a:lnTo>
                <a:lnTo>
                  <a:pt x="1480044" y="102468"/>
                </a:lnTo>
                <a:lnTo>
                  <a:pt x="1479671" y="102735"/>
                </a:lnTo>
                <a:lnTo>
                  <a:pt x="1479293" y="102997"/>
                </a:lnTo>
                <a:lnTo>
                  <a:pt x="1478909" y="103251"/>
                </a:lnTo>
                <a:lnTo>
                  <a:pt x="1478519" y="103499"/>
                </a:lnTo>
                <a:lnTo>
                  <a:pt x="1478124" y="103740"/>
                </a:lnTo>
                <a:lnTo>
                  <a:pt x="1477723" y="103975"/>
                </a:lnTo>
                <a:lnTo>
                  <a:pt x="1477317" y="104203"/>
                </a:lnTo>
                <a:lnTo>
                  <a:pt x="1476905" y="104424"/>
                </a:lnTo>
                <a:lnTo>
                  <a:pt x="1476488" y="104637"/>
                </a:lnTo>
                <a:lnTo>
                  <a:pt x="1476066" y="104842"/>
                </a:lnTo>
                <a:lnTo>
                  <a:pt x="1475639" y="105037"/>
                </a:lnTo>
                <a:lnTo>
                  <a:pt x="1475206" y="105223"/>
                </a:lnTo>
                <a:lnTo>
                  <a:pt x="1474768" y="105400"/>
                </a:lnTo>
                <a:lnTo>
                  <a:pt x="1474325" y="105568"/>
                </a:lnTo>
                <a:lnTo>
                  <a:pt x="1473876" y="105727"/>
                </a:lnTo>
                <a:lnTo>
                  <a:pt x="1473423" y="105877"/>
                </a:lnTo>
                <a:lnTo>
                  <a:pt x="1472964" y="106018"/>
                </a:lnTo>
                <a:lnTo>
                  <a:pt x="1472499" y="106149"/>
                </a:lnTo>
                <a:lnTo>
                  <a:pt x="1472030" y="106272"/>
                </a:lnTo>
                <a:lnTo>
                  <a:pt x="1471555" y="106385"/>
                </a:lnTo>
                <a:lnTo>
                  <a:pt x="1471075" y="106490"/>
                </a:lnTo>
                <a:lnTo>
                  <a:pt x="1470590" y="106585"/>
                </a:lnTo>
                <a:lnTo>
                  <a:pt x="1470100" y="106671"/>
                </a:lnTo>
                <a:lnTo>
                  <a:pt x="1469604" y="106749"/>
                </a:lnTo>
                <a:lnTo>
                  <a:pt x="1469103" y="106817"/>
                </a:lnTo>
                <a:lnTo>
                  <a:pt x="1468597" y="106876"/>
                </a:lnTo>
                <a:lnTo>
                  <a:pt x="1468086" y="106926"/>
                </a:lnTo>
                <a:lnTo>
                  <a:pt x="1467569" y="106966"/>
                </a:lnTo>
                <a:lnTo>
                  <a:pt x="1467047" y="106998"/>
                </a:lnTo>
                <a:lnTo>
                  <a:pt x="1466520" y="107021"/>
                </a:lnTo>
                <a:lnTo>
                  <a:pt x="1465988" y="107035"/>
                </a:lnTo>
                <a:lnTo>
                  <a:pt x="1465450" y="107039"/>
                </a:lnTo>
                <a:lnTo>
                  <a:pt x="1464912" y="107035"/>
                </a:lnTo>
                <a:lnTo>
                  <a:pt x="1464380" y="107021"/>
                </a:lnTo>
                <a:lnTo>
                  <a:pt x="1463852" y="106998"/>
                </a:lnTo>
                <a:lnTo>
                  <a:pt x="1463330" y="106966"/>
                </a:lnTo>
                <a:lnTo>
                  <a:pt x="1462813" y="106926"/>
                </a:lnTo>
                <a:lnTo>
                  <a:pt x="1462301" y="106876"/>
                </a:lnTo>
                <a:lnTo>
                  <a:pt x="1461794" y="106817"/>
                </a:lnTo>
                <a:lnTo>
                  <a:pt x="1461292" y="106749"/>
                </a:lnTo>
                <a:lnTo>
                  <a:pt x="1460795" y="106671"/>
                </a:lnTo>
                <a:lnTo>
                  <a:pt x="1460304" y="106585"/>
                </a:lnTo>
                <a:lnTo>
                  <a:pt x="1459817" y="106490"/>
                </a:lnTo>
                <a:lnTo>
                  <a:pt x="1459336" y="106385"/>
                </a:lnTo>
                <a:lnTo>
                  <a:pt x="1458859" y="106272"/>
                </a:lnTo>
                <a:lnTo>
                  <a:pt x="1458388" y="106149"/>
                </a:lnTo>
                <a:lnTo>
                  <a:pt x="1457922" y="106018"/>
                </a:lnTo>
                <a:lnTo>
                  <a:pt x="1457461" y="105877"/>
                </a:lnTo>
                <a:lnTo>
                  <a:pt x="1457005" y="105727"/>
                </a:lnTo>
                <a:lnTo>
                  <a:pt x="1456555" y="105568"/>
                </a:lnTo>
                <a:lnTo>
                  <a:pt x="1456109" y="105400"/>
                </a:lnTo>
                <a:lnTo>
                  <a:pt x="1455669" y="105223"/>
                </a:lnTo>
                <a:lnTo>
                  <a:pt x="1455233" y="105037"/>
                </a:lnTo>
                <a:lnTo>
                  <a:pt x="1454803" y="104842"/>
                </a:lnTo>
                <a:lnTo>
                  <a:pt x="1454378" y="104637"/>
                </a:lnTo>
                <a:lnTo>
                  <a:pt x="1453958" y="104424"/>
                </a:lnTo>
                <a:lnTo>
                  <a:pt x="1453543" y="104203"/>
                </a:lnTo>
                <a:lnTo>
                  <a:pt x="1453134" y="103975"/>
                </a:lnTo>
                <a:lnTo>
                  <a:pt x="1452730" y="103740"/>
                </a:lnTo>
                <a:lnTo>
                  <a:pt x="1452332" y="103499"/>
                </a:lnTo>
                <a:lnTo>
                  <a:pt x="1451939" y="103251"/>
                </a:lnTo>
                <a:lnTo>
                  <a:pt x="1451552" y="102997"/>
                </a:lnTo>
                <a:lnTo>
                  <a:pt x="1451171" y="102735"/>
                </a:lnTo>
                <a:lnTo>
                  <a:pt x="1450794" y="102468"/>
                </a:lnTo>
                <a:lnTo>
                  <a:pt x="1450424" y="102193"/>
                </a:lnTo>
                <a:lnTo>
                  <a:pt x="1450058" y="101912"/>
                </a:lnTo>
                <a:lnTo>
                  <a:pt x="1449699" y="101624"/>
                </a:lnTo>
                <a:lnTo>
                  <a:pt x="1449344" y="101330"/>
                </a:lnTo>
                <a:lnTo>
                  <a:pt x="1448996" y="101029"/>
                </a:lnTo>
                <a:lnTo>
                  <a:pt x="1448653" y="100721"/>
                </a:lnTo>
                <a:lnTo>
                  <a:pt x="1448315" y="100407"/>
                </a:lnTo>
                <a:lnTo>
                  <a:pt x="1447983" y="100086"/>
                </a:lnTo>
                <a:lnTo>
                  <a:pt x="1447656" y="99758"/>
                </a:lnTo>
                <a:lnTo>
                  <a:pt x="1447335" y="99424"/>
                </a:lnTo>
                <a:lnTo>
                  <a:pt x="1447019" y="99083"/>
                </a:lnTo>
                <a:lnTo>
                  <a:pt x="1446709" y="98735"/>
                </a:lnTo>
                <a:lnTo>
                  <a:pt x="1446404" y="98381"/>
                </a:lnTo>
                <a:lnTo>
                  <a:pt x="1446105" y="98020"/>
                </a:lnTo>
                <a:lnTo>
                  <a:pt x="1445811" y="97652"/>
                </a:lnTo>
                <a:lnTo>
                  <a:pt x="1445523" y="97278"/>
                </a:lnTo>
                <a:lnTo>
                  <a:pt x="1445240" y="96898"/>
                </a:lnTo>
                <a:lnTo>
                  <a:pt x="1444964" y="96514"/>
                </a:lnTo>
                <a:lnTo>
                  <a:pt x="1444693" y="96125"/>
                </a:lnTo>
                <a:lnTo>
                  <a:pt x="1444428" y="95731"/>
                </a:lnTo>
                <a:lnTo>
                  <a:pt x="1444169" y="95333"/>
                </a:lnTo>
                <a:lnTo>
                  <a:pt x="1443916" y="94930"/>
                </a:lnTo>
                <a:lnTo>
                  <a:pt x="1443669" y="94523"/>
                </a:lnTo>
                <a:lnTo>
                  <a:pt x="1443428" y="94110"/>
                </a:lnTo>
                <a:lnTo>
                  <a:pt x="1443192" y="93694"/>
                </a:lnTo>
                <a:lnTo>
                  <a:pt x="1442963" y="93272"/>
                </a:lnTo>
                <a:lnTo>
                  <a:pt x="1442739" y="92847"/>
                </a:lnTo>
                <a:lnTo>
                  <a:pt x="1442521" y="92416"/>
                </a:lnTo>
                <a:lnTo>
                  <a:pt x="1442309" y="91981"/>
                </a:lnTo>
                <a:lnTo>
                  <a:pt x="1442103" y="91541"/>
                </a:lnTo>
                <a:lnTo>
                  <a:pt x="1441903" y="91097"/>
                </a:lnTo>
                <a:lnTo>
                  <a:pt x="1441709" y="90648"/>
                </a:lnTo>
                <a:lnTo>
                  <a:pt x="1441520" y="90195"/>
                </a:lnTo>
                <a:lnTo>
                  <a:pt x="1441338" y="89736"/>
                </a:lnTo>
                <a:lnTo>
                  <a:pt x="1441161" y="89274"/>
                </a:lnTo>
                <a:lnTo>
                  <a:pt x="1440990" y="88806"/>
                </a:lnTo>
                <a:lnTo>
                  <a:pt x="1440826" y="88334"/>
                </a:lnTo>
                <a:lnTo>
                  <a:pt x="1440667" y="87858"/>
                </a:lnTo>
                <a:lnTo>
                  <a:pt x="1440513" y="87377"/>
                </a:lnTo>
                <a:lnTo>
                  <a:pt x="1440366" y="86891"/>
                </a:lnTo>
                <a:lnTo>
                  <a:pt x="1440225" y="86402"/>
                </a:lnTo>
                <a:lnTo>
                  <a:pt x="1440090" y="85910"/>
                </a:lnTo>
                <a:lnTo>
                  <a:pt x="1439961" y="85416"/>
                </a:lnTo>
                <a:lnTo>
                  <a:pt x="1439837" y="84919"/>
                </a:lnTo>
                <a:lnTo>
                  <a:pt x="1439720" y="84420"/>
                </a:lnTo>
                <a:lnTo>
                  <a:pt x="1439609" y="83919"/>
                </a:lnTo>
                <a:lnTo>
                  <a:pt x="1439504" y="83415"/>
                </a:lnTo>
                <a:lnTo>
                  <a:pt x="1439404" y="82909"/>
                </a:lnTo>
                <a:lnTo>
                  <a:pt x="1439311" y="82400"/>
                </a:lnTo>
                <a:lnTo>
                  <a:pt x="1439224" y="81889"/>
                </a:lnTo>
                <a:lnTo>
                  <a:pt x="1439143" y="81375"/>
                </a:lnTo>
                <a:lnTo>
                  <a:pt x="1439068" y="80859"/>
                </a:lnTo>
                <a:lnTo>
                  <a:pt x="1438999" y="80341"/>
                </a:lnTo>
                <a:lnTo>
                  <a:pt x="1438936" y="79820"/>
                </a:lnTo>
                <a:lnTo>
                  <a:pt x="1438879" y="79297"/>
                </a:lnTo>
                <a:lnTo>
                  <a:pt x="1438827" y="78771"/>
                </a:lnTo>
                <a:lnTo>
                  <a:pt x="1438782" y="78243"/>
                </a:lnTo>
                <a:lnTo>
                  <a:pt x="1438743" y="77712"/>
                </a:lnTo>
                <a:lnTo>
                  <a:pt x="1438710" y="77179"/>
                </a:lnTo>
                <a:lnTo>
                  <a:pt x="1438683" y="76644"/>
                </a:lnTo>
                <a:lnTo>
                  <a:pt x="1438662" y="76106"/>
                </a:lnTo>
                <a:lnTo>
                  <a:pt x="1438647" y="75566"/>
                </a:lnTo>
                <a:lnTo>
                  <a:pt x="1438638" y="75023"/>
                </a:lnTo>
                <a:lnTo>
                  <a:pt x="1438635" y="74478"/>
                </a:lnTo>
                <a:lnTo>
                  <a:pt x="1438635" y="72121"/>
                </a:lnTo>
                <a:lnTo>
                  <a:pt x="1438638" y="71582"/>
                </a:lnTo>
                <a:lnTo>
                  <a:pt x="1438647" y="71045"/>
                </a:lnTo>
                <a:lnTo>
                  <a:pt x="1438662" y="70510"/>
                </a:lnTo>
                <a:lnTo>
                  <a:pt x="1438683" y="69978"/>
                </a:lnTo>
                <a:lnTo>
                  <a:pt x="1438710" y="69448"/>
                </a:lnTo>
                <a:close/>
                <a:moveTo>
                  <a:pt x="1570305" y="91148"/>
                </a:moveTo>
                <a:lnTo>
                  <a:pt x="1570135" y="91673"/>
                </a:lnTo>
                <a:lnTo>
                  <a:pt x="1569956" y="92194"/>
                </a:lnTo>
                <a:lnTo>
                  <a:pt x="1569769" y="92712"/>
                </a:lnTo>
                <a:lnTo>
                  <a:pt x="1569574" y="93226"/>
                </a:lnTo>
                <a:lnTo>
                  <a:pt x="1569369" y="93735"/>
                </a:lnTo>
                <a:lnTo>
                  <a:pt x="1569152" y="94235"/>
                </a:lnTo>
                <a:lnTo>
                  <a:pt x="1568925" y="94726"/>
                </a:lnTo>
                <a:lnTo>
                  <a:pt x="1568686" y="95209"/>
                </a:lnTo>
                <a:lnTo>
                  <a:pt x="1568435" y="95684"/>
                </a:lnTo>
                <a:lnTo>
                  <a:pt x="1568174" y="96150"/>
                </a:lnTo>
                <a:lnTo>
                  <a:pt x="1567901" y="96608"/>
                </a:lnTo>
                <a:lnTo>
                  <a:pt x="1567617" y="97057"/>
                </a:lnTo>
                <a:lnTo>
                  <a:pt x="1567322" y="97498"/>
                </a:lnTo>
                <a:lnTo>
                  <a:pt x="1567016" y="97930"/>
                </a:lnTo>
                <a:lnTo>
                  <a:pt x="1566698" y="98354"/>
                </a:lnTo>
                <a:lnTo>
                  <a:pt x="1566369" y="98770"/>
                </a:lnTo>
                <a:lnTo>
                  <a:pt x="1566029" y="99177"/>
                </a:lnTo>
                <a:lnTo>
                  <a:pt x="1565678" y="99576"/>
                </a:lnTo>
                <a:lnTo>
                  <a:pt x="1565315" y="99966"/>
                </a:lnTo>
                <a:lnTo>
                  <a:pt x="1564941" y="100348"/>
                </a:lnTo>
                <a:lnTo>
                  <a:pt x="1564556" y="100721"/>
                </a:lnTo>
                <a:lnTo>
                  <a:pt x="1564159" y="101086"/>
                </a:lnTo>
                <a:lnTo>
                  <a:pt x="1563751" y="101442"/>
                </a:lnTo>
                <a:lnTo>
                  <a:pt x="1563332" y="101790"/>
                </a:lnTo>
                <a:lnTo>
                  <a:pt x="1562902" y="102130"/>
                </a:lnTo>
                <a:lnTo>
                  <a:pt x="1562461" y="102461"/>
                </a:lnTo>
                <a:lnTo>
                  <a:pt x="1562008" y="102784"/>
                </a:lnTo>
                <a:lnTo>
                  <a:pt x="1561544" y="103098"/>
                </a:lnTo>
                <a:lnTo>
                  <a:pt x="1561067" y="103401"/>
                </a:lnTo>
                <a:lnTo>
                  <a:pt x="1560576" y="103692"/>
                </a:lnTo>
                <a:lnTo>
                  <a:pt x="1560071" y="103970"/>
                </a:lnTo>
                <a:lnTo>
                  <a:pt x="1559552" y="104235"/>
                </a:lnTo>
                <a:lnTo>
                  <a:pt x="1559018" y="104487"/>
                </a:lnTo>
                <a:lnTo>
                  <a:pt x="1558471" y="104725"/>
                </a:lnTo>
                <a:lnTo>
                  <a:pt x="1557909" y="104952"/>
                </a:lnTo>
                <a:lnTo>
                  <a:pt x="1557333" y="105165"/>
                </a:lnTo>
                <a:lnTo>
                  <a:pt x="1556742" y="105365"/>
                </a:lnTo>
                <a:lnTo>
                  <a:pt x="1556138" y="105552"/>
                </a:lnTo>
                <a:lnTo>
                  <a:pt x="1555519" y="105727"/>
                </a:lnTo>
                <a:lnTo>
                  <a:pt x="1554886" y="105888"/>
                </a:lnTo>
                <a:lnTo>
                  <a:pt x="1554239" y="106037"/>
                </a:lnTo>
                <a:lnTo>
                  <a:pt x="1553578" y="106172"/>
                </a:lnTo>
                <a:lnTo>
                  <a:pt x="1552902" y="106295"/>
                </a:lnTo>
                <a:lnTo>
                  <a:pt x="1552213" y="106405"/>
                </a:lnTo>
                <a:lnTo>
                  <a:pt x="1551509" y="106502"/>
                </a:lnTo>
                <a:lnTo>
                  <a:pt x="1550791" y="106586"/>
                </a:lnTo>
                <a:lnTo>
                  <a:pt x="1550059" y="106657"/>
                </a:lnTo>
                <a:lnTo>
                  <a:pt x="1549312" y="106715"/>
                </a:lnTo>
                <a:lnTo>
                  <a:pt x="1548551" y="106760"/>
                </a:lnTo>
                <a:lnTo>
                  <a:pt x="1547777" y="106792"/>
                </a:lnTo>
                <a:lnTo>
                  <a:pt x="1546988" y="106812"/>
                </a:lnTo>
                <a:lnTo>
                  <a:pt x="1546184" y="106818"/>
                </a:lnTo>
                <a:lnTo>
                  <a:pt x="1545866" y="106816"/>
                </a:lnTo>
                <a:lnTo>
                  <a:pt x="1545549" y="106810"/>
                </a:lnTo>
                <a:lnTo>
                  <a:pt x="1545235" y="106801"/>
                </a:lnTo>
                <a:lnTo>
                  <a:pt x="1544922" y="106787"/>
                </a:lnTo>
                <a:lnTo>
                  <a:pt x="1544611" y="106770"/>
                </a:lnTo>
                <a:lnTo>
                  <a:pt x="1544301" y="106749"/>
                </a:lnTo>
                <a:lnTo>
                  <a:pt x="1543994" y="106724"/>
                </a:lnTo>
                <a:lnTo>
                  <a:pt x="1543688" y="106695"/>
                </a:lnTo>
                <a:lnTo>
                  <a:pt x="1543384" y="106663"/>
                </a:lnTo>
                <a:lnTo>
                  <a:pt x="1543082" y="106626"/>
                </a:lnTo>
                <a:lnTo>
                  <a:pt x="1542781" y="106586"/>
                </a:lnTo>
                <a:lnTo>
                  <a:pt x="1542482" y="106542"/>
                </a:lnTo>
                <a:lnTo>
                  <a:pt x="1542186" y="106494"/>
                </a:lnTo>
                <a:lnTo>
                  <a:pt x="1541891" y="106442"/>
                </a:lnTo>
                <a:lnTo>
                  <a:pt x="1541597" y="106386"/>
                </a:lnTo>
                <a:lnTo>
                  <a:pt x="1541306" y="106327"/>
                </a:lnTo>
                <a:lnTo>
                  <a:pt x="1541016" y="106264"/>
                </a:lnTo>
                <a:lnTo>
                  <a:pt x="1540728" y="106197"/>
                </a:lnTo>
                <a:lnTo>
                  <a:pt x="1540442" y="106126"/>
                </a:lnTo>
                <a:lnTo>
                  <a:pt x="1540158" y="106051"/>
                </a:lnTo>
                <a:lnTo>
                  <a:pt x="1539875" y="105972"/>
                </a:lnTo>
                <a:lnTo>
                  <a:pt x="1539595" y="105890"/>
                </a:lnTo>
                <a:lnTo>
                  <a:pt x="1539316" y="105803"/>
                </a:lnTo>
                <a:lnTo>
                  <a:pt x="1539039" y="105713"/>
                </a:lnTo>
                <a:lnTo>
                  <a:pt x="1538764" y="105619"/>
                </a:lnTo>
                <a:lnTo>
                  <a:pt x="1538491" y="105519"/>
                </a:lnTo>
                <a:lnTo>
                  <a:pt x="1538222" y="105414"/>
                </a:lnTo>
                <a:lnTo>
                  <a:pt x="1537955" y="105305"/>
                </a:lnTo>
                <a:lnTo>
                  <a:pt x="1537691" y="105190"/>
                </a:lnTo>
                <a:lnTo>
                  <a:pt x="1537429" y="105071"/>
                </a:lnTo>
                <a:lnTo>
                  <a:pt x="1537171" y="104946"/>
                </a:lnTo>
                <a:lnTo>
                  <a:pt x="1536914" y="104817"/>
                </a:lnTo>
                <a:lnTo>
                  <a:pt x="1536661" y="104682"/>
                </a:lnTo>
                <a:lnTo>
                  <a:pt x="1536410" y="104543"/>
                </a:lnTo>
                <a:lnTo>
                  <a:pt x="1536162" y="104398"/>
                </a:lnTo>
                <a:lnTo>
                  <a:pt x="1535917" y="104249"/>
                </a:lnTo>
                <a:lnTo>
                  <a:pt x="1535674" y="104095"/>
                </a:lnTo>
                <a:lnTo>
                  <a:pt x="1535434" y="103935"/>
                </a:lnTo>
                <a:lnTo>
                  <a:pt x="1535197" y="103771"/>
                </a:lnTo>
                <a:lnTo>
                  <a:pt x="1534962" y="103601"/>
                </a:lnTo>
                <a:lnTo>
                  <a:pt x="1534730" y="103427"/>
                </a:lnTo>
                <a:lnTo>
                  <a:pt x="1534501" y="103248"/>
                </a:lnTo>
                <a:lnTo>
                  <a:pt x="1534274" y="103063"/>
                </a:lnTo>
                <a:lnTo>
                  <a:pt x="1534051" y="102874"/>
                </a:lnTo>
                <a:lnTo>
                  <a:pt x="1533829" y="102679"/>
                </a:lnTo>
                <a:lnTo>
                  <a:pt x="1533611" y="102480"/>
                </a:lnTo>
                <a:lnTo>
                  <a:pt x="1533395" y="102276"/>
                </a:lnTo>
                <a:lnTo>
                  <a:pt x="1533182" y="102067"/>
                </a:lnTo>
                <a:lnTo>
                  <a:pt x="1532972" y="101852"/>
                </a:lnTo>
                <a:lnTo>
                  <a:pt x="1532766" y="101631"/>
                </a:lnTo>
                <a:lnTo>
                  <a:pt x="1532564" y="101404"/>
                </a:lnTo>
                <a:lnTo>
                  <a:pt x="1532365" y="101170"/>
                </a:lnTo>
                <a:lnTo>
                  <a:pt x="1532171" y="100931"/>
                </a:lnTo>
                <a:lnTo>
                  <a:pt x="1531980" y="100685"/>
                </a:lnTo>
                <a:lnTo>
                  <a:pt x="1531793" y="100434"/>
                </a:lnTo>
                <a:lnTo>
                  <a:pt x="1531610" y="100176"/>
                </a:lnTo>
                <a:lnTo>
                  <a:pt x="1531431" y="99912"/>
                </a:lnTo>
                <a:lnTo>
                  <a:pt x="1531256" y="99642"/>
                </a:lnTo>
                <a:lnTo>
                  <a:pt x="1531084" y="99365"/>
                </a:lnTo>
                <a:lnTo>
                  <a:pt x="1530917" y="99083"/>
                </a:lnTo>
                <a:lnTo>
                  <a:pt x="1530753" y="98794"/>
                </a:lnTo>
                <a:lnTo>
                  <a:pt x="1530593" y="98500"/>
                </a:lnTo>
                <a:lnTo>
                  <a:pt x="1530437" y="98199"/>
                </a:lnTo>
                <a:lnTo>
                  <a:pt x="1530284" y="97892"/>
                </a:lnTo>
                <a:lnTo>
                  <a:pt x="1530136" y="97579"/>
                </a:lnTo>
                <a:lnTo>
                  <a:pt x="1529991" y="97260"/>
                </a:lnTo>
                <a:lnTo>
                  <a:pt x="1529850" y="96934"/>
                </a:lnTo>
                <a:lnTo>
                  <a:pt x="1529713" y="96603"/>
                </a:lnTo>
                <a:lnTo>
                  <a:pt x="1529580" y="96265"/>
                </a:lnTo>
                <a:lnTo>
                  <a:pt x="1529451" y="95921"/>
                </a:lnTo>
                <a:lnTo>
                  <a:pt x="1529326" y="95572"/>
                </a:lnTo>
                <a:lnTo>
                  <a:pt x="1529204" y="95215"/>
                </a:lnTo>
                <a:lnTo>
                  <a:pt x="1529087" y="94853"/>
                </a:lnTo>
                <a:lnTo>
                  <a:pt x="1528974" y="94483"/>
                </a:lnTo>
                <a:lnTo>
                  <a:pt x="1528867" y="94106"/>
                </a:lnTo>
                <a:lnTo>
                  <a:pt x="1528765" y="93723"/>
                </a:lnTo>
                <a:lnTo>
                  <a:pt x="1528668" y="93332"/>
                </a:lnTo>
                <a:lnTo>
                  <a:pt x="1528575" y="92934"/>
                </a:lnTo>
                <a:lnTo>
                  <a:pt x="1528488" y="92529"/>
                </a:lnTo>
                <a:lnTo>
                  <a:pt x="1528406" y="92117"/>
                </a:lnTo>
                <a:lnTo>
                  <a:pt x="1528329" y="91698"/>
                </a:lnTo>
                <a:lnTo>
                  <a:pt x="1528256" y="91272"/>
                </a:lnTo>
                <a:lnTo>
                  <a:pt x="1528189" y="90839"/>
                </a:lnTo>
                <a:lnTo>
                  <a:pt x="1528126" y="90399"/>
                </a:lnTo>
                <a:lnTo>
                  <a:pt x="1528069" y="89952"/>
                </a:lnTo>
                <a:lnTo>
                  <a:pt x="1528017" y="89498"/>
                </a:lnTo>
                <a:lnTo>
                  <a:pt x="1527969" y="89037"/>
                </a:lnTo>
                <a:lnTo>
                  <a:pt x="1527927" y="88569"/>
                </a:lnTo>
                <a:lnTo>
                  <a:pt x="1527890" y="88094"/>
                </a:lnTo>
                <a:lnTo>
                  <a:pt x="1527857" y="87612"/>
                </a:lnTo>
                <a:lnTo>
                  <a:pt x="1527830" y="87122"/>
                </a:lnTo>
                <a:lnTo>
                  <a:pt x="1527807" y="86626"/>
                </a:lnTo>
                <a:lnTo>
                  <a:pt x="1527790" y="86123"/>
                </a:lnTo>
                <a:lnTo>
                  <a:pt x="1527777" y="85612"/>
                </a:lnTo>
                <a:lnTo>
                  <a:pt x="1527770" y="85095"/>
                </a:lnTo>
                <a:lnTo>
                  <a:pt x="1527767" y="84570"/>
                </a:lnTo>
                <a:lnTo>
                  <a:pt x="1527767" y="33445"/>
                </a:lnTo>
                <a:lnTo>
                  <a:pt x="1519001" y="33445"/>
                </a:lnTo>
                <a:lnTo>
                  <a:pt x="1519001" y="84423"/>
                </a:lnTo>
                <a:lnTo>
                  <a:pt x="1519004" y="85100"/>
                </a:lnTo>
                <a:lnTo>
                  <a:pt x="1519014" y="85769"/>
                </a:lnTo>
                <a:lnTo>
                  <a:pt x="1519030" y="86429"/>
                </a:lnTo>
                <a:lnTo>
                  <a:pt x="1519053" y="87081"/>
                </a:lnTo>
                <a:lnTo>
                  <a:pt x="1519082" y="87725"/>
                </a:lnTo>
                <a:lnTo>
                  <a:pt x="1519118" y="88360"/>
                </a:lnTo>
                <a:lnTo>
                  <a:pt x="1519161" y="88986"/>
                </a:lnTo>
                <a:lnTo>
                  <a:pt x="1519210" y="89604"/>
                </a:lnTo>
                <a:lnTo>
                  <a:pt x="1519265" y="90214"/>
                </a:lnTo>
                <a:lnTo>
                  <a:pt x="1519327" y="90815"/>
                </a:lnTo>
                <a:lnTo>
                  <a:pt x="1519396" y="91408"/>
                </a:lnTo>
                <a:lnTo>
                  <a:pt x="1519471" y="91992"/>
                </a:lnTo>
                <a:lnTo>
                  <a:pt x="1519552" y="92568"/>
                </a:lnTo>
                <a:lnTo>
                  <a:pt x="1519640" y="93136"/>
                </a:lnTo>
                <a:lnTo>
                  <a:pt x="1519735" y="93695"/>
                </a:lnTo>
                <a:lnTo>
                  <a:pt x="1519836" y="94245"/>
                </a:lnTo>
                <a:lnTo>
                  <a:pt x="1519943" y="94788"/>
                </a:lnTo>
                <a:lnTo>
                  <a:pt x="1520058" y="95321"/>
                </a:lnTo>
                <a:lnTo>
                  <a:pt x="1520178" y="95847"/>
                </a:lnTo>
                <a:lnTo>
                  <a:pt x="1520305" y="96363"/>
                </a:lnTo>
                <a:lnTo>
                  <a:pt x="1520439" y="96872"/>
                </a:lnTo>
                <a:lnTo>
                  <a:pt x="1520579" y="97372"/>
                </a:lnTo>
                <a:lnTo>
                  <a:pt x="1520726" y="97863"/>
                </a:lnTo>
                <a:lnTo>
                  <a:pt x="1520879" y="98346"/>
                </a:lnTo>
                <a:lnTo>
                  <a:pt x="1521039" y="98821"/>
                </a:lnTo>
                <a:lnTo>
                  <a:pt x="1521204" y="99289"/>
                </a:lnTo>
                <a:lnTo>
                  <a:pt x="1521374" y="99749"/>
                </a:lnTo>
                <a:lnTo>
                  <a:pt x="1521550" y="100201"/>
                </a:lnTo>
                <a:lnTo>
                  <a:pt x="1521731" y="100646"/>
                </a:lnTo>
                <a:lnTo>
                  <a:pt x="1521918" y="101084"/>
                </a:lnTo>
                <a:lnTo>
                  <a:pt x="1522110" y="101513"/>
                </a:lnTo>
                <a:lnTo>
                  <a:pt x="1522308" y="101936"/>
                </a:lnTo>
                <a:lnTo>
                  <a:pt x="1522511" y="102350"/>
                </a:lnTo>
                <a:lnTo>
                  <a:pt x="1522720" y="102757"/>
                </a:lnTo>
                <a:lnTo>
                  <a:pt x="1522934" y="103157"/>
                </a:lnTo>
                <a:lnTo>
                  <a:pt x="1523154" y="103549"/>
                </a:lnTo>
                <a:lnTo>
                  <a:pt x="1523379" y="103934"/>
                </a:lnTo>
                <a:lnTo>
                  <a:pt x="1523610" y="104311"/>
                </a:lnTo>
                <a:lnTo>
                  <a:pt x="1523846" y="104680"/>
                </a:lnTo>
                <a:lnTo>
                  <a:pt x="1524088" y="105042"/>
                </a:lnTo>
                <a:lnTo>
                  <a:pt x="1524335" y="105396"/>
                </a:lnTo>
                <a:lnTo>
                  <a:pt x="1524588" y="105743"/>
                </a:lnTo>
                <a:lnTo>
                  <a:pt x="1524846" y="106082"/>
                </a:lnTo>
                <a:lnTo>
                  <a:pt x="1525110" y="106414"/>
                </a:lnTo>
                <a:lnTo>
                  <a:pt x="1525379" y="106738"/>
                </a:lnTo>
                <a:lnTo>
                  <a:pt x="1525654" y="107055"/>
                </a:lnTo>
                <a:lnTo>
                  <a:pt x="1525935" y="107364"/>
                </a:lnTo>
                <a:lnTo>
                  <a:pt x="1526220" y="107665"/>
                </a:lnTo>
                <a:lnTo>
                  <a:pt x="1526511" y="107960"/>
                </a:lnTo>
                <a:lnTo>
                  <a:pt x="1526807" y="108248"/>
                </a:lnTo>
                <a:lnTo>
                  <a:pt x="1527107" y="108529"/>
                </a:lnTo>
                <a:lnTo>
                  <a:pt x="1527412" y="108804"/>
                </a:lnTo>
                <a:lnTo>
                  <a:pt x="1527722" y="109072"/>
                </a:lnTo>
                <a:lnTo>
                  <a:pt x="1528037" y="109334"/>
                </a:lnTo>
                <a:lnTo>
                  <a:pt x="1528356" y="109590"/>
                </a:lnTo>
                <a:lnTo>
                  <a:pt x="1528680" y="109838"/>
                </a:lnTo>
                <a:lnTo>
                  <a:pt x="1529009" y="110081"/>
                </a:lnTo>
                <a:lnTo>
                  <a:pt x="1529342" y="110317"/>
                </a:lnTo>
                <a:lnTo>
                  <a:pt x="1529680" y="110546"/>
                </a:lnTo>
                <a:lnTo>
                  <a:pt x="1530023" y="110769"/>
                </a:lnTo>
                <a:lnTo>
                  <a:pt x="1530371" y="110985"/>
                </a:lnTo>
                <a:lnTo>
                  <a:pt x="1530724" y="111194"/>
                </a:lnTo>
                <a:lnTo>
                  <a:pt x="1531081" y="111398"/>
                </a:lnTo>
                <a:lnTo>
                  <a:pt x="1531443" y="111594"/>
                </a:lnTo>
                <a:lnTo>
                  <a:pt x="1531809" y="111784"/>
                </a:lnTo>
                <a:lnTo>
                  <a:pt x="1532181" y="111968"/>
                </a:lnTo>
                <a:lnTo>
                  <a:pt x="1532557" y="112145"/>
                </a:lnTo>
                <a:lnTo>
                  <a:pt x="1532937" y="112316"/>
                </a:lnTo>
                <a:lnTo>
                  <a:pt x="1533323" y="112480"/>
                </a:lnTo>
                <a:lnTo>
                  <a:pt x="1533713" y="112637"/>
                </a:lnTo>
                <a:lnTo>
                  <a:pt x="1534108" y="112788"/>
                </a:lnTo>
                <a:lnTo>
                  <a:pt x="1534508" y="112933"/>
                </a:lnTo>
                <a:lnTo>
                  <a:pt x="1534912" y="113071"/>
                </a:lnTo>
                <a:lnTo>
                  <a:pt x="1535319" y="113203"/>
                </a:lnTo>
                <a:lnTo>
                  <a:pt x="1535730" y="113330"/>
                </a:lnTo>
                <a:lnTo>
                  <a:pt x="1536144" y="113450"/>
                </a:lnTo>
                <a:lnTo>
                  <a:pt x="1536562" y="113565"/>
                </a:lnTo>
                <a:lnTo>
                  <a:pt x="1536983" y="113674"/>
                </a:lnTo>
                <a:lnTo>
                  <a:pt x="1537407" y="113777"/>
                </a:lnTo>
                <a:lnTo>
                  <a:pt x="1537835" y="113874"/>
                </a:lnTo>
                <a:lnTo>
                  <a:pt x="1538267" y="113965"/>
                </a:lnTo>
                <a:lnTo>
                  <a:pt x="1538702" y="114050"/>
                </a:lnTo>
                <a:lnTo>
                  <a:pt x="1539140" y="114130"/>
                </a:lnTo>
                <a:lnTo>
                  <a:pt x="1539582" y="114203"/>
                </a:lnTo>
                <a:lnTo>
                  <a:pt x="1540027" y="114271"/>
                </a:lnTo>
                <a:lnTo>
                  <a:pt x="1540476" y="114333"/>
                </a:lnTo>
                <a:lnTo>
                  <a:pt x="1540928" y="114389"/>
                </a:lnTo>
                <a:lnTo>
                  <a:pt x="1541384" y="114439"/>
                </a:lnTo>
                <a:lnTo>
                  <a:pt x="1541843" y="114483"/>
                </a:lnTo>
                <a:lnTo>
                  <a:pt x="1542305" y="114521"/>
                </a:lnTo>
                <a:lnTo>
                  <a:pt x="1542771" y="114553"/>
                </a:lnTo>
                <a:lnTo>
                  <a:pt x="1543241" y="114580"/>
                </a:lnTo>
                <a:lnTo>
                  <a:pt x="1543714" y="114600"/>
                </a:lnTo>
                <a:lnTo>
                  <a:pt x="1544190" y="114615"/>
                </a:lnTo>
                <a:lnTo>
                  <a:pt x="1544670" y="114624"/>
                </a:lnTo>
                <a:lnTo>
                  <a:pt x="1545153" y="114627"/>
                </a:lnTo>
                <a:lnTo>
                  <a:pt x="1545849" y="114622"/>
                </a:lnTo>
                <a:lnTo>
                  <a:pt x="1546536" y="114609"/>
                </a:lnTo>
                <a:lnTo>
                  <a:pt x="1547214" y="114586"/>
                </a:lnTo>
                <a:lnTo>
                  <a:pt x="1547885" y="114554"/>
                </a:lnTo>
                <a:lnTo>
                  <a:pt x="1548547" y="114513"/>
                </a:lnTo>
                <a:lnTo>
                  <a:pt x="1549200" y="114463"/>
                </a:lnTo>
                <a:lnTo>
                  <a:pt x="1549845" y="114404"/>
                </a:lnTo>
                <a:lnTo>
                  <a:pt x="1550482" y="114336"/>
                </a:lnTo>
                <a:lnTo>
                  <a:pt x="1551110" y="114259"/>
                </a:lnTo>
                <a:lnTo>
                  <a:pt x="1551729" y="114173"/>
                </a:lnTo>
                <a:lnTo>
                  <a:pt x="1552341" y="114078"/>
                </a:lnTo>
                <a:lnTo>
                  <a:pt x="1552943" y="113973"/>
                </a:lnTo>
                <a:lnTo>
                  <a:pt x="1553538" y="113860"/>
                </a:lnTo>
                <a:lnTo>
                  <a:pt x="1554124" y="113737"/>
                </a:lnTo>
                <a:lnTo>
                  <a:pt x="1554701" y="113605"/>
                </a:lnTo>
                <a:lnTo>
                  <a:pt x="1555270" y="113465"/>
                </a:lnTo>
                <a:lnTo>
                  <a:pt x="1555831" y="113315"/>
                </a:lnTo>
                <a:lnTo>
                  <a:pt x="1556383" y="113156"/>
                </a:lnTo>
                <a:lnTo>
                  <a:pt x="1556926" y="112988"/>
                </a:lnTo>
                <a:lnTo>
                  <a:pt x="1557462" y="112811"/>
                </a:lnTo>
                <a:lnTo>
                  <a:pt x="1557988" y="112625"/>
                </a:lnTo>
                <a:lnTo>
                  <a:pt x="1558507" y="112429"/>
                </a:lnTo>
                <a:lnTo>
                  <a:pt x="1559017" y="112225"/>
                </a:lnTo>
                <a:lnTo>
                  <a:pt x="1559518" y="112012"/>
                </a:lnTo>
                <a:lnTo>
                  <a:pt x="1560012" y="111790"/>
                </a:lnTo>
                <a:lnTo>
                  <a:pt x="1560497" y="111561"/>
                </a:lnTo>
                <a:lnTo>
                  <a:pt x="1560975" y="111326"/>
                </a:lnTo>
                <a:lnTo>
                  <a:pt x="1561446" y="111083"/>
                </a:lnTo>
                <a:lnTo>
                  <a:pt x="1561908" y="110832"/>
                </a:lnTo>
                <a:lnTo>
                  <a:pt x="1562364" y="110575"/>
                </a:lnTo>
                <a:lnTo>
                  <a:pt x="1562811" y="110311"/>
                </a:lnTo>
                <a:lnTo>
                  <a:pt x="1563251" y="110039"/>
                </a:lnTo>
                <a:lnTo>
                  <a:pt x="1563683" y="109760"/>
                </a:lnTo>
                <a:lnTo>
                  <a:pt x="1564107" y="109474"/>
                </a:lnTo>
                <a:lnTo>
                  <a:pt x="1564524" y="109181"/>
                </a:lnTo>
                <a:lnTo>
                  <a:pt x="1564933" y="108881"/>
                </a:lnTo>
                <a:lnTo>
                  <a:pt x="1565334" y="108573"/>
                </a:lnTo>
                <a:lnTo>
                  <a:pt x="1565728" y="108259"/>
                </a:lnTo>
                <a:lnTo>
                  <a:pt x="1566114" y="107937"/>
                </a:lnTo>
                <a:lnTo>
                  <a:pt x="1566492" y="107608"/>
                </a:lnTo>
                <a:lnTo>
                  <a:pt x="1566863" y="107272"/>
                </a:lnTo>
                <a:lnTo>
                  <a:pt x="1567226" y="106929"/>
                </a:lnTo>
                <a:lnTo>
                  <a:pt x="1567581" y="106578"/>
                </a:lnTo>
                <a:lnTo>
                  <a:pt x="1567929" y="106221"/>
                </a:lnTo>
                <a:lnTo>
                  <a:pt x="1568268" y="105856"/>
                </a:lnTo>
                <a:lnTo>
                  <a:pt x="1568601" y="105484"/>
                </a:lnTo>
                <a:lnTo>
                  <a:pt x="1568925" y="105105"/>
                </a:lnTo>
                <a:lnTo>
                  <a:pt x="1569242" y="104719"/>
                </a:lnTo>
                <a:lnTo>
                  <a:pt x="1569552" y="104326"/>
                </a:lnTo>
                <a:lnTo>
                  <a:pt x="1569855" y="103927"/>
                </a:lnTo>
                <a:lnTo>
                  <a:pt x="1570150" y="103523"/>
                </a:lnTo>
                <a:lnTo>
                  <a:pt x="1570439" y="103112"/>
                </a:lnTo>
                <a:lnTo>
                  <a:pt x="1570513" y="103004"/>
                </a:lnTo>
                <a:lnTo>
                  <a:pt x="1570716" y="113154"/>
                </a:lnTo>
                <a:lnTo>
                  <a:pt x="1579261" y="113154"/>
                </a:lnTo>
                <a:lnTo>
                  <a:pt x="1579261" y="33445"/>
                </a:lnTo>
                <a:lnTo>
                  <a:pt x="1570347" y="33445"/>
                </a:lnTo>
                <a:lnTo>
                  <a:pt x="1570347" y="91012"/>
                </a:lnTo>
                <a:lnTo>
                  <a:pt x="1570305" y="91148"/>
                </a:lnTo>
                <a:close/>
                <a:moveTo>
                  <a:pt x="1018836" y="111002"/>
                </a:moveTo>
                <a:lnTo>
                  <a:pt x="1018824" y="111319"/>
                </a:lnTo>
                <a:lnTo>
                  <a:pt x="1018809" y="111634"/>
                </a:lnTo>
                <a:lnTo>
                  <a:pt x="1018792" y="111947"/>
                </a:lnTo>
                <a:lnTo>
                  <a:pt x="1018772" y="112257"/>
                </a:lnTo>
                <a:lnTo>
                  <a:pt x="1018749" y="112566"/>
                </a:lnTo>
                <a:lnTo>
                  <a:pt x="1018723" y="112873"/>
                </a:lnTo>
                <a:lnTo>
                  <a:pt x="1018695" y="113177"/>
                </a:lnTo>
                <a:lnTo>
                  <a:pt x="1018664" y="113480"/>
                </a:lnTo>
                <a:lnTo>
                  <a:pt x="1018631" y="113780"/>
                </a:lnTo>
                <a:lnTo>
                  <a:pt x="1018595" y="114079"/>
                </a:lnTo>
                <a:lnTo>
                  <a:pt x="1018556" y="114375"/>
                </a:lnTo>
                <a:lnTo>
                  <a:pt x="1018514" y="114669"/>
                </a:lnTo>
                <a:lnTo>
                  <a:pt x="1018470" y="114962"/>
                </a:lnTo>
                <a:lnTo>
                  <a:pt x="1018423" y="115252"/>
                </a:lnTo>
                <a:lnTo>
                  <a:pt x="1018373" y="115540"/>
                </a:lnTo>
                <a:lnTo>
                  <a:pt x="1018321" y="115826"/>
                </a:lnTo>
                <a:lnTo>
                  <a:pt x="1018266" y="116110"/>
                </a:lnTo>
                <a:lnTo>
                  <a:pt x="1018208" y="116392"/>
                </a:lnTo>
                <a:lnTo>
                  <a:pt x="1018147" y="116672"/>
                </a:lnTo>
                <a:lnTo>
                  <a:pt x="1018084" y="116950"/>
                </a:lnTo>
                <a:lnTo>
                  <a:pt x="1018018" y="117226"/>
                </a:lnTo>
                <a:lnTo>
                  <a:pt x="1017950" y="117502"/>
                </a:lnTo>
                <a:lnTo>
                  <a:pt x="1017879" y="117776"/>
                </a:lnTo>
                <a:lnTo>
                  <a:pt x="1017805" y="118050"/>
                </a:lnTo>
                <a:lnTo>
                  <a:pt x="1017728" y="118323"/>
                </a:lnTo>
                <a:lnTo>
                  <a:pt x="1017649" y="118595"/>
                </a:lnTo>
                <a:lnTo>
                  <a:pt x="1017567" y="118866"/>
                </a:lnTo>
                <a:lnTo>
                  <a:pt x="1017483" y="119136"/>
                </a:lnTo>
                <a:lnTo>
                  <a:pt x="1017395" y="119405"/>
                </a:lnTo>
                <a:lnTo>
                  <a:pt x="1017305" y="119673"/>
                </a:lnTo>
                <a:lnTo>
                  <a:pt x="1017213" y="119941"/>
                </a:lnTo>
                <a:lnTo>
                  <a:pt x="1017117" y="120207"/>
                </a:lnTo>
                <a:lnTo>
                  <a:pt x="1017019" y="120473"/>
                </a:lnTo>
                <a:lnTo>
                  <a:pt x="1016919" y="120738"/>
                </a:lnTo>
                <a:lnTo>
                  <a:pt x="1016815" y="121001"/>
                </a:lnTo>
                <a:lnTo>
                  <a:pt x="1016709" y="121264"/>
                </a:lnTo>
                <a:lnTo>
                  <a:pt x="1016600" y="121526"/>
                </a:lnTo>
                <a:lnTo>
                  <a:pt x="1016489" y="121788"/>
                </a:lnTo>
                <a:lnTo>
                  <a:pt x="1016375" y="122048"/>
                </a:lnTo>
                <a:lnTo>
                  <a:pt x="1016258" y="122307"/>
                </a:lnTo>
                <a:lnTo>
                  <a:pt x="1016138" y="122566"/>
                </a:lnTo>
                <a:lnTo>
                  <a:pt x="1016016" y="122823"/>
                </a:lnTo>
                <a:lnTo>
                  <a:pt x="1015891" y="123080"/>
                </a:lnTo>
                <a:lnTo>
                  <a:pt x="1015764" y="123336"/>
                </a:lnTo>
                <a:lnTo>
                  <a:pt x="1015633" y="123591"/>
                </a:lnTo>
                <a:lnTo>
                  <a:pt x="1015501" y="123846"/>
                </a:lnTo>
                <a:lnTo>
                  <a:pt x="1015365" y="124101"/>
                </a:lnTo>
                <a:lnTo>
                  <a:pt x="1015228" y="124356"/>
                </a:lnTo>
                <a:lnTo>
                  <a:pt x="1015087" y="124611"/>
                </a:lnTo>
                <a:lnTo>
                  <a:pt x="1014944" y="124865"/>
                </a:lnTo>
                <a:lnTo>
                  <a:pt x="1014799" y="125120"/>
                </a:lnTo>
                <a:lnTo>
                  <a:pt x="1014650" y="125374"/>
                </a:lnTo>
                <a:lnTo>
                  <a:pt x="1014500" y="125628"/>
                </a:lnTo>
                <a:lnTo>
                  <a:pt x="1014347" y="125882"/>
                </a:lnTo>
                <a:lnTo>
                  <a:pt x="1014191" y="126136"/>
                </a:lnTo>
                <a:lnTo>
                  <a:pt x="1014032" y="126390"/>
                </a:lnTo>
                <a:lnTo>
                  <a:pt x="1013872" y="126644"/>
                </a:lnTo>
                <a:lnTo>
                  <a:pt x="1013708" y="126897"/>
                </a:lnTo>
                <a:lnTo>
                  <a:pt x="1013542" y="127151"/>
                </a:lnTo>
                <a:lnTo>
                  <a:pt x="1013374" y="127404"/>
                </a:lnTo>
                <a:lnTo>
                  <a:pt x="1013202" y="127657"/>
                </a:lnTo>
                <a:lnTo>
                  <a:pt x="1013029" y="127910"/>
                </a:lnTo>
                <a:lnTo>
                  <a:pt x="1012853" y="128163"/>
                </a:lnTo>
                <a:lnTo>
                  <a:pt x="1012674" y="128415"/>
                </a:lnTo>
                <a:lnTo>
                  <a:pt x="1012492" y="128668"/>
                </a:lnTo>
                <a:lnTo>
                  <a:pt x="1012308" y="128920"/>
                </a:lnTo>
                <a:lnTo>
                  <a:pt x="1012122" y="129173"/>
                </a:lnTo>
                <a:lnTo>
                  <a:pt x="1011933" y="129425"/>
                </a:lnTo>
                <a:lnTo>
                  <a:pt x="1017163" y="133338"/>
                </a:lnTo>
                <a:lnTo>
                  <a:pt x="1017559" y="132972"/>
                </a:lnTo>
                <a:lnTo>
                  <a:pt x="1017947" y="132599"/>
                </a:lnTo>
                <a:lnTo>
                  <a:pt x="1018329" y="132218"/>
                </a:lnTo>
                <a:lnTo>
                  <a:pt x="1018703" y="131831"/>
                </a:lnTo>
                <a:lnTo>
                  <a:pt x="1019071" y="131437"/>
                </a:lnTo>
                <a:lnTo>
                  <a:pt x="1019431" y="131036"/>
                </a:lnTo>
                <a:lnTo>
                  <a:pt x="1019784" y="130628"/>
                </a:lnTo>
                <a:lnTo>
                  <a:pt x="1020131" y="130213"/>
                </a:lnTo>
                <a:lnTo>
                  <a:pt x="1020470" y="129791"/>
                </a:lnTo>
                <a:lnTo>
                  <a:pt x="1020802" y="129363"/>
                </a:lnTo>
                <a:lnTo>
                  <a:pt x="1021127" y="128927"/>
                </a:lnTo>
                <a:lnTo>
                  <a:pt x="1021445" y="128484"/>
                </a:lnTo>
                <a:lnTo>
                  <a:pt x="1021756" y="128035"/>
                </a:lnTo>
                <a:lnTo>
                  <a:pt x="1022060" y="127579"/>
                </a:lnTo>
                <a:lnTo>
                  <a:pt x="1022358" y="127115"/>
                </a:lnTo>
                <a:lnTo>
                  <a:pt x="1022648" y="126645"/>
                </a:lnTo>
                <a:lnTo>
                  <a:pt x="1022930" y="126168"/>
                </a:lnTo>
                <a:lnTo>
                  <a:pt x="1023206" y="125684"/>
                </a:lnTo>
                <a:lnTo>
                  <a:pt x="1023475" y="125193"/>
                </a:lnTo>
                <a:lnTo>
                  <a:pt x="1023737" y="124695"/>
                </a:lnTo>
                <a:lnTo>
                  <a:pt x="1023992" y="124190"/>
                </a:lnTo>
                <a:lnTo>
                  <a:pt x="1024240" y="123678"/>
                </a:lnTo>
                <a:lnTo>
                  <a:pt x="1024481" y="123159"/>
                </a:lnTo>
                <a:lnTo>
                  <a:pt x="1024714" y="122634"/>
                </a:lnTo>
                <a:lnTo>
                  <a:pt x="1024940" y="122104"/>
                </a:lnTo>
                <a:lnTo>
                  <a:pt x="1025156" y="121573"/>
                </a:lnTo>
                <a:lnTo>
                  <a:pt x="1025362" y="121041"/>
                </a:lnTo>
                <a:lnTo>
                  <a:pt x="1025558" y="120507"/>
                </a:lnTo>
                <a:lnTo>
                  <a:pt x="1025745" y="119972"/>
                </a:lnTo>
                <a:lnTo>
                  <a:pt x="1025923" y="119436"/>
                </a:lnTo>
                <a:lnTo>
                  <a:pt x="1026091" y="118899"/>
                </a:lnTo>
                <a:lnTo>
                  <a:pt x="1026249" y="118360"/>
                </a:lnTo>
                <a:lnTo>
                  <a:pt x="1026398" y="117820"/>
                </a:lnTo>
                <a:lnTo>
                  <a:pt x="1026537" y="117279"/>
                </a:lnTo>
                <a:lnTo>
                  <a:pt x="1026666" y="116736"/>
                </a:lnTo>
                <a:lnTo>
                  <a:pt x="1026786" y="116192"/>
                </a:lnTo>
                <a:lnTo>
                  <a:pt x="1026897" y="115647"/>
                </a:lnTo>
                <a:lnTo>
                  <a:pt x="1026997" y="115101"/>
                </a:lnTo>
                <a:lnTo>
                  <a:pt x="1027088" y="114553"/>
                </a:lnTo>
                <a:lnTo>
                  <a:pt x="1027170" y="114004"/>
                </a:lnTo>
                <a:lnTo>
                  <a:pt x="1027242" y="113454"/>
                </a:lnTo>
                <a:lnTo>
                  <a:pt x="1027304" y="112903"/>
                </a:lnTo>
                <a:lnTo>
                  <a:pt x="1027357" y="112350"/>
                </a:lnTo>
                <a:lnTo>
                  <a:pt x="1027400" y="111796"/>
                </a:lnTo>
                <a:lnTo>
                  <a:pt x="1027434" y="111240"/>
                </a:lnTo>
                <a:lnTo>
                  <a:pt x="1027458" y="110684"/>
                </a:lnTo>
                <a:lnTo>
                  <a:pt x="1027472" y="110126"/>
                </a:lnTo>
                <a:lnTo>
                  <a:pt x="1027477" y="109567"/>
                </a:lnTo>
                <a:lnTo>
                  <a:pt x="1027477" y="99157"/>
                </a:lnTo>
                <a:lnTo>
                  <a:pt x="1018858" y="99157"/>
                </a:lnTo>
                <a:lnTo>
                  <a:pt x="1018858" y="109714"/>
                </a:lnTo>
                <a:lnTo>
                  <a:pt x="1018856" y="110039"/>
                </a:lnTo>
                <a:lnTo>
                  <a:pt x="1018852" y="110362"/>
                </a:lnTo>
                <a:lnTo>
                  <a:pt x="1018846" y="110683"/>
                </a:lnTo>
                <a:lnTo>
                  <a:pt x="1018836" y="111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nclude[Requirement2]?">
            <a:extLst xmlns:a="http://schemas.openxmlformats.org/drawingml/2006/main">
              <a:ext uri="{FF2B5EF4-FFF2-40B4-BE49-F238E27FC236}">
                <a16:creationId xmlns:a16="http://schemas.microsoft.com/office/drawing/2014/main" id="{76717113-01DC-4D1B-BCC0-A8A32D15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888" y="5679347"/>
            <a:ext cx="1602688" cy="153229"/>
          </a:xfrm>
          <a:custGeom xmlns:a="http://schemas.openxmlformats.org/drawingml/2006/main">
            <a:pathLst>
              <a:path w="1602688" h="153229">
                <a:moveTo>
                  <a:pt x="69" y="20725"/>
                </a:moveTo>
                <a:lnTo>
                  <a:pt x="99" y="20915"/>
                </a:lnTo>
                <a:lnTo>
                  <a:pt x="135" y="21102"/>
                </a:lnTo>
                <a:lnTo>
                  <a:pt x="176" y="21286"/>
                </a:lnTo>
                <a:lnTo>
                  <a:pt x="223" y="21468"/>
                </a:lnTo>
                <a:lnTo>
                  <a:pt x="275" y="21647"/>
                </a:lnTo>
                <a:lnTo>
                  <a:pt x="333" y="21824"/>
                </a:lnTo>
                <a:lnTo>
                  <a:pt x="396" y="21999"/>
                </a:lnTo>
                <a:lnTo>
                  <a:pt x="465" y="22171"/>
                </a:lnTo>
                <a:lnTo>
                  <a:pt x="539" y="22341"/>
                </a:lnTo>
                <a:lnTo>
                  <a:pt x="619" y="22508"/>
                </a:lnTo>
                <a:lnTo>
                  <a:pt x="704" y="22673"/>
                </a:lnTo>
                <a:lnTo>
                  <a:pt x="795" y="22836"/>
                </a:lnTo>
                <a:lnTo>
                  <a:pt x="891" y="22996"/>
                </a:lnTo>
                <a:lnTo>
                  <a:pt x="993" y="23153"/>
                </a:lnTo>
                <a:lnTo>
                  <a:pt x="1100" y="23309"/>
                </a:lnTo>
                <a:lnTo>
                  <a:pt x="1213" y="23461"/>
                </a:lnTo>
                <a:lnTo>
                  <a:pt x="1331" y="23612"/>
                </a:lnTo>
                <a:lnTo>
                  <a:pt x="1455" y="23760"/>
                </a:lnTo>
                <a:lnTo>
                  <a:pt x="1584" y="23905"/>
                </a:lnTo>
                <a:lnTo>
                  <a:pt x="1718" y="24046"/>
                </a:lnTo>
                <a:lnTo>
                  <a:pt x="1857" y="24182"/>
                </a:lnTo>
                <a:lnTo>
                  <a:pt x="2000" y="24311"/>
                </a:lnTo>
                <a:lnTo>
                  <a:pt x="2148" y="24434"/>
                </a:lnTo>
                <a:lnTo>
                  <a:pt x="2300" y="24551"/>
                </a:lnTo>
                <a:lnTo>
                  <a:pt x="2456" y="24663"/>
                </a:lnTo>
                <a:lnTo>
                  <a:pt x="2617" y="24768"/>
                </a:lnTo>
                <a:lnTo>
                  <a:pt x="2783" y="24867"/>
                </a:lnTo>
                <a:lnTo>
                  <a:pt x="2953" y="24960"/>
                </a:lnTo>
                <a:lnTo>
                  <a:pt x="3128" y="25047"/>
                </a:lnTo>
                <a:lnTo>
                  <a:pt x="3307" y="25128"/>
                </a:lnTo>
                <a:lnTo>
                  <a:pt x="3490" y="25204"/>
                </a:lnTo>
                <a:lnTo>
                  <a:pt x="3678" y="25273"/>
                </a:lnTo>
                <a:lnTo>
                  <a:pt x="3870" y="25336"/>
                </a:lnTo>
                <a:lnTo>
                  <a:pt x="4067" y="25393"/>
                </a:lnTo>
                <a:lnTo>
                  <a:pt x="4269" y="25444"/>
                </a:lnTo>
                <a:lnTo>
                  <a:pt x="4474" y="25489"/>
                </a:lnTo>
                <a:lnTo>
                  <a:pt x="4685" y="25528"/>
                </a:lnTo>
                <a:lnTo>
                  <a:pt x="4900" y="25561"/>
                </a:lnTo>
                <a:lnTo>
                  <a:pt x="5119" y="25588"/>
                </a:lnTo>
                <a:lnTo>
                  <a:pt x="5343" y="25609"/>
                </a:lnTo>
                <a:lnTo>
                  <a:pt x="5571" y="25624"/>
                </a:lnTo>
                <a:lnTo>
                  <a:pt x="5804" y="25633"/>
                </a:lnTo>
                <a:lnTo>
                  <a:pt x="6041" y="25636"/>
                </a:lnTo>
                <a:lnTo>
                  <a:pt x="6272" y="25633"/>
                </a:lnTo>
                <a:lnTo>
                  <a:pt x="6499" y="25624"/>
                </a:lnTo>
                <a:lnTo>
                  <a:pt x="6723" y="25609"/>
                </a:lnTo>
                <a:lnTo>
                  <a:pt x="6942" y="25588"/>
                </a:lnTo>
                <a:lnTo>
                  <a:pt x="7158" y="25561"/>
                </a:lnTo>
                <a:lnTo>
                  <a:pt x="7369" y="25528"/>
                </a:lnTo>
                <a:lnTo>
                  <a:pt x="7577" y="25489"/>
                </a:lnTo>
                <a:lnTo>
                  <a:pt x="7780" y="25444"/>
                </a:lnTo>
                <a:lnTo>
                  <a:pt x="7980" y="25393"/>
                </a:lnTo>
                <a:lnTo>
                  <a:pt x="8175" y="25336"/>
                </a:lnTo>
                <a:lnTo>
                  <a:pt x="8367" y="25273"/>
                </a:lnTo>
                <a:lnTo>
                  <a:pt x="8555" y="25204"/>
                </a:lnTo>
                <a:lnTo>
                  <a:pt x="8738" y="25128"/>
                </a:lnTo>
                <a:lnTo>
                  <a:pt x="8918" y="25047"/>
                </a:lnTo>
                <a:lnTo>
                  <a:pt x="9094" y="24960"/>
                </a:lnTo>
                <a:lnTo>
                  <a:pt x="9266" y="24867"/>
                </a:lnTo>
                <a:lnTo>
                  <a:pt x="9434" y="24768"/>
                </a:lnTo>
                <a:lnTo>
                  <a:pt x="9598" y="24663"/>
                </a:lnTo>
                <a:lnTo>
                  <a:pt x="9757" y="24551"/>
                </a:lnTo>
                <a:lnTo>
                  <a:pt x="9913" y="24434"/>
                </a:lnTo>
                <a:lnTo>
                  <a:pt x="10065" y="24311"/>
                </a:lnTo>
                <a:lnTo>
                  <a:pt x="10213" y="24182"/>
                </a:lnTo>
                <a:lnTo>
                  <a:pt x="10358" y="24046"/>
                </a:lnTo>
                <a:lnTo>
                  <a:pt x="10498" y="23905"/>
                </a:lnTo>
                <a:lnTo>
                  <a:pt x="10633" y="23760"/>
                </a:lnTo>
                <a:lnTo>
                  <a:pt x="10762" y="23612"/>
                </a:lnTo>
                <a:lnTo>
                  <a:pt x="10886" y="23461"/>
                </a:lnTo>
                <a:lnTo>
                  <a:pt x="11004" y="23309"/>
                </a:lnTo>
                <a:lnTo>
                  <a:pt x="11116" y="23153"/>
                </a:lnTo>
                <a:lnTo>
                  <a:pt x="11223" y="22996"/>
                </a:lnTo>
                <a:lnTo>
                  <a:pt x="11324" y="22836"/>
                </a:lnTo>
                <a:lnTo>
                  <a:pt x="11418" y="22673"/>
                </a:lnTo>
                <a:lnTo>
                  <a:pt x="11508" y="22508"/>
                </a:lnTo>
                <a:lnTo>
                  <a:pt x="11591" y="22341"/>
                </a:lnTo>
                <a:lnTo>
                  <a:pt x="11669" y="22171"/>
                </a:lnTo>
                <a:lnTo>
                  <a:pt x="11741" y="21999"/>
                </a:lnTo>
                <a:lnTo>
                  <a:pt x="11807" y="21824"/>
                </a:lnTo>
                <a:lnTo>
                  <a:pt x="11867" y="21647"/>
                </a:lnTo>
                <a:lnTo>
                  <a:pt x="11922" y="21468"/>
                </a:lnTo>
                <a:lnTo>
                  <a:pt x="11971" y="21286"/>
                </a:lnTo>
                <a:lnTo>
                  <a:pt x="12014" y="21102"/>
                </a:lnTo>
                <a:lnTo>
                  <a:pt x="12052" y="20915"/>
                </a:lnTo>
                <a:lnTo>
                  <a:pt x="12083" y="20725"/>
                </a:lnTo>
                <a:lnTo>
                  <a:pt x="12109" y="20534"/>
                </a:lnTo>
                <a:lnTo>
                  <a:pt x="12129" y="20340"/>
                </a:lnTo>
                <a:lnTo>
                  <a:pt x="12144" y="20143"/>
                </a:lnTo>
                <a:lnTo>
                  <a:pt x="12152" y="19944"/>
                </a:lnTo>
                <a:lnTo>
                  <a:pt x="12155" y="19743"/>
                </a:lnTo>
                <a:lnTo>
                  <a:pt x="12152" y="19536"/>
                </a:lnTo>
                <a:lnTo>
                  <a:pt x="12144" y="19331"/>
                </a:lnTo>
                <a:lnTo>
                  <a:pt x="12129" y="19129"/>
                </a:lnTo>
                <a:lnTo>
                  <a:pt x="12109" y="18930"/>
                </a:lnTo>
                <a:lnTo>
                  <a:pt x="12083" y="18733"/>
                </a:lnTo>
                <a:lnTo>
                  <a:pt x="12052" y="18539"/>
                </a:lnTo>
                <a:lnTo>
                  <a:pt x="12014" y="18348"/>
                </a:lnTo>
                <a:lnTo>
                  <a:pt x="11971" y="18159"/>
                </a:lnTo>
                <a:lnTo>
                  <a:pt x="11922" y="17973"/>
                </a:lnTo>
                <a:lnTo>
                  <a:pt x="11867" y="17790"/>
                </a:lnTo>
                <a:lnTo>
                  <a:pt x="11807" y="17609"/>
                </a:lnTo>
                <a:lnTo>
                  <a:pt x="11741" y="17432"/>
                </a:lnTo>
                <a:lnTo>
                  <a:pt x="11669" y="17256"/>
                </a:lnTo>
                <a:lnTo>
                  <a:pt x="11591" y="17084"/>
                </a:lnTo>
                <a:lnTo>
                  <a:pt x="11508" y="16914"/>
                </a:lnTo>
                <a:lnTo>
                  <a:pt x="11418" y="16747"/>
                </a:lnTo>
                <a:lnTo>
                  <a:pt x="11324" y="16583"/>
                </a:lnTo>
                <a:lnTo>
                  <a:pt x="11223" y="16421"/>
                </a:lnTo>
                <a:lnTo>
                  <a:pt x="11116" y="16262"/>
                </a:lnTo>
                <a:lnTo>
                  <a:pt x="11004" y="16106"/>
                </a:lnTo>
                <a:lnTo>
                  <a:pt x="10886" y="15952"/>
                </a:lnTo>
                <a:lnTo>
                  <a:pt x="10762" y="15801"/>
                </a:lnTo>
                <a:lnTo>
                  <a:pt x="10633" y="15653"/>
                </a:lnTo>
                <a:lnTo>
                  <a:pt x="10498" y="15507"/>
                </a:lnTo>
                <a:lnTo>
                  <a:pt x="10358" y="15366"/>
                </a:lnTo>
                <a:lnTo>
                  <a:pt x="10213" y="15231"/>
                </a:lnTo>
                <a:lnTo>
                  <a:pt x="10065" y="15101"/>
                </a:lnTo>
                <a:lnTo>
                  <a:pt x="9913" y="14978"/>
                </a:lnTo>
                <a:lnTo>
                  <a:pt x="9757" y="14861"/>
                </a:lnTo>
                <a:lnTo>
                  <a:pt x="9598" y="14750"/>
                </a:lnTo>
                <a:lnTo>
                  <a:pt x="9434" y="14644"/>
                </a:lnTo>
                <a:lnTo>
                  <a:pt x="9266" y="14545"/>
                </a:lnTo>
                <a:lnTo>
                  <a:pt x="9094" y="14452"/>
                </a:lnTo>
                <a:lnTo>
                  <a:pt x="8918" y="14365"/>
                </a:lnTo>
                <a:lnTo>
                  <a:pt x="8738" y="14284"/>
                </a:lnTo>
                <a:lnTo>
                  <a:pt x="8555" y="14209"/>
                </a:lnTo>
                <a:lnTo>
                  <a:pt x="8367" y="14140"/>
                </a:lnTo>
                <a:lnTo>
                  <a:pt x="8175" y="14076"/>
                </a:lnTo>
                <a:lnTo>
                  <a:pt x="7980" y="14019"/>
                </a:lnTo>
                <a:lnTo>
                  <a:pt x="7780" y="13968"/>
                </a:lnTo>
                <a:lnTo>
                  <a:pt x="7577" y="13923"/>
                </a:lnTo>
                <a:lnTo>
                  <a:pt x="7369" y="13884"/>
                </a:lnTo>
                <a:lnTo>
                  <a:pt x="7158" y="13851"/>
                </a:lnTo>
                <a:lnTo>
                  <a:pt x="6942" y="13824"/>
                </a:lnTo>
                <a:lnTo>
                  <a:pt x="6723" y="13803"/>
                </a:lnTo>
                <a:lnTo>
                  <a:pt x="6499" y="13788"/>
                </a:lnTo>
                <a:lnTo>
                  <a:pt x="6272" y="13779"/>
                </a:lnTo>
                <a:lnTo>
                  <a:pt x="6041" y="13776"/>
                </a:lnTo>
                <a:lnTo>
                  <a:pt x="5804" y="13779"/>
                </a:lnTo>
                <a:lnTo>
                  <a:pt x="5571" y="13788"/>
                </a:lnTo>
                <a:lnTo>
                  <a:pt x="5343" y="13803"/>
                </a:lnTo>
                <a:lnTo>
                  <a:pt x="5119" y="13824"/>
                </a:lnTo>
                <a:lnTo>
                  <a:pt x="4900" y="13851"/>
                </a:lnTo>
                <a:lnTo>
                  <a:pt x="4685" y="13884"/>
                </a:lnTo>
                <a:lnTo>
                  <a:pt x="4474" y="13923"/>
                </a:lnTo>
                <a:lnTo>
                  <a:pt x="4269" y="13968"/>
                </a:lnTo>
                <a:lnTo>
                  <a:pt x="4067" y="14019"/>
                </a:lnTo>
                <a:lnTo>
                  <a:pt x="3870" y="14076"/>
                </a:lnTo>
                <a:lnTo>
                  <a:pt x="3678" y="14140"/>
                </a:lnTo>
                <a:lnTo>
                  <a:pt x="3490" y="14209"/>
                </a:lnTo>
                <a:lnTo>
                  <a:pt x="3307" y="14284"/>
                </a:lnTo>
                <a:lnTo>
                  <a:pt x="3128" y="14365"/>
                </a:lnTo>
                <a:lnTo>
                  <a:pt x="2953" y="14452"/>
                </a:lnTo>
                <a:lnTo>
                  <a:pt x="2783" y="14545"/>
                </a:lnTo>
                <a:lnTo>
                  <a:pt x="2617" y="14644"/>
                </a:lnTo>
                <a:lnTo>
                  <a:pt x="2456" y="14750"/>
                </a:lnTo>
                <a:lnTo>
                  <a:pt x="2300" y="14861"/>
                </a:lnTo>
                <a:lnTo>
                  <a:pt x="2148" y="14978"/>
                </a:lnTo>
                <a:lnTo>
                  <a:pt x="2000" y="15101"/>
                </a:lnTo>
                <a:lnTo>
                  <a:pt x="1857" y="15231"/>
                </a:lnTo>
                <a:lnTo>
                  <a:pt x="1718" y="15366"/>
                </a:lnTo>
                <a:lnTo>
                  <a:pt x="1584" y="15507"/>
                </a:lnTo>
                <a:lnTo>
                  <a:pt x="1455" y="15653"/>
                </a:lnTo>
                <a:lnTo>
                  <a:pt x="1331" y="15801"/>
                </a:lnTo>
                <a:lnTo>
                  <a:pt x="1213" y="15952"/>
                </a:lnTo>
                <a:lnTo>
                  <a:pt x="1100" y="16106"/>
                </a:lnTo>
                <a:lnTo>
                  <a:pt x="993" y="16262"/>
                </a:lnTo>
                <a:lnTo>
                  <a:pt x="891" y="16421"/>
                </a:lnTo>
                <a:lnTo>
                  <a:pt x="795" y="16583"/>
                </a:lnTo>
                <a:lnTo>
                  <a:pt x="704" y="16747"/>
                </a:lnTo>
                <a:lnTo>
                  <a:pt x="619" y="16914"/>
                </a:lnTo>
                <a:lnTo>
                  <a:pt x="539" y="17084"/>
                </a:lnTo>
                <a:lnTo>
                  <a:pt x="465" y="17256"/>
                </a:lnTo>
                <a:lnTo>
                  <a:pt x="396" y="17432"/>
                </a:lnTo>
                <a:lnTo>
                  <a:pt x="333" y="17609"/>
                </a:lnTo>
                <a:lnTo>
                  <a:pt x="275" y="17790"/>
                </a:lnTo>
                <a:lnTo>
                  <a:pt x="223" y="17973"/>
                </a:lnTo>
                <a:lnTo>
                  <a:pt x="176" y="18159"/>
                </a:lnTo>
                <a:lnTo>
                  <a:pt x="135" y="18348"/>
                </a:lnTo>
                <a:lnTo>
                  <a:pt x="99" y="18539"/>
                </a:lnTo>
                <a:lnTo>
                  <a:pt x="69" y="18733"/>
                </a:lnTo>
                <a:lnTo>
                  <a:pt x="44" y="18930"/>
                </a:lnTo>
                <a:lnTo>
                  <a:pt x="25" y="19129"/>
                </a:lnTo>
                <a:lnTo>
                  <a:pt x="11" y="19331"/>
                </a:lnTo>
                <a:lnTo>
                  <a:pt x="3" y="19536"/>
                </a:lnTo>
                <a:lnTo>
                  <a:pt x="0" y="19743"/>
                </a:lnTo>
                <a:lnTo>
                  <a:pt x="3" y="19944"/>
                </a:lnTo>
                <a:lnTo>
                  <a:pt x="11" y="20143"/>
                </a:lnTo>
                <a:lnTo>
                  <a:pt x="25" y="20340"/>
                </a:lnTo>
                <a:lnTo>
                  <a:pt x="44" y="20534"/>
                </a:lnTo>
                <a:lnTo>
                  <a:pt x="69" y="20725"/>
                </a:lnTo>
                <a:close/>
                <a:moveTo>
                  <a:pt x="196323" y="122583"/>
                </a:moveTo>
                <a:lnTo>
                  <a:pt x="205163" y="122583"/>
                </a:lnTo>
                <a:lnTo>
                  <a:pt x="205163" y="9429"/>
                </a:lnTo>
                <a:lnTo>
                  <a:pt x="196323" y="9429"/>
                </a:lnTo>
                <a:lnTo>
                  <a:pt x="196323" y="122583"/>
                </a:lnTo>
                <a:close/>
                <a:moveTo>
                  <a:pt x="364091" y="53674"/>
                </a:moveTo>
                <a:lnTo>
                  <a:pt x="363812" y="53270"/>
                </a:lnTo>
                <a:lnTo>
                  <a:pt x="363528" y="52872"/>
                </a:lnTo>
                <a:lnTo>
                  <a:pt x="363239" y="52479"/>
                </a:lnTo>
                <a:lnTo>
                  <a:pt x="362945" y="52092"/>
                </a:lnTo>
                <a:lnTo>
                  <a:pt x="362645" y="51711"/>
                </a:lnTo>
                <a:lnTo>
                  <a:pt x="362341" y="51335"/>
                </a:lnTo>
                <a:lnTo>
                  <a:pt x="362032" y="50965"/>
                </a:lnTo>
                <a:lnTo>
                  <a:pt x="361717" y="50600"/>
                </a:lnTo>
                <a:lnTo>
                  <a:pt x="361397" y="50241"/>
                </a:lnTo>
                <a:lnTo>
                  <a:pt x="361072" y="49889"/>
                </a:lnTo>
                <a:lnTo>
                  <a:pt x="360742" y="49543"/>
                </a:lnTo>
                <a:lnTo>
                  <a:pt x="360407" y="49204"/>
                </a:lnTo>
                <a:lnTo>
                  <a:pt x="360066" y="48872"/>
                </a:lnTo>
                <a:lnTo>
                  <a:pt x="359720" y="48547"/>
                </a:lnTo>
                <a:lnTo>
                  <a:pt x="359369" y="48229"/>
                </a:lnTo>
                <a:lnTo>
                  <a:pt x="359013" y="47918"/>
                </a:lnTo>
                <a:lnTo>
                  <a:pt x="358651" y="47614"/>
                </a:lnTo>
                <a:lnTo>
                  <a:pt x="358284" y="47317"/>
                </a:lnTo>
                <a:lnTo>
                  <a:pt x="357912" y="47026"/>
                </a:lnTo>
                <a:lnTo>
                  <a:pt x="357535" y="46743"/>
                </a:lnTo>
                <a:lnTo>
                  <a:pt x="357152" y="46466"/>
                </a:lnTo>
                <a:lnTo>
                  <a:pt x="356764" y="46196"/>
                </a:lnTo>
                <a:lnTo>
                  <a:pt x="356371" y="45933"/>
                </a:lnTo>
                <a:lnTo>
                  <a:pt x="355973" y="45677"/>
                </a:lnTo>
                <a:lnTo>
                  <a:pt x="355569" y="45428"/>
                </a:lnTo>
                <a:lnTo>
                  <a:pt x="355160" y="45186"/>
                </a:lnTo>
                <a:lnTo>
                  <a:pt x="354746" y="44951"/>
                </a:lnTo>
                <a:lnTo>
                  <a:pt x="354327" y="44723"/>
                </a:lnTo>
                <a:lnTo>
                  <a:pt x="353903" y="44501"/>
                </a:lnTo>
                <a:lnTo>
                  <a:pt x="353473" y="44287"/>
                </a:lnTo>
                <a:lnTo>
                  <a:pt x="353038" y="44079"/>
                </a:lnTo>
                <a:lnTo>
                  <a:pt x="352597" y="43879"/>
                </a:lnTo>
                <a:lnTo>
                  <a:pt x="352152" y="43685"/>
                </a:lnTo>
                <a:lnTo>
                  <a:pt x="351701" y="43499"/>
                </a:lnTo>
                <a:lnTo>
                  <a:pt x="351244" y="43320"/>
                </a:lnTo>
                <a:lnTo>
                  <a:pt x="350782" y="43150"/>
                </a:lnTo>
                <a:lnTo>
                  <a:pt x="350314" y="42987"/>
                </a:lnTo>
                <a:lnTo>
                  <a:pt x="349841" y="42833"/>
                </a:lnTo>
                <a:lnTo>
                  <a:pt x="349362" y="42686"/>
                </a:lnTo>
                <a:lnTo>
                  <a:pt x="348877" y="42547"/>
                </a:lnTo>
                <a:lnTo>
                  <a:pt x="348387" y="42416"/>
                </a:lnTo>
                <a:lnTo>
                  <a:pt x="347891" y="42293"/>
                </a:lnTo>
                <a:lnTo>
                  <a:pt x="347389" y="42178"/>
                </a:lnTo>
                <a:lnTo>
                  <a:pt x="346882" y="42071"/>
                </a:lnTo>
                <a:lnTo>
                  <a:pt x="346369" y="41972"/>
                </a:lnTo>
                <a:lnTo>
                  <a:pt x="345850" y="41881"/>
                </a:lnTo>
                <a:lnTo>
                  <a:pt x="345326" y="41798"/>
                </a:lnTo>
                <a:lnTo>
                  <a:pt x="344797" y="41722"/>
                </a:lnTo>
                <a:lnTo>
                  <a:pt x="344261" y="41655"/>
                </a:lnTo>
                <a:lnTo>
                  <a:pt x="343720" y="41595"/>
                </a:lnTo>
                <a:lnTo>
                  <a:pt x="343174" y="41544"/>
                </a:lnTo>
                <a:lnTo>
                  <a:pt x="342621" y="41500"/>
                </a:lnTo>
                <a:lnTo>
                  <a:pt x="342063" y="41465"/>
                </a:lnTo>
                <a:lnTo>
                  <a:pt x="341500" y="41437"/>
                </a:lnTo>
                <a:lnTo>
                  <a:pt x="340931" y="41417"/>
                </a:lnTo>
                <a:lnTo>
                  <a:pt x="340356" y="41405"/>
                </a:lnTo>
                <a:lnTo>
                  <a:pt x="339776" y="41401"/>
                </a:lnTo>
                <a:lnTo>
                  <a:pt x="339183" y="41406"/>
                </a:lnTo>
                <a:lnTo>
                  <a:pt x="338595" y="41421"/>
                </a:lnTo>
                <a:lnTo>
                  <a:pt x="338012" y="41446"/>
                </a:lnTo>
                <a:lnTo>
                  <a:pt x="337435" y="41480"/>
                </a:lnTo>
                <a:lnTo>
                  <a:pt x="336862" y="41524"/>
                </a:lnTo>
                <a:lnTo>
                  <a:pt x="336295" y="41578"/>
                </a:lnTo>
                <a:lnTo>
                  <a:pt x="335733" y="41642"/>
                </a:lnTo>
                <a:lnTo>
                  <a:pt x="335176" y="41716"/>
                </a:lnTo>
                <a:lnTo>
                  <a:pt x="334624" y="41800"/>
                </a:lnTo>
                <a:lnTo>
                  <a:pt x="334077" y="41894"/>
                </a:lnTo>
                <a:lnTo>
                  <a:pt x="333535" y="41997"/>
                </a:lnTo>
                <a:lnTo>
                  <a:pt x="332998" y="42110"/>
                </a:lnTo>
                <a:lnTo>
                  <a:pt x="332467" y="42233"/>
                </a:lnTo>
                <a:lnTo>
                  <a:pt x="331940" y="42366"/>
                </a:lnTo>
                <a:lnTo>
                  <a:pt x="331419" y="42509"/>
                </a:lnTo>
                <a:lnTo>
                  <a:pt x="330903" y="42662"/>
                </a:lnTo>
                <a:lnTo>
                  <a:pt x="330392" y="42824"/>
                </a:lnTo>
                <a:lnTo>
                  <a:pt x="329886" y="42997"/>
                </a:lnTo>
                <a:lnTo>
                  <a:pt x="329385" y="43179"/>
                </a:lnTo>
                <a:lnTo>
                  <a:pt x="328889" y="43371"/>
                </a:lnTo>
                <a:lnTo>
                  <a:pt x="328399" y="43573"/>
                </a:lnTo>
                <a:lnTo>
                  <a:pt x="327913" y="43784"/>
                </a:lnTo>
                <a:lnTo>
                  <a:pt x="327433" y="44006"/>
                </a:lnTo>
                <a:lnTo>
                  <a:pt x="326958" y="44237"/>
                </a:lnTo>
                <a:lnTo>
                  <a:pt x="326488" y="44478"/>
                </a:lnTo>
                <a:lnTo>
                  <a:pt x="326024" y="44728"/>
                </a:lnTo>
                <a:lnTo>
                  <a:pt x="325565" y="44986"/>
                </a:lnTo>
                <a:lnTo>
                  <a:pt x="325113" y="45252"/>
                </a:lnTo>
                <a:lnTo>
                  <a:pt x="324666" y="45528"/>
                </a:lnTo>
                <a:lnTo>
                  <a:pt x="324225" y="45812"/>
                </a:lnTo>
                <a:lnTo>
                  <a:pt x="323790" y="46105"/>
                </a:lnTo>
                <a:lnTo>
                  <a:pt x="323360" y="46407"/>
                </a:lnTo>
                <a:lnTo>
                  <a:pt x="322936" y="46717"/>
                </a:lnTo>
                <a:lnTo>
                  <a:pt x="322518" y="47036"/>
                </a:lnTo>
                <a:lnTo>
                  <a:pt x="322106" y="47363"/>
                </a:lnTo>
                <a:lnTo>
                  <a:pt x="321700" y="47700"/>
                </a:lnTo>
                <a:lnTo>
                  <a:pt x="321299" y="48045"/>
                </a:lnTo>
                <a:lnTo>
                  <a:pt x="320904" y="48399"/>
                </a:lnTo>
                <a:lnTo>
                  <a:pt x="320514" y="48761"/>
                </a:lnTo>
                <a:lnTo>
                  <a:pt x="320131" y="49132"/>
                </a:lnTo>
                <a:lnTo>
                  <a:pt x="319753" y="49512"/>
                </a:lnTo>
                <a:lnTo>
                  <a:pt x="319381" y="49901"/>
                </a:lnTo>
                <a:lnTo>
                  <a:pt x="319015" y="50298"/>
                </a:lnTo>
                <a:lnTo>
                  <a:pt x="318655" y="50704"/>
                </a:lnTo>
                <a:lnTo>
                  <a:pt x="318300" y="51118"/>
                </a:lnTo>
                <a:lnTo>
                  <a:pt x="317951" y="51542"/>
                </a:lnTo>
                <a:lnTo>
                  <a:pt x="317608" y="51974"/>
                </a:lnTo>
                <a:lnTo>
                  <a:pt x="317270" y="52415"/>
                </a:lnTo>
                <a:lnTo>
                  <a:pt x="316939" y="52863"/>
                </a:lnTo>
                <a:lnTo>
                  <a:pt x="316614" y="53320"/>
                </a:lnTo>
                <a:lnTo>
                  <a:pt x="316296" y="53783"/>
                </a:lnTo>
                <a:lnTo>
                  <a:pt x="315984" y="54254"/>
                </a:lnTo>
                <a:lnTo>
                  <a:pt x="315679" y="54733"/>
                </a:lnTo>
                <a:lnTo>
                  <a:pt x="315380" y="55219"/>
                </a:lnTo>
                <a:lnTo>
                  <a:pt x="315088" y="55712"/>
                </a:lnTo>
                <a:lnTo>
                  <a:pt x="314802" y="56213"/>
                </a:lnTo>
                <a:lnTo>
                  <a:pt x="314523" y="56721"/>
                </a:lnTo>
                <a:lnTo>
                  <a:pt x="314251" y="57236"/>
                </a:lnTo>
                <a:lnTo>
                  <a:pt x="313985" y="57759"/>
                </a:lnTo>
                <a:lnTo>
                  <a:pt x="313725" y="58290"/>
                </a:lnTo>
                <a:lnTo>
                  <a:pt x="313472" y="58827"/>
                </a:lnTo>
                <a:lnTo>
                  <a:pt x="313225" y="59373"/>
                </a:lnTo>
                <a:lnTo>
                  <a:pt x="312985" y="59925"/>
                </a:lnTo>
                <a:lnTo>
                  <a:pt x="312752" y="60485"/>
                </a:lnTo>
                <a:lnTo>
                  <a:pt x="312525" y="61053"/>
                </a:lnTo>
                <a:lnTo>
                  <a:pt x="312305" y="61628"/>
                </a:lnTo>
                <a:lnTo>
                  <a:pt x="312091" y="62210"/>
                </a:lnTo>
                <a:lnTo>
                  <a:pt x="311883" y="62800"/>
                </a:lnTo>
                <a:lnTo>
                  <a:pt x="311682" y="63397"/>
                </a:lnTo>
                <a:lnTo>
                  <a:pt x="311488" y="64001"/>
                </a:lnTo>
                <a:lnTo>
                  <a:pt x="311300" y="64613"/>
                </a:lnTo>
                <a:lnTo>
                  <a:pt x="311119" y="65233"/>
                </a:lnTo>
                <a:lnTo>
                  <a:pt x="310945" y="65859"/>
                </a:lnTo>
                <a:lnTo>
                  <a:pt x="310778" y="66491"/>
                </a:lnTo>
                <a:lnTo>
                  <a:pt x="310618" y="67130"/>
                </a:lnTo>
                <a:lnTo>
                  <a:pt x="310466" y="67775"/>
                </a:lnTo>
                <a:lnTo>
                  <a:pt x="310322" y="68427"/>
                </a:lnTo>
                <a:lnTo>
                  <a:pt x="310184" y="69084"/>
                </a:lnTo>
                <a:lnTo>
                  <a:pt x="310055" y="69748"/>
                </a:lnTo>
                <a:lnTo>
                  <a:pt x="309932" y="70418"/>
                </a:lnTo>
                <a:lnTo>
                  <a:pt x="309817" y="71094"/>
                </a:lnTo>
                <a:lnTo>
                  <a:pt x="309710" y="71777"/>
                </a:lnTo>
                <a:lnTo>
                  <a:pt x="309609" y="72466"/>
                </a:lnTo>
                <a:lnTo>
                  <a:pt x="309517" y="73161"/>
                </a:lnTo>
                <a:lnTo>
                  <a:pt x="309431" y="73863"/>
                </a:lnTo>
                <a:lnTo>
                  <a:pt x="309354" y="74570"/>
                </a:lnTo>
                <a:lnTo>
                  <a:pt x="309283" y="75284"/>
                </a:lnTo>
                <a:lnTo>
                  <a:pt x="309220" y="76005"/>
                </a:lnTo>
                <a:lnTo>
                  <a:pt x="309164" y="76731"/>
                </a:lnTo>
                <a:lnTo>
                  <a:pt x="309116" y="77464"/>
                </a:lnTo>
                <a:lnTo>
                  <a:pt x="309075" y="78203"/>
                </a:lnTo>
                <a:lnTo>
                  <a:pt x="309042" y="78948"/>
                </a:lnTo>
                <a:lnTo>
                  <a:pt x="309016" y="79700"/>
                </a:lnTo>
                <a:lnTo>
                  <a:pt x="308997" y="80458"/>
                </a:lnTo>
                <a:lnTo>
                  <a:pt x="308986" y="81222"/>
                </a:lnTo>
                <a:lnTo>
                  <a:pt x="308983" y="81992"/>
                </a:lnTo>
                <a:lnTo>
                  <a:pt x="308983" y="83539"/>
                </a:lnTo>
                <a:lnTo>
                  <a:pt x="308986" y="84279"/>
                </a:lnTo>
                <a:lnTo>
                  <a:pt x="308997" y="85014"/>
                </a:lnTo>
                <a:lnTo>
                  <a:pt x="309016" y="85744"/>
                </a:lnTo>
                <a:lnTo>
                  <a:pt x="309042" y="86468"/>
                </a:lnTo>
                <a:lnTo>
                  <a:pt x="309075" y="87188"/>
                </a:lnTo>
                <a:lnTo>
                  <a:pt x="309116" y="87902"/>
                </a:lnTo>
                <a:lnTo>
                  <a:pt x="309164" y="88610"/>
                </a:lnTo>
                <a:lnTo>
                  <a:pt x="309220" y="89314"/>
                </a:lnTo>
                <a:lnTo>
                  <a:pt x="309283" y="90012"/>
                </a:lnTo>
                <a:lnTo>
                  <a:pt x="309354" y="90705"/>
                </a:lnTo>
                <a:lnTo>
                  <a:pt x="309431" y="91393"/>
                </a:lnTo>
                <a:lnTo>
                  <a:pt x="309517" y="92075"/>
                </a:lnTo>
                <a:lnTo>
                  <a:pt x="309609" y="92753"/>
                </a:lnTo>
                <a:lnTo>
                  <a:pt x="309710" y="93425"/>
                </a:lnTo>
                <a:lnTo>
                  <a:pt x="309817" y="94091"/>
                </a:lnTo>
                <a:lnTo>
                  <a:pt x="309932" y="94753"/>
                </a:lnTo>
                <a:lnTo>
                  <a:pt x="310055" y="95409"/>
                </a:lnTo>
                <a:lnTo>
                  <a:pt x="310184" y="96060"/>
                </a:lnTo>
                <a:lnTo>
                  <a:pt x="310322" y="96706"/>
                </a:lnTo>
                <a:lnTo>
                  <a:pt x="310466" y="97347"/>
                </a:lnTo>
                <a:lnTo>
                  <a:pt x="310618" y="97982"/>
                </a:lnTo>
                <a:lnTo>
                  <a:pt x="310778" y="98612"/>
                </a:lnTo>
                <a:lnTo>
                  <a:pt x="310945" y="99237"/>
                </a:lnTo>
                <a:lnTo>
                  <a:pt x="311119" y="99857"/>
                </a:lnTo>
                <a:lnTo>
                  <a:pt x="311300" y="100470"/>
                </a:lnTo>
                <a:lnTo>
                  <a:pt x="311488" y="101077"/>
                </a:lnTo>
                <a:lnTo>
                  <a:pt x="311682" y="101676"/>
                </a:lnTo>
                <a:lnTo>
                  <a:pt x="311882" y="102269"/>
                </a:lnTo>
                <a:lnTo>
                  <a:pt x="312089" y="102855"/>
                </a:lnTo>
                <a:lnTo>
                  <a:pt x="312302" y="103434"/>
                </a:lnTo>
                <a:lnTo>
                  <a:pt x="312522" y="104006"/>
                </a:lnTo>
                <a:lnTo>
                  <a:pt x="312748" y="104571"/>
                </a:lnTo>
                <a:lnTo>
                  <a:pt x="312980" y="105130"/>
                </a:lnTo>
                <a:lnTo>
                  <a:pt x="313219" y="105681"/>
                </a:lnTo>
                <a:lnTo>
                  <a:pt x="313464" y="106225"/>
                </a:lnTo>
                <a:lnTo>
                  <a:pt x="313716" y="106763"/>
                </a:lnTo>
                <a:lnTo>
                  <a:pt x="313974" y="107293"/>
                </a:lnTo>
                <a:lnTo>
                  <a:pt x="314238" y="107817"/>
                </a:lnTo>
                <a:lnTo>
                  <a:pt x="314509" y="108334"/>
                </a:lnTo>
                <a:lnTo>
                  <a:pt x="314786" y="108844"/>
                </a:lnTo>
                <a:lnTo>
                  <a:pt x="315070" y="109347"/>
                </a:lnTo>
                <a:lnTo>
                  <a:pt x="315359" y="109843"/>
                </a:lnTo>
                <a:lnTo>
                  <a:pt x="315656" y="110332"/>
                </a:lnTo>
                <a:lnTo>
                  <a:pt x="315959" y="110815"/>
                </a:lnTo>
                <a:lnTo>
                  <a:pt x="316268" y="111290"/>
                </a:lnTo>
                <a:lnTo>
                  <a:pt x="316583" y="111758"/>
                </a:lnTo>
                <a:lnTo>
                  <a:pt x="316905" y="112220"/>
                </a:lnTo>
                <a:lnTo>
                  <a:pt x="317233" y="112675"/>
                </a:lnTo>
                <a:lnTo>
                  <a:pt x="317568" y="113122"/>
                </a:lnTo>
                <a:lnTo>
                  <a:pt x="317908" y="113560"/>
                </a:lnTo>
                <a:lnTo>
                  <a:pt x="318254" y="113990"/>
                </a:lnTo>
                <a:lnTo>
                  <a:pt x="318606" y="114412"/>
                </a:lnTo>
                <a:lnTo>
                  <a:pt x="318964" y="114825"/>
                </a:lnTo>
                <a:lnTo>
                  <a:pt x="319328" y="115230"/>
                </a:lnTo>
                <a:lnTo>
                  <a:pt x="319698" y="115626"/>
                </a:lnTo>
                <a:lnTo>
                  <a:pt x="320074" y="116014"/>
                </a:lnTo>
                <a:lnTo>
                  <a:pt x="320455" y="116394"/>
                </a:lnTo>
                <a:lnTo>
                  <a:pt x="320843" y="116765"/>
                </a:lnTo>
                <a:lnTo>
                  <a:pt x="321236" y="117127"/>
                </a:lnTo>
                <a:lnTo>
                  <a:pt x="321635" y="117482"/>
                </a:lnTo>
                <a:lnTo>
                  <a:pt x="322040" y="117827"/>
                </a:lnTo>
                <a:lnTo>
                  <a:pt x="322451" y="118164"/>
                </a:lnTo>
                <a:lnTo>
                  <a:pt x="322868" y="118493"/>
                </a:lnTo>
                <a:lnTo>
                  <a:pt x="323291" y="118814"/>
                </a:lnTo>
                <a:lnTo>
                  <a:pt x="323719" y="119126"/>
                </a:lnTo>
                <a:lnTo>
                  <a:pt x="324154" y="119429"/>
                </a:lnTo>
                <a:lnTo>
                  <a:pt x="324594" y="119724"/>
                </a:lnTo>
                <a:lnTo>
                  <a:pt x="325040" y="120011"/>
                </a:lnTo>
                <a:lnTo>
                  <a:pt x="325492" y="120289"/>
                </a:lnTo>
                <a:lnTo>
                  <a:pt x="325950" y="120559"/>
                </a:lnTo>
                <a:lnTo>
                  <a:pt x="326414" y="120820"/>
                </a:lnTo>
                <a:lnTo>
                  <a:pt x="326884" y="121073"/>
                </a:lnTo>
                <a:lnTo>
                  <a:pt x="327359" y="121316"/>
                </a:lnTo>
                <a:lnTo>
                  <a:pt x="327839" y="121549"/>
                </a:lnTo>
                <a:lnTo>
                  <a:pt x="328324" y="121772"/>
                </a:lnTo>
                <a:lnTo>
                  <a:pt x="328814" y="121984"/>
                </a:lnTo>
                <a:lnTo>
                  <a:pt x="329308" y="122186"/>
                </a:lnTo>
                <a:lnTo>
                  <a:pt x="329808" y="122378"/>
                </a:lnTo>
                <a:lnTo>
                  <a:pt x="330312" y="122559"/>
                </a:lnTo>
                <a:lnTo>
                  <a:pt x="330821" y="122730"/>
                </a:lnTo>
                <a:lnTo>
                  <a:pt x="331335" y="122891"/>
                </a:lnTo>
                <a:lnTo>
                  <a:pt x="331854" y="123041"/>
                </a:lnTo>
                <a:lnTo>
                  <a:pt x="332378" y="123181"/>
                </a:lnTo>
                <a:lnTo>
                  <a:pt x="332906" y="123310"/>
                </a:lnTo>
                <a:lnTo>
                  <a:pt x="333440" y="123430"/>
                </a:lnTo>
                <a:lnTo>
                  <a:pt x="333978" y="123538"/>
                </a:lnTo>
                <a:lnTo>
                  <a:pt x="334521" y="123637"/>
                </a:lnTo>
                <a:lnTo>
                  <a:pt x="335069" y="123725"/>
                </a:lnTo>
                <a:lnTo>
                  <a:pt x="335622" y="123803"/>
                </a:lnTo>
                <a:lnTo>
                  <a:pt x="336180" y="123870"/>
                </a:lnTo>
                <a:lnTo>
                  <a:pt x="336742" y="123927"/>
                </a:lnTo>
                <a:lnTo>
                  <a:pt x="337310" y="123973"/>
                </a:lnTo>
                <a:lnTo>
                  <a:pt x="337882" y="124010"/>
                </a:lnTo>
                <a:lnTo>
                  <a:pt x="338459" y="124036"/>
                </a:lnTo>
                <a:lnTo>
                  <a:pt x="339041" y="124051"/>
                </a:lnTo>
                <a:lnTo>
                  <a:pt x="339628" y="124056"/>
                </a:lnTo>
                <a:lnTo>
                  <a:pt x="340221" y="124052"/>
                </a:lnTo>
                <a:lnTo>
                  <a:pt x="340808" y="124040"/>
                </a:lnTo>
                <a:lnTo>
                  <a:pt x="341389" y="124021"/>
                </a:lnTo>
                <a:lnTo>
                  <a:pt x="341964" y="123993"/>
                </a:lnTo>
                <a:lnTo>
                  <a:pt x="342534" y="123957"/>
                </a:lnTo>
                <a:lnTo>
                  <a:pt x="343098" y="123914"/>
                </a:lnTo>
                <a:lnTo>
                  <a:pt x="343656" y="123862"/>
                </a:lnTo>
                <a:lnTo>
                  <a:pt x="344208" y="123803"/>
                </a:lnTo>
                <a:lnTo>
                  <a:pt x="344755" y="123735"/>
                </a:lnTo>
                <a:lnTo>
                  <a:pt x="345295" y="123660"/>
                </a:lnTo>
                <a:lnTo>
                  <a:pt x="345830" y="123577"/>
                </a:lnTo>
                <a:lnTo>
                  <a:pt x="346360" y="123485"/>
                </a:lnTo>
                <a:lnTo>
                  <a:pt x="346883" y="123386"/>
                </a:lnTo>
                <a:lnTo>
                  <a:pt x="347401" y="123279"/>
                </a:lnTo>
                <a:lnTo>
                  <a:pt x="347913" y="123164"/>
                </a:lnTo>
                <a:lnTo>
                  <a:pt x="348419" y="123041"/>
                </a:lnTo>
                <a:lnTo>
                  <a:pt x="348920" y="122911"/>
                </a:lnTo>
                <a:lnTo>
                  <a:pt x="349415" y="122772"/>
                </a:lnTo>
                <a:lnTo>
                  <a:pt x="349904" y="122625"/>
                </a:lnTo>
                <a:lnTo>
                  <a:pt x="350387" y="122470"/>
                </a:lnTo>
                <a:lnTo>
                  <a:pt x="350864" y="122308"/>
                </a:lnTo>
                <a:lnTo>
                  <a:pt x="351336" y="122137"/>
                </a:lnTo>
                <a:lnTo>
                  <a:pt x="351802" y="121959"/>
                </a:lnTo>
                <a:lnTo>
                  <a:pt x="352262" y="121773"/>
                </a:lnTo>
                <a:lnTo>
                  <a:pt x="352717" y="121579"/>
                </a:lnTo>
                <a:lnTo>
                  <a:pt x="353166" y="121379"/>
                </a:lnTo>
                <a:lnTo>
                  <a:pt x="353610" y="121173"/>
                </a:lnTo>
                <a:lnTo>
                  <a:pt x="354048" y="120960"/>
                </a:lnTo>
                <a:lnTo>
                  <a:pt x="354480" y="120741"/>
                </a:lnTo>
                <a:lnTo>
                  <a:pt x="354908" y="120516"/>
                </a:lnTo>
                <a:lnTo>
                  <a:pt x="355329" y="120284"/>
                </a:lnTo>
                <a:lnTo>
                  <a:pt x="355745" y="120046"/>
                </a:lnTo>
                <a:lnTo>
                  <a:pt x="356156" y="119801"/>
                </a:lnTo>
                <a:lnTo>
                  <a:pt x="356561" y="119550"/>
                </a:lnTo>
                <a:lnTo>
                  <a:pt x="356961" y="119292"/>
                </a:lnTo>
                <a:lnTo>
                  <a:pt x="357355" y="119029"/>
                </a:lnTo>
                <a:lnTo>
                  <a:pt x="357743" y="118758"/>
                </a:lnTo>
                <a:lnTo>
                  <a:pt x="358126" y="118482"/>
                </a:lnTo>
                <a:lnTo>
                  <a:pt x="358504" y="118199"/>
                </a:lnTo>
                <a:lnTo>
                  <a:pt x="358876" y="117909"/>
                </a:lnTo>
                <a:lnTo>
                  <a:pt x="359243" y="117613"/>
                </a:lnTo>
                <a:lnTo>
                  <a:pt x="359604" y="117311"/>
                </a:lnTo>
                <a:lnTo>
                  <a:pt x="359959" y="117003"/>
                </a:lnTo>
                <a:lnTo>
                  <a:pt x="360310" y="116688"/>
                </a:lnTo>
                <a:lnTo>
                  <a:pt x="360654" y="116366"/>
                </a:lnTo>
                <a:lnTo>
                  <a:pt x="360993" y="116038"/>
                </a:lnTo>
                <a:lnTo>
                  <a:pt x="361327" y="115704"/>
                </a:lnTo>
                <a:lnTo>
                  <a:pt x="361655" y="115364"/>
                </a:lnTo>
                <a:lnTo>
                  <a:pt x="361978" y="115017"/>
                </a:lnTo>
                <a:lnTo>
                  <a:pt x="362295" y="114665"/>
                </a:lnTo>
                <a:lnTo>
                  <a:pt x="362607" y="114308"/>
                </a:lnTo>
                <a:lnTo>
                  <a:pt x="362913" y="113945"/>
                </a:lnTo>
                <a:lnTo>
                  <a:pt x="363215" y="113578"/>
                </a:lnTo>
                <a:lnTo>
                  <a:pt x="363511" y="113204"/>
                </a:lnTo>
                <a:lnTo>
                  <a:pt x="363801" y="112825"/>
                </a:lnTo>
                <a:lnTo>
                  <a:pt x="364086" y="112441"/>
                </a:lnTo>
                <a:lnTo>
                  <a:pt x="364366" y="112052"/>
                </a:lnTo>
                <a:lnTo>
                  <a:pt x="364488" y="111875"/>
                </a:lnTo>
                <a:lnTo>
                  <a:pt x="364896" y="122583"/>
                </a:lnTo>
                <a:lnTo>
                  <a:pt x="373147" y="122583"/>
                </a:lnTo>
                <a:lnTo>
                  <a:pt x="373147" y="9429"/>
                </a:lnTo>
                <a:lnTo>
                  <a:pt x="364307" y="9429"/>
                </a:lnTo>
                <a:lnTo>
                  <a:pt x="364307" y="53998"/>
                </a:lnTo>
                <a:lnTo>
                  <a:pt x="364091" y="53674"/>
                </a:lnTo>
                <a:close/>
                <a:moveTo>
                  <a:pt x="363229" y="103969"/>
                </a:moveTo>
                <a:lnTo>
                  <a:pt x="362991" y="104382"/>
                </a:lnTo>
                <a:lnTo>
                  <a:pt x="362748" y="104792"/>
                </a:lnTo>
                <a:lnTo>
                  <a:pt x="362499" y="105199"/>
                </a:lnTo>
                <a:lnTo>
                  <a:pt x="362244" y="105603"/>
                </a:lnTo>
                <a:lnTo>
                  <a:pt x="361983" y="106001"/>
                </a:lnTo>
                <a:lnTo>
                  <a:pt x="361714" y="106393"/>
                </a:lnTo>
                <a:lnTo>
                  <a:pt x="361439" y="106779"/>
                </a:lnTo>
                <a:lnTo>
                  <a:pt x="361156" y="107158"/>
                </a:lnTo>
                <a:lnTo>
                  <a:pt x="360866" y="107530"/>
                </a:lnTo>
                <a:lnTo>
                  <a:pt x="360568" y="107895"/>
                </a:lnTo>
                <a:lnTo>
                  <a:pt x="360264" y="108254"/>
                </a:lnTo>
                <a:lnTo>
                  <a:pt x="359952" y="108607"/>
                </a:lnTo>
                <a:lnTo>
                  <a:pt x="359634" y="108952"/>
                </a:lnTo>
                <a:lnTo>
                  <a:pt x="359308" y="109291"/>
                </a:lnTo>
                <a:lnTo>
                  <a:pt x="358975" y="109623"/>
                </a:lnTo>
                <a:lnTo>
                  <a:pt x="358635" y="109949"/>
                </a:lnTo>
                <a:lnTo>
                  <a:pt x="358287" y="110268"/>
                </a:lnTo>
                <a:lnTo>
                  <a:pt x="357933" y="110580"/>
                </a:lnTo>
                <a:lnTo>
                  <a:pt x="357571" y="110886"/>
                </a:lnTo>
                <a:lnTo>
                  <a:pt x="357202" y="111185"/>
                </a:lnTo>
                <a:lnTo>
                  <a:pt x="356826" y="111477"/>
                </a:lnTo>
                <a:lnTo>
                  <a:pt x="356443" y="111763"/>
                </a:lnTo>
                <a:lnTo>
                  <a:pt x="356053" y="112042"/>
                </a:lnTo>
                <a:lnTo>
                  <a:pt x="355655" y="112315"/>
                </a:lnTo>
                <a:lnTo>
                  <a:pt x="355251" y="112580"/>
                </a:lnTo>
                <a:lnTo>
                  <a:pt x="354839" y="112839"/>
                </a:lnTo>
                <a:lnTo>
                  <a:pt x="354420" y="113092"/>
                </a:lnTo>
                <a:lnTo>
                  <a:pt x="353994" y="113338"/>
                </a:lnTo>
                <a:lnTo>
                  <a:pt x="353560" y="113575"/>
                </a:lnTo>
                <a:lnTo>
                  <a:pt x="353117" y="113802"/>
                </a:lnTo>
                <a:lnTo>
                  <a:pt x="352666" y="114020"/>
                </a:lnTo>
                <a:lnTo>
                  <a:pt x="352207" y="114227"/>
                </a:lnTo>
                <a:lnTo>
                  <a:pt x="351739" y="114424"/>
                </a:lnTo>
                <a:lnTo>
                  <a:pt x="351263" y="114611"/>
                </a:lnTo>
                <a:lnTo>
                  <a:pt x="350779" y="114788"/>
                </a:lnTo>
                <a:lnTo>
                  <a:pt x="350286" y="114954"/>
                </a:lnTo>
                <a:lnTo>
                  <a:pt x="349784" y="115111"/>
                </a:lnTo>
                <a:lnTo>
                  <a:pt x="349274" y="115257"/>
                </a:lnTo>
                <a:lnTo>
                  <a:pt x="348756" y="115394"/>
                </a:lnTo>
                <a:lnTo>
                  <a:pt x="348229" y="115520"/>
                </a:lnTo>
                <a:lnTo>
                  <a:pt x="347694" y="115636"/>
                </a:lnTo>
                <a:lnTo>
                  <a:pt x="347150" y="115742"/>
                </a:lnTo>
                <a:lnTo>
                  <a:pt x="346598" y="115838"/>
                </a:lnTo>
                <a:lnTo>
                  <a:pt x="346037" y="115924"/>
                </a:lnTo>
                <a:lnTo>
                  <a:pt x="345468" y="116000"/>
                </a:lnTo>
                <a:lnTo>
                  <a:pt x="344891" y="116066"/>
                </a:lnTo>
                <a:lnTo>
                  <a:pt x="344305" y="116121"/>
                </a:lnTo>
                <a:lnTo>
                  <a:pt x="343711" y="116167"/>
                </a:lnTo>
                <a:lnTo>
                  <a:pt x="343108" y="116202"/>
                </a:lnTo>
                <a:lnTo>
                  <a:pt x="342497" y="116227"/>
                </a:lnTo>
                <a:lnTo>
                  <a:pt x="341877" y="116243"/>
                </a:lnTo>
                <a:lnTo>
                  <a:pt x="341249" y="116248"/>
                </a:lnTo>
                <a:lnTo>
                  <a:pt x="340754" y="116243"/>
                </a:lnTo>
                <a:lnTo>
                  <a:pt x="340265" y="116230"/>
                </a:lnTo>
                <a:lnTo>
                  <a:pt x="339781" y="116209"/>
                </a:lnTo>
                <a:lnTo>
                  <a:pt x="339303" y="116179"/>
                </a:lnTo>
                <a:lnTo>
                  <a:pt x="338830" y="116140"/>
                </a:lnTo>
                <a:lnTo>
                  <a:pt x="338362" y="116093"/>
                </a:lnTo>
                <a:lnTo>
                  <a:pt x="337900" y="116038"/>
                </a:lnTo>
                <a:lnTo>
                  <a:pt x="337443" y="115973"/>
                </a:lnTo>
                <a:lnTo>
                  <a:pt x="336991" y="115901"/>
                </a:lnTo>
                <a:lnTo>
                  <a:pt x="336545" y="115819"/>
                </a:lnTo>
                <a:lnTo>
                  <a:pt x="336104" y="115729"/>
                </a:lnTo>
                <a:lnTo>
                  <a:pt x="335669" y="115631"/>
                </a:lnTo>
                <a:lnTo>
                  <a:pt x="335239" y="115523"/>
                </a:lnTo>
                <a:lnTo>
                  <a:pt x="334814" y="115408"/>
                </a:lnTo>
                <a:lnTo>
                  <a:pt x="334395" y="115284"/>
                </a:lnTo>
                <a:lnTo>
                  <a:pt x="333981" y="115151"/>
                </a:lnTo>
                <a:lnTo>
                  <a:pt x="333572" y="115009"/>
                </a:lnTo>
                <a:lnTo>
                  <a:pt x="333169" y="114859"/>
                </a:lnTo>
                <a:lnTo>
                  <a:pt x="332771" y="114701"/>
                </a:lnTo>
                <a:lnTo>
                  <a:pt x="332378" y="114534"/>
                </a:lnTo>
                <a:lnTo>
                  <a:pt x="331991" y="114358"/>
                </a:lnTo>
                <a:lnTo>
                  <a:pt x="331609" y="114174"/>
                </a:lnTo>
                <a:lnTo>
                  <a:pt x="331233" y="113981"/>
                </a:lnTo>
                <a:lnTo>
                  <a:pt x="330862" y="113780"/>
                </a:lnTo>
                <a:lnTo>
                  <a:pt x="330496" y="113571"/>
                </a:lnTo>
                <a:lnTo>
                  <a:pt x="330136" y="113355"/>
                </a:lnTo>
                <a:lnTo>
                  <a:pt x="329781" y="113132"/>
                </a:lnTo>
                <a:lnTo>
                  <a:pt x="329432" y="112902"/>
                </a:lnTo>
                <a:lnTo>
                  <a:pt x="329087" y="112665"/>
                </a:lnTo>
                <a:lnTo>
                  <a:pt x="328749" y="112421"/>
                </a:lnTo>
                <a:lnTo>
                  <a:pt x="328415" y="112171"/>
                </a:lnTo>
                <a:lnTo>
                  <a:pt x="328087" y="111913"/>
                </a:lnTo>
                <a:lnTo>
                  <a:pt x="327764" y="111649"/>
                </a:lnTo>
                <a:lnTo>
                  <a:pt x="327447" y="111378"/>
                </a:lnTo>
                <a:lnTo>
                  <a:pt x="327135" y="111100"/>
                </a:lnTo>
                <a:lnTo>
                  <a:pt x="326829" y="110815"/>
                </a:lnTo>
                <a:lnTo>
                  <a:pt x="326527" y="110523"/>
                </a:lnTo>
                <a:lnTo>
                  <a:pt x="326232" y="110224"/>
                </a:lnTo>
                <a:lnTo>
                  <a:pt x="325941" y="109918"/>
                </a:lnTo>
                <a:lnTo>
                  <a:pt x="325656" y="109605"/>
                </a:lnTo>
                <a:lnTo>
                  <a:pt x="325376" y="109286"/>
                </a:lnTo>
                <a:lnTo>
                  <a:pt x="325102" y="108959"/>
                </a:lnTo>
                <a:lnTo>
                  <a:pt x="324833" y="108626"/>
                </a:lnTo>
                <a:lnTo>
                  <a:pt x="324569" y="108285"/>
                </a:lnTo>
                <a:lnTo>
                  <a:pt x="324311" y="107938"/>
                </a:lnTo>
                <a:lnTo>
                  <a:pt x="324058" y="107584"/>
                </a:lnTo>
                <a:lnTo>
                  <a:pt x="323811" y="107223"/>
                </a:lnTo>
                <a:lnTo>
                  <a:pt x="323569" y="106855"/>
                </a:lnTo>
                <a:lnTo>
                  <a:pt x="323332" y="106481"/>
                </a:lnTo>
                <a:lnTo>
                  <a:pt x="323100" y="106102"/>
                </a:lnTo>
                <a:lnTo>
                  <a:pt x="322874" y="105717"/>
                </a:lnTo>
                <a:lnTo>
                  <a:pt x="322652" y="105327"/>
                </a:lnTo>
                <a:lnTo>
                  <a:pt x="322436" y="104932"/>
                </a:lnTo>
                <a:lnTo>
                  <a:pt x="322224" y="104532"/>
                </a:lnTo>
                <a:lnTo>
                  <a:pt x="322018" y="104127"/>
                </a:lnTo>
                <a:lnTo>
                  <a:pt x="321817" y="103716"/>
                </a:lnTo>
                <a:lnTo>
                  <a:pt x="321621" y="103300"/>
                </a:lnTo>
                <a:lnTo>
                  <a:pt x="321430" y="102879"/>
                </a:lnTo>
                <a:lnTo>
                  <a:pt x="321245" y="102452"/>
                </a:lnTo>
                <a:lnTo>
                  <a:pt x="321064" y="102021"/>
                </a:lnTo>
                <a:lnTo>
                  <a:pt x="320889" y="101584"/>
                </a:lnTo>
                <a:lnTo>
                  <a:pt x="320718" y="101141"/>
                </a:lnTo>
                <a:lnTo>
                  <a:pt x="320553" y="100694"/>
                </a:lnTo>
                <a:lnTo>
                  <a:pt x="320393" y="100241"/>
                </a:lnTo>
                <a:lnTo>
                  <a:pt x="320238" y="99783"/>
                </a:lnTo>
                <a:lnTo>
                  <a:pt x="320088" y="99320"/>
                </a:lnTo>
                <a:lnTo>
                  <a:pt x="319943" y="98852"/>
                </a:lnTo>
                <a:lnTo>
                  <a:pt x="319804" y="98378"/>
                </a:lnTo>
                <a:lnTo>
                  <a:pt x="319669" y="97899"/>
                </a:lnTo>
                <a:lnTo>
                  <a:pt x="319540" y="97415"/>
                </a:lnTo>
                <a:lnTo>
                  <a:pt x="319415" y="96926"/>
                </a:lnTo>
                <a:lnTo>
                  <a:pt x="319296" y="96431"/>
                </a:lnTo>
                <a:lnTo>
                  <a:pt x="319182" y="95932"/>
                </a:lnTo>
                <a:lnTo>
                  <a:pt x="319073" y="95430"/>
                </a:lnTo>
                <a:lnTo>
                  <a:pt x="318968" y="94924"/>
                </a:lnTo>
                <a:lnTo>
                  <a:pt x="318868" y="94415"/>
                </a:lnTo>
                <a:lnTo>
                  <a:pt x="318774" y="93903"/>
                </a:lnTo>
                <a:lnTo>
                  <a:pt x="318684" y="93388"/>
                </a:lnTo>
                <a:lnTo>
                  <a:pt x="318599" y="92869"/>
                </a:lnTo>
                <a:lnTo>
                  <a:pt x="318518" y="92347"/>
                </a:lnTo>
                <a:lnTo>
                  <a:pt x="318443" y="91821"/>
                </a:lnTo>
                <a:lnTo>
                  <a:pt x="318373" y="91292"/>
                </a:lnTo>
                <a:lnTo>
                  <a:pt x="318307" y="90760"/>
                </a:lnTo>
                <a:lnTo>
                  <a:pt x="318246" y="90224"/>
                </a:lnTo>
                <a:lnTo>
                  <a:pt x="318190" y="89686"/>
                </a:lnTo>
                <a:lnTo>
                  <a:pt x="318139" y="89143"/>
                </a:lnTo>
                <a:lnTo>
                  <a:pt x="318093" y="88598"/>
                </a:lnTo>
                <a:lnTo>
                  <a:pt x="318052" y="88049"/>
                </a:lnTo>
                <a:lnTo>
                  <a:pt x="318015" y="87497"/>
                </a:lnTo>
                <a:lnTo>
                  <a:pt x="317984" y="86942"/>
                </a:lnTo>
                <a:lnTo>
                  <a:pt x="317957" y="86383"/>
                </a:lnTo>
                <a:lnTo>
                  <a:pt x="317935" y="85821"/>
                </a:lnTo>
                <a:lnTo>
                  <a:pt x="317918" y="85255"/>
                </a:lnTo>
                <a:lnTo>
                  <a:pt x="317906" y="84687"/>
                </a:lnTo>
                <a:lnTo>
                  <a:pt x="317899" y="84115"/>
                </a:lnTo>
                <a:lnTo>
                  <a:pt x="317896" y="83539"/>
                </a:lnTo>
                <a:lnTo>
                  <a:pt x="317896" y="81992"/>
                </a:lnTo>
                <a:lnTo>
                  <a:pt x="317899" y="81411"/>
                </a:lnTo>
                <a:lnTo>
                  <a:pt x="317906" y="80833"/>
                </a:lnTo>
                <a:lnTo>
                  <a:pt x="317918" y="80259"/>
                </a:lnTo>
                <a:lnTo>
                  <a:pt x="317935" y="79688"/>
                </a:lnTo>
                <a:lnTo>
                  <a:pt x="317957" y="79121"/>
                </a:lnTo>
                <a:lnTo>
                  <a:pt x="317984" y="78557"/>
                </a:lnTo>
                <a:lnTo>
                  <a:pt x="318015" y="77997"/>
                </a:lnTo>
                <a:lnTo>
                  <a:pt x="318052" y="77441"/>
                </a:lnTo>
                <a:lnTo>
                  <a:pt x="318093" y="76888"/>
                </a:lnTo>
                <a:lnTo>
                  <a:pt x="318139" y="76339"/>
                </a:lnTo>
                <a:lnTo>
                  <a:pt x="318190" y="75794"/>
                </a:lnTo>
                <a:lnTo>
                  <a:pt x="318246" y="75252"/>
                </a:lnTo>
                <a:lnTo>
                  <a:pt x="318307" y="74713"/>
                </a:lnTo>
                <a:lnTo>
                  <a:pt x="318373" y="74178"/>
                </a:lnTo>
                <a:lnTo>
                  <a:pt x="318443" y="73647"/>
                </a:lnTo>
                <a:lnTo>
                  <a:pt x="318518" y="73119"/>
                </a:lnTo>
                <a:lnTo>
                  <a:pt x="318599" y="72595"/>
                </a:lnTo>
                <a:lnTo>
                  <a:pt x="318684" y="72075"/>
                </a:lnTo>
                <a:lnTo>
                  <a:pt x="318774" y="71558"/>
                </a:lnTo>
                <a:lnTo>
                  <a:pt x="318868" y="71044"/>
                </a:lnTo>
                <a:lnTo>
                  <a:pt x="318968" y="70534"/>
                </a:lnTo>
                <a:lnTo>
                  <a:pt x="319073" y="70028"/>
                </a:lnTo>
                <a:lnTo>
                  <a:pt x="319182" y="69526"/>
                </a:lnTo>
                <a:lnTo>
                  <a:pt x="319296" y="69027"/>
                </a:lnTo>
                <a:lnTo>
                  <a:pt x="319415" y="68532"/>
                </a:lnTo>
                <a:lnTo>
                  <a:pt x="319540" y="68043"/>
                </a:lnTo>
                <a:lnTo>
                  <a:pt x="319669" y="67558"/>
                </a:lnTo>
                <a:lnTo>
                  <a:pt x="319804" y="67080"/>
                </a:lnTo>
                <a:lnTo>
                  <a:pt x="319943" y="66606"/>
                </a:lnTo>
                <a:lnTo>
                  <a:pt x="320088" y="66137"/>
                </a:lnTo>
                <a:lnTo>
                  <a:pt x="320238" y="65674"/>
                </a:lnTo>
                <a:lnTo>
                  <a:pt x="320393" y="65216"/>
                </a:lnTo>
                <a:lnTo>
                  <a:pt x="320553" y="64764"/>
                </a:lnTo>
                <a:lnTo>
                  <a:pt x="320718" y="64316"/>
                </a:lnTo>
                <a:lnTo>
                  <a:pt x="320889" y="63874"/>
                </a:lnTo>
                <a:lnTo>
                  <a:pt x="321064" y="63437"/>
                </a:lnTo>
                <a:lnTo>
                  <a:pt x="321245" y="63005"/>
                </a:lnTo>
                <a:lnTo>
                  <a:pt x="321430" y="62579"/>
                </a:lnTo>
                <a:lnTo>
                  <a:pt x="321621" y="62158"/>
                </a:lnTo>
                <a:lnTo>
                  <a:pt x="321817" y="61742"/>
                </a:lnTo>
                <a:lnTo>
                  <a:pt x="322018" y="61331"/>
                </a:lnTo>
                <a:lnTo>
                  <a:pt x="322224" y="60925"/>
                </a:lnTo>
                <a:lnTo>
                  <a:pt x="322436" y="60525"/>
                </a:lnTo>
                <a:lnTo>
                  <a:pt x="322652" y="60130"/>
                </a:lnTo>
                <a:lnTo>
                  <a:pt x="322874" y="59740"/>
                </a:lnTo>
                <a:lnTo>
                  <a:pt x="323100" y="59356"/>
                </a:lnTo>
                <a:lnTo>
                  <a:pt x="323332" y="58977"/>
                </a:lnTo>
                <a:lnTo>
                  <a:pt x="323569" y="58603"/>
                </a:lnTo>
                <a:lnTo>
                  <a:pt x="323811" y="58235"/>
                </a:lnTo>
                <a:lnTo>
                  <a:pt x="324059" y="57873"/>
                </a:lnTo>
                <a:lnTo>
                  <a:pt x="324312" y="57519"/>
                </a:lnTo>
                <a:lnTo>
                  <a:pt x="324570" y="57171"/>
                </a:lnTo>
                <a:lnTo>
                  <a:pt x="324835" y="56830"/>
                </a:lnTo>
                <a:lnTo>
                  <a:pt x="325104" y="56496"/>
                </a:lnTo>
                <a:lnTo>
                  <a:pt x="325379" y="56169"/>
                </a:lnTo>
                <a:lnTo>
                  <a:pt x="325660" y="55848"/>
                </a:lnTo>
                <a:lnTo>
                  <a:pt x="325946" y="55534"/>
                </a:lnTo>
                <a:lnTo>
                  <a:pt x="326238" y="55227"/>
                </a:lnTo>
                <a:lnTo>
                  <a:pt x="326535" y="54927"/>
                </a:lnTo>
                <a:lnTo>
                  <a:pt x="326838" y="54634"/>
                </a:lnTo>
                <a:lnTo>
                  <a:pt x="327146" y="54347"/>
                </a:lnTo>
                <a:lnTo>
                  <a:pt x="327460" y="54067"/>
                </a:lnTo>
                <a:lnTo>
                  <a:pt x="327779" y="53794"/>
                </a:lnTo>
                <a:lnTo>
                  <a:pt x="328103" y="53528"/>
                </a:lnTo>
                <a:lnTo>
                  <a:pt x="328434" y="53268"/>
                </a:lnTo>
                <a:lnTo>
                  <a:pt x="328769" y="53015"/>
                </a:lnTo>
                <a:lnTo>
                  <a:pt x="329110" y="52769"/>
                </a:lnTo>
                <a:lnTo>
                  <a:pt x="329457" y="52530"/>
                </a:lnTo>
                <a:lnTo>
                  <a:pt x="329809" y="52298"/>
                </a:lnTo>
                <a:lnTo>
                  <a:pt x="330167" y="52072"/>
                </a:lnTo>
                <a:lnTo>
                  <a:pt x="330530" y="51853"/>
                </a:lnTo>
                <a:lnTo>
                  <a:pt x="330899" y="51641"/>
                </a:lnTo>
                <a:lnTo>
                  <a:pt x="331273" y="51437"/>
                </a:lnTo>
                <a:lnTo>
                  <a:pt x="331653" y="51241"/>
                </a:lnTo>
                <a:lnTo>
                  <a:pt x="332038" y="51054"/>
                </a:lnTo>
                <a:lnTo>
                  <a:pt x="332428" y="50876"/>
                </a:lnTo>
                <a:lnTo>
                  <a:pt x="332825" y="50706"/>
                </a:lnTo>
                <a:lnTo>
                  <a:pt x="333226" y="50545"/>
                </a:lnTo>
                <a:lnTo>
                  <a:pt x="333633" y="50393"/>
                </a:lnTo>
                <a:lnTo>
                  <a:pt x="334046" y="50250"/>
                </a:lnTo>
                <a:lnTo>
                  <a:pt x="334464" y="50115"/>
                </a:lnTo>
                <a:lnTo>
                  <a:pt x="334888" y="49989"/>
                </a:lnTo>
                <a:lnTo>
                  <a:pt x="335317" y="49871"/>
                </a:lnTo>
                <a:lnTo>
                  <a:pt x="335752" y="49763"/>
                </a:lnTo>
                <a:lnTo>
                  <a:pt x="336192" y="49662"/>
                </a:lnTo>
                <a:lnTo>
                  <a:pt x="336637" y="49571"/>
                </a:lnTo>
                <a:lnTo>
                  <a:pt x="337089" y="49489"/>
                </a:lnTo>
                <a:lnTo>
                  <a:pt x="337545" y="49415"/>
                </a:lnTo>
                <a:lnTo>
                  <a:pt x="338007" y="49349"/>
                </a:lnTo>
                <a:lnTo>
                  <a:pt x="338475" y="49293"/>
                </a:lnTo>
                <a:lnTo>
                  <a:pt x="338948" y="49245"/>
                </a:lnTo>
                <a:lnTo>
                  <a:pt x="339427" y="49206"/>
                </a:lnTo>
                <a:lnTo>
                  <a:pt x="339911" y="49175"/>
                </a:lnTo>
                <a:lnTo>
                  <a:pt x="340401" y="49154"/>
                </a:lnTo>
                <a:lnTo>
                  <a:pt x="340896" y="49141"/>
                </a:lnTo>
                <a:lnTo>
                  <a:pt x="341396" y="49136"/>
                </a:lnTo>
                <a:lnTo>
                  <a:pt x="341921" y="49140"/>
                </a:lnTo>
                <a:lnTo>
                  <a:pt x="342439" y="49151"/>
                </a:lnTo>
                <a:lnTo>
                  <a:pt x="342951" y="49169"/>
                </a:lnTo>
                <a:lnTo>
                  <a:pt x="343456" y="49195"/>
                </a:lnTo>
                <a:lnTo>
                  <a:pt x="343955" y="49227"/>
                </a:lnTo>
                <a:lnTo>
                  <a:pt x="344447" y="49268"/>
                </a:lnTo>
                <a:lnTo>
                  <a:pt x="344932" y="49315"/>
                </a:lnTo>
                <a:lnTo>
                  <a:pt x="345411" y="49370"/>
                </a:lnTo>
                <a:lnTo>
                  <a:pt x="345884" y="49432"/>
                </a:lnTo>
                <a:lnTo>
                  <a:pt x="346350" y="49501"/>
                </a:lnTo>
                <a:lnTo>
                  <a:pt x="346809" y="49577"/>
                </a:lnTo>
                <a:lnTo>
                  <a:pt x="347262" y="49661"/>
                </a:lnTo>
                <a:lnTo>
                  <a:pt x="347709" y="49752"/>
                </a:lnTo>
                <a:lnTo>
                  <a:pt x="348148" y="49851"/>
                </a:lnTo>
                <a:lnTo>
                  <a:pt x="348582" y="49956"/>
                </a:lnTo>
                <a:lnTo>
                  <a:pt x="349009" y="50069"/>
                </a:lnTo>
                <a:lnTo>
                  <a:pt x="349429" y="50190"/>
                </a:lnTo>
                <a:lnTo>
                  <a:pt x="349843" y="50317"/>
                </a:lnTo>
                <a:lnTo>
                  <a:pt x="350250" y="50452"/>
                </a:lnTo>
                <a:lnTo>
                  <a:pt x="350651" y="50594"/>
                </a:lnTo>
                <a:lnTo>
                  <a:pt x="351045" y="50744"/>
                </a:lnTo>
                <a:lnTo>
                  <a:pt x="351433" y="50901"/>
                </a:lnTo>
                <a:lnTo>
                  <a:pt x="351814" y="51065"/>
                </a:lnTo>
                <a:lnTo>
                  <a:pt x="352189" y="51236"/>
                </a:lnTo>
                <a:lnTo>
                  <a:pt x="352557" y="51413"/>
                </a:lnTo>
                <a:lnTo>
                  <a:pt x="352921" y="51595"/>
                </a:lnTo>
                <a:lnTo>
                  <a:pt x="353279" y="51781"/>
                </a:lnTo>
                <a:lnTo>
                  <a:pt x="353631" y="51973"/>
                </a:lnTo>
                <a:lnTo>
                  <a:pt x="353979" y="52168"/>
                </a:lnTo>
                <a:lnTo>
                  <a:pt x="354320" y="52368"/>
                </a:lnTo>
                <a:lnTo>
                  <a:pt x="354657" y="52573"/>
                </a:lnTo>
                <a:lnTo>
                  <a:pt x="354988" y="52783"/>
                </a:lnTo>
                <a:lnTo>
                  <a:pt x="355314" y="52997"/>
                </a:lnTo>
                <a:lnTo>
                  <a:pt x="355634" y="53216"/>
                </a:lnTo>
                <a:lnTo>
                  <a:pt x="355949" y="53439"/>
                </a:lnTo>
                <a:lnTo>
                  <a:pt x="356259" y="53667"/>
                </a:lnTo>
                <a:lnTo>
                  <a:pt x="356563" y="53899"/>
                </a:lnTo>
                <a:lnTo>
                  <a:pt x="356862" y="54137"/>
                </a:lnTo>
                <a:lnTo>
                  <a:pt x="357156" y="54378"/>
                </a:lnTo>
                <a:lnTo>
                  <a:pt x="357444" y="54625"/>
                </a:lnTo>
                <a:lnTo>
                  <a:pt x="357726" y="54875"/>
                </a:lnTo>
                <a:lnTo>
                  <a:pt x="358004" y="55131"/>
                </a:lnTo>
                <a:lnTo>
                  <a:pt x="358276" y="55391"/>
                </a:lnTo>
                <a:lnTo>
                  <a:pt x="358543" y="55656"/>
                </a:lnTo>
                <a:lnTo>
                  <a:pt x="358804" y="55925"/>
                </a:lnTo>
                <a:lnTo>
                  <a:pt x="359060" y="56199"/>
                </a:lnTo>
                <a:lnTo>
                  <a:pt x="359310" y="56478"/>
                </a:lnTo>
                <a:lnTo>
                  <a:pt x="359555" y="56761"/>
                </a:lnTo>
                <a:lnTo>
                  <a:pt x="359796" y="57047"/>
                </a:lnTo>
                <a:lnTo>
                  <a:pt x="360032" y="57336"/>
                </a:lnTo>
                <a:lnTo>
                  <a:pt x="360264" y="57627"/>
                </a:lnTo>
                <a:lnTo>
                  <a:pt x="360492" y="57920"/>
                </a:lnTo>
                <a:lnTo>
                  <a:pt x="360715" y="58215"/>
                </a:lnTo>
                <a:lnTo>
                  <a:pt x="360934" y="58513"/>
                </a:lnTo>
                <a:lnTo>
                  <a:pt x="361149" y="58812"/>
                </a:lnTo>
                <a:lnTo>
                  <a:pt x="361360" y="59114"/>
                </a:lnTo>
                <a:lnTo>
                  <a:pt x="361567" y="59418"/>
                </a:lnTo>
                <a:lnTo>
                  <a:pt x="361769" y="59724"/>
                </a:lnTo>
                <a:lnTo>
                  <a:pt x="361968" y="60033"/>
                </a:lnTo>
                <a:lnTo>
                  <a:pt x="362161" y="60343"/>
                </a:lnTo>
                <a:lnTo>
                  <a:pt x="362351" y="60656"/>
                </a:lnTo>
                <a:lnTo>
                  <a:pt x="362537" y="60970"/>
                </a:lnTo>
                <a:lnTo>
                  <a:pt x="362718" y="61287"/>
                </a:lnTo>
                <a:lnTo>
                  <a:pt x="362895" y="61607"/>
                </a:lnTo>
                <a:lnTo>
                  <a:pt x="363068" y="61928"/>
                </a:lnTo>
                <a:lnTo>
                  <a:pt x="363237" y="62251"/>
                </a:lnTo>
                <a:lnTo>
                  <a:pt x="363401" y="62577"/>
                </a:lnTo>
                <a:lnTo>
                  <a:pt x="363561" y="62905"/>
                </a:lnTo>
                <a:lnTo>
                  <a:pt x="363717" y="63235"/>
                </a:lnTo>
                <a:lnTo>
                  <a:pt x="363869" y="63567"/>
                </a:lnTo>
                <a:lnTo>
                  <a:pt x="364016" y="63902"/>
                </a:lnTo>
                <a:lnTo>
                  <a:pt x="364160" y="64238"/>
                </a:lnTo>
                <a:lnTo>
                  <a:pt x="364299" y="64576"/>
                </a:lnTo>
                <a:lnTo>
                  <a:pt x="364307" y="64594"/>
                </a:lnTo>
                <a:lnTo>
                  <a:pt x="364307" y="101895"/>
                </a:lnTo>
                <a:lnTo>
                  <a:pt x="364119" y="102283"/>
                </a:lnTo>
                <a:lnTo>
                  <a:pt x="363905" y="102710"/>
                </a:lnTo>
                <a:lnTo>
                  <a:pt x="363685" y="103132"/>
                </a:lnTo>
                <a:lnTo>
                  <a:pt x="363460" y="103552"/>
                </a:lnTo>
                <a:lnTo>
                  <a:pt x="363229" y="103969"/>
                </a:lnTo>
                <a:close/>
                <a:moveTo>
                  <a:pt x="601821" y="74873"/>
                </a:moveTo>
                <a:lnTo>
                  <a:pt x="602372" y="74649"/>
                </a:lnTo>
                <a:lnTo>
                  <a:pt x="602917" y="74416"/>
                </a:lnTo>
                <a:lnTo>
                  <a:pt x="603456" y="74174"/>
                </a:lnTo>
                <a:lnTo>
                  <a:pt x="603988" y="73923"/>
                </a:lnTo>
                <a:lnTo>
                  <a:pt x="604515" y="73663"/>
                </a:lnTo>
                <a:lnTo>
                  <a:pt x="605036" y="73393"/>
                </a:lnTo>
                <a:lnTo>
                  <a:pt x="605550" y="73115"/>
                </a:lnTo>
                <a:lnTo>
                  <a:pt x="606059" y="72828"/>
                </a:lnTo>
                <a:lnTo>
                  <a:pt x="606562" y="72531"/>
                </a:lnTo>
                <a:lnTo>
                  <a:pt x="607059" y="72225"/>
                </a:lnTo>
                <a:lnTo>
                  <a:pt x="607549" y="71911"/>
                </a:lnTo>
                <a:lnTo>
                  <a:pt x="608034" y="71587"/>
                </a:lnTo>
                <a:lnTo>
                  <a:pt x="608512" y="71254"/>
                </a:lnTo>
                <a:lnTo>
                  <a:pt x="608985" y="70912"/>
                </a:lnTo>
                <a:lnTo>
                  <a:pt x="609450" y="70562"/>
                </a:lnTo>
                <a:lnTo>
                  <a:pt x="609907" y="70205"/>
                </a:lnTo>
                <a:lnTo>
                  <a:pt x="610355" y="69841"/>
                </a:lnTo>
                <a:lnTo>
                  <a:pt x="610795" y="69470"/>
                </a:lnTo>
                <a:lnTo>
                  <a:pt x="611226" y="69092"/>
                </a:lnTo>
                <a:lnTo>
                  <a:pt x="611649" y="68707"/>
                </a:lnTo>
                <a:lnTo>
                  <a:pt x="612063" y="68315"/>
                </a:lnTo>
                <a:lnTo>
                  <a:pt x="612468" y="67916"/>
                </a:lnTo>
                <a:lnTo>
                  <a:pt x="612865" y="67510"/>
                </a:lnTo>
                <a:lnTo>
                  <a:pt x="613253" y="67096"/>
                </a:lnTo>
                <a:lnTo>
                  <a:pt x="613633" y="66676"/>
                </a:lnTo>
                <a:lnTo>
                  <a:pt x="614004" y="66249"/>
                </a:lnTo>
                <a:lnTo>
                  <a:pt x="614366" y="65815"/>
                </a:lnTo>
                <a:lnTo>
                  <a:pt x="614720" y="65374"/>
                </a:lnTo>
                <a:lnTo>
                  <a:pt x="615066" y="64925"/>
                </a:lnTo>
                <a:lnTo>
                  <a:pt x="615402" y="64470"/>
                </a:lnTo>
                <a:lnTo>
                  <a:pt x="615731" y="64008"/>
                </a:lnTo>
                <a:lnTo>
                  <a:pt x="616050" y="63539"/>
                </a:lnTo>
                <a:lnTo>
                  <a:pt x="616361" y="63062"/>
                </a:lnTo>
                <a:lnTo>
                  <a:pt x="616664" y="62579"/>
                </a:lnTo>
                <a:lnTo>
                  <a:pt x="616958" y="62089"/>
                </a:lnTo>
                <a:lnTo>
                  <a:pt x="617243" y="61591"/>
                </a:lnTo>
                <a:lnTo>
                  <a:pt x="617520" y="61087"/>
                </a:lnTo>
                <a:lnTo>
                  <a:pt x="617788" y="60576"/>
                </a:lnTo>
                <a:lnTo>
                  <a:pt x="618047" y="60058"/>
                </a:lnTo>
                <a:lnTo>
                  <a:pt x="618294" y="59536"/>
                </a:lnTo>
                <a:lnTo>
                  <a:pt x="618531" y="59008"/>
                </a:lnTo>
                <a:lnTo>
                  <a:pt x="618756" y="58476"/>
                </a:lnTo>
                <a:lnTo>
                  <a:pt x="618971" y="57939"/>
                </a:lnTo>
                <a:lnTo>
                  <a:pt x="619174" y="57398"/>
                </a:lnTo>
                <a:lnTo>
                  <a:pt x="619367" y="56851"/>
                </a:lnTo>
                <a:lnTo>
                  <a:pt x="619548" y="56299"/>
                </a:lnTo>
                <a:lnTo>
                  <a:pt x="619719" y="55743"/>
                </a:lnTo>
                <a:lnTo>
                  <a:pt x="619878" y="55182"/>
                </a:lnTo>
                <a:lnTo>
                  <a:pt x="620027" y="54616"/>
                </a:lnTo>
                <a:lnTo>
                  <a:pt x="620164" y="54045"/>
                </a:lnTo>
                <a:lnTo>
                  <a:pt x="620291" y="53469"/>
                </a:lnTo>
                <a:lnTo>
                  <a:pt x="620406" y="52889"/>
                </a:lnTo>
                <a:lnTo>
                  <a:pt x="620511" y="52303"/>
                </a:lnTo>
                <a:lnTo>
                  <a:pt x="620604" y="51713"/>
                </a:lnTo>
                <a:lnTo>
                  <a:pt x="620687" y="51118"/>
                </a:lnTo>
                <a:lnTo>
                  <a:pt x="620758" y="50518"/>
                </a:lnTo>
                <a:lnTo>
                  <a:pt x="620819" y="49913"/>
                </a:lnTo>
                <a:lnTo>
                  <a:pt x="620868" y="49303"/>
                </a:lnTo>
                <a:lnTo>
                  <a:pt x="620907" y="48689"/>
                </a:lnTo>
                <a:lnTo>
                  <a:pt x="620934" y="48069"/>
                </a:lnTo>
                <a:lnTo>
                  <a:pt x="620951" y="47445"/>
                </a:lnTo>
                <a:lnTo>
                  <a:pt x="620956" y="46816"/>
                </a:lnTo>
                <a:lnTo>
                  <a:pt x="620948" y="45969"/>
                </a:lnTo>
                <a:lnTo>
                  <a:pt x="620925" y="45133"/>
                </a:lnTo>
                <a:lnTo>
                  <a:pt x="620886" y="44309"/>
                </a:lnTo>
                <a:lnTo>
                  <a:pt x="620832" y="43495"/>
                </a:lnTo>
                <a:lnTo>
                  <a:pt x="620763" y="42693"/>
                </a:lnTo>
                <a:lnTo>
                  <a:pt x="620678" y="41902"/>
                </a:lnTo>
                <a:lnTo>
                  <a:pt x="620577" y="41122"/>
                </a:lnTo>
                <a:lnTo>
                  <a:pt x="620461" y="40353"/>
                </a:lnTo>
                <a:lnTo>
                  <a:pt x="620329" y="39595"/>
                </a:lnTo>
                <a:lnTo>
                  <a:pt x="620182" y="38848"/>
                </a:lnTo>
                <a:lnTo>
                  <a:pt x="620020" y="38113"/>
                </a:lnTo>
                <a:lnTo>
                  <a:pt x="619842" y="37388"/>
                </a:lnTo>
                <a:lnTo>
                  <a:pt x="619648" y="36675"/>
                </a:lnTo>
                <a:lnTo>
                  <a:pt x="619440" y="35972"/>
                </a:lnTo>
                <a:lnTo>
                  <a:pt x="619215" y="35281"/>
                </a:lnTo>
                <a:lnTo>
                  <a:pt x="618975" y="34601"/>
                </a:lnTo>
                <a:lnTo>
                  <a:pt x="618720" y="33932"/>
                </a:lnTo>
                <a:lnTo>
                  <a:pt x="618449" y="33275"/>
                </a:lnTo>
                <a:lnTo>
                  <a:pt x="618163" y="32628"/>
                </a:lnTo>
                <a:lnTo>
                  <a:pt x="617861" y="31992"/>
                </a:lnTo>
                <a:lnTo>
                  <a:pt x="617544" y="31368"/>
                </a:lnTo>
                <a:lnTo>
                  <a:pt x="617211" y="30755"/>
                </a:lnTo>
                <a:lnTo>
                  <a:pt x="616863" y="30153"/>
                </a:lnTo>
                <a:lnTo>
                  <a:pt x="616499" y="29561"/>
                </a:lnTo>
                <a:lnTo>
                  <a:pt x="616121" y="28982"/>
                </a:lnTo>
                <a:lnTo>
                  <a:pt x="615731" y="28414"/>
                </a:lnTo>
                <a:lnTo>
                  <a:pt x="615327" y="27858"/>
                </a:lnTo>
                <a:lnTo>
                  <a:pt x="614911" y="27314"/>
                </a:lnTo>
                <a:lnTo>
                  <a:pt x="614482" y="26782"/>
                </a:lnTo>
                <a:lnTo>
                  <a:pt x="614041" y="26261"/>
                </a:lnTo>
                <a:lnTo>
                  <a:pt x="613586" y="25753"/>
                </a:lnTo>
                <a:lnTo>
                  <a:pt x="613119" y="25256"/>
                </a:lnTo>
                <a:lnTo>
                  <a:pt x="612639" y="24772"/>
                </a:lnTo>
                <a:lnTo>
                  <a:pt x="612146" y="24299"/>
                </a:lnTo>
                <a:lnTo>
                  <a:pt x="611640" y="23838"/>
                </a:lnTo>
                <a:lnTo>
                  <a:pt x="611121" y="23389"/>
                </a:lnTo>
                <a:lnTo>
                  <a:pt x="610590" y="22952"/>
                </a:lnTo>
                <a:lnTo>
                  <a:pt x="610046" y="22527"/>
                </a:lnTo>
                <a:lnTo>
                  <a:pt x="609489" y="22113"/>
                </a:lnTo>
                <a:lnTo>
                  <a:pt x="608920" y="21712"/>
                </a:lnTo>
                <a:lnTo>
                  <a:pt x="608337" y="21322"/>
                </a:lnTo>
                <a:lnTo>
                  <a:pt x="607742" y="20944"/>
                </a:lnTo>
                <a:lnTo>
                  <a:pt x="607134" y="20579"/>
                </a:lnTo>
                <a:lnTo>
                  <a:pt x="606513" y="20225"/>
                </a:lnTo>
                <a:lnTo>
                  <a:pt x="605880" y="19883"/>
                </a:lnTo>
                <a:lnTo>
                  <a:pt x="605233" y="19553"/>
                </a:lnTo>
                <a:lnTo>
                  <a:pt x="604574" y="19234"/>
                </a:lnTo>
                <a:lnTo>
                  <a:pt x="603902" y="18928"/>
                </a:lnTo>
                <a:lnTo>
                  <a:pt x="603218" y="18634"/>
                </a:lnTo>
                <a:lnTo>
                  <a:pt x="602524" y="18352"/>
                </a:lnTo>
                <a:lnTo>
                  <a:pt x="601819" y="18083"/>
                </a:lnTo>
                <a:lnTo>
                  <a:pt x="601104" y="17826"/>
                </a:lnTo>
                <a:lnTo>
                  <a:pt x="600378" y="17582"/>
                </a:lnTo>
                <a:lnTo>
                  <a:pt x="599641" y="17351"/>
                </a:lnTo>
                <a:lnTo>
                  <a:pt x="598893" y="17132"/>
                </a:lnTo>
                <a:lnTo>
                  <a:pt x="598136" y="16925"/>
                </a:lnTo>
                <a:lnTo>
                  <a:pt x="597367" y="16731"/>
                </a:lnTo>
                <a:lnTo>
                  <a:pt x="596588" y="16550"/>
                </a:lnTo>
                <a:lnTo>
                  <a:pt x="595798" y="16381"/>
                </a:lnTo>
                <a:lnTo>
                  <a:pt x="594997" y="16224"/>
                </a:lnTo>
                <a:lnTo>
                  <a:pt x="594186" y="16080"/>
                </a:lnTo>
                <a:lnTo>
                  <a:pt x="593365" y="15949"/>
                </a:lnTo>
                <a:lnTo>
                  <a:pt x="592532" y="15830"/>
                </a:lnTo>
                <a:lnTo>
                  <a:pt x="591690" y="15723"/>
                </a:lnTo>
                <a:lnTo>
                  <a:pt x="590836" y="15630"/>
                </a:lnTo>
                <a:lnTo>
                  <a:pt x="589972" y="15548"/>
                </a:lnTo>
                <a:lnTo>
                  <a:pt x="589097" y="15479"/>
                </a:lnTo>
                <a:lnTo>
                  <a:pt x="588212" y="15423"/>
                </a:lnTo>
                <a:lnTo>
                  <a:pt x="587316" y="15379"/>
                </a:lnTo>
                <a:lnTo>
                  <a:pt x="586409" y="15348"/>
                </a:lnTo>
                <a:lnTo>
                  <a:pt x="585492" y="15329"/>
                </a:lnTo>
                <a:lnTo>
                  <a:pt x="584564" y="15323"/>
                </a:lnTo>
                <a:lnTo>
                  <a:pt x="549719" y="15323"/>
                </a:lnTo>
                <a:lnTo>
                  <a:pt x="549719" y="122583"/>
                </a:lnTo>
                <a:lnTo>
                  <a:pt x="558854" y="122583"/>
                </a:lnTo>
                <a:lnTo>
                  <a:pt x="558854" y="77793"/>
                </a:lnTo>
                <a:lnTo>
                  <a:pt x="590048" y="77793"/>
                </a:lnTo>
                <a:lnTo>
                  <a:pt x="615947" y="122583"/>
                </a:lnTo>
                <a:lnTo>
                  <a:pt x="625597" y="122583"/>
                </a:lnTo>
                <a:lnTo>
                  <a:pt x="625597" y="121625"/>
                </a:lnTo>
                <a:lnTo>
                  <a:pt x="598783" y="75913"/>
                </a:lnTo>
                <a:lnTo>
                  <a:pt x="598977" y="75857"/>
                </a:lnTo>
                <a:lnTo>
                  <a:pt x="599558" y="75679"/>
                </a:lnTo>
                <a:lnTo>
                  <a:pt x="600133" y="75491"/>
                </a:lnTo>
                <a:lnTo>
                  <a:pt x="600702" y="75294"/>
                </a:lnTo>
                <a:lnTo>
                  <a:pt x="601264" y="75088"/>
                </a:lnTo>
                <a:lnTo>
                  <a:pt x="601821" y="74873"/>
                </a:lnTo>
                <a:close/>
                <a:moveTo>
                  <a:pt x="587435" y="23211"/>
                </a:moveTo>
                <a:lnTo>
                  <a:pt x="588129" y="23256"/>
                </a:lnTo>
                <a:lnTo>
                  <a:pt x="588814" y="23311"/>
                </a:lnTo>
                <a:lnTo>
                  <a:pt x="589489" y="23376"/>
                </a:lnTo>
                <a:lnTo>
                  <a:pt x="590155" y="23450"/>
                </a:lnTo>
                <a:lnTo>
                  <a:pt x="590811" y="23535"/>
                </a:lnTo>
                <a:lnTo>
                  <a:pt x="591458" y="23630"/>
                </a:lnTo>
                <a:lnTo>
                  <a:pt x="592095" y="23734"/>
                </a:lnTo>
                <a:lnTo>
                  <a:pt x="592723" y="23849"/>
                </a:lnTo>
                <a:lnTo>
                  <a:pt x="593341" y="23973"/>
                </a:lnTo>
                <a:lnTo>
                  <a:pt x="593950" y="24108"/>
                </a:lnTo>
                <a:lnTo>
                  <a:pt x="594550" y="24252"/>
                </a:lnTo>
                <a:lnTo>
                  <a:pt x="595140" y="24407"/>
                </a:lnTo>
                <a:lnTo>
                  <a:pt x="595720" y="24571"/>
                </a:lnTo>
                <a:lnTo>
                  <a:pt x="596291" y="24745"/>
                </a:lnTo>
                <a:lnTo>
                  <a:pt x="596853" y="24929"/>
                </a:lnTo>
                <a:lnTo>
                  <a:pt x="597405" y="25124"/>
                </a:lnTo>
                <a:lnTo>
                  <a:pt x="597948" y="25328"/>
                </a:lnTo>
                <a:lnTo>
                  <a:pt x="598481" y="25542"/>
                </a:lnTo>
                <a:lnTo>
                  <a:pt x="599005" y="25766"/>
                </a:lnTo>
                <a:lnTo>
                  <a:pt x="599519" y="26000"/>
                </a:lnTo>
                <a:lnTo>
                  <a:pt x="600023" y="26243"/>
                </a:lnTo>
                <a:lnTo>
                  <a:pt x="600517" y="26495"/>
                </a:lnTo>
                <a:lnTo>
                  <a:pt x="601001" y="26756"/>
                </a:lnTo>
                <a:lnTo>
                  <a:pt x="601474" y="27025"/>
                </a:lnTo>
                <a:lnTo>
                  <a:pt x="601937" y="27302"/>
                </a:lnTo>
                <a:lnTo>
                  <a:pt x="602390" y="27588"/>
                </a:lnTo>
                <a:lnTo>
                  <a:pt x="602832" y="27883"/>
                </a:lnTo>
                <a:lnTo>
                  <a:pt x="603264" y="28186"/>
                </a:lnTo>
                <a:lnTo>
                  <a:pt x="603685" y="28498"/>
                </a:lnTo>
                <a:lnTo>
                  <a:pt x="604096" y="28818"/>
                </a:lnTo>
                <a:lnTo>
                  <a:pt x="604497" y="29147"/>
                </a:lnTo>
                <a:lnTo>
                  <a:pt x="604887" y="29485"/>
                </a:lnTo>
                <a:lnTo>
                  <a:pt x="605267" y="29831"/>
                </a:lnTo>
                <a:lnTo>
                  <a:pt x="605637" y="30186"/>
                </a:lnTo>
                <a:lnTo>
                  <a:pt x="605996" y="30549"/>
                </a:lnTo>
                <a:lnTo>
                  <a:pt x="606345" y="30920"/>
                </a:lnTo>
                <a:lnTo>
                  <a:pt x="606684" y="31301"/>
                </a:lnTo>
                <a:lnTo>
                  <a:pt x="607012" y="31690"/>
                </a:lnTo>
                <a:lnTo>
                  <a:pt x="607330" y="32087"/>
                </a:lnTo>
                <a:lnTo>
                  <a:pt x="607638" y="32493"/>
                </a:lnTo>
                <a:lnTo>
                  <a:pt x="607935" y="32908"/>
                </a:lnTo>
                <a:lnTo>
                  <a:pt x="608222" y="33331"/>
                </a:lnTo>
                <a:lnTo>
                  <a:pt x="608498" y="33762"/>
                </a:lnTo>
                <a:lnTo>
                  <a:pt x="608764" y="34203"/>
                </a:lnTo>
                <a:lnTo>
                  <a:pt x="609020" y="34650"/>
                </a:lnTo>
                <a:lnTo>
                  <a:pt x="609264" y="35105"/>
                </a:lnTo>
                <a:lnTo>
                  <a:pt x="609498" y="35566"/>
                </a:lnTo>
                <a:lnTo>
                  <a:pt x="609721" y="36034"/>
                </a:lnTo>
                <a:lnTo>
                  <a:pt x="609933" y="36509"/>
                </a:lnTo>
                <a:lnTo>
                  <a:pt x="610134" y="36990"/>
                </a:lnTo>
                <a:lnTo>
                  <a:pt x="610324" y="37479"/>
                </a:lnTo>
                <a:lnTo>
                  <a:pt x="610503" y="37974"/>
                </a:lnTo>
                <a:lnTo>
                  <a:pt x="610672" y="38475"/>
                </a:lnTo>
                <a:lnTo>
                  <a:pt x="610830" y="38984"/>
                </a:lnTo>
                <a:lnTo>
                  <a:pt x="610976" y="39500"/>
                </a:lnTo>
                <a:lnTo>
                  <a:pt x="611112" y="40022"/>
                </a:lnTo>
                <a:lnTo>
                  <a:pt x="611237" y="40551"/>
                </a:lnTo>
                <a:lnTo>
                  <a:pt x="611351" y="41086"/>
                </a:lnTo>
                <a:lnTo>
                  <a:pt x="611455" y="41629"/>
                </a:lnTo>
                <a:lnTo>
                  <a:pt x="611547" y="42178"/>
                </a:lnTo>
                <a:lnTo>
                  <a:pt x="611629" y="42734"/>
                </a:lnTo>
                <a:lnTo>
                  <a:pt x="611699" y="43297"/>
                </a:lnTo>
                <a:lnTo>
                  <a:pt x="611759" y="43866"/>
                </a:lnTo>
                <a:lnTo>
                  <a:pt x="611808" y="44443"/>
                </a:lnTo>
                <a:lnTo>
                  <a:pt x="611846" y="45026"/>
                </a:lnTo>
                <a:lnTo>
                  <a:pt x="611873" y="45616"/>
                </a:lnTo>
                <a:lnTo>
                  <a:pt x="611890" y="46212"/>
                </a:lnTo>
                <a:lnTo>
                  <a:pt x="611895" y="46816"/>
                </a:lnTo>
                <a:lnTo>
                  <a:pt x="611890" y="47323"/>
                </a:lnTo>
                <a:lnTo>
                  <a:pt x="611875" y="47828"/>
                </a:lnTo>
                <a:lnTo>
                  <a:pt x="611851" y="48329"/>
                </a:lnTo>
                <a:lnTo>
                  <a:pt x="611816" y="48828"/>
                </a:lnTo>
                <a:lnTo>
                  <a:pt x="611772" y="49324"/>
                </a:lnTo>
                <a:lnTo>
                  <a:pt x="611718" y="49818"/>
                </a:lnTo>
                <a:lnTo>
                  <a:pt x="611654" y="50308"/>
                </a:lnTo>
                <a:lnTo>
                  <a:pt x="611580" y="50796"/>
                </a:lnTo>
                <a:lnTo>
                  <a:pt x="611496" y="51281"/>
                </a:lnTo>
                <a:lnTo>
                  <a:pt x="611403" y="51763"/>
                </a:lnTo>
                <a:lnTo>
                  <a:pt x="611299" y="52242"/>
                </a:lnTo>
                <a:lnTo>
                  <a:pt x="611186" y="52718"/>
                </a:lnTo>
                <a:lnTo>
                  <a:pt x="611063" y="53192"/>
                </a:lnTo>
                <a:lnTo>
                  <a:pt x="610930" y="53663"/>
                </a:lnTo>
                <a:lnTo>
                  <a:pt x="610787" y="54131"/>
                </a:lnTo>
                <a:lnTo>
                  <a:pt x="610634" y="54596"/>
                </a:lnTo>
                <a:lnTo>
                  <a:pt x="610472" y="55058"/>
                </a:lnTo>
                <a:lnTo>
                  <a:pt x="610300" y="55518"/>
                </a:lnTo>
                <a:lnTo>
                  <a:pt x="610117" y="55975"/>
                </a:lnTo>
                <a:lnTo>
                  <a:pt x="609925" y="56428"/>
                </a:lnTo>
                <a:lnTo>
                  <a:pt x="609724" y="56879"/>
                </a:lnTo>
                <a:lnTo>
                  <a:pt x="609512" y="57328"/>
                </a:lnTo>
                <a:lnTo>
                  <a:pt x="609290" y="57773"/>
                </a:lnTo>
                <a:lnTo>
                  <a:pt x="609059" y="58216"/>
                </a:lnTo>
                <a:lnTo>
                  <a:pt x="608818" y="58654"/>
                </a:lnTo>
                <a:lnTo>
                  <a:pt x="608567" y="59084"/>
                </a:lnTo>
                <a:lnTo>
                  <a:pt x="608307" y="59508"/>
                </a:lnTo>
                <a:lnTo>
                  <a:pt x="608037" y="59925"/>
                </a:lnTo>
                <a:lnTo>
                  <a:pt x="607757" y="60334"/>
                </a:lnTo>
                <a:lnTo>
                  <a:pt x="607468" y="60737"/>
                </a:lnTo>
                <a:lnTo>
                  <a:pt x="607169" y="61133"/>
                </a:lnTo>
                <a:lnTo>
                  <a:pt x="606861" y="61521"/>
                </a:lnTo>
                <a:lnTo>
                  <a:pt x="606543" y="61903"/>
                </a:lnTo>
                <a:lnTo>
                  <a:pt x="606216" y="62277"/>
                </a:lnTo>
                <a:lnTo>
                  <a:pt x="605879" y="62645"/>
                </a:lnTo>
                <a:lnTo>
                  <a:pt x="605532" y="63005"/>
                </a:lnTo>
                <a:lnTo>
                  <a:pt x="605176" y="63359"/>
                </a:lnTo>
                <a:lnTo>
                  <a:pt x="604810" y="63705"/>
                </a:lnTo>
                <a:lnTo>
                  <a:pt x="604434" y="64045"/>
                </a:lnTo>
                <a:lnTo>
                  <a:pt x="604049" y="64377"/>
                </a:lnTo>
                <a:lnTo>
                  <a:pt x="603655" y="64703"/>
                </a:lnTo>
                <a:lnTo>
                  <a:pt x="603251" y="65021"/>
                </a:lnTo>
                <a:lnTo>
                  <a:pt x="602837" y="65333"/>
                </a:lnTo>
                <a:lnTo>
                  <a:pt x="602413" y="65637"/>
                </a:lnTo>
                <a:lnTo>
                  <a:pt x="601980" y="65934"/>
                </a:lnTo>
                <a:lnTo>
                  <a:pt x="601538" y="66225"/>
                </a:lnTo>
                <a:lnTo>
                  <a:pt x="601086" y="66508"/>
                </a:lnTo>
                <a:lnTo>
                  <a:pt x="600624" y="66784"/>
                </a:lnTo>
                <a:lnTo>
                  <a:pt x="600152" y="67051"/>
                </a:lnTo>
                <a:lnTo>
                  <a:pt x="599671" y="67307"/>
                </a:lnTo>
                <a:lnTo>
                  <a:pt x="599180" y="67552"/>
                </a:lnTo>
                <a:lnTo>
                  <a:pt x="598680" y="67785"/>
                </a:lnTo>
                <a:lnTo>
                  <a:pt x="598170" y="68006"/>
                </a:lnTo>
                <a:lnTo>
                  <a:pt x="597650" y="68217"/>
                </a:lnTo>
                <a:lnTo>
                  <a:pt x="597120" y="68415"/>
                </a:lnTo>
                <a:lnTo>
                  <a:pt x="596580" y="68603"/>
                </a:lnTo>
                <a:lnTo>
                  <a:pt x="596031" y="68779"/>
                </a:lnTo>
                <a:lnTo>
                  <a:pt x="595472" y="68944"/>
                </a:lnTo>
                <a:lnTo>
                  <a:pt x="594904" y="69097"/>
                </a:lnTo>
                <a:lnTo>
                  <a:pt x="594325" y="69240"/>
                </a:lnTo>
                <a:lnTo>
                  <a:pt x="593737" y="69370"/>
                </a:lnTo>
                <a:lnTo>
                  <a:pt x="593139" y="69490"/>
                </a:lnTo>
                <a:lnTo>
                  <a:pt x="592532" y="69598"/>
                </a:lnTo>
                <a:lnTo>
                  <a:pt x="591915" y="69694"/>
                </a:lnTo>
                <a:lnTo>
                  <a:pt x="591288" y="69779"/>
                </a:lnTo>
                <a:lnTo>
                  <a:pt x="590651" y="69853"/>
                </a:lnTo>
                <a:lnTo>
                  <a:pt x="590005" y="69916"/>
                </a:lnTo>
                <a:lnTo>
                  <a:pt x="589349" y="69967"/>
                </a:lnTo>
                <a:lnTo>
                  <a:pt x="588683" y="70007"/>
                </a:lnTo>
                <a:lnTo>
                  <a:pt x="588007" y="70035"/>
                </a:lnTo>
                <a:lnTo>
                  <a:pt x="587322" y="70052"/>
                </a:lnTo>
                <a:lnTo>
                  <a:pt x="586627" y="70058"/>
                </a:lnTo>
                <a:lnTo>
                  <a:pt x="558854" y="70058"/>
                </a:lnTo>
                <a:lnTo>
                  <a:pt x="558854" y="23132"/>
                </a:lnTo>
                <a:lnTo>
                  <a:pt x="584564" y="23132"/>
                </a:lnTo>
                <a:lnTo>
                  <a:pt x="585296" y="23137"/>
                </a:lnTo>
                <a:lnTo>
                  <a:pt x="586019" y="23152"/>
                </a:lnTo>
                <a:lnTo>
                  <a:pt x="586732" y="23176"/>
                </a:lnTo>
                <a:lnTo>
                  <a:pt x="587435" y="23211"/>
                </a:lnTo>
                <a:close/>
                <a:moveTo>
                  <a:pt x="521025" y="7588"/>
                </a:moveTo>
                <a:lnTo>
                  <a:pt x="536495" y="7588"/>
                </a:lnTo>
                <a:lnTo>
                  <a:pt x="536495" y="0"/>
                </a:lnTo>
                <a:lnTo>
                  <a:pt x="512185" y="0"/>
                </a:lnTo>
                <a:lnTo>
                  <a:pt x="512185" y="145567"/>
                </a:lnTo>
                <a:lnTo>
                  <a:pt x="536495" y="145567"/>
                </a:lnTo>
                <a:lnTo>
                  <a:pt x="536495" y="137980"/>
                </a:lnTo>
                <a:lnTo>
                  <a:pt x="521025" y="137980"/>
                </a:lnTo>
                <a:lnTo>
                  <a:pt x="521025" y="7588"/>
                </a:lnTo>
                <a:close/>
                <a:moveTo>
                  <a:pt x="44023" y="65877"/>
                </a:moveTo>
                <a:lnTo>
                  <a:pt x="44198" y="65476"/>
                </a:lnTo>
                <a:lnTo>
                  <a:pt x="44378" y="65077"/>
                </a:lnTo>
                <a:lnTo>
                  <a:pt x="44564" y="64680"/>
                </a:lnTo>
                <a:lnTo>
                  <a:pt x="44755" y="64285"/>
                </a:lnTo>
                <a:lnTo>
                  <a:pt x="44951" y="63892"/>
                </a:lnTo>
                <a:lnTo>
                  <a:pt x="45153" y="63502"/>
                </a:lnTo>
                <a:lnTo>
                  <a:pt x="45360" y="63113"/>
                </a:lnTo>
                <a:lnTo>
                  <a:pt x="45572" y="62726"/>
                </a:lnTo>
                <a:lnTo>
                  <a:pt x="45789" y="62341"/>
                </a:lnTo>
                <a:lnTo>
                  <a:pt x="46011" y="61959"/>
                </a:lnTo>
                <a:lnTo>
                  <a:pt x="46239" y="61578"/>
                </a:lnTo>
                <a:lnTo>
                  <a:pt x="46472" y="61199"/>
                </a:lnTo>
                <a:lnTo>
                  <a:pt x="46710" y="60823"/>
                </a:lnTo>
                <a:lnTo>
                  <a:pt x="46954" y="60448"/>
                </a:lnTo>
                <a:lnTo>
                  <a:pt x="47202" y="60076"/>
                </a:lnTo>
                <a:lnTo>
                  <a:pt x="47456" y="59706"/>
                </a:lnTo>
                <a:lnTo>
                  <a:pt x="47716" y="59337"/>
                </a:lnTo>
                <a:lnTo>
                  <a:pt x="47980" y="58971"/>
                </a:lnTo>
                <a:lnTo>
                  <a:pt x="48250" y="58609"/>
                </a:lnTo>
                <a:lnTo>
                  <a:pt x="48525" y="58252"/>
                </a:lnTo>
                <a:lnTo>
                  <a:pt x="48805" y="57900"/>
                </a:lnTo>
                <a:lnTo>
                  <a:pt x="49091" y="57555"/>
                </a:lnTo>
                <a:lnTo>
                  <a:pt x="49382" y="57215"/>
                </a:lnTo>
                <a:lnTo>
                  <a:pt x="49679" y="56881"/>
                </a:lnTo>
                <a:lnTo>
                  <a:pt x="49981" y="56552"/>
                </a:lnTo>
                <a:lnTo>
                  <a:pt x="50288" y="56229"/>
                </a:lnTo>
                <a:lnTo>
                  <a:pt x="50601" y="55911"/>
                </a:lnTo>
                <a:lnTo>
                  <a:pt x="50919" y="55600"/>
                </a:lnTo>
                <a:lnTo>
                  <a:pt x="51242" y="55293"/>
                </a:lnTo>
                <a:lnTo>
                  <a:pt x="51571" y="54993"/>
                </a:lnTo>
                <a:lnTo>
                  <a:pt x="51905" y="54698"/>
                </a:lnTo>
                <a:lnTo>
                  <a:pt x="52245" y="54409"/>
                </a:lnTo>
                <a:lnTo>
                  <a:pt x="52590" y="54125"/>
                </a:lnTo>
                <a:lnTo>
                  <a:pt x="52940" y="53847"/>
                </a:lnTo>
                <a:lnTo>
                  <a:pt x="53296" y="53575"/>
                </a:lnTo>
                <a:lnTo>
                  <a:pt x="53657" y="53308"/>
                </a:lnTo>
                <a:lnTo>
                  <a:pt x="54023" y="53047"/>
                </a:lnTo>
                <a:lnTo>
                  <a:pt x="54395" y="52791"/>
                </a:lnTo>
                <a:lnTo>
                  <a:pt x="54772" y="52541"/>
                </a:lnTo>
                <a:lnTo>
                  <a:pt x="55155" y="52297"/>
                </a:lnTo>
                <a:lnTo>
                  <a:pt x="55543" y="52058"/>
                </a:lnTo>
                <a:lnTo>
                  <a:pt x="55936" y="51825"/>
                </a:lnTo>
                <a:lnTo>
                  <a:pt x="56335" y="51600"/>
                </a:lnTo>
                <a:lnTo>
                  <a:pt x="56739" y="51384"/>
                </a:lnTo>
                <a:lnTo>
                  <a:pt x="57149" y="51178"/>
                </a:lnTo>
                <a:lnTo>
                  <a:pt x="57564" y="50981"/>
                </a:lnTo>
                <a:lnTo>
                  <a:pt x="57985" y="50794"/>
                </a:lnTo>
                <a:lnTo>
                  <a:pt x="58411" y="50617"/>
                </a:lnTo>
                <a:lnTo>
                  <a:pt x="58843" y="50449"/>
                </a:lnTo>
                <a:lnTo>
                  <a:pt x="59280" y="50290"/>
                </a:lnTo>
                <a:lnTo>
                  <a:pt x="59722" y="50142"/>
                </a:lnTo>
                <a:lnTo>
                  <a:pt x="60171" y="50003"/>
                </a:lnTo>
                <a:lnTo>
                  <a:pt x="60624" y="49873"/>
                </a:lnTo>
                <a:lnTo>
                  <a:pt x="61084" y="49753"/>
                </a:lnTo>
                <a:lnTo>
                  <a:pt x="61548" y="49643"/>
                </a:lnTo>
                <a:lnTo>
                  <a:pt x="62018" y="49542"/>
                </a:lnTo>
                <a:lnTo>
                  <a:pt x="62494" y="49451"/>
                </a:lnTo>
                <a:lnTo>
                  <a:pt x="62975" y="49370"/>
                </a:lnTo>
                <a:lnTo>
                  <a:pt x="63462" y="49298"/>
                </a:lnTo>
                <a:lnTo>
                  <a:pt x="63954" y="49235"/>
                </a:lnTo>
                <a:lnTo>
                  <a:pt x="64452" y="49183"/>
                </a:lnTo>
                <a:lnTo>
                  <a:pt x="64955" y="49139"/>
                </a:lnTo>
                <a:lnTo>
                  <a:pt x="65464" y="49106"/>
                </a:lnTo>
                <a:lnTo>
                  <a:pt x="65978" y="49082"/>
                </a:lnTo>
                <a:lnTo>
                  <a:pt x="66498" y="49067"/>
                </a:lnTo>
                <a:lnTo>
                  <a:pt x="67023" y="49063"/>
                </a:lnTo>
                <a:lnTo>
                  <a:pt x="67499" y="49066"/>
                </a:lnTo>
                <a:lnTo>
                  <a:pt x="67970" y="49076"/>
                </a:lnTo>
                <a:lnTo>
                  <a:pt x="68435" y="49094"/>
                </a:lnTo>
                <a:lnTo>
                  <a:pt x="68895" y="49118"/>
                </a:lnTo>
                <a:lnTo>
                  <a:pt x="69350" y="49149"/>
                </a:lnTo>
                <a:lnTo>
                  <a:pt x="69799" y="49187"/>
                </a:lnTo>
                <a:lnTo>
                  <a:pt x="70243" y="49232"/>
                </a:lnTo>
                <a:lnTo>
                  <a:pt x="70682" y="49284"/>
                </a:lnTo>
                <a:lnTo>
                  <a:pt x="71115" y="49342"/>
                </a:lnTo>
                <a:lnTo>
                  <a:pt x="71543" y="49408"/>
                </a:lnTo>
                <a:lnTo>
                  <a:pt x="71965" y="49480"/>
                </a:lnTo>
                <a:lnTo>
                  <a:pt x="72382" y="49560"/>
                </a:lnTo>
                <a:lnTo>
                  <a:pt x="72794" y="49646"/>
                </a:lnTo>
                <a:lnTo>
                  <a:pt x="73200" y="49739"/>
                </a:lnTo>
                <a:lnTo>
                  <a:pt x="73601" y="49840"/>
                </a:lnTo>
                <a:lnTo>
                  <a:pt x="73997" y="49947"/>
                </a:lnTo>
                <a:lnTo>
                  <a:pt x="74387" y="50061"/>
                </a:lnTo>
                <a:lnTo>
                  <a:pt x="74772" y="50181"/>
                </a:lnTo>
                <a:lnTo>
                  <a:pt x="75151" y="50309"/>
                </a:lnTo>
                <a:lnTo>
                  <a:pt x="75526" y="50444"/>
                </a:lnTo>
                <a:lnTo>
                  <a:pt x="75894" y="50586"/>
                </a:lnTo>
                <a:lnTo>
                  <a:pt x="76258" y="50734"/>
                </a:lnTo>
                <a:lnTo>
                  <a:pt x="76616" y="50889"/>
                </a:lnTo>
                <a:lnTo>
                  <a:pt x="76968" y="51052"/>
                </a:lnTo>
                <a:lnTo>
                  <a:pt x="77315" y="51222"/>
                </a:lnTo>
                <a:lnTo>
                  <a:pt x="77655" y="51402"/>
                </a:lnTo>
                <a:lnTo>
                  <a:pt x="77988" y="51591"/>
                </a:lnTo>
                <a:lnTo>
                  <a:pt x="78315" y="51789"/>
                </a:lnTo>
                <a:lnTo>
                  <a:pt x="78635" y="51997"/>
                </a:lnTo>
                <a:lnTo>
                  <a:pt x="78948" y="52214"/>
                </a:lnTo>
                <a:lnTo>
                  <a:pt x="79255" y="52441"/>
                </a:lnTo>
                <a:lnTo>
                  <a:pt x="79555" y="52676"/>
                </a:lnTo>
                <a:lnTo>
                  <a:pt x="79848" y="52922"/>
                </a:lnTo>
                <a:lnTo>
                  <a:pt x="80135" y="53176"/>
                </a:lnTo>
                <a:lnTo>
                  <a:pt x="80415" y="53440"/>
                </a:lnTo>
                <a:lnTo>
                  <a:pt x="80688" y="53713"/>
                </a:lnTo>
                <a:lnTo>
                  <a:pt x="80955" y="53995"/>
                </a:lnTo>
                <a:lnTo>
                  <a:pt x="81215" y="54287"/>
                </a:lnTo>
                <a:lnTo>
                  <a:pt x="81469" y="54588"/>
                </a:lnTo>
                <a:lnTo>
                  <a:pt x="81716" y="54899"/>
                </a:lnTo>
                <a:lnTo>
                  <a:pt x="81956" y="55219"/>
                </a:lnTo>
                <a:lnTo>
                  <a:pt x="82189" y="55548"/>
                </a:lnTo>
                <a:lnTo>
                  <a:pt x="82416" y="55886"/>
                </a:lnTo>
                <a:lnTo>
                  <a:pt x="82636" y="56234"/>
                </a:lnTo>
                <a:lnTo>
                  <a:pt x="82850" y="56591"/>
                </a:lnTo>
                <a:lnTo>
                  <a:pt x="83057" y="56958"/>
                </a:lnTo>
                <a:lnTo>
                  <a:pt x="83257" y="57333"/>
                </a:lnTo>
                <a:lnTo>
                  <a:pt x="83451" y="57719"/>
                </a:lnTo>
                <a:lnTo>
                  <a:pt x="83637" y="58115"/>
                </a:lnTo>
                <a:lnTo>
                  <a:pt x="83816" y="58523"/>
                </a:lnTo>
                <a:lnTo>
                  <a:pt x="83986" y="58943"/>
                </a:lnTo>
                <a:lnTo>
                  <a:pt x="84149" y="59375"/>
                </a:lnTo>
                <a:lnTo>
                  <a:pt x="84303" y="59820"/>
                </a:lnTo>
                <a:lnTo>
                  <a:pt x="84450" y="60276"/>
                </a:lnTo>
                <a:lnTo>
                  <a:pt x="84589" y="60745"/>
                </a:lnTo>
                <a:lnTo>
                  <a:pt x="84720" y="61226"/>
                </a:lnTo>
                <a:lnTo>
                  <a:pt x="84843" y="61719"/>
                </a:lnTo>
                <a:lnTo>
                  <a:pt x="84958" y="62224"/>
                </a:lnTo>
                <a:lnTo>
                  <a:pt x="85065" y="62742"/>
                </a:lnTo>
                <a:lnTo>
                  <a:pt x="85164" y="63271"/>
                </a:lnTo>
                <a:lnTo>
                  <a:pt x="85255" y="63813"/>
                </a:lnTo>
                <a:lnTo>
                  <a:pt x="85338" y="64367"/>
                </a:lnTo>
                <a:lnTo>
                  <a:pt x="85413" y="64933"/>
                </a:lnTo>
                <a:lnTo>
                  <a:pt x="85481" y="65511"/>
                </a:lnTo>
                <a:lnTo>
                  <a:pt x="85540" y="66101"/>
                </a:lnTo>
                <a:lnTo>
                  <a:pt x="85592" y="66704"/>
                </a:lnTo>
                <a:lnTo>
                  <a:pt x="85635" y="67318"/>
                </a:lnTo>
                <a:lnTo>
                  <a:pt x="85671" y="67945"/>
                </a:lnTo>
                <a:lnTo>
                  <a:pt x="85699" y="68584"/>
                </a:lnTo>
                <a:lnTo>
                  <a:pt x="85719" y="69235"/>
                </a:lnTo>
                <a:lnTo>
                  <a:pt x="85731" y="69898"/>
                </a:lnTo>
                <a:lnTo>
                  <a:pt x="85735" y="70574"/>
                </a:lnTo>
                <a:lnTo>
                  <a:pt x="85735" y="122583"/>
                </a:lnTo>
                <a:lnTo>
                  <a:pt x="94575" y="122583"/>
                </a:lnTo>
                <a:lnTo>
                  <a:pt x="94575" y="70647"/>
                </a:lnTo>
                <a:lnTo>
                  <a:pt x="94572" y="69994"/>
                </a:lnTo>
                <a:lnTo>
                  <a:pt x="94563" y="69350"/>
                </a:lnTo>
                <a:lnTo>
                  <a:pt x="94548" y="68713"/>
                </a:lnTo>
                <a:lnTo>
                  <a:pt x="94527" y="68084"/>
                </a:lnTo>
                <a:lnTo>
                  <a:pt x="94500" y="67464"/>
                </a:lnTo>
                <a:lnTo>
                  <a:pt x="94467" y="66851"/>
                </a:lnTo>
                <a:lnTo>
                  <a:pt x="94427" y="66247"/>
                </a:lnTo>
                <a:lnTo>
                  <a:pt x="94382" y="65650"/>
                </a:lnTo>
                <a:lnTo>
                  <a:pt x="94331" y="65062"/>
                </a:lnTo>
                <a:lnTo>
                  <a:pt x="94274" y="64481"/>
                </a:lnTo>
                <a:lnTo>
                  <a:pt x="94211" y="63909"/>
                </a:lnTo>
                <a:lnTo>
                  <a:pt x="94142" y="63345"/>
                </a:lnTo>
                <a:lnTo>
                  <a:pt x="94067" y="62789"/>
                </a:lnTo>
                <a:lnTo>
                  <a:pt x="93986" y="62241"/>
                </a:lnTo>
                <a:lnTo>
                  <a:pt x="93898" y="61701"/>
                </a:lnTo>
                <a:lnTo>
                  <a:pt x="93805" y="61169"/>
                </a:lnTo>
                <a:lnTo>
                  <a:pt x="93706" y="60645"/>
                </a:lnTo>
                <a:lnTo>
                  <a:pt x="93601" y="60129"/>
                </a:lnTo>
                <a:lnTo>
                  <a:pt x="93490" y="59621"/>
                </a:lnTo>
                <a:lnTo>
                  <a:pt x="93373" y="59121"/>
                </a:lnTo>
                <a:lnTo>
                  <a:pt x="93249" y="58630"/>
                </a:lnTo>
                <a:lnTo>
                  <a:pt x="93120" y="58146"/>
                </a:lnTo>
                <a:lnTo>
                  <a:pt x="92985" y="57670"/>
                </a:lnTo>
                <a:lnTo>
                  <a:pt x="92844" y="57203"/>
                </a:lnTo>
                <a:lnTo>
                  <a:pt x="92697" y="56743"/>
                </a:lnTo>
                <a:lnTo>
                  <a:pt x="92544" y="56290"/>
                </a:lnTo>
                <a:lnTo>
                  <a:pt x="92387" y="55845"/>
                </a:lnTo>
                <a:lnTo>
                  <a:pt x="92224" y="55406"/>
                </a:lnTo>
                <a:lnTo>
                  <a:pt x="92055" y="54975"/>
                </a:lnTo>
                <a:lnTo>
                  <a:pt x="91881" y="54551"/>
                </a:lnTo>
                <a:lnTo>
                  <a:pt x="91702" y="54134"/>
                </a:lnTo>
                <a:lnTo>
                  <a:pt x="91518" y="53724"/>
                </a:lnTo>
                <a:lnTo>
                  <a:pt x="91328" y="53322"/>
                </a:lnTo>
                <a:lnTo>
                  <a:pt x="91132" y="52926"/>
                </a:lnTo>
                <a:lnTo>
                  <a:pt x="90932" y="52538"/>
                </a:lnTo>
                <a:lnTo>
                  <a:pt x="90726" y="52157"/>
                </a:lnTo>
                <a:lnTo>
                  <a:pt x="90514" y="51783"/>
                </a:lnTo>
                <a:lnTo>
                  <a:pt x="90297" y="51416"/>
                </a:lnTo>
                <a:lnTo>
                  <a:pt x="90075" y="51056"/>
                </a:lnTo>
                <a:lnTo>
                  <a:pt x="89848" y="50704"/>
                </a:lnTo>
                <a:lnTo>
                  <a:pt x="89615" y="50358"/>
                </a:lnTo>
                <a:lnTo>
                  <a:pt x="89377" y="50020"/>
                </a:lnTo>
                <a:lnTo>
                  <a:pt x="89133" y="49689"/>
                </a:lnTo>
                <a:lnTo>
                  <a:pt x="88884" y="49366"/>
                </a:lnTo>
                <a:lnTo>
                  <a:pt x="88630" y="49049"/>
                </a:lnTo>
                <a:lnTo>
                  <a:pt x="88370" y="48739"/>
                </a:lnTo>
                <a:lnTo>
                  <a:pt x="88105" y="48437"/>
                </a:lnTo>
                <a:lnTo>
                  <a:pt x="87834" y="48142"/>
                </a:lnTo>
                <a:lnTo>
                  <a:pt x="87558" y="47853"/>
                </a:lnTo>
                <a:lnTo>
                  <a:pt x="87278" y="47572"/>
                </a:lnTo>
                <a:lnTo>
                  <a:pt x="86992" y="47296"/>
                </a:lnTo>
                <a:lnTo>
                  <a:pt x="86701" y="47028"/>
                </a:lnTo>
                <a:lnTo>
                  <a:pt x="86406" y="46765"/>
                </a:lnTo>
                <a:lnTo>
                  <a:pt x="86105" y="46510"/>
                </a:lnTo>
                <a:lnTo>
                  <a:pt x="85800" y="46260"/>
                </a:lnTo>
                <a:lnTo>
                  <a:pt x="85489" y="46018"/>
                </a:lnTo>
                <a:lnTo>
                  <a:pt x="85173" y="45782"/>
                </a:lnTo>
                <a:lnTo>
                  <a:pt x="84853" y="45552"/>
                </a:lnTo>
                <a:lnTo>
                  <a:pt x="84527" y="45329"/>
                </a:lnTo>
                <a:lnTo>
                  <a:pt x="84197" y="45112"/>
                </a:lnTo>
                <a:lnTo>
                  <a:pt x="83861" y="44902"/>
                </a:lnTo>
                <a:lnTo>
                  <a:pt x="83521" y="44699"/>
                </a:lnTo>
                <a:lnTo>
                  <a:pt x="83175" y="44502"/>
                </a:lnTo>
                <a:lnTo>
                  <a:pt x="82825" y="44311"/>
                </a:lnTo>
                <a:lnTo>
                  <a:pt x="82469" y="44127"/>
                </a:lnTo>
                <a:lnTo>
                  <a:pt x="82109" y="43950"/>
                </a:lnTo>
                <a:lnTo>
                  <a:pt x="81743" y="43779"/>
                </a:lnTo>
                <a:lnTo>
                  <a:pt x="81373" y="43614"/>
                </a:lnTo>
                <a:lnTo>
                  <a:pt x="80997" y="43456"/>
                </a:lnTo>
                <a:lnTo>
                  <a:pt x="80617" y="43305"/>
                </a:lnTo>
                <a:lnTo>
                  <a:pt x="80232" y="43160"/>
                </a:lnTo>
                <a:lnTo>
                  <a:pt x="79841" y="43022"/>
                </a:lnTo>
                <a:lnTo>
                  <a:pt x="79446" y="42890"/>
                </a:lnTo>
                <a:lnTo>
                  <a:pt x="79047" y="42763"/>
                </a:lnTo>
                <a:lnTo>
                  <a:pt x="78643" y="42642"/>
                </a:lnTo>
                <a:lnTo>
                  <a:pt x="78235" y="42527"/>
                </a:lnTo>
                <a:lnTo>
                  <a:pt x="77822" y="42417"/>
                </a:lnTo>
                <a:lnTo>
                  <a:pt x="77406" y="42313"/>
                </a:lnTo>
                <a:lnTo>
                  <a:pt x="76984" y="42214"/>
                </a:lnTo>
                <a:lnTo>
                  <a:pt x="76559" y="42122"/>
                </a:lnTo>
                <a:lnTo>
                  <a:pt x="76129" y="42034"/>
                </a:lnTo>
                <a:lnTo>
                  <a:pt x="75695" y="41953"/>
                </a:lnTo>
                <a:lnTo>
                  <a:pt x="75256" y="41877"/>
                </a:lnTo>
                <a:lnTo>
                  <a:pt x="74813" y="41806"/>
                </a:lnTo>
                <a:lnTo>
                  <a:pt x="74366" y="41742"/>
                </a:lnTo>
                <a:lnTo>
                  <a:pt x="73915" y="41683"/>
                </a:lnTo>
                <a:lnTo>
                  <a:pt x="73459" y="41629"/>
                </a:lnTo>
                <a:lnTo>
                  <a:pt x="72998" y="41581"/>
                </a:lnTo>
                <a:lnTo>
                  <a:pt x="72534" y="41539"/>
                </a:lnTo>
                <a:lnTo>
                  <a:pt x="72065" y="41503"/>
                </a:lnTo>
                <a:lnTo>
                  <a:pt x="71591" y="41472"/>
                </a:lnTo>
                <a:lnTo>
                  <a:pt x="71114" y="41446"/>
                </a:lnTo>
                <a:lnTo>
                  <a:pt x="70632" y="41427"/>
                </a:lnTo>
                <a:lnTo>
                  <a:pt x="70145" y="41412"/>
                </a:lnTo>
                <a:lnTo>
                  <a:pt x="69654" y="41404"/>
                </a:lnTo>
                <a:lnTo>
                  <a:pt x="69159" y="41401"/>
                </a:lnTo>
                <a:lnTo>
                  <a:pt x="68591" y="41406"/>
                </a:lnTo>
                <a:lnTo>
                  <a:pt x="68026" y="41420"/>
                </a:lnTo>
                <a:lnTo>
                  <a:pt x="67465" y="41443"/>
                </a:lnTo>
                <a:lnTo>
                  <a:pt x="66908" y="41475"/>
                </a:lnTo>
                <a:lnTo>
                  <a:pt x="66356" y="41516"/>
                </a:lnTo>
                <a:lnTo>
                  <a:pt x="65808" y="41567"/>
                </a:lnTo>
                <a:lnTo>
                  <a:pt x="65263" y="41627"/>
                </a:lnTo>
                <a:lnTo>
                  <a:pt x="64723" y="41696"/>
                </a:lnTo>
                <a:lnTo>
                  <a:pt x="64187" y="41774"/>
                </a:lnTo>
                <a:lnTo>
                  <a:pt x="63655" y="41862"/>
                </a:lnTo>
                <a:lnTo>
                  <a:pt x="63127" y="41958"/>
                </a:lnTo>
                <a:lnTo>
                  <a:pt x="62603" y="42064"/>
                </a:lnTo>
                <a:lnTo>
                  <a:pt x="62083" y="42179"/>
                </a:lnTo>
                <a:lnTo>
                  <a:pt x="61568" y="42304"/>
                </a:lnTo>
                <a:lnTo>
                  <a:pt x="61056" y="42437"/>
                </a:lnTo>
                <a:lnTo>
                  <a:pt x="60548" y="42580"/>
                </a:lnTo>
                <a:lnTo>
                  <a:pt x="60045" y="42732"/>
                </a:lnTo>
                <a:lnTo>
                  <a:pt x="59546" y="42893"/>
                </a:lnTo>
                <a:lnTo>
                  <a:pt x="59051" y="43063"/>
                </a:lnTo>
                <a:lnTo>
                  <a:pt x="58559" y="43243"/>
                </a:lnTo>
                <a:lnTo>
                  <a:pt x="58072" y="43432"/>
                </a:lnTo>
                <a:lnTo>
                  <a:pt x="57589" y="43630"/>
                </a:lnTo>
                <a:lnTo>
                  <a:pt x="57111" y="43837"/>
                </a:lnTo>
                <a:lnTo>
                  <a:pt x="56636" y="44053"/>
                </a:lnTo>
                <a:lnTo>
                  <a:pt x="56166" y="44278"/>
                </a:lnTo>
                <a:lnTo>
                  <a:pt x="55701" y="44510"/>
                </a:lnTo>
                <a:lnTo>
                  <a:pt x="55241" y="44749"/>
                </a:lnTo>
                <a:lnTo>
                  <a:pt x="54787" y="44995"/>
                </a:lnTo>
                <a:lnTo>
                  <a:pt x="54338" y="45248"/>
                </a:lnTo>
                <a:lnTo>
                  <a:pt x="53894" y="45508"/>
                </a:lnTo>
                <a:lnTo>
                  <a:pt x="53455" y="45776"/>
                </a:lnTo>
                <a:lnTo>
                  <a:pt x="53022" y="46050"/>
                </a:lnTo>
                <a:lnTo>
                  <a:pt x="52594" y="46332"/>
                </a:lnTo>
                <a:lnTo>
                  <a:pt x="52171" y="46621"/>
                </a:lnTo>
                <a:lnTo>
                  <a:pt x="51753" y="46918"/>
                </a:lnTo>
                <a:lnTo>
                  <a:pt x="51341" y="47221"/>
                </a:lnTo>
                <a:lnTo>
                  <a:pt x="50934" y="47531"/>
                </a:lnTo>
                <a:lnTo>
                  <a:pt x="50532" y="47849"/>
                </a:lnTo>
                <a:lnTo>
                  <a:pt x="50135" y="48174"/>
                </a:lnTo>
                <a:lnTo>
                  <a:pt x="49744" y="48506"/>
                </a:lnTo>
                <a:lnTo>
                  <a:pt x="49358" y="48845"/>
                </a:lnTo>
                <a:lnTo>
                  <a:pt x="48977" y="49192"/>
                </a:lnTo>
                <a:lnTo>
                  <a:pt x="48601" y="49545"/>
                </a:lnTo>
                <a:lnTo>
                  <a:pt x="48231" y="49906"/>
                </a:lnTo>
                <a:lnTo>
                  <a:pt x="47865" y="50274"/>
                </a:lnTo>
                <a:lnTo>
                  <a:pt x="47505" y="50649"/>
                </a:lnTo>
                <a:lnTo>
                  <a:pt x="47151" y="51031"/>
                </a:lnTo>
                <a:lnTo>
                  <a:pt x="46801" y="51420"/>
                </a:lnTo>
                <a:lnTo>
                  <a:pt x="46457" y="51815"/>
                </a:lnTo>
                <a:lnTo>
                  <a:pt x="46120" y="52216"/>
                </a:lnTo>
                <a:lnTo>
                  <a:pt x="45788" y="52622"/>
                </a:lnTo>
                <a:lnTo>
                  <a:pt x="45462" y="53033"/>
                </a:lnTo>
                <a:lnTo>
                  <a:pt x="45142" y="53448"/>
                </a:lnTo>
                <a:lnTo>
                  <a:pt x="44828" y="53869"/>
                </a:lnTo>
                <a:lnTo>
                  <a:pt x="44521" y="54296"/>
                </a:lnTo>
                <a:lnTo>
                  <a:pt x="44219" y="54727"/>
                </a:lnTo>
                <a:lnTo>
                  <a:pt x="43923" y="55163"/>
                </a:lnTo>
                <a:lnTo>
                  <a:pt x="43633" y="55605"/>
                </a:lnTo>
                <a:lnTo>
                  <a:pt x="43350" y="56051"/>
                </a:lnTo>
                <a:lnTo>
                  <a:pt x="43152" y="56372"/>
                </a:lnTo>
                <a:lnTo>
                  <a:pt x="42860" y="42875"/>
                </a:lnTo>
                <a:lnTo>
                  <a:pt x="34462" y="42875"/>
                </a:lnTo>
                <a:lnTo>
                  <a:pt x="34462" y="122583"/>
                </a:lnTo>
                <a:lnTo>
                  <a:pt x="43228" y="122583"/>
                </a:lnTo>
                <a:lnTo>
                  <a:pt x="43228" y="67904"/>
                </a:lnTo>
                <a:lnTo>
                  <a:pt x="43374" y="67502"/>
                </a:lnTo>
                <a:lnTo>
                  <a:pt x="43528" y="67093"/>
                </a:lnTo>
                <a:lnTo>
                  <a:pt x="43688" y="66686"/>
                </a:lnTo>
                <a:lnTo>
                  <a:pt x="43853" y="66280"/>
                </a:lnTo>
                <a:lnTo>
                  <a:pt x="44023" y="65877"/>
                </a:lnTo>
                <a:close/>
                <a:moveTo>
                  <a:pt x="143610" y="116305"/>
                </a:moveTo>
                <a:lnTo>
                  <a:pt x="143085" y="116246"/>
                </a:lnTo>
                <a:lnTo>
                  <a:pt x="142566" y="116178"/>
                </a:lnTo>
                <a:lnTo>
                  <a:pt x="142055" y="116101"/>
                </a:lnTo>
                <a:lnTo>
                  <a:pt x="141551" y="116015"/>
                </a:lnTo>
                <a:lnTo>
                  <a:pt x="141054" y="115919"/>
                </a:lnTo>
                <a:lnTo>
                  <a:pt x="140564" y="115815"/>
                </a:lnTo>
                <a:lnTo>
                  <a:pt x="140081" y="115701"/>
                </a:lnTo>
                <a:lnTo>
                  <a:pt x="139605" y="115579"/>
                </a:lnTo>
                <a:lnTo>
                  <a:pt x="139136" y="115447"/>
                </a:lnTo>
                <a:lnTo>
                  <a:pt x="138674" y="115306"/>
                </a:lnTo>
                <a:lnTo>
                  <a:pt x="138220" y="115156"/>
                </a:lnTo>
                <a:lnTo>
                  <a:pt x="137772" y="114998"/>
                </a:lnTo>
                <a:lnTo>
                  <a:pt x="137331" y="114830"/>
                </a:lnTo>
                <a:lnTo>
                  <a:pt x="136897" y="114652"/>
                </a:lnTo>
                <a:lnTo>
                  <a:pt x="136470" y="114466"/>
                </a:lnTo>
                <a:lnTo>
                  <a:pt x="136051" y="114271"/>
                </a:lnTo>
                <a:lnTo>
                  <a:pt x="135638" y="114067"/>
                </a:lnTo>
                <a:lnTo>
                  <a:pt x="135232" y="113853"/>
                </a:lnTo>
                <a:lnTo>
                  <a:pt x="134834" y="113632"/>
                </a:lnTo>
                <a:lnTo>
                  <a:pt x="134441" y="113404"/>
                </a:lnTo>
                <a:lnTo>
                  <a:pt x="134055" y="113170"/>
                </a:lnTo>
                <a:lnTo>
                  <a:pt x="133675" y="112928"/>
                </a:lnTo>
                <a:lnTo>
                  <a:pt x="133302" y="112681"/>
                </a:lnTo>
                <a:lnTo>
                  <a:pt x="132935" y="112426"/>
                </a:lnTo>
                <a:lnTo>
                  <a:pt x="132574" y="112165"/>
                </a:lnTo>
                <a:lnTo>
                  <a:pt x="132220" y="111897"/>
                </a:lnTo>
                <a:lnTo>
                  <a:pt x="131873" y="111623"/>
                </a:lnTo>
                <a:lnTo>
                  <a:pt x="131531" y="111342"/>
                </a:lnTo>
                <a:lnTo>
                  <a:pt x="131196" y="111054"/>
                </a:lnTo>
                <a:lnTo>
                  <a:pt x="130868" y="110759"/>
                </a:lnTo>
                <a:lnTo>
                  <a:pt x="130545" y="110458"/>
                </a:lnTo>
                <a:lnTo>
                  <a:pt x="130230" y="110151"/>
                </a:lnTo>
                <a:lnTo>
                  <a:pt x="129920" y="109836"/>
                </a:lnTo>
                <a:lnTo>
                  <a:pt x="129617" y="109515"/>
                </a:lnTo>
                <a:lnTo>
                  <a:pt x="129321" y="109187"/>
                </a:lnTo>
                <a:lnTo>
                  <a:pt x="129031" y="108853"/>
                </a:lnTo>
                <a:lnTo>
                  <a:pt x="128747" y="108512"/>
                </a:lnTo>
                <a:lnTo>
                  <a:pt x="128469" y="108165"/>
                </a:lnTo>
                <a:lnTo>
                  <a:pt x="128198" y="107810"/>
                </a:lnTo>
                <a:lnTo>
                  <a:pt x="127934" y="107449"/>
                </a:lnTo>
                <a:lnTo>
                  <a:pt x="127676" y="107082"/>
                </a:lnTo>
                <a:lnTo>
                  <a:pt x="127424" y="106708"/>
                </a:lnTo>
                <a:lnTo>
                  <a:pt x="127178" y="106328"/>
                </a:lnTo>
                <a:lnTo>
                  <a:pt x="126938" y="105944"/>
                </a:lnTo>
                <a:lnTo>
                  <a:pt x="126703" y="105555"/>
                </a:lnTo>
                <a:lnTo>
                  <a:pt x="126474" y="105163"/>
                </a:lnTo>
                <a:lnTo>
                  <a:pt x="126251" y="104766"/>
                </a:lnTo>
                <a:lnTo>
                  <a:pt x="126033" y="104364"/>
                </a:lnTo>
                <a:lnTo>
                  <a:pt x="125821" y="103958"/>
                </a:lnTo>
                <a:lnTo>
                  <a:pt x="125615" y="103548"/>
                </a:lnTo>
                <a:lnTo>
                  <a:pt x="125414" y="103134"/>
                </a:lnTo>
                <a:lnTo>
                  <a:pt x="125219" y="102715"/>
                </a:lnTo>
                <a:lnTo>
                  <a:pt x="125029" y="102292"/>
                </a:lnTo>
                <a:lnTo>
                  <a:pt x="124845" y="101864"/>
                </a:lnTo>
                <a:lnTo>
                  <a:pt x="124667" y="101432"/>
                </a:lnTo>
                <a:lnTo>
                  <a:pt x="124494" y="100996"/>
                </a:lnTo>
                <a:lnTo>
                  <a:pt x="124327" y="100555"/>
                </a:lnTo>
                <a:lnTo>
                  <a:pt x="124166" y="100110"/>
                </a:lnTo>
                <a:lnTo>
                  <a:pt x="124010" y="99661"/>
                </a:lnTo>
                <a:lnTo>
                  <a:pt x="123860" y="99207"/>
                </a:lnTo>
                <a:lnTo>
                  <a:pt x="123715" y="98749"/>
                </a:lnTo>
                <a:lnTo>
                  <a:pt x="123577" y="98287"/>
                </a:lnTo>
                <a:lnTo>
                  <a:pt x="123443" y="97820"/>
                </a:lnTo>
                <a:lnTo>
                  <a:pt x="123316" y="97349"/>
                </a:lnTo>
                <a:lnTo>
                  <a:pt x="123194" y="96874"/>
                </a:lnTo>
                <a:lnTo>
                  <a:pt x="123077" y="96394"/>
                </a:lnTo>
                <a:lnTo>
                  <a:pt x="122966" y="95911"/>
                </a:lnTo>
                <a:lnTo>
                  <a:pt x="122860" y="95426"/>
                </a:lnTo>
                <a:lnTo>
                  <a:pt x="122758" y="94940"/>
                </a:lnTo>
                <a:lnTo>
                  <a:pt x="122661" y="94451"/>
                </a:lnTo>
                <a:lnTo>
                  <a:pt x="122569" y="93961"/>
                </a:lnTo>
                <a:lnTo>
                  <a:pt x="122481" y="93468"/>
                </a:lnTo>
                <a:lnTo>
                  <a:pt x="122398" y="92974"/>
                </a:lnTo>
                <a:lnTo>
                  <a:pt x="122320" y="92477"/>
                </a:lnTo>
                <a:lnTo>
                  <a:pt x="122247" y="91979"/>
                </a:lnTo>
                <a:lnTo>
                  <a:pt x="122178" y="91479"/>
                </a:lnTo>
                <a:lnTo>
                  <a:pt x="122114" y="90977"/>
                </a:lnTo>
                <a:lnTo>
                  <a:pt x="122055" y="90473"/>
                </a:lnTo>
                <a:lnTo>
                  <a:pt x="122001" y="89967"/>
                </a:lnTo>
                <a:lnTo>
                  <a:pt x="121951" y="89459"/>
                </a:lnTo>
                <a:lnTo>
                  <a:pt x="121906" y="88950"/>
                </a:lnTo>
                <a:lnTo>
                  <a:pt x="121866" y="88438"/>
                </a:lnTo>
                <a:lnTo>
                  <a:pt x="121830" y="87924"/>
                </a:lnTo>
                <a:lnTo>
                  <a:pt x="121800" y="87409"/>
                </a:lnTo>
                <a:lnTo>
                  <a:pt x="121774" y="86892"/>
                </a:lnTo>
                <a:lnTo>
                  <a:pt x="121752" y="86372"/>
                </a:lnTo>
                <a:lnTo>
                  <a:pt x="121736" y="85851"/>
                </a:lnTo>
                <a:lnTo>
                  <a:pt x="121724" y="85328"/>
                </a:lnTo>
                <a:lnTo>
                  <a:pt x="121717" y="84803"/>
                </a:lnTo>
                <a:lnTo>
                  <a:pt x="121714" y="84276"/>
                </a:lnTo>
                <a:lnTo>
                  <a:pt x="121714" y="81182"/>
                </a:lnTo>
                <a:lnTo>
                  <a:pt x="121717" y="80655"/>
                </a:lnTo>
                <a:lnTo>
                  <a:pt x="121724" y="80130"/>
                </a:lnTo>
                <a:lnTo>
                  <a:pt x="121736" y="79607"/>
                </a:lnTo>
                <a:lnTo>
                  <a:pt x="121752" y="79085"/>
                </a:lnTo>
                <a:lnTo>
                  <a:pt x="121774" y="78566"/>
                </a:lnTo>
                <a:lnTo>
                  <a:pt x="121800" y="78049"/>
                </a:lnTo>
                <a:lnTo>
                  <a:pt x="121830" y="77533"/>
                </a:lnTo>
                <a:lnTo>
                  <a:pt x="121866" y="77020"/>
                </a:lnTo>
                <a:lnTo>
                  <a:pt x="121906" y="76508"/>
                </a:lnTo>
                <a:lnTo>
                  <a:pt x="121951" y="75998"/>
                </a:lnTo>
                <a:lnTo>
                  <a:pt x="122001" y="75490"/>
                </a:lnTo>
                <a:lnTo>
                  <a:pt x="122055" y="74984"/>
                </a:lnTo>
                <a:lnTo>
                  <a:pt x="122114" y="74480"/>
                </a:lnTo>
                <a:lnTo>
                  <a:pt x="122178" y="73978"/>
                </a:lnTo>
                <a:lnTo>
                  <a:pt x="122247" y="73478"/>
                </a:lnTo>
                <a:lnTo>
                  <a:pt x="122320" y="72980"/>
                </a:lnTo>
                <a:lnTo>
                  <a:pt x="122398" y="72484"/>
                </a:lnTo>
                <a:lnTo>
                  <a:pt x="122481" y="71989"/>
                </a:lnTo>
                <a:lnTo>
                  <a:pt x="122569" y="71497"/>
                </a:lnTo>
                <a:lnTo>
                  <a:pt x="122661" y="71006"/>
                </a:lnTo>
                <a:lnTo>
                  <a:pt x="122758" y="70518"/>
                </a:lnTo>
                <a:lnTo>
                  <a:pt x="122860" y="70031"/>
                </a:lnTo>
                <a:lnTo>
                  <a:pt x="122966" y="69546"/>
                </a:lnTo>
                <a:lnTo>
                  <a:pt x="123077" y="69063"/>
                </a:lnTo>
                <a:lnTo>
                  <a:pt x="123194" y="68584"/>
                </a:lnTo>
                <a:lnTo>
                  <a:pt x="123316" y="68108"/>
                </a:lnTo>
                <a:lnTo>
                  <a:pt x="123443" y="67637"/>
                </a:lnTo>
                <a:lnTo>
                  <a:pt x="123577" y="67171"/>
                </a:lnTo>
                <a:lnTo>
                  <a:pt x="123715" y="66708"/>
                </a:lnTo>
                <a:lnTo>
                  <a:pt x="123860" y="66250"/>
                </a:lnTo>
                <a:lnTo>
                  <a:pt x="124010" y="65797"/>
                </a:lnTo>
                <a:lnTo>
                  <a:pt x="124166" y="65347"/>
                </a:lnTo>
                <a:lnTo>
                  <a:pt x="124327" y="64902"/>
                </a:lnTo>
                <a:lnTo>
                  <a:pt x="124494" y="64462"/>
                </a:lnTo>
                <a:lnTo>
                  <a:pt x="124667" y="64026"/>
                </a:lnTo>
                <a:lnTo>
                  <a:pt x="124845" y="63594"/>
                </a:lnTo>
                <a:lnTo>
                  <a:pt x="125029" y="63166"/>
                </a:lnTo>
                <a:lnTo>
                  <a:pt x="125219" y="62743"/>
                </a:lnTo>
                <a:lnTo>
                  <a:pt x="125414" y="62324"/>
                </a:lnTo>
                <a:lnTo>
                  <a:pt x="125615" y="61909"/>
                </a:lnTo>
                <a:lnTo>
                  <a:pt x="125821" y="61499"/>
                </a:lnTo>
                <a:lnTo>
                  <a:pt x="126033" y="61094"/>
                </a:lnTo>
                <a:lnTo>
                  <a:pt x="126251" y="60692"/>
                </a:lnTo>
                <a:lnTo>
                  <a:pt x="126474" y="60295"/>
                </a:lnTo>
                <a:lnTo>
                  <a:pt x="126703" y="59902"/>
                </a:lnTo>
                <a:lnTo>
                  <a:pt x="126938" y="59514"/>
                </a:lnTo>
                <a:lnTo>
                  <a:pt x="127178" y="59130"/>
                </a:lnTo>
                <a:lnTo>
                  <a:pt x="127424" y="58750"/>
                </a:lnTo>
                <a:lnTo>
                  <a:pt x="127676" y="58376"/>
                </a:lnTo>
                <a:lnTo>
                  <a:pt x="127934" y="58008"/>
                </a:lnTo>
                <a:lnTo>
                  <a:pt x="128198" y="57647"/>
                </a:lnTo>
                <a:lnTo>
                  <a:pt x="128469" y="57293"/>
                </a:lnTo>
                <a:lnTo>
                  <a:pt x="128747" y="56945"/>
                </a:lnTo>
                <a:lnTo>
                  <a:pt x="129031" y="56604"/>
                </a:lnTo>
                <a:lnTo>
                  <a:pt x="129321" y="56270"/>
                </a:lnTo>
                <a:lnTo>
                  <a:pt x="129617" y="55942"/>
                </a:lnTo>
                <a:lnTo>
                  <a:pt x="129920" y="55621"/>
                </a:lnTo>
                <a:lnTo>
                  <a:pt x="130230" y="55307"/>
                </a:lnTo>
                <a:lnTo>
                  <a:pt x="130545" y="54999"/>
                </a:lnTo>
                <a:lnTo>
                  <a:pt x="130868" y="54698"/>
                </a:lnTo>
                <a:lnTo>
                  <a:pt x="131196" y="54404"/>
                </a:lnTo>
                <a:lnTo>
                  <a:pt x="131531" y="54116"/>
                </a:lnTo>
                <a:lnTo>
                  <a:pt x="131873" y="53835"/>
                </a:lnTo>
                <a:lnTo>
                  <a:pt x="132220" y="53560"/>
                </a:lnTo>
                <a:lnTo>
                  <a:pt x="132574" y="53293"/>
                </a:lnTo>
                <a:lnTo>
                  <a:pt x="132935" y="53032"/>
                </a:lnTo>
                <a:lnTo>
                  <a:pt x="133302" y="52777"/>
                </a:lnTo>
                <a:lnTo>
                  <a:pt x="133675" y="52529"/>
                </a:lnTo>
                <a:lnTo>
                  <a:pt x="134055" y="52288"/>
                </a:lnTo>
                <a:lnTo>
                  <a:pt x="134441" y="52053"/>
                </a:lnTo>
                <a:lnTo>
                  <a:pt x="134834" y="51825"/>
                </a:lnTo>
                <a:lnTo>
                  <a:pt x="135232" y="51604"/>
                </a:lnTo>
                <a:lnTo>
                  <a:pt x="135638" y="51391"/>
                </a:lnTo>
                <a:lnTo>
                  <a:pt x="136050" y="51186"/>
                </a:lnTo>
                <a:lnTo>
                  <a:pt x="136469" y="50991"/>
                </a:lnTo>
                <a:lnTo>
                  <a:pt x="136895" y="50805"/>
                </a:lnTo>
                <a:lnTo>
                  <a:pt x="137328" y="50628"/>
                </a:lnTo>
                <a:lnTo>
                  <a:pt x="137767" y="50460"/>
                </a:lnTo>
                <a:lnTo>
                  <a:pt x="138213" y="50301"/>
                </a:lnTo>
                <a:lnTo>
                  <a:pt x="138666" y="50151"/>
                </a:lnTo>
                <a:lnTo>
                  <a:pt x="139126" y="50011"/>
                </a:lnTo>
                <a:lnTo>
                  <a:pt x="139592" y="49879"/>
                </a:lnTo>
                <a:lnTo>
                  <a:pt x="140066" y="49756"/>
                </a:lnTo>
                <a:lnTo>
                  <a:pt x="140546" y="49643"/>
                </a:lnTo>
                <a:lnTo>
                  <a:pt x="141033" y="49538"/>
                </a:lnTo>
                <a:lnTo>
                  <a:pt x="141526" y="49443"/>
                </a:lnTo>
                <a:lnTo>
                  <a:pt x="142027" y="49357"/>
                </a:lnTo>
                <a:lnTo>
                  <a:pt x="142534" y="49280"/>
                </a:lnTo>
                <a:lnTo>
                  <a:pt x="143048" y="49211"/>
                </a:lnTo>
                <a:lnTo>
                  <a:pt x="143568" y="49152"/>
                </a:lnTo>
                <a:lnTo>
                  <a:pt x="144096" y="49103"/>
                </a:lnTo>
                <a:lnTo>
                  <a:pt x="144630" y="49062"/>
                </a:lnTo>
                <a:lnTo>
                  <a:pt x="145171" y="49030"/>
                </a:lnTo>
                <a:lnTo>
                  <a:pt x="145719" y="49007"/>
                </a:lnTo>
                <a:lnTo>
                  <a:pt x="146274" y="48994"/>
                </a:lnTo>
                <a:lnTo>
                  <a:pt x="146835" y="48989"/>
                </a:lnTo>
                <a:lnTo>
                  <a:pt x="147331" y="48993"/>
                </a:lnTo>
                <a:lnTo>
                  <a:pt x="147822" y="49006"/>
                </a:lnTo>
                <a:lnTo>
                  <a:pt x="148311" y="49028"/>
                </a:lnTo>
                <a:lnTo>
                  <a:pt x="148795" y="49059"/>
                </a:lnTo>
                <a:lnTo>
                  <a:pt x="149277" y="49098"/>
                </a:lnTo>
                <a:lnTo>
                  <a:pt x="149754" y="49146"/>
                </a:lnTo>
                <a:lnTo>
                  <a:pt x="150228" y="49202"/>
                </a:lnTo>
                <a:lnTo>
                  <a:pt x="150699" y="49267"/>
                </a:lnTo>
                <a:lnTo>
                  <a:pt x="151165" y="49341"/>
                </a:lnTo>
                <a:lnTo>
                  <a:pt x="151629" y="49424"/>
                </a:lnTo>
                <a:lnTo>
                  <a:pt x="152088" y="49515"/>
                </a:lnTo>
                <a:lnTo>
                  <a:pt x="152544" y="49615"/>
                </a:lnTo>
                <a:lnTo>
                  <a:pt x="152997" y="49724"/>
                </a:lnTo>
                <a:lnTo>
                  <a:pt x="153446" y="49841"/>
                </a:lnTo>
                <a:lnTo>
                  <a:pt x="153891" y="49967"/>
                </a:lnTo>
                <a:lnTo>
                  <a:pt x="154333" y="50102"/>
                </a:lnTo>
                <a:lnTo>
                  <a:pt x="154771" y="50246"/>
                </a:lnTo>
                <a:lnTo>
                  <a:pt x="155206" y="50398"/>
                </a:lnTo>
                <a:lnTo>
                  <a:pt x="155637" y="50559"/>
                </a:lnTo>
                <a:lnTo>
                  <a:pt x="156064" y="50728"/>
                </a:lnTo>
                <a:lnTo>
                  <a:pt x="156488" y="50907"/>
                </a:lnTo>
                <a:lnTo>
                  <a:pt x="156908" y="51094"/>
                </a:lnTo>
                <a:lnTo>
                  <a:pt x="157325" y="51289"/>
                </a:lnTo>
                <a:lnTo>
                  <a:pt x="157738" y="51494"/>
                </a:lnTo>
                <a:lnTo>
                  <a:pt x="158146" y="51706"/>
                </a:lnTo>
                <a:lnTo>
                  <a:pt x="158547" y="51926"/>
                </a:lnTo>
                <a:lnTo>
                  <a:pt x="158942" y="52153"/>
                </a:lnTo>
                <a:lnTo>
                  <a:pt x="159330" y="52388"/>
                </a:lnTo>
                <a:lnTo>
                  <a:pt x="159711" y="52630"/>
                </a:lnTo>
                <a:lnTo>
                  <a:pt x="160086" y="52880"/>
                </a:lnTo>
                <a:lnTo>
                  <a:pt x="160454" y="53137"/>
                </a:lnTo>
                <a:lnTo>
                  <a:pt x="160816" y="53401"/>
                </a:lnTo>
                <a:lnTo>
                  <a:pt x="161170" y="53673"/>
                </a:lnTo>
                <a:lnTo>
                  <a:pt x="161519" y="53952"/>
                </a:lnTo>
                <a:lnTo>
                  <a:pt x="161860" y="54238"/>
                </a:lnTo>
                <a:lnTo>
                  <a:pt x="162195" y="54532"/>
                </a:lnTo>
                <a:lnTo>
                  <a:pt x="162523" y="54834"/>
                </a:lnTo>
                <a:lnTo>
                  <a:pt x="162845" y="55143"/>
                </a:lnTo>
                <a:lnTo>
                  <a:pt x="163159" y="55459"/>
                </a:lnTo>
                <a:lnTo>
                  <a:pt x="163468" y="55783"/>
                </a:lnTo>
                <a:lnTo>
                  <a:pt x="163769" y="56114"/>
                </a:lnTo>
                <a:lnTo>
                  <a:pt x="164064" y="56452"/>
                </a:lnTo>
                <a:lnTo>
                  <a:pt x="164352" y="56798"/>
                </a:lnTo>
                <a:lnTo>
                  <a:pt x="164634" y="57152"/>
                </a:lnTo>
                <a:lnTo>
                  <a:pt x="164909" y="57513"/>
                </a:lnTo>
                <a:lnTo>
                  <a:pt x="165177" y="57881"/>
                </a:lnTo>
                <a:lnTo>
                  <a:pt x="165439" y="58256"/>
                </a:lnTo>
                <a:lnTo>
                  <a:pt x="165694" y="58639"/>
                </a:lnTo>
                <a:lnTo>
                  <a:pt x="165941" y="59029"/>
                </a:lnTo>
                <a:lnTo>
                  <a:pt x="166179" y="59425"/>
                </a:lnTo>
                <a:lnTo>
                  <a:pt x="166408" y="59827"/>
                </a:lnTo>
                <a:lnTo>
                  <a:pt x="166627" y="60236"/>
                </a:lnTo>
                <a:lnTo>
                  <a:pt x="166837" y="60650"/>
                </a:lnTo>
                <a:lnTo>
                  <a:pt x="167038" y="61070"/>
                </a:lnTo>
                <a:lnTo>
                  <a:pt x="167230" y="61497"/>
                </a:lnTo>
                <a:lnTo>
                  <a:pt x="167413" y="61930"/>
                </a:lnTo>
                <a:lnTo>
                  <a:pt x="167586" y="62369"/>
                </a:lnTo>
                <a:lnTo>
                  <a:pt x="167751" y="62814"/>
                </a:lnTo>
                <a:lnTo>
                  <a:pt x="167906" y="63265"/>
                </a:lnTo>
                <a:lnTo>
                  <a:pt x="168051" y="63723"/>
                </a:lnTo>
                <a:lnTo>
                  <a:pt x="168188" y="64186"/>
                </a:lnTo>
                <a:lnTo>
                  <a:pt x="168315" y="64656"/>
                </a:lnTo>
                <a:lnTo>
                  <a:pt x="168434" y="65131"/>
                </a:lnTo>
                <a:lnTo>
                  <a:pt x="168543" y="65613"/>
                </a:lnTo>
                <a:lnTo>
                  <a:pt x="168642" y="66101"/>
                </a:lnTo>
                <a:lnTo>
                  <a:pt x="168733" y="66596"/>
                </a:lnTo>
                <a:lnTo>
                  <a:pt x="168814" y="67096"/>
                </a:lnTo>
                <a:lnTo>
                  <a:pt x="168886" y="67602"/>
                </a:lnTo>
                <a:lnTo>
                  <a:pt x="168949" y="68115"/>
                </a:lnTo>
                <a:lnTo>
                  <a:pt x="169003" y="68634"/>
                </a:lnTo>
                <a:lnTo>
                  <a:pt x="169047" y="69159"/>
                </a:lnTo>
                <a:lnTo>
                  <a:pt x="169083" y="69690"/>
                </a:lnTo>
                <a:lnTo>
                  <a:pt x="177555" y="69690"/>
                </a:lnTo>
                <a:lnTo>
                  <a:pt x="177517" y="68969"/>
                </a:lnTo>
                <a:lnTo>
                  <a:pt x="177467" y="68257"/>
                </a:lnTo>
                <a:lnTo>
                  <a:pt x="177404" y="67553"/>
                </a:lnTo>
                <a:lnTo>
                  <a:pt x="177327" y="66857"/>
                </a:lnTo>
                <a:lnTo>
                  <a:pt x="177238" y="66170"/>
                </a:lnTo>
                <a:lnTo>
                  <a:pt x="177136" y="65491"/>
                </a:lnTo>
                <a:lnTo>
                  <a:pt x="177020" y="64819"/>
                </a:lnTo>
                <a:lnTo>
                  <a:pt x="176892" y="64156"/>
                </a:lnTo>
                <a:lnTo>
                  <a:pt x="176750" y="63502"/>
                </a:lnTo>
                <a:lnTo>
                  <a:pt x="176595" y="62855"/>
                </a:lnTo>
                <a:lnTo>
                  <a:pt x="176428" y="62216"/>
                </a:lnTo>
                <a:lnTo>
                  <a:pt x="176247" y="61586"/>
                </a:lnTo>
                <a:lnTo>
                  <a:pt x="176053" y="60964"/>
                </a:lnTo>
                <a:lnTo>
                  <a:pt x="175846" y="60350"/>
                </a:lnTo>
                <a:lnTo>
                  <a:pt x="175627" y="59744"/>
                </a:lnTo>
                <a:lnTo>
                  <a:pt x="175394" y="59147"/>
                </a:lnTo>
                <a:lnTo>
                  <a:pt x="175148" y="58558"/>
                </a:lnTo>
                <a:lnTo>
                  <a:pt x="174889" y="57976"/>
                </a:lnTo>
                <a:lnTo>
                  <a:pt x="174617" y="57403"/>
                </a:lnTo>
                <a:lnTo>
                  <a:pt x="174332" y="56839"/>
                </a:lnTo>
                <a:lnTo>
                  <a:pt x="174033" y="56282"/>
                </a:lnTo>
                <a:lnTo>
                  <a:pt x="173722" y="55734"/>
                </a:lnTo>
                <a:lnTo>
                  <a:pt x="173398" y="55193"/>
                </a:lnTo>
                <a:lnTo>
                  <a:pt x="173061" y="54661"/>
                </a:lnTo>
                <a:lnTo>
                  <a:pt x="172712" y="54138"/>
                </a:lnTo>
                <a:lnTo>
                  <a:pt x="172355" y="53625"/>
                </a:lnTo>
                <a:lnTo>
                  <a:pt x="171988" y="53122"/>
                </a:lnTo>
                <a:lnTo>
                  <a:pt x="171612" y="52629"/>
                </a:lnTo>
                <a:lnTo>
                  <a:pt x="171227" y="52146"/>
                </a:lnTo>
                <a:lnTo>
                  <a:pt x="170832" y="51673"/>
                </a:lnTo>
                <a:lnTo>
                  <a:pt x="170429" y="51210"/>
                </a:lnTo>
                <a:lnTo>
                  <a:pt x="170016" y="50757"/>
                </a:lnTo>
                <a:lnTo>
                  <a:pt x="169594" y="50314"/>
                </a:lnTo>
                <a:lnTo>
                  <a:pt x="169163" y="49881"/>
                </a:lnTo>
                <a:lnTo>
                  <a:pt x="168722" y="49457"/>
                </a:lnTo>
                <a:lnTo>
                  <a:pt x="168272" y="49044"/>
                </a:lnTo>
                <a:lnTo>
                  <a:pt x="167814" y="48641"/>
                </a:lnTo>
                <a:lnTo>
                  <a:pt x="167345" y="48248"/>
                </a:lnTo>
                <a:lnTo>
                  <a:pt x="166868" y="47864"/>
                </a:lnTo>
                <a:lnTo>
                  <a:pt x="166382" y="47491"/>
                </a:lnTo>
                <a:lnTo>
                  <a:pt x="165886" y="47128"/>
                </a:lnTo>
                <a:lnTo>
                  <a:pt x="165381" y="46774"/>
                </a:lnTo>
                <a:lnTo>
                  <a:pt x="164867" y="46431"/>
                </a:lnTo>
                <a:lnTo>
                  <a:pt x="164343" y="46098"/>
                </a:lnTo>
                <a:lnTo>
                  <a:pt x="163811" y="45774"/>
                </a:lnTo>
                <a:lnTo>
                  <a:pt x="163269" y="45461"/>
                </a:lnTo>
                <a:lnTo>
                  <a:pt x="162718" y="45157"/>
                </a:lnTo>
                <a:lnTo>
                  <a:pt x="162158" y="44864"/>
                </a:lnTo>
                <a:lnTo>
                  <a:pt x="161590" y="44581"/>
                </a:lnTo>
                <a:lnTo>
                  <a:pt x="161016" y="44311"/>
                </a:lnTo>
                <a:lnTo>
                  <a:pt x="160436" y="44052"/>
                </a:lnTo>
                <a:lnTo>
                  <a:pt x="159850" y="43806"/>
                </a:lnTo>
                <a:lnTo>
                  <a:pt x="159257" y="43571"/>
                </a:lnTo>
                <a:lnTo>
                  <a:pt x="158659" y="43349"/>
                </a:lnTo>
                <a:lnTo>
                  <a:pt x="158054" y="43138"/>
                </a:lnTo>
                <a:lnTo>
                  <a:pt x="157443" y="42940"/>
                </a:lnTo>
                <a:lnTo>
                  <a:pt x="156826" y="42754"/>
                </a:lnTo>
                <a:lnTo>
                  <a:pt x="156203" y="42579"/>
                </a:lnTo>
                <a:lnTo>
                  <a:pt x="155574" y="42417"/>
                </a:lnTo>
                <a:lnTo>
                  <a:pt x="154939" y="42267"/>
                </a:lnTo>
                <a:lnTo>
                  <a:pt x="154297" y="42129"/>
                </a:lnTo>
                <a:lnTo>
                  <a:pt x="153649" y="42002"/>
                </a:lnTo>
                <a:lnTo>
                  <a:pt x="152996" y="41888"/>
                </a:lnTo>
                <a:lnTo>
                  <a:pt x="152336" y="41786"/>
                </a:lnTo>
                <a:lnTo>
                  <a:pt x="151670" y="41696"/>
                </a:lnTo>
                <a:lnTo>
                  <a:pt x="150997" y="41618"/>
                </a:lnTo>
                <a:lnTo>
                  <a:pt x="150319" y="41551"/>
                </a:lnTo>
                <a:lnTo>
                  <a:pt x="149634" y="41497"/>
                </a:lnTo>
                <a:lnTo>
                  <a:pt x="148944" y="41455"/>
                </a:lnTo>
                <a:lnTo>
                  <a:pt x="148247" y="41425"/>
                </a:lnTo>
                <a:lnTo>
                  <a:pt x="147544" y="41407"/>
                </a:lnTo>
                <a:lnTo>
                  <a:pt x="146835" y="41401"/>
                </a:lnTo>
                <a:lnTo>
                  <a:pt x="146139" y="41406"/>
                </a:lnTo>
                <a:lnTo>
                  <a:pt x="145450" y="41422"/>
                </a:lnTo>
                <a:lnTo>
                  <a:pt x="144768" y="41448"/>
                </a:lnTo>
                <a:lnTo>
                  <a:pt x="144093" y="41485"/>
                </a:lnTo>
                <a:lnTo>
                  <a:pt x="143425" y="41532"/>
                </a:lnTo>
                <a:lnTo>
                  <a:pt x="142765" y="41590"/>
                </a:lnTo>
                <a:lnTo>
                  <a:pt x="142112" y="41658"/>
                </a:lnTo>
                <a:lnTo>
                  <a:pt x="141466" y="41737"/>
                </a:lnTo>
                <a:lnTo>
                  <a:pt x="140827" y="41826"/>
                </a:lnTo>
                <a:lnTo>
                  <a:pt x="140195" y="41926"/>
                </a:lnTo>
                <a:lnTo>
                  <a:pt x="139570" y="42036"/>
                </a:lnTo>
                <a:lnTo>
                  <a:pt x="138953" y="42156"/>
                </a:lnTo>
                <a:lnTo>
                  <a:pt x="138342" y="42287"/>
                </a:lnTo>
                <a:lnTo>
                  <a:pt x="137739" y="42429"/>
                </a:lnTo>
                <a:lnTo>
                  <a:pt x="137143" y="42581"/>
                </a:lnTo>
                <a:lnTo>
                  <a:pt x="136554" y="42744"/>
                </a:lnTo>
                <a:lnTo>
                  <a:pt x="135973" y="42917"/>
                </a:lnTo>
                <a:lnTo>
                  <a:pt x="135398" y="43100"/>
                </a:lnTo>
                <a:lnTo>
                  <a:pt x="134831" y="43294"/>
                </a:lnTo>
                <a:lnTo>
                  <a:pt x="134271" y="43499"/>
                </a:lnTo>
                <a:lnTo>
                  <a:pt x="133718" y="43714"/>
                </a:lnTo>
                <a:lnTo>
                  <a:pt x="133172" y="43939"/>
                </a:lnTo>
                <a:lnTo>
                  <a:pt x="132633" y="44175"/>
                </a:lnTo>
                <a:lnTo>
                  <a:pt x="132102" y="44422"/>
                </a:lnTo>
                <a:lnTo>
                  <a:pt x="131577" y="44677"/>
                </a:lnTo>
                <a:lnTo>
                  <a:pt x="131060" y="44942"/>
                </a:lnTo>
                <a:lnTo>
                  <a:pt x="130550" y="45214"/>
                </a:lnTo>
                <a:lnTo>
                  <a:pt x="130047" y="45495"/>
                </a:lnTo>
                <a:lnTo>
                  <a:pt x="129551" y="45784"/>
                </a:lnTo>
                <a:lnTo>
                  <a:pt x="129063" y="46081"/>
                </a:lnTo>
                <a:lnTo>
                  <a:pt x="128581" y="46387"/>
                </a:lnTo>
                <a:lnTo>
                  <a:pt x="128107" y="46701"/>
                </a:lnTo>
                <a:lnTo>
                  <a:pt x="127640" y="47024"/>
                </a:lnTo>
                <a:lnTo>
                  <a:pt x="127180" y="47354"/>
                </a:lnTo>
                <a:lnTo>
                  <a:pt x="126727" y="47693"/>
                </a:lnTo>
                <a:lnTo>
                  <a:pt x="126282" y="48041"/>
                </a:lnTo>
                <a:lnTo>
                  <a:pt x="125843" y="48396"/>
                </a:lnTo>
                <a:lnTo>
                  <a:pt x="125412" y="48760"/>
                </a:lnTo>
                <a:lnTo>
                  <a:pt x="124988" y="49132"/>
                </a:lnTo>
                <a:lnTo>
                  <a:pt x="124571" y="49513"/>
                </a:lnTo>
                <a:lnTo>
                  <a:pt x="124161" y="49902"/>
                </a:lnTo>
                <a:lnTo>
                  <a:pt x="123759" y="50299"/>
                </a:lnTo>
                <a:lnTo>
                  <a:pt x="123363" y="50704"/>
                </a:lnTo>
                <a:lnTo>
                  <a:pt x="122975" y="51118"/>
                </a:lnTo>
                <a:lnTo>
                  <a:pt x="122594" y="51540"/>
                </a:lnTo>
                <a:lnTo>
                  <a:pt x="122220" y="51971"/>
                </a:lnTo>
                <a:lnTo>
                  <a:pt x="121853" y="52409"/>
                </a:lnTo>
                <a:lnTo>
                  <a:pt x="121493" y="52857"/>
                </a:lnTo>
                <a:lnTo>
                  <a:pt x="121141" y="53311"/>
                </a:lnTo>
                <a:lnTo>
                  <a:pt x="120796" y="53772"/>
                </a:lnTo>
                <a:lnTo>
                  <a:pt x="120458" y="54239"/>
                </a:lnTo>
                <a:lnTo>
                  <a:pt x="120128" y="54713"/>
                </a:lnTo>
                <a:lnTo>
                  <a:pt x="119804" y="55193"/>
                </a:lnTo>
                <a:lnTo>
                  <a:pt x="119488" y="55679"/>
                </a:lnTo>
                <a:lnTo>
                  <a:pt x="119180" y="56172"/>
                </a:lnTo>
                <a:lnTo>
                  <a:pt x="118878" y="56671"/>
                </a:lnTo>
                <a:lnTo>
                  <a:pt x="118584" y="57176"/>
                </a:lnTo>
                <a:lnTo>
                  <a:pt x="118297" y="57688"/>
                </a:lnTo>
                <a:lnTo>
                  <a:pt x="118018" y="58207"/>
                </a:lnTo>
                <a:lnTo>
                  <a:pt x="117746" y="58732"/>
                </a:lnTo>
                <a:lnTo>
                  <a:pt x="117481" y="59263"/>
                </a:lnTo>
                <a:lnTo>
                  <a:pt x="117223" y="59800"/>
                </a:lnTo>
                <a:lnTo>
                  <a:pt x="116973" y="60344"/>
                </a:lnTo>
                <a:lnTo>
                  <a:pt x="116730" y="60895"/>
                </a:lnTo>
                <a:lnTo>
                  <a:pt x="116494" y="61451"/>
                </a:lnTo>
                <a:lnTo>
                  <a:pt x="116265" y="62014"/>
                </a:lnTo>
                <a:lnTo>
                  <a:pt x="116044" y="62584"/>
                </a:lnTo>
                <a:lnTo>
                  <a:pt x="115830" y="63160"/>
                </a:lnTo>
                <a:lnTo>
                  <a:pt x="115624" y="63742"/>
                </a:lnTo>
                <a:lnTo>
                  <a:pt x="115424" y="64331"/>
                </a:lnTo>
                <a:lnTo>
                  <a:pt x="115232" y="64926"/>
                </a:lnTo>
                <a:lnTo>
                  <a:pt x="115048" y="65527"/>
                </a:lnTo>
                <a:lnTo>
                  <a:pt x="114870" y="66134"/>
                </a:lnTo>
                <a:lnTo>
                  <a:pt x="114700" y="66745"/>
                </a:lnTo>
                <a:lnTo>
                  <a:pt x="114538" y="67359"/>
                </a:lnTo>
                <a:lnTo>
                  <a:pt x="114383" y="67978"/>
                </a:lnTo>
                <a:lnTo>
                  <a:pt x="114236" y="68600"/>
                </a:lnTo>
                <a:lnTo>
                  <a:pt x="114097" y="69227"/>
                </a:lnTo>
                <a:lnTo>
                  <a:pt x="113965" y="69857"/>
                </a:lnTo>
                <a:lnTo>
                  <a:pt x="113840" y="70492"/>
                </a:lnTo>
                <a:lnTo>
                  <a:pt x="113723" y="71130"/>
                </a:lnTo>
                <a:lnTo>
                  <a:pt x="113614" y="71773"/>
                </a:lnTo>
                <a:lnTo>
                  <a:pt x="113512" y="72419"/>
                </a:lnTo>
                <a:lnTo>
                  <a:pt x="113418" y="73069"/>
                </a:lnTo>
                <a:lnTo>
                  <a:pt x="113331" y="73723"/>
                </a:lnTo>
                <a:lnTo>
                  <a:pt x="113252" y="74382"/>
                </a:lnTo>
                <a:lnTo>
                  <a:pt x="113180" y="75044"/>
                </a:lnTo>
                <a:lnTo>
                  <a:pt x="113116" y="75710"/>
                </a:lnTo>
                <a:lnTo>
                  <a:pt x="113059" y="76380"/>
                </a:lnTo>
                <a:lnTo>
                  <a:pt x="113010" y="77054"/>
                </a:lnTo>
                <a:lnTo>
                  <a:pt x="112969" y="77732"/>
                </a:lnTo>
                <a:lnTo>
                  <a:pt x="112935" y="78414"/>
                </a:lnTo>
                <a:lnTo>
                  <a:pt x="112908" y="79100"/>
                </a:lnTo>
                <a:lnTo>
                  <a:pt x="112889" y="79790"/>
                </a:lnTo>
                <a:lnTo>
                  <a:pt x="112878" y="80484"/>
                </a:lnTo>
                <a:lnTo>
                  <a:pt x="112874" y="81182"/>
                </a:lnTo>
                <a:lnTo>
                  <a:pt x="112874" y="84276"/>
                </a:lnTo>
                <a:lnTo>
                  <a:pt x="112878" y="84974"/>
                </a:lnTo>
                <a:lnTo>
                  <a:pt x="112889" y="85667"/>
                </a:lnTo>
                <a:lnTo>
                  <a:pt x="112908" y="86357"/>
                </a:lnTo>
                <a:lnTo>
                  <a:pt x="112935" y="87042"/>
                </a:lnTo>
                <a:lnTo>
                  <a:pt x="112969" y="87724"/>
                </a:lnTo>
                <a:lnTo>
                  <a:pt x="113010" y="88401"/>
                </a:lnTo>
                <a:lnTo>
                  <a:pt x="113059" y="89074"/>
                </a:lnTo>
                <a:lnTo>
                  <a:pt x="113116" y="89744"/>
                </a:lnTo>
                <a:lnTo>
                  <a:pt x="113180" y="90409"/>
                </a:lnTo>
                <a:lnTo>
                  <a:pt x="113252" y="91070"/>
                </a:lnTo>
                <a:lnTo>
                  <a:pt x="113331" y="91726"/>
                </a:lnTo>
                <a:lnTo>
                  <a:pt x="113418" y="92379"/>
                </a:lnTo>
                <a:lnTo>
                  <a:pt x="113512" y="93028"/>
                </a:lnTo>
                <a:lnTo>
                  <a:pt x="113614" y="93673"/>
                </a:lnTo>
                <a:lnTo>
                  <a:pt x="113723" y="94313"/>
                </a:lnTo>
                <a:lnTo>
                  <a:pt x="113840" y="94949"/>
                </a:lnTo>
                <a:lnTo>
                  <a:pt x="113965" y="95582"/>
                </a:lnTo>
                <a:lnTo>
                  <a:pt x="114097" y="96210"/>
                </a:lnTo>
                <a:lnTo>
                  <a:pt x="114236" y="96834"/>
                </a:lnTo>
                <a:lnTo>
                  <a:pt x="114383" y="97454"/>
                </a:lnTo>
                <a:lnTo>
                  <a:pt x="114538" y="98070"/>
                </a:lnTo>
                <a:lnTo>
                  <a:pt x="114700" y="98682"/>
                </a:lnTo>
                <a:lnTo>
                  <a:pt x="114870" y="99290"/>
                </a:lnTo>
                <a:lnTo>
                  <a:pt x="115048" y="99893"/>
                </a:lnTo>
                <a:lnTo>
                  <a:pt x="115232" y="100492"/>
                </a:lnTo>
                <a:lnTo>
                  <a:pt x="115424" y="101084"/>
                </a:lnTo>
                <a:lnTo>
                  <a:pt x="115624" y="101670"/>
                </a:lnTo>
                <a:lnTo>
                  <a:pt x="115830" y="102250"/>
                </a:lnTo>
                <a:lnTo>
                  <a:pt x="116044" y="102823"/>
                </a:lnTo>
                <a:lnTo>
                  <a:pt x="116265" y="103390"/>
                </a:lnTo>
                <a:lnTo>
                  <a:pt x="116494" y="103951"/>
                </a:lnTo>
                <a:lnTo>
                  <a:pt x="116730" y="104506"/>
                </a:lnTo>
                <a:lnTo>
                  <a:pt x="116973" y="105054"/>
                </a:lnTo>
                <a:lnTo>
                  <a:pt x="117223" y="105596"/>
                </a:lnTo>
                <a:lnTo>
                  <a:pt x="117481" y="106132"/>
                </a:lnTo>
                <a:lnTo>
                  <a:pt x="117746" y="106662"/>
                </a:lnTo>
                <a:lnTo>
                  <a:pt x="118018" y="107185"/>
                </a:lnTo>
                <a:lnTo>
                  <a:pt x="118297" y="107702"/>
                </a:lnTo>
                <a:lnTo>
                  <a:pt x="118584" y="108213"/>
                </a:lnTo>
                <a:lnTo>
                  <a:pt x="118878" y="108717"/>
                </a:lnTo>
                <a:lnTo>
                  <a:pt x="119180" y="109215"/>
                </a:lnTo>
                <a:lnTo>
                  <a:pt x="119488" y="109707"/>
                </a:lnTo>
                <a:lnTo>
                  <a:pt x="119804" y="110193"/>
                </a:lnTo>
                <a:lnTo>
                  <a:pt x="120128" y="110672"/>
                </a:lnTo>
                <a:lnTo>
                  <a:pt x="120458" y="111146"/>
                </a:lnTo>
                <a:lnTo>
                  <a:pt x="120796" y="111612"/>
                </a:lnTo>
                <a:lnTo>
                  <a:pt x="121141" y="112073"/>
                </a:lnTo>
                <a:lnTo>
                  <a:pt x="121493" y="112527"/>
                </a:lnTo>
                <a:lnTo>
                  <a:pt x="121853" y="112974"/>
                </a:lnTo>
                <a:lnTo>
                  <a:pt x="122220" y="113413"/>
                </a:lnTo>
                <a:lnTo>
                  <a:pt x="122594" y="113844"/>
                </a:lnTo>
                <a:lnTo>
                  <a:pt x="122976" y="114267"/>
                </a:lnTo>
                <a:lnTo>
                  <a:pt x="123365" y="114681"/>
                </a:lnTo>
                <a:lnTo>
                  <a:pt x="123761" y="115087"/>
                </a:lnTo>
                <a:lnTo>
                  <a:pt x="124164" y="115485"/>
                </a:lnTo>
                <a:lnTo>
                  <a:pt x="124575" y="115875"/>
                </a:lnTo>
                <a:lnTo>
                  <a:pt x="124993" y="116257"/>
                </a:lnTo>
                <a:lnTo>
                  <a:pt x="125419" y="116630"/>
                </a:lnTo>
                <a:lnTo>
                  <a:pt x="125851" y="116996"/>
                </a:lnTo>
                <a:lnTo>
                  <a:pt x="126291" y="117353"/>
                </a:lnTo>
                <a:lnTo>
                  <a:pt x="126738" y="117701"/>
                </a:lnTo>
                <a:lnTo>
                  <a:pt x="127193" y="118042"/>
                </a:lnTo>
                <a:lnTo>
                  <a:pt x="127654" y="118375"/>
                </a:lnTo>
                <a:lnTo>
                  <a:pt x="128124" y="118699"/>
                </a:lnTo>
                <a:lnTo>
                  <a:pt x="128600" y="119015"/>
                </a:lnTo>
                <a:lnTo>
                  <a:pt x="129084" y="119323"/>
                </a:lnTo>
                <a:lnTo>
                  <a:pt x="129574" y="119623"/>
                </a:lnTo>
                <a:lnTo>
                  <a:pt x="130073" y="119915"/>
                </a:lnTo>
                <a:lnTo>
                  <a:pt x="130578" y="120198"/>
                </a:lnTo>
                <a:lnTo>
                  <a:pt x="131091" y="120473"/>
                </a:lnTo>
                <a:lnTo>
                  <a:pt x="131611" y="120740"/>
                </a:lnTo>
                <a:lnTo>
                  <a:pt x="132138" y="120999"/>
                </a:lnTo>
                <a:lnTo>
                  <a:pt x="132673" y="121249"/>
                </a:lnTo>
                <a:lnTo>
                  <a:pt x="133215" y="121487"/>
                </a:lnTo>
                <a:lnTo>
                  <a:pt x="133763" y="121716"/>
                </a:lnTo>
                <a:lnTo>
                  <a:pt x="134319" y="121933"/>
                </a:lnTo>
                <a:lnTo>
                  <a:pt x="134881" y="122140"/>
                </a:lnTo>
                <a:lnTo>
                  <a:pt x="135451" y="122337"/>
                </a:lnTo>
                <a:lnTo>
                  <a:pt x="136028" y="122522"/>
                </a:lnTo>
                <a:lnTo>
                  <a:pt x="136612" y="122698"/>
                </a:lnTo>
                <a:lnTo>
                  <a:pt x="137202" y="122862"/>
                </a:lnTo>
                <a:lnTo>
                  <a:pt x="137800" y="123016"/>
                </a:lnTo>
                <a:lnTo>
                  <a:pt x="138405" y="123159"/>
                </a:lnTo>
                <a:lnTo>
                  <a:pt x="139017" y="123292"/>
                </a:lnTo>
                <a:lnTo>
                  <a:pt x="139636" y="123414"/>
                </a:lnTo>
                <a:lnTo>
                  <a:pt x="140262" y="123526"/>
                </a:lnTo>
                <a:lnTo>
                  <a:pt x="140895" y="123626"/>
                </a:lnTo>
                <a:lnTo>
                  <a:pt x="141535" y="123717"/>
                </a:lnTo>
                <a:lnTo>
                  <a:pt x="142182" y="123796"/>
                </a:lnTo>
                <a:lnTo>
                  <a:pt x="142836" y="123865"/>
                </a:lnTo>
                <a:lnTo>
                  <a:pt x="143497" y="123924"/>
                </a:lnTo>
                <a:lnTo>
                  <a:pt x="144166" y="123971"/>
                </a:lnTo>
                <a:lnTo>
                  <a:pt x="144841" y="124009"/>
                </a:lnTo>
                <a:lnTo>
                  <a:pt x="145523" y="124035"/>
                </a:lnTo>
                <a:lnTo>
                  <a:pt x="146212" y="124051"/>
                </a:lnTo>
                <a:lnTo>
                  <a:pt x="146909" y="124056"/>
                </a:lnTo>
                <a:lnTo>
                  <a:pt x="147582" y="124050"/>
                </a:lnTo>
                <a:lnTo>
                  <a:pt x="148250" y="124033"/>
                </a:lnTo>
                <a:lnTo>
                  <a:pt x="148914" y="124003"/>
                </a:lnTo>
                <a:lnTo>
                  <a:pt x="149574" y="123962"/>
                </a:lnTo>
                <a:lnTo>
                  <a:pt x="150229" y="123909"/>
                </a:lnTo>
                <a:lnTo>
                  <a:pt x="150880" y="123844"/>
                </a:lnTo>
                <a:lnTo>
                  <a:pt x="151526" y="123767"/>
                </a:lnTo>
                <a:lnTo>
                  <a:pt x="152168" y="123679"/>
                </a:lnTo>
                <a:lnTo>
                  <a:pt x="152805" y="123579"/>
                </a:lnTo>
                <a:lnTo>
                  <a:pt x="153438" y="123466"/>
                </a:lnTo>
                <a:lnTo>
                  <a:pt x="154066" y="123343"/>
                </a:lnTo>
                <a:lnTo>
                  <a:pt x="154690" y="123207"/>
                </a:lnTo>
                <a:lnTo>
                  <a:pt x="155309" y="123059"/>
                </a:lnTo>
                <a:lnTo>
                  <a:pt x="155924" y="122900"/>
                </a:lnTo>
                <a:lnTo>
                  <a:pt x="156534" y="122729"/>
                </a:lnTo>
                <a:lnTo>
                  <a:pt x="157140" y="122546"/>
                </a:lnTo>
                <a:lnTo>
                  <a:pt x="157742" y="122351"/>
                </a:lnTo>
                <a:lnTo>
                  <a:pt x="158339" y="122145"/>
                </a:lnTo>
                <a:lnTo>
                  <a:pt x="158931" y="121927"/>
                </a:lnTo>
                <a:lnTo>
                  <a:pt x="159519" y="121697"/>
                </a:lnTo>
                <a:lnTo>
                  <a:pt x="160103" y="121455"/>
                </a:lnTo>
                <a:lnTo>
                  <a:pt x="160682" y="121201"/>
                </a:lnTo>
                <a:lnTo>
                  <a:pt x="161256" y="120936"/>
                </a:lnTo>
                <a:lnTo>
                  <a:pt x="161826" y="120658"/>
                </a:lnTo>
                <a:lnTo>
                  <a:pt x="162390" y="120371"/>
                </a:lnTo>
                <a:lnTo>
                  <a:pt x="162945" y="120075"/>
                </a:lnTo>
                <a:lnTo>
                  <a:pt x="163490" y="119770"/>
                </a:lnTo>
                <a:lnTo>
                  <a:pt x="164027" y="119456"/>
                </a:lnTo>
                <a:lnTo>
                  <a:pt x="164555" y="119134"/>
                </a:lnTo>
                <a:lnTo>
                  <a:pt x="165075" y="118802"/>
                </a:lnTo>
                <a:lnTo>
                  <a:pt x="165585" y="118463"/>
                </a:lnTo>
                <a:lnTo>
                  <a:pt x="166087" y="118114"/>
                </a:lnTo>
                <a:lnTo>
                  <a:pt x="166580" y="117757"/>
                </a:lnTo>
                <a:lnTo>
                  <a:pt x="167064" y="117391"/>
                </a:lnTo>
                <a:lnTo>
                  <a:pt x="167539" y="117016"/>
                </a:lnTo>
                <a:lnTo>
                  <a:pt x="168005" y="116633"/>
                </a:lnTo>
                <a:lnTo>
                  <a:pt x="168463" y="116240"/>
                </a:lnTo>
                <a:lnTo>
                  <a:pt x="168912" y="115840"/>
                </a:lnTo>
                <a:lnTo>
                  <a:pt x="169352" y="115430"/>
                </a:lnTo>
                <a:lnTo>
                  <a:pt x="169783" y="115012"/>
                </a:lnTo>
                <a:lnTo>
                  <a:pt x="170205" y="114585"/>
                </a:lnTo>
                <a:lnTo>
                  <a:pt x="170618" y="114149"/>
                </a:lnTo>
                <a:lnTo>
                  <a:pt x="171023" y="113704"/>
                </a:lnTo>
                <a:lnTo>
                  <a:pt x="171419" y="113251"/>
                </a:lnTo>
                <a:lnTo>
                  <a:pt x="171806" y="112789"/>
                </a:lnTo>
                <a:lnTo>
                  <a:pt x="172184" y="112318"/>
                </a:lnTo>
                <a:lnTo>
                  <a:pt x="172553" y="111839"/>
                </a:lnTo>
                <a:lnTo>
                  <a:pt x="172913" y="111351"/>
                </a:lnTo>
                <a:lnTo>
                  <a:pt x="173263" y="110855"/>
                </a:lnTo>
                <a:lnTo>
                  <a:pt x="173598" y="110354"/>
                </a:lnTo>
                <a:lnTo>
                  <a:pt x="173921" y="109847"/>
                </a:lnTo>
                <a:lnTo>
                  <a:pt x="174229" y="109333"/>
                </a:lnTo>
                <a:lnTo>
                  <a:pt x="174524" y="108814"/>
                </a:lnTo>
                <a:lnTo>
                  <a:pt x="174806" y="108289"/>
                </a:lnTo>
                <a:lnTo>
                  <a:pt x="175074" y="107758"/>
                </a:lnTo>
                <a:lnTo>
                  <a:pt x="175328" y="107221"/>
                </a:lnTo>
                <a:lnTo>
                  <a:pt x="175569" y="106679"/>
                </a:lnTo>
                <a:lnTo>
                  <a:pt x="175796" y="106130"/>
                </a:lnTo>
                <a:lnTo>
                  <a:pt x="176010" y="105575"/>
                </a:lnTo>
                <a:lnTo>
                  <a:pt x="176210" y="105015"/>
                </a:lnTo>
                <a:lnTo>
                  <a:pt x="176397" y="104449"/>
                </a:lnTo>
                <a:lnTo>
                  <a:pt x="176570" y="103877"/>
                </a:lnTo>
                <a:lnTo>
                  <a:pt x="176729" y="103298"/>
                </a:lnTo>
                <a:lnTo>
                  <a:pt x="176875" y="102714"/>
                </a:lnTo>
                <a:lnTo>
                  <a:pt x="177008" y="102125"/>
                </a:lnTo>
                <a:lnTo>
                  <a:pt x="177126" y="101529"/>
                </a:lnTo>
                <a:lnTo>
                  <a:pt x="177232" y="100927"/>
                </a:lnTo>
                <a:lnTo>
                  <a:pt x="177323" y="100320"/>
                </a:lnTo>
                <a:lnTo>
                  <a:pt x="177401" y="99706"/>
                </a:lnTo>
                <a:lnTo>
                  <a:pt x="177466" y="99087"/>
                </a:lnTo>
                <a:lnTo>
                  <a:pt x="177517" y="98462"/>
                </a:lnTo>
                <a:lnTo>
                  <a:pt x="177555" y="97831"/>
                </a:lnTo>
                <a:lnTo>
                  <a:pt x="169083" y="97831"/>
                </a:lnTo>
                <a:lnTo>
                  <a:pt x="169041" y="98333"/>
                </a:lnTo>
                <a:lnTo>
                  <a:pt x="168990" y="98828"/>
                </a:lnTo>
                <a:lnTo>
                  <a:pt x="168929" y="99317"/>
                </a:lnTo>
                <a:lnTo>
                  <a:pt x="168859" y="99799"/>
                </a:lnTo>
                <a:lnTo>
                  <a:pt x="168779" y="100274"/>
                </a:lnTo>
                <a:lnTo>
                  <a:pt x="168689" y="100743"/>
                </a:lnTo>
                <a:lnTo>
                  <a:pt x="168590" y="101205"/>
                </a:lnTo>
                <a:lnTo>
                  <a:pt x="168481" y="101660"/>
                </a:lnTo>
                <a:lnTo>
                  <a:pt x="168363" y="102108"/>
                </a:lnTo>
                <a:lnTo>
                  <a:pt x="168235" y="102550"/>
                </a:lnTo>
                <a:lnTo>
                  <a:pt x="168097" y="102986"/>
                </a:lnTo>
                <a:lnTo>
                  <a:pt x="167950" y="103414"/>
                </a:lnTo>
                <a:lnTo>
                  <a:pt x="167793" y="103836"/>
                </a:lnTo>
                <a:lnTo>
                  <a:pt x="167627" y="104252"/>
                </a:lnTo>
                <a:lnTo>
                  <a:pt x="167451" y="104660"/>
                </a:lnTo>
                <a:lnTo>
                  <a:pt x="167266" y="105062"/>
                </a:lnTo>
                <a:lnTo>
                  <a:pt x="167071" y="105458"/>
                </a:lnTo>
                <a:lnTo>
                  <a:pt x="166866" y="105846"/>
                </a:lnTo>
                <a:lnTo>
                  <a:pt x="166652" y="106228"/>
                </a:lnTo>
                <a:lnTo>
                  <a:pt x="166428" y="106604"/>
                </a:lnTo>
                <a:lnTo>
                  <a:pt x="166194" y="106972"/>
                </a:lnTo>
                <a:lnTo>
                  <a:pt x="165951" y="107334"/>
                </a:lnTo>
                <a:lnTo>
                  <a:pt x="165698" y="107690"/>
                </a:lnTo>
                <a:lnTo>
                  <a:pt x="165436" y="108038"/>
                </a:lnTo>
                <a:lnTo>
                  <a:pt x="165166" y="108380"/>
                </a:lnTo>
                <a:lnTo>
                  <a:pt x="164890" y="108715"/>
                </a:lnTo>
                <a:lnTo>
                  <a:pt x="164609" y="109042"/>
                </a:lnTo>
                <a:lnTo>
                  <a:pt x="164321" y="109363"/>
                </a:lnTo>
                <a:lnTo>
                  <a:pt x="164027" y="109677"/>
                </a:lnTo>
                <a:lnTo>
                  <a:pt x="163728" y="109984"/>
                </a:lnTo>
                <a:lnTo>
                  <a:pt x="163423" y="110284"/>
                </a:lnTo>
                <a:lnTo>
                  <a:pt x="163112" y="110577"/>
                </a:lnTo>
                <a:lnTo>
                  <a:pt x="162795" y="110864"/>
                </a:lnTo>
                <a:lnTo>
                  <a:pt x="162472" y="111143"/>
                </a:lnTo>
                <a:lnTo>
                  <a:pt x="162143" y="111415"/>
                </a:lnTo>
                <a:lnTo>
                  <a:pt x="161808" y="111681"/>
                </a:lnTo>
                <a:lnTo>
                  <a:pt x="161467" y="111939"/>
                </a:lnTo>
                <a:lnTo>
                  <a:pt x="161121" y="112191"/>
                </a:lnTo>
                <a:lnTo>
                  <a:pt x="160769" y="112435"/>
                </a:lnTo>
                <a:lnTo>
                  <a:pt x="160410" y="112673"/>
                </a:lnTo>
                <a:lnTo>
                  <a:pt x="160046" y="112904"/>
                </a:lnTo>
                <a:lnTo>
                  <a:pt x="159676" y="113128"/>
                </a:lnTo>
                <a:lnTo>
                  <a:pt x="159300" y="113345"/>
                </a:lnTo>
                <a:lnTo>
                  <a:pt x="158919" y="113555"/>
                </a:lnTo>
                <a:lnTo>
                  <a:pt x="158531" y="113758"/>
                </a:lnTo>
                <a:lnTo>
                  <a:pt x="158137" y="113954"/>
                </a:lnTo>
                <a:lnTo>
                  <a:pt x="157738" y="114143"/>
                </a:lnTo>
                <a:lnTo>
                  <a:pt x="157333" y="114325"/>
                </a:lnTo>
                <a:lnTo>
                  <a:pt x="156923" y="114500"/>
                </a:lnTo>
                <a:lnTo>
                  <a:pt x="156512" y="114668"/>
                </a:lnTo>
                <a:lnTo>
                  <a:pt x="156098" y="114828"/>
                </a:lnTo>
                <a:lnTo>
                  <a:pt x="155682" y="114980"/>
                </a:lnTo>
                <a:lnTo>
                  <a:pt x="155264" y="115125"/>
                </a:lnTo>
                <a:lnTo>
                  <a:pt x="154844" y="115263"/>
                </a:lnTo>
                <a:lnTo>
                  <a:pt x="154422" y="115393"/>
                </a:lnTo>
                <a:lnTo>
                  <a:pt x="153997" y="115516"/>
                </a:lnTo>
                <a:lnTo>
                  <a:pt x="153571" y="115631"/>
                </a:lnTo>
                <a:lnTo>
                  <a:pt x="153142" y="115739"/>
                </a:lnTo>
                <a:lnTo>
                  <a:pt x="152711" y="115840"/>
                </a:lnTo>
                <a:lnTo>
                  <a:pt x="152277" y="115933"/>
                </a:lnTo>
                <a:lnTo>
                  <a:pt x="151842" y="116018"/>
                </a:lnTo>
                <a:lnTo>
                  <a:pt x="151404" y="116096"/>
                </a:lnTo>
                <a:lnTo>
                  <a:pt x="150965" y="116167"/>
                </a:lnTo>
                <a:lnTo>
                  <a:pt x="150523" y="116230"/>
                </a:lnTo>
                <a:lnTo>
                  <a:pt x="150078" y="116286"/>
                </a:lnTo>
                <a:lnTo>
                  <a:pt x="149632" y="116335"/>
                </a:lnTo>
                <a:lnTo>
                  <a:pt x="149184" y="116376"/>
                </a:lnTo>
                <a:lnTo>
                  <a:pt x="148733" y="116409"/>
                </a:lnTo>
                <a:lnTo>
                  <a:pt x="148280" y="116435"/>
                </a:lnTo>
                <a:lnTo>
                  <a:pt x="147825" y="116454"/>
                </a:lnTo>
                <a:lnTo>
                  <a:pt x="147368" y="116465"/>
                </a:lnTo>
                <a:lnTo>
                  <a:pt x="146909" y="116469"/>
                </a:lnTo>
                <a:lnTo>
                  <a:pt x="146341" y="116464"/>
                </a:lnTo>
                <a:lnTo>
                  <a:pt x="145781" y="116450"/>
                </a:lnTo>
                <a:lnTo>
                  <a:pt x="145228" y="116428"/>
                </a:lnTo>
                <a:lnTo>
                  <a:pt x="144681" y="116396"/>
                </a:lnTo>
                <a:lnTo>
                  <a:pt x="144142" y="116355"/>
                </a:lnTo>
                <a:lnTo>
                  <a:pt x="143610" y="116305"/>
                </a:lnTo>
                <a:close/>
                <a:moveTo>
                  <a:pt x="457122" y="75242"/>
                </a:moveTo>
                <a:lnTo>
                  <a:pt x="457090" y="74595"/>
                </a:lnTo>
                <a:lnTo>
                  <a:pt x="457051" y="73953"/>
                </a:lnTo>
                <a:lnTo>
                  <a:pt x="457004" y="73316"/>
                </a:lnTo>
                <a:lnTo>
                  <a:pt x="456950" y="72683"/>
                </a:lnTo>
                <a:lnTo>
                  <a:pt x="456889" y="72055"/>
                </a:lnTo>
                <a:lnTo>
                  <a:pt x="456821" y="71432"/>
                </a:lnTo>
                <a:lnTo>
                  <a:pt x="456746" y="70814"/>
                </a:lnTo>
                <a:lnTo>
                  <a:pt x="456664" y="70200"/>
                </a:lnTo>
                <a:lnTo>
                  <a:pt x="456574" y="69591"/>
                </a:lnTo>
                <a:lnTo>
                  <a:pt x="456478" y="68987"/>
                </a:lnTo>
                <a:lnTo>
                  <a:pt x="456374" y="68387"/>
                </a:lnTo>
                <a:lnTo>
                  <a:pt x="456263" y="67793"/>
                </a:lnTo>
                <a:lnTo>
                  <a:pt x="456145" y="67203"/>
                </a:lnTo>
                <a:lnTo>
                  <a:pt x="456019" y="66617"/>
                </a:lnTo>
                <a:lnTo>
                  <a:pt x="455887" y="66037"/>
                </a:lnTo>
                <a:lnTo>
                  <a:pt x="455747" y="65461"/>
                </a:lnTo>
                <a:lnTo>
                  <a:pt x="455600" y="64890"/>
                </a:lnTo>
                <a:lnTo>
                  <a:pt x="455446" y="64323"/>
                </a:lnTo>
                <a:lnTo>
                  <a:pt x="455285" y="63762"/>
                </a:lnTo>
                <a:lnTo>
                  <a:pt x="455117" y="63205"/>
                </a:lnTo>
                <a:lnTo>
                  <a:pt x="454942" y="62653"/>
                </a:lnTo>
                <a:lnTo>
                  <a:pt x="454759" y="62108"/>
                </a:lnTo>
                <a:lnTo>
                  <a:pt x="454570" y="61568"/>
                </a:lnTo>
                <a:lnTo>
                  <a:pt x="454374" y="61035"/>
                </a:lnTo>
                <a:lnTo>
                  <a:pt x="454171" y="60508"/>
                </a:lnTo>
                <a:lnTo>
                  <a:pt x="453961" y="59987"/>
                </a:lnTo>
                <a:lnTo>
                  <a:pt x="453744" y="59472"/>
                </a:lnTo>
                <a:lnTo>
                  <a:pt x="453521" y="58964"/>
                </a:lnTo>
                <a:lnTo>
                  <a:pt x="453290" y="58461"/>
                </a:lnTo>
                <a:lnTo>
                  <a:pt x="453053" y="57965"/>
                </a:lnTo>
                <a:lnTo>
                  <a:pt x="452808" y="57475"/>
                </a:lnTo>
                <a:lnTo>
                  <a:pt x="452557" y="56991"/>
                </a:lnTo>
                <a:lnTo>
                  <a:pt x="452299" y="56513"/>
                </a:lnTo>
                <a:lnTo>
                  <a:pt x="452034" y="56041"/>
                </a:lnTo>
                <a:lnTo>
                  <a:pt x="451762" y="55575"/>
                </a:lnTo>
                <a:lnTo>
                  <a:pt x="451483" y="55115"/>
                </a:lnTo>
                <a:lnTo>
                  <a:pt x="451197" y="54662"/>
                </a:lnTo>
                <a:lnTo>
                  <a:pt x="450904" y="54215"/>
                </a:lnTo>
                <a:lnTo>
                  <a:pt x="450604" y="53773"/>
                </a:lnTo>
                <a:lnTo>
                  <a:pt x="450298" y="53338"/>
                </a:lnTo>
                <a:lnTo>
                  <a:pt x="449984" y="52909"/>
                </a:lnTo>
                <a:lnTo>
                  <a:pt x="449664" y="52487"/>
                </a:lnTo>
                <a:lnTo>
                  <a:pt x="449337" y="52070"/>
                </a:lnTo>
                <a:lnTo>
                  <a:pt x="449002" y="51659"/>
                </a:lnTo>
                <a:lnTo>
                  <a:pt x="448662" y="51256"/>
                </a:lnTo>
                <a:lnTo>
                  <a:pt x="448315" y="50860"/>
                </a:lnTo>
                <a:lnTo>
                  <a:pt x="447961" y="50471"/>
                </a:lnTo>
                <a:lnTo>
                  <a:pt x="447602" y="50091"/>
                </a:lnTo>
                <a:lnTo>
                  <a:pt x="447236" y="49718"/>
                </a:lnTo>
                <a:lnTo>
                  <a:pt x="446864" y="49352"/>
                </a:lnTo>
                <a:lnTo>
                  <a:pt x="446485" y="48995"/>
                </a:lnTo>
                <a:lnTo>
                  <a:pt x="446101" y="48645"/>
                </a:lnTo>
                <a:lnTo>
                  <a:pt x="445710" y="48302"/>
                </a:lnTo>
                <a:lnTo>
                  <a:pt x="445313" y="47968"/>
                </a:lnTo>
                <a:lnTo>
                  <a:pt x="444909" y="47641"/>
                </a:lnTo>
                <a:lnTo>
                  <a:pt x="444499" y="47321"/>
                </a:lnTo>
                <a:lnTo>
                  <a:pt x="444084" y="47009"/>
                </a:lnTo>
                <a:lnTo>
                  <a:pt x="443661" y="46705"/>
                </a:lnTo>
                <a:lnTo>
                  <a:pt x="443233" y="46409"/>
                </a:lnTo>
                <a:lnTo>
                  <a:pt x="442798" y="46120"/>
                </a:lnTo>
                <a:lnTo>
                  <a:pt x="442357" y="45839"/>
                </a:lnTo>
                <a:lnTo>
                  <a:pt x="441910" y="45565"/>
                </a:lnTo>
                <a:lnTo>
                  <a:pt x="441456" y="45300"/>
                </a:lnTo>
                <a:lnTo>
                  <a:pt x="440996" y="45042"/>
                </a:lnTo>
                <a:lnTo>
                  <a:pt x="440530" y="44791"/>
                </a:lnTo>
                <a:lnTo>
                  <a:pt x="440058" y="44548"/>
                </a:lnTo>
                <a:lnTo>
                  <a:pt x="439579" y="44313"/>
                </a:lnTo>
                <a:lnTo>
                  <a:pt x="439094" y="44085"/>
                </a:lnTo>
                <a:lnTo>
                  <a:pt x="438603" y="43866"/>
                </a:lnTo>
                <a:lnTo>
                  <a:pt x="438106" y="43657"/>
                </a:lnTo>
                <a:lnTo>
                  <a:pt x="437603" y="43456"/>
                </a:lnTo>
                <a:lnTo>
                  <a:pt x="437094" y="43265"/>
                </a:lnTo>
                <a:lnTo>
                  <a:pt x="436579" y="43084"/>
                </a:lnTo>
                <a:lnTo>
                  <a:pt x="436058" y="42911"/>
                </a:lnTo>
                <a:lnTo>
                  <a:pt x="435531" y="42748"/>
                </a:lnTo>
                <a:lnTo>
                  <a:pt x="434997" y="42594"/>
                </a:lnTo>
                <a:lnTo>
                  <a:pt x="434458" y="42450"/>
                </a:lnTo>
                <a:lnTo>
                  <a:pt x="433913" y="42315"/>
                </a:lnTo>
                <a:lnTo>
                  <a:pt x="433362" y="42189"/>
                </a:lnTo>
                <a:lnTo>
                  <a:pt x="432805" y="42072"/>
                </a:lnTo>
                <a:lnTo>
                  <a:pt x="432242" y="41965"/>
                </a:lnTo>
                <a:lnTo>
                  <a:pt x="431672" y="41867"/>
                </a:lnTo>
                <a:lnTo>
                  <a:pt x="431097" y="41779"/>
                </a:lnTo>
                <a:lnTo>
                  <a:pt x="430516" y="41699"/>
                </a:lnTo>
                <a:lnTo>
                  <a:pt x="429929" y="41630"/>
                </a:lnTo>
                <a:lnTo>
                  <a:pt x="429335" y="41569"/>
                </a:lnTo>
                <a:lnTo>
                  <a:pt x="428736" y="41518"/>
                </a:lnTo>
                <a:lnTo>
                  <a:pt x="428131" y="41476"/>
                </a:lnTo>
                <a:lnTo>
                  <a:pt x="427520" y="41443"/>
                </a:lnTo>
                <a:lnTo>
                  <a:pt x="426902" y="41420"/>
                </a:lnTo>
                <a:lnTo>
                  <a:pt x="426279" y="41406"/>
                </a:lnTo>
                <a:lnTo>
                  <a:pt x="425650" y="41401"/>
                </a:lnTo>
                <a:lnTo>
                  <a:pt x="425080" y="41406"/>
                </a:lnTo>
                <a:lnTo>
                  <a:pt x="424513" y="41421"/>
                </a:lnTo>
                <a:lnTo>
                  <a:pt x="423948" y="41445"/>
                </a:lnTo>
                <a:lnTo>
                  <a:pt x="423386" y="41479"/>
                </a:lnTo>
                <a:lnTo>
                  <a:pt x="422826" y="41523"/>
                </a:lnTo>
                <a:lnTo>
                  <a:pt x="422268" y="41576"/>
                </a:lnTo>
                <a:lnTo>
                  <a:pt x="421713" y="41639"/>
                </a:lnTo>
                <a:lnTo>
                  <a:pt x="421160" y="41712"/>
                </a:lnTo>
                <a:lnTo>
                  <a:pt x="420610" y="41795"/>
                </a:lnTo>
                <a:lnTo>
                  <a:pt x="420062" y="41887"/>
                </a:lnTo>
                <a:lnTo>
                  <a:pt x="419517" y="41989"/>
                </a:lnTo>
                <a:lnTo>
                  <a:pt x="418974" y="42101"/>
                </a:lnTo>
                <a:lnTo>
                  <a:pt x="418433" y="42223"/>
                </a:lnTo>
                <a:lnTo>
                  <a:pt x="417895" y="42354"/>
                </a:lnTo>
                <a:lnTo>
                  <a:pt x="417359" y="42495"/>
                </a:lnTo>
                <a:lnTo>
                  <a:pt x="416826" y="42645"/>
                </a:lnTo>
                <a:lnTo>
                  <a:pt x="416295" y="42806"/>
                </a:lnTo>
                <a:lnTo>
                  <a:pt x="415767" y="42976"/>
                </a:lnTo>
                <a:lnTo>
                  <a:pt x="415241" y="43156"/>
                </a:lnTo>
                <a:lnTo>
                  <a:pt x="414717" y="43345"/>
                </a:lnTo>
                <a:lnTo>
                  <a:pt x="414196" y="43544"/>
                </a:lnTo>
                <a:lnTo>
                  <a:pt x="413678" y="43753"/>
                </a:lnTo>
                <a:lnTo>
                  <a:pt x="413161" y="43972"/>
                </a:lnTo>
                <a:lnTo>
                  <a:pt x="412647" y="44201"/>
                </a:lnTo>
                <a:lnTo>
                  <a:pt x="412137" y="44438"/>
                </a:lnTo>
                <a:lnTo>
                  <a:pt x="411632" y="44685"/>
                </a:lnTo>
                <a:lnTo>
                  <a:pt x="411132" y="44940"/>
                </a:lnTo>
                <a:lnTo>
                  <a:pt x="410636" y="45204"/>
                </a:lnTo>
                <a:lnTo>
                  <a:pt x="410145" y="45477"/>
                </a:lnTo>
                <a:lnTo>
                  <a:pt x="409659" y="45759"/>
                </a:lnTo>
                <a:lnTo>
                  <a:pt x="409178" y="46050"/>
                </a:lnTo>
                <a:lnTo>
                  <a:pt x="408702" y="46349"/>
                </a:lnTo>
                <a:lnTo>
                  <a:pt x="408231" y="46658"/>
                </a:lnTo>
                <a:lnTo>
                  <a:pt x="407764" y="46975"/>
                </a:lnTo>
                <a:lnTo>
                  <a:pt x="407303" y="47301"/>
                </a:lnTo>
                <a:lnTo>
                  <a:pt x="406846" y="47635"/>
                </a:lnTo>
                <a:lnTo>
                  <a:pt x="406394" y="47979"/>
                </a:lnTo>
                <a:lnTo>
                  <a:pt x="405947" y="48331"/>
                </a:lnTo>
                <a:lnTo>
                  <a:pt x="405505" y="48693"/>
                </a:lnTo>
                <a:lnTo>
                  <a:pt x="405068" y="49063"/>
                </a:lnTo>
                <a:lnTo>
                  <a:pt x="404635" y="49442"/>
                </a:lnTo>
                <a:lnTo>
                  <a:pt x="404208" y="49829"/>
                </a:lnTo>
                <a:lnTo>
                  <a:pt x="403785" y="50226"/>
                </a:lnTo>
                <a:lnTo>
                  <a:pt x="403367" y="50631"/>
                </a:lnTo>
                <a:lnTo>
                  <a:pt x="402954" y="51045"/>
                </a:lnTo>
                <a:lnTo>
                  <a:pt x="402546" y="51468"/>
                </a:lnTo>
                <a:lnTo>
                  <a:pt x="402143" y="51900"/>
                </a:lnTo>
                <a:lnTo>
                  <a:pt x="401745" y="52341"/>
                </a:lnTo>
                <a:lnTo>
                  <a:pt x="401352" y="52790"/>
                </a:lnTo>
                <a:lnTo>
                  <a:pt x="400967" y="53246"/>
                </a:lnTo>
                <a:lnTo>
                  <a:pt x="400588" y="53709"/>
                </a:lnTo>
                <a:lnTo>
                  <a:pt x="400216" y="54179"/>
                </a:lnTo>
                <a:lnTo>
                  <a:pt x="399851" y="54657"/>
                </a:lnTo>
                <a:lnTo>
                  <a:pt x="399493" y="55143"/>
                </a:lnTo>
                <a:lnTo>
                  <a:pt x="399142" y="55635"/>
                </a:lnTo>
                <a:lnTo>
                  <a:pt x="398798" y="56135"/>
                </a:lnTo>
                <a:lnTo>
                  <a:pt x="398461" y="56642"/>
                </a:lnTo>
                <a:lnTo>
                  <a:pt x="398130" y="57156"/>
                </a:lnTo>
                <a:lnTo>
                  <a:pt x="397807" y="57678"/>
                </a:lnTo>
                <a:lnTo>
                  <a:pt x="397490" y="58207"/>
                </a:lnTo>
                <a:lnTo>
                  <a:pt x="397181" y="58743"/>
                </a:lnTo>
                <a:lnTo>
                  <a:pt x="396878" y="59286"/>
                </a:lnTo>
                <a:lnTo>
                  <a:pt x="396582" y="59837"/>
                </a:lnTo>
                <a:lnTo>
                  <a:pt x="396293" y="60395"/>
                </a:lnTo>
                <a:lnTo>
                  <a:pt x="396011" y="60961"/>
                </a:lnTo>
                <a:lnTo>
                  <a:pt x="395736" y="61533"/>
                </a:lnTo>
                <a:lnTo>
                  <a:pt x="395468" y="62113"/>
                </a:lnTo>
                <a:lnTo>
                  <a:pt x="395207" y="62700"/>
                </a:lnTo>
                <a:lnTo>
                  <a:pt x="394952" y="63295"/>
                </a:lnTo>
                <a:lnTo>
                  <a:pt x="394705" y="63897"/>
                </a:lnTo>
                <a:lnTo>
                  <a:pt x="394464" y="64506"/>
                </a:lnTo>
                <a:lnTo>
                  <a:pt x="394231" y="65122"/>
                </a:lnTo>
                <a:lnTo>
                  <a:pt x="394005" y="65745"/>
                </a:lnTo>
                <a:lnTo>
                  <a:pt x="393789" y="66375"/>
                </a:lnTo>
                <a:lnTo>
                  <a:pt x="393583" y="67010"/>
                </a:lnTo>
                <a:lnTo>
                  <a:pt x="393386" y="67651"/>
                </a:lnTo>
                <a:lnTo>
                  <a:pt x="393199" y="68299"/>
                </a:lnTo>
                <a:lnTo>
                  <a:pt x="393022" y="68953"/>
                </a:lnTo>
                <a:lnTo>
                  <a:pt x="392854" y="69613"/>
                </a:lnTo>
                <a:lnTo>
                  <a:pt x="392696" y="70279"/>
                </a:lnTo>
                <a:lnTo>
                  <a:pt x="392547" y="70951"/>
                </a:lnTo>
                <a:lnTo>
                  <a:pt x="392408" y="71630"/>
                </a:lnTo>
                <a:lnTo>
                  <a:pt x="392279" y="72314"/>
                </a:lnTo>
                <a:lnTo>
                  <a:pt x="392159" y="73005"/>
                </a:lnTo>
                <a:lnTo>
                  <a:pt x="392048" y="73701"/>
                </a:lnTo>
                <a:lnTo>
                  <a:pt x="391948" y="74404"/>
                </a:lnTo>
                <a:lnTo>
                  <a:pt x="391856" y="75113"/>
                </a:lnTo>
                <a:lnTo>
                  <a:pt x="391775" y="75829"/>
                </a:lnTo>
                <a:lnTo>
                  <a:pt x="391703" y="76550"/>
                </a:lnTo>
                <a:lnTo>
                  <a:pt x="391641" y="77277"/>
                </a:lnTo>
                <a:lnTo>
                  <a:pt x="391588" y="78011"/>
                </a:lnTo>
                <a:lnTo>
                  <a:pt x="391545" y="78751"/>
                </a:lnTo>
                <a:lnTo>
                  <a:pt x="391511" y="79497"/>
                </a:lnTo>
                <a:lnTo>
                  <a:pt x="391487" y="80249"/>
                </a:lnTo>
                <a:lnTo>
                  <a:pt x="391473" y="81007"/>
                </a:lnTo>
                <a:lnTo>
                  <a:pt x="391468" y="81771"/>
                </a:lnTo>
                <a:lnTo>
                  <a:pt x="391468" y="84939"/>
                </a:lnTo>
                <a:lnTo>
                  <a:pt x="391473" y="85649"/>
                </a:lnTo>
                <a:lnTo>
                  <a:pt x="391486" y="86354"/>
                </a:lnTo>
                <a:lnTo>
                  <a:pt x="391509" y="87054"/>
                </a:lnTo>
                <a:lnTo>
                  <a:pt x="391542" y="87749"/>
                </a:lnTo>
                <a:lnTo>
                  <a:pt x="391583" y="88440"/>
                </a:lnTo>
                <a:lnTo>
                  <a:pt x="391634" y="89126"/>
                </a:lnTo>
                <a:lnTo>
                  <a:pt x="391694" y="89808"/>
                </a:lnTo>
                <a:lnTo>
                  <a:pt x="391763" y="90484"/>
                </a:lnTo>
                <a:lnTo>
                  <a:pt x="391841" y="91156"/>
                </a:lnTo>
                <a:lnTo>
                  <a:pt x="391928" y="91823"/>
                </a:lnTo>
                <a:lnTo>
                  <a:pt x="392025" y="92486"/>
                </a:lnTo>
                <a:lnTo>
                  <a:pt x="392131" y="93144"/>
                </a:lnTo>
                <a:lnTo>
                  <a:pt x="392246" y="93797"/>
                </a:lnTo>
                <a:lnTo>
                  <a:pt x="392370" y="94445"/>
                </a:lnTo>
                <a:lnTo>
                  <a:pt x="392504" y="95088"/>
                </a:lnTo>
                <a:lnTo>
                  <a:pt x="392647" y="95727"/>
                </a:lnTo>
                <a:lnTo>
                  <a:pt x="392799" y="96361"/>
                </a:lnTo>
                <a:lnTo>
                  <a:pt x="392960" y="96990"/>
                </a:lnTo>
                <a:lnTo>
                  <a:pt x="393130" y="97615"/>
                </a:lnTo>
                <a:lnTo>
                  <a:pt x="393310" y="98235"/>
                </a:lnTo>
                <a:lnTo>
                  <a:pt x="393498" y="98850"/>
                </a:lnTo>
                <a:lnTo>
                  <a:pt x="393696" y="99460"/>
                </a:lnTo>
                <a:lnTo>
                  <a:pt x="393904" y="100066"/>
                </a:lnTo>
                <a:lnTo>
                  <a:pt x="394120" y="100667"/>
                </a:lnTo>
                <a:lnTo>
                  <a:pt x="394345" y="101262"/>
                </a:lnTo>
                <a:lnTo>
                  <a:pt x="394577" y="101850"/>
                </a:lnTo>
                <a:lnTo>
                  <a:pt x="394816" y="102432"/>
                </a:lnTo>
                <a:lnTo>
                  <a:pt x="395063" y="103007"/>
                </a:lnTo>
                <a:lnTo>
                  <a:pt x="395318" y="103575"/>
                </a:lnTo>
                <a:lnTo>
                  <a:pt x="395580" y="104136"/>
                </a:lnTo>
                <a:lnTo>
                  <a:pt x="395849" y="104691"/>
                </a:lnTo>
                <a:lnTo>
                  <a:pt x="396125" y="105238"/>
                </a:lnTo>
                <a:lnTo>
                  <a:pt x="396409" y="105779"/>
                </a:lnTo>
                <a:lnTo>
                  <a:pt x="396701" y="106313"/>
                </a:lnTo>
                <a:lnTo>
                  <a:pt x="397000" y="106841"/>
                </a:lnTo>
                <a:lnTo>
                  <a:pt x="397306" y="107361"/>
                </a:lnTo>
                <a:lnTo>
                  <a:pt x="397620" y="107875"/>
                </a:lnTo>
                <a:lnTo>
                  <a:pt x="397941" y="108382"/>
                </a:lnTo>
                <a:lnTo>
                  <a:pt x="398270" y="108883"/>
                </a:lnTo>
                <a:lnTo>
                  <a:pt x="398606" y="109376"/>
                </a:lnTo>
                <a:lnTo>
                  <a:pt x="398949" y="109863"/>
                </a:lnTo>
                <a:lnTo>
                  <a:pt x="399300" y="110343"/>
                </a:lnTo>
                <a:lnTo>
                  <a:pt x="399658" y="110816"/>
                </a:lnTo>
                <a:lnTo>
                  <a:pt x="400024" y="111282"/>
                </a:lnTo>
                <a:lnTo>
                  <a:pt x="400397" y="111742"/>
                </a:lnTo>
                <a:lnTo>
                  <a:pt x="400777" y="112195"/>
                </a:lnTo>
                <a:lnTo>
                  <a:pt x="401165" y="112641"/>
                </a:lnTo>
                <a:lnTo>
                  <a:pt x="401560" y="113080"/>
                </a:lnTo>
                <a:lnTo>
                  <a:pt x="401963" y="113512"/>
                </a:lnTo>
                <a:lnTo>
                  <a:pt x="402371" y="113935"/>
                </a:lnTo>
                <a:lnTo>
                  <a:pt x="402785" y="114351"/>
                </a:lnTo>
                <a:lnTo>
                  <a:pt x="403206" y="114758"/>
                </a:lnTo>
                <a:lnTo>
                  <a:pt x="403632" y="115157"/>
                </a:lnTo>
                <a:lnTo>
                  <a:pt x="404065" y="115548"/>
                </a:lnTo>
                <a:lnTo>
                  <a:pt x="404504" y="115930"/>
                </a:lnTo>
                <a:lnTo>
                  <a:pt x="404949" y="116305"/>
                </a:lnTo>
                <a:lnTo>
                  <a:pt x="405400" y="116671"/>
                </a:lnTo>
                <a:lnTo>
                  <a:pt x="405858" y="117029"/>
                </a:lnTo>
                <a:lnTo>
                  <a:pt x="406321" y="117379"/>
                </a:lnTo>
                <a:lnTo>
                  <a:pt x="406791" y="117721"/>
                </a:lnTo>
                <a:lnTo>
                  <a:pt x="407267" y="118054"/>
                </a:lnTo>
                <a:lnTo>
                  <a:pt x="407749" y="118380"/>
                </a:lnTo>
                <a:lnTo>
                  <a:pt x="408237" y="118697"/>
                </a:lnTo>
                <a:lnTo>
                  <a:pt x="408731" y="119006"/>
                </a:lnTo>
                <a:lnTo>
                  <a:pt x="409231" y="119307"/>
                </a:lnTo>
                <a:lnTo>
                  <a:pt x="409738" y="119599"/>
                </a:lnTo>
                <a:lnTo>
                  <a:pt x="410250" y="119884"/>
                </a:lnTo>
                <a:lnTo>
                  <a:pt x="410769" y="120160"/>
                </a:lnTo>
                <a:lnTo>
                  <a:pt x="411294" y="120428"/>
                </a:lnTo>
                <a:lnTo>
                  <a:pt x="411825" y="120688"/>
                </a:lnTo>
                <a:lnTo>
                  <a:pt x="412362" y="120940"/>
                </a:lnTo>
                <a:lnTo>
                  <a:pt x="412905" y="121183"/>
                </a:lnTo>
                <a:lnTo>
                  <a:pt x="413454" y="121418"/>
                </a:lnTo>
                <a:lnTo>
                  <a:pt x="414007" y="121642"/>
                </a:lnTo>
                <a:lnTo>
                  <a:pt x="414564" y="121857"/>
                </a:lnTo>
                <a:lnTo>
                  <a:pt x="415126" y="122061"/>
                </a:lnTo>
                <a:lnTo>
                  <a:pt x="415691" y="122256"/>
                </a:lnTo>
                <a:lnTo>
                  <a:pt x="416262" y="122440"/>
                </a:lnTo>
                <a:lnTo>
                  <a:pt x="416836" y="122615"/>
                </a:lnTo>
                <a:lnTo>
                  <a:pt x="417415" y="122779"/>
                </a:lnTo>
                <a:lnTo>
                  <a:pt x="417999" y="122934"/>
                </a:lnTo>
                <a:lnTo>
                  <a:pt x="418586" y="123079"/>
                </a:lnTo>
                <a:lnTo>
                  <a:pt x="419178" y="123213"/>
                </a:lnTo>
                <a:lnTo>
                  <a:pt x="419775" y="123338"/>
                </a:lnTo>
                <a:lnTo>
                  <a:pt x="420376" y="123453"/>
                </a:lnTo>
                <a:lnTo>
                  <a:pt x="420981" y="123558"/>
                </a:lnTo>
                <a:lnTo>
                  <a:pt x="421590" y="123652"/>
                </a:lnTo>
                <a:lnTo>
                  <a:pt x="422204" y="123737"/>
                </a:lnTo>
                <a:lnTo>
                  <a:pt x="422822" y="123812"/>
                </a:lnTo>
                <a:lnTo>
                  <a:pt x="423444" y="123877"/>
                </a:lnTo>
                <a:lnTo>
                  <a:pt x="424071" y="123932"/>
                </a:lnTo>
                <a:lnTo>
                  <a:pt x="424702" y="123977"/>
                </a:lnTo>
                <a:lnTo>
                  <a:pt x="425338" y="124011"/>
                </a:lnTo>
                <a:lnTo>
                  <a:pt x="425978" y="124036"/>
                </a:lnTo>
                <a:lnTo>
                  <a:pt x="426622" y="124051"/>
                </a:lnTo>
                <a:lnTo>
                  <a:pt x="427270" y="124056"/>
                </a:lnTo>
                <a:lnTo>
                  <a:pt x="427863" y="124053"/>
                </a:lnTo>
                <a:lnTo>
                  <a:pt x="428449" y="124043"/>
                </a:lnTo>
                <a:lnTo>
                  <a:pt x="429029" y="124026"/>
                </a:lnTo>
                <a:lnTo>
                  <a:pt x="429603" y="124002"/>
                </a:lnTo>
                <a:lnTo>
                  <a:pt x="430171" y="123972"/>
                </a:lnTo>
                <a:lnTo>
                  <a:pt x="430733" y="123934"/>
                </a:lnTo>
                <a:lnTo>
                  <a:pt x="431288" y="123890"/>
                </a:lnTo>
                <a:lnTo>
                  <a:pt x="431838" y="123839"/>
                </a:lnTo>
                <a:lnTo>
                  <a:pt x="432381" y="123782"/>
                </a:lnTo>
                <a:lnTo>
                  <a:pt x="432918" y="123717"/>
                </a:lnTo>
                <a:lnTo>
                  <a:pt x="433449" y="123646"/>
                </a:lnTo>
                <a:lnTo>
                  <a:pt x="433974" y="123568"/>
                </a:lnTo>
                <a:lnTo>
                  <a:pt x="434493" y="123484"/>
                </a:lnTo>
                <a:lnTo>
                  <a:pt x="435006" y="123392"/>
                </a:lnTo>
                <a:lnTo>
                  <a:pt x="435512" y="123294"/>
                </a:lnTo>
                <a:lnTo>
                  <a:pt x="436012" y="123189"/>
                </a:lnTo>
                <a:lnTo>
                  <a:pt x="436507" y="123077"/>
                </a:lnTo>
                <a:lnTo>
                  <a:pt x="436995" y="122958"/>
                </a:lnTo>
                <a:lnTo>
                  <a:pt x="437477" y="122833"/>
                </a:lnTo>
                <a:lnTo>
                  <a:pt x="437952" y="122701"/>
                </a:lnTo>
                <a:lnTo>
                  <a:pt x="438422" y="122562"/>
                </a:lnTo>
                <a:lnTo>
                  <a:pt x="438885" y="122416"/>
                </a:lnTo>
                <a:lnTo>
                  <a:pt x="439343" y="122263"/>
                </a:lnTo>
                <a:lnTo>
                  <a:pt x="439794" y="122104"/>
                </a:lnTo>
                <a:lnTo>
                  <a:pt x="440239" y="121939"/>
                </a:lnTo>
                <a:lnTo>
                  <a:pt x="440680" y="121770"/>
                </a:lnTo>
                <a:lnTo>
                  <a:pt x="441114" y="121597"/>
                </a:lnTo>
                <a:lnTo>
                  <a:pt x="441544" y="121419"/>
                </a:lnTo>
                <a:lnTo>
                  <a:pt x="441968" y="121236"/>
                </a:lnTo>
                <a:lnTo>
                  <a:pt x="442386" y="121050"/>
                </a:lnTo>
                <a:lnTo>
                  <a:pt x="442799" y="120859"/>
                </a:lnTo>
                <a:lnTo>
                  <a:pt x="443207" y="120664"/>
                </a:lnTo>
                <a:lnTo>
                  <a:pt x="443610" y="120464"/>
                </a:lnTo>
                <a:lnTo>
                  <a:pt x="444007" y="120260"/>
                </a:lnTo>
                <a:lnTo>
                  <a:pt x="444399" y="120052"/>
                </a:lnTo>
                <a:lnTo>
                  <a:pt x="444785" y="119839"/>
                </a:lnTo>
                <a:lnTo>
                  <a:pt x="445166" y="119622"/>
                </a:lnTo>
                <a:lnTo>
                  <a:pt x="445542" y="119400"/>
                </a:lnTo>
                <a:lnTo>
                  <a:pt x="445912" y="119175"/>
                </a:lnTo>
                <a:lnTo>
                  <a:pt x="446277" y="118945"/>
                </a:lnTo>
                <a:lnTo>
                  <a:pt x="446636" y="118710"/>
                </a:lnTo>
                <a:lnTo>
                  <a:pt x="446990" y="118471"/>
                </a:lnTo>
                <a:lnTo>
                  <a:pt x="447339" y="118228"/>
                </a:lnTo>
                <a:lnTo>
                  <a:pt x="447683" y="117981"/>
                </a:lnTo>
                <a:lnTo>
                  <a:pt x="448021" y="117729"/>
                </a:lnTo>
                <a:lnTo>
                  <a:pt x="448353" y="117473"/>
                </a:lnTo>
                <a:lnTo>
                  <a:pt x="448681" y="117212"/>
                </a:lnTo>
                <a:lnTo>
                  <a:pt x="449002" y="116947"/>
                </a:lnTo>
                <a:lnTo>
                  <a:pt x="449320" y="116679"/>
                </a:lnTo>
                <a:lnTo>
                  <a:pt x="449633" y="116409"/>
                </a:lnTo>
                <a:lnTo>
                  <a:pt x="449942" y="116136"/>
                </a:lnTo>
                <a:lnTo>
                  <a:pt x="450247" y="115862"/>
                </a:lnTo>
                <a:lnTo>
                  <a:pt x="450547" y="115585"/>
                </a:lnTo>
                <a:lnTo>
                  <a:pt x="450844" y="115306"/>
                </a:lnTo>
                <a:lnTo>
                  <a:pt x="451137" y="115025"/>
                </a:lnTo>
                <a:lnTo>
                  <a:pt x="451425" y="114741"/>
                </a:lnTo>
                <a:lnTo>
                  <a:pt x="451710" y="114456"/>
                </a:lnTo>
                <a:lnTo>
                  <a:pt x="451990" y="114168"/>
                </a:lnTo>
                <a:lnTo>
                  <a:pt x="452266" y="113878"/>
                </a:lnTo>
                <a:lnTo>
                  <a:pt x="452538" y="113586"/>
                </a:lnTo>
                <a:lnTo>
                  <a:pt x="452807" y="113292"/>
                </a:lnTo>
                <a:lnTo>
                  <a:pt x="453071" y="112996"/>
                </a:lnTo>
                <a:lnTo>
                  <a:pt x="453330" y="112697"/>
                </a:lnTo>
                <a:lnTo>
                  <a:pt x="453586" y="112396"/>
                </a:lnTo>
                <a:lnTo>
                  <a:pt x="453838" y="112093"/>
                </a:lnTo>
                <a:lnTo>
                  <a:pt x="454086" y="111788"/>
                </a:lnTo>
                <a:lnTo>
                  <a:pt x="454329" y="111481"/>
                </a:lnTo>
                <a:lnTo>
                  <a:pt x="454568" y="111172"/>
                </a:lnTo>
                <a:lnTo>
                  <a:pt x="454804" y="110860"/>
                </a:lnTo>
                <a:lnTo>
                  <a:pt x="455035" y="110546"/>
                </a:lnTo>
                <a:lnTo>
                  <a:pt x="455262" y="110230"/>
                </a:lnTo>
                <a:lnTo>
                  <a:pt x="455485" y="109912"/>
                </a:lnTo>
                <a:lnTo>
                  <a:pt x="449960" y="105639"/>
                </a:lnTo>
                <a:lnTo>
                  <a:pt x="449596" y="106107"/>
                </a:lnTo>
                <a:lnTo>
                  <a:pt x="449228" y="106564"/>
                </a:lnTo>
                <a:lnTo>
                  <a:pt x="448856" y="107010"/>
                </a:lnTo>
                <a:lnTo>
                  <a:pt x="448480" y="107445"/>
                </a:lnTo>
                <a:lnTo>
                  <a:pt x="448100" y="107870"/>
                </a:lnTo>
                <a:lnTo>
                  <a:pt x="447716" y="108285"/>
                </a:lnTo>
                <a:lnTo>
                  <a:pt x="447328" y="108688"/>
                </a:lnTo>
                <a:lnTo>
                  <a:pt x="446936" y="109081"/>
                </a:lnTo>
                <a:lnTo>
                  <a:pt x="446540" y="109464"/>
                </a:lnTo>
                <a:lnTo>
                  <a:pt x="446140" y="109836"/>
                </a:lnTo>
                <a:lnTo>
                  <a:pt x="445736" y="110197"/>
                </a:lnTo>
                <a:lnTo>
                  <a:pt x="445328" y="110548"/>
                </a:lnTo>
                <a:lnTo>
                  <a:pt x="444917" y="110888"/>
                </a:lnTo>
                <a:lnTo>
                  <a:pt x="444501" y="111217"/>
                </a:lnTo>
                <a:lnTo>
                  <a:pt x="444081" y="111536"/>
                </a:lnTo>
                <a:lnTo>
                  <a:pt x="443657" y="111844"/>
                </a:lnTo>
                <a:lnTo>
                  <a:pt x="443230" y="112141"/>
                </a:lnTo>
                <a:lnTo>
                  <a:pt x="442798" y="112428"/>
                </a:lnTo>
                <a:lnTo>
                  <a:pt x="442363" y="112705"/>
                </a:lnTo>
                <a:lnTo>
                  <a:pt x="441923" y="112970"/>
                </a:lnTo>
                <a:lnTo>
                  <a:pt x="441480" y="113225"/>
                </a:lnTo>
                <a:lnTo>
                  <a:pt x="441032" y="113470"/>
                </a:lnTo>
                <a:lnTo>
                  <a:pt x="440581" y="113704"/>
                </a:lnTo>
                <a:lnTo>
                  <a:pt x="440125" y="113927"/>
                </a:lnTo>
                <a:lnTo>
                  <a:pt x="439666" y="114140"/>
                </a:lnTo>
                <a:lnTo>
                  <a:pt x="439200" y="114345"/>
                </a:lnTo>
                <a:lnTo>
                  <a:pt x="438730" y="114540"/>
                </a:lnTo>
                <a:lnTo>
                  <a:pt x="438254" y="114726"/>
                </a:lnTo>
                <a:lnTo>
                  <a:pt x="437773" y="114903"/>
                </a:lnTo>
                <a:lnTo>
                  <a:pt x="437287" y="115071"/>
                </a:lnTo>
                <a:lnTo>
                  <a:pt x="436796" y="115230"/>
                </a:lnTo>
                <a:lnTo>
                  <a:pt x="436299" y="115380"/>
                </a:lnTo>
                <a:lnTo>
                  <a:pt x="435797" y="115521"/>
                </a:lnTo>
                <a:lnTo>
                  <a:pt x="435290" y="115652"/>
                </a:lnTo>
                <a:lnTo>
                  <a:pt x="434777" y="115775"/>
                </a:lnTo>
                <a:lnTo>
                  <a:pt x="434260" y="115888"/>
                </a:lnTo>
                <a:lnTo>
                  <a:pt x="433737" y="115993"/>
                </a:lnTo>
                <a:lnTo>
                  <a:pt x="433209" y="116088"/>
                </a:lnTo>
                <a:lnTo>
                  <a:pt x="432675" y="116174"/>
                </a:lnTo>
                <a:lnTo>
                  <a:pt x="432137" y="116252"/>
                </a:lnTo>
                <a:lnTo>
                  <a:pt x="431593" y="116320"/>
                </a:lnTo>
                <a:lnTo>
                  <a:pt x="431044" y="116379"/>
                </a:lnTo>
                <a:lnTo>
                  <a:pt x="430489" y="116429"/>
                </a:lnTo>
                <a:lnTo>
                  <a:pt x="429930" y="116470"/>
                </a:lnTo>
                <a:lnTo>
                  <a:pt x="429365" y="116501"/>
                </a:lnTo>
                <a:lnTo>
                  <a:pt x="428795" y="116524"/>
                </a:lnTo>
                <a:lnTo>
                  <a:pt x="428219" y="116538"/>
                </a:lnTo>
                <a:lnTo>
                  <a:pt x="427639" y="116542"/>
                </a:lnTo>
                <a:lnTo>
                  <a:pt x="427131" y="116538"/>
                </a:lnTo>
                <a:lnTo>
                  <a:pt x="426627" y="116525"/>
                </a:lnTo>
                <a:lnTo>
                  <a:pt x="426127" y="116504"/>
                </a:lnTo>
                <a:lnTo>
                  <a:pt x="425631" y="116474"/>
                </a:lnTo>
                <a:lnTo>
                  <a:pt x="425139" y="116435"/>
                </a:lnTo>
                <a:lnTo>
                  <a:pt x="424651" y="116388"/>
                </a:lnTo>
                <a:lnTo>
                  <a:pt x="424166" y="116332"/>
                </a:lnTo>
                <a:lnTo>
                  <a:pt x="423685" y="116268"/>
                </a:lnTo>
                <a:lnTo>
                  <a:pt x="423208" y="116195"/>
                </a:lnTo>
                <a:lnTo>
                  <a:pt x="422735" y="116114"/>
                </a:lnTo>
                <a:lnTo>
                  <a:pt x="422266" y="116024"/>
                </a:lnTo>
                <a:lnTo>
                  <a:pt x="421801" y="115925"/>
                </a:lnTo>
                <a:lnTo>
                  <a:pt x="421339" y="115818"/>
                </a:lnTo>
                <a:lnTo>
                  <a:pt x="420881" y="115702"/>
                </a:lnTo>
                <a:lnTo>
                  <a:pt x="420427" y="115578"/>
                </a:lnTo>
                <a:lnTo>
                  <a:pt x="419977" y="115445"/>
                </a:lnTo>
                <a:lnTo>
                  <a:pt x="419531" y="115304"/>
                </a:lnTo>
                <a:lnTo>
                  <a:pt x="419089" y="115154"/>
                </a:lnTo>
                <a:lnTo>
                  <a:pt x="418650" y="114996"/>
                </a:lnTo>
                <a:lnTo>
                  <a:pt x="418215" y="114828"/>
                </a:lnTo>
                <a:lnTo>
                  <a:pt x="417785" y="114653"/>
                </a:lnTo>
                <a:lnTo>
                  <a:pt x="417358" y="114469"/>
                </a:lnTo>
                <a:lnTo>
                  <a:pt x="416934" y="114276"/>
                </a:lnTo>
                <a:lnTo>
                  <a:pt x="416515" y="114074"/>
                </a:lnTo>
                <a:lnTo>
                  <a:pt x="416100" y="113866"/>
                </a:lnTo>
                <a:lnTo>
                  <a:pt x="415690" y="113650"/>
                </a:lnTo>
                <a:lnTo>
                  <a:pt x="415285" y="113429"/>
                </a:lnTo>
                <a:lnTo>
                  <a:pt x="414884" y="113201"/>
                </a:lnTo>
                <a:lnTo>
                  <a:pt x="414488" y="112966"/>
                </a:lnTo>
                <a:lnTo>
                  <a:pt x="414098" y="112725"/>
                </a:lnTo>
                <a:lnTo>
                  <a:pt x="413712" y="112478"/>
                </a:lnTo>
                <a:lnTo>
                  <a:pt x="413331" y="112224"/>
                </a:lnTo>
                <a:lnTo>
                  <a:pt x="412955" y="111964"/>
                </a:lnTo>
                <a:lnTo>
                  <a:pt x="412583" y="111698"/>
                </a:lnTo>
                <a:lnTo>
                  <a:pt x="412217" y="111425"/>
                </a:lnTo>
                <a:lnTo>
                  <a:pt x="411856" y="111146"/>
                </a:lnTo>
                <a:lnTo>
                  <a:pt x="411499" y="110860"/>
                </a:lnTo>
                <a:lnTo>
                  <a:pt x="411147" y="110569"/>
                </a:lnTo>
                <a:lnTo>
                  <a:pt x="410800" y="110270"/>
                </a:lnTo>
                <a:lnTo>
                  <a:pt x="410458" y="109965"/>
                </a:lnTo>
                <a:lnTo>
                  <a:pt x="410121" y="109654"/>
                </a:lnTo>
                <a:lnTo>
                  <a:pt x="409788" y="109337"/>
                </a:lnTo>
                <a:lnTo>
                  <a:pt x="409461" y="109013"/>
                </a:lnTo>
                <a:lnTo>
                  <a:pt x="409138" y="108682"/>
                </a:lnTo>
                <a:lnTo>
                  <a:pt x="408820" y="108346"/>
                </a:lnTo>
                <a:lnTo>
                  <a:pt x="408507" y="108002"/>
                </a:lnTo>
                <a:lnTo>
                  <a:pt x="408199" y="107653"/>
                </a:lnTo>
                <a:lnTo>
                  <a:pt x="407896" y="107297"/>
                </a:lnTo>
                <a:lnTo>
                  <a:pt x="407598" y="106935"/>
                </a:lnTo>
                <a:lnTo>
                  <a:pt x="407306" y="106569"/>
                </a:lnTo>
                <a:lnTo>
                  <a:pt x="407019" y="106197"/>
                </a:lnTo>
                <a:lnTo>
                  <a:pt x="406738" y="105821"/>
                </a:lnTo>
                <a:lnTo>
                  <a:pt x="406462" y="105439"/>
                </a:lnTo>
                <a:lnTo>
                  <a:pt x="406192" y="105052"/>
                </a:lnTo>
                <a:lnTo>
                  <a:pt x="405928" y="104661"/>
                </a:lnTo>
                <a:lnTo>
                  <a:pt x="405669" y="104264"/>
                </a:lnTo>
                <a:lnTo>
                  <a:pt x="405417" y="103863"/>
                </a:lnTo>
                <a:lnTo>
                  <a:pt x="405169" y="103456"/>
                </a:lnTo>
                <a:lnTo>
                  <a:pt x="404927" y="103045"/>
                </a:lnTo>
                <a:lnTo>
                  <a:pt x="404691" y="102628"/>
                </a:lnTo>
                <a:lnTo>
                  <a:pt x="404461" y="102207"/>
                </a:lnTo>
                <a:lnTo>
                  <a:pt x="404236" y="101780"/>
                </a:lnTo>
                <a:lnTo>
                  <a:pt x="404017" y="101349"/>
                </a:lnTo>
                <a:lnTo>
                  <a:pt x="403803" y="100912"/>
                </a:lnTo>
                <a:lnTo>
                  <a:pt x="403595" y="100471"/>
                </a:lnTo>
                <a:lnTo>
                  <a:pt x="403393" y="100025"/>
                </a:lnTo>
                <a:lnTo>
                  <a:pt x="403196" y="99573"/>
                </a:lnTo>
                <a:lnTo>
                  <a:pt x="403005" y="99117"/>
                </a:lnTo>
                <a:lnTo>
                  <a:pt x="402820" y="98655"/>
                </a:lnTo>
                <a:lnTo>
                  <a:pt x="402640" y="98189"/>
                </a:lnTo>
                <a:lnTo>
                  <a:pt x="402466" y="97718"/>
                </a:lnTo>
                <a:lnTo>
                  <a:pt x="402297" y="97241"/>
                </a:lnTo>
                <a:lnTo>
                  <a:pt x="402135" y="96761"/>
                </a:lnTo>
                <a:lnTo>
                  <a:pt x="401979" y="96278"/>
                </a:lnTo>
                <a:lnTo>
                  <a:pt x="401831" y="95792"/>
                </a:lnTo>
                <a:lnTo>
                  <a:pt x="401689" y="95303"/>
                </a:lnTo>
                <a:lnTo>
                  <a:pt x="401555" y="94812"/>
                </a:lnTo>
                <a:lnTo>
                  <a:pt x="401427" y="94318"/>
                </a:lnTo>
                <a:lnTo>
                  <a:pt x="401306" y="93820"/>
                </a:lnTo>
                <a:lnTo>
                  <a:pt x="401192" y="93321"/>
                </a:lnTo>
                <a:lnTo>
                  <a:pt x="401085" y="92818"/>
                </a:lnTo>
                <a:lnTo>
                  <a:pt x="400985" y="92312"/>
                </a:lnTo>
                <a:lnTo>
                  <a:pt x="400892" y="91804"/>
                </a:lnTo>
                <a:lnTo>
                  <a:pt x="400805" y="91293"/>
                </a:lnTo>
                <a:lnTo>
                  <a:pt x="400726" y="90779"/>
                </a:lnTo>
                <a:lnTo>
                  <a:pt x="400653" y="90262"/>
                </a:lnTo>
                <a:lnTo>
                  <a:pt x="400588" y="89742"/>
                </a:lnTo>
                <a:lnTo>
                  <a:pt x="400529" y="89220"/>
                </a:lnTo>
                <a:lnTo>
                  <a:pt x="400477" y="88694"/>
                </a:lnTo>
                <a:lnTo>
                  <a:pt x="400432" y="88166"/>
                </a:lnTo>
                <a:lnTo>
                  <a:pt x="400394" y="87635"/>
                </a:lnTo>
                <a:lnTo>
                  <a:pt x="400363" y="87102"/>
                </a:lnTo>
                <a:lnTo>
                  <a:pt x="400339" y="86565"/>
                </a:lnTo>
                <a:lnTo>
                  <a:pt x="400322" y="86026"/>
                </a:lnTo>
                <a:lnTo>
                  <a:pt x="400312" y="85484"/>
                </a:lnTo>
                <a:lnTo>
                  <a:pt x="400308" y="84939"/>
                </a:lnTo>
                <a:lnTo>
                  <a:pt x="400308" y="83244"/>
                </a:lnTo>
                <a:lnTo>
                  <a:pt x="457180" y="83244"/>
                </a:lnTo>
                <a:lnTo>
                  <a:pt x="457180" y="77876"/>
                </a:lnTo>
                <a:lnTo>
                  <a:pt x="457176" y="77210"/>
                </a:lnTo>
                <a:lnTo>
                  <a:pt x="457165" y="76549"/>
                </a:lnTo>
                <a:lnTo>
                  <a:pt x="457147" y="75893"/>
                </a:lnTo>
                <a:lnTo>
                  <a:pt x="457122" y="75242"/>
                </a:lnTo>
                <a:close/>
                <a:moveTo>
                  <a:pt x="401028" y="73158"/>
                </a:moveTo>
                <a:lnTo>
                  <a:pt x="401127" y="72620"/>
                </a:lnTo>
                <a:lnTo>
                  <a:pt x="401232" y="72086"/>
                </a:lnTo>
                <a:lnTo>
                  <a:pt x="401344" y="71557"/>
                </a:lnTo>
                <a:lnTo>
                  <a:pt x="401462" y="71032"/>
                </a:lnTo>
                <a:lnTo>
                  <a:pt x="401587" y="70511"/>
                </a:lnTo>
                <a:lnTo>
                  <a:pt x="401718" y="69995"/>
                </a:lnTo>
                <a:lnTo>
                  <a:pt x="401856" y="69484"/>
                </a:lnTo>
                <a:lnTo>
                  <a:pt x="402000" y="68977"/>
                </a:lnTo>
                <a:lnTo>
                  <a:pt x="402150" y="68474"/>
                </a:lnTo>
                <a:lnTo>
                  <a:pt x="402306" y="67977"/>
                </a:lnTo>
                <a:lnTo>
                  <a:pt x="402467" y="67485"/>
                </a:lnTo>
                <a:lnTo>
                  <a:pt x="402634" y="66998"/>
                </a:lnTo>
                <a:lnTo>
                  <a:pt x="402806" y="66518"/>
                </a:lnTo>
                <a:lnTo>
                  <a:pt x="402983" y="66043"/>
                </a:lnTo>
                <a:lnTo>
                  <a:pt x="403165" y="65573"/>
                </a:lnTo>
                <a:lnTo>
                  <a:pt x="403353" y="65110"/>
                </a:lnTo>
                <a:lnTo>
                  <a:pt x="403545" y="64652"/>
                </a:lnTo>
                <a:lnTo>
                  <a:pt x="403743" y="64199"/>
                </a:lnTo>
                <a:lnTo>
                  <a:pt x="403947" y="63752"/>
                </a:lnTo>
                <a:lnTo>
                  <a:pt x="404155" y="63311"/>
                </a:lnTo>
                <a:lnTo>
                  <a:pt x="404369" y="62875"/>
                </a:lnTo>
                <a:lnTo>
                  <a:pt x="404588" y="62445"/>
                </a:lnTo>
                <a:lnTo>
                  <a:pt x="404812" y="62021"/>
                </a:lnTo>
                <a:lnTo>
                  <a:pt x="405042" y="61602"/>
                </a:lnTo>
                <a:lnTo>
                  <a:pt x="405277" y="61189"/>
                </a:lnTo>
                <a:lnTo>
                  <a:pt x="405517" y="60782"/>
                </a:lnTo>
                <a:lnTo>
                  <a:pt x="405762" y="60380"/>
                </a:lnTo>
                <a:lnTo>
                  <a:pt x="406012" y="59984"/>
                </a:lnTo>
                <a:lnTo>
                  <a:pt x="406268" y="59593"/>
                </a:lnTo>
                <a:lnTo>
                  <a:pt x="406529" y="59208"/>
                </a:lnTo>
                <a:lnTo>
                  <a:pt x="406795" y="58829"/>
                </a:lnTo>
                <a:lnTo>
                  <a:pt x="407067" y="58455"/>
                </a:lnTo>
                <a:lnTo>
                  <a:pt x="407343" y="58087"/>
                </a:lnTo>
                <a:lnTo>
                  <a:pt x="407625" y="57725"/>
                </a:lnTo>
                <a:lnTo>
                  <a:pt x="407911" y="57370"/>
                </a:lnTo>
                <a:lnTo>
                  <a:pt x="408201" y="57023"/>
                </a:lnTo>
                <a:lnTo>
                  <a:pt x="408496" y="56682"/>
                </a:lnTo>
                <a:lnTo>
                  <a:pt x="408796" y="56349"/>
                </a:lnTo>
                <a:lnTo>
                  <a:pt x="409100" y="56022"/>
                </a:lnTo>
                <a:lnTo>
                  <a:pt x="409408" y="55702"/>
                </a:lnTo>
                <a:lnTo>
                  <a:pt x="409721" y="55390"/>
                </a:lnTo>
                <a:lnTo>
                  <a:pt x="410039" y="55084"/>
                </a:lnTo>
                <a:lnTo>
                  <a:pt x="410360" y="54786"/>
                </a:lnTo>
                <a:lnTo>
                  <a:pt x="410687" y="54495"/>
                </a:lnTo>
                <a:lnTo>
                  <a:pt x="411018" y="54210"/>
                </a:lnTo>
                <a:lnTo>
                  <a:pt x="411353" y="53933"/>
                </a:lnTo>
                <a:lnTo>
                  <a:pt x="411693" y="53663"/>
                </a:lnTo>
                <a:lnTo>
                  <a:pt x="412037" y="53399"/>
                </a:lnTo>
                <a:lnTo>
                  <a:pt x="412386" y="53143"/>
                </a:lnTo>
                <a:lnTo>
                  <a:pt x="412739" y="52894"/>
                </a:lnTo>
                <a:lnTo>
                  <a:pt x="413096" y="52652"/>
                </a:lnTo>
                <a:lnTo>
                  <a:pt x="413458" y="52417"/>
                </a:lnTo>
                <a:lnTo>
                  <a:pt x="413825" y="52188"/>
                </a:lnTo>
                <a:lnTo>
                  <a:pt x="414196" y="51967"/>
                </a:lnTo>
                <a:lnTo>
                  <a:pt x="414572" y="51753"/>
                </a:lnTo>
                <a:lnTo>
                  <a:pt x="414952" y="51546"/>
                </a:lnTo>
                <a:lnTo>
                  <a:pt x="415336" y="51346"/>
                </a:lnTo>
                <a:lnTo>
                  <a:pt x="415725" y="51154"/>
                </a:lnTo>
                <a:lnTo>
                  <a:pt x="416117" y="50970"/>
                </a:lnTo>
                <a:lnTo>
                  <a:pt x="416513" y="50794"/>
                </a:lnTo>
                <a:lnTo>
                  <a:pt x="416912" y="50626"/>
                </a:lnTo>
                <a:lnTo>
                  <a:pt x="417315" y="50466"/>
                </a:lnTo>
                <a:lnTo>
                  <a:pt x="417721" y="50315"/>
                </a:lnTo>
                <a:lnTo>
                  <a:pt x="418131" y="50172"/>
                </a:lnTo>
                <a:lnTo>
                  <a:pt x="418545" y="50037"/>
                </a:lnTo>
                <a:lnTo>
                  <a:pt x="418962" y="49910"/>
                </a:lnTo>
                <a:lnTo>
                  <a:pt x="419383" y="49791"/>
                </a:lnTo>
                <a:lnTo>
                  <a:pt x="419807" y="49681"/>
                </a:lnTo>
                <a:lnTo>
                  <a:pt x="420235" y="49578"/>
                </a:lnTo>
                <a:lnTo>
                  <a:pt x="420667" y="49484"/>
                </a:lnTo>
                <a:lnTo>
                  <a:pt x="421102" y="49398"/>
                </a:lnTo>
                <a:lnTo>
                  <a:pt x="421541" y="49320"/>
                </a:lnTo>
                <a:lnTo>
                  <a:pt x="421983" y="49251"/>
                </a:lnTo>
                <a:lnTo>
                  <a:pt x="422429" y="49190"/>
                </a:lnTo>
                <a:lnTo>
                  <a:pt x="422878" y="49136"/>
                </a:lnTo>
                <a:lnTo>
                  <a:pt x="423331" y="49091"/>
                </a:lnTo>
                <a:lnTo>
                  <a:pt x="423788" y="49054"/>
                </a:lnTo>
                <a:lnTo>
                  <a:pt x="424248" y="49026"/>
                </a:lnTo>
                <a:lnTo>
                  <a:pt x="424712" y="49005"/>
                </a:lnTo>
                <a:lnTo>
                  <a:pt x="425179" y="48993"/>
                </a:lnTo>
                <a:lnTo>
                  <a:pt x="425650" y="48989"/>
                </a:lnTo>
                <a:lnTo>
                  <a:pt x="426272" y="48995"/>
                </a:lnTo>
                <a:lnTo>
                  <a:pt x="426884" y="49015"/>
                </a:lnTo>
                <a:lnTo>
                  <a:pt x="427489" y="49046"/>
                </a:lnTo>
                <a:lnTo>
                  <a:pt x="428084" y="49091"/>
                </a:lnTo>
                <a:lnTo>
                  <a:pt x="428670" y="49148"/>
                </a:lnTo>
                <a:lnTo>
                  <a:pt x="429248" y="49219"/>
                </a:lnTo>
                <a:lnTo>
                  <a:pt x="429817" y="49302"/>
                </a:lnTo>
                <a:lnTo>
                  <a:pt x="430377" y="49397"/>
                </a:lnTo>
                <a:lnTo>
                  <a:pt x="430928" y="49506"/>
                </a:lnTo>
                <a:lnTo>
                  <a:pt x="431470" y="49627"/>
                </a:lnTo>
                <a:lnTo>
                  <a:pt x="432004" y="49761"/>
                </a:lnTo>
                <a:lnTo>
                  <a:pt x="432529" y="49908"/>
                </a:lnTo>
                <a:lnTo>
                  <a:pt x="433044" y="50067"/>
                </a:lnTo>
                <a:lnTo>
                  <a:pt x="433551" y="50239"/>
                </a:lnTo>
                <a:lnTo>
                  <a:pt x="434050" y="50424"/>
                </a:lnTo>
                <a:lnTo>
                  <a:pt x="434539" y="50622"/>
                </a:lnTo>
                <a:lnTo>
                  <a:pt x="435020" y="50832"/>
                </a:lnTo>
                <a:lnTo>
                  <a:pt x="435491" y="51056"/>
                </a:lnTo>
                <a:lnTo>
                  <a:pt x="435954" y="51292"/>
                </a:lnTo>
                <a:lnTo>
                  <a:pt x="436408" y="51541"/>
                </a:lnTo>
                <a:lnTo>
                  <a:pt x="436854" y="51802"/>
                </a:lnTo>
                <a:lnTo>
                  <a:pt x="437290" y="52076"/>
                </a:lnTo>
                <a:lnTo>
                  <a:pt x="437718" y="52363"/>
                </a:lnTo>
                <a:lnTo>
                  <a:pt x="438136" y="52663"/>
                </a:lnTo>
                <a:lnTo>
                  <a:pt x="438547" y="52973"/>
                </a:lnTo>
                <a:lnTo>
                  <a:pt x="438948" y="53290"/>
                </a:lnTo>
                <a:lnTo>
                  <a:pt x="439342" y="53615"/>
                </a:lnTo>
                <a:lnTo>
                  <a:pt x="439726" y="53947"/>
                </a:lnTo>
                <a:lnTo>
                  <a:pt x="440103" y="54287"/>
                </a:lnTo>
                <a:lnTo>
                  <a:pt x="440471" y="54635"/>
                </a:lnTo>
                <a:lnTo>
                  <a:pt x="440830" y="54990"/>
                </a:lnTo>
                <a:lnTo>
                  <a:pt x="441181" y="55352"/>
                </a:lnTo>
                <a:lnTo>
                  <a:pt x="441524" y="55722"/>
                </a:lnTo>
                <a:lnTo>
                  <a:pt x="441858" y="56100"/>
                </a:lnTo>
                <a:lnTo>
                  <a:pt x="442184" y="56485"/>
                </a:lnTo>
                <a:lnTo>
                  <a:pt x="442501" y="56877"/>
                </a:lnTo>
                <a:lnTo>
                  <a:pt x="442810" y="57277"/>
                </a:lnTo>
                <a:lnTo>
                  <a:pt x="443111" y="57685"/>
                </a:lnTo>
                <a:lnTo>
                  <a:pt x="443403" y="58100"/>
                </a:lnTo>
                <a:lnTo>
                  <a:pt x="443686" y="58523"/>
                </a:lnTo>
                <a:lnTo>
                  <a:pt x="443961" y="58953"/>
                </a:lnTo>
                <a:lnTo>
                  <a:pt x="444228" y="59391"/>
                </a:lnTo>
                <a:lnTo>
                  <a:pt x="444486" y="59836"/>
                </a:lnTo>
                <a:lnTo>
                  <a:pt x="444736" y="60289"/>
                </a:lnTo>
                <a:lnTo>
                  <a:pt x="444977" y="60749"/>
                </a:lnTo>
                <a:lnTo>
                  <a:pt x="445210" y="61217"/>
                </a:lnTo>
                <a:lnTo>
                  <a:pt x="445435" y="61693"/>
                </a:lnTo>
                <a:lnTo>
                  <a:pt x="445651" y="62176"/>
                </a:lnTo>
                <a:lnTo>
                  <a:pt x="445858" y="62664"/>
                </a:lnTo>
                <a:lnTo>
                  <a:pt x="446058" y="63155"/>
                </a:lnTo>
                <a:lnTo>
                  <a:pt x="446249" y="63649"/>
                </a:lnTo>
                <a:lnTo>
                  <a:pt x="446431" y="64146"/>
                </a:lnTo>
                <a:lnTo>
                  <a:pt x="446606" y="64646"/>
                </a:lnTo>
                <a:lnTo>
                  <a:pt x="446772" y="65149"/>
                </a:lnTo>
                <a:lnTo>
                  <a:pt x="446929" y="65654"/>
                </a:lnTo>
                <a:lnTo>
                  <a:pt x="447079" y="66163"/>
                </a:lnTo>
                <a:lnTo>
                  <a:pt x="447220" y="66675"/>
                </a:lnTo>
                <a:lnTo>
                  <a:pt x="447353" y="67189"/>
                </a:lnTo>
                <a:lnTo>
                  <a:pt x="447477" y="67707"/>
                </a:lnTo>
                <a:lnTo>
                  <a:pt x="447594" y="68227"/>
                </a:lnTo>
                <a:lnTo>
                  <a:pt x="447701" y="68751"/>
                </a:lnTo>
                <a:lnTo>
                  <a:pt x="447801" y="69277"/>
                </a:lnTo>
                <a:lnTo>
                  <a:pt x="447892" y="69806"/>
                </a:lnTo>
                <a:lnTo>
                  <a:pt x="447975" y="70338"/>
                </a:lnTo>
                <a:lnTo>
                  <a:pt x="448050" y="70873"/>
                </a:lnTo>
                <a:lnTo>
                  <a:pt x="448116" y="71411"/>
                </a:lnTo>
                <a:lnTo>
                  <a:pt x="448174" y="71952"/>
                </a:lnTo>
                <a:lnTo>
                  <a:pt x="448224" y="72496"/>
                </a:lnTo>
                <a:lnTo>
                  <a:pt x="448265" y="73043"/>
                </a:lnTo>
                <a:lnTo>
                  <a:pt x="448298" y="73593"/>
                </a:lnTo>
                <a:lnTo>
                  <a:pt x="448323" y="74146"/>
                </a:lnTo>
                <a:lnTo>
                  <a:pt x="448339" y="74701"/>
                </a:lnTo>
                <a:lnTo>
                  <a:pt x="448339" y="75657"/>
                </a:lnTo>
                <a:lnTo>
                  <a:pt x="400659" y="75657"/>
                </a:lnTo>
                <a:lnTo>
                  <a:pt x="400695" y="75357"/>
                </a:lnTo>
                <a:lnTo>
                  <a:pt x="400769" y="74800"/>
                </a:lnTo>
                <a:lnTo>
                  <a:pt x="400848" y="74248"/>
                </a:lnTo>
                <a:lnTo>
                  <a:pt x="400935" y="73701"/>
                </a:lnTo>
                <a:lnTo>
                  <a:pt x="401028" y="73158"/>
                </a:lnTo>
                <a:close/>
                <a:moveTo>
                  <a:pt x="1547" y="122583"/>
                </a:moveTo>
                <a:lnTo>
                  <a:pt x="10387" y="122583"/>
                </a:lnTo>
                <a:lnTo>
                  <a:pt x="10387" y="42875"/>
                </a:lnTo>
                <a:lnTo>
                  <a:pt x="1547" y="42875"/>
                </a:lnTo>
                <a:lnTo>
                  <a:pt x="1547" y="122583"/>
                </a:lnTo>
                <a:close/>
                <a:moveTo>
                  <a:pt x="280289" y="100441"/>
                </a:moveTo>
                <a:lnTo>
                  <a:pt x="280247" y="100578"/>
                </a:lnTo>
                <a:lnTo>
                  <a:pt x="280076" y="101103"/>
                </a:lnTo>
                <a:lnTo>
                  <a:pt x="279898" y="101624"/>
                </a:lnTo>
                <a:lnTo>
                  <a:pt x="279711" y="102142"/>
                </a:lnTo>
                <a:lnTo>
                  <a:pt x="279515" y="102656"/>
                </a:lnTo>
                <a:lnTo>
                  <a:pt x="279310" y="103164"/>
                </a:lnTo>
                <a:lnTo>
                  <a:pt x="279094" y="103664"/>
                </a:lnTo>
                <a:lnTo>
                  <a:pt x="278866" y="104156"/>
                </a:lnTo>
                <a:lnTo>
                  <a:pt x="278627" y="104639"/>
                </a:lnTo>
                <a:lnTo>
                  <a:pt x="278377" y="105113"/>
                </a:lnTo>
                <a:lnTo>
                  <a:pt x="278116" y="105580"/>
                </a:lnTo>
                <a:lnTo>
                  <a:pt x="277843" y="106037"/>
                </a:lnTo>
                <a:lnTo>
                  <a:pt x="277559" y="106487"/>
                </a:lnTo>
                <a:lnTo>
                  <a:pt x="277264" y="106927"/>
                </a:lnTo>
                <a:lnTo>
                  <a:pt x="276957" y="107360"/>
                </a:lnTo>
                <a:lnTo>
                  <a:pt x="276640" y="107784"/>
                </a:lnTo>
                <a:lnTo>
                  <a:pt x="276311" y="108199"/>
                </a:lnTo>
                <a:lnTo>
                  <a:pt x="275971" y="108606"/>
                </a:lnTo>
                <a:lnTo>
                  <a:pt x="275619" y="109005"/>
                </a:lnTo>
                <a:lnTo>
                  <a:pt x="275256" y="109395"/>
                </a:lnTo>
                <a:lnTo>
                  <a:pt x="274882" y="109777"/>
                </a:lnTo>
                <a:lnTo>
                  <a:pt x="274497" y="110150"/>
                </a:lnTo>
                <a:lnTo>
                  <a:pt x="274101" y="110515"/>
                </a:lnTo>
                <a:lnTo>
                  <a:pt x="273693" y="110872"/>
                </a:lnTo>
                <a:lnTo>
                  <a:pt x="273274" y="111220"/>
                </a:lnTo>
                <a:lnTo>
                  <a:pt x="272844" y="111559"/>
                </a:lnTo>
                <a:lnTo>
                  <a:pt x="272402" y="111890"/>
                </a:lnTo>
                <a:lnTo>
                  <a:pt x="271950" y="112213"/>
                </a:lnTo>
                <a:lnTo>
                  <a:pt x="271486" y="112527"/>
                </a:lnTo>
                <a:lnTo>
                  <a:pt x="271009" y="112831"/>
                </a:lnTo>
                <a:lnTo>
                  <a:pt x="270518" y="113122"/>
                </a:lnTo>
                <a:lnTo>
                  <a:pt x="270013" y="113399"/>
                </a:lnTo>
                <a:lnTo>
                  <a:pt x="269493" y="113664"/>
                </a:lnTo>
                <a:lnTo>
                  <a:pt x="268960" y="113916"/>
                </a:lnTo>
                <a:lnTo>
                  <a:pt x="268412" y="114155"/>
                </a:lnTo>
                <a:lnTo>
                  <a:pt x="267850" y="114381"/>
                </a:lnTo>
                <a:lnTo>
                  <a:pt x="267274" y="114594"/>
                </a:lnTo>
                <a:lnTo>
                  <a:pt x="266684" y="114794"/>
                </a:lnTo>
                <a:lnTo>
                  <a:pt x="266079" y="114982"/>
                </a:lnTo>
                <a:lnTo>
                  <a:pt x="265461" y="115156"/>
                </a:lnTo>
                <a:lnTo>
                  <a:pt x="264828" y="115318"/>
                </a:lnTo>
                <a:lnTo>
                  <a:pt x="264181" y="115466"/>
                </a:lnTo>
                <a:lnTo>
                  <a:pt x="263519" y="115602"/>
                </a:lnTo>
                <a:lnTo>
                  <a:pt x="262844" y="115724"/>
                </a:lnTo>
                <a:lnTo>
                  <a:pt x="262154" y="115834"/>
                </a:lnTo>
                <a:lnTo>
                  <a:pt x="261450" y="115931"/>
                </a:lnTo>
                <a:lnTo>
                  <a:pt x="260732" y="116015"/>
                </a:lnTo>
                <a:lnTo>
                  <a:pt x="260000" y="116086"/>
                </a:lnTo>
                <a:lnTo>
                  <a:pt x="259254" y="116144"/>
                </a:lnTo>
                <a:lnTo>
                  <a:pt x="258493" y="116189"/>
                </a:lnTo>
                <a:lnTo>
                  <a:pt x="257718" y="116222"/>
                </a:lnTo>
                <a:lnTo>
                  <a:pt x="256929" y="116241"/>
                </a:lnTo>
                <a:lnTo>
                  <a:pt x="256126" y="116248"/>
                </a:lnTo>
                <a:lnTo>
                  <a:pt x="255807" y="116246"/>
                </a:lnTo>
                <a:lnTo>
                  <a:pt x="255491" y="116240"/>
                </a:lnTo>
                <a:lnTo>
                  <a:pt x="255176" y="116230"/>
                </a:lnTo>
                <a:lnTo>
                  <a:pt x="254863" y="116217"/>
                </a:lnTo>
                <a:lnTo>
                  <a:pt x="254552" y="116200"/>
                </a:lnTo>
                <a:lnTo>
                  <a:pt x="254243" y="116179"/>
                </a:lnTo>
                <a:lnTo>
                  <a:pt x="253935" y="116154"/>
                </a:lnTo>
                <a:lnTo>
                  <a:pt x="253629" y="116125"/>
                </a:lnTo>
                <a:lnTo>
                  <a:pt x="253325" y="116092"/>
                </a:lnTo>
                <a:lnTo>
                  <a:pt x="253023" y="116056"/>
                </a:lnTo>
                <a:lnTo>
                  <a:pt x="252723" y="116015"/>
                </a:lnTo>
                <a:lnTo>
                  <a:pt x="252424" y="115971"/>
                </a:lnTo>
                <a:lnTo>
                  <a:pt x="252127" y="115923"/>
                </a:lnTo>
                <a:lnTo>
                  <a:pt x="251832" y="115872"/>
                </a:lnTo>
                <a:lnTo>
                  <a:pt x="251539" y="115816"/>
                </a:lnTo>
                <a:lnTo>
                  <a:pt x="251247" y="115756"/>
                </a:lnTo>
                <a:lnTo>
                  <a:pt x="250958" y="115693"/>
                </a:lnTo>
                <a:lnTo>
                  <a:pt x="250670" y="115626"/>
                </a:lnTo>
                <a:lnTo>
                  <a:pt x="250384" y="115555"/>
                </a:lnTo>
                <a:lnTo>
                  <a:pt x="250099" y="115480"/>
                </a:lnTo>
                <a:lnTo>
                  <a:pt x="249817" y="115402"/>
                </a:lnTo>
                <a:lnTo>
                  <a:pt x="249536" y="115319"/>
                </a:lnTo>
                <a:lnTo>
                  <a:pt x="249257" y="115233"/>
                </a:lnTo>
                <a:lnTo>
                  <a:pt x="248980" y="115143"/>
                </a:lnTo>
                <a:lnTo>
                  <a:pt x="248705" y="115048"/>
                </a:lnTo>
                <a:lnTo>
                  <a:pt x="248433" y="114948"/>
                </a:lnTo>
                <a:lnTo>
                  <a:pt x="248163" y="114844"/>
                </a:lnTo>
                <a:lnTo>
                  <a:pt x="247897" y="114734"/>
                </a:lnTo>
                <a:lnTo>
                  <a:pt x="247632" y="114620"/>
                </a:lnTo>
                <a:lnTo>
                  <a:pt x="247371" y="114500"/>
                </a:lnTo>
                <a:lnTo>
                  <a:pt x="247112" y="114376"/>
                </a:lnTo>
                <a:lnTo>
                  <a:pt x="246856" y="114246"/>
                </a:lnTo>
                <a:lnTo>
                  <a:pt x="246603" y="114112"/>
                </a:lnTo>
                <a:lnTo>
                  <a:pt x="246352" y="113972"/>
                </a:lnTo>
                <a:lnTo>
                  <a:pt x="246104" y="113828"/>
                </a:lnTo>
                <a:lnTo>
                  <a:pt x="245858" y="113678"/>
                </a:lnTo>
                <a:lnTo>
                  <a:pt x="245616" y="113524"/>
                </a:lnTo>
                <a:lnTo>
                  <a:pt x="245376" y="113365"/>
                </a:lnTo>
                <a:lnTo>
                  <a:pt x="245138" y="113200"/>
                </a:lnTo>
                <a:lnTo>
                  <a:pt x="244904" y="113031"/>
                </a:lnTo>
                <a:lnTo>
                  <a:pt x="244672" y="112856"/>
                </a:lnTo>
                <a:lnTo>
                  <a:pt x="244443" y="112677"/>
                </a:lnTo>
                <a:lnTo>
                  <a:pt x="244216" y="112493"/>
                </a:lnTo>
                <a:lnTo>
                  <a:pt x="243992" y="112303"/>
                </a:lnTo>
                <a:lnTo>
                  <a:pt x="243771" y="112109"/>
                </a:lnTo>
                <a:lnTo>
                  <a:pt x="243552" y="111910"/>
                </a:lnTo>
                <a:lnTo>
                  <a:pt x="243337" y="111705"/>
                </a:lnTo>
                <a:lnTo>
                  <a:pt x="243123" y="111496"/>
                </a:lnTo>
                <a:lnTo>
                  <a:pt x="242914" y="111281"/>
                </a:lnTo>
                <a:lnTo>
                  <a:pt x="242708" y="111060"/>
                </a:lnTo>
                <a:lnTo>
                  <a:pt x="242505" y="110833"/>
                </a:lnTo>
                <a:lnTo>
                  <a:pt x="242307" y="110600"/>
                </a:lnTo>
                <a:lnTo>
                  <a:pt x="242112" y="110360"/>
                </a:lnTo>
                <a:lnTo>
                  <a:pt x="241922" y="110115"/>
                </a:lnTo>
                <a:lnTo>
                  <a:pt x="241735" y="109863"/>
                </a:lnTo>
                <a:lnTo>
                  <a:pt x="241552" y="109605"/>
                </a:lnTo>
                <a:lnTo>
                  <a:pt x="241373" y="109341"/>
                </a:lnTo>
                <a:lnTo>
                  <a:pt x="241197" y="109071"/>
                </a:lnTo>
                <a:lnTo>
                  <a:pt x="241026" y="108795"/>
                </a:lnTo>
                <a:lnTo>
                  <a:pt x="240858" y="108512"/>
                </a:lnTo>
                <a:lnTo>
                  <a:pt x="240694" y="108224"/>
                </a:lnTo>
                <a:lnTo>
                  <a:pt x="240534" y="107929"/>
                </a:lnTo>
                <a:lnTo>
                  <a:pt x="240378" y="107628"/>
                </a:lnTo>
                <a:lnTo>
                  <a:pt x="240226" y="107322"/>
                </a:lnTo>
                <a:lnTo>
                  <a:pt x="240077" y="107008"/>
                </a:lnTo>
                <a:lnTo>
                  <a:pt x="239933" y="106689"/>
                </a:lnTo>
                <a:lnTo>
                  <a:pt x="239792" y="106364"/>
                </a:lnTo>
                <a:lnTo>
                  <a:pt x="239655" y="106032"/>
                </a:lnTo>
                <a:lnTo>
                  <a:pt x="239522" y="105695"/>
                </a:lnTo>
                <a:lnTo>
                  <a:pt x="239393" y="105351"/>
                </a:lnTo>
                <a:lnTo>
                  <a:pt x="239267" y="105001"/>
                </a:lnTo>
                <a:lnTo>
                  <a:pt x="239145" y="104645"/>
                </a:lnTo>
                <a:lnTo>
                  <a:pt x="239028" y="104282"/>
                </a:lnTo>
                <a:lnTo>
                  <a:pt x="238916" y="103913"/>
                </a:lnTo>
                <a:lnTo>
                  <a:pt x="238809" y="103536"/>
                </a:lnTo>
                <a:lnTo>
                  <a:pt x="238706" y="103152"/>
                </a:lnTo>
                <a:lnTo>
                  <a:pt x="238609" y="102761"/>
                </a:lnTo>
                <a:lnTo>
                  <a:pt x="238517" y="102364"/>
                </a:lnTo>
                <a:lnTo>
                  <a:pt x="238430" y="101959"/>
                </a:lnTo>
                <a:lnTo>
                  <a:pt x="238347" y="101547"/>
                </a:lnTo>
                <a:lnTo>
                  <a:pt x="238270" y="101128"/>
                </a:lnTo>
                <a:lnTo>
                  <a:pt x="238198" y="100702"/>
                </a:lnTo>
                <a:lnTo>
                  <a:pt x="238130" y="100269"/>
                </a:lnTo>
                <a:lnTo>
                  <a:pt x="238068" y="99829"/>
                </a:lnTo>
                <a:lnTo>
                  <a:pt x="238011" y="99382"/>
                </a:lnTo>
                <a:lnTo>
                  <a:pt x="237958" y="98928"/>
                </a:lnTo>
                <a:lnTo>
                  <a:pt x="237911" y="98467"/>
                </a:lnTo>
                <a:lnTo>
                  <a:pt x="237869" y="97998"/>
                </a:lnTo>
                <a:lnTo>
                  <a:pt x="237831" y="97523"/>
                </a:lnTo>
                <a:lnTo>
                  <a:pt x="237799" y="97041"/>
                </a:lnTo>
                <a:lnTo>
                  <a:pt x="237771" y="96552"/>
                </a:lnTo>
                <a:lnTo>
                  <a:pt x="237749" y="96055"/>
                </a:lnTo>
                <a:lnTo>
                  <a:pt x="237731" y="95552"/>
                </a:lnTo>
                <a:lnTo>
                  <a:pt x="237719" y="95042"/>
                </a:lnTo>
                <a:lnTo>
                  <a:pt x="237711" y="94524"/>
                </a:lnTo>
                <a:lnTo>
                  <a:pt x="237709" y="94000"/>
                </a:lnTo>
                <a:lnTo>
                  <a:pt x="237709" y="42875"/>
                </a:lnTo>
                <a:lnTo>
                  <a:pt x="228942" y="42875"/>
                </a:lnTo>
                <a:lnTo>
                  <a:pt x="228942" y="93853"/>
                </a:lnTo>
                <a:lnTo>
                  <a:pt x="228946" y="94530"/>
                </a:lnTo>
                <a:lnTo>
                  <a:pt x="228955" y="95199"/>
                </a:lnTo>
                <a:lnTo>
                  <a:pt x="228972" y="95859"/>
                </a:lnTo>
                <a:lnTo>
                  <a:pt x="228995" y="96511"/>
                </a:lnTo>
                <a:lnTo>
                  <a:pt x="229024" y="97154"/>
                </a:lnTo>
                <a:lnTo>
                  <a:pt x="229060" y="97789"/>
                </a:lnTo>
                <a:lnTo>
                  <a:pt x="229102" y="98416"/>
                </a:lnTo>
                <a:lnTo>
                  <a:pt x="229151" y="99034"/>
                </a:lnTo>
                <a:lnTo>
                  <a:pt x="229207" y="99644"/>
                </a:lnTo>
                <a:lnTo>
                  <a:pt x="229269" y="100245"/>
                </a:lnTo>
                <a:lnTo>
                  <a:pt x="229337" y="100838"/>
                </a:lnTo>
                <a:lnTo>
                  <a:pt x="229412" y="101422"/>
                </a:lnTo>
                <a:lnTo>
                  <a:pt x="229494" y="101998"/>
                </a:lnTo>
                <a:lnTo>
                  <a:pt x="229582" y="102565"/>
                </a:lnTo>
                <a:lnTo>
                  <a:pt x="229676" y="103124"/>
                </a:lnTo>
                <a:lnTo>
                  <a:pt x="229777" y="103675"/>
                </a:lnTo>
                <a:lnTo>
                  <a:pt x="229885" y="104217"/>
                </a:lnTo>
                <a:lnTo>
                  <a:pt x="229999" y="104751"/>
                </a:lnTo>
                <a:lnTo>
                  <a:pt x="230120" y="105276"/>
                </a:lnTo>
                <a:lnTo>
                  <a:pt x="230247" y="105793"/>
                </a:lnTo>
                <a:lnTo>
                  <a:pt x="230381" y="106301"/>
                </a:lnTo>
                <a:lnTo>
                  <a:pt x="230521" y="106801"/>
                </a:lnTo>
                <a:lnTo>
                  <a:pt x="230668" y="107293"/>
                </a:lnTo>
                <a:lnTo>
                  <a:pt x="230821" y="107776"/>
                </a:lnTo>
                <a:lnTo>
                  <a:pt x="230980" y="108251"/>
                </a:lnTo>
                <a:lnTo>
                  <a:pt x="231145" y="108718"/>
                </a:lnTo>
                <a:lnTo>
                  <a:pt x="231315" y="109178"/>
                </a:lnTo>
                <a:lnTo>
                  <a:pt x="231491" y="109631"/>
                </a:lnTo>
                <a:lnTo>
                  <a:pt x="231672" y="110076"/>
                </a:lnTo>
                <a:lnTo>
                  <a:pt x="231859" y="110513"/>
                </a:lnTo>
                <a:lnTo>
                  <a:pt x="232052" y="110943"/>
                </a:lnTo>
                <a:lnTo>
                  <a:pt x="232249" y="111365"/>
                </a:lnTo>
                <a:lnTo>
                  <a:pt x="232453" y="111780"/>
                </a:lnTo>
                <a:lnTo>
                  <a:pt x="232661" y="112187"/>
                </a:lnTo>
                <a:lnTo>
                  <a:pt x="232876" y="112587"/>
                </a:lnTo>
                <a:lnTo>
                  <a:pt x="233095" y="112979"/>
                </a:lnTo>
                <a:lnTo>
                  <a:pt x="233321" y="113363"/>
                </a:lnTo>
                <a:lnTo>
                  <a:pt x="233552" y="113740"/>
                </a:lnTo>
                <a:lnTo>
                  <a:pt x="233788" y="114109"/>
                </a:lnTo>
                <a:lnTo>
                  <a:pt x="234030" y="114471"/>
                </a:lnTo>
                <a:lnTo>
                  <a:pt x="234277" y="114826"/>
                </a:lnTo>
                <a:lnTo>
                  <a:pt x="234530" y="115172"/>
                </a:lnTo>
                <a:lnTo>
                  <a:pt x="234788" y="115512"/>
                </a:lnTo>
                <a:lnTo>
                  <a:pt x="235052" y="115843"/>
                </a:lnTo>
                <a:lnTo>
                  <a:pt x="235321" y="116168"/>
                </a:lnTo>
                <a:lnTo>
                  <a:pt x="235596" y="116484"/>
                </a:lnTo>
                <a:lnTo>
                  <a:pt x="235876" y="116793"/>
                </a:lnTo>
                <a:lnTo>
                  <a:pt x="236162" y="117095"/>
                </a:lnTo>
                <a:lnTo>
                  <a:pt x="236453" y="117389"/>
                </a:lnTo>
                <a:lnTo>
                  <a:pt x="236748" y="117677"/>
                </a:lnTo>
                <a:lnTo>
                  <a:pt x="237049" y="117959"/>
                </a:lnTo>
                <a:lnTo>
                  <a:pt x="237354" y="118234"/>
                </a:lnTo>
                <a:lnTo>
                  <a:pt x="237664" y="118502"/>
                </a:lnTo>
                <a:lnTo>
                  <a:pt x="237978" y="118764"/>
                </a:lnTo>
                <a:lnTo>
                  <a:pt x="238298" y="119019"/>
                </a:lnTo>
                <a:lnTo>
                  <a:pt x="238622" y="119268"/>
                </a:lnTo>
                <a:lnTo>
                  <a:pt x="238950" y="119510"/>
                </a:lnTo>
                <a:lnTo>
                  <a:pt x="239284" y="119746"/>
                </a:lnTo>
                <a:lnTo>
                  <a:pt x="239622" y="119975"/>
                </a:lnTo>
                <a:lnTo>
                  <a:pt x="239965" y="120198"/>
                </a:lnTo>
                <a:lnTo>
                  <a:pt x="240313" y="120414"/>
                </a:lnTo>
                <a:lnTo>
                  <a:pt x="240665" y="120624"/>
                </a:lnTo>
                <a:lnTo>
                  <a:pt x="241022" y="120827"/>
                </a:lnTo>
                <a:lnTo>
                  <a:pt x="241384" y="121024"/>
                </a:lnTo>
                <a:lnTo>
                  <a:pt x="241751" y="121214"/>
                </a:lnTo>
                <a:lnTo>
                  <a:pt x="242122" y="121397"/>
                </a:lnTo>
                <a:lnTo>
                  <a:pt x="242498" y="121574"/>
                </a:lnTo>
                <a:lnTo>
                  <a:pt x="242879" y="121745"/>
                </a:lnTo>
                <a:lnTo>
                  <a:pt x="243264" y="121909"/>
                </a:lnTo>
                <a:lnTo>
                  <a:pt x="243655" y="122067"/>
                </a:lnTo>
                <a:lnTo>
                  <a:pt x="244050" y="122218"/>
                </a:lnTo>
                <a:lnTo>
                  <a:pt x="244449" y="122362"/>
                </a:lnTo>
                <a:lnTo>
                  <a:pt x="244853" y="122500"/>
                </a:lnTo>
                <a:lnTo>
                  <a:pt x="245261" y="122633"/>
                </a:lnTo>
                <a:lnTo>
                  <a:pt x="245671" y="122759"/>
                </a:lnTo>
                <a:lnTo>
                  <a:pt x="246086" y="122880"/>
                </a:lnTo>
                <a:lnTo>
                  <a:pt x="246503" y="122994"/>
                </a:lnTo>
                <a:lnTo>
                  <a:pt x="246924" y="123103"/>
                </a:lnTo>
                <a:lnTo>
                  <a:pt x="247349" y="123206"/>
                </a:lnTo>
                <a:lnTo>
                  <a:pt x="247777" y="123303"/>
                </a:lnTo>
                <a:lnTo>
                  <a:pt x="248208" y="123394"/>
                </a:lnTo>
                <a:lnTo>
                  <a:pt x="248643" y="123480"/>
                </a:lnTo>
                <a:lnTo>
                  <a:pt x="249082" y="123559"/>
                </a:lnTo>
                <a:lnTo>
                  <a:pt x="249523" y="123633"/>
                </a:lnTo>
                <a:lnTo>
                  <a:pt x="249969" y="123700"/>
                </a:lnTo>
                <a:lnTo>
                  <a:pt x="250417" y="123762"/>
                </a:lnTo>
                <a:lnTo>
                  <a:pt x="250870" y="123818"/>
                </a:lnTo>
                <a:lnTo>
                  <a:pt x="251325" y="123868"/>
                </a:lnTo>
                <a:lnTo>
                  <a:pt x="251784" y="123912"/>
                </a:lnTo>
                <a:lnTo>
                  <a:pt x="252247" y="123950"/>
                </a:lnTo>
                <a:lnTo>
                  <a:pt x="252713" y="123983"/>
                </a:lnTo>
                <a:lnTo>
                  <a:pt x="253182" y="124009"/>
                </a:lnTo>
                <a:lnTo>
                  <a:pt x="253655" y="124030"/>
                </a:lnTo>
                <a:lnTo>
                  <a:pt x="254131" y="124045"/>
                </a:lnTo>
                <a:lnTo>
                  <a:pt x="254611" y="124053"/>
                </a:lnTo>
                <a:lnTo>
                  <a:pt x="255094" y="124056"/>
                </a:lnTo>
                <a:lnTo>
                  <a:pt x="255790" y="124052"/>
                </a:lnTo>
                <a:lnTo>
                  <a:pt x="256477" y="124038"/>
                </a:lnTo>
                <a:lnTo>
                  <a:pt x="257156" y="124015"/>
                </a:lnTo>
                <a:lnTo>
                  <a:pt x="257826" y="123984"/>
                </a:lnTo>
                <a:lnTo>
                  <a:pt x="258488" y="123943"/>
                </a:lnTo>
                <a:lnTo>
                  <a:pt x="259142" y="123893"/>
                </a:lnTo>
                <a:lnTo>
                  <a:pt x="259787" y="123834"/>
                </a:lnTo>
                <a:lnTo>
                  <a:pt x="260423" y="123766"/>
                </a:lnTo>
                <a:lnTo>
                  <a:pt x="261051" y="123689"/>
                </a:lnTo>
                <a:lnTo>
                  <a:pt x="261671" y="123602"/>
                </a:lnTo>
                <a:lnTo>
                  <a:pt x="262282" y="123507"/>
                </a:lnTo>
                <a:lnTo>
                  <a:pt x="262885" y="123403"/>
                </a:lnTo>
                <a:lnTo>
                  <a:pt x="263479" y="123289"/>
                </a:lnTo>
                <a:lnTo>
                  <a:pt x="264065" y="123166"/>
                </a:lnTo>
                <a:lnTo>
                  <a:pt x="264642" y="123035"/>
                </a:lnTo>
                <a:lnTo>
                  <a:pt x="265211" y="122894"/>
                </a:lnTo>
                <a:lnTo>
                  <a:pt x="265772" y="122744"/>
                </a:lnTo>
                <a:lnTo>
                  <a:pt x="266324" y="122585"/>
                </a:lnTo>
                <a:lnTo>
                  <a:pt x="266868" y="122417"/>
                </a:lnTo>
                <a:lnTo>
                  <a:pt x="267403" y="122240"/>
                </a:lnTo>
                <a:lnTo>
                  <a:pt x="267930" y="122054"/>
                </a:lnTo>
                <a:lnTo>
                  <a:pt x="268448" y="121859"/>
                </a:lnTo>
                <a:lnTo>
                  <a:pt x="268958" y="121655"/>
                </a:lnTo>
                <a:lnTo>
                  <a:pt x="269460" y="121441"/>
                </a:lnTo>
                <a:lnTo>
                  <a:pt x="269953" y="121220"/>
                </a:lnTo>
                <a:lnTo>
                  <a:pt x="270439" y="120991"/>
                </a:lnTo>
                <a:lnTo>
                  <a:pt x="270917" y="120755"/>
                </a:lnTo>
                <a:lnTo>
                  <a:pt x="271387" y="120512"/>
                </a:lnTo>
                <a:lnTo>
                  <a:pt x="271850" y="120262"/>
                </a:lnTo>
                <a:lnTo>
                  <a:pt x="272305" y="120005"/>
                </a:lnTo>
                <a:lnTo>
                  <a:pt x="272752" y="119740"/>
                </a:lnTo>
                <a:lnTo>
                  <a:pt x="273192" y="119468"/>
                </a:lnTo>
                <a:lnTo>
                  <a:pt x="273624" y="119190"/>
                </a:lnTo>
                <a:lnTo>
                  <a:pt x="274049" y="118904"/>
                </a:lnTo>
                <a:lnTo>
                  <a:pt x="274465" y="118611"/>
                </a:lnTo>
                <a:lnTo>
                  <a:pt x="274874" y="118310"/>
                </a:lnTo>
                <a:lnTo>
                  <a:pt x="275276" y="118003"/>
                </a:lnTo>
                <a:lnTo>
                  <a:pt x="275669" y="117688"/>
                </a:lnTo>
                <a:lnTo>
                  <a:pt x="276055" y="117366"/>
                </a:lnTo>
                <a:lnTo>
                  <a:pt x="276434" y="117037"/>
                </a:lnTo>
                <a:lnTo>
                  <a:pt x="276804" y="116701"/>
                </a:lnTo>
                <a:lnTo>
                  <a:pt x="277167" y="116358"/>
                </a:lnTo>
                <a:lnTo>
                  <a:pt x="277522" y="116008"/>
                </a:lnTo>
                <a:lnTo>
                  <a:pt x="277870" y="115650"/>
                </a:lnTo>
                <a:lnTo>
                  <a:pt x="278210" y="115285"/>
                </a:lnTo>
                <a:lnTo>
                  <a:pt x="278542" y="114913"/>
                </a:lnTo>
                <a:lnTo>
                  <a:pt x="278867" y="114534"/>
                </a:lnTo>
                <a:lnTo>
                  <a:pt x="279184" y="114148"/>
                </a:lnTo>
                <a:lnTo>
                  <a:pt x="279493" y="113755"/>
                </a:lnTo>
                <a:lnTo>
                  <a:pt x="279796" y="113357"/>
                </a:lnTo>
                <a:lnTo>
                  <a:pt x="280092" y="112952"/>
                </a:lnTo>
                <a:lnTo>
                  <a:pt x="280381" y="112542"/>
                </a:lnTo>
                <a:lnTo>
                  <a:pt x="280454" y="112434"/>
                </a:lnTo>
                <a:lnTo>
                  <a:pt x="280657" y="122583"/>
                </a:lnTo>
                <a:lnTo>
                  <a:pt x="289203" y="122583"/>
                </a:lnTo>
                <a:lnTo>
                  <a:pt x="289203" y="42875"/>
                </a:lnTo>
                <a:lnTo>
                  <a:pt x="280289" y="42875"/>
                </a:lnTo>
                <a:lnTo>
                  <a:pt x="280289" y="100441"/>
                </a:lnTo>
                <a:close/>
                <a:moveTo>
                  <a:pt x="889184" y="20915"/>
                </a:moveTo>
                <a:lnTo>
                  <a:pt x="889220" y="21102"/>
                </a:lnTo>
                <a:lnTo>
                  <a:pt x="889261" y="21286"/>
                </a:lnTo>
                <a:lnTo>
                  <a:pt x="889308" y="21468"/>
                </a:lnTo>
                <a:lnTo>
                  <a:pt x="889360" y="21647"/>
                </a:lnTo>
                <a:lnTo>
                  <a:pt x="889418" y="21824"/>
                </a:lnTo>
                <a:lnTo>
                  <a:pt x="889481" y="21999"/>
                </a:lnTo>
                <a:lnTo>
                  <a:pt x="889550" y="22171"/>
                </a:lnTo>
                <a:lnTo>
                  <a:pt x="889624" y="22341"/>
                </a:lnTo>
                <a:lnTo>
                  <a:pt x="889704" y="22508"/>
                </a:lnTo>
                <a:lnTo>
                  <a:pt x="889789" y="22673"/>
                </a:lnTo>
                <a:lnTo>
                  <a:pt x="889880" y="22836"/>
                </a:lnTo>
                <a:lnTo>
                  <a:pt x="889976" y="22996"/>
                </a:lnTo>
                <a:lnTo>
                  <a:pt x="890078" y="23153"/>
                </a:lnTo>
                <a:lnTo>
                  <a:pt x="890185" y="23309"/>
                </a:lnTo>
                <a:lnTo>
                  <a:pt x="890298" y="23461"/>
                </a:lnTo>
                <a:lnTo>
                  <a:pt x="890416" y="23612"/>
                </a:lnTo>
                <a:lnTo>
                  <a:pt x="890540" y="23760"/>
                </a:lnTo>
                <a:lnTo>
                  <a:pt x="890669" y="23905"/>
                </a:lnTo>
                <a:lnTo>
                  <a:pt x="890803" y="24046"/>
                </a:lnTo>
                <a:lnTo>
                  <a:pt x="890942" y="24182"/>
                </a:lnTo>
                <a:lnTo>
                  <a:pt x="891085" y="24311"/>
                </a:lnTo>
                <a:lnTo>
                  <a:pt x="891233" y="24434"/>
                </a:lnTo>
                <a:lnTo>
                  <a:pt x="891385" y="24551"/>
                </a:lnTo>
                <a:lnTo>
                  <a:pt x="891542" y="24663"/>
                </a:lnTo>
                <a:lnTo>
                  <a:pt x="891703" y="24768"/>
                </a:lnTo>
                <a:lnTo>
                  <a:pt x="891868" y="24867"/>
                </a:lnTo>
                <a:lnTo>
                  <a:pt x="892038" y="24960"/>
                </a:lnTo>
                <a:lnTo>
                  <a:pt x="892213" y="25047"/>
                </a:lnTo>
                <a:lnTo>
                  <a:pt x="892392" y="25128"/>
                </a:lnTo>
                <a:lnTo>
                  <a:pt x="892575" y="25204"/>
                </a:lnTo>
                <a:lnTo>
                  <a:pt x="892763" y="25273"/>
                </a:lnTo>
                <a:lnTo>
                  <a:pt x="892956" y="25336"/>
                </a:lnTo>
                <a:lnTo>
                  <a:pt x="893153" y="25393"/>
                </a:lnTo>
                <a:lnTo>
                  <a:pt x="893354" y="25444"/>
                </a:lnTo>
                <a:lnTo>
                  <a:pt x="893560" y="25489"/>
                </a:lnTo>
                <a:lnTo>
                  <a:pt x="893770" y="25528"/>
                </a:lnTo>
                <a:lnTo>
                  <a:pt x="893985" y="25561"/>
                </a:lnTo>
                <a:lnTo>
                  <a:pt x="894204" y="25588"/>
                </a:lnTo>
                <a:lnTo>
                  <a:pt x="894428" y="25609"/>
                </a:lnTo>
                <a:lnTo>
                  <a:pt x="894656" y="25624"/>
                </a:lnTo>
                <a:lnTo>
                  <a:pt x="894889" y="25633"/>
                </a:lnTo>
                <a:lnTo>
                  <a:pt x="895126" y="25636"/>
                </a:lnTo>
                <a:lnTo>
                  <a:pt x="895357" y="25633"/>
                </a:lnTo>
                <a:lnTo>
                  <a:pt x="895585" y="25624"/>
                </a:lnTo>
                <a:lnTo>
                  <a:pt x="895808" y="25609"/>
                </a:lnTo>
                <a:lnTo>
                  <a:pt x="896028" y="25588"/>
                </a:lnTo>
                <a:lnTo>
                  <a:pt x="896243" y="25561"/>
                </a:lnTo>
                <a:lnTo>
                  <a:pt x="896454" y="25528"/>
                </a:lnTo>
                <a:lnTo>
                  <a:pt x="896662" y="25489"/>
                </a:lnTo>
                <a:lnTo>
                  <a:pt x="896866" y="25444"/>
                </a:lnTo>
                <a:lnTo>
                  <a:pt x="897065" y="25393"/>
                </a:lnTo>
                <a:lnTo>
                  <a:pt x="897261" y="25336"/>
                </a:lnTo>
                <a:lnTo>
                  <a:pt x="897452" y="25273"/>
                </a:lnTo>
                <a:lnTo>
                  <a:pt x="897640" y="25204"/>
                </a:lnTo>
                <a:lnTo>
                  <a:pt x="897824" y="25128"/>
                </a:lnTo>
                <a:lnTo>
                  <a:pt x="898004" y="25047"/>
                </a:lnTo>
                <a:lnTo>
                  <a:pt x="898179" y="24960"/>
                </a:lnTo>
                <a:lnTo>
                  <a:pt x="898351" y="24867"/>
                </a:lnTo>
                <a:lnTo>
                  <a:pt x="898519" y="24768"/>
                </a:lnTo>
                <a:lnTo>
                  <a:pt x="898683" y="24663"/>
                </a:lnTo>
                <a:lnTo>
                  <a:pt x="898843" y="24551"/>
                </a:lnTo>
                <a:lnTo>
                  <a:pt x="898999" y="24434"/>
                </a:lnTo>
                <a:lnTo>
                  <a:pt x="899151" y="24311"/>
                </a:lnTo>
                <a:lnTo>
                  <a:pt x="899299" y="24182"/>
                </a:lnTo>
                <a:lnTo>
                  <a:pt x="899443" y="24046"/>
                </a:lnTo>
                <a:lnTo>
                  <a:pt x="899583" y="23905"/>
                </a:lnTo>
                <a:lnTo>
                  <a:pt x="899718" y="23760"/>
                </a:lnTo>
                <a:lnTo>
                  <a:pt x="899848" y="23612"/>
                </a:lnTo>
                <a:lnTo>
                  <a:pt x="899972" y="23461"/>
                </a:lnTo>
                <a:lnTo>
                  <a:pt x="900090" y="23309"/>
                </a:lnTo>
                <a:lnTo>
                  <a:pt x="900202" y="23153"/>
                </a:lnTo>
                <a:lnTo>
                  <a:pt x="900308" y="22996"/>
                </a:lnTo>
                <a:lnTo>
                  <a:pt x="900409" y="22836"/>
                </a:lnTo>
                <a:lnTo>
                  <a:pt x="900504" y="22673"/>
                </a:lnTo>
                <a:lnTo>
                  <a:pt x="900593" y="22508"/>
                </a:lnTo>
                <a:lnTo>
                  <a:pt x="900677" y="22341"/>
                </a:lnTo>
                <a:lnTo>
                  <a:pt x="900754" y="22171"/>
                </a:lnTo>
                <a:lnTo>
                  <a:pt x="900826" y="21999"/>
                </a:lnTo>
                <a:lnTo>
                  <a:pt x="900892" y="21824"/>
                </a:lnTo>
                <a:lnTo>
                  <a:pt x="900953" y="21647"/>
                </a:lnTo>
                <a:lnTo>
                  <a:pt x="901007" y="21468"/>
                </a:lnTo>
                <a:lnTo>
                  <a:pt x="901056" y="21286"/>
                </a:lnTo>
                <a:lnTo>
                  <a:pt x="901100" y="21102"/>
                </a:lnTo>
                <a:lnTo>
                  <a:pt x="901137" y="20915"/>
                </a:lnTo>
                <a:lnTo>
                  <a:pt x="901169" y="20725"/>
                </a:lnTo>
                <a:lnTo>
                  <a:pt x="901195" y="20534"/>
                </a:lnTo>
                <a:lnTo>
                  <a:pt x="901215" y="20340"/>
                </a:lnTo>
                <a:lnTo>
                  <a:pt x="901229" y="20143"/>
                </a:lnTo>
                <a:lnTo>
                  <a:pt x="901238" y="19944"/>
                </a:lnTo>
                <a:lnTo>
                  <a:pt x="901241" y="19743"/>
                </a:lnTo>
                <a:lnTo>
                  <a:pt x="901238" y="19536"/>
                </a:lnTo>
                <a:lnTo>
                  <a:pt x="901229" y="19331"/>
                </a:lnTo>
                <a:lnTo>
                  <a:pt x="901215" y="19129"/>
                </a:lnTo>
                <a:lnTo>
                  <a:pt x="901195" y="18930"/>
                </a:lnTo>
                <a:lnTo>
                  <a:pt x="901169" y="18733"/>
                </a:lnTo>
                <a:lnTo>
                  <a:pt x="901137" y="18539"/>
                </a:lnTo>
                <a:lnTo>
                  <a:pt x="901100" y="18348"/>
                </a:lnTo>
                <a:lnTo>
                  <a:pt x="901056" y="18159"/>
                </a:lnTo>
                <a:lnTo>
                  <a:pt x="901007" y="17973"/>
                </a:lnTo>
                <a:lnTo>
                  <a:pt x="900953" y="17790"/>
                </a:lnTo>
                <a:lnTo>
                  <a:pt x="900892" y="17609"/>
                </a:lnTo>
                <a:lnTo>
                  <a:pt x="900826" y="17432"/>
                </a:lnTo>
                <a:lnTo>
                  <a:pt x="900754" y="17256"/>
                </a:lnTo>
                <a:lnTo>
                  <a:pt x="900677" y="17084"/>
                </a:lnTo>
                <a:lnTo>
                  <a:pt x="900593" y="16914"/>
                </a:lnTo>
                <a:lnTo>
                  <a:pt x="900504" y="16747"/>
                </a:lnTo>
                <a:lnTo>
                  <a:pt x="900409" y="16583"/>
                </a:lnTo>
                <a:lnTo>
                  <a:pt x="900308" y="16421"/>
                </a:lnTo>
                <a:lnTo>
                  <a:pt x="900202" y="16262"/>
                </a:lnTo>
                <a:lnTo>
                  <a:pt x="900090" y="16106"/>
                </a:lnTo>
                <a:lnTo>
                  <a:pt x="899972" y="15952"/>
                </a:lnTo>
                <a:lnTo>
                  <a:pt x="899848" y="15801"/>
                </a:lnTo>
                <a:lnTo>
                  <a:pt x="899718" y="15653"/>
                </a:lnTo>
                <a:lnTo>
                  <a:pt x="899583" y="15507"/>
                </a:lnTo>
                <a:lnTo>
                  <a:pt x="899443" y="15366"/>
                </a:lnTo>
                <a:lnTo>
                  <a:pt x="899299" y="15231"/>
                </a:lnTo>
                <a:lnTo>
                  <a:pt x="899151" y="15101"/>
                </a:lnTo>
                <a:lnTo>
                  <a:pt x="898999" y="14978"/>
                </a:lnTo>
                <a:lnTo>
                  <a:pt x="898843" y="14861"/>
                </a:lnTo>
                <a:lnTo>
                  <a:pt x="898683" y="14750"/>
                </a:lnTo>
                <a:lnTo>
                  <a:pt x="898519" y="14644"/>
                </a:lnTo>
                <a:lnTo>
                  <a:pt x="898351" y="14545"/>
                </a:lnTo>
                <a:lnTo>
                  <a:pt x="898179" y="14452"/>
                </a:lnTo>
                <a:lnTo>
                  <a:pt x="898004" y="14365"/>
                </a:lnTo>
                <a:lnTo>
                  <a:pt x="897824" y="14284"/>
                </a:lnTo>
                <a:lnTo>
                  <a:pt x="897640" y="14209"/>
                </a:lnTo>
                <a:lnTo>
                  <a:pt x="897452" y="14140"/>
                </a:lnTo>
                <a:lnTo>
                  <a:pt x="897261" y="14076"/>
                </a:lnTo>
                <a:lnTo>
                  <a:pt x="897065" y="14019"/>
                </a:lnTo>
                <a:lnTo>
                  <a:pt x="896866" y="13968"/>
                </a:lnTo>
                <a:lnTo>
                  <a:pt x="896662" y="13923"/>
                </a:lnTo>
                <a:lnTo>
                  <a:pt x="896454" y="13884"/>
                </a:lnTo>
                <a:lnTo>
                  <a:pt x="896243" y="13851"/>
                </a:lnTo>
                <a:lnTo>
                  <a:pt x="896028" y="13824"/>
                </a:lnTo>
                <a:lnTo>
                  <a:pt x="895808" y="13803"/>
                </a:lnTo>
                <a:lnTo>
                  <a:pt x="895585" y="13788"/>
                </a:lnTo>
                <a:lnTo>
                  <a:pt x="895357" y="13779"/>
                </a:lnTo>
                <a:lnTo>
                  <a:pt x="895126" y="13776"/>
                </a:lnTo>
                <a:lnTo>
                  <a:pt x="894889" y="13779"/>
                </a:lnTo>
                <a:lnTo>
                  <a:pt x="894656" y="13788"/>
                </a:lnTo>
                <a:lnTo>
                  <a:pt x="894428" y="13803"/>
                </a:lnTo>
                <a:lnTo>
                  <a:pt x="894204" y="13824"/>
                </a:lnTo>
                <a:lnTo>
                  <a:pt x="893985" y="13851"/>
                </a:lnTo>
                <a:lnTo>
                  <a:pt x="893770" y="13884"/>
                </a:lnTo>
                <a:lnTo>
                  <a:pt x="893560" y="13923"/>
                </a:lnTo>
                <a:lnTo>
                  <a:pt x="893354" y="13968"/>
                </a:lnTo>
                <a:lnTo>
                  <a:pt x="893153" y="14019"/>
                </a:lnTo>
                <a:lnTo>
                  <a:pt x="892956" y="14076"/>
                </a:lnTo>
                <a:lnTo>
                  <a:pt x="892763" y="14140"/>
                </a:lnTo>
                <a:lnTo>
                  <a:pt x="892575" y="14209"/>
                </a:lnTo>
                <a:lnTo>
                  <a:pt x="892392" y="14284"/>
                </a:lnTo>
                <a:lnTo>
                  <a:pt x="892213" y="14365"/>
                </a:lnTo>
                <a:lnTo>
                  <a:pt x="892038" y="14452"/>
                </a:lnTo>
                <a:lnTo>
                  <a:pt x="891868" y="14545"/>
                </a:lnTo>
                <a:lnTo>
                  <a:pt x="891703" y="14644"/>
                </a:lnTo>
                <a:lnTo>
                  <a:pt x="891542" y="14750"/>
                </a:lnTo>
                <a:lnTo>
                  <a:pt x="891385" y="14861"/>
                </a:lnTo>
                <a:lnTo>
                  <a:pt x="891233" y="14978"/>
                </a:lnTo>
                <a:lnTo>
                  <a:pt x="891085" y="15101"/>
                </a:lnTo>
                <a:lnTo>
                  <a:pt x="890942" y="15231"/>
                </a:lnTo>
                <a:lnTo>
                  <a:pt x="890803" y="15366"/>
                </a:lnTo>
                <a:lnTo>
                  <a:pt x="890669" y="15507"/>
                </a:lnTo>
                <a:lnTo>
                  <a:pt x="890540" y="15653"/>
                </a:lnTo>
                <a:lnTo>
                  <a:pt x="890416" y="15801"/>
                </a:lnTo>
                <a:lnTo>
                  <a:pt x="890298" y="15952"/>
                </a:lnTo>
                <a:lnTo>
                  <a:pt x="890185" y="16106"/>
                </a:lnTo>
                <a:lnTo>
                  <a:pt x="890078" y="16262"/>
                </a:lnTo>
                <a:lnTo>
                  <a:pt x="889976" y="16421"/>
                </a:lnTo>
                <a:lnTo>
                  <a:pt x="889880" y="16583"/>
                </a:lnTo>
                <a:lnTo>
                  <a:pt x="889789" y="16747"/>
                </a:lnTo>
                <a:lnTo>
                  <a:pt x="889704" y="16914"/>
                </a:lnTo>
                <a:lnTo>
                  <a:pt x="889624" y="17084"/>
                </a:lnTo>
                <a:lnTo>
                  <a:pt x="889550" y="17256"/>
                </a:lnTo>
                <a:lnTo>
                  <a:pt x="889481" y="17432"/>
                </a:lnTo>
                <a:lnTo>
                  <a:pt x="889418" y="17609"/>
                </a:lnTo>
                <a:lnTo>
                  <a:pt x="889360" y="17790"/>
                </a:lnTo>
                <a:lnTo>
                  <a:pt x="889308" y="17973"/>
                </a:lnTo>
                <a:lnTo>
                  <a:pt x="889261" y="18159"/>
                </a:lnTo>
                <a:lnTo>
                  <a:pt x="889220" y="18348"/>
                </a:lnTo>
                <a:lnTo>
                  <a:pt x="889184" y="18539"/>
                </a:lnTo>
                <a:lnTo>
                  <a:pt x="889154" y="18733"/>
                </a:lnTo>
                <a:lnTo>
                  <a:pt x="889129" y="18930"/>
                </a:lnTo>
                <a:lnTo>
                  <a:pt x="889110" y="19129"/>
                </a:lnTo>
                <a:lnTo>
                  <a:pt x="889096" y="19331"/>
                </a:lnTo>
                <a:lnTo>
                  <a:pt x="889088" y="19536"/>
                </a:lnTo>
                <a:lnTo>
                  <a:pt x="889085" y="19743"/>
                </a:lnTo>
                <a:lnTo>
                  <a:pt x="889088" y="19944"/>
                </a:lnTo>
                <a:lnTo>
                  <a:pt x="889096" y="20143"/>
                </a:lnTo>
                <a:lnTo>
                  <a:pt x="889110" y="20340"/>
                </a:lnTo>
                <a:lnTo>
                  <a:pt x="889129" y="20534"/>
                </a:lnTo>
                <a:lnTo>
                  <a:pt x="889154" y="20725"/>
                </a:lnTo>
                <a:lnTo>
                  <a:pt x="889184" y="20915"/>
                </a:lnTo>
                <a:close/>
                <a:moveTo>
                  <a:pt x="932813" y="66039"/>
                </a:moveTo>
                <a:lnTo>
                  <a:pt x="932949" y="65634"/>
                </a:lnTo>
                <a:lnTo>
                  <a:pt x="933090" y="65233"/>
                </a:lnTo>
                <a:lnTo>
                  <a:pt x="933236" y="64837"/>
                </a:lnTo>
                <a:lnTo>
                  <a:pt x="933386" y="64444"/>
                </a:lnTo>
                <a:lnTo>
                  <a:pt x="933541" y="64056"/>
                </a:lnTo>
                <a:lnTo>
                  <a:pt x="933700" y="63672"/>
                </a:lnTo>
                <a:lnTo>
                  <a:pt x="933865" y="63293"/>
                </a:lnTo>
                <a:lnTo>
                  <a:pt x="934034" y="62917"/>
                </a:lnTo>
                <a:lnTo>
                  <a:pt x="934208" y="62546"/>
                </a:lnTo>
                <a:lnTo>
                  <a:pt x="934387" y="62179"/>
                </a:lnTo>
                <a:lnTo>
                  <a:pt x="934570" y="61816"/>
                </a:lnTo>
                <a:lnTo>
                  <a:pt x="934758" y="61458"/>
                </a:lnTo>
                <a:lnTo>
                  <a:pt x="934951" y="61103"/>
                </a:lnTo>
                <a:lnTo>
                  <a:pt x="935148" y="60753"/>
                </a:lnTo>
                <a:lnTo>
                  <a:pt x="935351" y="60407"/>
                </a:lnTo>
                <a:lnTo>
                  <a:pt x="935558" y="60066"/>
                </a:lnTo>
                <a:lnTo>
                  <a:pt x="935769" y="59728"/>
                </a:lnTo>
                <a:lnTo>
                  <a:pt x="935986" y="59395"/>
                </a:lnTo>
                <a:lnTo>
                  <a:pt x="936207" y="59066"/>
                </a:lnTo>
                <a:lnTo>
                  <a:pt x="936433" y="58741"/>
                </a:lnTo>
                <a:lnTo>
                  <a:pt x="936663" y="58421"/>
                </a:lnTo>
                <a:lnTo>
                  <a:pt x="936899" y="58104"/>
                </a:lnTo>
                <a:lnTo>
                  <a:pt x="937139" y="57792"/>
                </a:lnTo>
                <a:lnTo>
                  <a:pt x="937384" y="57485"/>
                </a:lnTo>
                <a:lnTo>
                  <a:pt x="937634" y="57183"/>
                </a:lnTo>
                <a:lnTo>
                  <a:pt x="937889" y="56888"/>
                </a:lnTo>
                <a:lnTo>
                  <a:pt x="938149" y="56597"/>
                </a:lnTo>
                <a:lnTo>
                  <a:pt x="938414" y="56313"/>
                </a:lnTo>
                <a:lnTo>
                  <a:pt x="938684" y="56033"/>
                </a:lnTo>
                <a:lnTo>
                  <a:pt x="938959" y="55760"/>
                </a:lnTo>
                <a:lnTo>
                  <a:pt x="939239" y="55492"/>
                </a:lnTo>
                <a:lnTo>
                  <a:pt x="939523" y="55230"/>
                </a:lnTo>
                <a:lnTo>
                  <a:pt x="939813" y="54973"/>
                </a:lnTo>
                <a:lnTo>
                  <a:pt x="940108" y="54723"/>
                </a:lnTo>
                <a:lnTo>
                  <a:pt x="940408" y="54477"/>
                </a:lnTo>
                <a:lnTo>
                  <a:pt x="940713" y="54238"/>
                </a:lnTo>
                <a:lnTo>
                  <a:pt x="941023" y="54004"/>
                </a:lnTo>
                <a:lnTo>
                  <a:pt x="941337" y="53775"/>
                </a:lnTo>
                <a:lnTo>
                  <a:pt x="941657" y="53552"/>
                </a:lnTo>
                <a:lnTo>
                  <a:pt x="941982" y="53335"/>
                </a:lnTo>
                <a:lnTo>
                  <a:pt x="942312" y="53124"/>
                </a:lnTo>
                <a:lnTo>
                  <a:pt x="942647" y="52918"/>
                </a:lnTo>
                <a:lnTo>
                  <a:pt x="942986" y="52717"/>
                </a:lnTo>
                <a:lnTo>
                  <a:pt x="943331" y="52523"/>
                </a:lnTo>
                <a:lnTo>
                  <a:pt x="943681" y="52334"/>
                </a:lnTo>
                <a:lnTo>
                  <a:pt x="944036" y="52150"/>
                </a:lnTo>
                <a:lnTo>
                  <a:pt x="944395" y="51973"/>
                </a:lnTo>
                <a:lnTo>
                  <a:pt x="944760" y="51801"/>
                </a:lnTo>
                <a:lnTo>
                  <a:pt x="945129" y="51637"/>
                </a:lnTo>
                <a:lnTo>
                  <a:pt x="945503" y="51480"/>
                </a:lnTo>
                <a:lnTo>
                  <a:pt x="945881" y="51331"/>
                </a:lnTo>
                <a:lnTo>
                  <a:pt x="946264" y="51189"/>
                </a:lnTo>
                <a:lnTo>
                  <a:pt x="946651" y="51054"/>
                </a:lnTo>
                <a:lnTo>
                  <a:pt x="947043" y="50926"/>
                </a:lnTo>
                <a:lnTo>
                  <a:pt x="947440" y="50806"/>
                </a:lnTo>
                <a:lnTo>
                  <a:pt x="947842" y="50693"/>
                </a:lnTo>
                <a:lnTo>
                  <a:pt x="948247" y="50587"/>
                </a:lnTo>
                <a:lnTo>
                  <a:pt x="948658" y="50489"/>
                </a:lnTo>
                <a:lnTo>
                  <a:pt x="949073" y="50398"/>
                </a:lnTo>
                <a:lnTo>
                  <a:pt x="949493" y="50314"/>
                </a:lnTo>
                <a:lnTo>
                  <a:pt x="949917" y="50238"/>
                </a:lnTo>
                <a:lnTo>
                  <a:pt x="950346" y="50168"/>
                </a:lnTo>
                <a:lnTo>
                  <a:pt x="950780" y="50106"/>
                </a:lnTo>
                <a:lnTo>
                  <a:pt x="951218" y="50052"/>
                </a:lnTo>
                <a:lnTo>
                  <a:pt x="951661" y="50004"/>
                </a:lnTo>
                <a:lnTo>
                  <a:pt x="952108" y="49964"/>
                </a:lnTo>
                <a:lnTo>
                  <a:pt x="952560" y="49931"/>
                </a:lnTo>
                <a:lnTo>
                  <a:pt x="953017" y="49906"/>
                </a:lnTo>
                <a:lnTo>
                  <a:pt x="953478" y="49888"/>
                </a:lnTo>
                <a:lnTo>
                  <a:pt x="953944" y="49877"/>
                </a:lnTo>
                <a:lnTo>
                  <a:pt x="954414" y="49873"/>
                </a:lnTo>
                <a:lnTo>
                  <a:pt x="954555" y="49873"/>
                </a:lnTo>
                <a:lnTo>
                  <a:pt x="954694" y="49874"/>
                </a:lnTo>
                <a:lnTo>
                  <a:pt x="954833" y="49875"/>
                </a:lnTo>
                <a:lnTo>
                  <a:pt x="954971" y="49877"/>
                </a:lnTo>
                <a:lnTo>
                  <a:pt x="955107" y="49879"/>
                </a:lnTo>
                <a:lnTo>
                  <a:pt x="955243" y="49882"/>
                </a:lnTo>
                <a:lnTo>
                  <a:pt x="955377" y="49886"/>
                </a:lnTo>
                <a:lnTo>
                  <a:pt x="955511" y="49889"/>
                </a:lnTo>
                <a:lnTo>
                  <a:pt x="955643" y="49894"/>
                </a:lnTo>
                <a:lnTo>
                  <a:pt x="955775" y="49899"/>
                </a:lnTo>
                <a:lnTo>
                  <a:pt x="955905" y="49904"/>
                </a:lnTo>
                <a:lnTo>
                  <a:pt x="956035" y="49910"/>
                </a:lnTo>
                <a:lnTo>
                  <a:pt x="956163" y="49916"/>
                </a:lnTo>
                <a:lnTo>
                  <a:pt x="956291" y="49923"/>
                </a:lnTo>
                <a:lnTo>
                  <a:pt x="956417" y="49931"/>
                </a:lnTo>
                <a:lnTo>
                  <a:pt x="956542" y="49938"/>
                </a:lnTo>
                <a:lnTo>
                  <a:pt x="956667" y="49947"/>
                </a:lnTo>
                <a:lnTo>
                  <a:pt x="956790" y="49956"/>
                </a:lnTo>
                <a:lnTo>
                  <a:pt x="956912" y="49965"/>
                </a:lnTo>
                <a:lnTo>
                  <a:pt x="957033" y="49975"/>
                </a:lnTo>
                <a:lnTo>
                  <a:pt x="957154" y="49986"/>
                </a:lnTo>
                <a:lnTo>
                  <a:pt x="957273" y="49997"/>
                </a:lnTo>
                <a:lnTo>
                  <a:pt x="957391" y="50008"/>
                </a:lnTo>
                <a:lnTo>
                  <a:pt x="957508" y="50020"/>
                </a:lnTo>
                <a:lnTo>
                  <a:pt x="957625" y="50033"/>
                </a:lnTo>
                <a:lnTo>
                  <a:pt x="957741" y="50045"/>
                </a:lnTo>
                <a:lnTo>
                  <a:pt x="957858" y="50058"/>
                </a:lnTo>
                <a:lnTo>
                  <a:pt x="957975" y="50071"/>
                </a:lnTo>
                <a:lnTo>
                  <a:pt x="958091" y="50085"/>
                </a:lnTo>
                <a:lnTo>
                  <a:pt x="958208" y="50099"/>
                </a:lnTo>
                <a:lnTo>
                  <a:pt x="958325" y="50113"/>
                </a:lnTo>
                <a:lnTo>
                  <a:pt x="958441" y="50127"/>
                </a:lnTo>
                <a:lnTo>
                  <a:pt x="958558" y="50141"/>
                </a:lnTo>
                <a:lnTo>
                  <a:pt x="958675" y="50156"/>
                </a:lnTo>
                <a:lnTo>
                  <a:pt x="958791" y="50171"/>
                </a:lnTo>
                <a:lnTo>
                  <a:pt x="958908" y="50186"/>
                </a:lnTo>
                <a:lnTo>
                  <a:pt x="959024" y="50202"/>
                </a:lnTo>
                <a:lnTo>
                  <a:pt x="959141" y="50217"/>
                </a:lnTo>
                <a:lnTo>
                  <a:pt x="959258" y="50233"/>
                </a:lnTo>
                <a:lnTo>
                  <a:pt x="959374" y="50250"/>
                </a:lnTo>
                <a:lnTo>
                  <a:pt x="959491" y="50266"/>
                </a:lnTo>
                <a:lnTo>
                  <a:pt x="959608" y="50283"/>
                </a:lnTo>
                <a:lnTo>
                  <a:pt x="959724" y="50300"/>
                </a:lnTo>
                <a:lnTo>
                  <a:pt x="959841" y="50317"/>
                </a:lnTo>
                <a:lnTo>
                  <a:pt x="959958" y="50335"/>
                </a:lnTo>
                <a:lnTo>
                  <a:pt x="960074" y="50352"/>
                </a:lnTo>
                <a:lnTo>
                  <a:pt x="960191" y="50370"/>
                </a:lnTo>
                <a:lnTo>
                  <a:pt x="960307" y="50389"/>
                </a:lnTo>
                <a:lnTo>
                  <a:pt x="960602" y="42285"/>
                </a:lnTo>
                <a:lnTo>
                  <a:pt x="960527" y="42255"/>
                </a:lnTo>
                <a:lnTo>
                  <a:pt x="960449" y="42225"/>
                </a:lnTo>
                <a:lnTo>
                  <a:pt x="960369" y="42195"/>
                </a:lnTo>
                <a:lnTo>
                  <a:pt x="960286" y="42166"/>
                </a:lnTo>
                <a:lnTo>
                  <a:pt x="960200" y="42137"/>
                </a:lnTo>
                <a:lnTo>
                  <a:pt x="960112" y="42108"/>
                </a:lnTo>
                <a:lnTo>
                  <a:pt x="960021" y="42080"/>
                </a:lnTo>
                <a:lnTo>
                  <a:pt x="959927" y="42052"/>
                </a:lnTo>
                <a:lnTo>
                  <a:pt x="959830" y="42025"/>
                </a:lnTo>
                <a:lnTo>
                  <a:pt x="959731" y="41997"/>
                </a:lnTo>
                <a:lnTo>
                  <a:pt x="959629" y="41971"/>
                </a:lnTo>
                <a:lnTo>
                  <a:pt x="959525" y="41945"/>
                </a:lnTo>
                <a:lnTo>
                  <a:pt x="959418" y="41919"/>
                </a:lnTo>
                <a:lnTo>
                  <a:pt x="959308" y="41893"/>
                </a:lnTo>
                <a:lnTo>
                  <a:pt x="959195" y="41868"/>
                </a:lnTo>
                <a:lnTo>
                  <a:pt x="959080" y="41843"/>
                </a:lnTo>
                <a:lnTo>
                  <a:pt x="958962" y="41819"/>
                </a:lnTo>
                <a:lnTo>
                  <a:pt x="958841" y="41795"/>
                </a:lnTo>
                <a:lnTo>
                  <a:pt x="958718" y="41771"/>
                </a:lnTo>
                <a:lnTo>
                  <a:pt x="958592" y="41748"/>
                </a:lnTo>
                <a:lnTo>
                  <a:pt x="958463" y="41725"/>
                </a:lnTo>
                <a:lnTo>
                  <a:pt x="958332" y="41703"/>
                </a:lnTo>
                <a:lnTo>
                  <a:pt x="958197" y="41681"/>
                </a:lnTo>
                <a:lnTo>
                  <a:pt x="958061" y="41659"/>
                </a:lnTo>
                <a:lnTo>
                  <a:pt x="957923" y="41638"/>
                </a:lnTo>
                <a:lnTo>
                  <a:pt x="957785" y="41618"/>
                </a:lnTo>
                <a:lnTo>
                  <a:pt x="957647" y="41599"/>
                </a:lnTo>
                <a:lnTo>
                  <a:pt x="957509" y="41580"/>
                </a:lnTo>
                <a:lnTo>
                  <a:pt x="957372" y="41563"/>
                </a:lnTo>
                <a:lnTo>
                  <a:pt x="957234" y="41546"/>
                </a:lnTo>
                <a:lnTo>
                  <a:pt x="957097" y="41531"/>
                </a:lnTo>
                <a:lnTo>
                  <a:pt x="956960" y="41516"/>
                </a:lnTo>
                <a:lnTo>
                  <a:pt x="956823" y="41502"/>
                </a:lnTo>
                <a:lnTo>
                  <a:pt x="956686" y="41489"/>
                </a:lnTo>
                <a:lnTo>
                  <a:pt x="956549" y="41477"/>
                </a:lnTo>
                <a:lnTo>
                  <a:pt x="956412" y="41466"/>
                </a:lnTo>
                <a:lnTo>
                  <a:pt x="956276" y="41455"/>
                </a:lnTo>
                <a:lnTo>
                  <a:pt x="956139" y="41446"/>
                </a:lnTo>
                <a:lnTo>
                  <a:pt x="956003" y="41437"/>
                </a:lnTo>
                <a:lnTo>
                  <a:pt x="955867" y="41430"/>
                </a:lnTo>
                <a:lnTo>
                  <a:pt x="955731" y="41423"/>
                </a:lnTo>
                <a:lnTo>
                  <a:pt x="955595" y="41417"/>
                </a:lnTo>
                <a:lnTo>
                  <a:pt x="955459" y="41412"/>
                </a:lnTo>
                <a:lnTo>
                  <a:pt x="955324" y="41408"/>
                </a:lnTo>
                <a:lnTo>
                  <a:pt x="955188" y="41405"/>
                </a:lnTo>
                <a:lnTo>
                  <a:pt x="955053" y="41403"/>
                </a:lnTo>
                <a:lnTo>
                  <a:pt x="954918" y="41402"/>
                </a:lnTo>
                <a:lnTo>
                  <a:pt x="954782" y="41401"/>
                </a:lnTo>
                <a:lnTo>
                  <a:pt x="954202" y="41406"/>
                </a:lnTo>
                <a:lnTo>
                  <a:pt x="953629" y="41421"/>
                </a:lnTo>
                <a:lnTo>
                  <a:pt x="953062" y="41445"/>
                </a:lnTo>
                <a:lnTo>
                  <a:pt x="952502" y="41479"/>
                </a:lnTo>
                <a:lnTo>
                  <a:pt x="951948" y="41523"/>
                </a:lnTo>
                <a:lnTo>
                  <a:pt x="951401" y="41576"/>
                </a:lnTo>
                <a:lnTo>
                  <a:pt x="950860" y="41639"/>
                </a:lnTo>
                <a:lnTo>
                  <a:pt x="950326" y="41712"/>
                </a:lnTo>
                <a:lnTo>
                  <a:pt x="949798" y="41795"/>
                </a:lnTo>
                <a:lnTo>
                  <a:pt x="949277" y="41887"/>
                </a:lnTo>
                <a:lnTo>
                  <a:pt x="948762" y="41989"/>
                </a:lnTo>
                <a:lnTo>
                  <a:pt x="948254" y="42101"/>
                </a:lnTo>
                <a:lnTo>
                  <a:pt x="947752" y="42223"/>
                </a:lnTo>
                <a:lnTo>
                  <a:pt x="947257" y="42354"/>
                </a:lnTo>
                <a:lnTo>
                  <a:pt x="946768" y="42495"/>
                </a:lnTo>
                <a:lnTo>
                  <a:pt x="946286" y="42645"/>
                </a:lnTo>
                <a:lnTo>
                  <a:pt x="945810" y="42806"/>
                </a:lnTo>
                <a:lnTo>
                  <a:pt x="945341" y="42976"/>
                </a:lnTo>
                <a:lnTo>
                  <a:pt x="944879" y="43156"/>
                </a:lnTo>
                <a:lnTo>
                  <a:pt x="944423" y="43345"/>
                </a:lnTo>
                <a:lnTo>
                  <a:pt x="943973" y="43544"/>
                </a:lnTo>
                <a:lnTo>
                  <a:pt x="943530" y="43753"/>
                </a:lnTo>
                <a:lnTo>
                  <a:pt x="943094" y="43972"/>
                </a:lnTo>
                <a:lnTo>
                  <a:pt x="942664" y="44201"/>
                </a:lnTo>
                <a:lnTo>
                  <a:pt x="942241" y="44438"/>
                </a:lnTo>
                <a:lnTo>
                  <a:pt x="941823" y="44683"/>
                </a:lnTo>
                <a:lnTo>
                  <a:pt x="941412" y="44936"/>
                </a:lnTo>
                <a:lnTo>
                  <a:pt x="941008" y="45196"/>
                </a:lnTo>
                <a:lnTo>
                  <a:pt x="940609" y="45465"/>
                </a:lnTo>
                <a:lnTo>
                  <a:pt x="940217" y="45741"/>
                </a:lnTo>
                <a:lnTo>
                  <a:pt x="939831" y="46025"/>
                </a:lnTo>
                <a:lnTo>
                  <a:pt x="939451" y="46316"/>
                </a:lnTo>
                <a:lnTo>
                  <a:pt x="939078" y="46616"/>
                </a:lnTo>
                <a:lnTo>
                  <a:pt x="938711" y="46923"/>
                </a:lnTo>
                <a:lnTo>
                  <a:pt x="938350" y="47239"/>
                </a:lnTo>
                <a:lnTo>
                  <a:pt x="937995" y="47562"/>
                </a:lnTo>
                <a:lnTo>
                  <a:pt x="937647" y="47892"/>
                </a:lnTo>
                <a:lnTo>
                  <a:pt x="937305" y="48231"/>
                </a:lnTo>
                <a:lnTo>
                  <a:pt x="936969" y="48577"/>
                </a:lnTo>
                <a:lnTo>
                  <a:pt x="936640" y="48932"/>
                </a:lnTo>
                <a:lnTo>
                  <a:pt x="936316" y="49294"/>
                </a:lnTo>
                <a:lnTo>
                  <a:pt x="935999" y="49664"/>
                </a:lnTo>
                <a:lnTo>
                  <a:pt x="935689" y="50041"/>
                </a:lnTo>
                <a:lnTo>
                  <a:pt x="935384" y="50427"/>
                </a:lnTo>
                <a:lnTo>
                  <a:pt x="935086" y="50820"/>
                </a:lnTo>
                <a:lnTo>
                  <a:pt x="934794" y="51221"/>
                </a:lnTo>
                <a:lnTo>
                  <a:pt x="934509" y="51630"/>
                </a:lnTo>
                <a:lnTo>
                  <a:pt x="934229" y="52046"/>
                </a:lnTo>
                <a:lnTo>
                  <a:pt x="933956" y="52470"/>
                </a:lnTo>
                <a:lnTo>
                  <a:pt x="933688" y="52899"/>
                </a:lnTo>
                <a:lnTo>
                  <a:pt x="933427" y="53334"/>
                </a:lnTo>
                <a:lnTo>
                  <a:pt x="933171" y="53774"/>
                </a:lnTo>
                <a:lnTo>
                  <a:pt x="932921" y="54221"/>
                </a:lnTo>
                <a:lnTo>
                  <a:pt x="932678" y="54673"/>
                </a:lnTo>
                <a:lnTo>
                  <a:pt x="932439" y="55131"/>
                </a:lnTo>
                <a:lnTo>
                  <a:pt x="932306" y="55397"/>
                </a:lnTo>
                <a:lnTo>
                  <a:pt x="932166" y="42875"/>
                </a:lnTo>
                <a:lnTo>
                  <a:pt x="923547" y="42875"/>
                </a:lnTo>
                <a:lnTo>
                  <a:pt x="923547" y="122583"/>
                </a:lnTo>
                <a:lnTo>
                  <a:pt x="932314" y="122583"/>
                </a:lnTo>
                <a:lnTo>
                  <a:pt x="932314" y="67703"/>
                </a:lnTo>
                <a:lnTo>
                  <a:pt x="932316" y="67695"/>
                </a:lnTo>
                <a:lnTo>
                  <a:pt x="932433" y="67276"/>
                </a:lnTo>
                <a:lnTo>
                  <a:pt x="932555" y="66861"/>
                </a:lnTo>
                <a:lnTo>
                  <a:pt x="932682" y="66448"/>
                </a:lnTo>
                <a:lnTo>
                  <a:pt x="932813" y="66039"/>
                </a:lnTo>
                <a:close/>
                <a:moveTo>
                  <a:pt x="704399" y="75242"/>
                </a:moveTo>
                <a:lnTo>
                  <a:pt x="704367" y="74595"/>
                </a:lnTo>
                <a:lnTo>
                  <a:pt x="704328" y="73953"/>
                </a:lnTo>
                <a:lnTo>
                  <a:pt x="704281" y="73316"/>
                </a:lnTo>
                <a:lnTo>
                  <a:pt x="704228" y="72683"/>
                </a:lnTo>
                <a:lnTo>
                  <a:pt x="704167" y="72055"/>
                </a:lnTo>
                <a:lnTo>
                  <a:pt x="704099" y="71432"/>
                </a:lnTo>
                <a:lnTo>
                  <a:pt x="704023" y="70814"/>
                </a:lnTo>
                <a:lnTo>
                  <a:pt x="703941" y="70200"/>
                </a:lnTo>
                <a:lnTo>
                  <a:pt x="703852" y="69591"/>
                </a:lnTo>
                <a:lnTo>
                  <a:pt x="703755" y="68987"/>
                </a:lnTo>
                <a:lnTo>
                  <a:pt x="703651" y="68387"/>
                </a:lnTo>
                <a:lnTo>
                  <a:pt x="703540" y="67793"/>
                </a:lnTo>
                <a:lnTo>
                  <a:pt x="703422" y="67203"/>
                </a:lnTo>
                <a:lnTo>
                  <a:pt x="703296" y="66617"/>
                </a:lnTo>
                <a:lnTo>
                  <a:pt x="703164" y="66037"/>
                </a:lnTo>
                <a:lnTo>
                  <a:pt x="703024" y="65461"/>
                </a:lnTo>
                <a:lnTo>
                  <a:pt x="702877" y="64890"/>
                </a:lnTo>
                <a:lnTo>
                  <a:pt x="702723" y="64323"/>
                </a:lnTo>
                <a:lnTo>
                  <a:pt x="702562" y="63762"/>
                </a:lnTo>
                <a:lnTo>
                  <a:pt x="702394" y="63205"/>
                </a:lnTo>
                <a:lnTo>
                  <a:pt x="702219" y="62653"/>
                </a:lnTo>
                <a:lnTo>
                  <a:pt x="702036" y="62108"/>
                </a:lnTo>
                <a:lnTo>
                  <a:pt x="701847" y="61568"/>
                </a:lnTo>
                <a:lnTo>
                  <a:pt x="701651" y="61035"/>
                </a:lnTo>
                <a:lnTo>
                  <a:pt x="701448" y="60508"/>
                </a:lnTo>
                <a:lnTo>
                  <a:pt x="701238" y="59987"/>
                </a:lnTo>
                <a:lnTo>
                  <a:pt x="701022" y="59472"/>
                </a:lnTo>
                <a:lnTo>
                  <a:pt x="700798" y="58964"/>
                </a:lnTo>
                <a:lnTo>
                  <a:pt x="700567" y="58461"/>
                </a:lnTo>
                <a:lnTo>
                  <a:pt x="700330" y="57965"/>
                </a:lnTo>
                <a:lnTo>
                  <a:pt x="700085" y="57475"/>
                </a:lnTo>
                <a:lnTo>
                  <a:pt x="699834" y="56991"/>
                </a:lnTo>
                <a:lnTo>
                  <a:pt x="699576" y="56513"/>
                </a:lnTo>
                <a:lnTo>
                  <a:pt x="699311" y="56041"/>
                </a:lnTo>
                <a:lnTo>
                  <a:pt x="699039" y="55575"/>
                </a:lnTo>
                <a:lnTo>
                  <a:pt x="698760" y="55115"/>
                </a:lnTo>
                <a:lnTo>
                  <a:pt x="698474" y="54662"/>
                </a:lnTo>
                <a:lnTo>
                  <a:pt x="698181" y="54215"/>
                </a:lnTo>
                <a:lnTo>
                  <a:pt x="697882" y="53773"/>
                </a:lnTo>
                <a:lnTo>
                  <a:pt x="697575" y="53338"/>
                </a:lnTo>
                <a:lnTo>
                  <a:pt x="697261" y="52909"/>
                </a:lnTo>
                <a:lnTo>
                  <a:pt x="696941" y="52487"/>
                </a:lnTo>
                <a:lnTo>
                  <a:pt x="696614" y="52070"/>
                </a:lnTo>
                <a:lnTo>
                  <a:pt x="696280" y="51659"/>
                </a:lnTo>
                <a:lnTo>
                  <a:pt x="695939" y="51256"/>
                </a:lnTo>
                <a:lnTo>
                  <a:pt x="695592" y="50860"/>
                </a:lnTo>
                <a:lnTo>
                  <a:pt x="695238" y="50471"/>
                </a:lnTo>
                <a:lnTo>
                  <a:pt x="694879" y="50091"/>
                </a:lnTo>
                <a:lnTo>
                  <a:pt x="694513" y="49718"/>
                </a:lnTo>
                <a:lnTo>
                  <a:pt x="694141" y="49352"/>
                </a:lnTo>
                <a:lnTo>
                  <a:pt x="693763" y="48995"/>
                </a:lnTo>
                <a:lnTo>
                  <a:pt x="693378" y="48645"/>
                </a:lnTo>
                <a:lnTo>
                  <a:pt x="692987" y="48302"/>
                </a:lnTo>
                <a:lnTo>
                  <a:pt x="692590" y="47968"/>
                </a:lnTo>
                <a:lnTo>
                  <a:pt x="692186" y="47641"/>
                </a:lnTo>
                <a:lnTo>
                  <a:pt x="691777" y="47321"/>
                </a:lnTo>
                <a:lnTo>
                  <a:pt x="691361" y="47009"/>
                </a:lnTo>
                <a:lnTo>
                  <a:pt x="690938" y="46705"/>
                </a:lnTo>
                <a:lnTo>
                  <a:pt x="690510" y="46409"/>
                </a:lnTo>
                <a:lnTo>
                  <a:pt x="690075" y="46120"/>
                </a:lnTo>
                <a:lnTo>
                  <a:pt x="689634" y="45839"/>
                </a:lnTo>
                <a:lnTo>
                  <a:pt x="689187" y="45565"/>
                </a:lnTo>
                <a:lnTo>
                  <a:pt x="688733" y="45300"/>
                </a:lnTo>
                <a:lnTo>
                  <a:pt x="688273" y="45042"/>
                </a:lnTo>
                <a:lnTo>
                  <a:pt x="687807" y="44791"/>
                </a:lnTo>
                <a:lnTo>
                  <a:pt x="687335" y="44548"/>
                </a:lnTo>
                <a:lnTo>
                  <a:pt x="686856" y="44313"/>
                </a:lnTo>
                <a:lnTo>
                  <a:pt x="686371" y="44085"/>
                </a:lnTo>
                <a:lnTo>
                  <a:pt x="685880" y="43866"/>
                </a:lnTo>
                <a:lnTo>
                  <a:pt x="685383" y="43657"/>
                </a:lnTo>
                <a:lnTo>
                  <a:pt x="684880" y="43456"/>
                </a:lnTo>
                <a:lnTo>
                  <a:pt x="684371" y="43265"/>
                </a:lnTo>
                <a:lnTo>
                  <a:pt x="683856" y="43084"/>
                </a:lnTo>
                <a:lnTo>
                  <a:pt x="683335" y="42911"/>
                </a:lnTo>
                <a:lnTo>
                  <a:pt x="682808" y="42748"/>
                </a:lnTo>
                <a:lnTo>
                  <a:pt x="682275" y="42594"/>
                </a:lnTo>
                <a:lnTo>
                  <a:pt x="681735" y="42450"/>
                </a:lnTo>
                <a:lnTo>
                  <a:pt x="681190" y="42315"/>
                </a:lnTo>
                <a:lnTo>
                  <a:pt x="680639" y="42189"/>
                </a:lnTo>
                <a:lnTo>
                  <a:pt x="680082" y="42072"/>
                </a:lnTo>
                <a:lnTo>
                  <a:pt x="679519" y="41965"/>
                </a:lnTo>
                <a:lnTo>
                  <a:pt x="678950" y="41867"/>
                </a:lnTo>
                <a:lnTo>
                  <a:pt x="678374" y="41779"/>
                </a:lnTo>
                <a:lnTo>
                  <a:pt x="677793" y="41699"/>
                </a:lnTo>
                <a:lnTo>
                  <a:pt x="677206" y="41630"/>
                </a:lnTo>
                <a:lnTo>
                  <a:pt x="676613" y="41569"/>
                </a:lnTo>
                <a:lnTo>
                  <a:pt x="676013" y="41518"/>
                </a:lnTo>
                <a:lnTo>
                  <a:pt x="675408" y="41476"/>
                </a:lnTo>
                <a:lnTo>
                  <a:pt x="674797" y="41443"/>
                </a:lnTo>
                <a:lnTo>
                  <a:pt x="674180" y="41420"/>
                </a:lnTo>
                <a:lnTo>
                  <a:pt x="673556" y="41406"/>
                </a:lnTo>
                <a:lnTo>
                  <a:pt x="672927" y="41401"/>
                </a:lnTo>
                <a:lnTo>
                  <a:pt x="672357" y="41406"/>
                </a:lnTo>
                <a:lnTo>
                  <a:pt x="671790" y="41421"/>
                </a:lnTo>
                <a:lnTo>
                  <a:pt x="671225" y="41445"/>
                </a:lnTo>
                <a:lnTo>
                  <a:pt x="670663" y="41479"/>
                </a:lnTo>
                <a:lnTo>
                  <a:pt x="670103" y="41523"/>
                </a:lnTo>
                <a:lnTo>
                  <a:pt x="669545" y="41576"/>
                </a:lnTo>
                <a:lnTo>
                  <a:pt x="668990" y="41639"/>
                </a:lnTo>
                <a:lnTo>
                  <a:pt x="668437" y="41712"/>
                </a:lnTo>
                <a:lnTo>
                  <a:pt x="667887" y="41795"/>
                </a:lnTo>
                <a:lnTo>
                  <a:pt x="667339" y="41887"/>
                </a:lnTo>
                <a:lnTo>
                  <a:pt x="666794" y="41989"/>
                </a:lnTo>
                <a:lnTo>
                  <a:pt x="666251" y="42101"/>
                </a:lnTo>
                <a:lnTo>
                  <a:pt x="665710" y="42223"/>
                </a:lnTo>
                <a:lnTo>
                  <a:pt x="665172" y="42354"/>
                </a:lnTo>
                <a:lnTo>
                  <a:pt x="664636" y="42495"/>
                </a:lnTo>
                <a:lnTo>
                  <a:pt x="664103" y="42645"/>
                </a:lnTo>
                <a:lnTo>
                  <a:pt x="663572" y="42806"/>
                </a:lnTo>
                <a:lnTo>
                  <a:pt x="663044" y="42976"/>
                </a:lnTo>
                <a:lnTo>
                  <a:pt x="662518" y="43156"/>
                </a:lnTo>
                <a:lnTo>
                  <a:pt x="661994" y="43345"/>
                </a:lnTo>
                <a:lnTo>
                  <a:pt x="661473" y="43544"/>
                </a:lnTo>
                <a:lnTo>
                  <a:pt x="660955" y="43753"/>
                </a:lnTo>
                <a:lnTo>
                  <a:pt x="660438" y="43972"/>
                </a:lnTo>
                <a:lnTo>
                  <a:pt x="659925" y="44201"/>
                </a:lnTo>
                <a:lnTo>
                  <a:pt x="659414" y="44438"/>
                </a:lnTo>
                <a:lnTo>
                  <a:pt x="658909" y="44685"/>
                </a:lnTo>
                <a:lnTo>
                  <a:pt x="658409" y="44940"/>
                </a:lnTo>
                <a:lnTo>
                  <a:pt x="657913" y="45204"/>
                </a:lnTo>
                <a:lnTo>
                  <a:pt x="657422" y="45477"/>
                </a:lnTo>
                <a:lnTo>
                  <a:pt x="656936" y="45759"/>
                </a:lnTo>
                <a:lnTo>
                  <a:pt x="656455" y="46050"/>
                </a:lnTo>
                <a:lnTo>
                  <a:pt x="655979" y="46349"/>
                </a:lnTo>
                <a:lnTo>
                  <a:pt x="655508" y="46658"/>
                </a:lnTo>
                <a:lnTo>
                  <a:pt x="655042" y="46975"/>
                </a:lnTo>
                <a:lnTo>
                  <a:pt x="654580" y="47301"/>
                </a:lnTo>
                <a:lnTo>
                  <a:pt x="654123" y="47635"/>
                </a:lnTo>
                <a:lnTo>
                  <a:pt x="653671" y="47979"/>
                </a:lnTo>
                <a:lnTo>
                  <a:pt x="653224" y="48331"/>
                </a:lnTo>
                <a:lnTo>
                  <a:pt x="652782" y="48693"/>
                </a:lnTo>
                <a:lnTo>
                  <a:pt x="652345" y="49063"/>
                </a:lnTo>
                <a:lnTo>
                  <a:pt x="651913" y="49442"/>
                </a:lnTo>
                <a:lnTo>
                  <a:pt x="651485" y="49829"/>
                </a:lnTo>
                <a:lnTo>
                  <a:pt x="651062" y="50226"/>
                </a:lnTo>
                <a:lnTo>
                  <a:pt x="650645" y="50631"/>
                </a:lnTo>
                <a:lnTo>
                  <a:pt x="650232" y="51045"/>
                </a:lnTo>
                <a:lnTo>
                  <a:pt x="649823" y="51468"/>
                </a:lnTo>
                <a:lnTo>
                  <a:pt x="649420" y="51900"/>
                </a:lnTo>
                <a:lnTo>
                  <a:pt x="649022" y="52341"/>
                </a:lnTo>
                <a:lnTo>
                  <a:pt x="648629" y="52790"/>
                </a:lnTo>
                <a:lnTo>
                  <a:pt x="648244" y="53246"/>
                </a:lnTo>
                <a:lnTo>
                  <a:pt x="647865" y="53709"/>
                </a:lnTo>
                <a:lnTo>
                  <a:pt x="647493" y="54179"/>
                </a:lnTo>
                <a:lnTo>
                  <a:pt x="647128" y="54657"/>
                </a:lnTo>
                <a:lnTo>
                  <a:pt x="646770" y="55143"/>
                </a:lnTo>
                <a:lnTo>
                  <a:pt x="646419" y="55635"/>
                </a:lnTo>
                <a:lnTo>
                  <a:pt x="646075" y="56135"/>
                </a:lnTo>
                <a:lnTo>
                  <a:pt x="645738" y="56642"/>
                </a:lnTo>
                <a:lnTo>
                  <a:pt x="645408" y="57156"/>
                </a:lnTo>
                <a:lnTo>
                  <a:pt x="645084" y="57678"/>
                </a:lnTo>
                <a:lnTo>
                  <a:pt x="644768" y="58207"/>
                </a:lnTo>
                <a:lnTo>
                  <a:pt x="644458" y="58743"/>
                </a:lnTo>
                <a:lnTo>
                  <a:pt x="644155" y="59286"/>
                </a:lnTo>
                <a:lnTo>
                  <a:pt x="643859" y="59837"/>
                </a:lnTo>
                <a:lnTo>
                  <a:pt x="643570" y="60395"/>
                </a:lnTo>
                <a:lnTo>
                  <a:pt x="643288" y="60961"/>
                </a:lnTo>
                <a:lnTo>
                  <a:pt x="643013" y="61533"/>
                </a:lnTo>
                <a:lnTo>
                  <a:pt x="642745" y="62113"/>
                </a:lnTo>
                <a:lnTo>
                  <a:pt x="642484" y="62700"/>
                </a:lnTo>
                <a:lnTo>
                  <a:pt x="642229" y="63295"/>
                </a:lnTo>
                <a:lnTo>
                  <a:pt x="641982" y="63897"/>
                </a:lnTo>
                <a:lnTo>
                  <a:pt x="641741" y="64506"/>
                </a:lnTo>
                <a:lnTo>
                  <a:pt x="641508" y="65122"/>
                </a:lnTo>
                <a:lnTo>
                  <a:pt x="641282" y="65745"/>
                </a:lnTo>
                <a:lnTo>
                  <a:pt x="641066" y="66375"/>
                </a:lnTo>
                <a:lnTo>
                  <a:pt x="640860" y="67010"/>
                </a:lnTo>
                <a:lnTo>
                  <a:pt x="640664" y="67651"/>
                </a:lnTo>
                <a:lnTo>
                  <a:pt x="640477" y="68299"/>
                </a:lnTo>
                <a:lnTo>
                  <a:pt x="640299" y="68953"/>
                </a:lnTo>
                <a:lnTo>
                  <a:pt x="640131" y="69613"/>
                </a:lnTo>
                <a:lnTo>
                  <a:pt x="639973" y="70279"/>
                </a:lnTo>
                <a:lnTo>
                  <a:pt x="639824" y="70951"/>
                </a:lnTo>
                <a:lnTo>
                  <a:pt x="639685" y="71630"/>
                </a:lnTo>
                <a:lnTo>
                  <a:pt x="639556" y="72314"/>
                </a:lnTo>
                <a:lnTo>
                  <a:pt x="639436" y="73005"/>
                </a:lnTo>
                <a:lnTo>
                  <a:pt x="639326" y="73701"/>
                </a:lnTo>
                <a:lnTo>
                  <a:pt x="639225" y="74404"/>
                </a:lnTo>
                <a:lnTo>
                  <a:pt x="639134" y="75113"/>
                </a:lnTo>
                <a:lnTo>
                  <a:pt x="639052" y="75829"/>
                </a:lnTo>
                <a:lnTo>
                  <a:pt x="638980" y="76550"/>
                </a:lnTo>
                <a:lnTo>
                  <a:pt x="638918" y="77277"/>
                </a:lnTo>
                <a:lnTo>
                  <a:pt x="638865" y="78011"/>
                </a:lnTo>
                <a:lnTo>
                  <a:pt x="638822" y="78751"/>
                </a:lnTo>
                <a:lnTo>
                  <a:pt x="638788" y="79497"/>
                </a:lnTo>
                <a:lnTo>
                  <a:pt x="638764" y="80249"/>
                </a:lnTo>
                <a:lnTo>
                  <a:pt x="638750" y="81007"/>
                </a:lnTo>
                <a:lnTo>
                  <a:pt x="638745" y="81771"/>
                </a:lnTo>
                <a:lnTo>
                  <a:pt x="638745" y="84939"/>
                </a:lnTo>
                <a:lnTo>
                  <a:pt x="638750" y="85649"/>
                </a:lnTo>
                <a:lnTo>
                  <a:pt x="638764" y="86354"/>
                </a:lnTo>
                <a:lnTo>
                  <a:pt x="638787" y="87054"/>
                </a:lnTo>
                <a:lnTo>
                  <a:pt x="638819" y="87749"/>
                </a:lnTo>
                <a:lnTo>
                  <a:pt x="638860" y="88440"/>
                </a:lnTo>
                <a:lnTo>
                  <a:pt x="638911" y="89126"/>
                </a:lnTo>
                <a:lnTo>
                  <a:pt x="638971" y="89808"/>
                </a:lnTo>
                <a:lnTo>
                  <a:pt x="639040" y="90484"/>
                </a:lnTo>
                <a:lnTo>
                  <a:pt x="639118" y="91156"/>
                </a:lnTo>
                <a:lnTo>
                  <a:pt x="639206" y="91823"/>
                </a:lnTo>
                <a:lnTo>
                  <a:pt x="639302" y="92486"/>
                </a:lnTo>
                <a:lnTo>
                  <a:pt x="639408" y="93144"/>
                </a:lnTo>
                <a:lnTo>
                  <a:pt x="639523" y="93797"/>
                </a:lnTo>
                <a:lnTo>
                  <a:pt x="639648" y="94445"/>
                </a:lnTo>
                <a:lnTo>
                  <a:pt x="639781" y="95088"/>
                </a:lnTo>
                <a:lnTo>
                  <a:pt x="639924" y="95727"/>
                </a:lnTo>
                <a:lnTo>
                  <a:pt x="640076" y="96361"/>
                </a:lnTo>
                <a:lnTo>
                  <a:pt x="640237" y="96990"/>
                </a:lnTo>
                <a:lnTo>
                  <a:pt x="640407" y="97615"/>
                </a:lnTo>
                <a:lnTo>
                  <a:pt x="640587" y="98235"/>
                </a:lnTo>
                <a:lnTo>
                  <a:pt x="640776" y="98850"/>
                </a:lnTo>
                <a:lnTo>
                  <a:pt x="640974" y="99460"/>
                </a:lnTo>
                <a:lnTo>
                  <a:pt x="641181" y="100066"/>
                </a:lnTo>
                <a:lnTo>
                  <a:pt x="641397" y="100667"/>
                </a:lnTo>
                <a:lnTo>
                  <a:pt x="641622" y="101262"/>
                </a:lnTo>
                <a:lnTo>
                  <a:pt x="641854" y="101850"/>
                </a:lnTo>
                <a:lnTo>
                  <a:pt x="642094" y="102432"/>
                </a:lnTo>
                <a:lnTo>
                  <a:pt x="642341" y="103007"/>
                </a:lnTo>
                <a:lnTo>
                  <a:pt x="642595" y="103575"/>
                </a:lnTo>
                <a:lnTo>
                  <a:pt x="642857" y="104136"/>
                </a:lnTo>
                <a:lnTo>
                  <a:pt x="643126" y="104691"/>
                </a:lnTo>
                <a:lnTo>
                  <a:pt x="643403" y="105238"/>
                </a:lnTo>
                <a:lnTo>
                  <a:pt x="643687" y="105779"/>
                </a:lnTo>
                <a:lnTo>
                  <a:pt x="643978" y="106313"/>
                </a:lnTo>
                <a:lnTo>
                  <a:pt x="644277" y="106841"/>
                </a:lnTo>
                <a:lnTo>
                  <a:pt x="644583" y="107361"/>
                </a:lnTo>
                <a:lnTo>
                  <a:pt x="644897" y="107875"/>
                </a:lnTo>
                <a:lnTo>
                  <a:pt x="645218" y="108382"/>
                </a:lnTo>
                <a:lnTo>
                  <a:pt x="645547" y="108883"/>
                </a:lnTo>
                <a:lnTo>
                  <a:pt x="645883" y="109376"/>
                </a:lnTo>
                <a:lnTo>
                  <a:pt x="646226" y="109863"/>
                </a:lnTo>
                <a:lnTo>
                  <a:pt x="646577" y="110343"/>
                </a:lnTo>
                <a:lnTo>
                  <a:pt x="646935" y="110816"/>
                </a:lnTo>
                <a:lnTo>
                  <a:pt x="647301" y="111282"/>
                </a:lnTo>
                <a:lnTo>
                  <a:pt x="647674" y="111742"/>
                </a:lnTo>
                <a:lnTo>
                  <a:pt x="648054" y="112195"/>
                </a:lnTo>
                <a:lnTo>
                  <a:pt x="648442" y="112641"/>
                </a:lnTo>
                <a:lnTo>
                  <a:pt x="648838" y="113080"/>
                </a:lnTo>
                <a:lnTo>
                  <a:pt x="649240" y="113512"/>
                </a:lnTo>
                <a:lnTo>
                  <a:pt x="649648" y="113935"/>
                </a:lnTo>
                <a:lnTo>
                  <a:pt x="650062" y="114351"/>
                </a:lnTo>
                <a:lnTo>
                  <a:pt x="650483" y="114758"/>
                </a:lnTo>
                <a:lnTo>
                  <a:pt x="650910" y="115157"/>
                </a:lnTo>
                <a:lnTo>
                  <a:pt x="651342" y="115548"/>
                </a:lnTo>
                <a:lnTo>
                  <a:pt x="651781" y="115930"/>
                </a:lnTo>
                <a:lnTo>
                  <a:pt x="652226" y="116305"/>
                </a:lnTo>
                <a:lnTo>
                  <a:pt x="652678" y="116671"/>
                </a:lnTo>
                <a:lnTo>
                  <a:pt x="653135" y="117029"/>
                </a:lnTo>
                <a:lnTo>
                  <a:pt x="653598" y="117379"/>
                </a:lnTo>
                <a:lnTo>
                  <a:pt x="654068" y="117721"/>
                </a:lnTo>
                <a:lnTo>
                  <a:pt x="654544" y="118054"/>
                </a:lnTo>
                <a:lnTo>
                  <a:pt x="655026" y="118380"/>
                </a:lnTo>
                <a:lnTo>
                  <a:pt x="655514" y="118697"/>
                </a:lnTo>
                <a:lnTo>
                  <a:pt x="656008" y="119006"/>
                </a:lnTo>
                <a:lnTo>
                  <a:pt x="656508" y="119307"/>
                </a:lnTo>
                <a:lnTo>
                  <a:pt x="657015" y="119599"/>
                </a:lnTo>
                <a:lnTo>
                  <a:pt x="657527" y="119884"/>
                </a:lnTo>
                <a:lnTo>
                  <a:pt x="658046" y="120160"/>
                </a:lnTo>
                <a:lnTo>
                  <a:pt x="658571" y="120428"/>
                </a:lnTo>
                <a:lnTo>
                  <a:pt x="659102" y="120688"/>
                </a:lnTo>
                <a:lnTo>
                  <a:pt x="659639" y="120940"/>
                </a:lnTo>
                <a:lnTo>
                  <a:pt x="660182" y="121183"/>
                </a:lnTo>
                <a:lnTo>
                  <a:pt x="660731" y="121418"/>
                </a:lnTo>
                <a:lnTo>
                  <a:pt x="661284" y="121642"/>
                </a:lnTo>
                <a:lnTo>
                  <a:pt x="661841" y="121857"/>
                </a:lnTo>
                <a:lnTo>
                  <a:pt x="662403" y="122061"/>
                </a:lnTo>
                <a:lnTo>
                  <a:pt x="662969" y="122256"/>
                </a:lnTo>
                <a:lnTo>
                  <a:pt x="663539" y="122440"/>
                </a:lnTo>
                <a:lnTo>
                  <a:pt x="664114" y="122615"/>
                </a:lnTo>
                <a:lnTo>
                  <a:pt x="664693" y="122779"/>
                </a:lnTo>
                <a:lnTo>
                  <a:pt x="665276" y="122934"/>
                </a:lnTo>
                <a:lnTo>
                  <a:pt x="665864" y="123079"/>
                </a:lnTo>
                <a:lnTo>
                  <a:pt x="666456" y="123213"/>
                </a:lnTo>
                <a:lnTo>
                  <a:pt x="667052" y="123338"/>
                </a:lnTo>
                <a:lnTo>
                  <a:pt x="667653" y="123453"/>
                </a:lnTo>
                <a:lnTo>
                  <a:pt x="668258" y="123558"/>
                </a:lnTo>
                <a:lnTo>
                  <a:pt x="668867" y="123652"/>
                </a:lnTo>
                <a:lnTo>
                  <a:pt x="669481" y="123737"/>
                </a:lnTo>
                <a:lnTo>
                  <a:pt x="670099" y="123812"/>
                </a:lnTo>
                <a:lnTo>
                  <a:pt x="670722" y="123877"/>
                </a:lnTo>
                <a:lnTo>
                  <a:pt x="671348" y="123932"/>
                </a:lnTo>
                <a:lnTo>
                  <a:pt x="671980" y="123977"/>
                </a:lnTo>
                <a:lnTo>
                  <a:pt x="672615" y="124011"/>
                </a:lnTo>
                <a:lnTo>
                  <a:pt x="673255" y="124036"/>
                </a:lnTo>
                <a:lnTo>
                  <a:pt x="673899" y="124051"/>
                </a:lnTo>
                <a:lnTo>
                  <a:pt x="674548" y="124056"/>
                </a:lnTo>
                <a:lnTo>
                  <a:pt x="675140" y="124053"/>
                </a:lnTo>
                <a:lnTo>
                  <a:pt x="675726" y="124043"/>
                </a:lnTo>
                <a:lnTo>
                  <a:pt x="676306" y="124026"/>
                </a:lnTo>
                <a:lnTo>
                  <a:pt x="676880" y="124002"/>
                </a:lnTo>
                <a:lnTo>
                  <a:pt x="677448" y="123972"/>
                </a:lnTo>
                <a:lnTo>
                  <a:pt x="678010" y="123934"/>
                </a:lnTo>
                <a:lnTo>
                  <a:pt x="678566" y="123890"/>
                </a:lnTo>
                <a:lnTo>
                  <a:pt x="679115" y="123839"/>
                </a:lnTo>
                <a:lnTo>
                  <a:pt x="679658" y="123782"/>
                </a:lnTo>
                <a:lnTo>
                  <a:pt x="680196" y="123717"/>
                </a:lnTo>
                <a:lnTo>
                  <a:pt x="680727" y="123646"/>
                </a:lnTo>
                <a:lnTo>
                  <a:pt x="681251" y="123568"/>
                </a:lnTo>
                <a:lnTo>
                  <a:pt x="681770" y="123484"/>
                </a:lnTo>
                <a:lnTo>
                  <a:pt x="682283" y="123392"/>
                </a:lnTo>
                <a:lnTo>
                  <a:pt x="682789" y="123294"/>
                </a:lnTo>
                <a:lnTo>
                  <a:pt x="683290" y="123189"/>
                </a:lnTo>
                <a:lnTo>
                  <a:pt x="683784" y="123077"/>
                </a:lnTo>
                <a:lnTo>
                  <a:pt x="684272" y="122958"/>
                </a:lnTo>
                <a:lnTo>
                  <a:pt x="684754" y="122833"/>
                </a:lnTo>
                <a:lnTo>
                  <a:pt x="685229" y="122701"/>
                </a:lnTo>
                <a:lnTo>
                  <a:pt x="685699" y="122562"/>
                </a:lnTo>
                <a:lnTo>
                  <a:pt x="686163" y="122416"/>
                </a:lnTo>
                <a:lnTo>
                  <a:pt x="686620" y="122263"/>
                </a:lnTo>
                <a:lnTo>
                  <a:pt x="687071" y="122104"/>
                </a:lnTo>
                <a:lnTo>
                  <a:pt x="687517" y="121939"/>
                </a:lnTo>
                <a:lnTo>
                  <a:pt x="687957" y="121770"/>
                </a:lnTo>
                <a:lnTo>
                  <a:pt x="688391" y="121597"/>
                </a:lnTo>
                <a:lnTo>
                  <a:pt x="688821" y="121419"/>
                </a:lnTo>
                <a:lnTo>
                  <a:pt x="689245" y="121236"/>
                </a:lnTo>
                <a:lnTo>
                  <a:pt x="689663" y="121050"/>
                </a:lnTo>
                <a:lnTo>
                  <a:pt x="690077" y="120859"/>
                </a:lnTo>
                <a:lnTo>
                  <a:pt x="690484" y="120664"/>
                </a:lnTo>
                <a:lnTo>
                  <a:pt x="690887" y="120464"/>
                </a:lnTo>
                <a:lnTo>
                  <a:pt x="691284" y="120260"/>
                </a:lnTo>
                <a:lnTo>
                  <a:pt x="691676" y="120052"/>
                </a:lnTo>
                <a:lnTo>
                  <a:pt x="692062" y="119839"/>
                </a:lnTo>
                <a:lnTo>
                  <a:pt x="692443" y="119622"/>
                </a:lnTo>
                <a:lnTo>
                  <a:pt x="692819" y="119400"/>
                </a:lnTo>
                <a:lnTo>
                  <a:pt x="693189" y="119175"/>
                </a:lnTo>
                <a:lnTo>
                  <a:pt x="693554" y="118945"/>
                </a:lnTo>
                <a:lnTo>
                  <a:pt x="693913" y="118710"/>
                </a:lnTo>
                <a:lnTo>
                  <a:pt x="694268" y="118471"/>
                </a:lnTo>
                <a:lnTo>
                  <a:pt x="694616" y="118228"/>
                </a:lnTo>
                <a:lnTo>
                  <a:pt x="694960" y="117981"/>
                </a:lnTo>
                <a:lnTo>
                  <a:pt x="695298" y="117729"/>
                </a:lnTo>
                <a:lnTo>
                  <a:pt x="695630" y="117473"/>
                </a:lnTo>
                <a:lnTo>
                  <a:pt x="695958" y="117212"/>
                </a:lnTo>
                <a:lnTo>
                  <a:pt x="696280" y="116947"/>
                </a:lnTo>
                <a:lnTo>
                  <a:pt x="696597" y="116679"/>
                </a:lnTo>
                <a:lnTo>
                  <a:pt x="696910" y="116409"/>
                </a:lnTo>
                <a:lnTo>
                  <a:pt x="697219" y="116136"/>
                </a:lnTo>
                <a:lnTo>
                  <a:pt x="697524" y="115862"/>
                </a:lnTo>
                <a:lnTo>
                  <a:pt x="697825" y="115585"/>
                </a:lnTo>
                <a:lnTo>
                  <a:pt x="698121" y="115306"/>
                </a:lnTo>
                <a:lnTo>
                  <a:pt x="698414" y="115025"/>
                </a:lnTo>
                <a:lnTo>
                  <a:pt x="698702" y="114741"/>
                </a:lnTo>
                <a:lnTo>
                  <a:pt x="698987" y="114456"/>
                </a:lnTo>
                <a:lnTo>
                  <a:pt x="699267" y="114168"/>
                </a:lnTo>
                <a:lnTo>
                  <a:pt x="699544" y="113878"/>
                </a:lnTo>
                <a:lnTo>
                  <a:pt x="699816" y="113586"/>
                </a:lnTo>
                <a:lnTo>
                  <a:pt x="700084" y="113292"/>
                </a:lnTo>
                <a:lnTo>
                  <a:pt x="700348" y="112996"/>
                </a:lnTo>
                <a:lnTo>
                  <a:pt x="700608" y="112697"/>
                </a:lnTo>
                <a:lnTo>
                  <a:pt x="700863" y="112396"/>
                </a:lnTo>
                <a:lnTo>
                  <a:pt x="701115" y="112093"/>
                </a:lnTo>
                <a:lnTo>
                  <a:pt x="701363" y="111788"/>
                </a:lnTo>
                <a:lnTo>
                  <a:pt x="701606" y="111481"/>
                </a:lnTo>
                <a:lnTo>
                  <a:pt x="701846" y="111172"/>
                </a:lnTo>
                <a:lnTo>
                  <a:pt x="702081" y="110860"/>
                </a:lnTo>
                <a:lnTo>
                  <a:pt x="702312" y="110546"/>
                </a:lnTo>
                <a:lnTo>
                  <a:pt x="702539" y="110230"/>
                </a:lnTo>
                <a:lnTo>
                  <a:pt x="702762" y="109912"/>
                </a:lnTo>
                <a:lnTo>
                  <a:pt x="697237" y="105639"/>
                </a:lnTo>
                <a:lnTo>
                  <a:pt x="696873" y="106107"/>
                </a:lnTo>
                <a:lnTo>
                  <a:pt x="696505" y="106564"/>
                </a:lnTo>
                <a:lnTo>
                  <a:pt x="696133" y="107010"/>
                </a:lnTo>
                <a:lnTo>
                  <a:pt x="695757" y="107445"/>
                </a:lnTo>
                <a:lnTo>
                  <a:pt x="695377" y="107870"/>
                </a:lnTo>
                <a:lnTo>
                  <a:pt x="694993" y="108285"/>
                </a:lnTo>
                <a:lnTo>
                  <a:pt x="694605" y="108688"/>
                </a:lnTo>
                <a:lnTo>
                  <a:pt x="694213" y="109081"/>
                </a:lnTo>
                <a:lnTo>
                  <a:pt x="693817" y="109464"/>
                </a:lnTo>
                <a:lnTo>
                  <a:pt x="693417" y="109836"/>
                </a:lnTo>
                <a:lnTo>
                  <a:pt x="693013" y="110197"/>
                </a:lnTo>
                <a:lnTo>
                  <a:pt x="692605" y="110548"/>
                </a:lnTo>
                <a:lnTo>
                  <a:pt x="692194" y="110888"/>
                </a:lnTo>
                <a:lnTo>
                  <a:pt x="691778" y="111217"/>
                </a:lnTo>
                <a:lnTo>
                  <a:pt x="691358" y="111536"/>
                </a:lnTo>
                <a:lnTo>
                  <a:pt x="690935" y="111844"/>
                </a:lnTo>
                <a:lnTo>
                  <a:pt x="690507" y="112141"/>
                </a:lnTo>
                <a:lnTo>
                  <a:pt x="690075" y="112428"/>
                </a:lnTo>
                <a:lnTo>
                  <a:pt x="689640" y="112705"/>
                </a:lnTo>
                <a:lnTo>
                  <a:pt x="689200" y="112970"/>
                </a:lnTo>
                <a:lnTo>
                  <a:pt x="688757" y="113225"/>
                </a:lnTo>
                <a:lnTo>
                  <a:pt x="688309" y="113470"/>
                </a:lnTo>
                <a:lnTo>
                  <a:pt x="687858" y="113704"/>
                </a:lnTo>
                <a:lnTo>
                  <a:pt x="687403" y="113927"/>
                </a:lnTo>
                <a:lnTo>
                  <a:pt x="686943" y="114140"/>
                </a:lnTo>
                <a:lnTo>
                  <a:pt x="686477" y="114345"/>
                </a:lnTo>
                <a:lnTo>
                  <a:pt x="686007" y="114540"/>
                </a:lnTo>
                <a:lnTo>
                  <a:pt x="685531" y="114726"/>
                </a:lnTo>
                <a:lnTo>
                  <a:pt x="685050" y="114903"/>
                </a:lnTo>
                <a:lnTo>
                  <a:pt x="684564" y="115071"/>
                </a:lnTo>
                <a:lnTo>
                  <a:pt x="684073" y="115230"/>
                </a:lnTo>
                <a:lnTo>
                  <a:pt x="683576" y="115380"/>
                </a:lnTo>
                <a:lnTo>
                  <a:pt x="683074" y="115521"/>
                </a:lnTo>
                <a:lnTo>
                  <a:pt x="682567" y="115652"/>
                </a:lnTo>
                <a:lnTo>
                  <a:pt x="682055" y="115775"/>
                </a:lnTo>
                <a:lnTo>
                  <a:pt x="681537" y="115888"/>
                </a:lnTo>
                <a:lnTo>
                  <a:pt x="681014" y="115993"/>
                </a:lnTo>
                <a:lnTo>
                  <a:pt x="680486" y="116088"/>
                </a:lnTo>
                <a:lnTo>
                  <a:pt x="679952" y="116174"/>
                </a:lnTo>
                <a:lnTo>
                  <a:pt x="679414" y="116252"/>
                </a:lnTo>
                <a:lnTo>
                  <a:pt x="678870" y="116320"/>
                </a:lnTo>
                <a:lnTo>
                  <a:pt x="678321" y="116379"/>
                </a:lnTo>
                <a:lnTo>
                  <a:pt x="677766" y="116429"/>
                </a:lnTo>
                <a:lnTo>
                  <a:pt x="677207" y="116470"/>
                </a:lnTo>
                <a:lnTo>
                  <a:pt x="676642" y="116501"/>
                </a:lnTo>
                <a:lnTo>
                  <a:pt x="676072" y="116524"/>
                </a:lnTo>
                <a:lnTo>
                  <a:pt x="675497" y="116538"/>
                </a:lnTo>
                <a:lnTo>
                  <a:pt x="674916" y="116542"/>
                </a:lnTo>
                <a:lnTo>
                  <a:pt x="674408" y="116538"/>
                </a:lnTo>
                <a:lnTo>
                  <a:pt x="673905" y="116525"/>
                </a:lnTo>
                <a:lnTo>
                  <a:pt x="673405" y="116504"/>
                </a:lnTo>
                <a:lnTo>
                  <a:pt x="672909" y="116474"/>
                </a:lnTo>
                <a:lnTo>
                  <a:pt x="672416" y="116435"/>
                </a:lnTo>
                <a:lnTo>
                  <a:pt x="671928" y="116388"/>
                </a:lnTo>
                <a:lnTo>
                  <a:pt x="671443" y="116332"/>
                </a:lnTo>
                <a:lnTo>
                  <a:pt x="670963" y="116268"/>
                </a:lnTo>
                <a:lnTo>
                  <a:pt x="670486" y="116195"/>
                </a:lnTo>
                <a:lnTo>
                  <a:pt x="670013" y="116114"/>
                </a:lnTo>
                <a:lnTo>
                  <a:pt x="669543" y="116024"/>
                </a:lnTo>
                <a:lnTo>
                  <a:pt x="669078" y="115925"/>
                </a:lnTo>
                <a:lnTo>
                  <a:pt x="668616" y="115818"/>
                </a:lnTo>
                <a:lnTo>
                  <a:pt x="668159" y="115702"/>
                </a:lnTo>
                <a:lnTo>
                  <a:pt x="667705" y="115578"/>
                </a:lnTo>
                <a:lnTo>
                  <a:pt x="667255" y="115445"/>
                </a:lnTo>
                <a:lnTo>
                  <a:pt x="666808" y="115304"/>
                </a:lnTo>
                <a:lnTo>
                  <a:pt x="666366" y="115154"/>
                </a:lnTo>
                <a:lnTo>
                  <a:pt x="665927" y="114996"/>
                </a:lnTo>
                <a:lnTo>
                  <a:pt x="665493" y="114828"/>
                </a:lnTo>
                <a:lnTo>
                  <a:pt x="665062" y="114653"/>
                </a:lnTo>
                <a:lnTo>
                  <a:pt x="664635" y="114469"/>
                </a:lnTo>
                <a:lnTo>
                  <a:pt x="664212" y="114276"/>
                </a:lnTo>
                <a:lnTo>
                  <a:pt x="663792" y="114074"/>
                </a:lnTo>
                <a:lnTo>
                  <a:pt x="663377" y="113866"/>
                </a:lnTo>
                <a:lnTo>
                  <a:pt x="662967" y="113650"/>
                </a:lnTo>
                <a:lnTo>
                  <a:pt x="662562" y="113429"/>
                </a:lnTo>
                <a:lnTo>
                  <a:pt x="662161" y="113201"/>
                </a:lnTo>
                <a:lnTo>
                  <a:pt x="661766" y="112966"/>
                </a:lnTo>
                <a:lnTo>
                  <a:pt x="661375" y="112725"/>
                </a:lnTo>
                <a:lnTo>
                  <a:pt x="660989" y="112478"/>
                </a:lnTo>
                <a:lnTo>
                  <a:pt x="660608" y="112224"/>
                </a:lnTo>
                <a:lnTo>
                  <a:pt x="660232" y="111964"/>
                </a:lnTo>
                <a:lnTo>
                  <a:pt x="659861" y="111698"/>
                </a:lnTo>
                <a:lnTo>
                  <a:pt x="659494" y="111425"/>
                </a:lnTo>
                <a:lnTo>
                  <a:pt x="659133" y="111146"/>
                </a:lnTo>
                <a:lnTo>
                  <a:pt x="658776" y="110860"/>
                </a:lnTo>
                <a:lnTo>
                  <a:pt x="658424" y="110569"/>
                </a:lnTo>
                <a:lnTo>
                  <a:pt x="658077" y="110270"/>
                </a:lnTo>
                <a:lnTo>
                  <a:pt x="657735" y="109965"/>
                </a:lnTo>
                <a:lnTo>
                  <a:pt x="657398" y="109654"/>
                </a:lnTo>
                <a:lnTo>
                  <a:pt x="657065" y="109337"/>
                </a:lnTo>
                <a:lnTo>
                  <a:pt x="656738" y="109013"/>
                </a:lnTo>
                <a:lnTo>
                  <a:pt x="656415" y="108682"/>
                </a:lnTo>
                <a:lnTo>
                  <a:pt x="656097" y="108346"/>
                </a:lnTo>
                <a:lnTo>
                  <a:pt x="655784" y="108002"/>
                </a:lnTo>
                <a:lnTo>
                  <a:pt x="655476" y="107653"/>
                </a:lnTo>
                <a:lnTo>
                  <a:pt x="655173" y="107297"/>
                </a:lnTo>
                <a:lnTo>
                  <a:pt x="654875" y="106935"/>
                </a:lnTo>
                <a:lnTo>
                  <a:pt x="654583" y="106569"/>
                </a:lnTo>
                <a:lnTo>
                  <a:pt x="654296" y="106197"/>
                </a:lnTo>
                <a:lnTo>
                  <a:pt x="654015" y="105821"/>
                </a:lnTo>
                <a:lnTo>
                  <a:pt x="653739" y="105439"/>
                </a:lnTo>
                <a:lnTo>
                  <a:pt x="653470" y="105052"/>
                </a:lnTo>
                <a:lnTo>
                  <a:pt x="653205" y="104661"/>
                </a:lnTo>
                <a:lnTo>
                  <a:pt x="652947" y="104264"/>
                </a:lnTo>
                <a:lnTo>
                  <a:pt x="652694" y="103863"/>
                </a:lnTo>
                <a:lnTo>
                  <a:pt x="652446" y="103456"/>
                </a:lnTo>
                <a:lnTo>
                  <a:pt x="652205" y="103045"/>
                </a:lnTo>
                <a:lnTo>
                  <a:pt x="651969" y="102628"/>
                </a:lnTo>
                <a:lnTo>
                  <a:pt x="651738" y="102207"/>
                </a:lnTo>
                <a:lnTo>
                  <a:pt x="651513" y="101780"/>
                </a:lnTo>
                <a:lnTo>
                  <a:pt x="651294" y="101349"/>
                </a:lnTo>
                <a:lnTo>
                  <a:pt x="651080" y="100912"/>
                </a:lnTo>
                <a:lnTo>
                  <a:pt x="650872" y="100471"/>
                </a:lnTo>
                <a:lnTo>
                  <a:pt x="650670" y="100025"/>
                </a:lnTo>
                <a:lnTo>
                  <a:pt x="650473" y="99573"/>
                </a:lnTo>
                <a:lnTo>
                  <a:pt x="650282" y="99117"/>
                </a:lnTo>
                <a:lnTo>
                  <a:pt x="650097" y="98655"/>
                </a:lnTo>
                <a:lnTo>
                  <a:pt x="649917" y="98189"/>
                </a:lnTo>
                <a:lnTo>
                  <a:pt x="649743" y="97718"/>
                </a:lnTo>
                <a:lnTo>
                  <a:pt x="649574" y="97241"/>
                </a:lnTo>
                <a:lnTo>
                  <a:pt x="649412" y="96761"/>
                </a:lnTo>
                <a:lnTo>
                  <a:pt x="649257" y="96278"/>
                </a:lnTo>
                <a:lnTo>
                  <a:pt x="649108" y="95792"/>
                </a:lnTo>
                <a:lnTo>
                  <a:pt x="648967" y="95303"/>
                </a:lnTo>
                <a:lnTo>
                  <a:pt x="648832" y="94812"/>
                </a:lnTo>
                <a:lnTo>
                  <a:pt x="648704" y="94318"/>
                </a:lnTo>
                <a:lnTo>
                  <a:pt x="648583" y="93820"/>
                </a:lnTo>
                <a:lnTo>
                  <a:pt x="648469" y="93321"/>
                </a:lnTo>
                <a:lnTo>
                  <a:pt x="648362" y="92818"/>
                </a:lnTo>
                <a:lnTo>
                  <a:pt x="648262" y="92312"/>
                </a:lnTo>
                <a:lnTo>
                  <a:pt x="648169" y="91804"/>
                </a:lnTo>
                <a:lnTo>
                  <a:pt x="648083" y="91293"/>
                </a:lnTo>
                <a:lnTo>
                  <a:pt x="648003" y="90779"/>
                </a:lnTo>
                <a:lnTo>
                  <a:pt x="647931" y="90262"/>
                </a:lnTo>
                <a:lnTo>
                  <a:pt x="647865" y="89742"/>
                </a:lnTo>
                <a:lnTo>
                  <a:pt x="647806" y="89220"/>
                </a:lnTo>
                <a:lnTo>
                  <a:pt x="647755" y="88694"/>
                </a:lnTo>
                <a:lnTo>
                  <a:pt x="647710" y="88166"/>
                </a:lnTo>
                <a:lnTo>
                  <a:pt x="647672" y="87635"/>
                </a:lnTo>
                <a:lnTo>
                  <a:pt x="647641" y="87102"/>
                </a:lnTo>
                <a:lnTo>
                  <a:pt x="647616" y="86565"/>
                </a:lnTo>
                <a:lnTo>
                  <a:pt x="647599" y="86026"/>
                </a:lnTo>
                <a:lnTo>
                  <a:pt x="647589" y="85484"/>
                </a:lnTo>
                <a:lnTo>
                  <a:pt x="647585" y="84939"/>
                </a:lnTo>
                <a:lnTo>
                  <a:pt x="647585" y="83244"/>
                </a:lnTo>
                <a:lnTo>
                  <a:pt x="704457" y="83244"/>
                </a:lnTo>
                <a:lnTo>
                  <a:pt x="704457" y="77876"/>
                </a:lnTo>
                <a:lnTo>
                  <a:pt x="704453" y="77210"/>
                </a:lnTo>
                <a:lnTo>
                  <a:pt x="704442" y="76549"/>
                </a:lnTo>
                <a:lnTo>
                  <a:pt x="704425" y="75893"/>
                </a:lnTo>
                <a:lnTo>
                  <a:pt x="704399" y="75242"/>
                </a:lnTo>
                <a:close/>
                <a:moveTo>
                  <a:pt x="648305" y="73158"/>
                </a:moveTo>
                <a:lnTo>
                  <a:pt x="648404" y="72620"/>
                </a:lnTo>
                <a:lnTo>
                  <a:pt x="648509" y="72086"/>
                </a:lnTo>
                <a:lnTo>
                  <a:pt x="648621" y="71557"/>
                </a:lnTo>
                <a:lnTo>
                  <a:pt x="648740" y="71032"/>
                </a:lnTo>
                <a:lnTo>
                  <a:pt x="648864" y="70511"/>
                </a:lnTo>
                <a:lnTo>
                  <a:pt x="648995" y="69995"/>
                </a:lnTo>
                <a:lnTo>
                  <a:pt x="649133" y="69484"/>
                </a:lnTo>
                <a:lnTo>
                  <a:pt x="649277" y="68977"/>
                </a:lnTo>
                <a:lnTo>
                  <a:pt x="649427" y="68474"/>
                </a:lnTo>
                <a:lnTo>
                  <a:pt x="649583" y="67977"/>
                </a:lnTo>
                <a:lnTo>
                  <a:pt x="649744" y="67485"/>
                </a:lnTo>
                <a:lnTo>
                  <a:pt x="649911" y="66998"/>
                </a:lnTo>
                <a:lnTo>
                  <a:pt x="650083" y="66518"/>
                </a:lnTo>
                <a:lnTo>
                  <a:pt x="650260" y="66043"/>
                </a:lnTo>
                <a:lnTo>
                  <a:pt x="650442" y="65573"/>
                </a:lnTo>
                <a:lnTo>
                  <a:pt x="650630" y="65110"/>
                </a:lnTo>
                <a:lnTo>
                  <a:pt x="650823" y="64652"/>
                </a:lnTo>
                <a:lnTo>
                  <a:pt x="651021" y="64199"/>
                </a:lnTo>
                <a:lnTo>
                  <a:pt x="651224" y="63752"/>
                </a:lnTo>
                <a:lnTo>
                  <a:pt x="651432" y="63311"/>
                </a:lnTo>
                <a:lnTo>
                  <a:pt x="651646" y="62875"/>
                </a:lnTo>
                <a:lnTo>
                  <a:pt x="651865" y="62445"/>
                </a:lnTo>
                <a:lnTo>
                  <a:pt x="652090" y="62021"/>
                </a:lnTo>
                <a:lnTo>
                  <a:pt x="652319" y="61602"/>
                </a:lnTo>
                <a:lnTo>
                  <a:pt x="652554" y="61189"/>
                </a:lnTo>
                <a:lnTo>
                  <a:pt x="652794" y="60782"/>
                </a:lnTo>
                <a:lnTo>
                  <a:pt x="653039" y="60380"/>
                </a:lnTo>
                <a:lnTo>
                  <a:pt x="653289" y="59984"/>
                </a:lnTo>
                <a:lnTo>
                  <a:pt x="653545" y="59593"/>
                </a:lnTo>
                <a:lnTo>
                  <a:pt x="653806" y="59208"/>
                </a:lnTo>
                <a:lnTo>
                  <a:pt x="654072" y="58829"/>
                </a:lnTo>
                <a:lnTo>
                  <a:pt x="654344" y="58455"/>
                </a:lnTo>
                <a:lnTo>
                  <a:pt x="654621" y="58087"/>
                </a:lnTo>
                <a:lnTo>
                  <a:pt x="654902" y="57725"/>
                </a:lnTo>
                <a:lnTo>
                  <a:pt x="655188" y="57370"/>
                </a:lnTo>
                <a:lnTo>
                  <a:pt x="655479" y="57023"/>
                </a:lnTo>
                <a:lnTo>
                  <a:pt x="655774" y="56682"/>
                </a:lnTo>
                <a:lnTo>
                  <a:pt x="656073" y="56349"/>
                </a:lnTo>
                <a:lnTo>
                  <a:pt x="656377" y="56022"/>
                </a:lnTo>
                <a:lnTo>
                  <a:pt x="656685" y="55702"/>
                </a:lnTo>
                <a:lnTo>
                  <a:pt x="656998" y="55390"/>
                </a:lnTo>
                <a:lnTo>
                  <a:pt x="657316" y="55084"/>
                </a:lnTo>
                <a:lnTo>
                  <a:pt x="657638" y="54786"/>
                </a:lnTo>
                <a:lnTo>
                  <a:pt x="657964" y="54495"/>
                </a:lnTo>
                <a:lnTo>
                  <a:pt x="658295" y="54210"/>
                </a:lnTo>
                <a:lnTo>
                  <a:pt x="658630" y="53933"/>
                </a:lnTo>
                <a:lnTo>
                  <a:pt x="658970" y="53663"/>
                </a:lnTo>
                <a:lnTo>
                  <a:pt x="659314" y="53399"/>
                </a:lnTo>
                <a:lnTo>
                  <a:pt x="659663" y="53143"/>
                </a:lnTo>
                <a:lnTo>
                  <a:pt x="660016" y="52894"/>
                </a:lnTo>
                <a:lnTo>
                  <a:pt x="660374" y="52652"/>
                </a:lnTo>
                <a:lnTo>
                  <a:pt x="660736" y="52417"/>
                </a:lnTo>
                <a:lnTo>
                  <a:pt x="661102" y="52188"/>
                </a:lnTo>
                <a:lnTo>
                  <a:pt x="661473" y="51967"/>
                </a:lnTo>
                <a:lnTo>
                  <a:pt x="661849" y="51753"/>
                </a:lnTo>
                <a:lnTo>
                  <a:pt x="662229" y="51546"/>
                </a:lnTo>
                <a:lnTo>
                  <a:pt x="662614" y="51346"/>
                </a:lnTo>
                <a:lnTo>
                  <a:pt x="663002" y="51154"/>
                </a:lnTo>
                <a:lnTo>
                  <a:pt x="663394" y="50970"/>
                </a:lnTo>
                <a:lnTo>
                  <a:pt x="663790" y="50794"/>
                </a:lnTo>
                <a:lnTo>
                  <a:pt x="664189" y="50626"/>
                </a:lnTo>
                <a:lnTo>
                  <a:pt x="664592" y="50466"/>
                </a:lnTo>
                <a:lnTo>
                  <a:pt x="664998" y="50315"/>
                </a:lnTo>
                <a:lnTo>
                  <a:pt x="665409" y="50172"/>
                </a:lnTo>
                <a:lnTo>
                  <a:pt x="665822" y="50037"/>
                </a:lnTo>
                <a:lnTo>
                  <a:pt x="666239" y="49910"/>
                </a:lnTo>
                <a:lnTo>
                  <a:pt x="666660" y="49791"/>
                </a:lnTo>
                <a:lnTo>
                  <a:pt x="667084" y="49681"/>
                </a:lnTo>
                <a:lnTo>
                  <a:pt x="667512" y="49578"/>
                </a:lnTo>
                <a:lnTo>
                  <a:pt x="667944" y="49484"/>
                </a:lnTo>
                <a:lnTo>
                  <a:pt x="668379" y="49398"/>
                </a:lnTo>
                <a:lnTo>
                  <a:pt x="668818" y="49320"/>
                </a:lnTo>
                <a:lnTo>
                  <a:pt x="669260" y="49251"/>
                </a:lnTo>
                <a:lnTo>
                  <a:pt x="669706" y="49190"/>
                </a:lnTo>
                <a:lnTo>
                  <a:pt x="670155" y="49136"/>
                </a:lnTo>
                <a:lnTo>
                  <a:pt x="670608" y="49091"/>
                </a:lnTo>
                <a:lnTo>
                  <a:pt x="671065" y="49054"/>
                </a:lnTo>
                <a:lnTo>
                  <a:pt x="671525" y="49026"/>
                </a:lnTo>
                <a:lnTo>
                  <a:pt x="671989" y="49005"/>
                </a:lnTo>
                <a:lnTo>
                  <a:pt x="672456" y="48993"/>
                </a:lnTo>
                <a:lnTo>
                  <a:pt x="672927" y="48989"/>
                </a:lnTo>
                <a:lnTo>
                  <a:pt x="673549" y="48995"/>
                </a:lnTo>
                <a:lnTo>
                  <a:pt x="674162" y="49015"/>
                </a:lnTo>
                <a:lnTo>
                  <a:pt x="674766" y="49046"/>
                </a:lnTo>
                <a:lnTo>
                  <a:pt x="675361" y="49091"/>
                </a:lnTo>
                <a:lnTo>
                  <a:pt x="675948" y="49148"/>
                </a:lnTo>
                <a:lnTo>
                  <a:pt x="676525" y="49219"/>
                </a:lnTo>
                <a:lnTo>
                  <a:pt x="677094" y="49302"/>
                </a:lnTo>
                <a:lnTo>
                  <a:pt x="677654" y="49397"/>
                </a:lnTo>
                <a:lnTo>
                  <a:pt x="678205" y="49506"/>
                </a:lnTo>
                <a:lnTo>
                  <a:pt x="678747" y="49627"/>
                </a:lnTo>
                <a:lnTo>
                  <a:pt x="679281" y="49761"/>
                </a:lnTo>
                <a:lnTo>
                  <a:pt x="679806" y="49908"/>
                </a:lnTo>
                <a:lnTo>
                  <a:pt x="680322" y="50067"/>
                </a:lnTo>
                <a:lnTo>
                  <a:pt x="680829" y="50239"/>
                </a:lnTo>
                <a:lnTo>
                  <a:pt x="681327" y="50424"/>
                </a:lnTo>
                <a:lnTo>
                  <a:pt x="681816" y="50622"/>
                </a:lnTo>
                <a:lnTo>
                  <a:pt x="682297" y="50832"/>
                </a:lnTo>
                <a:lnTo>
                  <a:pt x="682769" y="51056"/>
                </a:lnTo>
                <a:lnTo>
                  <a:pt x="683231" y="51292"/>
                </a:lnTo>
                <a:lnTo>
                  <a:pt x="683686" y="51541"/>
                </a:lnTo>
                <a:lnTo>
                  <a:pt x="684131" y="51802"/>
                </a:lnTo>
                <a:lnTo>
                  <a:pt x="684567" y="52076"/>
                </a:lnTo>
                <a:lnTo>
                  <a:pt x="684995" y="52363"/>
                </a:lnTo>
                <a:lnTo>
                  <a:pt x="685414" y="52663"/>
                </a:lnTo>
                <a:lnTo>
                  <a:pt x="685824" y="52973"/>
                </a:lnTo>
                <a:lnTo>
                  <a:pt x="686226" y="53290"/>
                </a:lnTo>
                <a:lnTo>
                  <a:pt x="686619" y="53615"/>
                </a:lnTo>
                <a:lnTo>
                  <a:pt x="687004" y="53947"/>
                </a:lnTo>
                <a:lnTo>
                  <a:pt x="687380" y="54287"/>
                </a:lnTo>
                <a:lnTo>
                  <a:pt x="687748" y="54635"/>
                </a:lnTo>
                <a:lnTo>
                  <a:pt x="688108" y="54990"/>
                </a:lnTo>
                <a:lnTo>
                  <a:pt x="688459" y="55352"/>
                </a:lnTo>
                <a:lnTo>
                  <a:pt x="688801" y="55722"/>
                </a:lnTo>
                <a:lnTo>
                  <a:pt x="689135" y="56100"/>
                </a:lnTo>
                <a:lnTo>
                  <a:pt x="689461" y="56485"/>
                </a:lnTo>
                <a:lnTo>
                  <a:pt x="689778" y="56877"/>
                </a:lnTo>
                <a:lnTo>
                  <a:pt x="690087" y="57277"/>
                </a:lnTo>
                <a:lnTo>
                  <a:pt x="690388" y="57685"/>
                </a:lnTo>
                <a:lnTo>
                  <a:pt x="690680" y="58100"/>
                </a:lnTo>
                <a:lnTo>
                  <a:pt x="690963" y="58523"/>
                </a:lnTo>
                <a:lnTo>
                  <a:pt x="691238" y="58953"/>
                </a:lnTo>
                <a:lnTo>
                  <a:pt x="691505" y="59391"/>
                </a:lnTo>
                <a:lnTo>
                  <a:pt x="691763" y="59836"/>
                </a:lnTo>
                <a:lnTo>
                  <a:pt x="692013" y="60289"/>
                </a:lnTo>
                <a:lnTo>
                  <a:pt x="692254" y="60749"/>
                </a:lnTo>
                <a:lnTo>
                  <a:pt x="692487" y="61217"/>
                </a:lnTo>
                <a:lnTo>
                  <a:pt x="692712" y="61693"/>
                </a:lnTo>
                <a:lnTo>
                  <a:pt x="692928" y="62176"/>
                </a:lnTo>
                <a:lnTo>
                  <a:pt x="693135" y="62664"/>
                </a:lnTo>
                <a:lnTo>
                  <a:pt x="693335" y="63155"/>
                </a:lnTo>
                <a:lnTo>
                  <a:pt x="693526" y="63649"/>
                </a:lnTo>
                <a:lnTo>
                  <a:pt x="693708" y="64146"/>
                </a:lnTo>
                <a:lnTo>
                  <a:pt x="693883" y="64646"/>
                </a:lnTo>
                <a:lnTo>
                  <a:pt x="694049" y="65149"/>
                </a:lnTo>
                <a:lnTo>
                  <a:pt x="694207" y="65654"/>
                </a:lnTo>
                <a:lnTo>
                  <a:pt x="694356" y="66163"/>
                </a:lnTo>
                <a:lnTo>
                  <a:pt x="694497" y="66675"/>
                </a:lnTo>
                <a:lnTo>
                  <a:pt x="694630" y="67189"/>
                </a:lnTo>
                <a:lnTo>
                  <a:pt x="694755" y="67707"/>
                </a:lnTo>
                <a:lnTo>
                  <a:pt x="694871" y="68227"/>
                </a:lnTo>
                <a:lnTo>
                  <a:pt x="694979" y="68751"/>
                </a:lnTo>
                <a:lnTo>
                  <a:pt x="695078" y="69277"/>
                </a:lnTo>
                <a:lnTo>
                  <a:pt x="695169" y="69806"/>
                </a:lnTo>
                <a:lnTo>
                  <a:pt x="695252" y="70338"/>
                </a:lnTo>
                <a:lnTo>
                  <a:pt x="695327" y="70873"/>
                </a:lnTo>
                <a:lnTo>
                  <a:pt x="695393" y="71411"/>
                </a:lnTo>
                <a:lnTo>
                  <a:pt x="695451" y="71952"/>
                </a:lnTo>
                <a:lnTo>
                  <a:pt x="695501" y="72496"/>
                </a:lnTo>
                <a:lnTo>
                  <a:pt x="695542" y="73043"/>
                </a:lnTo>
                <a:lnTo>
                  <a:pt x="695575" y="73593"/>
                </a:lnTo>
                <a:lnTo>
                  <a:pt x="695600" y="74146"/>
                </a:lnTo>
                <a:lnTo>
                  <a:pt x="695617" y="74701"/>
                </a:lnTo>
                <a:lnTo>
                  <a:pt x="695617" y="75657"/>
                </a:lnTo>
                <a:lnTo>
                  <a:pt x="647936" y="75657"/>
                </a:lnTo>
                <a:lnTo>
                  <a:pt x="647972" y="75357"/>
                </a:lnTo>
                <a:lnTo>
                  <a:pt x="648046" y="74800"/>
                </a:lnTo>
                <a:lnTo>
                  <a:pt x="648126" y="74248"/>
                </a:lnTo>
                <a:lnTo>
                  <a:pt x="648212" y="73701"/>
                </a:lnTo>
                <a:lnTo>
                  <a:pt x="648305" y="73158"/>
                </a:lnTo>
                <a:close/>
                <a:moveTo>
                  <a:pt x="774056" y="53674"/>
                </a:moveTo>
                <a:lnTo>
                  <a:pt x="773771" y="53270"/>
                </a:lnTo>
                <a:lnTo>
                  <a:pt x="773481" y="52872"/>
                </a:lnTo>
                <a:lnTo>
                  <a:pt x="773186" y="52479"/>
                </a:lnTo>
                <a:lnTo>
                  <a:pt x="772886" y="52092"/>
                </a:lnTo>
                <a:lnTo>
                  <a:pt x="772580" y="51711"/>
                </a:lnTo>
                <a:lnTo>
                  <a:pt x="772270" y="51335"/>
                </a:lnTo>
                <a:lnTo>
                  <a:pt x="771954" y="50965"/>
                </a:lnTo>
                <a:lnTo>
                  <a:pt x="771633" y="50600"/>
                </a:lnTo>
                <a:lnTo>
                  <a:pt x="771307" y="50241"/>
                </a:lnTo>
                <a:lnTo>
                  <a:pt x="770976" y="49889"/>
                </a:lnTo>
                <a:lnTo>
                  <a:pt x="770640" y="49543"/>
                </a:lnTo>
                <a:lnTo>
                  <a:pt x="770299" y="49204"/>
                </a:lnTo>
                <a:lnTo>
                  <a:pt x="769953" y="48872"/>
                </a:lnTo>
                <a:lnTo>
                  <a:pt x="769601" y="48547"/>
                </a:lnTo>
                <a:lnTo>
                  <a:pt x="769245" y="48229"/>
                </a:lnTo>
                <a:lnTo>
                  <a:pt x="768883" y="47918"/>
                </a:lnTo>
                <a:lnTo>
                  <a:pt x="768516" y="47614"/>
                </a:lnTo>
                <a:lnTo>
                  <a:pt x="768144" y="47317"/>
                </a:lnTo>
                <a:lnTo>
                  <a:pt x="767767" y="47026"/>
                </a:lnTo>
                <a:lnTo>
                  <a:pt x="767385" y="46743"/>
                </a:lnTo>
                <a:lnTo>
                  <a:pt x="766998" y="46466"/>
                </a:lnTo>
                <a:lnTo>
                  <a:pt x="766605" y="46196"/>
                </a:lnTo>
                <a:lnTo>
                  <a:pt x="766208" y="45933"/>
                </a:lnTo>
                <a:lnTo>
                  <a:pt x="765805" y="45677"/>
                </a:lnTo>
                <a:lnTo>
                  <a:pt x="765398" y="45428"/>
                </a:lnTo>
                <a:lnTo>
                  <a:pt x="764985" y="45186"/>
                </a:lnTo>
                <a:lnTo>
                  <a:pt x="764567" y="44951"/>
                </a:lnTo>
                <a:lnTo>
                  <a:pt x="764144" y="44723"/>
                </a:lnTo>
                <a:lnTo>
                  <a:pt x="763715" y="44501"/>
                </a:lnTo>
                <a:lnTo>
                  <a:pt x="763282" y="44287"/>
                </a:lnTo>
                <a:lnTo>
                  <a:pt x="762844" y="44079"/>
                </a:lnTo>
                <a:lnTo>
                  <a:pt x="762400" y="43879"/>
                </a:lnTo>
                <a:lnTo>
                  <a:pt x="761952" y="43685"/>
                </a:lnTo>
                <a:lnTo>
                  <a:pt x="761497" y="43499"/>
                </a:lnTo>
                <a:lnTo>
                  <a:pt x="761038" y="43320"/>
                </a:lnTo>
                <a:lnTo>
                  <a:pt x="760572" y="43150"/>
                </a:lnTo>
                <a:lnTo>
                  <a:pt x="760101" y="42987"/>
                </a:lnTo>
                <a:lnTo>
                  <a:pt x="759624" y="42833"/>
                </a:lnTo>
                <a:lnTo>
                  <a:pt x="759141" y="42686"/>
                </a:lnTo>
                <a:lnTo>
                  <a:pt x="758652" y="42547"/>
                </a:lnTo>
                <a:lnTo>
                  <a:pt x="758158" y="42416"/>
                </a:lnTo>
                <a:lnTo>
                  <a:pt x="757658" y="42293"/>
                </a:lnTo>
                <a:lnTo>
                  <a:pt x="757152" y="42178"/>
                </a:lnTo>
                <a:lnTo>
                  <a:pt x="756640" y="42071"/>
                </a:lnTo>
                <a:lnTo>
                  <a:pt x="756123" y="41972"/>
                </a:lnTo>
                <a:lnTo>
                  <a:pt x="755599" y="41881"/>
                </a:lnTo>
                <a:lnTo>
                  <a:pt x="755071" y="41798"/>
                </a:lnTo>
                <a:lnTo>
                  <a:pt x="754536" y="41722"/>
                </a:lnTo>
                <a:lnTo>
                  <a:pt x="753995" y="41655"/>
                </a:lnTo>
                <a:lnTo>
                  <a:pt x="753449" y="41595"/>
                </a:lnTo>
                <a:lnTo>
                  <a:pt x="752897" y="41544"/>
                </a:lnTo>
                <a:lnTo>
                  <a:pt x="752340" y="41500"/>
                </a:lnTo>
                <a:lnTo>
                  <a:pt x="751776" y="41465"/>
                </a:lnTo>
                <a:lnTo>
                  <a:pt x="751207" y="41437"/>
                </a:lnTo>
                <a:lnTo>
                  <a:pt x="750632" y="41417"/>
                </a:lnTo>
                <a:lnTo>
                  <a:pt x="750051" y="41405"/>
                </a:lnTo>
                <a:lnTo>
                  <a:pt x="749465" y="41401"/>
                </a:lnTo>
                <a:lnTo>
                  <a:pt x="748860" y="41406"/>
                </a:lnTo>
                <a:lnTo>
                  <a:pt x="748260" y="41421"/>
                </a:lnTo>
                <a:lnTo>
                  <a:pt x="747666" y="41446"/>
                </a:lnTo>
                <a:lnTo>
                  <a:pt x="747078" y="41480"/>
                </a:lnTo>
                <a:lnTo>
                  <a:pt x="746495" y="41524"/>
                </a:lnTo>
                <a:lnTo>
                  <a:pt x="745917" y="41578"/>
                </a:lnTo>
                <a:lnTo>
                  <a:pt x="745345" y="41642"/>
                </a:lnTo>
                <a:lnTo>
                  <a:pt x="744779" y="41716"/>
                </a:lnTo>
                <a:lnTo>
                  <a:pt x="744218" y="41800"/>
                </a:lnTo>
                <a:lnTo>
                  <a:pt x="743662" y="41894"/>
                </a:lnTo>
                <a:lnTo>
                  <a:pt x="743112" y="41997"/>
                </a:lnTo>
                <a:lnTo>
                  <a:pt x="742568" y="42110"/>
                </a:lnTo>
                <a:lnTo>
                  <a:pt x="742029" y="42233"/>
                </a:lnTo>
                <a:lnTo>
                  <a:pt x="741495" y="42366"/>
                </a:lnTo>
                <a:lnTo>
                  <a:pt x="740967" y="42509"/>
                </a:lnTo>
                <a:lnTo>
                  <a:pt x="740445" y="42662"/>
                </a:lnTo>
                <a:lnTo>
                  <a:pt x="739928" y="42824"/>
                </a:lnTo>
                <a:lnTo>
                  <a:pt x="739416" y="42997"/>
                </a:lnTo>
                <a:lnTo>
                  <a:pt x="738910" y="43179"/>
                </a:lnTo>
                <a:lnTo>
                  <a:pt x="738410" y="43371"/>
                </a:lnTo>
                <a:lnTo>
                  <a:pt x="737915" y="43573"/>
                </a:lnTo>
                <a:lnTo>
                  <a:pt x="737425" y="43784"/>
                </a:lnTo>
                <a:lnTo>
                  <a:pt x="736941" y="44006"/>
                </a:lnTo>
                <a:lnTo>
                  <a:pt x="736463" y="44237"/>
                </a:lnTo>
                <a:lnTo>
                  <a:pt x="735990" y="44478"/>
                </a:lnTo>
                <a:lnTo>
                  <a:pt x="735523" y="44728"/>
                </a:lnTo>
                <a:lnTo>
                  <a:pt x="735062" y="44986"/>
                </a:lnTo>
                <a:lnTo>
                  <a:pt x="734606" y="45252"/>
                </a:lnTo>
                <a:lnTo>
                  <a:pt x="734157" y="45528"/>
                </a:lnTo>
                <a:lnTo>
                  <a:pt x="733714" y="45812"/>
                </a:lnTo>
                <a:lnTo>
                  <a:pt x="733276" y="46105"/>
                </a:lnTo>
                <a:lnTo>
                  <a:pt x="732845" y="46407"/>
                </a:lnTo>
                <a:lnTo>
                  <a:pt x="732419" y="46717"/>
                </a:lnTo>
                <a:lnTo>
                  <a:pt x="731999" y="47036"/>
                </a:lnTo>
                <a:lnTo>
                  <a:pt x="731585" y="47363"/>
                </a:lnTo>
                <a:lnTo>
                  <a:pt x="731177" y="47700"/>
                </a:lnTo>
                <a:lnTo>
                  <a:pt x="730775" y="48045"/>
                </a:lnTo>
                <a:lnTo>
                  <a:pt x="730378" y="48399"/>
                </a:lnTo>
                <a:lnTo>
                  <a:pt x="729988" y="48761"/>
                </a:lnTo>
                <a:lnTo>
                  <a:pt x="729603" y="49132"/>
                </a:lnTo>
                <a:lnTo>
                  <a:pt x="729225" y="49512"/>
                </a:lnTo>
                <a:lnTo>
                  <a:pt x="728852" y="49901"/>
                </a:lnTo>
                <a:lnTo>
                  <a:pt x="728485" y="50298"/>
                </a:lnTo>
                <a:lnTo>
                  <a:pt x="728124" y="50704"/>
                </a:lnTo>
                <a:lnTo>
                  <a:pt x="727769" y="51118"/>
                </a:lnTo>
                <a:lnTo>
                  <a:pt x="727419" y="51542"/>
                </a:lnTo>
                <a:lnTo>
                  <a:pt x="727076" y="51974"/>
                </a:lnTo>
                <a:lnTo>
                  <a:pt x="726738" y="52415"/>
                </a:lnTo>
                <a:lnTo>
                  <a:pt x="726407" y="52863"/>
                </a:lnTo>
                <a:lnTo>
                  <a:pt x="726083" y="53320"/>
                </a:lnTo>
                <a:lnTo>
                  <a:pt x="725765" y="53783"/>
                </a:lnTo>
                <a:lnTo>
                  <a:pt x="725454" y="54254"/>
                </a:lnTo>
                <a:lnTo>
                  <a:pt x="725150" y="54733"/>
                </a:lnTo>
                <a:lnTo>
                  <a:pt x="724853" y="55219"/>
                </a:lnTo>
                <a:lnTo>
                  <a:pt x="724562" y="55712"/>
                </a:lnTo>
                <a:lnTo>
                  <a:pt x="724279" y="56213"/>
                </a:lnTo>
                <a:lnTo>
                  <a:pt x="724002" y="56721"/>
                </a:lnTo>
                <a:lnTo>
                  <a:pt x="723732" y="57236"/>
                </a:lnTo>
                <a:lnTo>
                  <a:pt x="723468" y="57759"/>
                </a:lnTo>
                <a:lnTo>
                  <a:pt x="723212" y="58290"/>
                </a:lnTo>
                <a:lnTo>
                  <a:pt x="722962" y="58827"/>
                </a:lnTo>
                <a:lnTo>
                  <a:pt x="722719" y="59373"/>
                </a:lnTo>
                <a:lnTo>
                  <a:pt x="722482" y="59925"/>
                </a:lnTo>
                <a:lnTo>
                  <a:pt x="722253" y="60485"/>
                </a:lnTo>
                <a:lnTo>
                  <a:pt x="722030" y="61053"/>
                </a:lnTo>
                <a:lnTo>
                  <a:pt x="721814" y="61628"/>
                </a:lnTo>
                <a:lnTo>
                  <a:pt x="721605" y="62210"/>
                </a:lnTo>
                <a:lnTo>
                  <a:pt x="721403" y="62800"/>
                </a:lnTo>
                <a:lnTo>
                  <a:pt x="721207" y="63397"/>
                </a:lnTo>
                <a:lnTo>
                  <a:pt x="721018" y="64001"/>
                </a:lnTo>
                <a:lnTo>
                  <a:pt x="720836" y="64613"/>
                </a:lnTo>
                <a:lnTo>
                  <a:pt x="720661" y="65233"/>
                </a:lnTo>
                <a:lnTo>
                  <a:pt x="720492" y="65859"/>
                </a:lnTo>
                <a:lnTo>
                  <a:pt x="720331" y="66491"/>
                </a:lnTo>
                <a:lnTo>
                  <a:pt x="720177" y="67130"/>
                </a:lnTo>
                <a:lnTo>
                  <a:pt x="720031" y="67775"/>
                </a:lnTo>
                <a:lnTo>
                  <a:pt x="719891" y="68427"/>
                </a:lnTo>
                <a:lnTo>
                  <a:pt x="719758" y="69084"/>
                </a:lnTo>
                <a:lnTo>
                  <a:pt x="719633" y="69748"/>
                </a:lnTo>
                <a:lnTo>
                  <a:pt x="719515" y="70418"/>
                </a:lnTo>
                <a:lnTo>
                  <a:pt x="719404" y="71094"/>
                </a:lnTo>
                <a:lnTo>
                  <a:pt x="719300" y="71777"/>
                </a:lnTo>
                <a:lnTo>
                  <a:pt x="719203" y="72466"/>
                </a:lnTo>
                <a:lnTo>
                  <a:pt x="719114" y="73161"/>
                </a:lnTo>
                <a:lnTo>
                  <a:pt x="719031" y="73863"/>
                </a:lnTo>
                <a:lnTo>
                  <a:pt x="718956" y="74570"/>
                </a:lnTo>
                <a:lnTo>
                  <a:pt x="718888" y="75284"/>
                </a:lnTo>
                <a:lnTo>
                  <a:pt x="718827" y="76005"/>
                </a:lnTo>
                <a:lnTo>
                  <a:pt x="718774" y="76731"/>
                </a:lnTo>
                <a:lnTo>
                  <a:pt x="718727" y="77464"/>
                </a:lnTo>
                <a:lnTo>
                  <a:pt x="718688" y="78203"/>
                </a:lnTo>
                <a:lnTo>
                  <a:pt x="718655" y="78948"/>
                </a:lnTo>
                <a:lnTo>
                  <a:pt x="718630" y="79700"/>
                </a:lnTo>
                <a:lnTo>
                  <a:pt x="718612" y="80458"/>
                </a:lnTo>
                <a:lnTo>
                  <a:pt x="718602" y="81222"/>
                </a:lnTo>
                <a:lnTo>
                  <a:pt x="718598" y="81992"/>
                </a:lnTo>
                <a:lnTo>
                  <a:pt x="718598" y="83539"/>
                </a:lnTo>
                <a:lnTo>
                  <a:pt x="718602" y="84279"/>
                </a:lnTo>
                <a:lnTo>
                  <a:pt x="718613" y="85014"/>
                </a:lnTo>
                <a:lnTo>
                  <a:pt x="718631" y="85744"/>
                </a:lnTo>
                <a:lnTo>
                  <a:pt x="718656" y="86468"/>
                </a:lnTo>
                <a:lnTo>
                  <a:pt x="718689" y="87188"/>
                </a:lnTo>
                <a:lnTo>
                  <a:pt x="718729" y="87902"/>
                </a:lnTo>
                <a:lnTo>
                  <a:pt x="718777" y="88610"/>
                </a:lnTo>
                <a:lnTo>
                  <a:pt x="718831" y="89314"/>
                </a:lnTo>
                <a:lnTo>
                  <a:pt x="718893" y="90012"/>
                </a:lnTo>
                <a:lnTo>
                  <a:pt x="718963" y="90705"/>
                </a:lnTo>
                <a:lnTo>
                  <a:pt x="719039" y="91393"/>
                </a:lnTo>
                <a:lnTo>
                  <a:pt x="719123" y="92075"/>
                </a:lnTo>
                <a:lnTo>
                  <a:pt x="719214" y="92753"/>
                </a:lnTo>
                <a:lnTo>
                  <a:pt x="719313" y="93425"/>
                </a:lnTo>
                <a:lnTo>
                  <a:pt x="719418" y="94091"/>
                </a:lnTo>
                <a:lnTo>
                  <a:pt x="719531" y="94753"/>
                </a:lnTo>
                <a:lnTo>
                  <a:pt x="719652" y="95409"/>
                </a:lnTo>
                <a:lnTo>
                  <a:pt x="719779" y="96060"/>
                </a:lnTo>
                <a:lnTo>
                  <a:pt x="719914" y="96706"/>
                </a:lnTo>
                <a:lnTo>
                  <a:pt x="720056" y="97347"/>
                </a:lnTo>
                <a:lnTo>
                  <a:pt x="720206" y="97982"/>
                </a:lnTo>
                <a:lnTo>
                  <a:pt x="720362" y="98612"/>
                </a:lnTo>
                <a:lnTo>
                  <a:pt x="720526" y="99237"/>
                </a:lnTo>
                <a:lnTo>
                  <a:pt x="720698" y="99857"/>
                </a:lnTo>
                <a:lnTo>
                  <a:pt x="720876" y="100470"/>
                </a:lnTo>
                <a:lnTo>
                  <a:pt x="721060" y="101077"/>
                </a:lnTo>
                <a:lnTo>
                  <a:pt x="721251" y="101676"/>
                </a:lnTo>
                <a:lnTo>
                  <a:pt x="721449" y="102269"/>
                </a:lnTo>
                <a:lnTo>
                  <a:pt x="721652" y="102855"/>
                </a:lnTo>
                <a:lnTo>
                  <a:pt x="721863" y="103434"/>
                </a:lnTo>
                <a:lnTo>
                  <a:pt x="722079" y="104006"/>
                </a:lnTo>
                <a:lnTo>
                  <a:pt x="722302" y="104571"/>
                </a:lnTo>
                <a:lnTo>
                  <a:pt x="722531" y="105130"/>
                </a:lnTo>
                <a:lnTo>
                  <a:pt x="722767" y="105681"/>
                </a:lnTo>
                <a:lnTo>
                  <a:pt x="723009" y="106225"/>
                </a:lnTo>
                <a:lnTo>
                  <a:pt x="723258" y="106763"/>
                </a:lnTo>
                <a:lnTo>
                  <a:pt x="723512" y="107293"/>
                </a:lnTo>
                <a:lnTo>
                  <a:pt x="723774" y="107817"/>
                </a:lnTo>
                <a:lnTo>
                  <a:pt x="724041" y="108334"/>
                </a:lnTo>
                <a:lnTo>
                  <a:pt x="724316" y="108844"/>
                </a:lnTo>
                <a:lnTo>
                  <a:pt x="724596" y="109347"/>
                </a:lnTo>
                <a:lnTo>
                  <a:pt x="724883" y="109843"/>
                </a:lnTo>
                <a:lnTo>
                  <a:pt x="725176" y="110332"/>
                </a:lnTo>
                <a:lnTo>
                  <a:pt x="725476" y="110815"/>
                </a:lnTo>
                <a:lnTo>
                  <a:pt x="725782" y="111290"/>
                </a:lnTo>
                <a:lnTo>
                  <a:pt x="726094" y="111758"/>
                </a:lnTo>
                <a:lnTo>
                  <a:pt x="726413" y="112220"/>
                </a:lnTo>
                <a:lnTo>
                  <a:pt x="726738" y="112675"/>
                </a:lnTo>
                <a:lnTo>
                  <a:pt x="727070" y="113122"/>
                </a:lnTo>
                <a:lnTo>
                  <a:pt x="727408" y="113560"/>
                </a:lnTo>
                <a:lnTo>
                  <a:pt x="727751" y="113990"/>
                </a:lnTo>
                <a:lnTo>
                  <a:pt x="728101" y="114412"/>
                </a:lnTo>
                <a:lnTo>
                  <a:pt x="728457" y="114825"/>
                </a:lnTo>
                <a:lnTo>
                  <a:pt x="728819" y="115230"/>
                </a:lnTo>
                <a:lnTo>
                  <a:pt x="729188" y="115626"/>
                </a:lnTo>
                <a:lnTo>
                  <a:pt x="729562" y="116014"/>
                </a:lnTo>
                <a:lnTo>
                  <a:pt x="729943" y="116394"/>
                </a:lnTo>
                <a:lnTo>
                  <a:pt x="730330" y="116765"/>
                </a:lnTo>
                <a:lnTo>
                  <a:pt x="730723" y="117127"/>
                </a:lnTo>
                <a:lnTo>
                  <a:pt x="731122" y="117482"/>
                </a:lnTo>
                <a:lnTo>
                  <a:pt x="731527" y="117827"/>
                </a:lnTo>
                <a:lnTo>
                  <a:pt x="731938" y="118164"/>
                </a:lnTo>
                <a:lnTo>
                  <a:pt x="732356" y="118493"/>
                </a:lnTo>
                <a:lnTo>
                  <a:pt x="732779" y="118814"/>
                </a:lnTo>
                <a:lnTo>
                  <a:pt x="733209" y="119126"/>
                </a:lnTo>
                <a:lnTo>
                  <a:pt x="733645" y="119429"/>
                </a:lnTo>
                <a:lnTo>
                  <a:pt x="734087" y="119724"/>
                </a:lnTo>
                <a:lnTo>
                  <a:pt x="734535" y="120011"/>
                </a:lnTo>
                <a:lnTo>
                  <a:pt x="734989" y="120289"/>
                </a:lnTo>
                <a:lnTo>
                  <a:pt x="735450" y="120559"/>
                </a:lnTo>
                <a:lnTo>
                  <a:pt x="735916" y="120820"/>
                </a:lnTo>
                <a:lnTo>
                  <a:pt x="736389" y="121073"/>
                </a:lnTo>
                <a:lnTo>
                  <a:pt x="736867" y="121316"/>
                </a:lnTo>
                <a:lnTo>
                  <a:pt x="737351" y="121549"/>
                </a:lnTo>
                <a:lnTo>
                  <a:pt x="737840" y="121772"/>
                </a:lnTo>
                <a:lnTo>
                  <a:pt x="738334" y="121984"/>
                </a:lnTo>
                <a:lnTo>
                  <a:pt x="738833" y="122186"/>
                </a:lnTo>
                <a:lnTo>
                  <a:pt x="739338" y="122378"/>
                </a:lnTo>
                <a:lnTo>
                  <a:pt x="739848" y="122559"/>
                </a:lnTo>
                <a:lnTo>
                  <a:pt x="740363" y="122730"/>
                </a:lnTo>
                <a:lnTo>
                  <a:pt x="740883" y="122891"/>
                </a:lnTo>
                <a:lnTo>
                  <a:pt x="741409" y="123041"/>
                </a:lnTo>
                <a:lnTo>
                  <a:pt x="741940" y="123181"/>
                </a:lnTo>
                <a:lnTo>
                  <a:pt x="742476" y="123310"/>
                </a:lnTo>
                <a:lnTo>
                  <a:pt x="743017" y="123430"/>
                </a:lnTo>
                <a:lnTo>
                  <a:pt x="743564" y="123538"/>
                </a:lnTo>
                <a:lnTo>
                  <a:pt x="744115" y="123637"/>
                </a:lnTo>
                <a:lnTo>
                  <a:pt x="744672" y="123725"/>
                </a:lnTo>
                <a:lnTo>
                  <a:pt x="745235" y="123803"/>
                </a:lnTo>
                <a:lnTo>
                  <a:pt x="745802" y="123870"/>
                </a:lnTo>
                <a:lnTo>
                  <a:pt x="746375" y="123927"/>
                </a:lnTo>
                <a:lnTo>
                  <a:pt x="746953" y="123973"/>
                </a:lnTo>
                <a:lnTo>
                  <a:pt x="747536" y="124010"/>
                </a:lnTo>
                <a:lnTo>
                  <a:pt x="748125" y="124036"/>
                </a:lnTo>
                <a:lnTo>
                  <a:pt x="748719" y="124051"/>
                </a:lnTo>
                <a:lnTo>
                  <a:pt x="749318" y="124056"/>
                </a:lnTo>
                <a:lnTo>
                  <a:pt x="749916" y="124052"/>
                </a:lnTo>
                <a:lnTo>
                  <a:pt x="750509" y="124040"/>
                </a:lnTo>
                <a:lnTo>
                  <a:pt x="751096" y="124021"/>
                </a:lnTo>
                <a:lnTo>
                  <a:pt x="751678" y="123993"/>
                </a:lnTo>
                <a:lnTo>
                  <a:pt x="752254" y="123957"/>
                </a:lnTo>
                <a:lnTo>
                  <a:pt x="752824" y="123914"/>
                </a:lnTo>
                <a:lnTo>
                  <a:pt x="753388" y="123862"/>
                </a:lnTo>
                <a:lnTo>
                  <a:pt x="753946" y="123803"/>
                </a:lnTo>
                <a:lnTo>
                  <a:pt x="754499" y="123735"/>
                </a:lnTo>
                <a:lnTo>
                  <a:pt x="755046" y="123660"/>
                </a:lnTo>
                <a:lnTo>
                  <a:pt x="755587" y="123577"/>
                </a:lnTo>
                <a:lnTo>
                  <a:pt x="756123" y="123485"/>
                </a:lnTo>
                <a:lnTo>
                  <a:pt x="756652" y="123386"/>
                </a:lnTo>
                <a:lnTo>
                  <a:pt x="757176" y="123279"/>
                </a:lnTo>
                <a:lnTo>
                  <a:pt x="757694" y="123164"/>
                </a:lnTo>
                <a:lnTo>
                  <a:pt x="758207" y="123041"/>
                </a:lnTo>
                <a:lnTo>
                  <a:pt x="758713" y="122911"/>
                </a:lnTo>
                <a:lnTo>
                  <a:pt x="759214" y="122772"/>
                </a:lnTo>
                <a:lnTo>
                  <a:pt x="759709" y="122625"/>
                </a:lnTo>
                <a:lnTo>
                  <a:pt x="760199" y="122470"/>
                </a:lnTo>
                <a:lnTo>
                  <a:pt x="760682" y="122308"/>
                </a:lnTo>
                <a:lnTo>
                  <a:pt x="761160" y="122137"/>
                </a:lnTo>
                <a:lnTo>
                  <a:pt x="761632" y="121959"/>
                </a:lnTo>
                <a:lnTo>
                  <a:pt x="762099" y="121773"/>
                </a:lnTo>
                <a:lnTo>
                  <a:pt x="762560" y="121579"/>
                </a:lnTo>
                <a:lnTo>
                  <a:pt x="763015" y="121379"/>
                </a:lnTo>
                <a:lnTo>
                  <a:pt x="763465" y="121173"/>
                </a:lnTo>
                <a:lnTo>
                  <a:pt x="763909" y="120960"/>
                </a:lnTo>
                <a:lnTo>
                  <a:pt x="764348" y="120741"/>
                </a:lnTo>
                <a:lnTo>
                  <a:pt x="764781" y="120516"/>
                </a:lnTo>
                <a:lnTo>
                  <a:pt x="765209" y="120284"/>
                </a:lnTo>
                <a:lnTo>
                  <a:pt x="765631" y="120046"/>
                </a:lnTo>
                <a:lnTo>
                  <a:pt x="766048" y="119801"/>
                </a:lnTo>
                <a:lnTo>
                  <a:pt x="766459" y="119550"/>
                </a:lnTo>
                <a:lnTo>
                  <a:pt x="766865" y="119292"/>
                </a:lnTo>
                <a:lnTo>
                  <a:pt x="767265" y="119029"/>
                </a:lnTo>
                <a:lnTo>
                  <a:pt x="767660" y="118758"/>
                </a:lnTo>
                <a:lnTo>
                  <a:pt x="768049" y="118482"/>
                </a:lnTo>
                <a:lnTo>
                  <a:pt x="768433" y="118199"/>
                </a:lnTo>
                <a:lnTo>
                  <a:pt x="768811" y="117909"/>
                </a:lnTo>
                <a:lnTo>
                  <a:pt x="769184" y="117613"/>
                </a:lnTo>
                <a:lnTo>
                  <a:pt x="769551" y="117311"/>
                </a:lnTo>
                <a:lnTo>
                  <a:pt x="769913" y="117003"/>
                </a:lnTo>
                <a:lnTo>
                  <a:pt x="770269" y="116688"/>
                </a:lnTo>
                <a:lnTo>
                  <a:pt x="770620" y="116366"/>
                </a:lnTo>
                <a:lnTo>
                  <a:pt x="770965" y="116038"/>
                </a:lnTo>
                <a:lnTo>
                  <a:pt x="771305" y="115704"/>
                </a:lnTo>
                <a:lnTo>
                  <a:pt x="771639" y="115364"/>
                </a:lnTo>
                <a:lnTo>
                  <a:pt x="771968" y="115017"/>
                </a:lnTo>
                <a:lnTo>
                  <a:pt x="772291" y="114665"/>
                </a:lnTo>
                <a:lnTo>
                  <a:pt x="772609" y="114308"/>
                </a:lnTo>
                <a:lnTo>
                  <a:pt x="772921" y="113945"/>
                </a:lnTo>
                <a:lnTo>
                  <a:pt x="773228" y="113578"/>
                </a:lnTo>
                <a:lnTo>
                  <a:pt x="773529" y="113204"/>
                </a:lnTo>
                <a:lnTo>
                  <a:pt x="773825" y="112825"/>
                </a:lnTo>
                <a:lnTo>
                  <a:pt x="773923" y="112696"/>
                </a:lnTo>
                <a:lnTo>
                  <a:pt x="773923" y="153229"/>
                </a:lnTo>
                <a:lnTo>
                  <a:pt x="782763" y="153229"/>
                </a:lnTo>
                <a:lnTo>
                  <a:pt x="782763" y="42875"/>
                </a:lnTo>
                <a:lnTo>
                  <a:pt x="774512" y="42875"/>
                </a:lnTo>
                <a:lnTo>
                  <a:pt x="774094" y="53730"/>
                </a:lnTo>
                <a:lnTo>
                  <a:pt x="774056" y="53674"/>
                </a:lnTo>
                <a:close/>
                <a:moveTo>
                  <a:pt x="772873" y="104438"/>
                </a:moveTo>
                <a:lnTo>
                  <a:pt x="772627" y="104854"/>
                </a:lnTo>
                <a:lnTo>
                  <a:pt x="772376" y="105267"/>
                </a:lnTo>
                <a:lnTo>
                  <a:pt x="772118" y="105676"/>
                </a:lnTo>
                <a:lnTo>
                  <a:pt x="771853" y="106081"/>
                </a:lnTo>
                <a:lnTo>
                  <a:pt x="771582" y="106479"/>
                </a:lnTo>
                <a:lnTo>
                  <a:pt x="771303" y="106870"/>
                </a:lnTo>
                <a:lnTo>
                  <a:pt x="771017" y="107255"/>
                </a:lnTo>
                <a:lnTo>
                  <a:pt x="770724" y="107633"/>
                </a:lnTo>
                <a:lnTo>
                  <a:pt x="770423" y="108004"/>
                </a:lnTo>
                <a:lnTo>
                  <a:pt x="770116" y="108368"/>
                </a:lnTo>
                <a:lnTo>
                  <a:pt x="769801" y="108725"/>
                </a:lnTo>
                <a:lnTo>
                  <a:pt x="769479" y="109076"/>
                </a:lnTo>
                <a:lnTo>
                  <a:pt x="769150" y="109420"/>
                </a:lnTo>
                <a:lnTo>
                  <a:pt x="768814" y="109757"/>
                </a:lnTo>
                <a:lnTo>
                  <a:pt x="768471" y="110087"/>
                </a:lnTo>
                <a:lnTo>
                  <a:pt x="768121" y="110411"/>
                </a:lnTo>
                <a:lnTo>
                  <a:pt x="767763" y="110727"/>
                </a:lnTo>
                <a:lnTo>
                  <a:pt x="767398" y="111037"/>
                </a:lnTo>
                <a:lnTo>
                  <a:pt x="767026" y="111340"/>
                </a:lnTo>
                <a:lnTo>
                  <a:pt x="766647" y="111637"/>
                </a:lnTo>
                <a:lnTo>
                  <a:pt x="766261" y="111927"/>
                </a:lnTo>
                <a:lnTo>
                  <a:pt x="765868" y="112209"/>
                </a:lnTo>
                <a:lnTo>
                  <a:pt x="765467" y="112485"/>
                </a:lnTo>
                <a:lnTo>
                  <a:pt x="765059" y="112755"/>
                </a:lnTo>
                <a:lnTo>
                  <a:pt x="764644" y="113017"/>
                </a:lnTo>
                <a:lnTo>
                  <a:pt x="764222" y="113273"/>
                </a:lnTo>
                <a:lnTo>
                  <a:pt x="763793" y="113522"/>
                </a:lnTo>
                <a:lnTo>
                  <a:pt x="763356" y="113762"/>
                </a:lnTo>
                <a:lnTo>
                  <a:pt x="762911" y="113993"/>
                </a:lnTo>
                <a:lnTo>
                  <a:pt x="762457" y="114213"/>
                </a:lnTo>
                <a:lnTo>
                  <a:pt x="761996" y="114422"/>
                </a:lnTo>
                <a:lnTo>
                  <a:pt x="761525" y="114622"/>
                </a:lnTo>
                <a:lnTo>
                  <a:pt x="761047" y="114811"/>
                </a:lnTo>
                <a:lnTo>
                  <a:pt x="760560" y="114990"/>
                </a:lnTo>
                <a:lnTo>
                  <a:pt x="760065" y="115159"/>
                </a:lnTo>
                <a:lnTo>
                  <a:pt x="759561" y="115318"/>
                </a:lnTo>
                <a:lnTo>
                  <a:pt x="759050" y="115466"/>
                </a:lnTo>
                <a:lnTo>
                  <a:pt x="758529" y="115604"/>
                </a:lnTo>
                <a:lnTo>
                  <a:pt x="758001" y="115732"/>
                </a:lnTo>
                <a:lnTo>
                  <a:pt x="757464" y="115850"/>
                </a:lnTo>
                <a:lnTo>
                  <a:pt x="756919" y="115957"/>
                </a:lnTo>
                <a:lnTo>
                  <a:pt x="756366" y="116054"/>
                </a:lnTo>
                <a:lnTo>
                  <a:pt x="755804" y="116141"/>
                </a:lnTo>
                <a:lnTo>
                  <a:pt x="755234" y="116218"/>
                </a:lnTo>
                <a:lnTo>
                  <a:pt x="754656" y="116284"/>
                </a:lnTo>
                <a:lnTo>
                  <a:pt x="754070" y="116341"/>
                </a:lnTo>
                <a:lnTo>
                  <a:pt x="753475" y="116387"/>
                </a:lnTo>
                <a:lnTo>
                  <a:pt x="752871" y="116423"/>
                </a:lnTo>
                <a:lnTo>
                  <a:pt x="752260" y="116448"/>
                </a:lnTo>
                <a:lnTo>
                  <a:pt x="751640" y="116463"/>
                </a:lnTo>
                <a:lnTo>
                  <a:pt x="751012" y="116469"/>
                </a:lnTo>
                <a:lnTo>
                  <a:pt x="750511" y="116464"/>
                </a:lnTo>
                <a:lnTo>
                  <a:pt x="750016" y="116451"/>
                </a:lnTo>
                <a:lnTo>
                  <a:pt x="749527" y="116429"/>
                </a:lnTo>
                <a:lnTo>
                  <a:pt x="749043" y="116398"/>
                </a:lnTo>
                <a:lnTo>
                  <a:pt x="748565" y="116358"/>
                </a:lnTo>
                <a:lnTo>
                  <a:pt x="748093" y="116310"/>
                </a:lnTo>
                <a:lnTo>
                  <a:pt x="747626" y="116252"/>
                </a:lnTo>
                <a:lnTo>
                  <a:pt x="747165" y="116186"/>
                </a:lnTo>
                <a:lnTo>
                  <a:pt x="746709" y="116111"/>
                </a:lnTo>
                <a:lnTo>
                  <a:pt x="746259" y="116027"/>
                </a:lnTo>
                <a:lnTo>
                  <a:pt x="745815" y="115935"/>
                </a:lnTo>
                <a:lnTo>
                  <a:pt x="745376" y="115833"/>
                </a:lnTo>
                <a:lnTo>
                  <a:pt x="744943" y="115723"/>
                </a:lnTo>
                <a:lnTo>
                  <a:pt x="744516" y="115604"/>
                </a:lnTo>
                <a:lnTo>
                  <a:pt x="744094" y="115476"/>
                </a:lnTo>
                <a:lnTo>
                  <a:pt x="743678" y="115339"/>
                </a:lnTo>
                <a:lnTo>
                  <a:pt x="743267" y="115193"/>
                </a:lnTo>
                <a:lnTo>
                  <a:pt x="742862" y="115039"/>
                </a:lnTo>
                <a:lnTo>
                  <a:pt x="742463" y="114876"/>
                </a:lnTo>
                <a:lnTo>
                  <a:pt x="742069" y="114704"/>
                </a:lnTo>
                <a:lnTo>
                  <a:pt x="741681" y="114523"/>
                </a:lnTo>
                <a:lnTo>
                  <a:pt x="741299" y="114333"/>
                </a:lnTo>
                <a:lnTo>
                  <a:pt x="740922" y="114134"/>
                </a:lnTo>
                <a:lnTo>
                  <a:pt x="740551" y="113927"/>
                </a:lnTo>
                <a:lnTo>
                  <a:pt x="740185" y="113712"/>
                </a:lnTo>
                <a:lnTo>
                  <a:pt x="739825" y="113490"/>
                </a:lnTo>
                <a:lnTo>
                  <a:pt x="739470" y="113262"/>
                </a:lnTo>
                <a:lnTo>
                  <a:pt x="739120" y="113027"/>
                </a:lnTo>
                <a:lnTo>
                  <a:pt x="738775" y="112785"/>
                </a:lnTo>
                <a:lnTo>
                  <a:pt x="738435" y="112537"/>
                </a:lnTo>
                <a:lnTo>
                  <a:pt x="738101" y="112282"/>
                </a:lnTo>
                <a:lnTo>
                  <a:pt x="737772" y="112020"/>
                </a:lnTo>
                <a:lnTo>
                  <a:pt x="737448" y="111752"/>
                </a:lnTo>
                <a:lnTo>
                  <a:pt x="737130" y="111477"/>
                </a:lnTo>
                <a:lnTo>
                  <a:pt x="736817" y="111195"/>
                </a:lnTo>
                <a:lnTo>
                  <a:pt x="736509" y="110907"/>
                </a:lnTo>
                <a:lnTo>
                  <a:pt x="736206" y="110612"/>
                </a:lnTo>
                <a:lnTo>
                  <a:pt x="735908" y="110310"/>
                </a:lnTo>
                <a:lnTo>
                  <a:pt x="735616" y="110002"/>
                </a:lnTo>
                <a:lnTo>
                  <a:pt x="735329" y="109687"/>
                </a:lnTo>
                <a:lnTo>
                  <a:pt x="735047" y="109366"/>
                </a:lnTo>
                <a:lnTo>
                  <a:pt x="734770" y="109037"/>
                </a:lnTo>
                <a:lnTo>
                  <a:pt x="734499" y="108703"/>
                </a:lnTo>
                <a:lnTo>
                  <a:pt x="734233" y="108361"/>
                </a:lnTo>
                <a:lnTo>
                  <a:pt x="733972" y="108013"/>
                </a:lnTo>
                <a:lnTo>
                  <a:pt x="733717" y="107658"/>
                </a:lnTo>
                <a:lnTo>
                  <a:pt x="733466" y="107297"/>
                </a:lnTo>
                <a:lnTo>
                  <a:pt x="733221" y="106929"/>
                </a:lnTo>
                <a:lnTo>
                  <a:pt x="732981" y="106555"/>
                </a:lnTo>
                <a:lnTo>
                  <a:pt x="732747" y="106175"/>
                </a:lnTo>
                <a:lnTo>
                  <a:pt x="732517" y="105790"/>
                </a:lnTo>
                <a:lnTo>
                  <a:pt x="732293" y="105400"/>
                </a:lnTo>
                <a:lnTo>
                  <a:pt x="732074" y="105004"/>
                </a:lnTo>
                <a:lnTo>
                  <a:pt x="731861" y="104603"/>
                </a:lnTo>
                <a:lnTo>
                  <a:pt x="731652" y="104197"/>
                </a:lnTo>
                <a:lnTo>
                  <a:pt x="731449" y="103785"/>
                </a:lnTo>
                <a:lnTo>
                  <a:pt x="731251" y="103368"/>
                </a:lnTo>
                <a:lnTo>
                  <a:pt x="731058" y="102946"/>
                </a:lnTo>
                <a:lnTo>
                  <a:pt x="730871" y="102518"/>
                </a:lnTo>
                <a:lnTo>
                  <a:pt x="730689" y="102085"/>
                </a:lnTo>
                <a:lnTo>
                  <a:pt x="730512" y="101646"/>
                </a:lnTo>
                <a:lnTo>
                  <a:pt x="730340" y="101202"/>
                </a:lnTo>
                <a:lnTo>
                  <a:pt x="730174" y="100753"/>
                </a:lnTo>
                <a:lnTo>
                  <a:pt x="730012" y="100299"/>
                </a:lnTo>
                <a:lnTo>
                  <a:pt x="729857" y="99838"/>
                </a:lnTo>
                <a:lnTo>
                  <a:pt x="729706" y="99373"/>
                </a:lnTo>
                <a:lnTo>
                  <a:pt x="729560" y="98902"/>
                </a:lnTo>
                <a:lnTo>
                  <a:pt x="729420" y="98426"/>
                </a:lnTo>
                <a:lnTo>
                  <a:pt x="729285" y="97945"/>
                </a:lnTo>
                <a:lnTo>
                  <a:pt x="729155" y="97458"/>
                </a:lnTo>
                <a:lnTo>
                  <a:pt x="729031" y="96965"/>
                </a:lnTo>
                <a:lnTo>
                  <a:pt x="728912" y="96468"/>
                </a:lnTo>
                <a:lnTo>
                  <a:pt x="728797" y="95966"/>
                </a:lnTo>
                <a:lnTo>
                  <a:pt x="728688" y="95461"/>
                </a:lnTo>
                <a:lnTo>
                  <a:pt x="728584" y="94952"/>
                </a:lnTo>
                <a:lnTo>
                  <a:pt x="728484" y="94441"/>
                </a:lnTo>
                <a:lnTo>
                  <a:pt x="728389" y="93926"/>
                </a:lnTo>
                <a:lnTo>
                  <a:pt x="728299" y="93408"/>
                </a:lnTo>
                <a:lnTo>
                  <a:pt x="728214" y="92887"/>
                </a:lnTo>
                <a:lnTo>
                  <a:pt x="728134" y="92363"/>
                </a:lnTo>
                <a:lnTo>
                  <a:pt x="728059" y="91835"/>
                </a:lnTo>
                <a:lnTo>
                  <a:pt x="727988" y="91305"/>
                </a:lnTo>
                <a:lnTo>
                  <a:pt x="727923" y="90771"/>
                </a:lnTo>
                <a:lnTo>
                  <a:pt x="727862" y="90234"/>
                </a:lnTo>
                <a:lnTo>
                  <a:pt x="727806" y="89693"/>
                </a:lnTo>
                <a:lnTo>
                  <a:pt x="727755" y="89150"/>
                </a:lnTo>
                <a:lnTo>
                  <a:pt x="727709" y="88603"/>
                </a:lnTo>
                <a:lnTo>
                  <a:pt x="727667" y="88053"/>
                </a:lnTo>
                <a:lnTo>
                  <a:pt x="727631" y="87500"/>
                </a:lnTo>
                <a:lnTo>
                  <a:pt x="727599" y="86944"/>
                </a:lnTo>
                <a:lnTo>
                  <a:pt x="727573" y="86384"/>
                </a:lnTo>
                <a:lnTo>
                  <a:pt x="727551" y="85822"/>
                </a:lnTo>
                <a:lnTo>
                  <a:pt x="727534" y="85256"/>
                </a:lnTo>
                <a:lnTo>
                  <a:pt x="727522" y="84687"/>
                </a:lnTo>
                <a:lnTo>
                  <a:pt x="727514" y="84115"/>
                </a:lnTo>
                <a:lnTo>
                  <a:pt x="727512" y="83539"/>
                </a:lnTo>
                <a:lnTo>
                  <a:pt x="727512" y="81992"/>
                </a:lnTo>
                <a:lnTo>
                  <a:pt x="727514" y="81411"/>
                </a:lnTo>
                <a:lnTo>
                  <a:pt x="727522" y="80833"/>
                </a:lnTo>
                <a:lnTo>
                  <a:pt x="727534" y="80259"/>
                </a:lnTo>
                <a:lnTo>
                  <a:pt x="727551" y="79688"/>
                </a:lnTo>
                <a:lnTo>
                  <a:pt x="727573" y="79121"/>
                </a:lnTo>
                <a:lnTo>
                  <a:pt x="727599" y="78557"/>
                </a:lnTo>
                <a:lnTo>
                  <a:pt x="727631" y="77997"/>
                </a:lnTo>
                <a:lnTo>
                  <a:pt x="727667" y="77441"/>
                </a:lnTo>
                <a:lnTo>
                  <a:pt x="727709" y="76888"/>
                </a:lnTo>
                <a:lnTo>
                  <a:pt x="727755" y="76339"/>
                </a:lnTo>
                <a:lnTo>
                  <a:pt x="727806" y="75794"/>
                </a:lnTo>
                <a:lnTo>
                  <a:pt x="727862" y="75252"/>
                </a:lnTo>
                <a:lnTo>
                  <a:pt x="727923" y="74713"/>
                </a:lnTo>
                <a:lnTo>
                  <a:pt x="727988" y="74178"/>
                </a:lnTo>
                <a:lnTo>
                  <a:pt x="728059" y="73647"/>
                </a:lnTo>
                <a:lnTo>
                  <a:pt x="728134" y="73119"/>
                </a:lnTo>
                <a:lnTo>
                  <a:pt x="728214" y="72595"/>
                </a:lnTo>
                <a:lnTo>
                  <a:pt x="728299" y="72075"/>
                </a:lnTo>
                <a:lnTo>
                  <a:pt x="728389" y="71558"/>
                </a:lnTo>
                <a:lnTo>
                  <a:pt x="728484" y="71044"/>
                </a:lnTo>
                <a:lnTo>
                  <a:pt x="728584" y="70534"/>
                </a:lnTo>
                <a:lnTo>
                  <a:pt x="728688" y="70028"/>
                </a:lnTo>
                <a:lnTo>
                  <a:pt x="728797" y="69526"/>
                </a:lnTo>
                <a:lnTo>
                  <a:pt x="728912" y="69027"/>
                </a:lnTo>
                <a:lnTo>
                  <a:pt x="729031" y="68532"/>
                </a:lnTo>
                <a:lnTo>
                  <a:pt x="729155" y="68042"/>
                </a:lnTo>
                <a:lnTo>
                  <a:pt x="729285" y="67558"/>
                </a:lnTo>
                <a:lnTo>
                  <a:pt x="729420" y="67078"/>
                </a:lnTo>
                <a:lnTo>
                  <a:pt x="729560" y="66604"/>
                </a:lnTo>
                <a:lnTo>
                  <a:pt x="729706" y="66135"/>
                </a:lnTo>
                <a:lnTo>
                  <a:pt x="729857" y="65671"/>
                </a:lnTo>
                <a:lnTo>
                  <a:pt x="730012" y="65212"/>
                </a:lnTo>
                <a:lnTo>
                  <a:pt x="730174" y="64758"/>
                </a:lnTo>
                <a:lnTo>
                  <a:pt x="730340" y="64310"/>
                </a:lnTo>
                <a:lnTo>
                  <a:pt x="730512" y="63866"/>
                </a:lnTo>
                <a:lnTo>
                  <a:pt x="730689" y="63428"/>
                </a:lnTo>
                <a:lnTo>
                  <a:pt x="730871" y="62995"/>
                </a:lnTo>
                <a:lnTo>
                  <a:pt x="731058" y="62566"/>
                </a:lnTo>
                <a:lnTo>
                  <a:pt x="731251" y="62143"/>
                </a:lnTo>
                <a:lnTo>
                  <a:pt x="731449" y="61725"/>
                </a:lnTo>
                <a:lnTo>
                  <a:pt x="731652" y="61312"/>
                </a:lnTo>
                <a:lnTo>
                  <a:pt x="731861" y="60905"/>
                </a:lnTo>
                <a:lnTo>
                  <a:pt x="732074" y="60502"/>
                </a:lnTo>
                <a:lnTo>
                  <a:pt x="732293" y="60105"/>
                </a:lnTo>
                <a:lnTo>
                  <a:pt x="732517" y="59712"/>
                </a:lnTo>
                <a:lnTo>
                  <a:pt x="732747" y="59325"/>
                </a:lnTo>
                <a:lnTo>
                  <a:pt x="732981" y="58943"/>
                </a:lnTo>
                <a:lnTo>
                  <a:pt x="733221" y="58566"/>
                </a:lnTo>
                <a:lnTo>
                  <a:pt x="733466" y="58195"/>
                </a:lnTo>
                <a:lnTo>
                  <a:pt x="733717" y="57830"/>
                </a:lnTo>
                <a:lnTo>
                  <a:pt x="733973" y="57473"/>
                </a:lnTo>
                <a:lnTo>
                  <a:pt x="734234" y="57122"/>
                </a:lnTo>
                <a:lnTo>
                  <a:pt x="734501" y="56778"/>
                </a:lnTo>
                <a:lnTo>
                  <a:pt x="734773" y="56441"/>
                </a:lnTo>
                <a:lnTo>
                  <a:pt x="735050" y="56111"/>
                </a:lnTo>
                <a:lnTo>
                  <a:pt x="735333" y="55787"/>
                </a:lnTo>
                <a:lnTo>
                  <a:pt x="735621" y="55470"/>
                </a:lnTo>
                <a:lnTo>
                  <a:pt x="735915" y="55160"/>
                </a:lnTo>
                <a:lnTo>
                  <a:pt x="736213" y="54857"/>
                </a:lnTo>
                <a:lnTo>
                  <a:pt x="736518" y="54560"/>
                </a:lnTo>
                <a:lnTo>
                  <a:pt x="736827" y="54270"/>
                </a:lnTo>
                <a:lnTo>
                  <a:pt x="737142" y="53987"/>
                </a:lnTo>
                <a:lnTo>
                  <a:pt x="737463" y="53711"/>
                </a:lnTo>
                <a:lnTo>
                  <a:pt x="737789" y="53442"/>
                </a:lnTo>
                <a:lnTo>
                  <a:pt x="738120" y="53179"/>
                </a:lnTo>
                <a:lnTo>
                  <a:pt x="738456" y="52923"/>
                </a:lnTo>
                <a:lnTo>
                  <a:pt x="738798" y="52674"/>
                </a:lnTo>
                <a:lnTo>
                  <a:pt x="739145" y="52432"/>
                </a:lnTo>
                <a:lnTo>
                  <a:pt x="739498" y="52196"/>
                </a:lnTo>
                <a:lnTo>
                  <a:pt x="739856" y="51968"/>
                </a:lnTo>
                <a:lnTo>
                  <a:pt x="740219" y="51746"/>
                </a:lnTo>
                <a:lnTo>
                  <a:pt x="740588" y="51531"/>
                </a:lnTo>
                <a:lnTo>
                  <a:pt x="740962" y="51323"/>
                </a:lnTo>
                <a:lnTo>
                  <a:pt x="741342" y="51125"/>
                </a:lnTo>
                <a:lnTo>
                  <a:pt x="741728" y="50935"/>
                </a:lnTo>
                <a:lnTo>
                  <a:pt x="742120" y="50754"/>
                </a:lnTo>
                <a:lnTo>
                  <a:pt x="742517" y="50582"/>
                </a:lnTo>
                <a:lnTo>
                  <a:pt x="742920" y="50419"/>
                </a:lnTo>
                <a:lnTo>
                  <a:pt x="743329" y="50264"/>
                </a:lnTo>
                <a:lnTo>
                  <a:pt x="743743" y="50119"/>
                </a:lnTo>
                <a:lnTo>
                  <a:pt x="744164" y="49982"/>
                </a:lnTo>
                <a:lnTo>
                  <a:pt x="744590" y="49854"/>
                </a:lnTo>
                <a:lnTo>
                  <a:pt x="745022" y="49735"/>
                </a:lnTo>
                <a:lnTo>
                  <a:pt x="745459" y="49624"/>
                </a:lnTo>
                <a:lnTo>
                  <a:pt x="745903" y="49523"/>
                </a:lnTo>
                <a:lnTo>
                  <a:pt x="746352" y="49430"/>
                </a:lnTo>
                <a:lnTo>
                  <a:pt x="746806" y="49346"/>
                </a:lnTo>
                <a:lnTo>
                  <a:pt x="747267" y="49271"/>
                </a:lnTo>
                <a:lnTo>
                  <a:pt x="747733" y="49205"/>
                </a:lnTo>
                <a:lnTo>
                  <a:pt x="748206" y="49148"/>
                </a:lnTo>
                <a:lnTo>
                  <a:pt x="748683" y="49099"/>
                </a:lnTo>
                <a:lnTo>
                  <a:pt x="749167" y="49060"/>
                </a:lnTo>
                <a:lnTo>
                  <a:pt x="749657" y="49029"/>
                </a:lnTo>
                <a:lnTo>
                  <a:pt x="750152" y="49007"/>
                </a:lnTo>
                <a:lnTo>
                  <a:pt x="750653" y="48993"/>
                </a:lnTo>
                <a:lnTo>
                  <a:pt x="751159" y="48989"/>
                </a:lnTo>
                <a:lnTo>
                  <a:pt x="751678" y="48993"/>
                </a:lnTo>
                <a:lnTo>
                  <a:pt x="752191" y="49004"/>
                </a:lnTo>
                <a:lnTo>
                  <a:pt x="752697" y="49023"/>
                </a:lnTo>
                <a:lnTo>
                  <a:pt x="753197" y="49049"/>
                </a:lnTo>
                <a:lnTo>
                  <a:pt x="753692" y="49083"/>
                </a:lnTo>
                <a:lnTo>
                  <a:pt x="754180" y="49125"/>
                </a:lnTo>
                <a:lnTo>
                  <a:pt x="754661" y="49174"/>
                </a:lnTo>
                <a:lnTo>
                  <a:pt x="755137" y="49230"/>
                </a:lnTo>
                <a:lnTo>
                  <a:pt x="755607" y="49295"/>
                </a:lnTo>
                <a:lnTo>
                  <a:pt x="756070" y="49366"/>
                </a:lnTo>
                <a:lnTo>
                  <a:pt x="756528" y="49446"/>
                </a:lnTo>
                <a:lnTo>
                  <a:pt x="756979" y="49532"/>
                </a:lnTo>
                <a:lnTo>
                  <a:pt x="757424" y="49627"/>
                </a:lnTo>
                <a:lnTo>
                  <a:pt x="757863" y="49728"/>
                </a:lnTo>
                <a:lnTo>
                  <a:pt x="758296" y="49838"/>
                </a:lnTo>
                <a:lnTo>
                  <a:pt x="758722" y="49955"/>
                </a:lnTo>
                <a:lnTo>
                  <a:pt x="759143" y="50079"/>
                </a:lnTo>
                <a:lnTo>
                  <a:pt x="759557" y="50211"/>
                </a:lnTo>
                <a:lnTo>
                  <a:pt x="759966" y="50351"/>
                </a:lnTo>
                <a:lnTo>
                  <a:pt x="760368" y="50498"/>
                </a:lnTo>
                <a:lnTo>
                  <a:pt x="760764" y="50653"/>
                </a:lnTo>
                <a:lnTo>
                  <a:pt x="761153" y="50815"/>
                </a:lnTo>
                <a:lnTo>
                  <a:pt x="761537" y="50985"/>
                </a:lnTo>
                <a:lnTo>
                  <a:pt x="761915" y="51162"/>
                </a:lnTo>
                <a:lnTo>
                  <a:pt x="762287" y="51346"/>
                </a:lnTo>
                <a:lnTo>
                  <a:pt x="762653" y="51534"/>
                </a:lnTo>
                <a:lnTo>
                  <a:pt x="763015" y="51726"/>
                </a:lnTo>
                <a:lnTo>
                  <a:pt x="763371" y="51923"/>
                </a:lnTo>
                <a:lnTo>
                  <a:pt x="763722" y="52125"/>
                </a:lnTo>
                <a:lnTo>
                  <a:pt x="764067" y="52332"/>
                </a:lnTo>
                <a:lnTo>
                  <a:pt x="764408" y="52543"/>
                </a:lnTo>
                <a:lnTo>
                  <a:pt x="764743" y="52758"/>
                </a:lnTo>
                <a:lnTo>
                  <a:pt x="765073" y="52979"/>
                </a:lnTo>
                <a:lnTo>
                  <a:pt x="765397" y="53203"/>
                </a:lnTo>
                <a:lnTo>
                  <a:pt x="765717" y="53433"/>
                </a:lnTo>
                <a:lnTo>
                  <a:pt x="766031" y="53667"/>
                </a:lnTo>
                <a:lnTo>
                  <a:pt x="766340" y="53906"/>
                </a:lnTo>
                <a:lnTo>
                  <a:pt x="766643" y="54149"/>
                </a:lnTo>
                <a:lnTo>
                  <a:pt x="766942" y="54397"/>
                </a:lnTo>
                <a:lnTo>
                  <a:pt x="767235" y="54649"/>
                </a:lnTo>
                <a:lnTo>
                  <a:pt x="767523" y="54906"/>
                </a:lnTo>
                <a:lnTo>
                  <a:pt x="767806" y="55168"/>
                </a:lnTo>
                <a:lnTo>
                  <a:pt x="768083" y="55434"/>
                </a:lnTo>
                <a:lnTo>
                  <a:pt x="768355" y="55705"/>
                </a:lnTo>
                <a:lnTo>
                  <a:pt x="768622" y="55981"/>
                </a:lnTo>
                <a:lnTo>
                  <a:pt x="768884" y="56261"/>
                </a:lnTo>
                <a:lnTo>
                  <a:pt x="769141" y="56545"/>
                </a:lnTo>
                <a:lnTo>
                  <a:pt x="769392" y="56835"/>
                </a:lnTo>
                <a:lnTo>
                  <a:pt x="769638" y="57127"/>
                </a:lnTo>
                <a:lnTo>
                  <a:pt x="769881" y="57422"/>
                </a:lnTo>
                <a:lnTo>
                  <a:pt x="770119" y="57718"/>
                </a:lnTo>
                <a:lnTo>
                  <a:pt x="770353" y="58016"/>
                </a:lnTo>
                <a:lnTo>
                  <a:pt x="770582" y="58317"/>
                </a:lnTo>
                <a:lnTo>
                  <a:pt x="770808" y="58619"/>
                </a:lnTo>
                <a:lnTo>
                  <a:pt x="771029" y="58923"/>
                </a:lnTo>
                <a:lnTo>
                  <a:pt x="771246" y="59229"/>
                </a:lnTo>
                <a:lnTo>
                  <a:pt x="771459" y="59537"/>
                </a:lnTo>
                <a:lnTo>
                  <a:pt x="771667" y="59847"/>
                </a:lnTo>
                <a:lnTo>
                  <a:pt x="771872" y="60158"/>
                </a:lnTo>
                <a:lnTo>
                  <a:pt x="772072" y="60472"/>
                </a:lnTo>
                <a:lnTo>
                  <a:pt x="772267" y="60788"/>
                </a:lnTo>
                <a:lnTo>
                  <a:pt x="772459" y="61105"/>
                </a:lnTo>
                <a:lnTo>
                  <a:pt x="772647" y="61424"/>
                </a:lnTo>
                <a:lnTo>
                  <a:pt x="772830" y="61746"/>
                </a:lnTo>
                <a:lnTo>
                  <a:pt x="773009" y="62069"/>
                </a:lnTo>
                <a:lnTo>
                  <a:pt x="773184" y="62394"/>
                </a:lnTo>
                <a:lnTo>
                  <a:pt x="773354" y="62721"/>
                </a:lnTo>
                <a:lnTo>
                  <a:pt x="773520" y="63050"/>
                </a:lnTo>
                <a:lnTo>
                  <a:pt x="773683" y="63381"/>
                </a:lnTo>
                <a:lnTo>
                  <a:pt x="773840" y="63714"/>
                </a:lnTo>
                <a:lnTo>
                  <a:pt x="773923" y="63893"/>
                </a:lnTo>
                <a:lnTo>
                  <a:pt x="773923" y="102496"/>
                </a:lnTo>
                <a:lnTo>
                  <a:pt x="773797" y="102746"/>
                </a:lnTo>
                <a:lnTo>
                  <a:pt x="773575" y="103174"/>
                </a:lnTo>
                <a:lnTo>
                  <a:pt x="773347" y="103598"/>
                </a:lnTo>
                <a:lnTo>
                  <a:pt x="773113" y="104020"/>
                </a:lnTo>
                <a:lnTo>
                  <a:pt x="772873" y="104438"/>
                </a:lnTo>
                <a:close/>
                <a:moveTo>
                  <a:pt x="1033751" y="75242"/>
                </a:moveTo>
                <a:lnTo>
                  <a:pt x="1033719" y="74595"/>
                </a:lnTo>
                <a:lnTo>
                  <a:pt x="1033680" y="73953"/>
                </a:lnTo>
                <a:lnTo>
                  <a:pt x="1033633" y="73316"/>
                </a:lnTo>
                <a:lnTo>
                  <a:pt x="1033580" y="72683"/>
                </a:lnTo>
                <a:lnTo>
                  <a:pt x="1033519" y="72055"/>
                </a:lnTo>
                <a:lnTo>
                  <a:pt x="1033451" y="71432"/>
                </a:lnTo>
                <a:lnTo>
                  <a:pt x="1033375" y="70814"/>
                </a:lnTo>
                <a:lnTo>
                  <a:pt x="1033293" y="70200"/>
                </a:lnTo>
                <a:lnTo>
                  <a:pt x="1033204" y="69591"/>
                </a:lnTo>
                <a:lnTo>
                  <a:pt x="1033107" y="68987"/>
                </a:lnTo>
                <a:lnTo>
                  <a:pt x="1033003" y="68387"/>
                </a:lnTo>
                <a:lnTo>
                  <a:pt x="1032892" y="67793"/>
                </a:lnTo>
                <a:lnTo>
                  <a:pt x="1032774" y="67203"/>
                </a:lnTo>
                <a:lnTo>
                  <a:pt x="1032648" y="66617"/>
                </a:lnTo>
                <a:lnTo>
                  <a:pt x="1032516" y="66037"/>
                </a:lnTo>
                <a:lnTo>
                  <a:pt x="1032376" y="65461"/>
                </a:lnTo>
                <a:lnTo>
                  <a:pt x="1032230" y="64890"/>
                </a:lnTo>
                <a:lnTo>
                  <a:pt x="1032076" y="64323"/>
                </a:lnTo>
                <a:lnTo>
                  <a:pt x="1031914" y="63762"/>
                </a:lnTo>
                <a:lnTo>
                  <a:pt x="1031746" y="63205"/>
                </a:lnTo>
                <a:lnTo>
                  <a:pt x="1031571" y="62653"/>
                </a:lnTo>
                <a:lnTo>
                  <a:pt x="1031388" y="62108"/>
                </a:lnTo>
                <a:lnTo>
                  <a:pt x="1031199" y="61568"/>
                </a:lnTo>
                <a:lnTo>
                  <a:pt x="1031003" y="61035"/>
                </a:lnTo>
                <a:lnTo>
                  <a:pt x="1030800" y="60508"/>
                </a:lnTo>
                <a:lnTo>
                  <a:pt x="1030590" y="59987"/>
                </a:lnTo>
                <a:lnTo>
                  <a:pt x="1030374" y="59472"/>
                </a:lnTo>
                <a:lnTo>
                  <a:pt x="1030150" y="58964"/>
                </a:lnTo>
                <a:lnTo>
                  <a:pt x="1029919" y="58461"/>
                </a:lnTo>
                <a:lnTo>
                  <a:pt x="1029682" y="57965"/>
                </a:lnTo>
                <a:lnTo>
                  <a:pt x="1029437" y="57475"/>
                </a:lnTo>
                <a:lnTo>
                  <a:pt x="1029186" y="56991"/>
                </a:lnTo>
                <a:lnTo>
                  <a:pt x="1028928" y="56513"/>
                </a:lnTo>
                <a:lnTo>
                  <a:pt x="1028663" y="56041"/>
                </a:lnTo>
                <a:lnTo>
                  <a:pt x="1028391" y="55575"/>
                </a:lnTo>
                <a:lnTo>
                  <a:pt x="1028112" y="55115"/>
                </a:lnTo>
                <a:lnTo>
                  <a:pt x="1027826" y="54662"/>
                </a:lnTo>
                <a:lnTo>
                  <a:pt x="1027533" y="54215"/>
                </a:lnTo>
                <a:lnTo>
                  <a:pt x="1027234" y="53773"/>
                </a:lnTo>
                <a:lnTo>
                  <a:pt x="1026927" y="53338"/>
                </a:lnTo>
                <a:lnTo>
                  <a:pt x="1026614" y="52909"/>
                </a:lnTo>
                <a:lnTo>
                  <a:pt x="1026293" y="52487"/>
                </a:lnTo>
                <a:lnTo>
                  <a:pt x="1025966" y="52070"/>
                </a:lnTo>
                <a:lnTo>
                  <a:pt x="1025632" y="51659"/>
                </a:lnTo>
                <a:lnTo>
                  <a:pt x="1025291" y="51256"/>
                </a:lnTo>
                <a:lnTo>
                  <a:pt x="1024944" y="50860"/>
                </a:lnTo>
                <a:lnTo>
                  <a:pt x="1024591" y="50471"/>
                </a:lnTo>
                <a:lnTo>
                  <a:pt x="1024231" y="50091"/>
                </a:lnTo>
                <a:lnTo>
                  <a:pt x="1023865" y="49718"/>
                </a:lnTo>
                <a:lnTo>
                  <a:pt x="1023493" y="49352"/>
                </a:lnTo>
                <a:lnTo>
                  <a:pt x="1023115" y="48995"/>
                </a:lnTo>
                <a:lnTo>
                  <a:pt x="1022730" y="48645"/>
                </a:lnTo>
                <a:lnTo>
                  <a:pt x="1022339" y="48302"/>
                </a:lnTo>
                <a:lnTo>
                  <a:pt x="1021942" y="47968"/>
                </a:lnTo>
                <a:lnTo>
                  <a:pt x="1021538" y="47641"/>
                </a:lnTo>
                <a:lnTo>
                  <a:pt x="1021129" y="47321"/>
                </a:lnTo>
                <a:lnTo>
                  <a:pt x="1020713" y="47009"/>
                </a:lnTo>
                <a:lnTo>
                  <a:pt x="1020290" y="46705"/>
                </a:lnTo>
                <a:lnTo>
                  <a:pt x="1019862" y="46409"/>
                </a:lnTo>
                <a:lnTo>
                  <a:pt x="1019427" y="46120"/>
                </a:lnTo>
                <a:lnTo>
                  <a:pt x="1018986" y="45839"/>
                </a:lnTo>
                <a:lnTo>
                  <a:pt x="1018539" y="45565"/>
                </a:lnTo>
                <a:lnTo>
                  <a:pt x="1018085" y="45300"/>
                </a:lnTo>
                <a:lnTo>
                  <a:pt x="1017625" y="45042"/>
                </a:lnTo>
                <a:lnTo>
                  <a:pt x="1017159" y="44791"/>
                </a:lnTo>
                <a:lnTo>
                  <a:pt x="1016687" y="44548"/>
                </a:lnTo>
                <a:lnTo>
                  <a:pt x="1016208" y="44313"/>
                </a:lnTo>
                <a:lnTo>
                  <a:pt x="1015723" y="44085"/>
                </a:lnTo>
                <a:lnTo>
                  <a:pt x="1015232" y="43866"/>
                </a:lnTo>
                <a:lnTo>
                  <a:pt x="1014735" y="43657"/>
                </a:lnTo>
                <a:lnTo>
                  <a:pt x="1014232" y="43456"/>
                </a:lnTo>
                <a:lnTo>
                  <a:pt x="1013723" y="43265"/>
                </a:lnTo>
                <a:lnTo>
                  <a:pt x="1013208" y="43084"/>
                </a:lnTo>
                <a:lnTo>
                  <a:pt x="1012687" y="42911"/>
                </a:lnTo>
                <a:lnTo>
                  <a:pt x="1012160" y="42748"/>
                </a:lnTo>
                <a:lnTo>
                  <a:pt x="1011627" y="42594"/>
                </a:lnTo>
                <a:lnTo>
                  <a:pt x="1011087" y="42450"/>
                </a:lnTo>
                <a:lnTo>
                  <a:pt x="1010542" y="42315"/>
                </a:lnTo>
                <a:lnTo>
                  <a:pt x="1009991" y="42189"/>
                </a:lnTo>
                <a:lnTo>
                  <a:pt x="1009434" y="42072"/>
                </a:lnTo>
                <a:lnTo>
                  <a:pt x="1008871" y="41965"/>
                </a:lnTo>
                <a:lnTo>
                  <a:pt x="1008302" y="41867"/>
                </a:lnTo>
                <a:lnTo>
                  <a:pt x="1007726" y="41779"/>
                </a:lnTo>
                <a:lnTo>
                  <a:pt x="1007145" y="41699"/>
                </a:lnTo>
                <a:lnTo>
                  <a:pt x="1006558" y="41630"/>
                </a:lnTo>
                <a:lnTo>
                  <a:pt x="1005965" y="41569"/>
                </a:lnTo>
                <a:lnTo>
                  <a:pt x="1005365" y="41518"/>
                </a:lnTo>
                <a:lnTo>
                  <a:pt x="1004760" y="41476"/>
                </a:lnTo>
                <a:lnTo>
                  <a:pt x="1004149" y="41443"/>
                </a:lnTo>
                <a:lnTo>
                  <a:pt x="1003532" y="41420"/>
                </a:lnTo>
                <a:lnTo>
                  <a:pt x="1002908" y="41406"/>
                </a:lnTo>
                <a:lnTo>
                  <a:pt x="1002279" y="41401"/>
                </a:lnTo>
                <a:lnTo>
                  <a:pt x="1001709" y="41406"/>
                </a:lnTo>
                <a:lnTo>
                  <a:pt x="1001142" y="41421"/>
                </a:lnTo>
                <a:lnTo>
                  <a:pt x="1000577" y="41445"/>
                </a:lnTo>
                <a:lnTo>
                  <a:pt x="1000015" y="41479"/>
                </a:lnTo>
                <a:lnTo>
                  <a:pt x="999455" y="41523"/>
                </a:lnTo>
                <a:lnTo>
                  <a:pt x="998897" y="41576"/>
                </a:lnTo>
                <a:lnTo>
                  <a:pt x="998342" y="41639"/>
                </a:lnTo>
                <a:lnTo>
                  <a:pt x="997789" y="41712"/>
                </a:lnTo>
                <a:lnTo>
                  <a:pt x="997239" y="41795"/>
                </a:lnTo>
                <a:lnTo>
                  <a:pt x="996691" y="41887"/>
                </a:lnTo>
                <a:lnTo>
                  <a:pt x="996146" y="41989"/>
                </a:lnTo>
                <a:lnTo>
                  <a:pt x="995603" y="42101"/>
                </a:lnTo>
                <a:lnTo>
                  <a:pt x="995062" y="42223"/>
                </a:lnTo>
                <a:lnTo>
                  <a:pt x="994524" y="42354"/>
                </a:lnTo>
                <a:lnTo>
                  <a:pt x="993989" y="42495"/>
                </a:lnTo>
                <a:lnTo>
                  <a:pt x="993455" y="42645"/>
                </a:lnTo>
                <a:lnTo>
                  <a:pt x="992924" y="42806"/>
                </a:lnTo>
                <a:lnTo>
                  <a:pt x="992396" y="42976"/>
                </a:lnTo>
                <a:lnTo>
                  <a:pt x="991870" y="43156"/>
                </a:lnTo>
                <a:lnTo>
                  <a:pt x="991347" y="43345"/>
                </a:lnTo>
                <a:lnTo>
                  <a:pt x="990825" y="43544"/>
                </a:lnTo>
                <a:lnTo>
                  <a:pt x="990307" y="43753"/>
                </a:lnTo>
                <a:lnTo>
                  <a:pt x="989790" y="43972"/>
                </a:lnTo>
                <a:lnTo>
                  <a:pt x="989277" y="44201"/>
                </a:lnTo>
                <a:lnTo>
                  <a:pt x="988766" y="44438"/>
                </a:lnTo>
                <a:lnTo>
                  <a:pt x="988261" y="44685"/>
                </a:lnTo>
                <a:lnTo>
                  <a:pt x="987761" y="44940"/>
                </a:lnTo>
                <a:lnTo>
                  <a:pt x="987265" y="45204"/>
                </a:lnTo>
                <a:lnTo>
                  <a:pt x="986774" y="45477"/>
                </a:lnTo>
                <a:lnTo>
                  <a:pt x="986289" y="45759"/>
                </a:lnTo>
                <a:lnTo>
                  <a:pt x="985807" y="46050"/>
                </a:lnTo>
                <a:lnTo>
                  <a:pt x="985331" y="46349"/>
                </a:lnTo>
                <a:lnTo>
                  <a:pt x="984860" y="46658"/>
                </a:lnTo>
                <a:lnTo>
                  <a:pt x="984394" y="46975"/>
                </a:lnTo>
                <a:lnTo>
                  <a:pt x="983932" y="47301"/>
                </a:lnTo>
                <a:lnTo>
                  <a:pt x="983475" y="47635"/>
                </a:lnTo>
                <a:lnTo>
                  <a:pt x="983023" y="47979"/>
                </a:lnTo>
                <a:lnTo>
                  <a:pt x="982576" y="48331"/>
                </a:lnTo>
                <a:lnTo>
                  <a:pt x="982134" y="48693"/>
                </a:lnTo>
                <a:lnTo>
                  <a:pt x="981697" y="49063"/>
                </a:lnTo>
                <a:lnTo>
                  <a:pt x="981265" y="49442"/>
                </a:lnTo>
                <a:lnTo>
                  <a:pt x="980837" y="49829"/>
                </a:lnTo>
                <a:lnTo>
                  <a:pt x="980414" y="50226"/>
                </a:lnTo>
                <a:lnTo>
                  <a:pt x="979997" y="50631"/>
                </a:lnTo>
                <a:lnTo>
                  <a:pt x="979584" y="51045"/>
                </a:lnTo>
                <a:lnTo>
                  <a:pt x="979175" y="51468"/>
                </a:lnTo>
                <a:lnTo>
                  <a:pt x="978772" y="51900"/>
                </a:lnTo>
                <a:lnTo>
                  <a:pt x="978374" y="52341"/>
                </a:lnTo>
                <a:lnTo>
                  <a:pt x="977981" y="52790"/>
                </a:lnTo>
                <a:lnTo>
                  <a:pt x="977596" y="53246"/>
                </a:lnTo>
                <a:lnTo>
                  <a:pt x="977217" y="53709"/>
                </a:lnTo>
                <a:lnTo>
                  <a:pt x="976845" y="54179"/>
                </a:lnTo>
                <a:lnTo>
                  <a:pt x="976480" y="54657"/>
                </a:lnTo>
                <a:lnTo>
                  <a:pt x="976122" y="55143"/>
                </a:lnTo>
                <a:lnTo>
                  <a:pt x="975771" y="55635"/>
                </a:lnTo>
                <a:lnTo>
                  <a:pt x="975427" y="56135"/>
                </a:lnTo>
                <a:lnTo>
                  <a:pt x="975090" y="56642"/>
                </a:lnTo>
                <a:lnTo>
                  <a:pt x="974760" y="57156"/>
                </a:lnTo>
                <a:lnTo>
                  <a:pt x="974436" y="57678"/>
                </a:lnTo>
                <a:lnTo>
                  <a:pt x="974120" y="58207"/>
                </a:lnTo>
                <a:lnTo>
                  <a:pt x="973810" y="58743"/>
                </a:lnTo>
                <a:lnTo>
                  <a:pt x="973507" y="59286"/>
                </a:lnTo>
                <a:lnTo>
                  <a:pt x="973211" y="59837"/>
                </a:lnTo>
                <a:lnTo>
                  <a:pt x="972922" y="60395"/>
                </a:lnTo>
                <a:lnTo>
                  <a:pt x="972640" y="60961"/>
                </a:lnTo>
                <a:lnTo>
                  <a:pt x="972365" y="61533"/>
                </a:lnTo>
                <a:lnTo>
                  <a:pt x="972097" y="62113"/>
                </a:lnTo>
                <a:lnTo>
                  <a:pt x="971836" y="62700"/>
                </a:lnTo>
                <a:lnTo>
                  <a:pt x="971581" y="63295"/>
                </a:lnTo>
                <a:lnTo>
                  <a:pt x="971334" y="63897"/>
                </a:lnTo>
                <a:lnTo>
                  <a:pt x="971093" y="64506"/>
                </a:lnTo>
                <a:lnTo>
                  <a:pt x="970860" y="65122"/>
                </a:lnTo>
                <a:lnTo>
                  <a:pt x="970634" y="65745"/>
                </a:lnTo>
                <a:lnTo>
                  <a:pt x="970419" y="66375"/>
                </a:lnTo>
                <a:lnTo>
                  <a:pt x="970212" y="67010"/>
                </a:lnTo>
                <a:lnTo>
                  <a:pt x="970016" y="67651"/>
                </a:lnTo>
                <a:lnTo>
                  <a:pt x="969829" y="68299"/>
                </a:lnTo>
                <a:lnTo>
                  <a:pt x="969651" y="68953"/>
                </a:lnTo>
                <a:lnTo>
                  <a:pt x="969483" y="69613"/>
                </a:lnTo>
                <a:lnTo>
                  <a:pt x="969325" y="70279"/>
                </a:lnTo>
                <a:lnTo>
                  <a:pt x="969176" y="70951"/>
                </a:lnTo>
                <a:lnTo>
                  <a:pt x="969037" y="71630"/>
                </a:lnTo>
                <a:lnTo>
                  <a:pt x="968908" y="72314"/>
                </a:lnTo>
                <a:lnTo>
                  <a:pt x="968788" y="73005"/>
                </a:lnTo>
                <a:lnTo>
                  <a:pt x="968678" y="73701"/>
                </a:lnTo>
                <a:lnTo>
                  <a:pt x="968577" y="74404"/>
                </a:lnTo>
                <a:lnTo>
                  <a:pt x="968486" y="75113"/>
                </a:lnTo>
                <a:lnTo>
                  <a:pt x="968404" y="75829"/>
                </a:lnTo>
                <a:lnTo>
                  <a:pt x="968332" y="76550"/>
                </a:lnTo>
                <a:lnTo>
                  <a:pt x="968270" y="77277"/>
                </a:lnTo>
                <a:lnTo>
                  <a:pt x="968217" y="78011"/>
                </a:lnTo>
                <a:lnTo>
                  <a:pt x="968174" y="78751"/>
                </a:lnTo>
                <a:lnTo>
                  <a:pt x="968140" y="79497"/>
                </a:lnTo>
                <a:lnTo>
                  <a:pt x="968116" y="80249"/>
                </a:lnTo>
                <a:lnTo>
                  <a:pt x="968102" y="81007"/>
                </a:lnTo>
                <a:lnTo>
                  <a:pt x="968097" y="81771"/>
                </a:lnTo>
                <a:lnTo>
                  <a:pt x="968097" y="84939"/>
                </a:lnTo>
                <a:lnTo>
                  <a:pt x="968102" y="85649"/>
                </a:lnTo>
                <a:lnTo>
                  <a:pt x="968116" y="86354"/>
                </a:lnTo>
                <a:lnTo>
                  <a:pt x="968139" y="87054"/>
                </a:lnTo>
                <a:lnTo>
                  <a:pt x="968171" y="87749"/>
                </a:lnTo>
                <a:lnTo>
                  <a:pt x="968212" y="88440"/>
                </a:lnTo>
                <a:lnTo>
                  <a:pt x="968263" y="89126"/>
                </a:lnTo>
                <a:lnTo>
                  <a:pt x="968323" y="89808"/>
                </a:lnTo>
                <a:lnTo>
                  <a:pt x="968392" y="90484"/>
                </a:lnTo>
                <a:lnTo>
                  <a:pt x="968470" y="91156"/>
                </a:lnTo>
                <a:lnTo>
                  <a:pt x="968558" y="91823"/>
                </a:lnTo>
                <a:lnTo>
                  <a:pt x="968654" y="92486"/>
                </a:lnTo>
                <a:lnTo>
                  <a:pt x="968760" y="93144"/>
                </a:lnTo>
                <a:lnTo>
                  <a:pt x="968875" y="93797"/>
                </a:lnTo>
                <a:lnTo>
                  <a:pt x="969000" y="94445"/>
                </a:lnTo>
                <a:lnTo>
                  <a:pt x="969133" y="95088"/>
                </a:lnTo>
                <a:lnTo>
                  <a:pt x="969276" y="95727"/>
                </a:lnTo>
                <a:lnTo>
                  <a:pt x="969428" y="96361"/>
                </a:lnTo>
                <a:lnTo>
                  <a:pt x="969589" y="96990"/>
                </a:lnTo>
                <a:lnTo>
                  <a:pt x="969759" y="97615"/>
                </a:lnTo>
                <a:lnTo>
                  <a:pt x="969939" y="98235"/>
                </a:lnTo>
                <a:lnTo>
                  <a:pt x="970128" y="98850"/>
                </a:lnTo>
                <a:lnTo>
                  <a:pt x="970326" y="99460"/>
                </a:lnTo>
                <a:lnTo>
                  <a:pt x="970533" y="100066"/>
                </a:lnTo>
                <a:lnTo>
                  <a:pt x="970749" y="100667"/>
                </a:lnTo>
                <a:lnTo>
                  <a:pt x="970974" y="101262"/>
                </a:lnTo>
                <a:lnTo>
                  <a:pt x="971206" y="101850"/>
                </a:lnTo>
                <a:lnTo>
                  <a:pt x="971446" y="102432"/>
                </a:lnTo>
                <a:lnTo>
                  <a:pt x="971693" y="103007"/>
                </a:lnTo>
                <a:lnTo>
                  <a:pt x="971947" y="103575"/>
                </a:lnTo>
                <a:lnTo>
                  <a:pt x="972209" y="104136"/>
                </a:lnTo>
                <a:lnTo>
                  <a:pt x="972478" y="104691"/>
                </a:lnTo>
                <a:lnTo>
                  <a:pt x="972755" y="105238"/>
                </a:lnTo>
                <a:lnTo>
                  <a:pt x="973039" y="105779"/>
                </a:lnTo>
                <a:lnTo>
                  <a:pt x="973330" y="106313"/>
                </a:lnTo>
                <a:lnTo>
                  <a:pt x="973629" y="106841"/>
                </a:lnTo>
                <a:lnTo>
                  <a:pt x="973935" y="107361"/>
                </a:lnTo>
                <a:lnTo>
                  <a:pt x="974249" y="107875"/>
                </a:lnTo>
                <a:lnTo>
                  <a:pt x="974570" y="108382"/>
                </a:lnTo>
                <a:lnTo>
                  <a:pt x="974899" y="108883"/>
                </a:lnTo>
                <a:lnTo>
                  <a:pt x="975235" y="109376"/>
                </a:lnTo>
                <a:lnTo>
                  <a:pt x="975578" y="109863"/>
                </a:lnTo>
                <a:lnTo>
                  <a:pt x="975929" y="110343"/>
                </a:lnTo>
                <a:lnTo>
                  <a:pt x="976287" y="110816"/>
                </a:lnTo>
                <a:lnTo>
                  <a:pt x="976653" y="111282"/>
                </a:lnTo>
                <a:lnTo>
                  <a:pt x="977026" y="111742"/>
                </a:lnTo>
                <a:lnTo>
                  <a:pt x="977406" y="112195"/>
                </a:lnTo>
                <a:lnTo>
                  <a:pt x="977794" y="112641"/>
                </a:lnTo>
                <a:lnTo>
                  <a:pt x="978190" y="113080"/>
                </a:lnTo>
                <a:lnTo>
                  <a:pt x="978592" y="113512"/>
                </a:lnTo>
                <a:lnTo>
                  <a:pt x="979000" y="113935"/>
                </a:lnTo>
                <a:lnTo>
                  <a:pt x="979414" y="114351"/>
                </a:lnTo>
                <a:lnTo>
                  <a:pt x="979835" y="114758"/>
                </a:lnTo>
                <a:lnTo>
                  <a:pt x="980262" y="115157"/>
                </a:lnTo>
                <a:lnTo>
                  <a:pt x="980694" y="115548"/>
                </a:lnTo>
                <a:lnTo>
                  <a:pt x="981133" y="115930"/>
                </a:lnTo>
                <a:lnTo>
                  <a:pt x="981578" y="116305"/>
                </a:lnTo>
                <a:lnTo>
                  <a:pt x="982030" y="116671"/>
                </a:lnTo>
                <a:lnTo>
                  <a:pt x="982487" y="117029"/>
                </a:lnTo>
                <a:lnTo>
                  <a:pt x="982950" y="117379"/>
                </a:lnTo>
                <a:lnTo>
                  <a:pt x="983420" y="117721"/>
                </a:lnTo>
                <a:lnTo>
                  <a:pt x="983896" y="118054"/>
                </a:lnTo>
                <a:lnTo>
                  <a:pt x="984378" y="118380"/>
                </a:lnTo>
                <a:lnTo>
                  <a:pt x="984866" y="118697"/>
                </a:lnTo>
                <a:lnTo>
                  <a:pt x="985360" y="119006"/>
                </a:lnTo>
                <a:lnTo>
                  <a:pt x="985860" y="119307"/>
                </a:lnTo>
                <a:lnTo>
                  <a:pt x="986367" y="119599"/>
                </a:lnTo>
                <a:lnTo>
                  <a:pt x="986879" y="119884"/>
                </a:lnTo>
                <a:lnTo>
                  <a:pt x="987398" y="120160"/>
                </a:lnTo>
                <a:lnTo>
                  <a:pt x="987923" y="120428"/>
                </a:lnTo>
                <a:lnTo>
                  <a:pt x="988454" y="120688"/>
                </a:lnTo>
                <a:lnTo>
                  <a:pt x="988991" y="120940"/>
                </a:lnTo>
                <a:lnTo>
                  <a:pt x="989534" y="121183"/>
                </a:lnTo>
                <a:lnTo>
                  <a:pt x="990083" y="121418"/>
                </a:lnTo>
                <a:lnTo>
                  <a:pt x="990636" y="121642"/>
                </a:lnTo>
                <a:lnTo>
                  <a:pt x="991193" y="121857"/>
                </a:lnTo>
                <a:lnTo>
                  <a:pt x="991755" y="122061"/>
                </a:lnTo>
                <a:lnTo>
                  <a:pt x="992321" y="122256"/>
                </a:lnTo>
                <a:lnTo>
                  <a:pt x="992891" y="122440"/>
                </a:lnTo>
                <a:lnTo>
                  <a:pt x="993466" y="122615"/>
                </a:lnTo>
                <a:lnTo>
                  <a:pt x="994045" y="122779"/>
                </a:lnTo>
                <a:lnTo>
                  <a:pt x="994628" y="122934"/>
                </a:lnTo>
                <a:lnTo>
                  <a:pt x="995216" y="123079"/>
                </a:lnTo>
                <a:lnTo>
                  <a:pt x="995808" y="123213"/>
                </a:lnTo>
                <a:lnTo>
                  <a:pt x="996404" y="123338"/>
                </a:lnTo>
                <a:lnTo>
                  <a:pt x="997005" y="123453"/>
                </a:lnTo>
                <a:lnTo>
                  <a:pt x="997610" y="123558"/>
                </a:lnTo>
                <a:lnTo>
                  <a:pt x="998219" y="123652"/>
                </a:lnTo>
                <a:lnTo>
                  <a:pt x="998833" y="123737"/>
                </a:lnTo>
                <a:lnTo>
                  <a:pt x="999451" y="123812"/>
                </a:lnTo>
                <a:lnTo>
                  <a:pt x="1000074" y="123877"/>
                </a:lnTo>
                <a:lnTo>
                  <a:pt x="1000700" y="123932"/>
                </a:lnTo>
                <a:lnTo>
                  <a:pt x="1001332" y="123977"/>
                </a:lnTo>
                <a:lnTo>
                  <a:pt x="1001967" y="124011"/>
                </a:lnTo>
                <a:lnTo>
                  <a:pt x="1002607" y="124036"/>
                </a:lnTo>
                <a:lnTo>
                  <a:pt x="1003251" y="124051"/>
                </a:lnTo>
                <a:lnTo>
                  <a:pt x="1003900" y="124056"/>
                </a:lnTo>
                <a:lnTo>
                  <a:pt x="1004492" y="124053"/>
                </a:lnTo>
                <a:lnTo>
                  <a:pt x="1005078" y="124043"/>
                </a:lnTo>
                <a:lnTo>
                  <a:pt x="1005659" y="124026"/>
                </a:lnTo>
                <a:lnTo>
                  <a:pt x="1006232" y="124002"/>
                </a:lnTo>
                <a:lnTo>
                  <a:pt x="1006800" y="123972"/>
                </a:lnTo>
                <a:lnTo>
                  <a:pt x="1007362" y="123934"/>
                </a:lnTo>
                <a:lnTo>
                  <a:pt x="1007918" y="123890"/>
                </a:lnTo>
                <a:lnTo>
                  <a:pt x="1008467" y="123839"/>
                </a:lnTo>
                <a:lnTo>
                  <a:pt x="1009010" y="123782"/>
                </a:lnTo>
                <a:lnTo>
                  <a:pt x="1009548" y="123717"/>
                </a:lnTo>
                <a:lnTo>
                  <a:pt x="1010079" y="123646"/>
                </a:lnTo>
                <a:lnTo>
                  <a:pt x="1010603" y="123568"/>
                </a:lnTo>
                <a:lnTo>
                  <a:pt x="1011122" y="123484"/>
                </a:lnTo>
                <a:lnTo>
                  <a:pt x="1011635" y="123392"/>
                </a:lnTo>
                <a:lnTo>
                  <a:pt x="1012141" y="123294"/>
                </a:lnTo>
                <a:lnTo>
                  <a:pt x="1012642" y="123189"/>
                </a:lnTo>
                <a:lnTo>
                  <a:pt x="1013136" y="123077"/>
                </a:lnTo>
                <a:lnTo>
                  <a:pt x="1013624" y="122958"/>
                </a:lnTo>
                <a:lnTo>
                  <a:pt x="1014106" y="122833"/>
                </a:lnTo>
                <a:lnTo>
                  <a:pt x="1014581" y="122701"/>
                </a:lnTo>
                <a:lnTo>
                  <a:pt x="1015051" y="122562"/>
                </a:lnTo>
                <a:lnTo>
                  <a:pt x="1015515" y="122416"/>
                </a:lnTo>
                <a:lnTo>
                  <a:pt x="1015972" y="122263"/>
                </a:lnTo>
                <a:lnTo>
                  <a:pt x="1016423" y="122104"/>
                </a:lnTo>
                <a:lnTo>
                  <a:pt x="1016869" y="121939"/>
                </a:lnTo>
                <a:lnTo>
                  <a:pt x="1017309" y="121770"/>
                </a:lnTo>
                <a:lnTo>
                  <a:pt x="1017743" y="121597"/>
                </a:lnTo>
                <a:lnTo>
                  <a:pt x="1018173" y="121419"/>
                </a:lnTo>
                <a:lnTo>
                  <a:pt x="1018597" y="121236"/>
                </a:lnTo>
                <a:lnTo>
                  <a:pt x="1019015" y="121050"/>
                </a:lnTo>
                <a:lnTo>
                  <a:pt x="1019429" y="120859"/>
                </a:lnTo>
                <a:lnTo>
                  <a:pt x="1019836" y="120664"/>
                </a:lnTo>
                <a:lnTo>
                  <a:pt x="1020239" y="120464"/>
                </a:lnTo>
                <a:lnTo>
                  <a:pt x="1020636" y="120260"/>
                </a:lnTo>
                <a:lnTo>
                  <a:pt x="1021028" y="120052"/>
                </a:lnTo>
                <a:lnTo>
                  <a:pt x="1021414" y="119839"/>
                </a:lnTo>
                <a:lnTo>
                  <a:pt x="1021795" y="119622"/>
                </a:lnTo>
                <a:lnTo>
                  <a:pt x="1022171" y="119400"/>
                </a:lnTo>
                <a:lnTo>
                  <a:pt x="1022541" y="119175"/>
                </a:lnTo>
                <a:lnTo>
                  <a:pt x="1022906" y="118945"/>
                </a:lnTo>
                <a:lnTo>
                  <a:pt x="1023265" y="118710"/>
                </a:lnTo>
                <a:lnTo>
                  <a:pt x="1023620" y="118471"/>
                </a:lnTo>
                <a:lnTo>
                  <a:pt x="1023968" y="118228"/>
                </a:lnTo>
                <a:lnTo>
                  <a:pt x="1024312" y="117981"/>
                </a:lnTo>
                <a:lnTo>
                  <a:pt x="1024650" y="117729"/>
                </a:lnTo>
                <a:lnTo>
                  <a:pt x="1024982" y="117473"/>
                </a:lnTo>
                <a:lnTo>
                  <a:pt x="1025310" y="117212"/>
                </a:lnTo>
                <a:lnTo>
                  <a:pt x="1025632" y="116947"/>
                </a:lnTo>
                <a:lnTo>
                  <a:pt x="1025949" y="116679"/>
                </a:lnTo>
                <a:lnTo>
                  <a:pt x="1026262" y="116409"/>
                </a:lnTo>
                <a:lnTo>
                  <a:pt x="1026571" y="116136"/>
                </a:lnTo>
                <a:lnTo>
                  <a:pt x="1026876" y="115862"/>
                </a:lnTo>
                <a:lnTo>
                  <a:pt x="1027177" y="115585"/>
                </a:lnTo>
                <a:lnTo>
                  <a:pt x="1027473" y="115306"/>
                </a:lnTo>
                <a:lnTo>
                  <a:pt x="1027766" y="115025"/>
                </a:lnTo>
                <a:lnTo>
                  <a:pt x="1028054" y="114741"/>
                </a:lnTo>
                <a:lnTo>
                  <a:pt x="1028339" y="114456"/>
                </a:lnTo>
                <a:lnTo>
                  <a:pt x="1028619" y="114168"/>
                </a:lnTo>
                <a:lnTo>
                  <a:pt x="1028896" y="113878"/>
                </a:lnTo>
                <a:lnTo>
                  <a:pt x="1029168" y="113586"/>
                </a:lnTo>
                <a:lnTo>
                  <a:pt x="1029436" y="113292"/>
                </a:lnTo>
                <a:lnTo>
                  <a:pt x="1029700" y="112996"/>
                </a:lnTo>
                <a:lnTo>
                  <a:pt x="1029960" y="112697"/>
                </a:lnTo>
                <a:lnTo>
                  <a:pt x="1030215" y="112396"/>
                </a:lnTo>
                <a:lnTo>
                  <a:pt x="1030467" y="112093"/>
                </a:lnTo>
                <a:lnTo>
                  <a:pt x="1030715" y="111788"/>
                </a:lnTo>
                <a:lnTo>
                  <a:pt x="1030958" y="111481"/>
                </a:lnTo>
                <a:lnTo>
                  <a:pt x="1031198" y="111172"/>
                </a:lnTo>
                <a:lnTo>
                  <a:pt x="1031433" y="110860"/>
                </a:lnTo>
                <a:lnTo>
                  <a:pt x="1031664" y="110546"/>
                </a:lnTo>
                <a:lnTo>
                  <a:pt x="1031891" y="110230"/>
                </a:lnTo>
                <a:lnTo>
                  <a:pt x="1032114" y="109912"/>
                </a:lnTo>
                <a:lnTo>
                  <a:pt x="1026589" y="105639"/>
                </a:lnTo>
                <a:lnTo>
                  <a:pt x="1026225" y="106107"/>
                </a:lnTo>
                <a:lnTo>
                  <a:pt x="1025857" y="106564"/>
                </a:lnTo>
                <a:lnTo>
                  <a:pt x="1025485" y="107010"/>
                </a:lnTo>
                <a:lnTo>
                  <a:pt x="1025109" y="107445"/>
                </a:lnTo>
                <a:lnTo>
                  <a:pt x="1024729" y="107870"/>
                </a:lnTo>
                <a:lnTo>
                  <a:pt x="1024345" y="108285"/>
                </a:lnTo>
                <a:lnTo>
                  <a:pt x="1023957" y="108688"/>
                </a:lnTo>
                <a:lnTo>
                  <a:pt x="1023565" y="109081"/>
                </a:lnTo>
                <a:lnTo>
                  <a:pt x="1023169" y="109464"/>
                </a:lnTo>
                <a:lnTo>
                  <a:pt x="1022769" y="109836"/>
                </a:lnTo>
                <a:lnTo>
                  <a:pt x="1022365" y="110197"/>
                </a:lnTo>
                <a:lnTo>
                  <a:pt x="1021957" y="110548"/>
                </a:lnTo>
                <a:lnTo>
                  <a:pt x="1021546" y="110888"/>
                </a:lnTo>
                <a:lnTo>
                  <a:pt x="1021130" y="111217"/>
                </a:lnTo>
                <a:lnTo>
                  <a:pt x="1020710" y="111536"/>
                </a:lnTo>
                <a:lnTo>
                  <a:pt x="1020287" y="111844"/>
                </a:lnTo>
                <a:lnTo>
                  <a:pt x="1019859" y="112141"/>
                </a:lnTo>
                <a:lnTo>
                  <a:pt x="1019427" y="112428"/>
                </a:lnTo>
                <a:lnTo>
                  <a:pt x="1018992" y="112705"/>
                </a:lnTo>
                <a:lnTo>
                  <a:pt x="1018552" y="112970"/>
                </a:lnTo>
                <a:lnTo>
                  <a:pt x="1018109" y="113225"/>
                </a:lnTo>
                <a:lnTo>
                  <a:pt x="1017661" y="113470"/>
                </a:lnTo>
                <a:lnTo>
                  <a:pt x="1017210" y="113704"/>
                </a:lnTo>
                <a:lnTo>
                  <a:pt x="1016755" y="113927"/>
                </a:lnTo>
                <a:lnTo>
                  <a:pt x="1016295" y="114140"/>
                </a:lnTo>
                <a:lnTo>
                  <a:pt x="1015830" y="114345"/>
                </a:lnTo>
                <a:lnTo>
                  <a:pt x="1015359" y="114540"/>
                </a:lnTo>
                <a:lnTo>
                  <a:pt x="1014883" y="114726"/>
                </a:lnTo>
                <a:lnTo>
                  <a:pt x="1014402" y="114903"/>
                </a:lnTo>
                <a:lnTo>
                  <a:pt x="1013916" y="115071"/>
                </a:lnTo>
                <a:lnTo>
                  <a:pt x="1013425" y="115230"/>
                </a:lnTo>
                <a:lnTo>
                  <a:pt x="1012928" y="115380"/>
                </a:lnTo>
                <a:lnTo>
                  <a:pt x="1012426" y="115521"/>
                </a:lnTo>
                <a:lnTo>
                  <a:pt x="1011919" y="115652"/>
                </a:lnTo>
                <a:lnTo>
                  <a:pt x="1011407" y="115775"/>
                </a:lnTo>
                <a:lnTo>
                  <a:pt x="1010889" y="115888"/>
                </a:lnTo>
                <a:lnTo>
                  <a:pt x="1010366" y="115993"/>
                </a:lnTo>
                <a:lnTo>
                  <a:pt x="1009838" y="116088"/>
                </a:lnTo>
                <a:lnTo>
                  <a:pt x="1009304" y="116174"/>
                </a:lnTo>
                <a:lnTo>
                  <a:pt x="1008766" y="116252"/>
                </a:lnTo>
                <a:lnTo>
                  <a:pt x="1008222" y="116320"/>
                </a:lnTo>
                <a:lnTo>
                  <a:pt x="1007673" y="116379"/>
                </a:lnTo>
                <a:lnTo>
                  <a:pt x="1007118" y="116429"/>
                </a:lnTo>
                <a:lnTo>
                  <a:pt x="1006559" y="116470"/>
                </a:lnTo>
                <a:lnTo>
                  <a:pt x="1005994" y="116501"/>
                </a:lnTo>
                <a:lnTo>
                  <a:pt x="1005424" y="116524"/>
                </a:lnTo>
                <a:lnTo>
                  <a:pt x="1004849" y="116538"/>
                </a:lnTo>
                <a:lnTo>
                  <a:pt x="1004268" y="116542"/>
                </a:lnTo>
                <a:lnTo>
                  <a:pt x="1003760" y="116538"/>
                </a:lnTo>
                <a:lnTo>
                  <a:pt x="1003257" y="116525"/>
                </a:lnTo>
                <a:lnTo>
                  <a:pt x="1002757" y="116504"/>
                </a:lnTo>
                <a:lnTo>
                  <a:pt x="1002261" y="116474"/>
                </a:lnTo>
                <a:lnTo>
                  <a:pt x="1001768" y="116435"/>
                </a:lnTo>
                <a:lnTo>
                  <a:pt x="1001280" y="116388"/>
                </a:lnTo>
                <a:lnTo>
                  <a:pt x="1000795" y="116332"/>
                </a:lnTo>
                <a:lnTo>
                  <a:pt x="1000315" y="116268"/>
                </a:lnTo>
                <a:lnTo>
                  <a:pt x="999838" y="116195"/>
                </a:lnTo>
                <a:lnTo>
                  <a:pt x="999365" y="116114"/>
                </a:lnTo>
                <a:lnTo>
                  <a:pt x="998895" y="116024"/>
                </a:lnTo>
                <a:lnTo>
                  <a:pt x="998430" y="115925"/>
                </a:lnTo>
                <a:lnTo>
                  <a:pt x="997968" y="115818"/>
                </a:lnTo>
                <a:lnTo>
                  <a:pt x="997511" y="115702"/>
                </a:lnTo>
                <a:lnTo>
                  <a:pt x="997057" y="115578"/>
                </a:lnTo>
                <a:lnTo>
                  <a:pt x="996607" y="115445"/>
                </a:lnTo>
                <a:lnTo>
                  <a:pt x="996160" y="115304"/>
                </a:lnTo>
                <a:lnTo>
                  <a:pt x="995718" y="115154"/>
                </a:lnTo>
                <a:lnTo>
                  <a:pt x="995279" y="114996"/>
                </a:lnTo>
                <a:lnTo>
                  <a:pt x="994845" y="114828"/>
                </a:lnTo>
                <a:lnTo>
                  <a:pt x="994414" y="114653"/>
                </a:lnTo>
                <a:lnTo>
                  <a:pt x="993987" y="114469"/>
                </a:lnTo>
                <a:lnTo>
                  <a:pt x="993564" y="114276"/>
                </a:lnTo>
                <a:lnTo>
                  <a:pt x="993144" y="114074"/>
                </a:lnTo>
                <a:lnTo>
                  <a:pt x="992729" y="113866"/>
                </a:lnTo>
                <a:lnTo>
                  <a:pt x="992319" y="113650"/>
                </a:lnTo>
                <a:lnTo>
                  <a:pt x="991914" y="113429"/>
                </a:lnTo>
                <a:lnTo>
                  <a:pt x="991513" y="113201"/>
                </a:lnTo>
                <a:lnTo>
                  <a:pt x="991118" y="112966"/>
                </a:lnTo>
                <a:lnTo>
                  <a:pt x="990727" y="112725"/>
                </a:lnTo>
                <a:lnTo>
                  <a:pt x="990341" y="112478"/>
                </a:lnTo>
                <a:lnTo>
                  <a:pt x="989960" y="112224"/>
                </a:lnTo>
                <a:lnTo>
                  <a:pt x="989584" y="111964"/>
                </a:lnTo>
                <a:lnTo>
                  <a:pt x="989213" y="111698"/>
                </a:lnTo>
                <a:lnTo>
                  <a:pt x="988846" y="111425"/>
                </a:lnTo>
                <a:lnTo>
                  <a:pt x="988485" y="111146"/>
                </a:lnTo>
                <a:lnTo>
                  <a:pt x="988128" y="110860"/>
                </a:lnTo>
                <a:lnTo>
                  <a:pt x="987776" y="110569"/>
                </a:lnTo>
                <a:lnTo>
                  <a:pt x="987429" y="110270"/>
                </a:lnTo>
                <a:lnTo>
                  <a:pt x="987087" y="109965"/>
                </a:lnTo>
                <a:lnTo>
                  <a:pt x="986750" y="109654"/>
                </a:lnTo>
                <a:lnTo>
                  <a:pt x="986417" y="109337"/>
                </a:lnTo>
                <a:lnTo>
                  <a:pt x="986090" y="109013"/>
                </a:lnTo>
                <a:lnTo>
                  <a:pt x="985767" y="108682"/>
                </a:lnTo>
                <a:lnTo>
                  <a:pt x="985449" y="108346"/>
                </a:lnTo>
                <a:lnTo>
                  <a:pt x="985136" y="108002"/>
                </a:lnTo>
                <a:lnTo>
                  <a:pt x="984828" y="107653"/>
                </a:lnTo>
                <a:lnTo>
                  <a:pt x="984525" y="107297"/>
                </a:lnTo>
                <a:lnTo>
                  <a:pt x="984227" y="106935"/>
                </a:lnTo>
                <a:lnTo>
                  <a:pt x="983935" y="106569"/>
                </a:lnTo>
                <a:lnTo>
                  <a:pt x="983648" y="106197"/>
                </a:lnTo>
                <a:lnTo>
                  <a:pt x="983367" y="105821"/>
                </a:lnTo>
                <a:lnTo>
                  <a:pt x="983091" y="105439"/>
                </a:lnTo>
                <a:lnTo>
                  <a:pt x="982822" y="105052"/>
                </a:lnTo>
                <a:lnTo>
                  <a:pt x="982557" y="104661"/>
                </a:lnTo>
                <a:lnTo>
                  <a:pt x="982299" y="104264"/>
                </a:lnTo>
                <a:lnTo>
                  <a:pt x="982046" y="103863"/>
                </a:lnTo>
                <a:lnTo>
                  <a:pt x="981798" y="103456"/>
                </a:lnTo>
                <a:lnTo>
                  <a:pt x="981557" y="103045"/>
                </a:lnTo>
                <a:lnTo>
                  <a:pt x="981321" y="102628"/>
                </a:lnTo>
                <a:lnTo>
                  <a:pt x="981090" y="102207"/>
                </a:lnTo>
                <a:lnTo>
                  <a:pt x="980865" y="101780"/>
                </a:lnTo>
                <a:lnTo>
                  <a:pt x="980646" y="101349"/>
                </a:lnTo>
                <a:lnTo>
                  <a:pt x="980432" y="100912"/>
                </a:lnTo>
                <a:lnTo>
                  <a:pt x="980224" y="100471"/>
                </a:lnTo>
                <a:lnTo>
                  <a:pt x="980022" y="100025"/>
                </a:lnTo>
                <a:lnTo>
                  <a:pt x="979825" y="99573"/>
                </a:lnTo>
                <a:lnTo>
                  <a:pt x="979634" y="99117"/>
                </a:lnTo>
                <a:lnTo>
                  <a:pt x="979449" y="98655"/>
                </a:lnTo>
                <a:lnTo>
                  <a:pt x="979269" y="98189"/>
                </a:lnTo>
                <a:lnTo>
                  <a:pt x="979095" y="97718"/>
                </a:lnTo>
                <a:lnTo>
                  <a:pt x="978926" y="97241"/>
                </a:lnTo>
                <a:lnTo>
                  <a:pt x="978764" y="96761"/>
                </a:lnTo>
                <a:lnTo>
                  <a:pt x="978609" y="96278"/>
                </a:lnTo>
                <a:lnTo>
                  <a:pt x="978460" y="95792"/>
                </a:lnTo>
                <a:lnTo>
                  <a:pt x="978319" y="95303"/>
                </a:lnTo>
                <a:lnTo>
                  <a:pt x="978184" y="94812"/>
                </a:lnTo>
                <a:lnTo>
                  <a:pt x="978056" y="94318"/>
                </a:lnTo>
                <a:lnTo>
                  <a:pt x="977935" y="93820"/>
                </a:lnTo>
                <a:lnTo>
                  <a:pt x="977821" y="93321"/>
                </a:lnTo>
                <a:lnTo>
                  <a:pt x="977714" y="92818"/>
                </a:lnTo>
                <a:lnTo>
                  <a:pt x="977614" y="92312"/>
                </a:lnTo>
                <a:lnTo>
                  <a:pt x="977521" y="91804"/>
                </a:lnTo>
                <a:lnTo>
                  <a:pt x="977435" y="91293"/>
                </a:lnTo>
                <a:lnTo>
                  <a:pt x="977355" y="90779"/>
                </a:lnTo>
                <a:lnTo>
                  <a:pt x="977283" y="90262"/>
                </a:lnTo>
                <a:lnTo>
                  <a:pt x="977217" y="89742"/>
                </a:lnTo>
                <a:lnTo>
                  <a:pt x="977158" y="89220"/>
                </a:lnTo>
                <a:lnTo>
                  <a:pt x="977107" y="88694"/>
                </a:lnTo>
                <a:lnTo>
                  <a:pt x="977062" y="88166"/>
                </a:lnTo>
                <a:lnTo>
                  <a:pt x="977024" y="87635"/>
                </a:lnTo>
                <a:lnTo>
                  <a:pt x="976993" y="87102"/>
                </a:lnTo>
                <a:lnTo>
                  <a:pt x="976968" y="86565"/>
                </a:lnTo>
                <a:lnTo>
                  <a:pt x="976951" y="86026"/>
                </a:lnTo>
                <a:lnTo>
                  <a:pt x="976941" y="85484"/>
                </a:lnTo>
                <a:lnTo>
                  <a:pt x="976937" y="84939"/>
                </a:lnTo>
                <a:lnTo>
                  <a:pt x="976937" y="83244"/>
                </a:lnTo>
                <a:lnTo>
                  <a:pt x="1033809" y="83244"/>
                </a:lnTo>
                <a:lnTo>
                  <a:pt x="1033809" y="77876"/>
                </a:lnTo>
                <a:lnTo>
                  <a:pt x="1033805" y="77210"/>
                </a:lnTo>
                <a:lnTo>
                  <a:pt x="1033794" y="76549"/>
                </a:lnTo>
                <a:lnTo>
                  <a:pt x="1033777" y="75893"/>
                </a:lnTo>
                <a:lnTo>
                  <a:pt x="1033751" y="75242"/>
                </a:lnTo>
                <a:close/>
                <a:moveTo>
                  <a:pt x="977756" y="72620"/>
                </a:moveTo>
                <a:lnTo>
                  <a:pt x="977861" y="72086"/>
                </a:lnTo>
                <a:lnTo>
                  <a:pt x="977973" y="71557"/>
                </a:lnTo>
                <a:lnTo>
                  <a:pt x="978092" y="71032"/>
                </a:lnTo>
                <a:lnTo>
                  <a:pt x="978216" y="70511"/>
                </a:lnTo>
                <a:lnTo>
                  <a:pt x="978347" y="69995"/>
                </a:lnTo>
                <a:lnTo>
                  <a:pt x="978485" y="69484"/>
                </a:lnTo>
                <a:lnTo>
                  <a:pt x="978629" y="68977"/>
                </a:lnTo>
                <a:lnTo>
                  <a:pt x="978779" y="68474"/>
                </a:lnTo>
                <a:lnTo>
                  <a:pt x="978935" y="67977"/>
                </a:lnTo>
                <a:lnTo>
                  <a:pt x="979096" y="67485"/>
                </a:lnTo>
                <a:lnTo>
                  <a:pt x="979263" y="66998"/>
                </a:lnTo>
                <a:lnTo>
                  <a:pt x="979435" y="66518"/>
                </a:lnTo>
                <a:lnTo>
                  <a:pt x="979612" y="66043"/>
                </a:lnTo>
                <a:lnTo>
                  <a:pt x="979794" y="65573"/>
                </a:lnTo>
                <a:lnTo>
                  <a:pt x="979982" y="65110"/>
                </a:lnTo>
                <a:lnTo>
                  <a:pt x="980175" y="64652"/>
                </a:lnTo>
                <a:lnTo>
                  <a:pt x="980373" y="64199"/>
                </a:lnTo>
                <a:lnTo>
                  <a:pt x="980576" y="63752"/>
                </a:lnTo>
                <a:lnTo>
                  <a:pt x="980784" y="63311"/>
                </a:lnTo>
                <a:lnTo>
                  <a:pt x="980998" y="62875"/>
                </a:lnTo>
                <a:lnTo>
                  <a:pt x="981217" y="62445"/>
                </a:lnTo>
                <a:lnTo>
                  <a:pt x="981442" y="62021"/>
                </a:lnTo>
                <a:lnTo>
                  <a:pt x="981671" y="61602"/>
                </a:lnTo>
                <a:lnTo>
                  <a:pt x="981906" y="61189"/>
                </a:lnTo>
                <a:lnTo>
                  <a:pt x="982146" y="60782"/>
                </a:lnTo>
                <a:lnTo>
                  <a:pt x="982391" y="60380"/>
                </a:lnTo>
                <a:lnTo>
                  <a:pt x="982642" y="59984"/>
                </a:lnTo>
                <a:lnTo>
                  <a:pt x="982897" y="59593"/>
                </a:lnTo>
                <a:lnTo>
                  <a:pt x="983158" y="59208"/>
                </a:lnTo>
                <a:lnTo>
                  <a:pt x="983424" y="58829"/>
                </a:lnTo>
                <a:lnTo>
                  <a:pt x="983696" y="58455"/>
                </a:lnTo>
                <a:lnTo>
                  <a:pt x="983973" y="58087"/>
                </a:lnTo>
                <a:lnTo>
                  <a:pt x="984254" y="57725"/>
                </a:lnTo>
                <a:lnTo>
                  <a:pt x="984540" y="57370"/>
                </a:lnTo>
                <a:lnTo>
                  <a:pt x="984831" y="57023"/>
                </a:lnTo>
                <a:lnTo>
                  <a:pt x="985126" y="56682"/>
                </a:lnTo>
                <a:lnTo>
                  <a:pt x="985425" y="56349"/>
                </a:lnTo>
                <a:lnTo>
                  <a:pt x="985729" y="56022"/>
                </a:lnTo>
                <a:lnTo>
                  <a:pt x="986038" y="55702"/>
                </a:lnTo>
                <a:lnTo>
                  <a:pt x="986350" y="55390"/>
                </a:lnTo>
                <a:lnTo>
                  <a:pt x="986668" y="55084"/>
                </a:lnTo>
                <a:lnTo>
                  <a:pt x="986990" y="54786"/>
                </a:lnTo>
                <a:lnTo>
                  <a:pt x="987316" y="54495"/>
                </a:lnTo>
                <a:lnTo>
                  <a:pt x="987647" y="54210"/>
                </a:lnTo>
                <a:lnTo>
                  <a:pt x="987982" y="53933"/>
                </a:lnTo>
                <a:lnTo>
                  <a:pt x="988322" y="53663"/>
                </a:lnTo>
                <a:lnTo>
                  <a:pt x="988666" y="53399"/>
                </a:lnTo>
                <a:lnTo>
                  <a:pt x="989015" y="53143"/>
                </a:lnTo>
                <a:lnTo>
                  <a:pt x="989368" y="52894"/>
                </a:lnTo>
                <a:lnTo>
                  <a:pt x="989726" y="52652"/>
                </a:lnTo>
                <a:lnTo>
                  <a:pt x="990088" y="52417"/>
                </a:lnTo>
                <a:lnTo>
                  <a:pt x="990454" y="52188"/>
                </a:lnTo>
                <a:lnTo>
                  <a:pt x="990825" y="51967"/>
                </a:lnTo>
                <a:lnTo>
                  <a:pt x="991201" y="51753"/>
                </a:lnTo>
                <a:lnTo>
                  <a:pt x="991581" y="51546"/>
                </a:lnTo>
                <a:lnTo>
                  <a:pt x="991966" y="51346"/>
                </a:lnTo>
                <a:lnTo>
                  <a:pt x="992354" y="51154"/>
                </a:lnTo>
                <a:lnTo>
                  <a:pt x="992746" y="50970"/>
                </a:lnTo>
                <a:lnTo>
                  <a:pt x="993142" y="50794"/>
                </a:lnTo>
                <a:lnTo>
                  <a:pt x="993541" y="50626"/>
                </a:lnTo>
                <a:lnTo>
                  <a:pt x="993944" y="50466"/>
                </a:lnTo>
                <a:lnTo>
                  <a:pt x="994351" y="50315"/>
                </a:lnTo>
                <a:lnTo>
                  <a:pt x="994761" y="50172"/>
                </a:lnTo>
                <a:lnTo>
                  <a:pt x="995174" y="50037"/>
                </a:lnTo>
                <a:lnTo>
                  <a:pt x="995591" y="49910"/>
                </a:lnTo>
                <a:lnTo>
                  <a:pt x="996012" y="49791"/>
                </a:lnTo>
                <a:lnTo>
                  <a:pt x="996436" y="49681"/>
                </a:lnTo>
                <a:lnTo>
                  <a:pt x="996864" y="49578"/>
                </a:lnTo>
                <a:lnTo>
                  <a:pt x="997296" y="49484"/>
                </a:lnTo>
                <a:lnTo>
                  <a:pt x="997731" y="49398"/>
                </a:lnTo>
                <a:lnTo>
                  <a:pt x="998170" y="49320"/>
                </a:lnTo>
                <a:lnTo>
                  <a:pt x="998612" y="49251"/>
                </a:lnTo>
                <a:lnTo>
                  <a:pt x="999058" y="49190"/>
                </a:lnTo>
                <a:lnTo>
                  <a:pt x="999507" y="49136"/>
                </a:lnTo>
                <a:lnTo>
                  <a:pt x="999960" y="49091"/>
                </a:lnTo>
                <a:lnTo>
                  <a:pt x="1000417" y="49054"/>
                </a:lnTo>
                <a:lnTo>
                  <a:pt x="1000877" y="49026"/>
                </a:lnTo>
                <a:lnTo>
                  <a:pt x="1001341" y="49005"/>
                </a:lnTo>
                <a:lnTo>
                  <a:pt x="1001808" y="48993"/>
                </a:lnTo>
                <a:lnTo>
                  <a:pt x="1002279" y="48989"/>
                </a:lnTo>
                <a:lnTo>
                  <a:pt x="1002901" y="48995"/>
                </a:lnTo>
                <a:lnTo>
                  <a:pt x="1003514" y="49015"/>
                </a:lnTo>
                <a:lnTo>
                  <a:pt x="1004118" y="49046"/>
                </a:lnTo>
                <a:lnTo>
                  <a:pt x="1004713" y="49091"/>
                </a:lnTo>
                <a:lnTo>
                  <a:pt x="1005300" y="49148"/>
                </a:lnTo>
                <a:lnTo>
                  <a:pt x="1005877" y="49219"/>
                </a:lnTo>
                <a:lnTo>
                  <a:pt x="1006446" y="49302"/>
                </a:lnTo>
                <a:lnTo>
                  <a:pt x="1007006" y="49397"/>
                </a:lnTo>
                <a:lnTo>
                  <a:pt x="1007557" y="49506"/>
                </a:lnTo>
                <a:lnTo>
                  <a:pt x="1008100" y="49627"/>
                </a:lnTo>
                <a:lnTo>
                  <a:pt x="1008633" y="49761"/>
                </a:lnTo>
                <a:lnTo>
                  <a:pt x="1009158" y="49908"/>
                </a:lnTo>
                <a:lnTo>
                  <a:pt x="1009674" y="50067"/>
                </a:lnTo>
                <a:lnTo>
                  <a:pt x="1010181" y="50239"/>
                </a:lnTo>
                <a:lnTo>
                  <a:pt x="1010679" y="50424"/>
                </a:lnTo>
                <a:lnTo>
                  <a:pt x="1011168" y="50622"/>
                </a:lnTo>
                <a:lnTo>
                  <a:pt x="1011649" y="50832"/>
                </a:lnTo>
                <a:lnTo>
                  <a:pt x="1012121" y="51056"/>
                </a:lnTo>
                <a:lnTo>
                  <a:pt x="1012583" y="51292"/>
                </a:lnTo>
                <a:lnTo>
                  <a:pt x="1013038" y="51541"/>
                </a:lnTo>
                <a:lnTo>
                  <a:pt x="1013483" y="51802"/>
                </a:lnTo>
                <a:lnTo>
                  <a:pt x="1013919" y="52076"/>
                </a:lnTo>
                <a:lnTo>
                  <a:pt x="1014347" y="52363"/>
                </a:lnTo>
                <a:lnTo>
                  <a:pt x="1014766" y="52663"/>
                </a:lnTo>
                <a:lnTo>
                  <a:pt x="1015176" y="52973"/>
                </a:lnTo>
                <a:lnTo>
                  <a:pt x="1015578" y="53290"/>
                </a:lnTo>
                <a:lnTo>
                  <a:pt x="1015971" y="53615"/>
                </a:lnTo>
                <a:lnTo>
                  <a:pt x="1016356" y="53947"/>
                </a:lnTo>
                <a:lnTo>
                  <a:pt x="1016732" y="54287"/>
                </a:lnTo>
                <a:lnTo>
                  <a:pt x="1017100" y="54635"/>
                </a:lnTo>
                <a:lnTo>
                  <a:pt x="1017460" y="54990"/>
                </a:lnTo>
                <a:lnTo>
                  <a:pt x="1017811" y="55352"/>
                </a:lnTo>
                <a:lnTo>
                  <a:pt x="1018153" y="55722"/>
                </a:lnTo>
                <a:lnTo>
                  <a:pt x="1018487" y="56100"/>
                </a:lnTo>
                <a:lnTo>
                  <a:pt x="1018813" y="56485"/>
                </a:lnTo>
                <a:lnTo>
                  <a:pt x="1019130" y="56877"/>
                </a:lnTo>
                <a:lnTo>
                  <a:pt x="1019439" y="57277"/>
                </a:lnTo>
                <a:lnTo>
                  <a:pt x="1019740" y="57685"/>
                </a:lnTo>
                <a:lnTo>
                  <a:pt x="1020032" y="58100"/>
                </a:lnTo>
                <a:lnTo>
                  <a:pt x="1020315" y="58523"/>
                </a:lnTo>
                <a:lnTo>
                  <a:pt x="1020590" y="58953"/>
                </a:lnTo>
                <a:lnTo>
                  <a:pt x="1020857" y="59391"/>
                </a:lnTo>
                <a:lnTo>
                  <a:pt x="1021115" y="59836"/>
                </a:lnTo>
                <a:lnTo>
                  <a:pt x="1021365" y="60289"/>
                </a:lnTo>
                <a:lnTo>
                  <a:pt x="1021606" y="60749"/>
                </a:lnTo>
                <a:lnTo>
                  <a:pt x="1021839" y="61217"/>
                </a:lnTo>
                <a:lnTo>
                  <a:pt x="1022064" y="61693"/>
                </a:lnTo>
                <a:lnTo>
                  <a:pt x="1022280" y="62176"/>
                </a:lnTo>
                <a:lnTo>
                  <a:pt x="1022487" y="62664"/>
                </a:lnTo>
                <a:lnTo>
                  <a:pt x="1022687" y="63155"/>
                </a:lnTo>
                <a:lnTo>
                  <a:pt x="1022878" y="63649"/>
                </a:lnTo>
                <a:lnTo>
                  <a:pt x="1023060" y="64146"/>
                </a:lnTo>
                <a:lnTo>
                  <a:pt x="1023235" y="64646"/>
                </a:lnTo>
                <a:lnTo>
                  <a:pt x="1023401" y="65149"/>
                </a:lnTo>
                <a:lnTo>
                  <a:pt x="1023559" y="65654"/>
                </a:lnTo>
                <a:lnTo>
                  <a:pt x="1023708" y="66163"/>
                </a:lnTo>
                <a:lnTo>
                  <a:pt x="1023849" y="66675"/>
                </a:lnTo>
                <a:lnTo>
                  <a:pt x="1023982" y="67189"/>
                </a:lnTo>
                <a:lnTo>
                  <a:pt x="1024107" y="67707"/>
                </a:lnTo>
                <a:lnTo>
                  <a:pt x="1024223" y="68227"/>
                </a:lnTo>
                <a:lnTo>
                  <a:pt x="1024331" y="68751"/>
                </a:lnTo>
                <a:lnTo>
                  <a:pt x="1024430" y="69277"/>
                </a:lnTo>
                <a:lnTo>
                  <a:pt x="1024521" y="69806"/>
                </a:lnTo>
                <a:lnTo>
                  <a:pt x="1024604" y="70338"/>
                </a:lnTo>
                <a:lnTo>
                  <a:pt x="1024679" y="70873"/>
                </a:lnTo>
                <a:lnTo>
                  <a:pt x="1024745" y="71411"/>
                </a:lnTo>
                <a:lnTo>
                  <a:pt x="1024803" y="71952"/>
                </a:lnTo>
                <a:lnTo>
                  <a:pt x="1024853" y="72496"/>
                </a:lnTo>
                <a:lnTo>
                  <a:pt x="1024894" y="73043"/>
                </a:lnTo>
                <a:lnTo>
                  <a:pt x="1024927" y="73593"/>
                </a:lnTo>
                <a:lnTo>
                  <a:pt x="1024952" y="74146"/>
                </a:lnTo>
                <a:lnTo>
                  <a:pt x="1024969" y="74701"/>
                </a:lnTo>
                <a:lnTo>
                  <a:pt x="1024969" y="75657"/>
                </a:lnTo>
                <a:lnTo>
                  <a:pt x="977288" y="75657"/>
                </a:lnTo>
                <a:lnTo>
                  <a:pt x="977324" y="75357"/>
                </a:lnTo>
                <a:lnTo>
                  <a:pt x="977398" y="74800"/>
                </a:lnTo>
                <a:lnTo>
                  <a:pt x="977478" y="74248"/>
                </a:lnTo>
                <a:lnTo>
                  <a:pt x="977564" y="73701"/>
                </a:lnTo>
                <a:lnTo>
                  <a:pt x="977657" y="73158"/>
                </a:lnTo>
                <a:lnTo>
                  <a:pt x="977756" y="72620"/>
                </a:lnTo>
                <a:close/>
                <a:moveTo>
                  <a:pt x="857372" y="100441"/>
                </a:moveTo>
                <a:lnTo>
                  <a:pt x="857330" y="100578"/>
                </a:lnTo>
                <a:lnTo>
                  <a:pt x="857160" y="101103"/>
                </a:lnTo>
                <a:lnTo>
                  <a:pt x="856981" y="101624"/>
                </a:lnTo>
                <a:lnTo>
                  <a:pt x="856794" y="102142"/>
                </a:lnTo>
                <a:lnTo>
                  <a:pt x="856599" y="102656"/>
                </a:lnTo>
                <a:lnTo>
                  <a:pt x="856394" y="103164"/>
                </a:lnTo>
                <a:lnTo>
                  <a:pt x="856177" y="103664"/>
                </a:lnTo>
                <a:lnTo>
                  <a:pt x="855950" y="104156"/>
                </a:lnTo>
                <a:lnTo>
                  <a:pt x="855711" y="104639"/>
                </a:lnTo>
                <a:lnTo>
                  <a:pt x="855461" y="105113"/>
                </a:lnTo>
                <a:lnTo>
                  <a:pt x="855199" y="105580"/>
                </a:lnTo>
                <a:lnTo>
                  <a:pt x="854926" y="106037"/>
                </a:lnTo>
                <a:lnTo>
                  <a:pt x="854643" y="106487"/>
                </a:lnTo>
                <a:lnTo>
                  <a:pt x="854347" y="106927"/>
                </a:lnTo>
                <a:lnTo>
                  <a:pt x="854041" y="107360"/>
                </a:lnTo>
                <a:lnTo>
                  <a:pt x="853723" y="107784"/>
                </a:lnTo>
                <a:lnTo>
                  <a:pt x="853394" y="108199"/>
                </a:lnTo>
                <a:lnTo>
                  <a:pt x="853054" y="108606"/>
                </a:lnTo>
                <a:lnTo>
                  <a:pt x="852703" y="109005"/>
                </a:lnTo>
                <a:lnTo>
                  <a:pt x="852340" y="109395"/>
                </a:lnTo>
                <a:lnTo>
                  <a:pt x="851966" y="109777"/>
                </a:lnTo>
                <a:lnTo>
                  <a:pt x="851581" y="110150"/>
                </a:lnTo>
                <a:lnTo>
                  <a:pt x="851184" y="110515"/>
                </a:lnTo>
                <a:lnTo>
                  <a:pt x="850777" y="110872"/>
                </a:lnTo>
                <a:lnTo>
                  <a:pt x="850358" y="111220"/>
                </a:lnTo>
                <a:lnTo>
                  <a:pt x="849927" y="111559"/>
                </a:lnTo>
                <a:lnTo>
                  <a:pt x="849486" y="111890"/>
                </a:lnTo>
                <a:lnTo>
                  <a:pt x="849033" y="112213"/>
                </a:lnTo>
                <a:lnTo>
                  <a:pt x="848569" y="112527"/>
                </a:lnTo>
                <a:lnTo>
                  <a:pt x="848092" y="112831"/>
                </a:lnTo>
                <a:lnTo>
                  <a:pt x="847601" y="113122"/>
                </a:lnTo>
                <a:lnTo>
                  <a:pt x="847096" y="113399"/>
                </a:lnTo>
                <a:lnTo>
                  <a:pt x="846577" y="113664"/>
                </a:lnTo>
                <a:lnTo>
                  <a:pt x="846043" y="113916"/>
                </a:lnTo>
                <a:lnTo>
                  <a:pt x="845496" y="114155"/>
                </a:lnTo>
                <a:lnTo>
                  <a:pt x="844934" y="114381"/>
                </a:lnTo>
                <a:lnTo>
                  <a:pt x="844358" y="114594"/>
                </a:lnTo>
                <a:lnTo>
                  <a:pt x="843767" y="114794"/>
                </a:lnTo>
                <a:lnTo>
                  <a:pt x="843163" y="114982"/>
                </a:lnTo>
                <a:lnTo>
                  <a:pt x="842544" y="115156"/>
                </a:lnTo>
                <a:lnTo>
                  <a:pt x="841911" y="115318"/>
                </a:lnTo>
                <a:lnTo>
                  <a:pt x="841264" y="115466"/>
                </a:lnTo>
                <a:lnTo>
                  <a:pt x="840603" y="115602"/>
                </a:lnTo>
                <a:lnTo>
                  <a:pt x="839928" y="115724"/>
                </a:lnTo>
                <a:lnTo>
                  <a:pt x="839238" y="115834"/>
                </a:lnTo>
                <a:lnTo>
                  <a:pt x="838534" y="115931"/>
                </a:lnTo>
                <a:lnTo>
                  <a:pt x="837816" y="116015"/>
                </a:lnTo>
                <a:lnTo>
                  <a:pt x="837084" y="116086"/>
                </a:lnTo>
                <a:lnTo>
                  <a:pt x="836337" y="116144"/>
                </a:lnTo>
                <a:lnTo>
                  <a:pt x="835577" y="116189"/>
                </a:lnTo>
                <a:lnTo>
                  <a:pt x="834802" y="116222"/>
                </a:lnTo>
                <a:lnTo>
                  <a:pt x="834013" y="116241"/>
                </a:lnTo>
                <a:lnTo>
                  <a:pt x="833209" y="116248"/>
                </a:lnTo>
                <a:lnTo>
                  <a:pt x="832891" y="116246"/>
                </a:lnTo>
                <a:lnTo>
                  <a:pt x="832574" y="116240"/>
                </a:lnTo>
                <a:lnTo>
                  <a:pt x="832260" y="116230"/>
                </a:lnTo>
                <a:lnTo>
                  <a:pt x="831947" y="116217"/>
                </a:lnTo>
                <a:lnTo>
                  <a:pt x="831636" y="116200"/>
                </a:lnTo>
                <a:lnTo>
                  <a:pt x="831326" y="116179"/>
                </a:lnTo>
                <a:lnTo>
                  <a:pt x="831019" y="116154"/>
                </a:lnTo>
                <a:lnTo>
                  <a:pt x="830713" y="116125"/>
                </a:lnTo>
                <a:lnTo>
                  <a:pt x="830409" y="116092"/>
                </a:lnTo>
                <a:lnTo>
                  <a:pt x="830107" y="116056"/>
                </a:lnTo>
                <a:lnTo>
                  <a:pt x="829806" y="116015"/>
                </a:lnTo>
                <a:lnTo>
                  <a:pt x="829508" y="115971"/>
                </a:lnTo>
                <a:lnTo>
                  <a:pt x="829211" y="115923"/>
                </a:lnTo>
                <a:lnTo>
                  <a:pt x="828916" y="115872"/>
                </a:lnTo>
                <a:lnTo>
                  <a:pt x="828622" y="115816"/>
                </a:lnTo>
                <a:lnTo>
                  <a:pt x="828331" y="115756"/>
                </a:lnTo>
                <a:lnTo>
                  <a:pt x="828041" y="115693"/>
                </a:lnTo>
                <a:lnTo>
                  <a:pt x="827753" y="115626"/>
                </a:lnTo>
                <a:lnTo>
                  <a:pt x="827467" y="115555"/>
                </a:lnTo>
                <a:lnTo>
                  <a:pt x="827183" y="115480"/>
                </a:lnTo>
                <a:lnTo>
                  <a:pt x="826900" y="115402"/>
                </a:lnTo>
                <a:lnTo>
                  <a:pt x="826620" y="115319"/>
                </a:lnTo>
                <a:lnTo>
                  <a:pt x="826341" y="115233"/>
                </a:lnTo>
                <a:lnTo>
                  <a:pt x="826064" y="115143"/>
                </a:lnTo>
                <a:lnTo>
                  <a:pt x="825789" y="115048"/>
                </a:lnTo>
                <a:lnTo>
                  <a:pt x="825516" y="114948"/>
                </a:lnTo>
                <a:lnTo>
                  <a:pt x="825247" y="114844"/>
                </a:lnTo>
                <a:lnTo>
                  <a:pt x="824980" y="114734"/>
                </a:lnTo>
                <a:lnTo>
                  <a:pt x="824716" y="114620"/>
                </a:lnTo>
                <a:lnTo>
                  <a:pt x="824454" y="114500"/>
                </a:lnTo>
                <a:lnTo>
                  <a:pt x="824196" y="114376"/>
                </a:lnTo>
                <a:lnTo>
                  <a:pt x="823940" y="114246"/>
                </a:lnTo>
                <a:lnTo>
                  <a:pt x="823686" y="114112"/>
                </a:lnTo>
                <a:lnTo>
                  <a:pt x="823435" y="113972"/>
                </a:lnTo>
                <a:lnTo>
                  <a:pt x="823187" y="113828"/>
                </a:lnTo>
                <a:lnTo>
                  <a:pt x="822942" y="113678"/>
                </a:lnTo>
                <a:lnTo>
                  <a:pt x="822699" y="113524"/>
                </a:lnTo>
                <a:lnTo>
                  <a:pt x="822459" y="113365"/>
                </a:lnTo>
                <a:lnTo>
                  <a:pt x="822222" y="113200"/>
                </a:lnTo>
                <a:lnTo>
                  <a:pt x="821987" y="113031"/>
                </a:lnTo>
                <a:lnTo>
                  <a:pt x="821755" y="112856"/>
                </a:lnTo>
                <a:lnTo>
                  <a:pt x="821526" y="112677"/>
                </a:lnTo>
                <a:lnTo>
                  <a:pt x="821300" y="112493"/>
                </a:lnTo>
                <a:lnTo>
                  <a:pt x="821076" y="112303"/>
                </a:lnTo>
                <a:lnTo>
                  <a:pt x="820854" y="112109"/>
                </a:lnTo>
                <a:lnTo>
                  <a:pt x="820636" y="111910"/>
                </a:lnTo>
                <a:lnTo>
                  <a:pt x="820420" y="111705"/>
                </a:lnTo>
                <a:lnTo>
                  <a:pt x="820207" y="111496"/>
                </a:lnTo>
                <a:lnTo>
                  <a:pt x="819997" y="111281"/>
                </a:lnTo>
                <a:lnTo>
                  <a:pt x="819791" y="111060"/>
                </a:lnTo>
                <a:lnTo>
                  <a:pt x="819589" y="110833"/>
                </a:lnTo>
                <a:lnTo>
                  <a:pt x="819391" y="110600"/>
                </a:lnTo>
                <a:lnTo>
                  <a:pt x="819196" y="110360"/>
                </a:lnTo>
                <a:lnTo>
                  <a:pt x="819005" y="110115"/>
                </a:lnTo>
                <a:lnTo>
                  <a:pt x="818818" y="109863"/>
                </a:lnTo>
                <a:lnTo>
                  <a:pt x="818635" y="109605"/>
                </a:lnTo>
                <a:lnTo>
                  <a:pt x="818456" y="109341"/>
                </a:lnTo>
                <a:lnTo>
                  <a:pt x="818281" y="109071"/>
                </a:lnTo>
                <a:lnTo>
                  <a:pt x="818109" y="108795"/>
                </a:lnTo>
                <a:lnTo>
                  <a:pt x="817942" y="108512"/>
                </a:lnTo>
                <a:lnTo>
                  <a:pt x="817778" y="108224"/>
                </a:lnTo>
                <a:lnTo>
                  <a:pt x="817618" y="107929"/>
                </a:lnTo>
                <a:lnTo>
                  <a:pt x="817462" y="107628"/>
                </a:lnTo>
                <a:lnTo>
                  <a:pt x="817309" y="107322"/>
                </a:lnTo>
                <a:lnTo>
                  <a:pt x="817161" y="107008"/>
                </a:lnTo>
                <a:lnTo>
                  <a:pt x="817016" y="106689"/>
                </a:lnTo>
                <a:lnTo>
                  <a:pt x="816875" y="106364"/>
                </a:lnTo>
                <a:lnTo>
                  <a:pt x="816739" y="106032"/>
                </a:lnTo>
                <a:lnTo>
                  <a:pt x="816605" y="105695"/>
                </a:lnTo>
                <a:lnTo>
                  <a:pt x="816476" y="105351"/>
                </a:lnTo>
                <a:lnTo>
                  <a:pt x="816351" y="105001"/>
                </a:lnTo>
                <a:lnTo>
                  <a:pt x="816229" y="104645"/>
                </a:lnTo>
                <a:lnTo>
                  <a:pt x="816112" y="104282"/>
                </a:lnTo>
                <a:lnTo>
                  <a:pt x="816000" y="103913"/>
                </a:lnTo>
                <a:lnTo>
                  <a:pt x="815892" y="103536"/>
                </a:lnTo>
                <a:lnTo>
                  <a:pt x="815790" y="103152"/>
                </a:lnTo>
                <a:lnTo>
                  <a:pt x="815693" y="102761"/>
                </a:lnTo>
                <a:lnTo>
                  <a:pt x="815600" y="102364"/>
                </a:lnTo>
                <a:lnTo>
                  <a:pt x="815513" y="101959"/>
                </a:lnTo>
                <a:lnTo>
                  <a:pt x="815431" y="101547"/>
                </a:lnTo>
                <a:lnTo>
                  <a:pt x="815354" y="101128"/>
                </a:lnTo>
                <a:lnTo>
                  <a:pt x="815281" y="100702"/>
                </a:lnTo>
                <a:lnTo>
                  <a:pt x="815214" y="100269"/>
                </a:lnTo>
                <a:lnTo>
                  <a:pt x="815152" y="99829"/>
                </a:lnTo>
                <a:lnTo>
                  <a:pt x="815094" y="99382"/>
                </a:lnTo>
                <a:lnTo>
                  <a:pt x="815042" y="98928"/>
                </a:lnTo>
                <a:lnTo>
                  <a:pt x="814994" y="98467"/>
                </a:lnTo>
                <a:lnTo>
                  <a:pt x="814952" y="97998"/>
                </a:lnTo>
                <a:lnTo>
                  <a:pt x="814915" y="97523"/>
                </a:lnTo>
                <a:lnTo>
                  <a:pt x="814882" y="97041"/>
                </a:lnTo>
                <a:lnTo>
                  <a:pt x="814855" y="96552"/>
                </a:lnTo>
                <a:lnTo>
                  <a:pt x="814832" y="96055"/>
                </a:lnTo>
                <a:lnTo>
                  <a:pt x="814815" y="95552"/>
                </a:lnTo>
                <a:lnTo>
                  <a:pt x="814802" y="95042"/>
                </a:lnTo>
                <a:lnTo>
                  <a:pt x="814795" y="94524"/>
                </a:lnTo>
                <a:lnTo>
                  <a:pt x="814792" y="94000"/>
                </a:lnTo>
                <a:lnTo>
                  <a:pt x="814792" y="42875"/>
                </a:lnTo>
                <a:lnTo>
                  <a:pt x="806026" y="42875"/>
                </a:lnTo>
                <a:lnTo>
                  <a:pt x="806026" y="93853"/>
                </a:lnTo>
                <a:lnTo>
                  <a:pt x="806029" y="94530"/>
                </a:lnTo>
                <a:lnTo>
                  <a:pt x="806039" y="95199"/>
                </a:lnTo>
                <a:lnTo>
                  <a:pt x="806055" y="95859"/>
                </a:lnTo>
                <a:lnTo>
                  <a:pt x="806078" y="96511"/>
                </a:lnTo>
                <a:lnTo>
                  <a:pt x="806108" y="97154"/>
                </a:lnTo>
                <a:lnTo>
                  <a:pt x="806143" y="97789"/>
                </a:lnTo>
                <a:lnTo>
                  <a:pt x="806186" y="98416"/>
                </a:lnTo>
                <a:lnTo>
                  <a:pt x="806235" y="99034"/>
                </a:lnTo>
                <a:lnTo>
                  <a:pt x="806290" y="99644"/>
                </a:lnTo>
                <a:lnTo>
                  <a:pt x="806352" y="100245"/>
                </a:lnTo>
                <a:lnTo>
                  <a:pt x="806421" y="100838"/>
                </a:lnTo>
                <a:lnTo>
                  <a:pt x="806496" y="101422"/>
                </a:lnTo>
                <a:lnTo>
                  <a:pt x="806577" y="101998"/>
                </a:lnTo>
                <a:lnTo>
                  <a:pt x="806665" y="102565"/>
                </a:lnTo>
                <a:lnTo>
                  <a:pt x="806760" y="103124"/>
                </a:lnTo>
                <a:lnTo>
                  <a:pt x="806861" y="103675"/>
                </a:lnTo>
                <a:lnTo>
                  <a:pt x="806969" y="104217"/>
                </a:lnTo>
                <a:lnTo>
                  <a:pt x="807083" y="104751"/>
                </a:lnTo>
                <a:lnTo>
                  <a:pt x="807203" y="105276"/>
                </a:lnTo>
                <a:lnTo>
                  <a:pt x="807331" y="105793"/>
                </a:lnTo>
                <a:lnTo>
                  <a:pt x="807464" y="106301"/>
                </a:lnTo>
                <a:lnTo>
                  <a:pt x="807604" y="106801"/>
                </a:lnTo>
                <a:lnTo>
                  <a:pt x="807751" y="107293"/>
                </a:lnTo>
                <a:lnTo>
                  <a:pt x="807905" y="107776"/>
                </a:lnTo>
                <a:lnTo>
                  <a:pt x="808064" y="108251"/>
                </a:lnTo>
                <a:lnTo>
                  <a:pt x="808229" y="108718"/>
                </a:lnTo>
                <a:lnTo>
                  <a:pt x="808399" y="109178"/>
                </a:lnTo>
                <a:lnTo>
                  <a:pt x="808575" y="109631"/>
                </a:lnTo>
                <a:lnTo>
                  <a:pt x="808756" y="110076"/>
                </a:lnTo>
                <a:lnTo>
                  <a:pt x="808943" y="110513"/>
                </a:lnTo>
                <a:lnTo>
                  <a:pt x="809135" y="110943"/>
                </a:lnTo>
                <a:lnTo>
                  <a:pt x="809333" y="111365"/>
                </a:lnTo>
                <a:lnTo>
                  <a:pt x="809536" y="111780"/>
                </a:lnTo>
                <a:lnTo>
                  <a:pt x="809745" y="112187"/>
                </a:lnTo>
                <a:lnTo>
                  <a:pt x="809959" y="112587"/>
                </a:lnTo>
                <a:lnTo>
                  <a:pt x="810179" y="112979"/>
                </a:lnTo>
                <a:lnTo>
                  <a:pt x="810404" y="113363"/>
                </a:lnTo>
                <a:lnTo>
                  <a:pt x="810635" y="113740"/>
                </a:lnTo>
                <a:lnTo>
                  <a:pt x="810871" y="114109"/>
                </a:lnTo>
                <a:lnTo>
                  <a:pt x="811113" y="114471"/>
                </a:lnTo>
                <a:lnTo>
                  <a:pt x="811360" y="114826"/>
                </a:lnTo>
                <a:lnTo>
                  <a:pt x="811613" y="115172"/>
                </a:lnTo>
                <a:lnTo>
                  <a:pt x="811872" y="115512"/>
                </a:lnTo>
                <a:lnTo>
                  <a:pt x="812135" y="115843"/>
                </a:lnTo>
                <a:lnTo>
                  <a:pt x="812405" y="116168"/>
                </a:lnTo>
                <a:lnTo>
                  <a:pt x="812679" y="116484"/>
                </a:lnTo>
                <a:lnTo>
                  <a:pt x="812960" y="116793"/>
                </a:lnTo>
                <a:lnTo>
                  <a:pt x="813245" y="117095"/>
                </a:lnTo>
                <a:lnTo>
                  <a:pt x="813536" y="117389"/>
                </a:lnTo>
                <a:lnTo>
                  <a:pt x="813832" y="117677"/>
                </a:lnTo>
                <a:lnTo>
                  <a:pt x="814132" y="117959"/>
                </a:lnTo>
                <a:lnTo>
                  <a:pt x="814437" y="118234"/>
                </a:lnTo>
                <a:lnTo>
                  <a:pt x="814747" y="118502"/>
                </a:lnTo>
                <a:lnTo>
                  <a:pt x="815062" y="118764"/>
                </a:lnTo>
                <a:lnTo>
                  <a:pt x="815381" y="119019"/>
                </a:lnTo>
                <a:lnTo>
                  <a:pt x="815705" y="119268"/>
                </a:lnTo>
                <a:lnTo>
                  <a:pt x="816034" y="119510"/>
                </a:lnTo>
                <a:lnTo>
                  <a:pt x="816367" y="119746"/>
                </a:lnTo>
                <a:lnTo>
                  <a:pt x="816706" y="119975"/>
                </a:lnTo>
                <a:lnTo>
                  <a:pt x="817049" y="120198"/>
                </a:lnTo>
                <a:lnTo>
                  <a:pt x="817396" y="120414"/>
                </a:lnTo>
                <a:lnTo>
                  <a:pt x="817749" y="120624"/>
                </a:lnTo>
                <a:lnTo>
                  <a:pt x="818106" y="120827"/>
                </a:lnTo>
                <a:lnTo>
                  <a:pt x="818468" y="121024"/>
                </a:lnTo>
                <a:lnTo>
                  <a:pt x="818834" y="121214"/>
                </a:lnTo>
                <a:lnTo>
                  <a:pt x="819206" y="121397"/>
                </a:lnTo>
                <a:lnTo>
                  <a:pt x="819582" y="121574"/>
                </a:lnTo>
                <a:lnTo>
                  <a:pt x="819962" y="121745"/>
                </a:lnTo>
                <a:lnTo>
                  <a:pt x="820348" y="121909"/>
                </a:lnTo>
                <a:lnTo>
                  <a:pt x="820738" y="122067"/>
                </a:lnTo>
                <a:lnTo>
                  <a:pt x="821133" y="122218"/>
                </a:lnTo>
                <a:lnTo>
                  <a:pt x="821533" y="122362"/>
                </a:lnTo>
                <a:lnTo>
                  <a:pt x="821937" y="122500"/>
                </a:lnTo>
                <a:lnTo>
                  <a:pt x="822344" y="122633"/>
                </a:lnTo>
                <a:lnTo>
                  <a:pt x="822755" y="122759"/>
                </a:lnTo>
                <a:lnTo>
                  <a:pt x="823169" y="122880"/>
                </a:lnTo>
                <a:lnTo>
                  <a:pt x="823587" y="122994"/>
                </a:lnTo>
                <a:lnTo>
                  <a:pt x="824008" y="123103"/>
                </a:lnTo>
                <a:lnTo>
                  <a:pt x="824432" y="123206"/>
                </a:lnTo>
                <a:lnTo>
                  <a:pt x="824860" y="123303"/>
                </a:lnTo>
                <a:lnTo>
                  <a:pt x="825292" y="123394"/>
                </a:lnTo>
                <a:lnTo>
                  <a:pt x="825727" y="123480"/>
                </a:lnTo>
                <a:lnTo>
                  <a:pt x="826165" y="123559"/>
                </a:lnTo>
                <a:lnTo>
                  <a:pt x="826607" y="123633"/>
                </a:lnTo>
                <a:lnTo>
                  <a:pt x="827052" y="123700"/>
                </a:lnTo>
                <a:lnTo>
                  <a:pt x="827501" y="123762"/>
                </a:lnTo>
                <a:lnTo>
                  <a:pt x="827953" y="123818"/>
                </a:lnTo>
                <a:lnTo>
                  <a:pt x="828409" y="123868"/>
                </a:lnTo>
                <a:lnTo>
                  <a:pt x="828868" y="123912"/>
                </a:lnTo>
                <a:lnTo>
                  <a:pt x="829330" y="123950"/>
                </a:lnTo>
                <a:lnTo>
                  <a:pt x="829796" y="123983"/>
                </a:lnTo>
                <a:lnTo>
                  <a:pt x="830266" y="124009"/>
                </a:lnTo>
                <a:lnTo>
                  <a:pt x="830739" y="124030"/>
                </a:lnTo>
                <a:lnTo>
                  <a:pt x="831215" y="124045"/>
                </a:lnTo>
                <a:lnTo>
                  <a:pt x="831695" y="124053"/>
                </a:lnTo>
                <a:lnTo>
                  <a:pt x="832178" y="124056"/>
                </a:lnTo>
                <a:lnTo>
                  <a:pt x="832874" y="124052"/>
                </a:lnTo>
                <a:lnTo>
                  <a:pt x="833561" y="124038"/>
                </a:lnTo>
                <a:lnTo>
                  <a:pt x="834240" y="124015"/>
                </a:lnTo>
                <a:lnTo>
                  <a:pt x="834910" y="123984"/>
                </a:lnTo>
                <a:lnTo>
                  <a:pt x="835572" y="123943"/>
                </a:lnTo>
                <a:lnTo>
                  <a:pt x="836225" y="123893"/>
                </a:lnTo>
                <a:lnTo>
                  <a:pt x="836870" y="123834"/>
                </a:lnTo>
                <a:lnTo>
                  <a:pt x="837507" y="123766"/>
                </a:lnTo>
                <a:lnTo>
                  <a:pt x="838135" y="123689"/>
                </a:lnTo>
                <a:lnTo>
                  <a:pt x="838754" y="123602"/>
                </a:lnTo>
                <a:lnTo>
                  <a:pt x="839366" y="123507"/>
                </a:lnTo>
                <a:lnTo>
                  <a:pt x="839968" y="123403"/>
                </a:lnTo>
                <a:lnTo>
                  <a:pt x="840563" y="123289"/>
                </a:lnTo>
                <a:lnTo>
                  <a:pt x="841149" y="123166"/>
                </a:lnTo>
                <a:lnTo>
                  <a:pt x="841726" y="123035"/>
                </a:lnTo>
                <a:lnTo>
                  <a:pt x="842295" y="122894"/>
                </a:lnTo>
                <a:lnTo>
                  <a:pt x="842856" y="122744"/>
                </a:lnTo>
                <a:lnTo>
                  <a:pt x="843408" y="122585"/>
                </a:lnTo>
                <a:lnTo>
                  <a:pt x="843951" y="122417"/>
                </a:lnTo>
                <a:lnTo>
                  <a:pt x="844487" y="122240"/>
                </a:lnTo>
                <a:lnTo>
                  <a:pt x="845013" y="122054"/>
                </a:lnTo>
                <a:lnTo>
                  <a:pt x="845532" y="121859"/>
                </a:lnTo>
                <a:lnTo>
                  <a:pt x="846042" y="121655"/>
                </a:lnTo>
                <a:lnTo>
                  <a:pt x="846543" y="121441"/>
                </a:lnTo>
                <a:lnTo>
                  <a:pt x="847037" y="121220"/>
                </a:lnTo>
                <a:lnTo>
                  <a:pt x="847522" y="120991"/>
                </a:lnTo>
                <a:lnTo>
                  <a:pt x="848000" y="120755"/>
                </a:lnTo>
                <a:lnTo>
                  <a:pt x="848471" y="120512"/>
                </a:lnTo>
                <a:lnTo>
                  <a:pt x="848934" y="120262"/>
                </a:lnTo>
                <a:lnTo>
                  <a:pt x="849389" y="120005"/>
                </a:lnTo>
                <a:lnTo>
                  <a:pt x="849836" y="119740"/>
                </a:lnTo>
                <a:lnTo>
                  <a:pt x="850276" y="119468"/>
                </a:lnTo>
                <a:lnTo>
                  <a:pt x="850708" y="119190"/>
                </a:lnTo>
                <a:lnTo>
                  <a:pt x="851132" y="118904"/>
                </a:lnTo>
                <a:lnTo>
                  <a:pt x="851549" y="118611"/>
                </a:lnTo>
                <a:lnTo>
                  <a:pt x="851958" y="118310"/>
                </a:lnTo>
                <a:lnTo>
                  <a:pt x="852359" y="118003"/>
                </a:lnTo>
                <a:lnTo>
                  <a:pt x="852753" y="117688"/>
                </a:lnTo>
                <a:lnTo>
                  <a:pt x="853139" y="117366"/>
                </a:lnTo>
                <a:lnTo>
                  <a:pt x="853517" y="117037"/>
                </a:lnTo>
                <a:lnTo>
                  <a:pt x="853888" y="116701"/>
                </a:lnTo>
                <a:lnTo>
                  <a:pt x="854251" y="116358"/>
                </a:lnTo>
                <a:lnTo>
                  <a:pt x="854606" y="116008"/>
                </a:lnTo>
                <a:lnTo>
                  <a:pt x="854954" y="115650"/>
                </a:lnTo>
                <a:lnTo>
                  <a:pt x="855294" y="115285"/>
                </a:lnTo>
                <a:lnTo>
                  <a:pt x="855626" y="114913"/>
                </a:lnTo>
                <a:lnTo>
                  <a:pt x="855950" y="114534"/>
                </a:lnTo>
                <a:lnTo>
                  <a:pt x="856267" y="114148"/>
                </a:lnTo>
                <a:lnTo>
                  <a:pt x="856577" y="113755"/>
                </a:lnTo>
                <a:lnTo>
                  <a:pt x="856880" y="113357"/>
                </a:lnTo>
                <a:lnTo>
                  <a:pt x="857176" y="112952"/>
                </a:lnTo>
                <a:lnTo>
                  <a:pt x="857464" y="112542"/>
                </a:lnTo>
                <a:lnTo>
                  <a:pt x="857538" y="112434"/>
                </a:lnTo>
                <a:lnTo>
                  <a:pt x="857741" y="122583"/>
                </a:lnTo>
                <a:lnTo>
                  <a:pt x="866286" y="122583"/>
                </a:lnTo>
                <a:lnTo>
                  <a:pt x="866286" y="42875"/>
                </a:lnTo>
                <a:lnTo>
                  <a:pt x="857372" y="42875"/>
                </a:lnTo>
                <a:lnTo>
                  <a:pt x="857372" y="100441"/>
                </a:lnTo>
                <a:close/>
                <a:moveTo>
                  <a:pt x="890632" y="122583"/>
                </a:moveTo>
                <a:lnTo>
                  <a:pt x="899473" y="122583"/>
                </a:lnTo>
                <a:lnTo>
                  <a:pt x="899473" y="42875"/>
                </a:lnTo>
                <a:lnTo>
                  <a:pt x="890632" y="42875"/>
                </a:lnTo>
                <a:lnTo>
                  <a:pt x="890632" y="122583"/>
                </a:lnTo>
                <a:close/>
                <a:moveTo>
                  <a:pt x="1059486" y="67502"/>
                </a:moveTo>
                <a:lnTo>
                  <a:pt x="1059613" y="67093"/>
                </a:lnTo>
                <a:lnTo>
                  <a:pt x="1059746" y="66686"/>
                </a:lnTo>
                <a:lnTo>
                  <a:pt x="1059883" y="66280"/>
                </a:lnTo>
                <a:lnTo>
                  <a:pt x="1060026" y="65877"/>
                </a:lnTo>
                <a:lnTo>
                  <a:pt x="1060175" y="65476"/>
                </a:lnTo>
                <a:lnTo>
                  <a:pt x="1060329" y="65077"/>
                </a:lnTo>
                <a:lnTo>
                  <a:pt x="1060488" y="64680"/>
                </a:lnTo>
                <a:lnTo>
                  <a:pt x="1060653" y="64285"/>
                </a:lnTo>
                <a:lnTo>
                  <a:pt x="1060823" y="63892"/>
                </a:lnTo>
                <a:lnTo>
                  <a:pt x="1060998" y="63502"/>
                </a:lnTo>
                <a:lnTo>
                  <a:pt x="1061179" y="63113"/>
                </a:lnTo>
                <a:lnTo>
                  <a:pt x="1061365" y="62726"/>
                </a:lnTo>
                <a:lnTo>
                  <a:pt x="1061556" y="62341"/>
                </a:lnTo>
                <a:lnTo>
                  <a:pt x="1061753" y="61959"/>
                </a:lnTo>
                <a:lnTo>
                  <a:pt x="1061955" y="61578"/>
                </a:lnTo>
                <a:lnTo>
                  <a:pt x="1062163" y="61199"/>
                </a:lnTo>
                <a:lnTo>
                  <a:pt x="1062376" y="60823"/>
                </a:lnTo>
                <a:lnTo>
                  <a:pt x="1062594" y="60448"/>
                </a:lnTo>
                <a:lnTo>
                  <a:pt x="1062818" y="60076"/>
                </a:lnTo>
                <a:lnTo>
                  <a:pt x="1063047" y="59706"/>
                </a:lnTo>
                <a:lnTo>
                  <a:pt x="1063281" y="59337"/>
                </a:lnTo>
                <a:lnTo>
                  <a:pt x="1063521" y="58971"/>
                </a:lnTo>
                <a:lnTo>
                  <a:pt x="1063767" y="58609"/>
                </a:lnTo>
                <a:lnTo>
                  <a:pt x="1064018" y="58252"/>
                </a:lnTo>
                <a:lnTo>
                  <a:pt x="1064276" y="57900"/>
                </a:lnTo>
                <a:lnTo>
                  <a:pt x="1064540" y="57555"/>
                </a:lnTo>
                <a:lnTo>
                  <a:pt x="1064810" y="57215"/>
                </a:lnTo>
                <a:lnTo>
                  <a:pt x="1065087" y="56881"/>
                </a:lnTo>
                <a:lnTo>
                  <a:pt x="1065369" y="56552"/>
                </a:lnTo>
                <a:lnTo>
                  <a:pt x="1065657" y="56229"/>
                </a:lnTo>
                <a:lnTo>
                  <a:pt x="1065952" y="55911"/>
                </a:lnTo>
                <a:lnTo>
                  <a:pt x="1066253" y="55600"/>
                </a:lnTo>
                <a:lnTo>
                  <a:pt x="1066560" y="55293"/>
                </a:lnTo>
                <a:lnTo>
                  <a:pt x="1066873" y="54993"/>
                </a:lnTo>
                <a:lnTo>
                  <a:pt x="1067192" y="54698"/>
                </a:lnTo>
                <a:lnTo>
                  <a:pt x="1067518" y="54409"/>
                </a:lnTo>
                <a:lnTo>
                  <a:pt x="1067849" y="54125"/>
                </a:lnTo>
                <a:lnTo>
                  <a:pt x="1068187" y="53847"/>
                </a:lnTo>
                <a:lnTo>
                  <a:pt x="1068530" y="53575"/>
                </a:lnTo>
                <a:lnTo>
                  <a:pt x="1068880" y="53308"/>
                </a:lnTo>
                <a:lnTo>
                  <a:pt x="1069236" y="53047"/>
                </a:lnTo>
                <a:lnTo>
                  <a:pt x="1069599" y="52791"/>
                </a:lnTo>
                <a:lnTo>
                  <a:pt x="1069967" y="52541"/>
                </a:lnTo>
                <a:lnTo>
                  <a:pt x="1070341" y="52297"/>
                </a:lnTo>
                <a:lnTo>
                  <a:pt x="1070722" y="52058"/>
                </a:lnTo>
                <a:lnTo>
                  <a:pt x="1071109" y="51825"/>
                </a:lnTo>
                <a:lnTo>
                  <a:pt x="1071502" y="51600"/>
                </a:lnTo>
                <a:lnTo>
                  <a:pt x="1071903" y="51384"/>
                </a:lnTo>
                <a:lnTo>
                  <a:pt x="1072311" y="51178"/>
                </a:lnTo>
                <a:lnTo>
                  <a:pt x="1072726" y="50981"/>
                </a:lnTo>
                <a:lnTo>
                  <a:pt x="1073149" y="50794"/>
                </a:lnTo>
                <a:lnTo>
                  <a:pt x="1073579" y="50617"/>
                </a:lnTo>
                <a:lnTo>
                  <a:pt x="1074016" y="50449"/>
                </a:lnTo>
                <a:lnTo>
                  <a:pt x="1074461" y="50290"/>
                </a:lnTo>
                <a:lnTo>
                  <a:pt x="1074913" y="50142"/>
                </a:lnTo>
                <a:lnTo>
                  <a:pt x="1075372" y="50003"/>
                </a:lnTo>
                <a:lnTo>
                  <a:pt x="1075838" y="49873"/>
                </a:lnTo>
                <a:lnTo>
                  <a:pt x="1076312" y="49753"/>
                </a:lnTo>
                <a:lnTo>
                  <a:pt x="1076793" y="49643"/>
                </a:lnTo>
                <a:lnTo>
                  <a:pt x="1077281" y="49542"/>
                </a:lnTo>
                <a:lnTo>
                  <a:pt x="1077776" y="49451"/>
                </a:lnTo>
                <a:lnTo>
                  <a:pt x="1078279" y="49370"/>
                </a:lnTo>
                <a:lnTo>
                  <a:pt x="1078789" y="49298"/>
                </a:lnTo>
                <a:lnTo>
                  <a:pt x="1079307" y="49235"/>
                </a:lnTo>
                <a:lnTo>
                  <a:pt x="1079831" y="49183"/>
                </a:lnTo>
                <a:lnTo>
                  <a:pt x="1080363" y="49139"/>
                </a:lnTo>
                <a:lnTo>
                  <a:pt x="1080903" y="49106"/>
                </a:lnTo>
                <a:lnTo>
                  <a:pt x="1081449" y="49082"/>
                </a:lnTo>
                <a:lnTo>
                  <a:pt x="1082003" y="49067"/>
                </a:lnTo>
                <a:lnTo>
                  <a:pt x="1082564" y="49063"/>
                </a:lnTo>
                <a:lnTo>
                  <a:pt x="1083041" y="49066"/>
                </a:lnTo>
                <a:lnTo>
                  <a:pt x="1083512" y="49076"/>
                </a:lnTo>
                <a:lnTo>
                  <a:pt x="1083979" y="49093"/>
                </a:lnTo>
                <a:lnTo>
                  <a:pt x="1084442" y="49116"/>
                </a:lnTo>
                <a:lnTo>
                  <a:pt x="1084899" y="49146"/>
                </a:lnTo>
                <a:lnTo>
                  <a:pt x="1085352" y="49182"/>
                </a:lnTo>
                <a:lnTo>
                  <a:pt x="1085800" y="49226"/>
                </a:lnTo>
                <a:lnTo>
                  <a:pt x="1086243" y="49275"/>
                </a:lnTo>
                <a:lnTo>
                  <a:pt x="1086682" y="49332"/>
                </a:lnTo>
                <a:lnTo>
                  <a:pt x="1087116" y="49395"/>
                </a:lnTo>
                <a:lnTo>
                  <a:pt x="1087545" y="49465"/>
                </a:lnTo>
                <a:lnTo>
                  <a:pt x="1087970" y="49542"/>
                </a:lnTo>
                <a:lnTo>
                  <a:pt x="1088389" y="49625"/>
                </a:lnTo>
                <a:lnTo>
                  <a:pt x="1088804" y="49714"/>
                </a:lnTo>
                <a:lnTo>
                  <a:pt x="1089214" y="49811"/>
                </a:lnTo>
                <a:lnTo>
                  <a:pt x="1089620" y="49914"/>
                </a:lnTo>
                <a:lnTo>
                  <a:pt x="1090021" y="50024"/>
                </a:lnTo>
                <a:lnTo>
                  <a:pt x="1090417" y="50140"/>
                </a:lnTo>
                <a:lnTo>
                  <a:pt x="1090808" y="50263"/>
                </a:lnTo>
                <a:lnTo>
                  <a:pt x="1091195" y="50393"/>
                </a:lnTo>
                <a:lnTo>
                  <a:pt x="1091576" y="50529"/>
                </a:lnTo>
                <a:lnTo>
                  <a:pt x="1091953" y="50672"/>
                </a:lnTo>
                <a:lnTo>
                  <a:pt x="1092326" y="50822"/>
                </a:lnTo>
                <a:lnTo>
                  <a:pt x="1092693" y="50978"/>
                </a:lnTo>
                <a:lnTo>
                  <a:pt x="1093055" y="51142"/>
                </a:lnTo>
                <a:lnTo>
                  <a:pt x="1093411" y="51315"/>
                </a:lnTo>
                <a:lnTo>
                  <a:pt x="1093759" y="51497"/>
                </a:lnTo>
                <a:lnTo>
                  <a:pt x="1094101" y="51688"/>
                </a:lnTo>
                <a:lnTo>
                  <a:pt x="1094437" y="51888"/>
                </a:lnTo>
                <a:lnTo>
                  <a:pt x="1094765" y="52097"/>
                </a:lnTo>
                <a:lnTo>
                  <a:pt x="1095087" y="52315"/>
                </a:lnTo>
                <a:lnTo>
                  <a:pt x="1095403" y="52541"/>
                </a:lnTo>
                <a:lnTo>
                  <a:pt x="1095712" y="52777"/>
                </a:lnTo>
                <a:lnTo>
                  <a:pt x="1096014" y="53022"/>
                </a:lnTo>
                <a:lnTo>
                  <a:pt x="1096309" y="53275"/>
                </a:lnTo>
                <a:lnTo>
                  <a:pt x="1096598" y="53538"/>
                </a:lnTo>
                <a:lnTo>
                  <a:pt x="1096880" y="53809"/>
                </a:lnTo>
                <a:lnTo>
                  <a:pt x="1097155" y="54090"/>
                </a:lnTo>
                <a:lnTo>
                  <a:pt x="1097424" y="54379"/>
                </a:lnTo>
                <a:lnTo>
                  <a:pt x="1097686" y="54678"/>
                </a:lnTo>
                <a:lnTo>
                  <a:pt x="1097942" y="54985"/>
                </a:lnTo>
                <a:lnTo>
                  <a:pt x="1098191" y="55301"/>
                </a:lnTo>
                <a:lnTo>
                  <a:pt x="1098433" y="55627"/>
                </a:lnTo>
                <a:lnTo>
                  <a:pt x="1098669" y="55961"/>
                </a:lnTo>
                <a:lnTo>
                  <a:pt x="1098898" y="56304"/>
                </a:lnTo>
                <a:lnTo>
                  <a:pt x="1099120" y="56656"/>
                </a:lnTo>
                <a:lnTo>
                  <a:pt x="1099336" y="57017"/>
                </a:lnTo>
                <a:lnTo>
                  <a:pt x="1099545" y="57387"/>
                </a:lnTo>
                <a:lnTo>
                  <a:pt x="1099746" y="57768"/>
                </a:lnTo>
                <a:lnTo>
                  <a:pt x="1099939" y="58160"/>
                </a:lnTo>
                <a:lnTo>
                  <a:pt x="1100123" y="58565"/>
                </a:lnTo>
                <a:lnTo>
                  <a:pt x="1100299" y="58981"/>
                </a:lnTo>
                <a:lnTo>
                  <a:pt x="1100466" y="59410"/>
                </a:lnTo>
                <a:lnTo>
                  <a:pt x="1100624" y="59850"/>
                </a:lnTo>
                <a:lnTo>
                  <a:pt x="1100774" y="60303"/>
                </a:lnTo>
                <a:lnTo>
                  <a:pt x="1100916" y="60768"/>
                </a:lnTo>
                <a:lnTo>
                  <a:pt x="1101048" y="61244"/>
                </a:lnTo>
                <a:lnTo>
                  <a:pt x="1101173" y="61733"/>
                </a:lnTo>
                <a:lnTo>
                  <a:pt x="1101288" y="62234"/>
                </a:lnTo>
                <a:lnTo>
                  <a:pt x="1101395" y="62746"/>
                </a:lnTo>
                <a:lnTo>
                  <a:pt x="1101494" y="63271"/>
                </a:lnTo>
                <a:lnTo>
                  <a:pt x="1101584" y="63808"/>
                </a:lnTo>
                <a:lnTo>
                  <a:pt x="1101665" y="64357"/>
                </a:lnTo>
                <a:lnTo>
                  <a:pt x="1101738" y="64918"/>
                </a:lnTo>
                <a:lnTo>
                  <a:pt x="1101802" y="65490"/>
                </a:lnTo>
                <a:lnTo>
                  <a:pt x="1101858" y="66075"/>
                </a:lnTo>
                <a:lnTo>
                  <a:pt x="1101905" y="66672"/>
                </a:lnTo>
                <a:lnTo>
                  <a:pt x="1101944" y="67281"/>
                </a:lnTo>
                <a:lnTo>
                  <a:pt x="1101974" y="67902"/>
                </a:lnTo>
                <a:lnTo>
                  <a:pt x="1101995" y="68535"/>
                </a:lnTo>
                <a:lnTo>
                  <a:pt x="1102008" y="69180"/>
                </a:lnTo>
                <a:lnTo>
                  <a:pt x="1102012" y="69837"/>
                </a:lnTo>
                <a:lnTo>
                  <a:pt x="1102012" y="122583"/>
                </a:lnTo>
                <a:lnTo>
                  <a:pt x="1110779" y="122583"/>
                </a:lnTo>
                <a:lnTo>
                  <a:pt x="1110779" y="69801"/>
                </a:lnTo>
                <a:lnTo>
                  <a:pt x="1110792" y="69661"/>
                </a:lnTo>
                <a:lnTo>
                  <a:pt x="1110826" y="69358"/>
                </a:lnTo>
                <a:lnTo>
                  <a:pt x="1110864" y="69054"/>
                </a:lnTo>
                <a:lnTo>
                  <a:pt x="1110907" y="68750"/>
                </a:lnTo>
                <a:lnTo>
                  <a:pt x="1110955" y="68445"/>
                </a:lnTo>
                <a:lnTo>
                  <a:pt x="1111007" y="68140"/>
                </a:lnTo>
                <a:lnTo>
                  <a:pt x="1111065" y="67835"/>
                </a:lnTo>
                <a:lnTo>
                  <a:pt x="1111127" y="67528"/>
                </a:lnTo>
                <a:lnTo>
                  <a:pt x="1111193" y="67222"/>
                </a:lnTo>
                <a:lnTo>
                  <a:pt x="1111265" y="66915"/>
                </a:lnTo>
                <a:lnTo>
                  <a:pt x="1111341" y="66607"/>
                </a:lnTo>
                <a:lnTo>
                  <a:pt x="1111422" y="66299"/>
                </a:lnTo>
                <a:lnTo>
                  <a:pt x="1111507" y="65990"/>
                </a:lnTo>
                <a:lnTo>
                  <a:pt x="1111598" y="65681"/>
                </a:lnTo>
                <a:lnTo>
                  <a:pt x="1111693" y="65371"/>
                </a:lnTo>
                <a:lnTo>
                  <a:pt x="1111793" y="65061"/>
                </a:lnTo>
                <a:lnTo>
                  <a:pt x="1111897" y="64750"/>
                </a:lnTo>
                <a:lnTo>
                  <a:pt x="1112006" y="64438"/>
                </a:lnTo>
                <a:lnTo>
                  <a:pt x="1112120" y="64127"/>
                </a:lnTo>
                <a:lnTo>
                  <a:pt x="1112239" y="63814"/>
                </a:lnTo>
                <a:lnTo>
                  <a:pt x="1112363" y="63502"/>
                </a:lnTo>
                <a:lnTo>
                  <a:pt x="1112491" y="63189"/>
                </a:lnTo>
                <a:lnTo>
                  <a:pt x="1112624" y="62879"/>
                </a:lnTo>
                <a:lnTo>
                  <a:pt x="1112762" y="62570"/>
                </a:lnTo>
                <a:lnTo>
                  <a:pt x="1112905" y="62262"/>
                </a:lnTo>
                <a:lnTo>
                  <a:pt x="1113053" y="61957"/>
                </a:lnTo>
                <a:lnTo>
                  <a:pt x="1113205" y="61653"/>
                </a:lnTo>
                <a:lnTo>
                  <a:pt x="1113363" y="61351"/>
                </a:lnTo>
                <a:lnTo>
                  <a:pt x="1113525" y="61050"/>
                </a:lnTo>
                <a:lnTo>
                  <a:pt x="1113692" y="60751"/>
                </a:lnTo>
                <a:lnTo>
                  <a:pt x="1113864" y="60454"/>
                </a:lnTo>
                <a:lnTo>
                  <a:pt x="1114041" y="60158"/>
                </a:lnTo>
                <a:lnTo>
                  <a:pt x="1114223" y="59864"/>
                </a:lnTo>
                <a:lnTo>
                  <a:pt x="1114409" y="59572"/>
                </a:lnTo>
                <a:lnTo>
                  <a:pt x="1114601" y="59281"/>
                </a:lnTo>
                <a:lnTo>
                  <a:pt x="1114797" y="58992"/>
                </a:lnTo>
                <a:lnTo>
                  <a:pt x="1114998" y="58705"/>
                </a:lnTo>
                <a:lnTo>
                  <a:pt x="1115204" y="58419"/>
                </a:lnTo>
                <a:lnTo>
                  <a:pt x="1115415" y="58135"/>
                </a:lnTo>
                <a:lnTo>
                  <a:pt x="1115631" y="57853"/>
                </a:lnTo>
                <a:lnTo>
                  <a:pt x="1115852" y="57572"/>
                </a:lnTo>
                <a:lnTo>
                  <a:pt x="1116077" y="57293"/>
                </a:lnTo>
                <a:lnTo>
                  <a:pt x="1116308" y="57016"/>
                </a:lnTo>
                <a:lnTo>
                  <a:pt x="1116543" y="56740"/>
                </a:lnTo>
                <a:lnTo>
                  <a:pt x="1116783" y="56466"/>
                </a:lnTo>
                <a:lnTo>
                  <a:pt x="1117028" y="56195"/>
                </a:lnTo>
                <a:lnTo>
                  <a:pt x="1117278" y="55929"/>
                </a:lnTo>
                <a:lnTo>
                  <a:pt x="1117533" y="55666"/>
                </a:lnTo>
                <a:lnTo>
                  <a:pt x="1117793" y="55408"/>
                </a:lnTo>
                <a:lnTo>
                  <a:pt x="1118058" y="55155"/>
                </a:lnTo>
                <a:lnTo>
                  <a:pt x="1118328" y="54905"/>
                </a:lnTo>
                <a:lnTo>
                  <a:pt x="1118602" y="54661"/>
                </a:lnTo>
                <a:lnTo>
                  <a:pt x="1118882" y="54420"/>
                </a:lnTo>
                <a:lnTo>
                  <a:pt x="1119167" y="54184"/>
                </a:lnTo>
                <a:lnTo>
                  <a:pt x="1119457" y="53952"/>
                </a:lnTo>
                <a:lnTo>
                  <a:pt x="1119752" y="53724"/>
                </a:lnTo>
                <a:lnTo>
                  <a:pt x="1120052" y="53501"/>
                </a:lnTo>
                <a:lnTo>
                  <a:pt x="1120357" y="53282"/>
                </a:lnTo>
                <a:lnTo>
                  <a:pt x="1120666" y="53068"/>
                </a:lnTo>
                <a:lnTo>
                  <a:pt x="1120981" y="52858"/>
                </a:lnTo>
                <a:lnTo>
                  <a:pt x="1121301" y="52652"/>
                </a:lnTo>
                <a:lnTo>
                  <a:pt x="1121626" y="52450"/>
                </a:lnTo>
                <a:lnTo>
                  <a:pt x="1121956" y="52253"/>
                </a:lnTo>
                <a:lnTo>
                  <a:pt x="1122290" y="52061"/>
                </a:lnTo>
                <a:lnTo>
                  <a:pt x="1122630" y="51872"/>
                </a:lnTo>
                <a:lnTo>
                  <a:pt x="1122975" y="51688"/>
                </a:lnTo>
                <a:lnTo>
                  <a:pt x="1123325" y="51509"/>
                </a:lnTo>
                <a:lnTo>
                  <a:pt x="1123679" y="51333"/>
                </a:lnTo>
                <a:lnTo>
                  <a:pt x="1124039" y="51162"/>
                </a:lnTo>
                <a:lnTo>
                  <a:pt x="1124404" y="50997"/>
                </a:lnTo>
                <a:lnTo>
                  <a:pt x="1124773" y="50838"/>
                </a:lnTo>
                <a:lnTo>
                  <a:pt x="1125148" y="50686"/>
                </a:lnTo>
                <a:lnTo>
                  <a:pt x="1125527" y="50541"/>
                </a:lnTo>
                <a:lnTo>
                  <a:pt x="1125911" y="50403"/>
                </a:lnTo>
                <a:lnTo>
                  <a:pt x="1126300" y="50271"/>
                </a:lnTo>
                <a:lnTo>
                  <a:pt x="1126694" y="50147"/>
                </a:lnTo>
                <a:lnTo>
                  <a:pt x="1127092" y="50029"/>
                </a:lnTo>
                <a:lnTo>
                  <a:pt x="1127496" y="49917"/>
                </a:lnTo>
                <a:lnTo>
                  <a:pt x="1127904" y="49813"/>
                </a:lnTo>
                <a:lnTo>
                  <a:pt x="1128317" y="49715"/>
                </a:lnTo>
                <a:lnTo>
                  <a:pt x="1128735" y="49624"/>
                </a:lnTo>
                <a:lnTo>
                  <a:pt x="1129158" y="49540"/>
                </a:lnTo>
                <a:lnTo>
                  <a:pt x="1129586" y="49463"/>
                </a:lnTo>
                <a:lnTo>
                  <a:pt x="1130019" y="49392"/>
                </a:lnTo>
                <a:lnTo>
                  <a:pt x="1130456" y="49329"/>
                </a:lnTo>
                <a:lnTo>
                  <a:pt x="1130899" y="49272"/>
                </a:lnTo>
                <a:lnTo>
                  <a:pt x="1131346" y="49222"/>
                </a:lnTo>
                <a:lnTo>
                  <a:pt x="1131798" y="49178"/>
                </a:lnTo>
                <a:lnTo>
                  <a:pt x="1132255" y="49141"/>
                </a:lnTo>
                <a:lnTo>
                  <a:pt x="1132717" y="49112"/>
                </a:lnTo>
                <a:lnTo>
                  <a:pt x="1133184" y="49088"/>
                </a:lnTo>
                <a:lnTo>
                  <a:pt x="1133655" y="49072"/>
                </a:lnTo>
                <a:lnTo>
                  <a:pt x="1134132" y="49063"/>
                </a:lnTo>
                <a:lnTo>
                  <a:pt x="1134614" y="49066"/>
                </a:lnTo>
                <a:lnTo>
                  <a:pt x="1135091" y="49075"/>
                </a:lnTo>
                <a:lnTo>
                  <a:pt x="1135563" y="49091"/>
                </a:lnTo>
                <a:lnTo>
                  <a:pt x="1136031" y="49114"/>
                </a:lnTo>
                <a:lnTo>
                  <a:pt x="1136492" y="49143"/>
                </a:lnTo>
                <a:lnTo>
                  <a:pt x="1136949" y="49178"/>
                </a:lnTo>
                <a:lnTo>
                  <a:pt x="1137401" y="49219"/>
                </a:lnTo>
                <a:lnTo>
                  <a:pt x="1137848" y="49267"/>
                </a:lnTo>
                <a:lnTo>
                  <a:pt x="1138289" y="49322"/>
                </a:lnTo>
                <a:lnTo>
                  <a:pt x="1138726" y="49382"/>
                </a:lnTo>
                <a:lnTo>
                  <a:pt x="1139157" y="49450"/>
                </a:lnTo>
                <a:lnTo>
                  <a:pt x="1139583" y="49523"/>
                </a:lnTo>
                <a:lnTo>
                  <a:pt x="1140004" y="49603"/>
                </a:lnTo>
                <a:lnTo>
                  <a:pt x="1140420" y="49689"/>
                </a:lnTo>
                <a:lnTo>
                  <a:pt x="1140831" y="49782"/>
                </a:lnTo>
                <a:lnTo>
                  <a:pt x="1141236" y="49881"/>
                </a:lnTo>
                <a:lnTo>
                  <a:pt x="1141637" y="49987"/>
                </a:lnTo>
                <a:lnTo>
                  <a:pt x="1142032" y="50099"/>
                </a:lnTo>
                <a:lnTo>
                  <a:pt x="1142423" y="50217"/>
                </a:lnTo>
                <a:lnTo>
                  <a:pt x="1142808" y="50342"/>
                </a:lnTo>
                <a:lnTo>
                  <a:pt x="1143188" y="50473"/>
                </a:lnTo>
                <a:lnTo>
                  <a:pt x="1143563" y="50610"/>
                </a:lnTo>
                <a:lnTo>
                  <a:pt x="1143933" y="50754"/>
                </a:lnTo>
                <a:lnTo>
                  <a:pt x="1144298" y="50904"/>
                </a:lnTo>
                <a:lnTo>
                  <a:pt x="1144657" y="51063"/>
                </a:lnTo>
                <a:lnTo>
                  <a:pt x="1145009" y="51231"/>
                </a:lnTo>
                <a:lnTo>
                  <a:pt x="1145355" y="51409"/>
                </a:lnTo>
                <a:lnTo>
                  <a:pt x="1145694" y="51597"/>
                </a:lnTo>
                <a:lnTo>
                  <a:pt x="1146027" y="51795"/>
                </a:lnTo>
                <a:lnTo>
                  <a:pt x="1146353" y="52002"/>
                </a:lnTo>
                <a:lnTo>
                  <a:pt x="1146673" y="52220"/>
                </a:lnTo>
                <a:lnTo>
                  <a:pt x="1146987" y="52447"/>
                </a:lnTo>
                <a:lnTo>
                  <a:pt x="1147293" y="52684"/>
                </a:lnTo>
                <a:lnTo>
                  <a:pt x="1147594" y="52931"/>
                </a:lnTo>
                <a:lnTo>
                  <a:pt x="1147887" y="53188"/>
                </a:lnTo>
                <a:lnTo>
                  <a:pt x="1148174" y="53455"/>
                </a:lnTo>
                <a:lnTo>
                  <a:pt x="1148455" y="53732"/>
                </a:lnTo>
                <a:lnTo>
                  <a:pt x="1148729" y="54018"/>
                </a:lnTo>
                <a:lnTo>
                  <a:pt x="1148997" y="54314"/>
                </a:lnTo>
                <a:lnTo>
                  <a:pt x="1149258" y="54620"/>
                </a:lnTo>
                <a:lnTo>
                  <a:pt x="1149513" y="54936"/>
                </a:lnTo>
                <a:lnTo>
                  <a:pt x="1149761" y="55262"/>
                </a:lnTo>
                <a:lnTo>
                  <a:pt x="1150002" y="55598"/>
                </a:lnTo>
                <a:lnTo>
                  <a:pt x="1150237" y="55943"/>
                </a:lnTo>
                <a:lnTo>
                  <a:pt x="1150466" y="56299"/>
                </a:lnTo>
                <a:lnTo>
                  <a:pt x="1150688" y="56664"/>
                </a:lnTo>
                <a:lnTo>
                  <a:pt x="1150903" y="57039"/>
                </a:lnTo>
                <a:lnTo>
                  <a:pt x="1151112" y="57424"/>
                </a:lnTo>
                <a:lnTo>
                  <a:pt x="1151313" y="57820"/>
                </a:lnTo>
                <a:lnTo>
                  <a:pt x="1151506" y="58229"/>
                </a:lnTo>
                <a:lnTo>
                  <a:pt x="1151690" y="58652"/>
                </a:lnTo>
                <a:lnTo>
                  <a:pt x="1151866" y="59087"/>
                </a:lnTo>
                <a:lnTo>
                  <a:pt x="1152033" y="59535"/>
                </a:lnTo>
                <a:lnTo>
                  <a:pt x="1152192" y="59995"/>
                </a:lnTo>
                <a:lnTo>
                  <a:pt x="1152342" y="60469"/>
                </a:lnTo>
                <a:lnTo>
                  <a:pt x="1152483" y="60956"/>
                </a:lnTo>
                <a:lnTo>
                  <a:pt x="1152616" y="61456"/>
                </a:lnTo>
                <a:lnTo>
                  <a:pt x="1152740" y="61968"/>
                </a:lnTo>
                <a:lnTo>
                  <a:pt x="1152856" y="62494"/>
                </a:lnTo>
                <a:lnTo>
                  <a:pt x="1152963" y="63032"/>
                </a:lnTo>
                <a:lnTo>
                  <a:pt x="1153061" y="63583"/>
                </a:lnTo>
                <a:lnTo>
                  <a:pt x="1153151" y="64147"/>
                </a:lnTo>
                <a:lnTo>
                  <a:pt x="1153233" y="64725"/>
                </a:lnTo>
                <a:lnTo>
                  <a:pt x="1153306" y="65315"/>
                </a:lnTo>
                <a:lnTo>
                  <a:pt x="1153370" y="65918"/>
                </a:lnTo>
                <a:lnTo>
                  <a:pt x="1153426" y="66533"/>
                </a:lnTo>
                <a:lnTo>
                  <a:pt x="1153473" y="67162"/>
                </a:lnTo>
                <a:lnTo>
                  <a:pt x="1153511" y="67804"/>
                </a:lnTo>
                <a:lnTo>
                  <a:pt x="1153541" y="68459"/>
                </a:lnTo>
                <a:lnTo>
                  <a:pt x="1153563" y="69126"/>
                </a:lnTo>
                <a:lnTo>
                  <a:pt x="1153576" y="69807"/>
                </a:lnTo>
                <a:lnTo>
                  <a:pt x="1153580" y="70500"/>
                </a:lnTo>
                <a:lnTo>
                  <a:pt x="1153580" y="122583"/>
                </a:lnTo>
                <a:lnTo>
                  <a:pt x="1162420" y="122583"/>
                </a:lnTo>
                <a:lnTo>
                  <a:pt x="1162420" y="70574"/>
                </a:lnTo>
                <a:lnTo>
                  <a:pt x="1162417" y="69933"/>
                </a:lnTo>
                <a:lnTo>
                  <a:pt x="1162408" y="69300"/>
                </a:lnTo>
                <a:lnTo>
                  <a:pt x="1162392" y="68674"/>
                </a:lnTo>
                <a:lnTo>
                  <a:pt x="1162371" y="68057"/>
                </a:lnTo>
                <a:lnTo>
                  <a:pt x="1162343" y="67447"/>
                </a:lnTo>
                <a:lnTo>
                  <a:pt x="1162309" y="66844"/>
                </a:lnTo>
                <a:lnTo>
                  <a:pt x="1162269" y="66249"/>
                </a:lnTo>
                <a:lnTo>
                  <a:pt x="1162223" y="65662"/>
                </a:lnTo>
                <a:lnTo>
                  <a:pt x="1162171" y="65083"/>
                </a:lnTo>
                <a:lnTo>
                  <a:pt x="1162113" y="64511"/>
                </a:lnTo>
                <a:lnTo>
                  <a:pt x="1162048" y="63947"/>
                </a:lnTo>
                <a:lnTo>
                  <a:pt x="1161978" y="63391"/>
                </a:lnTo>
                <a:lnTo>
                  <a:pt x="1161901" y="62842"/>
                </a:lnTo>
                <a:lnTo>
                  <a:pt x="1161818" y="62301"/>
                </a:lnTo>
                <a:lnTo>
                  <a:pt x="1161729" y="61768"/>
                </a:lnTo>
                <a:lnTo>
                  <a:pt x="1161634" y="61242"/>
                </a:lnTo>
                <a:lnTo>
                  <a:pt x="1161533" y="60724"/>
                </a:lnTo>
                <a:lnTo>
                  <a:pt x="1161425" y="60214"/>
                </a:lnTo>
                <a:lnTo>
                  <a:pt x="1161312" y="59711"/>
                </a:lnTo>
                <a:lnTo>
                  <a:pt x="1161192" y="59217"/>
                </a:lnTo>
                <a:lnTo>
                  <a:pt x="1161066" y="58729"/>
                </a:lnTo>
                <a:lnTo>
                  <a:pt x="1160934" y="58250"/>
                </a:lnTo>
                <a:lnTo>
                  <a:pt x="1160796" y="57778"/>
                </a:lnTo>
                <a:lnTo>
                  <a:pt x="1160652" y="57313"/>
                </a:lnTo>
                <a:lnTo>
                  <a:pt x="1160502" y="56856"/>
                </a:lnTo>
                <a:lnTo>
                  <a:pt x="1160346" y="56406"/>
                </a:lnTo>
                <a:lnTo>
                  <a:pt x="1160185" y="55963"/>
                </a:lnTo>
                <a:lnTo>
                  <a:pt x="1160019" y="55527"/>
                </a:lnTo>
                <a:lnTo>
                  <a:pt x="1159846" y="55098"/>
                </a:lnTo>
                <a:lnTo>
                  <a:pt x="1159669" y="54675"/>
                </a:lnTo>
                <a:lnTo>
                  <a:pt x="1159486" y="54260"/>
                </a:lnTo>
                <a:lnTo>
                  <a:pt x="1159297" y="53851"/>
                </a:lnTo>
                <a:lnTo>
                  <a:pt x="1159103" y="53449"/>
                </a:lnTo>
                <a:lnTo>
                  <a:pt x="1158904" y="53055"/>
                </a:lnTo>
                <a:lnTo>
                  <a:pt x="1158698" y="52667"/>
                </a:lnTo>
                <a:lnTo>
                  <a:pt x="1158488" y="52286"/>
                </a:lnTo>
                <a:lnTo>
                  <a:pt x="1158272" y="51912"/>
                </a:lnTo>
                <a:lnTo>
                  <a:pt x="1158050" y="51544"/>
                </a:lnTo>
                <a:lnTo>
                  <a:pt x="1157823" y="51184"/>
                </a:lnTo>
                <a:lnTo>
                  <a:pt x="1157591" y="50831"/>
                </a:lnTo>
                <a:lnTo>
                  <a:pt x="1157353" y="50484"/>
                </a:lnTo>
                <a:lnTo>
                  <a:pt x="1157109" y="50145"/>
                </a:lnTo>
                <a:lnTo>
                  <a:pt x="1156860" y="49812"/>
                </a:lnTo>
                <a:lnTo>
                  <a:pt x="1156605" y="49486"/>
                </a:lnTo>
                <a:lnTo>
                  <a:pt x="1156345" y="49167"/>
                </a:lnTo>
                <a:lnTo>
                  <a:pt x="1156080" y="48855"/>
                </a:lnTo>
                <a:lnTo>
                  <a:pt x="1155809" y="48550"/>
                </a:lnTo>
                <a:lnTo>
                  <a:pt x="1155532" y="48252"/>
                </a:lnTo>
                <a:lnTo>
                  <a:pt x="1155250" y="47961"/>
                </a:lnTo>
                <a:lnTo>
                  <a:pt x="1154963" y="47676"/>
                </a:lnTo>
                <a:lnTo>
                  <a:pt x="1154670" y="47398"/>
                </a:lnTo>
                <a:lnTo>
                  <a:pt x="1154373" y="47126"/>
                </a:lnTo>
                <a:lnTo>
                  <a:pt x="1154070" y="46860"/>
                </a:lnTo>
                <a:lnTo>
                  <a:pt x="1153762" y="46602"/>
                </a:lnTo>
                <a:lnTo>
                  <a:pt x="1153448" y="46349"/>
                </a:lnTo>
                <a:lnTo>
                  <a:pt x="1153130" y="46104"/>
                </a:lnTo>
                <a:lnTo>
                  <a:pt x="1152806" y="45864"/>
                </a:lnTo>
                <a:lnTo>
                  <a:pt x="1152477" y="45632"/>
                </a:lnTo>
                <a:lnTo>
                  <a:pt x="1152142" y="45406"/>
                </a:lnTo>
                <a:lnTo>
                  <a:pt x="1151803" y="45186"/>
                </a:lnTo>
                <a:lnTo>
                  <a:pt x="1151458" y="44973"/>
                </a:lnTo>
                <a:lnTo>
                  <a:pt x="1151108" y="44766"/>
                </a:lnTo>
                <a:lnTo>
                  <a:pt x="1150752" y="44566"/>
                </a:lnTo>
                <a:lnTo>
                  <a:pt x="1150392" y="44372"/>
                </a:lnTo>
                <a:lnTo>
                  <a:pt x="1150026" y="44185"/>
                </a:lnTo>
                <a:lnTo>
                  <a:pt x="1149655" y="44005"/>
                </a:lnTo>
                <a:lnTo>
                  <a:pt x="1149278" y="43831"/>
                </a:lnTo>
                <a:lnTo>
                  <a:pt x="1148897" y="43663"/>
                </a:lnTo>
                <a:lnTo>
                  <a:pt x="1148510" y="43502"/>
                </a:lnTo>
                <a:lnTo>
                  <a:pt x="1148118" y="43348"/>
                </a:lnTo>
                <a:lnTo>
                  <a:pt x="1147721" y="43200"/>
                </a:lnTo>
                <a:lnTo>
                  <a:pt x="1147318" y="43059"/>
                </a:lnTo>
                <a:lnTo>
                  <a:pt x="1146911" y="42924"/>
                </a:lnTo>
                <a:lnTo>
                  <a:pt x="1146498" y="42794"/>
                </a:lnTo>
                <a:lnTo>
                  <a:pt x="1146082" y="42670"/>
                </a:lnTo>
                <a:lnTo>
                  <a:pt x="1145661" y="42552"/>
                </a:lnTo>
                <a:lnTo>
                  <a:pt x="1145235" y="42440"/>
                </a:lnTo>
                <a:lnTo>
                  <a:pt x="1144804" y="42334"/>
                </a:lnTo>
                <a:lnTo>
                  <a:pt x="1144369" y="42233"/>
                </a:lnTo>
                <a:lnTo>
                  <a:pt x="1143929" y="42138"/>
                </a:lnTo>
                <a:lnTo>
                  <a:pt x="1143485" y="42049"/>
                </a:lnTo>
                <a:lnTo>
                  <a:pt x="1143036" y="41965"/>
                </a:lnTo>
                <a:lnTo>
                  <a:pt x="1142583" y="41888"/>
                </a:lnTo>
                <a:lnTo>
                  <a:pt x="1142124" y="41816"/>
                </a:lnTo>
                <a:lnTo>
                  <a:pt x="1141662" y="41749"/>
                </a:lnTo>
                <a:lnTo>
                  <a:pt x="1141194" y="41689"/>
                </a:lnTo>
                <a:lnTo>
                  <a:pt x="1140722" y="41634"/>
                </a:lnTo>
                <a:lnTo>
                  <a:pt x="1140246" y="41585"/>
                </a:lnTo>
                <a:lnTo>
                  <a:pt x="1139765" y="41542"/>
                </a:lnTo>
                <a:lnTo>
                  <a:pt x="1139279" y="41505"/>
                </a:lnTo>
                <a:lnTo>
                  <a:pt x="1138789" y="41473"/>
                </a:lnTo>
                <a:lnTo>
                  <a:pt x="1138294" y="41447"/>
                </a:lnTo>
                <a:lnTo>
                  <a:pt x="1137794" y="41427"/>
                </a:lnTo>
                <a:lnTo>
                  <a:pt x="1137290" y="41413"/>
                </a:lnTo>
                <a:lnTo>
                  <a:pt x="1136781" y="41404"/>
                </a:lnTo>
                <a:lnTo>
                  <a:pt x="1136268" y="41401"/>
                </a:lnTo>
                <a:lnTo>
                  <a:pt x="1135681" y="41405"/>
                </a:lnTo>
                <a:lnTo>
                  <a:pt x="1135099" y="41418"/>
                </a:lnTo>
                <a:lnTo>
                  <a:pt x="1134522" y="41439"/>
                </a:lnTo>
                <a:lnTo>
                  <a:pt x="1133950" y="41469"/>
                </a:lnTo>
                <a:lnTo>
                  <a:pt x="1133384" y="41507"/>
                </a:lnTo>
                <a:lnTo>
                  <a:pt x="1132822" y="41553"/>
                </a:lnTo>
                <a:lnTo>
                  <a:pt x="1132265" y="41608"/>
                </a:lnTo>
                <a:lnTo>
                  <a:pt x="1131713" y="41671"/>
                </a:lnTo>
                <a:lnTo>
                  <a:pt x="1131166" y="41743"/>
                </a:lnTo>
                <a:lnTo>
                  <a:pt x="1130624" y="41823"/>
                </a:lnTo>
                <a:lnTo>
                  <a:pt x="1130087" y="41912"/>
                </a:lnTo>
                <a:lnTo>
                  <a:pt x="1129555" y="42009"/>
                </a:lnTo>
                <a:lnTo>
                  <a:pt x="1129028" y="42114"/>
                </a:lnTo>
                <a:lnTo>
                  <a:pt x="1128506" y="42228"/>
                </a:lnTo>
                <a:lnTo>
                  <a:pt x="1127989" y="42351"/>
                </a:lnTo>
                <a:lnTo>
                  <a:pt x="1127477" y="42482"/>
                </a:lnTo>
                <a:lnTo>
                  <a:pt x="1126970" y="42621"/>
                </a:lnTo>
                <a:lnTo>
                  <a:pt x="1126468" y="42769"/>
                </a:lnTo>
                <a:lnTo>
                  <a:pt x="1125971" y="42925"/>
                </a:lnTo>
                <a:lnTo>
                  <a:pt x="1125479" y="43089"/>
                </a:lnTo>
                <a:lnTo>
                  <a:pt x="1124992" y="43262"/>
                </a:lnTo>
                <a:lnTo>
                  <a:pt x="1124509" y="43444"/>
                </a:lnTo>
                <a:lnTo>
                  <a:pt x="1124032" y="43634"/>
                </a:lnTo>
                <a:lnTo>
                  <a:pt x="1123560" y="43832"/>
                </a:lnTo>
                <a:lnTo>
                  <a:pt x="1123093" y="44038"/>
                </a:lnTo>
                <a:lnTo>
                  <a:pt x="1122632" y="44249"/>
                </a:lnTo>
                <a:lnTo>
                  <a:pt x="1122176" y="44467"/>
                </a:lnTo>
                <a:lnTo>
                  <a:pt x="1121726" y="44691"/>
                </a:lnTo>
                <a:lnTo>
                  <a:pt x="1121281" y="44920"/>
                </a:lnTo>
                <a:lnTo>
                  <a:pt x="1120841" y="45156"/>
                </a:lnTo>
                <a:lnTo>
                  <a:pt x="1120408" y="45398"/>
                </a:lnTo>
                <a:lnTo>
                  <a:pt x="1119979" y="45645"/>
                </a:lnTo>
                <a:lnTo>
                  <a:pt x="1119556" y="45899"/>
                </a:lnTo>
                <a:lnTo>
                  <a:pt x="1119139" y="46159"/>
                </a:lnTo>
                <a:lnTo>
                  <a:pt x="1118727" y="46424"/>
                </a:lnTo>
                <a:lnTo>
                  <a:pt x="1118321" y="46696"/>
                </a:lnTo>
                <a:lnTo>
                  <a:pt x="1117920" y="46974"/>
                </a:lnTo>
                <a:lnTo>
                  <a:pt x="1117524" y="47258"/>
                </a:lnTo>
                <a:lnTo>
                  <a:pt x="1117134" y="47547"/>
                </a:lnTo>
                <a:lnTo>
                  <a:pt x="1116750" y="47843"/>
                </a:lnTo>
                <a:lnTo>
                  <a:pt x="1116371" y="48145"/>
                </a:lnTo>
                <a:lnTo>
                  <a:pt x="1115998" y="48453"/>
                </a:lnTo>
                <a:lnTo>
                  <a:pt x="1115630" y="48766"/>
                </a:lnTo>
                <a:lnTo>
                  <a:pt x="1115267" y="49086"/>
                </a:lnTo>
                <a:lnTo>
                  <a:pt x="1114911" y="49412"/>
                </a:lnTo>
                <a:lnTo>
                  <a:pt x="1114559" y="49744"/>
                </a:lnTo>
                <a:lnTo>
                  <a:pt x="1114213" y="50082"/>
                </a:lnTo>
                <a:lnTo>
                  <a:pt x="1113873" y="50426"/>
                </a:lnTo>
                <a:lnTo>
                  <a:pt x="1113538" y="50774"/>
                </a:lnTo>
                <a:lnTo>
                  <a:pt x="1113210" y="51127"/>
                </a:lnTo>
                <a:lnTo>
                  <a:pt x="1112887" y="51484"/>
                </a:lnTo>
                <a:lnTo>
                  <a:pt x="1112570" y="51845"/>
                </a:lnTo>
                <a:lnTo>
                  <a:pt x="1112260" y="52209"/>
                </a:lnTo>
                <a:lnTo>
                  <a:pt x="1111955" y="52578"/>
                </a:lnTo>
                <a:lnTo>
                  <a:pt x="1111657" y="52951"/>
                </a:lnTo>
                <a:lnTo>
                  <a:pt x="1111364" y="53327"/>
                </a:lnTo>
                <a:lnTo>
                  <a:pt x="1111078" y="53708"/>
                </a:lnTo>
                <a:lnTo>
                  <a:pt x="1110797" y="54092"/>
                </a:lnTo>
                <a:lnTo>
                  <a:pt x="1110523" y="54481"/>
                </a:lnTo>
                <a:lnTo>
                  <a:pt x="1110254" y="54873"/>
                </a:lnTo>
                <a:lnTo>
                  <a:pt x="1109991" y="55270"/>
                </a:lnTo>
                <a:lnTo>
                  <a:pt x="1109735" y="55670"/>
                </a:lnTo>
                <a:lnTo>
                  <a:pt x="1109485" y="56074"/>
                </a:lnTo>
                <a:lnTo>
                  <a:pt x="1109240" y="56483"/>
                </a:lnTo>
                <a:lnTo>
                  <a:pt x="1109043" y="56823"/>
                </a:lnTo>
                <a:lnTo>
                  <a:pt x="1108974" y="56614"/>
                </a:lnTo>
                <a:lnTo>
                  <a:pt x="1108821" y="56172"/>
                </a:lnTo>
                <a:lnTo>
                  <a:pt x="1108662" y="55737"/>
                </a:lnTo>
                <a:lnTo>
                  <a:pt x="1108498" y="55309"/>
                </a:lnTo>
                <a:lnTo>
                  <a:pt x="1108328" y="54889"/>
                </a:lnTo>
                <a:lnTo>
                  <a:pt x="1108153" y="54475"/>
                </a:lnTo>
                <a:lnTo>
                  <a:pt x="1107973" y="54067"/>
                </a:lnTo>
                <a:lnTo>
                  <a:pt x="1107786" y="53667"/>
                </a:lnTo>
                <a:lnTo>
                  <a:pt x="1107595" y="53274"/>
                </a:lnTo>
                <a:lnTo>
                  <a:pt x="1107398" y="52888"/>
                </a:lnTo>
                <a:lnTo>
                  <a:pt x="1107195" y="52508"/>
                </a:lnTo>
                <a:lnTo>
                  <a:pt x="1106987" y="52136"/>
                </a:lnTo>
                <a:lnTo>
                  <a:pt x="1106773" y="51770"/>
                </a:lnTo>
                <a:lnTo>
                  <a:pt x="1106554" y="51411"/>
                </a:lnTo>
                <a:lnTo>
                  <a:pt x="1106329" y="51059"/>
                </a:lnTo>
                <a:lnTo>
                  <a:pt x="1106099" y="50714"/>
                </a:lnTo>
                <a:lnTo>
                  <a:pt x="1105864" y="50376"/>
                </a:lnTo>
                <a:lnTo>
                  <a:pt x="1105622" y="50045"/>
                </a:lnTo>
                <a:lnTo>
                  <a:pt x="1105376" y="49721"/>
                </a:lnTo>
                <a:lnTo>
                  <a:pt x="1105124" y="49404"/>
                </a:lnTo>
                <a:lnTo>
                  <a:pt x="1104866" y="49093"/>
                </a:lnTo>
                <a:lnTo>
                  <a:pt x="1104603" y="48790"/>
                </a:lnTo>
                <a:lnTo>
                  <a:pt x="1104334" y="48493"/>
                </a:lnTo>
                <a:lnTo>
                  <a:pt x="1104060" y="48204"/>
                </a:lnTo>
                <a:lnTo>
                  <a:pt x="1103780" y="47921"/>
                </a:lnTo>
                <a:lnTo>
                  <a:pt x="1103496" y="47645"/>
                </a:lnTo>
                <a:lnTo>
                  <a:pt x="1103206" y="47374"/>
                </a:lnTo>
                <a:lnTo>
                  <a:pt x="1102913" y="47110"/>
                </a:lnTo>
                <a:lnTo>
                  <a:pt x="1102614" y="46853"/>
                </a:lnTo>
                <a:lnTo>
                  <a:pt x="1102311" y="46601"/>
                </a:lnTo>
                <a:lnTo>
                  <a:pt x="1102003" y="46355"/>
                </a:lnTo>
                <a:lnTo>
                  <a:pt x="1101691" y="46116"/>
                </a:lnTo>
                <a:lnTo>
                  <a:pt x="1101374" y="45883"/>
                </a:lnTo>
                <a:lnTo>
                  <a:pt x="1101052" y="45656"/>
                </a:lnTo>
                <a:lnTo>
                  <a:pt x="1100726" y="45435"/>
                </a:lnTo>
                <a:lnTo>
                  <a:pt x="1100396" y="45220"/>
                </a:lnTo>
                <a:lnTo>
                  <a:pt x="1100060" y="45011"/>
                </a:lnTo>
                <a:lnTo>
                  <a:pt x="1099720" y="44808"/>
                </a:lnTo>
                <a:lnTo>
                  <a:pt x="1099376" y="44612"/>
                </a:lnTo>
                <a:lnTo>
                  <a:pt x="1099027" y="44422"/>
                </a:lnTo>
                <a:lnTo>
                  <a:pt x="1098673" y="44237"/>
                </a:lnTo>
                <a:lnTo>
                  <a:pt x="1098314" y="44059"/>
                </a:lnTo>
                <a:lnTo>
                  <a:pt x="1097951" y="43888"/>
                </a:lnTo>
                <a:lnTo>
                  <a:pt x="1097584" y="43722"/>
                </a:lnTo>
                <a:lnTo>
                  <a:pt x="1097212" y="43562"/>
                </a:lnTo>
                <a:lnTo>
                  <a:pt x="1096835" y="43409"/>
                </a:lnTo>
                <a:lnTo>
                  <a:pt x="1096454" y="43261"/>
                </a:lnTo>
                <a:lnTo>
                  <a:pt x="1096068" y="43120"/>
                </a:lnTo>
                <a:lnTo>
                  <a:pt x="1095677" y="42985"/>
                </a:lnTo>
                <a:lnTo>
                  <a:pt x="1095282" y="42856"/>
                </a:lnTo>
                <a:lnTo>
                  <a:pt x="1094884" y="42732"/>
                </a:lnTo>
                <a:lnTo>
                  <a:pt x="1094481" y="42614"/>
                </a:lnTo>
                <a:lnTo>
                  <a:pt x="1094075" y="42501"/>
                </a:lnTo>
                <a:lnTo>
                  <a:pt x="1093665" y="42394"/>
                </a:lnTo>
                <a:lnTo>
                  <a:pt x="1093251" y="42292"/>
                </a:lnTo>
                <a:lnTo>
                  <a:pt x="1092833" y="42196"/>
                </a:lnTo>
                <a:lnTo>
                  <a:pt x="1092411" y="42105"/>
                </a:lnTo>
                <a:lnTo>
                  <a:pt x="1091986" y="42020"/>
                </a:lnTo>
                <a:lnTo>
                  <a:pt x="1091556" y="41940"/>
                </a:lnTo>
                <a:lnTo>
                  <a:pt x="1091123" y="41866"/>
                </a:lnTo>
                <a:lnTo>
                  <a:pt x="1090686" y="41797"/>
                </a:lnTo>
                <a:lnTo>
                  <a:pt x="1090245" y="41734"/>
                </a:lnTo>
                <a:lnTo>
                  <a:pt x="1089800" y="41676"/>
                </a:lnTo>
                <a:lnTo>
                  <a:pt x="1089352" y="41624"/>
                </a:lnTo>
                <a:lnTo>
                  <a:pt x="1088900" y="41577"/>
                </a:lnTo>
                <a:lnTo>
                  <a:pt x="1088443" y="41536"/>
                </a:lnTo>
                <a:lnTo>
                  <a:pt x="1087983" y="41500"/>
                </a:lnTo>
                <a:lnTo>
                  <a:pt x="1087519" y="41470"/>
                </a:lnTo>
                <a:lnTo>
                  <a:pt x="1087052" y="41445"/>
                </a:lnTo>
                <a:lnTo>
                  <a:pt x="1086580" y="41426"/>
                </a:lnTo>
                <a:lnTo>
                  <a:pt x="1086105" y="41412"/>
                </a:lnTo>
                <a:lnTo>
                  <a:pt x="1085626" y="41404"/>
                </a:lnTo>
                <a:lnTo>
                  <a:pt x="1085143" y="41401"/>
                </a:lnTo>
                <a:lnTo>
                  <a:pt x="1084544" y="41406"/>
                </a:lnTo>
                <a:lnTo>
                  <a:pt x="1083950" y="41420"/>
                </a:lnTo>
                <a:lnTo>
                  <a:pt x="1083361" y="41443"/>
                </a:lnTo>
                <a:lnTo>
                  <a:pt x="1082778" y="41475"/>
                </a:lnTo>
                <a:lnTo>
                  <a:pt x="1082200" y="41516"/>
                </a:lnTo>
                <a:lnTo>
                  <a:pt x="1081627" y="41567"/>
                </a:lnTo>
                <a:lnTo>
                  <a:pt x="1081060" y="41627"/>
                </a:lnTo>
                <a:lnTo>
                  <a:pt x="1080497" y="41696"/>
                </a:lnTo>
                <a:lnTo>
                  <a:pt x="1079940" y="41774"/>
                </a:lnTo>
                <a:lnTo>
                  <a:pt x="1079389" y="41862"/>
                </a:lnTo>
                <a:lnTo>
                  <a:pt x="1078842" y="41958"/>
                </a:lnTo>
                <a:lnTo>
                  <a:pt x="1078301" y="42064"/>
                </a:lnTo>
                <a:lnTo>
                  <a:pt x="1077765" y="42179"/>
                </a:lnTo>
                <a:lnTo>
                  <a:pt x="1077234" y="42304"/>
                </a:lnTo>
                <a:lnTo>
                  <a:pt x="1076708" y="42437"/>
                </a:lnTo>
                <a:lnTo>
                  <a:pt x="1076188" y="42580"/>
                </a:lnTo>
                <a:lnTo>
                  <a:pt x="1075673" y="42732"/>
                </a:lnTo>
                <a:lnTo>
                  <a:pt x="1075163" y="42893"/>
                </a:lnTo>
                <a:lnTo>
                  <a:pt x="1074658" y="43063"/>
                </a:lnTo>
                <a:lnTo>
                  <a:pt x="1074159" y="43243"/>
                </a:lnTo>
                <a:lnTo>
                  <a:pt x="1073665" y="43432"/>
                </a:lnTo>
                <a:lnTo>
                  <a:pt x="1073176" y="43630"/>
                </a:lnTo>
                <a:lnTo>
                  <a:pt x="1072692" y="43837"/>
                </a:lnTo>
                <a:lnTo>
                  <a:pt x="1072214" y="44053"/>
                </a:lnTo>
                <a:lnTo>
                  <a:pt x="1071741" y="44278"/>
                </a:lnTo>
                <a:lnTo>
                  <a:pt x="1071274" y="44510"/>
                </a:lnTo>
                <a:lnTo>
                  <a:pt x="1070813" y="44749"/>
                </a:lnTo>
                <a:lnTo>
                  <a:pt x="1070358" y="44995"/>
                </a:lnTo>
                <a:lnTo>
                  <a:pt x="1069909" y="45248"/>
                </a:lnTo>
                <a:lnTo>
                  <a:pt x="1069465" y="45508"/>
                </a:lnTo>
                <a:lnTo>
                  <a:pt x="1069028" y="45776"/>
                </a:lnTo>
                <a:lnTo>
                  <a:pt x="1068596" y="46050"/>
                </a:lnTo>
                <a:lnTo>
                  <a:pt x="1068170" y="46332"/>
                </a:lnTo>
                <a:lnTo>
                  <a:pt x="1067750" y="46621"/>
                </a:lnTo>
                <a:lnTo>
                  <a:pt x="1067336" y="46918"/>
                </a:lnTo>
                <a:lnTo>
                  <a:pt x="1066928" y="47221"/>
                </a:lnTo>
                <a:lnTo>
                  <a:pt x="1066526" y="47531"/>
                </a:lnTo>
                <a:lnTo>
                  <a:pt x="1066130" y="47849"/>
                </a:lnTo>
                <a:lnTo>
                  <a:pt x="1065739" y="48174"/>
                </a:lnTo>
                <a:lnTo>
                  <a:pt x="1065355" y="48506"/>
                </a:lnTo>
                <a:lnTo>
                  <a:pt x="1064976" y="48845"/>
                </a:lnTo>
                <a:lnTo>
                  <a:pt x="1064603" y="49192"/>
                </a:lnTo>
                <a:lnTo>
                  <a:pt x="1064236" y="49545"/>
                </a:lnTo>
                <a:lnTo>
                  <a:pt x="1063875" y="49906"/>
                </a:lnTo>
                <a:lnTo>
                  <a:pt x="1063520" y="50274"/>
                </a:lnTo>
                <a:lnTo>
                  <a:pt x="1063171" y="50649"/>
                </a:lnTo>
                <a:lnTo>
                  <a:pt x="1062827" y="51031"/>
                </a:lnTo>
                <a:lnTo>
                  <a:pt x="1062490" y="51420"/>
                </a:lnTo>
                <a:lnTo>
                  <a:pt x="1062158" y="51815"/>
                </a:lnTo>
                <a:lnTo>
                  <a:pt x="1061833" y="52216"/>
                </a:lnTo>
                <a:lnTo>
                  <a:pt x="1061513" y="52622"/>
                </a:lnTo>
                <a:lnTo>
                  <a:pt x="1061200" y="53033"/>
                </a:lnTo>
                <a:lnTo>
                  <a:pt x="1060892" y="53448"/>
                </a:lnTo>
                <a:lnTo>
                  <a:pt x="1060590" y="53869"/>
                </a:lnTo>
                <a:lnTo>
                  <a:pt x="1060295" y="54296"/>
                </a:lnTo>
                <a:lnTo>
                  <a:pt x="1060005" y="54727"/>
                </a:lnTo>
                <a:lnTo>
                  <a:pt x="1059722" y="55163"/>
                </a:lnTo>
                <a:lnTo>
                  <a:pt x="1059445" y="55605"/>
                </a:lnTo>
                <a:lnTo>
                  <a:pt x="1059353" y="55755"/>
                </a:lnTo>
                <a:lnTo>
                  <a:pt x="1059064" y="42875"/>
                </a:lnTo>
                <a:lnTo>
                  <a:pt x="1050519" y="42875"/>
                </a:lnTo>
                <a:lnTo>
                  <a:pt x="1050519" y="122583"/>
                </a:lnTo>
                <a:lnTo>
                  <a:pt x="1059433" y="122583"/>
                </a:lnTo>
                <a:lnTo>
                  <a:pt x="1059433" y="67684"/>
                </a:lnTo>
                <a:lnTo>
                  <a:pt x="1059486" y="67502"/>
                </a:lnTo>
                <a:close/>
                <a:moveTo>
                  <a:pt x="1336643" y="50094"/>
                </a:moveTo>
                <a:lnTo>
                  <a:pt x="1351303" y="50094"/>
                </a:lnTo>
                <a:lnTo>
                  <a:pt x="1351303" y="103135"/>
                </a:lnTo>
                <a:lnTo>
                  <a:pt x="1351306" y="103792"/>
                </a:lnTo>
                <a:lnTo>
                  <a:pt x="1351318" y="104437"/>
                </a:lnTo>
                <a:lnTo>
                  <a:pt x="1351337" y="105071"/>
                </a:lnTo>
                <a:lnTo>
                  <a:pt x="1351364" y="105693"/>
                </a:lnTo>
                <a:lnTo>
                  <a:pt x="1351398" y="106303"/>
                </a:lnTo>
                <a:lnTo>
                  <a:pt x="1351441" y="106901"/>
                </a:lnTo>
                <a:lnTo>
                  <a:pt x="1351491" y="107488"/>
                </a:lnTo>
                <a:lnTo>
                  <a:pt x="1351548" y="108062"/>
                </a:lnTo>
                <a:lnTo>
                  <a:pt x="1351613" y="108625"/>
                </a:lnTo>
                <a:lnTo>
                  <a:pt x="1351686" y="109176"/>
                </a:lnTo>
                <a:lnTo>
                  <a:pt x="1351767" y="109716"/>
                </a:lnTo>
                <a:lnTo>
                  <a:pt x="1351855" y="110244"/>
                </a:lnTo>
                <a:lnTo>
                  <a:pt x="1351951" y="110760"/>
                </a:lnTo>
                <a:lnTo>
                  <a:pt x="1352055" y="111264"/>
                </a:lnTo>
                <a:lnTo>
                  <a:pt x="1352166" y="111756"/>
                </a:lnTo>
                <a:lnTo>
                  <a:pt x="1352285" y="112237"/>
                </a:lnTo>
                <a:lnTo>
                  <a:pt x="1352411" y="112706"/>
                </a:lnTo>
                <a:lnTo>
                  <a:pt x="1352546" y="113163"/>
                </a:lnTo>
                <a:lnTo>
                  <a:pt x="1352688" y="113608"/>
                </a:lnTo>
                <a:lnTo>
                  <a:pt x="1352837" y="114042"/>
                </a:lnTo>
                <a:lnTo>
                  <a:pt x="1352995" y="114463"/>
                </a:lnTo>
                <a:lnTo>
                  <a:pt x="1353160" y="114873"/>
                </a:lnTo>
                <a:lnTo>
                  <a:pt x="1353332" y="115272"/>
                </a:lnTo>
                <a:lnTo>
                  <a:pt x="1353513" y="115658"/>
                </a:lnTo>
                <a:lnTo>
                  <a:pt x="1353700" y="116034"/>
                </a:lnTo>
                <a:lnTo>
                  <a:pt x="1353893" y="116401"/>
                </a:lnTo>
                <a:lnTo>
                  <a:pt x="1354092" y="116759"/>
                </a:lnTo>
                <a:lnTo>
                  <a:pt x="1354296" y="117107"/>
                </a:lnTo>
                <a:lnTo>
                  <a:pt x="1354507" y="117446"/>
                </a:lnTo>
                <a:lnTo>
                  <a:pt x="1354723" y="117776"/>
                </a:lnTo>
                <a:lnTo>
                  <a:pt x="1354946" y="118097"/>
                </a:lnTo>
                <a:lnTo>
                  <a:pt x="1355174" y="118408"/>
                </a:lnTo>
                <a:lnTo>
                  <a:pt x="1355408" y="118711"/>
                </a:lnTo>
                <a:lnTo>
                  <a:pt x="1355648" y="119004"/>
                </a:lnTo>
                <a:lnTo>
                  <a:pt x="1355894" y="119288"/>
                </a:lnTo>
                <a:lnTo>
                  <a:pt x="1356146" y="119563"/>
                </a:lnTo>
                <a:lnTo>
                  <a:pt x="1356404" y="119828"/>
                </a:lnTo>
                <a:lnTo>
                  <a:pt x="1356667" y="120084"/>
                </a:lnTo>
                <a:lnTo>
                  <a:pt x="1356937" y="120332"/>
                </a:lnTo>
                <a:lnTo>
                  <a:pt x="1357212" y="120569"/>
                </a:lnTo>
                <a:lnTo>
                  <a:pt x="1357494" y="120798"/>
                </a:lnTo>
                <a:lnTo>
                  <a:pt x="1357781" y="121018"/>
                </a:lnTo>
                <a:lnTo>
                  <a:pt x="1358074" y="121228"/>
                </a:lnTo>
                <a:lnTo>
                  <a:pt x="1358373" y="121429"/>
                </a:lnTo>
                <a:lnTo>
                  <a:pt x="1358677" y="121621"/>
                </a:lnTo>
                <a:lnTo>
                  <a:pt x="1358988" y="121803"/>
                </a:lnTo>
                <a:lnTo>
                  <a:pt x="1359305" y="121977"/>
                </a:lnTo>
                <a:lnTo>
                  <a:pt x="1359627" y="122141"/>
                </a:lnTo>
                <a:lnTo>
                  <a:pt x="1359954" y="122297"/>
                </a:lnTo>
                <a:lnTo>
                  <a:pt x="1360286" y="122447"/>
                </a:lnTo>
                <a:lnTo>
                  <a:pt x="1360621" y="122590"/>
                </a:lnTo>
                <a:lnTo>
                  <a:pt x="1360961" y="122726"/>
                </a:lnTo>
                <a:lnTo>
                  <a:pt x="1361305" y="122856"/>
                </a:lnTo>
                <a:lnTo>
                  <a:pt x="1361653" y="122979"/>
                </a:lnTo>
                <a:lnTo>
                  <a:pt x="1362005" y="123095"/>
                </a:lnTo>
                <a:lnTo>
                  <a:pt x="1362361" y="123205"/>
                </a:lnTo>
                <a:lnTo>
                  <a:pt x="1362721" y="123308"/>
                </a:lnTo>
                <a:lnTo>
                  <a:pt x="1363085" y="123405"/>
                </a:lnTo>
                <a:lnTo>
                  <a:pt x="1363454" y="123494"/>
                </a:lnTo>
                <a:lnTo>
                  <a:pt x="1363826" y="123578"/>
                </a:lnTo>
                <a:lnTo>
                  <a:pt x="1364203" y="123654"/>
                </a:lnTo>
                <a:lnTo>
                  <a:pt x="1364583" y="123724"/>
                </a:lnTo>
                <a:lnTo>
                  <a:pt x="1364968" y="123787"/>
                </a:lnTo>
                <a:lnTo>
                  <a:pt x="1365357" y="123844"/>
                </a:lnTo>
                <a:lnTo>
                  <a:pt x="1365750" y="123893"/>
                </a:lnTo>
                <a:lnTo>
                  <a:pt x="1366147" y="123937"/>
                </a:lnTo>
                <a:lnTo>
                  <a:pt x="1366548" y="123973"/>
                </a:lnTo>
                <a:lnTo>
                  <a:pt x="1366953" y="124003"/>
                </a:lnTo>
                <a:lnTo>
                  <a:pt x="1367362" y="124026"/>
                </a:lnTo>
                <a:lnTo>
                  <a:pt x="1367775" y="124043"/>
                </a:lnTo>
                <a:lnTo>
                  <a:pt x="1368193" y="124053"/>
                </a:lnTo>
                <a:lnTo>
                  <a:pt x="1368614" y="124056"/>
                </a:lnTo>
                <a:lnTo>
                  <a:pt x="1368829" y="124056"/>
                </a:lnTo>
                <a:lnTo>
                  <a:pt x="1369044" y="124054"/>
                </a:lnTo>
                <a:lnTo>
                  <a:pt x="1369260" y="124051"/>
                </a:lnTo>
                <a:lnTo>
                  <a:pt x="1369475" y="124047"/>
                </a:lnTo>
                <a:lnTo>
                  <a:pt x="1369690" y="124042"/>
                </a:lnTo>
                <a:lnTo>
                  <a:pt x="1369906" y="124036"/>
                </a:lnTo>
                <a:lnTo>
                  <a:pt x="1370122" y="124028"/>
                </a:lnTo>
                <a:lnTo>
                  <a:pt x="1370337" y="124020"/>
                </a:lnTo>
                <a:lnTo>
                  <a:pt x="1370553" y="124010"/>
                </a:lnTo>
                <a:lnTo>
                  <a:pt x="1370769" y="123999"/>
                </a:lnTo>
                <a:lnTo>
                  <a:pt x="1370986" y="123987"/>
                </a:lnTo>
                <a:lnTo>
                  <a:pt x="1371202" y="123973"/>
                </a:lnTo>
                <a:lnTo>
                  <a:pt x="1371418" y="123959"/>
                </a:lnTo>
                <a:lnTo>
                  <a:pt x="1371635" y="123944"/>
                </a:lnTo>
                <a:lnTo>
                  <a:pt x="1371852" y="123927"/>
                </a:lnTo>
                <a:lnTo>
                  <a:pt x="1372069" y="123909"/>
                </a:lnTo>
                <a:lnTo>
                  <a:pt x="1372286" y="123890"/>
                </a:lnTo>
                <a:lnTo>
                  <a:pt x="1372503" y="123870"/>
                </a:lnTo>
                <a:lnTo>
                  <a:pt x="1372720" y="123849"/>
                </a:lnTo>
                <a:lnTo>
                  <a:pt x="1372937" y="123826"/>
                </a:lnTo>
                <a:lnTo>
                  <a:pt x="1373155" y="123803"/>
                </a:lnTo>
                <a:lnTo>
                  <a:pt x="1373372" y="123778"/>
                </a:lnTo>
                <a:lnTo>
                  <a:pt x="1373590" y="123752"/>
                </a:lnTo>
                <a:lnTo>
                  <a:pt x="1373808" y="123725"/>
                </a:lnTo>
                <a:lnTo>
                  <a:pt x="1374024" y="123697"/>
                </a:lnTo>
                <a:lnTo>
                  <a:pt x="1374237" y="123668"/>
                </a:lnTo>
                <a:lnTo>
                  <a:pt x="1374446" y="123639"/>
                </a:lnTo>
                <a:lnTo>
                  <a:pt x="1374652" y="123609"/>
                </a:lnTo>
                <a:lnTo>
                  <a:pt x="1374855" y="123579"/>
                </a:lnTo>
                <a:lnTo>
                  <a:pt x="1375053" y="123548"/>
                </a:lnTo>
                <a:lnTo>
                  <a:pt x="1375249" y="123516"/>
                </a:lnTo>
                <a:lnTo>
                  <a:pt x="1375441" y="123483"/>
                </a:lnTo>
                <a:lnTo>
                  <a:pt x="1375630" y="123450"/>
                </a:lnTo>
                <a:lnTo>
                  <a:pt x="1375815" y="123417"/>
                </a:lnTo>
                <a:lnTo>
                  <a:pt x="1375996" y="123382"/>
                </a:lnTo>
                <a:lnTo>
                  <a:pt x="1376175" y="123347"/>
                </a:lnTo>
                <a:lnTo>
                  <a:pt x="1376349" y="123312"/>
                </a:lnTo>
                <a:lnTo>
                  <a:pt x="1376521" y="123275"/>
                </a:lnTo>
                <a:lnTo>
                  <a:pt x="1376689" y="123239"/>
                </a:lnTo>
                <a:lnTo>
                  <a:pt x="1376853" y="123201"/>
                </a:lnTo>
                <a:lnTo>
                  <a:pt x="1377014" y="123163"/>
                </a:lnTo>
                <a:lnTo>
                  <a:pt x="1377171" y="123124"/>
                </a:lnTo>
                <a:lnTo>
                  <a:pt x="1377325" y="123085"/>
                </a:lnTo>
                <a:lnTo>
                  <a:pt x="1377476" y="123044"/>
                </a:lnTo>
                <a:lnTo>
                  <a:pt x="1377623" y="123004"/>
                </a:lnTo>
                <a:lnTo>
                  <a:pt x="1377767" y="122962"/>
                </a:lnTo>
                <a:lnTo>
                  <a:pt x="1377907" y="122920"/>
                </a:lnTo>
                <a:lnTo>
                  <a:pt x="1378044" y="122878"/>
                </a:lnTo>
                <a:lnTo>
                  <a:pt x="1377676" y="115437"/>
                </a:lnTo>
                <a:lnTo>
                  <a:pt x="1377546" y="115456"/>
                </a:lnTo>
                <a:lnTo>
                  <a:pt x="1377416" y="115474"/>
                </a:lnTo>
                <a:lnTo>
                  <a:pt x="1377285" y="115493"/>
                </a:lnTo>
                <a:lnTo>
                  <a:pt x="1377153" y="115512"/>
                </a:lnTo>
                <a:lnTo>
                  <a:pt x="1377020" y="115531"/>
                </a:lnTo>
                <a:lnTo>
                  <a:pt x="1376886" y="115550"/>
                </a:lnTo>
                <a:lnTo>
                  <a:pt x="1376751" y="115569"/>
                </a:lnTo>
                <a:lnTo>
                  <a:pt x="1376616" y="115589"/>
                </a:lnTo>
                <a:lnTo>
                  <a:pt x="1376479" y="115608"/>
                </a:lnTo>
                <a:lnTo>
                  <a:pt x="1376342" y="115628"/>
                </a:lnTo>
                <a:lnTo>
                  <a:pt x="1376203" y="115648"/>
                </a:lnTo>
                <a:lnTo>
                  <a:pt x="1376064" y="115667"/>
                </a:lnTo>
                <a:lnTo>
                  <a:pt x="1375924" y="115687"/>
                </a:lnTo>
                <a:lnTo>
                  <a:pt x="1375783" y="115708"/>
                </a:lnTo>
                <a:lnTo>
                  <a:pt x="1375641" y="115728"/>
                </a:lnTo>
                <a:lnTo>
                  <a:pt x="1375498" y="115748"/>
                </a:lnTo>
                <a:lnTo>
                  <a:pt x="1375355" y="115769"/>
                </a:lnTo>
                <a:lnTo>
                  <a:pt x="1375210" y="115789"/>
                </a:lnTo>
                <a:lnTo>
                  <a:pt x="1375065" y="115810"/>
                </a:lnTo>
                <a:lnTo>
                  <a:pt x="1374918" y="115831"/>
                </a:lnTo>
                <a:lnTo>
                  <a:pt x="1374771" y="115852"/>
                </a:lnTo>
                <a:lnTo>
                  <a:pt x="1374623" y="115873"/>
                </a:lnTo>
                <a:lnTo>
                  <a:pt x="1374474" y="115895"/>
                </a:lnTo>
                <a:lnTo>
                  <a:pt x="1374324" y="115916"/>
                </a:lnTo>
                <a:lnTo>
                  <a:pt x="1374173" y="115937"/>
                </a:lnTo>
                <a:lnTo>
                  <a:pt x="1374022" y="115957"/>
                </a:lnTo>
                <a:lnTo>
                  <a:pt x="1373870" y="115976"/>
                </a:lnTo>
                <a:lnTo>
                  <a:pt x="1373717" y="115995"/>
                </a:lnTo>
                <a:lnTo>
                  <a:pt x="1373564" y="116012"/>
                </a:lnTo>
                <a:lnTo>
                  <a:pt x="1373410" y="116029"/>
                </a:lnTo>
                <a:lnTo>
                  <a:pt x="1373255" y="116045"/>
                </a:lnTo>
                <a:lnTo>
                  <a:pt x="1373100" y="116059"/>
                </a:lnTo>
                <a:lnTo>
                  <a:pt x="1372944" y="116073"/>
                </a:lnTo>
                <a:lnTo>
                  <a:pt x="1372788" y="116086"/>
                </a:lnTo>
                <a:lnTo>
                  <a:pt x="1372631" y="116098"/>
                </a:lnTo>
                <a:lnTo>
                  <a:pt x="1372473" y="116109"/>
                </a:lnTo>
                <a:lnTo>
                  <a:pt x="1372314" y="116120"/>
                </a:lnTo>
                <a:lnTo>
                  <a:pt x="1372155" y="116129"/>
                </a:lnTo>
                <a:lnTo>
                  <a:pt x="1371996" y="116138"/>
                </a:lnTo>
                <a:lnTo>
                  <a:pt x="1371835" y="116145"/>
                </a:lnTo>
                <a:lnTo>
                  <a:pt x="1371674" y="116152"/>
                </a:lnTo>
                <a:lnTo>
                  <a:pt x="1371513" y="116158"/>
                </a:lnTo>
                <a:lnTo>
                  <a:pt x="1371351" y="116163"/>
                </a:lnTo>
                <a:lnTo>
                  <a:pt x="1371188" y="116167"/>
                </a:lnTo>
                <a:lnTo>
                  <a:pt x="1371024" y="116170"/>
                </a:lnTo>
                <a:lnTo>
                  <a:pt x="1370860" y="116172"/>
                </a:lnTo>
                <a:lnTo>
                  <a:pt x="1370695" y="116173"/>
                </a:lnTo>
                <a:lnTo>
                  <a:pt x="1370530" y="116174"/>
                </a:lnTo>
                <a:lnTo>
                  <a:pt x="1370303" y="116172"/>
                </a:lnTo>
                <a:lnTo>
                  <a:pt x="1370078" y="116168"/>
                </a:lnTo>
                <a:lnTo>
                  <a:pt x="1369854" y="116160"/>
                </a:lnTo>
                <a:lnTo>
                  <a:pt x="1369630" y="116148"/>
                </a:lnTo>
                <a:lnTo>
                  <a:pt x="1369408" y="116134"/>
                </a:lnTo>
                <a:lnTo>
                  <a:pt x="1369188" y="116116"/>
                </a:lnTo>
                <a:lnTo>
                  <a:pt x="1368968" y="116096"/>
                </a:lnTo>
                <a:lnTo>
                  <a:pt x="1368749" y="116072"/>
                </a:lnTo>
                <a:lnTo>
                  <a:pt x="1368532" y="116044"/>
                </a:lnTo>
                <a:lnTo>
                  <a:pt x="1368316" y="116014"/>
                </a:lnTo>
                <a:lnTo>
                  <a:pt x="1368101" y="115980"/>
                </a:lnTo>
                <a:lnTo>
                  <a:pt x="1367887" y="115944"/>
                </a:lnTo>
                <a:lnTo>
                  <a:pt x="1367674" y="115904"/>
                </a:lnTo>
                <a:lnTo>
                  <a:pt x="1367463" y="115861"/>
                </a:lnTo>
                <a:lnTo>
                  <a:pt x="1367252" y="115814"/>
                </a:lnTo>
                <a:lnTo>
                  <a:pt x="1367043" y="115765"/>
                </a:lnTo>
                <a:lnTo>
                  <a:pt x="1366835" y="115712"/>
                </a:lnTo>
                <a:lnTo>
                  <a:pt x="1366628" y="115656"/>
                </a:lnTo>
                <a:lnTo>
                  <a:pt x="1366422" y="115597"/>
                </a:lnTo>
                <a:lnTo>
                  <a:pt x="1366217" y="115534"/>
                </a:lnTo>
                <a:lnTo>
                  <a:pt x="1366014" y="115469"/>
                </a:lnTo>
                <a:lnTo>
                  <a:pt x="1365811" y="115400"/>
                </a:lnTo>
                <a:lnTo>
                  <a:pt x="1365610" y="115328"/>
                </a:lnTo>
                <a:lnTo>
                  <a:pt x="1365410" y="115253"/>
                </a:lnTo>
                <a:lnTo>
                  <a:pt x="1365212" y="115173"/>
                </a:lnTo>
                <a:lnTo>
                  <a:pt x="1365018" y="115086"/>
                </a:lnTo>
                <a:lnTo>
                  <a:pt x="1364826" y="114993"/>
                </a:lnTo>
                <a:lnTo>
                  <a:pt x="1364638" y="114893"/>
                </a:lnTo>
                <a:lnTo>
                  <a:pt x="1364454" y="114786"/>
                </a:lnTo>
                <a:lnTo>
                  <a:pt x="1364273" y="114673"/>
                </a:lnTo>
                <a:lnTo>
                  <a:pt x="1364095" y="114553"/>
                </a:lnTo>
                <a:lnTo>
                  <a:pt x="1363920" y="114426"/>
                </a:lnTo>
                <a:lnTo>
                  <a:pt x="1363749" y="114293"/>
                </a:lnTo>
                <a:lnTo>
                  <a:pt x="1363581" y="114153"/>
                </a:lnTo>
                <a:lnTo>
                  <a:pt x="1363416" y="114007"/>
                </a:lnTo>
                <a:lnTo>
                  <a:pt x="1363255" y="113853"/>
                </a:lnTo>
                <a:lnTo>
                  <a:pt x="1363097" y="113694"/>
                </a:lnTo>
                <a:lnTo>
                  <a:pt x="1362943" y="113527"/>
                </a:lnTo>
                <a:lnTo>
                  <a:pt x="1362791" y="113354"/>
                </a:lnTo>
                <a:lnTo>
                  <a:pt x="1362643" y="113174"/>
                </a:lnTo>
                <a:lnTo>
                  <a:pt x="1362499" y="112988"/>
                </a:lnTo>
                <a:lnTo>
                  <a:pt x="1362357" y="112794"/>
                </a:lnTo>
                <a:lnTo>
                  <a:pt x="1362219" y="112595"/>
                </a:lnTo>
                <a:lnTo>
                  <a:pt x="1362085" y="112388"/>
                </a:lnTo>
                <a:lnTo>
                  <a:pt x="1361953" y="112175"/>
                </a:lnTo>
                <a:lnTo>
                  <a:pt x="1361825" y="111955"/>
                </a:lnTo>
                <a:lnTo>
                  <a:pt x="1361701" y="111729"/>
                </a:lnTo>
                <a:lnTo>
                  <a:pt x="1361579" y="111496"/>
                </a:lnTo>
                <a:lnTo>
                  <a:pt x="1361462" y="111255"/>
                </a:lnTo>
                <a:lnTo>
                  <a:pt x="1361350" y="111005"/>
                </a:lnTo>
                <a:lnTo>
                  <a:pt x="1361242" y="110745"/>
                </a:lnTo>
                <a:lnTo>
                  <a:pt x="1361140" y="110476"/>
                </a:lnTo>
                <a:lnTo>
                  <a:pt x="1361043" y="110198"/>
                </a:lnTo>
                <a:lnTo>
                  <a:pt x="1360951" y="109910"/>
                </a:lnTo>
                <a:lnTo>
                  <a:pt x="1360863" y="109613"/>
                </a:lnTo>
                <a:lnTo>
                  <a:pt x="1360781" y="109306"/>
                </a:lnTo>
                <a:lnTo>
                  <a:pt x="1360704" y="108991"/>
                </a:lnTo>
                <a:lnTo>
                  <a:pt x="1360631" y="108666"/>
                </a:lnTo>
                <a:lnTo>
                  <a:pt x="1360564" y="108331"/>
                </a:lnTo>
                <a:lnTo>
                  <a:pt x="1360502" y="107988"/>
                </a:lnTo>
                <a:lnTo>
                  <a:pt x="1360444" y="107635"/>
                </a:lnTo>
                <a:lnTo>
                  <a:pt x="1360392" y="107272"/>
                </a:lnTo>
                <a:lnTo>
                  <a:pt x="1360345" y="106900"/>
                </a:lnTo>
                <a:lnTo>
                  <a:pt x="1360302" y="106519"/>
                </a:lnTo>
                <a:lnTo>
                  <a:pt x="1360265" y="106129"/>
                </a:lnTo>
                <a:lnTo>
                  <a:pt x="1360232" y="105729"/>
                </a:lnTo>
                <a:lnTo>
                  <a:pt x="1360205" y="105320"/>
                </a:lnTo>
                <a:lnTo>
                  <a:pt x="1360183" y="104902"/>
                </a:lnTo>
                <a:lnTo>
                  <a:pt x="1360165" y="104474"/>
                </a:lnTo>
                <a:lnTo>
                  <a:pt x="1360153" y="104037"/>
                </a:lnTo>
                <a:lnTo>
                  <a:pt x="1360145" y="103590"/>
                </a:lnTo>
                <a:lnTo>
                  <a:pt x="1360143" y="103135"/>
                </a:lnTo>
                <a:lnTo>
                  <a:pt x="1360143" y="50094"/>
                </a:lnTo>
                <a:lnTo>
                  <a:pt x="1376644" y="50094"/>
                </a:lnTo>
                <a:lnTo>
                  <a:pt x="1376644" y="42875"/>
                </a:lnTo>
                <a:lnTo>
                  <a:pt x="1360143" y="42875"/>
                </a:lnTo>
                <a:lnTo>
                  <a:pt x="1360143" y="22395"/>
                </a:lnTo>
                <a:lnTo>
                  <a:pt x="1351303" y="22395"/>
                </a:lnTo>
                <a:lnTo>
                  <a:pt x="1351303" y="42875"/>
                </a:lnTo>
                <a:lnTo>
                  <a:pt x="1336643" y="42875"/>
                </a:lnTo>
                <a:lnTo>
                  <a:pt x="1336643" y="50094"/>
                </a:lnTo>
                <a:close/>
                <a:moveTo>
                  <a:pt x="1577128" y="91108"/>
                </a:moveTo>
                <a:lnTo>
                  <a:pt x="1577162" y="90625"/>
                </a:lnTo>
                <a:lnTo>
                  <a:pt x="1577202" y="90145"/>
                </a:lnTo>
                <a:lnTo>
                  <a:pt x="1577248" y="89668"/>
                </a:lnTo>
                <a:lnTo>
                  <a:pt x="1577300" y="89192"/>
                </a:lnTo>
                <a:lnTo>
                  <a:pt x="1577358" y="88720"/>
                </a:lnTo>
                <a:lnTo>
                  <a:pt x="1577423" y="88249"/>
                </a:lnTo>
                <a:lnTo>
                  <a:pt x="1577493" y="87781"/>
                </a:lnTo>
                <a:lnTo>
                  <a:pt x="1577570" y="87316"/>
                </a:lnTo>
                <a:lnTo>
                  <a:pt x="1577653" y="86853"/>
                </a:lnTo>
                <a:lnTo>
                  <a:pt x="1577742" y="86392"/>
                </a:lnTo>
                <a:lnTo>
                  <a:pt x="1577837" y="85934"/>
                </a:lnTo>
                <a:lnTo>
                  <a:pt x="1577938" y="85479"/>
                </a:lnTo>
                <a:lnTo>
                  <a:pt x="1578046" y="85026"/>
                </a:lnTo>
                <a:lnTo>
                  <a:pt x="1578159" y="84575"/>
                </a:lnTo>
                <a:lnTo>
                  <a:pt x="1578279" y="84127"/>
                </a:lnTo>
                <a:lnTo>
                  <a:pt x="1578405" y="83681"/>
                </a:lnTo>
                <a:lnTo>
                  <a:pt x="1578537" y="83237"/>
                </a:lnTo>
                <a:lnTo>
                  <a:pt x="1578675" y="82797"/>
                </a:lnTo>
                <a:lnTo>
                  <a:pt x="1578819" y="82358"/>
                </a:lnTo>
                <a:lnTo>
                  <a:pt x="1578972" y="81923"/>
                </a:lnTo>
                <a:lnTo>
                  <a:pt x="1579135" y="81491"/>
                </a:lnTo>
                <a:lnTo>
                  <a:pt x="1579308" y="81064"/>
                </a:lnTo>
                <a:lnTo>
                  <a:pt x="1579492" y="80641"/>
                </a:lnTo>
                <a:lnTo>
                  <a:pt x="1579687" y="80221"/>
                </a:lnTo>
                <a:lnTo>
                  <a:pt x="1579892" y="79806"/>
                </a:lnTo>
                <a:lnTo>
                  <a:pt x="1580108" y="79395"/>
                </a:lnTo>
                <a:lnTo>
                  <a:pt x="1580334" y="78987"/>
                </a:lnTo>
                <a:lnTo>
                  <a:pt x="1580570" y="78584"/>
                </a:lnTo>
                <a:lnTo>
                  <a:pt x="1580817" y="78185"/>
                </a:lnTo>
                <a:lnTo>
                  <a:pt x="1581074" y="77789"/>
                </a:lnTo>
                <a:lnTo>
                  <a:pt x="1581342" y="77398"/>
                </a:lnTo>
                <a:lnTo>
                  <a:pt x="1581621" y="77011"/>
                </a:lnTo>
                <a:lnTo>
                  <a:pt x="1581910" y="76628"/>
                </a:lnTo>
                <a:lnTo>
                  <a:pt x="1582209" y="76249"/>
                </a:lnTo>
                <a:lnTo>
                  <a:pt x="1582519" y="75873"/>
                </a:lnTo>
                <a:lnTo>
                  <a:pt x="1582839" y="75502"/>
                </a:lnTo>
                <a:lnTo>
                  <a:pt x="1583170" y="75135"/>
                </a:lnTo>
                <a:lnTo>
                  <a:pt x="1583512" y="74772"/>
                </a:lnTo>
                <a:lnTo>
                  <a:pt x="1583863" y="74413"/>
                </a:lnTo>
                <a:lnTo>
                  <a:pt x="1584226" y="74058"/>
                </a:lnTo>
                <a:lnTo>
                  <a:pt x="1584599" y="73706"/>
                </a:lnTo>
                <a:lnTo>
                  <a:pt x="1584982" y="73359"/>
                </a:lnTo>
                <a:lnTo>
                  <a:pt x="1585376" y="73016"/>
                </a:lnTo>
                <a:lnTo>
                  <a:pt x="1585797" y="72619"/>
                </a:lnTo>
                <a:lnTo>
                  <a:pt x="1586215" y="72223"/>
                </a:lnTo>
                <a:lnTo>
                  <a:pt x="1586628" y="71827"/>
                </a:lnTo>
                <a:lnTo>
                  <a:pt x="1587037" y="71431"/>
                </a:lnTo>
                <a:lnTo>
                  <a:pt x="1587442" y="71035"/>
                </a:lnTo>
                <a:lnTo>
                  <a:pt x="1587844" y="70639"/>
                </a:lnTo>
                <a:lnTo>
                  <a:pt x="1588241" y="70244"/>
                </a:lnTo>
                <a:lnTo>
                  <a:pt x="1588633" y="69849"/>
                </a:lnTo>
                <a:lnTo>
                  <a:pt x="1589022" y="69455"/>
                </a:lnTo>
                <a:lnTo>
                  <a:pt x="1589407" y="69060"/>
                </a:lnTo>
                <a:lnTo>
                  <a:pt x="1589788" y="68666"/>
                </a:lnTo>
                <a:lnTo>
                  <a:pt x="1590164" y="68272"/>
                </a:lnTo>
                <a:lnTo>
                  <a:pt x="1590536" y="67878"/>
                </a:lnTo>
                <a:lnTo>
                  <a:pt x="1590905" y="67485"/>
                </a:lnTo>
                <a:lnTo>
                  <a:pt x="1591269" y="67092"/>
                </a:lnTo>
                <a:lnTo>
                  <a:pt x="1591629" y="66699"/>
                </a:lnTo>
                <a:lnTo>
                  <a:pt x="1591985" y="66307"/>
                </a:lnTo>
                <a:lnTo>
                  <a:pt x="1592337" y="65914"/>
                </a:lnTo>
                <a:lnTo>
                  <a:pt x="1592685" y="65522"/>
                </a:lnTo>
                <a:lnTo>
                  <a:pt x="1593029" y="65130"/>
                </a:lnTo>
                <a:lnTo>
                  <a:pt x="1593369" y="64739"/>
                </a:lnTo>
                <a:lnTo>
                  <a:pt x="1593704" y="64348"/>
                </a:lnTo>
                <a:lnTo>
                  <a:pt x="1594036" y="63957"/>
                </a:lnTo>
                <a:lnTo>
                  <a:pt x="1594363" y="63566"/>
                </a:lnTo>
                <a:lnTo>
                  <a:pt x="1594686" y="63174"/>
                </a:lnTo>
                <a:lnTo>
                  <a:pt x="1595002" y="62780"/>
                </a:lnTo>
                <a:lnTo>
                  <a:pt x="1595313" y="62384"/>
                </a:lnTo>
                <a:lnTo>
                  <a:pt x="1595618" y="61985"/>
                </a:lnTo>
                <a:lnTo>
                  <a:pt x="1595916" y="61585"/>
                </a:lnTo>
                <a:lnTo>
                  <a:pt x="1596209" y="61182"/>
                </a:lnTo>
                <a:lnTo>
                  <a:pt x="1596497" y="60777"/>
                </a:lnTo>
                <a:lnTo>
                  <a:pt x="1596778" y="60370"/>
                </a:lnTo>
                <a:lnTo>
                  <a:pt x="1597053" y="59960"/>
                </a:lnTo>
                <a:lnTo>
                  <a:pt x="1597323" y="59549"/>
                </a:lnTo>
                <a:lnTo>
                  <a:pt x="1597586" y="59135"/>
                </a:lnTo>
                <a:lnTo>
                  <a:pt x="1597844" y="58719"/>
                </a:lnTo>
                <a:lnTo>
                  <a:pt x="1598096" y="58301"/>
                </a:lnTo>
                <a:lnTo>
                  <a:pt x="1598342" y="57880"/>
                </a:lnTo>
                <a:lnTo>
                  <a:pt x="1598582" y="57458"/>
                </a:lnTo>
                <a:lnTo>
                  <a:pt x="1598816" y="57033"/>
                </a:lnTo>
                <a:lnTo>
                  <a:pt x="1599044" y="56606"/>
                </a:lnTo>
                <a:lnTo>
                  <a:pt x="1599267" y="56177"/>
                </a:lnTo>
                <a:lnTo>
                  <a:pt x="1599483" y="55746"/>
                </a:lnTo>
                <a:lnTo>
                  <a:pt x="1599694" y="55312"/>
                </a:lnTo>
                <a:lnTo>
                  <a:pt x="1599899" y="54877"/>
                </a:lnTo>
                <a:lnTo>
                  <a:pt x="1600097" y="54439"/>
                </a:lnTo>
                <a:lnTo>
                  <a:pt x="1600290" y="53999"/>
                </a:lnTo>
                <a:lnTo>
                  <a:pt x="1600478" y="53556"/>
                </a:lnTo>
                <a:lnTo>
                  <a:pt x="1600658" y="53111"/>
                </a:lnTo>
                <a:lnTo>
                  <a:pt x="1600831" y="52660"/>
                </a:lnTo>
                <a:lnTo>
                  <a:pt x="1600996" y="52205"/>
                </a:lnTo>
                <a:lnTo>
                  <a:pt x="1601153" y="51746"/>
                </a:lnTo>
                <a:lnTo>
                  <a:pt x="1601302" y="51282"/>
                </a:lnTo>
                <a:lnTo>
                  <a:pt x="1601444" y="50814"/>
                </a:lnTo>
                <a:lnTo>
                  <a:pt x="1601579" y="50341"/>
                </a:lnTo>
                <a:lnTo>
                  <a:pt x="1601705" y="49864"/>
                </a:lnTo>
                <a:lnTo>
                  <a:pt x="1601824" y="49382"/>
                </a:lnTo>
                <a:lnTo>
                  <a:pt x="1601936" y="48895"/>
                </a:lnTo>
                <a:lnTo>
                  <a:pt x="1602039" y="48404"/>
                </a:lnTo>
                <a:lnTo>
                  <a:pt x="1602135" y="47909"/>
                </a:lnTo>
                <a:lnTo>
                  <a:pt x="1602223" y="47409"/>
                </a:lnTo>
                <a:lnTo>
                  <a:pt x="1602304" y="46904"/>
                </a:lnTo>
                <a:lnTo>
                  <a:pt x="1602377" y="46395"/>
                </a:lnTo>
                <a:lnTo>
                  <a:pt x="1602442" y="45882"/>
                </a:lnTo>
                <a:lnTo>
                  <a:pt x="1602500" y="45364"/>
                </a:lnTo>
                <a:lnTo>
                  <a:pt x="1602549" y="44841"/>
                </a:lnTo>
                <a:lnTo>
                  <a:pt x="1602592" y="44314"/>
                </a:lnTo>
                <a:lnTo>
                  <a:pt x="1602626" y="43782"/>
                </a:lnTo>
                <a:lnTo>
                  <a:pt x="1602653" y="43246"/>
                </a:lnTo>
                <a:lnTo>
                  <a:pt x="1602672" y="42706"/>
                </a:lnTo>
                <a:lnTo>
                  <a:pt x="1602684" y="42160"/>
                </a:lnTo>
                <a:lnTo>
                  <a:pt x="1602688" y="41611"/>
                </a:lnTo>
                <a:lnTo>
                  <a:pt x="1602682" y="40926"/>
                </a:lnTo>
                <a:lnTo>
                  <a:pt x="1602666" y="40248"/>
                </a:lnTo>
                <a:lnTo>
                  <a:pt x="1602638" y="39577"/>
                </a:lnTo>
                <a:lnTo>
                  <a:pt x="1602600" y="38913"/>
                </a:lnTo>
                <a:lnTo>
                  <a:pt x="1602550" y="38255"/>
                </a:lnTo>
                <a:lnTo>
                  <a:pt x="1602490" y="37605"/>
                </a:lnTo>
                <a:lnTo>
                  <a:pt x="1602418" y="36962"/>
                </a:lnTo>
                <a:lnTo>
                  <a:pt x="1602336" y="36326"/>
                </a:lnTo>
                <a:lnTo>
                  <a:pt x="1602242" y="35697"/>
                </a:lnTo>
                <a:lnTo>
                  <a:pt x="1602138" y="35075"/>
                </a:lnTo>
                <a:lnTo>
                  <a:pt x="1602022" y="34460"/>
                </a:lnTo>
                <a:lnTo>
                  <a:pt x="1601896" y="33851"/>
                </a:lnTo>
                <a:lnTo>
                  <a:pt x="1601758" y="33250"/>
                </a:lnTo>
                <a:lnTo>
                  <a:pt x="1601610" y="32656"/>
                </a:lnTo>
                <a:lnTo>
                  <a:pt x="1601450" y="32069"/>
                </a:lnTo>
                <a:lnTo>
                  <a:pt x="1601280" y="31489"/>
                </a:lnTo>
                <a:lnTo>
                  <a:pt x="1601098" y="30915"/>
                </a:lnTo>
                <a:lnTo>
                  <a:pt x="1600906" y="30349"/>
                </a:lnTo>
                <a:lnTo>
                  <a:pt x="1600702" y="29790"/>
                </a:lnTo>
                <a:lnTo>
                  <a:pt x="1600488" y="29237"/>
                </a:lnTo>
                <a:lnTo>
                  <a:pt x="1600262" y="28692"/>
                </a:lnTo>
                <a:lnTo>
                  <a:pt x="1600026" y="28154"/>
                </a:lnTo>
                <a:lnTo>
                  <a:pt x="1599778" y="27623"/>
                </a:lnTo>
                <a:lnTo>
                  <a:pt x="1599520" y="27098"/>
                </a:lnTo>
                <a:lnTo>
                  <a:pt x="1599251" y="26582"/>
                </a:lnTo>
                <a:lnTo>
                  <a:pt x="1598971" y="26075"/>
                </a:lnTo>
                <a:lnTo>
                  <a:pt x="1598682" y="25578"/>
                </a:lnTo>
                <a:lnTo>
                  <a:pt x="1598382" y="25091"/>
                </a:lnTo>
                <a:lnTo>
                  <a:pt x="1598072" y="24613"/>
                </a:lnTo>
                <a:lnTo>
                  <a:pt x="1597752" y="24144"/>
                </a:lnTo>
                <a:lnTo>
                  <a:pt x="1597421" y="23685"/>
                </a:lnTo>
                <a:lnTo>
                  <a:pt x="1597081" y="23236"/>
                </a:lnTo>
                <a:lnTo>
                  <a:pt x="1596730" y="22796"/>
                </a:lnTo>
                <a:lnTo>
                  <a:pt x="1596369" y="22366"/>
                </a:lnTo>
                <a:lnTo>
                  <a:pt x="1595997" y="21946"/>
                </a:lnTo>
                <a:lnTo>
                  <a:pt x="1595615" y="21535"/>
                </a:lnTo>
                <a:lnTo>
                  <a:pt x="1595224" y="21133"/>
                </a:lnTo>
                <a:lnTo>
                  <a:pt x="1594821" y="20741"/>
                </a:lnTo>
                <a:lnTo>
                  <a:pt x="1594409" y="20359"/>
                </a:lnTo>
                <a:lnTo>
                  <a:pt x="1593987" y="19986"/>
                </a:lnTo>
                <a:lnTo>
                  <a:pt x="1593554" y="19623"/>
                </a:lnTo>
                <a:lnTo>
                  <a:pt x="1593111" y="19269"/>
                </a:lnTo>
                <a:lnTo>
                  <a:pt x="1592658" y="18925"/>
                </a:lnTo>
                <a:lnTo>
                  <a:pt x="1592194" y="18591"/>
                </a:lnTo>
                <a:lnTo>
                  <a:pt x="1591720" y="18266"/>
                </a:lnTo>
                <a:lnTo>
                  <a:pt x="1591236" y="17951"/>
                </a:lnTo>
                <a:lnTo>
                  <a:pt x="1590742" y="17645"/>
                </a:lnTo>
                <a:lnTo>
                  <a:pt x="1590238" y="17349"/>
                </a:lnTo>
                <a:lnTo>
                  <a:pt x="1589724" y="17063"/>
                </a:lnTo>
                <a:lnTo>
                  <a:pt x="1589200" y="16790"/>
                </a:lnTo>
                <a:lnTo>
                  <a:pt x="1588668" y="16529"/>
                </a:lnTo>
                <a:lnTo>
                  <a:pt x="1588126" y="16280"/>
                </a:lnTo>
                <a:lnTo>
                  <a:pt x="1587575" y="16043"/>
                </a:lnTo>
                <a:lnTo>
                  <a:pt x="1587015" y="15818"/>
                </a:lnTo>
                <a:lnTo>
                  <a:pt x="1586445" y="15605"/>
                </a:lnTo>
                <a:lnTo>
                  <a:pt x="1585867" y="15405"/>
                </a:lnTo>
                <a:lnTo>
                  <a:pt x="1585279" y="15216"/>
                </a:lnTo>
                <a:lnTo>
                  <a:pt x="1584682" y="15040"/>
                </a:lnTo>
                <a:lnTo>
                  <a:pt x="1584076" y="14876"/>
                </a:lnTo>
                <a:lnTo>
                  <a:pt x="1583460" y="14724"/>
                </a:lnTo>
                <a:lnTo>
                  <a:pt x="1582836" y="14585"/>
                </a:lnTo>
                <a:lnTo>
                  <a:pt x="1582202" y="14457"/>
                </a:lnTo>
                <a:lnTo>
                  <a:pt x="1581559" y="14342"/>
                </a:lnTo>
                <a:lnTo>
                  <a:pt x="1580906" y="14238"/>
                </a:lnTo>
                <a:lnTo>
                  <a:pt x="1580245" y="14147"/>
                </a:lnTo>
                <a:lnTo>
                  <a:pt x="1579574" y="14068"/>
                </a:lnTo>
                <a:lnTo>
                  <a:pt x="1578894" y="14001"/>
                </a:lnTo>
                <a:lnTo>
                  <a:pt x="1578205" y="13947"/>
                </a:lnTo>
                <a:lnTo>
                  <a:pt x="1577507" y="13904"/>
                </a:lnTo>
                <a:lnTo>
                  <a:pt x="1576800" y="13874"/>
                </a:lnTo>
                <a:lnTo>
                  <a:pt x="1576083" y="13856"/>
                </a:lnTo>
                <a:lnTo>
                  <a:pt x="1575357" y="13850"/>
                </a:lnTo>
                <a:lnTo>
                  <a:pt x="1574702" y="13855"/>
                </a:lnTo>
                <a:lnTo>
                  <a:pt x="1574053" y="13871"/>
                </a:lnTo>
                <a:lnTo>
                  <a:pt x="1573409" y="13898"/>
                </a:lnTo>
                <a:lnTo>
                  <a:pt x="1572769" y="13936"/>
                </a:lnTo>
                <a:lnTo>
                  <a:pt x="1572135" y="13985"/>
                </a:lnTo>
                <a:lnTo>
                  <a:pt x="1571505" y="14045"/>
                </a:lnTo>
                <a:lnTo>
                  <a:pt x="1570881" y="14116"/>
                </a:lnTo>
                <a:lnTo>
                  <a:pt x="1570262" y="14197"/>
                </a:lnTo>
                <a:lnTo>
                  <a:pt x="1569647" y="14290"/>
                </a:lnTo>
                <a:lnTo>
                  <a:pt x="1569038" y="14393"/>
                </a:lnTo>
                <a:lnTo>
                  <a:pt x="1568433" y="14507"/>
                </a:lnTo>
                <a:lnTo>
                  <a:pt x="1567834" y="14632"/>
                </a:lnTo>
                <a:lnTo>
                  <a:pt x="1567239" y="14768"/>
                </a:lnTo>
                <a:lnTo>
                  <a:pt x="1566649" y="14915"/>
                </a:lnTo>
                <a:lnTo>
                  <a:pt x="1566065" y="15073"/>
                </a:lnTo>
                <a:lnTo>
                  <a:pt x="1565485" y="15241"/>
                </a:lnTo>
                <a:lnTo>
                  <a:pt x="1564911" y="15420"/>
                </a:lnTo>
                <a:lnTo>
                  <a:pt x="1564341" y="15611"/>
                </a:lnTo>
                <a:lnTo>
                  <a:pt x="1563777" y="15812"/>
                </a:lnTo>
                <a:lnTo>
                  <a:pt x="1563217" y="16024"/>
                </a:lnTo>
                <a:lnTo>
                  <a:pt x="1562662" y="16247"/>
                </a:lnTo>
                <a:lnTo>
                  <a:pt x="1562113" y="16480"/>
                </a:lnTo>
                <a:lnTo>
                  <a:pt x="1561568" y="16725"/>
                </a:lnTo>
                <a:lnTo>
                  <a:pt x="1561029" y="16980"/>
                </a:lnTo>
                <a:lnTo>
                  <a:pt x="1560496" y="17246"/>
                </a:lnTo>
                <a:lnTo>
                  <a:pt x="1559972" y="17522"/>
                </a:lnTo>
                <a:lnTo>
                  <a:pt x="1559457" y="17807"/>
                </a:lnTo>
                <a:lnTo>
                  <a:pt x="1558951" y="18102"/>
                </a:lnTo>
                <a:lnTo>
                  <a:pt x="1558455" y="18406"/>
                </a:lnTo>
                <a:lnTo>
                  <a:pt x="1557967" y="18721"/>
                </a:lnTo>
                <a:lnTo>
                  <a:pt x="1557488" y="19045"/>
                </a:lnTo>
                <a:lnTo>
                  <a:pt x="1557018" y="19379"/>
                </a:lnTo>
                <a:lnTo>
                  <a:pt x="1556557" y="19722"/>
                </a:lnTo>
                <a:lnTo>
                  <a:pt x="1556105" y="20075"/>
                </a:lnTo>
                <a:lnTo>
                  <a:pt x="1555661" y="20438"/>
                </a:lnTo>
                <a:lnTo>
                  <a:pt x="1555227" y="20811"/>
                </a:lnTo>
                <a:lnTo>
                  <a:pt x="1554802" y="21194"/>
                </a:lnTo>
                <a:lnTo>
                  <a:pt x="1554386" y="21586"/>
                </a:lnTo>
                <a:lnTo>
                  <a:pt x="1553978" y="21987"/>
                </a:lnTo>
                <a:lnTo>
                  <a:pt x="1553580" y="22399"/>
                </a:lnTo>
                <a:lnTo>
                  <a:pt x="1553190" y="22820"/>
                </a:lnTo>
                <a:lnTo>
                  <a:pt x="1552810" y="23251"/>
                </a:lnTo>
                <a:lnTo>
                  <a:pt x="1552438" y="23692"/>
                </a:lnTo>
                <a:lnTo>
                  <a:pt x="1552076" y="24143"/>
                </a:lnTo>
                <a:lnTo>
                  <a:pt x="1551722" y="24603"/>
                </a:lnTo>
                <a:lnTo>
                  <a:pt x="1551378" y="25073"/>
                </a:lnTo>
                <a:lnTo>
                  <a:pt x="1551042" y="25552"/>
                </a:lnTo>
                <a:lnTo>
                  <a:pt x="1550715" y="26042"/>
                </a:lnTo>
                <a:lnTo>
                  <a:pt x="1550399" y="26540"/>
                </a:lnTo>
                <a:lnTo>
                  <a:pt x="1550096" y="27047"/>
                </a:lnTo>
                <a:lnTo>
                  <a:pt x="1549806" y="27563"/>
                </a:lnTo>
                <a:lnTo>
                  <a:pt x="1549529" y="28087"/>
                </a:lnTo>
                <a:lnTo>
                  <a:pt x="1549265" y="28620"/>
                </a:lnTo>
                <a:lnTo>
                  <a:pt x="1549014" y="29161"/>
                </a:lnTo>
                <a:lnTo>
                  <a:pt x="1548775" y="29711"/>
                </a:lnTo>
                <a:lnTo>
                  <a:pt x="1548550" y="30269"/>
                </a:lnTo>
                <a:lnTo>
                  <a:pt x="1548338" y="30836"/>
                </a:lnTo>
                <a:lnTo>
                  <a:pt x="1548138" y="31412"/>
                </a:lnTo>
                <a:lnTo>
                  <a:pt x="1547951" y="31996"/>
                </a:lnTo>
                <a:lnTo>
                  <a:pt x="1547778" y="32589"/>
                </a:lnTo>
                <a:lnTo>
                  <a:pt x="1547617" y="33190"/>
                </a:lnTo>
                <a:lnTo>
                  <a:pt x="1547469" y="33800"/>
                </a:lnTo>
                <a:lnTo>
                  <a:pt x="1547334" y="34418"/>
                </a:lnTo>
                <a:lnTo>
                  <a:pt x="1547212" y="35045"/>
                </a:lnTo>
                <a:lnTo>
                  <a:pt x="1547103" y="35681"/>
                </a:lnTo>
                <a:lnTo>
                  <a:pt x="1547006" y="36325"/>
                </a:lnTo>
                <a:lnTo>
                  <a:pt x="1546923" y="36978"/>
                </a:lnTo>
                <a:lnTo>
                  <a:pt x="1546853" y="37639"/>
                </a:lnTo>
                <a:lnTo>
                  <a:pt x="1546795" y="38309"/>
                </a:lnTo>
                <a:lnTo>
                  <a:pt x="1546751" y="38987"/>
                </a:lnTo>
                <a:lnTo>
                  <a:pt x="1546719" y="39674"/>
                </a:lnTo>
                <a:lnTo>
                  <a:pt x="1546700" y="40370"/>
                </a:lnTo>
                <a:lnTo>
                  <a:pt x="1555540" y="40370"/>
                </a:lnTo>
                <a:lnTo>
                  <a:pt x="1555551" y="39882"/>
                </a:lnTo>
                <a:lnTo>
                  <a:pt x="1555570" y="39400"/>
                </a:lnTo>
                <a:lnTo>
                  <a:pt x="1555598" y="38924"/>
                </a:lnTo>
                <a:lnTo>
                  <a:pt x="1555634" y="38453"/>
                </a:lnTo>
                <a:lnTo>
                  <a:pt x="1555680" y="37989"/>
                </a:lnTo>
                <a:lnTo>
                  <a:pt x="1555734" y="37531"/>
                </a:lnTo>
                <a:lnTo>
                  <a:pt x="1555796" y="37079"/>
                </a:lnTo>
                <a:lnTo>
                  <a:pt x="1555868" y="36633"/>
                </a:lnTo>
                <a:lnTo>
                  <a:pt x="1555948" y="36193"/>
                </a:lnTo>
                <a:lnTo>
                  <a:pt x="1556036" y="35759"/>
                </a:lnTo>
                <a:lnTo>
                  <a:pt x="1556134" y="35331"/>
                </a:lnTo>
                <a:lnTo>
                  <a:pt x="1556240" y="34909"/>
                </a:lnTo>
                <a:lnTo>
                  <a:pt x="1556355" y="34493"/>
                </a:lnTo>
                <a:lnTo>
                  <a:pt x="1556478" y="34083"/>
                </a:lnTo>
                <a:lnTo>
                  <a:pt x="1556611" y="33679"/>
                </a:lnTo>
                <a:lnTo>
                  <a:pt x="1556752" y="33281"/>
                </a:lnTo>
                <a:lnTo>
                  <a:pt x="1556901" y="32889"/>
                </a:lnTo>
                <a:lnTo>
                  <a:pt x="1557060" y="32504"/>
                </a:lnTo>
                <a:lnTo>
                  <a:pt x="1557227" y="32124"/>
                </a:lnTo>
                <a:lnTo>
                  <a:pt x="1557402" y="31750"/>
                </a:lnTo>
                <a:lnTo>
                  <a:pt x="1557587" y="31382"/>
                </a:lnTo>
                <a:lnTo>
                  <a:pt x="1557780" y="31020"/>
                </a:lnTo>
                <a:lnTo>
                  <a:pt x="1557982" y="30664"/>
                </a:lnTo>
                <a:lnTo>
                  <a:pt x="1558192" y="30314"/>
                </a:lnTo>
                <a:lnTo>
                  <a:pt x="1558410" y="29971"/>
                </a:lnTo>
                <a:lnTo>
                  <a:pt x="1558635" y="29634"/>
                </a:lnTo>
                <a:lnTo>
                  <a:pt x="1558866" y="29304"/>
                </a:lnTo>
                <a:lnTo>
                  <a:pt x="1559104" y="28981"/>
                </a:lnTo>
                <a:lnTo>
                  <a:pt x="1559348" y="28665"/>
                </a:lnTo>
                <a:lnTo>
                  <a:pt x="1559599" y="28355"/>
                </a:lnTo>
                <a:lnTo>
                  <a:pt x="1559856" y="28052"/>
                </a:lnTo>
                <a:lnTo>
                  <a:pt x="1560120" y="27756"/>
                </a:lnTo>
                <a:lnTo>
                  <a:pt x="1560390" y="27467"/>
                </a:lnTo>
                <a:lnTo>
                  <a:pt x="1560667" y="27185"/>
                </a:lnTo>
                <a:lnTo>
                  <a:pt x="1560950" y="26909"/>
                </a:lnTo>
                <a:lnTo>
                  <a:pt x="1561240" y="26640"/>
                </a:lnTo>
                <a:lnTo>
                  <a:pt x="1561537" y="26378"/>
                </a:lnTo>
                <a:lnTo>
                  <a:pt x="1561840" y="26123"/>
                </a:lnTo>
                <a:lnTo>
                  <a:pt x="1562149" y="25874"/>
                </a:lnTo>
                <a:lnTo>
                  <a:pt x="1562465" y="25632"/>
                </a:lnTo>
                <a:lnTo>
                  <a:pt x="1562788" y="25397"/>
                </a:lnTo>
                <a:lnTo>
                  <a:pt x="1563117" y="25169"/>
                </a:lnTo>
                <a:lnTo>
                  <a:pt x="1563452" y="24948"/>
                </a:lnTo>
                <a:lnTo>
                  <a:pt x="1563794" y="24733"/>
                </a:lnTo>
                <a:lnTo>
                  <a:pt x="1564143" y="24525"/>
                </a:lnTo>
                <a:lnTo>
                  <a:pt x="1564498" y="24324"/>
                </a:lnTo>
                <a:lnTo>
                  <a:pt x="1564859" y="24130"/>
                </a:lnTo>
                <a:lnTo>
                  <a:pt x="1565228" y="23942"/>
                </a:lnTo>
                <a:lnTo>
                  <a:pt x="1565601" y="23762"/>
                </a:lnTo>
                <a:lnTo>
                  <a:pt x="1565979" y="23589"/>
                </a:lnTo>
                <a:lnTo>
                  <a:pt x="1566361" y="23424"/>
                </a:lnTo>
                <a:lnTo>
                  <a:pt x="1566747" y="23267"/>
                </a:lnTo>
                <a:lnTo>
                  <a:pt x="1567137" y="23117"/>
                </a:lnTo>
                <a:lnTo>
                  <a:pt x="1567532" y="22975"/>
                </a:lnTo>
                <a:lnTo>
                  <a:pt x="1567931" y="22841"/>
                </a:lnTo>
                <a:lnTo>
                  <a:pt x="1568334" y="22714"/>
                </a:lnTo>
                <a:lnTo>
                  <a:pt x="1568741" y="22595"/>
                </a:lnTo>
                <a:lnTo>
                  <a:pt x="1569153" y="22484"/>
                </a:lnTo>
                <a:lnTo>
                  <a:pt x="1569568" y="22380"/>
                </a:lnTo>
                <a:lnTo>
                  <a:pt x="1569988" y="22284"/>
                </a:lnTo>
                <a:lnTo>
                  <a:pt x="1570412" y="22196"/>
                </a:lnTo>
                <a:lnTo>
                  <a:pt x="1570841" y="22116"/>
                </a:lnTo>
                <a:lnTo>
                  <a:pt x="1571273" y="22043"/>
                </a:lnTo>
                <a:lnTo>
                  <a:pt x="1571710" y="21978"/>
                </a:lnTo>
                <a:lnTo>
                  <a:pt x="1572151" y="21920"/>
                </a:lnTo>
                <a:lnTo>
                  <a:pt x="1572597" y="21870"/>
                </a:lnTo>
                <a:lnTo>
                  <a:pt x="1573046" y="21828"/>
                </a:lnTo>
                <a:lnTo>
                  <a:pt x="1573500" y="21793"/>
                </a:lnTo>
                <a:lnTo>
                  <a:pt x="1573958" y="21766"/>
                </a:lnTo>
                <a:lnTo>
                  <a:pt x="1574420" y="21747"/>
                </a:lnTo>
                <a:lnTo>
                  <a:pt x="1574886" y="21736"/>
                </a:lnTo>
                <a:lnTo>
                  <a:pt x="1575357" y="21732"/>
                </a:lnTo>
                <a:lnTo>
                  <a:pt x="1575863" y="21736"/>
                </a:lnTo>
                <a:lnTo>
                  <a:pt x="1576362" y="21750"/>
                </a:lnTo>
                <a:lnTo>
                  <a:pt x="1576854" y="21772"/>
                </a:lnTo>
                <a:lnTo>
                  <a:pt x="1577340" y="21802"/>
                </a:lnTo>
                <a:lnTo>
                  <a:pt x="1577818" y="21842"/>
                </a:lnTo>
                <a:lnTo>
                  <a:pt x="1578290" y="21890"/>
                </a:lnTo>
                <a:lnTo>
                  <a:pt x="1578754" y="21948"/>
                </a:lnTo>
                <a:lnTo>
                  <a:pt x="1579212" y="22014"/>
                </a:lnTo>
                <a:lnTo>
                  <a:pt x="1579663" y="22088"/>
                </a:lnTo>
                <a:lnTo>
                  <a:pt x="1580107" y="22172"/>
                </a:lnTo>
                <a:lnTo>
                  <a:pt x="1580544" y="22264"/>
                </a:lnTo>
                <a:lnTo>
                  <a:pt x="1580974" y="22366"/>
                </a:lnTo>
                <a:lnTo>
                  <a:pt x="1581397" y="22476"/>
                </a:lnTo>
                <a:lnTo>
                  <a:pt x="1581814" y="22594"/>
                </a:lnTo>
                <a:lnTo>
                  <a:pt x="1582223" y="22722"/>
                </a:lnTo>
                <a:lnTo>
                  <a:pt x="1582625" y="22858"/>
                </a:lnTo>
                <a:lnTo>
                  <a:pt x="1583021" y="23004"/>
                </a:lnTo>
                <a:lnTo>
                  <a:pt x="1583410" y="23158"/>
                </a:lnTo>
                <a:lnTo>
                  <a:pt x="1583791" y="23321"/>
                </a:lnTo>
                <a:lnTo>
                  <a:pt x="1584166" y="23492"/>
                </a:lnTo>
                <a:lnTo>
                  <a:pt x="1584534" y="23673"/>
                </a:lnTo>
                <a:lnTo>
                  <a:pt x="1584895" y="23862"/>
                </a:lnTo>
                <a:lnTo>
                  <a:pt x="1585249" y="24060"/>
                </a:lnTo>
                <a:lnTo>
                  <a:pt x="1585597" y="24267"/>
                </a:lnTo>
                <a:lnTo>
                  <a:pt x="1585937" y="24481"/>
                </a:lnTo>
                <a:lnTo>
                  <a:pt x="1586270" y="24702"/>
                </a:lnTo>
                <a:lnTo>
                  <a:pt x="1586596" y="24930"/>
                </a:lnTo>
                <a:lnTo>
                  <a:pt x="1586914" y="25165"/>
                </a:lnTo>
                <a:lnTo>
                  <a:pt x="1587226" y="25406"/>
                </a:lnTo>
                <a:lnTo>
                  <a:pt x="1587530" y="25654"/>
                </a:lnTo>
                <a:lnTo>
                  <a:pt x="1587828" y="25909"/>
                </a:lnTo>
                <a:lnTo>
                  <a:pt x="1588118" y="26170"/>
                </a:lnTo>
                <a:lnTo>
                  <a:pt x="1588401" y="26438"/>
                </a:lnTo>
                <a:lnTo>
                  <a:pt x="1588676" y="26713"/>
                </a:lnTo>
                <a:lnTo>
                  <a:pt x="1588945" y="26995"/>
                </a:lnTo>
                <a:lnTo>
                  <a:pt x="1589206" y="27284"/>
                </a:lnTo>
                <a:lnTo>
                  <a:pt x="1589461" y="27579"/>
                </a:lnTo>
                <a:lnTo>
                  <a:pt x="1589708" y="27881"/>
                </a:lnTo>
                <a:lnTo>
                  <a:pt x="1589948" y="28189"/>
                </a:lnTo>
                <a:lnTo>
                  <a:pt x="1590180" y="28505"/>
                </a:lnTo>
                <a:lnTo>
                  <a:pt x="1590406" y="28827"/>
                </a:lnTo>
                <a:lnTo>
                  <a:pt x="1590624" y="29155"/>
                </a:lnTo>
                <a:lnTo>
                  <a:pt x="1590836" y="29491"/>
                </a:lnTo>
                <a:lnTo>
                  <a:pt x="1591040" y="29833"/>
                </a:lnTo>
                <a:lnTo>
                  <a:pt x="1591237" y="30182"/>
                </a:lnTo>
                <a:lnTo>
                  <a:pt x="1591427" y="30538"/>
                </a:lnTo>
                <a:lnTo>
                  <a:pt x="1591609" y="30900"/>
                </a:lnTo>
                <a:lnTo>
                  <a:pt x="1591785" y="31270"/>
                </a:lnTo>
                <a:lnTo>
                  <a:pt x="1591953" y="31645"/>
                </a:lnTo>
                <a:lnTo>
                  <a:pt x="1592114" y="32025"/>
                </a:lnTo>
                <a:lnTo>
                  <a:pt x="1592268" y="32409"/>
                </a:lnTo>
                <a:lnTo>
                  <a:pt x="1592415" y="32799"/>
                </a:lnTo>
                <a:lnTo>
                  <a:pt x="1592555" y="33194"/>
                </a:lnTo>
                <a:lnTo>
                  <a:pt x="1592687" y="33593"/>
                </a:lnTo>
                <a:lnTo>
                  <a:pt x="1592813" y="33998"/>
                </a:lnTo>
                <a:lnTo>
                  <a:pt x="1592931" y="34407"/>
                </a:lnTo>
                <a:lnTo>
                  <a:pt x="1593042" y="34821"/>
                </a:lnTo>
                <a:lnTo>
                  <a:pt x="1593146" y="35241"/>
                </a:lnTo>
                <a:lnTo>
                  <a:pt x="1593242" y="35665"/>
                </a:lnTo>
                <a:lnTo>
                  <a:pt x="1593332" y="36094"/>
                </a:lnTo>
                <a:lnTo>
                  <a:pt x="1593414" y="36528"/>
                </a:lnTo>
                <a:lnTo>
                  <a:pt x="1593489" y="36966"/>
                </a:lnTo>
                <a:lnTo>
                  <a:pt x="1593557" y="37410"/>
                </a:lnTo>
                <a:lnTo>
                  <a:pt x="1593618" y="37859"/>
                </a:lnTo>
                <a:lnTo>
                  <a:pt x="1593672" y="38312"/>
                </a:lnTo>
                <a:lnTo>
                  <a:pt x="1593719" y="38771"/>
                </a:lnTo>
                <a:lnTo>
                  <a:pt x="1593758" y="39234"/>
                </a:lnTo>
                <a:lnTo>
                  <a:pt x="1593790" y="39702"/>
                </a:lnTo>
                <a:lnTo>
                  <a:pt x="1593815" y="40176"/>
                </a:lnTo>
                <a:lnTo>
                  <a:pt x="1593833" y="40654"/>
                </a:lnTo>
                <a:lnTo>
                  <a:pt x="1593844" y="41137"/>
                </a:lnTo>
                <a:lnTo>
                  <a:pt x="1593847" y="41625"/>
                </a:lnTo>
                <a:lnTo>
                  <a:pt x="1593844" y="42118"/>
                </a:lnTo>
                <a:lnTo>
                  <a:pt x="1593835" y="42605"/>
                </a:lnTo>
                <a:lnTo>
                  <a:pt x="1593820" y="43085"/>
                </a:lnTo>
                <a:lnTo>
                  <a:pt x="1593799" y="43559"/>
                </a:lnTo>
                <a:lnTo>
                  <a:pt x="1593772" y="44026"/>
                </a:lnTo>
                <a:lnTo>
                  <a:pt x="1593739" y="44487"/>
                </a:lnTo>
                <a:lnTo>
                  <a:pt x="1593700" y="44941"/>
                </a:lnTo>
                <a:lnTo>
                  <a:pt x="1593655" y="45388"/>
                </a:lnTo>
                <a:lnTo>
                  <a:pt x="1593604" y="45829"/>
                </a:lnTo>
                <a:lnTo>
                  <a:pt x="1593547" y="46263"/>
                </a:lnTo>
                <a:lnTo>
                  <a:pt x="1593484" y="46691"/>
                </a:lnTo>
                <a:lnTo>
                  <a:pt x="1593415" y="47112"/>
                </a:lnTo>
                <a:lnTo>
                  <a:pt x="1593340" y="47526"/>
                </a:lnTo>
                <a:lnTo>
                  <a:pt x="1593258" y="47934"/>
                </a:lnTo>
                <a:lnTo>
                  <a:pt x="1593171" y="48335"/>
                </a:lnTo>
                <a:lnTo>
                  <a:pt x="1593078" y="48729"/>
                </a:lnTo>
                <a:lnTo>
                  <a:pt x="1592979" y="49117"/>
                </a:lnTo>
                <a:lnTo>
                  <a:pt x="1592874" y="49499"/>
                </a:lnTo>
                <a:lnTo>
                  <a:pt x="1592762" y="49873"/>
                </a:lnTo>
                <a:lnTo>
                  <a:pt x="1592645" y="50241"/>
                </a:lnTo>
                <a:lnTo>
                  <a:pt x="1592522" y="50603"/>
                </a:lnTo>
                <a:lnTo>
                  <a:pt x="1592393" y="50958"/>
                </a:lnTo>
                <a:lnTo>
                  <a:pt x="1592258" y="51306"/>
                </a:lnTo>
                <a:lnTo>
                  <a:pt x="1592116" y="51648"/>
                </a:lnTo>
                <a:lnTo>
                  <a:pt x="1591970" y="51985"/>
                </a:lnTo>
                <a:lnTo>
                  <a:pt x="1591819" y="52320"/>
                </a:lnTo>
                <a:lnTo>
                  <a:pt x="1591663" y="52653"/>
                </a:lnTo>
                <a:lnTo>
                  <a:pt x="1591503" y="52984"/>
                </a:lnTo>
                <a:lnTo>
                  <a:pt x="1591339" y="53313"/>
                </a:lnTo>
                <a:lnTo>
                  <a:pt x="1591170" y="53639"/>
                </a:lnTo>
                <a:lnTo>
                  <a:pt x="1590997" y="53963"/>
                </a:lnTo>
                <a:lnTo>
                  <a:pt x="1590819" y="54285"/>
                </a:lnTo>
                <a:lnTo>
                  <a:pt x="1590637" y="54605"/>
                </a:lnTo>
                <a:lnTo>
                  <a:pt x="1590450" y="54922"/>
                </a:lnTo>
                <a:lnTo>
                  <a:pt x="1590259" y="55237"/>
                </a:lnTo>
                <a:lnTo>
                  <a:pt x="1590063" y="55551"/>
                </a:lnTo>
                <a:lnTo>
                  <a:pt x="1589863" y="55862"/>
                </a:lnTo>
                <a:lnTo>
                  <a:pt x="1589658" y="56170"/>
                </a:lnTo>
                <a:lnTo>
                  <a:pt x="1589449" y="56477"/>
                </a:lnTo>
                <a:lnTo>
                  <a:pt x="1589235" y="56781"/>
                </a:lnTo>
                <a:lnTo>
                  <a:pt x="1589017" y="57083"/>
                </a:lnTo>
                <a:lnTo>
                  <a:pt x="1588794" y="57383"/>
                </a:lnTo>
                <a:lnTo>
                  <a:pt x="1588567" y="57681"/>
                </a:lnTo>
                <a:lnTo>
                  <a:pt x="1588336" y="57977"/>
                </a:lnTo>
                <a:lnTo>
                  <a:pt x="1588100" y="58270"/>
                </a:lnTo>
                <a:lnTo>
                  <a:pt x="1587859" y="58561"/>
                </a:lnTo>
                <a:lnTo>
                  <a:pt x="1587614" y="58850"/>
                </a:lnTo>
                <a:lnTo>
                  <a:pt x="1587365" y="59137"/>
                </a:lnTo>
                <a:lnTo>
                  <a:pt x="1587111" y="59423"/>
                </a:lnTo>
                <a:lnTo>
                  <a:pt x="1586855" y="59711"/>
                </a:lnTo>
                <a:lnTo>
                  <a:pt x="1586596" y="60001"/>
                </a:lnTo>
                <a:lnTo>
                  <a:pt x="1586333" y="60293"/>
                </a:lnTo>
                <a:lnTo>
                  <a:pt x="1586068" y="60587"/>
                </a:lnTo>
                <a:lnTo>
                  <a:pt x="1585799" y="60882"/>
                </a:lnTo>
                <a:lnTo>
                  <a:pt x="1585528" y="61179"/>
                </a:lnTo>
                <a:lnTo>
                  <a:pt x="1585253" y="61478"/>
                </a:lnTo>
                <a:lnTo>
                  <a:pt x="1584975" y="61779"/>
                </a:lnTo>
                <a:lnTo>
                  <a:pt x="1584694" y="62082"/>
                </a:lnTo>
                <a:lnTo>
                  <a:pt x="1584410" y="62387"/>
                </a:lnTo>
                <a:lnTo>
                  <a:pt x="1584123" y="62693"/>
                </a:lnTo>
                <a:lnTo>
                  <a:pt x="1583833" y="63001"/>
                </a:lnTo>
                <a:lnTo>
                  <a:pt x="1583540" y="63311"/>
                </a:lnTo>
                <a:lnTo>
                  <a:pt x="1583244" y="63623"/>
                </a:lnTo>
                <a:lnTo>
                  <a:pt x="1582945" y="63936"/>
                </a:lnTo>
                <a:lnTo>
                  <a:pt x="1582642" y="64252"/>
                </a:lnTo>
                <a:lnTo>
                  <a:pt x="1582337" y="64569"/>
                </a:lnTo>
                <a:lnTo>
                  <a:pt x="1582028" y="64888"/>
                </a:lnTo>
                <a:lnTo>
                  <a:pt x="1581717" y="65209"/>
                </a:lnTo>
                <a:lnTo>
                  <a:pt x="1581402" y="65532"/>
                </a:lnTo>
                <a:lnTo>
                  <a:pt x="1581085" y="65856"/>
                </a:lnTo>
                <a:lnTo>
                  <a:pt x="1580764" y="66182"/>
                </a:lnTo>
                <a:lnTo>
                  <a:pt x="1580440" y="66510"/>
                </a:lnTo>
                <a:lnTo>
                  <a:pt x="1580069" y="66876"/>
                </a:lnTo>
                <a:lnTo>
                  <a:pt x="1579704" y="67239"/>
                </a:lnTo>
                <a:lnTo>
                  <a:pt x="1579345" y="67600"/>
                </a:lnTo>
                <a:lnTo>
                  <a:pt x="1578993" y="67958"/>
                </a:lnTo>
                <a:lnTo>
                  <a:pt x="1578647" y="68315"/>
                </a:lnTo>
                <a:lnTo>
                  <a:pt x="1578308" y="68669"/>
                </a:lnTo>
                <a:lnTo>
                  <a:pt x="1577975" y="69021"/>
                </a:lnTo>
                <a:lnTo>
                  <a:pt x="1577649" y="69371"/>
                </a:lnTo>
                <a:lnTo>
                  <a:pt x="1577329" y="69719"/>
                </a:lnTo>
                <a:lnTo>
                  <a:pt x="1577015" y="70065"/>
                </a:lnTo>
                <a:lnTo>
                  <a:pt x="1576708" y="70408"/>
                </a:lnTo>
                <a:lnTo>
                  <a:pt x="1576407" y="70749"/>
                </a:lnTo>
                <a:lnTo>
                  <a:pt x="1576112" y="71088"/>
                </a:lnTo>
                <a:lnTo>
                  <a:pt x="1575824" y="71425"/>
                </a:lnTo>
                <a:lnTo>
                  <a:pt x="1575542" y="71759"/>
                </a:lnTo>
                <a:lnTo>
                  <a:pt x="1575267" y="72092"/>
                </a:lnTo>
                <a:lnTo>
                  <a:pt x="1574998" y="72422"/>
                </a:lnTo>
                <a:lnTo>
                  <a:pt x="1574735" y="72750"/>
                </a:lnTo>
                <a:lnTo>
                  <a:pt x="1574479" y="73076"/>
                </a:lnTo>
                <a:lnTo>
                  <a:pt x="1574229" y="73399"/>
                </a:lnTo>
                <a:lnTo>
                  <a:pt x="1573986" y="73721"/>
                </a:lnTo>
                <a:lnTo>
                  <a:pt x="1573749" y="74040"/>
                </a:lnTo>
                <a:lnTo>
                  <a:pt x="1573518" y="74357"/>
                </a:lnTo>
                <a:lnTo>
                  <a:pt x="1573294" y="74671"/>
                </a:lnTo>
                <a:lnTo>
                  <a:pt x="1573076" y="74986"/>
                </a:lnTo>
                <a:lnTo>
                  <a:pt x="1572862" y="75303"/>
                </a:lnTo>
                <a:lnTo>
                  <a:pt x="1572654" y="75622"/>
                </a:lnTo>
                <a:lnTo>
                  <a:pt x="1572451" y="75943"/>
                </a:lnTo>
                <a:lnTo>
                  <a:pt x="1572253" y="76266"/>
                </a:lnTo>
                <a:lnTo>
                  <a:pt x="1572060" y="76592"/>
                </a:lnTo>
                <a:lnTo>
                  <a:pt x="1571872" y="76920"/>
                </a:lnTo>
                <a:lnTo>
                  <a:pt x="1571690" y="77250"/>
                </a:lnTo>
                <a:lnTo>
                  <a:pt x="1571512" y="77582"/>
                </a:lnTo>
                <a:lnTo>
                  <a:pt x="1571340" y="77916"/>
                </a:lnTo>
                <a:lnTo>
                  <a:pt x="1571173" y="78253"/>
                </a:lnTo>
                <a:lnTo>
                  <a:pt x="1571010" y="78592"/>
                </a:lnTo>
                <a:lnTo>
                  <a:pt x="1570853" y="78933"/>
                </a:lnTo>
                <a:lnTo>
                  <a:pt x="1570701" y="79276"/>
                </a:lnTo>
                <a:lnTo>
                  <a:pt x="1570555" y="79622"/>
                </a:lnTo>
                <a:lnTo>
                  <a:pt x="1570413" y="79969"/>
                </a:lnTo>
                <a:lnTo>
                  <a:pt x="1570276" y="80319"/>
                </a:lnTo>
                <a:lnTo>
                  <a:pt x="1570145" y="80671"/>
                </a:lnTo>
                <a:lnTo>
                  <a:pt x="1570019" y="81026"/>
                </a:lnTo>
                <a:lnTo>
                  <a:pt x="1569897" y="81382"/>
                </a:lnTo>
                <a:lnTo>
                  <a:pt x="1569781" y="81741"/>
                </a:lnTo>
                <a:lnTo>
                  <a:pt x="1569670" y="82102"/>
                </a:lnTo>
                <a:lnTo>
                  <a:pt x="1569564" y="82465"/>
                </a:lnTo>
                <a:lnTo>
                  <a:pt x="1569463" y="82830"/>
                </a:lnTo>
                <a:lnTo>
                  <a:pt x="1569367" y="83200"/>
                </a:lnTo>
                <a:lnTo>
                  <a:pt x="1569275" y="83576"/>
                </a:lnTo>
                <a:lnTo>
                  <a:pt x="1569186" y="83959"/>
                </a:lnTo>
                <a:lnTo>
                  <a:pt x="1569101" y="84349"/>
                </a:lnTo>
                <a:lnTo>
                  <a:pt x="1569020" y="84745"/>
                </a:lnTo>
                <a:lnTo>
                  <a:pt x="1568943" y="85149"/>
                </a:lnTo>
                <a:lnTo>
                  <a:pt x="1568870" y="85559"/>
                </a:lnTo>
                <a:lnTo>
                  <a:pt x="1568800" y="85975"/>
                </a:lnTo>
                <a:lnTo>
                  <a:pt x="1568735" y="86399"/>
                </a:lnTo>
                <a:lnTo>
                  <a:pt x="1568673" y="86829"/>
                </a:lnTo>
                <a:lnTo>
                  <a:pt x="1568615" y="87266"/>
                </a:lnTo>
                <a:lnTo>
                  <a:pt x="1568561" y="87709"/>
                </a:lnTo>
                <a:lnTo>
                  <a:pt x="1568511" y="88160"/>
                </a:lnTo>
                <a:lnTo>
                  <a:pt x="1568464" y="88617"/>
                </a:lnTo>
                <a:lnTo>
                  <a:pt x="1568422" y="89081"/>
                </a:lnTo>
                <a:lnTo>
                  <a:pt x="1568383" y="89551"/>
                </a:lnTo>
                <a:lnTo>
                  <a:pt x="1568348" y="90029"/>
                </a:lnTo>
                <a:lnTo>
                  <a:pt x="1568317" y="90513"/>
                </a:lnTo>
                <a:lnTo>
                  <a:pt x="1568290" y="91003"/>
                </a:lnTo>
                <a:lnTo>
                  <a:pt x="1568266" y="91501"/>
                </a:lnTo>
                <a:lnTo>
                  <a:pt x="1568247" y="92005"/>
                </a:lnTo>
                <a:lnTo>
                  <a:pt x="1568231" y="92516"/>
                </a:lnTo>
                <a:lnTo>
                  <a:pt x="1568219" y="93034"/>
                </a:lnTo>
                <a:lnTo>
                  <a:pt x="1568211" y="93558"/>
                </a:lnTo>
                <a:lnTo>
                  <a:pt x="1577051" y="93558"/>
                </a:lnTo>
                <a:lnTo>
                  <a:pt x="1577054" y="93063"/>
                </a:lnTo>
                <a:lnTo>
                  <a:pt x="1577063" y="92571"/>
                </a:lnTo>
                <a:lnTo>
                  <a:pt x="1577079" y="92081"/>
                </a:lnTo>
                <a:lnTo>
                  <a:pt x="1577100" y="91593"/>
                </a:lnTo>
                <a:lnTo>
                  <a:pt x="1577128" y="91108"/>
                </a:lnTo>
                <a:close/>
                <a:moveTo>
                  <a:pt x="1472839" y="79704"/>
                </a:moveTo>
                <a:lnTo>
                  <a:pt x="1473177" y="79315"/>
                </a:lnTo>
                <a:lnTo>
                  <a:pt x="1473514" y="78926"/>
                </a:lnTo>
                <a:lnTo>
                  <a:pt x="1473849" y="78536"/>
                </a:lnTo>
                <a:lnTo>
                  <a:pt x="1474184" y="78145"/>
                </a:lnTo>
                <a:lnTo>
                  <a:pt x="1474517" y="77754"/>
                </a:lnTo>
                <a:lnTo>
                  <a:pt x="1474848" y="77362"/>
                </a:lnTo>
                <a:lnTo>
                  <a:pt x="1475179" y="76970"/>
                </a:lnTo>
                <a:lnTo>
                  <a:pt x="1475508" y="76578"/>
                </a:lnTo>
                <a:lnTo>
                  <a:pt x="1475835" y="76184"/>
                </a:lnTo>
                <a:lnTo>
                  <a:pt x="1476162" y="75791"/>
                </a:lnTo>
                <a:lnTo>
                  <a:pt x="1476487" y="75397"/>
                </a:lnTo>
                <a:lnTo>
                  <a:pt x="1476811" y="75002"/>
                </a:lnTo>
                <a:lnTo>
                  <a:pt x="1477134" y="74607"/>
                </a:lnTo>
                <a:lnTo>
                  <a:pt x="1477455" y="74211"/>
                </a:lnTo>
                <a:lnTo>
                  <a:pt x="1477775" y="73815"/>
                </a:lnTo>
                <a:lnTo>
                  <a:pt x="1478094" y="73418"/>
                </a:lnTo>
                <a:lnTo>
                  <a:pt x="1478412" y="73021"/>
                </a:lnTo>
                <a:lnTo>
                  <a:pt x="1478728" y="72623"/>
                </a:lnTo>
                <a:lnTo>
                  <a:pt x="1479043" y="72225"/>
                </a:lnTo>
                <a:lnTo>
                  <a:pt x="1479357" y="71826"/>
                </a:lnTo>
                <a:lnTo>
                  <a:pt x="1479668" y="71427"/>
                </a:lnTo>
                <a:lnTo>
                  <a:pt x="1479978" y="71027"/>
                </a:lnTo>
                <a:lnTo>
                  <a:pt x="1480284" y="70627"/>
                </a:lnTo>
                <a:lnTo>
                  <a:pt x="1480588" y="70227"/>
                </a:lnTo>
                <a:lnTo>
                  <a:pt x="1480889" y="69826"/>
                </a:lnTo>
                <a:lnTo>
                  <a:pt x="1481187" y="69425"/>
                </a:lnTo>
                <a:lnTo>
                  <a:pt x="1481483" y="69023"/>
                </a:lnTo>
                <a:lnTo>
                  <a:pt x="1481775" y="68621"/>
                </a:lnTo>
                <a:lnTo>
                  <a:pt x="1482066" y="68219"/>
                </a:lnTo>
                <a:lnTo>
                  <a:pt x="1482353" y="67816"/>
                </a:lnTo>
                <a:lnTo>
                  <a:pt x="1482638" y="67413"/>
                </a:lnTo>
                <a:lnTo>
                  <a:pt x="1482920" y="67010"/>
                </a:lnTo>
                <a:lnTo>
                  <a:pt x="1483200" y="66606"/>
                </a:lnTo>
                <a:lnTo>
                  <a:pt x="1483477" y="66202"/>
                </a:lnTo>
                <a:lnTo>
                  <a:pt x="1483751" y="65797"/>
                </a:lnTo>
                <a:lnTo>
                  <a:pt x="1484022" y="65392"/>
                </a:lnTo>
                <a:lnTo>
                  <a:pt x="1484291" y="64987"/>
                </a:lnTo>
                <a:lnTo>
                  <a:pt x="1484557" y="64581"/>
                </a:lnTo>
                <a:lnTo>
                  <a:pt x="1484821" y="64175"/>
                </a:lnTo>
                <a:lnTo>
                  <a:pt x="1485081" y="63769"/>
                </a:lnTo>
                <a:lnTo>
                  <a:pt x="1485339" y="63362"/>
                </a:lnTo>
                <a:lnTo>
                  <a:pt x="1485595" y="62954"/>
                </a:lnTo>
                <a:lnTo>
                  <a:pt x="1485847" y="62547"/>
                </a:lnTo>
                <a:lnTo>
                  <a:pt x="1486097" y="62139"/>
                </a:lnTo>
                <a:lnTo>
                  <a:pt x="1486344" y="61730"/>
                </a:lnTo>
                <a:lnTo>
                  <a:pt x="1486586" y="61322"/>
                </a:lnTo>
                <a:lnTo>
                  <a:pt x="1486824" y="60913"/>
                </a:lnTo>
                <a:lnTo>
                  <a:pt x="1487057" y="60505"/>
                </a:lnTo>
                <a:lnTo>
                  <a:pt x="1487286" y="60096"/>
                </a:lnTo>
                <a:lnTo>
                  <a:pt x="1487511" y="59687"/>
                </a:lnTo>
                <a:lnTo>
                  <a:pt x="1487731" y="59278"/>
                </a:lnTo>
                <a:lnTo>
                  <a:pt x="1487947" y="58869"/>
                </a:lnTo>
                <a:lnTo>
                  <a:pt x="1488159" y="58459"/>
                </a:lnTo>
                <a:lnTo>
                  <a:pt x="1488366" y="58050"/>
                </a:lnTo>
                <a:lnTo>
                  <a:pt x="1488569" y="57640"/>
                </a:lnTo>
                <a:lnTo>
                  <a:pt x="1488768" y="57231"/>
                </a:lnTo>
                <a:lnTo>
                  <a:pt x="1488962" y="56821"/>
                </a:lnTo>
                <a:lnTo>
                  <a:pt x="1489152" y="56411"/>
                </a:lnTo>
                <a:lnTo>
                  <a:pt x="1489338" y="56001"/>
                </a:lnTo>
                <a:lnTo>
                  <a:pt x="1489519" y="55590"/>
                </a:lnTo>
                <a:lnTo>
                  <a:pt x="1489696" y="55180"/>
                </a:lnTo>
                <a:lnTo>
                  <a:pt x="1489868" y="54770"/>
                </a:lnTo>
                <a:lnTo>
                  <a:pt x="1490036" y="54359"/>
                </a:lnTo>
                <a:lnTo>
                  <a:pt x="1490200" y="53948"/>
                </a:lnTo>
                <a:lnTo>
                  <a:pt x="1490360" y="53537"/>
                </a:lnTo>
                <a:lnTo>
                  <a:pt x="1490515" y="53126"/>
                </a:lnTo>
                <a:lnTo>
                  <a:pt x="1490666" y="52715"/>
                </a:lnTo>
                <a:lnTo>
                  <a:pt x="1490812" y="52304"/>
                </a:lnTo>
                <a:lnTo>
                  <a:pt x="1490953" y="51893"/>
                </a:lnTo>
                <a:lnTo>
                  <a:pt x="1491089" y="51482"/>
                </a:lnTo>
                <a:lnTo>
                  <a:pt x="1491218" y="51072"/>
                </a:lnTo>
                <a:lnTo>
                  <a:pt x="1491341" y="50663"/>
                </a:lnTo>
                <a:lnTo>
                  <a:pt x="1491458" y="50254"/>
                </a:lnTo>
                <a:lnTo>
                  <a:pt x="1491569" y="49845"/>
                </a:lnTo>
                <a:lnTo>
                  <a:pt x="1491675" y="49437"/>
                </a:lnTo>
                <a:lnTo>
                  <a:pt x="1491774" y="49030"/>
                </a:lnTo>
                <a:lnTo>
                  <a:pt x="1491867" y="48623"/>
                </a:lnTo>
                <a:lnTo>
                  <a:pt x="1491954" y="48217"/>
                </a:lnTo>
                <a:lnTo>
                  <a:pt x="1492035" y="47811"/>
                </a:lnTo>
                <a:lnTo>
                  <a:pt x="1492110" y="47405"/>
                </a:lnTo>
                <a:lnTo>
                  <a:pt x="1492180" y="47000"/>
                </a:lnTo>
                <a:lnTo>
                  <a:pt x="1492243" y="46596"/>
                </a:lnTo>
                <a:lnTo>
                  <a:pt x="1492300" y="46192"/>
                </a:lnTo>
                <a:lnTo>
                  <a:pt x="1492351" y="45789"/>
                </a:lnTo>
                <a:lnTo>
                  <a:pt x="1492396" y="45386"/>
                </a:lnTo>
                <a:lnTo>
                  <a:pt x="1492435" y="44983"/>
                </a:lnTo>
                <a:lnTo>
                  <a:pt x="1492468" y="44581"/>
                </a:lnTo>
                <a:lnTo>
                  <a:pt x="1492495" y="44180"/>
                </a:lnTo>
                <a:lnTo>
                  <a:pt x="1492516" y="43779"/>
                </a:lnTo>
                <a:lnTo>
                  <a:pt x="1492531" y="43379"/>
                </a:lnTo>
                <a:lnTo>
                  <a:pt x="1492540" y="42979"/>
                </a:lnTo>
                <a:lnTo>
                  <a:pt x="1492543" y="42580"/>
                </a:lnTo>
                <a:lnTo>
                  <a:pt x="1492537" y="41829"/>
                </a:lnTo>
                <a:lnTo>
                  <a:pt x="1492517" y="41088"/>
                </a:lnTo>
                <a:lnTo>
                  <a:pt x="1492484" y="40356"/>
                </a:lnTo>
                <a:lnTo>
                  <a:pt x="1492438" y="39633"/>
                </a:lnTo>
                <a:lnTo>
                  <a:pt x="1492379" y="38920"/>
                </a:lnTo>
                <a:lnTo>
                  <a:pt x="1492306" y="38215"/>
                </a:lnTo>
                <a:lnTo>
                  <a:pt x="1492220" y="37520"/>
                </a:lnTo>
                <a:lnTo>
                  <a:pt x="1492122" y="36834"/>
                </a:lnTo>
                <a:lnTo>
                  <a:pt x="1492010" y="36157"/>
                </a:lnTo>
                <a:lnTo>
                  <a:pt x="1491885" y="35489"/>
                </a:lnTo>
                <a:lnTo>
                  <a:pt x="1491746" y="34831"/>
                </a:lnTo>
                <a:lnTo>
                  <a:pt x="1491595" y="34182"/>
                </a:lnTo>
                <a:lnTo>
                  <a:pt x="1491430" y="33542"/>
                </a:lnTo>
                <a:lnTo>
                  <a:pt x="1491252" y="32911"/>
                </a:lnTo>
                <a:lnTo>
                  <a:pt x="1491061" y="32289"/>
                </a:lnTo>
                <a:lnTo>
                  <a:pt x="1490857" y="31677"/>
                </a:lnTo>
                <a:lnTo>
                  <a:pt x="1490640" y="31074"/>
                </a:lnTo>
                <a:lnTo>
                  <a:pt x="1490409" y="30480"/>
                </a:lnTo>
                <a:lnTo>
                  <a:pt x="1490165" y="29895"/>
                </a:lnTo>
                <a:lnTo>
                  <a:pt x="1489909" y="29320"/>
                </a:lnTo>
                <a:lnTo>
                  <a:pt x="1489639" y="28753"/>
                </a:lnTo>
                <a:lnTo>
                  <a:pt x="1489355" y="28196"/>
                </a:lnTo>
                <a:lnTo>
                  <a:pt x="1489059" y="27648"/>
                </a:lnTo>
                <a:lnTo>
                  <a:pt x="1488749" y="27110"/>
                </a:lnTo>
                <a:lnTo>
                  <a:pt x="1488428" y="26581"/>
                </a:lnTo>
                <a:lnTo>
                  <a:pt x="1488095" y="26062"/>
                </a:lnTo>
                <a:lnTo>
                  <a:pt x="1487751" y="25554"/>
                </a:lnTo>
                <a:lnTo>
                  <a:pt x="1487396" y="25056"/>
                </a:lnTo>
                <a:lnTo>
                  <a:pt x="1487029" y="24569"/>
                </a:lnTo>
                <a:lnTo>
                  <a:pt x="1486652" y="24092"/>
                </a:lnTo>
                <a:lnTo>
                  <a:pt x="1486264" y="23625"/>
                </a:lnTo>
                <a:lnTo>
                  <a:pt x="1485864" y="23168"/>
                </a:lnTo>
                <a:lnTo>
                  <a:pt x="1485453" y="22722"/>
                </a:lnTo>
                <a:lnTo>
                  <a:pt x="1485031" y="22287"/>
                </a:lnTo>
                <a:lnTo>
                  <a:pt x="1484598" y="21861"/>
                </a:lnTo>
                <a:lnTo>
                  <a:pt x="1484154" y="21446"/>
                </a:lnTo>
                <a:lnTo>
                  <a:pt x="1483699" y="21042"/>
                </a:lnTo>
                <a:lnTo>
                  <a:pt x="1483233" y="20648"/>
                </a:lnTo>
                <a:lnTo>
                  <a:pt x="1482755" y="20264"/>
                </a:lnTo>
                <a:lnTo>
                  <a:pt x="1482267" y="19890"/>
                </a:lnTo>
                <a:lnTo>
                  <a:pt x="1481767" y="19527"/>
                </a:lnTo>
                <a:lnTo>
                  <a:pt x="1481256" y="19174"/>
                </a:lnTo>
                <a:lnTo>
                  <a:pt x="1480734" y="18832"/>
                </a:lnTo>
                <a:lnTo>
                  <a:pt x="1480201" y="18500"/>
                </a:lnTo>
                <a:lnTo>
                  <a:pt x="1479657" y="18178"/>
                </a:lnTo>
                <a:lnTo>
                  <a:pt x="1479101" y="17867"/>
                </a:lnTo>
                <a:lnTo>
                  <a:pt x="1478535" y="17566"/>
                </a:lnTo>
                <a:lnTo>
                  <a:pt x="1477957" y="17275"/>
                </a:lnTo>
                <a:lnTo>
                  <a:pt x="1477369" y="16996"/>
                </a:lnTo>
                <a:lnTo>
                  <a:pt x="1476772" y="16728"/>
                </a:lnTo>
                <a:lnTo>
                  <a:pt x="1476166" y="16472"/>
                </a:lnTo>
                <a:lnTo>
                  <a:pt x="1475551" y="16228"/>
                </a:lnTo>
                <a:lnTo>
                  <a:pt x="1474926" y="15996"/>
                </a:lnTo>
                <a:lnTo>
                  <a:pt x="1474292" y="15776"/>
                </a:lnTo>
                <a:lnTo>
                  <a:pt x="1473649" y="15568"/>
                </a:lnTo>
                <a:lnTo>
                  <a:pt x="1472997" y="15372"/>
                </a:lnTo>
                <a:lnTo>
                  <a:pt x="1472335" y="15188"/>
                </a:lnTo>
                <a:lnTo>
                  <a:pt x="1471665" y="15015"/>
                </a:lnTo>
                <a:lnTo>
                  <a:pt x="1470985" y="14855"/>
                </a:lnTo>
                <a:lnTo>
                  <a:pt x="1470296" y="14706"/>
                </a:lnTo>
                <a:lnTo>
                  <a:pt x="1469597" y="14569"/>
                </a:lnTo>
                <a:lnTo>
                  <a:pt x="1468890" y="14444"/>
                </a:lnTo>
                <a:lnTo>
                  <a:pt x="1468173" y="14331"/>
                </a:lnTo>
                <a:lnTo>
                  <a:pt x="1467447" y="14230"/>
                </a:lnTo>
                <a:lnTo>
                  <a:pt x="1466712" y="14141"/>
                </a:lnTo>
                <a:lnTo>
                  <a:pt x="1465968" y="14064"/>
                </a:lnTo>
                <a:lnTo>
                  <a:pt x="1465214" y="13998"/>
                </a:lnTo>
                <a:lnTo>
                  <a:pt x="1464451" y="13945"/>
                </a:lnTo>
                <a:lnTo>
                  <a:pt x="1463679" y="13903"/>
                </a:lnTo>
                <a:lnTo>
                  <a:pt x="1462898" y="13873"/>
                </a:lnTo>
                <a:lnTo>
                  <a:pt x="1462108" y="13855"/>
                </a:lnTo>
                <a:lnTo>
                  <a:pt x="1461308" y="13850"/>
                </a:lnTo>
                <a:lnTo>
                  <a:pt x="1460454" y="13857"/>
                </a:lnTo>
                <a:lnTo>
                  <a:pt x="1459610" y="13880"/>
                </a:lnTo>
                <a:lnTo>
                  <a:pt x="1458776" y="13918"/>
                </a:lnTo>
                <a:lnTo>
                  <a:pt x="1457952" y="13971"/>
                </a:lnTo>
                <a:lnTo>
                  <a:pt x="1457139" y="14039"/>
                </a:lnTo>
                <a:lnTo>
                  <a:pt x="1456336" y="14123"/>
                </a:lnTo>
                <a:lnTo>
                  <a:pt x="1455543" y="14222"/>
                </a:lnTo>
                <a:lnTo>
                  <a:pt x="1454760" y="14336"/>
                </a:lnTo>
                <a:lnTo>
                  <a:pt x="1453987" y="14465"/>
                </a:lnTo>
                <a:lnTo>
                  <a:pt x="1453225" y="14609"/>
                </a:lnTo>
                <a:lnTo>
                  <a:pt x="1452473" y="14768"/>
                </a:lnTo>
                <a:lnTo>
                  <a:pt x="1451731" y="14943"/>
                </a:lnTo>
                <a:lnTo>
                  <a:pt x="1451000" y="15133"/>
                </a:lnTo>
                <a:lnTo>
                  <a:pt x="1450278" y="15338"/>
                </a:lnTo>
                <a:lnTo>
                  <a:pt x="1449567" y="15558"/>
                </a:lnTo>
                <a:lnTo>
                  <a:pt x="1448866" y="15794"/>
                </a:lnTo>
                <a:lnTo>
                  <a:pt x="1448176" y="16044"/>
                </a:lnTo>
                <a:lnTo>
                  <a:pt x="1447495" y="16310"/>
                </a:lnTo>
                <a:lnTo>
                  <a:pt x="1446825" y="16591"/>
                </a:lnTo>
                <a:lnTo>
                  <a:pt x="1446165" y="16887"/>
                </a:lnTo>
                <a:lnTo>
                  <a:pt x="1445516" y="17198"/>
                </a:lnTo>
                <a:lnTo>
                  <a:pt x="1444876" y="17525"/>
                </a:lnTo>
                <a:lnTo>
                  <a:pt x="1444247" y="17867"/>
                </a:lnTo>
                <a:lnTo>
                  <a:pt x="1443628" y="18224"/>
                </a:lnTo>
                <a:lnTo>
                  <a:pt x="1443020" y="18593"/>
                </a:lnTo>
                <a:lnTo>
                  <a:pt x="1442424" y="18973"/>
                </a:lnTo>
                <a:lnTo>
                  <a:pt x="1441840" y="19363"/>
                </a:lnTo>
                <a:lnTo>
                  <a:pt x="1441267" y="19764"/>
                </a:lnTo>
                <a:lnTo>
                  <a:pt x="1440707" y="20174"/>
                </a:lnTo>
                <a:lnTo>
                  <a:pt x="1440159" y="20596"/>
                </a:lnTo>
                <a:lnTo>
                  <a:pt x="1439622" y="21027"/>
                </a:lnTo>
                <a:lnTo>
                  <a:pt x="1439097" y="21469"/>
                </a:lnTo>
                <a:lnTo>
                  <a:pt x="1438585" y="21921"/>
                </a:lnTo>
                <a:lnTo>
                  <a:pt x="1438084" y="22384"/>
                </a:lnTo>
                <a:lnTo>
                  <a:pt x="1437595" y="22857"/>
                </a:lnTo>
                <a:lnTo>
                  <a:pt x="1437118" y="23340"/>
                </a:lnTo>
                <a:lnTo>
                  <a:pt x="1436652" y="23834"/>
                </a:lnTo>
                <a:lnTo>
                  <a:pt x="1436199" y="24338"/>
                </a:lnTo>
                <a:lnTo>
                  <a:pt x="1435758" y="24852"/>
                </a:lnTo>
                <a:lnTo>
                  <a:pt x="1435328" y="25376"/>
                </a:lnTo>
                <a:lnTo>
                  <a:pt x="1434910" y="25911"/>
                </a:lnTo>
                <a:lnTo>
                  <a:pt x="1434505" y="26457"/>
                </a:lnTo>
                <a:lnTo>
                  <a:pt x="1434111" y="27012"/>
                </a:lnTo>
                <a:lnTo>
                  <a:pt x="1433729" y="27578"/>
                </a:lnTo>
                <a:lnTo>
                  <a:pt x="1433359" y="28155"/>
                </a:lnTo>
                <a:lnTo>
                  <a:pt x="1433001" y="28741"/>
                </a:lnTo>
                <a:lnTo>
                  <a:pt x="1432654" y="29339"/>
                </a:lnTo>
                <a:lnTo>
                  <a:pt x="1432320" y="29946"/>
                </a:lnTo>
                <a:lnTo>
                  <a:pt x="1431998" y="30561"/>
                </a:lnTo>
                <a:lnTo>
                  <a:pt x="1431690" y="31181"/>
                </a:lnTo>
                <a:lnTo>
                  <a:pt x="1431396" y="31807"/>
                </a:lnTo>
                <a:lnTo>
                  <a:pt x="1431116" y="32437"/>
                </a:lnTo>
                <a:lnTo>
                  <a:pt x="1430849" y="33072"/>
                </a:lnTo>
                <a:lnTo>
                  <a:pt x="1430596" y="33713"/>
                </a:lnTo>
                <a:lnTo>
                  <a:pt x="1430356" y="34359"/>
                </a:lnTo>
                <a:lnTo>
                  <a:pt x="1430130" y="35010"/>
                </a:lnTo>
                <a:lnTo>
                  <a:pt x="1429918" y="35665"/>
                </a:lnTo>
                <a:lnTo>
                  <a:pt x="1429720" y="36326"/>
                </a:lnTo>
                <a:lnTo>
                  <a:pt x="1429535" y="36993"/>
                </a:lnTo>
                <a:lnTo>
                  <a:pt x="1429364" y="37664"/>
                </a:lnTo>
                <a:lnTo>
                  <a:pt x="1429207" y="38340"/>
                </a:lnTo>
                <a:lnTo>
                  <a:pt x="1429063" y="39021"/>
                </a:lnTo>
                <a:lnTo>
                  <a:pt x="1428933" y="39708"/>
                </a:lnTo>
                <a:lnTo>
                  <a:pt x="1428817" y="40400"/>
                </a:lnTo>
                <a:lnTo>
                  <a:pt x="1428714" y="41096"/>
                </a:lnTo>
                <a:lnTo>
                  <a:pt x="1428625" y="41798"/>
                </a:lnTo>
                <a:lnTo>
                  <a:pt x="1428550" y="42505"/>
                </a:lnTo>
                <a:lnTo>
                  <a:pt x="1428488" y="43217"/>
                </a:lnTo>
                <a:lnTo>
                  <a:pt x="1428440" y="43934"/>
                </a:lnTo>
                <a:lnTo>
                  <a:pt x="1428406" y="44656"/>
                </a:lnTo>
                <a:lnTo>
                  <a:pt x="1428386" y="45384"/>
                </a:lnTo>
                <a:lnTo>
                  <a:pt x="1428379" y="46116"/>
                </a:lnTo>
                <a:lnTo>
                  <a:pt x="1437145" y="46116"/>
                </a:lnTo>
                <a:lnTo>
                  <a:pt x="1437150" y="45525"/>
                </a:lnTo>
                <a:lnTo>
                  <a:pt x="1437166" y="44939"/>
                </a:lnTo>
                <a:lnTo>
                  <a:pt x="1437191" y="44358"/>
                </a:lnTo>
                <a:lnTo>
                  <a:pt x="1437227" y="43783"/>
                </a:lnTo>
                <a:lnTo>
                  <a:pt x="1437273" y="43213"/>
                </a:lnTo>
                <a:lnTo>
                  <a:pt x="1437329" y="42648"/>
                </a:lnTo>
                <a:lnTo>
                  <a:pt x="1437396" y="42088"/>
                </a:lnTo>
                <a:lnTo>
                  <a:pt x="1437473" y="41533"/>
                </a:lnTo>
                <a:lnTo>
                  <a:pt x="1437560" y="40984"/>
                </a:lnTo>
                <a:lnTo>
                  <a:pt x="1437657" y="40440"/>
                </a:lnTo>
                <a:lnTo>
                  <a:pt x="1437764" y="39901"/>
                </a:lnTo>
                <a:lnTo>
                  <a:pt x="1437882" y="39368"/>
                </a:lnTo>
                <a:lnTo>
                  <a:pt x="1438010" y="38840"/>
                </a:lnTo>
                <a:lnTo>
                  <a:pt x="1438148" y="38317"/>
                </a:lnTo>
                <a:lnTo>
                  <a:pt x="1438296" y="37799"/>
                </a:lnTo>
                <a:lnTo>
                  <a:pt x="1438455" y="37286"/>
                </a:lnTo>
                <a:lnTo>
                  <a:pt x="1438624" y="36779"/>
                </a:lnTo>
                <a:lnTo>
                  <a:pt x="1438803" y="36277"/>
                </a:lnTo>
                <a:lnTo>
                  <a:pt x="1438992" y="35780"/>
                </a:lnTo>
                <a:lnTo>
                  <a:pt x="1439191" y="35288"/>
                </a:lnTo>
                <a:lnTo>
                  <a:pt x="1439401" y="34802"/>
                </a:lnTo>
                <a:lnTo>
                  <a:pt x="1439621" y="34320"/>
                </a:lnTo>
                <a:lnTo>
                  <a:pt x="1439851" y="33844"/>
                </a:lnTo>
                <a:lnTo>
                  <a:pt x="1440092" y="33374"/>
                </a:lnTo>
                <a:lnTo>
                  <a:pt x="1440342" y="32910"/>
                </a:lnTo>
                <a:lnTo>
                  <a:pt x="1440600" y="32454"/>
                </a:lnTo>
                <a:lnTo>
                  <a:pt x="1440867" y="32007"/>
                </a:lnTo>
                <a:lnTo>
                  <a:pt x="1441143" y="31569"/>
                </a:lnTo>
                <a:lnTo>
                  <a:pt x="1441427" y="31139"/>
                </a:lnTo>
                <a:lnTo>
                  <a:pt x="1441719" y="30718"/>
                </a:lnTo>
                <a:lnTo>
                  <a:pt x="1442021" y="30305"/>
                </a:lnTo>
                <a:lnTo>
                  <a:pt x="1442331" y="29901"/>
                </a:lnTo>
                <a:lnTo>
                  <a:pt x="1442649" y="29505"/>
                </a:lnTo>
                <a:lnTo>
                  <a:pt x="1442976" y="29118"/>
                </a:lnTo>
                <a:lnTo>
                  <a:pt x="1443311" y="28740"/>
                </a:lnTo>
                <a:lnTo>
                  <a:pt x="1443656" y="28370"/>
                </a:lnTo>
                <a:lnTo>
                  <a:pt x="1444008" y="28008"/>
                </a:lnTo>
                <a:lnTo>
                  <a:pt x="1444369" y="27655"/>
                </a:lnTo>
                <a:lnTo>
                  <a:pt x="1444739" y="27311"/>
                </a:lnTo>
                <a:lnTo>
                  <a:pt x="1445118" y="26975"/>
                </a:lnTo>
                <a:lnTo>
                  <a:pt x="1445505" y="26648"/>
                </a:lnTo>
                <a:lnTo>
                  <a:pt x="1445900" y="26329"/>
                </a:lnTo>
                <a:lnTo>
                  <a:pt x="1446304" y="26019"/>
                </a:lnTo>
                <a:lnTo>
                  <a:pt x="1446717" y="25717"/>
                </a:lnTo>
                <a:lnTo>
                  <a:pt x="1447138" y="25424"/>
                </a:lnTo>
                <a:lnTo>
                  <a:pt x="1447568" y="25139"/>
                </a:lnTo>
                <a:lnTo>
                  <a:pt x="1448006" y="24863"/>
                </a:lnTo>
                <a:lnTo>
                  <a:pt x="1448453" y="24596"/>
                </a:lnTo>
                <a:lnTo>
                  <a:pt x="1448908" y="24338"/>
                </a:lnTo>
                <a:lnTo>
                  <a:pt x="1449370" y="24091"/>
                </a:lnTo>
                <a:lnTo>
                  <a:pt x="1449838" y="23856"/>
                </a:lnTo>
                <a:lnTo>
                  <a:pt x="1450314" y="23631"/>
                </a:lnTo>
                <a:lnTo>
                  <a:pt x="1450797" y="23417"/>
                </a:lnTo>
                <a:lnTo>
                  <a:pt x="1451287" y="23214"/>
                </a:lnTo>
                <a:lnTo>
                  <a:pt x="1451784" y="23022"/>
                </a:lnTo>
                <a:lnTo>
                  <a:pt x="1452288" y="22841"/>
                </a:lnTo>
                <a:lnTo>
                  <a:pt x="1452799" y="22671"/>
                </a:lnTo>
                <a:lnTo>
                  <a:pt x="1453317" y="22512"/>
                </a:lnTo>
                <a:lnTo>
                  <a:pt x="1453842" y="22364"/>
                </a:lnTo>
                <a:lnTo>
                  <a:pt x="1454374" y="22227"/>
                </a:lnTo>
                <a:lnTo>
                  <a:pt x="1454913" y="22101"/>
                </a:lnTo>
                <a:lnTo>
                  <a:pt x="1455459" y="21986"/>
                </a:lnTo>
                <a:lnTo>
                  <a:pt x="1456013" y="21881"/>
                </a:lnTo>
                <a:lnTo>
                  <a:pt x="1456573" y="21788"/>
                </a:lnTo>
                <a:lnTo>
                  <a:pt x="1457140" y="21706"/>
                </a:lnTo>
                <a:lnTo>
                  <a:pt x="1457715" y="21635"/>
                </a:lnTo>
                <a:lnTo>
                  <a:pt x="1458296" y="21574"/>
                </a:lnTo>
                <a:lnTo>
                  <a:pt x="1458884" y="21525"/>
                </a:lnTo>
                <a:lnTo>
                  <a:pt x="1459480" y="21487"/>
                </a:lnTo>
                <a:lnTo>
                  <a:pt x="1460082" y="21459"/>
                </a:lnTo>
                <a:lnTo>
                  <a:pt x="1460692" y="21443"/>
                </a:lnTo>
                <a:lnTo>
                  <a:pt x="1461308" y="21437"/>
                </a:lnTo>
                <a:lnTo>
                  <a:pt x="1461912" y="21442"/>
                </a:lnTo>
                <a:lnTo>
                  <a:pt x="1462508" y="21457"/>
                </a:lnTo>
                <a:lnTo>
                  <a:pt x="1463096" y="21481"/>
                </a:lnTo>
                <a:lnTo>
                  <a:pt x="1463676" y="21515"/>
                </a:lnTo>
                <a:lnTo>
                  <a:pt x="1464248" y="21559"/>
                </a:lnTo>
                <a:lnTo>
                  <a:pt x="1464812" y="21612"/>
                </a:lnTo>
                <a:lnTo>
                  <a:pt x="1465368" y="21675"/>
                </a:lnTo>
                <a:lnTo>
                  <a:pt x="1465916" y="21748"/>
                </a:lnTo>
                <a:lnTo>
                  <a:pt x="1466457" y="21831"/>
                </a:lnTo>
                <a:lnTo>
                  <a:pt x="1466989" y="21923"/>
                </a:lnTo>
                <a:lnTo>
                  <a:pt x="1467514" y="22025"/>
                </a:lnTo>
                <a:lnTo>
                  <a:pt x="1468030" y="22137"/>
                </a:lnTo>
                <a:lnTo>
                  <a:pt x="1468539" y="22259"/>
                </a:lnTo>
                <a:lnTo>
                  <a:pt x="1469040" y="22390"/>
                </a:lnTo>
                <a:lnTo>
                  <a:pt x="1469532" y="22531"/>
                </a:lnTo>
                <a:lnTo>
                  <a:pt x="1470017" y="22681"/>
                </a:lnTo>
                <a:lnTo>
                  <a:pt x="1470494" y="22842"/>
                </a:lnTo>
                <a:lnTo>
                  <a:pt x="1470963" y="23012"/>
                </a:lnTo>
                <a:lnTo>
                  <a:pt x="1471424" y="23192"/>
                </a:lnTo>
                <a:lnTo>
                  <a:pt x="1471877" y="23381"/>
                </a:lnTo>
                <a:lnTo>
                  <a:pt x="1472323" y="23581"/>
                </a:lnTo>
                <a:lnTo>
                  <a:pt x="1472760" y="23790"/>
                </a:lnTo>
                <a:lnTo>
                  <a:pt x="1473189" y="24008"/>
                </a:lnTo>
                <a:lnTo>
                  <a:pt x="1473611" y="24237"/>
                </a:lnTo>
                <a:lnTo>
                  <a:pt x="1474024" y="24474"/>
                </a:lnTo>
                <a:lnTo>
                  <a:pt x="1474428" y="24718"/>
                </a:lnTo>
                <a:lnTo>
                  <a:pt x="1474824" y="24970"/>
                </a:lnTo>
                <a:lnTo>
                  <a:pt x="1475212" y="25229"/>
                </a:lnTo>
                <a:lnTo>
                  <a:pt x="1475591" y="25496"/>
                </a:lnTo>
                <a:lnTo>
                  <a:pt x="1475961" y="25770"/>
                </a:lnTo>
                <a:lnTo>
                  <a:pt x="1476323" y="26051"/>
                </a:lnTo>
                <a:lnTo>
                  <a:pt x="1476676" y="26340"/>
                </a:lnTo>
                <a:lnTo>
                  <a:pt x="1477021" y="26637"/>
                </a:lnTo>
                <a:lnTo>
                  <a:pt x="1477357" y="26940"/>
                </a:lnTo>
                <a:lnTo>
                  <a:pt x="1477684" y="27252"/>
                </a:lnTo>
                <a:lnTo>
                  <a:pt x="1478003" y="27570"/>
                </a:lnTo>
                <a:lnTo>
                  <a:pt x="1478313" y="27896"/>
                </a:lnTo>
                <a:lnTo>
                  <a:pt x="1478615" y="28230"/>
                </a:lnTo>
                <a:lnTo>
                  <a:pt x="1478908" y="28570"/>
                </a:lnTo>
                <a:lnTo>
                  <a:pt x="1479193" y="28919"/>
                </a:lnTo>
                <a:lnTo>
                  <a:pt x="1479469" y="29274"/>
                </a:lnTo>
                <a:lnTo>
                  <a:pt x="1479737" y="29637"/>
                </a:lnTo>
                <a:lnTo>
                  <a:pt x="1479995" y="30008"/>
                </a:lnTo>
                <a:lnTo>
                  <a:pt x="1480246" y="30386"/>
                </a:lnTo>
                <a:lnTo>
                  <a:pt x="1480488" y="30771"/>
                </a:lnTo>
                <a:lnTo>
                  <a:pt x="1480721" y="31164"/>
                </a:lnTo>
                <a:lnTo>
                  <a:pt x="1480945" y="31564"/>
                </a:lnTo>
                <a:lnTo>
                  <a:pt x="1481162" y="31972"/>
                </a:lnTo>
                <a:lnTo>
                  <a:pt x="1481369" y="32386"/>
                </a:lnTo>
                <a:lnTo>
                  <a:pt x="1481568" y="32805"/>
                </a:lnTo>
                <a:lnTo>
                  <a:pt x="1481757" y="33230"/>
                </a:lnTo>
                <a:lnTo>
                  <a:pt x="1481938" y="33660"/>
                </a:lnTo>
                <a:lnTo>
                  <a:pt x="1482110" y="34095"/>
                </a:lnTo>
                <a:lnTo>
                  <a:pt x="1482273" y="34536"/>
                </a:lnTo>
                <a:lnTo>
                  <a:pt x="1482428" y="34983"/>
                </a:lnTo>
                <a:lnTo>
                  <a:pt x="1482574" y="35434"/>
                </a:lnTo>
                <a:lnTo>
                  <a:pt x="1482710" y="35891"/>
                </a:lnTo>
                <a:lnTo>
                  <a:pt x="1482838" y="36353"/>
                </a:lnTo>
                <a:lnTo>
                  <a:pt x="1482957" y="36821"/>
                </a:lnTo>
                <a:lnTo>
                  <a:pt x="1483068" y="37294"/>
                </a:lnTo>
                <a:lnTo>
                  <a:pt x="1483169" y="37773"/>
                </a:lnTo>
                <a:lnTo>
                  <a:pt x="1483262" y="38257"/>
                </a:lnTo>
                <a:lnTo>
                  <a:pt x="1483346" y="38746"/>
                </a:lnTo>
                <a:lnTo>
                  <a:pt x="1483421" y="39240"/>
                </a:lnTo>
                <a:lnTo>
                  <a:pt x="1483487" y="39740"/>
                </a:lnTo>
                <a:lnTo>
                  <a:pt x="1483544" y="40246"/>
                </a:lnTo>
                <a:lnTo>
                  <a:pt x="1483593" y="40756"/>
                </a:lnTo>
                <a:lnTo>
                  <a:pt x="1483633" y="41272"/>
                </a:lnTo>
                <a:lnTo>
                  <a:pt x="1483663" y="41794"/>
                </a:lnTo>
                <a:lnTo>
                  <a:pt x="1483685" y="42321"/>
                </a:lnTo>
                <a:lnTo>
                  <a:pt x="1483699" y="42853"/>
                </a:lnTo>
                <a:lnTo>
                  <a:pt x="1483703" y="43390"/>
                </a:lnTo>
                <a:lnTo>
                  <a:pt x="1483700" y="43759"/>
                </a:lnTo>
                <a:lnTo>
                  <a:pt x="1483691" y="44128"/>
                </a:lnTo>
                <a:lnTo>
                  <a:pt x="1483676" y="44499"/>
                </a:lnTo>
                <a:lnTo>
                  <a:pt x="1483655" y="44870"/>
                </a:lnTo>
                <a:lnTo>
                  <a:pt x="1483628" y="45242"/>
                </a:lnTo>
                <a:lnTo>
                  <a:pt x="1483595" y="45614"/>
                </a:lnTo>
                <a:lnTo>
                  <a:pt x="1483556" y="45987"/>
                </a:lnTo>
                <a:lnTo>
                  <a:pt x="1483511" y="46362"/>
                </a:lnTo>
                <a:lnTo>
                  <a:pt x="1483460" y="46736"/>
                </a:lnTo>
                <a:lnTo>
                  <a:pt x="1483403" y="47112"/>
                </a:lnTo>
                <a:lnTo>
                  <a:pt x="1483339" y="47488"/>
                </a:lnTo>
                <a:lnTo>
                  <a:pt x="1483270" y="47866"/>
                </a:lnTo>
                <a:lnTo>
                  <a:pt x="1483195" y="48243"/>
                </a:lnTo>
                <a:lnTo>
                  <a:pt x="1483114" y="48622"/>
                </a:lnTo>
                <a:lnTo>
                  <a:pt x="1483027" y="49002"/>
                </a:lnTo>
                <a:lnTo>
                  <a:pt x="1482934" y="49382"/>
                </a:lnTo>
                <a:lnTo>
                  <a:pt x="1482835" y="49763"/>
                </a:lnTo>
                <a:lnTo>
                  <a:pt x="1482729" y="50145"/>
                </a:lnTo>
                <a:lnTo>
                  <a:pt x="1482618" y="50527"/>
                </a:lnTo>
                <a:lnTo>
                  <a:pt x="1482501" y="50910"/>
                </a:lnTo>
                <a:lnTo>
                  <a:pt x="1482378" y="51295"/>
                </a:lnTo>
                <a:lnTo>
                  <a:pt x="1482248" y="51679"/>
                </a:lnTo>
                <a:lnTo>
                  <a:pt x="1482113" y="52065"/>
                </a:lnTo>
                <a:lnTo>
                  <a:pt x="1481972" y="52451"/>
                </a:lnTo>
                <a:lnTo>
                  <a:pt x="1481824" y="52840"/>
                </a:lnTo>
                <a:lnTo>
                  <a:pt x="1481668" y="53232"/>
                </a:lnTo>
                <a:lnTo>
                  <a:pt x="1481505" y="53627"/>
                </a:lnTo>
                <a:lnTo>
                  <a:pt x="1481334" y="54026"/>
                </a:lnTo>
                <a:lnTo>
                  <a:pt x="1481156" y="54428"/>
                </a:lnTo>
                <a:lnTo>
                  <a:pt x="1480970" y="54834"/>
                </a:lnTo>
                <a:lnTo>
                  <a:pt x="1480777" y="55243"/>
                </a:lnTo>
                <a:lnTo>
                  <a:pt x="1480576" y="55656"/>
                </a:lnTo>
                <a:lnTo>
                  <a:pt x="1480368" y="56072"/>
                </a:lnTo>
                <a:lnTo>
                  <a:pt x="1480152" y="56492"/>
                </a:lnTo>
                <a:lnTo>
                  <a:pt x="1479928" y="56915"/>
                </a:lnTo>
                <a:lnTo>
                  <a:pt x="1479697" y="57341"/>
                </a:lnTo>
                <a:lnTo>
                  <a:pt x="1479459" y="57771"/>
                </a:lnTo>
                <a:lnTo>
                  <a:pt x="1479213" y="58204"/>
                </a:lnTo>
                <a:lnTo>
                  <a:pt x="1478959" y="58641"/>
                </a:lnTo>
                <a:lnTo>
                  <a:pt x="1478698" y="59081"/>
                </a:lnTo>
                <a:lnTo>
                  <a:pt x="1478429" y="59525"/>
                </a:lnTo>
                <a:lnTo>
                  <a:pt x="1478153" y="59972"/>
                </a:lnTo>
                <a:lnTo>
                  <a:pt x="1477869" y="60423"/>
                </a:lnTo>
                <a:lnTo>
                  <a:pt x="1477577" y="60877"/>
                </a:lnTo>
                <a:lnTo>
                  <a:pt x="1477278" y="61335"/>
                </a:lnTo>
                <a:lnTo>
                  <a:pt x="1476972" y="61796"/>
                </a:lnTo>
                <a:lnTo>
                  <a:pt x="1476658" y="62260"/>
                </a:lnTo>
                <a:lnTo>
                  <a:pt x="1476336" y="62728"/>
                </a:lnTo>
                <a:lnTo>
                  <a:pt x="1476006" y="63201"/>
                </a:lnTo>
                <a:lnTo>
                  <a:pt x="1475667" y="63680"/>
                </a:lnTo>
                <a:lnTo>
                  <a:pt x="1475319" y="64166"/>
                </a:lnTo>
                <a:lnTo>
                  <a:pt x="1474961" y="64659"/>
                </a:lnTo>
                <a:lnTo>
                  <a:pt x="1474594" y="65158"/>
                </a:lnTo>
                <a:lnTo>
                  <a:pt x="1474218" y="65663"/>
                </a:lnTo>
                <a:lnTo>
                  <a:pt x="1473833" y="66175"/>
                </a:lnTo>
                <a:lnTo>
                  <a:pt x="1473439" y="66694"/>
                </a:lnTo>
                <a:lnTo>
                  <a:pt x="1473035" y="67219"/>
                </a:lnTo>
                <a:lnTo>
                  <a:pt x="1472622" y="67750"/>
                </a:lnTo>
                <a:lnTo>
                  <a:pt x="1472200" y="68289"/>
                </a:lnTo>
                <a:lnTo>
                  <a:pt x="1471769" y="68833"/>
                </a:lnTo>
                <a:lnTo>
                  <a:pt x="1471328" y="69384"/>
                </a:lnTo>
                <a:lnTo>
                  <a:pt x="1470879" y="69942"/>
                </a:lnTo>
                <a:lnTo>
                  <a:pt x="1470420" y="70506"/>
                </a:lnTo>
                <a:lnTo>
                  <a:pt x="1469952" y="71077"/>
                </a:lnTo>
                <a:lnTo>
                  <a:pt x="1469475" y="71654"/>
                </a:lnTo>
                <a:lnTo>
                  <a:pt x="1468988" y="72238"/>
                </a:lnTo>
                <a:lnTo>
                  <a:pt x="1468492" y="72828"/>
                </a:lnTo>
                <a:lnTo>
                  <a:pt x="1467987" y="73425"/>
                </a:lnTo>
                <a:lnTo>
                  <a:pt x="1467473" y="74029"/>
                </a:lnTo>
                <a:lnTo>
                  <a:pt x="1466950" y="74638"/>
                </a:lnTo>
                <a:lnTo>
                  <a:pt x="1466417" y="75255"/>
                </a:lnTo>
                <a:lnTo>
                  <a:pt x="1465876" y="75878"/>
                </a:lnTo>
                <a:lnTo>
                  <a:pt x="1430736" y="115658"/>
                </a:lnTo>
                <a:lnTo>
                  <a:pt x="1430736" y="122583"/>
                </a:lnTo>
                <a:lnTo>
                  <a:pt x="1497921" y="122583"/>
                </a:lnTo>
                <a:lnTo>
                  <a:pt x="1497921" y="114995"/>
                </a:lnTo>
                <a:lnTo>
                  <a:pt x="1441565" y="114995"/>
                </a:lnTo>
                <a:lnTo>
                  <a:pt x="1471474" y="81255"/>
                </a:lnTo>
                <a:lnTo>
                  <a:pt x="1471817" y="80868"/>
                </a:lnTo>
                <a:lnTo>
                  <a:pt x="1472159" y="80481"/>
                </a:lnTo>
                <a:lnTo>
                  <a:pt x="1472500" y="80093"/>
                </a:lnTo>
                <a:lnTo>
                  <a:pt x="1472839" y="79704"/>
                </a:lnTo>
                <a:close/>
                <a:moveTo>
                  <a:pt x="1528761" y="0"/>
                </a:moveTo>
                <a:lnTo>
                  <a:pt x="1504377" y="0"/>
                </a:lnTo>
                <a:lnTo>
                  <a:pt x="1504377" y="7588"/>
                </a:lnTo>
                <a:lnTo>
                  <a:pt x="1519847" y="7588"/>
                </a:lnTo>
                <a:lnTo>
                  <a:pt x="1519847" y="137980"/>
                </a:lnTo>
                <a:lnTo>
                  <a:pt x="1504377" y="137980"/>
                </a:lnTo>
                <a:lnTo>
                  <a:pt x="1504377" y="145567"/>
                </a:lnTo>
                <a:lnTo>
                  <a:pt x="1528761" y="145567"/>
                </a:lnTo>
                <a:lnTo>
                  <a:pt x="1528761" y="0"/>
                </a:lnTo>
                <a:close/>
                <a:moveTo>
                  <a:pt x="1273022" y="65877"/>
                </a:moveTo>
                <a:lnTo>
                  <a:pt x="1273197" y="65476"/>
                </a:lnTo>
                <a:lnTo>
                  <a:pt x="1273378" y="65077"/>
                </a:lnTo>
                <a:lnTo>
                  <a:pt x="1273564" y="64680"/>
                </a:lnTo>
                <a:lnTo>
                  <a:pt x="1273755" y="64285"/>
                </a:lnTo>
                <a:lnTo>
                  <a:pt x="1273951" y="63892"/>
                </a:lnTo>
                <a:lnTo>
                  <a:pt x="1274153" y="63502"/>
                </a:lnTo>
                <a:lnTo>
                  <a:pt x="1274359" y="63113"/>
                </a:lnTo>
                <a:lnTo>
                  <a:pt x="1274571" y="62726"/>
                </a:lnTo>
                <a:lnTo>
                  <a:pt x="1274789" y="62341"/>
                </a:lnTo>
                <a:lnTo>
                  <a:pt x="1275011" y="61959"/>
                </a:lnTo>
                <a:lnTo>
                  <a:pt x="1275239" y="61578"/>
                </a:lnTo>
                <a:lnTo>
                  <a:pt x="1275472" y="61199"/>
                </a:lnTo>
                <a:lnTo>
                  <a:pt x="1275710" y="60823"/>
                </a:lnTo>
                <a:lnTo>
                  <a:pt x="1275953" y="60448"/>
                </a:lnTo>
                <a:lnTo>
                  <a:pt x="1276202" y="60076"/>
                </a:lnTo>
                <a:lnTo>
                  <a:pt x="1276456" y="59706"/>
                </a:lnTo>
                <a:lnTo>
                  <a:pt x="1276715" y="59337"/>
                </a:lnTo>
                <a:lnTo>
                  <a:pt x="1276980" y="58971"/>
                </a:lnTo>
                <a:lnTo>
                  <a:pt x="1277249" y="58609"/>
                </a:lnTo>
                <a:lnTo>
                  <a:pt x="1277524" y="58252"/>
                </a:lnTo>
                <a:lnTo>
                  <a:pt x="1277805" y="57900"/>
                </a:lnTo>
                <a:lnTo>
                  <a:pt x="1278091" y="57555"/>
                </a:lnTo>
                <a:lnTo>
                  <a:pt x="1278382" y="57215"/>
                </a:lnTo>
                <a:lnTo>
                  <a:pt x="1278678" y="56881"/>
                </a:lnTo>
                <a:lnTo>
                  <a:pt x="1278980" y="56552"/>
                </a:lnTo>
                <a:lnTo>
                  <a:pt x="1279288" y="56229"/>
                </a:lnTo>
                <a:lnTo>
                  <a:pt x="1279600" y="55911"/>
                </a:lnTo>
                <a:lnTo>
                  <a:pt x="1279919" y="55600"/>
                </a:lnTo>
                <a:lnTo>
                  <a:pt x="1280242" y="55293"/>
                </a:lnTo>
                <a:lnTo>
                  <a:pt x="1280571" y="54993"/>
                </a:lnTo>
                <a:lnTo>
                  <a:pt x="1280905" y="54698"/>
                </a:lnTo>
                <a:lnTo>
                  <a:pt x="1281245" y="54409"/>
                </a:lnTo>
                <a:lnTo>
                  <a:pt x="1281590" y="54125"/>
                </a:lnTo>
                <a:lnTo>
                  <a:pt x="1281940" y="53847"/>
                </a:lnTo>
                <a:lnTo>
                  <a:pt x="1282296" y="53575"/>
                </a:lnTo>
                <a:lnTo>
                  <a:pt x="1282657" y="53308"/>
                </a:lnTo>
                <a:lnTo>
                  <a:pt x="1283023" y="53047"/>
                </a:lnTo>
                <a:lnTo>
                  <a:pt x="1283395" y="52791"/>
                </a:lnTo>
                <a:lnTo>
                  <a:pt x="1283772" y="52541"/>
                </a:lnTo>
                <a:lnTo>
                  <a:pt x="1284154" y="52297"/>
                </a:lnTo>
                <a:lnTo>
                  <a:pt x="1284542" y="52058"/>
                </a:lnTo>
                <a:lnTo>
                  <a:pt x="1284936" y="51825"/>
                </a:lnTo>
                <a:lnTo>
                  <a:pt x="1285334" y="51600"/>
                </a:lnTo>
                <a:lnTo>
                  <a:pt x="1285739" y="51384"/>
                </a:lnTo>
                <a:lnTo>
                  <a:pt x="1286148" y="51178"/>
                </a:lnTo>
                <a:lnTo>
                  <a:pt x="1286563" y="50981"/>
                </a:lnTo>
                <a:lnTo>
                  <a:pt x="1286984" y="50794"/>
                </a:lnTo>
                <a:lnTo>
                  <a:pt x="1287410" y="50617"/>
                </a:lnTo>
                <a:lnTo>
                  <a:pt x="1287842" y="50449"/>
                </a:lnTo>
                <a:lnTo>
                  <a:pt x="1288279" y="50290"/>
                </a:lnTo>
                <a:lnTo>
                  <a:pt x="1288722" y="50142"/>
                </a:lnTo>
                <a:lnTo>
                  <a:pt x="1289170" y="50003"/>
                </a:lnTo>
                <a:lnTo>
                  <a:pt x="1289624" y="49873"/>
                </a:lnTo>
                <a:lnTo>
                  <a:pt x="1290083" y="49753"/>
                </a:lnTo>
                <a:lnTo>
                  <a:pt x="1290548" y="49643"/>
                </a:lnTo>
                <a:lnTo>
                  <a:pt x="1291018" y="49542"/>
                </a:lnTo>
                <a:lnTo>
                  <a:pt x="1291494" y="49451"/>
                </a:lnTo>
                <a:lnTo>
                  <a:pt x="1291975" y="49370"/>
                </a:lnTo>
                <a:lnTo>
                  <a:pt x="1292462" y="49298"/>
                </a:lnTo>
                <a:lnTo>
                  <a:pt x="1292954" y="49235"/>
                </a:lnTo>
                <a:lnTo>
                  <a:pt x="1293452" y="49183"/>
                </a:lnTo>
                <a:lnTo>
                  <a:pt x="1293955" y="49139"/>
                </a:lnTo>
                <a:lnTo>
                  <a:pt x="1294464" y="49106"/>
                </a:lnTo>
                <a:lnTo>
                  <a:pt x="1294978" y="49082"/>
                </a:lnTo>
                <a:lnTo>
                  <a:pt x="1295497" y="49067"/>
                </a:lnTo>
                <a:lnTo>
                  <a:pt x="1296023" y="49063"/>
                </a:lnTo>
                <a:lnTo>
                  <a:pt x="1296499" y="49066"/>
                </a:lnTo>
                <a:lnTo>
                  <a:pt x="1296970" y="49076"/>
                </a:lnTo>
                <a:lnTo>
                  <a:pt x="1297435" y="49094"/>
                </a:lnTo>
                <a:lnTo>
                  <a:pt x="1297895" y="49118"/>
                </a:lnTo>
                <a:lnTo>
                  <a:pt x="1298350" y="49149"/>
                </a:lnTo>
                <a:lnTo>
                  <a:pt x="1298799" y="49187"/>
                </a:lnTo>
                <a:lnTo>
                  <a:pt x="1299243" y="49232"/>
                </a:lnTo>
                <a:lnTo>
                  <a:pt x="1299681" y="49284"/>
                </a:lnTo>
                <a:lnTo>
                  <a:pt x="1300115" y="49342"/>
                </a:lnTo>
                <a:lnTo>
                  <a:pt x="1300542" y="49408"/>
                </a:lnTo>
                <a:lnTo>
                  <a:pt x="1300965" y="49480"/>
                </a:lnTo>
                <a:lnTo>
                  <a:pt x="1301382" y="49560"/>
                </a:lnTo>
                <a:lnTo>
                  <a:pt x="1301794" y="49646"/>
                </a:lnTo>
                <a:lnTo>
                  <a:pt x="1302200" y="49739"/>
                </a:lnTo>
                <a:lnTo>
                  <a:pt x="1302601" y="49840"/>
                </a:lnTo>
                <a:lnTo>
                  <a:pt x="1302997" y="49947"/>
                </a:lnTo>
                <a:lnTo>
                  <a:pt x="1303387" y="50061"/>
                </a:lnTo>
                <a:lnTo>
                  <a:pt x="1303772" y="50181"/>
                </a:lnTo>
                <a:lnTo>
                  <a:pt x="1304151" y="50309"/>
                </a:lnTo>
                <a:lnTo>
                  <a:pt x="1304525" y="50444"/>
                </a:lnTo>
                <a:lnTo>
                  <a:pt x="1304894" y="50586"/>
                </a:lnTo>
                <a:lnTo>
                  <a:pt x="1305257" y="50734"/>
                </a:lnTo>
                <a:lnTo>
                  <a:pt x="1305615" y="50889"/>
                </a:lnTo>
                <a:lnTo>
                  <a:pt x="1305968" y="51052"/>
                </a:lnTo>
                <a:lnTo>
                  <a:pt x="1306314" y="51222"/>
                </a:lnTo>
                <a:lnTo>
                  <a:pt x="1306654" y="51402"/>
                </a:lnTo>
                <a:lnTo>
                  <a:pt x="1306988" y="51591"/>
                </a:lnTo>
                <a:lnTo>
                  <a:pt x="1307314" y="51789"/>
                </a:lnTo>
                <a:lnTo>
                  <a:pt x="1307634" y="51997"/>
                </a:lnTo>
                <a:lnTo>
                  <a:pt x="1307948" y="52214"/>
                </a:lnTo>
                <a:lnTo>
                  <a:pt x="1308254" y="52441"/>
                </a:lnTo>
                <a:lnTo>
                  <a:pt x="1308554" y="52676"/>
                </a:lnTo>
                <a:lnTo>
                  <a:pt x="1308848" y="52922"/>
                </a:lnTo>
                <a:lnTo>
                  <a:pt x="1309134" y="53176"/>
                </a:lnTo>
                <a:lnTo>
                  <a:pt x="1309415" y="53440"/>
                </a:lnTo>
                <a:lnTo>
                  <a:pt x="1309688" y="53713"/>
                </a:lnTo>
                <a:lnTo>
                  <a:pt x="1309955" y="53995"/>
                </a:lnTo>
                <a:lnTo>
                  <a:pt x="1310215" y="54287"/>
                </a:lnTo>
                <a:lnTo>
                  <a:pt x="1310468" y="54588"/>
                </a:lnTo>
                <a:lnTo>
                  <a:pt x="1310715" y="54899"/>
                </a:lnTo>
                <a:lnTo>
                  <a:pt x="1310955" y="55219"/>
                </a:lnTo>
                <a:lnTo>
                  <a:pt x="1311189" y="55548"/>
                </a:lnTo>
                <a:lnTo>
                  <a:pt x="1311416" y="55886"/>
                </a:lnTo>
                <a:lnTo>
                  <a:pt x="1311636" y="56234"/>
                </a:lnTo>
                <a:lnTo>
                  <a:pt x="1311850" y="56591"/>
                </a:lnTo>
                <a:lnTo>
                  <a:pt x="1312057" y="56958"/>
                </a:lnTo>
                <a:lnTo>
                  <a:pt x="1312257" y="57333"/>
                </a:lnTo>
                <a:lnTo>
                  <a:pt x="1312451" y="57719"/>
                </a:lnTo>
                <a:lnTo>
                  <a:pt x="1312637" y="58115"/>
                </a:lnTo>
                <a:lnTo>
                  <a:pt x="1312815" y="58523"/>
                </a:lnTo>
                <a:lnTo>
                  <a:pt x="1312986" y="58943"/>
                </a:lnTo>
                <a:lnTo>
                  <a:pt x="1313148" y="59375"/>
                </a:lnTo>
                <a:lnTo>
                  <a:pt x="1313303" y="59820"/>
                </a:lnTo>
                <a:lnTo>
                  <a:pt x="1313450" y="60276"/>
                </a:lnTo>
                <a:lnTo>
                  <a:pt x="1313588" y="60745"/>
                </a:lnTo>
                <a:lnTo>
                  <a:pt x="1313719" y="61226"/>
                </a:lnTo>
                <a:lnTo>
                  <a:pt x="1313842" y="61719"/>
                </a:lnTo>
                <a:lnTo>
                  <a:pt x="1313957" y="62224"/>
                </a:lnTo>
                <a:lnTo>
                  <a:pt x="1314064" y="62742"/>
                </a:lnTo>
                <a:lnTo>
                  <a:pt x="1314163" y="63271"/>
                </a:lnTo>
                <a:lnTo>
                  <a:pt x="1314254" y="63813"/>
                </a:lnTo>
                <a:lnTo>
                  <a:pt x="1314338" y="64367"/>
                </a:lnTo>
                <a:lnTo>
                  <a:pt x="1314413" y="64933"/>
                </a:lnTo>
                <a:lnTo>
                  <a:pt x="1314480" y="65511"/>
                </a:lnTo>
                <a:lnTo>
                  <a:pt x="1314540" y="66101"/>
                </a:lnTo>
                <a:lnTo>
                  <a:pt x="1314591" y="66704"/>
                </a:lnTo>
                <a:lnTo>
                  <a:pt x="1314635" y="67318"/>
                </a:lnTo>
                <a:lnTo>
                  <a:pt x="1314671" y="67945"/>
                </a:lnTo>
                <a:lnTo>
                  <a:pt x="1314699" y="68584"/>
                </a:lnTo>
                <a:lnTo>
                  <a:pt x="1314718" y="69235"/>
                </a:lnTo>
                <a:lnTo>
                  <a:pt x="1314730" y="69898"/>
                </a:lnTo>
                <a:lnTo>
                  <a:pt x="1314734" y="70574"/>
                </a:lnTo>
                <a:lnTo>
                  <a:pt x="1314734" y="122583"/>
                </a:lnTo>
                <a:lnTo>
                  <a:pt x="1323574" y="122583"/>
                </a:lnTo>
                <a:lnTo>
                  <a:pt x="1323574" y="70647"/>
                </a:lnTo>
                <a:lnTo>
                  <a:pt x="1323571" y="69994"/>
                </a:lnTo>
                <a:lnTo>
                  <a:pt x="1323562" y="69350"/>
                </a:lnTo>
                <a:lnTo>
                  <a:pt x="1323547" y="68713"/>
                </a:lnTo>
                <a:lnTo>
                  <a:pt x="1323526" y="68084"/>
                </a:lnTo>
                <a:lnTo>
                  <a:pt x="1323499" y="67464"/>
                </a:lnTo>
                <a:lnTo>
                  <a:pt x="1323466" y="66851"/>
                </a:lnTo>
                <a:lnTo>
                  <a:pt x="1323427" y="66247"/>
                </a:lnTo>
                <a:lnTo>
                  <a:pt x="1323382" y="65650"/>
                </a:lnTo>
                <a:lnTo>
                  <a:pt x="1323331" y="65062"/>
                </a:lnTo>
                <a:lnTo>
                  <a:pt x="1323274" y="64481"/>
                </a:lnTo>
                <a:lnTo>
                  <a:pt x="1323211" y="63909"/>
                </a:lnTo>
                <a:lnTo>
                  <a:pt x="1323142" y="63345"/>
                </a:lnTo>
                <a:lnTo>
                  <a:pt x="1323066" y="62789"/>
                </a:lnTo>
                <a:lnTo>
                  <a:pt x="1322985" y="62241"/>
                </a:lnTo>
                <a:lnTo>
                  <a:pt x="1322898" y="61701"/>
                </a:lnTo>
                <a:lnTo>
                  <a:pt x="1322805" y="61169"/>
                </a:lnTo>
                <a:lnTo>
                  <a:pt x="1322706" y="60645"/>
                </a:lnTo>
                <a:lnTo>
                  <a:pt x="1322601" y="60129"/>
                </a:lnTo>
                <a:lnTo>
                  <a:pt x="1322489" y="59621"/>
                </a:lnTo>
                <a:lnTo>
                  <a:pt x="1322372" y="59121"/>
                </a:lnTo>
                <a:lnTo>
                  <a:pt x="1322249" y="58630"/>
                </a:lnTo>
                <a:lnTo>
                  <a:pt x="1322120" y="58146"/>
                </a:lnTo>
                <a:lnTo>
                  <a:pt x="1321984" y="57670"/>
                </a:lnTo>
                <a:lnTo>
                  <a:pt x="1321843" y="57203"/>
                </a:lnTo>
                <a:lnTo>
                  <a:pt x="1321696" y="56743"/>
                </a:lnTo>
                <a:lnTo>
                  <a:pt x="1321544" y="56290"/>
                </a:lnTo>
                <a:lnTo>
                  <a:pt x="1321386" y="55845"/>
                </a:lnTo>
                <a:lnTo>
                  <a:pt x="1321223" y="55406"/>
                </a:lnTo>
                <a:lnTo>
                  <a:pt x="1321055" y="54975"/>
                </a:lnTo>
                <a:lnTo>
                  <a:pt x="1320881" y="54551"/>
                </a:lnTo>
                <a:lnTo>
                  <a:pt x="1320702" y="54134"/>
                </a:lnTo>
                <a:lnTo>
                  <a:pt x="1320517" y="53724"/>
                </a:lnTo>
                <a:lnTo>
                  <a:pt x="1320327" y="53322"/>
                </a:lnTo>
                <a:lnTo>
                  <a:pt x="1320132" y="52926"/>
                </a:lnTo>
                <a:lnTo>
                  <a:pt x="1319931" y="52538"/>
                </a:lnTo>
                <a:lnTo>
                  <a:pt x="1319725" y="52157"/>
                </a:lnTo>
                <a:lnTo>
                  <a:pt x="1319514" y="51783"/>
                </a:lnTo>
                <a:lnTo>
                  <a:pt x="1319297" y="51416"/>
                </a:lnTo>
                <a:lnTo>
                  <a:pt x="1319075" y="51056"/>
                </a:lnTo>
                <a:lnTo>
                  <a:pt x="1318847" y="50704"/>
                </a:lnTo>
                <a:lnTo>
                  <a:pt x="1318614" y="50358"/>
                </a:lnTo>
                <a:lnTo>
                  <a:pt x="1318376" y="50020"/>
                </a:lnTo>
                <a:lnTo>
                  <a:pt x="1318133" y="49689"/>
                </a:lnTo>
                <a:lnTo>
                  <a:pt x="1317884" y="49366"/>
                </a:lnTo>
                <a:lnTo>
                  <a:pt x="1317629" y="49049"/>
                </a:lnTo>
                <a:lnTo>
                  <a:pt x="1317369" y="48739"/>
                </a:lnTo>
                <a:lnTo>
                  <a:pt x="1317104" y="48437"/>
                </a:lnTo>
                <a:lnTo>
                  <a:pt x="1316834" y="48142"/>
                </a:lnTo>
                <a:lnTo>
                  <a:pt x="1316558" y="47853"/>
                </a:lnTo>
                <a:lnTo>
                  <a:pt x="1316277" y="47572"/>
                </a:lnTo>
                <a:lnTo>
                  <a:pt x="1315992" y="47296"/>
                </a:lnTo>
                <a:lnTo>
                  <a:pt x="1315701" y="47028"/>
                </a:lnTo>
                <a:lnTo>
                  <a:pt x="1315405" y="46765"/>
                </a:lnTo>
                <a:lnTo>
                  <a:pt x="1315105" y="46510"/>
                </a:lnTo>
                <a:lnTo>
                  <a:pt x="1314799" y="46260"/>
                </a:lnTo>
                <a:lnTo>
                  <a:pt x="1314489" y="46018"/>
                </a:lnTo>
                <a:lnTo>
                  <a:pt x="1314173" y="45782"/>
                </a:lnTo>
                <a:lnTo>
                  <a:pt x="1313853" y="45552"/>
                </a:lnTo>
                <a:lnTo>
                  <a:pt x="1313527" y="45329"/>
                </a:lnTo>
                <a:lnTo>
                  <a:pt x="1313196" y="45112"/>
                </a:lnTo>
                <a:lnTo>
                  <a:pt x="1312861" y="44902"/>
                </a:lnTo>
                <a:lnTo>
                  <a:pt x="1312520" y="44699"/>
                </a:lnTo>
                <a:lnTo>
                  <a:pt x="1312175" y="44502"/>
                </a:lnTo>
                <a:lnTo>
                  <a:pt x="1311824" y="44311"/>
                </a:lnTo>
                <a:lnTo>
                  <a:pt x="1311469" y="44127"/>
                </a:lnTo>
                <a:lnTo>
                  <a:pt x="1311108" y="43950"/>
                </a:lnTo>
                <a:lnTo>
                  <a:pt x="1310743" y="43779"/>
                </a:lnTo>
                <a:lnTo>
                  <a:pt x="1310372" y="43614"/>
                </a:lnTo>
                <a:lnTo>
                  <a:pt x="1309997" y="43456"/>
                </a:lnTo>
                <a:lnTo>
                  <a:pt x="1309617" y="43305"/>
                </a:lnTo>
                <a:lnTo>
                  <a:pt x="1309231" y="43160"/>
                </a:lnTo>
                <a:lnTo>
                  <a:pt x="1308841" y="43022"/>
                </a:lnTo>
                <a:lnTo>
                  <a:pt x="1308446" y="42890"/>
                </a:lnTo>
                <a:lnTo>
                  <a:pt x="1308046" y="42763"/>
                </a:lnTo>
                <a:lnTo>
                  <a:pt x="1307643" y="42642"/>
                </a:lnTo>
                <a:lnTo>
                  <a:pt x="1307234" y="42527"/>
                </a:lnTo>
                <a:lnTo>
                  <a:pt x="1306822" y="42417"/>
                </a:lnTo>
                <a:lnTo>
                  <a:pt x="1306405" y="42313"/>
                </a:lnTo>
                <a:lnTo>
                  <a:pt x="1305984" y="42214"/>
                </a:lnTo>
                <a:lnTo>
                  <a:pt x="1305558" y="42122"/>
                </a:lnTo>
                <a:lnTo>
                  <a:pt x="1305129" y="42034"/>
                </a:lnTo>
                <a:lnTo>
                  <a:pt x="1304694" y="41953"/>
                </a:lnTo>
                <a:lnTo>
                  <a:pt x="1304256" y="41877"/>
                </a:lnTo>
                <a:lnTo>
                  <a:pt x="1303813" y="41806"/>
                </a:lnTo>
                <a:lnTo>
                  <a:pt x="1303366" y="41742"/>
                </a:lnTo>
                <a:lnTo>
                  <a:pt x="1302914" y="41683"/>
                </a:lnTo>
                <a:lnTo>
                  <a:pt x="1302458" y="41629"/>
                </a:lnTo>
                <a:lnTo>
                  <a:pt x="1301998" y="41581"/>
                </a:lnTo>
                <a:lnTo>
                  <a:pt x="1301533" y="41539"/>
                </a:lnTo>
                <a:lnTo>
                  <a:pt x="1301064" y="41503"/>
                </a:lnTo>
                <a:lnTo>
                  <a:pt x="1300591" y="41472"/>
                </a:lnTo>
                <a:lnTo>
                  <a:pt x="1300113" y="41446"/>
                </a:lnTo>
                <a:lnTo>
                  <a:pt x="1299631" y="41427"/>
                </a:lnTo>
                <a:lnTo>
                  <a:pt x="1299145" y="41412"/>
                </a:lnTo>
                <a:lnTo>
                  <a:pt x="1298654" y="41404"/>
                </a:lnTo>
                <a:lnTo>
                  <a:pt x="1298159" y="41401"/>
                </a:lnTo>
                <a:lnTo>
                  <a:pt x="1297590" y="41406"/>
                </a:lnTo>
                <a:lnTo>
                  <a:pt x="1297025" y="41420"/>
                </a:lnTo>
                <a:lnTo>
                  <a:pt x="1296465" y="41443"/>
                </a:lnTo>
                <a:lnTo>
                  <a:pt x="1295908" y="41475"/>
                </a:lnTo>
                <a:lnTo>
                  <a:pt x="1295356" y="41516"/>
                </a:lnTo>
                <a:lnTo>
                  <a:pt x="1294807" y="41567"/>
                </a:lnTo>
                <a:lnTo>
                  <a:pt x="1294263" y="41627"/>
                </a:lnTo>
                <a:lnTo>
                  <a:pt x="1293723" y="41696"/>
                </a:lnTo>
                <a:lnTo>
                  <a:pt x="1293186" y="41774"/>
                </a:lnTo>
                <a:lnTo>
                  <a:pt x="1292654" y="41862"/>
                </a:lnTo>
                <a:lnTo>
                  <a:pt x="1292126" y="41958"/>
                </a:lnTo>
                <a:lnTo>
                  <a:pt x="1291603" y="42064"/>
                </a:lnTo>
                <a:lnTo>
                  <a:pt x="1291083" y="42179"/>
                </a:lnTo>
                <a:lnTo>
                  <a:pt x="1290567" y="42304"/>
                </a:lnTo>
                <a:lnTo>
                  <a:pt x="1290056" y="42437"/>
                </a:lnTo>
                <a:lnTo>
                  <a:pt x="1289548" y="42580"/>
                </a:lnTo>
                <a:lnTo>
                  <a:pt x="1289045" y="42732"/>
                </a:lnTo>
                <a:lnTo>
                  <a:pt x="1288545" y="42893"/>
                </a:lnTo>
                <a:lnTo>
                  <a:pt x="1288050" y="43063"/>
                </a:lnTo>
                <a:lnTo>
                  <a:pt x="1287559" y="43243"/>
                </a:lnTo>
                <a:lnTo>
                  <a:pt x="1287072" y="43432"/>
                </a:lnTo>
                <a:lnTo>
                  <a:pt x="1286589" y="43630"/>
                </a:lnTo>
                <a:lnTo>
                  <a:pt x="1286110" y="43837"/>
                </a:lnTo>
                <a:lnTo>
                  <a:pt x="1285635" y="44053"/>
                </a:lnTo>
                <a:lnTo>
                  <a:pt x="1285165" y="44278"/>
                </a:lnTo>
                <a:lnTo>
                  <a:pt x="1284701" y="44510"/>
                </a:lnTo>
                <a:lnTo>
                  <a:pt x="1284241" y="44749"/>
                </a:lnTo>
                <a:lnTo>
                  <a:pt x="1283787" y="44995"/>
                </a:lnTo>
                <a:lnTo>
                  <a:pt x="1283338" y="45248"/>
                </a:lnTo>
                <a:lnTo>
                  <a:pt x="1282894" y="45508"/>
                </a:lnTo>
                <a:lnTo>
                  <a:pt x="1282455" y="45776"/>
                </a:lnTo>
                <a:lnTo>
                  <a:pt x="1282022" y="46050"/>
                </a:lnTo>
                <a:lnTo>
                  <a:pt x="1281594" y="46332"/>
                </a:lnTo>
                <a:lnTo>
                  <a:pt x="1281171" y="46621"/>
                </a:lnTo>
                <a:lnTo>
                  <a:pt x="1280753" y="46918"/>
                </a:lnTo>
                <a:lnTo>
                  <a:pt x="1280341" y="47221"/>
                </a:lnTo>
                <a:lnTo>
                  <a:pt x="1279933" y="47531"/>
                </a:lnTo>
                <a:lnTo>
                  <a:pt x="1279532" y="47849"/>
                </a:lnTo>
                <a:lnTo>
                  <a:pt x="1279135" y="48174"/>
                </a:lnTo>
                <a:lnTo>
                  <a:pt x="1278743" y="48506"/>
                </a:lnTo>
                <a:lnTo>
                  <a:pt x="1278357" y="48845"/>
                </a:lnTo>
                <a:lnTo>
                  <a:pt x="1277976" y="49192"/>
                </a:lnTo>
                <a:lnTo>
                  <a:pt x="1277601" y="49545"/>
                </a:lnTo>
                <a:lnTo>
                  <a:pt x="1277230" y="49906"/>
                </a:lnTo>
                <a:lnTo>
                  <a:pt x="1276865" y="50274"/>
                </a:lnTo>
                <a:lnTo>
                  <a:pt x="1276505" y="50649"/>
                </a:lnTo>
                <a:lnTo>
                  <a:pt x="1276150" y="51031"/>
                </a:lnTo>
                <a:lnTo>
                  <a:pt x="1275801" y="51420"/>
                </a:lnTo>
                <a:lnTo>
                  <a:pt x="1275457" y="51815"/>
                </a:lnTo>
                <a:lnTo>
                  <a:pt x="1275119" y="52216"/>
                </a:lnTo>
                <a:lnTo>
                  <a:pt x="1274787" y="52622"/>
                </a:lnTo>
                <a:lnTo>
                  <a:pt x="1274462" y="53033"/>
                </a:lnTo>
                <a:lnTo>
                  <a:pt x="1274142" y="53448"/>
                </a:lnTo>
                <a:lnTo>
                  <a:pt x="1273828" y="53869"/>
                </a:lnTo>
                <a:lnTo>
                  <a:pt x="1273520" y="54296"/>
                </a:lnTo>
                <a:lnTo>
                  <a:pt x="1273218" y="54727"/>
                </a:lnTo>
                <a:lnTo>
                  <a:pt x="1272923" y="55163"/>
                </a:lnTo>
                <a:lnTo>
                  <a:pt x="1272633" y="55605"/>
                </a:lnTo>
                <a:lnTo>
                  <a:pt x="1272349" y="56051"/>
                </a:lnTo>
                <a:lnTo>
                  <a:pt x="1272152" y="56372"/>
                </a:lnTo>
                <a:lnTo>
                  <a:pt x="1271860" y="42875"/>
                </a:lnTo>
                <a:lnTo>
                  <a:pt x="1263462" y="42875"/>
                </a:lnTo>
                <a:lnTo>
                  <a:pt x="1263462" y="122583"/>
                </a:lnTo>
                <a:lnTo>
                  <a:pt x="1272228" y="122583"/>
                </a:lnTo>
                <a:lnTo>
                  <a:pt x="1272228" y="67904"/>
                </a:lnTo>
                <a:lnTo>
                  <a:pt x="1272374" y="67502"/>
                </a:lnTo>
                <a:lnTo>
                  <a:pt x="1272528" y="67093"/>
                </a:lnTo>
                <a:lnTo>
                  <a:pt x="1272687" y="66686"/>
                </a:lnTo>
                <a:lnTo>
                  <a:pt x="1272852" y="66280"/>
                </a:lnTo>
                <a:lnTo>
                  <a:pt x="1273022" y="65877"/>
                </a:lnTo>
                <a:close/>
                <a:moveTo>
                  <a:pt x="1246179" y="75242"/>
                </a:moveTo>
                <a:lnTo>
                  <a:pt x="1246147" y="74595"/>
                </a:lnTo>
                <a:lnTo>
                  <a:pt x="1246108" y="73953"/>
                </a:lnTo>
                <a:lnTo>
                  <a:pt x="1246061" y="73316"/>
                </a:lnTo>
                <a:lnTo>
                  <a:pt x="1246008" y="72683"/>
                </a:lnTo>
                <a:lnTo>
                  <a:pt x="1245947" y="72055"/>
                </a:lnTo>
                <a:lnTo>
                  <a:pt x="1245879" y="71432"/>
                </a:lnTo>
                <a:lnTo>
                  <a:pt x="1245803" y="70814"/>
                </a:lnTo>
                <a:lnTo>
                  <a:pt x="1245721" y="70200"/>
                </a:lnTo>
                <a:lnTo>
                  <a:pt x="1245632" y="69591"/>
                </a:lnTo>
                <a:lnTo>
                  <a:pt x="1245535" y="68987"/>
                </a:lnTo>
                <a:lnTo>
                  <a:pt x="1245431" y="68387"/>
                </a:lnTo>
                <a:lnTo>
                  <a:pt x="1245320" y="67793"/>
                </a:lnTo>
                <a:lnTo>
                  <a:pt x="1245202" y="67203"/>
                </a:lnTo>
                <a:lnTo>
                  <a:pt x="1245076" y="66617"/>
                </a:lnTo>
                <a:lnTo>
                  <a:pt x="1244944" y="66037"/>
                </a:lnTo>
                <a:lnTo>
                  <a:pt x="1244804" y="65461"/>
                </a:lnTo>
                <a:lnTo>
                  <a:pt x="1244657" y="64890"/>
                </a:lnTo>
                <a:lnTo>
                  <a:pt x="1244503" y="64323"/>
                </a:lnTo>
                <a:lnTo>
                  <a:pt x="1244342" y="63762"/>
                </a:lnTo>
                <a:lnTo>
                  <a:pt x="1244174" y="63205"/>
                </a:lnTo>
                <a:lnTo>
                  <a:pt x="1243999" y="62653"/>
                </a:lnTo>
                <a:lnTo>
                  <a:pt x="1243816" y="62108"/>
                </a:lnTo>
                <a:lnTo>
                  <a:pt x="1243627" y="61568"/>
                </a:lnTo>
                <a:lnTo>
                  <a:pt x="1243431" y="61035"/>
                </a:lnTo>
                <a:lnTo>
                  <a:pt x="1243228" y="60508"/>
                </a:lnTo>
                <a:lnTo>
                  <a:pt x="1243018" y="59987"/>
                </a:lnTo>
                <a:lnTo>
                  <a:pt x="1242802" y="59472"/>
                </a:lnTo>
                <a:lnTo>
                  <a:pt x="1242578" y="58964"/>
                </a:lnTo>
                <a:lnTo>
                  <a:pt x="1242347" y="58461"/>
                </a:lnTo>
                <a:lnTo>
                  <a:pt x="1242110" y="57965"/>
                </a:lnTo>
                <a:lnTo>
                  <a:pt x="1241865" y="57475"/>
                </a:lnTo>
                <a:lnTo>
                  <a:pt x="1241614" y="56991"/>
                </a:lnTo>
                <a:lnTo>
                  <a:pt x="1241356" y="56513"/>
                </a:lnTo>
                <a:lnTo>
                  <a:pt x="1241091" y="56041"/>
                </a:lnTo>
                <a:lnTo>
                  <a:pt x="1240819" y="55575"/>
                </a:lnTo>
                <a:lnTo>
                  <a:pt x="1240540" y="55115"/>
                </a:lnTo>
                <a:lnTo>
                  <a:pt x="1240254" y="54662"/>
                </a:lnTo>
                <a:lnTo>
                  <a:pt x="1239961" y="54215"/>
                </a:lnTo>
                <a:lnTo>
                  <a:pt x="1239662" y="53773"/>
                </a:lnTo>
                <a:lnTo>
                  <a:pt x="1239355" y="53338"/>
                </a:lnTo>
                <a:lnTo>
                  <a:pt x="1239041" y="52909"/>
                </a:lnTo>
                <a:lnTo>
                  <a:pt x="1238721" y="52487"/>
                </a:lnTo>
                <a:lnTo>
                  <a:pt x="1238394" y="52070"/>
                </a:lnTo>
                <a:lnTo>
                  <a:pt x="1238060" y="51659"/>
                </a:lnTo>
                <a:lnTo>
                  <a:pt x="1237719" y="51256"/>
                </a:lnTo>
                <a:lnTo>
                  <a:pt x="1237372" y="50860"/>
                </a:lnTo>
                <a:lnTo>
                  <a:pt x="1237018" y="50471"/>
                </a:lnTo>
                <a:lnTo>
                  <a:pt x="1236659" y="50091"/>
                </a:lnTo>
                <a:lnTo>
                  <a:pt x="1236293" y="49718"/>
                </a:lnTo>
                <a:lnTo>
                  <a:pt x="1235921" y="49352"/>
                </a:lnTo>
                <a:lnTo>
                  <a:pt x="1235543" y="48995"/>
                </a:lnTo>
                <a:lnTo>
                  <a:pt x="1235158" y="48645"/>
                </a:lnTo>
                <a:lnTo>
                  <a:pt x="1234767" y="48302"/>
                </a:lnTo>
                <a:lnTo>
                  <a:pt x="1234370" y="47968"/>
                </a:lnTo>
                <a:lnTo>
                  <a:pt x="1233966" y="47641"/>
                </a:lnTo>
                <a:lnTo>
                  <a:pt x="1233557" y="47321"/>
                </a:lnTo>
                <a:lnTo>
                  <a:pt x="1233141" y="47009"/>
                </a:lnTo>
                <a:lnTo>
                  <a:pt x="1232718" y="46705"/>
                </a:lnTo>
                <a:lnTo>
                  <a:pt x="1232290" y="46409"/>
                </a:lnTo>
                <a:lnTo>
                  <a:pt x="1231855" y="46120"/>
                </a:lnTo>
                <a:lnTo>
                  <a:pt x="1231414" y="45839"/>
                </a:lnTo>
                <a:lnTo>
                  <a:pt x="1230967" y="45565"/>
                </a:lnTo>
                <a:lnTo>
                  <a:pt x="1230513" y="45300"/>
                </a:lnTo>
                <a:lnTo>
                  <a:pt x="1230053" y="45042"/>
                </a:lnTo>
                <a:lnTo>
                  <a:pt x="1229587" y="44791"/>
                </a:lnTo>
                <a:lnTo>
                  <a:pt x="1229115" y="44548"/>
                </a:lnTo>
                <a:lnTo>
                  <a:pt x="1228636" y="44313"/>
                </a:lnTo>
                <a:lnTo>
                  <a:pt x="1228151" y="44085"/>
                </a:lnTo>
                <a:lnTo>
                  <a:pt x="1227660" y="43866"/>
                </a:lnTo>
                <a:lnTo>
                  <a:pt x="1227163" y="43657"/>
                </a:lnTo>
                <a:lnTo>
                  <a:pt x="1226660" y="43456"/>
                </a:lnTo>
                <a:lnTo>
                  <a:pt x="1226151" y="43265"/>
                </a:lnTo>
                <a:lnTo>
                  <a:pt x="1225636" y="43084"/>
                </a:lnTo>
                <a:lnTo>
                  <a:pt x="1225115" y="42911"/>
                </a:lnTo>
                <a:lnTo>
                  <a:pt x="1224588" y="42748"/>
                </a:lnTo>
                <a:lnTo>
                  <a:pt x="1224055" y="42594"/>
                </a:lnTo>
                <a:lnTo>
                  <a:pt x="1223515" y="42450"/>
                </a:lnTo>
                <a:lnTo>
                  <a:pt x="1222970" y="42315"/>
                </a:lnTo>
                <a:lnTo>
                  <a:pt x="1222419" y="42189"/>
                </a:lnTo>
                <a:lnTo>
                  <a:pt x="1221862" y="42072"/>
                </a:lnTo>
                <a:lnTo>
                  <a:pt x="1221299" y="41965"/>
                </a:lnTo>
                <a:lnTo>
                  <a:pt x="1220730" y="41867"/>
                </a:lnTo>
                <a:lnTo>
                  <a:pt x="1220154" y="41779"/>
                </a:lnTo>
                <a:lnTo>
                  <a:pt x="1219573" y="41699"/>
                </a:lnTo>
                <a:lnTo>
                  <a:pt x="1218986" y="41630"/>
                </a:lnTo>
                <a:lnTo>
                  <a:pt x="1218393" y="41569"/>
                </a:lnTo>
                <a:lnTo>
                  <a:pt x="1217793" y="41518"/>
                </a:lnTo>
                <a:lnTo>
                  <a:pt x="1217188" y="41476"/>
                </a:lnTo>
                <a:lnTo>
                  <a:pt x="1216577" y="41443"/>
                </a:lnTo>
                <a:lnTo>
                  <a:pt x="1215960" y="41420"/>
                </a:lnTo>
                <a:lnTo>
                  <a:pt x="1215336" y="41406"/>
                </a:lnTo>
                <a:lnTo>
                  <a:pt x="1214707" y="41401"/>
                </a:lnTo>
                <a:lnTo>
                  <a:pt x="1214137" y="41406"/>
                </a:lnTo>
                <a:lnTo>
                  <a:pt x="1213570" y="41421"/>
                </a:lnTo>
                <a:lnTo>
                  <a:pt x="1213005" y="41445"/>
                </a:lnTo>
                <a:lnTo>
                  <a:pt x="1212443" y="41479"/>
                </a:lnTo>
                <a:lnTo>
                  <a:pt x="1211883" y="41523"/>
                </a:lnTo>
                <a:lnTo>
                  <a:pt x="1211325" y="41576"/>
                </a:lnTo>
                <a:lnTo>
                  <a:pt x="1210770" y="41639"/>
                </a:lnTo>
                <a:lnTo>
                  <a:pt x="1210217" y="41712"/>
                </a:lnTo>
                <a:lnTo>
                  <a:pt x="1209667" y="41795"/>
                </a:lnTo>
                <a:lnTo>
                  <a:pt x="1209119" y="41887"/>
                </a:lnTo>
                <a:lnTo>
                  <a:pt x="1208574" y="41989"/>
                </a:lnTo>
                <a:lnTo>
                  <a:pt x="1208031" y="42101"/>
                </a:lnTo>
                <a:lnTo>
                  <a:pt x="1207490" y="42223"/>
                </a:lnTo>
                <a:lnTo>
                  <a:pt x="1206952" y="42354"/>
                </a:lnTo>
                <a:lnTo>
                  <a:pt x="1206416" y="42495"/>
                </a:lnTo>
                <a:lnTo>
                  <a:pt x="1205883" y="42645"/>
                </a:lnTo>
                <a:lnTo>
                  <a:pt x="1205352" y="42806"/>
                </a:lnTo>
                <a:lnTo>
                  <a:pt x="1204824" y="42976"/>
                </a:lnTo>
                <a:lnTo>
                  <a:pt x="1204298" y="43156"/>
                </a:lnTo>
                <a:lnTo>
                  <a:pt x="1203774" y="43345"/>
                </a:lnTo>
                <a:lnTo>
                  <a:pt x="1203253" y="43544"/>
                </a:lnTo>
                <a:lnTo>
                  <a:pt x="1202735" y="43753"/>
                </a:lnTo>
                <a:lnTo>
                  <a:pt x="1202218" y="43972"/>
                </a:lnTo>
                <a:lnTo>
                  <a:pt x="1201705" y="44201"/>
                </a:lnTo>
                <a:lnTo>
                  <a:pt x="1201194" y="44438"/>
                </a:lnTo>
                <a:lnTo>
                  <a:pt x="1200689" y="44685"/>
                </a:lnTo>
                <a:lnTo>
                  <a:pt x="1200189" y="44940"/>
                </a:lnTo>
                <a:lnTo>
                  <a:pt x="1199693" y="45204"/>
                </a:lnTo>
                <a:lnTo>
                  <a:pt x="1199202" y="45477"/>
                </a:lnTo>
                <a:lnTo>
                  <a:pt x="1198716" y="45759"/>
                </a:lnTo>
                <a:lnTo>
                  <a:pt x="1198235" y="46050"/>
                </a:lnTo>
                <a:lnTo>
                  <a:pt x="1197759" y="46349"/>
                </a:lnTo>
                <a:lnTo>
                  <a:pt x="1197288" y="46658"/>
                </a:lnTo>
                <a:lnTo>
                  <a:pt x="1196822" y="46975"/>
                </a:lnTo>
                <a:lnTo>
                  <a:pt x="1196360" y="47301"/>
                </a:lnTo>
                <a:lnTo>
                  <a:pt x="1195903" y="47635"/>
                </a:lnTo>
                <a:lnTo>
                  <a:pt x="1195451" y="47979"/>
                </a:lnTo>
                <a:lnTo>
                  <a:pt x="1195004" y="48331"/>
                </a:lnTo>
                <a:lnTo>
                  <a:pt x="1194562" y="48693"/>
                </a:lnTo>
                <a:lnTo>
                  <a:pt x="1194125" y="49063"/>
                </a:lnTo>
                <a:lnTo>
                  <a:pt x="1193693" y="49442"/>
                </a:lnTo>
                <a:lnTo>
                  <a:pt x="1193265" y="49829"/>
                </a:lnTo>
                <a:lnTo>
                  <a:pt x="1192842" y="50226"/>
                </a:lnTo>
                <a:lnTo>
                  <a:pt x="1192425" y="50631"/>
                </a:lnTo>
                <a:lnTo>
                  <a:pt x="1192012" y="51045"/>
                </a:lnTo>
                <a:lnTo>
                  <a:pt x="1191603" y="51468"/>
                </a:lnTo>
                <a:lnTo>
                  <a:pt x="1191200" y="51900"/>
                </a:lnTo>
                <a:lnTo>
                  <a:pt x="1190802" y="52341"/>
                </a:lnTo>
                <a:lnTo>
                  <a:pt x="1190409" y="52790"/>
                </a:lnTo>
                <a:lnTo>
                  <a:pt x="1190024" y="53246"/>
                </a:lnTo>
                <a:lnTo>
                  <a:pt x="1189645" y="53709"/>
                </a:lnTo>
                <a:lnTo>
                  <a:pt x="1189273" y="54179"/>
                </a:lnTo>
                <a:lnTo>
                  <a:pt x="1188908" y="54657"/>
                </a:lnTo>
                <a:lnTo>
                  <a:pt x="1188550" y="55143"/>
                </a:lnTo>
                <a:lnTo>
                  <a:pt x="1188199" y="55635"/>
                </a:lnTo>
                <a:lnTo>
                  <a:pt x="1187855" y="56135"/>
                </a:lnTo>
                <a:lnTo>
                  <a:pt x="1187518" y="56642"/>
                </a:lnTo>
                <a:lnTo>
                  <a:pt x="1187188" y="57156"/>
                </a:lnTo>
                <a:lnTo>
                  <a:pt x="1186864" y="57678"/>
                </a:lnTo>
                <a:lnTo>
                  <a:pt x="1186548" y="58207"/>
                </a:lnTo>
                <a:lnTo>
                  <a:pt x="1186238" y="58743"/>
                </a:lnTo>
                <a:lnTo>
                  <a:pt x="1185935" y="59286"/>
                </a:lnTo>
                <a:lnTo>
                  <a:pt x="1185639" y="59837"/>
                </a:lnTo>
                <a:lnTo>
                  <a:pt x="1185350" y="60395"/>
                </a:lnTo>
                <a:lnTo>
                  <a:pt x="1185068" y="60961"/>
                </a:lnTo>
                <a:lnTo>
                  <a:pt x="1184793" y="61533"/>
                </a:lnTo>
                <a:lnTo>
                  <a:pt x="1184525" y="62113"/>
                </a:lnTo>
                <a:lnTo>
                  <a:pt x="1184264" y="62700"/>
                </a:lnTo>
                <a:lnTo>
                  <a:pt x="1184009" y="63295"/>
                </a:lnTo>
                <a:lnTo>
                  <a:pt x="1183762" y="63897"/>
                </a:lnTo>
                <a:lnTo>
                  <a:pt x="1183521" y="64506"/>
                </a:lnTo>
                <a:lnTo>
                  <a:pt x="1183288" y="65122"/>
                </a:lnTo>
                <a:lnTo>
                  <a:pt x="1183062" y="65745"/>
                </a:lnTo>
                <a:lnTo>
                  <a:pt x="1182846" y="66375"/>
                </a:lnTo>
                <a:lnTo>
                  <a:pt x="1182640" y="67010"/>
                </a:lnTo>
                <a:lnTo>
                  <a:pt x="1182444" y="67651"/>
                </a:lnTo>
                <a:lnTo>
                  <a:pt x="1182257" y="68299"/>
                </a:lnTo>
                <a:lnTo>
                  <a:pt x="1182079" y="68953"/>
                </a:lnTo>
                <a:lnTo>
                  <a:pt x="1181911" y="69613"/>
                </a:lnTo>
                <a:lnTo>
                  <a:pt x="1181753" y="70279"/>
                </a:lnTo>
                <a:lnTo>
                  <a:pt x="1181604" y="70951"/>
                </a:lnTo>
                <a:lnTo>
                  <a:pt x="1181465" y="71630"/>
                </a:lnTo>
                <a:lnTo>
                  <a:pt x="1181336" y="72314"/>
                </a:lnTo>
                <a:lnTo>
                  <a:pt x="1181216" y="73005"/>
                </a:lnTo>
                <a:lnTo>
                  <a:pt x="1181106" y="73701"/>
                </a:lnTo>
                <a:lnTo>
                  <a:pt x="1181005" y="74404"/>
                </a:lnTo>
                <a:lnTo>
                  <a:pt x="1180914" y="75113"/>
                </a:lnTo>
                <a:lnTo>
                  <a:pt x="1180832" y="75829"/>
                </a:lnTo>
                <a:lnTo>
                  <a:pt x="1180760" y="76550"/>
                </a:lnTo>
                <a:lnTo>
                  <a:pt x="1180698" y="77277"/>
                </a:lnTo>
                <a:lnTo>
                  <a:pt x="1180645" y="78011"/>
                </a:lnTo>
                <a:lnTo>
                  <a:pt x="1180602" y="78751"/>
                </a:lnTo>
                <a:lnTo>
                  <a:pt x="1180568" y="79497"/>
                </a:lnTo>
                <a:lnTo>
                  <a:pt x="1180544" y="80249"/>
                </a:lnTo>
                <a:lnTo>
                  <a:pt x="1180530" y="81007"/>
                </a:lnTo>
                <a:lnTo>
                  <a:pt x="1180525" y="81771"/>
                </a:lnTo>
                <a:lnTo>
                  <a:pt x="1180525" y="84939"/>
                </a:lnTo>
                <a:lnTo>
                  <a:pt x="1180530" y="85649"/>
                </a:lnTo>
                <a:lnTo>
                  <a:pt x="1180544" y="86354"/>
                </a:lnTo>
                <a:lnTo>
                  <a:pt x="1180567" y="87054"/>
                </a:lnTo>
                <a:lnTo>
                  <a:pt x="1180599" y="87749"/>
                </a:lnTo>
                <a:lnTo>
                  <a:pt x="1180640" y="88440"/>
                </a:lnTo>
                <a:lnTo>
                  <a:pt x="1180691" y="89126"/>
                </a:lnTo>
                <a:lnTo>
                  <a:pt x="1180751" y="89808"/>
                </a:lnTo>
                <a:lnTo>
                  <a:pt x="1180820" y="90484"/>
                </a:lnTo>
                <a:lnTo>
                  <a:pt x="1180898" y="91156"/>
                </a:lnTo>
                <a:lnTo>
                  <a:pt x="1180986" y="91823"/>
                </a:lnTo>
                <a:lnTo>
                  <a:pt x="1181082" y="92486"/>
                </a:lnTo>
                <a:lnTo>
                  <a:pt x="1181188" y="93144"/>
                </a:lnTo>
                <a:lnTo>
                  <a:pt x="1181303" y="93797"/>
                </a:lnTo>
                <a:lnTo>
                  <a:pt x="1181428" y="94445"/>
                </a:lnTo>
                <a:lnTo>
                  <a:pt x="1181561" y="95088"/>
                </a:lnTo>
                <a:lnTo>
                  <a:pt x="1181704" y="95727"/>
                </a:lnTo>
                <a:lnTo>
                  <a:pt x="1181856" y="96361"/>
                </a:lnTo>
                <a:lnTo>
                  <a:pt x="1182017" y="96990"/>
                </a:lnTo>
                <a:lnTo>
                  <a:pt x="1182187" y="97615"/>
                </a:lnTo>
                <a:lnTo>
                  <a:pt x="1182367" y="98235"/>
                </a:lnTo>
                <a:lnTo>
                  <a:pt x="1182556" y="98850"/>
                </a:lnTo>
                <a:lnTo>
                  <a:pt x="1182754" y="99460"/>
                </a:lnTo>
                <a:lnTo>
                  <a:pt x="1182961" y="100066"/>
                </a:lnTo>
                <a:lnTo>
                  <a:pt x="1183177" y="100667"/>
                </a:lnTo>
                <a:lnTo>
                  <a:pt x="1183402" y="101262"/>
                </a:lnTo>
                <a:lnTo>
                  <a:pt x="1183634" y="101850"/>
                </a:lnTo>
                <a:lnTo>
                  <a:pt x="1183874" y="102432"/>
                </a:lnTo>
                <a:lnTo>
                  <a:pt x="1184121" y="103007"/>
                </a:lnTo>
                <a:lnTo>
                  <a:pt x="1184375" y="103575"/>
                </a:lnTo>
                <a:lnTo>
                  <a:pt x="1184637" y="104136"/>
                </a:lnTo>
                <a:lnTo>
                  <a:pt x="1184906" y="104691"/>
                </a:lnTo>
                <a:lnTo>
                  <a:pt x="1185183" y="105238"/>
                </a:lnTo>
                <a:lnTo>
                  <a:pt x="1185467" y="105779"/>
                </a:lnTo>
                <a:lnTo>
                  <a:pt x="1185758" y="106313"/>
                </a:lnTo>
                <a:lnTo>
                  <a:pt x="1186057" y="106841"/>
                </a:lnTo>
                <a:lnTo>
                  <a:pt x="1186363" y="107361"/>
                </a:lnTo>
                <a:lnTo>
                  <a:pt x="1186677" y="107875"/>
                </a:lnTo>
                <a:lnTo>
                  <a:pt x="1186998" y="108382"/>
                </a:lnTo>
                <a:lnTo>
                  <a:pt x="1187327" y="108883"/>
                </a:lnTo>
                <a:lnTo>
                  <a:pt x="1187663" y="109376"/>
                </a:lnTo>
                <a:lnTo>
                  <a:pt x="1188006" y="109863"/>
                </a:lnTo>
                <a:lnTo>
                  <a:pt x="1188357" y="110343"/>
                </a:lnTo>
                <a:lnTo>
                  <a:pt x="1188715" y="110816"/>
                </a:lnTo>
                <a:lnTo>
                  <a:pt x="1189081" y="111282"/>
                </a:lnTo>
                <a:lnTo>
                  <a:pt x="1189454" y="111742"/>
                </a:lnTo>
                <a:lnTo>
                  <a:pt x="1189834" y="112195"/>
                </a:lnTo>
                <a:lnTo>
                  <a:pt x="1190222" y="112641"/>
                </a:lnTo>
                <a:lnTo>
                  <a:pt x="1190618" y="113080"/>
                </a:lnTo>
                <a:lnTo>
                  <a:pt x="1191020" y="113512"/>
                </a:lnTo>
                <a:lnTo>
                  <a:pt x="1191428" y="113935"/>
                </a:lnTo>
                <a:lnTo>
                  <a:pt x="1191842" y="114351"/>
                </a:lnTo>
                <a:lnTo>
                  <a:pt x="1192263" y="114758"/>
                </a:lnTo>
                <a:lnTo>
                  <a:pt x="1192690" y="115157"/>
                </a:lnTo>
                <a:lnTo>
                  <a:pt x="1193122" y="115548"/>
                </a:lnTo>
                <a:lnTo>
                  <a:pt x="1193561" y="115930"/>
                </a:lnTo>
                <a:lnTo>
                  <a:pt x="1194006" y="116305"/>
                </a:lnTo>
                <a:lnTo>
                  <a:pt x="1194458" y="116671"/>
                </a:lnTo>
                <a:lnTo>
                  <a:pt x="1194915" y="117029"/>
                </a:lnTo>
                <a:lnTo>
                  <a:pt x="1195378" y="117379"/>
                </a:lnTo>
                <a:lnTo>
                  <a:pt x="1195848" y="117721"/>
                </a:lnTo>
                <a:lnTo>
                  <a:pt x="1196324" y="118054"/>
                </a:lnTo>
                <a:lnTo>
                  <a:pt x="1196806" y="118380"/>
                </a:lnTo>
                <a:lnTo>
                  <a:pt x="1197294" y="118697"/>
                </a:lnTo>
                <a:lnTo>
                  <a:pt x="1197788" y="119006"/>
                </a:lnTo>
                <a:lnTo>
                  <a:pt x="1198288" y="119307"/>
                </a:lnTo>
                <a:lnTo>
                  <a:pt x="1198795" y="119599"/>
                </a:lnTo>
                <a:lnTo>
                  <a:pt x="1199307" y="119884"/>
                </a:lnTo>
                <a:lnTo>
                  <a:pt x="1199826" y="120160"/>
                </a:lnTo>
                <a:lnTo>
                  <a:pt x="1200351" y="120428"/>
                </a:lnTo>
                <a:lnTo>
                  <a:pt x="1200882" y="120688"/>
                </a:lnTo>
                <a:lnTo>
                  <a:pt x="1201419" y="120940"/>
                </a:lnTo>
                <a:lnTo>
                  <a:pt x="1201962" y="121183"/>
                </a:lnTo>
                <a:lnTo>
                  <a:pt x="1202511" y="121418"/>
                </a:lnTo>
                <a:lnTo>
                  <a:pt x="1203064" y="121642"/>
                </a:lnTo>
                <a:lnTo>
                  <a:pt x="1203621" y="121857"/>
                </a:lnTo>
                <a:lnTo>
                  <a:pt x="1204183" y="122061"/>
                </a:lnTo>
                <a:lnTo>
                  <a:pt x="1204749" y="122256"/>
                </a:lnTo>
                <a:lnTo>
                  <a:pt x="1205319" y="122440"/>
                </a:lnTo>
                <a:lnTo>
                  <a:pt x="1205894" y="122615"/>
                </a:lnTo>
                <a:lnTo>
                  <a:pt x="1206473" y="122779"/>
                </a:lnTo>
                <a:lnTo>
                  <a:pt x="1207056" y="122934"/>
                </a:lnTo>
                <a:lnTo>
                  <a:pt x="1207644" y="123079"/>
                </a:lnTo>
                <a:lnTo>
                  <a:pt x="1208236" y="123213"/>
                </a:lnTo>
                <a:lnTo>
                  <a:pt x="1208832" y="123338"/>
                </a:lnTo>
                <a:lnTo>
                  <a:pt x="1209433" y="123453"/>
                </a:lnTo>
                <a:lnTo>
                  <a:pt x="1210038" y="123558"/>
                </a:lnTo>
                <a:lnTo>
                  <a:pt x="1210647" y="123652"/>
                </a:lnTo>
                <a:lnTo>
                  <a:pt x="1211261" y="123737"/>
                </a:lnTo>
                <a:lnTo>
                  <a:pt x="1211879" y="123812"/>
                </a:lnTo>
                <a:lnTo>
                  <a:pt x="1212502" y="123877"/>
                </a:lnTo>
                <a:lnTo>
                  <a:pt x="1213128" y="123932"/>
                </a:lnTo>
                <a:lnTo>
                  <a:pt x="1213760" y="123977"/>
                </a:lnTo>
                <a:lnTo>
                  <a:pt x="1214395" y="124011"/>
                </a:lnTo>
                <a:lnTo>
                  <a:pt x="1215035" y="124036"/>
                </a:lnTo>
                <a:lnTo>
                  <a:pt x="1215679" y="124051"/>
                </a:lnTo>
                <a:lnTo>
                  <a:pt x="1216328" y="124056"/>
                </a:lnTo>
                <a:lnTo>
                  <a:pt x="1216920" y="124053"/>
                </a:lnTo>
                <a:lnTo>
                  <a:pt x="1217506" y="124043"/>
                </a:lnTo>
                <a:lnTo>
                  <a:pt x="1218086" y="124026"/>
                </a:lnTo>
                <a:lnTo>
                  <a:pt x="1218660" y="124002"/>
                </a:lnTo>
                <a:lnTo>
                  <a:pt x="1219228" y="123972"/>
                </a:lnTo>
                <a:lnTo>
                  <a:pt x="1219790" y="123934"/>
                </a:lnTo>
                <a:lnTo>
                  <a:pt x="1220346" y="123890"/>
                </a:lnTo>
                <a:lnTo>
                  <a:pt x="1220895" y="123839"/>
                </a:lnTo>
                <a:lnTo>
                  <a:pt x="1221438" y="123782"/>
                </a:lnTo>
                <a:lnTo>
                  <a:pt x="1221976" y="123717"/>
                </a:lnTo>
                <a:lnTo>
                  <a:pt x="1222507" y="123646"/>
                </a:lnTo>
                <a:lnTo>
                  <a:pt x="1223031" y="123568"/>
                </a:lnTo>
                <a:lnTo>
                  <a:pt x="1223550" y="123484"/>
                </a:lnTo>
                <a:lnTo>
                  <a:pt x="1224063" y="123392"/>
                </a:lnTo>
                <a:lnTo>
                  <a:pt x="1224569" y="123294"/>
                </a:lnTo>
                <a:lnTo>
                  <a:pt x="1225070" y="123189"/>
                </a:lnTo>
                <a:lnTo>
                  <a:pt x="1225564" y="123077"/>
                </a:lnTo>
                <a:lnTo>
                  <a:pt x="1226052" y="122958"/>
                </a:lnTo>
                <a:lnTo>
                  <a:pt x="1226534" y="122833"/>
                </a:lnTo>
                <a:lnTo>
                  <a:pt x="1227009" y="122701"/>
                </a:lnTo>
                <a:lnTo>
                  <a:pt x="1227479" y="122562"/>
                </a:lnTo>
                <a:lnTo>
                  <a:pt x="1227943" y="122416"/>
                </a:lnTo>
                <a:lnTo>
                  <a:pt x="1228400" y="122263"/>
                </a:lnTo>
                <a:lnTo>
                  <a:pt x="1228851" y="122104"/>
                </a:lnTo>
                <a:lnTo>
                  <a:pt x="1229297" y="121939"/>
                </a:lnTo>
                <a:lnTo>
                  <a:pt x="1229737" y="121770"/>
                </a:lnTo>
                <a:lnTo>
                  <a:pt x="1230171" y="121597"/>
                </a:lnTo>
                <a:lnTo>
                  <a:pt x="1230601" y="121419"/>
                </a:lnTo>
                <a:lnTo>
                  <a:pt x="1231025" y="121236"/>
                </a:lnTo>
                <a:lnTo>
                  <a:pt x="1231443" y="121050"/>
                </a:lnTo>
                <a:lnTo>
                  <a:pt x="1231857" y="120859"/>
                </a:lnTo>
                <a:lnTo>
                  <a:pt x="1232264" y="120664"/>
                </a:lnTo>
                <a:lnTo>
                  <a:pt x="1232667" y="120464"/>
                </a:lnTo>
                <a:lnTo>
                  <a:pt x="1233064" y="120260"/>
                </a:lnTo>
                <a:lnTo>
                  <a:pt x="1233456" y="120052"/>
                </a:lnTo>
                <a:lnTo>
                  <a:pt x="1233842" y="119839"/>
                </a:lnTo>
                <a:lnTo>
                  <a:pt x="1234223" y="119622"/>
                </a:lnTo>
                <a:lnTo>
                  <a:pt x="1234599" y="119400"/>
                </a:lnTo>
                <a:lnTo>
                  <a:pt x="1234969" y="119175"/>
                </a:lnTo>
                <a:lnTo>
                  <a:pt x="1235334" y="118945"/>
                </a:lnTo>
                <a:lnTo>
                  <a:pt x="1235693" y="118710"/>
                </a:lnTo>
                <a:lnTo>
                  <a:pt x="1236048" y="118471"/>
                </a:lnTo>
                <a:lnTo>
                  <a:pt x="1236396" y="118228"/>
                </a:lnTo>
                <a:lnTo>
                  <a:pt x="1236740" y="117981"/>
                </a:lnTo>
                <a:lnTo>
                  <a:pt x="1237078" y="117729"/>
                </a:lnTo>
                <a:lnTo>
                  <a:pt x="1237410" y="117473"/>
                </a:lnTo>
                <a:lnTo>
                  <a:pt x="1237738" y="117212"/>
                </a:lnTo>
                <a:lnTo>
                  <a:pt x="1238060" y="116947"/>
                </a:lnTo>
                <a:lnTo>
                  <a:pt x="1238377" y="116679"/>
                </a:lnTo>
                <a:lnTo>
                  <a:pt x="1238690" y="116409"/>
                </a:lnTo>
                <a:lnTo>
                  <a:pt x="1238999" y="116136"/>
                </a:lnTo>
                <a:lnTo>
                  <a:pt x="1239304" y="115862"/>
                </a:lnTo>
                <a:lnTo>
                  <a:pt x="1239605" y="115585"/>
                </a:lnTo>
                <a:lnTo>
                  <a:pt x="1239901" y="115306"/>
                </a:lnTo>
                <a:lnTo>
                  <a:pt x="1240194" y="115025"/>
                </a:lnTo>
                <a:lnTo>
                  <a:pt x="1240482" y="114741"/>
                </a:lnTo>
                <a:lnTo>
                  <a:pt x="1240767" y="114456"/>
                </a:lnTo>
                <a:lnTo>
                  <a:pt x="1241047" y="114168"/>
                </a:lnTo>
                <a:lnTo>
                  <a:pt x="1241324" y="113878"/>
                </a:lnTo>
                <a:lnTo>
                  <a:pt x="1241596" y="113586"/>
                </a:lnTo>
                <a:lnTo>
                  <a:pt x="1241864" y="113292"/>
                </a:lnTo>
                <a:lnTo>
                  <a:pt x="1242128" y="112996"/>
                </a:lnTo>
                <a:lnTo>
                  <a:pt x="1242388" y="112697"/>
                </a:lnTo>
                <a:lnTo>
                  <a:pt x="1242643" y="112396"/>
                </a:lnTo>
                <a:lnTo>
                  <a:pt x="1242895" y="112093"/>
                </a:lnTo>
                <a:lnTo>
                  <a:pt x="1243143" y="111788"/>
                </a:lnTo>
                <a:lnTo>
                  <a:pt x="1243386" y="111481"/>
                </a:lnTo>
                <a:lnTo>
                  <a:pt x="1243626" y="111172"/>
                </a:lnTo>
                <a:lnTo>
                  <a:pt x="1243861" y="110860"/>
                </a:lnTo>
                <a:lnTo>
                  <a:pt x="1244092" y="110546"/>
                </a:lnTo>
                <a:lnTo>
                  <a:pt x="1244319" y="110230"/>
                </a:lnTo>
                <a:lnTo>
                  <a:pt x="1244542" y="109912"/>
                </a:lnTo>
                <a:lnTo>
                  <a:pt x="1239017" y="105639"/>
                </a:lnTo>
                <a:lnTo>
                  <a:pt x="1238653" y="106107"/>
                </a:lnTo>
                <a:lnTo>
                  <a:pt x="1238285" y="106564"/>
                </a:lnTo>
                <a:lnTo>
                  <a:pt x="1237913" y="107010"/>
                </a:lnTo>
                <a:lnTo>
                  <a:pt x="1237537" y="107445"/>
                </a:lnTo>
                <a:lnTo>
                  <a:pt x="1237157" y="107870"/>
                </a:lnTo>
                <a:lnTo>
                  <a:pt x="1236773" y="108285"/>
                </a:lnTo>
                <a:lnTo>
                  <a:pt x="1236385" y="108688"/>
                </a:lnTo>
                <a:lnTo>
                  <a:pt x="1235993" y="109081"/>
                </a:lnTo>
                <a:lnTo>
                  <a:pt x="1235597" y="109464"/>
                </a:lnTo>
                <a:lnTo>
                  <a:pt x="1235197" y="109836"/>
                </a:lnTo>
                <a:lnTo>
                  <a:pt x="1234793" y="110197"/>
                </a:lnTo>
                <a:lnTo>
                  <a:pt x="1234385" y="110548"/>
                </a:lnTo>
                <a:lnTo>
                  <a:pt x="1233974" y="110888"/>
                </a:lnTo>
                <a:lnTo>
                  <a:pt x="1233558" y="111217"/>
                </a:lnTo>
                <a:lnTo>
                  <a:pt x="1233138" y="111536"/>
                </a:lnTo>
                <a:lnTo>
                  <a:pt x="1232715" y="111844"/>
                </a:lnTo>
                <a:lnTo>
                  <a:pt x="1232287" y="112141"/>
                </a:lnTo>
                <a:lnTo>
                  <a:pt x="1231855" y="112428"/>
                </a:lnTo>
                <a:lnTo>
                  <a:pt x="1231420" y="112705"/>
                </a:lnTo>
                <a:lnTo>
                  <a:pt x="1230980" y="112970"/>
                </a:lnTo>
                <a:lnTo>
                  <a:pt x="1230537" y="113225"/>
                </a:lnTo>
                <a:lnTo>
                  <a:pt x="1230089" y="113470"/>
                </a:lnTo>
                <a:lnTo>
                  <a:pt x="1229638" y="113704"/>
                </a:lnTo>
                <a:lnTo>
                  <a:pt x="1229183" y="113927"/>
                </a:lnTo>
                <a:lnTo>
                  <a:pt x="1228723" y="114140"/>
                </a:lnTo>
                <a:lnTo>
                  <a:pt x="1228257" y="114345"/>
                </a:lnTo>
                <a:lnTo>
                  <a:pt x="1227787" y="114540"/>
                </a:lnTo>
                <a:lnTo>
                  <a:pt x="1227311" y="114726"/>
                </a:lnTo>
                <a:lnTo>
                  <a:pt x="1226830" y="114903"/>
                </a:lnTo>
                <a:lnTo>
                  <a:pt x="1226344" y="115071"/>
                </a:lnTo>
                <a:lnTo>
                  <a:pt x="1225853" y="115230"/>
                </a:lnTo>
                <a:lnTo>
                  <a:pt x="1225356" y="115380"/>
                </a:lnTo>
                <a:lnTo>
                  <a:pt x="1224854" y="115521"/>
                </a:lnTo>
                <a:lnTo>
                  <a:pt x="1224347" y="115652"/>
                </a:lnTo>
                <a:lnTo>
                  <a:pt x="1223835" y="115775"/>
                </a:lnTo>
                <a:lnTo>
                  <a:pt x="1223317" y="115888"/>
                </a:lnTo>
                <a:lnTo>
                  <a:pt x="1222794" y="115993"/>
                </a:lnTo>
                <a:lnTo>
                  <a:pt x="1222266" y="116088"/>
                </a:lnTo>
                <a:lnTo>
                  <a:pt x="1221732" y="116174"/>
                </a:lnTo>
                <a:lnTo>
                  <a:pt x="1221194" y="116252"/>
                </a:lnTo>
                <a:lnTo>
                  <a:pt x="1220650" y="116320"/>
                </a:lnTo>
                <a:lnTo>
                  <a:pt x="1220101" y="116379"/>
                </a:lnTo>
                <a:lnTo>
                  <a:pt x="1219546" y="116429"/>
                </a:lnTo>
                <a:lnTo>
                  <a:pt x="1218987" y="116470"/>
                </a:lnTo>
                <a:lnTo>
                  <a:pt x="1218422" y="116501"/>
                </a:lnTo>
                <a:lnTo>
                  <a:pt x="1217852" y="116524"/>
                </a:lnTo>
                <a:lnTo>
                  <a:pt x="1217277" y="116538"/>
                </a:lnTo>
                <a:lnTo>
                  <a:pt x="1216696" y="116542"/>
                </a:lnTo>
                <a:lnTo>
                  <a:pt x="1216188" y="116538"/>
                </a:lnTo>
                <a:lnTo>
                  <a:pt x="1215685" y="116525"/>
                </a:lnTo>
                <a:lnTo>
                  <a:pt x="1215185" y="116504"/>
                </a:lnTo>
                <a:lnTo>
                  <a:pt x="1214689" y="116474"/>
                </a:lnTo>
                <a:lnTo>
                  <a:pt x="1214196" y="116435"/>
                </a:lnTo>
                <a:lnTo>
                  <a:pt x="1213708" y="116388"/>
                </a:lnTo>
                <a:lnTo>
                  <a:pt x="1213223" y="116332"/>
                </a:lnTo>
                <a:lnTo>
                  <a:pt x="1212743" y="116268"/>
                </a:lnTo>
                <a:lnTo>
                  <a:pt x="1212266" y="116195"/>
                </a:lnTo>
                <a:lnTo>
                  <a:pt x="1211793" y="116114"/>
                </a:lnTo>
                <a:lnTo>
                  <a:pt x="1211323" y="116024"/>
                </a:lnTo>
                <a:lnTo>
                  <a:pt x="1210858" y="115925"/>
                </a:lnTo>
                <a:lnTo>
                  <a:pt x="1210396" y="115818"/>
                </a:lnTo>
                <a:lnTo>
                  <a:pt x="1209939" y="115702"/>
                </a:lnTo>
                <a:lnTo>
                  <a:pt x="1209485" y="115578"/>
                </a:lnTo>
                <a:lnTo>
                  <a:pt x="1209035" y="115445"/>
                </a:lnTo>
                <a:lnTo>
                  <a:pt x="1208588" y="115304"/>
                </a:lnTo>
                <a:lnTo>
                  <a:pt x="1208146" y="115154"/>
                </a:lnTo>
                <a:lnTo>
                  <a:pt x="1207707" y="114996"/>
                </a:lnTo>
                <a:lnTo>
                  <a:pt x="1207273" y="114828"/>
                </a:lnTo>
                <a:lnTo>
                  <a:pt x="1206842" y="114653"/>
                </a:lnTo>
                <a:lnTo>
                  <a:pt x="1206415" y="114469"/>
                </a:lnTo>
                <a:lnTo>
                  <a:pt x="1205992" y="114276"/>
                </a:lnTo>
                <a:lnTo>
                  <a:pt x="1205572" y="114074"/>
                </a:lnTo>
                <a:lnTo>
                  <a:pt x="1205157" y="113866"/>
                </a:lnTo>
                <a:lnTo>
                  <a:pt x="1204747" y="113650"/>
                </a:lnTo>
                <a:lnTo>
                  <a:pt x="1204342" y="113429"/>
                </a:lnTo>
                <a:lnTo>
                  <a:pt x="1203941" y="113201"/>
                </a:lnTo>
                <a:lnTo>
                  <a:pt x="1203546" y="112966"/>
                </a:lnTo>
                <a:lnTo>
                  <a:pt x="1203155" y="112725"/>
                </a:lnTo>
                <a:lnTo>
                  <a:pt x="1202769" y="112478"/>
                </a:lnTo>
                <a:lnTo>
                  <a:pt x="1202388" y="112224"/>
                </a:lnTo>
                <a:lnTo>
                  <a:pt x="1202012" y="111964"/>
                </a:lnTo>
                <a:lnTo>
                  <a:pt x="1201641" y="111698"/>
                </a:lnTo>
                <a:lnTo>
                  <a:pt x="1201274" y="111425"/>
                </a:lnTo>
                <a:lnTo>
                  <a:pt x="1200913" y="111146"/>
                </a:lnTo>
                <a:lnTo>
                  <a:pt x="1200556" y="110860"/>
                </a:lnTo>
                <a:lnTo>
                  <a:pt x="1200204" y="110569"/>
                </a:lnTo>
                <a:lnTo>
                  <a:pt x="1199857" y="110270"/>
                </a:lnTo>
                <a:lnTo>
                  <a:pt x="1199515" y="109965"/>
                </a:lnTo>
                <a:lnTo>
                  <a:pt x="1199178" y="109654"/>
                </a:lnTo>
                <a:lnTo>
                  <a:pt x="1198845" y="109337"/>
                </a:lnTo>
                <a:lnTo>
                  <a:pt x="1198518" y="109013"/>
                </a:lnTo>
                <a:lnTo>
                  <a:pt x="1198195" y="108682"/>
                </a:lnTo>
                <a:lnTo>
                  <a:pt x="1197877" y="108346"/>
                </a:lnTo>
                <a:lnTo>
                  <a:pt x="1197564" y="108002"/>
                </a:lnTo>
                <a:lnTo>
                  <a:pt x="1197256" y="107653"/>
                </a:lnTo>
                <a:lnTo>
                  <a:pt x="1196953" y="107297"/>
                </a:lnTo>
                <a:lnTo>
                  <a:pt x="1196655" y="106935"/>
                </a:lnTo>
                <a:lnTo>
                  <a:pt x="1196363" y="106569"/>
                </a:lnTo>
                <a:lnTo>
                  <a:pt x="1196076" y="106197"/>
                </a:lnTo>
                <a:lnTo>
                  <a:pt x="1195795" y="105821"/>
                </a:lnTo>
                <a:lnTo>
                  <a:pt x="1195519" y="105439"/>
                </a:lnTo>
                <a:lnTo>
                  <a:pt x="1195250" y="105052"/>
                </a:lnTo>
                <a:lnTo>
                  <a:pt x="1194985" y="104661"/>
                </a:lnTo>
                <a:lnTo>
                  <a:pt x="1194727" y="104264"/>
                </a:lnTo>
                <a:lnTo>
                  <a:pt x="1194474" y="103863"/>
                </a:lnTo>
                <a:lnTo>
                  <a:pt x="1194226" y="103456"/>
                </a:lnTo>
                <a:lnTo>
                  <a:pt x="1193985" y="103045"/>
                </a:lnTo>
                <a:lnTo>
                  <a:pt x="1193749" y="102628"/>
                </a:lnTo>
                <a:lnTo>
                  <a:pt x="1193518" y="102207"/>
                </a:lnTo>
                <a:lnTo>
                  <a:pt x="1193293" y="101780"/>
                </a:lnTo>
                <a:lnTo>
                  <a:pt x="1193074" y="101349"/>
                </a:lnTo>
                <a:lnTo>
                  <a:pt x="1192860" y="100912"/>
                </a:lnTo>
                <a:lnTo>
                  <a:pt x="1192652" y="100471"/>
                </a:lnTo>
                <a:lnTo>
                  <a:pt x="1192450" y="100025"/>
                </a:lnTo>
                <a:lnTo>
                  <a:pt x="1192253" y="99573"/>
                </a:lnTo>
                <a:lnTo>
                  <a:pt x="1192062" y="99117"/>
                </a:lnTo>
                <a:lnTo>
                  <a:pt x="1191877" y="98655"/>
                </a:lnTo>
                <a:lnTo>
                  <a:pt x="1191697" y="98189"/>
                </a:lnTo>
                <a:lnTo>
                  <a:pt x="1191523" y="97718"/>
                </a:lnTo>
                <a:lnTo>
                  <a:pt x="1191354" y="97241"/>
                </a:lnTo>
                <a:lnTo>
                  <a:pt x="1191192" y="96761"/>
                </a:lnTo>
                <a:lnTo>
                  <a:pt x="1191037" y="96278"/>
                </a:lnTo>
                <a:lnTo>
                  <a:pt x="1190888" y="95792"/>
                </a:lnTo>
                <a:lnTo>
                  <a:pt x="1190747" y="95303"/>
                </a:lnTo>
                <a:lnTo>
                  <a:pt x="1190612" y="94812"/>
                </a:lnTo>
                <a:lnTo>
                  <a:pt x="1190484" y="94318"/>
                </a:lnTo>
                <a:lnTo>
                  <a:pt x="1190363" y="93820"/>
                </a:lnTo>
                <a:lnTo>
                  <a:pt x="1190249" y="93321"/>
                </a:lnTo>
                <a:lnTo>
                  <a:pt x="1190142" y="92818"/>
                </a:lnTo>
                <a:lnTo>
                  <a:pt x="1190042" y="92312"/>
                </a:lnTo>
                <a:lnTo>
                  <a:pt x="1189949" y="91804"/>
                </a:lnTo>
                <a:lnTo>
                  <a:pt x="1189863" y="91293"/>
                </a:lnTo>
                <a:lnTo>
                  <a:pt x="1189783" y="90779"/>
                </a:lnTo>
                <a:lnTo>
                  <a:pt x="1189711" y="90262"/>
                </a:lnTo>
                <a:lnTo>
                  <a:pt x="1189645" y="89742"/>
                </a:lnTo>
                <a:lnTo>
                  <a:pt x="1189586" y="89220"/>
                </a:lnTo>
                <a:lnTo>
                  <a:pt x="1189535" y="88694"/>
                </a:lnTo>
                <a:lnTo>
                  <a:pt x="1189490" y="88166"/>
                </a:lnTo>
                <a:lnTo>
                  <a:pt x="1189452" y="87635"/>
                </a:lnTo>
                <a:lnTo>
                  <a:pt x="1189421" y="87102"/>
                </a:lnTo>
                <a:lnTo>
                  <a:pt x="1189396" y="86565"/>
                </a:lnTo>
                <a:lnTo>
                  <a:pt x="1189379" y="86026"/>
                </a:lnTo>
                <a:lnTo>
                  <a:pt x="1189369" y="85484"/>
                </a:lnTo>
                <a:lnTo>
                  <a:pt x="1189365" y="84939"/>
                </a:lnTo>
                <a:lnTo>
                  <a:pt x="1189365" y="83244"/>
                </a:lnTo>
                <a:lnTo>
                  <a:pt x="1246237" y="83244"/>
                </a:lnTo>
                <a:lnTo>
                  <a:pt x="1246237" y="77876"/>
                </a:lnTo>
                <a:lnTo>
                  <a:pt x="1246233" y="77210"/>
                </a:lnTo>
                <a:lnTo>
                  <a:pt x="1246222" y="76549"/>
                </a:lnTo>
                <a:lnTo>
                  <a:pt x="1246205" y="75893"/>
                </a:lnTo>
                <a:lnTo>
                  <a:pt x="1246179" y="75242"/>
                </a:lnTo>
                <a:close/>
                <a:moveTo>
                  <a:pt x="1189992" y="73701"/>
                </a:moveTo>
                <a:lnTo>
                  <a:pt x="1190085" y="73158"/>
                </a:lnTo>
                <a:lnTo>
                  <a:pt x="1190184" y="72620"/>
                </a:lnTo>
                <a:lnTo>
                  <a:pt x="1190289" y="72086"/>
                </a:lnTo>
                <a:lnTo>
                  <a:pt x="1190401" y="71557"/>
                </a:lnTo>
                <a:lnTo>
                  <a:pt x="1190520" y="71032"/>
                </a:lnTo>
                <a:lnTo>
                  <a:pt x="1190644" y="70511"/>
                </a:lnTo>
                <a:lnTo>
                  <a:pt x="1190775" y="69995"/>
                </a:lnTo>
                <a:lnTo>
                  <a:pt x="1190913" y="69484"/>
                </a:lnTo>
                <a:lnTo>
                  <a:pt x="1191057" y="68977"/>
                </a:lnTo>
                <a:lnTo>
                  <a:pt x="1191207" y="68474"/>
                </a:lnTo>
                <a:lnTo>
                  <a:pt x="1191363" y="67977"/>
                </a:lnTo>
                <a:lnTo>
                  <a:pt x="1191524" y="67485"/>
                </a:lnTo>
                <a:lnTo>
                  <a:pt x="1191691" y="66998"/>
                </a:lnTo>
                <a:lnTo>
                  <a:pt x="1191863" y="66518"/>
                </a:lnTo>
                <a:lnTo>
                  <a:pt x="1192040" y="66043"/>
                </a:lnTo>
                <a:lnTo>
                  <a:pt x="1192222" y="65573"/>
                </a:lnTo>
                <a:lnTo>
                  <a:pt x="1192410" y="65110"/>
                </a:lnTo>
                <a:lnTo>
                  <a:pt x="1192603" y="64652"/>
                </a:lnTo>
                <a:lnTo>
                  <a:pt x="1192801" y="64199"/>
                </a:lnTo>
                <a:lnTo>
                  <a:pt x="1193004" y="63752"/>
                </a:lnTo>
                <a:lnTo>
                  <a:pt x="1193212" y="63311"/>
                </a:lnTo>
                <a:lnTo>
                  <a:pt x="1193426" y="62875"/>
                </a:lnTo>
                <a:lnTo>
                  <a:pt x="1193645" y="62445"/>
                </a:lnTo>
                <a:lnTo>
                  <a:pt x="1193870" y="62021"/>
                </a:lnTo>
                <a:lnTo>
                  <a:pt x="1194099" y="61602"/>
                </a:lnTo>
                <a:lnTo>
                  <a:pt x="1194334" y="61189"/>
                </a:lnTo>
                <a:lnTo>
                  <a:pt x="1194574" y="60782"/>
                </a:lnTo>
                <a:lnTo>
                  <a:pt x="1194819" y="60380"/>
                </a:lnTo>
                <a:lnTo>
                  <a:pt x="1195069" y="59984"/>
                </a:lnTo>
                <a:lnTo>
                  <a:pt x="1195325" y="59593"/>
                </a:lnTo>
                <a:lnTo>
                  <a:pt x="1195586" y="59208"/>
                </a:lnTo>
                <a:lnTo>
                  <a:pt x="1195852" y="58829"/>
                </a:lnTo>
                <a:lnTo>
                  <a:pt x="1196124" y="58455"/>
                </a:lnTo>
                <a:lnTo>
                  <a:pt x="1196401" y="58087"/>
                </a:lnTo>
                <a:lnTo>
                  <a:pt x="1196682" y="57725"/>
                </a:lnTo>
                <a:lnTo>
                  <a:pt x="1196968" y="57370"/>
                </a:lnTo>
                <a:lnTo>
                  <a:pt x="1197259" y="57023"/>
                </a:lnTo>
                <a:lnTo>
                  <a:pt x="1197554" y="56682"/>
                </a:lnTo>
                <a:lnTo>
                  <a:pt x="1197853" y="56349"/>
                </a:lnTo>
                <a:lnTo>
                  <a:pt x="1198157" y="56022"/>
                </a:lnTo>
                <a:lnTo>
                  <a:pt x="1198465" y="55702"/>
                </a:lnTo>
                <a:lnTo>
                  <a:pt x="1198778" y="55390"/>
                </a:lnTo>
                <a:lnTo>
                  <a:pt x="1199096" y="55084"/>
                </a:lnTo>
                <a:lnTo>
                  <a:pt x="1199418" y="54786"/>
                </a:lnTo>
                <a:lnTo>
                  <a:pt x="1199744" y="54495"/>
                </a:lnTo>
                <a:lnTo>
                  <a:pt x="1200075" y="54210"/>
                </a:lnTo>
                <a:lnTo>
                  <a:pt x="1200410" y="53933"/>
                </a:lnTo>
                <a:lnTo>
                  <a:pt x="1200750" y="53663"/>
                </a:lnTo>
                <a:lnTo>
                  <a:pt x="1201094" y="53399"/>
                </a:lnTo>
                <a:lnTo>
                  <a:pt x="1201443" y="53143"/>
                </a:lnTo>
                <a:lnTo>
                  <a:pt x="1201796" y="52894"/>
                </a:lnTo>
                <a:lnTo>
                  <a:pt x="1202154" y="52652"/>
                </a:lnTo>
                <a:lnTo>
                  <a:pt x="1202516" y="52417"/>
                </a:lnTo>
                <a:lnTo>
                  <a:pt x="1202882" y="52188"/>
                </a:lnTo>
                <a:lnTo>
                  <a:pt x="1203253" y="51967"/>
                </a:lnTo>
                <a:lnTo>
                  <a:pt x="1203629" y="51753"/>
                </a:lnTo>
                <a:lnTo>
                  <a:pt x="1204009" y="51546"/>
                </a:lnTo>
                <a:lnTo>
                  <a:pt x="1204394" y="51346"/>
                </a:lnTo>
                <a:lnTo>
                  <a:pt x="1204782" y="51154"/>
                </a:lnTo>
                <a:lnTo>
                  <a:pt x="1205174" y="50970"/>
                </a:lnTo>
                <a:lnTo>
                  <a:pt x="1205570" y="50794"/>
                </a:lnTo>
                <a:lnTo>
                  <a:pt x="1205969" y="50626"/>
                </a:lnTo>
                <a:lnTo>
                  <a:pt x="1206372" y="50466"/>
                </a:lnTo>
                <a:lnTo>
                  <a:pt x="1206778" y="50315"/>
                </a:lnTo>
                <a:lnTo>
                  <a:pt x="1207189" y="50172"/>
                </a:lnTo>
                <a:lnTo>
                  <a:pt x="1207602" y="50037"/>
                </a:lnTo>
                <a:lnTo>
                  <a:pt x="1208019" y="49910"/>
                </a:lnTo>
                <a:lnTo>
                  <a:pt x="1208440" y="49791"/>
                </a:lnTo>
                <a:lnTo>
                  <a:pt x="1208864" y="49681"/>
                </a:lnTo>
                <a:lnTo>
                  <a:pt x="1209292" y="49578"/>
                </a:lnTo>
                <a:lnTo>
                  <a:pt x="1209724" y="49484"/>
                </a:lnTo>
                <a:lnTo>
                  <a:pt x="1210159" y="49398"/>
                </a:lnTo>
                <a:lnTo>
                  <a:pt x="1210598" y="49320"/>
                </a:lnTo>
                <a:lnTo>
                  <a:pt x="1211040" y="49251"/>
                </a:lnTo>
                <a:lnTo>
                  <a:pt x="1211486" y="49190"/>
                </a:lnTo>
                <a:lnTo>
                  <a:pt x="1211935" y="49136"/>
                </a:lnTo>
                <a:lnTo>
                  <a:pt x="1212388" y="49091"/>
                </a:lnTo>
                <a:lnTo>
                  <a:pt x="1212845" y="49054"/>
                </a:lnTo>
                <a:lnTo>
                  <a:pt x="1213305" y="49026"/>
                </a:lnTo>
                <a:lnTo>
                  <a:pt x="1213769" y="49005"/>
                </a:lnTo>
                <a:lnTo>
                  <a:pt x="1214236" y="48993"/>
                </a:lnTo>
                <a:lnTo>
                  <a:pt x="1214707" y="48989"/>
                </a:lnTo>
                <a:lnTo>
                  <a:pt x="1215329" y="48995"/>
                </a:lnTo>
                <a:lnTo>
                  <a:pt x="1215942" y="49015"/>
                </a:lnTo>
                <a:lnTo>
                  <a:pt x="1216546" y="49046"/>
                </a:lnTo>
                <a:lnTo>
                  <a:pt x="1217141" y="49091"/>
                </a:lnTo>
                <a:lnTo>
                  <a:pt x="1217728" y="49148"/>
                </a:lnTo>
                <a:lnTo>
                  <a:pt x="1218305" y="49219"/>
                </a:lnTo>
                <a:lnTo>
                  <a:pt x="1218874" y="49302"/>
                </a:lnTo>
                <a:lnTo>
                  <a:pt x="1219434" y="49397"/>
                </a:lnTo>
                <a:lnTo>
                  <a:pt x="1219985" y="49506"/>
                </a:lnTo>
                <a:lnTo>
                  <a:pt x="1220527" y="49627"/>
                </a:lnTo>
                <a:lnTo>
                  <a:pt x="1221061" y="49761"/>
                </a:lnTo>
                <a:lnTo>
                  <a:pt x="1221586" y="49908"/>
                </a:lnTo>
                <a:lnTo>
                  <a:pt x="1222102" y="50067"/>
                </a:lnTo>
                <a:lnTo>
                  <a:pt x="1222609" y="50239"/>
                </a:lnTo>
                <a:lnTo>
                  <a:pt x="1223107" y="50424"/>
                </a:lnTo>
                <a:lnTo>
                  <a:pt x="1223596" y="50622"/>
                </a:lnTo>
                <a:lnTo>
                  <a:pt x="1224077" y="50832"/>
                </a:lnTo>
                <a:lnTo>
                  <a:pt x="1224549" y="51056"/>
                </a:lnTo>
                <a:lnTo>
                  <a:pt x="1225011" y="51292"/>
                </a:lnTo>
                <a:lnTo>
                  <a:pt x="1225466" y="51541"/>
                </a:lnTo>
                <a:lnTo>
                  <a:pt x="1225911" y="51802"/>
                </a:lnTo>
                <a:lnTo>
                  <a:pt x="1226347" y="52076"/>
                </a:lnTo>
                <a:lnTo>
                  <a:pt x="1226775" y="52363"/>
                </a:lnTo>
                <a:lnTo>
                  <a:pt x="1227194" y="52663"/>
                </a:lnTo>
                <a:lnTo>
                  <a:pt x="1227604" y="52973"/>
                </a:lnTo>
                <a:lnTo>
                  <a:pt x="1228006" y="53290"/>
                </a:lnTo>
                <a:lnTo>
                  <a:pt x="1228399" y="53615"/>
                </a:lnTo>
                <a:lnTo>
                  <a:pt x="1228784" y="53947"/>
                </a:lnTo>
                <a:lnTo>
                  <a:pt x="1229160" y="54287"/>
                </a:lnTo>
                <a:lnTo>
                  <a:pt x="1229528" y="54635"/>
                </a:lnTo>
                <a:lnTo>
                  <a:pt x="1229888" y="54990"/>
                </a:lnTo>
                <a:lnTo>
                  <a:pt x="1230239" y="55352"/>
                </a:lnTo>
                <a:lnTo>
                  <a:pt x="1230581" y="55722"/>
                </a:lnTo>
                <a:lnTo>
                  <a:pt x="1230915" y="56100"/>
                </a:lnTo>
                <a:lnTo>
                  <a:pt x="1231241" y="56485"/>
                </a:lnTo>
                <a:lnTo>
                  <a:pt x="1231558" y="56877"/>
                </a:lnTo>
                <a:lnTo>
                  <a:pt x="1231867" y="57277"/>
                </a:lnTo>
                <a:lnTo>
                  <a:pt x="1232168" y="57685"/>
                </a:lnTo>
                <a:lnTo>
                  <a:pt x="1232460" y="58100"/>
                </a:lnTo>
                <a:lnTo>
                  <a:pt x="1232743" y="58523"/>
                </a:lnTo>
                <a:lnTo>
                  <a:pt x="1233018" y="58953"/>
                </a:lnTo>
                <a:lnTo>
                  <a:pt x="1233285" y="59391"/>
                </a:lnTo>
                <a:lnTo>
                  <a:pt x="1233543" y="59836"/>
                </a:lnTo>
                <a:lnTo>
                  <a:pt x="1233793" y="60289"/>
                </a:lnTo>
                <a:lnTo>
                  <a:pt x="1234034" y="60749"/>
                </a:lnTo>
                <a:lnTo>
                  <a:pt x="1234267" y="61217"/>
                </a:lnTo>
                <a:lnTo>
                  <a:pt x="1234492" y="61693"/>
                </a:lnTo>
                <a:lnTo>
                  <a:pt x="1234708" y="62176"/>
                </a:lnTo>
                <a:lnTo>
                  <a:pt x="1234915" y="62664"/>
                </a:lnTo>
                <a:lnTo>
                  <a:pt x="1235115" y="63155"/>
                </a:lnTo>
                <a:lnTo>
                  <a:pt x="1235306" y="63649"/>
                </a:lnTo>
                <a:lnTo>
                  <a:pt x="1235488" y="64146"/>
                </a:lnTo>
                <a:lnTo>
                  <a:pt x="1235663" y="64646"/>
                </a:lnTo>
                <a:lnTo>
                  <a:pt x="1235829" y="65149"/>
                </a:lnTo>
                <a:lnTo>
                  <a:pt x="1235987" y="65654"/>
                </a:lnTo>
                <a:lnTo>
                  <a:pt x="1236136" y="66163"/>
                </a:lnTo>
                <a:lnTo>
                  <a:pt x="1236277" y="66675"/>
                </a:lnTo>
                <a:lnTo>
                  <a:pt x="1236410" y="67189"/>
                </a:lnTo>
                <a:lnTo>
                  <a:pt x="1236535" y="67707"/>
                </a:lnTo>
                <a:lnTo>
                  <a:pt x="1236651" y="68227"/>
                </a:lnTo>
                <a:lnTo>
                  <a:pt x="1236759" y="68751"/>
                </a:lnTo>
                <a:lnTo>
                  <a:pt x="1236858" y="69277"/>
                </a:lnTo>
                <a:lnTo>
                  <a:pt x="1236949" y="69806"/>
                </a:lnTo>
                <a:lnTo>
                  <a:pt x="1237032" y="70338"/>
                </a:lnTo>
                <a:lnTo>
                  <a:pt x="1237107" y="70873"/>
                </a:lnTo>
                <a:lnTo>
                  <a:pt x="1237173" y="71411"/>
                </a:lnTo>
                <a:lnTo>
                  <a:pt x="1237231" y="71952"/>
                </a:lnTo>
                <a:lnTo>
                  <a:pt x="1237281" y="72496"/>
                </a:lnTo>
                <a:lnTo>
                  <a:pt x="1237322" y="73043"/>
                </a:lnTo>
                <a:lnTo>
                  <a:pt x="1237355" y="73593"/>
                </a:lnTo>
                <a:lnTo>
                  <a:pt x="1237380" y="74146"/>
                </a:lnTo>
                <a:lnTo>
                  <a:pt x="1237397" y="74701"/>
                </a:lnTo>
                <a:lnTo>
                  <a:pt x="1237397" y="75657"/>
                </a:lnTo>
                <a:lnTo>
                  <a:pt x="1189716" y="75657"/>
                </a:lnTo>
                <a:lnTo>
                  <a:pt x="1189752" y="75357"/>
                </a:lnTo>
                <a:lnTo>
                  <a:pt x="1189826" y="74800"/>
                </a:lnTo>
                <a:lnTo>
                  <a:pt x="1189906" y="74248"/>
                </a:lnTo>
                <a:lnTo>
                  <a:pt x="1189992" y="73701"/>
                </a:lnTo>
                <a:close/>
                <a:moveTo>
                  <a:pt x="1567134" y="119335"/>
                </a:moveTo>
                <a:lnTo>
                  <a:pt x="1567170" y="119521"/>
                </a:lnTo>
                <a:lnTo>
                  <a:pt x="1567212" y="119706"/>
                </a:lnTo>
                <a:lnTo>
                  <a:pt x="1567260" y="119888"/>
                </a:lnTo>
                <a:lnTo>
                  <a:pt x="1567314" y="120067"/>
                </a:lnTo>
                <a:lnTo>
                  <a:pt x="1567373" y="120244"/>
                </a:lnTo>
                <a:lnTo>
                  <a:pt x="1567438" y="120419"/>
                </a:lnTo>
                <a:lnTo>
                  <a:pt x="1567508" y="120591"/>
                </a:lnTo>
                <a:lnTo>
                  <a:pt x="1567584" y="120761"/>
                </a:lnTo>
                <a:lnTo>
                  <a:pt x="1567665" y="120928"/>
                </a:lnTo>
                <a:lnTo>
                  <a:pt x="1567753" y="121093"/>
                </a:lnTo>
                <a:lnTo>
                  <a:pt x="1567846" y="121256"/>
                </a:lnTo>
                <a:lnTo>
                  <a:pt x="1567944" y="121416"/>
                </a:lnTo>
                <a:lnTo>
                  <a:pt x="1568048" y="121573"/>
                </a:lnTo>
                <a:lnTo>
                  <a:pt x="1568158" y="121729"/>
                </a:lnTo>
                <a:lnTo>
                  <a:pt x="1568273" y="121881"/>
                </a:lnTo>
                <a:lnTo>
                  <a:pt x="1568394" y="122032"/>
                </a:lnTo>
                <a:lnTo>
                  <a:pt x="1568521" y="122180"/>
                </a:lnTo>
                <a:lnTo>
                  <a:pt x="1568653" y="122325"/>
                </a:lnTo>
                <a:lnTo>
                  <a:pt x="1568790" y="122466"/>
                </a:lnTo>
                <a:lnTo>
                  <a:pt x="1568931" y="122602"/>
                </a:lnTo>
                <a:lnTo>
                  <a:pt x="1569077" y="122731"/>
                </a:lnTo>
                <a:lnTo>
                  <a:pt x="1569226" y="122854"/>
                </a:lnTo>
                <a:lnTo>
                  <a:pt x="1569380" y="122971"/>
                </a:lnTo>
                <a:lnTo>
                  <a:pt x="1569537" y="123083"/>
                </a:lnTo>
                <a:lnTo>
                  <a:pt x="1569699" y="123188"/>
                </a:lnTo>
                <a:lnTo>
                  <a:pt x="1569865" y="123287"/>
                </a:lnTo>
                <a:lnTo>
                  <a:pt x="1570034" y="123380"/>
                </a:lnTo>
                <a:lnTo>
                  <a:pt x="1570208" y="123467"/>
                </a:lnTo>
                <a:lnTo>
                  <a:pt x="1570386" y="123548"/>
                </a:lnTo>
                <a:lnTo>
                  <a:pt x="1570568" y="123624"/>
                </a:lnTo>
                <a:lnTo>
                  <a:pt x="1570755" y="123693"/>
                </a:lnTo>
                <a:lnTo>
                  <a:pt x="1570945" y="123756"/>
                </a:lnTo>
                <a:lnTo>
                  <a:pt x="1571139" y="123813"/>
                </a:lnTo>
                <a:lnTo>
                  <a:pt x="1571338" y="123864"/>
                </a:lnTo>
                <a:lnTo>
                  <a:pt x="1571540" y="123909"/>
                </a:lnTo>
                <a:lnTo>
                  <a:pt x="1571747" y="123948"/>
                </a:lnTo>
                <a:lnTo>
                  <a:pt x="1571958" y="123981"/>
                </a:lnTo>
                <a:lnTo>
                  <a:pt x="1572173" y="124008"/>
                </a:lnTo>
                <a:lnTo>
                  <a:pt x="1572392" y="124029"/>
                </a:lnTo>
                <a:lnTo>
                  <a:pt x="1572615" y="124044"/>
                </a:lnTo>
                <a:lnTo>
                  <a:pt x="1572842" y="124053"/>
                </a:lnTo>
                <a:lnTo>
                  <a:pt x="1573073" y="124056"/>
                </a:lnTo>
                <a:lnTo>
                  <a:pt x="1573310" y="124053"/>
                </a:lnTo>
                <a:lnTo>
                  <a:pt x="1573543" y="124044"/>
                </a:lnTo>
                <a:lnTo>
                  <a:pt x="1573772" y="124029"/>
                </a:lnTo>
                <a:lnTo>
                  <a:pt x="1573996" y="124008"/>
                </a:lnTo>
                <a:lnTo>
                  <a:pt x="1574216" y="123981"/>
                </a:lnTo>
                <a:lnTo>
                  <a:pt x="1574431" y="123948"/>
                </a:lnTo>
                <a:lnTo>
                  <a:pt x="1574643" y="123909"/>
                </a:lnTo>
                <a:lnTo>
                  <a:pt x="1574849" y="123864"/>
                </a:lnTo>
                <a:lnTo>
                  <a:pt x="1575052" y="123813"/>
                </a:lnTo>
                <a:lnTo>
                  <a:pt x="1575250" y="123756"/>
                </a:lnTo>
                <a:lnTo>
                  <a:pt x="1575444" y="123693"/>
                </a:lnTo>
                <a:lnTo>
                  <a:pt x="1575633" y="123624"/>
                </a:lnTo>
                <a:lnTo>
                  <a:pt x="1575818" y="123548"/>
                </a:lnTo>
                <a:lnTo>
                  <a:pt x="1575999" y="123467"/>
                </a:lnTo>
                <a:lnTo>
                  <a:pt x="1576175" y="123380"/>
                </a:lnTo>
                <a:lnTo>
                  <a:pt x="1576347" y="123287"/>
                </a:lnTo>
                <a:lnTo>
                  <a:pt x="1576515" y="123188"/>
                </a:lnTo>
                <a:lnTo>
                  <a:pt x="1576678" y="123083"/>
                </a:lnTo>
                <a:lnTo>
                  <a:pt x="1576837" y="122971"/>
                </a:lnTo>
                <a:lnTo>
                  <a:pt x="1576992" y="122854"/>
                </a:lnTo>
                <a:lnTo>
                  <a:pt x="1577142" y="122731"/>
                </a:lnTo>
                <a:lnTo>
                  <a:pt x="1577288" y="122602"/>
                </a:lnTo>
                <a:lnTo>
                  <a:pt x="1577430" y="122466"/>
                </a:lnTo>
                <a:lnTo>
                  <a:pt x="1577567" y="122325"/>
                </a:lnTo>
                <a:lnTo>
                  <a:pt x="1577699" y="122180"/>
                </a:lnTo>
                <a:lnTo>
                  <a:pt x="1577826" y="122032"/>
                </a:lnTo>
                <a:lnTo>
                  <a:pt x="1577947" y="121881"/>
                </a:lnTo>
                <a:lnTo>
                  <a:pt x="1578062" y="121729"/>
                </a:lnTo>
                <a:lnTo>
                  <a:pt x="1578172" y="121573"/>
                </a:lnTo>
                <a:lnTo>
                  <a:pt x="1578276" y="121416"/>
                </a:lnTo>
                <a:lnTo>
                  <a:pt x="1578374" y="121256"/>
                </a:lnTo>
                <a:lnTo>
                  <a:pt x="1578467" y="121093"/>
                </a:lnTo>
                <a:lnTo>
                  <a:pt x="1578555" y="120928"/>
                </a:lnTo>
                <a:lnTo>
                  <a:pt x="1578636" y="120761"/>
                </a:lnTo>
                <a:lnTo>
                  <a:pt x="1578712" y="120591"/>
                </a:lnTo>
                <a:lnTo>
                  <a:pt x="1578782" y="120419"/>
                </a:lnTo>
                <a:lnTo>
                  <a:pt x="1578847" y="120244"/>
                </a:lnTo>
                <a:lnTo>
                  <a:pt x="1578906" y="120067"/>
                </a:lnTo>
                <a:lnTo>
                  <a:pt x="1578960" y="119888"/>
                </a:lnTo>
                <a:lnTo>
                  <a:pt x="1579008" y="119706"/>
                </a:lnTo>
                <a:lnTo>
                  <a:pt x="1579050" y="119521"/>
                </a:lnTo>
                <a:lnTo>
                  <a:pt x="1579086" y="119335"/>
                </a:lnTo>
                <a:lnTo>
                  <a:pt x="1579117" y="119145"/>
                </a:lnTo>
                <a:lnTo>
                  <a:pt x="1579143" y="118954"/>
                </a:lnTo>
                <a:lnTo>
                  <a:pt x="1579162" y="118760"/>
                </a:lnTo>
                <a:lnTo>
                  <a:pt x="1579176" y="118563"/>
                </a:lnTo>
                <a:lnTo>
                  <a:pt x="1579185" y="118364"/>
                </a:lnTo>
                <a:lnTo>
                  <a:pt x="1579188" y="118163"/>
                </a:lnTo>
                <a:lnTo>
                  <a:pt x="1579185" y="117955"/>
                </a:lnTo>
                <a:lnTo>
                  <a:pt x="1579176" y="117751"/>
                </a:lnTo>
                <a:lnTo>
                  <a:pt x="1579162" y="117548"/>
                </a:lnTo>
                <a:lnTo>
                  <a:pt x="1579143" y="117348"/>
                </a:lnTo>
                <a:lnTo>
                  <a:pt x="1579117" y="117151"/>
                </a:lnTo>
                <a:lnTo>
                  <a:pt x="1579086" y="116957"/>
                </a:lnTo>
                <a:lnTo>
                  <a:pt x="1579050" y="116765"/>
                </a:lnTo>
                <a:lnTo>
                  <a:pt x="1579008" y="116575"/>
                </a:lnTo>
                <a:lnTo>
                  <a:pt x="1578960" y="116388"/>
                </a:lnTo>
                <a:lnTo>
                  <a:pt x="1578906" y="116204"/>
                </a:lnTo>
                <a:lnTo>
                  <a:pt x="1578847" y="116022"/>
                </a:lnTo>
                <a:lnTo>
                  <a:pt x="1578782" y="115842"/>
                </a:lnTo>
                <a:lnTo>
                  <a:pt x="1578712" y="115666"/>
                </a:lnTo>
                <a:lnTo>
                  <a:pt x="1578636" y="115491"/>
                </a:lnTo>
                <a:lnTo>
                  <a:pt x="1578555" y="115320"/>
                </a:lnTo>
                <a:lnTo>
                  <a:pt x="1578467" y="115151"/>
                </a:lnTo>
                <a:lnTo>
                  <a:pt x="1578374" y="114984"/>
                </a:lnTo>
                <a:lnTo>
                  <a:pt x="1578276" y="114820"/>
                </a:lnTo>
                <a:lnTo>
                  <a:pt x="1578172" y="114659"/>
                </a:lnTo>
                <a:lnTo>
                  <a:pt x="1578062" y="114500"/>
                </a:lnTo>
                <a:lnTo>
                  <a:pt x="1577947" y="114344"/>
                </a:lnTo>
                <a:lnTo>
                  <a:pt x="1577826" y="114190"/>
                </a:lnTo>
                <a:lnTo>
                  <a:pt x="1577699" y="114039"/>
                </a:lnTo>
                <a:lnTo>
                  <a:pt x="1577567" y="113890"/>
                </a:lnTo>
                <a:lnTo>
                  <a:pt x="1577430" y="113746"/>
                </a:lnTo>
                <a:lnTo>
                  <a:pt x="1577288" y="113608"/>
                </a:lnTo>
                <a:lnTo>
                  <a:pt x="1577142" y="113476"/>
                </a:lnTo>
                <a:lnTo>
                  <a:pt x="1576992" y="113350"/>
                </a:lnTo>
                <a:lnTo>
                  <a:pt x="1576837" y="113230"/>
                </a:lnTo>
                <a:lnTo>
                  <a:pt x="1576678" y="113117"/>
                </a:lnTo>
                <a:lnTo>
                  <a:pt x="1576515" y="113009"/>
                </a:lnTo>
                <a:lnTo>
                  <a:pt x="1576347" y="112908"/>
                </a:lnTo>
                <a:lnTo>
                  <a:pt x="1576175" y="112813"/>
                </a:lnTo>
                <a:lnTo>
                  <a:pt x="1575999" y="112724"/>
                </a:lnTo>
                <a:lnTo>
                  <a:pt x="1575818" y="112641"/>
                </a:lnTo>
                <a:lnTo>
                  <a:pt x="1575633" y="112564"/>
                </a:lnTo>
                <a:lnTo>
                  <a:pt x="1575444" y="112494"/>
                </a:lnTo>
                <a:lnTo>
                  <a:pt x="1575250" y="112429"/>
                </a:lnTo>
                <a:lnTo>
                  <a:pt x="1575052" y="112371"/>
                </a:lnTo>
                <a:lnTo>
                  <a:pt x="1574849" y="112319"/>
                </a:lnTo>
                <a:lnTo>
                  <a:pt x="1574643" y="112273"/>
                </a:lnTo>
                <a:lnTo>
                  <a:pt x="1574431" y="112233"/>
                </a:lnTo>
                <a:lnTo>
                  <a:pt x="1574216" y="112199"/>
                </a:lnTo>
                <a:lnTo>
                  <a:pt x="1573996" y="112171"/>
                </a:lnTo>
                <a:lnTo>
                  <a:pt x="1573772" y="112150"/>
                </a:lnTo>
                <a:lnTo>
                  <a:pt x="1573543" y="112134"/>
                </a:lnTo>
                <a:lnTo>
                  <a:pt x="1573310" y="112125"/>
                </a:lnTo>
                <a:lnTo>
                  <a:pt x="1573073" y="112122"/>
                </a:lnTo>
                <a:lnTo>
                  <a:pt x="1572842" y="112125"/>
                </a:lnTo>
                <a:lnTo>
                  <a:pt x="1572615" y="112134"/>
                </a:lnTo>
                <a:lnTo>
                  <a:pt x="1572392" y="112150"/>
                </a:lnTo>
                <a:lnTo>
                  <a:pt x="1572173" y="112171"/>
                </a:lnTo>
                <a:lnTo>
                  <a:pt x="1571958" y="112199"/>
                </a:lnTo>
                <a:lnTo>
                  <a:pt x="1571747" y="112233"/>
                </a:lnTo>
                <a:lnTo>
                  <a:pt x="1571540" y="112273"/>
                </a:lnTo>
                <a:lnTo>
                  <a:pt x="1571338" y="112319"/>
                </a:lnTo>
                <a:lnTo>
                  <a:pt x="1571139" y="112371"/>
                </a:lnTo>
                <a:lnTo>
                  <a:pt x="1570945" y="112429"/>
                </a:lnTo>
                <a:lnTo>
                  <a:pt x="1570755" y="112494"/>
                </a:lnTo>
                <a:lnTo>
                  <a:pt x="1570568" y="112564"/>
                </a:lnTo>
                <a:lnTo>
                  <a:pt x="1570386" y="112641"/>
                </a:lnTo>
                <a:lnTo>
                  <a:pt x="1570208" y="112724"/>
                </a:lnTo>
                <a:lnTo>
                  <a:pt x="1570034" y="112813"/>
                </a:lnTo>
                <a:lnTo>
                  <a:pt x="1569865" y="112908"/>
                </a:lnTo>
                <a:lnTo>
                  <a:pt x="1569699" y="113009"/>
                </a:lnTo>
                <a:lnTo>
                  <a:pt x="1569537" y="113117"/>
                </a:lnTo>
                <a:lnTo>
                  <a:pt x="1569380" y="113230"/>
                </a:lnTo>
                <a:lnTo>
                  <a:pt x="1569226" y="113350"/>
                </a:lnTo>
                <a:lnTo>
                  <a:pt x="1569077" y="113476"/>
                </a:lnTo>
                <a:lnTo>
                  <a:pt x="1568931" y="113608"/>
                </a:lnTo>
                <a:lnTo>
                  <a:pt x="1568790" y="113746"/>
                </a:lnTo>
                <a:lnTo>
                  <a:pt x="1568653" y="113890"/>
                </a:lnTo>
                <a:lnTo>
                  <a:pt x="1568521" y="114039"/>
                </a:lnTo>
                <a:lnTo>
                  <a:pt x="1568394" y="114190"/>
                </a:lnTo>
                <a:lnTo>
                  <a:pt x="1568273" y="114344"/>
                </a:lnTo>
                <a:lnTo>
                  <a:pt x="1568158" y="114500"/>
                </a:lnTo>
                <a:lnTo>
                  <a:pt x="1568048" y="114659"/>
                </a:lnTo>
                <a:lnTo>
                  <a:pt x="1567944" y="114820"/>
                </a:lnTo>
                <a:lnTo>
                  <a:pt x="1567846" y="114984"/>
                </a:lnTo>
                <a:lnTo>
                  <a:pt x="1567753" y="115151"/>
                </a:lnTo>
                <a:lnTo>
                  <a:pt x="1567665" y="115320"/>
                </a:lnTo>
                <a:lnTo>
                  <a:pt x="1567584" y="115491"/>
                </a:lnTo>
                <a:lnTo>
                  <a:pt x="1567508" y="115666"/>
                </a:lnTo>
                <a:lnTo>
                  <a:pt x="1567438" y="115842"/>
                </a:lnTo>
                <a:lnTo>
                  <a:pt x="1567373" y="116022"/>
                </a:lnTo>
                <a:lnTo>
                  <a:pt x="1567314" y="116204"/>
                </a:lnTo>
                <a:lnTo>
                  <a:pt x="1567260" y="116388"/>
                </a:lnTo>
                <a:lnTo>
                  <a:pt x="1567212" y="116575"/>
                </a:lnTo>
                <a:lnTo>
                  <a:pt x="1567170" y="116765"/>
                </a:lnTo>
                <a:lnTo>
                  <a:pt x="1567134" y="116957"/>
                </a:lnTo>
                <a:lnTo>
                  <a:pt x="1567103" y="117151"/>
                </a:lnTo>
                <a:lnTo>
                  <a:pt x="1567077" y="117348"/>
                </a:lnTo>
                <a:lnTo>
                  <a:pt x="1567058" y="117548"/>
                </a:lnTo>
                <a:lnTo>
                  <a:pt x="1567044" y="117751"/>
                </a:lnTo>
                <a:lnTo>
                  <a:pt x="1567035" y="117955"/>
                </a:lnTo>
                <a:lnTo>
                  <a:pt x="1567032" y="118163"/>
                </a:lnTo>
                <a:lnTo>
                  <a:pt x="1567035" y="118364"/>
                </a:lnTo>
                <a:lnTo>
                  <a:pt x="1567044" y="118563"/>
                </a:lnTo>
                <a:lnTo>
                  <a:pt x="1567058" y="118760"/>
                </a:lnTo>
                <a:lnTo>
                  <a:pt x="1567077" y="118954"/>
                </a:lnTo>
                <a:lnTo>
                  <a:pt x="1567103" y="119145"/>
                </a:lnTo>
                <a:lnTo>
                  <a:pt x="1567134" y="1193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5A846-B669-493D-989A-0659FEC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592" y="6081529"/>
            <a:ext cx="1891538" cy="817722"/>
          </a:xfrm>
          <a:custGeom xmlns:a="http://schemas.openxmlformats.org/drawingml/2006/main">
            <a:pathLst>
              <a:path w="1891538" h="817722">
                <a:moveTo>
                  <a:pt x="0" y="136289"/>
                </a:moveTo>
                <a:cubicBezTo>
                  <a:pt x="0" y="61009"/>
                  <a:pt x="61035" y="0"/>
                  <a:pt x="136309" y="0"/>
                </a:cubicBezTo>
                <a:lnTo>
                  <a:pt x="1755249" y="0"/>
                </a:lnTo>
                <a:cubicBezTo>
                  <a:pt x="1791393" y="0"/>
                  <a:pt x="1826065" y="14371"/>
                  <a:pt x="1851629" y="39909"/>
                </a:cubicBezTo>
                <a:cubicBezTo>
                  <a:pt x="1877194" y="65473"/>
                  <a:pt x="1891538" y="100145"/>
                  <a:pt x="1891538" y="136289"/>
                </a:cubicBezTo>
                <a:lnTo>
                  <a:pt x="1891538" y="681439"/>
                </a:lnTo>
                <a:cubicBezTo>
                  <a:pt x="1891538" y="756686"/>
                  <a:pt x="1830522" y="817722"/>
                  <a:pt x="1755249" y="817722"/>
                </a:cubicBezTo>
                <a:lnTo>
                  <a:pt x="136309" y="817722"/>
                </a:lnTo>
                <a:cubicBezTo>
                  <a:pt x="61035" y="817722"/>
                  <a:pt x="0" y="756686"/>
                  <a:pt x="0" y="681439"/>
                </a:cubicBezTo>
                <a:lnTo>
                  <a:pt x="0" y="136289"/>
                </a:lnTo>
                <a:close/>
                <a:moveTo>
                  <a:pt x="0" y="136289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51AD1-05C5-4972-BC52-83BCC0F1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592" y="6081529"/>
            <a:ext cx="1891538" cy="817722"/>
          </a:xfrm>
          <a:custGeom xmlns:a="http://schemas.openxmlformats.org/drawingml/2006/main">
            <a:pathLst>
              <a:path w="1891538" h="817722" fill="none">
                <a:moveTo>
                  <a:pt x="0" y="136289"/>
                </a:moveTo>
                <a:cubicBezTo>
                  <a:pt x="0" y="61009"/>
                  <a:pt x="61035" y="0"/>
                  <a:pt x="136309" y="0"/>
                </a:cubicBezTo>
                <a:lnTo>
                  <a:pt x="1755249" y="0"/>
                </a:lnTo>
                <a:cubicBezTo>
                  <a:pt x="1791393" y="0"/>
                  <a:pt x="1826065" y="14371"/>
                  <a:pt x="1851629" y="39909"/>
                </a:cubicBezTo>
                <a:cubicBezTo>
                  <a:pt x="1877194" y="65473"/>
                  <a:pt x="1891538" y="100145"/>
                  <a:pt x="1891538" y="136289"/>
                </a:cubicBezTo>
                <a:lnTo>
                  <a:pt x="1891538" y="681439"/>
                </a:lnTo>
                <a:cubicBezTo>
                  <a:pt x="1891538" y="756686"/>
                  <a:pt x="1830522" y="817722"/>
                  <a:pt x="1755249" y="817722"/>
                </a:cubicBezTo>
                <a:lnTo>
                  <a:pt x="136309" y="817722"/>
                </a:lnTo>
                <a:cubicBezTo>
                  <a:pt x="61035" y="817722"/>
                  <a:pt x="0" y="756686"/>
                  <a:pt x="0" y="681439"/>
                </a:cubicBezTo>
                <a:lnTo>
                  <a:pt x="0" y="136289"/>
                </a:lnTo>
                <a:close/>
                <a:moveTo>
                  <a:pt x="0" y="136289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56" name="Text Absolutely,hereitis:">
            <a:extLst xmlns:a="http://schemas.openxmlformats.org/drawingml/2006/main">
              <a:ext uri="{FF2B5EF4-FFF2-40B4-BE49-F238E27FC236}">
                <a16:creationId xmlns:a16="http://schemas.microsoft.com/office/drawing/2014/main" id="{B4089A9C-3D3A-403B-9544-26B138C4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25" y="6264553"/>
            <a:ext cx="1359290" cy="144610"/>
          </a:xfrm>
          <a:custGeom xmlns:a="http://schemas.openxmlformats.org/drawingml/2006/main">
            <a:pathLst>
              <a:path w="1359290" h="144610">
                <a:moveTo>
                  <a:pt x="14513" y="113154"/>
                </a:moveTo>
                <a:lnTo>
                  <a:pt x="24733" y="85012"/>
                </a:lnTo>
                <a:lnTo>
                  <a:pt x="69540" y="85012"/>
                </a:lnTo>
                <a:lnTo>
                  <a:pt x="79782" y="113154"/>
                </a:lnTo>
                <a:lnTo>
                  <a:pt x="94368" y="113154"/>
                </a:lnTo>
                <a:lnTo>
                  <a:pt x="53335" y="5893"/>
                </a:lnTo>
                <a:lnTo>
                  <a:pt x="50241" y="5893"/>
                </a:lnTo>
                <a:lnTo>
                  <a:pt x="43980" y="5893"/>
                </a:lnTo>
                <a:lnTo>
                  <a:pt x="40886" y="5893"/>
                </a:lnTo>
                <a:lnTo>
                  <a:pt x="0" y="113154"/>
                </a:lnTo>
                <a:lnTo>
                  <a:pt x="14513" y="113154"/>
                </a:lnTo>
                <a:close/>
                <a:moveTo>
                  <a:pt x="65304" y="73373"/>
                </a:moveTo>
                <a:lnTo>
                  <a:pt x="28960" y="73373"/>
                </a:lnTo>
                <a:lnTo>
                  <a:pt x="47113" y="23391"/>
                </a:lnTo>
                <a:lnTo>
                  <a:pt x="65304" y="73373"/>
                </a:lnTo>
                <a:close/>
                <a:moveTo>
                  <a:pt x="466229" y="43906"/>
                </a:moveTo>
                <a:lnTo>
                  <a:pt x="480815" y="43906"/>
                </a:lnTo>
                <a:lnTo>
                  <a:pt x="480815" y="93321"/>
                </a:lnTo>
                <a:lnTo>
                  <a:pt x="480819" y="93979"/>
                </a:lnTo>
                <a:lnTo>
                  <a:pt x="480832" y="94625"/>
                </a:lnTo>
                <a:lnTo>
                  <a:pt x="480853" y="95260"/>
                </a:lnTo>
                <a:lnTo>
                  <a:pt x="480883" y="95884"/>
                </a:lnTo>
                <a:lnTo>
                  <a:pt x="480922" y="96496"/>
                </a:lnTo>
                <a:lnTo>
                  <a:pt x="480969" y="97097"/>
                </a:lnTo>
                <a:lnTo>
                  <a:pt x="481025" y="97687"/>
                </a:lnTo>
                <a:lnTo>
                  <a:pt x="481089" y="98265"/>
                </a:lnTo>
                <a:lnTo>
                  <a:pt x="481162" y="98832"/>
                </a:lnTo>
                <a:lnTo>
                  <a:pt x="481243" y="99387"/>
                </a:lnTo>
                <a:lnTo>
                  <a:pt x="481333" y="99931"/>
                </a:lnTo>
                <a:lnTo>
                  <a:pt x="481432" y="100464"/>
                </a:lnTo>
                <a:lnTo>
                  <a:pt x="481539" y="100985"/>
                </a:lnTo>
                <a:lnTo>
                  <a:pt x="481654" y="101495"/>
                </a:lnTo>
                <a:lnTo>
                  <a:pt x="481779" y="101993"/>
                </a:lnTo>
                <a:lnTo>
                  <a:pt x="481912" y="102480"/>
                </a:lnTo>
                <a:lnTo>
                  <a:pt x="482053" y="102956"/>
                </a:lnTo>
                <a:lnTo>
                  <a:pt x="482203" y="103420"/>
                </a:lnTo>
                <a:lnTo>
                  <a:pt x="482361" y="103873"/>
                </a:lnTo>
                <a:lnTo>
                  <a:pt x="482529" y="104314"/>
                </a:lnTo>
                <a:lnTo>
                  <a:pt x="482704" y="104744"/>
                </a:lnTo>
                <a:lnTo>
                  <a:pt x="482888" y="105163"/>
                </a:lnTo>
                <a:lnTo>
                  <a:pt x="483081" y="105570"/>
                </a:lnTo>
                <a:lnTo>
                  <a:pt x="483283" y="105966"/>
                </a:lnTo>
                <a:lnTo>
                  <a:pt x="483491" y="106352"/>
                </a:lnTo>
                <a:lnTo>
                  <a:pt x="483706" y="106728"/>
                </a:lnTo>
                <a:lnTo>
                  <a:pt x="483927" y="107094"/>
                </a:lnTo>
                <a:lnTo>
                  <a:pt x="484153" y="107452"/>
                </a:lnTo>
                <a:lnTo>
                  <a:pt x="484386" y="107800"/>
                </a:lnTo>
                <a:lnTo>
                  <a:pt x="484625" y="108138"/>
                </a:lnTo>
                <a:lnTo>
                  <a:pt x="484869" y="108468"/>
                </a:lnTo>
                <a:lnTo>
                  <a:pt x="485120" y="108788"/>
                </a:lnTo>
                <a:lnTo>
                  <a:pt x="485377" y="109098"/>
                </a:lnTo>
                <a:lnTo>
                  <a:pt x="485640" y="109400"/>
                </a:lnTo>
                <a:lnTo>
                  <a:pt x="485908" y="109692"/>
                </a:lnTo>
                <a:lnTo>
                  <a:pt x="486183" y="109974"/>
                </a:lnTo>
                <a:lnTo>
                  <a:pt x="486464" y="110248"/>
                </a:lnTo>
                <a:lnTo>
                  <a:pt x="486751" y="110512"/>
                </a:lnTo>
                <a:lnTo>
                  <a:pt x="487044" y="110766"/>
                </a:lnTo>
                <a:lnTo>
                  <a:pt x="487343" y="111012"/>
                </a:lnTo>
                <a:lnTo>
                  <a:pt x="487647" y="111248"/>
                </a:lnTo>
                <a:lnTo>
                  <a:pt x="487958" y="111474"/>
                </a:lnTo>
                <a:lnTo>
                  <a:pt x="488275" y="111691"/>
                </a:lnTo>
                <a:lnTo>
                  <a:pt x="488598" y="111899"/>
                </a:lnTo>
                <a:lnTo>
                  <a:pt x="488927" y="112098"/>
                </a:lnTo>
                <a:lnTo>
                  <a:pt x="489262" y="112287"/>
                </a:lnTo>
                <a:lnTo>
                  <a:pt x="489603" y="112467"/>
                </a:lnTo>
                <a:lnTo>
                  <a:pt x="489950" y="112638"/>
                </a:lnTo>
                <a:lnTo>
                  <a:pt x="490301" y="112800"/>
                </a:lnTo>
                <a:lnTo>
                  <a:pt x="490655" y="112956"/>
                </a:lnTo>
                <a:lnTo>
                  <a:pt x="491012" y="113104"/>
                </a:lnTo>
                <a:lnTo>
                  <a:pt x="491372" y="113246"/>
                </a:lnTo>
                <a:lnTo>
                  <a:pt x="491734" y="113380"/>
                </a:lnTo>
                <a:lnTo>
                  <a:pt x="492100" y="113508"/>
                </a:lnTo>
                <a:lnTo>
                  <a:pt x="492468" y="113629"/>
                </a:lnTo>
                <a:lnTo>
                  <a:pt x="492839" y="113743"/>
                </a:lnTo>
                <a:lnTo>
                  <a:pt x="493213" y="113850"/>
                </a:lnTo>
                <a:lnTo>
                  <a:pt x="493589" y="113950"/>
                </a:lnTo>
                <a:lnTo>
                  <a:pt x="493969" y="114043"/>
                </a:lnTo>
                <a:lnTo>
                  <a:pt x="494351" y="114130"/>
                </a:lnTo>
                <a:lnTo>
                  <a:pt x="494736" y="114209"/>
                </a:lnTo>
                <a:lnTo>
                  <a:pt x="495124" y="114282"/>
                </a:lnTo>
                <a:lnTo>
                  <a:pt x="495515" y="114347"/>
                </a:lnTo>
                <a:lnTo>
                  <a:pt x="495908" y="114406"/>
                </a:lnTo>
                <a:lnTo>
                  <a:pt x="496305" y="114458"/>
                </a:lnTo>
                <a:lnTo>
                  <a:pt x="496704" y="114503"/>
                </a:lnTo>
                <a:lnTo>
                  <a:pt x="497106" y="114541"/>
                </a:lnTo>
                <a:lnTo>
                  <a:pt x="497511" y="114572"/>
                </a:lnTo>
                <a:lnTo>
                  <a:pt x="497918" y="114596"/>
                </a:lnTo>
                <a:lnTo>
                  <a:pt x="498329" y="114613"/>
                </a:lnTo>
                <a:lnTo>
                  <a:pt x="498742" y="114623"/>
                </a:lnTo>
                <a:lnTo>
                  <a:pt x="499158" y="114627"/>
                </a:lnTo>
                <a:lnTo>
                  <a:pt x="499463" y="114626"/>
                </a:lnTo>
                <a:lnTo>
                  <a:pt x="499764" y="114624"/>
                </a:lnTo>
                <a:lnTo>
                  <a:pt x="500062" y="114619"/>
                </a:lnTo>
                <a:lnTo>
                  <a:pt x="500356" y="114614"/>
                </a:lnTo>
                <a:lnTo>
                  <a:pt x="500646" y="114606"/>
                </a:lnTo>
                <a:lnTo>
                  <a:pt x="500933" y="114597"/>
                </a:lnTo>
                <a:lnTo>
                  <a:pt x="501216" y="114586"/>
                </a:lnTo>
                <a:lnTo>
                  <a:pt x="501495" y="114574"/>
                </a:lnTo>
                <a:lnTo>
                  <a:pt x="501770" y="114560"/>
                </a:lnTo>
                <a:lnTo>
                  <a:pt x="502042" y="114544"/>
                </a:lnTo>
                <a:lnTo>
                  <a:pt x="502310" y="114526"/>
                </a:lnTo>
                <a:lnTo>
                  <a:pt x="502574" y="114507"/>
                </a:lnTo>
                <a:lnTo>
                  <a:pt x="502835" y="114486"/>
                </a:lnTo>
                <a:lnTo>
                  <a:pt x="503092" y="114464"/>
                </a:lnTo>
                <a:lnTo>
                  <a:pt x="503345" y="114440"/>
                </a:lnTo>
                <a:lnTo>
                  <a:pt x="503594" y="114414"/>
                </a:lnTo>
                <a:lnTo>
                  <a:pt x="503840" y="114387"/>
                </a:lnTo>
                <a:lnTo>
                  <a:pt x="504082" y="114358"/>
                </a:lnTo>
                <a:lnTo>
                  <a:pt x="504321" y="114327"/>
                </a:lnTo>
                <a:lnTo>
                  <a:pt x="504555" y="114294"/>
                </a:lnTo>
                <a:lnTo>
                  <a:pt x="504786" y="114260"/>
                </a:lnTo>
                <a:lnTo>
                  <a:pt x="505013" y="114225"/>
                </a:lnTo>
                <a:lnTo>
                  <a:pt x="505237" y="114187"/>
                </a:lnTo>
                <a:lnTo>
                  <a:pt x="505457" y="114148"/>
                </a:lnTo>
                <a:lnTo>
                  <a:pt x="505673" y="114108"/>
                </a:lnTo>
                <a:lnTo>
                  <a:pt x="505886" y="114068"/>
                </a:lnTo>
                <a:lnTo>
                  <a:pt x="506095" y="114028"/>
                </a:lnTo>
                <a:lnTo>
                  <a:pt x="506301" y="113987"/>
                </a:lnTo>
                <a:lnTo>
                  <a:pt x="506503" y="113947"/>
                </a:lnTo>
                <a:lnTo>
                  <a:pt x="506702" y="113906"/>
                </a:lnTo>
                <a:lnTo>
                  <a:pt x="506897" y="113866"/>
                </a:lnTo>
                <a:lnTo>
                  <a:pt x="507090" y="113825"/>
                </a:lnTo>
                <a:lnTo>
                  <a:pt x="507278" y="113784"/>
                </a:lnTo>
                <a:lnTo>
                  <a:pt x="507463" y="113743"/>
                </a:lnTo>
                <a:lnTo>
                  <a:pt x="507645" y="113701"/>
                </a:lnTo>
                <a:lnTo>
                  <a:pt x="507823" y="113660"/>
                </a:lnTo>
                <a:lnTo>
                  <a:pt x="507998" y="113618"/>
                </a:lnTo>
                <a:lnTo>
                  <a:pt x="508169" y="113577"/>
                </a:lnTo>
                <a:lnTo>
                  <a:pt x="508337" y="113535"/>
                </a:lnTo>
                <a:lnTo>
                  <a:pt x="508501" y="113493"/>
                </a:lnTo>
                <a:lnTo>
                  <a:pt x="508662" y="113451"/>
                </a:lnTo>
                <a:lnTo>
                  <a:pt x="508820" y="113409"/>
                </a:lnTo>
                <a:lnTo>
                  <a:pt x="508974" y="113367"/>
                </a:lnTo>
                <a:lnTo>
                  <a:pt x="509125" y="113324"/>
                </a:lnTo>
                <a:lnTo>
                  <a:pt x="509272" y="113282"/>
                </a:lnTo>
                <a:lnTo>
                  <a:pt x="509415" y="113239"/>
                </a:lnTo>
                <a:lnTo>
                  <a:pt x="509556" y="113196"/>
                </a:lnTo>
                <a:lnTo>
                  <a:pt x="509692" y="113154"/>
                </a:lnTo>
                <a:lnTo>
                  <a:pt x="509619" y="102030"/>
                </a:lnTo>
                <a:lnTo>
                  <a:pt x="509537" y="102048"/>
                </a:lnTo>
                <a:lnTo>
                  <a:pt x="509453" y="102067"/>
                </a:lnTo>
                <a:lnTo>
                  <a:pt x="509365" y="102087"/>
                </a:lnTo>
                <a:lnTo>
                  <a:pt x="509274" y="102106"/>
                </a:lnTo>
                <a:lnTo>
                  <a:pt x="509180" y="102127"/>
                </a:lnTo>
                <a:lnTo>
                  <a:pt x="509082" y="102147"/>
                </a:lnTo>
                <a:lnTo>
                  <a:pt x="508982" y="102168"/>
                </a:lnTo>
                <a:lnTo>
                  <a:pt x="508878" y="102189"/>
                </a:lnTo>
                <a:lnTo>
                  <a:pt x="508771" y="102211"/>
                </a:lnTo>
                <a:lnTo>
                  <a:pt x="508661" y="102233"/>
                </a:lnTo>
                <a:lnTo>
                  <a:pt x="508547" y="102256"/>
                </a:lnTo>
                <a:lnTo>
                  <a:pt x="508431" y="102278"/>
                </a:lnTo>
                <a:lnTo>
                  <a:pt x="508311" y="102302"/>
                </a:lnTo>
                <a:lnTo>
                  <a:pt x="508188" y="102325"/>
                </a:lnTo>
                <a:lnTo>
                  <a:pt x="508062" y="102349"/>
                </a:lnTo>
                <a:lnTo>
                  <a:pt x="507933" y="102373"/>
                </a:lnTo>
                <a:lnTo>
                  <a:pt x="507800" y="102398"/>
                </a:lnTo>
                <a:lnTo>
                  <a:pt x="507664" y="102423"/>
                </a:lnTo>
                <a:lnTo>
                  <a:pt x="507525" y="102449"/>
                </a:lnTo>
                <a:lnTo>
                  <a:pt x="507383" y="102475"/>
                </a:lnTo>
                <a:lnTo>
                  <a:pt x="507238" y="102501"/>
                </a:lnTo>
                <a:lnTo>
                  <a:pt x="507089" y="102528"/>
                </a:lnTo>
                <a:lnTo>
                  <a:pt x="506938" y="102555"/>
                </a:lnTo>
                <a:lnTo>
                  <a:pt x="506783" y="102582"/>
                </a:lnTo>
                <a:lnTo>
                  <a:pt x="506626" y="102609"/>
                </a:lnTo>
                <a:lnTo>
                  <a:pt x="506471" y="102635"/>
                </a:lnTo>
                <a:lnTo>
                  <a:pt x="506316" y="102660"/>
                </a:lnTo>
                <a:lnTo>
                  <a:pt x="506162" y="102684"/>
                </a:lnTo>
                <a:lnTo>
                  <a:pt x="506008" y="102706"/>
                </a:lnTo>
                <a:lnTo>
                  <a:pt x="505855" y="102727"/>
                </a:lnTo>
                <a:lnTo>
                  <a:pt x="505702" y="102747"/>
                </a:lnTo>
                <a:lnTo>
                  <a:pt x="505551" y="102766"/>
                </a:lnTo>
                <a:lnTo>
                  <a:pt x="505400" y="102784"/>
                </a:lnTo>
                <a:lnTo>
                  <a:pt x="505249" y="102801"/>
                </a:lnTo>
                <a:lnTo>
                  <a:pt x="505099" y="102816"/>
                </a:lnTo>
                <a:lnTo>
                  <a:pt x="504950" y="102831"/>
                </a:lnTo>
                <a:lnTo>
                  <a:pt x="504802" y="102844"/>
                </a:lnTo>
                <a:lnTo>
                  <a:pt x="504654" y="102856"/>
                </a:lnTo>
                <a:lnTo>
                  <a:pt x="504506" y="102867"/>
                </a:lnTo>
                <a:lnTo>
                  <a:pt x="504360" y="102877"/>
                </a:lnTo>
                <a:lnTo>
                  <a:pt x="504214" y="102886"/>
                </a:lnTo>
                <a:lnTo>
                  <a:pt x="504068" y="102893"/>
                </a:lnTo>
                <a:lnTo>
                  <a:pt x="503924" y="102899"/>
                </a:lnTo>
                <a:lnTo>
                  <a:pt x="503780" y="102905"/>
                </a:lnTo>
                <a:lnTo>
                  <a:pt x="503636" y="102909"/>
                </a:lnTo>
                <a:lnTo>
                  <a:pt x="503493" y="102911"/>
                </a:lnTo>
                <a:lnTo>
                  <a:pt x="503351" y="102913"/>
                </a:lnTo>
                <a:lnTo>
                  <a:pt x="503210" y="102914"/>
                </a:lnTo>
                <a:lnTo>
                  <a:pt x="503020" y="102913"/>
                </a:lnTo>
                <a:lnTo>
                  <a:pt x="502831" y="102909"/>
                </a:lnTo>
                <a:lnTo>
                  <a:pt x="502643" y="102903"/>
                </a:lnTo>
                <a:lnTo>
                  <a:pt x="502457" y="102895"/>
                </a:lnTo>
                <a:lnTo>
                  <a:pt x="502271" y="102885"/>
                </a:lnTo>
                <a:lnTo>
                  <a:pt x="502086" y="102872"/>
                </a:lnTo>
                <a:lnTo>
                  <a:pt x="501903" y="102857"/>
                </a:lnTo>
                <a:lnTo>
                  <a:pt x="501720" y="102840"/>
                </a:lnTo>
                <a:lnTo>
                  <a:pt x="501538" y="102820"/>
                </a:lnTo>
                <a:lnTo>
                  <a:pt x="501358" y="102799"/>
                </a:lnTo>
                <a:lnTo>
                  <a:pt x="501178" y="102774"/>
                </a:lnTo>
                <a:lnTo>
                  <a:pt x="501000" y="102748"/>
                </a:lnTo>
                <a:lnTo>
                  <a:pt x="500822" y="102719"/>
                </a:lnTo>
                <a:lnTo>
                  <a:pt x="500646" y="102688"/>
                </a:lnTo>
                <a:lnTo>
                  <a:pt x="500470" y="102655"/>
                </a:lnTo>
                <a:lnTo>
                  <a:pt x="500296" y="102619"/>
                </a:lnTo>
                <a:lnTo>
                  <a:pt x="500122" y="102581"/>
                </a:lnTo>
                <a:lnTo>
                  <a:pt x="499950" y="102541"/>
                </a:lnTo>
                <a:lnTo>
                  <a:pt x="499779" y="102498"/>
                </a:lnTo>
                <a:lnTo>
                  <a:pt x="499608" y="102453"/>
                </a:lnTo>
                <a:lnTo>
                  <a:pt x="499439" y="102406"/>
                </a:lnTo>
                <a:lnTo>
                  <a:pt x="499271" y="102357"/>
                </a:lnTo>
                <a:lnTo>
                  <a:pt x="499103" y="102305"/>
                </a:lnTo>
                <a:lnTo>
                  <a:pt x="498937" y="102251"/>
                </a:lnTo>
                <a:lnTo>
                  <a:pt x="498772" y="102193"/>
                </a:lnTo>
                <a:lnTo>
                  <a:pt x="498611" y="102130"/>
                </a:lnTo>
                <a:lnTo>
                  <a:pt x="498451" y="102063"/>
                </a:lnTo>
                <a:lnTo>
                  <a:pt x="498294" y="101991"/>
                </a:lnTo>
                <a:lnTo>
                  <a:pt x="498140" y="101914"/>
                </a:lnTo>
                <a:lnTo>
                  <a:pt x="497989" y="101832"/>
                </a:lnTo>
                <a:lnTo>
                  <a:pt x="497839" y="101745"/>
                </a:lnTo>
                <a:lnTo>
                  <a:pt x="497693" y="101653"/>
                </a:lnTo>
                <a:lnTo>
                  <a:pt x="497549" y="101556"/>
                </a:lnTo>
                <a:lnTo>
                  <a:pt x="497407" y="101455"/>
                </a:lnTo>
                <a:lnTo>
                  <a:pt x="497268" y="101348"/>
                </a:lnTo>
                <a:lnTo>
                  <a:pt x="497132" y="101237"/>
                </a:lnTo>
                <a:lnTo>
                  <a:pt x="496998" y="101121"/>
                </a:lnTo>
                <a:lnTo>
                  <a:pt x="496867" y="101000"/>
                </a:lnTo>
                <a:lnTo>
                  <a:pt x="496738" y="100874"/>
                </a:lnTo>
                <a:lnTo>
                  <a:pt x="496612" y="100744"/>
                </a:lnTo>
                <a:lnTo>
                  <a:pt x="496489" y="100608"/>
                </a:lnTo>
                <a:lnTo>
                  <a:pt x="496368" y="100468"/>
                </a:lnTo>
                <a:lnTo>
                  <a:pt x="496249" y="100322"/>
                </a:lnTo>
                <a:lnTo>
                  <a:pt x="496134" y="100172"/>
                </a:lnTo>
                <a:lnTo>
                  <a:pt x="496020" y="100017"/>
                </a:lnTo>
                <a:lnTo>
                  <a:pt x="495909" y="99857"/>
                </a:lnTo>
                <a:lnTo>
                  <a:pt x="495801" y="99692"/>
                </a:lnTo>
                <a:lnTo>
                  <a:pt x="495696" y="99523"/>
                </a:lnTo>
                <a:lnTo>
                  <a:pt x="495593" y="99347"/>
                </a:lnTo>
                <a:lnTo>
                  <a:pt x="495496" y="99165"/>
                </a:lnTo>
                <a:lnTo>
                  <a:pt x="495402" y="98975"/>
                </a:lnTo>
                <a:lnTo>
                  <a:pt x="495313" y="98779"/>
                </a:lnTo>
                <a:lnTo>
                  <a:pt x="495228" y="98576"/>
                </a:lnTo>
                <a:lnTo>
                  <a:pt x="495148" y="98366"/>
                </a:lnTo>
                <a:lnTo>
                  <a:pt x="495072" y="98149"/>
                </a:lnTo>
                <a:lnTo>
                  <a:pt x="495000" y="97925"/>
                </a:lnTo>
                <a:lnTo>
                  <a:pt x="494932" y="97694"/>
                </a:lnTo>
                <a:lnTo>
                  <a:pt x="494869" y="97457"/>
                </a:lnTo>
                <a:lnTo>
                  <a:pt x="494811" y="97212"/>
                </a:lnTo>
                <a:lnTo>
                  <a:pt x="494756" y="96960"/>
                </a:lnTo>
                <a:lnTo>
                  <a:pt x="494706" y="96702"/>
                </a:lnTo>
                <a:lnTo>
                  <a:pt x="494661" y="96437"/>
                </a:lnTo>
                <a:lnTo>
                  <a:pt x="494619" y="96164"/>
                </a:lnTo>
                <a:lnTo>
                  <a:pt x="494582" y="95885"/>
                </a:lnTo>
                <a:lnTo>
                  <a:pt x="494550" y="95599"/>
                </a:lnTo>
                <a:lnTo>
                  <a:pt x="494522" y="95306"/>
                </a:lnTo>
                <a:lnTo>
                  <a:pt x="494498" y="95007"/>
                </a:lnTo>
                <a:lnTo>
                  <a:pt x="494478" y="94700"/>
                </a:lnTo>
                <a:lnTo>
                  <a:pt x="494463" y="94386"/>
                </a:lnTo>
                <a:lnTo>
                  <a:pt x="494452" y="94066"/>
                </a:lnTo>
                <a:lnTo>
                  <a:pt x="494445" y="93738"/>
                </a:lnTo>
                <a:lnTo>
                  <a:pt x="494443" y="93404"/>
                </a:lnTo>
                <a:lnTo>
                  <a:pt x="494443" y="43906"/>
                </a:lnTo>
                <a:lnTo>
                  <a:pt x="509324" y="43906"/>
                </a:lnTo>
                <a:lnTo>
                  <a:pt x="509324" y="33445"/>
                </a:lnTo>
                <a:lnTo>
                  <a:pt x="494443" y="33445"/>
                </a:lnTo>
                <a:lnTo>
                  <a:pt x="494443" y="13997"/>
                </a:lnTo>
                <a:lnTo>
                  <a:pt x="480815" y="13997"/>
                </a:lnTo>
                <a:lnTo>
                  <a:pt x="480815" y="33445"/>
                </a:lnTo>
                <a:lnTo>
                  <a:pt x="466229" y="33445"/>
                </a:lnTo>
                <a:lnTo>
                  <a:pt x="466229" y="43906"/>
                </a:lnTo>
                <a:close/>
                <a:moveTo>
                  <a:pt x="119852" y="104046"/>
                </a:moveTo>
                <a:lnTo>
                  <a:pt x="120174" y="104461"/>
                </a:lnTo>
                <a:lnTo>
                  <a:pt x="120503" y="104868"/>
                </a:lnTo>
                <a:lnTo>
                  <a:pt x="120837" y="105267"/>
                </a:lnTo>
                <a:lnTo>
                  <a:pt x="121179" y="105658"/>
                </a:lnTo>
                <a:lnTo>
                  <a:pt x="121526" y="106042"/>
                </a:lnTo>
                <a:lnTo>
                  <a:pt x="121879" y="106417"/>
                </a:lnTo>
                <a:lnTo>
                  <a:pt x="122239" y="106784"/>
                </a:lnTo>
                <a:lnTo>
                  <a:pt x="122605" y="107143"/>
                </a:lnTo>
                <a:lnTo>
                  <a:pt x="122978" y="107493"/>
                </a:lnTo>
                <a:lnTo>
                  <a:pt x="123356" y="107836"/>
                </a:lnTo>
                <a:lnTo>
                  <a:pt x="123741" y="108171"/>
                </a:lnTo>
                <a:lnTo>
                  <a:pt x="124132" y="108498"/>
                </a:lnTo>
                <a:lnTo>
                  <a:pt x="124530" y="108816"/>
                </a:lnTo>
                <a:lnTo>
                  <a:pt x="124934" y="109127"/>
                </a:lnTo>
                <a:lnTo>
                  <a:pt x="125343" y="109429"/>
                </a:lnTo>
                <a:lnTo>
                  <a:pt x="125760" y="109724"/>
                </a:lnTo>
                <a:lnTo>
                  <a:pt x="126182" y="110010"/>
                </a:lnTo>
                <a:lnTo>
                  <a:pt x="126611" y="110289"/>
                </a:lnTo>
                <a:lnTo>
                  <a:pt x="127046" y="110559"/>
                </a:lnTo>
                <a:lnTo>
                  <a:pt x="127487" y="110821"/>
                </a:lnTo>
                <a:lnTo>
                  <a:pt x="127935" y="111075"/>
                </a:lnTo>
                <a:lnTo>
                  <a:pt x="128389" y="111322"/>
                </a:lnTo>
                <a:lnTo>
                  <a:pt x="128849" y="111560"/>
                </a:lnTo>
                <a:lnTo>
                  <a:pt x="129315" y="111790"/>
                </a:lnTo>
                <a:lnTo>
                  <a:pt x="129788" y="112012"/>
                </a:lnTo>
                <a:lnTo>
                  <a:pt x="130267" y="112225"/>
                </a:lnTo>
                <a:lnTo>
                  <a:pt x="130752" y="112429"/>
                </a:lnTo>
                <a:lnTo>
                  <a:pt x="131245" y="112625"/>
                </a:lnTo>
                <a:lnTo>
                  <a:pt x="131743" y="112811"/>
                </a:lnTo>
                <a:lnTo>
                  <a:pt x="132248" y="112988"/>
                </a:lnTo>
                <a:lnTo>
                  <a:pt x="132760" y="113156"/>
                </a:lnTo>
                <a:lnTo>
                  <a:pt x="133278" y="113315"/>
                </a:lnTo>
                <a:lnTo>
                  <a:pt x="133803" y="113465"/>
                </a:lnTo>
                <a:lnTo>
                  <a:pt x="134334" y="113605"/>
                </a:lnTo>
                <a:lnTo>
                  <a:pt x="134872" y="113737"/>
                </a:lnTo>
                <a:lnTo>
                  <a:pt x="135416" y="113860"/>
                </a:lnTo>
                <a:lnTo>
                  <a:pt x="135967" y="113973"/>
                </a:lnTo>
                <a:lnTo>
                  <a:pt x="136524" y="114078"/>
                </a:lnTo>
                <a:lnTo>
                  <a:pt x="137088" y="114173"/>
                </a:lnTo>
                <a:lnTo>
                  <a:pt x="137658" y="114259"/>
                </a:lnTo>
                <a:lnTo>
                  <a:pt x="138235" y="114336"/>
                </a:lnTo>
                <a:lnTo>
                  <a:pt x="138818" y="114404"/>
                </a:lnTo>
                <a:lnTo>
                  <a:pt x="139408" y="114463"/>
                </a:lnTo>
                <a:lnTo>
                  <a:pt x="140005" y="114513"/>
                </a:lnTo>
                <a:lnTo>
                  <a:pt x="140608" y="114554"/>
                </a:lnTo>
                <a:lnTo>
                  <a:pt x="141217" y="114586"/>
                </a:lnTo>
                <a:lnTo>
                  <a:pt x="141833" y="114609"/>
                </a:lnTo>
                <a:lnTo>
                  <a:pt x="142456" y="114622"/>
                </a:lnTo>
                <a:lnTo>
                  <a:pt x="143085" y="114627"/>
                </a:lnTo>
                <a:lnTo>
                  <a:pt x="143702" y="114622"/>
                </a:lnTo>
                <a:lnTo>
                  <a:pt x="144313" y="114606"/>
                </a:lnTo>
                <a:lnTo>
                  <a:pt x="144918" y="114580"/>
                </a:lnTo>
                <a:lnTo>
                  <a:pt x="145518" y="114543"/>
                </a:lnTo>
                <a:lnTo>
                  <a:pt x="146111" y="114496"/>
                </a:lnTo>
                <a:lnTo>
                  <a:pt x="146699" y="114438"/>
                </a:lnTo>
                <a:lnTo>
                  <a:pt x="147281" y="114370"/>
                </a:lnTo>
                <a:lnTo>
                  <a:pt x="147857" y="114291"/>
                </a:lnTo>
                <a:lnTo>
                  <a:pt x="148427" y="114202"/>
                </a:lnTo>
                <a:lnTo>
                  <a:pt x="148991" y="114103"/>
                </a:lnTo>
                <a:lnTo>
                  <a:pt x="149549" y="113992"/>
                </a:lnTo>
                <a:lnTo>
                  <a:pt x="150102" y="113872"/>
                </a:lnTo>
                <a:lnTo>
                  <a:pt x="150648" y="113741"/>
                </a:lnTo>
                <a:lnTo>
                  <a:pt x="151189" y="113599"/>
                </a:lnTo>
                <a:lnTo>
                  <a:pt x="151724" y="113447"/>
                </a:lnTo>
                <a:lnTo>
                  <a:pt x="152252" y="113284"/>
                </a:lnTo>
                <a:lnTo>
                  <a:pt x="152775" y="113111"/>
                </a:lnTo>
                <a:lnTo>
                  <a:pt x="153292" y="112928"/>
                </a:lnTo>
                <a:lnTo>
                  <a:pt x="153804" y="112734"/>
                </a:lnTo>
                <a:lnTo>
                  <a:pt x="154309" y="112529"/>
                </a:lnTo>
                <a:lnTo>
                  <a:pt x="154808" y="112314"/>
                </a:lnTo>
                <a:lnTo>
                  <a:pt x="155302" y="112089"/>
                </a:lnTo>
                <a:lnTo>
                  <a:pt x="155790" y="111853"/>
                </a:lnTo>
                <a:lnTo>
                  <a:pt x="156271" y="111607"/>
                </a:lnTo>
                <a:lnTo>
                  <a:pt x="156747" y="111351"/>
                </a:lnTo>
                <a:lnTo>
                  <a:pt x="157217" y="111086"/>
                </a:lnTo>
                <a:lnTo>
                  <a:pt x="157680" y="110813"/>
                </a:lnTo>
                <a:lnTo>
                  <a:pt x="158138" y="110532"/>
                </a:lnTo>
                <a:lnTo>
                  <a:pt x="158589" y="110243"/>
                </a:lnTo>
                <a:lnTo>
                  <a:pt x="159034" y="109944"/>
                </a:lnTo>
                <a:lnTo>
                  <a:pt x="159473" y="109638"/>
                </a:lnTo>
                <a:lnTo>
                  <a:pt x="159906" y="109323"/>
                </a:lnTo>
                <a:lnTo>
                  <a:pt x="160332" y="108999"/>
                </a:lnTo>
                <a:lnTo>
                  <a:pt x="160753" y="108667"/>
                </a:lnTo>
                <a:lnTo>
                  <a:pt x="161167" y="108327"/>
                </a:lnTo>
                <a:lnTo>
                  <a:pt x="161575" y="107978"/>
                </a:lnTo>
                <a:lnTo>
                  <a:pt x="161978" y="107621"/>
                </a:lnTo>
                <a:lnTo>
                  <a:pt x="162374" y="107256"/>
                </a:lnTo>
                <a:lnTo>
                  <a:pt x="162763" y="106881"/>
                </a:lnTo>
                <a:lnTo>
                  <a:pt x="163147" y="106499"/>
                </a:lnTo>
                <a:lnTo>
                  <a:pt x="163525" y="106108"/>
                </a:lnTo>
                <a:lnTo>
                  <a:pt x="163896" y="105708"/>
                </a:lnTo>
                <a:lnTo>
                  <a:pt x="164261" y="105301"/>
                </a:lnTo>
                <a:lnTo>
                  <a:pt x="164620" y="104884"/>
                </a:lnTo>
                <a:lnTo>
                  <a:pt x="164973" y="104460"/>
                </a:lnTo>
                <a:lnTo>
                  <a:pt x="165320" y="104026"/>
                </a:lnTo>
                <a:lnTo>
                  <a:pt x="165661" y="103585"/>
                </a:lnTo>
                <a:lnTo>
                  <a:pt x="165995" y="103135"/>
                </a:lnTo>
                <a:lnTo>
                  <a:pt x="166324" y="102677"/>
                </a:lnTo>
                <a:lnTo>
                  <a:pt x="166645" y="102213"/>
                </a:lnTo>
                <a:lnTo>
                  <a:pt x="166960" y="101741"/>
                </a:lnTo>
                <a:lnTo>
                  <a:pt x="167268" y="101263"/>
                </a:lnTo>
                <a:lnTo>
                  <a:pt x="167570" y="100779"/>
                </a:lnTo>
                <a:lnTo>
                  <a:pt x="167865" y="100287"/>
                </a:lnTo>
                <a:lnTo>
                  <a:pt x="168153" y="99789"/>
                </a:lnTo>
                <a:lnTo>
                  <a:pt x="168435" y="99284"/>
                </a:lnTo>
                <a:lnTo>
                  <a:pt x="168710" y="98772"/>
                </a:lnTo>
                <a:lnTo>
                  <a:pt x="168978" y="98253"/>
                </a:lnTo>
                <a:lnTo>
                  <a:pt x="169240" y="97728"/>
                </a:lnTo>
                <a:lnTo>
                  <a:pt x="169495" y="97195"/>
                </a:lnTo>
                <a:lnTo>
                  <a:pt x="169743" y="96656"/>
                </a:lnTo>
                <a:lnTo>
                  <a:pt x="169985" y="96110"/>
                </a:lnTo>
                <a:lnTo>
                  <a:pt x="170220" y="95558"/>
                </a:lnTo>
                <a:lnTo>
                  <a:pt x="170448" y="94999"/>
                </a:lnTo>
                <a:lnTo>
                  <a:pt x="170670" y="94432"/>
                </a:lnTo>
                <a:lnTo>
                  <a:pt x="170885" y="93860"/>
                </a:lnTo>
                <a:lnTo>
                  <a:pt x="171094" y="93280"/>
                </a:lnTo>
                <a:lnTo>
                  <a:pt x="171295" y="92693"/>
                </a:lnTo>
                <a:lnTo>
                  <a:pt x="171491" y="92100"/>
                </a:lnTo>
                <a:lnTo>
                  <a:pt x="171679" y="91500"/>
                </a:lnTo>
                <a:lnTo>
                  <a:pt x="171861" y="90893"/>
                </a:lnTo>
                <a:lnTo>
                  <a:pt x="172036" y="90280"/>
                </a:lnTo>
                <a:lnTo>
                  <a:pt x="172205" y="89661"/>
                </a:lnTo>
                <a:lnTo>
                  <a:pt x="172366" y="89037"/>
                </a:lnTo>
                <a:lnTo>
                  <a:pt x="172520" y="88409"/>
                </a:lnTo>
                <a:lnTo>
                  <a:pt x="172667" y="87776"/>
                </a:lnTo>
                <a:lnTo>
                  <a:pt x="172806" y="87139"/>
                </a:lnTo>
                <a:lnTo>
                  <a:pt x="172939" y="86497"/>
                </a:lnTo>
                <a:lnTo>
                  <a:pt x="173064" y="85851"/>
                </a:lnTo>
                <a:lnTo>
                  <a:pt x="173182" y="85201"/>
                </a:lnTo>
                <a:lnTo>
                  <a:pt x="173293" y="84546"/>
                </a:lnTo>
                <a:lnTo>
                  <a:pt x="173397" y="83886"/>
                </a:lnTo>
                <a:lnTo>
                  <a:pt x="173494" y="83222"/>
                </a:lnTo>
                <a:lnTo>
                  <a:pt x="173583" y="82554"/>
                </a:lnTo>
                <a:lnTo>
                  <a:pt x="173666" y="81881"/>
                </a:lnTo>
                <a:lnTo>
                  <a:pt x="173741" y="81204"/>
                </a:lnTo>
                <a:lnTo>
                  <a:pt x="173809" y="80522"/>
                </a:lnTo>
                <a:lnTo>
                  <a:pt x="173870" y="79835"/>
                </a:lnTo>
                <a:lnTo>
                  <a:pt x="173923" y="79144"/>
                </a:lnTo>
                <a:lnTo>
                  <a:pt x="173970" y="78449"/>
                </a:lnTo>
                <a:lnTo>
                  <a:pt x="174009" y="77749"/>
                </a:lnTo>
                <a:lnTo>
                  <a:pt x="174042" y="77045"/>
                </a:lnTo>
                <a:lnTo>
                  <a:pt x="174067" y="76336"/>
                </a:lnTo>
                <a:lnTo>
                  <a:pt x="174085" y="75623"/>
                </a:lnTo>
                <a:lnTo>
                  <a:pt x="174095" y="74905"/>
                </a:lnTo>
                <a:lnTo>
                  <a:pt x="174099" y="74183"/>
                </a:lnTo>
                <a:lnTo>
                  <a:pt x="174099" y="72636"/>
                </a:lnTo>
                <a:lnTo>
                  <a:pt x="174095" y="71878"/>
                </a:lnTo>
                <a:lnTo>
                  <a:pt x="174085" y="71125"/>
                </a:lnTo>
                <a:lnTo>
                  <a:pt x="174067" y="70379"/>
                </a:lnTo>
                <a:lnTo>
                  <a:pt x="174042" y="69637"/>
                </a:lnTo>
                <a:lnTo>
                  <a:pt x="174009" y="68902"/>
                </a:lnTo>
                <a:lnTo>
                  <a:pt x="173970" y="68173"/>
                </a:lnTo>
                <a:lnTo>
                  <a:pt x="173923" y="67449"/>
                </a:lnTo>
                <a:lnTo>
                  <a:pt x="173870" y="66731"/>
                </a:lnTo>
                <a:lnTo>
                  <a:pt x="173809" y="66018"/>
                </a:lnTo>
                <a:lnTo>
                  <a:pt x="173741" y="65312"/>
                </a:lnTo>
                <a:lnTo>
                  <a:pt x="173666" y="64611"/>
                </a:lnTo>
                <a:lnTo>
                  <a:pt x="173583" y="63916"/>
                </a:lnTo>
                <a:lnTo>
                  <a:pt x="173494" y="63227"/>
                </a:lnTo>
                <a:lnTo>
                  <a:pt x="173397" y="62543"/>
                </a:lnTo>
                <a:lnTo>
                  <a:pt x="173293" y="61865"/>
                </a:lnTo>
                <a:lnTo>
                  <a:pt x="173182" y="61193"/>
                </a:lnTo>
                <a:lnTo>
                  <a:pt x="173064" y="60527"/>
                </a:lnTo>
                <a:lnTo>
                  <a:pt x="172939" y="59866"/>
                </a:lnTo>
                <a:lnTo>
                  <a:pt x="172806" y="59212"/>
                </a:lnTo>
                <a:lnTo>
                  <a:pt x="172667" y="58563"/>
                </a:lnTo>
                <a:lnTo>
                  <a:pt x="172520" y="57919"/>
                </a:lnTo>
                <a:lnTo>
                  <a:pt x="172366" y="57282"/>
                </a:lnTo>
                <a:lnTo>
                  <a:pt x="172205" y="56650"/>
                </a:lnTo>
                <a:lnTo>
                  <a:pt x="172036" y="56024"/>
                </a:lnTo>
                <a:lnTo>
                  <a:pt x="171861" y="55405"/>
                </a:lnTo>
                <a:lnTo>
                  <a:pt x="171679" y="54793"/>
                </a:lnTo>
                <a:lnTo>
                  <a:pt x="171491" y="54188"/>
                </a:lnTo>
                <a:lnTo>
                  <a:pt x="171296" y="53590"/>
                </a:lnTo>
                <a:lnTo>
                  <a:pt x="171095" y="53000"/>
                </a:lnTo>
                <a:lnTo>
                  <a:pt x="170887" y="52417"/>
                </a:lnTo>
                <a:lnTo>
                  <a:pt x="170673" y="51841"/>
                </a:lnTo>
                <a:lnTo>
                  <a:pt x="170452" y="51273"/>
                </a:lnTo>
                <a:lnTo>
                  <a:pt x="170225" y="50712"/>
                </a:lnTo>
                <a:lnTo>
                  <a:pt x="169991" y="50158"/>
                </a:lnTo>
                <a:lnTo>
                  <a:pt x="169751" y="49611"/>
                </a:lnTo>
                <a:lnTo>
                  <a:pt x="169504" y="49072"/>
                </a:lnTo>
                <a:lnTo>
                  <a:pt x="169250" y="48540"/>
                </a:lnTo>
                <a:lnTo>
                  <a:pt x="168991" y="48015"/>
                </a:lnTo>
                <a:lnTo>
                  <a:pt x="168724" y="47498"/>
                </a:lnTo>
                <a:lnTo>
                  <a:pt x="168451" y="46988"/>
                </a:lnTo>
                <a:lnTo>
                  <a:pt x="168172" y="46485"/>
                </a:lnTo>
                <a:lnTo>
                  <a:pt x="167886" y="45989"/>
                </a:lnTo>
                <a:lnTo>
                  <a:pt x="167593" y="45501"/>
                </a:lnTo>
                <a:lnTo>
                  <a:pt x="167294" y="45020"/>
                </a:lnTo>
                <a:lnTo>
                  <a:pt x="166988" y="44546"/>
                </a:lnTo>
                <a:lnTo>
                  <a:pt x="166676" y="44080"/>
                </a:lnTo>
                <a:lnTo>
                  <a:pt x="166358" y="43621"/>
                </a:lnTo>
                <a:lnTo>
                  <a:pt x="166032" y="43169"/>
                </a:lnTo>
                <a:lnTo>
                  <a:pt x="165701" y="42725"/>
                </a:lnTo>
                <a:lnTo>
                  <a:pt x="165362" y="42290"/>
                </a:lnTo>
                <a:lnTo>
                  <a:pt x="165018" y="41863"/>
                </a:lnTo>
                <a:lnTo>
                  <a:pt x="164666" y="41445"/>
                </a:lnTo>
                <a:lnTo>
                  <a:pt x="164309" y="41036"/>
                </a:lnTo>
                <a:lnTo>
                  <a:pt x="163944" y="40635"/>
                </a:lnTo>
                <a:lnTo>
                  <a:pt x="163573" y="40242"/>
                </a:lnTo>
                <a:lnTo>
                  <a:pt x="163196" y="39858"/>
                </a:lnTo>
                <a:lnTo>
                  <a:pt x="162812" y="39483"/>
                </a:lnTo>
                <a:lnTo>
                  <a:pt x="162422" y="39116"/>
                </a:lnTo>
                <a:lnTo>
                  <a:pt x="162025" y="38758"/>
                </a:lnTo>
                <a:lnTo>
                  <a:pt x="161621" y="38408"/>
                </a:lnTo>
                <a:lnTo>
                  <a:pt x="161212" y="38067"/>
                </a:lnTo>
                <a:lnTo>
                  <a:pt x="160795" y="37735"/>
                </a:lnTo>
                <a:lnTo>
                  <a:pt x="160372" y="37411"/>
                </a:lnTo>
                <a:lnTo>
                  <a:pt x="159942" y="37096"/>
                </a:lnTo>
                <a:lnTo>
                  <a:pt x="159506" y="36789"/>
                </a:lnTo>
                <a:lnTo>
                  <a:pt x="159064" y="36491"/>
                </a:lnTo>
                <a:lnTo>
                  <a:pt x="158615" y="36201"/>
                </a:lnTo>
                <a:lnTo>
                  <a:pt x="158159" y="35920"/>
                </a:lnTo>
                <a:lnTo>
                  <a:pt x="157697" y="35648"/>
                </a:lnTo>
                <a:lnTo>
                  <a:pt x="157228" y="35384"/>
                </a:lnTo>
                <a:lnTo>
                  <a:pt x="156753" y="35128"/>
                </a:lnTo>
                <a:lnTo>
                  <a:pt x="156271" y="34882"/>
                </a:lnTo>
                <a:lnTo>
                  <a:pt x="155783" y="34644"/>
                </a:lnTo>
                <a:lnTo>
                  <a:pt x="155290" y="34417"/>
                </a:lnTo>
                <a:lnTo>
                  <a:pt x="154790" y="34200"/>
                </a:lnTo>
                <a:lnTo>
                  <a:pt x="154284" y="33993"/>
                </a:lnTo>
                <a:lnTo>
                  <a:pt x="153773" y="33795"/>
                </a:lnTo>
                <a:lnTo>
                  <a:pt x="153256" y="33609"/>
                </a:lnTo>
                <a:lnTo>
                  <a:pt x="152732" y="33432"/>
                </a:lnTo>
                <a:lnTo>
                  <a:pt x="152203" y="33265"/>
                </a:lnTo>
                <a:lnTo>
                  <a:pt x="151668" y="33108"/>
                </a:lnTo>
                <a:lnTo>
                  <a:pt x="151127" y="32962"/>
                </a:lnTo>
                <a:lnTo>
                  <a:pt x="150581" y="32826"/>
                </a:lnTo>
                <a:lnTo>
                  <a:pt x="150028" y="32699"/>
                </a:lnTo>
                <a:lnTo>
                  <a:pt x="149470" y="32583"/>
                </a:lnTo>
                <a:lnTo>
                  <a:pt x="148905" y="32477"/>
                </a:lnTo>
                <a:lnTo>
                  <a:pt x="148335" y="32381"/>
                </a:lnTo>
                <a:lnTo>
                  <a:pt x="147759" y="32295"/>
                </a:lnTo>
                <a:lnTo>
                  <a:pt x="147177" y="32219"/>
                </a:lnTo>
                <a:lnTo>
                  <a:pt x="146589" y="32154"/>
                </a:lnTo>
                <a:lnTo>
                  <a:pt x="145995" y="32098"/>
                </a:lnTo>
                <a:lnTo>
                  <a:pt x="145395" y="32053"/>
                </a:lnTo>
                <a:lnTo>
                  <a:pt x="144790" y="32017"/>
                </a:lnTo>
                <a:lnTo>
                  <a:pt x="144178" y="31992"/>
                </a:lnTo>
                <a:lnTo>
                  <a:pt x="143561" y="31977"/>
                </a:lnTo>
                <a:lnTo>
                  <a:pt x="142938" y="31972"/>
                </a:lnTo>
                <a:lnTo>
                  <a:pt x="142315" y="31976"/>
                </a:lnTo>
                <a:lnTo>
                  <a:pt x="141698" y="31990"/>
                </a:lnTo>
                <a:lnTo>
                  <a:pt x="141088" y="32013"/>
                </a:lnTo>
                <a:lnTo>
                  <a:pt x="140484" y="32044"/>
                </a:lnTo>
                <a:lnTo>
                  <a:pt x="139887" y="32085"/>
                </a:lnTo>
                <a:lnTo>
                  <a:pt x="139296" y="32135"/>
                </a:lnTo>
                <a:lnTo>
                  <a:pt x="138711" y="32194"/>
                </a:lnTo>
                <a:lnTo>
                  <a:pt x="138133" y="32262"/>
                </a:lnTo>
                <a:lnTo>
                  <a:pt x="137561" y="32340"/>
                </a:lnTo>
                <a:lnTo>
                  <a:pt x="136996" y="32426"/>
                </a:lnTo>
                <a:lnTo>
                  <a:pt x="136436" y="32521"/>
                </a:lnTo>
                <a:lnTo>
                  <a:pt x="135884" y="32626"/>
                </a:lnTo>
                <a:lnTo>
                  <a:pt x="135338" y="32739"/>
                </a:lnTo>
                <a:lnTo>
                  <a:pt x="134798" y="32862"/>
                </a:lnTo>
                <a:lnTo>
                  <a:pt x="134264" y="32993"/>
                </a:lnTo>
                <a:lnTo>
                  <a:pt x="133737" y="33134"/>
                </a:lnTo>
                <a:lnTo>
                  <a:pt x="133217" y="33284"/>
                </a:lnTo>
                <a:lnTo>
                  <a:pt x="132702" y="33443"/>
                </a:lnTo>
                <a:lnTo>
                  <a:pt x="132194" y="33611"/>
                </a:lnTo>
                <a:lnTo>
                  <a:pt x="131693" y="33788"/>
                </a:lnTo>
                <a:lnTo>
                  <a:pt x="131198" y="33974"/>
                </a:lnTo>
                <a:lnTo>
                  <a:pt x="130709" y="34169"/>
                </a:lnTo>
                <a:lnTo>
                  <a:pt x="130227" y="34374"/>
                </a:lnTo>
                <a:lnTo>
                  <a:pt x="129751" y="34587"/>
                </a:lnTo>
                <a:lnTo>
                  <a:pt x="129281" y="34809"/>
                </a:lnTo>
                <a:lnTo>
                  <a:pt x="128818" y="35039"/>
                </a:lnTo>
                <a:lnTo>
                  <a:pt x="128361" y="35278"/>
                </a:lnTo>
                <a:lnTo>
                  <a:pt x="127909" y="35524"/>
                </a:lnTo>
                <a:lnTo>
                  <a:pt x="127464" y="35779"/>
                </a:lnTo>
                <a:lnTo>
                  <a:pt x="127025" y="36042"/>
                </a:lnTo>
                <a:lnTo>
                  <a:pt x="126593" y="36313"/>
                </a:lnTo>
                <a:lnTo>
                  <a:pt x="126166" y="36592"/>
                </a:lnTo>
                <a:lnTo>
                  <a:pt x="125745" y="36880"/>
                </a:lnTo>
                <a:lnTo>
                  <a:pt x="125331" y="37176"/>
                </a:lnTo>
                <a:lnTo>
                  <a:pt x="124923" y="37479"/>
                </a:lnTo>
                <a:lnTo>
                  <a:pt x="124521" y="37792"/>
                </a:lnTo>
                <a:lnTo>
                  <a:pt x="124125" y="38112"/>
                </a:lnTo>
                <a:lnTo>
                  <a:pt x="123735" y="38440"/>
                </a:lnTo>
                <a:lnTo>
                  <a:pt x="123351" y="38777"/>
                </a:lnTo>
                <a:lnTo>
                  <a:pt x="122974" y="39122"/>
                </a:lnTo>
                <a:lnTo>
                  <a:pt x="122602" y="39475"/>
                </a:lnTo>
                <a:lnTo>
                  <a:pt x="122237" y="39836"/>
                </a:lnTo>
                <a:lnTo>
                  <a:pt x="121878" y="40205"/>
                </a:lnTo>
                <a:lnTo>
                  <a:pt x="121525" y="40583"/>
                </a:lnTo>
                <a:lnTo>
                  <a:pt x="121178" y="40968"/>
                </a:lnTo>
                <a:lnTo>
                  <a:pt x="120837" y="41362"/>
                </a:lnTo>
                <a:lnTo>
                  <a:pt x="120503" y="41764"/>
                </a:lnTo>
                <a:lnTo>
                  <a:pt x="120248" y="42083"/>
                </a:lnTo>
                <a:lnTo>
                  <a:pt x="120248" y="0"/>
                </a:lnTo>
                <a:lnTo>
                  <a:pt x="106546" y="0"/>
                </a:lnTo>
                <a:lnTo>
                  <a:pt x="106546" y="113154"/>
                </a:lnTo>
                <a:lnTo>
                  <a:pt x="119069" y="113154"/>
                </a:lnTo>
                <a:lnTo>
                  <a:pt x="119771" y="103939"/>
                </a:lnTo>
                <a:lnTo>
                  <a:pt x="119852" y="104046"/>
                </a:lnTo>
                <a:close/>
                <a:moveTo>
                  <a:pt x="120734" y="54915"/>
                </a:moveTo>
                <a:lnTo>
                  <a:pt x="120894" y="54617"/>
                </a:lnTo>
                <a:lnTo>
                  <a:pt x="121058" y="54322"/>
                </a:lnTo>
                <a:lnTo>
                  <a:pt x="121226" y="54029"/>
                </a:lnTo>
                <a:lnTo>
                  <a:pt x="121397" y="53740"/>
                </a:lnTo>
                <a:lnTo>
                  <a:pt x="121571" y="53453"/>
                </a:lnTo>
                <a:lnTo>
                  <a:pt x="121749" y="53170"/>
                </a:lnTo>
                <a:lnTo>
                  <a:pt x="121930" y="52889"/>
                </a:lnTo>
                <a:lnTo>
                  <a:pt x="122115" y="52610"/>
                </a:lnTo>
                <a:lnTo>
                  <a:pt x="122303" y="52335"/>
                </a:lnTo>
                <a:lnTo>
                  <a:pt x="122495" y="52063"/>
                </a:lnTo>
                <a:lnTo>
                  <a:pt x="122690" y="51793"/>
                </a:lnTo>
                <a:lnTo>
                  <a:pt x="122888" y="51526"/>
                </a:lnTo>
                <a:lnTo>
                  <a:pt x="123090" y="51262"/>
                </a:lnTo>
                <a:lnTo>
                  <a:pt x="123296" y="51001"/>
                </a:lnTo>
                <a:lnTo>
                  <a:pt x="123505" y="50742"/>
                </a:lnTo>
                <a:lnTo>
                  <a:pt x="123717" y="50486"/>
                </a:lnTo>
                <a:lnTo>
                  <a:pt x="123933" y="50234"/>
                </a:lnTo>
                <a:lnTo>
                  <a:pt x="124152" y="49984"/>
                </a:lnTo>
                <a:lnTo>
                  <a:pt x="124375" y="49737"/>
                </a:lnTo>
                <a:lnTo>
                  <a:pt x="124602" y="49495"/>
                </a:lnTo>
                <a:lnTo>
                  <a:pt x="124833" y="49257"/>
                </a:lnTo>
                <a:lnTo>
                  <a:pt x="125068" y="49023"/>
                </a:lnTo>
                <a:lnTo>
                  <a:pt x="125307" y="48793"/>
                </a:lnTo>
                <a:lnTo>
                  <a:pt x="125550" y="48568"/>
                </a:lnTo>
                <a:lnTo>
                  <a:pt x="125796" y="48347"/>
                </a:lnTo>
                <a:lnTo>
                  <a:pt x="126047" y="48130"/>
                </a:lnTo>
                <a:lnTo>
                  <a:pt x="126302" y="47917"/>
                </a:lnTo>
                <a:lnTo>
                  <a:pt x="126561" y="47708"/>
                </a:lnTo>
                <a:lnTo>
                  <a:pt x="126823" y="47504"/>
                </a:lnTo>
                <a:lnTo>
                  <a:pt x="127090" y="47304"/>
                </a:lnTo>
                <a:lnTo>
                  <a:pt x="127360" y="47108"/>
                </a:lnTo>
                <a:lnTo>
                  <a:pt x="127635" y="46916"/>
                </a:lnTo>
                <a:lnTo>
                  <a:pt x="127913" y="46729"/>
                </a:lnTo>
                <a:lnTo>
                  <a:pt x="128196" y="46546"/>
                </a:lnTo>
                <a:lnTo>
                  <a:pt x="128482" y="46367"/>
                </a:lnTo>
                <a:lnTo>
                  <a:pt x="128773" y="46192"/>
                </a:lnTo>
                <a:lnTo>
                  <a:pt x="129067" y="46021"/>
                </a:lnTo>
                <a:lnTo>
                  <a:pt x="129365" y="45855"/>
                </a:lnTo>
                <a:lnTo>
                  <a:pt x="129668" y="45693"/>
                </a:lnTo>
                <a:lnTo>
                  <a:pt x="129974" y="45535"/>
                </a:lnTo>
                <a:lnTo>
                  <a:pt x="130284" y="45381"/>
                </a:lnTo>
                <a:lnTo>
                  <a:pt x="130598" y="45232"/>
                </a:lnTo>
                <a:lnTo>
                  <a:pt x="130917" y="45088"/>
                </a:lnTo>
                <a:lnTo>
                  <a:pt x="131240" y="44950"/>
                </a:lnTo>
                <a:lnTo>
                  <a:pt x="131568" y="44818"/>
                </a:lnTo>
                <a:lnTo>
                  <a:pt x="131901" y="44692"/>
                </a:lnTo>
                <a:lnTo>
                  <a:pt x="132238" y="44572"/>
                </a:lnTo>
                <a:lnTo>
                  <a:pt x="132580" y="44458"/>
                </a:lnTo>
                <a:lnTo>
                  <a:pt x="132927" y="44351"/>
                </a:lnTo>
                <a:lnTo>
                  <a:pt x="133279" y="44250"/>
                </a:lnTo>
                <a:lnTo>
                  <a:pt x="133635" y="44155"/>
                </a:lnTo>
                <a:lnTo>
                  <a:pt x="133996" y="44066"/>
                </a:lnTo>
                <a:lnTo>
                  <a:pt x="134362" y="43983"/>
                </a:lnTo>
                <a:lnTo>
                  <a:pt x="134733" y="43906"/>
                </a:lnTo>
                <a:lnTo>
                  <a:pt x="135108" y="43835"/>
                </a:lnTo>
                <a:lnTo>
                  <a:pt x="135488" y="43771"/>
                </a:lnTo>
                <a:lnTo>
                  <a:pt x="135873" y="43713"/>
                </a:lnTo>
                <a:lnTo>
                  <a:pt x="136262" y="43660"/>
                </a:lnTo>
                <a:lnTo>
                  <a:pt x="136657" y="43614"/>
                </a:lnTo>
                <a:lnTo>
                  <a:pt x="137056" y="43574"/>
                </a:lnTo>
                <a:lnTo>
                  <a:pt x="137459" y="43541"/>
                </a:lnTo>
                <a:lnTo>
                  <a:pt x="137868" y="43513"/>
                </a:lnTo>
                <a:lnTo>
                  <a:pt x="138281" y="43492"/>
                </a:lnTo>
                <a:lnTo>
                  <a:pt x="138699" y="43476"/>
                </a:lnTo>
                <a:lnTo>
                  <a:pt x="139121" y="43467"/>
                </a:lnTo>
                <a:lnTo>
                  <a:pt x="139549" y="43464"/>
                </a:lnTo>
                <a:lnTo>
                  <a:pt x="140031" y="43468"/>
                </a:lnTo>
                <a:lnTo>
                  <a:pt x="140506" y="43480"/>
                </a:lnTo>
                <a:lnTo>
                  <a:pt x="140975" y="43500"/>
                </a:lnTo>
                <a:lnTo>
                  <a:pt x="141438" y="43528"/>
                </a:lnTo>
                <a:lnTo>
                  <a:pt x="141894" y="43565"/>
                </a:lnTo>
                <a:lnTo>
                  <a:pt x="142344" y="43609"/>
                </a:lnTo>
                <a:lnTo>
                  <a:pt x="142787" y="43661"/>
                </a:lnTo>
                <a:lnTo>
                  <a:pt x="143224" y="43722"/>
                </a:lnTo>
                <a:lnTo>
                  <a:pt x="143655" y="43790"/>
                </a:lnTo>
                <a:lnTo>
                  <a:pt x="144079" y="43867"/>
                </a:lnTo>
                <a:lnTo>
                  <a:pt x="144497" y="43951"/>
                </a:lnTo>
                <a:lnTo>
                  <a:pt x="144908" y="44044"/>
                </a:lnTo>
                <a:lnTo>
                  <a:pt x="145313" y="44145"/>
                </a:lnTo>
                <a:lnTo>
                  <a:pt x="145712" y="44254"/>
                </a:lnTo>
                <a:lnTo>
                  <a:pt x="146104" y="44370"/>
                </a:lnTo>
                <a:lnTo>
                  <a:pt x="146490" y="44495"/>
                </a:lnTo>
                <a:lnTo>
                  <a:pt x="146869" y="44628"/>
                </a:lnTo>
                <a:lnTo>
                  <a:pt x="147242" y="44769"/>
                </a:lnTo>
                <a:lnTo>
                  <a:pt x="147609" y="44918"/>
                </a:lnTo>
                <a:lnTo>
                  <a:pt x="147969" y="45075"/>
                </a:lnTo>
                <a:lnTo>
                  <a:pt x="148323" y="45241"/>
                </a:lnTo>
                <a:lnTo>
                  <a:pt x="148671" y="45414"/>
                </a:lnTo>
                <a:lnTo>
                  <a:pt x="149012" y="45595"/>
                </a:lnTo>
                <a:lnTo>
                  <a:pt x="149347" y="45784"/>
                </a:lnTo>
                <a:lnTo>
                  <a:pt x="149675" y="45981"/>
                </a:lnTo>
                <a:lnTo>
                  <a:pt x="149999" y="46183"/>
                </a:lnTo>
                <a:lnTo>
                  <a:pt x="150317" y="46391"/>
                </a:lnTo>
                <a:lnTo>
                  <a:pt x="150630" y="46605"/>
                </a:lnTo>
                <a:lnTo>
                  <a:pt x="150937" y="46825"/>
                </a:lnTo>
                <a:lnTo>
                  <a:pt x="151239" y="47051"/>
                </a:lnTo>
                <a:lnTo>
                  <a:pt x="151536" y="47282"/>
                </a:lnTo>
                <a:lnTo>
                  <a:pt x="151827" y="47520"/>
                </a:lnTo>
                <a:lnTo>
                  <a:pt x="152113" y="47763"/>
                </a:lnTo>
                <a:lnTo>
                  <a:pt x="152393" y="48012"/>
                </a:lnTo>
                <a:lnTo>
                  <a:pt x="152668" y="48268"/>
                </a:lnTo>
                <a:lnTo>
                  <a:pt x="152938" y="48529"/>
                </a:lnTo>
                <a:lnTo>
                  <a:pt x="153202" y="48795"/>
                </a:lnTo>
                <a:lnTo>
                  <a:pt x="153461" y="49068"/>
                </a:lnTo>
                <a:lnTo>
                  <a:pt x="153715" y="49347"/>
                </a:lnTo>
                <a:lnTo>
                  <a:pt x="153963" y="49632"/>
                </a:lnTo>
                <a:lnTo>
                  <a:pt x="154206" y="49922"/>
                </a:lnTo>
                <a:lnTo>
                  <a:pt x="154443" y="50218"/>
                </a:lnTo>
                <a:lnTo>
                  <a:pt x="154676" y="50521"/>
                </a:lnTo>
                <a:lnTo>
                  <a:pt x="154902" y="50829"/>
                </a:lnTo>
                <a:lnTo>
                  <a:pt x="155124" y="51143"/>
                </a:lnTo>
                <a:lnTo>
                  <a:pt x="155340" y="51462"/>
                </a:lnTo>
                <a:lnTo>
                  <a:pt x="155550" y="51788"/>
                </a:lnTo>
                <a:lnTo>
                  <a:pt x="155756" y="52120"/>
                </a:lnTo>
                <a:lnTo>
                  <a:pt x="155956" y="52457"/>
                </a:lnTo>
                <a:lnTo>
                  <a:pt x="156152" y="52798"/>
                </a:lnTo>
                <a:lnTo>
                  <a:pt x="156343" y="53143"/>
                </a:lnTo>
                <a:lnTo>
                  <a:pt x="156529" y="53493"/>
                </a:lnTo>
                <a:lnTo>
                  <a:pt x="156711" y="53847"/>
                </a:lnTo>
                <a:lnTo>
                  <a:pt x="156888" y="54206"/>
                </a:lnTo>
                <a:lnTo>
                  <a:pt x="157061" y="54568"/>
                </a:lnTo>
                <a:lnTo>
                  <a:pt x="157229" y="54936"/>
                </a:lnTo>
                <a:lnTo>
                  <a:pt x="157392" y="55307"/>
                </a:lnTo>
                <a:lnTo>
                  <a:pt x="157551" y="55683"/>
                </a:lnTo>
                <a:lnTo>
                  <a:pt x="157706" y="56063"/>
                </a:lnTo>
                <a:lnTo>
                  <a:pt x="157855" y="56448"/>
                </a:lnTo>
                <a:lnTo>
                  <a:pt x="158000" y="56837"/>
                </a:lnTo>
                <a:lnTo>
                  <a:pt x="158141" y="57230"/>
                </a:lnTo>
                <a:lnTo>
                  <a:pt x="158277" y="57628"/>
                </a:lnTo>
                <a:lnTo>
                  <a:pt x="158408" y="58030"/>
                </a:lnTo>
                <a:lnTo>
                  <a:pt x="158534" y="58436"/>
                </a:lnTo>
                <a:lnTo>
                  <a:pt x="158656" y="58847"/>
                </a:lnTo>
                <a:lnTo>
                  <a:pt x="158774" y="59262"/>
                </a:lnTo>
                <a:lnTo>
                  <a:pt x="158887" y="59681"/>
                </a:lnTo>
                <a:lnTo>
                  <a:pt x="158995" y="60105"/>
                </a:lnTo>
                <a:lnTo>
                  <a:pt x="159098" y="60533"/>
                </a:lnTo>
                <a:lnTo>
                  <a:pt x="159197" y="60965"/>
                </a:lnTo>
                <a:lnTo>
                  <a:pt x="159292" y="61402"/>
                </a:lnTo>
                <a:lnTo>
                  <a:pt x="159382" y="61842"/>
                </a:lnTo>
                <a:lnTo>
                  <a:pt x="159468" y="62285"/>
                </a:lnTo>
                <a:lnTo>
                  <a:pt x="159551" y="62730"/>
                </a:lnTo>
                <a:lnTo>
                  <a:pt x="159629" y="63177"/>
                </a:lnTo>
                <a:lnTo>
                  <a:pt x="159704" y="63627"/>
                </a:lnTo>
                <a:lnTo>
                  <a:pt x="159775" y="64079"/>
                </a:lnTo>
                <a:lnTo>
                  <a:pt x="159842" y="64534"/>
                </a:lnTo>
                <a:lnTo>
                  <a:pt x="159906" y="64991"/>
                </a:lnTo>
                <a:lnTo>
                  <a:pt x="159965" y="65451"/>
                </a:lnTo>
                <a:lnTo>
                  <a:pt x="160021" y="65913"/>
                </a:lnTo>
                <a:lnTo>
                  <a:pt x="160073" y="66377"/>
                </a:lnTo>
                <a:lnTo>
                  <a:pt x="160120" y="66844"/>
                </a:lnTo>
                <a:lnTo>
                  <a:pt x="160165" y="67314"/>
                </a:lnTo>
                <a:lnTo>
                  <a:pt x="160205" y="67785"/>
                </a:lnTo>
                <a:lnTo>
                  <a:pt x="160241" y="68259"/>
                </a:lnTo>
                <a:lnTo>
                  <a:pt x="160274" y="68736"/>
                </a:lnTo>
                <a:lnTo>
                  <a:pt x="160303" y="69215"/>
                </a:lnTo>
                <a:lnTo>
                  <a:pt x="160328" y="69697"/>
                </a:lnTo>
                <a:lnTo>
                  <a:pt x="160349" y="70180"/>
                </a:lnTo>
                <a:lnTo>
                  <a:pt x="160366" y="70667"/>
                </a:lnTo>
                <a:lnTo>
                  <a:pt x="160379" y="71155"/>
                </a:lnTo>
                <a:lnTo>
                  <a:pt x="160389" y="71647"/>
                </a:lnTo>
                <a:lnTo>
                  <a:pt x="160395" y="72140"/>
                </a:lnTo>
                <a:lnTo>
                  <a:pt x="160397" y="72636"/>
                </a:lnTo>
                <a:lnTo>
                  <a:pt x="160397" y="74183"/>
                </a:lnTo>
                <a:lnTo>
                  <a:pt x="160395" y="74679"/>
                </a:lnTo>
                <a:lnTo>
                  <a:pt x="160389" y="75173"/>
                </a:lnTo>
                <a:lnTo>
                  <a:pt x="160378" y="75664"/>
                </a:lnTo>
                <a:lnTo>
                  <a:pt x="160364" y="76152"/>
                </a:lnTo>
                <a:lnTo>
                  <a:pt x="160346" y="76638"/>
                </a:lnTo>
                <a:lnTo>
                  <a:pt x="160323" y="77121"/>
                </a:lnTo>
                <a:lnTo>
                  <a:pt x="160296" y="77601"/>
                </a:lnTo>
                <a:lnTo>
                  <a:pt x="160266" y="78080"/>
                </a:lnTo>
                <a:lnTo>
                  <a:pt x="160231" y="78555"/>
                </a:lnTo>
                <a:lnTo>
                  <a:pt x="160192" y="79028"/>
                </a:lnTo>
                <a:lnTo>
                  <a:pt x="160149" y="79498"/>
                </a:lnTo>
                <a:lnTo>
                  <a:pt x="160102" y="79966"/>
                </a:lnTo>
                <a:lnTo>
                  <a:pt x="160051" y="80432"/>
                </a:lnTo>
                <a:lnTo>
                  <a:pt x="159996" y="80894"/>
                </a:lnTo>
                <a:lnTo>
                  <a:pt x="159936" y="81354"/>
                </a:lnTo>
                <a:lnTo>
                  <a:pt x="159873" y="81812"/>
                </a:lnTo>
                <a:lnTo>
                  <a:pt x="159805" y="82267"/>
                </a:lnTo>
                <a:lnTo>
                  <a:pt x="159734" y="82720"/>
                </a:lnTo>
                <a:lnTo>
                  <a:pt x="159658" y="83170"/>
                </a:lnTo>
                <a:lnTo>
                  <a:pt x="159578" y="83617"/>
                </a:lnTo>
                <a:lnTo>
                  <a:pt x="159494" y="84062"/>
                </a:lnTo>
                <a:lnTo>
                  <a:pt x="159406" y="84504"/>
                </a:lnTo>
                <a:lnTo>
                  <a:pt x="159314" y="84944"/>
                </a:lnTo>
                <a:lnTo>
                  <a:pt x="159218" y="85381"/>
                </a:lnTo>
                <a:lnTo>
                  <a:pt x="159118" y="85815"/>
                </a:lnTo>
                <a:lnTo>
                  <a:pt x="159013" y="86244"/>
                </a:lnTo>
                <a:lnTo>
                  <a:pt x="158903" y="86669"/>
                </a:lnTo>
                <a:lnTo>
                  <a:pt x="158789" y="87090"/>
                </a:lnTo>
                <a:lnTo>
                  <a:pt x="158671" y="87506"/>
                </a:lnTo>
                <a:lnTo>
                  <a:pt x="158548" y="87918"/>
                </a:lnTo>
                <a:lnTo>
                  <a:pt x="158421" y="88325"/>
                </a:lnTo>
                <a:lnTo>
                  <a:pt x="158289" y="88729"/>
                </a:lnTo>
                <a:lnTo>
                  <a:pt x="158153" y="89128"/>
                </a:lnTo>
                <a:lnTo>
                  <a:pt x="158012" y="89522"/>
                </a:lnTo>
                <a:lnTo>
                  <a:pt x="157867" y="89912"/>
                </a:lnTo>
                <a:lnTo>
                  <a:pt x="157717" y="90298"/>
                </a:lnTo>
                <a:lnTo>
                  <a:pt x="157563" y="90680"/>
                </a:lnTo>
                <a:lnTo>
                  <a:pt x="157404" y="91057"/>
                </a:lnTo>
                <a:lnTo>
                  <a:pt x="157241" y="91430"/>
                </a:lnTo>
                <a:lnTo>
                  <a:pt x="157074" y="91798"/>
                </a:lnTo>
                <a:lnTo>
                  <a:pt x="156901" y="92162"/>
                </a:lnTo>
                <a:lnTo>
                  <a:pt x="156725" y="92522"/>
                </a:lnTo>
                <a:lnTo>
                  <a:pt x="156544" y="92877"/>
                </a:lnTo>
                <a:lnTo>
                  <a:pt x="156358" y="93228"/>
                </a:lnTo>
                <a:lnTo>
                  <a:pt x="156168" y="93575"/>
                </a:lnTo>
                <a:lnTo>
                  <a:pt x="155974" y="93918"/>
                </a:lnTo>
                <a:lnTo>
                  <a:pt x="155775" y="94256"/>
                </a:lnTo>
                <a:lnTo>
                  <a:pt x="155572" y="94589"/>
                </a:lnTo>
                <a:lnTo>
                  <a:pt x="155363" y="94918"/>
                </a:lnTo>
                <a:lnTo>
                  <a:pt x="155150" y="95240"/>
                </a:lnTo>
                <a:lnTo>
                  <a:pt x="154932" y="95557"/>
                </a:lnTo>
                <a:lnTo>
                  <a:pt x="154708" y="95867"/>
                </a:lnTo>
                <a:lnTo>
                  <a:pt x="154479" y="96172"/>
                </a:lnTo>
                <a:lnTo>
                  <a:pt x="154246" y="96470"/>
                </a:lnTo>
                <a:lnTo>
                  <a:pt x="154007" y="96763"/>
                </a:lnTo>
                <a:lnTo>
                  <a:pt x="153763" y="97049"/>
                </a:lnTo>
                <a:lnTo>
                  <a:pt x="153513" y="97329"/>
                </a:lnTo>
                <a:lnTo>
                  <a:pt x="153259" y="97604"/>
                </a:lnTo>
                <a:lnTo>
                  <a:pt x="153000" y="97872"/>
                </a:lnTo>
                <a:lnTo>
                  <a:pt x="152735" y="98135"/>
                </a:lnTo>
                <a:lnTo>
                  <a:pt x="152466" y="98391"/>
                </a:lnTo>
                <a:lnTo>
                  <a:pt x="152191" y="98641"/>
                </a:lnTo>
                <a:lnTo>
                  <a:pt x="151911" y="98886"/>
                </a:lnTo>
                <a:lnTo>
                  <a:pt x="151626" y="99124"/>
                </a:lnTo>
                <a:lnTo>
                  <a:pt x="151336" y="99356"/>
                </a:lnTo>
                <a:lnTo>
                  <a:pt x="151041" y="99583"/>
                </a:lnTo>
                <a:lnTo>
                  <a:pt x="150741" y="99803"/>
                </a:lnTo>
                <a:lnTo>
                  <a:pt x="150435" y="100017"/>
                </a:lnTo>
                <a:lnTo>
                  <a:pt x="150125" y="100225"/>
                </a:lnTo>
                <a:lnTo>
                  <a:pt x="149809" y="100428"/>
                </a:lnTo>
                <a:lnTo>
                  <a:pt x="149488" y="100624"/>
                </a:lnTo>
                <a:lnTo>
                  <a:pt x="149162" y="100814"/>
                </a:lnTo>
                <a:lnTo>
                  <a:pt x="148831" y="100998"/>
                </a:lnTo>
                <a:lnTo>
                  <a:pt x="148495" y="101173"/>
                </a:lnTo>
                <a:lnTo>
                  <a:pt x="148152" y="101341"/>
                </a:lnTo>
                <a:lnTo>
                  <a:pt x="147805" y="101501"/>
                </a:lnTo>
                <a:lnTo>
                  <a:pt x="147452" y="101653"/>
                </a:lnTo>
                <a:lnTo>
                  <a:pt x="147093" y="101797"/>
                </a:lnTo>
                <a:lnTo>
                  <a:pt x="146729" y="101934"/>
                </a:lnTo>
                <a:lnTo>
                  <a:pt x="146359" y="102062"/>
                </a:lnTo>
                <a:lnTo>
                  <a:pt x="145984" y="102183"/>
                </a:lnTo>
                <a:lnTo>
                  <a:pt x="145603" y="102297"/>
                </a:lnTo>
                <a:lnTo>
                  <a:pt x="145217" y="102402"/>
                </a:lnTo>
                <a:lnTo>
                  <a:pt x="144825" y="102499"/>
                </a:lnTo>
                <a:lnTo>
                  <a:pt x="144428" y="102589"/>
                </a:lnTo>
                <a:lnTo>
                  <a:pt x="144025" y="102671"/>
                </a:lnTo>
                <a:lnTo>
                  <a:pt x="143617" y="102745"/>
                </a:lnTo>
                <a:lnTo>
                  <a:pt x="143204" y="102811"/>
                </a:lnTo>
                <a:lnTo>
                  <a:pt x="142784" y="102870"/>
                </a:lnTo>
                <a:lnTo>
                  <a:pt x="142360" y="102921"/>
                </a:lnTo>
                <a:lnTo>
                  <a:pt x="141930" y="102964"/>
                </a:lnTo>
                <a:lnTo>
                  <a:pt x="141494" y="102999"/>
                </a:lnTo>
                <a:lnTo>
                  <a:pt x="141053" y="103026"/>
                </a:lnTo>
                <a:lnTo>
                  <a:pt x="140606" y="103045"/>
                </a:lnTo>
                <a:lnTo>
                  <a:pt x="140154" y="103057"/>
                </a:lnTo>
                <a:lnTo>
                  <a:pt x="139696" y="103061"/>
                </a:lnTo>
                <a:lnTo>
                  <a:pt x="139141" y="103056"/>
                </a:lnTo>
                <a:lnTo>
                  <a:pt x="138594" y="103040"/>
                </a:lnTo>
                <a:lnTo>
                  <a:pt x="138054" y="103014"/>
                </a:lnTo>
                <a:lnTo>
                  <a:pt x="137522" y="102977"/>
                </a:lnTo>
                <a:lnTo>
                  <a:pt x="136997" y="102930"/>
                </a:lnTo>
                <a:lnTo>
                  <a:pt x="136480" y="102872"/>
                </a:lnTo>
                <a:lnTo>
                  <a:pt x="135970" y="102804"/>
                </a:lnTo>
                <a:lnTo>
                  <a:pt x="135468" y="102725"/>
                </a:lnTo>
                <a:lnTo>
                  <a:pt x="134974" y="102636"/>
                </a:lnTo>
                <a:lnTo>
                  <a:pt x="134487" y="102537"/>
                </a:lnTo>
                <a:lnTo>
                  <a:pt x="134008" y="102427"/>
                </a:lnTo>
                <a:lnTo>
                  <a:pt x="133536" y="102306"/>
                </a:lnTo>
                <a:lnTo>
                  <a:pt x="133071" y="102175"/>
                </a:lnTo>
                <a:lnTo>
                  <a:pt x="132615" y="102033"/>
                </a:lnTo>
                <a:lnTo>
                  <a:pt x="132165" y="101881"/>
                </a:lnTo>
                <a:lnTo>
                  <a:pt x="131724" y="101719"/>
                </a:lnTo>
                <a:lnTo>
                  <a:pt x="131290" y="101546"/>
                </a:lnTo>
                <a:lnTo>
                  <a:pt x="130863" y="101362"/>
                </a:lnTo>
                <a:lnTo>
                  <a:pt x="130444" y="101168"/>
                </a:lnTo>
                <a:lnTo>
                  <a:pt x="130032" y="100964"/>
                </a:lnTo>
                <a:lnTo>
                  <a:pt x="129628" y="100749"/>
                </a:lnTo>
                <a:lnTo>
                  <a:pt x="129232" y="100523"/>
                </a:lnTo>
                <a:lnTo>
                  <a:pt x="128843" y="100287"/>
                </a:lnTo>
                <a:lnTo>
                  <a:pt x="128462" y="100041"/>
                </a:lnTo>
                <a:lnTo>
                  <a:pt x="128087" y="99786"/>
                </a:lnTo>
                <a:lnTo>
                  <a:pt x="127720" y="99525"/>
                </a:lnTo>
                <a:lnTo>
                  <a:pt x="127358" y="99259"/>
                </a:lnTo>
                <a:lnTo>
                  <a:pt x="127003" y="98986"/>
                </a:lnTo>
                <a:lnTo>
                  <a:pt x="126654" y="98707"/>
                </a:lnTo>
                <a:lnTo>
                  <a:pt x="126312" y="98422"/>
                </a:lnTo>
                <a:lnTo>
                  <a:pt x="125976" y="98132"/>
                </a:lnTo>
                <a:lnTo>
                  <a:pt x="125646" y="97835"/>
                </a:lnTo>
                <a:lnTo>
                  <a:pt x="125323" y="97532"/>
                </a:lnTo>
                <a:lnTo>
                  <a:pt x="125006" y="97223"/>
                </a:lnTo>
                <a:lnTo>
                  <a:pt x="124696" y="96908"/>
                </a:lnTo>
                <a:lnTo>
                  <a:pt x="124392" y="96588"/>
                </a:lnTo>
                <a:lnTo>
                  <a:pt x="124094" y="96261"/>
                </a:lnTo>
                <a:lnTo>
                  <a:pt x="123803" y="95928"/>
                </a:lnTo>
                <a:lnTo>
                  <a:pt x="123518" y="95589"/>
                </a:lnTo>
                <a:lnTo>
                  <a:pt x="123240" y="95244"/>
                </a:lnTo>
                <a:lnTo>
                  <a:pt x="122968" y="94893"/>
                </a:lnTo>
                <a:lnTo>
                  <a:pt x="122702" y="94536"/>
                </a:lnTo>
                <a:lnTo>
                  <a:pt x="122443" y="94173"/>
                </a:lnTo>
                <a:lnTo>
                  <a:pt x="122190" y="93805"/>
                </a:lnTo>
                <a:lnTo>
                  <a:pt x="121943" y="93430"/>
                </a:lnTo>
                <a:lnTo>
                  <a:pt x="121703" y="93049"/>
                </a:lnTo>
                <a:lnTo>
                  <a:pt x="121470" y="92662"/>
                </a:lnTo>
                <a:lnTo>
                  <a:pt x="121242" y="92269"/>
                </a:lnTo>
                <a:lnTo>
                  <a:pt x="121021" y="91872"/>
                </a:lnTo>
                <a:lnTo>
                  <a:pt x="120805" y="91474"/>
                </a:lnTo>
                <a:lnTo>
                  <a:pt x="120594" y="91075"/>
                </a:lnTo>
                <a:lnTo>
                  <a:pt x="120388" y="90674"/>
                </a:lnTo>
                <a:lnTo>
                  <a:pt x="120248" y="90392"/>
                </a:lnTo>
                <a:lnTo>
                  <a:pt x="120248" y="55877"/>
                </a:lnTo>
                <a:lnTo>
                  <a:pt x="120273" y="55825"/>
                </a:lnTo>
                <a:lnTo>
                  <a:pt x="120423" y="55519"/>
                </a:lnTo>
                <a:lnTo>
                  <a:pt x="120577" y="55215"/>
                </a:lnTo>
                <a:lnTo>
                  <a:pt x="120734" y="54915"/>
                </a:lnTo>
                <a:close/>
                <a:moveTo>
                  <a:pt x="357266" y="0"/>
                </a:moveTo>
                <a:lnTo>
                  <a:pt x="357266" y="113154"/>
                </a:lnTo>
                <a:lnTo>
                  <a:pt x="370968" y="113154"/>
                </a:lnTo>
                <a:lnTo>
                  <a:pt x="370968" y="0"/>
                </a:lnTo>
                <a:lnTo>
                  <a:pt x="357266" y="0"/>
                </a:lnTo>
                <a:close/>
                <a:moveTo>
                  <a:pt x="238186" y="93360"/>
                </a:moveTo>
                <a:lnTo>
                  <a:pt x="238148" y="93622"/>
                </a:lnTo>
                <a:lnTo>
                  <a:pt x="238103" y="93882"/>
                </a:lnTo>
                <a:lnTo>
                  <a:pt x="238051" y="94139"/>
                </a:lnTo>
                <a:lnTo>
                  <a:pt x="237992" y="94394"/>
                </a:lnTo>
                <a:lnTo>
                  <a:pt x="237927" y="94646"/>
                </a:lnTo>
                <a:lnTo>
                  <a:pt x="237854" y="94895"/>
                </a:lnTo>
                <a:lnTo>
                  <a:pt x="237775" y="95142"/>
                </a:lnTo>
                <a:lnTo>
                  <a:pt x="237688" y="95386"/>
                </a:lnTo>
                <a:lnTo>
                  <a:pt x="237595" y="95628"/>
                </a:lnTo>
                <a:lnTo>
                  <a:pt x="237495" y="95867"/>
                </a:lnTo>
                <a:lnTo>
                  <a:pt x="237388" y="96104"/>
                </a:lnTo>
                <a:lnTo>
                  <a:pt x="237274" y="96338"/>
                </a:lnTo>
                <a:lnTo>
                  <a:pt x="237153" y="96569"/>
                </a:lnTo>
                <a:lnTo>
                  <a:pt x="237025" y="96798"/>
                </a:lnTo>
                <a:lnTo>
                  <a:pt x="236891" y="97024"/>
                </a:lnTo>
                <a:lnTo>
                  <a:pt x="236749" y="97248"/>
                </a:lnTo>
                <a:lnTo>
                  <a:pt x="236601" y="97469"/>
                </a:lnTo>
                <a:lnTo>
                  <a:pt x="236445" y="97688"/>
                </a:lnTo>
                <a:lnTo>
                  <a:pt x="236283" y="97904"/>
                </a:lnTo>
                <a:lnTo>
                  <a:pt x="236114" y="98117"/>
                </a:lnTo>
                <a:lnTo>
                  <a:pt x="235939" y="98326"/>
                </a:lnTo>
                <a:lnTo>
                  <a:pt x="235758" y="98532"/>
                </a:lnTo>
                <a:lnTo>
                  <a:pt x="235570" y="98733"/>
                </a:lnTo>
                <a:lnTo>
                  <a:pt x="235376" y="98931"/>
                </a:lnTo>
                <a:lnTo>
                  <a:pt x="235176" y="99124"/>
                </a:lnTo>
                <a:lnTo>
                  <a:pt x="234969" y="99314"/>
                </a:lnTo>
                <a:lnTo>
                  <a:pt x="234756" y="99500"/>
                </a:lnTo>
                <a:lnTo>
                  <a:pt x="234537" y="99683"/>
                </a:lnTo>
                <a:lnTo>
                  <a:pt x="234312" y="99861"/>
                </a:lnTo>
                <a:lnTo>
                  <a:pt x="234081" y="100036"/>
                </a:lnTo>
                <a:lnTo>
                  <a:pt x="233843" y="100206"/>
                </a:lnTo>
                <a:lnTo>
                  <a:pt x="233599" y="100373"/>
                </a:lnTo>
                <a:lnTo>
                  <a:pt x="233348" y="100536"/>
                </a:lnTo>
                <a:lnTo>
                  <a:pt x="233092" y="100696"/>
                </a:lnTo>
                <a:lnTo>
                  <a:pt x="232829" y="100851"/>
                </a:lnTo>
                <a:lnTo>
                  <a:pt x="232560" y="101003"/>
                </a:lnTo>
                <a:lnTo>
                  <a:pt x="232284" y="101150"/>
                </a:lnTo>
                <a:lnTo>
                  <a:pt x="232003" y="101294"/>
                </a:lnTo>
                <a:lnTo>
                  <a:pt x="231715" y="101434"/>
                </a:lnTo>
                <a:lnTo>
                  <a:pt x="231420" y="101570"/>
                </a:lnTo>
                <a:lnTo>
                  <a:pt x="231120" y="101703"/>
                </a:lnTo>
                <a:lnTo>
                  <a:pt x="230813" y="101831"/>
                </a:lnTo>
                <a:lnTo>
                  <a:pt x="230500" y="101956"/>
                </a:lnTo>
                <a:lnTo>
                  <a:pt x="230181" y="102076"/>
                </a:lnTo>
                <a:lnTo>
                  <a:pt x="229855" y="102191"/>
                </a:lnTo>
                <a:lnTo>
                  <a:pt x="229523" y="102301"/>
                </a:lnTo>
                <a:lnTo>
                  <a:pt x="229185" y="102406"/>
                </a:lnTo>
                <a:lnTo>
                  <a:pt x="228841" y="102506"/>
                </a:lnTo>
                <a:lnTo>
                  <a:pt x="228490" y="102601"/>
                </a:lnTo>
                <a:lnTo>
                  <a:pt x="228133" y="102690"/>
                </a:lnTo>
                <a:lnTo>
                  <a:pt x="227770" y="102775"/>
                </a:lnTo>
                <a:lnTo>
                  <a:pt x="227401" y="102854"/>
                </a:lnTo>
                <a:lnTo>
                  <a:pt x="227025" y="102928"/>
                </a:lnTo>
                <a:lnTo>
                  <a:pt x="226643" y="102997"/>
                </a:lnTo>
                <a:lnTo>
                  <a:pt x="226255" y="103061"/>
                </a:lnTo>
                <a:lnTo>
                  <a:pt x="225861" y="103120"/>
                </a:lnTo>
                <a:lnTo>
                  <a:pt x="225460" y="103174"/>
                </a:lnTo>
                <a:lnTo>
                  <a:pt x="225053" y="103222"/>
                </a:lnTo>
                <a:lnTo>
                  <a:pt x="224639" y="103266"/>
                </a:lnTo>
                <a:lnTo>
                  <a:pt x="224220" y="103304"/>
                </a:lnTo>
                <a:lnTo>
                  <a:pt x="223794" y="103337"/>
                </a:lnTo>
                <a:lnTo>
                  <a:pt x="223362" y="103365"/>
                </a:lnTo>
                <a:lnTo>
                  <a:pt x="222924" y="103388"/>
                </a:lnTo>
                <a:lnTo>
                  <a:pt x="222479" y="103406"/>
                </a:lnTo>
                <a:lnTo>
                  <a:pt x="222028" y="103419"/>
                </a:lnTo>
                <a:lnTo>
                  <a:pt x="221571" y="103427"/>
                </a:lnTo>
                <a:lnTo>
                  <a:pt x="221108" y="103429"/>
                </a:lnTo>
                <a:lnTo>
                  <a:pt x="220757" y="103427"/>
                </a:lnTo>
                <a:lnTo>
                  <a:pt x="220407" y="103420"/>
                </a:lnTo>
                <a:lnTo>
                  <a:pt x="220057" y="103408"/>
                </a:lnTo>
                <a:lnTo>
                  <a:pt x="219706" y="103392"/>
                </a:lnTo>
                <a:lnTo>
                  <a:pt x="219355" y="103370"/>
                </a:lnTo>
                <a:lnTo>
                  <a:pt x="219003" y="103344"/>
                </a:lnTo>
                <a:lnTo>
                  <a:pt x="218652" y="103313"/>
                </a:lnTo>
                <a:lnTo>
                  <a:pt x="218300" y="103278"/>
                </a:lnTo>
                <a:lnTo>
                  <a:pt x="217948" y="103238"/>
                </a:lnTo>
                <a:lnTo>
                  <a:pt x="217595" y="103193"/>
                </a:lnTo>
                <a:lnTo>
                  <a:pt x="217243" y="103143"/>
                </a:lnTo>
                <a:lnTo>
                  <a:pt x="216890" y="103089"/>
                </a:lnTo>
                <a:lnTo>
                  <a:pt x="216537" y="103030"/>
                </a:lnTo>
                <a:lnTo>
                  <a:pt x="216184" y="102966"/>
                </a:lnTo>
                <a:lnTo>
                  <a:pt x="215830" y="102897"/>
                </a:lnTo>
                <a:lnTo>
                  <a:pt x="215476" y="102824"/>
                </a:lnTo>
                <a:lnTo>
                  <a:pt x="215122" y="102746"/>
                </a:lnTo>
                <a:lnTo>
                  <a:pt x="214767" y="102663"/>
                </a:lnTo>
                <a:lnTo>
                  <a:pt x="214413" y="102575"/>
                </a:lnTo>
                <a:lnTo>
                  <a:pt x="214058" y="102483"/>
                </a:lnTo>
                <a:lnTo>
                  <a:pt x="213703" y="102386"/>
                </a:lnTo>
                <a:lnTo>
                  <a:pt x="213347" y="102284"/>
                </a:lnTo>
                <a:lnTo>
                  <a:pt x="212992" y="102178"/>
                </a:lnTo>
                <a:lnTo>
                  <a:pt x="212636" y="102067"/>
                </a:lnTo>
                <a:lnTo>
                  <a:pt x="212282" y="101950"/>
                </a:lnTo>
                <a:lnTo>
                  <a:pt x="211933" y="101826"/>
                </a:lnTo>
                <a:lnTo>
                  <a:pt x="211588" y="101696"/>
                </a:lnTo>
                <a:lnTo>
                  <a:pt x="211248" y="101559"/>
                </a:lnTo>
                <a:lnTo>
                  <a:pt x="210913" y="101416"/>
                </a:lnTo>
                <a:lnTo>
                  <a:pt x="210582" y="101265"/>
                </a:lnTo>
                <a:lnTo>
                  <a:pt x="210256" y="101109"/>
                </a:lnTo>
                <a:lnTo>
                  <a:pt x="209935" y="100945"/>
                </a:lnTo>
                <a:lnTo>
                  <a:pt x="209618" y="100775"/>
                </a:lnTo>
                <a:lnTo>
                  <a:pt x="209305" y="100598"/>
                </a:lnTo>
                <a:lnTo>
                  <a:pt x="208998" y="100415"/>
                </a:lnTo>
                <a:lnTo>
                  <a:pt x="208695" y="100225"/>
                </a:lnTo>
                <a:lnTo>
                  <a:pt x="208396" y="100028"/>
                </a:lnTo>
                <a:lnTo>
                  <a:pt x="208102" y="99825"/>
                </a:lnTo>
                <a:lnTo>
                  <a:pt x="207813" y="99615"/>
                </a:lnTo>
                <a:lnTo>
                  <a:pt x="207528" y="99398"/>
                </a:lnTo>
                <a:lnTo>
                  <a:pt x="207248" y="99175"/>
                </a:lnTo>
                <a:lnTo>
                  <a:pt x="206973" y="98945"/>
                </a:lnTo>
                <a:lnTo>
                  <a:pt x="206702" y="98708"/>
                </a:lnTo>
                <a:lnTo>
                  <a:pt x="206435" y="98465"/>
                </a:lnTo>
                <a:lnTo>
                  <a:pt x="206174" y="98215"/>
                </a:lnTo>
                <a:lnTo>
                  <a:pt x="205917" y="97959"/>
                </a:lnTo>
                <a:lnTo>
                  <a:pt x="205664" y="97695"/>
                </a:lnTo>
                <a:lnTo>
                  <a:pt x="205416" y="97425"/>
                </a:lnTo>
                <a:lnTo>
                  <a:pt x="205175" y="97148"/>
                </a:lnTo>
                <a:lnTo>
                  <a:pt x="204944" y="96863"/>
                </a:lnTo>
                <a:lnTo>
                  <a:pt x="204721" y="96570"/>
                </a:lnTo>
                <a:lnTo>
                  <a:pt x="204508" y="96268"/>
                </a:lnTo>
                <a:lnTo>
                  <a:pt x="204304" y="95959"/>
                </a:lnTo>
                <a:lnTo>
                  <a:pt x="204109" y="95641"/>
                </a:lnTo>
                <a:lnTo>
                  <a:pt x="203923" y="95316"/>
                </a:lnTo>
                <a:lnTo>
                  <a:pt x="203746" y="94982"/>
                </a:lnTo>
                <a:lnTo>
                  <a:pt x="203579" y="94640"/>
                </a:lnTo>
                <a:lnTo>
                  <a:pt x="203421" y="94291"/>
                </a:lnTo>
                <a:lnTo>
                  <a:pt x="203272" y="93933"/>
                </a:lnTo>
                <a:lnTo>
                  <a:pt x="203133" y="93567"/>
                </a:lnTo>
                <a:lnTo>
                  <a:pt x="203002" y="93193"/>
                </a:lnTo>
                <a:lnTo>
                  <a:pt x="202881" y="92811"/>
                </a:lnTo>
                <a:lnTo>
                  <a:pt x="202769" y="92421"/>
                </a:lnTo>
                <a:lnTo>
                  <a:pt x="202666" y="92023"/>
                </a:lnTo>
                <a:lnTo>
                  <a:pt x="202572" y="91617"/>
                </a:lnTo>
                <a:lnTo>
                  <a:pt x="202488" y="91203"/>
                </a:lnTo>
                <a:lnTo>
                  <a:pt x="202413" y="90781"/>
                </a:lnTo>
                <a:lnTo>
                  <a:pt x="202347" y="90350"/>
                </a:lnTo>
                <a:lnTo>
                  <a:pt x="202290" y="89912"/>
                </a:lnTo>
                <a:lnTo>
                  <a:pt x="202242" y="89466"/>
                </a:lnTo>
                <a:lnTo>
                  <a:pt x="202204" y="89011"/>
                </a:lnTo>
                <a:lnTo>
                  <a:pt x="202175" y="88549"/>
                </a:lnTo>
                <a:lnTo>
                  <a:pt x="188473" y="88549"/>
                </a:lnTo>
                <a:lnTo>
                  <a:pt x="188479" y="89100"/>
                </a:lnTo>
                <a:lnTo>
                  <a:pt x="188499" y="89649"/>
                </a:lnTo>
                <a:lnTo>
                  <a:pt x="188531" y="90196"/>
                </a:lnTo>
                <a:lnTo>
                  <a:pt x="188577" y="90740"/>
                </a:lnTo>
                <a:lnTo>
                  <a:pt x="188636" y="91282"/>
                </a:lnTo>
                <a:lnTo>
                  <a:pt x="188708" y="91822"/>
                </a:lnTo>
                <a:lnTo>
                  <a:pt x="188792" y="92360"/>
                </a:lnTo>
                <a:lnTo>
                  <a:pt x="188890" y="92895"/>
                </a:lnTo>
                <a:lnTo>
                  <a:pt x="189001" y="93428"/>
                </a:lnTo>
                <a:lnTo>
                  <a:pt x="189125" y="93958"/>
                </a:lnTo>
                <a:lnTo>
                  <a:pt x="189262" y="94487"/>
                </a:lnTo>
                <a:lnTo>
                  <a:pt x="189412" y="95013"/>
                </a:lnTo>
                <a:lnTo>
                  <a:pt x="189575" y="95537"/>
                </a:lnTo>
                <a:lnTo>
                  <a:pt x="189751" y="96058"/>
                </a:lnTo>
                <a:lnTo>
                  <a:pt x="189940" y="96577"/>
                </a:lnTo>
                <a:lnTo>
                  <a:pt x="190143" y="97094"/>
                </a:lnTo>
                <a:lnTo>
                  <a:pt x="190358" y="97609"/>
                </a:lnTo>
                <a:lnTo>
                  <a:pt x="190586" y="98121"/>
                </a:lnTo>
                <a:lnTo>
                  <a:pt x="190827" y="98631"/>
                </a:lnTo>
                <a:lnTo>
                  <a:pt x="191082" y="99138"/>
                </a:lnTo>
                <a:lnTo>
                  <a:pt x="191349" y="99644"/>
                </a:lnTo>
                <a:lnTo>
                  <a:pt x="191630" y="100147"/>
                </a:lnTo>
                <a:lnTo>
                  <a:pt x="191923" y="100647"/>
                </a:lnTo>
                <a:lnTo>
                  <a:pt x="192230" y="101146"/>
                </a:lnTo>
                <a:lnTo>
                  <a:pt x="192549" y="101639"/>
                </a:lnTo>
                <a:lnTo>
                  <a:pt x="192881" y="102125"/>
                </a:lnTo>
                <a:lnTo>
                  <a:pt x="193224" y="102603"/>
                </a:lnTo>
                <a:lnTo>
                  <a:pt x="193580" y="103073"/>
                </a:lnTo>
                <a:lnTo>
                  <a:pt x="193949" y="103536"/>
                </a:lnTo>
                <a:lnTo>
                  <a:pt x="194329" y="103991"/>
                </a:lnTo>
                <a:lnTo>
                  <a:pt x="194722" y="104438"/>
                </a:lnTo>
                <a:lnTo>
                  <a:pt x="195127" y="104878"/>
                </a:lnTo>
                <a:lnTo>
                  <a:pt x="195545" y="105310"/>
                </a:lnTo>
                <a:lnTo>
                  <a:pt x="195975" y="105735"/>
                </a:lnTo>
                <a:lnTo>
                  <a:pt x="196417" y="106151"/>
                </a:lnTo>
                <a:lnTo>
                  <a:pt x="196871" y="106560"/>
                </a:lnTo>
                <a:lnTo>
                  <a:pt x="197337" y="106962"/>
                </a:lnTo>
                <a:lnTo>
                  <a:pt x="197816" y="107355"/>
                </a:lnTo>
                <a:lnTo>
                  <a:pt x="198307" y="107741"/>
                </a:lnTo>
                <a:lnTo>
                  <a:pt x="198811" y="108120"/>
                </a:lnTo>
                <a:lnTo>
                  <a:pt x="199326" y="108490"/>
                </a:lnTo>
                <a:lnTo>
                  <a:pt x="199854" y="108853"/>
                </a:lnTo>
                <a:lnTo>
                  <a:pt x="200395" y="109208"/>
                </a:lnTo>
                <a:lnTo>
                  <a:pt x="200947" y="109556"/>
                </a:lnTo>
                <a:lnTo>
                  <a:pt x="201512" y="109896"/>
                </a:lnTo>
                <a:lnTo>
                  <a:pt x="202089" y="110228"/>
                </a:lnTo>
                <a:lnTo>
                  <a:pt x="202678" y="110553"/>
                </a:lnTo>
                <a:lnTo>
                  <a:pt x="203280" y="110870"/>
                </a:lnTo>
                <a:lnTo>
                  <a:pt x="203893" y="111176"/>
                </a:lnTo>
                <a:lnTo>
                  <a:pt x="204518" y="111470"/>
                </a:lnTo>
                <a:lnTo>
                  <a:pt x="205154" y="111750"/>
                </a:lnTo>
                <a:lnTo>
                  <a:pt x="205801" y="112018"/>
                </a:lnTo>
                <a:lnTo>
                  <a:pt x="206459" y="112272"/>
                </a:lnTo>
                <a:lnTo>
                  <a:pt x="207129" y="112514"/>
                </a:lnTo>
                <a:lnTo>
                  <a:pt x="207810" y="112742"/>
                </a:lnTo>
                <a:lnTo>
                  <a:pt x="208502" y="112957"/>
                </a:lnTo>
                <a:lnTo>
                  <a:pt x="209206" y="113159"/>
                </a:lnTo>
                <a:lnTo>
                  <a:pt x="209920" y="113348"/>
                </a:lnTo>
                <a:lnTo>
                  <a:pt x="210646" y="113525"/>
                </a:lnTo>
                <a:lnTo>
                  <a:pt x="211383" y="113688"/>
                </a:lnTo>
                <a:lnTo>
                  <a:pt x="212132" y="113838"/>
                </a:lnTo>
                <a:lnTo>
                  <a:pt x="212892" y="113975"/>
                </a:lnTo>
                <a:lnTo>
                  <a:pt x="213662" y="114099"/>
                </a:lnTo>
                <a:lnTo>
                  <a:pt x="214445" y="114209"/>
                </a:lnTo>
                <a:lnTo>
                  <a:pt x="215238" y="114307"/>
                </a:lnTo>
                <a:lnTo>
                  <a:pt x="216043" y="114392"/>
                </a:lnTo>
                <a:lnTo>
                  <a:pt x="216859" y="114464"/>
                </a:lnTo>
                <a:lnTo>
                  <a:pt x="217686" y="114523"/>
                </a:lnTo>
                <a:lnTo>
                  <a:pt x="218525" y="114568"/>
                </a:lnTo>
                <a:lnTo>
                  <a:pt x="219374" y="114601"/>
                </a:lnTo>
                <a:lnTo>
                  <a:pt x="220235" y="114620"/>
                </a:lnTo>
                <a:lnTo>
                  <a:pt x="221108" y="114627"/>
                </a:lnTo>
                <a:lnTo>
                  <a:pt x="221688" y="114624"/>
                </a:lnTo>
                <a:lnTo>
                  <a:pt x="222264" y="114615"/>
                </a:lnTo>
                <a:lnTo>
                  <a:pt x="222836" y="114600"/>
                </a:lnTo>
                <a:lnTo>
                  <a:pt x="223402" y="114579"/>
                </a:lnTo>
                <a:lnTo>
                  <a:pt x="223964" y="114552"/>
                </a:lnTo>
                <a:lnTo>
                  <a:pt x="224522" y="114519"/>
                </a:lnTo>
                <a:lnTo>
                  <a:pt x="225074" y="114480"/>
                </a:lnTo>
                <a:lnTo>
                  <a:pt x="225622" y="114435"/>
                </a:lnTo>
                <a:lnTo>
                  <a:pt x="226165" y="114383"/>
                </a:lnTo>
                <a:lnTo>
                  <a:pt x="226703" y="114326"/>
                </a:lnTo>
                <a:lnTo>
                  <a:pt x="227236" y="114263"/>
                </a:lnTo>
                <a:lnTo>
                  <a:pt x="227765" y="114194"/>
                </a:lnTo>
                <a:lnTo>
                  <a:pt x="228289" y="114119"/>
                </a:lnTo>
                <a:lnTo>
                  <a:pt x="228809" y="114038"/>
                </a:lnTo>
                <a:lnTo>
                  <a:pt x="229323" y="113951"/>
                </a:lnTo>
                <a:lnTo>
                  <a:pt x="229833" y="113857"/>
                </a:lnTo>
                <a:lnTo>
                  <a:pt x="230338" y="113758"/>
                </a:lnTo>
                <a:lnTo>
                  <a:pt x="230839" y="113653"/>
                </a:lnTo>
                <a:lnTo>
                  <a:pt x="231334" y="113542"/>
                </a:lnTo>
                <a:lnTo>
                  <a:pt x="231825" y="113425"/>
                </a:lnTo>
                <a:lnTo>
                  <a:pt x="232311" y="113301"/>
                </a:lnTo>
                <a:lnTo>
                  <a:pt x="232793" y="113172"/>
                </a:lnTo>
                <a:lnTo>
                  <a:pt x="233270" y="113037"/>
                </a:lnTo>
                <a:lnTo>
                  <a:pt x="233742" y="112896"/>
                </a:lnTo>
                <a:lnTo>
                  <a:pt x="234208" y="112749"/>
                </a:lnTo>
                <a:lnTo>
                  <a:pt x="234670" y="112597"/>
                </a:lnTo>
                <a:lnTo>
                  <a:pt x="235126" y="112441"/>
                </a:lnTo>
                <a:lnTo>
                  <a:pt x="235577" y="112280"/>
                </a:lnTo>
                <a:lnTo>
                  <a:pt x="236023" y="112114"/>
                </a:lnTo>
                <a:lnTo>
                  <a:pt x="236463" y="111943"/>
                </a:lnTo>
                <a:lnTo>
                  <a:pt x="236897" y="111767"/>
                </a:lnTo>
                <a:lnTo>
                  <a:pt x="237327" y="111586"/>
                </a:lnTo>
                <a:lnTo>
                  <a:pt x="237751" y="111400"/>
                </a:lnTo>
                <a:lnTo>
                  <a:pt x="238169" y="111210"/>
                </a:lnTo>
                <a:lnTo>
                  <a:pt x="238582" y="111015"/>
                </a:lnTo>
                <a:lnTo>
                  <a:pt x="238990" y="110815"/>
                </a:lnTo>
                <a:lnTo>
                  <a:pt x="239393" y="110610"/>
                </a:lnTo>
                <a:lnTo>
                  <a:pt x="239790" y="110400"/>
                </a:lnTo>
                <a:lnTo>
                  <a:pt x="240182" y="110185"/>
                </a:lnTo>
                <a:lnTo>
                  <a:pt x="240568" y="109965"/>
                </a:lnTo>
                <a:lnTo>
                  <a:pt x="240949" y="109741"/>
                </a:lnTo>
                <a:lnTo>
                  <a:pt x="241325" y="109512"/>
                </a:lnTo>
                <a:lnTo>
                  <a:pt x="241695" y="109277"/>
                </a:lnTo>
                <a:lnTo>
                  <a:pt x="242060" y="109038"/>
                </a:lnTo>
                <a:lnTo>
                  <a:pt x="242419" y="108794"/>
                </a:lnTo>
                <a:lnTo>
                  <a:pt x="242773" y="108546"/>
                </a:lnTo>
                <a:lnTo>
                  <a:pt x="243122" y="108292"/>
                </a:lnTo>
                <a:lnTo>
                  <a:pt x="243466" y="108034"/>
                </a:lnTo>
                <a:lnTo>
                  <a:pt x="243803" y="107771"/>
                </a:lnTo>
                <a:lnTo>
                  <a:pt x="244134" y="107503"/>
                </a:lnTo>
                <a:lnTo>
                  <a:pt x="244458" y="107232"/>
                </a:lnTo>
                <a:lnTo>
                  <a:pt x="244775" y="106956"/>
                </a:lnTo>
                <a:lnTo>
                  <a:pt x="245086" y="106676"/>
                </a:lnTo>
                <a:lnTo>
                  <a:pt x="245390" y="106392"/>
                </a:lnTo>
                <a:lnTo>
                  <a:pt x="245688" y="106104"/>
                </a:lnTo>
                <a:lnTo>
                  <a:pt x="245979" y="105811"/>
                </a:lnTo>
                <a:lnTo>
                  <a:pt x="246263" y="105515"/>
                </a:lnTo>
                <a:lnTo>
                  <a:pt x="246540" y="105214"/>
                </a:lnTo>
                <a:lnTo>
                  <a:pt x="246811" y="104908"/>
                </a:lnTo>
                <a:lnTo>
                  <a:pt x="247075" y="104599"/>
                </a:lnTo>
                <a:lnTo>
                  <a:pt x="247333" y="104285"/>
                </a:lnTo>
                <a:lnTo>
                  <a:pt x="247584" y="103967"/>
                </a:lnTo>
                <a:lnTo>
                  <a:pt x="247828" y="103645"/>
                </a:lnTo>
                <a:lnTo>
                  <a:pt x="248066" y="103319"/>
                </a:lnTo>
                <a:lnTo>
                  <a:pt x="248297" y="102988"/>
                </a:lnTo>
                <a:lnTo>
                  <a:pt x="248521" y="102654"/>
                </a:lnTo>
                <a:lnTo>
                  <a:pt x="248739" y="102315"/>
                </a:lnTo>
                <a:lnTo>
                  <a:pt x="248950" y="101971"/>
                </a:lnTo>
                <a:lnTo>
                  <a:pt x="249154" y="101624"/>
                </a:lnTo>
                <a:lnTo>
                  <a:pt x="249352" y="101272"/>
                </a:lnTo>
                <a:lnTo>
                  <a:pt x="249543" y="100916"/>
                </a:lnTo>
                <a:lnTo>
                  <a:pt x="249727" y="100556"/>
                </a:lnTo>
                <a:lnTo>
                  <a:pt x="249905" y="100193"/>
                </a:lnTo>
                <a:lnTo>
                  <a:pt x="250074" y="99826"/>
                </a:lnTo>
                <a:lnTo>
                  <a:pt x="250237" y="99456"/>
                </a:lnTo>
                <a:lnTo>
                  <a:pt x="250391" y="99083"/>
                </a:lnTo>
                <a:lnTo>
                  <a:pt x="250539" y="98707"/>
                </a:lnTo>
                <a:lnTo>
                  <a:pt x="250678" y="98328"/>
                </a:lnTo>
                <a:lnTo>
                  <a:pt x="250810" y="97946"/>
                </a:lnTo>
                <a:lnTo>
                  <a:pt x="250935" y="97561"/>
                </a:lnTo>
                <a:lnTo>
                  <a:pt x="251052" y="97172"/>
                </a:lnTo>
                <a:lnTo>
                  <a:pt x="251161" y="96781"/>
                </a:lnTo>
                <a:lnTo>
                  <a:pt x="251263" y="96386"/>
                </a:lnTo>
                <a:lnTo>
                  <a:pt x="251357" y="95989"/>
                </a:lnTo>
                <a:lnTo>
                  <a:pt x="251444" y="95588"/>
                </a:lnTo>
                <a:lnTo>
                  <a:pt x="251523" y="95185"/>
                </a:lnTo>
                <a:lnTo>
                  <a:pt x="251595" y="94778"/>
                </a:lnTo>
                <a:lnTo>
                  <a:pt x="251659" y="94368"/>
                </a:lnTo>
                <a:lnTo>
                  <a:pt x="251716" y="93955"/>
                </a:lnTo>
                <a:lnTo>
                  <a:pt x="251765" y="93540"/>
                </a:lnTo>
                <a:lnTo>
                  <a:pt x="251806" y="93121"/>
                </a:lnTo>
                <a:lnTo>
                  <a:pt x="251840" y="92698"/>
                </a:lnTo>
                <a:lnTo>
                  <a:pt x="251867" y="92273"/>
                </a:lnTo>
                <a:lnTo>
                  <a:pt x="251885" y="91845"/>
                </a:lnTo>
                <a:lnTo>
                  <a:pt x="251897" y="91414"/>
                </a:lnTo>
                <a:lnTo>
                  <a:pt x="251901" y="90980"/>
                </a:lnTo>
                <a:lnTo>
                  <a:pt x="251895" y="90449"/>
                </a:lnTo>
                <a:lnTo>
                  <a:pt x="251879" y="89925"/>
                </a:lnTo>
                <a:lnTo>
                  <a:pt x="251852" y="89407"/>
                </a:lnTo>
                <a:lnTo>
                  <a:pt x="251815" y="88896"/>
                </a:lnTo>
                <a:lnTo>
                  <a:pt x="251766" y="88392"/>
                </a:lnTo>
                <a:lnTo>
                  <a:pt x="251707" y="87895"/>
                </a:lnTo>
                <a:lnTo>
                  <a:pt x="251637" y="87404"/>
                </a:lnTo>
                <a:lnTo>
                  <a:pt x="251557" y="86920"/>
                </a:lnTo>
                <a:lnTo>
                  <a:pt x="251465" y="86442"/>
                </a:lnTo>
                <a:lnTo>
                  <a:pt x="251363" y="85971"/>
                </a:lnTo>
                <a:lnTo>
                  <a:pt x="251251" y="85507"/>
                </a:lnTo>
                <a:lnTo>
                  <a:pt x="251127" y="85049"/>
                </a:lnTo>
                <a:lnTo>
                  <a:pt x="250993" y="84598"/>
                </a:lnTo>
                <a:lnTo>
                  <a:pt x="250848" y="84154"/>
                </a:lnTo>
                <a:lnTo>
                  <a:pt x="250692" y="83716"/>
                </a:lnTo>
                <a:lnTo>
                  <a:pt x="250525" y="83285"/>
                </a:lnTo>
                <a:lnTo>
                  <a:pt x="250348" y="82861"/>
                </a:lnTo>
                <a:lnTo>
                  <a:pt x="250160" y="82443"/>
                </a:lnTo>
                <a:lnTo>
                  <a:pt x="249961" y="82032"/>
                </a:lnTo>
                <a:lnTo>
                  <a:pt x="249752" y="81628"/>
                </a:lnTo>
                <a:lnTo>
                  <a:pt x="249532" y="81230"/>
                </a:lnTo>
                <a:lnTo>
                  <a:pt x="249301" y="80839"/>
                </a:lnTo>
                <a:lnTo>
                  <a:pt x="249059" y="80455"/>
                </a:lnTo>
                <a:lnTo>
                  <a:pt x="248807" y="80077"/>
                </a:lnTo>
                <a:lnTo>
                  <a:pt x="248543" y="79705"/>
                </a:lnTo>
                <a:lnTo>
                  <a:pt x="248268" y="79338"/>
                </a:lnTo>
                <a:lnTo>
                  <a:pt x="247982" y="78975"/>
                </a:lnTo>
                <a:lnTo>
                  <a:pt x="247685" y="78618"/>
                </a:lnTo>
                <a:lnTo>
                  <a:pt x="247377" y="78265"/>
                </a:lnTo>
                <a:lnTo>
                  <a:pt x="247057" y="77917"/>
                </a:lnTo>
                <a:lnTo>
                  <a:pt x="246726" y="77574"/>
                </a:lnTo>
                <a:lnTo>
                  <a:pt x="246384" y="77236"/>
                </a:lnTo>
                <a:lnTo>
                  <a:pt x="246030" y="76903"/>
                </a:lnTo>
                <a:lnTo>
                  <a:pt x="245665" y="76575"/>
                </a:lnTo>
                <a:lnTo>
                  <a:pt x="245289" y="76252"/>
                </a:lnTo>
                <a:lnTo>
                  <a:pt x="244902" y="75933"/>
                </a:lnTo>
                <a:lnTo>
                  <a:pt x="244504" y="75619"/>
                </a:lnTo>
                <a:lnTo>
                  <a:pt x="244094" y="75310"/>
                </a:lnTo>
                <a:lnTo>
                  <a:pt x="243673" y="75006"/>
                </a:lnTo>
                <a:lnTo>
                  <a:pt x="243241" y="74707"/>
                </a:lnTo>
                <a:lnTo>
                  <a:pt x="242797" y="74413"/>
                </a:lnTo>
                <a:lnTo>
                  <a:pt x="242342" y="74123"/>
                </a:lnTo>
                <a:lnTo>
                  <a:pt x="241876" y="73839"/>
                </a:lnTo>
                <a:lnTo>
                  <a:pt x="241399" y="73559"/>
                </a:lnTo>
                <a:lnTo>
                  <a:pt x="240910" y="73284"/>
                </a:lnTo>
                <a:lnTo>
                  <a:pt x="240410" y="73014"/>
                </a:lnTo>
                <a:lnTo>
                  <a:pt x="239899" y="72749"/>
                </a:lnTo>
                <a:lnTo>
                  <a:pt x="239377" y="72489"/>
                </a:lnTo>
                <a:lnTo>
                  <a:pt x="238843" y="72233"/>
                </a:lnTo>
                <a:lnTo>
                  <a:pt x="238297" y="71979"/>
                </a:lnTo>
                <a:lnTo>
                  <a:pt x="237739" y="71729"/>
                </a:lnTo>
                <a:lnTo>
                  <a:pt x="237169" y="71482"/>
                </a:lnTo>
                <a:lnTo>
                  <a:pt x="236587" y="71238"/>
                </a:lnTo>
                <a:lnTo>
                  <a:pt x="235993" y="70997"/>
                </a:lnTo>
                <a:lnTo>
                  <a:pt x="235387" y="70759"/>
                </a:lnTo>
                <a:lnTo>
                  <a:pt x="234769" y="70525"/>
                </a:lnTo>
                <a:lnTo>
                  <a:pt x="234139" y="70293"/>
                </a:lnTo>
                <a:lnTo>
                  <a:pt x="233496" y="70064"/>
                </a:lnTo>
                <a:lnTo>
                  <a:pt x="232842" y="69838"/>
                </a:lnTo>
                <a:lnTo>
                  <a:pt x="232176" y="69616"/>
                </a:lnTo>
                <a:lnTo>
                  <a:pt x="231498" y="69396"/>
                </a:lnTo>
                <a:lnTo>
                  <a:pt x="230808" y="69180"/>
                </a:lnTo>
                <a:lnTo>
                  <a:pt x="230105" y="68967"/>
                </a:lnTo>
                <a:lnTo>
                  <a:pt x="229391" y="68756"/>
                </a:lnTo>
                <a:lnTo>
                  <a:pt x="228665" y="68549"/>
                </a:lnTo>
                <a:lnTo>
                  <a:pt x="227926" y="68345"/>
                </a:lnTo>
                <a:lnTo>
                  <a:pt x="227176" y="68144"/>
                </a:lnTo>
                <a:lnTo>
                  <a:pt x="226414" y="67946"/>
                </a:lnTo>
                <a:lnTo>
                  <a:pt x="225639" y="67751"/>
                </a:lnTo>
                <a:lnTo>
                  <a:pt x="224853" y="67559"/>
                </a:lnTo>
                <a:lnTo>
                  <a:pt x="224054" y="67371"/>
                </a:lnTo>
                <a:lnTo>
                  <a:pt x="223244" y="67185"/>
                </a:lnTo>
                <a:lnTo>
                  <a:pt x="222781" y="67081"/>
                </a:lnTo>
                <a:lnTo>
                  <a:pt x="222325" y="66976"/>
                </a:lnTo>
                <a:lnTo>
                  <a:pt x="221875" y="66872"/>
                </a:lnTo>
                <a:lnTo>
                  <a:pt x="221433" y="66767"/>
                </a:lnTo>
                <a:lnTo>
                  <a:pt x="220997" y="66663"/>
                </a:lnTo>
                <a:lnTo>
                  <a:pt x="220569" y="66559"/>
                </a:lnTo>
                <a:lnTo>
                  <a:pt x="220147" y="66454"/>
                </a:lnTo>
                <a:lnTo>
                  <a:pt x="219732" y="66350"/>
                </a:lnTo>
                <a:lnTo>
                  <a:pt x="219325" y="66246"/>
                </a:lnTo>
                <a:lnTo>
                  <a:pt x="218924" y="66141"/>
                </a:lnTo>
                <a:lnTo>
                  <a:pt x="218530" y="66037"/>
                </a:lnTo>
                <a:lnTo>
                  <a:pt x="218142" y="65933"/>
                </a:lnTo>
                <a:lnTo>
                  <a:pt x="217762" y="65828"/>
                </a:lnTo>
                <a:lnTo>
                  <a:pt x="217389" y="65724"/>
                </a:lnTo>
                <a:lnTo>
                  <a:pt x="217022" y="65619"/>
                </a:lnTo>
                <a:lnTo>
                  <a:pt x="216663" y="65515"/>
                </a:lnTo>
                <a:lnTo>
                  <a:pt x="216310" y="65411"/>
                </a:lnTo>
                <a:lnTo>
                  <a:pt x="215965" y="65306"/>
                </a:lnTo>
                <a:lnTo>
                  <a:pt x="215626" y="65202"/>
                </a:lnTo>
                <a:lnTo>
                  <a:pt x="215294" y="65098"/>
                </a:lnTo>
                <a:lnTo>
                  <a:pt x="214969" y="64993"/>
                </a:lnTo>
                <a:lnTo>
                  <a:pt x="214651" y="64889"/>
                </a:lnTo>
                <a:lnTo>
                  <a:pt x="214340" y="64785"/>
                </a:lnTo>
                <a:lnTo>
                  <a:pt x="214035" y="64680"/>
                </a:lnTo>
                <a:lnTo>
                  <a:pt x="213737" y="64576"/>
                </a:lnTo>
                <a:lnTo>
                  <a:pt x="213445" y="64470"/>
                </a:lnTo>
                <a:lnTo>
                  <a:pt x="213158" y="64364"/>
                </a:lnTo>
                <a:lnTo>
                  <a:pt x="212877" y="64258"/>
                </a:lnTo>
                <a:lnTo>
                  <a:pt x="212602" y="64150"/>
                </a:lnTo>
                <a:lnTo>
                  <a:pt x="212332" y="64043"/>
                </a:lnTo>
                <a:lnTo>
                  <a:pt x="212068" y="63934"/>
                </a:lnTo>
                <a:lnTo>
                  <a:pt x="211809" y="63825"/>
                </a:lnTo>
                <a:lnTo>
                  <a:pt x="211556" y="63715"/>
                </a:lnTo>
                <a:lnTo>
                  <a:pt x="211309" y="63605"/>
                </a:lnTo>
                <a:lnTo>
                  <a:pt x="211067" y="63494"/>
                </a:lnTo>
                <a:lnTo>
                  <a:pt x="210831" y="63382"/>
                </a:lnTo>
                <a:lnTo>
                  <a:pt x="210600" y="63269"/>
                </a:lnTo>
                <a:lnTo>
                  <a:pt x="210376" y="63156"/>
                </a:lnTo>
                <a:lnTo>
                  <a:pt x="210156" y="63043"/>
                </a:lnTo>
                <a:lnTo>
                  <a:pt x="209943" y="62929"/>
                </a:lnTo>
                <a:lnTo>
                  <a:pt x="209735" y="62814"/>
                </a:lnTo>
                <a:lnTo>
                  <a:pt x="209532" y="62698"/>
                </a:lnTo>
                <a:lnTo>
                  <a:pt x="209336" y="62582"/>
                </a:lnTo>
                <a:lnTo>
                  <a:pt x="209145" y="62465"/>
                </a:lnTo>
                <a:lnTo>
                  <a:pt x="208959" y="62348"/>
                </a:lnTo>
                <a:lnTo>
                  <a:pt x="208779" y="62229"/>
                </a:lnTo>
                <a:lnTo>
                  <a:pt x="208605" y="62111"/>
                </a:lnTo>
                <a:lnTo>
                  <a:pt x="208437" y="61991"/>
                </a:lnTo>
                <a:lnTo>
                  <a:pt x="208273" y="61871"/>
                </a:lnTo>
                <a:lnTo>
                  <a:pt x="208114" y="61750"/>
                </a:lnTo>
                <a:lnTo>
                  <a:pt x="207958" y="61628"/>
                </a:lnTo>
                <a:lnTo>
                  <a:pt x="207807" y="61504"/>
                </a:lnTo>
                <a:lnTo>
                  <a:pt x="207661" y="61380"/>
                </a:lnTo>
                <a:lnTo>
                  <a:pt x="207518" y="61255"/>
                </a:lnTo>
                <a:lnTo>
                  <a:pt x="207380" y="61128"/>
                </a:lnTo>
                <a:lnTo>
                  <a:pt x="207246" y="61001"/>
                </a:lnTo>
                <a:lnTo>
                  <a:pt x="207116" y="60873"/>
                </a:lnTo>
                <a:lnTo>
                  <a:pt x="206990" y="60743"/>
                </a:lnTo>
                <a:lnTo>
                  <a:pt x="206869" y="60613"/>
                </a:lnTo>
                <a:lnTo>
                  <a:pt x="206752" y="60481"/>
                </a:lnTo>
                <a:lnTo>
                  <a:pt x="206639" y="60349"/>
                </a:lnTo>
                <a:lnTo>
                  <a:pt x="206530" y="60215"/>
                </a:lnTo>
                <a:lnTo>
                  <a:pt x="206425" y="60081"/>
                </a:lnTo>
                <a:lnTo>
                  <a:pt x="206325" y="59945"/>
                </a:lnTo>
                <a:lnTo>
                  <a:pt x="206229" y="59808"/>
                </a:lnTo>
                <a:lnTo>
                  <a:pt x="206137" y="59671"/>
                </a:lnTo>
                <a:lnTo>
                  <a:pt x="206049" y="59532"/>
                </a:lnTo>
                <a:lnTo>
                  <a:pt x="205966" y="59393"/>
                </a:lnTo>
                <a:lnTo>
                  <a:pt x="205886" y="59252"/>
                </a:lnTo>
                <a:lnTo>
                  <a:pt x="205811" y="59110"/>
                </a:lnTo>
                <a:lnTo>
                  <a:pt x="205741" y="58967"/>
                </a:lnTo>
                <a:lnTo>
                  <a:pt x="205674" y="58824"/>
                </a:lnTo>
                <a:lnTo>
                  <a:pt x="205611" y="58679"/>
                </a:lnTo>
                <a:lnTo>
                  <a:pt x="205551" y="58532"/>
                </a:lnTo>
                <a:lnTo>
                  <a:pt x="205493" y="58383"/>
                </a:lnTo>
                <a:lnTo>
                  <a:pt x="205438" y="58233"/>
                </a:lnTo>
                <a:lnTo>
                  <a:pt x="205385" y="58082"/>
                </a:lnTo>
                <a:lnTo>
                  <a:pt x="205336" y="57928"/>
                </a:lnTo>
                <a:lnTo>
                  <a:pt x="205289" y="57773"/>
                </a:lnTo>
                <a:lnTo>
                  <a:pt x="205244" y="57616"/>
                </a:lnTo>
                <a:lnTo>
                  <a:pt x="205203" y="57458"/>
                </a:lnTo>
                <a:lnTo>
                  <a:pt x="205164" y="57298"/>
                </a:lnTo>
                <a:lnTo>
                  <a:pt x="205128" y="57136"/>
                </a:lnTo>
                <a:lnTo>
                  <a:pt x="205094" y="56973"/>
                </a:lnTo>
                <a:lnTo>
                  <a:pt x="205063" y="56808"/>
                </a:lnTo>
                <a:lnTo>
                  <a:pt x="205035" y="56641"/>
                </a:lnTo>
                <a:lnTo>
                  <a:pt x="205009" y="56473"/>
                </a:lnTo>
                <a:lnTo>
                  <a:pt x="204987" y="56303"/>
                </a:lnTo>
                <a:lnTo>
                  <a:pt x="204966" y="56131"/>
                </a:lnTo>
                <a:lnTo>
                  <a:pt x="204949" y="55957"/>
                </a:lnTo>
                <a:lnTo>
                  <a:pt x="204934" y="55782"/>
                </a:lnTo>
                <a:lnTo>
                  <a:pt x="204922" y="55606"/>
                </a:lnTo>
                <a:lnTo>
                  <a:pt x="204913" y="55427"/>
                </a:lnTo>
                <a:lnTo>
                  <a:pt x="204906" y="55247"/>
                </a:lnTo>
                <a:lnTo>
                  <a:pt x="204902" y="55066"/>
                </a:lnTo>
                <a:lnTo>
                  <a:pt x="204901" y="54882"/>
                </a:lnTo>
                <a:lnTo>
                  <a:pt x="204903" y="54637"/>
                </a:lnTo>
                <a:lnTo>
                  <a:pt x="204912" y="54393"/>
                </a:lnTo>
                <a:lnTo>
                  <a:pt x="204925" y="54150"/>
                </a:lnTo>
                <a:lnTo>
                  <a:pt x="204945" y="53908"/>
                </a:lnTo>
                <a:lnTo>
                  <a:pt x="204969" y="53667"/>
                </a:lnTo>
                <a:lnTo>
                  <a:pt x="205000" y="53427"/>
                </a:lnTo>
                <a:lnTo>
                  <a:pt x="205035" y="53189"/>
                </a:lnTo>
                <a:lnTo>
                  <a:pt x="205077" y="52951"/>
                </a:lnTo>
                <a:lnTo>
                  <a:pt x="205123" y="52714"/>
                </a:lnTo>
                <a:lnTo>
                  <a:pt x="205176" y="52478"/>
                </a:lnTo>
                <a:lnTo>
                  <a:pt x="205233" y="52243"/>
                </a:lnTo>
                <a:lnTo>
                  <a:pt x="205297" y="52009"/>
                </a:lnTo>
                <a:lnTo>
                  <a:pt x="205365" y="51777"/>
                </a:lnTo>
                <a:lnTo>
                  <a:pt x="205440" y="51545"/>
                </a:lnTo>
                <a:lnTo>
                  <a:pt x="205519" y="51314"/>
                </a:lnTo>
                <a:lnTo>
                  <a:pt x="205605" y="51084"/>
                </a:lnTo>
                <a:lnTo>
                  <a:pt x="205695" y="50856"/>
                </a:lnTo>
                <a:lnTo>
                  <a:pt x="205792" y="50628"/>
                </a:lnTo>
                <a:lnTo>
                  <a:pt x="205893" y="50401"/>
                </a:lnTo>
                <a:lnTo>
                  <a:pt x="206001" y="50176"/>
                </a:lnTo>
                <a:lnTo>
                  <a:pt x="206113" y="49951"/>
                </a:lnTo>
                <a:lnTo>
                  <a:pt x="206231" y="49728"/>
                </a:lnTo>
                <a:lnTo>
                  <a:pt x="206355" y="49505"/>
                </a:lnTo>
                <a:lnTo>
                  <a:pt x="206484" y="49284"/>
                </a:lnTo>
                <a:lnTo>
                  <a:pt x="206620" y="49064"/>
                </a:lnTo>
                <a:lnTo>
                  <a:pt x="206762" y="48848"/>
                </a:lnTo>
                <a:lnTo>
                  <a:pt x="206910" y="48635"/>
                </a:lnTo>
                <a:lnTo>
                  <a:pt x="207066" y="48425"/>
                </a:lnTo>
                <a:lnTo>
                  <a:pt x="207228" y="48219"/>
                </a:lnTo>
                <a:lnTo>
                  <a:pt x="207396" y="48015"/>
                </a:lnTo>
                <a:lnTo>
                  <a:pt x="207571" y="47815"/>
                </a:lnTo>
                <a:lnTo>
                  <a:pt x="207753" y="47618"/>
                </a:lnTo>
                <a:lnTo>
                  <a:pt x="207942" y="47424"/>
                </a:lnTo>
                <a:lnTo>
                  <a:pt x="208137" y="47234"/>
                </a:lnTo>
                <a:lnTo>
                  <a:pt x="208339" y="47046"/>
                </a:lnTo>
                <a:lnTo>
                  <a:pt x="208547" y="46862"/>
                </a:lnTo>
                <a:lnTo>
                  <a:pt x="208762" y="46681"/>
                </a:lnTo>
                <a:lnTo>
                  <a:pt x="208984" y="46503"/>
                </a:lnTo>
                <a:lnTo>
                  <a:pt x="209212" y="46328"/>
                </a:lnTo>
                <a:lnTo>
                  <a:pt x="209448" y="46157"/>
                </a:lnTo>
                <a:lnTo>
                  <a:pt x="209689" y="45989"/>
                </a:lnTo>
                <a:lnTo>
                  <a:pt x="209938" y="45824"/>
                </a:lnTo>
                <a:lnTo>
                  <a:pt x="210193" y="45662"/>
                </a:lnTo>
                <a:lnTo>
                  <a:pt x="210454" y="45503"/>
                </a:lnTo>
                <a:lnTo>
                  <a:pt x="210723" y="45348"/>
                </a:lnTo>
                <a:lnTo>
                  <a:pt x="210998" y="45195"/>
                </a:lnTo>
                <a:lnTo>
                  <a:pt x="211279" y="45046"/>
                </a:lnTo>
                <a:lnTo>
                  <a:pt x="211568" y="44900"/>
                </a:lnTo>
                <a:lnTo>
                  <a:pt x="211863" y="44759"/>
                </a:lnTo>
                <a:lnTo>
                  <a:pt x="212166" y="44624"/>
                </a:lnTo>
                <a:lnTo>
                  <a:pt x="212476" y="44495"/>
                </a:lnTo>
                <a:lnTo>
                  <a:pt x="212794" y="44371"/>
                </a:lnTo>
                <a:lnTo>
                  <a:pt x="213120" y="44254"/>
                </a:lnTo>
                <a:lnTo>
                  <a:pt x="213453" y="44143"/>
                </a:lnTo>
                <a:lnTo>
                  <a:pt x="213794" y="44038"/>
                </a:lnTo>
                <a:lnTo>
                  <a:pt x="214142" y="43939"/>
                </a:lnTo>
                <a:lnTo>
                  <a:pt x="214498" y="43845"/>
                </a:lnTo>
                <a:lnTo>
                  <a:pt x="214861" y="43758"/>
                </a:lnTo>
                <a:lnTo>
                  <a:pt x="215232" y="43677"/>
                </a:lnTo>
                <a:lnTo>
                  <a:pt x="215610" y="43602"/>
                </a:lnTo>
                <a:lnTo>
                  <a:pt x="215996" y="43533"/>
                </a:lnTo>
                <a:lnTo>
                  <a:pt x="216389" y="43470"/>
                </a:lnTo>
                <a:lnTo>
                  <a:pt x="216790" y="43413"/>
                </a:lnTo>
                <a:lnTo>
                  <a:pt x="217199" y="43362"/>
                </a:lnTo>
                <a:lnTo>
                  <a:pt x="217615" y="43317"/>
                </a:lnTo>
                <a:lnTo>
                  <a:pt x="218039" y="43277"/>
                </a:lnTo>
                <a:lnTo>
                  <a:pt x="218470" y="43244"/>
                </a:lnTo>
                <a:lnTo>
                  <a:pt x="218909" y="43217"/>
                </a:lnTo>
                <a:lnTo>
                  <a:pt x="219355" y="43196"/>
                </a:lnTo>
                <a:lnTo>
                  <a:pt x="219809" y="43181"/>
                </a:lnTo>
                <a:lnTo>
                  <a:pt x="220270" y="43172"/>
                </a:lnTo>
                <a:lnTo>
                  <a:pt x="220739" y="43169"/>
                </a:lnTo>
                <a:lnTo>
                  <a:pt x="221184" y="43173"/>
                </a:lnTo>
                <a:lnTo>
                  <a:pt x="221624" y="43184"/>
                </a:lnTo>
                <a:lnTo>
                  <a:pt x="222058" y="43201"/>
                </a:lnTo>
                <a:lnTo>
                  <a:pt x="222486" y="43227"/>
                </a:lnTo>
                <a:lnTo>
                  <a:pt x="222908" y="43259"/>
                </a:lnTo>
                <a:lnTo>
                  <a:pt x="223324" y="43298"/>
                </a:lnTo>
                <a:lnTo>
                  <a:pt x="223735" y="43345"/>
                </a:lnTo>
                <a:lnTo>
                  <a:pt x="224140" y="43398"/>
                </a:lnTo>
                <a:lnTo>
                  <a:pt x="224539" y="43459"/>
                </a:lnTo>
                <a:lnTo>
                  <a:pt x="224933" y="43527"/>
                </a:lnTo>
                <a:lnTo>
                  <a:pt x="225321" y="43603"/>
                </a:lnTo>
                <a:lnTo>
                  <a:pt x="225703" y="43685"/>
                </a:lnTo>
                <a:lnTo>
                  <a:pt x="226079" y="43774"/>
                </a:lnTo>
                <a:lnTo>
                  <a:pt x="226449" y="43871"/>
                </a:lnTo>
                <a:lnTo>
                  <a:pt x="226814" y="43975"/>
                </a:lnTo>
                <a:lnTo>
                  <a:pt x="227173" y="44086"/>
                </a:lnTo>
                <a:lnTo>
                  <a:pt x="227526" y="44204"/>
                </a:lnTo>
                <a:lnTo>
                  <a:pt x="227873" y="44330"/>
                </a:lnTo>
                <a:lnTo>
                  <a:pt x="228215" y="44462"/>
                </a:lnTo>
                <a:lnTo>
                  <a:pt x="228551" y="44602"/>
                </a:lnTo>
                <a:lnTo>
                  <a:pt x="228881" y="44749"/>
                </a:lnTo>
                <a:lnTo>
                  <a:pt x="229206" y="44902"/>
                </a:lnTo>
                <a:lnTo>
                  <a:pt x="229524" y="45064"/>
                </a:lnTo>
                <a:lnTo>
                  <a:pt x="229837" y="45232"/>
                </a:lnTo>
                <a:lnTo>
                  <a:pt x="230144" y="45406"/>
                </a:lnTo>
                <a:lnTo>
                  <a:pt x="230445" y="45583"/>
                </a:lnTo>
                <a:lnTo>
                  <a:pt x="230740" y="45764"/>
                </a:lnTo>
                <a:lnTo>
                  <a:pt x="231028" y="45949"/>
                </a:lnTo>
                <a:lnTo>
                  <a:pt x="231310" y="46138"/>
                </a:lnTo>
                <a:lnTo>
                  <a:pt x="231587" y="46330"/>
                </a:lnTo>
                <a:lnTo>
                  <a:pt x="231857" y="46526"/>
                </a:lnTo>
                <a:lnTo>
                  <a:pt x="232121" y="46726"/>
                </a:lnTo>
                <a:lnTo>
                  <a:pt x="232379" y="46929"/>
                </a:lnTo>
                <a:lnTo>
                  <a:pt x="232630" y="47136"/>
                </a:lnTo>
                <a:lnTo>
                  <a:pt x="232876" y="47347"/>
                </a:lnTo>
                <a:lnTo>
                  <a:pt x="233115" y="47562"/>
                </a:lnTo>
                <a:lnTo>
                  <a:pt x="233349" y="47780"/>
                </a:lnTo>
                <a:lnTo>
                  <a:pt x="233576" y="48002"/>
                </a:lnTo>
                <a:lnTo>
                  <a:pt x="233797" y="48228"/>
                </a:lnTo>
                <a:lnTo>
                  <a:pt x="234012" y="48457"/>
                </a:lnTo>
                <a:lnTo>
                  <a:pt x="234220" y="48690"/>
                </a:lnTo>
                <a:lnTo>
                  <a:pt x="234423" y="48927"/>
                </a:lnTo>
                <a:lnTo>
                  <a:pt x="234619" y="49167"/>
                </a:lnTo>
                <a:lnTo>
                  <a:pt x="234810" y="49412"/>
                </a:lnTo>
                <a:lnTo>
                  <a:pt x="234994" y="49659"/>
                </a:lnTo>
                <a:lnTo>
                  <a:pt x="235172" y="49911"/>
                </a:lnTo>
                <a:lnTo>
                  <a:pt x="235344" y="50166"/>
                </a:lnTo>
                <a:lnTo>
                  <a:pt x="235510" y="50426"/>
                </a:lnTo>
                <a:lnTo>
                  <a:pt x="235669" y="50687"/>
                </a:lnTo>
                <a:lnTo>
                  <a:pt x="235821" y="50949"/>
                </a:lnTo>
                <a:lnTo>
                  <a:pt x="235967" y="51211"/>
                </a:lnTo>
                <a:lnTo>
                  <a:pt x="236106" y="51474"/>
                </a:lnTo>
                <a:lnTo>
                  <a:pt x="236238" y="51738"/>
                </a:lnTo>
                <a:lnTo>
                  <a:pt x="236364" y="52002"/>
                </a:lnTo>
                <a:lnTo>
                  <a:pt x="236482" y="52268"/>
                </a:lnTo>
                <a:lnTo>
                  <a:pt x="236594" y="52533"/>
                </a:lnTo>
                <a:lnTo>
                  <a:pt x="236699" y="52800"/>
                </a:lnTo>
                <a:lnTo>
                  <a:pt x="236797" y="53067"/>
                </a:lnTo>
                <a:lnTo>
                  <a:pt x="236889" y="53334"/>
                </a:lnTo>
                <a:lnTo>
                  <a:pt x="236974" y="53602"/>
                </a:lnTo>
                <a:lnTo>
                  <a:pt x="237052" y="53871"/>
                </a:lnTo>
                <a:lnTo>
                  <a:pt x="237123" y="54141"/>
                </a:lnTo>
                <a:lnTo>
                  <a:pt x="237187" y="54411"/>
                </a:lnTo>
                <a:lnTo>
                  <a:pt x="237245" y="54682"/>
                </a:lnTo>
                <a:lnTo>
                  <a:pt x="237296" y="54953"/>
                </a:lnTo>
                <a:lnTo>
                  <a:pt x="237340" y="55225"/>
                </a:lnTo>
                <a:lnTo>
                  <a:pt x="237377" y="55498"/>
                </a:lnTo>
                <a:lnTo>
                  <a:pt x="237407" y="55772"/>
                </a:lnTo>
                <a:lnTo>
                  <a:pt x="237431" y="56046"/>
                </a:lnTo>
                <a:lnTo>
                  <a:pt x="237448" y="56320"/>
                </a:lnTo>
                <a:lnTo>
                  <a:pt x="237458" y="56596"/>
                </a:lnTo>
                <a:lnTo>
                  <a:pt x="237462" y="56871"/>
                </a:lnTo>
                <a:lnTo>
                  <a:pt x="251090" y="56871"/>
                </a:lnTo>
                <a:lnTo>
                  <a:pt x="251084" y="56303"/>
                </a:lnTo>
                <a:lnTo>
                  <a:pt x="251065" y="55738"/>
                </a:lnTo>
                <a:lnTo>
                  <a:pt x="251034" y="55178"/>
                </a:lnTo>
                <a:lnTo>
                  <a:pt x="250990" y="54622"/>
                </a:lnTo>
                <a:lnTo>
                  <a:pt x="250934" y="54070"/>
                </a:lnTo>
                <a:lnTo>
                  <a:pt x="250865" y="53522"/>
                </a:lnTo>
                <a:lnTo>
                  <a:pt x="250783" y="52978"/>
                </a:lnTo>
                <a:lnTo>
                  <a:pt x="250689" y="52439"/>
                </a:lnTo>
                <a:lnTo>
                  <a:pt x="250583" y="51904"/>
                </a:lnTo>
                <a:lnTo>
                  <a:pt x="250464" y="51373"/>
                </a:lnTo>
                <a:lnTo>
                  <a:pt x="250332" y="50847"/>
                </a:lnTo>
                <a:lnTo>
                  <a:pt x="250188" y="50324"/>
                </a:lnTo>
                <a:lnTo>
                  <a:pt x="250031" y="49806"/>
                </a:lnTo>
                <a:lnTo>
                  <a:pt x="249862" y="49292"/>
                </a:lnTo>
                <a:lnTo>
                  <a:pt x="249680" y="48782"/>
                </a:lnTo>
                <a:lnTo>
                  <a:pt x="249486" y="48277"/>
                </a:lnTo>
                <a:lnTo>
                  <a:pt x="249279" y="47776"/>
                </a:lnTo>
                <a:lnTo>
                  <a:pt x="249060" y="47279"/>
                </a:lnTo>
                <a:lnTo>
                  <a:pt x="248828" y="46786"/>
                </a:lnTo>
                <a:lnTo>
                  <a:pt x="248583" y="46297"/>
                </a:lnTo>
                <a:lnTo>
                  <a:pt x="248327" y="45813"/>
                </a:lnTo>
                <a:lnTo>
                  <a:pt x="248057" y="45332"/>
                </a:lnTo>
                <a:lnTo>
                  <a:pt x="247775" y="44857"/>
                </a:lnTo>
                <a:lnTo>
                  <a:pt x="247481" y="44385"/>
                </a:lnTo>
                <a:lnTo>
                  <a:pt x="247174" y="43919"/>
                </a:lnTo>
                <a:lnTo>
                  <a:pt x="246857" y="43461"/>
                </a:lnTo>
                <a:lnTo>
                  <a:pt x="246529" y="43011"/>
                </a:lnTo>
                <a:lnTo>
                  <a:pt x="246189" y="42569"/>
                </a:lnTo>
                <a:lnTo>
                  <a:pt x="245839" y="42134"/>
                </a:lnTo>
                <a:lnTo>
                  <a:pt x="245478" y="41707"/>
                </a:lnTo>
                <a:lnTo>
                  <a:pt x="245105" y="41288"/>
                </a:lnTo>
                <a:lnTo>
                  <a:pt x="244722" y="40877"/>
                </a:lnTo>
                <a:lnTo>
                  <a:pt x="244328" y="40474"/>
                </a:lnTo>
                <a:lnTo>
                  <a:pt x="243922" y="40079"/>
                </a:lnTo>
                <a:lnTo>
                  <a:pt x="243506" y="39691"/>
                </a:lnTo>
                <a:lnTo>
                  <a:pt x="243079" y="39311"/>
                </a:lnTo>
                <a:lnTo>
                  <a:pt x="242641" y="38939"/>
                </a:lnTo>
                <a:lnTo>
                  <a:pt x="242191" y="38574"/>
                </a:lnTo>
                <a:lnTo>
                  <a:pt x="241731" y="38218"/>
                </a:lnTo>
                <a:lnTo>
                  <a:pt x="241260" y="37869"/>
                </a:lnTo>
                <a:lnTo>
                  <a:pt x="240777" y="37528"/>
                </a:lnTo>
                <a:lnTo>
                  <a:pt x="240284" y="37195"/>
                </a:lnTo>
                <a:lnTo>
                  <a:pt x="239780" y="36870"/>
                </a:lnTo>
                <a:lnTo>
                  <a:pt x="239265" y="36552"/>
                </a:lnTo>
                <a:lnTo>
                  <a:pt x="238738" y="36243"/>
                </a:lnTo>
                <a:lnTo>
                  <a:pt x="238201" y="35941"/>
                </a:lnTo>
                <a:lnTo>
                  <a:pt x="237653" y="35647"/>
                </a:lnTo>
                <a:lnTo>
                  <a:pt x="237093" y="35360"/>
                </a:lnTo>
                <a:lnTo>
                  <a:pt x="236524" y="35084"/>
                </a:lnTo>
                <a:lnTo>
                  <a:pt x="235944" y="34819"/>
                </a:lnTo>
                <a:lnTo>
                  <a:pt x="235355" y="34566"/>
                </a:lnTo>
                <a:lnTo>
                  <a:pt x="234756" y="34325"/>
                </a:lnTo>
                <a:lnTo>
                  <a:pt x="234148" y="34096"/>
                </a:lnTo>
                <a:lnTo>
                  <a:pt x="233530" y="33878"/>
                </a:lnTo>
                <a:lnTo>
                  <a:pt x="232902" y="33672"/>
                </a:lnTo>
                <a:lnTo>
                  <a:pt x="232264" y="33478"/>
                </a:lnTo>
                <a:lnTo>
                  <a:pt x="231617" y="33295"/>
                </a:lnTo>
                <a:lnTo>
                  <a:pt x="230960" y="33125"/>
                </a:lnTo>
                <a:lnTo>
                  <a:pt x="230293" y="32966"/>
                </a:lnTo>
                <a:lnTo>
                  <a:pt x="229616" y="32819"/>
                </a:lnTo>
                <a:lnTo>
                  <a:pt x="228930" y="32684"/>
                </a:lnTo>
                <a:lnTo>
                  <a:pt x="228234" y="32560"/>
                </a:lnTo>
                <a:lnTo>
                  <a:pt x="227528" y="32448"/>
                </a:lnTo>
                <a:lnTo>
                  <a:pt x="226813" y="32348"/>
                </a:lnTo>
                <a:lnTo>
                  <a:pt x="226087" y="32260"/>
                </a:lnTo>
                <a:lnTo>
                  <a:pt x="225353" y="32184"/>
                </a:lnTo>
                <a:lnTo>
                  <a:pt x="224608" y="32119"/>
                </a:lnTo>
                <a:lnTo>
                  <a:pt x="223854" y="32066"/>
                </a:lnTo>
                <a:lnTo>
                  <a:pt x="223090" y="32025"/>
                </a:lnTo>
                <a:lnTo>
                  <a:pt x="222316" y="31995"/>
                </a:lnTo>
                <a:lnTo>
                  <a:pt x="221532" y="31978"/>
                </a:lnTo>
                <a:lnTo>
                  <a:pt x="220739" y="31972"/>
                </a:lnTo>
                <a:lnTo>
                  <a:pt x="220183" y="31975"/>
                </a:lnTo>
                <a:lnTo>
                  <a:pt x="219631" y="31985"/>
                </a:lnTo>
                <a:lnTo>
                  <a:pt x="219083" y="32001"/>
                </a:lnTo>
                <a:lnTo>
                  <a:pt x="218539" y="32023"/>
                </a:lnTo>
                <a:lnTo>
                  <a:pt x="218000" y="32052"/>
                </a:lnTo>
                <a:lnTo>
                  <a:pt x="217466" y="32087"/>
                </a:lnTo>
                <a:lnTo>
                  <a:pt x="216935" y="32128"/>
                </a:lnTo>
                <a:lnTo>
                  <a:pt x="216409" y="32176"/>
                </a:lnTo>
                <a:lnTo>
                  <a:pt x="215887" y="32231"/>
                </a:lnTo>
                <a:lnTo>
                  <a:pt x="215370" y="32292"/>
                </a:lnTo>
                <a:lnTo>
                  <a:pt x="214857" y="32359"/>
                </a:lnTo>
                <a:lnTo>
                  <a:pt x="214348" y="32432"/>
                </a:lnTo>
                <a:lnTo>
                  <a:pt x="213844" y="32512"/>
                </a:lnTo>
                <a:lnTo>
                  <a:pt x="213344" y="32598"/>
                </a:lnTo>
                <a:lnTo>
                  <a:pt x="212849" y="32691"/>
                </a:lnTo>
                <a:lnTo>
                  <a:pt x="212357" y="32790"/>
                </a:lnTo>
                <a:lnTo>
                  <a:pt x="211871" y="32896"/>
                </a:lnTo>
                <a:lnTo>
                  <a:pt x="211388" y="33008"/>
                </a:lnTo>
                <a:lnTo>
                  <a:pt x="210910" y="33126"/>
                </a:lnTo>
                <a:lnTo>
                  <a:pt x="210436" y="33251"/>
                </a:lnTo>
                <a:lnTo>
                  <a:pt x="209966" y="33382"/>
                </a:lnTo>
                <a:lnTo>
                  <a:pt x="209501" y="33519"/>
                </a:lnTo>
                <a:lnTo>
                  <a:pt x="209040" y="33663"/>
                </a:lnTo>
                <a:lnTo>
                  <a:pt x="208584" y="33813"/>
                </a:lnTo>
                <a:lnTo>
                  <a:pt x="208132" y="33969"/>
                </a:lnTo>
                <a:lnTo>
                  <a:pt x="207686" y="34130"/>
                </a:lnTo>
                <a:lnTo>
                  <a:pt x="207246" y="34296"/>
                </a:lnTo>
                <a:lnTo>
                  <a:pt x="206811" y="34466"/>
                </a:lnTo>
                <a:lnTo>
                  <a:pt x="206381" y="34642"/>
                </a:lnTo>
                <a:lnTo>
                  <a:pt x="205957" y="34822"/>
                </a:lnTo>
                <a:lnTo>
                  <a:pt x="205539" y="35007"/>
                </a:lnTo>
                <a:lnTo>
                  <a:pt x="205126" y="35197"/>
                </a:lnTo>
                <a:lnTo>
                  <a:pt x="204718" y="35392"/>
                </a:lnTo>
                <a:lnTo>
                  <a:pt x="204316" y="35591"/>
                </a:lnTo>
                <a:lnTo>
                  <a:pt x="203920" y="35796"/>
                </a:lnTo>
                <a:lnTo>
                  <a:pt x="203529" y="36005"/>
                </a:lnTo>
                <a:lnTo>
                  <a:pt x="203143" y="36219"/>
                </a:lnTo>
                <a:lnTo>
                  <a:pt x="202763" y="36438"/>
                </a:lnTo>
                <a:lnTo>
                  <a:pt x="202388" y="36662"/>
                </a:lnTo>
                <a:lnTo>
                  <a:pt x="202019" y="36891"/>
                </a:lnTo>
                <a:lnTo>
                  <a:pt x="201656" y="37125"/>
                </a:lnTo>
                <a:lnTo>
                  <a:pt x="201298" y="37363"/>
                </a:lnTo>
                <a:lnTo>
                  <a:pt x="200945" y="37607"/>
                </a:lnTo>
                <a:lnTo>
                  <a:pt x="200598" y="37855"/>
                </a:lnTo>
                <a:lnTo>
                  <a:pt x="200257" y="38108"/>
                </a:lnTo>
                <a:lnTo>
                  <a:pt x="199921" y="38366"/>
                </a:lnTo>
                <a:lnTo>
                  <a:pt x="199590" y="38629"/>
                </a:lnTo>
                <a:lnTo>
                  <a:pt x="199265" y="38897"/>
                </a:lnTo>
                <a:lnTo>
                  <a:pt x="198946" y="39168"/>
                </a:lnTo>
                <a:lnTo>
                  <a:pt x="198633" y="39443"/>
                </a:lnTo>
                <a:lnTo>
                  <a:pt x="198326" y="39722"/>
                </a:lnTo>
                <a:lnTo>
                  <a:pt x="198025" y="40004"/>
                </a:lnTo>
                <a:lnTo>
                  <a:pt x="197730" y="40289"/>
                </a:lnTo>
                <a:lnTo>
                  <a:pt x="197442" y="40577"/>
                </a:lnTo>
                <a:lnTo>
                  <a:pt x="197159" y="40869"/>
                </a:lnTo>
                <a:lnTo>
                  <a:pt x="196883" y="41164"/>
                </a:lnTo>
                <a:lnTo>
                  <a:pt x="196613" y="41462"/>
                </a:lnTo>
                <a:lnTo>
                  <a:pt x="196349" y="41764"/>
                </a:lnTo>
                <a:lnTo>
                  <a:pt x="196091" y="42069"/>
                </a:lnTo>
                <a:lnTo>
                  <a:pt x="195839" y="42377"/>
                </a:lnTo>
                <a:lnTo>
                  <a:pt x="195594" y="42689"/>
                </a:lnTo>
                <a:lnTo>
                  <a:pt x="195355" y="43004"/>
                </a:lnTo>
                <a:lnTo>
                  <a:pt x="195121" y="43322"/>
                </a:lnTo>
                <a:lnTo>
                  <a:pt x="194894" y="43644"/>
                </a:lnTo>
                <a:lnTo>
                  <a:pt x="194673" y="43969"/>
                </a:lnTo>
                <a:lnTo>
                  <a:pt x="194458" y="44297"/>
                </a:lnTo>
                <a:lnTo>
                  <a:pt x="194250" y="44629"/>
                </a:lnTo>
                <a:lnTo>
                  <a:pt x="194047" y="44964"/>
                </a:lnTo>
                <a:lnTo>
                  <a:pt x="193850" y="45302"/>
                </a:lnTo>
                <a:lnTo>
                  <a:pt x="193660" y="45644"/>
                </a:lnTo>
                <a:lnTo>
                  <a:pt x="193476" y="45989"/>
                </a:lnTo>
                <a:lnTo>
                  <a:pt x="193298" y="46337"/>
                </a:lnTo>
                <a:lnTo>
                  <a:pt x="193127" y="46688"/>
                </a:lnTo>
                <a:lnTo>
                  <a:pt x="192963" y="47040"/>
                </a:lnTo>
                <a:lnTo>
                  <a:pt x="192806" y="47395"/>
                </a:lnTo>
                <a:lnTo>
                  <a:pt x="192656" y="47751"/>
                </a:lnTo>
                <a:lnTo>
                  <a:pt x="192514" y="48109"/>
                </a:lnTo>
                <a:lnTo>
                  <a:pt x="192379" y="48469"/>
                </a:lnTo>
                <a:lnTo>
                  <a:pt x="192252" y="48830"/>
                </a:lnTo>
                <a:lnTo>
                  <a:pt x="192132" y="49194"/>
                </a:lnTo>
                <a:lnTo>
                  <a:pt x="192019" y="49559"/>
                </a:lnTo>
                <a:lnTo>
                  <a:pt x="191913" y="49926"/>
                </a:lnTo>
                <a:lnTo>
                  <a:pt x="191814" y="50294"/>
                </a:lnTo>
                <a:lnTo>
                  <a:pt x="191723" y="50665"/>
                </a:lnTo>
                <a:lnTo>
                  <a:pt x="191639" y="51037"/>
                </a:lnTo>
                <a:lnTo>
                  <a:pt x="191563" y="51411"/>
                </a:lnTo>
                <a:lnTo>
                  <a:pt x="191494" y="51787"/>
                </a:lnTo>
                <a:lnTo>
                  <a:pt x="191432" y="52165"/>
                </a:lnTo>
                <a:lnTo>
                  <a:pt x="191377" y="52544"/>
                </a:lnTo>
                <a:lnTo>
                  <a:pt x="191330" y="52926"/>
                </a:lnTo>
                <a:lnTo>
                  <a:pt x="191290" y="53309"/>
                </a:lnTo>
                <a:lnTo>
                  <a:pt x="191257" y="53693"/>
                </a:lnTo>
                <a:lnTo>
                  <a:pt x="191231" y="54080"/>
                </a:lnTo>
                <a:lnTo>
                  <a:pt x="191213" y="54469"/>
                </a:lnTo>
                <a:lnTo>
                  <a:pt x="191202" y="54859"/>
                </a:lnTo>
                <a:lnTo>
                  <a:pt x="191198" y="55251"/>
                </a:lnTo>
                <a:lnTo>
                  <a:pt x="191202" y="55660"/>
                </a:lnTo>
                <a:lnTo>
                  <a:pt x="191212" y="56065"/>
                </a:lnTo>
                <a:lnTo>
                  <a:pt x="191230" y="56465"/>
                </a:lnTo>
                <a:lnTo>
                  <a:pt x="191254" y="56861"/>
                </a:lnTo>
                <a:lnTo>
                  <a:pt x="191285" y="57253"/>
                </a:lnTo>
                <a:lnTo>
                  <a:pt x="191323" y="57640"/>
                </a:lnTo>
                <a:lnTo>
                  <a:pt x="191368" y="58023"/>
                </a:lnTo>
                <a:lnTo>
                  <a:pt x="191419" y="58402"/>
                </a:lnTo>
                <a:lnTo>
                  <a:pt x="191478" y="58776"/>
                </a:lnTo>
                <a:lnTo>
                  <a:pt x="191544" y="59146"/>
                </a:lnTo>
                <a:lnTo>
                  <a:pt x="191616" y="59512"/>
                </a:lnTo>
                <a:lnTo>
                  <a:pt x="191696" y="59873"/>
                </a:lnTo>
                <a:lnTo>
                  <a:pt x="191782" y="60230"/>
                </a:lnTo>
                <a:lnTo>
                  <a:pt x="191875" y="60583"/>
                </a:lnTo>
                <a:lnTo>
                  <a:pt x="191975" y="60931"/>
                </a:lnTo>
                <a:lnTo>
                  <a:pt x="192082" y="61275"/>
                </a:lnTo>
                <a:lnTo>
                  <a:pt x="192196" y="61615"/>
                </a:lnTo>
                <a:lnTo>
                  <a:pt x="192317" y="61950"/>
                </a:lnTo>
                <a:lnTo>
                  <a:pt x="192445" y="62281"/>
                </a:lnTo>
                <a:lnTo>
                  <a:pt x="192580" y="62607"/>
                </a:lnTo>
                <a:lnTo>
                  <a:pt x="192721" y="62929"/>
                </a:lnTo>
                <a:lnTo>
                  <a:pt x="192870" y="63247"/>
                </a:lnTo>
                <a:lnTo>
                  <a:pt x="193025" y="63561"/>
                </a:lnTo>
                <a:lnTo>
                  <a:pt x="193187" y="63870"/>
                </a:lnTo>
                <a:lnTo>
                  <a:pt x="193356" y="64175"/>
                </a:lnTo>
                <a:lnTo>
                  <a:pt x="193531" y="64477"/>
                </a:lnTo>
                <a:lnTo>
                  <a:pt x="193712" y="64776"/>
                </a:lnTo>
                <a:lnTo>
                  <a:pt x="193899" y="65071"/>
                </a:lnTo>
                <a:lnTo>
                  <a:pt x="194091" y="65363"/>
                </a:lnTo>
                <a:lnTo>
                  <a:pt x="194290" y="65652"/>
                </a:lnTo>
                <a:lnTo>
                  <a:pt x="194495" y="65937"/>
                </a:lnTo>
                <a:lnTo>
                  <a:pt x="194706" y="66219"/>
                </a:lnTo>
                <a:lnTo>
                  <a:pt x="194923" y="66498"/>
                </a:lnTo>
                <a:lnTo>
                  <a:pt x="195146" y="66773"/>
                </a:lnTo>
                <a:lnTo>
                  <a:pt x="195374" y="67045"/>
                </a:lnTo>
                <a:lnTo>
                  <a:pt x="195609" y="67314"/>
                </a:lnTo>
                <a:lnTo>
                  <a:pt x="195850" y="67579"/>
                </a:lnTo>
                <a:lnTo>
                  <a:pt x="196097" y="67841"/>
                </a:lnTo>
                <a:lnTo>
                  <a:pt x="196350" y="68100"/>
                </a:lnTo>
                <a:lnTo>
                  <a:pt x="196609" y="68355"/>
                </a:lnTo>
                <a:lnTo>
                  <a:pt x="196874" y="68607"/>
                </a:lnTo>
                <a:lnTo>
                  <a:pt x="197145" y="68856"/>
                </a:lnTo>
                <a:lnTo>
                  <a:pt x="197422" y="69102"/>
                </a:lnTo>
                <a:lnTo>
                  <a:pt x="197705" y="69344"/>
                </a:lnTo>
                <a:lnTo>
                  <a:pt x="197994" y="69583"/>
                </a:lnTo>
                <a:lnTo>
                  <a:pt x="198289" y="69818"/>
                </a:lnTo>
                <a:lnTo>
                  <a:pt x="198590" y="70050"/>
                </a:lnTo>
                <a:lnTo>
                  <a:pt x="198897" y="70279"/>
                </a:lnTo>
                <a:lnTo>
                  <a:pt x="199210" y="70505"/>
                </a:lnTo>
                <a:lnTo>
                  <a:pt x="199528" y="70728"/>
                </a:lnTo>
                <a:lnTo>
                  <a:pt x="199852" y="70948"/>
                </a:lnTo>
                <a:lnTo>
                  <a:pt x="200182" y="71165"/>
                </a:lnTo>
                <a:lnTo>
                  <a:pt x="200517" y="71379"/>
                </a:lnTo>
                <a:lnTo>
                  <a:pt x="200858" y="71591"/>
                </a:lnTo>
                <a:lnTo>
                  <a:pt x="201205" y="71800"/>
                </a:lnTo>
                <a:lnTo>
                  <a:pt x="201557" y="72006"/>
                </a:lnTo>
                <a:lnTo>
                  <a:pt x="201915" y="72209"/>
                </a:lnTo>
                <a:lnTo>
                  <a:pt x="202278" y="72410"/>
                </a:lnTo>
                <a:lnTo>
                  <a:pt x="202647" y="72607"/>
                </a:lnTo>
                <a:lnTo>
                  <a:pt x="203022" y="72802"/>
                </a:lnTo>
                <a:lnTo>
                  <a:pt x="203402" y="72994"/>
                </a:lnTo>
                <a:lnTo>
                  <a:pt x="203788" y="73183"/>
                </a:lnTo>
                <a:lnTo>
                  <a:pt x="204180" y="73370"/>
                </a:lnTo>
                <a:lnTo>
                  <a:pt x="204577" y="73553"/>
                </a:lnTo>
                <a:lnTo>
                  <a:pt x="204980" y="73734"/>
                </a:lnTo>
                <a:lnTo>
                  <a:pt x="205389" y="73912"/>
                </a:lnTo>
                <a:lnTo>
                  <a:pt x="205803" y="74087"/>
                </a:lnTo>
                <a:lnTo>
                  <a:pt x="206223" y="74259"/>
                </a:lnTo>
                <a:lnTo>
                  <a:pt x="206648" y="74429"/>
                </a:lnTo>
                <a:lnTo>
                  <a:pt x="207079" y="74595"/>
                </a:lnTo>
                <a:lnTo>
                  <a:pt x="207516" y="74759"/>
                </a:lnTo>
                <a:lnTo>
                  <a:pt x="207958" y="74920"/>
                </a:lnTo>
                <a:lnTo>
                  <a:pt x="208405" y="75079"/>
                </a:lnTo>
                <a:lnTo>
                  <a:pt x="208857" y="75236"/>
                </a:lnTo>
                <a:lnTo>
                  <a:pt x="209313" y="75391"/>
                </a:lnTo>
                <a:lnTo>
                  <a:pt x="209774" y="75544"/>
                </a:lnTo>
                <a:lnTo>
                  <a:pt x="210239" y="75696"/>
                </a:lnTo>
                <a:lnTo>
                  <a:pt x="210709" y="75845"/>
                </a:lnTo>
                <a:lnTo>
                  <a:pt x="211183" y="75993"/>
                </a:lnTo>
                <a:lnTo>
                  <a:pt x="211662" y="76140"/>
                </a:lnTo>
                <a:lnTo>
                  <a:pt x="212145" y="76284"/>
                </a:lnTo>
                <a:lnTo>
                  <a:pt x="212632" y="76427"/>
                </a:lnTo>
                <a:lnTo>
                  <a:pt x="213124" y="76567"/>
                </a:lnTo>
                <a:lnTo>
                  <a:pt x="213621" y="76706"/>
                </a:lnTo>
                <a:lnTo>
                  <a:pt x="214122" y="76844"/>
                </a:lnTo>
                <a:lnTo>
                  <a:pt x="214628" y="76979"/>
                </a:lnTo>
                <a:lnTo>
                  <a:pt x="215138" y="77113"/>
                </a:lnTo>
                <a:lnTo>
                  <a:pt x="215652" y="77245"/>
                </a:lnTo>
                <a:lnTo>
                  <a:pt x="216171" y="77375"/>
                </a:lnTo>
                <a:lnTo>
                  <a:pt x="216694" y="77503"/>
                </a:lnTo>
                <a:lnTo>
                  <a:pt x="217222" y="77629"/>
                </a:lnTo>
                <a:lnTo>
                  <a:pt x="217755" y="77754"/>
                </a:lnTo>
                <a:lnTo>
                  <a:pt x="218291" y="77877"/>
                </a:lnTo>
                <a:lnTo>
                  <a:pt x="218833" y="77998"/>
                </a:lnTo>
                <a:lnTo>
                  <a:pt x="219379" y="78118"/>
                </a:lnTo>
                <a:lnTo>
                  <a:pt x="219929" y="78235"/>
                </a:lnTo>
                <a:lnTo>
                  <a:pt x="220579" y="78365"/>
                </a:lnTo>
                <a:lnTo>
                  <a:pt x="221215" y="78497"/>
                </a:lnTo>
                <a:lnTo>
                  <a:pt x="221838" y="78630"/>
                </a:lnTo>
                <a:lnTo>
                  <a:pt x="222447" y="78766"/>
                </a:lnTo>
                <a:lnTo>
                  <a:pt x="223042" y="78904"/>
                </a:lnTo>
                <a:lnTo>
                  <a:pt x="223624" y="79043"/>
                </a:lnTo>
                <a:lnTo>
                  <a:pt x="224192" y="79184"/>
                </a:lnTo>
                <a:lnTo>
                  <a:pt x="224746" y="79328"/>
                </a:lnTo>
                <a:lnTo>
                  <a:pt x="225286" y="79473"/>
                </a:lnTo>
                <a:lnTo>
                  <a:pt x="225813" y="79620"/>
                </a:lnTo>
                <a:lnTo>
                  <a:pt x="226326" y="79769"/>
                </a:lnTo>
                <a:lnTo>
                  <a:pt x="226826" y="79920"/>
                </a:lnTo>
                <a:lnTo>
                  <a:pt x="227312" y="80073"/>
                </a:lnTo>
                <a:lnTo>
                  <a:pt x="227784" y="80228"/>
                </a:lnTo>
                <a:lnTo>
                  <a:pt x="228242" y="80385"/>
                </a:lnTo>
                <a:lnTo>
                  <a:pt x="228687" y="80543"/>
                </a:lnTo>
                <a:lnTo>
                  <a:pt x="229118" y="80704"/>
                </a:lnTo>
                <a:lnTo>
                  <a:pt x="229536" y="80866"/>
                </a:lnTo>
                <a:lnTo>
                  <a:pt x="229939" y="81031"/>
                </a:lnTo>
                <a:lnTo>
                  <a:pt x="230329" y="81197"/>
                </a:lnTo>
                <a:lnTo>
                  <a:pt x="230706" y="81365"/>
                </a:lnTo>
                <a:lnTo>
                  <a:pt x="231068" y="81536"/>
                </a:lnTo>
                <a:lnTo>
                  <a:pt x="231417" y="81708"/>
                </a:lnTo>
                <a:lnTo>
                  <a:pt x="231752" y="81882"/>
                </a:lnTo>
                <a:lnTo>
                  <a:pt x="232076" y="82057"/>
                </a:lnTo>
                <a:lnTo>
                  <a:pt x="232391" y="82235"/>
                </a:lnTo>
                <a:lnTo>
                  <a:pt x="232696" y="82413"/>
                </a:lnTo>
                <a:lnTo>
                  <a:pt x="232993" y="82594"/>
                </a:lnTo>
                <a:lnTo>
                  <a:pt x="233280" y="82776"/>
                </a:lnTo>
                <a:lnTo>
                  <a:pt x="233557" y="82959"/>
                </a:lnTo>
                <a:lnTo>
                  <a:pt x="233826" y="83144"/>
                </a:lnTo>
                <a:lnTo>
                  <a:pt x="234085" y="83330"/>
                </a:lnTo>
                <a:lnTo>
                  <a:pt x="234335" y="83518"/>
                </a:lnTo>
                <a:lnTo>
                  <a:pt x="234576" y="83708"/>
                </a:lnTo>
                <a:lnTo>
                  <a:pt x="234808" y="83899"/>
                </a:lnTo>
                <a:lnTo>
                  <a:pt x="235031" y="84092"/>
                </a:lnTo>
                <a:lnTo>
                  <a:pt x="235244" y="84286"/>
                </a:lnTo>
                <a:lnTo>
                  <a:pt x="235448" y="84481"/>
                </a:lnTo>
                <a:lnTo>
                  <a:pt x="235643" y="84679"/>
                </a:lnTo>
                <a:lnTo>
                  <a:pt x="235829" y="84877"/>
                </a:lnTo>
                <a:lnTo>
                  <a:pt x="236005" y="85078"/>
                </a:lnTo>
                <a:lnTo>
                  <a:pt x="236173" y="85280"/>
                </a:lnTo>
                <a:lnTo>
                  <a:pt x="236331" y="85483"/>
                </a:lnTo>
                <a:lnTo>
                  <a:pt x="236479" y="85688"/>
                </a:lnTo>
                <a:lnTo>
                  <a:pt x="236619" y="85894"/>
                </a:lnTo>
                <a:lnTo>
                  <a:pt x="236750" y="86102"/>
                </a:lnTo>
                <a:lnTo>
                  <a:pt x="236871" y="86312"/>
                </a:lnTo>
                <a:lnTo>
                  <a:pt x="236983" y="86523"/>
                </a:lnTo>
                <a:lnTo>
                  <a:pt x="237088" y="86735"/>
                </a:lnTo>
                <a:lnTo>
                  <a:pt x="237189" y="86949"/>
                </a:lnTo>
                <a:lnTo>
                  <a:pt x="237285" y="87164"/>
                </a:lnTo>
                <a:lnTo>
                  <a:pt x="237377" y="87381"/>
                </a:lnTo>
                <a:lnTo>
                  <a:pt x="237464" y="87599"/>
                </a:lnTo>
                <a:lnTo>
                  <a:pt x="237547" y="87819"/>
                </a:lnTo>
                <a:lnTo>
                  <a:pt x="237625" y="88040"/>
                </a:lnTo>
                <a:lnTo>
                  <a:pt x="237699" y="88262"/>
                </a:lnTo>
                <a:lnTo>
                  <a:pt x="237768" y="88486"/>
                </a:lnTo>
                <a:lnTo>
                  <a:pt x="237833" y="88711"/>
                </a:lnTo>
                <a:lnTo>
                  <a:pt x="237894" y="88938"/>
                </a:lnTo>
                <a:lnTo>
                  <a:pt x="237950" y="89165"/>
                </a:lnTo>
                <a:lnTo>
                  <a:pt x="238001" y="89395"/>
                </a:lnTo>
                <a:lnTo>
                  <a:pt x="238048" y="89626"/>
                </a:lnTo>
                <a:lnTo>
                  <a:pt x="238091" y="89858"/>
                </a:lnTo>
                <a:lnTo>
                  <a:pt x="238129" y="90091"/>
                </a:lnTo>
                <a:lnTo>
                  <a:pt x="238162" y="90326"/>
                </a:lnTo>
                <a:lnTo>
                  <a:pt x="238191" y="90563"/>
                </a:lnTo>
                <a:lnTo>
                  <a:pt x="238216" y="90801"/>
                </a:lnTo>
                <a:lnTo>
                  <a:pt x="238236" y="91040"/>
                </a:lnTo>
                <a:lnTo>
                  <a:pt x="238252" y="91281"/>
                </a:lnTo>
                <a:lnTo>
                  <a:pt x="238263" y="91523"/>
                </a:lnTo>
                <a:lnTo>
                  <a:pt x="238270" y="91766"/>
                </a:lnTo>
                <a:lnTo>
                  <a:pt x="238272" y="92011"/>
                </a:lnTo>
                <a:lnTo>
                  <a:pt x="238269" y="92286"/>
                </a:lnTo>
                <a:lnTo>
                  <a:pt x="238258" y="92558"/>
                </a:lnTo>
                <a:lnTo>
                  <a:pt x="238241" y="92828"/>
                </a:lnTo>
                <a:lnTo>
                  <a:pt x="238217" y="93095"/>
                </a:lnTo>
                <a:lnTo>
                  <a:pt x="238186" y="93360"/>
                </a:lnTo>
                <a:close/>
                <a:moveTo>
                  <a:pt x="266257" y="78415"/>
                </a:moveTo>
                <a:lnTo>
                  <a:pt x="266314" y="79105"/>
                </a:lnTo>
                <a:lnTo>
                  <a:pt x="266379" y="79790"/>
                </a:lnTo>
                <a:lnTo>
                  <a:pt x="266453" y="80472"/>
                </a:lnTo>
                <a:lnTo>
                  <a:pt x="266535" y="81149"/>
                </a:lnTo>
                <a:lnTo>
                  <a:pt x="266627" y="81821"/>
                </a:lnTo>
                <a:lnTo>
                  <a:pt x="266727" y="82489"/>
                </a:lnTo>
                <a:lnTo>
                  <a:pt x="266835" y="83153"/>
                </a:lnTo>
                <a:lnTo>
                  <a:pt x="266953" y="83813"/>
                </a:lnTo>
                <a:lnTo>
                  <a:pt x="267079" y="84468"/>
                </a:lnTo>
                <a:lnTo>
                  <a:pt x="267214" y="85119"/>
                </a:lnTo>
                <a:lnTo>
                  <a:pt x="267357" y="85765"/>
                </a:lnTo>
                <a:lnTo>
                  <a:pt x="267509" y="86408"/>
                </a:lnTo>
                <a:lnTo>
                  <a:pt x="267670" y="87045"/>
                </a:lnTo>
                <a:lnTo>
                  <a:pt x="267840" y="87679"/>
                </a:lnTo>
                <a:lnTo>
                  <a:pt x="268018" y="88308"/>
                </a:lnTo>
                <a:lnTo>
                  <a:pt x="268205" y="88933"/>
                </a:lnTo>
                <a:lnTo>
                  <a:pt x="268401" y="89553"/>
                </a:lnTo>
                <a:lnTo>
                  <a:pt x="268605" y="90169"/>
                </a:lnTo>
                <a:lnTo>
                  <a:pt x="268818" y="90780"/>
                </a:lnTo>
                <a:lnTo>
                  <a:pt x="269038" y="91384"/>
                </a:lnTo>
                <a:lnTo>
                  <a:pt x="269267" y="91982"/>
                </a:lnTo>
                <a:lnTo>
                  <a:pt x="269503" y="92573"/>
                </a:lnTo>
                <a:lnTo>
                  <a:pt x="269746" y="93157"/>
                </a:lnTo>
                <a:lnTo>
                  <a:pt x="269998" y="93735"/>
                </a:lnTo>
                <a:lnTo>
                  <a:pt x="270258" y="94307"/>
                </a:lnTo>
                <a:lnTo>
                  <a:pt x="270525" y="94872"/>
                </a:lnTo>
                <a:lnTo>
                  <a:pt x="270800" y="95430"/>
                </a:lnTo>
                <a:lnTo>
                  <a:pt x="271083" y="95982"/>
                </a:lnTo>
                <a:lnTo>
                  <a:pt x="271373" y="96527"/>
                </a:lnTo>
                <a:lnTo>
                  <a:pt x="271672" y="97066"/>
                </a:lnTo>
                <a:lnTo>
                  <a:pt x="271978" y="97599"/>
                </a:lnTo>
                <a:lnTo>
                  <a:pt x="272292" y="98125"/>
                </a:lnTo>
                <a:lnTo>
                  <a:pt x="272614" y="98644"/>
                </a:lnTo>
                <a:lnTo>
                  <a:pt x="272944" y="99157"/>
                </a:lnTo>
                <a:lnTo>
                  <a:pt x="273281" y="99663"/>
                </a:lnTo>
                <a:lnTo>
                  <a:pt x="273626" y="100163"/>
                </a:lnTo>
                <a:lnTo>
                  <a:pt x="273979" y="100656"/>
                </a:lnTo>
                <a:lnTo>
                  <a:pt x="274340" y="101143"/>
                </a:lnTo>
                <a:lnTo>
                  <a:pt x="274709" y="101623"/>
                </a:lnTo>
                <a:lnTo>
                  <a:pt x="275085" y="102096"/>
                </a:lnTo>
                <a:lnTo>
                  <a:pt x="275470" y="102564"/>
                </a:lnTo>
                <a:lnTo>
                  <a:pt x="275862" y="103024"/>
                </a:lnTo>
                <a:lnTo>
                  <a:pt x="276261" y="103477"/>
                </a:lnTo>
                <a:lnTo>
                  <a:pt x="276667" y="103922"/>
                </a:lnTo>
                <a:lnTo>
                  <a:pt x="277080" y="104358"/>
                </a:lnTo>
                <a:lnTo>
                  <a:pt x="277500" y="104786"/>
                </a:lnTo>
                <a:lnTo>
                  <a:pt x="277926" y="105205"/>
                </a:lnTo>
                <a:lnTo>
                  <a:pt x="278359" y="105616"/>
                </a:lnTo>
                <a:lnTo>
                  <a:pt x="278799" y="106019"/>
                </a:lnTo>
                <a:lnTo>
                  <a:pt x="279246" y="106413"/>
                </a:lnTo>
                <a:lnTo>
                  <a:pt x="279700" y="106799"/>
                </a:lnTo>
                <a:lnTo>
                  <a:pt x="280160" y="107176"/>
                </a:lnTo>
                <a:lnTo>
                  <a:pt x="280627" y="107544"/>
                </a:lnTo>
                <a:lnTo>
                  <a:pt x="281101" y="107905"/>
                </a:lnTo>
                <a:lnTo>
                  <a:pt x="281582" y="108257"/>
                </a:lnTo>
                <a:lnTo>
                  <a:pt x="282069" y="108600"/>
                </a:lnTo>
                <a:lnTo>
                  <a:pt x="282564" y="108935"/>
                </a:lnTo>
                <a:lnTo>
                  <a:pt x="283065" y="109261"/>
                </a:lnTo>
                <a:lnTo>
                  <a:pt x="283572" y="109579"/>
                </a:lnTo>
                <a:lnTo>
                  <a:pt x="284087" y="109889"/>
                </a:lnTo>
                <a:lnTo>
                  <a:pt x="284608" y="110190"/>
                </a:lnTo>
                <a:lnTo>
                  <a:pt x="285137" y="110483"/>
                </a:lnTo>
                <a:lnTo>
                  <a:pt x="285671" y="110767"/>
                </a:lnTo>
                <a:lnTo>
                  <a:pt x="286213" y="111043"/>
                </a:lnTo>
                <a:lnTo>
                  <a:pt x="286762" y="111311"/>
                </a:lnTo>
                <a:lnTo>
                  <a:pt x="287317" y="111570"/>
                </a:lnTo>
                <a:lnTo>
                  <a:pt x="287878" y="111819"/>
                </a:lnTo>
                <a:lnTo>
                  <a:pt x="288446" y="112058"/>
                </a:lnTo>
                <a:lnTo>
                  <a:pt x="289019" y="112286"/>
                </a:lnTo>
                <a:lnTo>
                  <a:pt x="289599" y="112504"/>
                </a:lnTo>
                <a:lnTo>
                  <a:pt x="290184" y="112711"/>
                </a:lnTo>
                <a:lnTo>
                  <a:pt x="290775" y="112907"/>
                </a:lnTo>
                <a:lnTo>
                  <a:pt x="291372" y="113093"/>
                </a:lnTo>
                <a:lnTo>
                  <a:pt x="291974" y="113268"/>
                </a:lnTo>
                <a:lnTo>
                  <a:pt x="292583" y="113433"/>
                </a:lnTo>
                <a:lnTo>
                  <a:pt x="293198" y="113587"/>
                </a:lnTo>
                <a:lnTo>
                  <a:pt x="293818" y="113730"/>
                </a:lnTo>
                <a:lnTo>
                  <a:pt x="294444" y="113863"/>
                </a:lnTo>
                <a:lnTo>
                  <a:pt x="295076" y="113985"/>
                </a:lnTo>
                <a:lnTo>
                  <a:pt x="295714" y="114096"/>
                </a:lnTo>
                <a:lnTo>
                  <a:pt x="296358" y="114197"/>
                </a:lnTo>
                <a:lnTo>
                  <a:pt x="297008" y="114287"/>
                </a:lnTo>
                <a:lnTo>
                  <a:pt x="297664" y="114367"/>
                </a:lnTo>
                <a:lnTo>
                  <a:pt x="298326" y="114436"/>
                </a:lnTo>
                <a:lnTo>
                  <a:pt x="298993" y="114494"/>
                </a:lnTo>
                <a:lnTo>
                  <a:pt x="299666" y="114542"/>
                </a:lnTo>
                <a:lnTo>
                  <a:pt x="300346" y="114579"/>
                </a:lnTo>
                <a:lnTo>
                  <a:pt x="301031" y="114606"/>
                </a:lnTo>
                <a:lnTo>
                  <a:pt x="301722" y="114622"/>
                </a:lnTo>
                <a:lnTo>
                  <a:pt x="302419" y="114627"/>
                </a:lnTo>
                <a:lnTo>
                  <a:pt x="303116" y="114622"/>
                </a:lnTo>
                <a:lnTo>
                  <a:pt x="303806" y="114606"/>
                </a:lnTo>
                <a:lnTo>
                  <a:pt x="304491" y="114579"/>
                </a:lnTo>
                <a:lnTo>
                  <a:pt x="305170" y="114542"/>
                </a:lnTo>
                <a:lnTo>
                  <a:pt x="305843" y="114494"/>
                </a:lnTo>
                <a:lnTo>
                  <a:pt x="306510" y="114436"/>
                </a:lnTo>
                <a:lnTo>
                  <a:pt x="307170" y="114367"/>
                </a:lnTo>
                <a:lnTo>
                  <a:pt x="307825" y="114287"/>
                </a:lnTo>
                <a:lnTo>
                  <a:pt x="308474" y="114197"/>
                </a:lnTo>
                <a:lnTo>
                  <a:pt x="309117" y="114096"/>
                </a:lnTo>
                <a:lnTo>
                  <a:pt x="309753" y="113985"/>
                </a:lnTo>
                <a:lnTo>
                  <a:pt x="310384" y="113863"/>
                </a:lnTo>
                <a:lnTo>
                  <a:pt x="311009" y="113730"/>
                </a:lnTo>
                <a:lnTo>
                  <a:pt x="311627" y="113587"/>
                </a:lnTo>
                <a:lnTo>
                  <a:pt x="312240" y="113433"/>
                </a:lnTo>
                <a:lnTo>
                  <a:pt x="312847" y="113268"/>
                </a:lnTo>
                <a:lnTo>
                  <a:pt x="313447" y="113093"/>
                </a:lnTo>
                <a:lnTo>
                  <a:pt x="314042" y="112907"/>
                </a:lnTo>
                <a:lnTo>
                  <a:pt x="314631" y="112711"/>
                </a:lnTo>
                <a:lnTo>
                  <a:pt x="315213" y="112504"/>
                </a:lnTo>
                <a:lnTo>
                  <a:pt x="315790" y="112286"/>
                </a:lnTo>
                <a:lnTo>
                  <a:pt x="316361" y="112058"/>
                </a:lnTo>
                <a:lnTo>
                  <a:pt x="316925" y="111819"/>
                </a:lnTo>
                <a:lnTo>
                  <a:pt x="317484" y="111570"/>
                </a:lnTo>
                <a:lnTo>
                  <a:pt x="318036" y="111311"/>
                </a:lnTo>
                <a:lnTo>
                  <a:pt x="318582" y="111043"/>
                </a:lnTo>
                <a:lnTo>
                  <a:pt x="319121" y="110767"/>
                </a:lnTo>
                <a:lnTo>
                  <a:pt x="319653" y="110483"/>
                </a:lnTo>
                <a:lnTo>
                  <a:pt x="320179" y="110190"/>
                </a:lnTo>
                <a:lnTo>
                  <a:pt x="320698" y="109889"/>
                </a:lnTo>
                <a:lnTo>
                  <a:pt x="321210" y="109579"/>
                </a:lnTo>
                <a:lnTo>
                  <a:pt x="321716" y="109261"/>
                </a:lnTo>
                <a:lnTo>
                  <a:pt x="322215" y="108935"/>
                </a:lnTo>
                <a:lnTo>
                  <a:pt x="322707" y="108600"/>
                </a:lnTo>
                <a:lnTo>
                  <a:pt x="323193" y="108257"/>
                </a:lnTo>
                <a:lnTo>
                  <a:pt x="323672" y="107905"/>
                </a:lnTo>
                <a:lnTo>
                  <a:pt x="324144" y="107544"/>
                </a:lnTo>
                <a:lnTo>
                  <a:pt x="324610" y="107176"/>
                </a:lnTo>
                <a:lnTo>
                  <a:pt x="325069" y="106799"/>
                </a:lnTo>
                <a:lnTo>
                  <a:pt x="325522" y="106413"/>
                </a:lnTo>
                <a:lnTo>
                  <a:pt x="325968" y="106019"/>
                </a:lnTo>
                <a:lnTo>
                  <a:pt x="326407" y="105616"/>
                </a:lnTo>
                <a:lnTo>
                  <a:pt x="326839" y="105205"/>
                </a:lnTo>
                <a:lnTo>
                  <a:pt x="327265" y="104786"/>
                </a:lnTo>
                <a:lnTo>
                  <a:pt x="327684" y="104358"/>
                </a:lnTo>
                <a:lnTo>
                  <a:pt x="328097" y="103922"/>
                </a:lnTo>
                <a:lnTo>
                  <a:pt x="328503" y="103477"/>
                </a:lnTo>
                <a:lnTo>
                  <a:pt x="328902" y="103024"/>
                </a:lnTo>
                <a:lnTo>
                  <a:pt x="329294" y="102564"/>
                </a:lnTo>
                <a:lnTo>
                  <a:pt x="329679" y="102096"/>
                </a:lnTo>
                <a:lnTo>
                  <a:pt x="330055" y="101623"/>
                </a:lnTo>
                <a:lnTo>
                  <a:pt x="330424" y="101143"/>
                </a:lnTo>
                <a:lnTo>
                  <a:pt x="330785" y="100656"/>
                </a:lnTo>
                <a:lnTo>
                  <a:pt x="331138" y="100163"/>
                </a:lnTo>
                <a:lnTo>
                  <a:pt x="331483" y="99663"/>
                </a:lnTo>
                <a:lnTo>
                  <a:pt x="331820" y="99157"/>
                </a:lnTo>
                <a:lnTo>
                  <a:pt x="332150" y="98644"/>
                </a:lnTo>
                <a:lnTo>
                  <a:pt x="332472" y="98125"/>
                </a:lnTo>
                <a:lnTo>
                  <a:pt x="332786" y="97599"/>
                </a:lnTo>
                <a:lnTo>
                  <a:pt x="333092" y="97066"/>
                </a:lnTo>
                <a:lnTo>
                  <a:pt x="333391" y="96527"/>
                </a:lnTo>
                <a:lnTo>
                  <a:pt x="333681" y="95982"/>
                </a:lnTo>
                <a:lnTo>
                  <a:pt x="333964" y="95430"/>
                </a:lnTo>
                <a:lnTo>
                  <a:pt x="334239" y="94872"/>
                </a:lnTo>
                <a:lnTo>
                  <a:pt x="334506" y="94307"/>
                </a:lnTo>
                <a:lnTo>
                  <a:pt x="334766" y="93735"/>
                </a:lnTo>
                <a:lnTo>
                  <a:pt x="335017" y="93157"/>
                </a:lnTo>
                <a:lnTo>
                  <a:pt x="335261" y="92573"/>
                </a:lnTo>
                <a:lnTo>
                  <a:pt x="335497" y="91982"/>
                </a:lnTo>
                <a:lnTo>
                  <a:pt x="335725" y="91384"/>
                </a:lnTo>
                <a:lnTo>
                  <a:pt x="335946" y="90780"/>
                </a:lnTo>
                <a:lnTo>
                  <a:pt x="336159" y="90169"/>
                </a:lnTo>
                <a:lnTo>
                  <a:pt x="336363" y="89553"/>
                </a:lnTo>
                <a:lnTo>
                  <a:pt x="336559" y="88933"/>
                </a:lnTo>
                <a:lnTo>
                  <a:pt x="336746" y="88308"/>
                </a:lnTo>
                <a:lnTo>
                  <a:pt x="336924" y="87679"/>
                </a:lnTo>
                <a:lnTo>
                  <a:pt x="337093" y="87045"/>
                </a:lnTo>
                <a:lnTo>
                  <a:pt x="337254" y="86408"/>
                </a:lnTo>
                <a:lnTo>
                  <a:pt x="337407" y="85765"/>
                </a:lnTo>
                <a:lnTo>
                  <a:pt x="337550" y="85119"/>
                </a:lnTo>
                <a:lnTo>
                  <a:pt x="337685" y="84468"/>
                </a:lnTo>
                <a:lnTo>
                  <a:pt x="337811" y="83813"/>
                </a:lnTo>
                <a:lnTo>
                  <a:pt x="337928" y="83153"/>
                </a:lnTo>
                <a:lnTo>
                  <a:pt x="338037" y="82489"/>
                </a:lnTo>
                <a:lnTo>
                  <a:pt x="338137" y="81821"/>
                </a:lnTo>
                <a:lnTo>
                  <a:pt x="338228" y="81149"/>
                </a:lnTo>
                <a:lnTo>
                  <a:pt x="338311" y="80472"/>
                </a:lnTo>
                <a:lnTo>
                  <a:pt x="338385" y="79790"/>
                </a:lnTo>
                <a:lnTo>
                  <a:pt x="338450" y="79105"/>
                </a:lnTo>
                <a:lnTo>
                  <a:pt x="338507" y="78415"/>
                </a:lnTo>
                <a:lnTo>
                  <a:pt x="338555" y="77720"/>
                </a:lnTo>
                <a:lnTo>
                  <a:pt x="338594" y="77022"/>
                </a:lnTo>
                <a:lnTo>
                  <a:pt x="338624" y="76319"/>
                </a:lnTo>
                <a:lnTo>
                  <a:pt x="338646" y="75611"/>
                </a:lnTo>
                <a:lnTo>
                  <a:pt x="338659" y="74899"/>
                </a:lnTo>
                <a:lnTo>
                  <a:pt x="338663" y="74183"/>
                </a:lnTo>
                <a:lnTo>
                  <a:pt x="338663" y="72489"/>
                </a:lnTo>
                <a:lnTo>
                  <a:pt x="338659" y="71773"/>
                </a:lnTo>
                <a:lnTo>
                  <a:pt x="338646" y="71061"/>
                </a:lnTo>
                <a:lnTo>
                  <a:pt x="338624" y="70353"/>
                </a:lnTo>
                <a:lnTo>
                  <a:pt x="338594" y="69650"/>
                </a:lnTo>
                <a:lnTo>
                  <a:pt x="338555" y="68950"/>
                </a:lnTo>
                <a:lnTo>
                  <a:pt x="338507" y="68255"/>
                </a:lnTo>
                <a:lnTo>
                  <a:pt x="338450" y="67565"/>
                </a:lnTo>
                <a:lnTo>
                  <a:pt x="338385" y="66878"/>
                </a:lnTo>
                <a:lnTo>
                  <a:pt x="338311" y="66196"/>
                </a:lnTo>
                <a:lnTo>
                  <a:pt x="338228" y="65517"/>
                </a:lnTo>
                <a:lnTo>
                  <a:pt x="338137" y="64843"/>
                </a:lnTo>
                <a:lnTo>
                  <a:pt x="338037" y="64174"/>
                </a:lnTo>
                <a:lnTo>
                  <a:pt x="337928" y="63508"/>
                </a:lnTo>
                <a:lnTo>
                  <a:pt x="337811" y="62847"/>
                </a:lnTo>
                <a:lnTo>
                  <a:pt x="337685" y="62190"/>
                </a:lnTo>
                <a:lnTo>
                  <a:pt x="337550" y="61537"/>
                </a:lnTo>
                <a:lnTo>
                  <a:pt x="337407" y="60888"/>
                </a:lnTo>
                <a:lnTo>
                  <a:pt x="337254" y="60244"/>
                </a:lnTo>
                <a:lnTo>
                  <a:pt x="337093" y="59604"/>
                </a:lnTo>
                <a:lnTo>
                  <a:pt x="336924" y="58968"/>
                </a:lnTo>
                <a:lnTo>
                  <a:pt x="336746" y="58336"/>
                </a:lnTo>
                <a:lnTo>
                  <a:pt x="336559" y="57709"/>
                </a:lnTo>
                <a:lnTo>
                  <a:pt x="336363" y="57085"/>
                </a:lnTo>
                <a:lnTo>
                  <a:pt x="336159" y="56466"/>
                </a:lnTo>
                <a:lnTo>
                  <a:pt x="335946" y="55853"/>
                </a:lnTo>
                <a:lnTo>
                  <a:pt x="335725" y="55246"/>
                </a:lnTo>
                <a:lnTo>
                  <a:pt x="335497" y="54645"/>
                </a:lnTo>
                <a:lnTo>
                  <a:pt x="335261" y="54052"/>
                </a:lnTo>
                <a:lnTo>
                  <a:pt x="335017" y="53465"/>
                </a:lnTo>
                <a:lnTo>
                  <a:pt x="334766" y="52884"/>
                </a:lnTo>
                <a:lnTo>
                  <a:pt x="334506" y="52310"/>
                </a:lnTo>
                <a:lnTo>
                  <a:pt x="334239" y="51743"/>
                </a:lnTo>
                <a:lnTo>
                  <a:pt x="333964" y="51183"/>
                </a:lnTo>
                <a:lnTo>
                  <a:pt x="333681" y="50629"/>
                </a:lnTo>
                <a:lnTo>
                  <a:pt x="333391" y="50082"/>
                </a:lnTo>
                <a:lnTo>
                  <a:pt x="333092" y="49542"/>
                </a:lnTo>
                <a:lnTo>
                  <a:pt x="332786" y="49008"/>
                </a:lnTo>
                <a:lnTo>
                  <a:pt x="332472" y="48480"/>
                </a:lnTo>
                <a:lnTo>
                  <a:pt x="332150" y="47960"/>
                </a:lnTo>
                <a:lnTo>
                  <a:pt x="331820" y="47446"/>
                </a:lnTo>
                <a:lnTo>
                  <a:pt x="331483" y="46939"/>
                </a:lnTo>
                <a:lnTo>
                  <a:pt x="331138" y="46438"/>
                </a:lnTo>
                <a:lnTo>
                  <a:pt x="330785" y="45944"/>
                </a:lnTo>
                <a:lnTo>
                  <a:pt x="330424" y="45457"/>
                </a:lnTo>
                <a:lnTo>
                  <a:pt x="330055" y="44976"/>
                </a:lnTo>
                <a:lnTo>
                  <a:pt x="329679" y="44502"/>
                </a:lnTo>
                <a:lnTo>
                  <a:pt x="329294" y="44035"/>
                </a:lnTo>
                <a:lnTo>
                  <a:pt x="328902" y="43574"/>
                </a:lnTo>
                <a:lnTo>
                  <a:pt x="328503" y="43121"/>
                </a:lnTo>
                <a:lnTo>
                  <a:pt x="328097" y="42677"/>
                </a:lnTo>
                <a:lnTo>
                  <a:pt x="327683" y="42240"/>
                </a:lnTo>
                <a:lnTo>
                  <a:pt x="327263" y="41813"/>
                </a:lnTo>
                <a:lnTo>
                  <a:pt x="326836" y="41393"/>
                </a:lnTo>
                <a:lnTo>
                  <a:pt x="326402" y="40982"/>
                </a:lnTo>
                <a:lnTo>
                  <a:pt x="325961" y="40580"/>
                </a:lnTo>
                <a:lnTo>
                  <a:pt x="325514" y="40186"/>
                </a:lnTo>
                <a:lnTo>
                  <a:pt x="325059" y="39800"/>
                </a:lnTo>
                <a:lnTo>
                  <a:pt x="324597" y="39423"/>
                </a:lnTo>
                <a:lnTo>
                  <a:pt x="324129" y="39054"/>
                </a:lnTo>
                <a:lnTo>
                  <a:pt x="323653" y="38694"/>
                </a:lnTo>
                <a:lnTo>
                  <a:pt x="323171" y="38342"/>
                </a:lnTo>
                <a:lnTo>
                  <a:pt x="322682" y="37999"/>
                </a:lnTo>
                <a:lnTo>
                  <a:pt x="322186" y="37664"/>
                </a:lnTo>
                <a:lnTo>
                  <a:pt x="321683" y="37337"/>
                </a:lnTo>
                <a:lnTo>
                  <a:pt x="321173" y="37019"/>
                </a:lnTo>
                <a:lnTo>
                  <a:pt x="320656" y="36710"/>
                </a:lnTo>
                <a:lnTo>
                  <a:pt x="320132" y="36408"/>
                </a:lnTo>
                <a:lnTo>
                  <a:pt x="319602" y="36116"/>
                </a:lnTo>
                <a:lnTo>
                  <a:pt x="319064" y="35831"/>
                </a:lnTo>
                <a:lnTo>
                  <a:pt x="318520" y="35555"/>
                </a:lnTo>
                <a:lnTo>
                  <a:pt x="317968" y="35288"/>
                </a:lnTo>
                <a:lnTo>
                  <a:pt x="317410" y="35029"/>
                </a:lnTo>
                <a:lnTo>
                  <a:pt x="316846" y="34780"/>
                </a:lnTo>
                <a:lnTo>
                  <a:pt x="316275" y="34541"/>
                </a:lnTo>
                <a:lnTo>
                  <a:pt x="315699" y="34312"/>
                </a:lnTo>
                <a:lnTo>
                  <a:pt x="315117" y="34095"/>
                </a:lnTo>
                <a:lnTo>
                  <a:pt x="314530" y="33888"/>
                </a:lnTo>
                <a:lnTo>
                  <a:pt x="313936" y="33691"/>
                </a:lnTo>
                <a:lnTo>
                  <a:pt x="313337" y="33506"/>
                </a:lnTo>
                <a:lnTo>
                  <a:pt x="312732" y="33331"/>
                </a:lnTo>
                <a:lnTo>
                  <a:pt x="312122" y="33166"/>
                </a:lnTo>
                <a:lnTo>
                  <a:pt x="311505" y="33012"/>
                </a:lnTo>
                <a:lnTo>
                  <a:pt x="310883" y="32869"/>
                </a:lnTo>
                <a:lnTo>
                  <a:pt x="310255" y="32736"/>
                </a:lnTo>
                <a:lnTo>
                  <a:pt x="309621" y="32614"/>
                </a:lnTo>
                <a:lnTo>
                  <a:pt x="308982" y="32503"/>
                </a:lnTo>
                <a:lnTo>
                  <a:pt x="308337" y="32402"/>
                </a:lnTo>
                <a:lnTo>
                  <a:pt x="307686" y="32311"/>
                </a:lnTo>
                <a:lnTo>
                  <a:pt x="307029" y="32232"/>
                </a:lnTo>
                <a:lnTo>
                  <a:pt x="306367" y="32163"/>
                </a:lnTo>
                <a:lnTo>
                  <a:pt x="305699" y="32104"/>
                </a:lnTo>
                <a:lnTo>
                  <a:pt x="305025" y="32057"/>
                </a:lnTo>
                <a:lnTo>
                  <a:pt x="304345" y="32020"/>
                </a:lnTo>
                <a:lnTo>
                  <a:pt x="303660" y="31993"/>
                </a:lnTo>
                <a:lnTo>
                  <a:pt x="302968" y="31977"/>
                </a:lnTo>
                <a:lnTo>
                  <a:pt x="302271" y="31972"/>
                </a:lnTo>
                <a:lnTo>
                  <a:pt x="301581" y="31977"/>
                </a:lnTo>
                <a:lnTo>
                  <a:pt x="300895" y="31993"/>
                </a:lnTo>
                <a:lnTo>
                  <a:pt x="300216" y="32020"/>
                </a:lnTo>
                <a:lnTo>
                  <a:pt x="299542" y="32057"/>
                </a:lnTo>
                <a:lnTo>
                  <a:pt x="298873" y="32104"/>
                </a:lnTo>
                <a:lnTo>
                  <a:pt x="298210" y="32163"/>
                </a:lnTo>
                <a:lnTo>
                  <a:pt x="297553" y="32232"/>
                </a:lnTo>
                <a:lnTo>
                  <a:pt x="296902" y="32311"/>
                </a:lnTo>
                <a:lnTo>
                  <a:pt x="296256" y="32402"/>
                </a:lnTo>
                <a:lnTo>
                  <a:pt x="295616" y="32503"/>
                </a:lnTo>
                <a:lnTo>
                  <a:pt x="294981" y="32614"/>
                </a:lnTo>
                <a:lnTo>
                  <a:pt x="294352" y="32736"/>
                </a:lnTo>
                <a:lnTo>
                  <a:pt x="293729" y="32869"/>
                </a:lnTo>
                <a:lnTo>
                  <a:pt x="293111" y="33012"/>
                </a:lnTo>
                <a:lnTo>
                  <a:pt x="292499" y="33166"/>
                </a:lnTo>
                <a:lnTo>
                  <a:pt x="291892" y="33331"/>
                </a:lnTo>
                <a:lnTo>
                  <a:pt x="291292" y="33506"/>
                </a:lnTo>
                <a:lnTo>
                  <a:pt x="290696" y="33691"/>
                </a:lnTo>
                <a:lnTo>
                  <a:pt x="290107" y="33888"/>
                </a:lnTo>
                <a:lnTo>
                  <a:pt x="289523" y="34095"/>
                </a:lnTo>
                <a:lnTo>
                  <a:pt x="288944" y="34312"/>
                </a:lnTo>
                <a:lnTo>
                  <a:pt x="288372" y="34541"/>
                </a:lnTo>
                <a:lnTo>
                  <a:pt x="287805" y="34780"/>
                </a:lnTo>
                <a:lnTo>
                  <a:pt x="287243" y="35029"/>
                </a:lnTo>
                <a:lnTo>
                  <a:pt x="286688" y="35288"/>
                </a:lnTo>
                <a:lnTo>
                  <a:pt x="286140" y="35555"/>
                </a:lnTo>
                <a:lnTo>
                  <a:pt x="285598" y="35831"/>
                </a:lnTo>
                <a:lnTo>
                  <a:pt x="285064" y="36116"/>
                </a:lnTo>
                <a:lnTo>
                  <a:pt x="284536" y="36408"/>
                </a:lnTo>
                <a:lnTo>
                  <a:pt x="284016" y="36710"/>
                </a:lnTo>
                <a:lnTo>
                  <a:pt x="283502" y="37019"/>
                </a:lnTo>
                <a:lnTo>
                  <a:pt x="282995" y="37337"/>
                </a:lnTo>
                <a:lnTo>
                  <a:pt x="282495" y="37664"/>
                </a:lnTo>
                <a:lnTo>
                  <a:pt x="282002" y="37999"/>
                </a:lnTo>
                <a:lnTo>
                  <a:pt x="281516" y="38342"/>
                </a:lnTo>
                <a:lnTo>
                  <a:pt x="281037" y="38694"/>
                </a:lnTo>
                <a:lnTo>
                  <a:pt x="280564" y="39054"/>
                </a:lnTo>
                <a:lnTo>
                  <a:pt x="280099" y="39423"/>
                </a:lnTo>
                <a:lnTo>
                  <a:pt x="279640" y="39800"/>
                </a:lnTo>
                <a:lnTo>
                  <a:pt x="279189" y="40186"/>
                </a:lnTo>
                <a:lnTo>
                  <a:pt x="278744" y="40580"/>
                </a:lnTo>
                <a:lnTo>
                  <a:pt x="278306" y="40982"/>
                </a:lnTo>
                <a:lnTo>
                  <a:pt x="277876" y="41393"/>
                </a:lnTo>
                <a:lnTo>
                  <a:pt x="277452" y="41813"/>
                </a:lnTo>
                <a:lnTo>
                  <a:pt x="277034" y="42240"/>
                </a:lnTo>
                <a:lnTo>
                  <a:pt x="276624" y="42677"/>
                </a:lnTo>
                <a:lnTo>
                  <a:pt x="276221" y="43121"/>
                </a:lnTo>
                <a:lnTo>
                  <a:pt x="275825" y="43574"/>
                </a:lnTo>
                <a:lnTo>
                  <a:pt x="275436" y="44035"/>
                </a:lnTo>
                <a:lnTo>
                  <a:pt x="275054" y="44502"/>
                </a:lnTo>
                <a:lnTo>
                  <a:pt x="274681" y="44976"/>
                </a:lnTo>
                <a:lnTo>
                  <a:pt x="274315" y="45457"/>
                </a:lnTo>
                <a:lnTo>
                  <a:pt x="273956" y="45944"/>
                </a:lnTo>
                <a:lnTo>
                  <a:pt x="273605" y="46438"/>
                </a:lnTo>
                <a:lnTo>
                  <a:pt x="273262" y="46939"/>
                </a:lnTo>
                <a:lnTo>
                  <a:pt x="272927" y="47446"/>
                </a:lnTo>
                <a:lnTo>
                  <a:pt x="272599" y="47960"/>
                </a:lnTo>
                <a:lnTo>
                  <a:pt x="272279" y="48480"/>
                </a:lnTo>
                <a:lnTo>
                  <a:pt x="271967" y="49008"/>
                </a:lnTo>
                <a:lnTo>
                  <a:pt x="271663" y="49542"/>
                </a:lnTo>
                <a:lnTo>
                  <a:pt x="271366" y="50082"/>
                </a:lnTo>
                <a:lnTo>
                  <a:pt x="271076" y="50629"/>
                </a:lnTo>
                <a:lnTo>
                  <a:pt x="270795" y="51183"/>
                </a:lnTo>
                <a:lnTo>
                  <a:pt x="270521" y="51743"/>
                </a:lnTo>
                <a:lnTo>
                  <a:pt x="270254" y="52310"/>
                </a:lnTo>
                <a:lnTo>
                  <a:pt x="269996" y="52884"/>
                </a:lnTo>
                <a:lnTo>
                  <a:pt x="269745" y="53465"/>
                </a:lnTo>
                <a:lnTo>
                  <a:pt x="269502" y="54052"/>
                </a:lnTo>
                <a:lnTo>
                  <a:pt x="269266" y="54645"/>
                </a:lnTo>
                <a:lnTo>
                  <a:pt x="269038" y="55246"/>
                </a:lnTo>
                <a:lnTo>
                  <a:pt x="268818" y="55853"/>
                </a:lnTo>
                <a:lnTo>
                  <a:pt x="268605" y="56466"/>
                </a:lnTo>
                <a:lnTo>
                  <a:pt x="268401" y="57085"/>
                </a:lnTo>
                <a:lnTo>
                  <a:pt x="268205" y="57709"/>
                </a:lnTo>
                <a:lnTo>
                  <a:pt x="268018" y="58336"/>
                </a:lnTo>
                <a:lnTo>
                  <a:pt x="267840" y="58968"/>
                </a:lnTo>
                <a:lnTo>
                  <a:pt x="267670" y="59604"/>
                </a:lnTo>
                <a:lnTo>
                  <a:pt x="267509" y="60244"/>
                </a:lnTo>
                <a:lnTo>
                  <a:pt x="267357" y="60888"/>
                </a:lnTo>
                <a:lnTo>
                  <a:pt x="267214" y="61537"/>
                </a:lnTo>
                <a:lnTo>
                  <a:pt x="267079" y="62190"/>
                </a:lnTo>
                <a:lnTo>
                  <a:pt x="266953" y="62847"/>
                </a:lnTo>
                <a:lnTo>
                  <a:pt x="266835" y="63508"/>
                </a:lnTo>
                <a:lnTo>
                  <a:pt x="266727" y="64174"/>
                </a:lnTo>
                <a:lnTo>
                  <a:pt x="266627" y="64843"/>
                </a:lnTo>
                <a:lnTo>
                  <a:pt x="266535" y="65517"/>
                </a:lnTo>
                <a:lnTo>
                  <a:pt x="266453" y="66196"/>
                </a:lnTo>
                <a:lnTo>
                  <a:pt x="266379" y="66878"/>
                </a:lnTo>
                <a:lnTo>
                  <a:pt x="266314" y="67565"/>
                </a:lnTo>
                <a:lnTo>
                  <a:pt x="266257" y="68255"/>
                </a:lnTo>
                <a:lnTo>
                  <a:pt x="266209" y="68950"/>
                </a:lnTo>
                <a:lnTo>
                  <a:pt x="266170" y="69650"/>
                </a:lnTo>
                <a:lnTo>
                  <a:pt x="266140" y="70353"/>
                </a:lnTo>
                <a:lnTo>
                  <a:pt x="266118" y="71061"/>
                </a:lnTo>
                <a:lnTo>
                  <a:pt x="266105" y="71773"/>
                </a:lnTo>
                <a:lnTo>
                  <a:pt x="266101" y="72489"/>
                </a:lnTo>
                <a:lnTo>
                  <a:pt x="266101" y="74183"/>
                </a:lnTo>
                <a:lnTo>
                  <a:pt x="266105" y="74899"/>
                </a:lnTo>
                <a:lnTo>
                  <a:pt x="266118" y="75611"/>
                </a:lnTo>
                <a:lnTo>
                  <a:pt x="266140" y="76319"/>
                </a:lnTo>
                <a:lnTo>
                  <a:pt x="266170" y="77022"/>
                </a:lnTo>
                <a:lnTo>
                  <a:pt x="266209" y="77720"/>
                </a:lnTo>
                <a:lnTo>
                  <a:pt x="266257" y="78415"/>
                </a:lnTo>
                <a:close/>
                <a:moveTo>
                  <a:pt x="279817" y="69581"/>
                </a:moveTo>
                <a:lnTo>
                  <a:pt x="279848" y="69104"/>
                </a:lnTo>
                <a:lnTo>
                  <a:pt x="279885" y="68630"/>
                </a:lnTo>
                <a:lnTo>
                  <a:pt x="279926" y="68157"/>
                </a:lnTo>
                <a:lnTo>
                  <a:pt x="279972" y="67687"/>
                </a:lnTo>
                <a:lnTo>
                  <a:pt x="280023" y="67218"/>
                </a:lnTo>
                <a:lnTo>
                  <a:pt x="280079" y="66752"/>
                </a:lnTo>
                <a:lnTo>
                  <a:pt x="280140" y="66288"/>
                </a:lnTo>
                <a:lnTo>
                  <a:pt x="280205" y="65826"/>
                </a:lnTo>
                <a:lnTo>
                  <a:pt x="280276" y="65367"/>
                </a:lnTo>
                <a:lnTo>
                  <a:pt x="280351" y="64909"/>
                </a:lnTo>
                <a:lnTo>
                  <a:pt x="280431" y="64454"/>
                </a:lnTo>
                <a:lnTo>
                  <a:pt x="280516" y="64001"/>
                </a:lnTo>
                <a:lnTo>
                  <a:pt x="280606" y="63550"/>
                </a:lnTo>
                <a:lnTo>
                  <a:pt x="280701" y="63101"/>
                </a:lnTo>
                <a:lnTo>
                  <a:pt x="280801" y="62655"/>
                </a:lnTo>
                <a:lnTo>
                  <a:pt x="280905" y="62211"/>
                </a:lnTo>
                <a:lnTo>
                  <a:pt x="281015" y="61768"/>
                </a:lnTo>
                <a:lnTo>
                  <a:pt x="281129" y="61328"/>
                </a:lnTo>
                <a:lnTo>
                  <a:pt x="281248" y="60891"/>
                </a:lnTo>
                <a:lnTo>
                  <a:pt x="281372" y="60459"/>
                </a:lnTo>
                <a:lnTo>
                  <a:pt x="281501" y="60030"/>
                </a:lnTo>
                <a:lnTo>
                  <a:pt x="281635" y="59605"/>
                </a:lnTo>
                <a:lnTo>
                  <a:pt x="281774" y="59185"/>
                </a:lnTo>
                <a:lnTo>
                  <a:pt x="281918" y="58768"/>
                </a:lnTo>
                <a:lnTo>
                  <a:pt x="282067" y="58356"/>
                </a:lnTo>
                <a:lnTo>
                  <a:pt x="282222" y="57948"/>
                </a:lnTo>
                <a:lnTo>
                  <a:pt x="282381" y="57544"/>
                </a:lnTo>
                <a:lnTo>
                  <a:pt x="282545" y="57144"/>
                </a:lnTo>
                <a:lnTo>
                  <a:pt x="282714" y="56748"/>
                </a:lnTo>
                <a:lnTo>
                  <a:pt x="282888" y="56356"/>
                </a:lnTo>
                <a:lnTo>
                  <a:pt x="283067" y="55968"/>
                </a:lnTo>
                <a:lnTo>
                  <a:pt x="283251" y="55584"/>
                </a:lnTo>
                <a:lnTo>
                  <a:pt x="283440" y="55205"/>
                </a:lnTo>
                <a:lnTo>
                  <a:pt x="283634" y="54829"/>
                </a:lnTo>
                <a:lnTo>
                  <a:pt x="283832" y="54458"/>
                </a:lnTo>
                <a:lnTo>
                  <a:pt x="284036" y="54090"/>
                </a:lnTo>
                <a:lnTo>
                  <a:pt x="284245" y="53727"/>
                </a:lnTo>
                <a:lnTo>
                  <a:pt x="284459" y="53368"/>
                </a:lnTo>
                <a:lnTo>
                  <a:pt x="284678" y="53013"/>
                </a:lnTo>
                <a:lnTo>
                  <a:pt x="284902" y="52662"/>
                </a:lnTo>
                <a:lnTo>
                  <a:pt x="285131" y="52315"/>
                </a:lnTo>
                <a:lnTo>
                  <a:pt x="285365" y="51973"/>
                </a:lnTo>
                <a:lnTo>
                  <a:pt x="285603" y="51635"/>
                </a:lnTo>
                <a:lnTo>
                  <a:pt x="285847" y="51303"/>
                </a:lnTo>
                <a:lnTo>
                  <a:pt x="286096" y="50977"/>
                </a:lnTo>
                <a:lnTo>
                  <a:pt x="286349" y="50658"/>
                </a:lnTo>
                <a:lnTo>
                  <a:pt x="286607" y="50344"/>
                </a:lnTo>
                <a:lnTo>
                  <a:pt x="286870" y="50036"/>
                </a:lnTo>
                <a:lnTo>
                  <a:pt x="287138" y="49735"/>
                </a:lnTo>
                <a:lnTo>
                  <a:pt x="287411" y="49439"/>
                </a:lnTo>
                <a:lnTo>
                  <a:pt x="287689" y="49150"/>
                </a:lnTo>
                <a:lnTo>
                  <a:pt x="287971" y="48866"/>
                </a:lnTo>
                <a:lnTo>
                  <a:pt x="288259" y="48588"/>
                </a:lnTo>
                <a:lnTo>
                  <a:pt x="288551" y="48317"/>
                </a:lnTo>
                <a:lnTo>
                  <a:pt x="288848" y="48051"/>
                </a:lnTo>
                <a:lnTo>
                  <a:pt x="289150" y="47792"/>
                </a:lnTo>
                <a:lnTo>
                  <a:pt x="289457" y="47538"/>
                </a:lnTo>
                <a:lnTo>
                  <a:pt x="289768" y="47291"/>
                </a:lnTo>
                <a:lnTo>
                  <a:pt x="290085" y="47049"/>
                </a:lnTo>
                <a:lnTo>
                  <a:pt x="290406" y="46813"/>
                </a:lnTo>
                <a:lnTo>
                  <a:pt x="290733" y="46584"/>
                </a:lnTo>
                <a:lnTo>
                  <a:pt x="291064" y="46360"/>
                </a:lnTo>
                <a:lnTo>
                  <a:pt x="291400" y="46143"/>
                </a:lnTo>
                <a:lnTo>
                  <a:pt x="291741" y="45932"/>
                </a:lnTo>
                <a:lnTo>
                  <a:pt x="292086" y="45726"/>
                </a:lnTo>
                <a:lnTo>
                  <a:pt x="292437" y="45527"/>
                </a:lnTo>
                <a:lnTo>
                  <a:pt x="292792" y="45334"/>
                </a:lnTo>
                <a:lnTo>
                  <a:pt x="293152" y="45150"/>
                </a:lnTo>
                <a:lnTo>
                  <a:pt x="293517" y="44974"/>
                </a:lnTo>
                <a:lnTo>
                  <a:pt x="293887" y="44806"/>
                </a:lnTo>
                <a:lnTo>
                  <a:pt x="294261" y="44647"/>
                </a:lnTo>
                <a:lnTo>
                  <a:pt x="294640" y="44495"/>
                </a:lnTo>
                <a:lnTo>
                  <a:pt x="295024" y="44352"/>
                </a:lnTo>
                <a:lnTo>
                  <a:pt x="295412" y="44217"/>
                </a:lnTo>
                <a:lnTo>
                  <a:pt x="295805" y="44090"/>
                </a:lnTo>
                <a:lnTo>
                  <a:pt x="296203" y="43971"/>
                </a:lnTo>
                <a:lnTo>
                  <a:pt x="296606" y="43861"/>
                </a:lnTo>
                <a:lnTo>
                  <a:pt x="297013" y="43759"/>
                </a:lnTo>
                <a:lnTo>
                  <a:pt x="297426" y="43664"/>
                </a:lnTo>
                <a:lnTo>
                  <a:pt x="297842" y="43579"/>
                </a:lnTo>
                <a:lnTo>
                  <a:pt x="298264" y="43501"/>
                </a:lnTo>
                <a:lnTo>
                  <a:pt x="298690" y="43431"/>
                </a:lnTo>
                <a:lnTo>
                  <a:pt x="299121" y="43370"/>
                </a:lnTo>
                <a:lnTo>
                  <a:pt x="299557" y="43317"/>
                </a:lnTo>
                <a:lnTo>
                  <a:pt x="299998" y="43272"/>
                </a:lnTo>
                <a:lnTo>
                  <a:pt x="300443" y="43235"/>
                </a:lnTo>
                <a:lnTo>
                  <a:pt x="300893" y="43206"/>
                </a:lnTo>
                <a:lnTo>
                  <a:pt x="301348" y="43186"/>
                </a:lnTo>
                <a:lnTo>
                  <a:pt x="301807" y="43173"/>
                </a:lnTo>
                <a:lnTo>
                  <a:pt x="302271" y="43169"/>
                </a:lnTo>
                <a:lnTo>
                  <a:pt x="302742" y="43173"/>
                </a:lnTo>
                <a:lnTo>
                  <a:pt x="303207" y="43186"/>
                </a:lnTo>
                <a:lnTo>
                  <a:pt x="303667" y="43206"/>
                </a:lnTo>
                <a:lnTo>
                  <a:pt x="304122" y="43235"/>
                </a:lnTo>
                <a:lnTo>
                  <a:pt x="304573" y="43272"/>
                </a:lnTo>
                <a:lnTo>
                  <a:pt x="305018" y="43317"/>
                </a:lnTo>
                <a:lnTo>
                  <a:pt x="305458" y="43370"/>
                </a:lnTo>
                <a:lnTo>
                  <a:pt x="305893" y="43431"/>
                </a:lnTo>
                <a:lnTo>
                  <a:pt x="306324" y="43501"/>
                </a:lnTo>
                <a:lnTo>
                  <a:pt x="306749" y="43579"/>
                </a:lnTo>
                <a:lnTo>
                  <a:pt x="307169" y="43664"/>
                </a:lnTo>
                <a:lnTo>
                  <a:pt x="307585" y="43759"/>
                </a:lnTo>
                <a:lnTo>
                  <a:pt x="307995" y="43861"/>
                </a:lnTo>
                <a:lnTo>
                  <a:pt x="308400" y="43971"/>
                </a:lnTo>
                <a:lnTo>
                  <a:pt x="308801" y="44090"/>
                </a:lnTo>
                <a:lnTo>
                  <a:pt x="309196" y="44217"/>
                </a:lnTo>
                <a:lnTo>
                  <a:pt x="309587" y="44352"/>
                </a:lnTo>
                <a:lnTo>
                  <a:pt x="309972" y="44495"/>
                </a:lnTo>
                <a:lnTo>
                  <a:pt x="310352" y="44647"/>
                </a:lnTo>
                <a:lnTo>
                  <a:pt x="310728" y="44806"/>
                </a:lnTo>
                <a:lnTo>
                  <a:pt x="311098" y="44974"/>
                </a:lnTo>
                <a:lnTo>
                  <a:pt x="311464" y="45150"/>
                </a:lnTo>
                <a:lnTo>
                  <a:pt x="311824" y="45334"/>
                </a:lnTo>
                <a:lnTo>
                  <a:pt x="312180" y="45527"/>
                </a:lnTo>
                <a:lnTo>
                  <a:pt x="312530" y="45726"/>
                </a:lnTo>
                <a:lnTo>
                  <a:pt x="312876" y="45932"/>
                </a:lnTo>
                <a:lnTo>
                  <a:pt x="313217" y="46143"/>
                </a:lnTo>
                <a:lnTo>
                  <a:pt x="313553" y="46360"/>
                </a:lnTo>
                <a:lnTo>
                  <a:pt x="313884" y="46584"/>
                </a:lnTo>
                <a:lnTo>
                  <a:pt x="314210" y="46813"/>
                </a:lnTo>
                <a:lnTo>
                  <a:pt x="314532" y="47049"/>
                </a:lnTo>
                <a:lnTo>
                  <a:pt x="314848" y="47291"/>
                </a:lnTo>
                <a:lnTo>
                  <a:pt x="315160" y="47538"/>
                </a:lnTo>
                <a:lnTo>
                  <a:pt x="315467" y="47792"/>
                </a:lnTo>
                <a:lnTo>
                  <a:pt x="315769" y="48051"/>
                </a:lnTo>
                <a:lnTo>
                  <a:pt x="316066" y="48317"/>
                </a:lnTo>
                <a:lnTo>
                  <a:pt x="316358" y="48588"/>
                </a:lnTo>
                <a:lnTo>
                  <a:pt x="316645" y="48866"/>
                </a:lnTo>
                <a:lnTo>
                  <a:pt x="316928" y="49150"/>
                </a:lnTo>
                <a:lnTo>
                  <a:pt x="317205" y="49439"/>
                </a:lnTo>
                <a:lnTo>
                  <a:pt x="317478" y="49735"/>
                </a:lnTo>
                <a:lnTo>
                  <a:pt x="317746" y="50036"/>
                </a:lnTo>
                <a:lnTo>
                  <a:pt x="318009" y="50344"/>
                </a:lnTo>
                <a:lnTo>
                  <a:pt x="318268" y="50658"/>
                </a:lnTo>
                <a:lnTo>
                  <a:pt x="318521" y="50977"/>
                </a:lnTo>
                <a:lnTo>
                  <a:pt x="318769" y="51303"/>
                </a:lnTo>
                <a:lnTo>
                  <a:pt x="319013" y="51635"/>
                </a:lnTo>
                <a:lnTo>
                  <a:pt x="319252" y="51973"/>
                </a:lnTo>
                <a:lnTo>
                  <a:pt x="319486" y="52315"/>
                </a:lnTo>
                <a:lnTo>
                  <a:pt x="319715" y="52662"/>
                </a:lnTo>
                <a:lnTo>
                  <a:pt x="319939" y="53013"/>
                </a:lnTo>
                <a:lnTo>
                  <a:pt x="320158" y="53368"/>
                </a:lnTo>
                <a:lnTo>
                  <a:pt x="320373" y="53727"/>
                </a:lnTo>
                <a:lnTo>
                  <a:pt x="320582" y="54090"/>
                </a:lnTo>
                <a:lnTo>
                  <a:pt x="320787" y="54458"/>
                </a:lnTo>
                <a:lnTo>
                  <a:pt x="320987" y="54829"/>
                </a:lnTo>
                <a:lnTo>
                  <a:pt x="321182" y="55205"/>
                </a:lnTo>
                <a:lnTo>
                  <a:pt x="321372" y="55584"/>
                </a:lnTo>
                <a:lnTo>
                  <a:pt x="321558" y="55968"/>
                </a:lnTo>
                <a:lnTo>
                  <a:pt x="321738" y="56356"/>
                </a:lnTo>
                <a:lnTo>
                  <a:pt x="321914" y="56748"/>
                </a:lnTo>
                <a:lnTo>
                  <a:pt x="322084" y="57144"/>
                </a:lnTo>
                <a:lnTo>
                  <a:pt x="322250" y="57544"/>
                </a:lnTo>
                <a:lnTo>
                  <a:pt x="322411" y="57948"/>
                </a:lnTo>
                <a:lnTo>
                  <a:pt x="322568" y="58356"/>
                </a:lnTo>
                <a:lnTo>
                  <a:pt x="322719" y="58768"/>
                </a:lnTo>
                <a:lnTo>
                  <a:pt x="322865" y="59185"/>
                </a:lnTo>
                <a:lnTo>
                  <a:pt x="323007" y="59605"/>
                </a:lnTo>
                <a:lnTo>
                  <a:pt x="323144" y="60030"/>
                </a:lnTo>
                <a:lnTo>
                  <a:pt x="323275" y="60459"/>
                </a:lnTo>
                <a:lnTo>
                  <a:pt x="323402" y="60891"/>
                </a:lnTo>
                <a:lnTo>
                  <a:pt x="323525" y="61328"/>
                </a:lnTo>
                <a:lnTo>
                  <a:pt x="323642" y="61768"/>
                </a:lnTo>
                <a:lnTo>
                  <a:pt x="323754" y="62211"/>
                </a:lnTo>
                <a:lnTo>
                  <a:pt x="323861" y="62655"/>
                </a:lnTo>
                <a:lnTo>
                  <a:pt x="323963" y="63101"/>
                </a:lnTo>
                <a:lnTo>
                  <a:pt x="324061" y="63550"/>
                </a:lnTo>
                <a:lnTo>
                  <a:pt x="324153" y="64001"/>
                </a:lnTo>
                <a:lnTo>
                  <a:pt x="324240" y="64454"/>
                </a:lnTo>
                <a:lnTo>
                  <a:pt x="324323" y="64909"/>
                </a:lnTo>
                <a:lnTo>
                  <a:pt x="324400" y="65367"/>
                </a:lnTo>
                <a:lnTo>
                  <a:pt x="324472" y="65826"/>
                </a:lnTo>
                <a:lnTo>
                  <a:pt x="324540" y="66288"/>
                </a:lnTo>
                <a:lnTo>
                  <a:pt x="324602" y="66752"/>
                </a:lnTo>
                <a:lnTo>
                  <a:pt x="324659" y="67218"/>
                </a:lnTo>
                <a:lnTo>
                  <a:pt x="324712" y="67687"/>
                </a:lnTo>
                <a:lnTo>
                  <a:pt x="324759" y="68157"/>
                </a:lnTo>
                <a:lnTo>
                  <a:pt x="324801" y="68630"/>
                </a:lnTo>
                <a:lnTo>
                  <a:pt x="324839" y="69104"/>
                </a:lnTo>
                <a:lnTo>
                  <a:pt x="324871" y="69581"/>
                </a:lnTo>
                <a:lnTo>
                  <a:pt x="324899" y="70061"/>
                </a:lnTo>
                <a:lnTo>
                  <a:pt x="324921" y="70542"/>
                </a:lnTo>
                <a:lnTo>
                  <a:pt x="324939" y="71025"/>
                </a:lnTo>
                <a:lnTo>
                  <a:pt x="324951" y="71511"/>
                </a:lnTo>
                <a:lnTo>
                  <a:pt x="324959" y="71999"/>
                </a:lnTo>
                <a:lnTo>
                  <a:pt x="324961" y="72489"/>
                </a:lnTo>
                <a:lnTo>
                  <a:pt x="324961" y="74183"/>
                </a:lnTo>
                <a:lnTo>
                  <a:pt x="324959" y="74679"/>
                </a:lnTo>
                <a:lnTo>
                  <a:pt x="324951" y="75173"/>
                </a:lnTo>
                <a:lnTo>
                  <a:pt x="324939" y="75664"/>
                </a:lnTo>
                <a:lnTo>
                  <a:pt x="324921" y="76153"/>
                </a:lnTo>
                <a:lnTo>
                  <a:pt x="324899" y="76639"/>
                </a:lnTo>
                <a:lnTo>
                  <a:pt x="324871" y="77123"/>
                </a:lnTo>
                <a:lnTo>
                  <a:pt x="324839" y="77605"/>
                </a:lnTo>
                <a:lnTo>
                  <a:pt x="324801" y="78084"/>
                </a:lnTo>
                <a:lnTo>
                  <a:pt x="324759" y="78560"/>
                </a:lnTo>
                <a:lnTo>
                  <a:pt x="324712" y="79034"/>
                </a:lnTo>
                <a:lnTo>
                  <a:pt x="324659" y="79506"/>
                </a:lnTo>
                <a:lnTo>
                  <a:pt x="324602" y="79975"/>
                </a:lnTo>
                <a:lnTo>
                  <a:pt x="324540" y="80442"/>
                </a:lnTo>
                <a:lnTo>
                  <a:pt x="324472" y="80907"/>
                </a:lnTo>
                <a:lnTo>
                  <a:pt x="324400" y="81369"/>
                </a:lnTo>
                <a:lnTo>
                  <a:pt x="324323" y="81828"/>
                </a:lnTo>
                <a:lnTo>
                  <a:pt x="324240" y="82286"/>
                </a:lnTo>
                <a:lnTo>
                  <a:pt x="324153" y="82740"/>
                </a:lnTo>
                <a:lnTo>
                  <a:pt x="324061" y="83193"/>
                </a:lnTo>
                <a:lnTo>
                  <a:pt x="323963" y="83642"/>
                </a:lnTo>
                <a:lnTo>
                  <a:pt x="323861" y="84090"/>
                </a:lnTo>
                <a:lnTo>
                  <a:pt x="323754" y="84535"/>
                </a:lnTo>
                <a:lnTo>
                  <a:pt x="323642" y="84978"/>
                </a:lnTo>
                <a:lnTo>
                  <a:pt x="323525" y="85418"/>
                </a:lnTo>
                <a:lnTo>
                  <a:pt x="323402" y="85854"/>
                </a:lnTo>
                <a:lnTo>
                  <a:pt x="323276" y="86287"/>
                </a:lnTo>
                <a:lnTo>
                  <a:pt x="323144" y="86715"/>
                </a:lnTo>
                <a:lnTo>
                  <a:pt x="323008" y="87140"/>
                </a:lnTo>
                <a:lnTo>
                  <a:pt x="322867" y="87560"/>
                </a:lnTo>
                <a:lnTo>
                  <a:pt x="322721" y="87975"/>
                </a:lnTo>
                <a:lnTo>
                  <a:pt x="322571" y="88387"/>
                </a:lnTo>
                <a:lnTo>
                  <a:pt x="322415" y="88794"/>
                </a:lnTo>
                <a:lnTo>
                  <a:pt x="322256" y="89197"/>
                </a:lnTo>
                <a:lnTo>
                  <a:pt x="322091" y="89596"/>
                </a:lnTo>
                <a:lnTo>
                  <a:pt x="321921" y="89991"/>
                </a:lnTo>
                <a:lnTo>
                  <a:pt x="321747" y="90381"/>
                </a:lnTo>
                <a:lnTo>
                  <a:pt x="321568" y="90767"/>
                </a:lnTo>
                <a:lnTo>
                  <a:pt x="321385" y="91149"/>
                </a:lnTo>
                <a:lnTo>
                  <a:pt x="321197" y="91527"/>
                </a:lnTo>
                <a:lnTo>
                  <a:pt x="321003" y="91900"/>
                </a:lnTo>
                <a:lnTo>
                  <a:pt x="320806" y="92270"/>
                </a:lnTo>
                <a:lnTo>
                  <a:pt x="320603" y="92635"/>
                </a:lnTo>
                <a:lnTo>
                  <a:pt x="320396" y="92996"/>
                </a:lnTo>
                <a:lnTo>
                  <a:pt x="320184" y="93352"/>
                </a:lnTo>
                <a:lnTo>
                  <a:pt x="319967" y="93705"/>
                </a:lnTo>
                <a:lnTo>
                  <a:pt x="319746" y="94053"/>
                </a:lnTo>
                <a:lnTo>
                  <a:pt x="319520" y="94397"/>
                </a:lnTo>
                <a:lnTo>
                  <a:pt x="319289" y="94737"/>
                </a:lnTo>
                <a:lnTo>
                  <a:pt x="319053" y="95071"/>
                </a:lnTo>
                <a:lnTo>
                  <a:pt x="318812" y="95400"/>
                </a:lnTo>
                <a:lnTo>
                  <a:pt x="318566" y="95722"/>
                </a:lnTo>
                <a:lnTo>
                  <a:pt x="318316" y="96039"/>
                </a:lnTo>
                <a:lnTo>
                  <a:pt x="318060" y="96350"/>
                </a:lnTo>
                <a:lnTo>
                  <a:pt x="317799" y="96654"/>
                </a:lnTo>
                <a:lnTo>
                  <a:pt x="317533" y="96953"/>
                </a:lnTo>
                <a:lnTo>
                  <a:pt x="317263" y="97245"/>
                </a:lnTo>
                <a:lnTo>
                  <a:pt x="316987" y="97532"/>
                </a:lnTo>
                <a:lnTo>
                  <a:pt x="316706" y="97812"/>
                </a:lnTo>
                <a:lnTo>
                  <a:pt x="316421" y="98087"/>
                </a:lnTo>
                <a:lnTo>
                  <a:pt x="316130" y="98356"/>
                </a:lnTo>
                <a:lnTo>
                  <a:pt x="315835" y="98618"/>
                </a:lnTo>
                <a:lnTo>
                  <a:pt x="315534" y="98875"/>
                </a:lnTo>
                <a:lnTo>
                  <a:pt x="315228" y="99125"/>
                </a:lnTo>
                <a:lnTo>
                  <a:pt x="314918" y="99369"/>
                </a:lnTo>
                <a:lnTo>
                  <a:pt x="314602" y="99608"/>
                </a:lnTo>
                <a:lnTo>
                  <a:pt x="314282" y="99840"/>
                </a:lnTo>
                <a:lnTo>
                  <a:pt x="313956" y="100067"/>
                </a:lnTo>
                <a:lnTo>
                  <a:pt x="313625" y="100287"/>
                </a:lnTo>
                <a:lnTo>
                  <a:pt x="313290" y="100502"/>
                </a:lnTo>
                <a:lnTo>
                  <a:pt x="312949" y="100710"/>
                </a:lnTo>
                <a:lnTo>
                  <a:pt x="312604" y="100912"/>
                </a:lnTo>
                <a:lnTo>
                  <a:pt x="312253" y="101109"/>
                </a:lnTo>
                <a:lnTo>
                  <a:pt x="311898" y="101298"/>
                </a:lnTo>
                <a:lnTo>
                  <a:pt x="311538" y="101480"/>
                </a:lnTo>
                <a:lnTo>
                  <a:pt x="311173" y="101653"/>
                </a:lnTo>
                <a:lnTo>
                  <a:pt x="310804" y="101818"/>
                </a:lnTo>
                <a:lnTo>
                  <a:pt x="310429" y="101975"/>
                </a:lnTo>
                <a:lnTo>
                  <a:pt x="310050" y="102124"/>
                </a:lnTo>
                <a:lnTo>
                  <a:pt x="309667" y="102265"/>
                </a:lnTo>
                <a:lnTo>
                  <a:pt x="309278" y="102398"/>
                </a:lnTo>
                <a:lnTo>
                  <a:pt x="308885" y="102523"/>
                </a:lnTo>
                <a:lnTo>
                  <a:pt x="308487" y="102640"/>
                </a:lnTo>
                <a:lnTo>
                  <a:pt x="308084" y="102749"/>
                </a:lnTo>
                <a:lnTo>
                  <a:pt x="307677" y="102849"/>
                </a:lnTo>
                <a:lnTo>
                  <a:pt x="307265" y="102942"/>
                </a:lnTo>
                <a:lnTo>
                  <a:pt x="306848" y="103027"/>
                </a:lnTo>
                <a:lnTo>
                  <a:pt x="306426" y="103103"/>
                </a:lnTo>
                <a:lnTo>
                  <a:pt x="306000" y="103172"/>
                </a:lnTo>
                <a:lnTo>
                  <a:pt x="305569" y="103232"/>
                </a:lnTo>
                <a:lnTo>
                  <a:pt x="305133" y="103284"/>
                </a:lnTo>
                <a:lnTo>
                  <a:pt x="304692" y="103329"/>
                </a:lnTo>
                <a:lnTo>
                  <a:pt x="304247" y="103365"/>
                </a:lnTo>
                <a:lnTo>
                  <a:pt x="303797" y="103393"/>
                </a:lnTo>
                <a:lnTo>
                  <a:pt x="303342" y="103413"/>
                </a:lnTo>
                <a:lnTo>
                  <a:pt x="302883" y="103425"/>
                </a:lnTo>
                <a:lnTo>
                  <a:pt x="302419" y="103429"/>
                </a:lnTo>
                <a:lnTo>
                  <a:pt x="301948" y="103425"/>
                </a:lnTo>
                <a:lnTo>
                  <a:pt x="301483" y="103413"/>
                </a:lnTo>
                <a:lnTo>
                  <a:pt x="301023" y="103393"/>
                </a:lnTo>
                <a:lnTo>
                  <a:pt x="300567" y="103365"/>
                </a:lnTo>
                <a:lnTo>
                  <a:pt x="300116" y="103329"/>
                </a:lnTo>
                <a:lnTo>
                  <a:pt x="299670" y="103284"/>
                </a:lnTo>
                <a:lnTo>
                  <a:pt x="299229" y="103232"/>
                </a:lnTo>
                <a:lnTo>
                  <a:pt x="298793" y="103172"/>
                </a:lnTo>
                <a:lnTo>
                  <a:pt x="298361" y="103103"/>
                </a:lnTo>
                <a:lnTo>
                  <a:pt x="297935" y="103027"/>
                </a:lnTo>
                <a:lnTo>
                  <a:pt x="297513" y="102942"/>
                </a:lnTo>
                <a:lnTo>
                  <a:pt x="297096" y="102849"/>
                </a:lnTo>
                <a:lnTo>
                  <a:pt x="296684" y="102749"/>
                </a:lnTo>
                <a:lnTo>
                  <a:pt x="296277" y="102640"/>
                </a:lnTo>
                <a:lnTo>
                  <a:pt x="295875" y="102523"/>
                </a:lnTo>
                <a:lnTo>
                  <a:pt x="295478" y="102398"/>
                </a:lnTo>
                <a:lnTo>
                  <a:pt x="295085" y="102265"/>
                </a:lnTo>
                <a:lnTo>
                  <a:pt x="294697" y="102124"/>
                </a:lnTo>
                <a:lnTo>
                  <a:pt x="294315" y="101975"/>
                </a:lnTo>
                <a:lnTo>
                  <a:pt x="293937" y="101818"/>
                </a:lnTo>
                <a:lnTo>
                  <a:pt x="293564" y="101653"/>
                </a:lnTo>
                <a:lnTo>
                  <a:pt x="293195" y="101480"/>
                </a:lnTo>
                <a:lnTo>
                  <a:pt x="292832" y="101298"/>
                </a:lnTo>
                <a:lnTo>
                  <a:pt x="292474" y="101109"/>
                </a:lnTo>
                <a:lnTo>
                  <a:pt x="292120" y="100912"/>
                </a:lnTo>
                <a:lnTo>
                  <a:pt x="291771" y="100710"/>
                </a:lnTo>
                <a:lnTo>
                  <a:pt x="291428" y="100502"/>
                </a:lnTo>
                <a:lnTo>
                  <a:pt x="291089" y="100287"/>
                </a:lnTo>
                <a:lnTo>
                  <a:pt x="290756" y="100067"/>
                </a:lnTo>
                <a:lnTo>
                  <a:pt x="290427" y="99840"/>
                </a:lnTo>
                <a:lnTo>
                  <a:pt x="290103" y="99608"/>
                </a:lnTo>
                <a:lnTo>
                  <a:pt x="289785" y="99369"/>
                </a:lnTo>
                <a:lnTo>
                  <a:pt x="289471" y="99125"/>
                </a:lnTo>
                <a:lnTo>
                  <a:pt x="289162" y="98875"/>
                </a:lnTo>
                <a:lnTo>
                  <a:pt x="288859" y="98618"/>
                </a:lnTo>
                <a:lnTo>
                  <a:pt x="288560" y="98356"/>
                </a:lnTo>
                <a:lnTo>
                  <a:pt x="288266" y="98087"/>
                </a:lnTo>
                <a:lnTo>
                  <a:pt x="287978" y="97812"/>
                </a:lnTo>
                <a:lnTo>
                  <a:pt x="287694" y="97532"/>
                </a:lnTo>
                <a:lnTo>
                  <a:pt x="287415" y="97245"/>
                </a:lnTo>
                <a:lnTo>
                  <a:pt x="287141" y="96953"/>
                </a:lnTo>
                <a:lnTo>
                  <a:pt x="286873" y="96654"/>
                </a:lnTo>
                <a:lnTo>
                  <a:pt x="286609" y="96350"/>
                </a:lnTo>
                <a:lnTo>
                  <a:pt x="286350" y="96039"/>
                </a:lnTo>
                <a:lnTo>
                  <a:pt x="286096" y="95722"/>
                </a:lnTo>
                <a:lnTo>
                  <a:pt x="285847" y="95400"/>
                </a:lnTo>
                <a:lnTo>
                  <a:pt x="285604" y="95071"/>
                </a:lnTo>
                <a:lnTo>
                  <a:pt x="285365" y="94737"/>
                </a:lnTo>
                <a:lnTo>
                  <a:pt x="285131" y="94397"/>
                </a:lnTo>
                <a:lnTo>
                  <a:pt x="284902" y="94053"/>
                </a:lnTo>
                <a:lnTo>
                  <a:pt x="284678" y="93705"/>
                </a:lnTo>
                <a:lnTo>
                  <a:pt x="284459" y="93352"/>
                </a:lnTo>
                <a:lnTo>
                  <a:pt x="284245" y="92996"/>
                </a:lnTo>
                <a:lnTo>
                  <a:pt x="284036" y="92635"/>
                </a:lnTo>
                <a:lnTo>
                  <a:pt x="283832" y="92270"/>
                </a:lnTo>
                <a:lnTo>
                  <a:pt x="283634" y="91900"/>
                </a:lnTo>
                <a:lnTo>
                  <a:pt x="283440" y="91527"/>
                </a:lnTo>
                <a:lnTo>
                  <a:pt x="283251" y="91149"/>
                </a:lnTo>
                <a:lnTo>
                  <a:pt x="283067" y="90767"/>
                </a:lnTo>
                <a:lnTo>
                  <a:pt x="282888" y="90381"/>
                </a:lnTo>
                <a:lnTo>
                  <a:pt x="282714" y="89991"/>
                </a:lnTo>
                <a:lnTo>
                  <a:pt x="282545" y="89596"/>
                </a:lnTo>
                <a:lnTo>
                  <a:pt x="282381" y="89197"/>
                </a:lnTo>
                <a:lnTo>
                  <a:pt x="282222" y="88794"/>
                </a:lnTo>
                <a:lnTo>
                  <a:pt x="282067" y="88387"/>
                </a:lnTo>
                <a:lnTo>
                  <a:pt x="281918" y="87975"/>
                </a:lnTo>
                <a:lnTo>
                  <a:pt x="281774" y="87560"/>
                </a:lnTo>
                <a:lnTo>
                  <a:pt x="281635" y="87140"/>
                </a:lnTo>
                <a:lnTo>
                  <a:pt x="281501" y="86715"/>
                </a:lnTo>
                <a:lnTo>
                  <a:pt x="281372" y="86287"/>
                </a:lnTo>
                <a:lnTo>
                  <a:pt x="281248" y="85854"/>
                </a:lnTo>
                <a:lnTo>
                  <a:pt x="281129" y="85418"/>
                </a:lnTo>
                <a:lnTo>
                  <a:pt x="281015" y="84978"/>
                </a:lnTo>
                <a:lnTo>
                  <a:pt x="280905" y="84535"/>
                </a:lnTo>
                <a:lnTo>
                  <a:pt x="280801" y="84090"/>
                </a:lnTo>
                <a:lnTo>
                  <a:pt x="280701" y="83642"/>
                </a:lnTo>
                <a:lnTo>
                  <a:pt x="280606" y="83193"/>
                </a:lnTo>
                <a:lnTo>
                  <a:pt x="280516" y="82740"/>
                </a:lnTo>
                <a:lnTo>
                  <a:pt x="280431" y="82286"/>
                </a:lnTo>
                <a:lnTo>
                  <a:pt x="280351" y="81828"/>
                </a:lnTo>
                <a:lnTo>
                  <a:pt x="280276" y="81369"/>
                </a:lnTo>
                <a:lnTo>
                  <a:pt x="280205" y="80907"/>
                </a:lnTo>
                <a:lnTo>
                  <a:pt x="280140" y="80442"/>
                </a:lnTo>
                <a:lnTo>
                  <a:pt x="280079" y="79975"/>
                </a:lnTo>
                <a:lnTo>
                  <a:pt x="280023" y="79506"/>
                </a:lnTo>
                <a:lnTo>
                  <a:pt x="279972" y="79034"/>
                </a:lnTo>
                <a:lnTo>
                  <a:pt x="279926" y="78560"/>
                </a:lnTo>
                <a:lnTo>
                  <a:pt x="279885" y="78084"/>
                </a:lnTo>
                <a:lnTo>
                  <a:pt x="279848" y="77605"/>
                </a:lnTo>
                <a:lnTo>
                  <a:pt x="279817" y="77123"/>
                </a:lnTo>
                <a:lnTo>
                  <a:pt x="279790" y="76639"/>
                </a:lnTo>
                <a:lnTo>
                  <a:pt x="279768" y="76153"/>
                </a:lnTo>
                <a:lnTo>
                  <a:pt x="279751" y="75664"/>
                </a:lnTo>
                <a:lnTo>
                  <a:pt x="279739" y="75173"/>
                </a:lnTo>
                <a:lnTo>
                  <a:pt x="279732" y="74679"/>
                </a:lnTo>
                <a:lnTo>
                  <a:pt x="279729" y="74183"/>
                </a:lnTo>
                <a:lnTo>
                  <a:pt x="279729" y="72489"/>
                </a:lnTo>
                <a:lnTo>
                  <a:pt x="279732" y="71999"/>
                </a:lnTo>
                <a:lnTo>
                  <a:pt x="279739" y="71511"/>
                </a:lnTo>
                <a:lnTo>
                  <a:pt x="279751" y="71025"/>
                </a:lnTo>
                <a:lnTo>
                  <a:pt x="279768" y="70542"/>
                </a:lnTo>
                <a:lnTo>
                  <a:pt x="279790" y="70061"/>
                </a:lnTo>
                <a:lnTo>
                  <a:pt x="279817" y="69581"/>
                </a:lnTo>
                <a:close/>
                <a:moveTo>
                  <a:pt x="441527" y="91583"/>
                </a:moveTo>
                <a:lnTo>
                  <a:pt x="441315" y="92039"/>
                </a:lnTo>
                <a:lnTo>
                  <a:pt x="441094" y="92486"/>
                </a:lnTo>
                <a:lnTo>
                  <a:pt x="440862" y="92925"/>
                </a:lnTo>
                <a:lnTo>
                  <a:pt x="440621" y="93355"/>
                </a:lnTo>
                <a:lnTo>
                  <a:pt x="440370" y="93778"/>
                </a:lnTo>
                <a:lnTo>
                  <a:pt x="440108" y="94192"/>
                </a:lnTo>
                <a:lnTo>
                  <a:pt x="439837" y="94598"/>
                </a:lnTo>
                <a:lnTo>
                  <a:pt x="439557" y="94996"/>
                </a:lnTo>
                <a:lnTo>
                  <a:pt x="439266" y="95386"/>
                </a:lnTo>
                <a:lnTo>
                  <a:pt x="438966" y="95768"/>
                </a:lnTo>
                <a:lnTo>
                  <a:pt x="438655" y="96141"/>
                </a:lnTo>
                <a:lnTo>
                  <a:pt x="438335" y="96507"/>
                </a:lnTo>
                <a:lnTo>
                  <a:pt x="438005" y="96864"/>
                </a:lnTo>
                <a:lnTo>
                  <a:pt x="437665" y="97213"/>
                </a:lnTo>
                <a:lnTo>
                  <a:pt x="437315" y="97553"/>
                </a:lnTo>
                <a:lnTo>
                  <a:pt x="436956" y="97886"/>
                </a:lnTo>
                <a:lnTo>
                  <a:pt x="436586" y="98210"/>
                </a:lnTo>
                <a:lnTo>
                  <a:pt x="436207" y="98526"/>
                </a:lnTo>
                <a:lnTo>
                  <a:pt x="435818" y="98834"/>
                </a:lnTo>
                <a:lnTo>
                  <a:pt x="435419" y="99134"/>
                </a:lnTo>
                <a:lnTo>
                  <a:pt x="435010" y="99426"/>
                </a:lnTo>
                <a:lnTo>
                  <a:pt x="434592" y="99709"/>
                </a:lnTo>
                <a:lnTo>
                  <a:pt x="434162" y="99983"/>
                </a:lnTo>
                <a:lnTo>
                  <a:pt x="433719" y="100245"/>
                </a:lnTo>
                <a:lnTo>
                  <a:pt x="433264" y="100495"/>
                </a:lnTo>
                <a:lnTo>
                  <a:pt x="432797" y="100733"/>
                </a:lnTo>
                <a:lnTo>
                  <a:pt x="432317" y="100960"/>
                </a:lnTo>
                <a:lnTo>
                  <a:pt x="431824" y="101176"/>
                </a:lnTo>
                <a:lnTo>
                  <a:pt x="431319" y="101379"/>
                </a:lnTo>
                <a:lnTo>
                  <a:pt x="430802" y="101571"/>
                </a:lnTo>
                <a:lnTo>
                  <a:pt x="430272" y="101752"/>
                </a:lnTo>
                <a:lnTo>
                  <a:pt x="429729" y="101920"/>
                </a:lnTo>
                <a:lnTo>
                  <a:pt x="429174" y="102078"/>
                </a:lnTo>
                <a:lnTo>
                  <a:pt x="428606" y="102223"/>
                </a:lnTo>
                <a:lnTo>
                  <a:pt x="428026" y="102357"/>
                </a:lnTo>
                <a:lnTo>
                  <a:pt x="427433" y="102479"/>
                </a:lnTo>
                <a:lnTo>
                  <a:pt x="426828" y="102590"/>
                </a:lnTo>
                <a:lnTo>
                  <a:pt x="426210" y="102689"/>
                </a:lnTo>
                <a:lnTo>
                  <a:pt x="425579" y="102776"/>
                </a:lnTo>
                <a:lnTo>
                  <a:pt x="424936" y="102852"/>
                </a:lnTo>
                <a:lnTo>
                  <a:pt x="424281" y="102916"/>
                </a:lnTo>
                <a:lnTo>
                  <a:pt x="423613" y="102968"/>
                </a:lnTo>
                <a:lnTo>
                  <a:pt x="422932" y="103009"/>
                </a:lnTo>
                <a:lnTo>
                  <a:pt x="422239" y="103038"/>
                </a:lnTo>
                <a:lnTo>
                  <a:pt x="421534" y="103055"/>
                </a:lnTo>
                <a:lnTo>
                  <a:pt x="420816" y="103061"/>
                </a:lnTo>
                <a:lnTo>
                  <a:pt x="420583" y="103060"/>
                </a:lnTo>
                <a:lnTo>
                  <a:pt x="420350" y="103055"/>
                </a:lnTo>
                <a:lnTo>
                  <a:pt x="420119" y="103048"/>
                </a:lnTo>
                <a:lnTo>
                  <a:pt x="419888" y="103039"/>
                </a:lnTo>
                <a:lnTo>
                  <a:pt x="419657" y="103026"/>
                </a:lnTo>
                <a:lnTo>
                  <a:pt x="419428" y="103010"/>
                </a:lnTo>
                <a:lnTo>
                  <a:pt x="419198" y="102992"/>
                </a:lnTo>
                <a:lnTo>
                  <a:pt x="418970" y="102971"/>
                </a:lnTo>
                <a:lnTo>
                  <a:pt x="418742" y="102947"/>
                </a:lnTo>
                <a:lnTo>
                  <a:pt x="418515" y="102920"/>
                </a:lnTo>
                <a:lnTo>
                  <a:pt x="418288" y="102891"/>
                </a:lnTo>
                <a:lnTo>
                  <a:pt x="418062" y="102858"/>
                </a:lnTo>
                <a:lnTo>
                  <a:pt x="417837" y="102823"/>
                </a:lnTo>
                <a:lnTo>
                  <a:pt x="417612" y="102785"/>
                </a:lnTo>
                <a:lnTo>
                  <a:pt x="417388" y="102745"/>
                </a:lnTo>
                <a:lnTo>
                  <a:pt x="417165" y="102701"/>
                </a:lnTo>
                <a:lnTo>
                  <a:pt x="416942" y="102654"/>
                </a:lnTo>
                <a:lnTo>
                  <a:pt x="416720" y="102605"/>
                </a:lnTo>
                <a:lnTo>
                  <a:pt x="416499" y="102553"/>
                </a:lnTo>
                <a:lnTo>
                  <a:pt x="416278" y="102498"/>
                </a:lnTo>
                <a:lnTo>
                  <a:pt x="416058" y="102441"/>
                </a:lnTo>
                <a:lnTo>
                  <a:pt x="415838" y="102380"/>
                </a:lnTo>
                <a:lnTo>
                  <a:pt x="415619" y="102317"/>
                </a:lnTo>
                <a:lnTo>
                  <a:pt x="415401" y="102251"/>
                </a:lnTo>
                <a:lnTo>
                  <a:pt x="415184" y="102181"/>
                </a:lnTo>
                <a:lnTo>
                  <a:pt x="414969" y="102107"/>
                </a:lnTo>
                <a:lnTo>
                  <a:pt x="414755" y="102029"/>
                </a:lnTo>
                <a:lnTo>
                  <a:pt x="414544" y="101947"/>
                </a:lnTo>
                <a:lnTo>
                  <a:pt x="414334" y="101860"/>
                </a:lnTo>
                <a:lnTo>
                  <a:pt x="414126" y="101770"/>
                </a:lnTo>
                <a:lnTo>
                  <a:pt x="413919" y="101675"/>
                </a:lnTo>
                <a:lnTo>
                  <a:pt x="413715" y="101575"/>
                </a:lnTo>
                <a:lnTo>
                  <a:pt x="413512" y="101472"/>
                </a:lnTo>
                <a:lnTo>
                  <a:pt x="413311" y="101364"/>
                </a:lnTo>
                <a:lnTo>
                  <a:pt x="413112" y="101253"/>
                </a:lnTo>
                <a:lnTo>
                  <a:pt x="412915" y="101136"/>
                </a:lnTo>
                <a:lnTo>
                  <a:pt x="412719" y="101016"/>
                </a:lnTo>
                <a:lnTo>
                  <a:pt x="412526" y="100892"/>
                </a:lnTo>
                <a:lnTo>
                  <a:pt x="412334" y="100763"/>
                </a:lnTo>
                <a:lnTo>
                  <a:pt x="412143" y="100630"/>
                </a:lnTo>
                <a:lnTo>
                  <a:pt x="411955" y="100493"/>
                </a:lnTo>
                <a:lnTo>
                  <a:pt x="411768" y="100351"/>
                </a:lnTo>
                <a:lnTo>
                  <a:pt x="411584" y="100206"/>
                </a:lnTo>
                <a:lnTo>
                  <a:pt x="411401" y="100056"/>
                </a:lnTo>
                <a:lnTo>
                  <a:pt x="411219" y="99902"/>
                </a:lnTo>
                <a:lnTo>
                  <a:pt x="411040" y="99744"/>
                </a:lnTo>
                <a:lnTo>
                  <a:pt x="410862" y="99581"/>
                </a:lnTo>
                <a:lnTo>
                  <a:pt x="410686" y="99415"/>
                </a:lnTo>
                <a:lnTo>
                  <a:pt x="410513" y="99243"/>
                </a:lnTo>
                <a:lnTo>
                  <a:pt x="410343" y="99067"/>
                </a:lnTo>
                <a:lnTo>
                  <a:pt x="410175" y="98885"/>
                </a:lnTo>
                <a:lnTo>
                  <a:pt x="410011" y="98698"/>
                </a:lnTo>
                <a:lnTo>
                  <a:pt x="409850" y="98506"/>
                </a:lnTo>
                <a:lnTo>
                  <a:pt x="409692" y="98309"/>
                </a:lnTo>
                <a:lnTo>
                  <a:pt x="409537" y="98107"/>
                </a:lnTo>
                <a:lnTo>
                  <a:pt x="409385" y="97900"/>
                </a:lnTo>
                <a:lnTo>
                  <a:pt x="409236" y="97688"/>
                </a:lnTo>
                <a:lnTo>
                  <a:pt x="409090" y="97471"/>
                </a:lnTo>
                <a:lnTo>
                  <a:pt x="408948" y="97248"/>
                </a:lnTo>
                <a:lnTo>
                  <a:pt x="408808" y="97020"/>
                </a:lnTo>
                <a:lnTo>
                  <a:pt x="408671" y="96788"/>
                </a:lnTo>
                <a:lnTo>
                  <a:pt x="408538" y="96550"/>
                </a:lnTo>
                <a:lnTo>
                  <a:pt x="408407" y="96307"/>
                </a:lnTo>
                <a:lnTo>
                  <a:pt x="408280" y="96059"/>
                </a:lnTo>
                <a:lnTo>
                  <a:pt x="408156" y="95805"/>
                </a:lnTo>
                <a:lnTo>
                  <a:pt x="408034" y="95547"/>
                </a:lnTo>
                <a:lnTo>
                  <a:pt x="407916" y="95283"/>
                </a:lnTo>
                <a:lnTo>
                  <a:pt x="407801" y="95015"/>
                </a:lnTo>
                <a:lnTo>
                  <a:pt x="407689" y="94741"/>
                </a:lnTo>
                <a:lnTo>
                  <a:pt x="407580" y="94462"/>
                </a:lnTo>
                <a:lnTo>
                  <a:pt x="407474" y="94178"/>
                </a:lnTo>
                <a:lnTo>
                  <a:pt x="407371" y="93889"/>
                </a:lnTo>
                <a:lnTo>
                  <a:pt x="407272" y="93595"/>
                </a:lnTo>
                <a:lnTo>
                  <a:pt x="407177" y="93293"/>
                </a:lnTo>
                <a:lnTo>
                  <a:pt x="407086" y="92985"/>
                </a:lnTo>
                <a:lnTo>
                  <a:pt x="407000" y="92671"/>
                </a:lnTo>
                <a:lnTo>
                  <a:pt x="406918" y="92350"/>
                </a:lnTo>
                <a:lnTo>
                  <a:pt x="406840" y="92022"/>
                </a:lnTo>
                <a:lnTo>
                  <a:pt x="406766" y="91688"/>
                </a:lnTo>
                <a:lnTo>
                  <a:pt x="406696" y="91348"/>
                </a:lnTo>
                <a:lnTo>
                  <a:pt x="406631" y="91001"/>
                </a:lnTo>
                <a:lnTo>
                  <a:pt x="406569" y="90647"/>
                </a:lnTo>
                <a:lnTo>
                  <a:pt x="406512" y="90287"/>
                </a:lnTo>
                <a:lnTo>
                  <a:pt x="406460" y="89921"/>
                </a:lnTo>
                <a:lnTo>
                  <a:pt x="406411" y="89547"/>
                </a:lnTo>
                <a:lnTo>
                  <a:pt x="406367" y="89168"/>
                </a:lnTo>
                <a:lnTo>
                  <a:pt x="406327" y="88782"/>
                </a:lnTo>
                <a:lnTo>
                  <a:pt x="406291" y="88389"/>
                </a:lnTo>
                <a:lnTo>
                  <a:pt x="406259" y="87990"/>
                </a:lnTo>
                <a:lnTo>
                  <a:pt x="406232" y="87584"/>
                </a:lnTo>
                <a:lnTo>
                  <a:pt x="406209" y="87172"/>
                </a:lnTo>
                <a:lnTo>
                  <a:pt x="406190" y="86753"/>
                </a:lnTo>
                <a:lnTo>
                  <a:pt x="406175" y="86328"/>
                </a:lnTo>
                <a:lnTo>
                  <a:pt x="406164" y="85896"/>
                </a:lnTo>
                <a:lnTo>
                  <a:pt x="406158" y="85457"/>
                </a:lnTo>
                <a:lnTo>
                  <a:pt x="406156" y="85012"/>
                </a:lnTo>
                <a:lnTo>
                  <a:pt x="406156" y="33445"/>
                </a:lnTo>
                <a:lnTo>
                  <a:pt x="392527" y="33445"/>
                </a:lnTo>
                <a:lnTo>
                  <a:pt x="392527" y="84865"/>
                </a:lnTo>
                <a:lnTo>
                  <a:pt x="392531" y="85524"/>
                </a:lnTo>
                <a:lnTo>
                  <a:pt x="392540" y="86175"/>
                </a:lnTo>
                <a:lnTo>
                  <a:pt x="392557" y="86818"/>
                </a:lnTo>
                <a:lnTo>
                  <a:pt x="392579" y="87454"/>
                </a:lnTo>
                <a:lnTo>
                  <a:pt x="392609" y="88081"/>
                </a:lnTo>
                <a:lnTo>
                  <a:pt x="392645" y="88700"/>
                </a:lnTo>
                <a:lnTo>
                  <a:pt x="392687" y="89312"/>
                </a:lnTo>
                <a:lnTo>
                  <a:pt x="392736" y="89915"/>
                </a:lnTo>
                <a:lnTo>
                  <a:pt x="392791" y="90511"/>
                </a:lnTo>
                <a:lnTo>
                  <a:pt x="392853" y="91099"/>
                </a:lnTo>
                <a:lnTo>
                  <a:pt x="392922" y="91679"/>
                </a:lnTo>
                <a:lnTo>
                  <a:pt x="392997" y="92250"/>
                </a:lnTo>
                <a:lnTo>
                  <a:pt x="393078" y="92814"/>
                </a:lnTo>
                <a:lnTo>
                  <a:pt x="393167" y="93370"/>
                </a:lnTo>
                <a:lnTo>
                  <a:pt x="393261" y="93918"/>
                </a:lnTo>
                <a:lnTo>
                  <a:pt x="393362" y="94458"/>
                </a:lnTo>
                <a:lnTo>
                  <a:pt x="393470" y="94990"/>
                </a:lnTo>
                <a:lnTo>
                  <a:pt x="393584" y="95515"/>
                </a:lnTo>
                <a:lnTo>
                  <a:pt x="393705" y="96031"/>
                </a:lnTo>
                <a:lnTo>
                  <a:pt x="393832" y="96539"/>
                </a:lnTo>
                <a:lnTo>
                  <a:pt x="393966" y="97040"/>
                </a:lnTo>
                <a:lnTo>
                  <a:pt x="394106" y="97532"/>
                </a:lnTo>
                <a:lnTo>
                  <a:pt x="394253" y="98017"/>
                </a:lnTo>
                <a:lnTo>
                  <a:pt x="394406" y="98494"/>
                </a:lnTo>
                <a:lnTo>
                  <a:pt x="394565" y="98963"/>
                </a:lnTo>
                <a:lnTo>
                  <a:pt x="394730" y="99424"/>
                </a:lnTo>
                <a:lnTo>
                  <a:pt x="394900" y="99878"/>
                </a:lnTo>
                <a:lnTo>
                  <a:pt x="395076" y="100325"/>
                </a:lnTo>
                <a:lnTo>
                  <a:pt x="395257" y="100764"/>
                </a:lnTo>
                <a:lnTo>
                  <a:pt x="395444" y="101196"/>
                </a:lnTo>
                <a:lnTo>
                  <a:pt x="395636" y="101621"/>
                </a:lnTo>
                <a:lnTo>
                  <a:pt x="395834" y="102038"/>
                </a:lnTo>
                <a:lnTo>
                  <a:pt x="396037" y="102448"/>
                </a:lnTo>
                <a:lnTo>
                  <a:pt x="396246" y="102850"/>
                </a:lnTo>
                <a:lnTo>
                  <a:pt x="396461" y="103245"/>
                </a:lnTo>
                <a:lnTo>
                  <a:pt x="396680" y="103632"/>
                </a:lnTo>
                <a:lnTo>
                  <a:pt x="396906" y="104012"/>
                </a:lnTo>
                <a:lnTo>
                  <a:pt x="397136" y="104385"/>
                </a:lnTo>
                <a:lnTo>
                  <a:pt x="397373" y="104750"/>
                </a:lnTo>
                <a:lnTo>
                  <a:pt x="397614" y="105107"/>
                </a:lnTo>
                <a:lnTo>
                  <a:pt x="397862" y="105458"/>
                </a:lnTo>
                <a:lnTo>
                  <a:pt x="398115" y="105801"/>
                </a:lnTo>
                <a:lnTo>
                  <a:pt x="398373" y="106136"/>
                </a:lnTo>
                <a:lnTo>
                  <a:pt x="398637" y="106464"/>
                </a:lnTo>
                <a:lnTo>
                  <a:pt x="398906" y="106785"/>
                </a:lnTo>
                <a:lnTo>
                  <a:pt x="399181" y="107098"/>
                </a:lnTo>
                <a:lnTo>
                  <a:pt x="399461" y="107404"/>
                </a:lnTo>
                <a:lnTo>
                  <a:pt x="399747" y="107702"/>
                </a:lnTo>
                <a:lnTo>
                  <a:pt x="400038" y="107994"/>
                </a:lnTo>
                <a:lnTo>
                  <a:pt x="400333" y="108279"/>
                </a:lnTo>
                <a:lnTo>
                  <a:pt x="400634" y="108557"/>
                </a:lnTo>
                <a:lnTo>
                  <a:pt x="400939" y="108830"/>
                </a:lnTo>
                <a:lnTo>
                  <a:pt x="401249" y="109096"/>
                </a:lnTo>
                <a:lnTo>
                  <a:pt x="401563" y="109355"/>
                </a:lnTo>
                <a:lnTo>
                  <a:pt x="401882" y="109608"/>
                </a:lnTo>
                <a:lnTo>
                  <a:pt x="402206" y="109855"/>
                </a:lnTo>
                <a:lnTo>
                  <a:pt x="402535" y="110095"/>
                </a:lnTo>
                <a:lnTo>
                  <a:pt x="402869" y="110329"/>
                </a:lnTo>
                <a:lnTo>
                  <a:pt x="403207" y="110557"/>
                </a:lnTo>
                <a:lnTo>
                  <a:pt x="403550" y="110778"/>
                </a:lnTo>
                <a:lnTo>
                  <a:pt x="403898" y="110992"/>
                </a:lnTo>
                <a:lnTo>
                  <a:pt x="404250" y="111201"/>
                </a:lnTo>
                <a:lnTo>
                  <a:pt x="404607" y="111403"/>
                </a:lnTo>
                <a:lnTo>
                  <a:pt x="404969" y="111598"/>
                </a:lnTo>
                <a:lnTo>
                  <a:pt x="405336" y="111787"/>
                </a:lnTo>
                <a:lnTo>
                  <a:pt x="405707" y="111970"/>
                </a:lnTo>
                <a:lnTo>
                  <a:pt x="406083" y="112147"/>
                </a:lnTo>
                <a:lnTo>
                  <a:pt x="406464" y="112317"/>
                </a:lnTo>
                <a:lnTo>
                  <a:pt x="406849" y="112480"/>
                </a:lnTo>
                <a:lnTo>
                  <a:pt x="407240" y="112637"/>
                </a:lnTo>
                <a:lnTo>
                  <a:pt x="407635" y="112788"/>
                </a:lnTo>
                <a:lnTo>
                  <a:pt x="408034" y="112933"/>
                </a:lnTo>
                <a:lnTo>
                  <a:pt x="408438" y="113071"/>
                </a:lnTo>
                <a:lnTo>
                  <a:pt x="408845" y="113203"/>
                </a:lnTo>
                <a:lnTo>
                  <a:pt x="409256" y="113330"/>
                </a:lnTo>
                <a:lnTo>
                  <a:pt x="409670" y="113450"/>
                </a:lnTo>
                <a:lnTo>
                  <a:pt x="410088" y="113565"/>
                </a:lnTo>
                <a:lnTo>
                  <a:pt x="410509" y="113674"/>
                </a:lnTo>
                <a:lnTo>
                  <a:pt x="410934" y="113777"/>
                </a:lnTo>
                <a:lnTo>
                  <a:pt x="411362" y="113874"/>
                </a:lnTo>
                <a:lnTo>
                  <a:pt x="411793" y="113965"/>
                </a:lnTo>
                <a:lnTo>
                  <a:pt x="412228" y="114050"/>
                </a:lnTo>
                <a:lnTo>
                  <a:pt x="412666" y="114130"/>
                </a:lnTo>
                <a:lnTo>
                  <a:pt x="413108" y="114203"/>
                </a:lnTo>
                <a:lnTo>
                  <a:pt x="413553" y="114271"/>
                </a:lnTo>
                <a:lnTo>
                  <a:pt x="414002" y="114333"/>
                </a:lnTo>
                <a:lnTo>
                  <a:pt x="414454" y="114389"/>
                </a:lnTo>
                <a:lnTo>
                  <a:pt x="414910" y="114439"/>
                </a:lnTo>
                <a:lnTo>
                  <a:pt x="415369" y="114483"/>
                </a:lnTo>
                <a:lnTo>
                  <a:pt x="415832" y="114521"/>
                </a:lnTo>
                <a:lnTo>
                  <a:pt x="416298" y="114553"/>
                </a:lnTo>
                <a:lnTo>
                  <a:pt x="416767" y="114580"/>
                </a:lnTo>
                <a:lnTo>
                  <a:pt x="417240" y="114600"/>
                </a:lnTo>
                <a:lnTo>
                  <a:pt x="417716" y="114615"/>
                </a:lnTo>
                <a:lnTo>
                  <a:pt x="418196" y="114624"/>
                </a:lnTo>
                <a:lnTo>
                  <a:pt x="418679" y="114627"/>
                </a:lnTo>
                <a:lnTo>
                  <a:pt x="419387" y="114622"/>
                </a:lnTo>
                <a:lnTo>
                  <a:pt x="420086" y="114608"/>
                </a:lnTo>
                <a:lnTo>
                  <a:pt x="420775" y="114584"/>
                </a:lnTo>
                <a:lnTo>
                  <a:pt x="421456" y="114550"/>
                </a:lnTo>
                <a:lnTo>
                  <a:pt x="422128" y="114507"/>
                </a:lnTo>
                <a:lnTo>
                  <a:pt x="422791" y="114454"/>
                </a:lnTo>
                <a:lnTo>
                  <a:pt x="423445" y="114392"/>
                </a:lnTo>
                <a:lnTo>
                  <a:pt x="424090" y="114320"/>
                </a:lnTo>
                <a:lnTo>
                  <a:pt x="424726" y="114238"/>
                </a:lnTo>
                <a:lnTo>
                  <a:pt x="425353" y="114147"/>
                </a:lnTo>
                <a:lnTo>
                  <a:pt x="425971" y="114047"/>
                </a:lnTo>
                <a:lnTo>
                  <a:pt x="426580" y="113936"/>
                </a:lnTo>
                <a:lnTo>
                  <a:pt x="427180" y="113816"/>
                </a:lnTo>
                <a:lnTo>
                  <a:pt x="427772" y="113687"/>
                </a:lnTo>
                <a:lnTo>
                  <a:pt x="428354" y="113548"/>
                </a:lnTo>
                <a:lnTo>
                  <a:pt x="428927" y="113399"/>
                </a:lnTo>
                <a:lnTo>
                  <a:pt x="429492" y="113241"/>
                </a:lnTo>
                <a:lnTo>
                  <a:pt x="430047" y="113073"/>
                </a:lnTo>
                <a:lnTo>
                  <a:pt x="430594" y="112895"/>
                </a:lnTo>
                <a:lnTo>
                  <a:pt x="431131" y="112708"/>
                </a:lnTo>
                <a:lnTo>
                  <a:pt x="431660" y="112512"/>
                </a:lnTo>
                <a:lnTo>
                  <a:pt x="432179" y="112306"/>
                </a:lnTo>
                <a:lnTo>
                  <a:pt x="432690" y="112090"/>
                </a:lnTo>
                <a:lnTo>
                  <a:pt x="433192" y="111864"/>
                </a:lnTo>
                <a:lnTo>
                  <a:pt x="433685" y="111630"/>
                </a:lnTo>
                <a:lnTo>
                  <a:pt x="434171" y="111389"/>
                </a:lnTo>
                <a:lnTo>
                  <a:pt x="434648" y="111140"/>
                </a:lnTo>
                <a:lnTo>
                  <a:pt x="435117" y="110883"/>
                </a:lnTo>
                <a:lnTo>
                  <a:pt x="435579" y="110619"/>
                </a:lnTo>
                <a:lnTo>
                  <a:pt x="436033" y="110347"/>
                </a:lnTo>
                <a:lnTo>
                  <a:pt x="436478" y="110068"/>
                </a:lnTo>
                <a:lnTo>
                  <a:pt x="436916" y="109781"/>
                </a:lnTo>
                <a:lnTo>
                  <a:pt x="437346" y="109487"/>
                </a:lnTo>
                <a:lnTo>
                  <a:pt x="437768" y="109185"/>
                </a:lnTo>
                <a:lnTo>
                  <a:pt x="438182" y="108875"/>
                </a:lnTo>
                <a:lnTo>
                  <a:pt x="438588" y="108559"/>
                </a:lnTo>
                <a:lnTo>
                  <a:pt x="438986" y="108234"/>
                </a:lnTo>
                <a:lnTo>
                  <a:pt x="439376" y="107902"/>
                </a:lnTo>
                <a:lnTo>
                  <a:pt x="439759" y="107562"/>
                </a:lnTo>
                <a:lnTo>
                  <a:pt x="440133" y="107215"/>
                </a:lnTo>
                <a:lnTo>
                  <a:pt x="440499" y="106860"/>
                </a:lnTo>
                <a:lnTo>
                  <a:pt x="440858" y="106498"/>
                </a:lnTo>
                <a:lnTo>
                  <a:pt x="441208" y="106128"/>
                </a:lnTo>
                <a:lnTo>
                  <a:pt x="441551" y="105751"/>
                </a:lnTo>
                <a:lnTo>
                  <a:pt x="441886" y="105366"/>
                </a:lnTo>
                <a:lnTo>
                  <a:pt x="441969" y="105266"/>
                </a:lnTo>
                <a:lnTo>
                  <a:pt x="442253" y="113154"/>
                </a:lnTo>
                <a:lnTo>
                  <a:pt x="455292" y="113154"/>
                </a:lnTo>
                <a:lnTo>
                  <a:pt x="455292" y="33445"/>
                </a:lnTo>
                <a:lnTo>
                  <a:pt x="441590" y="33445"/>
                </a:lnTo>
                <a:lnTo>
                  <a:pt x="441590" y="91439"/>
                </a:lnTo>
                <a:lnTo>
                  <a:pt x="441527" y="91583"/>
                </a:lnTo>
                <a:close/>
                <a:moveTo>
                  <a:pt x="606807" y="113154"/>
                </a:moveTo>
                <a:lnTo>
                  <a:pt x="620509" y="113154"/>
                </a:lnTo>
                <a:lnTo>
                  <a:pt x="620509" y="0"/>
                </a:lnTo>
                <a:lnTo>
                  <a:pt x="606807" y="0"/>
                </a:lnTo>
                <a:lnTo>
                  <a:pt x="606807" y="113154"/>
                </a:lnTo>
                <a:close/>
                <a:moveTo>
                  <a:pt x="787251" y="0"/>
                </a:moveTo>
                <a:lnTo>
                  <a:pt x="773623" y="0"/>
                </a:lnTo>
                <a:lnTo>
                  <a:pt x="773623" y="113154"/>
                </a:lnTo>
                <a:lnTo>
                  <a:pt x="787251" y="113154"/>
                </a:lnTo>
                <a:lnTo>
                  <a:pt x="787251" y="56296"/>
                </a:lnTo>
                <a:lnTo>
                  <a:pt x="787279" y="56240"/>
                </a:lnTo>
                <a:lnTo>
                  <a:pt x="787465" y="55877"/>
                </a:lnTo>
                <a:lnTo>
                  <a:pt x="787656" y="55518"/>
                </a:lnTo>
                <a:lnTo>
                  <a:pt x="787852" y="55162"/>
                </a:lnTo>
                <a:lnTo>
                  <a:pt x="788052" y="54810"/>
                </a:lnTo>
                <a:lnTo>
                  <a:pt x="788257" y="54462"/>
                </a:lnTo>
                <a:lnTo>
                  <a:pt x="788467" y="54117"/>
                </a:lnTo>
                <a:lnTo>
                  <a:pt x="788681" y="53776"/>
                </a:lnTo>
                <a:lnTo>
                  <a:pt x="788900" y="53439"/>
                </a:lnTo>
                <a:lnTo>
                  <a:pt x="789123" y="53105"/>
                </a:lnTo>
                <a:lnTo>
                  <a:pt x="789351" y="52776"/>
                </a:lnTo>
                <a:lnTo>
                  <a:pt x="789583" y="52450"/>
                </a:lnTo>
                <a:lnTo>
                  <a:pt x="789820" y="52127"/>
                </a:lnTo>
                <a:lnTo>
                  <a:pt x="790062" y="51809"/>
                </a:lnTo>
                <a:lnTo>
                  <a:pt x="790308" y="51494"/>
                </a:lnTo>
                <a:lnTo>
                  <a:pt x="790559" y="51183"/>
                </a:lnTo>
                <a:lnTo>
                  <a:pt x="790814" y="50879"/>
                </a:lnTo>
                <a:lnTo>
                  <a:pt x="791073" y="50580"/>
                </a:lnTo>
                <a:lnTo>
                  <a:pt x="791336" y="50286"/>
                </a:lnTo>
                <a:lnTo>
                  <a:pt x="791603" y="49999"/>
                </a:lnTo>
                <a:lnTo>
                  <a:pt x="791874" y="49716"/>
                </a:lnTo>
                <a:lnTo>
                  <a:pt x="792149" y="49440"/>
                </a:lnTo>
                <a:lnTo>
                  <a:pt x="792428" y="49169"/>
                </a:lnTo>
                <a:lnTo>
                  <a:pt x="792712" y="48904"/>
                </a:lnTo>
                <a:lnTo>
                  <a:pt x="792999" y="48644"/>
                </a:lnTo>
                <a:lnTo>
                  <a:pt x="793291" y="48390"/>
                </a:lnTo>
                <a:lnTo>
                  <a:pt x="793587" y="48142"/>
                </a:lnTo>
                <a:lnTo>
                  <a:pt x="793886" y="47899"/>
                </a:lnTo>
                <a:lnTo>
                  <a:pt x="794190" y="47662"/>
                </a:lnTo>
                <a:lnTo>
                  <a:pt x="794498" y="47430"/>
                </a:lnTo>
                <a:lnTo>
                  <a:pt x="794810" y="47205"/>
                </a:lnTo>
                <a:lnTo>
                  <a:pt x="795127" y="46984"/>
                </a:lnTo>
                <a:lnTo>
                  <a:pt x="795447" y="46770"/>
                </a:lnTo>
                <a:lnTo>
                  <a:pt x="795771" y="46561"/>
                </a:lnTo>
                <a:lnTo>
                  <a:pt x="796100" y="46357"/>
                </a:lnTo>
                <a:lnTo>
                  <a:pt x="796432" y="46160"/>
                </a:lnTo>
                <a:lnTo>
                  <a:pt x="796769" y="45968"/>
                </a:lnTo>
                <a:lnTo>
                  <a:pt x="797109" y="45781"/>
                </a:lnTo>
                <a:lnTo>
                  <a:pt x="797454" y="45600"/>
                </a:lnTo>
                <a:lnTo>
                  <a:pt x="797803" y="45426"/>
                </a:lnTo>
                <a:lnTo>
                  <a:pt x="798154" y="45259"/>
                </a:lnTo>
                <a:lnTo>
                  <a:pt x="798509" y="45100"/>
                </a:lnTo>
                <a:lnTo>
                  <a:pt x="798867" y="44948"/>
                </a:lnTo>
                <a:lnTo>
                  <a:pt x="799228" y="44803"/>
                </a:lnTo>
                <a:lnTo>
                  <a:pt x="799593" y="44666"/>
                </a:lnTo>
                <a:lnTo>
                  <a:pt x="799961" y="44536"/>
                </a:lnTo>
                <a:lnTo>
                  <a:pt x="800331" y="44413"/>
                </a:lnTo>
                <a:lnTo>
                  <a:pt x="800705" y="44298"/>
                </a:lnTo>
                <a:lnTo>
                  <a:pt x="801083" y="44191"/>
                </a:lnTo>
                <a:lnTo>
                  <a:pt x="801463" y="44091"/>
                </a:lnTo>
                <a:lnTo>
                  <a:pt x="801847" y="43998"/>
                </a:lnTo>
                <a:lnTo>
                  <a:pt x="802233" y="43913"/>
                </a:lnTo>
                <a:lnTo>
                  <a:pt x="802623" y="43835"/>
                </a:lnTo>
                <a:lnTo>
                  <a:pt x="803017" y="43764"/>
                </a:lnTo>
                <a:lnTo>
                  <a:pt x="803413" y="43701"/>
                </a:lnTo>
                <a:lnTo>
                  <a:pt x="803813" y="43646"/>
                </a:lnTo>
                <a:lnTo>
                  <a:pt x="804216" y="43597"/>
                </a:lnTo>
                <a:lnTo>
                  <a:pt x="804622" y="43557"/>
                </a:lnTo>
                <a:lnTo>
                  <a:pt x="805031" y="43523"/>
                </a:lnTo>
                <a:lnTo>
                  <a:pt x="805443" y="43497"/>
                </a:lnTo>
                <a:lnTo>
                  <a:pt x="805859" y="43479"/>
                </a:lnTo>
                <a:lnTo>
                  <a:pt x="806278" y="43468"/>
                </a:lnTo>
                <a:lnTo>
                  <a:pt x="806700" y="43464"/>
                </a:lnTo>
                <a:lnTo>
                  <a:pt x="807126" y="43467"/>
                </a:lnTo>
                <a:lnTo>
                  <a:pt x="807548" y="43476"/>
                </a:lnTo>
                <a:lnTo>
                  <a:pt x="807963" y="43491"/>
                </a:lnTo>
                <a:lnTo>
                  <a:pt x="808373" y="43512"/>
                </a:lnTo>
                <a:lnTo>
                  <a:pt x="808778" y="43539"/>
                </a:lnTo>
                <a:lnTo>
                  <a:pt x="809177" y="43572"/>
                </a:lnTo>
                <a:lnTo>
                  <a:pt x="809570" y="43611"/>
                </a:lnTo>
                <a:lnTo>
                  <a:pt x="809957" y="43656"/>
                </a:lnTo>
                <a:lnTo>
                  <a:pt x="810339" y="43707"/>
                </a:lnTo>
                <a:lnTo>
                  <a:pt x="810715" y="43764"/>
                </a:lnTo>
                <a:lnTo>
                  <a:pt x="811086" y="43828"/>
                </a:lnTo>
                <a:lnTo>
                  <a:pt x="811451" y="43897"/>
                </a:lnTo>
                <a:lnTo>
                  <a:pt x="811810" y="43972"/>
                </a:lnTo>
                <a:lnTo>
                  <a:pt x="812164" y="44053"/>
                </a:lnTo>
                <a:lnTo>
                  <a:pt x="812512" y="44140"/>
                </a:lnTo>
                <a:lnTo>
                  <a:pt x="812855" y="44233"/>
                </a:lnTo>
                <a:lnTo>
                  <a:pt x="813192" y="44333"/>
                </a:lnTo>
                <a:lnTo>
                  <a:pt x="813523" y="44438"/>
                </a:lnTo>
                <a:lnTo>
                  <a:pt x="813849" y="44549"/>
                </a:lnTo>
                <a:lnTo>
                  <a:pt x="814169" y="44666"/>
                </a:lnTo>
                <a:lnTo>
                  <a:pt x="814483" y="44789"/>
                </a:lnTo>
                <a:lnTo>
                  <a:pt x="814792" y="44919"/>
                </a:lnTo>
                <a:lnTo>
                  <a:pt x="815095" y="45054"/>
                </a:lnTo>
                <a:lnTo>
                  <a:pt x="815392" y="45195"/>
                </a:lnTo>
                <a:lnTo>
                  <a:pt x="815684" y="45343"/>
                </a:lnTo>
                <a:lnTo>
                  <a:pt x="815970" y="45498"/>
                </a:lnTo>
                <a:lnTo>
                  <a:pt x="816250" y="45660"/>
                </a:lnTo>
                <a:lnTo>
                  <a:pt x="816524" y="45829"/>
                </a:lnTo>
                <a:lnTo>
                  <a:pt x="816792" y="46006"/>
                </a:lnTo>
                <a:lnTo>
                  <a:pt x="817054" y="46190"/>
                </a:lnTo>
                <a:lnTo>
                  <a:pt x="817311" y="46380"/>
                </a:lnTo>
                <a:lnTo>
                  <a:pt x="817561" y="46578"/>
                </a:lnTo>
                <a:lnTo>
                  <a:pt x="817806" y="46784"/>
                </a:lnTo>
                <a:lnTo>
                  <a:pt x="818045" y="46996"/>
                </a:lnTo>
                <a:lnTo>
                  <a:pt x="818278" y="47215"/>
                </a:lnTo>
                <a:lnTo>
                  <a:pt x="818505" y="47442"/>
                </a:lnTo>
                <a:lnTo>
                  <a:pt x="818726" y="47676"/>
                </a:lnTo>
                <a:lnTo>
                  <a:pt x="818941" y="47917"/>
                </a:lnTo>
                <a:lnTo>
                  <a:pt x="819150" y="48165"/>
                </a:lnTo>
                <a:lnTo>
                  <a:pt x="819354" y="48420"/>
                </a:lnTo>
                <a:lnTo>
                  <a:pt x="819552" y="48683"/>
                </a:lnTo>
                <a:lnTo>
                  <a:pt x="819743" y="48952"/>
                </a:lnTo>
                <a:lnTo>
                  <a:pt x="819929" y="49229"/>
                </a:lnTo>
                <a:lnTo>
                  <a:pt x="820109" y="49513"/>
                </a:lnTo>
                <a:lnTo>
                  <a:pt x="820283" y="49804"/>
                </a:lnTo>
                <a:lnTo>
                  <a:pt x="820451" y="50102"/>
                </a:lnTo>
                <a:lnTo>
                  <a:pt x="820614" y="50408"/>
                </a:lnTo>
                <a:lnTo>
                  <a:pt x="820770" y="50720"/>
                </a:lnTo>
                <a:lnTo>
                  <a:pt x="820920" y="51041"/>
                </a:lnTo>
                <a:lnTo>
                  <a:pt x="821064" y="51370"/>
                </a:lnTo>
                <a:lnTo>
                  <a:pt x="821202" y="51707"/>
                </a:lnTo>
                <a:lnTo>
                  <a:pt x="821333" y="52053"/>
                </a:lnTo>
                <a:lnTo>
                  <a:pt x="821457" y="52408"/>
                </a:lnTo>
                <a:lnTo>
                  <a:pt x="821576" y="52771"/>
                </a:lnTo>
                <a:lnTo>
                  <a:pt x="821688" y="53143"/>
                </a:lnTo>
                <a:lnTo>
                  <a:pt x="821793" y="53524"/>
                </a:lnTo>
                <a:lnTo>
                  <a:pt x="821892" y="53913"/>
                </a:lnTo>
                <a:lnTo>
                  <a:pt x="821985" y="54310"/>
                </a:lnTo>
                <a:lnTo>
                  <a:pt x="822071" y="54716"/>
                </a:lnTo>
                <a:lnTo>
                  <a:pt x="822151" y="55131"/>
                </a:lnTo>
                <a:lnTo>
                  <a:pt x="822225" y="55554"/>
                </a:lnTo>
                <a:lnTo>
                  <a:pt x="822292" y="55986"/>
                </a:lnTo>
                <a:lnTo>
                  <a:pt x="822353" y="56427"/>
                </a:lnTo>
                <a:lnTo>
                  <a:pt x="822407" y="56876"/>
                </a:lnTo>
                <a:lnTo>
                  <a:pt x="822455" y="57333"/>
                </a:lnTo>
                <a:lnTo>
                  <a:pt x="822497" y="57799"/>
                </a:lnTo>
                <a:lnTo>
                  <a:pt x="822532" y="58274"/>
                </a:lnTo>
                <a:lnTo>
                  <a:pt x="822561" y="58757"/>
                </a:lnTo>
                <a:lnTo>
                  <a:pt x="822583" y="59249"/>
                </a:lnTo>
                <a:lnTo>
                  <a:pt x="822599" y="59749"/>
                </a:lnTo>
                <a:lnTo>
                  <a:pt x="822609" y="60258"/>
                </a:lnTo>
                <a:lnTo>
                  <a:pt x="822612" y="60776"/>
                </a:lnTo>
                <a:lnTo>
                  <a:pt x="822612" y="113154"/>
                </a:lnTo>
                <a:lnTo>
                  <a:pt x="836314" y="113154"/>
                </a:lnTo>
                <a:lnTo>
                  <a:pt x="836314" y="60923"/>
                </a:lnTo>
                <a:lnTo>
                  <a:pt x="836311" y="60270"/>
                </a:lnTo>
                <a:lnTo>
                  <a:pt x="836302" y="59626"/>
                </a:lnTo>
                <a:lnTo>
                  <a:pt x="836286" y="58990"/>
                </a:lnTo>
                <a:lnTo>
                  <a:pt x="836265" y="58362"/>
                </a:lnTo>
                <a:lnTo>
                  <a:pt x="836237" y="57743"/>
                </a:lnTo>
                <a:lnTo>
                  <a:pt x="836203" y="57132"/>
                </a:lnTo>
                <a:lnTo>
                  <a:pt x="836163" y="56529"/>
                </a:lnTo>
                <a:lnTo>
                  <a:pt x="836117" y="55934"/>
                </a:lnTo>
                <a:lnTo>
                  <a:pt x="836065" y="55348"/>
                </a:lnTo>
                <a:lnTo>
                  <a:pt x="836007" y="54770"/>
                </a:lnTo>
                <a:lnTo>
                  <a:pt x="835942" y="54201"/>
                </a:lnTo>
                <a:lnTo>
                  <a:pt x="835872" y="53639"/>
                </a:lnTo>
                <a:lnTo>
                  <a:pt x="835795" y="53086"/>
                </a:lnTo>
                <a:lnTo>
                  <a:pt x="835712" y="52542"/>
                </a:lnTo>
                <a:lnTo>
                  <a:pt x="835623" y="52005"/>
                </a:lnTo>
                <a:lnTo>
                  <a:pt x="835528" y="51477"/>
                </a:lnTo>
                <a:lnTo>
                  <a:pt x="835427" y="50958"/>
                </a:lnTo>
                <a:lnTo>
                  <a:pt x="835319" y="50446"/>
                </a:lnTo>
                <a:lnTo>
                  <a:pt x="835206" y="49943"/>
                </a:lnTo>
                <a:lnTo>
                  <a:pt x="835086" y="49448"/>
                </a:lnTo>
                <a:lnTo>
                  <a:pt x="834960" y="48962"/>
                </a:lnTo>
                <a:lnTo>
                  <a:pt x="834828" y="48484"/>
                </a:lnTo>
                <a:lnTo>
                  <a:pt x="834690" y="48014"/>
                </a:lnTo>
                <a:lnTo>
                  <a:pt x="834546" y="47552"/>
                </a:lnTo>
                <a:lnTo>
                  <a:pt x="834396" y="47099"/>
                </a:lnTo>
                <a:lnTo>
                  <a:pt x="834240" y="46652"/>
                </a:lnTo>
                <a:lnTo>
                  <a:pt x="834079" y="46212"/>
                </a:lnTo>
                <a:lnTo>
                  <a:pt x="833913" y="45779"/>
                </a:lnTo>
                <a:lnTo>
                  <a:pt x="833740" y="45354"/>
                </a:lnTo>
                <a:lnTo>
                  <a:pt x="833563" y="44935"/>
                </a:lnTo>
                <a:lnTo>
                  <a:pt x="833380" y="44523"/>
                </a:lnTo>
                <a:lnTo>
                  <a:pt x="833191" y="44119"/>
                </a:lnTo>
                <a:lnTo>
                  <a:pt x="832997" y="43721"/>
                </a:lnTo>
                <a:lnTo>
                  <a:pt x="832798" y="43331"/>
                </a:lnTo>
                <a:lnTo>
                  <a:pt x="832592" y="42947"/>
                </a:lnTo>
                <a:lnTo>
                  <a:pt x="832382" y="42571"/>
                </a:lnTo>
                <a:lnTo>
                  <a:pt x="832166" y="42201"/>
                </a:lnTo>
                <a:lnTo>
                  <a:pt x="831944" y="41839"/>
                </a:lnTo>
                <a:lnTo>
                  <a:pt x="831717" y="41484"/>
                </a:lnTo>
                <a:lnTo>
                  <a:pt x="831485" y="41135"/>
                </a:lnTo>
                <a:lnTo>
                  <a:pt x="831247" y="40794"/>
                </a:lnTo>
                <a:lnTo>
                  <a:pt x="831003" y="40460"/>
                </a:lnTo>
                <a:lnTo>
                  <a:pt x="830754" y="40132"/>
                </a:lnTo>
                <a:lnTo>
                  <a:pt x="830499" y="39812"/>
                </a:lnTo>
                <a:lnTo>
                  <a:pt x="830239" y="39499"/>
                </a:lnTo>
                <a:lnTo>
                  <a:pt x="829974" y="39193"/>
                </a:lnTo>
                <a:lnTo>
                  <a:pt x="829703" y="38894"/>
                </a:lnTo>
                <a:lnTo>
                  <a:pt x="829426" y="38602"/>
                </a:lnTo>
                <a:lnTo>
                  <a:pt x="829144" y="38317"/>
                </a:lnTo>
                <a:lnTo>
                  <a:pt x="828858" y="38038"/>
                </a:lnTo>
                <a:lnTo>
                  <a:pt x="828567" y="37766"/>
                </a:lnTo>
                <a:lnTo>
                  <a:pt x="828271" y="37500"/>
                </a:lnTo>
                <a:lnTo>
                  <a:pt x="827970" y="37241"/>
                </a:lnTo>
                <a:lnTo>
                  <a:pt x="827665" y="36988"/>
                </a:lnTo>
                <a:lnTo>
                  <a:pt x="827355" y="36742"/>
                </a:lnTo>
                <a:lnTo>
                  <a:pt x="827040" y="36502"/>
                </a:lnTo>
                <a:lnTo>
                  <a:pt x="826720" y="36269"/>
                </a:lnTo>
                <a:lnTo>
                  <a:pt x="826396" y="36043"/>
                </a:lnTo>
                <a:lnTo>
                  <a:pt x="826067" y="35823"/>
                </a:lnTo>
                <a:lnTo>
                  <a:pt x="825733" y="35609"/>
                </a:lnTo>
                <a:lnTo>
                  <a:pt x="825395" y="35402"/>
                </a:lnTo>
                <a:lnTo>
                  <a:pt x="825052" y="35202"/>
                </a:lnTo>
                <a:lnTo>
                  <a:pt x="824704" y="35008"/>
                </a:lnTo>
                <a:lnTo>
                  <a:pt x="824351" y="34820"/>
                </a:lnTo>
                <a:lnTo>
                  <a:pt x="823994" y="34639"/>
                </a:lnTo>
                <a:lnTo>
                  <a:pt x="823632" y="34465"/>
                </a:lnTo>
                <a:lnTo>
                  <a:pt x="823265" y="34297"/>
                </a:lnTo>
                <a:lnTo>
                  <a:pt x="822893" y="34136"/>
                </a:lnTo>
                <a:lnTo>
                  <a:pt x="822517" y="33981"/>
                </a:lnTo>
                <a:lnTo>
                  <a:pt x="822136" y="33833"/>
                </a:lnTo>
                <a:lnTo>
                  <a:pt x="821750" y="33691"/>
                </a:lnTo>
                <a:lnTo>
                  <a:pt x="821359" y="33556"/>
                </a:lnTo>
                <a:lnTo>
                  <a:pt x="820964" y="33426"/>
                </a:lnTo>
                <a:lnTo>
                  <a:pt x="820565" y="33303"/>
                </a:lnTo>
                <a:lnTo>
                  <a:pt x="820162" y="33184"/>
                </a:lnTo>
                <a:lnTo>
                  <a:pt x="819755" y="33072"/>
                </a:lnTo>
                <a:lnTo>
                  <a:pt x="819344" y="32964"/>
                </a:lnTo>
                <a:lnTo>
                  <a:pt x="818928" y="32863"/>
                </a:lnTo>
                <a:lnTo>
                  <a:pt x="818509" y="32766"/>
                </a:lnTo>
                <a:lnTo>
                  <a:pt x="818085" y="32676"/>
                </a:lnTo>
                <a:lnTo>
                  <a:pt x="817658" y="32590"/>
                </a:lnTo>
                <a:lnTo>
                  <a:pt x="817226" y="32511"/>
                </a:lnTo>
                <a:lnTo>
                  <a:pt x="816790" y="32436"/>
                </a:lnTo>
                <a:lnTo>
                  <a:pt x="816350" y="32368"/>
                </a:lnTo>
                <a:lnTo>
                  <a:pt x="815906" y="32304"/>
                </a:lnTo>
                <a:lnTo>
                  <a:pt x="815458" y="32247"/>
                </a:lnTo>
                <a:lnTo>
                  <a:pt x="815006" y="32194"/>
                </a:lnTo>
                <a:lnTo>
                  <a:pt x="814549" y="32148"/>
                </a:lnTo>
                <a:lnTo>
                  <a:pt x="814089" y="32106"/>
                </a:lnTo>
                <a:lnTo>
                  <a:pt x="813624" y="32071"/>
                </a:lnTo>
                <a:lnTo>
                  <a:pt x="813156" y="32041"/>
                </a:lnTo>
                <a:lnTo>
                  <a:pt x="812683" y="32016"/>
                </a:lnTo>
                <a:lnTo>
                  <a:pt x="812206" y="31997"/>
                </a:lnTo>
                <a:lnTo>
                  <a:pt x="811725" y="31983"/>
                </a:lnTo>
                <a:lnTo>
                  <a:pt x="811240" y="31975"/>
                </a:lnTo>
                <a:lnTo>
                  <a:pt x="810751" y="31972"/>
                </a:lnTo>
                <a:lnTo>
                  <a:pt x="810152" y="31977"/>
                </a:lnTo>
                <a:lnTo>
                  <a:pt x="809557" y="31991"/>
                </a:lnTo>
                <a:lnTo>
                  <a:pt x="808967" y="32016"/>
                </a:lnTo>
                <a:lnTo>
                  <a:pt x="808381" y="32051"/>
                </a:lnTo>
                <a:lnTo>
                  <a:pt x="807799" y="32095"/>
                </a:lnTo>
                <a:lnTo>
                  <a:pt x="807222" y="32149"/>
                </a:lnTo>
                <a:lnTo>
                  <a:pt x="806650" y="32213"/>
                </a:lnTo>
                <a:lnTo>
                  <a:pt x="806082" y="32287"/>
                </a:lnTo>
                <a:lnTo>
                  <a:pt x="805518" y="32371"/>
                </a:lnTo>
                <a:lnTo>
                  <a:pt x="804959" y="32464"/>
                </a:lnTo>
                <a:lnTo>
                  <a:pt x="804404" y="32568"/>
                </a:lnTo>
                <a:lnTo>
                  <a:pt x="803854" y="32681"/>
                </a:lnTo>
                <a:lnTo>
                  <a:pt x="803308" y="32804"/>
                </a:lnTo>
                <a:lnTo>
                  <a:pt x="802767" y="32937"/>
                </a:lnTo>
                <a:lnTo>
                  <a:pt x="802231" y="33080"/>
                </a:lnTo>
                <a:lnTo>
                  <a:pt x="801698" y="33232"/>
                </a:lnTo>
                <a:lnTo>
                  <a:pt x="801171" y="33395"/>
                </a:lnTo>
                <a:lnTo>
                  <a:pt x="800647" y="33567"/>
                </a:lnTo>
                <a:lnTo>
                  <a:pt x="800128" y="33749"/>
                </a:lnTo>
                <a:lnTo>
                  <a:pt x="799614" y="33941"/>
                </a:lnTo>
                <a:lnTo>
                  <a:pt x="799104" y="34143"/>
                </a:lnTo>
                <a:lnTo>
                  <a:pt x="798599" y="34355"/>
                </a:lnTo>
                <a:lnTo>
                  <a:pt x="798098" y="34577"/>
                </a:lnTo>
                <a:lnTo>
                  <a:pt x="797602" y="34808"/>
                </a:lnTo>
                <a:lnTo>
                  <a:pt x="797110" y="35048"/>
                </a:lnTo>
                <a:lnTo>
                  <a:pt x="796625" y="35297"/>
                </a:lnTo>
                <a:lnTo>
                  <a:pt x="796145" y="35553"/>
                </a:lnTo>
                <a:lnTo>
                  <a:pt x="795671" y="35818"/>
                </a:lnTo>
                <a:lnTo>
                  <a:pt x="795203" y="36090"/>
                </a:lnTo>
                <a:lnTo>
                  <a:pt x="794740" y="36371"/>
                </a:lnTo>
                <a:lnTo>
                  <a:pt x="794283" y="36660"/>
                </a:lnTo>
                <a:lnTo>
                  <a:pt x="793832" y="36957"/>
                </a:lnTo>
                <a:lnTo>
                  <a:pt x="793387" y="37261"/>
                </a:lnTo>
                <a:lnTo>
                  <a:pt x="792947" y="37574"/>
                </a:lnTo>
                <a:lnTo>
                  <a:pt x="792514" y="37895"/>
                </a:lnTo>
                <a:lnTo>
                  <a:pt x="792086" y="38224"/>
                </a:lnTo>
                <a:lnTo>
                  <a:pt x="791663" y="38561"/>
                </a:lnTo>
                <a:lnTo>
                  <a:pt x="791247" y="38906"/>
                </a:lnTo>
                <a:lnTo>
                  <a:pt x="790836" y="39260"/>
                </a:lnTo>
                <a:lnTo>
                  <a:pt x="790431" y="39621"/>
                </a:lnTo>
                <a:lnTo>
                  <a:pt x="790032" y="39990"/>
                </a:lnTo>
                <a:lnTo>
                  <a:pt x="789639" y="40368"/>
                </a:lnTo>
                <a:lnTo>
                  <a:pt x="789251" y="40753"/>
                </a:lnTo>
                <a:lnTo>
                  <a:pt x="788869" y="41146"/>
                </a:lnTo>
                <a:lnTo>
                  <a:pt x="788493" y="41548"/>
                </a:lnTo>
                <a:lnTo>
                  <a:pt x="788122" y="41958"/>
                </a:lnTo>
                <a:lnTo>
                  <a:pt x="787758" y="42375"/>
                </a:lnTo>
                <a:lnTo>
                  <a:pt x="787399" y="42801"/>
                </a:lnTo>
                <a:lnTo>
                  <a:pt x="787251" y="42982"/>
                </a:lnTo>
                <a:lnTo>
                  <a:pt x="787251" y="0"/>
                </a:lnTo>
                <a:close/>
                <a:moveTo>
                  <a:pt x="658950" y="120138"/>
                </a:moveTo>
                <a:lnTo>
                  <a:pt x="658812" y="120535"/>
                </a:lnTo>
                <a:lnTo>
                  <a:pt x="658672" y="120925"/>
                </a:lnTo>
                <a:lnTo>
                  <a:pt x="658529" y="121308"/>
                </a:lnTo>
                <a:lnTo>
                  <a:pt x="658384" y="121684"/>
                </a:lnTo>
                <a:lnTo>
                  <a:pt x="658237" y="122052"/>
                </a:lnTo>
                <a:lnTo>
                  <a:pt x="658088" y="122413"/>
                </a:lnTo>
                <a:lnTo>
                  <a:pt x="657937" y="122767"/>
                </a:lnTo>
                <a:lnTo>
                  <a:pt x="657783" y="123114"/>
                </a:lnTo>
                <a:lnTo>
                  <a:pt x="657627" y="123454"/>
                </a:lnTo>
                <a:lnTo>
                  <a:pt x="657469" y="123786"/>
                </a:lnTo>
                <a:lnTo>
                  <a:pt x="657309" y="124111"/>
                </a:lnTo>
                <a:lnTo>
                  <a:pt x="657147" y="124429"/>
                </a:lnTo>
                <a:lnTo>
                  <a:pt x="656983" y="124739"/>
                </a:lnTo>
                <a:lnTo>
                  <a:pt x="656816" y="125043"/>
                </a:lnTo>
                <a:lnTo>
                  <a:pt x="656647" y="125339"/>
                </a:lnTo>
                <a:lnTo>
                  <a:pt x="656476" y="125628"/>
                </a:lnTo>
                <a:lnTo>
                  <a:pt x="656303" y="125909"/>
                </a:lnTo>
                <a:lnTo>
                  <a:pt x="656128" y="126184"/>
                </a:lnTo>
                <a:lnTo>
                  <a:pt x="655951" y="126451"/>
                </a:lnTo>
                <a:lnTo>
                  <a:pt x="655771" y="126711"/>
                </a:lnTo>
                <a:lnTo>
                  <a:pt x="655589" y="126964"/>
                </a:lnTo>
                <a:lnTo>
                  <a:pt x="655405" y="127209"/>
                </a:lnTo>
                <a:lnTo>
                  <a:pt x="655219" y="127447"/>
                </a:lnTo>
                <a:lnTo>
                  <a:pt x="655030" y="127679"/>
                </a:lnTo>
                <a:lnTo>
                  <a:pt x="654838" y="127905"/>
                </a:lnTo>
                <a:lnTo>
                  <a:pt x="654642" y="128126"/>
                </a:lnTo>
                <a:lnTo>
                  <a:pt x="654442" y="128341"/>
                </a:lnTo>
                <a:lnTo>
                  <a:pt x="654240" y="128551"/>
                </a:lnTo>
                <a:lnTo>
                  <a:pt x="654033" y="128755"/>
                </a:lnTo>
                <a:lnTo>
                  <a:pt x="653824" y="128953"/>
                </a:lnTo>
                <a:lnTo>
                  <a:pt x="653611" y="129146"/>
                </a:lnTo>
                <a:lnTo>
                  <a:pt x="653394" y="129333"/>
                </a:lnTo>
                <a:lnTo>
                  <a:pt x="653174" y="129514"/>
                </a:lnTo>
                <a:lnTo>
                  <a:pt x="652950" y="129690"/>
                </a:lnTo>
                <a:lnTo>
                  <a:pt x="652724" y="129861"/>
                </a:lnTo>
                <a:lnTo>
                  <a:pt x="652493" y="130025"/>
                </a:lnTo>
                <a:lnTo>
                  <a:pt x="652259" y="130185"/>
                </a:lnTo>
                <a:lnTo>
                  <a:pt x="652022" y="130338"/>
                </a:lnTo>
                <a:lnTo>
                  <a:pt x="651781" y="130486"/>
                </a:lnTo>
                <a:lnTo>
                  <a:pt x="651537" y="130629"/>
                </a:lnTo>
                <a:lnTo>
                  <a:pt x="651289" y="130765"/>
                </a:lnTo>
                <a:lnTo>
                  <a:pt x="651038" y="130897"/>
                </a:lnTo>
                <a:lnTo>
                  <a:pt x="650784" y="131022"/>
                </a:lnTo>
                <a:lnTo>
                  <a:pt x="650526" y="131142"/>
                </a:lnTo>
                <a:lnTo>
                  <a:pt x="650264" y="131257"/>
                </a:lnTo>
                <a:lnTo>
                  <a:pt x="649999" y="131366"/>
                </a:lnTo>
                <a:lnTo>
                  <a:pt x="649731" y="131469"/>
                </a:lnTo>
                <a:lnTo>
                  <a:pt x="649458" y="131568"/>
                </a:lnTo>
                <a:lnTo>
                  <a:pt x="649181" y="131662"/>
                </a:lnTo>
                <a:lnTo>
                  <a:pt x="648899" y="131752"/>
                </a:lnTo>
                <a:lnTo>
                  <a:pt x="648611" y="131838"/>
                </a:lnTo>
                <a:lnTo>
                  <a:pt x="648319" y="131919"/>
                </a:lnTo>
                <a:lnTo>
                  <a:pt x="648023" y="131997"/>
                </a:lnTo>
                <a:lnTo>
                  <a:pt x="647721" y="132070"/>
                </a:lnTo>
                <a:lnTo>
                  <a:pt x="647414" y="132139"/>
                </a:lnTo>
                <a:lnTo>
                  <a:pt x="647103" y="132204"/>
                </a:lnTo>
                <a:lnTo>
                  <a:pt x="646787" y="132265"/>
                </a:lnTo>
                <a:lnTo>
                  <a:pt x="646466" y="132322"/>
                </a:lnTo>
                <a:lnTo>
                  <a:pt x="646140" y="132374"/>
                </a:lnTo>
                <a:lnTo>
                  <a:pt x="645809" y="132422"/>
                </a:lnTo>
                <a:lnTo>
                  <a:pt x="645473" y="132466"/>
                </a:lnTo>
                <a:lnTo>
                  <a:pt x="645132" y="132506"/>
                </a:lnTo>
                <a:lnTo>
                  <a:pt x="644787" y="132541"/>
                </a:lnTo>
                <a:lnTo>
                  <a:pt x="644437" y="132573"/>
                </a:lnTo>
                <a:lnTo>
                  <a:pt x="644081" y="132600"/>
                </a:lnTo>
                <a:lnTo>
                  <a:pt x="643721" y="132623"/>
                </a:lnTo>
                <a:lnTo>
                  <a:pt x="643356" y="132642"/>
                </a:lnTo>
                <a:lnTo>
                  <a:pt x="642987" y="132657"/>
                </a:lnTo>
                <a:lnTo>
                  <a:pt x="642612" y="132667"/>
                </a:lnTo>
                <a:lnTo>
                  <a:pt x="642233" y="132673"/>
                </a:lnTo>
                <a:lnTo>
                  <a:pt x="641848" y="132675"/>
                </a:lnTo>
                <a:lnTo>
                  <a:pt x="641804" y="132675"/>
                </a:lnTo>
                <a:lnTo>
                  <a:pt x="641757" y="132675"/>
                </a:lnTo>
                <a:lnTo>
                  <a:pt x="641707" y="132674"/>
                </a:lnTo>
                <a:lnTo>
                  <a:pt x="641655" y="132672"/>
                </a:lnTo>
                <a:lnTo>
                  <a:pt x="641600" y="132671"/>
                </a:lnTo>
                <a:lnTo>
                  <a:pt x="641542" y="132669"/>
                </a:lnTo>
                <a:lnTo>
                  <a:pt x="641482" y="132666"/>
                </a:lnTo>
                <a:lnTo>
                  <a:pt x="641419" y="132663"/>
                </a:lnTo>
                <a:lnTo>
                  <a:pt x="641353" y="132660"/>
                </a:lnTo>
                <a:lnTo>
                  <a:pt x="641284" y="132656"/>
                </a:lnTo>
                <a:lnTo>
                  <a:pt x="641213" y="132652"/>
                </a:lnTo>
                <a:lnTo>
                  <a:pt x="641139" y="132648"/>
                </a:lnTo>
                <a:lnTo>
                  <a:pt x="641063" y="132643"/>
                </a:lnTo>
                <a:lnTo>
                  <a:pt x="640984" y="132638"/>
                </a:lnTo>
                <a:lnTo>
                  <a:pt x="640902" y="132632"/>
                </a:lnTo>
                <a:lnTo>
                  <a:pt x="640817" y="132626"/>
                </a:lnTo>
                <a:lnTo>
                  <a:pt x="640730" y="132620"/>
                </a:lnTo>
                <a:lnTo>
                  <a:pt x="640640" y="132613"/>
                </a:lnTo>
                <a:lnTo>
                  <a:pt x="640547" y="132606"/>
                </a:lnTo>
                <a:lnTo>
                  <a:pt x="640452" y="132599"/>
                </a:lnTo>
                <a:lnTo>
                  <a:pt x="640354" y="132591"/>
                </a:lnTo>
                <a:lnTo>
                  <a:pt x="640253" y="132583"/>
                </a:lnTo>
                <a:lnTo>
                  <a:pt x="640150" y="132574"/>
                </a:lnTo>
                <a:lnTo>
                  <a:pt x="640044" y="132565"/>
                </a:lnTo>
                <a:lnTo>
                  <a:pt x="639937" y="132556"/>
                </a:lnTo>
                <a:lnTo>
                  <a:pt x="639833" y="132547"/>
                </a:lnTo>
                <a:lnTo>
                  <a:pt x="639732" y="132538"/>
                </a:lnTo>
                <a:lnTo>
                  <a:pt x="639633" y="132529"/>
                </a:lnTo>
                <a:lnTo>
                  <a:pt x="639537" y="132521"/>
                </a:lnTo>
                <a:lnTo>
                  <a:pt x="639443" y="132512"/>
                </a:lnTo>
                <a:lnTo>
                  <a:pt x="639351" y="132504"/>
                </a:lnTo>
                <a:lnTo>
                  <a:pt x="639262" y="132495"/>
                </a:lnTo>
                <a:lnTo>
                  <a:pt x="639175" y="132487"/>
                </a:lnTo>
                <a:lnTo>
                  <a:pt x="639091" y="132479"/>
                </a:lnTo>
                <a:lnTo>
                  <a:pt x="639009" y="132471"/>
                </a:lnTo>
                <a:lnTo>
                  <a:pt x="638929" y="132464"/>
                </a:lnTo>
                <a:lnTo>
                  <a:pt x="638852" y="132456"/>
                </a:lnTo>
                <a:lnTo>
                  <a:pt x="638778" y="132449"/>
                </a:lnTo>
                <a:lnTo>
                  <a:pt x="638705" y="132441"/>
                </a:lnTo>
                <a:lnTo>
                  <a:pt x="638636" y="132434"/>
                </a:lnTo>
                <a:lnTo>
                  <a:pt x="638568" y="132427"/>
                </a:lnTo>
                <a:lnTo>
                  <a:pt x="638503" y="132420"/>
                </a:lnTo>
                <a:lnTo>
                  <a:pt x="638441" y="132413"/>
                </a:lnTo>
                <a:lnTo>
                  <a:pt x="638381" y="132406"/>
                </a:lnTo>
                <a:lnTo>
                  <a:pt x="638323" y="132400"/>
                </a:lnTo>
                <a:lnTo>
                  <a:pt x="638268" y="132393"/>
                </a:lnTo>
                <a:lnTo>
                  <a:pt x="638215" y="132387"/>
                </a:lnTo>
                <a:lnTo>
                  <a:pt x="638165" y="132381"/>
                </a:lnTo>
                <a:lnTo>
                  <a:pt x="638239" y="143431"/>
                </a:lnTo>
                <a:lnTo>
                  <a:pt x="638327" y="143456"/>
                </a:lnTo>
                <a:lnTo>
                  <a:pt x="638421" y="143481"/>
                </a:lnTo>
                <a:lnTo>
                  <a:pt x="638520" y="143507"/>
                </a:lnTo>
                <a:lnTo>
                  <a:pt x="638623" y="143533"/>
                </a:lnTo>
                <a:lnTo>
                  <a:pt x="638732" y="143560"/>
                </a:lnTo>
                <a:lnTo>
                  <a:pt x="638846" y="143587"/>
                </a:lnTo>
                <a:lnTo>
                  <a:pt x="638966" y="143615"/>
                </a:lnTo>
                <a:lnTo>
                  <a:pt x="639090" y="143644"/>
                </a:lnTo>
                <a:lnTo>
                  <a:pt x="639219" y="143673"/>
                </a:lnTo>
                <a:lnTo>
                  <a:pt x="639354" y="143702"/>
                </a:lnTo>
                <a:lnTo>
                  <a:pt x="639494" y="143732"/>
                </a:lnTo>
                <a:lnTo>
                  <a:pt x="639638" y="143762"/>
                </a:lnTo>
                <a:lnTo>
                  <a:pt x="639788" y="143793"/>
                </a:lnTo>
                <a:lnTo>
                  <a:pt x="639943" y="143825"/>
                </a:lnTo>
                <a:lnTo>
                  <a:pt x="640103" y="143857"/>
                </a:lnTo>
                <a:lnTo>
                  <a:pt x="640269" y="143889"/>
                </a:lnTo>
                <a:lnTo>
                  <a:pt x="640439" y="143922"/>
                </a:lnTo>
                <a:lnTo>
                  <a:pt x="640614" y="143956"/>
                </a:lnTo>
                <a:lnTo>
                  <a:pt x="640795" y="143990"/>
                </a:lnTo>
                <a:lnTo>
                  <a:pt x="640981" y="144024"/>
                </a:lnTo>
                <a:lnTo>
                  <a:pt x="641172" y="144059"/>
                </a:lnTo>
                <a:lnTo>
                  <a:pt x="641367" y="144095"/>
                </a:lnTo>
                <a:lnTo>
                  <a:pt x="641569" y="144131"/>
                </a:lnTo>
                <a:lnTo>
                  <a:pt x="641775" y="144168"/>
                </a:lnTo>
                <a:lnTo>
                  <a:pt x="641982" y="144204"/>
                </a:lnTo>
                <a:lnTo>
                  <a:pt x="642186" y="144238"/>
                </a:lnTo>
                <a:lnTo>
                  <a:pt x="642387" y="144271"/>
                </a:lnTo>
                <a:lnTo>
                  <a:pt x="642585" y="144303"/>
                </a:lnTo>
                <a:lnTo>
                  <a:pt x="642780" y="144333"/>
                </a:lnTo>
                <a:lnTo>
                  <a:pt x="642972" y="144361"/>
                </a:lnTo>
                <a:lnTo>
                  <a:pt x="643161" y="144388"/>
                </a:lnTo>
                <a:lnTo>
                  <a:pt x="643346" y="144413"/>
                </a:lnTo>
                <a:lnTo>
                  <a:pt x="643529" y="144437"/>
                </a:lnTo>
                <a:lnTo>
                  <a:pt x="643708" y="144459"/>
                </a:lnTo>
                <a:lnTo>
                  <a:pt x="643885" y="144480"/>
                </a:lnTo>
                <a:lnTo>
                  <a:pt x="644058" y="144499"/>
                </a:lnTo>
                <a:lnTo>
                  <a:pt x="644229" y="144517"/>
                </a:lnTo>
                <a:lnTo>
                  <a:pt x="644396" y="144533"/>
                </a:lnTo>
                <a:lnTo>
                  <a:pt x="644560" y="144547"/>
                </a:lnTo>
                <a:lnTo>
                  <a:pt x="644721" y="144561"/>
                </a:lnTo>
                <a:lnTo>
                  <a:pt x="644879" y="144572"/>
                </a:lnTo>
                <a:lnTo>
                  <a:pt x="645034" y="144582"/>
                </a:lnTo>
                <a:lnTo>
                  <a:pt x="645186" y="144590"/>
                </a:lnTo>
                <a:lnTo>
                  <a:pt x="645335" y="144597"/>
                </a:lnTo>
                <a:lnTo>
                  <a:pt x="645481" y="144603"/>
                </a:lnTo>
                <a:lnTo>
                  <a:pt x="645624" y="144607"/>
                </a:lnTo>
                <a:lnTo>
                  <a:pt x="645763" y="144609"/>
                </a:lnTo>
                <a:lnTo>
                  <a:pt x="645900" y="144610"/>
                </a:lnTo>
                <a:lnTo>
                  <a:pt x="646352" y="144606"/>
                </a:lnTo>
                <a:lnTo>
                  <a:pt x="646798" y="144596"/>
                </a:lnTo>
                <a:lnTo>
                  <a:pt x="647239" y="144579"/>
                </a:lnTo>
                <a:lnTo>
                  <a:pt x="647675" y="144556"/>
                </a:lnTo>
                <a:lnTo>
                  <a:pt x="648106" y="144525"/>
                </a:lnTo>
                <a:lnTo>
                  <a:pt x="648531" y="144488"/>
                </a:lnTo>
                <a:lnTo>
                  <a:pt x="648952" y="144445"/>
                </a:lnTo>
                <a:lnTo>
                  <a:pt x="649367" y="144394"/>
                </a:lnTo>
                <a:lnTo>
                  <a:pt x="649776" y="144337"/>
                </a:lnTo>
                <a:lnTo>
                  <a:pt x="650181" y="144273"/>
                </a:lnTo>
                <a:lnTo>
                  <a:pt x="650580" y="144202"/>
                </a:lnTo>
                <a:lnTo>
                  <a:pt x="650974" y="144124"/>
                </a:lnTo>
                <a:lnTo>
                  <a:pt x="651363" y="144040"/>
                </a:lnTo>
                <a:lnTo>
                  <a:pt x="651746" y="143949"/>
                </a:lnTo>
                <a:lnTo>
                  <a:pt x="652124" y="143852"/>
                </a:lnTo>
                <a:lnTo>
                  <a:pt x="652497" y="143747"/>
                </a:lnTo>
                <a:lnTo>
                  <a:pt x="652865" y="143636"/>
                </a:lnTo>
                <a:lnTo>
                  <a:pt x="653228" y="143518"/>
                </a:lnTo>
                <a:lnTo>
                  <a:pt x="653585" y="143393"/>
                </a:lnTo>
                <a:lnTo>
                  <a:pt x="653937" y="143262"/>
                </a:lnTo>
                <a:lnTo>
                  <a:pt x="654284" y="143124"/>
                </a:lnTo>
                <a:lnTo>
                  <a:pt x="654625" y="142979"/>
                </a:lnTo>
                <a:lnTo>
                  <a:pt x="654962" y="142827"/>
                </a:lnTo>
                <a:lnTo>
                  <a:pt x="655293" y="142669"/>
                </a:lnTo>
                <a:lnTo>
                  <a:pt x="655619" y="142505"/>
                </a:lnTo>
                <a:lnTo>
                  <a:pt x="655942" y="142338"/>
                </a:lnTo>
                <a:lnTo>
                  <a:pt x="656260" y="142167"/>
                </a:lnTo>
                <a:lnTo>
                  <a:pt x="656575" y="141991"/>
                </a:lnTo>
                <a:lnTo>
                  <a:pt x="656885" y="141812"/>
                </a:lnTo>
                <a:lnTo>
                  <a:pt x="657192" y="141629"/>
                </a:lnTo>
                <a:lnTo>
                  <a:pt x="657495" y="141442"/>
                </a:lnTo>
                <a:lnTo>
                  <a:pt x="657793" y="141251"/>
                </a:lnTo>
                <a:lnTo>
                  <a:pt x="658088" y="141056"/>
                </a:lnTo>
                <a:lnTo>
                  <a:pt x="658379" y="140857"/>
                </a:lnTo>
                <a:lnTo>
                  <a:pt x="658666" y="140654"/>
                </a:lnTo>
                <a:lnTo>
                  <a:pt x="658948" y="140447"/>
                </a:lnTo>
                <a:lnTo>
                  <a:pt x="659227" y="140236"/>
                </a:lnTo>
                <a:lnTo>
                  <a:pt x="659502" y="140021"/>
                </a:lnTo>
                <a:lnTo>
                  <a:pt x="659773" y="139803"/>
                </a:lnTo>
                <a:lnTo>
                  <a:pt x="660040" y="139580"/>
                </a:lnTo>
                <a:lnTo>
                  <a:pt x="660303" y="139353"/>
                </a:lnTo>
                <a:lnTo>
                  <a:pt x="660562" y="139123"/>
                </a:lnTo>
                <a:lnTo>
                  <a:pt x="660817" y="138889"/>
                </a:lnTo>
                <a:lnTo>
                  <a:pt x="661068" y="138650"/>
                </a:lnTo>
                <a:lnTo>
                  <a:pt x="661316" y="138408"/>
                </a:lnTo>
                <a:lnTo>
                  <a:pt x="661559" y="138162"/>
                </a:lnTo>
                <a:lnTo>
                  <a:pt x="661798" y="137911"/>
                </a:lnTo>
                <a:lnTo>
                  <a:pt x="662033" y="137657"/>
                </a:lnTo>
                <a:lnTo>
                  <a:pt x="662265" y="137401"/>
                </a:lnTo>
                <a:lnTo>
                  <a:pt x="662493" y="137143"/>
                </a:lnTo>
                <a:lnTo>
                  <a:pt x="662718" y="136884"/>
                </a:lnTo>
                <a:lnTo>
                  <a:pt x="662939" y="136624"/>
                </a:lnTo>
                <a:lnTo>
                  <a:pt x="663157" y="136362"/>
                </a:lnTo>
                <a:lnTo>
                  <a:pt x="663371" y="136100"/>
                </a:lnTo>
                <a:lnTo>
                  <a:pt x="663582" y="135836"/>
                </a:lnTo>
                <a:lnTo>
                  <a:pt x="663789" y="135572"/>
                </a:lnTo>
                <a:lnTo>
                  <a:pt x="663993" y="135306"/>
                </a:lnTo>
                <a:lnTo>
                  <a:pt x="664193" y="135039"/>
                </a:lnTo>
                <a:lnTo>
                  <a:pt x="664390" y="134770"/>
                </a:lnTo>
                <a:lnTo>
                  <a:pt x="664584" y="134501"/>
                </a:lnTo>
                <a:lnTo>
                  <a:pt x="664774" y="134231"/>
                </a:lnTo>
                <a:lnTo>
                  <a:pt x="664961" y="133959"/>
                </a:lnTo>
                <a:lnTo>
                  <a:pt x="665144" y="133686"/>
                </a:lnTo>
                <a:lnTo>
                  <a:pt x="665324" y="133412"/>
                </a:lnTo>
                <a:lnTo>
                  <a:pt x="665500" y="133137"/>
                </a:lnTo>
                <a:lnTo>
                  <a:pt x="665673" y="132861"/>
                </a:lnTo>
                <a:lnTo>
                  <a:pt x="665842" y="132583"/>
                </a:lnTo>
                <a:lnTo>
                  <a:pt x="666008" y="132305"/>
                </a:lnTo>
                <a:lnTo>
                  <a:pt x="666171" y="132025"/>
                </a:lnTo>
                <a:lnTo>
                  <a:pt x="666330" y="131744"/>
                </a:lnTo>
                <a:lnTo>
                  <a:pt x="666485" y="131462"/>
                </a:lnTo>
                <a:lnTo>
                  <a:pt x="666638" y="131179"/>
                </a:lnTo>
                <a:lnTo>
                  <a:pt x="666787" y="130896"/>
                </a:lnTo>
                <a:lnTo>
                  <a:pt x="666933" y="130615"/>
                </a:lnTo>
                <a:lnTo>
                  <a:pt x="667078" y="130336"/>
                </a:lnTo>
                <a:lnTo>
                  <a:pt x="667220" y="130058"/>
                </a:lnTo>
                <a:lnTo>
                  <a:pt x="667359" y="129782"/>
                </a:lnTo>
                <a:lnTo>
                  <a:pt x="667496" y="129508"/>
                </a:lnTo>
                <a:lnTo>
                  <a:pt x="667631" y="129235"/>
                </a:lnTo>
                <a:lnTo>
                  <a:pt x="667763" y="128964"/>
                </a:lnTo>
                <a:lnTo>
                  <a:pt x="667893" y="128694"/>
                </a:lnTo>
                <a:lnTo>
                  <a:pt x="668020" y="128426"/>
                </a:lnTo>
                <a:lnTo>
                  <a:pt x="668145" y="128160"/>
                </a:lnTo>
                <a:lnTo>
                  <a:pt x="668267" y="127896"/>
                </a:lnTo>
                <a:lnTo>
                  <a:pt x="668387" y="127633"/>
                </a:lnTo>
                <a:lnTo>
                  <a:pt x="668505" y="127372"/>
                </a:lnTo>
                <a:lnTo>
                  <a:pt x="668620" y="127112"/>
                </a:lnTo>
                <a:lnTo>
                  <a:pt x="668733" y="126854"/>
                </a:lnTo>
                <a:lnTo>
                  <a:pt x="668843" y="126598"/>
                </a:lnTo>
                <a:lnTo>
                  <a:pt x="668951" y="126343"/>
                </a:lnTo>
                <a:lnTo>
                  <a:pt x="669057" y="126090"/>
                </a:lnTo>
                <a:lnTo>
                  <a:pt x="669160" y="125839"/>
                </a:lnTo>
                <a:lnTo>
                  <a:pt x="669260" y="125590"/>
                </a:lnTo>
                <a:lnTo>
                  <a:pt x="669358" y="125342"/>
                </a:lnTo>
                <a:lnTo>
                  <a:pt x="669454" y="125095"/>
                </a:lnTo>
                <a:lnTo>
                  <a:pt x="669547" y="124851"/>
                </a:lnTo>
                <a:lnTo>
                  <a:pt x="701519" y="33445"/>
                </a:lnTo>
                <a:lnTo>
                  <a:pt x="686933" y="33445"/>
                </a:lnTo>
                <a:lnTo>
                  <a:pt x="668420" y="92665"/>
                </a:lnTo>
                <a:lnTo>
                  <a:pt x="648478" y="33445"/>
                </a:lnTo>
                <a:lnTo>
                  <a:pt x="633598" y="33445"/>
                </a:lnTo>
                <a:lnTo>
                  <a:pt x="662037" y="111744"/>
                </a:lnTo>
                <a:lnTo>
                  <a:pt x="659087" y="119733"/>
                </a:lnTo>
                <a:lnTo>
                  <a:pt x="658950" y="120138"/>
                </a:lnTo>
                <a:close/>
                <a:moveTo>
                  <a:pt x="589777" y="68192"/>
                </a:moveTo>
                <a:lnTo>
                  <a:pt x="589747" y="67514"/>
                </a:lnTo>
                <a:lnTo>
                  <a:pt x="589711" y="66839"/>
                </a:lnTo>
                <a:lnTo>
                  <a:pt x="589667" y="66170"/>
                </a:lnTo>
                <a:lnTo>
                  <a:pt x="589618" y="65505"/>
                </a:lnTo>
                <a:lnTo>
                  <a:pt x="589561" y="64844"/>
                </a:lnTo>
                <a:lnTo>
                  <a:pt x="589498" y="64188"/>
                </a:lnTo>
                <a:lnTo>
                  <a:pt x="589428" y="63536"/>
                </a:lnTo>
                <a:lnTo>
                  <a:pt x="589351" y="62889"/>
                </a:lnTo>
                <a:lnTo>
                  <a:pt x="589268" y="62246"/>
                </a:lnTo>
                <a:lnTo>
                  <a:pt x="589179" y="61607"/>
                </a:lnTo>
                <a:lnTo>
                  <a:pt x="589082" y="60973"/>
                </a:lnTo>
                <a:lnTo>
                  <a:pt x="588979" y="60344"/>
                </a:lnTo>
                <a:lnTo>
                  <a:pt x="588869" y="59719"/>
                </a:lnTo>
                <a:lnTo>
                  <a:pt x="588753" y="59099"/>
                </a:lnTo>
                <a:lnTo>
                  <a:pt x="588630" y="58483"/>
                </a:lnTo>
                <a:lnTo>
                  <a:pt x="588500" y="57871"/>
                </a:lnTo>
                <a:lnTo>
                  <a:pt x="588364" y="57264"/>
                </a:lnTo>
                <a:lnTo>
                  <a:pt x="588221" y="56661"/>
                </a:lnTo>
                <a:lnTo>
                  <a:pt x="588071" y="56063"/>
                </a:lnTo>
                <a:lnTo>
                  <a:pt x="587915" y="55469"/>
                </a:lnTo>
                <a:lnTo>
                  <a:pt x="587752" y="54881"/>
                </a:lnTo>
                <a:lnTo>
                  <a:pt x="587581" y="54299"/>
                </a:lnTo>
                <a:lnTo>
                  <a:pt x="587404" y="53724"/>
                </a:lnTo>
                <a:lnTo>
                  <a:pt x="587219" y="53155"/>
                </a:lnTo>
                <a:lnTo>
                  <a:pt x="587027" y="52592"/>
                </a:lnTo>
                <a:lnTo>
                  <a:pt x="586828" y="52036"/>
                </a:lnTo>
                <a:lnTo>
                  <a:pt x="586622" y="51486"/>
                </a:lnTo>
                <a:lnTo>
                  <a:pt x="586409" y="50942"/>
                </a:lnTo>
                <a:lnTo>
                  <a:pt x="586188" y="50405"/>
                </a:lnTo>
                <a:lnTo>
                  <a:pt x="585961" y="49874"/>
                </a:lnTo>
                <a:lnTo>
                  <a:pt x="585726" y="49350"/>
                </a:lnTo>
                <a:lnTo>
                  <a:pt x="585484" y="48832"/>
                </a:lnTo>
                <a:lnTo>
                  <a:pt x="585235" y="48320"/>
                </a:lnTo>
                <a:lnTo>
                  <a:pt x="584978" y="47815"/>
                </a:lnTo>
                <a:lnTo>
                  <a:pt x="584715" y="47316"/>
                </a:lnTo>
                <a:lnTo>
                  <a:pt x="584444" y="46824"/>
                </a:lnTo>
                <a:lnTo>
                  <a:pt x="584167" y="46338"/>
                </a:lnTo>
                <a:lnTo>
                  <a:pt x="583882" y="45858"/>
                </a:lnTo>
                <a:lnTo>
                  <a:pt x="583590" y="45385"/>
                </a:lnTo>
                <a:lnTo>
                  <a:pt x="583290" y="44918"/>
                </a:lnTo>
                <a:lnTo>
                  <a:pt x="582984" y="44457"/>
                </a:lnTo>
                <a:lnTo>
                  <a:pt x="582670" y="44003"/>
                </a:lnTo>
                <a:lnTo>
                  <a:pt x="582349" y="43555"/>
                </a:lnTo>
                <a:lnTo>
                  <a:pt x="582022" y="43114"/>
                </a:lnTo>
                <a:lnTo>
                  <a:pt x="581686" y="42680"/>
                </a:lnTo>
                <a:lnTo>
                  <a:pt x="581343" y="42254"/>
                </a:lnTo>
                <a:lnTo>
                  <a:pt x="580992" y="41836"/>
                </a:lnTo>
                <a:lnTo>
                  <a:pt x="580633" y="41426"/>
                </a:lnTo>
                <a:lnTo>
                  <a:pt x="580267" y="41024"/>
                </a:lnTo>
                <a:lnTo>
                  <a:pt x="579892" y="40630"/>
                </a:lnTo>
                <a:lnTo>
                  <a:pt x="579510" y="40244"/>
                </a:lnTo>
                <a:lnTo>
                  <a:pt x="579120" y="39866"/>
                </a:lnTo>
                <a:lnTo>
                  <a:pt x="578722" y="39496"/>
                </a:lnTo>
                <a:lnTo>
                  <a:pt x="578316" y="39134"/>
                </a:lnTo>
                <a:lnTo>
                  <a:pt x="577903" y="38781"/>
                </a:lnTo>
                <a:lnTo>
                  <a:pt x="577482" y="38435"/>
                </a:lnTo>
                <a:lnTo>
                  <a:pt x="577053" y="38097"/>
                </a:lnTo>
                <a:lnTo>
                  <a:pt x="576616" y="37768"/>
                </a:lnTo>
                <a:lnTo>
                  <a:pt x="576171" y="37446"/>
                </a:lnTo>
                <a:lnTo>
                  <a:pt x="575719" y="37133"/>
                </a:lnTo>
                <a:lnTo>
                  <a:pt x="575259" y="36827"/>
                </a:lnTo>
                <a:lnTo>
                  <a:pt x="574791" y="36530"/>
                </a:lnTo>
                <a:lnTo>
                  <a:pt x="574315" y="36240"/>
                </a:lnTo>
                <a:lnTo>
                  <a:pt x="573831" y="35959"/>
                </a:lnTo>
                <a:lnTo>
                  <a:pt x="573340" y="35686"/>
                </a:lnTo>
                <a:lnTo>
                  <a:pt x="572840" y="35420"/>
                </a:lnTo>
                <a:lnTo>
                  <a:pt x="572333" y="35163"/>
                </a:lnTo>
                <a:lnTo>
                  <a:pt x="571819" y="34914"/>
                </a:lnTo>
                <a:lnTo>
                  <a:pt x="571296" y="34674"/>
                </a:lnTo>
                <a:lnTo>
                  <a:pt x="570765" y="34444"/>
                </a:lnTo>
                <a:lnTo>
                  <a:pt x="570226" y="34224"/>
                </a:lnTo>
                <a:lnTo>
                  <a:pt x="569679" y="34015"/>
                </a:lnTo>
                <a:lnTo>
                  <a:pt x="569124" y="33816"/>
                </a:lnTo>
                <a:lnTo>
                  <a:pt x="568561" y="33627"/>
                </a:lnTo>
                <a:lnTo>
                  <a:pt x="567990" y="33448"/>
                </a:lnTo>
                <a:lnTo>
                  <a:pt x="567411" y="33279"/>
                </a:lnTo>
                <a:lnTo>
                  <a:pt x="566824" y="33121"/>
                </a:lnTo>
                <a:lnTo>
                  <a:pt x="566228" y="32973"/>
                </a:lnTo>
                <a:lnTo>
                  <a:pt x="565625" y="32835"/>
                </a:lnTo>
                <a:lnTo>
                  <a:pt x="565014" y="32707"/>
                </a:lnTo>
                <a:lnTo>
                  <a:pt x="564394" y="32590"/>
                </a:lnTo>
                <a:lnTo>
                  <a:pt x="563767" y="32483"/>
                </a:lnTo>
                <a:lnTo>
                  <a:pt x="563131" y="32385"/>
                </a:lnTo>
                <a:lnTo>
                  <a:pt x="562487" y="32299"/>
                </a:lnTo>
                <a:lnTo>
                  <a:pt x="561836" y="32222"/>
                </a:lnTo>
                <a:lnTo>
                  <a:pt x="561176" y="32156"/>
                </a:lnTo>
                <a:lnTo>
                  <a:pt x="560508" y="32099"/>
                </a:lnTo>
                <a:lnTo>
                  <a:pt x="559832" y="32053"/>
                </a:lnTo>
                <a:lnTo>
                  <a:pt x="559148" y="32018"/>
                </a:lnTo>
                <a:lnTo>
                  <a:pt x="558456" y="31992"/>
                </a:lnTo>
                <a:lnTo>
                  <a:pt x="557756" y="31977"/>
                </a:lnTo>
                <a:lnTo>
                  <a:pt x="557048" y="31972"/>
                </a:lnTo>
                <a:lnTo>
                  <a:pt x="556490" y="31976"/>
                </a:lnTo>
                <a:lnTo>
                  <a:pt x="555934" y="31991"/>
                </a:lnTo>
                <a:lnTo>
                  <a:pt x="555379" y="32014"/>
                </a:lnTo>
                <a:lnTo>
                  <a:pt x="554826" y="32047"/>
                </a:lnTo>
                <a:lnTo>
                  <a:pt x="554274" y="32090"/>
                </a:lnTo>
                <a:lnTo>
                  <a:pt x="553724" y="32142"/>
                </a:lnTo>
                <a:lnTo>
                  <a:pt x="553175" y="32204"/>
                </a:lnTo>
                <a:lnTo>
                  <a:pt x="552628" y="32275"/>
                </a:lnTo>
                <a:lnTo>
                  <a:pt x="552083" y="32355"/>
                </a:lnTo>
                <a:lnTo>
                  <a:pt x="551538" y="32445"/>
                </a:lnTo>
                <a:lnTo>
                  <a:pt x="550996" y="32544"/>
                </a:lnTo>
                <a:lnTo>
                  <a:pt x="550455" y="32653"/>
                </a:lnTo>
                <a:lnTo>
                  <a:pt x="549915" y="32771"/>
                </a:lnTo>
                <a:lnTo>
                  <a:pt x="549378" y="32899"/>
                </a:lnTo>
                <a:lnTo>
                  <a:pt x="548841" y="33036"/>
                </a:lnTo>
                <a:lnTo>
                  <a:pt x="548306" y="33183"/>
                </a:lnTo>
                <a:lnTo>
                  <a:pt x="547773" y="33339"/>
                </a:lnTo>
                <a:lnTo>
                  <a:pt x="547241" y="33505"/>
                </a:lnTo>
                <a:lnTo>
                  <a:pt x="546711" y="33680"/>
                </a:lnTo>
                <a:lnTo>
                  <a:pt x="546182" y="33865"/>
                </a:lnTo>
                <a:lnTo>
                  <a:pt x="545655" y="34059"/>
                </a:lnTo>
                <a:lnTo>
                  <a:pt x="545129" y="34262"/>
                </a:lnTo>
                <a:lnTo>
                  <a:pt x="544605" y="34475"/>
                </a:lnTo>
                <a:lnTo>
                  <a:pt x="544083" y="34697"/>
                </a:lnTo>
                <a:lnTo>
                  <a:pt x="543563" y="34929"/>
                </a:lnTo>
                <a:lnTo>
                  <a:pt x="543048" y="35170"/>
                </a:lnTo>
                <a:lnTo>
                  <a:pt x="542538" y="35419"/>
                </a:lnTo>
                <a:lnTo>
                  <a:pt x="542032" y="35678"/>
                </a:lnTo>
                <a:lnTo>
                  <a:pt x="541531" y="35945"/>
                </a:lnTo>
                <a:lnTo>
                  <a:pt x="541035" y="36221"/>
                </a:lnTo>
                <a:lnTo>
                  <a:pt x="540543" y="36507"/>
                </a:lnTo>
                <a:lnTo>
                  <a:pt x="540056" y="36801"/>
                </a:lnTo>
                <a:lnTo>
                  <a:pt x="539573" y="37104"/>
                </a:lnTo>
                <a:lnTo>
                  <a:pt x="539095" y="37417"/>
                </a:lnTo>
                <a:lnTo>
                  <a:pt x="538621" y="37738"/>
                </a:lnTo>
                <a:lnTo>
                  <a:pt x="538152" y="38068"/>
                </a:lnTo>
                <a:lnTo>
                  <a:pt x="537688" y="38407"/>
                </a:lnTo>
                <a:lnTo>
                  <a:pt x="537229" y="38755"/>
                </a:lnTo>
                <a:lnTo>
                  <a:pt x="536773" y="39112"/>
                </a:lnTo>
                <a:lnTo>
                  <a:pt x="536323" y="39478"/>
                </a:lnTo>
                <a:lnTo>
                  <a:pt x="535877" y="39853"/>
                </a:lnTo>
                <a:lnTo>
                  <a:pt x="535436" y="40236"/>
                </a:lnTo>
                <a:lnTo>
                  <a:pt x="534999" y="40629"/>
                </a:lnTo>
                <a:lnTo>
                  <a:pt x="534567" y="41031"/>
                </a:lnTo>
                <a:lnTo>
                  <a:pt x="534140" y="41442"/>
                </a:lnTo>
                <a:lnTo>
                  <a:pt x="533717" y="41861"/>
                </a:lnTo>
                <a:lnTo>
                  <a:pt x="533299" y="42290"/>
                </a:lnTo>
                <a:lnTo>
                  <a:pt x="532885" y="42727"/>
                </a:lnTo>
                <a:lnTo>
                  <a:pt x="532477" y="43173"/>
                </a:lnTo>
                <a:lnTo>
                  <a:pt x="532077" y="43627"/>
                </a:lnTo>
                <a:lnTo>
                  <a:pt x="531684" y="44090"/>
                </a:lnTo>
                <a:lnTo>
                  <a:pt x="531297" y="44560"/>
                </a:lnTo>
                <a:lnTo>
                  <a:pt x="530918" y="45038"/>
                </a:lnTo>
                <a:lnTo>
                  <a:pt x="530546" y="45524"/>
                </a:lnTo>
                <a:lnTo>
                  <a:pt x="530182" y="46019"/>
                </a:lnTo>
                <a:lnTo>
                  <a:pt x="529824" y="46521"/>
                </a:lnTo>
                <a:lnTo>
                  <a:pt x="529473" y="47032"/>
                </a:lnTo>
                <a:lnTo>
                  <a:pt x="529130" y="47550"/>
                </a:lnTo>
                <a:lnTo>
                  <a:pt x="528794" y="48077"/>
                </a:lnTo>
                <a:lnTo>
                  <a:pt x="528465" y="48611"/>
                </a:lnTo>
                <a:lnTo>
                  <a:pt x="528143" y="49154"/>
                </a:lnTo>
                <a:lnTo>
                  <a:pt x="527829" y="49705"/>
                </a:lnTo>
                <a:lnTo>
                  <a:pt x="527521" y="50264"/>
                </a:lnTo>
                <a:lnTo>
                  <a:pt x="527221" y="50831"/>
                </a:lnTo>
                <a:lnTo>
                  <a:pt x="526928" y="51406"/>
                </a:lnTo>
                <a:lnTo>
                  <a:pt x="526642" y="51989"/>
                </a:lnTo>
                <a:lnTo>
                  <a:pt x="526363" y="52580"/>
                </a:lnTo>
                <a:lnTo>
                  <a:pt x="526091" y="53179"/>
                </a:lnTo>
                <a:lnTo>
                  <a:pt x="525827" y="53786"/>
                </a:lnTo>
                <a:lnTo>
                  <a:pt x="525570" y="54401"/>
                </a:lnTo>
                <a:lnTo>
                  <a:pt x="525319" y="55025"/>
                </a:lnTo>
                <a:lnTo>
                  <a:pt x="525076" y="55656"/>
                </a:lnTo>
                <a:lnTo>
                  <a:pt x="524842" y="56295"/>
                </a:lnTo>
                <a:lnTo>
                  <a:pt x="524618" y="56941"/>
                </a:lnTo>
                <a:lnTo>
                  <a:pt x="524403" y="57595"/>
                </a:lnTo>
                <a:lnTo>
                  <a:pt x="524199" y="58256"/>
                </a:lnTo>
                <a:lnTo>
                  <a:pt x="524004" y="58924"/>
                </a:lnTo>
                <a:lnTo>
                  <a:pt x="523819" y="59599"/>
                </a:lnTo>
                <a:lnTo>
                  <a:pt x="523645" y="60282"/>
                </a:lnTo>
                <a:lnTo>
                  <a:pt x="523480" y="60972"/>
                </a:lnTo>
                <a:lnTo>
                  <a:pt x="523326" y="61670"/>
                </a:lnTo>
                <a:lnTo>
                  <a:pt x="523181" y="62374"/>
                </a:lnTo>
                <a:lnTo>
                  <a:pt x="523046" y="63086"/>
                </a:lnTo>
                <a:lnTo>
                  <a:pt x="522922" y="63805"/>
                </a:lnTo>
                <a:lnTo>
                  <a:pt x="522807" y="64532"/>
                </a:lnTo>
                <a:lnTo>
                  <a:pt x="522702" y="65266"/>
                </a:lnTo>
                <a:lnTo>
                  <a:pt x="522607" y="66007"/>
                </a:lnTo>
                <a:lnTo>
                  <a:pt x="522523" y="66755"/>
                </a:lnTo>
                <a:lnTo>
                  <a:pt x="522448" y="67511"/>
                </a:lnTo>
                <a:lnTo>
                  <a:pt x="522383" y="68274"/>
                </a:lnTo>
                <a:lnTo>
                  <a:pt x="522328" y="69044"/>
                </a:lnTo>
                <a:lnTo>
                  <a:pt x="522283" y="69822"/>
                </a:lnTo>
                <a:lnTo>
                  <a:pt x="522248" y="70606"/>
                </a:lnTo>
                <a:lnTo>
                  <a:pt x="522223" y="71399"/>
                </a:lnTo>
                <a:lnTo>
                  <a:pt x="522208" y="72198"/>
                </a:lnTo>
                <a:lnTo>
                  <a:pt x="522203" y="73005"/>
                </a:lnTo>
                <a:lnTo>
                  <a:pt x="522203" y="76099"/>
                </a:lnTo>
                <a:lnTo>
                  <a:pt x="522208" y="76796"/>
                </a:lnTo>
                <a:lnTo>
                  <a:pt x="522221" y="77489"/>
                </a:lnTo>
                <a:lnTo>
                  <a:pt x="522244" y="78178"/>
                </a:lnTo>
                <a:lnTo>
                  <a:pt x="522275" y="78861"/>
                </a:lnTo>
                <a:lnTo>
                  <a:pt x="522315" y="79540"/>
                </a:lnTo>
                <a:lnTo>
                  <a:pt x="522365" y="80215"/>
                </a:lnTo>
                <a:lnTo>
                  <a:pt x="522423" y="80885"/>
                </a:lnTo>
                <a:lnTo>
                  <a:pt x="522490" y="81550"/>
                </a:lnTo>
                <a:lnTo>
                  <a:pt x="522566" y="82211"/>
                </a:lnTo>
                <a:lnTo>
                  <a:pt x="522651" y="82867"/>
                </a:lnTo>
                <a:lnTo>
                  <a:pt x="522745" y="83518"/>
                </a:lnTo>
                <a:lnTo>
                  <a:pt x="522848" y="84165"/>
                </a:lnTo>
                <a:lnTo>
                  <a:pt x="522960" y="84808"/>
                </a:lnTo>
                <a:lnTo>
                  <a:pt x="523081" y="85445"/>
                </a:lnTo>
                <a:lnTo>
                  <a:pt x="523211" y="86078"/>
                </a:lnTo>
                <a:lnTo>
                  <a:pt x="523349" y="86707"/>
                </a:lnTo>
                <a:lnTo>
                  <a:pt x="523497" y="87331"/>
                </a:lnTo>
                <a:lnTo>
                  <a:pt x="523654" y="87950"/>
                </a:lnTo>
                <a:lnTo>
                  <a:pt x="523819" y="88565"/>
                </a:lnTo>
                <a:lnTo>
                  <a:pt x="523994" y="89175"/>
                </a:lnTo>
                <a:lnTo>
                  <a:pt x="524177" y="89780"/>
                </a:lnTo>
                <a:lnTo>
                  <a:pt x="524370" y="90381"/>
                </a:lnTo>
                <a:lnTo>
                  <a:pt x="524571" y="90977"/>
                </a:lnTo>
                <a:lnTo>
                  <a:pt x="524782" y="91569"/>
                </a:lnTo>
                <a:lnTo>
                  <a:pt x="525001" y="92155"/>
                </a:lnTo>
                <a:lnTo>
                  <a:pt x="525227" y="92734"/>
                </a:lnTo>
                <a:lnTo>
                  <a:pt x="525461" y="93307"/>
                </a:lnTo>
                <a:lnTo>
                  <a:pt x="525704" y="93873"/>
                </a:lnTo>
                <a:lnTo>
                  <a:pt x="525954" y="94432"/>
                </a:lnTo>
                <a:lnTo>
                  <a:pt x="526211" y="94985"/>
                </a:lnTo>
                <a:lnTo>
                  <a:pt x="526477" y="95531"/>
                </a:lnTo>
                <a:lnTo>
                  <a:pt x="526750" y="96071"/>
                </a:lnTo>
                <a:lnTo>
                  <a:pt x="527032" y="96604"/>
                </a:lnTo>
                <a:lnTo>
                  <a:pt x="527320" y="97130"/>
                </a:lnTo>
                <a:lnTo>
                  <a:pt x="527617" y="97649"/>
                </a:lnTo>
                <a:lnTo>
                  <a:pt x="527922" y="98162"/>
                </a:lnTo>
                <a:lnTo>
                  <a:pt x="528234" y="98668"/>
                </a:lnTo>
                <a:lnTo>
                  <a:pt x="528554" y="99168"/>
                </a:lnTo>
                <a:lnTo>
                  <a:pt x="528882" y="99661"/>
                </a:lnTo>
                <a:lnTo>
                  <a:pt x="529218" y="100147"/>
                </a:lnTo>
                <a:lnTo>
                  <a:pt x="529562" y="100627"/>
                </a:lnTo>
                <a:lnTo>
                  <a:pt x="529913" y="101100"/>
                </a:lnTo>
                <a:lnTo>
                  <a:pt x="530272" y="101566"/>
                </a:lnTo>
                <a:lnTo>
                  <a:pt x="530639" y="102026"/>
                </a:lnTo>
                <a:lnTo>
                  <a:pt x="531014" y="102479"/>
                </a:lnTo>
                <a:lnTo>
                  <a:pt x="531397" y="102925"/>
                </a:lnTo>
                <a:lnTo>
                  <a:pt x="531787" y="103365"/>
                </a:lnTo>
                <a:lnTo>
                  <a:pt x="532185" y="103798"/>
                </a:lnTo>
                <a:lnTo>
                  <a:pt x="532591" y="104223"/>
                </a:lnTo>
                <a:lnTo>
                  <a:pt x="533003" y="104641"/>
                </a:lnTo>
                <a:lnTo>
                  <a:pt x="533422" y="105051"/>
                </a:lnTo>
                <a:lnTo>
                  <a:pt x="533847" y="105452"/>
                </a:lnTo>
                <a:lnTo>
                  <a:pt x="534279" y="105846"/>
                </a:lnTo>
                <a:lnTo>
                  <a:pt x="534718" y="106231"/>
                </a:lnTo>
                <a:lnTo>
                  <a:pt x="535163" y="106608"/>
                </a:lnTo>
                <a:lnTo>
                  <a:pt x="535615" y="106978"/>
                </a:lnTo>
                <a:lnTo>
                  <a:pt x="536074" y="107339"/>
                </a:lnTo>
                <a:lnTo>
                  <a:pt x="536539" y="107692"/>
                </a:lnTo>
                <a:lnTo>
                  <a:pt x="537011" y="108037"/>
                </a:lnTo>
                <a:lnTo>
                  <a:pt x="537489" y="108374"/>
                </a:lnTo>
                <a:lnTo>
                  <a:pt x="537975" y="108703"/>
                </a:lnTo>
                <a:lnTo>
                  <a:pt x="538467" y="109024"/>
                </a:lnTo>
                <a:lnTo>
                  <a:pt x="538965" y="109337"/>
                </a:lnTo>
                <a:lnTo>
                  <a:pt x="539470" y="109642"/>
                </a:lnTo>
                <a:lnTo>
                  <a:pt x="539982" y="109939"/>
                </a:lnTo>
                <a:lnTo>
                  <a:pt x="540501" y="110228"/>
                </a:lnTo>
                <a:lnTo>
                  <a:pt x="541026" y="110508"/>
                </a:lnTo>
                <a:lnTo>
                  <a:pt x="541558" y="110781"/>
                </a:lnTo>
                <a:lnTo>
                  <a:pt x="542096" y="111045"/>
                </a:lnTo>
                <a:lnTo>
                  <a:pt x="542641" y="111302"/>
                </a:lnTo>
                <a:lnTo>
                  <a:pt x="543193" y="111550"/>
                </a:lnTo>
                <a:lnTo>
                  <a:pt x="543751" y="111791"/>
                </a:lnTo>
                <a:lnTo>
                  <a:pt x="544316" y="112022"/>
                </a:lnTo>
                <a:lnTo>
                  <a:pt x="544886" y="112244"/>
                </a:lnTo>
                <a:lnTo>
                  <a:pt x="545461" y="112455"/>
                </a:lnTo>
                <a:lnTo>
                  <a:pt x="546042" y="112657"/>
                </a:lnTo>
                <a:lnTo>
                  <a:pt x="546629" y="112849"/>
                </a:lnTo>
                <a:lnTo>
                  <a:pt x="547220" y="113032"/>
                </a:lnTo>
                <a:lnTo>
                  <a:pt x="547818" y="113204"/>
                </a:lnTo>
                <a:lnTo>
                  <a:pt x="548421" y="113366"/>
                </a:lnTo>
                <a:lnTo>
                  <a:pt x="549029" y="113519"/>
                </a:lnTo>
                <a:lnTo>
                  <a:pt x="549643" y="113662"/>
                </a:lnTo>
                <a:lnTo>
                  <a:pt x="550263" y="113795"/>
                </a:lnTo>
                <a:lnTo>
                  <a:pt x="550888" y="113918"/>
                </a:lnTo>
                <a:lnTo>
                  <a:pt x="551518" y="114031"/>
                </a:lnTo>
                <a:lnTo>
                  <a:pt x="552154" y="114134"/>
                </a:lnTo>
                <a:lnTo>
                  <a:pt x="552796" y="114228"/>
                </a:lnTo>
                <a:lnTo>
                  <a:pt x="553443" y="114312"/>
                </a:lnTo>
                <a:lnTo>
                  <a:pt x="554095" y="114386"/>
                </a:lnTo>
                <a:lnTo>
                  <a:pt x="554753" y="114450"/>
                </a:lnTo>
                <a:lnTo>
                  <a:pt x="555416" y="114504"/>
                </a:lnTo>
                <a:lnTo>
                  <a:pt x="556085" y="114548"/>
                </a:lnTo>
                <a:lnTo>
                  <a:pt x="556760" y="114583"/>
                </a:lnTo>
                <a:lnTo>
                  <a:pt x="557440" y="114607"/>
                </a:lnTo>
                <a:lnTo>
                  <a:pt x="558125" y="114622"/>
                </a:lnTo>
                <a:lnTo>
                  <a:pt x="558816" y="114627"/>
                </a:lnTo>
                <a:lnTo>
                  <a:pt x="559469" y="114623"/>
                </a:lnTo>
                <a:lnTo>
                  <a:pt x="560115" y="114612"/>
                </a:lnTo>
                <a:lnTo>
                  <a:pt x="560754" y="114592"/>
                </a:lnTo>
                <a:lnTo>
                  <a:pt x="561385" y="114565"/>
                </a:lnTo>
                <a:lnTo>
                  <a:pt x="562009" y="114531"/>
                </a:lnTo>
                <a:lnTo>
                  <a:pt x="562626" y="114489"/>
                </a:lnTo>
                <a:lnTo>
                  <a:pt x="563236" y="114439"/>
                </a:lnTo>
                <a:lnTo>
                  <a:pt x="563838" y="114381"/>
                </a:lnTo>
                <a:lnTo>
                  <a:pt x="564433" y="114316"/>
                </a:lnTo>
                <a:lnTo>
                  <a:pt x="565020" y="114243"/>
                </a:lnTo>
                <a:lnTo>
                  <a:pt x="565601" y="114163"/>
                </a:lnTo>
                <a:lnTo>
                  <a:pt x="566174" y="114074"/>
                </a:lnTo>
                <a:lnTo>
                  <a:pt x="566740" y="113978"/>
                </a:lnTo>
                <a:lnTo>
                  <a:pt x="567298" y="113875"/>
                </a:lnTo>
                <a:lnTo>
                  <a:pt x="567849" y="113764"/>
                </a:lnTo>
                <a:lnTo>
                  <a:pt x="568393" y="113645"/>
                </a:lnTo>
                <a:lnTo>
                  <a:pt x="568930" y="113518"/>
                </a:lnTo>
                <a:lnTo>
                  <a:pt x="569459" y="113384"/>
                </a:lnTo>
                <a:lnTo>
                  <a:pt x="569981" y="113242"/>
                </a:lnTo>
                <a:lnTo>
                  <a:pt x="570496" y="113092"/>
                </a:lnTo>
                <a:lnTo>
                  <a:pt x="571003" y="112935"/>
                </a:lnTo>
                <a:lnTo>
                  <a:pt x="571503" y="112770"/>
                </a:lnTo>
                <a:lnTo>
                  <a:pt x="571996" y="112597"/>
                </a:lnTo>
                <a:lnTo>
                  <a:pt x="572482" y="112417"/>
                </a:lnTo>
                <a:lnTo>
                  <a:pt x="572960" y="112230"/>
                </a:lnTo>
                <a:lnTo>
                  <a:pt x="573433" y="112039"/>
                </a:lnTo>
                <a:lnTo>
                  <a:pt x="573899" y="111844"/>
                </a:lnTo>
                <a:lnTo>
                  <a:pt x="574359" y="111643"/>
                </a:lnTo>
                <a:lnTo>
                  <a:pt x="574813" y="111438"/>
                </a:lnTo>
                <a:lnTo>
                  <a:pt x="575260" y="111229"/>
                </a:lnTo>
                <a:lnTo>
                  <a:pt x="575701" y="111015"/>
                </a:lnTo>
                <a:lnTo>
                  <a:pt x="576136" y="110796"/>
                </a:lnTo>
                <a:lnTo>
                  <a:pt x="576565" y="110573"/>
                </a:lnTo>
                <a:lnTo>
                  <a:pt x="576987" y="110345"/>
                </a:lnTo>
                <a:lnTo>
                  <a:pt x="577403" y="110112"/>
                </a:lnTo>
                <a:lnTo>
                  <a:pt x="577813" y="109875"/>
                </a:lnTo>
                <a:lnTo>
                  <a:pt x="578217" y="109634"/>
                </a:lnTo>
                <a:lnTo>
                  <a:pt x="578614" y="109387"/>
                </a:lnTo>
                <a:lnTo>
                  <a:pt x="579005" y="109136"/>
                </a:lnTo>
                <a:lnTo>
                  <a:pt x="579390" y="108881"/>
                </a:lnTo>
                <a:lnTo>
                  <a:pt x="579768" y="108621"/>
                </a:lnTo>
                <a:lnTo>
                  <a:pt x="580141" y="108356"/>
                </a:lnTo>
                <a:lnTo>
                  <a:pt x="580507" y="108087"/>
                </a:lnTo>
                <a:lnTo>
                  <a:pt x="580866" y="107813"/>
                </a:lnTo>
                <a:lnTo>
                  <a:pt x="581220" y="107534"/>
                </a:lnTo>
                <a:lnTo>
                  <a:pt x="581567" y="107251"/>
                </a:lnTo>
                <a:lnTo>
                  <a:pt x="581908" y="106963"/>
                </a:lnTo>
                <a:lnTo>
                  <a:pt x="582243" y="106671"/>
                </a:lnTo>
                <a:lnTo>
                  <a:pt x="582572" y="106375"/>
                </a:lnTo>
                <a:lnTo>
                  <a:pt x="582896" y="106079"/>
                </a:lnTo>
                <a:lnTo>
                  <a:pt x="583215" y="105781"/>
                </a:lnTo>
                <a:lnTo>
                  <a:pt x="583530" y="105482"/>
                </a:lnTo>
                <a:lnTo>
                  <a:pt x="583839" y="105181"/>
                </a:lnTo>
                <a:lnTo>
                  <a:pt x="584144" y="104880"/>
                </a:lnTo>
                <a:lnTo>
                  <a:pt x="584444" y="104577"/>
                </a:lnTo>
                <a:lnTo>
                  <a:pt x="584739" y="104272"/>
                </a:lnTo>
                <a:lnTo>
                  <a:pt x="585029" y="103967"/>
                </a:lnTo>
                <a:lnTo>
                  <a:pt x="585315" y="103660"/>
                </a:lnTo>
                <a:lnTo>
                  <a:pt x="585595" y="103352"/>
                </a:lnTo>
                <a:lnTo>
                  <a:pt x="585871" y="103043"/>
                </a:lnTo>
                <a:lnTo>
                  <a:pt x="586141" y="102732"/>
                </a:lnTo>
                <a:lnTo>
                  <a:pt x="586407" y="102420"/>
                </a:lnTo>
                <a:lnTo>
                  <a:pt x="586668" y="102107"/>
                </a:lnTo>
                <a:lnTo>
                  <a:pt x="586925" y="101792"/>
                </a:lnTo>
                <a:lnTo>
                  <a:pt x="587176" y="101477"/>
                </a:lnTo>
                <a:lnTo>
                  <a:pt x="587422" y="101160"/>
                </a:lnTo>
                <a:lnTo>
                  <a:pt x="587664" y="100841"/>
                </a:lnTo>
                <a:lnTo>
                  <a:pt x="587901" y="100522"/>
                </a:lnTo>
                <a:lnTo>
                  <a:pt x="588133" y="100201"/>
                </a:lnTo>
                <a:lnTo>
                  <a:pt x="588360" y="99879"/>
                </a:lnTo>
                <a:lnTo>
                  <a:pt x="588582" y="99555"/>
                </a:lnTo>
                <a:lnTo>
                  <a:pt x="588799" y="99230"/>
                </a:lnTo>
                <a:lnTo>
                  <a:pt x="580548" y="92674"/>
                </a:lnTo>
                <a:lnTo>
                  <a:pt x="580233" y="93082"/>
                </a:lnTo>
                <a:lnTo>
                  <a:pt x="579913" y="93483"/>
                </a:lnTo>
                <a:lnTo>
                  <a:pt x="579589" y="93877"/>
                </a:lnTo>
                <a:lnTo>
                  <a:pt x="579261" y="94264"/>
                </a:lnTo>
                <a:lnTo>
                  <a:pt x="578928" y="94644"/>
                </a:lnTo>
                <a:lnTo>
                  <a:pt x="578591" y="95017"/>
                </a:lnTo>
                <a:lnTo>
                  <a:pt x="578250" y="95384"/>
                </a:lnTo>
                <a:lnTo>
                  <a:pt x="577904" y="95743"/>
                </a:lnTo>
                <a:lnTo>
                  <a:pt x="577554" y="96096"/>
                </a:lnTo>
                <a:lnTo>
                  <a:pt x="577200" y="96442"/>
                </a:lnTo>
                <a:lnTo>
                  <a:pt x="576841" y="96781"/>
                </a:lnTo>
                <a:lnTo>
                  <a:pt x="576478" y="97112"/>
                </a:lnTo>
                <a:lnTo>
                  <a:pt x="576111" y="97437"/>
                </a:lnTo>
                <a:lnTo>
                  <a:pt x="575739" y="97755"/>
                </a:lnTo>
                <a:lnTo>
                  <a:pt x="575363" y="98067"/>
                </a:lnTo>
                <a:lnTo>
                  <a:pt x="574982" y="98371"/>
                </a:lnTo>
                <a:lnTo>
                  <a:pt x="574597" y="98668"/>
                </a:lnTo>
                <a:lnTo>
                  <a:pt x="574208" y="98959"/>
                </a:lnTo>
                <a:lnTo>
                  <a:pt x="573815" y="99242"/>
                </a:lnTo>
                <a:lnTo>
                  <a:pt x="573417" y="99519"/>
                </a:lnTo>
                <a:lnTo>
                  <a:pt x="573015" y="99789"/>
                </a:lnTo>
                <a:lnTo>
                  <a:pt x="572608" y="100051"/>
                </a:lnTo>
                <a:lnTo>
                  <a:pt x="572197" y="100307"/>
                </a:lnTo>
                <a:lnTo>
                  <a:pt x="571782" y="100556"/>
                </a:lnTo>
                <a:lnTo>
                  <a:pt x="571360" y="100797"/>
                </a:lnTo>
                <a:lnTo>
                  <a:pt x="570931" y="101027"/>
                </a:lnTo>
                <a:lnTo>
                  <a:pt x="570495" y="101247"/>
                </a:lnTo>
                <a:lnTo>
                  <a:pt x="570051" y="101457"/>
                </a:lnTo>
                <a:lnTo>
                  <a:pt x="569599" y="101656"/>
                </a:lnTo>
                <a:lnTo>
                  <a:pt x="569139" y="101846"/>
                </a:lnTo>
                <a:lnTo>
                  <a:pt x="568672" y="102025"/>
                </a:lnTo>
                <a:lnTo>
                  <a:pt x="568197" y="102193"/>
                </a:lnTo>
                <a:lnTo>
                  <a:pt x="567714" y="102352"/>
                </a:lnTo>
                <a:lnTo>
                  <a:pt x="567224" y="102500"/>
                </a:lnTo>
                <a:lnTo>
                  <a:pt x="566726" y="102638"/>
                </a:lnTo>
                <a:lnTo>
                  <a:pt x="566220" y="102766"/>
                </a:lnTo>
                <a:lnTo>
                  <a:pt x="565706" y="102884"/>
                </a:lnTo>
                <a:lnTo>
                  <a:pt x="565185" y="102991"/>
                </a:lnTo>
                <a:lnTo>
                  <a:pt x="564657" y="103089"/>
                </a:lnTo>
                <a:lnTo>
                  <a:pt x="564120" y="103176"/>
                </a:lnTo>
                <a:lnTo>
                  <a:pt x="563576" y="103252"/>
                </a:lnTo>
                <a:lnTo>
                  <a:pt x="563025" y="103319"/>
                </a:lnTo>
                <a:lnTo>
                  <a:pt x="562465" y="103375"/>
                </a:lnTo>
                <a:lnTo>
                  <a:pt x="561898" y="103421"/>
                </a:lnTo>
                <a:lnTo>
                  <a:pt x="561323" y="103457"/>
                </a:lnTo>
                <a:lnTo>
                  <a:pt x="560741" y="103483"/>
                </a:lnTo>
                <a:lnTo>
                  <a:pt x="560151" y="103498"/>
                </a:lnTo>
                <a:lnTo>
                  <a:pt x="559553" y="103503"/>
                </a:lnTo>
                <a:lnTo>
                  <a:pt x="559088" y="103499"/>
                </a:lnTo>
                <a:lnTo>
                  <a:pt x="558628" y="103488"/>
                </a:lnTo>
                <a:lnTo>
                  <a:pt x="558172" y="103470"/>
                </a:lnTo>
                <a:lnTo>
                  <a:pt x="557720" y="103444"/>
                </a:lnTo>
                <a:lnTo>
                  <a:pt x="557273" y="103410"/>
                </a:lnTo>
                <a:lnTo>
                  <a:pt x="556830" y="103370"/>
                </a:lnTo>
                <a:lnTo>
                  <a:pt x="556390" y="103321"/>
                </a:lnTo>
                <a:lnTo>
                  <a:pt x="555955" y="103266"/>
                </a:lnTo>
                <a:lnTo>
                  <a:pt x="555525" y="103203"/>
                </a:lnTo>
                <a:lnTo>
                  <a:pt x="555098" y="103132"/>
                </a:lnTo>
                <a:lnTo>
                  <a:pt x="554676" y="103054"/>
                </a:lnTo>
                <a:lnTo>
                  <a:pt x="554258" y="102969"/>
                </a:lnTo>
                <a:lnTo>
                  <a:pt x="553844" y="102876"/>
                </a:lnTo>
                <a:lnTo>
                  <a:pt x="553435" y="102776"/>
                </a:lnTo>
                <a:lnTo>
                  <a:pt x="553029" y="102669"/>
                </a:lnTo>
                <a:lnTo>
                  <a:pt x="552628" y="102554"/>
                </a:lnTo>
                <a:lnTo>
                  <a:pt x="552231" y="102431"/>
                </a:lnTo>
                <a:lnTo>
                  <a:pt x="551839" y="102301"/>
                </a:lnTo>
                <a:lnTo>
                  <a:pt x="551450" y="102164"/>
                </a:lnTo>
                <a:lnTo>
                  <a:pt x="551066" y="102019"/>
                </a:lnTo>
                <a:lnTo>
                  <a:pt x="550686" y="101867"/>
                </a:lnTo>
                <a:lnTo>
                  <a:pt x="550310" y="101708"/>
                </a:lnTo>
                <a:lnTo>
                  <a:pt x="549938" y="101541"/>
                </a:lnTo>
                <a:lnTo>
                  <a:pt x="549571" y="101367"/>
                </a:lnTo>
                <a:lnTo>
                  <a:pt x="549208" y="101186"/>
                </a:lnTo>
                <a:lnTo>
                  <a:pt x="548850" y="100999"/>
                </a:lnTo>
                <a:lnTo>
                  <a:pt x="548496" y="100807"/>
                </a:lnTo>
                <a:lnTo>
                  <a:pt x="548147" y="100610"/>
                </a:lnTo>
                <a:lnTo>
                  <a:pt x="547802" y="100406"/>
                </a:lnTo>
                <a:lnTo>
                  <a:pt x="547462" y="100197"/>
                </a:lnTo>
                <a:lnTo>
                  <a:pt x="547127" y="99983"/>
                </a:lnTo>
                <a:lnTo>
                  <a:pt x="546796" y="99762"/>
                </a:lnTo>
                <a:lnTo>
                  <a:pt x="546470" y="99537"/>
                </a:lnTo>
                <a:lnTo>
                  <a:pt x="546148" y="99305"/>
                </a:lnTo>
                <a:lnTo>
                  <a:pt x="545832" y="99068"/>
                </a:lnTo>
                <a:lnTo>
                  <a:pt x="545519" y="98825"/>
                </a:lnTo>
                <a:lnTo>
                  <a:pt x="545212" y="98577"/>
                </a:lnTo>
                <a:lnTo>
                  <a:pt x="544908" y="98323"/>
                </a:lnTo>
                <a:lnTo>
                  <a:pt x="544610" y="98063"/>
                </a:lnTo>
                <a:lnTo>
                  <a:pt x="544316" y="97798"/>
                </a:lnTo>
                <a:lnTo>
                  <a:pt x="544027" y="97527"/>
                </a:lnTo>
                <a:lnTo>
                  <a:pt x="543742" y="97251"/>
                </a:lnTo>
                <a:lnTo>
                  <a:pt x="543462" y="96968"/>
                </a:lnTo>
                <a:lnTo>
                  <a:pt x="543186" y="96681"/>
                </a:lnTo>
                <a:lnTo>
                  <a:pt x="542916" y="96387"/>
                </a:lnTo>
                <a:lnTo>
                  <a:pt x="542649" y="96088"/>
                </a:lnTo>
                <a:lnTo>
                  <a:pt x="542388" y="95784"/>
                </a:lnTo>
                <a:lnTo>
                  <a:pt x="542131" y="95473"/>
                </a:lnTo>
                <a:lnTo>
                  <a:pt x="541878" y="95158"/>
                </a:lnTo>
                <a:lnTo>
                  <a:pt x="541631" y="94839"/>
                </a:lnTo>
                <a:lnTo>
                  <a:pt x="541389" y="94515"/>
                </a:lnTo>
                <a:lnTo>
                  <a:pt x="541152" y="94187"/>
                </a:lnTo>
                <a:lnTo>
                  <a:pt x="540921" y="93855"/>
                </a:lnTo>
                <a:lnTo>
                  <a:pt x="540694" y="93519"/>
                </a:lnTo>
                <a:lnTo>
                  <a:pt x="540472" y="93178"/>
                </a:lnTo>
                <a:lnTo>
                  <a:pt x="540256" y="92834"/>
                </a:lnTo>
                <a:lnTo>
                  <a:pt x="540045" y="92485"/>
                </a:lnTo>
                <a:lnTo>
                  <a:pt x="539839" y="92131"/>
                </a:lnTo>
                <a:lnTo>
                  <a:pt x="539638" y="91774"/>
                </a:lnTo>
                <a:lnTo>
                  <a:pt x="539442" y="91412"/>
                </a:lnTo>
                <a:lnTo>
                  <a:pt x="539251" y="91047"/>
                </a:lnTo>
                <a:lnTo>
                  <a:pt x="539065" y="90676"/>
                </a:lnTo>
                <a:lnTo>
                  <a:pt x="538885" y="90302"/>
                </a:lnTo>
                <a:lnTo>
                  <a:pt x="538709" y="89924"/>
                </a:lnTo>
                <a:lnTo>
                  <a:pt x="538539" y="89541"/>
                </a:lnTo>
                <a:lnTo>
                  <a:pt x="538373" y="89154"/>
                </a:lnTo>
                <a:lnTo>
                  <a:pt x="538213" y="88763"/>
                </a:lnTo>
                <a:lnTo>
                  <a:pt x="538058" y="88367"/>
                </a:lnTo>
                <a:lnTo>
                  <a:pt x="537908" y="87968"/>
                </a:lnTo>
                <a:lnTo>
                  <a:pt x="537764" y="87564"/>
                </a:lnTo>
                <a:lnTo>
                  <a:pt x="537624" y="87156"/>
                </a:lnTo>
                <a:lnTo>
                  <a:pt x="537489" y="86744"/>
                </a:lnTo>
                <a:lnTo>
                  <a:pt x="537360" y="86328"/>
                </a:lnTo>
                <a:lnTo>
                  <a:pt x="537236" y="85910"/>
                </a:lnTo>
                <a:lnTo>
                  <a:pt x="537118" y="85490"/>
                </a:lnTo>
                <a:lnTo>
                  <a:pt x="537005" y="85067"/>
                </a:lnTo>
                <a:lnTo>
                  <a:pt x="536898" y="84641"/>
                </a:lnTo>
                <a:lnTo>
                  <a:pt x="536797" y="84214"/>
                </a:lnTo>
                <a:lnTo>
                  <a:pt x="536700" y="83783"/>
                </a:lnTo>
                <a:lnTo>
                  <a:pt x="536610" y="83351"/>
                </a:lnTo>
                <a:lnTo>
                  <a:pt x="536524" y="82916"/>
                </a:lnTo>
                <a:lnTo>
                  <a:pt x="536445" y="82478"/>
                </a:lnTo>
                <a:lnTo>
                  <a:pt x="536370" y="82038"/>
                </a:lnTo>
                <a:lnTo>
                  <a:pt x="536302" y="81596"/>
                </a:lnTo>
                <a:lnTo>
                  <a:pt x="536238" y="81151"/>
                </a:lnTo>
                <a:lnTo>
                  <a:pt x="536181" y="80704"/>
                </a:lnTo>
                <a:lnTo>
                  <a:pt x="536128" y="80255"/>
                </a:lnTo>
                <a:lnTo>
                  <a:pt x="536082" y="79803"/>
                </a:lnTo>
                <a:lnTo>
                  <a:pt x="536040" y="79348"/>
                </a:lnTo>
                <a:lnTo>
                  <a:pt x="536005" y="78891"/>
                </a:lnTo>
                <a:lnTo>
                  <a:pt x="535974" y="78432"/>
                </a:lnTo>
                <a:lnTo>
                  <a:pt x="535950" y="77970"/>
                </a:lnTo>
                <a:lnTo>
                  <a:pt x="535930" y="77506"/>
                </a:lnTo>
                <a:lnTo>
                  <a:pt x="535917" y="77056"/>
                </a:lnTo>
                <a:lnTo>
                  <a:pt x="589830" y="77056"/>
                </a:lnTo>
                <a:lnTo>
                  <a:pt x="589830" y="70951"/>
                </a:lnTo>
                <a:lnTo>
                  <a:pt x="589827" y="70255"/>
                </a:lnTo>
                <a:lnTo>
                  <a:pt x="589817" y="69563"/>
                </a:lnTo>
                <a:lnTo>
                  <a:pt x="589800" y="68875"/>
                </a:lnTo>
                <a:lnTo>
                  <a:pt x="589777" y="68192"/>
                </a:lnTo>
                <a:close/>
                <a:moveTo>
                  <a:pt x="536432" y="65159"/>
                </a:moveTo>
                <a:lnTo>
                  <a:pt x="536510" y="64642"/>
                </a:lnTo>
                <a:lnTo>
                  <a:pt x="536593" y="64132"/>
                </a:lnTo>
                <a:lnTo>
                  <a:pt x="536682" y="63627"/>
                </a:lnTo>
                <a:lnTo>
                  <a:pt x="536776" y="63129"/>
                </a:lnTo>
                <a:lnTo>
                  <a:pt x="536875" y="62636"/>
                </a:lnTo>
                <a:lnTo>
                  <a:pt x="536980" y="62149"/>
                </a:lnTo>
                <a:lnTo>
                  <a:pt x="537090" y="61668"/>
                </a:lnTo>
                <a:lnTo>
                  <a:pt x="537206" y="61193"/>
                </a:lnTo>
                <a:lnTo>
                  <a:pt x="537326" y="60724"/>
                </a:lnTo>
                <a:lnTo>
                  <a:pt x="537453" y="60260"/>
                </a:lnTo>
                <a:lnTo>
                  <a:pt x="537584" y="59803"/>
                </a:lnTo>
                <a:lnTo>
                  <a:pt x="537719" y="59351"/>
                </a:lnTo>
                <a:lnTo>
                  <a:pt x="537859" y="58905"/>
                </a:lnTo>
                <a:lnTo>
                  <a:pt x="538003" y="58466"/>
                </a:lnTo>
                <a:lnTo>
                  <a:pt x="538152" y="58032"/>
                </a:lnTo>
                <a:lnTo>
                  <a:pt x="538304" y="57604"/>
                </a:lnTo>
                <a:lnTo>
                  <a:pt x="538462" y="57181"/>
                </a:lnTo>
                <a:lnTo>
                  <a:pt x="538623" y="56765"/>
                </a:lnTo>
                <a:lnTo>
                  <a:pt x="538789" y="56355"/>
                </a:lnTo>
                <a:lnTo>
                  <a:pt x="538959" y="55950"/>
                </a:lnTo>
                <a:lnTo>
                  <a:pt x="539134" y="55551"/>
                </a:lnTo>
                <a:lnTo>
                  <a:pt x="539313" y="55159"/>
                </a:lnTo>
                <a:lnTo>
                  <a:pt x="539496" y="54772"/>
                </a:lnTo>
                <a:lnTo>
                  <a:pt x="539684" y="54391"/>
                </a:lnTo>
                <a:lnTo>
                  <a:pt x="539876" y="54016"/>
                </a:lnTo>
                <a:lnTo>
                  <a:pt x="540072" y="53646"/>
                </a:lnTo>
                <a:lnTo>
                  <a:pt x="540273" y="53283"/>
                </a:lnTo>
                <a:lnTo>
                  <a:pt x="540478" y="52926"/>
                </a:lnTo>
                <a:lnTo>
                  <a:pt x="540687" y="52574"/>
                </a:lnTo>
                <a:lnTo>
                  <a:pt x="540901" y="52228"/>
                </a:lnTo>
                <a:lnTo>
                  <a:pt x="541119" y="51889"/>
                </a:lnTo>
                <a:lnTo>
                  <a:pt x="541341" y="51555"/>
                </a:lnTo>
                <a:lnTo>
                  <a:pt x="541568" y="51227"/>
                </a:lnTo>
                <a:lnTo>
                  <a:pt x="541799" y="50904"/>
                </a:lnTo>
                <a:lnTo>
                  <a:pt x="542034" y="50588"/>
                </a:lnTo>
                <a:lnTo>
                  <a:pt x="542273" y="50279"/>
                </a:lnTo>
                <a:lnTo>
                  <a:pt x="542516" y="49976"/>
                </a:lnTo>
                <a:lnTo>
                  <a:pt x="542763" y="49680"/>
                </a:lnTo>
                <a:lnTo>
                  <a:pt x="543013" y="49390"/>
                </a:lnTo>
                <a:lnTo>
                  <a:pt x="543268" y="49106"/>
                </a:lnTo>
                <a:lnTo>
                  <a:pt x="543526" y="48830"/>
                </a:lnTo>
                <a:lnTo>
                  <a:pt x="543788" y="48559"/>
                </a:lnTo>
                <a:lnTo>
                  <a:pt x="544054" y="48295"/>
                </a:lnTo>
                <a:lnTo>
                  <a:pt x="544324" y="48038"/>
                </a:lnTo>
                <a:lnTo>
                  <a:pt x="544597" y="47787"/>
                </a:lnTo>
                <a:lnTo>
                  <a:pt x="544875" y="47543"/>
                </a:lnTo>
                <a:lnTo>
                  <a:pt x="545156" y="47306"/>
                </a:lnTo>
                <a:lnTo>
                  <a:pt x="545441" y="47074"/>
                </a:lnTo>
                <a:lnTo>
                  <a:pt x="545730" y="46850"/>
                </a:lnTo>
                <a:lnTo>
                  <a:pt x="546023" y="46632"/>
                </a:lnTo>
                <a:lnTo>
                  <a:pt x="546319" y="46420"/>
                </a:lnTo>
                <a:lnTo>
                  <a:pt x="546620" y="46215"/>
                </a:lnTo>
                <a:lnTo>
                  <a:pt x="546924" y="46016"/>
                </a:lnTo>
                <a:lnTo>
                  <a:pt x="547232" y="45824"/>
                </a:lnTo>
                <a:lnTo>
                  <a:pt x="547544" y="45639"/>
                </a:lnTo>
                <a:lnTo>
                  <a:pt x="547860" y="45460"/>
                </a:lnTo>
                <a:lnTo>
                  <a:pt x="548179" y="45287"/>
                </a:lnTo>
                <a:lnTo>
                  <a:pt x="548503" y="45121"/>
                </a:lnTo>
                <a:lnTo>
                  <a:pt x="548829" y="44962"/>
                </a:lnTo>
                <a:lnTo>
                  <a:pt x="549159" y="44810"/>
                </a:lnTo>
                <a:lnTo>
                  <a:pt x="549490" y="44664"/>
                </a:lnTo>
                <a:lnTo>
                  <a:pt x="549825" y="44525"/>
                </a:lnTo>
                <a:lnTo>
                  <a:pt x="550162" y="44393"/>
                </a:lnTo>
                <a:lnTo>
                  <a:pt x="550501" y="44267"/>
                </a:lnTo>
                <a:lnTo>
                  <a:pt x="550843" y="44149"/>
                </a:lnTo>
                <a:lnTo>
                  <a:pt x="551188" y="44037"/>
                </a:lnTo>
                <a:lnTo>
                  <a:pt x="551535" y="43932"/>
                </a:lnTo>
                <a:lnTo>
                  <a:pt x="551884" y="43834"/>
                </a:lnTo>
                <a:lnTo>
                  <a:pt x="552237" y="43742"/>
                </a:lnTo>
                <a:lnTo>
                  <a:pt x="552591" y="43657"/>
                </a:lnTo>
                <a:lnTo>
                  <a:pt x="552949" y="43579"/>
                </a:lnTo>
                <a:lnTo>
                  <a:pt x="553309" y="43508"/>
                </a:lnTo>
                <a:lnTo>
                  <a:pt x="553671" y="43444"/>
                </a:lnTo>
                <a:lnTo>
                  <a:pt x="554036" y="43386"/>
                </a:lnTo>
                <a:lnTo>
                  <a:pt x="554404" y="43335"/>
                </a:lnTo>
                <a:lnTo>
                  <a:pt x="554774" y="43291"/>
                </a:lnTo>
                <a:lnTo>
                  <a:pt x="555146" y="43254"/>
                </a:lnTo>
                <a:lnTo>
                  <a:pt x="555522" y="43223"/>
                </a:lnTo>
                <a:lnTo>
                  <a:pt x="555899" y="43200"/>
                </a:lnTo>
                <a:lnTo>
                  <a:pt x="556280" y="43183"/>
                </a:lnTo>
                <a:lnTo>
                  <a:pt x="556663" y="43173"/>
                </a:lnTo>
                <a:lnTo>
                  <a:pt x="557048" y="43169"/>
                </a:lnTo>
                <a:lnTo>
                  <a:pt x="557626" y="43175"/>
                </a:lnTo>
                <a:lnTo>
                  <a:pt x="558194" y="43192"/>
                </a:lnTo>
                <a:lnTo>
                  <a:pt x="558752" y="43220"/>
                </a:lnTo>
                <a:lnTo>
                  <a:pt x="559299" y="43259"/>
                </a:lnTo>
                <a:lnTo>
                  <a:pt x="559836" y="43310"/>
                </a:lnTo>
                <a:lnTo>
                  <a:pt x="560363" y="43371"/>
                </a:lnTo>
                <a:lnTo>
                  <a:pt x="560880" y="43444"/>
                </a:lnTo>
                <a:lnTo>
                  <a:pt x="561386" y="43528"/>
                </a:lnTo>
                <a:lnTo>
                  <a:pt x="561883" y="43624"/>
                </a:lnTo>
                <a:lnTo>
                  <a:pt x="562369" y="43730"/>
                </a:lnTo>
                <a:lnTo>
                  <a:pt x="562844" y="43848"/>
                </a:lnTo>
                <a:lnTo>
                  <a:pt x="563310" y="43977"/>
                </a:lnTo>
                <a:lnTo>
                  <a:pt x="563765" y="44118"/>
                </a:lnTo>
                <a:lnTo>
                  <a:pt x="564210" y="44269"/>
                </a:lnTo>
                <a:lnTo>
                  <a:pt x="564645" y="44432"/>
                </a:lnTo>
                <a:lnTo>
                  <a:pt x="565070" y="44606"/>
                </a:lnTo>
                <a:lnTo>
                  <a:pt x="565484" y="44791"/>
                </a:lnTo>
                <a:lnTo>
                  <a:pt x="565888" y="44987"/>
                </a:lnTo>
                <a:lnTo>
                  <a:pt x="566282" y="45195"/>
                </a:lnTo>
                <a:lnTo>
                  <a:pt x="566666" y="45414"/>
                </a:lnTo>
                <a:lnTo>
                  <a:pt x="567039" y="45644"/>
                </a:lnTo>
                <a:lnTo>
                  <a:pt x="567403" y="45885"/>
                </a:lnTo>
                <a:lnTo>
                  <a:pt x="567756" y="46138"/>
                </a:lnTo>
                <a:lnTo>
                  <a:pt x="568098" y="46401"/>
                </a:lnTo>
                <a:lnTo>
                  <a:pt x="568432" y="46674"/>
                </a:lnTo>
                <a:lnTo>
                  <a:pt x="568759" y="46952"/>
                </a:lnTo>
                <a:lnTo>
                  <a:pt x="569077" y="47236"/>
                </a:lnTo>
                <a:lnTo>
                  <a:pt x="569389" y="47527"/>
                </a:lnTo>
                <a:lnTo>
                  <a:pt x="569692" y="47824"/>
                </a:lnTo>
                <a:lnTo>
                  <a:pt x="569988" y="48127"/>
                </a:lnTo>
                <a:lnTo>
                  <a:pt x="570277" y="48436"/>
                </a:lnTo>
                <a:lnTo>
                  <a:pt x="570558" y="48751"/>
                </a:lnTo>
                <a:lnTo>
                  <a:pt x="570832" y="49072"/>
                </a:lnTo>
                <a:lnTo>
                  <a:pt x="571098" y="49399"/>
                </a:lnTo>
                <a:lnTo>
                  <a:pt x="571356" y="49733"/>
                </a:lnTo>
                <a:lnTo>
                  <a:pt x="571607" y="50072"/>
                </a:lnTo>
                <a:lnTo>
                  <a:pt x="571850" y="50418"/>
                </a:lnTo>
                <a:lnTo>
                  <a:pt x="572086" y="50770"/>
                </a:lnTo>
                <a:lnTo>
                  <a:pt x="572314" y="51128"/>
                </a:lnTo>
                <a:lnTo>
                  <a:pt x="572535" y="51492"/>
                </a:lnTo>
                <a:lnTo>
                  <a:pt x="572748" y="51862"/>
                </a:lnTo>
                <a:lnTo>
                  <a:pt x="572954" y="52238"/>
                </a:lnTo>
                <a:lnTo>
                  <a:pt x="573152" y="52621"/>
                </a:lnTo>
                <a:lnTo>
                  <a:pt x="573342" y="53009"/>
                </a:lnTo>
                <a:lnTo>
                  <a:pt x="573525" y="53404"/>
                </a:lnTo>
                <a:lnTo>
                  <a:pt x="573700" y="53805"/>
                </a:lnTo>
                <a:lnTo>
                  <a:pt x="573868" y="54212"/>
                </a:lnTo>
                <a:lnTo>
                  <a:pt x="574029" y="54625"/>
                </a:lnTo>
                <a:lnTo>
                  <a:pt x="574182" y="55041"/>
                </a:lnTo>
                <a:lnTo>
                  <a:pt x="574331" y="55459"/>
                </a:lnTo>
                <a:lnTo>
                  <a:pt x="574473" y="55877"/>
                </a:lnTo>
                <a:lnTo>
                  <a:pt x="574611" y="56297"/>
                </a:lnTo>
                <a:lnTo>
                  <a:pt x="574743" y="56718"/>
                </a:lnTo>
                <a:lnTo>
                  <a:pt x="574869" y="57139"/>
                </a:lnTo>
                <a:lnTo>
                  <a:pt x="574990" y="57562"/>
                </a:lnTo>
                <a:lnTo>
                  <a:pt x="575105" y="57986"/>
                </a:lnTo>
                <a:lnTo>
                  <a:pt x="575215" y="58411"/>
                </a:lnTo>
                <a:lnTo>
                  <a:pt x="575319" y="58836"/>
                </a:lnTo>
                <a:lnTo>
                  <a:pt x="575418" y="59263"/>
                </a:lnTo>
                <a:lnTo>
                  <a:pt x="575511" y="59691"/>
                </a:lnTo>
                <a:lnTo>
                  <a:pt x="575599" y="60120"/>
                </a:lnTo>
                <a:lnTo>
                  <a:pt x="575681" y="60550"/>
                </a:lnTo>
                <a:lnTo>
                  <a:pt x="575758" y="60980"/>
                </a:lnTo>
                <a:lnTo>
                  <a:pt x="575829" y="61412"/>
                </a:lnTo>
                <a:lnTo>
                  <a:pt x="575895" y="61845"/>
                </a:lnTo>
                <a:lnTo>
                  <a:pt x="575955" y="62279"/>
                </a:lnTo>
                <a:lnTo>
                  <a:pt x="576010" y="62714"/>
                </a:lnTo>
                <a:lnTo>
                  <a:pt x="576060" y="63150"/>
                </a:lnTo>
                <a:lnTo>
                  <a:pt x="576103" y="63587"/>
                </a:lnTo>
                <a:lnTo>
                  <a:pt x="576142" y="64025"/>
                </a:lnTo>
                <a:lnTo>
                  <a:pt x="576174" y="64464"/>
                </a:lnTo>
                <a:lnTo>
                  <a:pt x="576202" y="64904"/>
                </a:lnTo>
                <a:lnTo>
                  <a:pt x="576202" y="65933"/>
                </a:lnTo>
                <a:lnTo>
                  <a:pt x="536327" y="65933"/>
                </a:lnTo>
                <a:lnTo>
                  <a:pt x="536359" y="65681"/>
                </a:lnTo>
                <a:lnTo>
                  <a:pt x="536432" y="65159"/>
                </a:lnTo>
                <a:close/>
                <a:moveTo>
                  <a:pt x="920813" y="68875"/>
                </a:moveTo>
                <a:lnTo>
                  <a:pt x="920790" y="68192"/>
                </a:lnTo>
                <a:lnTo>
                  <a:pt x="920760" y="67514"/>
                </a:lnTo>
                <a:lnTo>
                  <a:pt x="920723" y="66839"/>
                </a:lnTo>
                <a:lnTo>
                  <a:pt x="920680" y="66170"/>
                </a:lnTo>
                <a:lnTo>
                  <a:pt x="920630" y="65505"/>
                </a:lnTo>
                <a:lnTo>
                  <a:pt x="920574" y="64844"/>
                </a:lnTo>
                <a:lnTo>
                  <a:pt x="920511" y="64188"/>
                </a:lnTo>
                <a:lnTo>
                  <a:pt x="920441" y="63536"/>
                </a:lnTo>
                <a:lnTo>
                  <a:pt x="920364" y="62889"/>
                </a:lnTo>
                <a:lnTo>
                  <a:pt x="920281" y="62246"/>
                </a:lnTo>
                <a:lnTo>
                  <a:pt x="920191" y="61607"/>
                </a:lnTo>
                <a:lnTo>
                  <a:pt x="920095" y="60973"/>
                </a:lnTo>
                <a:lnTo>
                  <a:pt x="919992" y="60344"/>
                </a:lnTo>
                <a:lnTo>
                  <a:pt x="919882" y="59719"/>
                </a:lnTo>
                <a:lnTo>
                  <a:pt x="919766" y="59099"/>
                </a:lnTo>
                <a:lnTo>
                  <a:pt x="919643" y="58483"/>
                </a:lnTo>
                <a:lnTo>
                  <a:pt x="919513" y="57871"/>
                </a:lnTo>
                <a:lnTo>
                  <a:pt x="919377" y="57264"/>
                </a:lnTo>
                <a:lnTo>
                  <a:pt x="919234" y="56661"/>
                </a:lnTo>
                <a:lnTo>
                  <a:pt x="919084" y="56063"/>
                </a:lnTo>
                <a:lnTo>
                  <a:pt x="918928" y="55469"/>
                </a:lnTo>
                <a:lnTo>
                  <a:pt x="918765" y="54881"/>
                </a:lnTo>
                <a:lnTo>
                  <a:pt x="918594" y="54299"/>
                </a:lnTo>
                <a:lnTo>
                  <a:pt x="918417" y="53724"/>
                </a:lnTo>
                <a:lnTo>
                  <a:pt x="918232" y="53155"/>
                </a:lnTo>
                <a:lnTo>
                  <a:pt x="918040" y="52592"/>
                </a:lnTo>
                <a:lnTo>
                  <a:pt x="917841" y="52036"/>
                </a:lnTo>
                <a:lnTo>
                  <a:pt x="917635" y="51486"/>
                </a:lnTo>
                <a:lnTo>
                  <a:pt x="917422" y="50942"/>
                </a:lnTo>
                <a:lnTo>
                  <a:pt x="917201" y="50405"/>
                </a:lnTo>
                <a:lnTo>
                  <a:pt x="916974" y="49874"/>
                </a:lnTo>
                <a:lnTo>
                  <a:pt x="916739" y="49350"/>
                </a:lnTo>
                <a:lnTo>
                  <a:pt x="916497" y="48832"/>
                </a:lnTo>
                <a:lnTo>
                  <a:pt x="916248" y="48320"/>
                </a:lnTo>
                <a:lnTo>
                  <a:pt x="915991" y="47815"/>
                </a:lnTo>
                <a:lnTo>
                  <a:pt x="915728" y="47316"/>
                </a:lnTo>
                <a:lnTo>
                  <a:pt x="915457" y="46824"/>
                </a:lnTo>
                <a:lnTo>
                  <a:pt x="915179" y="46338"/>
                </a:lnTo>
                <a:lnTo>
                  <a:pt x="914894" y="45858"/>
                </a:lnTo>
                <a:lnTo>
                  <a:pt x="914602" y="45385"/>
                </a:lnTo>
                <a:lnTo>
                  <a:pt x="914303" y="44918"/>
                </a:lnTo>
                <a:lnTo>
                  <a:pt x="913997" y="44457"/>
                </a:lnTo>
                <a:lnTo>
                  <a:pt x="913683" y="44003"/>
                </a:lnTo>
                <a:lnTo>
                  <a:pt x="913362" y="43555"/>
                </a:lnTo>
                <a:lnTo>
                  <a:pt x="913034" y="43114"/>
                </a:lnTo>
                <a:lnTo>
                  <a:pt x="912699" y="42680"/>
                </a:lnTo>
                <a:lnTo>
                  <a:pt x="912356" y="42254"/>
                </a:lnTo>
                <a:lnTo>
                  <a:pt x="912005" y="41836"/>
                </a:lnTo>
                <a:lnTo>
                  <a:pt x="911646" y="41426"/>
                </a:lnTo>
                <a:lnTo>
                  <a:pt x="911279" y="41024"/>
                </a:lnTo>
                <a:lnTo>
                  <a:pt x="910905" y="40630"/>
                </a:lnTo>
                <a:lnTo>
                  <a:pt x="910523" y="40244"/>
                </a:lnTo>
                <a:lnTo>
                  <a:pt x="910133" y="39866"/>
                </a:lnTo>
                <a:lnTo>
                  <a:pt x="909735" y="39496"/>
                </a:lnTo>
                <a:lnTo>
                  <a:pt x="909329" y="39134"/>
                </a:lnTo>
                <a:lnTo>
                  <a:pt x="908916" y="38781"/>
                </a:lnTo>
                <a:lnTo>
                  <a:pt x="908495" y="38435"/>
                </a:lnTo>
                <a:lnTo>
                  <a:pt x="908066" y="38097"/>
                </a:lnTo>
                <a:lnTo>
                  <a:pt x="907629" y="37768"/>
                </a:lnTo>
                <a:lnTo>
                  <a:pt x="907184" y="37446"/>
                </a:lnTo>
                <a:lnTo>
                  <a:pt x="906732" y="37133"/>
                </a:lnTo>
                <a:lnTo>
                  <a:pt x="906271" y="36827"/>
                </a:lnTo>
                <a:lnTo>
                  <a:pt x="905803" y="36530"/>
                </a:lnTo>
                <a:lnTo>
                  <a:pt x="905328" y="36240"/>
                </a:lnTo>
                <a:lnTo>
                  <a:pt x="904844" y="35959"/>
                </a:lnTo>
                <a:lnTo>
                  <a:pt x="904353" y="35686"/>
                </a:lnTo>
                <a:lnTo>
                  <a:pt x="903853" y="35420"/>
                </a:lnTo>
                <a:lnTo>
                  <a:pt x="903346" y="35163"/>
                </a:lnTo>
                <a:lnTo>
                  <a:pt x="902831" y="34914"/>
                </a:lnTo>
                <a:lnTo>
                  <a:pt x="902309" y="34674"/>
                </a:lnTo>
                <a:lnTo>
                  <a:pt x="901778" y="34444"/>
                </a:lnTo>
                <a:lnTo>
                  <a:pt x="901239" y="34224"/>
                </a:lnTo>
                <a:lnTo>
                  <a:pt x="900692" y="34015"/>
                </a:lnTo>
                <a:lnTo>
                  <a:pt x="900137" y="33816"/>
                </a:lnTo>
                <a:lnTo>
                  <a:pt x="899574" y="33627"/>
                </a:lnTo>
                <a:lnTo>
                  <a:pt x="899003" y="33448"/>
                </a:lnTo>
                <a:lnTo>
                  <a:pt x="898424" y="33279"/>
                </a:lnTo>
                <a:lnTo>
                  <a:pt x="897836" y="33121"/>
                </a:lnTo>
                <a:lnTo>
                  <a:pt x="897241" y="32973"/>
                </a:lnTo>
                <a:lnTo>
                  <a:pt x="896638" y="32835"/>
                </a:lnTo>
                <a:lnTo>
                  <a:pt x="896026" y="32707"/>
                </a:lnTo>
                <a:lnTo>
                  <a:pt x="895407" y="32590"/>
                </a:lnTo>
                <a:lnTo>
                  <a:pt x="894779" y="32483"/>
                </a:lnTo>
                <a:lnTo>
                  <a:pt x="894144" y="32385"/>
                </a:lnTo>
                <a:lnTo>
                  <a:pt x="893500" y="32299"/>
                </a:lnTo>
                <a:lnTo>
                  <a:pt x="892848" y="32222"/>
                </a:lnTo>
                <a:lnTo>
                  <a:pt x="892189" y="32156"/>
                </a:lnTo>
                <a:lnTo>
                  <a:pt x="891521" y="32099"/>
                </a:lnTo>
                <a:lnTo>
                  <a:pt x="890845" y="32053"/>
                </a:lnTo>
                <a:lnTo>
                  <a:pt x="890161" y="32018"/>
                </a:lnTo>
                <a:lnTo>
                  <a:pt x="889469" y="31992"/>
                </a:lnTo>
                <a:lnTo>
                  <a:pt x="888769" y="31977"/>
                </a:lnTo>
                <a:lnTo>
                  <a:pt x="888061" y="31972"/>
                </a:lnTo>
                <a:lnTo>
                  <a:pt x="887503" y="31976"/>
                </a:lnTo>
                <a:lnTo>
                  <a:pt x="886947" y="31991"/>
                </a:lnTo>
                <a:lnTo>
                  <a:pt x="886392" y="32014"/>
                </a:lnTo>
                <a:lnTo>
                  <a:pt x="885839" y="32047"/>
                </a:lnTo>
                <a:lnTo>
                  <a:pt x="885287" y="32090"/>
                </a:lnTo>
                <a:lnTo>
                  <a:pt x="884737" y="32142"/>
                </a:lnTo>
                <a:lnTo>
                  <a:pt x="884188" y="32204"/>
                </a:lnTo>
                <a:lnTo>
                  <a:pt x="883641" y="32275"/>
                </a:lnTo>
                <a:lnTo>
                  <a:pt x="883095" y="32355"/>
                </a:lnTo>
                <a:lnTo>
                  <a:pt x="882551" y="32445"/>
                </a:lnTo>
                <a:lnTo>
                  <a:pt x="882009" y="32544"/>
                </a:lnTo>
                <a:lnTo>
                  <a:pt x="881468" y="32653"/>
                </a:lnTo>
                <a:lnTo>
                  <a:pt x="880928" y="32771"/>
                </a:lnTo>
                <a:lnTo>
                  <a:pt x="880390" y="32899"/>
                </a:lnTo>
                <a:lnTo>
                  <a:pt x="879854" y="33036"/>
                </a:lnTo>
                <a:lnTo>
                  <a:pt x="879319" y="33183"/>
                </a:lnTo>
                <a:lnTo>
                  <a:pt x="878786" y="33339"/>
                </a:lnTo>
                <a:lnTo>
                  <a:pt x="878254" y="33505"/>
                </a:lnTo>
                <a:lnTo>
                  <a:pt x="877724" y="33680"/>
                </a:lnTo>
                <a:lnTo>
                  <a:pt x="877195" y="33865"/>
                </a:lnTo>
                <a:lnTo>
                  <a:pt x="876668" y="34059"/>
                </a:lnTo>
                <a:lnTo>
                  <a:pt x="876142" y="34262"/>
                </a:lnTo>
                <a:lnTo>
                  <a:pt x="875618" y="34475"/>
                </a:lnTo>
                <a:lnTo>
                  <a:pt x="875096" y="34697"/>
                </a:lnTo>
                <a:lnTo>
                  <a:pt x="874576" y="34929"/>
                </a:lnTo>
                <a:lnTo>
                  <a:pt x="874061" y="35170"/>
                </a:lnTo>
                <a:lnTo>
                  <a:pt x="873551" y="35419"/>
                </a:lnTo>
                <a:lnTo>
                  <a:pt x="873045" y="35678"/>
                </a:lnTo>
                <a:lnTo>
                  <a:pt x="872544" y="35945"/>
                </a:lnTo>
                <a:lnTo>
                  <a:pt x="872048" y="36221"/>
                </a:lnTo>
                <a:lnTo>
                  <a:pt x="871556" y="36507"/>
                </a:lnTo>
                <a:lnTo>
                  <a:pt x="871068" y="36801"/>
                </a:lnTo>
                <a:lnTo>
                  <a:pt x="870586" y="37104"/>
                </a:lnTo>
                <a:lnTo>
                  <a:pt x="870108" y="37417"/>
                </a:lnTo>
                <a:lnTo>
                  <a:pt x="869634" y="37738"/>
                </a:lnTo>
                <a:lnTo>
                  <a:pt x="869165" y="38068"/>
                </a:lnTo>
                <a:lnTo>
                  <a:pt x="868701" y="38407"/>
                </a:lnTo>
                <a:lnTo>
                  <a:pt x="868241" y="38755"/>
                </a:lnTo>
                <a:lnTo>
                  <a:pt x="867786" y="39112"/>
                </a:lnTo>
                <a:lnTo>
                  <a:pt x="867336" y="39478"/>
                </a:lnTo>
                <a:lnTo>
                  <a:pt x="866890" y="39853"/>
                </a:lnTo>
                <a:lnTo>
                  <a:pt x="866449" y="40236"/>
                </a:lnTo>
                <a:lnTo>
                  <a:pt x="866012" y="40629"/>
                </a:lnTo>
                <a:lnTo>
                  <a:pt x="865580" y="41031"/>
                </a:lnTo>
                <a:lnTo>
                  <a:pt x="865153" y="41442"/>
                </a:lnTo>
                <a:lnTo>
                  <a:pt x="864730" y="41861"/>
                </a:lnTo>
                <a:lnTo>
                  <a:pt x="864312" y="42290"/>
                </a:lnTo>
                <a:lnTo>
                  <a:pt x="863898" y="42727"/>
                </a:lnTo>
                <a:lnTo>
                  <a:pt x="863490" y="43173"/>
                </a:lnTo>
                <a:lnTo>
                  <a:pt x="863090" y="43627"/>
                </a:lnTo>
                <a:lnTo>
                  <a:pt x="862696" y="44090"/>
                </a:lnTo>
                <a:lnTo>
                  <a:pt x="862310" y="44560"/>
                </a:lnTo>
                <a:lnTo>
                  <a:pt x="861931" y="45038"/>
                </a:lnTo>
                <a:lnTo>
                  <a:pt x="861559" y="45524"/>
                </a:lnTo>
                <a:lnTo>
                  <a:pt x="861194" y="46019"/>
                </a:lnTo>
                <a:lnTo>
                  <a:pt x="860837" y="46521"/>
                </a:lnTo>
                <a:lnTo>
                  <a:pt x="860486" y="47032"/>
                </a:lnTo>
                <a:lnTo>
                  <a:pt x="860143" y="47550"/>
                </a:lnTo>
                <a:lnTo>
                  <a:pt x="859807" y="48077"/>
                </a:lnTo>
                <a:lnTo>
                  <a:pt x="859478" y="48611"/>
                </a:lnTo>
                <a:lnTo>
                  <a:pt x="859156" y="49154"/>
                </a:lnTo>
                <a:lnTo>
                  <a:pt x="858842" y="49705"/>
                </a:lnTo>
                <a:lnTo>
                  <a:pt x="858534" y="50264"/>
                </a:lnTo>
                <a:lnTo>
                  <a:pt x="858234" y="50831"/>
                </a:lnTo>
                <a:lnTo>
                  <a:pt x="857941" y="51406"/>
                </a:lnTo>
                <a:lnTo>
                  <a:pt x="857655" y="51989"/>
                </a:lnTo>
                <a:lnTo>
                  <a:pt x="857376" y="52580"/>
                </a:lnTo>
                <a:lnTo>
                  <a:pt x="857104" y="53179"/>
                </a:lnTo>
                <a:lnTo>
                  <a:pt x="856840" y="53786"/>
                </a:lnTo>
                <a:lnTo>
                  <a:pt x="856582" y="54401"/>
                </a:lnTo>
                <a:lnTo>
                  <a:pt x="856332" y="55025"/>
                </a:lnTo>
                <a:lnTo>
                  <a:pt x="856089" y="55656"/>
                </a:lnTo>
                <a:lnTo>
                  <a:pt x="855855" y="56295"/>
                </a:lnTo>
                <a:lnTo>
                  <a:pt x="855630" y="56941"/>
                </a:lnTo>
                <a:lnTo>
                  <a:pt x="855416" y="57595"/>
                </a:lnTo>
                <a:lnTo>
                  <a:pt x="855211" y="58256"/>
                </a:lnTo>
                <a:lnTo>
                  <a:pt x="855017" y="58924"/>
                </a:lnTo>
                <a:lnTo>
                  <a:pt x="854832" y="59599"/>
                </a:lnTo>
                <a:lnTo>
                  <a:pt x="854658" y="60282"/>
                </a:lnTo>
                <a:lnTo>
                  <a:pt x="854493" y="60972"/>
                </a:lnTo>
                <a:lnTo>
                  <a:pt x="854338" y="61670"/>
                </a:lnTo>
                <a:lnTo>
                  <a:pt x="854194" y="62374"/>
                </a:lnTo>
                <a:lnTo>
                  <a:pt x="854059" y="63086"/>
                </a:lnTo>
                <a:lnTo>
                  <a:pt x="853934" y="63805"/>
                </a:lnTo>
                <a:lnTo>
                  <a:pt x="853820" y="64532"/>
                </a:lnTo>
                <a:lnTo>
                  <a:pt x="853715" y="65266"/>
                </a:lnTo>
                <a:lnTo>
                  <a:pt x="853620" y="66007"/>
                </a:lnTo>
                <a:lnTo>
                  <a:pt x="853535" y="66755"/>
                </a:lnTo>
                <a:lnTo>
                  <a:pt x="853461" y="67511"/>
                </a:lnTo>
                <a:lnTo>
                  <a:pt x="853396" y="68274"/>
                </a:lnTo>
                <a:lnTo>
                  <a:pt x="853341" y="69044"/>
                </a:lnTo>
                <a:lnTo>
                  <a:pt x="853296" y="69822"/>
                </a:lnTo>
                <a:lnTo>
                  <a:pt x="853261" y="70606"/>
                </a:lnTo>
                <a:lnTo>
                  <a:pt x="853236" y="71399"/>
                </a:lnTo>
                <a:lnTo>
                  <a:pt x="853221" y="72198"/>
                </a:lnTo>
                <a:lnTo>
                  <a:pt x="853216" y="73005"/>
                </a:lnTo>
                <a:lnTo>
                  <a:pt x="853216" y="76099"/>
                </a:lnTo>
                <a:lnTo>
                  <a:pt x="853221" y="76796"/>
                </a:lnTo>
                <a:lnTo>
                  <a:pt x="853234" y="77489"/>
                </a:lnTo>
                <a:lnTo>
                  <a:pt x="853256" y="78178"/>
                </a:lnTo>
                <a:lnTo>
                  <a:pt x="853288" y="78861"/>
                </a:lnTo>
                <a:lnTo>
                  <a:pt x="853328" y="79540"/>
                </a:lnTo>
                <a:lnTo>
                  <a:pt x="853377" y="80215"/>
                </a:lnTo>
                <a:lnTo>
                  <a:pt x="853436" y="80885"/>
                </a:lnTo>
                <a:lnTo>
                  <a:pt x="853503" y="81550"/>
                </a:lnTo>
                <a:lnTo>
                  <a:pt x="853579" y="82211"/>
                </a:lnTo>
                <a:lnTo>
                  <a:pt x="853664" y="82867"/>
                </a:lnTo>
                <a:lnTo>
                  <a:pt x="853758" y="83518"/>
                </a:lnTo>
                <a:lnTo>
                  <a:pt x="853861" y="84165"/>
                </a:lnTo>
                <a:lnTo>
                  <a:pt x="853973" y="84808"/>
                </a:lnTo>
                <a:lnTo>
                  <a:pt x="854094" y="85445"/>
                </a:lnTo>
                <a:lnTo>
                  <a:pt x="854223" y="86078"/>
                </a:lnTo>
                <a:lnTo>
                  <a:pt x="854362" y="86707"/>
                </a:lnTo>
                <a:lnTo>
                  <a:pt x="854510" y="87331"/>
                </a:lnTo>
                <a:lnTo>
                  <a:pt x="854667" y="87950"/>
                </a:lnTo>
                <a:lnTo>
                  <a:pt x="854832" y="88565"/>
                </a:lnTo>
                <a:lnTo>
                  <a:pt x="855007" y="89175"/>
                </a:lnTo>
                <a:lnTo>
                  <a:pt x="855190" y="89780"/>
                </a:lnTo>
                <a:lnTo>
                  <a:pt x="855383" y="90381"/>
                </a:lnTo>
                <a:lnTo>
                  <a:pt x="855584" y="90977"/>
                </a:lnTo>
                <a:lnTo>
                  <a:pt x="855795" y="91569"/>
                </a:lnTo>
                <a:lnTo>
                  <a:pt x="856013" y="92155"/>
                </a:lnTo>
                <a:lnTo>
                  <a:pt x="856240" y="92734"/>
                </a:lnTo>
                <a:lnTo>
                  <a:pt x="856474" y="93307"/>
                </a:lnTo>
                <a:lnTo>
                  <a:pt x="856716" y="93873"/>
                </a:lnTo>
                <a:lnTo>
                  <a:pt x="856966" y="94432"/>
                </a:lnTo>
                <a:lnTo>
                  <a:pt x="857224" y="94985"/>
                </a:lnTo>
                <a:lnTo>
                  <a:pt x="857490" y="95531"/>
                </a:lnTo>
                <a:lnTo>
                  <a:pt x="857763" y="96071"/>
                </a:lnTo>
                <a:lnTo>
                  <a:pt x="858044" y="96604"/>
                </a:lnTo>
                <a:lnTo>
                  <a:pt x="858333" y="97130"/>
                </a:lnTo>
                <a:lnTo>
                  <a:pt x="858630" y="97649"/>
                </a:lnTo>
                <a:lnTo>
                  <a:pt x="858935" y="98162"/>
                </a:lnTo>
                <a:lnTo>
                  <a:pt x="859247" y="98668"/>
                </a:lnTo>
                <a:lnTo>
                  <a:pt x="859567" y="99168"/>
                </a:lnTo>
                <a:lnTo>
                  <a:pt x="859895" y="99661"/>
                </a:lnTo>
                <a:lnTo>
                  <a:pt x="860231" y="100147"/>
                </a:lnTo>
                <a:lnTo>
                  <a:pt x="860575" y="100627"/>
                </a:lnTo>
                <a:lnTo>
                  <a:pt x="860926" y="101100"/>
                </a:lnTo>
                <a:lnTo>
                  <a:pt x="861285" y="101566"/>
                </a:lnTo>
                <a:lnTo>
                  <a:pt x="861652" y="102026"/>
                </a:lnTo>
                <a:lnTo>
                  <a:pt x="862027" y="102479"/>
                </a:lnTo>
                <a:lnTo>
                  <a:pt x="862410" y="102925"/>
                </a:lnTo>
                <a:lnTo>
                  <a:pt x="862800" y="103365"/>
                </a:lnTo>
                <a:lnTo>
                  <a:pt x="863198" y="103798"/>
                </a:lnTo>
                <a:lnTo>
                  <a:pt x="863604" y="104223"/>
                </a:lnTo>
                <a:lnTo>
                  <a:pt x="864016" y="104641"/>
                </a:lnTo>
                <a:lnTo>
                  <a:pt x="864434" y="105051"/>
                </a:lnTo>
                <a:lnTo>
                  <a:pt x="864860" y="105452"/>
                </a:lnTo>
                <a:lnTo>
                  <a:pt x="865292" y="105846"/>
                </a:lnTo>
                <a:lnTo>
                  <a:pt x="865731" y="106231"/>
                </a:lnTo>
                <a:lnTo>
                  <a:pt x="866176" y="106608"/>
                </a:lnTo>
                <a:lnTo>
                  <a:pt x="866628" y="106978"/>
                </a:lnTo>
                <a:lnTo>
                  <a:pt x="867086" y="107339"/>
                </a:lnTo>
                <a:lnTo>
                  <a:pt x="867552" y="107692"/>
                </a:lnTo>
                <a:lnTo>
                  <a:pt x="868024" y="108037"/>
                </a:lnTo>
                <a:lnTo>
                  <a:pt x="868502" y="108374"/>
                </a:lnTo>
                <a:lnTo>
                  <a:pt x="868987" y="108703"/>
                </a:lnTo>
                <a:lnTo>
                  <a:pt x="869479" y="109024"/>
                </a:lnTo>
                <a:lnTo>
                  <a:pt x="869978" y="109337"/>
                </a:lnTo>
                <a:lnTo>
                  <a:pt x="870483" y="109642"/>
                </a:lnTo>
                <a:lnTo>
                  <a:pt x="870995" y="109939"/>
                </a:lnTo>
                <a:lnTo>
                  <a:pt x="871513" y="110228"/>
                </a:lnTo>
                <a:lnTo>
                  <a:pt x="872039" y="110508"/>
                </a:lnTo>
                <a:lnTo>
                  <a:pt x="872570" y="110781"/>
                </a:lnTo>
                <a:lnTo>
                  <a:pt x="873109" y="111045"/>
                </a:lnTo>
                <a:lnTo>
                  <a:pt x="873654" y="111302"/>
                </a:lnTo>
                <a:lnTo>
                  <a:pt x="874206" y="111550"/>
                </a:lnTo>
                <a:lnTo>
                  <a:pt x="874764" y="111791"/>
                </a:lnTo>
                <a:lnTo>
                  <a:pt x="875328" y="112022"/>
                </a:lnTo>
                <a:lnTo>
                  <a:pt x="875898" y="112244"/>
                </a:lnTo>
                <a:lnTo>
                  <a:pt x="876474" y="112455"/>
                </a:lnTo>
                <a:lnTo>
                  <a:pt x="877055" y="112657"/>
                </a:lnTo>
                <a:lnTo>
                  <a:pt x="877641" y="112849"/>
                </a:lnTo>
                <a:lnTo>
                  <a:pt x="878233" y="113032"/>
                </a:lnTo>
                <a:lnTo>
                  <a:pt x="878831" y="113204"/>
                </a:lnTo>
                <a:lnTo>
                  <a:pt x="879434" y="113366"/>
                </a:lnTo>
                <a:lnTo>
                  <a:pt x="880042" y="113519"/>
                </a:lnTo>
                <a:lnTo>
                  <a:pt x="880656" y="113662"/>
                </a:lnTo>
                <a:lnTo>
                  <a:pt x="881276" y="113795"/>
                </a:lnTo>
                <a:lnTo>
                  <a:pt x="881901" y="113918"/>
                </a:lnTo>
                <a:lnTo>
                  <a:pt x="882531" y="114031"/>
                </a:lnTo>
                <a:lnTo>
                  <a:pt x="883167" y="114134"/>
                </a:lnTo>
                <a:lnTo>
                  <a:pt x="883808" y="114228"/>
                </a:lnTo>
                <a:lnTo>
                  <a:pt x="884455" y="114312"/>
                </a:lnTo>
                <a:lnTo>
                  <a:pt x="885108" y="114386"/>
                </a:lnTo>
                <a:lnTo>
                  <a:pt x="885766" y="114450"/>
                </a:lnTo>
                <a:lnTo>
                  <a:pt x="886429" y="114504"/>
                </a:lnTo>
                <a:lnTo>
                  <a:pt x="887098" y="114548"/>
                </a:lnTo>
                <a:lnTo>
                  <a:pt x="887773" y="114583"/>
                </a:lnTo>
                <a:lnTo>
                  <a:pt x="888453" y="114607"/>
                </a:lnTo>
                <a:lnTo>
                  <a:pt x="889138" y="114622"/>
                </a:lnTo>
                <a:lnTo>
                  <a:pt x="889829" y="114627"/>
                </a:lnTo>
                <a:lnTo>
                  <a:pt x="890482" y="114623"/>
                </a:lnTo>
                <a:lnTo>
                  <a:pt x="891128" y="114612"/>
                </a:lnTo>
                <a:lnTo>
                  <a:pt x="891767" y="114592"/>
                </a:lnTo>
                <a:lnTo>
                  <a:pt x="892398" y="114565"/>
                </a:lnTo>
                <a:lnTo>
                  <a:pt x="893022" y="114531"/>
                </a:lnTo>
                <a:lnTo>
                  <a:pt x="893639" y="114489"/>
                </a:lnTo>
                <a:lnTo>
                  <a:pt x="894249" y="114439"/>
                </a:lnTo>
                <a:lnTo>
                  <a:pt x="894851" y="114381"/>
                </a:lnTo>
                <a:lnTo>
                  <a:pt x="895446" y="114316"/>
                </a:lnTo>
                <a:lnTo>
                  <a:pt x="896033" y="114243"/>
                </a:lnTo>
                <a:lnTo>
                  <a:pt x="896614" y="114163"/>
                </a:lnTo>
                <a:lnTo>
                  <a:pt x="897187" y="114074"/>
                </a:lnTo>
                <a:lnTo>
                  <a:pt x="897752" y="113978"/>
                </a:lnTo>
                <a:lnTo>
                  <a:pt x="898311" y="113875"/>
                </a:lnTo>
                <a:lnTo>
                  <a:pt x="898862" y="113764"/>
                </a:lnTo>
                <a:lnTo>
                  <a:pt x="899406" y="113645"/>
                </a:lnTo>
                <a:lnTo>
                  <a:pt x="899942" y="113518"/>
                </a:lnTo>
                <a:lnTo>
                  <a:pt x="900472" y="113384"/>
                </a:lnTo>
                <a:lnTo>
                  <a:pt x="900994" y="113242"/>
                </a:lnTo>
                <a:lnTo>
                  <a:pt x="901508" y="113092"/>
                </a:lnTo>
                <a:lnTo>
                  <a:pt x="902016" y="112935"/>
                </a:lnTo>
                <a:lnTo>
                  <a:pt x="902516" y="112770"/>
                </a:lnTo>
                <a:lnTo>
                  <a:pt x="903009" y="112597"/>
                </a:lnTo>
                <a:lnTo>
                  <a:pt x="903494" y="112417"/>
                </a:lnTo>
                <a:lnTo>
                  <a:pt x="903973" y="112230"/>
                </a:lnTo>
                <a:lnTo>
                  <a:pt x="904446" y="112039"/>
                </a:lnTo>
                <a:lnTo>
                  <a:pt x="904912" y="111844"/>
                </a:lnTo>
                <a:lnTo>
                  <a:pt x="905372" y="111643"/>
                </a:lnTo>
                <a:lnTo>
                  <a:pt x="905826" y="111438"/>
                </a:lnTo>
                <a:lnTo>
                  <a:pt x="906273" y="111229"/>
                </a:lnTo>
                <a:lnTo>
                  <a:pt x="906714" y="111015"/>
                </a:lnTo>
                <a:lnTo>
                  <a:pt x="907149" y="110796"/>
                </a:lnTo>
                <a:lnTo>
                  <a:pt x="907578" y="110573"/>
                </a:lnTo>
                <a:lnTo>
                  <a:pt x="908000" y="110345"/>
                </a:lnTo>
                <a:lnTo>
                  <a:pt x="908416" y="110112"/>
                </a:lnTo>
                <a:lnTo>
                  <a:pt x="908826" y="109875"/>
                </a:lnTo>
                <a:lnTo>
                  <a:pt x="909230" y="109634"/>
                </a:lnTo>
                <a:lnTo>
                  <a:pt x="909627" y="109387"/>
                </a:lnTo>
                <a:lnTo>
                  <a:pt x="910018" y="109136"/>
                </a:lnTo>
                <a:lnTo>
                  <a:pt x="910403" y="108881"/>
                </a:lnTo>
                <a:lnTo>
                  <a:pt x="910781" y="108621"/>
                </a:lnTo>
                <a:lnTo>
                  <a:pt x="911154" y="108356"/>
                </a:lnTo>
                <a:lnTo>
                  <a:pt x="911519" y="108087"/>
                </a:lnTo>
                <a:lnTo>
                  <a:pt x="911879" y="107813"/>
                </a:lnTo>
                <a:lnTo>
                  <a:pt x="912233" y="107534"/>
                </a:lnTo>
                <a:lnTo>
                  <a:pt x="912580" y="107251"/>
                </a:lnTo>
                <a:lnTo>
                  <a:pt x="912921" y="106963"/>
                </a:lnTo>
                <a:lnTo>
                  <a:pt x="913255" y="106671"/>
                </a:lnTo>
                <a:lnTo>
                  <a:pt x="913584" y="106375"/>
                </a:lnTo>
                <a:lnTo>
                  <a:pt x="913909" y="106079"/>
                </a:lnTo>
                <a:lnTo>
                  <a:pt x="914228" y="105781"/>
                </a:lnTo>
                <a:lnTo>
                  <a:pt x="914542" y="105482"/>
                </a:lnTo>
                <a:lnTo>
                  <a:pt x="914852" y="105181"/>
                </a:lnTo>
                <a:lnTo>
                  <a:pt x="915157" y="104880"/>
                </a:lnTo>
                <a:lnTo>
                  <a:pt x="915457" y="104577"/>
                </a:lnTo>
                <a:lnTo>
                  <a:pt x="915752" y="104272"/>
                </a:lnTo>
                <a:lnTo>
                  <a:pt x="916042" y="103967"/>
                </a:lnTo>
                <a:lnTo>
                  <a:pt x="916327" y="103660"/>
                </a:lnTo>
                <a:lnTo>
                  <a:pt x="916608" y="103352"/>
                </a:lnTo>
                <a:lnTo>
                  <a:pt x="916883" y="103043"/>
                </a:lnTo>
                <a:lnTo>
                  <a:pt x="917154" y="102732"/>
                </a:lnTo>
                <a:lnTo>
                  <a:pt x="917420" y="102420"/>
                </a:lnTo>
                <a:lnTo>
                  <a:pt x="917681" y="102107"/>
                </a:lnTo>
                <a:lnTo>
                  <a:pt x="917937" y="101792"/>
                </a:lnTo>
                <a:lnTo>
                  <a:pt x="918189" y="101477"/>
                </a:lnTo>
                <a:lnTo>
                  <a:pt x="918435" y="101160"/>
                </a:lnTo>
                <a:lnTo>
                  <a:pt x="918677" y="100841"/>
                </a:lnTo>
                <a:lnTo>
                  <a:pt x="918913" y="100522"/>
                </a:lnTo>
                <a:lnTo>
                  <a:pt x="919145" y="100201"/>
                </a:lnTo>
                <a:lnTo>
                  <a:pt x="919372" y="99879"/>
                </a:lnTo>
                <a:lnTo>
                  <a:pt x="919594" y="99555"/>
                </a:lnTo>
                <a:lnTo>
                  <a:pt x="919812" y="99230"/>
                </a:lnTo>
                <a:lnTo>
                  <a:pt x="911561" y="92674"/>
                </a:lnTo>
                <a:lnTo>
                  <a:pt x="911246" y="93082"/>
                </a:lnTo>
                <a:lnTo>
                  <a:pt x="910926" y="93483"/>
                </a:lnTo>
                <a:lnTo>
                  <a:pt x="910602" y="93877"/>
                </a:lnTo>
                <a:lnTo>
                  <a:pt x="910274" y="94264"/>
                </a:lnTo>
                <a:lnTo>
                  <a:pt x="909941" y="94644"/>
                </a:lnTo>
                <a:lnTo>
                  <a:pt x="909604" y="95017"/>
                </a:lnTo>
                <a:lnTo>
                  <a:pt x="909263" y="95384"/>
                </a:lnTo>
                <a:lnTo>
                  <a:pt x="908917" y="95743"/>
                </a:lnTo>
                <a:lnTo>
                  <a:pt x="908567" y="96096"/>
                </a:lnTo>
                <a:lnTo>
                  <a:pt x="908213" y="96442"/>
                </a:lnTo>
                <a:lnTo>
                  <a:pt x="907854" y="96781"/>
                </a:lnTo>
                <a:lnTo>
                  <a:pt x="907491" y="97112"/>
                </a:lnTo>
                <a:lnTo>
                  <a:pt x="907123" y="97437"/>
                </a:lnTo>
                <a:lnTo>
                  <a:pt x="906752" y="97755"/>
                </a:lnTo>
                <a:lnTo>
                  <a:pt x="906375" y="98067"/>
                </a:lnTo>
                <a:lnTo>
                  <a:pt x="905995" y="98371"/>
                </a:lnTo>
                <a:lnTo>
                  <a:pt x="905610" y="98668"/>
                </a:lnTo>
                <a:lnTo>
                  <a:pt x="905221" y="98959"/>
                </a:lnTo>
                <a:lnTo>
                  <a:pt x="904827" y="99242"/>
                </a:lnTo>
                <a:lnTo>
                  <a:pt x="904430" y="99519"/>
                </a:lnTo>
                <a:lnTo>
                  <a:pt x="904027" y="99789"/>
                </a:lnTo>
                <a:lnTo>
                  <a:pt x="903621" y="100051"/>
                </a:lnTo>
                <a:lnTo>
                  <a:pt x="903210" y="100307"/>
                </a:lnTo>
                <a:lnTo>
                  <a:pt x="902795" y="100556"/>
                </a:lnTo>
                <a:lnTo>
                  <a:pt x="902373" y="100797"/>
                </a:lnTo>
                <a:lnTo>
                  <a:pt x="901944" y="101027"/>
                </a:lnTo>
                <a:lnTo>
                  <a:pt x="901508" y="101247"/>
                </a:lnTo>
                <a:lnTo>
                  <a:pt x="901063" y="101457"/>
                </a:lnTo>
                <a:lnTo>
                  <a:pt x="900611" y="101656"/>
                </a:lnTo>
                <a:lnTo>
                  <a:pt x="900152" y="101846"/>
                </a:lnTo>
                <a:lnTo>
                  <a:pt x="899684" y="102025"/>
                </a:lnTo>
                <a:lnTo>
                  <a:pt x="899209" y="102193"/>
                </a:lnTo>
                <a:lnTo>
                  <a:pt x="898727" y="102352"/>
                </a:lnTo>
                <a:lnTo>
                  <a:pt x="898236" y="102500"/>
                </a:lnTo>
                <a:lnTo>
                  <a:pt x="897738" y="102638"/>
                </a:lnTo>
                <a:lnTo>
                  <a:pt x="897233" y="102766"/>
                </a:lnTo>
                <a:lnTo>
                  <a:pt x="896719" y="102884"/>
                </a:lnTo>
                <a:lnTo>
                  <a:pt x="896198" y="102991"/>
                </a:lnTo>
                <a:lnTo>
                  <a:pt x="895670" y="103089"/>
                </a:lnTo>
                <a:lnTo>
                  <a:pt x="895133" y="103176"/>
                </a:lnTo>
                <a:lnTo>
                  <a:pt x="894589" y="103252"/>
                </a:lnTo>
                <a:lnTo>
                  <a:pt x="894037" y="103319"/>
                </a:lnTo>
                <a:lnTo>
                  <a:pt x="893478" y="103375"/>
                </a:lnTo>
                <a:lnTo>
                  <a:pt x="892911" y="103421"/>
                </a:lnTo>
                <a:lnTo>
                  <a:pt x="892336" y="103457"/>
                </a:lnTo>
                <a:lnTo>
                  <a:pt x="891754" y="103483"/>
                </a:lnTo>
                <a:lnTo>
                  <a:pt x="891163" y="103498"/>
                </a:lnTo>
                <a:lnTo>
                  <a:pt x="890566" y="103503"/>
                </a:lnTo>
                <a:lnTo>
                  <a:pt x="890101" y="103499"/>
                </a:lnTo>
                <a:lnTo>
                  <a:pt x="889641" y="103488"/>
                </a:lnTo>
                <a:lnTo>
                  <a:pt x="889185" y="103470"/>
                </a:lnTo>
                <a:lnTo>
                  <a:pt x="888733" y="103444"/>
                </a:lnTo>
                <a:lnTo>
                  <a:pt x="888286" y="103410"/>
                </a:lnTo>
                <a:lnTo>
                  <a:pt x="887842" y="103370"/>
                </a:lnTo>
                <a:lnTo>
                  <a:pt x="887403" y="103321"/>
                </a:lnTo>
                <a:lnTo>
                  <a:pt x="886968" y="103266"/>
                </a:lnTo>
                <a:lnTo>
                  <a:pt x="886538" y="103203"/>
                </a:lnTo>
                <a:lnTo>
                  <a:pt x="886111" y="103132"/>
                </a:lnTo>
                <a:lnTo>
                  <a:pt x="885689" y="103054"/>
                </a:lnTo>
                <a:lnTo>
                  <a:pt x="885271" y="102969"/>
                </a:lnTo>
                <a:lnTo>
                  <a:pt x="884857" y="102876"/>
                </a:lnTo>
                <a:lnTo>
                  <a:pt x="884447" y="102776"/>
                </a:lnTo>
                <a:lnTo>
                  <a:pt x="884042" y="102669"/>
                </a:lnTo>
                <a:lnTo>
                  <a:pt x="883641" y="102554"/>
                </a:lnTo>
                <a:lnTo>
                  <a:pt x="883244" y="102431"/>
                </a:lnTo>
                <a:lnTo>
                  <a:pt x="882851" y="102301"/>
                </a:lnTo>
                <a:lnTo>
                  <a:pt x="882463" y="102164"/>
                </a:lnTo>
                <a:lnTo>
                  <a:pt x="882079" y="102019"/>
                </a:lnTo>
                <a:lnTo>
                  <a:pt x="881699" y="101867"/>
                </a:lnTo>
                <a:lnTo>
                  <a:pt x="881323" y="101708"/>
                </a:lnTo>
                <a:lnTo>
                  <a:pt x="880951" y="101541"/>
                </a:lnTo>
                <a:lnTo>
                  <a:pt x="880584" y="101367"/>
                </a:lnTo>
                <a:lnTo>
                  <a:pt x="880221" y="101186"/>
                </a:lnTo>
                <a:lnTo>
                  <a:pt x="879862" y="100999"/>
                </a:lnTo>
                <a:lnTo>
                  <a:pt x="879509" y="100807"/>
                </a:lnTo>
                <a:lnTo>
                  <a:pt x="879160" y="100610"/>
                </a:lnTo>
                <a:lnTo>
                  <a:pt x="878815" y="100406"/>
                </a:lnTo>
                <a:lnTo>
                  <a:pt x="878475" y="100197"/>
                </a:lnTo>
                <a:lnTo>
                  <a:pt x="878140" y="99983"/>
                </a:lnTo>
                <a:lnTo>
                  <a:pt x="877809" y="99762"/>
                </a:lnTo>
                <a:lnTo>
                  <a:pt x="877483" y="99537"/>
                </a:lnTo>
                <a:lnTo>
                  <a:pt x="877161" y="99305"/>
                </a:lnTo>
                <a:lnTo>
                  <a:pt x="876844" y="99068"/>
                </a:lnTo>
                <a:lnTo>
                  <a:pt x="876532" y="98825"/>
                </a:lnTo>
                <a:lnTo>
                  <a:pt x="876224" y="98577"/>
                </a:lnTo>
                <a:lnTo>
                  <a:pt x="875921" y="98323"/>
                </a:lnTo>
                <a:lnTo>
                  <a:pt x="875623" y="98063"/>
                </a:lnTo>
                <a:lnTo>
                  <a:pt x="875329" y="97798"/>
                </a:lnTo>
                <a:lnTo>
                  <a:pt x="875039" y="97527"/>
                </a:lnTo>
                <a:lnTo>
                  <a:pt x="874755" y="97251"/>
                </a:lnTo>
                <a:lnTo>
                  <a:pt x="874475" y="96968"/>
                </a:lnTo>
                <a:lnTo>
                  <a:pt x="874199" y="96681"/>
                </a:lnTo>
                <a:lnTo>
                  <a:pt x="873928" y="96387"/>
                </a:lnTo>
                <a:lnTo>
                  <a:pt x="873662" y="96088"/>
                </a:lnTo>
                <a:lnTo>
                  <a:pt x="873400" y="95784"/>
                </a:lnTo>
                <a:lnTo>
                  <a:pt x="873143" y="95473"/>
                </a:lnTo>
                <a:lnTo>
                  <a:pt x="872891" y="95158"/>
                </a:lnTo>
                <a:lnTo>
                  <a:pt x="872644" y="94839"/>
                </a:lnTo>
                <a:lnTo>
                  <a:pt x="872402" y="94515"/>
                </a:lnTo>
                <a:lnTo>
                  <a:pt x="872165" y="94187"/>
                </a:lnTo>
                <a:lnTo>
                  <a:pt x="871933" y="93855"/>
                </a:lnTo>
                <a:lnTo>
                  <a:pt x="871707" y="93519"/>
                </a:lnTo>
                <a:lnTo>
                  <a:pt x="871485" y="93178"/>
                </a:lnTo>
                <a:lnTo>
                  <a:pt x="871269" y="92834"/>
                </a:lnTo>
                <a:lnTo>
                  <a:pt x="871058" y="92485"/>
                </a:lnTo>
                <a:lnTo>
                  <a:pt x="870851" y="92131"/>
                </a:lnTo>
                <a:lnTo>
                  <a:pt x="870650" y="91774"/>
                </a:lnTo>
                <a:lnTo>
                  <a:pt x="870454" y="91412"/>
                </a:lnTo>
                <a:lnTo>
                  <a:pt x="870264" y="91047"/>
                </a:lnTo>
                <a:lnTo>
                  <a:pt x="870078" y="90676"/>
                </a:lnTo>
                <a:lnTo>
                  <a:pt x="869897" y="90302"/>
                </a:lnTo>
                <a:lnTo>
                  <a:pt x="869722" y="89924"/>
                </a:lnTo>
                <a:lnTo>
                  <a:pt x="869552" y="89541"/>
                </a:lnTo>
                <a:lnTo>
                  <a:pt x="869386" y="89154"/>
                </a:lnTo>
                <a:lnTo>
                  <a:pt x="869226" y="88763"/>
                </a:lnTo>
                <a:lnTo>
                  <a:pt x="869071" y="88367"/>
                </a:lnTo>
                <a:lnTo>
                  <a:pt x="868921" y="87968"/>
                </a:lnTo>
                <a:lnTo>
                  <a:pt x="868776" y="87564"/>
                </a:lnTo>
                <a:lnTo>
                  <a:pt x="868637" y="87156"/>
                </a:lnTo>
                <a:lnTo>
                  <a:pt x="868502" y="86744"/>
                </a:lnTo>
                <a:lnTo>
                  <a:pt x="868373" y="86328"/>
                </a:lnTo>
                <a:lnTo>
                  <a:pt x="868249" y="85910"/>
                </a:lnTo>
                <a:lnTo>
                  <a:pt x="868131" y="85490"/>
                </a:lnTo>
                <a:lnTo>
                  <a:pt x="868018" y="85067"/>
                </a:lnTo>
                <a:lnTo>
                  <a:pt x="867911" y="84641"/>
                </a:lnTo>
                <a:lnTo>
                  <a:pt x="867809" y="84214"/>
                </a:lnTo>
                <a:lnTo>
                  <a:pt x="867713" y="83783"/>
                </a:lnTo>
                <a:lnTo>
                  <a:pt x="867622" y="83351"/>
                </a:lnTo>
                <a:lnTo>
                  <a:pt x="867537" y="82916"/>
                </a:lnTo>
                <a:lnTo>
                  <a:pt x="867457" y="82478"/>
                </a:lnTo>
                <a:lnTo>
                  <a:pt x="867383" y="82038"/>
                </a:lnTo>
                <a:lnTo>
                  <a:pt x="867314" y="81596"/>
                </a:lnTo>
                <a:lnTo>
                  <a:pt x="867251" y="81151"/>
                </a:lnTo>
                <a:lnTo>
                  <a:pt x="867193" y="80704"/>
                </a:lnTo>
                <a:lnTo>
                  <a:pt x="867141" y="80255"/>
                </a:lnTo>
                <a:lnTo>
                  <a:pt x="867094" y="79803"/>
                </a:lnTo>
                <a:lnTo>
                  <a:pt x="867053" y="79348"/>
                </a:lnTo>
                <a:lnTo>
                  <a:pt x="867017" y="78891"/>
                </a:lnTo>
                <a:lnTo>
                  <a:pt x="866987" y="78432"/>
                </a:lnTo>
                <a:lnTo>
                  <a:pt x="866962" y="77970"/>
                </a:lnTo>
                <a:lnTo>
                  <a:pt x="866943" y="77506"/>
                </a:lnTo>
                <a:lnTo>
                  <a:pt x="866930" y="77056"/>
                </a:lnTo>
                <a:lnTo>
                  <a:pt x="920843" y="77056"/>
                </a:lnTo>
                <a:lnTo>
                  <a:pt x="920843" y="70951"/>
                </a:lnTo>
                <a:lnTo>
                  <a:pt x="920840" y="70255"/>
                </a:lnTo>
                <a:lnTo>
                  <a:pt x="920830" y="69563"/>
                </a:lnTo>
                <a:lnTo>
                  <a:pt x="920813" y="68875"/>
                </a:lnTo>
                <a:close/>
                <a:moveTo>
                  <a:pt x="867445" y="65159"/>
                </a:moveTo>
                <a:lnTo>
                  <a:pt x="867523" y="64642"/>
                </a:lnTo>
                <a:lnTo>
                  <a:pt x="867606" y="64132"/>
                </a:lnTo>
                <a:lnTo>
                  <a:pt x="867695" y="63627"/>
                </a:lnTo>
                <a:lnTo>
                  <a:pt x="867789" y="63129"/>
                </a:lnTo>
                <a:lnTo>
                  <a:pt x="867888" y="62636"/>
                </a:lnTo>
                <a:lnTo>
                  <a:pt x="867993" y="62149"/>
                </a:lnTo>
                <a:lnTo>
                  <a:pt x="868103" y="61668"/>
                </a:lnTo>
                <a:lnTo>
                  <a:pt x="868218" y="61193"/>
                </a:lnTo>
                <a:lnTo>
                  <a:pt x="868339" y="60724"/>
                </a:lnTo>
                <a:lnTo>
                  <a:pt x="868465" y="60260"/>
                </a:lnTo>
                <a:lnTo>
                  <a:pt x="868597" y="59803"/>
                </a:lnTo>
                <a:lnTo>
                  <a:pt x="868732" y="59351"/>
                </a:lnTo>
                <a:lnTo>
                  <a:pt x="868872" y="58905"/>
                </a:lnTo>
                <a:lnTo>
                  <a:pt x="869016" y="58466"/>
                </a:lnTo>
                <a:lnTo>
                  <a:pt x="869164" y="58032"/>
                </a:lnTo>
                <a:lnTo>
                  <a:pt x="869317" y="57604"/>
                </a:lnTo>
                <a:lnTo>
                  <a:pt x="869474" y="57181"/>
                </a:lnTo>
                <a:lnTo>
                  <a:pt x="869636" y="56765"/>
                </a:lnTo>
                <a:lnTo>
                  <a:pt x="869802" y="56355"/>
                </a:lnTo>
                <a:lnTo>
                  <a:pt x="869972" y="55950"/>
                </a:lnTo>
                <a:lnTo>
                  <a:pt x="870147" y="55551"/>
                </a:lnTo>
                <a:lnTo>
                  <a:pt x="870326" y="55159"/>
                </a:lnTo>
                <a:lnTo>
                  <a:pt x="870509" y="54772"/>
                </a:lnTo>
                <a:lnTo>
                  <a:pt x="870696" y="54391"/>
                </a:lnTo>
                <a:lnTo>
                  <a:pt x="870888" y="54016"/>
                </a:lnTo>
                <a:lnTo>
                  <a:pt x="871085" y="53646"/>
                </a:lnTo>
                <a:lnTo>
                  <a:pt x="871285" y="53283"/>
                </a:lnTo>
                <a:lnTo>
                  <a:pt x="871490" y="52926"/>
                </a:lnTo>
                <a:lnTo>
                  <a:pt x="871700" y="52574"/>
                </a:lnTo>
                <a:lnTo>
                  <a:pt x="871913" y="52228"/>
                </a:lnTo>
                <a:lnTo>
                  <a:pt x="872132" y="51889"/>
                </a:lnTo>
                <a:lnTo>
                  <a:pt x="872354" y="51555"/>
                </a:lnTo>
                <a:lnTo>
                  <a:pt x="872581" y="51227"/>
                </a:lnTo>
                <a:lnTo>
                  <a:pt x="872812" y="50904"/>
                </a:lnTo>
                <a:lnTo>
                  <a:pt x="873047" y="50588"/>
                </a:lnTo>
                <a:lnTo>
                  <a:pt x="873286" y="50279"/>
                </a:lnTo>
                <a:lnTo>
                  <a:pt x="873529" y="49976"/>
                </a:lnTo>
                <a:lnTo>
                  <a:pt x="873776" y="49680"/>
                </a:lnTo>
                <a:lnTo>
                  <a:pt x="874026" y="49390"/>
                </a:lnTo>
                <a:lnTo>
                  <a:pt x="874281" y="49106"/>
                </a:lnTo>
                <a:lnTo>
                  <a:pt x="874539" y="48830"/>
                </a:lnTo>
                <a:lnTo>
                  <a:pt x="874801" y="48559"/>
                </a:lnTo>
                <a:lnTo>
                  <a:pt x="875067" y="48295"/>
                </a:lnTo>
                <a:lnTo>
                  <a:pt x="875336" y="48038"/>
                </a:lnTo>
                <a:lnTo>
                  <a:pt x="875610" y="47787"/>
                </a:lnTo>
                <a:lnTo>
                  <a:pt x="875887" y="47543"/>
                </a:lnTo>
                <a:lnTo>
                  <a:pt x="876169" y="47306"/>
                </a:lnTo>
                <a:lnTo>
                  <a:pt x="876454" y="47074"/>
                </a:lnTo>
                <a:lnTo>
                  <a:pt x="876743" y="46850"/>
                </a:lnTo>
                <a:lnTo>
                  <a:pt x="877035" y="46632"/>
                </a:lnTo>
                <a:lnTo>
                  <a:pt x="877332" y="46420"/>
                </a:lnTo>
                <a:lnTo>
                  <a:pt x="877632" y="46215"/>
                </a:lnTo>
                <a:lnTo>
                  <a:pt x="877937" y="46016"/>
                </a:lnTo>
                <a:lnTo>
                  <a:pt x="878245" y="45824"/>
                </a:lnTo>
                <a:lnTo>
                  <a:pt x="878557" y="45639"/>
                </a:lnTo>
                <a:lnTo>
                  <a:pt x="878873" y="45460"/>
                </a:lnTo>
                <a:lnTo>
                  <a:pt x="879192" y="45287"/>
                </a:lnTo>
                <a:lnTo>
                  <a:pt x="879516" y="45121"/>
                </a:lnTo>
                <a:lnTo>
                  <a:pt x="879842" y="44962"/>
                </a:lnTo>
                <a:lnTo>
                  <a:pt x="880171" y="44810"/>
                </a:lnTo>
                <a:lnTo>
                  <a:pt x="880503" y="44664"/>
                </a:lnTo>
                <a:lnTo>
                  <a:pt x="880837" y="44525"/>
                </a:lnTo>
                <a:lnTo>
                  <a:pt x="881174" y="44393"/>
                </a:lnTo>
                <a:lnTo>
                  <a:pt x="881514" y="44267"/>
                </a:lnTo>
                <a:lnTo>
                  <a:pt x="881856" y="44149"/>
                </a:lnTo>
                <a:lnTo>
                  <a:pt x="882200" y="44037"/>
                </a:lnTo>
                <a:lnTo>
                  <a:pt x="882547" y="43932"/>
                </a:lnTo>
                <a:lnTo>
                  <a:pt x="882897" y="43834"/>
                </a:lnTo>
                <a:lnTo>
                  <a:pt x="883249" y="43742"/>
                </a:lnTo>
                <a:lnTo>
                  <a:pt x="883604" y="43657"/>
                </a:lnTo>
                <a:lnTo>
                  <a:pt x="883961" y="43579"/>
                </a:lnTo>
                <a:lnTo>
                  <a:pt x="884321" y="43508"/>
                </a:lnTo>
                <a:lnTo>
                  <a:pt x="884684" y="43444"/>
                </a:lnTo>
                <a:lnTo>
                  <a:pt x="885049" y="43386"/>
                </a:lnTo>
                <a:lnTo>
                  <a:pt x="885416" y="43335"/>
                </a:lnTo>
                <a:lnTo>
                  <a:pt x="885787" y="43291"/>
                </a:lnTo>
                <a:lnTo>
                  <a:pt x="886159" y="43254"/>
                </a:lnTo>
                <a:lnTo>
                  <a:pt x="886534" y="43223"/>
                </a:lnTo>
                <a:lnTo>
                  <a:pt x="886912" y="43200"/>
                </a:lnTo>
                <a:lnTo>
                  <a:pt x="887293" y="43183"/>
                </a:lnTo>
                <a:lnTo>
                  <a:pt x="887676" y="43173"/>
                </a:lnTo>
                <a:lnTo>
                  <a:pt x="888061" y="43169"/>
                </a:lnTo>
                <a:lnTo>
                  <a:pt x="888639" y="43175"/>
                </a:lnTo>
                <a:lnTo>
                  <a:pt x="889207" y="43192"/>
                </a:lnTo>
                <a:lnTo>
                  <a:pt x="889765" y="43220"/>
                </a:lnTo>
                <a:lnTo>
                  <a:pt x="890312" y="43259"/>
                </a:lnTo>
                <a:lnTo>
                  <a:pt x="890849" y="43310"/>
                </a:lnTo>
                <a:lnTo>
                  <a:pt x="891376" y="43371"/>
                </a:lnTo>
                <a:lnTo>
                  <a:pt x="891893" y="43444"/>
                </a:lnTo>
                <a:lnTo>
                  <a:pt x="892399" y="43528"/>
                </a:lnTo>
                <a:lnTo>
                  <a:pt x="892895" y="43624"/>
                </a:lnTo>
                <a:lnTo>
                  <a:pt x="893381" y="43730"/>
                </a:lnTo>
                <a:lnTo>
                  <a:pt x="893857" y="43848"/>
                </a:lnTo>
                <a:lnTo>
                  <a:pt x="894323" y="43977"/>
                </a:lnTo>
                <a:lnTo>
                  <a:pt x="894778" y="44118"/>
                </a:lnTo>
                <a:lnTo>
                  <a:pt x="895223" y="44269"/>
                </a:lnTo>
                <a:lnTo>
                  <a:pt x="895658" y="44432"/>
                </a:lnTo>
                <a:lnTo>
                  <a:pt x="896083" y="44606"/>
                </a:lnTo>
                <a:lnTo>
                  <a:pt x="896497" y="44791"/>
                </a:lnTo>
                <a:lnTo>
                  <a:pt x="896901" y="44987"/>
                </a:lnTo>
                <a:lnTo>
                  <a:pt x="897295" y="45195"/>
                </a:lnTo>
                <a:lnTo>
                  <a:pt x="897679" y="45414"/>
                </a:lnTo>
                <a:lnTo>
                  <a:pt x="898052" y="45644"/>
                </a:lnTo>
                <a:lnTo>
                  <a:pt x="898415" y="45885"/>
                </a:lnTo>
                <a:lnTo>
                  <a:pt x="898768" y="46138"/>
                </a:lnTo>
                <a:lnTo>
                  <a:pt x="899111" y="46401"/>
                </a:lnTo>
                <a:lnTo>
                  <a:pt x="899445" y="46674"/>
                </a:lnTo>
                <a:lnTo>
                  <a:pt x="899771" y="46952"/>
                </a:lnTo>
                <a:lnTo>
                  <a:pt x="900090" y="47236"/>
                </a:lnTo>
                <a:lnTo>
                  <a:pt x="900401" y="47527"/>
                </a:lnTo>
                <a:lnTo>
                  <a:pt x="900705" y="47824"/>
                </a:lnTo>
                <a:lnTo>
                  <a:pt x="901001" y="48127"/>
                </a:lnTo>
                <a:lnTo>
                  <a:pt x="901290" y="48436"/>
                </a:lnTo>
                <a:lnTo>
                  <a:pt x="901571" y="48751"/>
                </a:lnTo>
                <a:lnTo>
                  <a:pt x="901844" y="49072"/>
                </a:lnTo>
                <a:lnTo>
                  <a:pt x="902110" y="49399"/>
                </a:lnTo>
                <a:lnTo>
                  <a:pt x="902369" y="49733"/>
                </a:lnTo>
                <a:lnTo>
                  <a:pt x="902620" y="50072"/>
                </a:lnTo>
                <a:lnTo>
                  <a:pt x="902863" y="50418"/>
                </a:lnTo>
                <a:lnTo>
                  <a:pt x="903099" y="50770"/>
                </a:lnTo>
                <a:lnTo>
                  <a:pt x="903327" y="51128"/>
                </a:lnTo>
                <a:lnTo>
                  <a:pt x="903548" y="51492"/>
                </a:lnTo>
                <a:lnTo>
                  <a:pt x="903761" y="51862"/>
                </a:lnTo>
                <a:lnTo>
                  <a:pt x="903966" y="52238"/>
                </a:lnTo>
                <a:lnTo>
                  <a:pt x="904164" y="52621"/>
                </a:lnTo>
                <a:lnTo>
                  <a:pt x="904355" y="53009"/>
                </a:lnTo>
                <a:lnTo>
                  <a:pt x="904538" y="53404"/>
                </a:lnTo>
                <a:lnTo>
                  <a:pt x="904713" y="53805"/>
                </a:lnTo>
                <a:lnTo>
                  <a:pt x="904881" y="54212"/>
                </a:lnTo>
                <a:lnTo>
                  <a:pt x="905041" y="54625"/>
                </a:lnTo>
                <a:lnTo>
                  <a:pt x="905195" y="55041"/>
                </a:lnTo>
                <a:lnTo>
                  <a:pt x="905343" y="55459"/>
                </a:lnTo>
                <a:lnTo>
                  <a:pt x="905486" y="55877"/>
                </a:lnTo>
                <a:lnTo>
                  <a:pt x="905624" y="56297"/>
                </a:lnTo>
                <a:lnTo>
                  <a:pt x="905755" y="56718"/>
                </a:lnTo>
                <a:lnTo>
                  <a:pt x="905882" y="57139"/>
                </a:lnTo>
                <a:lnTo>
                  <a:pt x="906002" y="57562"/>
                </a:lnTo>
                <a:lnTo>
                  <a:pt x="906118" y="57986"/>
                </a:lnTo>
                <a:lnTo>
                  <a:pt x="906228" y="58411"/>
                </a:lnTo>
                <a:lnTo>
                  <a:pt x="906332" y="58836"/>
                </a:lnTo>
                <a:lnTo>
                  <a:pt x="906431" y="59263"/>
                </a:lnTo>
                <a:lnTo>
                  <a:pt x="906524" y="59691"/>
                </a:lnTo>
                <a:lnTo>
                  <a:pt x="906612" y="60120"/>
                </a:lnTo>
                <a:lnTo>
                  <a:pt x="906694" y="60550"/>
                </a:lnTo>
                <a:lnTo>
                  <a:pt x="906771" y="60980"/>
                </a:lnTo>
                <a:lnTo>
                  <a:pt x="906842" y="61412"/>
                </a:lnTo>
                <a:lnTo>
                  <a:pt x="906908" y="61845"/>
                </a:lnTo>
                <a:lnTo>
                  <a:pt x="906968" y="62279"/>
                </a:lnTo>
                <a:lnTo>
                  <a:pt x="907023" y="62714"/>
                </a:lnTo>
                <a:lnTo>
                  <a:pt x="907072" y="63150"/>
                </a:lnTo>
                <a:lnTo>
                  <a:pt x="907116" y="63587"/>
                </a:lnTo>
                <a:lnTo>
                  <a:pt x="907154" y="64025"/>
                </a:lnTo>
                <a:lnTo>
                  <a:pt x="907187" y="64464"/>
                </a:lnTo>
                <a:lnTo>
                  <a:pt x="907215" y="64904"/>
                </a:lnTo>
                <a:lnTo>
                  <a:pt x="907215" y="65933"/>
                </a:lnTo>
                <a:lnTo>
                  <a:pt x="867340" y="65933"/>
                </a:lnTo>
                <a:lnTo>
                  <a:pt x="867372" y="65681"/>
                </a:lnTo>
                <a:lnTo>
                  <a:pt x="867445" y="65159"/>
                </a:lnTo>
                <a:close/>
                <a:moveTo>
                  <a:pt x="950406" y="56381"/>
                </a:moveTo>
                <a:lnTo>
                  <a:pt x="950535" y="56086"/>
                </a:lnTo>
                <a:lnTo>
                  <a:pt x="950668" y="55794"/>
                </a:lnTo>
                <a:lnTo>
                  <a:pt x="950804" y="55506"/>
                </a:lnTo>
                <a:lnTo>
                  <a:pt x="950944" y="55221"/>
                </a:lnTo>
                <a:lnTo>
                  <a:pt x="951088" y="54939"/>
                </a:lnTo>
                <a:lnTo>
                  <a:pt x="951236" y="54661"/>
                </a:lnTo>
                <a:lnTo>
                  <a:pt x="951387" y="54387"/>
                </a:lnTo>
                <a:lnTo>
                  <a:pt x="951542" y="54116"/>
                </a:lnTo>
                <a:lnTo>
                  <a:pt x="951701" y="53848"/>
                </a:lnTo>
                <a:lnTo>
                  <a:pt x="951863" y="53584"/>
                </a:lnTo>
                <a:lnTo>
                  <a:pt x="952029" y="53323"/>
                </a:lnTo>
                <a:lnTo>
                  <a:pt x="952199" y="53066"/>
                </a:lnTo>
                <a:lnTo>
                  <a:pt x="952372" y="52812"/>
                </a:lnTo>
                <a:lnTo>
                  <a:pt x="952550" y="52562"/>
                </a:lnTo>
                <a:lnTo>
                  <a:pt x="952730" y="52315"/>
                </a:lnTo>
                <a:lnTo>
                  <a:pt x="952915" y="52072"/>
                </a:lnTo>
                <a:lnTo>
                  <a:pt x="953103" y="51832"/>
                </a:lnTo>
                <a:lnTo>
                  <a:pt x="953295" y="51595"/>
                </a:lnTo>
                <a:lnTo>
                  <a:pt x="953491" y="51362"/>
                </a:lnTo>
                <a:lnTo>
                  <a:pt x="953691" y="51132"/>
                </a:lnTo>
                <a:lnTo>
                  <a:pt x="953894" y="50906"/>
                </a:lnTo>
                <a:lnTo>
                  <a:pt x="954101" y="50683"/>
                </a:lnTo>
                <a:lnTo>
                  <a:pt x="954311" y="50464"/>
                </a:lnTo>
                <a:lnTo>
                  <a:pt x="954526" y="50250"/>
                </a:lnTo>
                <a:lnTo>
                  <a:pt x="954744" y="50039"/>
                </a:lnTo>
                <a:lnTo>
                  <a:pt x="954966" y="49832"/>
                </a:lnTo>
                <a:lnTo>
                  <a:pt x="955192" y="49629"/>
                </a:lnTo>
                <a:lnTo>
                  <a:pt x="955422" y="49431"/>
                </a:lnTo>
                <a:lnTo>
                  <a:pt x="955656" y="49237"/>
                </a:lnTo>
                <a:lnTo>
                  <a:pt x="955893" y="49046"/>
                </a:lnTo>
                <a:lnTo>
                  <a:pt x="956135" y="48860"/>
                </a:lnTo>
                <a:lnTo>
                  <a:pt x="956380" y="48678"/>
                </a:lnTo>
                <a:lnTo>
                  <a:pt x="956629" y="48500"/>
                </a:lnTo>
                <a:lnTo>
                  <a:pt x="956882" y="48326"/>
                </a:lnTo>
                <a:lnTo>
                  <a:pt x="957138" y="48156"/>
                </a:lnTo>
                <a:lnTo>
                  <a:pt x="957399" y="47990"/>
                </a:lnTo>
                <a:lnTo>
                  <a:pt x="957663" y="47829"/>
                </a:lnTo>
                <a:lnTo>
                  <a:pt x="957931" y="47671"/>
                </a:lnTo>
                <a:lnTo>
                  <a:pt x="958203" y="47518"/>
                </a:lnTo>
                <a:lnTo>
                  <a:pt x="958479" y="47368"/>
                </a:lnTo>
                <a:lnTo>
                  <a:pt x="958759" y="47223"/>
                </a:lnTo>
                <a:lnTo>
                  <a:pt x="959043" y="47082"/>
                </a:lnTo>
                <a:lnTo>
                  <a:pt x="959330" y="46945"/>
                </a:lnTo>
                <a:lnTo>
                  <a:pt x="959621" y="46812"/>
                </a:lnTo>
                <a:lnTo>
                  <a:pt x="959916" y="46683"/>
                </a:lnTo>
                <a:lnTo>
                  <a:pt x="960215" y="46558"/>
                </a:lnTo>
                <a:lnTo>
                  <a:pt x="960518" y="46438"/>
                </a:lnTo>
                <a:lnTo>
                  <a:pt x="960824" y="46323"/>
                </a:lnTo>
                <a:lnTo>
                  <a:pt x="961135" y="46213"/>
                </a:lnTo>
                <a:lnTo>
                  <a:pt x="961449" y="46108"/>
                </a:lnTo>
                <a:lnTo>
                  <a:pt x="961767" y="46008"/>
                </a:lnTo>
                <a:lnTo>
                  <a:pt x="962089" y="45913"/>
                </a:lnTo>
                <a:lnTo>
                  <a:pt x="962415" y="45824"/>
                </a:lnTo>
                <a:lnTo>
                  <a:pt x="962744" y="45739"/>
                </a:lnTo>
                <a:lnTo>
                  <a:pt x="963078" y="45660"/>
                </a:lnTo>
                <a:lnTo>
                  <a:pt x="963415" y="45586"/>
                </a:lnTo>
                <a:lnTo>
                  <a:pt x="963756" y="45517"/>
                </a:lnTo>
                <a:lnTo>
                  <a:pt x="964101" y="45453"/>
                </a:lnTo>
                <a:lnTo>
                  <a:pt x="964450" y="45394"/>
                </a:lnTo>
                <a:lnTo>
                  <a:pt x="964802" y="45340"/>
                </a:lnTo>
                <a:lnTo>
                  <a:pt x="965159" y="45292"/>
                </a:lnTo>
                <a:lnTo>
                  <a:pt x="965519" y="45248"/>
                </a:lnTo>
                <a:lnTo>
                  <a:pt x="965883" y="45210"/>
                </a:lnTo>
                <a:lnTo>
                  <a:pt x="966251" y="45177"/>
                </a:lnTo>
                <a:lnTo>
                  <a:pt x="966623" y="45149"/>
                </a:lnTo>
                <a:lnTo>
                  <a:pt x="966999" y="45126"/>
                </a:lnTo>
                <a:lnTo>
                  <a:pt x="967378" y="45108"/>
                </a:lnTo>
                <a:lnTo>
                  <a:pt x="967761" y="45095"/>
                </a:lnTo>
                <a:lnTo>
                  <a:pt x="968149" y="45087"/>
                </a:lnTo>
                <a:lnTo>
                  <a:pt x="968540" y="45085"/>
                </a:lnTo>
                <a:lnTo>
                  <a:pt x="968698" y="45085"/>
                </a:lnTo>
                <a:lnTo>
                  <a:pt x="968856" y="45085"/>
                </a:lnTo>
                <a:lnTo>
                  <a:pt x="969012" y="45086"/>
                </a:lnTo>
                <a:lnTo>
                  <a:pt x="969167" y="45088"/>
                </a:lnTo>
                <a:lnTo>
                  <a:pt x="969320" y="45089"/>
                </a:lnTo>
                <a:lnTo>
                  <a:pt x="969472" y="45092"/>
                </a:lnTo>
                <a:lnTo>
                  <a:pt x="969622" y="45094"/>
                </a:lnTo>
                <a:lnTo>
                  <a:pt x="969771" y="45097"/>
                </a:lnTo>
                <a:lnTo>
                  <a:pt x="969919" y="45100"/>
                </a:lnTo>
                <a:lnTo>
                  <a:pt x="970065" y="45104"/>
                </a:lnTo>
                <a:lnTo>
                  <a:pt x="970210" y="45108"/>
                </a:lnTo>
                <a:lnTo>
                  <a:pt x="970354" y="45112"/>
                </a:lnTo>
                <a:lnTo>
                  <a:pt x="970496" y="45117"/>
                </a:lnTo>
                <a:lnTo>
                  <a:pt x="970636" y="45122"/>
                </a:lnTo>
                <a:lnTo>
                  <a:pt x="970775" y="45128"/>
                </a:lnTo>
                <a:lnTo>
                  <a:pt x="970913" y="45134"/>
                </a:lnTo>
                <a:lnTo>
                  <a:pt x="971050" y="45140"/>
                </a:lnTo>
                <a:lnTo>
                  <a:pt x="971185" y="45147"/>
                </a:lnTo>
                <a:lnTo>
                  <a:pt x="971318" y="45154"/>
                </a:lnTo>
                <a:lnTo>
                  <a:pt x="971450" y="45161"/>
                </a:lnTo>
                <a:lnTo>
                  <a:pt x="971581" y="45169"/>
                </a:lnTo>
                <a:lnTo>
                  <a:pt x="971711" y="45177"/>
                </a:lnTo>
                <a:lnTo>
                  <a:pt x="971839" y="45186"/>
                </a:lnTo>
                <a:lnTo>
                  <a:pt x="971965" y="45195"/>
                </a:lnTo>
                <a:lnTo>
                  <a:pt x="972091" y="45205"/>
                </a:lnTo>
                <a:lnTo>
                  <a:pt x="972218" y="45215"/>
                </a:lnTo>
                <a:lnTo>
                  <a:pt x="972346" y="45227"/>
                </a:lnTo>
                <a:lnTo>
                  <a:pt x="972474" y="45239"/>
                </a:lnTo>
                <a:lnTo>
                  <a:pt x="972602" y="45252"/>
                </a:lnTo>
                <a:lnTo>
                  <a:pt x="972732" y="45266"/>
                </a:lnTo>
                <a:lnTo>
                  <a:pt x="972862" y="45282"/>
                </a:lnTo>
                <a:lnTo>
                  <a:pt x="972992" y="45297"/>
                </a:lnTo>
                <a:lnTo>
                  <a:pt x="973124" y="45314"/>
                </a:lnTo>
                <a:lnTo>
                  <a:pt x="973256" y="45332"/>
                </a:lnTo>
                <a:lnTo>
                  <a:pt x="973388" y="45351"/>
                </a:lnTo>
                <a:lnTo>
                  <a:pt x="973521" y="45370"/>
                </a:lnTo>
                <a:lnTo>
                  <a:pt x="973655" y="45390"/>
                </a:lnTo>
                <a:lnTo>
                  <a:pt x="973790" y="45412"/>
                </a:lnTo>
                <a:lnTo>
                  <a:pt x="973925" y="45434"/>
                </a:lnTo>
                <a:lnTo>
                  <a:pt x="974061" y="45457"/>
                </a:lnTo>
                <a:lnTo>
                  <a:pt x="974197" y="45481"/>
                </a:lnTo>
                <a:lnTo>
                  <a:pt x="974334" y="45506"/>
                </a:lnTo>
                <a:lnTo>
                  <a:pt x="974472" y="45532"/>
                </a:lnTo>
                <a:lnTo>
                  <a:pt x="974610" y="45558"/>
                </a:lnTo>
                <a:lnTo>
                  <a:pt x="974749" y="45586"/>
                </a:lnTo>
                <a:lnTo>
                  <a:pt x="974889" y="45614"/>
                </a:lnTo>
                <a:lnTo>
                  <a:pt x="975029" y="45644"/>
                </a:lnTo>
                <a:lnTo>
                  <a:pt x="975170" y="45674"/>
                </a:lnTo>
                <a:lnTo>
                  <a:pt x="975243" y="33003"/>
                </a:lnTo>
                <a:lnTo>
                  <a:pt x="975180" y="32972"/>
                </a:lnTo>
                <a:lnTo>
                  <a:pt x="975112" y="32942"/>
                </a:lnTo>
                <a:lnTo>
                  <a:pt x="975041" y="32912"/>
                </a:lnTo>
                <a:lnTo>
                  <a:pt x="974965" y="32881"/>
                </a:lnTo>
                <a:lnTo>
                  <a:pt x="974885" y="32851"/>
                </a:lnTo>
                <a:lnTo>
                  <a:pt x="974801" y="32821"/>
                </a:lnTo>
                <a:lnTo>
                  <a:pt x="974713" y="32791"/>
                </a:lnTo>
                <a:lnTo>
                  <a:pt x="974621" y="32762"/>
                </a:lnTo>
                <a:lnTo>
                  <a:pt x="974525" y="32732"/>
                </a:lnTo>
                <a:lnTo>
                  <a:pt x="974425" y="32703"/>
                </a:lnTo>
                <a:lnTo>
                  <a:pt x="974320" y="32673"/>
                </a:lnTo>
                <a:lnTo>
                  <a:pt x="974212" y="32644"/>
                </a:lnTo>
                <a:lnTo>
                  <a:pt x="974099" y="32615"/>
                </a:lnTo>
                <a:lnTo>
                  <a:pt x="973983" y="32586"/>
                </a:lnTo>
                <a:lnTo>
                  <a:pt x="973862" y="32557"/>
                </a:lnTo>
                <a:lnTo>
                  <a:pt x="973737" y="32528"/>
                </a:lnTo>
                <a:lnTo>
                  <a:pt x="973608" y="32500"/>
                </a:lnTo>
                <a:lnTo>
                  <a:pt x="973475" y="32471"/>
                </a:lnTo>
                <a:lnTo>
                  <a:pt x="973338" y="32443"/>
                </a:lnTo>
                <a:lnTo>
                  <a:pt x="973197" y="32415"/>
                </a:lnTo>
                <a:lnTo>
                  <a:pt x="973052" y="32387"/>
                </a:lnTo>
                <a:lnTo>
                  <a:pt x="972902" y="32359"/>
                </a:lnTo>
                <a:lnTo>
                  <a:pt x="972749" y="32331"/>
                </a:lnTo>
                <a:lnTo>
                  <a:pt x="972591" y="32303"/>
                </a:lnTo>
                <a:lnTo>
                  <a:pt x="972432" y="32276"/>
                </a:lnTo>
                <a:lnTo>
                  <a:pt x="972275" y="32250"/>
                </a:lnTo>
                <a:lnTo>
                  <a:pt x="972119" y="32226"/>
                </a:lnTo>
                <a:lnTo>
                  <a:pt x="971965" y="32202"/>
                </a:lnTo>
                <a:lnTo>
                  <a:pt x="971812" y="32180"/>
                </a:lnTo>
                <a:lnTo>
                  <a:pt x="971661" y="32158"/>
                </a:lnTo>
                <a:lnTo>
                  <a:pt x="971512" y="32138"/>
                </a:lnTo>
                <a:lnTo>
                  <a:pt x="971363" y="32119"/>
                </a:lnTo>
                <a:lnTo>
                  <a:pt x="971217" y="32101"/>
                </a:lnTo>
                <a:lnTo>
                  <a:pt x="971072" y="32085"/>
                </a:lnTo>
                <a:lnTo>
                  <a:pt x="970928" y="32069"/>
                </a:lnTo>
                <a:lnTo>
                  <a:pt x="970786" y="32055"/>
                </a:lnTo>
                <a:lnTo>
                  <a:pt x="970646" y="32041"/>
                </a:lnTo>
                <a:lnTo>
                  <a:pt x="970507" y="32029"/>
                </a:lnTo>
                <a:lnTo>
                  <a:pt x="970370" y="32018"/>
                </a:lnTo>
                <a:lnTo>
                  <a:pt x="970234" y="32009"/>
                </a:lnTo>
                <a:lnTo>
                  <a:pt x="970100" y="32000"/>
                </a:lnTo>
                <a:lnTo>
                  <a:pt x="969967" y="31992"/>
                </a:lnTo>
                <a:lnTo>
                  <a:pt x="969836" y="31986"/>
                </a:lnTo>
                <a:lnTo>
                  <a:pt x="969706" y="31981"/>
                </a:lnTo>
                <a:lnTo>
                  <a:pt x="969578" y="31977"/>
                </a:lnTo>
                <a:lnTo>
                  <a:pt x="969451" y="31974"/>
                </a:lnTo>
                <a:lnTo>
                  <a:pt x="969326" y="31972"/>
                </a:lnTo>
                <a:lnTo>
                  <a:pt x="969203" y="31972"/>
                </a:lnTo>
                <a:lnTo>
                  <a:pt x="968665" y="31977"/>
                </a:lnTo>
                <a:lnTo>
                  <a:pt x="968135" y="31991"/>
                </a:lnTo>
                <a:lnTo>
                  <a:pt x="967610" y="32015"/>
                </a:lnTo>
                <a:lnTo>
                  <a:pt x="967092" y="32048"/>
                </a:lnTo>
                <a:lnTo>
                  <a:pt x="966580" y="32092"/>
                </a:lnTo>
                <a:lnTo>
                  <a:pt x="966074" y="32144"/>
                </a:lnTo>
                <a:lnTo>
                  <a:pt x="965574" y="32207"/>
                </a:lnTo>
                <a:lnTo>
                  <a:pt x="965081" y="32279"/>
                </a:lnTo>
                <a:lnTo>
                  <a:pt x="964594" y="32360"/>
                </a:lnTo>
                <a:lnTo>
                  <a:pt x="964114" y="32451"/>
                </a:lnTo>
                <a:lnTo>
                  <a:pt x="963639" y="32552"/>
                </a:lnTo>
                <a:lnTo>
                  <a:pt x="963171" y="32662"/>
                </a:lnTo>
                <a:lnTo>
                  <a:pt x="962709" y="32782"/>
                </a:lnTo>
                <a:lnTo>
                  <a:pt x="962253" y="32912"/>
                </a:lnTo>
                <a:lnTo>
                  <a:pt x="961804" y="33051"/>
                </a:lnTo>
                <a:lnTo>
                  <a:pt x="961361" y="33200"/>
                </a:lnTo>
                <a:lnTo>
                  <a:pt x="960924" y="33358"/>
                </a:lnTo>
                <a:lnTo>
                  <a:pt x="960494" y="33526"/>
                </a:lnTo>
                <a:lnTo>
                  <a:pt x="960069" y="33703"/>
                </a:lnTo>
                <a:lnTo>
                  <a:pt x="959651" y="33890"/>
                </a:lnTo>
                <a:lnTo>
                  <a:pt x="959240" y="34087"/>
                </a:lnTo>
                <a:lnTo>
                  <a:pt x="958834" y="34293"/>
                </a:lnTo>
                <a:lnTo>
                  <a:pt x="958435" y="34509"/>
                </a:lnTo>
                <a:lnTo>
                  <a:pt x="958042" y="34734"/>
                </a:lnTo>
                <a:lnTo>
                  <a:pt x="957655" y="34968"/>
                </a:lnTo>
                <a:lnTo>
                  <a:pt x="957274" y="35210"/>
                </a:lnTo>
                <a:lnTo>
                  <a:pt x="956898" y="35458"/>
                </a:lnTo>
                <a:lnTo>
                  <a:pt x="956529" y="35714"/>
                </a:lnTo>
                <a:lnTo>
                  <a:pt x="956165" y="35978"/>
                </a:lnTo>
                <a:lnTo>
                  <a:pt x="955807" y="36249"/>
                </a:lnTo>
                <a:lnTo>
                  <a:pt x="955454" y="36528"/>
                </a:lnTo>
                <a:lnTo>
                  <a:pt x="955107" y="36813"/>
                </a:lnTo>
                <a:lnTo>
                  <a:pt x="954767" y="37107"/>
                </a:lnTo>
                <a:lnTo>
                  <a:pt x="954431" y="37407"/>
                </a:lnTo>
                <a:lnTo>
                  <a:pt x="954102" y="37715"/>
                </a:lnTo>
                <a:lnTo>
                  <a:pt x="953778" y="38031"/>
                </a:lnTo>
                <a:lnTo>
                  <a:pt x="953460" y="38354"/>
                </a:lnTo>
                <a:lnTo>
                  <a:pt x="953148" y="38684"/>
                </a:lnTo>
                <a:lnTo>
                  <a:pt x="952842" y="39022"/>
                </a:lnTo>
                <a:lnTo>
                  <a:pt x="952541" y="39367"/>
                </a:lnTo>
                <a:lnTo>
                  <a:pt x="952247" y="39720"/>
                </a:lnTo>
                <a:lnTo>
                  <a:pt x="951957" y="40080"/>
                </a:lnTo>
                <a:lnTo>
                  <a:pt x="951674" y="40447"/>
                </a:lnTo>
                <a:lnTo>
                  <a:pt x="951396" y="40822"/>
                </a:lnTo>
                <a:lnTo>
                  <a:pt x="951125" y="41204"/>
                </a:lnTo>
                <a:lnTo>
                  <a:pt x="950859" y="41594"/>
                </a:lnTo>
                <a:lnTo>
                  <a:pt x="950598" y="41991"/>
                </a:lnTo>
                <a:lnTo>
                  <a:pt x="950344" y="42396"/>
                </a:lnTo>
                <a:lnTo>
                  <a:pt x="950243" y="42561"/>
                </a:lnTo>
                <a:lnTo>
                  <a:pt x="949975" y="33445"/>
                </a:lnTo>
                <a:lnTo>
                  <a:pt x="936715" y="33445"/>
                </a:lnTo>
                <a:lnTo>
                  <a:pt x="936715" y="113154"/>
                </a:lnTo>
                <a:lnTo>
                  <a:pt x="950344" y="113154"/>
                </a:lnTo>
                <a:lnTo>
                  <a:pt x="950344" y="56531"/>
                </a:lnTo>
                <a:lnTo>
                  <a:pt x="950406" y="56381"/>
                </a:lnTo>
                <a:close/>
                <a:moveTo>
                  <a:pt x="705352" y="109484"/>
                </a:moveTo>
                <a:lnTo>
                  <a:pt x="705339" y="109810"/>
                </a:lnTo>
                <a:lnTo>
                  <a:pt x="705323" y="110134"/>
                </a:lnTo>
                <a:lnTo>
                  <a:pt x="705304" y="110457"/>
                </a:lnTo>
                <a:lnTo>
                  <a:pt x="705282" y="110779"/>
                </a:lnTo>
                <a:lnTo>
                  <a:pt x="705257" y="111099"/>
                </a:lnTo>
                <a:lnTo>
                  <a:pt x="705229" y="111418"/>
                </a:lnTo>
                <a:lnTo>
                  <a:pt x="705198" y="111735"/>
                </a:lnTo>
                <a:lnTo>
                  <a:pt x="705164" y="112051"/>
                </a:lnTo>
                <a:lnTo>
                  <a:pt x="705127" y="112365"/>
                </a:lnTo>
                <a:lnTo>
                  <a:pt x="705088" y="112678"/>
                </a:lnTo>
                <a:lnTo>
                  <a:pt x="705045" y="112990"/>
                </a:lnTo>
                <a:lnTo>
                  <a:pt x="704999" y="113300"/>
                </a:lnTo>
                <a:lnTo>
                  <a:pt x="704951" y="113609"/>
                </a:lnTo>
                <a:lnTo>
                  <a:pt x="704899" y="113917"/>
                </a:lnTo>
                <a:lnTo>
                  <a:pt x="704845" y="114223"/>
                </a:lnTo>
                <a:lnTo>
                  <a:pt x="704787" y="114527"/>
                </a:lnTo>
                <a:lnTo>
                  <a:pt x="704727" y="114831"/>
                </a:lnTo>
                <a:lnTo>
                  <a:pt x="704664" y="115132"/>
                </a:lnTo>
                <a:lnTo>
                  <a:pt x="704598" y="115433"/>
                </a:lnTo>
                <a:lnTo>
                  <a:pt x="704529" y="115732"/>
                </a:lnTo>
                <a:lnTo>
                  <a:pt x="704457" y="116030"/>
                </a:lnTo>
                <a:lnTo>
                  <a:pt x="704382" y="116327"/>
                </a:lnTo>
                <a:lnTo>
                  <a:pt x="704305" y="116623"/>
                </a:lnTo>
                <a:lnTo>
                  <a:pt x="704225" y="116919"/>
                </a:lnTo>
                <a:lnTo>
                  <a:pt x="704142" y="117214"/>
                </a:lnTo>
                <a:lnTo>
                  <a:pt x="704057" y="117508"/>
                </a:lnTo>
                <a:lnTo>
                  <a:pt x="703969" y="117801"/>
                </a:lnTo>
                <a:lnTo>
                  <a:pt x="703878" y="118094"/>
                </a:lnTo>
                <a:lnTo>
                  <a:pt x="703784" y="118386"/>
                </a:lnTo>
                <a:lnTo>
                  <a:pt x="703688" y="118677"/>
                </a:lnTo>
                <a:lnTo>
                  <a:pt x="703590" y="118967"/>
                </a:lnTo>
                <a:lnTo>
                  <a:pt x="703488" y="119256"/>
                </a:lnTo>
                <a:lnTo>
                  <a:pt x="703384" y="119545"/>
                </a:lnTo>
                <a:lnTo>
                  <a:pt x="703277" y="119833"/>
                </a:lnTo>
                <a:lnTo>
                  <a:pt x="703167" y="120120"/>
                </a:lnTo>
                <a:lnTo>
                  <a:pt x="703055" y="120407"/>
                </a:lnTo>
                <a:lnTo>
                  <a:pt x="702940" y="120692"/>
                </a:lnTo>
                <a:lnTo>
                  <a:pt x="702823" y="120977"/>
                </a:lnTo>
                <a:lnTo>
                  <a:pt x="702702" y="121261"/>
                </a:lnTo>
                <a:lnTo>
                  <a:pt x="702579" y="121545"/>
                </a:lnTo>
                <a:lnTo>
                  <a:pt x="702454" y="121827"/>
                </a:lnTo>
                <a:lnTo>
                  <a:pt x="702325" y="122109"/>
                </a:lnTo>
                <a:lnTo>
                  <a:pt x="702194" y="122390"/>
                </a:lnTo>
                <a:lnTo>
                  <a:pt x="702061" y="122670"/>
                </a:lnTo>
                <a:lnTo>
                  <a:pt x="701924" y="122950"/>
                </a:lnTo>
                <a:lnTo>
                  <a:pt x="701786" y="123229"/>
                </a:lnTo>
                <a:lnTo>
                  <a:pt x="701644" y="123508"/>
                </a:lnTo>
                <a:lnTo>
                  <a:pt x="701500" y="123787"/>
                </a:lnTo>
                <a:lnTo>
                  <a:pt x="701353" y="124065"/>
                </a:lnTo>
                <a:lnTo>
                  <a:pt x="701204" y="124343"/>
                </a:lnTo>
                <a:lnTo>
                  <a:pt x="701053" y="124620"/>
                </a:lnTo>
                <a:lnTo>
                  <a:pt x="700898" y="124897"/>
                </a:lnTo>
                <a:lnTo>
                  <a:pt x="700742" y="125174"/>
                </a:lnTo>
                <a:lnTo>
                  <a:pt x="700582" y="125450"/>
                </a:lnTo>
                <a:lnTo>
                  <a:pt x="700420" y="125726"/>
                </a:lnTo>
                <a:lnTo>
                  <a:pt x="700256" y="126001"/>
                </a:lnTo>
                <a:lnTo>
                  <a:pt x="700089" y="126276"/>
                </a:lnTo>
                <a:lnTo>
                  <a:pt x="699919" y="126551"/>
                </a:lnTo>
                <a:lnTo>
                  <a:pt x="699747" y="126825"/>
                </a:lnTo>
                <a:lnTo>
                  <a:pt x="699572" y="127099"/>
                </a:lnTo>
                <a:lnTo>
                  <a:pt x="699395" y="127372"/>
                </a:lnTo>
                <a:lnTo>
                  <a:pt x="699215" y="127645"/>
                </a:lnTo>
                <a:lnTo>
                  <a:pt x="699033" y="127918"/>
                </a:lnTo>
                <a:lnTo>
                  <a:pt x="698848" y="128190"/>
                </a:lnTo>
                <a:lnTo>
                  <a:pt x="698661" y="128462"/>
                </a:lnTo>
                <a:lnTo>
                  <a:pt x="698470" y="128733"/>
                </a:lnTo>
                <a:lnTo>
                  <a:pt x="698278" y="129005"/>
                </a:lnTo>
                <a:lnTo>
                  <a:pt x="698083" y="129275"/>
                </a:lnTo>
                <a:lnTo>
                  <a:pt x="705818" y="134664"/>
                </a:lnTo>
                <a:lnTo>
                  <a:pt x="706323" y="134242"/>
                </a:lnTo>
                <a:lnTo>
                  <a:pt x="706818" y="133811"/>
                </a:lnTo>
                <a:lnTo>
                  <a:pt x="707304" y="133371"/>
                </a:lnTo>
                <a:lnTo>
                  <a:pt x="707780" y="132923"/>
                </a:lnTo>
                <a:lnTo>
                  <a:pt x="708247" y="132466"/>
                </a:lnTo>
                <a:lnTo>
                  <a:pt x="708705" y="132001"/>
                </a:lnTo>
                <a:lnTo>
                  <a:pt x="709153" y="131526"/>
                </a:lnTo>
                <a:lnTo>
                  <a:pt x="709591" y="131044"/>
                </a:lnTo>
                <a:lnTo>
                  <a:pt x="710020" y="130553"/>
                </a:lnTo>
                <a:lnTo>
                  <a:pt x="710440" y="130053"/>
                </a:lnTo>
                <a:lnTo>
                  <a:pt x="710850" y="129544"/>
                </a:lnTo>
                <a:lnTo>
                  <a:pt x="711251" y="129027"/>
                </a:lnTo>
                <a:lnTo>
                  <a:pt x="711642" y="128502"/>
                </a:lnTo>
                <a:lnTo>
                  <a:pt x="712024" y="127967"/>
                </a:lnTo>
                <a:lnTo>
                  <a:pt x="712396" y="127425"/>
                </a:lnTo>
                <a:lnTo>
                  <a:pt x="712759" y="126873"/>
                </a:lnTo>
                <a:lnTo>
                  <a:pt x="713112" y="126313"/>
                </a:lnTo>
                <a:lnTo>
                  <a:pt x="713456" y="125745"/>
                </a:lnTo>
                <a:lnTo>
                  <a:pt x="713791" y="125167"/>
                </a:lnTo>
                <a:lnTo>
                  <a:pt x="714116" y="124582"/>
                </a:lnTo>
                <a:lnTo>
                  <a:pt x="714431" y="123987"/>
                </a:lnTo>
                <a:lnTo>
                  <a:pt x="714737" y="123384"/>
                </a:lnTo>
                <a:lnTo>
                  <a:pt x="715034" y="122773"/>
                </a:lnTo>
                <a:lnTo>
                  <a:pt x="715321" y="122152"/>
                </a:lnTo>
                <a:lnTo>
                  <a:pt x="715597" y="121530"/>
                </a:lnTo>
                <a:lnTo>
                  <a:pt x="715862" y="120909"/>
                </a:lnTo>
                <a:lnTo>
                  <a:pt x="716115" y="120292"/>
                </a:lnTo>
                <a:lnTo>
                  <a:pt x="716356" y="119677"/>
                </a:lnTo>
                <a:lnTo>
                  <a:pt x="716586" y="119065"/>
                </a:lnTo>
                <a:lnTo>
                  <a:pt x="716803" y="118455"/>
                </a:lnTo>
                <a:lnTo>
                  <a:pt x="717009" y="117848"/>
                </a:lnTo>
                <a:lnTo>
                  <a:pt x="717204" y="117244"/>
                </a:lnTo>
                <a:lnTo>
                  <a:pt x="717386" y="116643"/>
                </a:lnTo>
                <a:lnTo>
                  <a:pt x="717557" y="116044"/>
                </a:lnTo>
                <a:lnTo>
                  <a:pt x="717715" y="115448"/>
                </a:lnTo>
                <a:lnTo>
                  <a:pt x="717862" y="114855"/>
                </a:lnTo>
                <a:lnTo>
                  <a:pt x="717998" y="114264"/>
                </a:lnTo>
                <a:lnTo>
                  <a:pt x="718121" y="113676"/>
                </a:lnTo>
                <a:lnTo>
                  <a:pt x="718233" y="113091"/>
                </a:lnTo>
                <a:lnTo>
                  <a:pt x="718333" y="112508"/>
                </a:lnTo>
                <a:lnTo>
                  <a:pt x="718421" y="111928"/>
                </a:lnTo>
                <a:lnTo>
                  <a:pt x="718498" y="111351"/>
                </a:lnTo>
                <a:lnTo>
                  <a:pt x="718563" y="110776"/>
                </a:lnTo>
                <a:lnTo>
                  <a:pt x="718615" y="110205"/>
                </a:lnTo>
                <a:lnTo>
                  <a:pt x="718657" y="109635"/>
                </a:lnTo>
                <a:lnTo>
                  <a:pt x="718686" y="109069"/>
                </a:lnTo>
                <a:lnTo>
                  <a:pt x="718704" y="108505"/>
                </a:lnTo>
                <a:lnTo>
                  <a:pt x="718710" y="107944"/>
                </a:lnTo>
                <a:lnTo>
                  <a:pt x="718710" y="96947"/>
                </a:lnTo>
                <a:lnTo>
                  <a:pt x="705376" y="96947"/>
                </a:lnTo>
                <a:lnTo>
                  <a:pt x="705376" y="108167"/>
                </a:lnTo>
                <a:lnTo>
                  <a:pt x="705374" y="108499"/>
                </a:lnTo>
                <a:lnTo>
                  <a:pt x="705370" y="108828"/>
                </a:lnTo>
                <a:lnTo>
                  <a:pt x="705363" y="109157"/>
                </a:lnTo>
                <a:lnTo>
                  <a:pt x="705352" y="109484"/>
                </a:lnTo>
                <a:close/>
                <a:moveTo>
                  <a:pt x="1104646" y="13509"/>
                </a:moveTo>
                <a:lnTo>
                  <a:pt x="1104684" y="13755"/>
                </a:lnTo>
                <a:lnTo>
                  <a:pt x="1104730" y="13998"/>
                </a:lnTo>
                <a:lnTo>
                  <a:pt x="1104783" y="14238"/>
                </a:lnTo>
                <a:lnTo>
                  <a:pt x="1104843" y="14475"/>
                </a:lnTo>
                <a:lnTo>
                  <a:pt x="1104909" y="14709"/>
                </a:lnTo>
                <a:lnTo>
                  <a:pt x="1104983" y="14939"/>
                </a:lnTo>
                <a:lnTo>
                  <a:pt x="1105064" y="15166"/>
                </a:lnTo>
                <a:lnTo>
                  <a:pt x="1105152" y="15390"/>
                </a:lnTo>
                <a:lnTo>
                  <a:pt x="1105247" y="15611"/>
                </a:lnTo>
                <a:lnTo>
                  <a:pt x="1105349" y="15829"/>
                </a:lnTo>
                <a:lnTo>
                  <a:pt x="1105458" y="16043"/>
                </a:lnTo>
                <a:lnTo>
                  <a:pt x="1105574" y="16254"/>
                </a:lnTo>
                <a:lnTo>
                  <a:pt x="1105697" y="16462"/>
                </a:lnTo>
                <a:lnTo>
                  <a:pt x="1105827" y="16667"/>
                </a:lnTo>
                <a:lnTo>
                  <a:pt x="1105965" y="16869"/>
                </a:lnTo>
                <a:lnTo>
                  <a:pt x="1106109" y="17067"/>
                </a:lnTo>
                <a:lnTo>
                  <a:pt x="1106260" y="17263"/>
                </a:lnTo>
                <a:lnTo>
                  <a:pt x="1106418" y="17455"/>
                </a:lnTo>
                <a:lnTo>
                  <a:pt x="1106584" y="17643"/>
                </a:lnTo>
                <a:lnTo>
                  <a:pt x="1106756" y="17827"/>
                </a:lnTo>
                <a:lnTo>
                  <a:pt x="1106935" y="18002"/>
                </a:lnTo>
                <a:lnTo>
                  <a:pt x="1107121" y="18170"/>
                </a:lnTo>
                <a:lnTo>
                  <a:pt x="1107313" y="18330"/>
                </a:lnTo>
                <a:lnTo>
                  <a:pt x="1107512" y="18482"/>
                </a:lnTo>
                <a:lnTo>
                  <a:pt x="1107719" y="18626"/>
                </a:lnTo>
                <a:lnTo>
                  <a:pt x="1107931" y="18763"/>
                </a:lnTo>
                <a:lnTo>
                  <a:pt x="1108151" y="18892"/>
                </a:lnTo>
                <a:lnTo>
                  <a:pt x="1108378" y="19013"/>
                </a:lnTo>
                <a:lnTo>
                  <a:pt x="1108611" y="19126"/>
                </a:lnTo>
                <a:lnTo>
                  <a:pt x="1108851" y="19231"/>
                </a:lnTo>
                <a:lnTo>
                  <a:pt x="1109098" y="19329"/>
                </a:lnTo>
                <a:lnTo>
                  <a:pt x="1109351" y="19418"/>
                </a:lnTo>
                <a:lnTo>
                  <a:pt x="1109611" y="19500"/>
                </a:lnTo>
                <a:lnTo>
                  <a:pt x="1109879" y="19574"/>
                </a:lnTo>
                <a:lnTo>
                  <a:pt x="1110152" y="19641"/>
                </a:lnTo>
                <a:lnTo>
                  <a:pt x="1110433" y="19699"/>
                </a:lnTo>
                <a:lnTo>
                  <a:pt x="1110721" y="19750"/>
                </a:lnTo>
                <a:lnTo>
                  <a:pt x="1111015" y="19793"/>
                </a:lnTo>
                <a:lnTo>
                  <a:pt x="1111316" y="19828"/>
                </a:lnTo>
                <a:lnTo>
                  <a:pt x="1111624" y="19855"/>
                </a:lnTo>
                <a:lnTo>
                  <a:pt x="1111938" y="19875"/>
                </a:lnTo>
                <a:lnTo>
                  <a:pt x="1112259" y="19886"/>
                </a:lnTo>
                <a:lnTo>
                  <a:pt x="1112588" y="19890"/>
                </a:lnTo>
                <a:lnTo>
                  <a:pt x="1112910" y="19886"/>
                </a:lnTo>
                <a:lnTo>
                  <a:pt x="1113226" y="19875"/>
                </a:lnTo>
                <a:lnTo>
                  <a:pt x="1113535" y="19855"/>
                </a:lnTo>
                <a:lnTo>
                  <a:pt x="1113839" y="19828"/>
                </a:lnTo>
                <a:lnTo>
                  <a:pt x="1114136" y="19793"/>
                </a:lnTo>
                <a:lnTo>
                  <a:pt x="1114427" y="19750"/>
                </a:lnTo>
                <a:lnTo>
                  <a:pt x="1114712" y="19699"/>
                </a:lnTo>
                <a:lnTo>
                  <a:pt x="1114990" y="19641"/>
                </a:lnTo>
                <a:lnTo>
                  <a:pt x="1115262" y="19574"/>
                </a:lnTo>
                <a:lnTo>
                  <a:pt x="1115528" y="19500"/>
                </a:lnTo>
                <a:lnTo>
                  <a:pt x="1115787" y="19418"/>
                </a:lnTo>
                <a:lnTo>
                  <a:pt x="1116041" y="19329"/>
                </a:lnTo>
                <a:lnTo>
                  <a:pt x="1116288" y="19231"/>
                </a:lnTo>
                <a:lnTo>
                  <a:pt x="1116528" y="19126"/>
                </a:lnTo>
                <a:lnTo>
                  <a:pt x="1116763" y="19013"/>
                </a:lnTo>
                <a:lnTo>
                  <a:pt x="1116991" y="18892"/>
                </a:lnTo>
                <a:lnTo>
                  <a:pt x="1117213" y="18763"/>
                </a:lnTo>
                <a:lnTo>
                  <a:pt x="1117429" y="18626"/>
                </a:lnTo>
                <a:lnTo>
                  <a:pt x="1117638" y="18482"/>
                </a:lnTo>
                <a:lnTo>
                  <a:pt x="1117841" y="18330"/>
                </a:lnTo>
                <a:lnTo>
                  <a:pt x="1118038" y="18170"/>
                </a:lnTo>
                <a:lnTo>
                  <a:pt x="1118229" y="18002"/>
                </a:lnTo>
                <a:lnTo>
                  <a:pt x="1118413" y="17827"/>
                </a:lnTo>
                <a:lnTo>
                  <a:pt x="1118591" y="17643"/>
                </a:lnTo>
                <a:lnTo>
                  <a:pt x="1118763" y="17455"/>
                </a:lnTo>
                <a:lnTo>
                  <a:pt x="1118927" y="17263"/>
                </a:lnTo>
                <a:lnTo>
                  <a:pt x="1119084" y="17067"/>
                </a:lnTo>
                <a:lnTo>
                  <a:pt x="1119233" y="16869"/>
                </a:lnTo>
                <a:lnTo>
                  <a:pt x="1119375" y="16667"/>
                </a:lnTo>
                <a:lnTo>
                  <a:pt x="1119510" y="16462"/>
                </a:lnTo>
                <a:lnTo>
                  <a:pt x="1119638" y="16254"/>
                </a:lnTo>
                <a:lnTo>
                  <a:pt x="1119758" y="16043"/>
                </a:lnTo>
                <a:lnTo>
                  <a:pt x="1119871" y="15829"/>
                </a:lnTo>
                <a:lnTo>
                  <a:pt x="1119977" y="15611"/>
                </a:lnTo>
                <a:lnTo>
                  <a:pt x="1120075" y="15390"/>
                </a:lnTo>
                <a:lnTo>
                  <a:pt x="1120166" y="15166"/>
                </a:lnTo>
                <a:lnTo>
                  <a:pt x="1120250" y="14939"/>
                </a:lnTo>
                <a:lnTo>
                  <a:pt x="1120326" y="14709"/>
                </a:lnTo>
                <a:lnTo>
                  <a:pt x="1120396" y="14475"/>
                </a:lnTo>
                <a:lnTo>
                  <a:pt x="1120458" y="14238"/>
                </a:lnTo>
                <a:lnTo>
                  <a:pt x="1120512" y="13998"/>
                </a:lnTo>
                <a:lnTo>
                  <a:pt x="1120560" y="13755"/>
                </a:lnTo>
                <a:lnTo>
                  <a:pt x="1120600" y="13509"/>
                </a:lnTo>
                <a:lnTo>
                  <a:pt x="1120633" y="13259"/>
                </a:lnTo>
                <a:lnTo>
                  <a:pt x="1120658" y="13006"/>
                </a:lnTo>
                <a:lnTo>
                  <a:pt x="1120676" y="12750"/>
                </a:lnTo>
                <a:lnTo>
                  <a:pt x="1120687" y="12491"/>
                </a:lnTo>
                <a:lnTo>
                  <a:pt x="1120691" y="12229"/>
                </a:lnTo>
                <a:lnTo>
                  <a:pt x="1120687" y="11954"/>
                </a:lnTo>
                <a:lnTo>
                  <a:pt x="1120676" y="11683"/>
                </a:lnTo>
                <a:lnTo>
                  <a:pt x="1120658" y="11416"/>
                </a:lnTo>
                <a:lnTo>
                  <a:pt x="1120633" y="11152"/>
                </a:lnTo>
                <a:lnTo>
                  <a:pt x="1120600" y="10892"/>
                </a:lnTo>
                <a:lnTo>
                  <a:pt x="1120560" y="10636"/>
                </a:lnTo>
                <a:lnTo>
                  <a:pt x="1120512" y="10383"/>
                </a:lnTo>
                <a:lnTo>
                  <a:pt x="1120458" y="10133"/>
                </a:lnTo>
                <a:lnTo>
                  <a:pt x="1120396" y="9888"/>
                </a:lnTo>
                <a:lnTo>
                  <a:pt x="1120326" y="9645"/>
                </a:lnTo>
                <a:lnTo>
                  <a:pt x="1120250" y="9407"/>
                </a:lnTo>
                <a:lnTo>
                  <a:pt x="1120166" y="9172"/>
                </a:lnTo>
                <a:lnTo>
                  <a:pt x="1120075" y="8940"/>
                </a:lnTo>
                <a:lnTo>
                  <a:pt x="1119977" y="8712"/>
                </a:lnTo>
                <a:lnTo>
                  <a:pt x="1119871" y="8488"/>
                </a:lnTo>
                <a:lnTo>
                  <a:pt x="1119758" y="8267"/>
                </a:lnTo>
                <a:lnTo>
                  <a:pt x="1119638" y="8050"/>
                </a:lnTo>
                <a:lnTo>
                  <a:pt x="1119510" y="7836"/>
                </a:lnTo>
                <a:lnTo>
                  <a:pt x="1119375" y="7626"/>
                </a:lnTo>
                <a:lnTo>
                  <a:pt x="1119233" y="7420"/>
                </a:lnTo>
                <a:lnTo>
                  <a:pt x="1119084" y="7217"/>
                </a:lnTo>
                <a:lnTo>
                  <a:pt x="1118927" y="7018"/>
                </a:lnTo>
                <a:lnTo>
                  <a:pt x="1118763" y="6822"/>
                </a:lnTo>
                <a:lnTo>
                  <a:pt x="1118591" y="6630"/>
                </a:lnTo>
                <a:lnTo>
                  <a:pt x="1118413" y="6444"/>
                </a:lnTo>
                <a:lnTo>
                  <a:pt x="1118229" y="6265"/>
                </a:lnTo>
                <a:lnTo>
                  <a:pt x="1118038" y="6095"/>
                </a:lnTo>
                <a:lnTo>
                  <a:pt x="1117841" y="5932"/>
                </a:lnTo>
                <a:lnTo>
                  <a:pt x="1117638" y="5778"/>
                </a:lnTo>
                <a:lnTo>
                  <a:pt x="1117429" y="5631"/>
                </a:lnTo>
                <a:lnTo>
                  <a:pt x="1117213" y="5492"/>
                </a:lnTo>
                <a:lnTo>
                  <a:pt x="1116991" y="5361"/>
                </a:lnTo>
                <a:lnTo>
                  <a:pt x="1116763" y="5238"/>
                </a:lnTo>
                <a:lnTo>
                  <a:pt x="1116528" y="5123"/>
                </a:lnTo>
                <a:lnTo>
                  <a:pt x="1116288" y="5016"/>
                </a:lnTo>
                <a:lnTo>
                  <a:pt x="1116041" y="4917"/>
                </a:lnTo>
                <a:lnTo>
                  <a:pt x="1115787" y="4826"/>
                </a:lnTo>
                <a:lnTo>
                  <a:pt x="1115528" y="4743"/>
                </a:lnTo>
                <a:lnTo>
                  <a:pt x="1115262" y="4668"/>
                </a:lnTo>
                <a:lnTo>
                  <a:pt x="1114990" y="4600"/>
                </a:lnTo>
                <a:lnTo>
                  <a:pt x="1114712" y="4541"/>
                </a:lnTo>
                <a:lnTo>
                  <a:pt x="1114427" y="4489"/>
                </a:lnTo>
                <a:lnTo>
                  <a:pt x="1114136" y="4446"/>
                </a:lnTo>
                <a:lnTo>
                  <a:pt x="1113839" y="4410"/>
                </a:lnTo>
                <a:lnTo>
                  <a:pt x="1113535" y="4382"/>
                </a:lnTo>
                <a:lnTo>
                  <a:pt x="1113226" y="4362"/>
                </a:lnTo>
                <a:lnTo>
                  <a:pt x="1112910" y="4350"/>
                </a:lnTo>
                <a:lnTo>
                  <a:pt x="1112588" y="4346"/>
                </a:lnTo>
                <a:lnTo>
                  <a:pt x="1112259" y="4350"/>
                </a:lnTo>
                <a:lnTo>
                  <a:pt x="1111938" y="4362"/>
                </a:lnTo>
                <a:lnTo>
                  <a:pt x="1111624" y="4382"/>
                </a:lnTo>
                <a:lnTo>
                  <a:pt x="1111316" y="4410"/>
                </a:lnTo>
                <a:lnTo>
                  <a:pt x="1111015" y="4446"/>
                </a:lnTo>
                <a:lnTo>
                  <a:pt x="1110721" y="4489"/>
                </a:lnTo>
                <a:lnTo>
                  <a:pt x="1110433" y="4541"/>
                </a:lnTo>
                <a:lnTo>
                  <a:pt x="1110152" y="4600"/>
                </a:lnTo>
                <a:lnTo>
                  <a:pt x="1109879" y="4668"/>
                </a:lnTo>
                <a:lnTo>
                  <a:pt x="1109611" y="4743"/>
                </a:lnTo>
                <a:lnTo>
                  <a:pt x="1109351" y="4826"/>
                </a:lnTo>
                <a:lnTo>
                  <a:pt x="1109098" y="4917"/>
                </a:lnTo>
                <a:lnTo>
                  <a:pt x="1108851" y="5016"/>
                </a:lnTo>
                <a:lnTo>
                  <a:pt x="1108611" y="5123"/>
                </a:lnTo>
                <a:lnTo>
                  <a:pt x="1108378" y="5238"/>
                </a:lnTo>
                <a:lnTo>
                  <a:pt x="1108151" y="5361"/>
                </a:lnTo>
                <a:lnTo>
                  <a:pt x="1107931" y="5492"/>
                </a:lnTo>
                <a:lnTo>
                  <a:pt x="1107719" y="5631"/>
                </a:lnTo>
                <a:lnTo>
                  <a:pt x="1107512" y="5778"/>
                </a:lnTo>
                <a:lnTo>
                  <a:pt x="1107313" y="5932"/>
                </a:lnTo>
                <a:lnTo>
                  <a:pt x="1107121" y="6095"/>
                </a:lnTo>
                <a:lnTo>
                  <a:pt x="1106935" y="6265"/>
                </a:lnTo>
                <a:lnTo>
                  <a:pt x="1106756" y="6444"/>
                </a:lnTo>
                <a:lnTo>
                  <a:pt x="1106584" y="6630"/>
                </a:lnTo>
                <a:lnTo>
                  <a:pt x="1106418" y="6822"/>
                </a:lnTo>
                <a:lnTo>
                  <a:pt x="1106260" y="7018"/>
                </a:lnTo>
                <a:lnTo>
                  <a:pt x="1106109" y="7217"/>
                </a:lnTo>
                <a:lnTo>
                  <a:pt x="1105965" y="7420"/>
                </a:lnTo>
                <a:lnTo>
                  <a:pt x="1105827" y="7626"/>
                </a:lnTo>
                <a:lnTo>
                  <a:pt x="1105697" y="7836"/>
                </a:lnTo>
                <a:lnTo>
                  <a:pt x="1105574" y="8050"/>
                </a:lnTo>
                <a:lnTo>
                  <a:pt x="1105458" y="8267"/>
                </a:lnTo>
                <a:lnTo>
                  <a:pt x="1105349" y="8488"/>
                </a:lnTo>
                <a:lnTo>
                  <a:pt x="1105247" y="8712"/>
                </a:lnTo>
                <a:lnTo>
                  <a:pt x="1105152" y="8940"/>
                </a:lnTo>
                <a:lnTo>
                  <a:pt x="1105064" y="9172"/>
                </a:lnTo>
                <a:lnTo>
                  <a:pt x="1104983" y="9407"/>
                </a:lnTo>
                <a:lnTo>
                  <a:pt x="1104909" y="9645"/>
                </a:lnTo>
                <a:lnTo>
                  <a:pt x="1104843" y="9888"/>
                </a:lnTo>
                <a:lnTo>
                  <a:pt x="1104783" y="10133"/>
                </a:lnTo>
                <a:lnTo>
                  <a:pt x="1104730" y="10383"/>
                </a:lnTo>
                <a:lnTo>
                  <a:pt x="1104684" y="10636"/>
                </a:lnTo>
                <a:lnTo>
                  <a:pt x="1104646" y="10892"/>
                </a:lnTo>
                <a:lnTo>
                  <a:pt x="1104614" y="11152"/>
                </a:lnTo>
                <a:lnTo>
                  <a:pt x="1104589" y="11416"/>
                </a:lnTo>
                <a:lnTo>
                  <a:pt x="1104572" y="11683"/>
                </a:lnTo>
                <a:lnTo>
                  <a:pt x="1104561" y="11954"/>
                </a:lnTo>
                <a:lnTo>
                  <a:pt x="1104558" y="12229"/>
                </a:lnTo>
                <a:lnTo>
                  <a:pt x="1104561" y="12491"/>
                </a:lnTo>
                <a:lnTo>
                  <a:pt x="1104572" y="12750"/>
                </a:lnTo>
                <a:lnTo>
                  <a:pt x="1104589" y="13006"/>
                </a:lnTo>
                <a:lnTo>
                  <a:pt x="1104614" y="13259"/>
                </a:lnTo>
                <a:lnTo>
                  <a:pt x="1104646" y="13509"/>
                </a:lnTo>
                <a:close/>
                <a:moveTo>
                  <a:pt x="1228550" y="13755"/>
                </a:moveTo>
                <a:lnTo>
                  <a:pt x="1228596" y="13998"/>
                </a:lnTo>
                <a:lnTo>
                  <a:pt x="1228649" y="14238"/>
                </a:lnTo>
                <a:lnTo>
                  <a:pt x="1228709" y="14475"/>
                </a:lnTo>
                <a:lnTo>
                  <a:pt x="1228776" y="14709"/>
                </a:lnTo>
                <a:lnTo>
                  <a:pt x="1228849" y="14939"/>
                </a:lnTo>
                <a:lnTo>
                  <a:pt x="1228930" y="15166"/>
                </a:lnTo>
                <a:lnTo>
                  <a:pt x="1229018" y="15390"/>
                </a:lnTo>
                <a:lnTo>
                  <a:pt x="1229113" y="15611"/>
                </a:lnTo>
                <a:lnTo>
                  <a:pt x="1229215" y="15829"/>
                </a:lnTo>
                <a:lnTo>
                  <a:pt x="1229324" y="16043"/>
                </a:lnTo>
                <a:lnTo>
                  <a:pt x="1229440" y="16254"/>
                </a:lnTo>
                <a:lnTo>
                  <a:pt x="1229563" y="16462"/>
                </a:lnTo>
                <a:lnTo>
                  <a:pt x="1229693" y="16667"/>
                </a:lnTo>
                <a:lnTo>
                  <a:pt x="1229831" y="16869"/>
                </a:lnTo>
                <a:lnTo>
                  <a:pt x="1229975" y="17067"/>
                </a:lnTo>
                <a:lnTo>
                  <a:pt x="1230126" y="17263"/>
                </a:lnTo>
                <a:lnTo>
                  <a:pt x="1230284" y="17455"/>
                </a:lnTo>
                <a:lnTo>
                  <a:pt x="1230450" y="17643"/>
                </a:lnTo>
                <a:lnTo>
                  <a:pt x="1230622" y="17827"/>
                </a:lnTo>
                <a:lnTo>
                  <a:pt x="1230801" y="18002"/>
                </a:lnTo>
                <a:lnTo>
                  <a:pt x="1230987" y="18170"/>
                </a:lnTo>
                <a:lnTo>
                  <a:pt x="1231179" y="18330"/>
                </a:lnTo>
                <a:lnTo>
                  <a:pt x="1231378" y="18482"/>
                </a:lnTo>
                <a:lnTo>
                  <a:pt x="1231585" y="18626"/>
                </a:lnTo>
                <a:lnTo>
                  <a:pt x="1231797" y="18763"/>
                </a:lnTo>
                <a:lnTo>
                  <a:pt x="1232017" y="18892"/>
                </a:lnTo>
                <a:lnTo>
                  <a:pt x="1232244" y="19013"/>
                </a:lnTo>
                <a:lnTo>
                  <a:pt x="1232477" y="19126"/>
                </a:lnTo>
                <a:lnTo>
                  <a:pt x="1232717" y="19231"/>
                </a:lnTo>
                <a:lnTo>
                  <a:pt x="1232964" y="19329"/>
                </a:lnTo>
                <a:lnTo>
                  <a:pt x="1233217" y="19418"/>
                </a:lnTo>
                <a:lnTo>
                  <a:pt x="1233477" y="19500"/>
                </a:lnTo>
                <a:lnTo>
                  <a:pt x="1233745" y="19574"/>
                </a:lnTo>
                <a:lnTo>
                  <a:pt x="1234018" y="19641"/>
                </a:lnTo>
                <a:lnTo>
                  <a:pt x="1234299" y="19699"/>
                </a:lnTo>
                <a:lnTo>
                  <a:pt x="1234587" y="19750"/>
                </a:lnTo>
                <a:lnTo>
                  <a:pt x="1234881" y="19793"/>
                </a:lnTo>
                <a:lnTo>
                  <a:pt x="1235182" y="19828"/>
                </a:lnTo>
                <a:lnTo>
                  <a:pt x="1235490" y="19855"/>
                </a:lnTo>
                <a:lnTo>
                  <a:pt x="1235804" y="19875"/>
                </a:lnTo>
                <a:lnTo>
                  <a:pt x="1236125" y="19886"/>
                </a:lnTo>
                <a:lnTo>
                  <a:pt x="1236454" y="19890"/>
                </a:lnTo>
                <a:lnTo>
                  <a:pt x="1236776" y="19886"/>
                </a:lnTo>
                <a:lnTo>
                  <a:pt x="1237092" y="19875"/>
                </a:lnTo>
                <a:lnTo>
                  <a:pt x="1237401" y="19855"/>
                </a:lnTo>
                <a:lnTo>
                  <a:pt x="1237705" y="19828"/>
                </a:lnTo>
                <a:lnTo>
                  <a:pt x="1238002" y="19793"/>
                </a:lnTo>
                <a:lnTo>
                  <a:pt x="1238293" y="19750"/>
                </a:lnTo>
                <a:lnTo>
                  <a:pt x="1238578" y="19699"/>
                </a:lnTo>
                <a:lnTo>
                  <a:pt x="1238856" y="19641"/>
                </a:lnTo>
                <a:lnTo>
                  <a:pt x="1239128" y="19574"/>
                </a:lnTo>
                <a:lnTo>
                  <a:pt x="1239394" y="19500"/>
                </a:lnTo>
                <a:lnTo>
                  <a:pt x="1239653" y="19418"/>
                </a:lnTo>
                <a:lnTo>
                  <a:pt x="1239907" y="19329"/>
                </a:lnTo>
                <a:lnTo>
                  <a:pt x="1240154" y="19231"/>
                </a:lnTo>
                <a:lnTo>
                  <a:pt x="1240395" y="19126"/>
                </a:lnTo>
                <a:lnTo>
                  <a:pt x="1240629" y="19013"/>
                </a:lnTo>
                <a:lnTo>
                  <a:pt x="1240857" y="18892"/>
                </a:lnTo>
                <a:lnTo>
                  <a:pt x="1241079" y="18763"/>
                </a:lnTo>
                <a:lnTo>
                  <a:pt x="1241295" y="18626"/>
                </a:lnTo>
                <a:lnTo>
                  <a:pt x="1241504" y="18482"/>
                </a:lnTo>
                <a:lnTo>
                  <a:pt x="1241708" y="18330"/>
                </a:lnTo>
                <a:lnTo>
                  <a:pt x="1241904" y="18170"/>
                </a:lnTo>
                <a:lnTo>
                  <a:pt x="1242095" y="18002"/>
                </a:lnTo>
                <a:lnTo>
                  <a:pt x="1242279" y="17827"/>
                </a:lnTo>
                <a:lnTo>
                  <a:pt x="1242457" y="17643"/>
                </a:lnTo>
                <a:lnTo>
                  <a:pt x="1242629" y="17455"/>
                </a:lnTo>
                <a:lnTo>
                  <a:pt x="1242793" y="17263"/>
                </a:lnTo>
                <a:lnTo>
                  <a:pt x="1242950" y="17067"/>
                </a:lnTo>
                <a:lnTo>
                  <a:pt x="1243099" y="16869"/>
                </a:lnTo>
                <a:lnTo>
                  <a:pt x="1243241" y="16667"/>
                </a:lnTo>
                <a:lnTo>
                  <a:pt x="1243376" y="16462"/>
                </a:lnTo>
                <a:lnTo>
                  <a:pt x="1243504" y="16254"/>
                </a:lnTo>
                <a:lnTo>
                  <a:pt x="1243624" y="16043"/>
                </a:lnTo>
                <a:lnTo>
                  <a:pt x="1243737" y="15829"/>
                </a:lnTo>
                <a:lnTo>
                  <a:pt x="1243843" y="15611"/>
                </a:lnTo>
                <a:lnTo>
                  <a:pt x="1243941" y="15390"/>
                </a:lnTo>
                <a:lnTo>
                  <a:pt x="1244032" y="15166"/>
                </a:lnTo>
                <a:lnTo>
                  <a:pt x="1244116" y="14939"/>
                </a:lnTo>
                <a:lnTo>
                  <a:pt x="1244193" y="14709"/>
                </a:lnTo>
                <a:lnTo>
                  <a:pt x="1244262" y="14475"/>
                </a:lnTo>
                <a:lnTo>
                  <a:pt x="1244324" y="14238"/>
                </a:lnTo>
                <a:lnTo>
                  <a:pt x="1244378" y="13998"/>
                </a:lnTo>
                <a:lnTo>
                  <a:pt x="1244426" y="13755"/>
                </a:lnTo>
                <a:lnTo>
                  <a:pt x="1244466" y="13509"/>
                </a:lnTo>
                <a:lnTo>
                  <a:pt x="1244499" y="13259"/>
                </a:lnTo>
                <a:lnTo>
                  <a:pt x="1244524" y="13006"/>
                </a:lnTo>
                <a:lnTo>
                  <a:pt x="1244542" y="12750"/>
                </a:lnTo>
                <a:lnTo>
                  <a:pt x="1244553" y="12491"/>
                </a:lnTo>
                <a:lnTo>
                  <a:pt x="1244557" y="12229"/>
                </a:lnTo>
                <a:lnTo>
                  <a:pt x="1244553" y="11954"/>
                </a:lnTo>
                <a:lnTo>
                  <a:pt x="1244542" y="11683"/>
                </a:lnTo>
                <a:lnTo>
                  <a:pt x="1244524" y="11416"/>
                </a:lnTo>
                <a:lnTo>
                  <a:pt x="1244499" y="11152"/>
                </a:lnTo>
                <a:lnTo>
                  <a:pt x="1244466" y="10892"/>
                </a:lnTo>
                <a:lnTo>
                  <a:pt x="1244426" y="10636"/>
                </a:lnTo>
                <a:lnTo>
                  <a:pt x="1244378" y="10383"/>
                </a:lnTo>
                <a:lnTo>
                  <a:pt x="1244324" y="10133"/>
                </a:lnTo>
                <a:lnTo>
                  <a:pt x="1244262" y="9888"/>
                </a:lnTo>
                <a:lnTo>
                  <a:pt x="1244193" y="9645"/>
                </a:lnTo>
                <a:lnTo>
                  <a:pt x="1244116" y="9407"/>
                </a:lnTo>
                <a:lnTo>
                  <a:pt x="1244032" y="9172"/>
                </a:lnTo>
                <a:lnTo>
                  <a:pt x="1243941" y="8940"/>
                </a:lnTo>
                <a:lnTo>
                  <a:pt x="1243843" y="8712"/>
                </a:lnTo>
                <a:lnTo>
                  <a:pt x="1243737" y="8488"/>
                </a:lnTo>
                <a:lnTo>
                  <a:pt x="1243624" y="8267"/>
                </a:lnTo>
                <a:lnTo>
                  <a:pt x="1243504" y="8050"/>
                </a:lnTo>
                <a:lnTo>
                  <a:pt x="1243376" y="7836"/>
                </a:lnTo>
                <a:lnTo>
                  <a:pt x="1243241" y="7626"/>
                </a:lnTo>
                <a:lnTo>
                  <a:pt x="1243099" y="7420"/>
                </a:lnTo>
                <a:lnTo>
                  <a:pt x="1242950" y="7217"/>
                </a:lnTo>
                <a:lnTo>
                  <a:pt x="1242793" y="7018"/>
                </a:lnTo>
                <a:lnTo>
                  <a:pt x="1242629" y="6822"/>
                </a:lnTo>
                <a:lnTo>
                  <a:pt x="1242457" y="6630"/>
                </a:lnTo>
                <a:lnTo>
                  <a:pt x="1242279" y="6444"/>
                </a:lnTo>
                <a:lnTo>
                  <a:pt x="1242095" y="6265"/>
                </a:lnTo>
                <a:lnTo>
                  <a:pt x="1241904" y="6095"/>
                </a:lnTo>
                <a:lnTo>
                  <a:pt x="1241708" y="5932"/>
                </a:lnTo>
                <a:lnTo>
                  <a:pt x="1241504" y="5778"/>
                </a:lnTo>
                <a:lnTo>
                  <a:pt x="1241295" y="5631"/>
                </a:lnTo>
                <a:lnTo>
                  <a:pt x="1241079" y="5492"/>
                </a:lnTo>
                <a:lnTo>
                  <a:pt x="1240857" y="5361"/>
                </a:lnTo>
                <a:lnTo>
                  <a:pt x="1240629" y="5238"/>
                </a:lnTo>
                <a:lnTo>
                  <a:pt x="1240395" y="5123"/>
                </a:lnTo>
                <a:lnTo>
                  <a:pt x="1240154" y="5016"/>
                </a:lnTo>
                <a:lnTo>
                  <a:pt x="1239907" y="4917"/>
                </a:lnTo>
                <a:lnTo>
                  <a:pt x="1239653" y="4826"/>
                </a:lnTo>
                <a:lnTo>
                  <a:pt x="1239394" y="4743"/>
                </a:lnTo>
                <a:lnTo>
                  <a:pt x="1239128" y="4668"/>
                </a:lnTo>
                <a:lnTo>
                  <a:pt x="1238856" y="4600"/>
                </a:lnTo>
                <a:lnTo>
                  <a:pt x="1238578" y="4541"/>
                </a:lnTo>
                <a:lnTo>
                  <a:pt x="1238293" y="4489"/>
                </a:lnTo>
                <a:lnTo>
                  <a:pt x="1238002" y="4446"/>
                </a:lnTo>
                <a:lnTo>
                  <a:pt x="1237705" y="4410"/>
                </a:lnTo>
                <a:lnTo>
                  <a:pt x="1237401" y="4382"/>
                </a:lnTo>
                <a:lnTo>
                  <a:pt x="1237092" y="4362"/>
                </a:lnTo>
                <a:lnTo>
                  <a:pt x="1236776" y="4350"/>
                </a:lnTo>
                <a:lnTo>
                  <a:pt x="1236454" y="4346"/>
                </a:lnTo>
                <a:lnTo>
                  <a:pt x="1236125" y="4350"/>
                </a:lnTo>
                <a:lnTo>
                  <a:pt x="1235804" y="4362"/>
                </a:lnTo>
                <a:lnTo>
                  <a:pt x="1235490" y="4382"/>
                </a:lnTo>
                <a:lnTo>
                  <a:pt x="1235182" y="4410"/>
                </a:lnTo>
                <a:lnTo>
                  <a:pt x="1234881" y="4446"/>
                </a:lnTo>
                <a:lnTo>
                  <a:pt x="1234587" y="4489"/>
                </a:lnTo>
                <a:lnTo>
                  <a:pt x="1234299" y="4541"/>
                </a:lnTo>
                <a:lnTo>
                  <a:pt x="1234018" y="4600"/>
                </a:lnTo>
                <a:lnTo>
                  <a:pt x="1233745" y="4668"/>
                </a:lnTo>
                <a:lnTo>
                  <a:pt x="1233477" y="4743"/>
                </a:lnTo>
                <a:lnTo>
                  <a:pt x="1233217" y="4826"/>
                </a:lnTo>
                <a:lnTo>
                  <a:pt x="1232964" y="4917"/>
                </a:lnTo>
                <a:lnTo>
                  <a:pt x="1232717" y="5016"/>
                </a:lnTo>
                <a:lnTo>
                  <a:pt x="1232477" y="5123"/>
                </a:lnTo>
                <a:lnTo>
                  <a:pt x="1232244" y="5238"/>
                </a:lnTo>
                <a:lnTo>
                  <a:pt x="1232017" y="5361"/>
                </a:lnTo>
                <a:lnTo>
                  <a:pt x="1231797" y="5492"/>
                </a:lnTo>
                <a:lnTo>
                  <a:pt x="1231585" y="5631"/>
                </a:lnTo>
                <a:lnTo>
                  <a:pt x="1231378" y="5778"/>
                </a:lnTo>
                <a:lnTo>
                  <a:pt x="1231179" y="5932"/>
                </a:lnTo>
                <a:lnTo>
                  <a:pt x="1230987" y="6095"/>
                </a:lnTo>
                <a:lnTo>
                  <a:pt x="1230801" y="6265"/>
                </a:lnTo>
                <a:lnTo>
                  <a:pt x="1230622" y="6444"/>
                </a:lnTo>
                <a:lnTo>
                  <a:pt x="1230450" y="6630"/>
                </a:lnTo>
                <a:lnTo>
                  <a:pt x="1230284" y="6822"/>
                </a:lnTo>
                <a:lnTo>
                  <a:pt x="1230126" y="7018"/>
                </a:lnTo>
                <a:lnTo>
                  <a:pt x="1229975" y="7217"/>
                </a:lnTo>
                <a:lnTo>
                  <a:pt x="1229831" y="7420"/>
                </a:lnTo>
                <a:lnTo>
                  <a:pt x="1229693" y="7626"/>
                </a:lnTo>
                <a:lnTo>
                  <a:pt x="1229563" y="7836"/>
                </a:lnTo>
                <a:lnTo>
                  <a:pt x="1229440" y="8050"/>
                </a:lnTo>
                <a:lnTo>
                  <a:pt x="1229324" y="8267"/>
                </a:lnTo>
                <a:lnTo>
                  <a:pt x="1229215" y="8488"/>
                </a:lnTo>
                <a:lnTo>
                  <a:pt x="1229113" y="8712"/>
                </a:lnTo>
                <a:lnTo>
                  <a:pt x="1229018" y="8940"/>
                </a:lnTo>
                <a:lnTo>
                  <a:pt x="1228930" y="9172"/>
                </a:lnTo>
                <a:lnTo>
                  <a:pt x="1228849" y="9407"/>
                </a:lnTo>
                <a:lnTo>
                  <a:pt x="1228776" y="9645"/>
                </a:lnTo>
                <a:lnTo>
                  <a:pt x="1228709" y="9888"/>
                </a:lnTo>
                <a:lnTo>
                  <a:pt x="1228649" y="10133"/>
                </a:lnTo>
                <a:lnTo>
                  <a:pt x="1228596" y="10383"/>
                </a:lnTo>
                <a:lnTo>
                  <a:pt x="1228550" y="10636"/>
                </a:lnTo>
                <a:lnTo>
                  <a:pt x="1228512" y="10892"/>
                </a:lnTo>
                <a:lnTo>
                  <a:pt x="1228480" y="11152"/>
                </a:lnTo>
                <a:lnTo>
                  <a:pt x="1228455" y="11416"/>
                </a:lnTo>
                <a:lnTo>
                  <a:pt x="1228438" y="11683"/>
                </a:lnTo>
                <a:lnTo>
                  <a:pt x="1228427" y="11954"/>
                </a:lnTo>
                <a:lnTo>
                  <a:pt x="1228424" y="12229"/>
                </a:lnTo>
                <a:lnTo>
                  <a:pt x="1228427" y="12491"/>
                </a:lnTo>
                <a:lnTo>
                  <a:pt x="1228438" y="12750"/>
                </a:lnTo>
                <a:lnTo>
                  <a:pt x="1228455" y="13006"/>
                </a:lnTo>
                <a:lnTo>
                  <a:pt x="1228480" y="13259"/>
                </a:lnTo>
                <a:lnTo>
                  <a:pt x="1228512" y="13509"/>
                </a:lnTo>
                <a:lnTo>
                  <a:pt x="1228550" y="13755"/>
                </a:lnTo>
                <a:close/>
                <a:moveTo>
                  <a:pt x="1146008" y="13997"/>
                </a:moveTo>
                <a:lnTo>
                  <a:pt x="1146008" y="33445"/>
                </a:lnTo>
                <a:lnTo>
                  <a:pt x="1131422" y="33445"/>
                </a:lnTo>
                <a:lnTo>
                  <a:pt x="1131422" y="43906"/>
                </a:lnTo>
                <a:lnTo>
                  <a:pt x="1146008" y="43906"/>
                </a:lnTo>
                <a:lnTo>
                  <a:pt x="1146008" y="93321"/>
                </a:lnTo>
                <a:lnTo>
                  <a:pt x="1146013" y="93979"/>
                </a:lnTo>
                <a:lnTo>
                  <a:pt x="1146026" y="94625"/>
                </a:lnTo>
                <a:lnTo>
                  <a:pt x="1146047" y="95260"/>
                </a:lnTo>
                <a:lnTo>
                  <a:pt x="1146077" y="95884"/>
                </a:lnTo>
                <a:lnTo>
                  <a:pt x="1146116" y="96496"/>
                </a:lnTo>
                <a:lnTo>
                  <a:pt x="1146163" y="97097"/>
                </a:lnTo>
                <a:lnTo>
                  <a:pt x="1146218" y="97687"/>
                </a:lnTo>
                <a:lnTo>
                  <a:pt x="1146283" y="98265"/>
                </a:lnTo>
                <a:lnTo>
                  <a:pt x="1146355" y="98832"/>
                </a:lnTo>
                <a:lnTo>
                  <a:pt x="1146437" y="99387"/>
                </a:lnTo>
                <a:lnTo>
                  <a:pt x="1146527" y="99931"/>
                </a:lnTo>
                <a:lnTo>
                  <a:pt x="1146625" y="100464"/>
                </a:lnTo>
                <a:lnTo>
                  <a:pt x="1146733" y="100985"/>
                </a:lnTo>
                <a:lnTo>
                  <a:pt x="1146848" y="101495"/>
                </a:lnTo>
                <a:lnTo>
                  <a:pt x="1146972" y="101993"/>
                </a:lnTo>
                <a:lnTo>
                  <a:pt x="1147105" y="102480"/>
                </a:lnTo>
                <a:lnTo>
                  <a:pt x="1147247" y="102956"/>
                </a:lnTo>
                <a:lnTo>
                  <a:pt x="1147397" y="103420"/>
                </a:lnTo>
                <a:lnTo>
                  <a:pt x="1147555" y="103873"/>
                </a:lnTo>
                <a:lnTo>
                  <a:pt x="1147722" y="104314"/>
                </a:lnTo>
                <a:lnTo>
                  <a:pt x="1147898" y="104744"/>
                </a:lnTo>
                <a:lnTo>
                  <a:pt x="1148082" y="105163"/>
                </a:lnTo>
                <a:lnTo>
                  <a:pt x="1148275" y="105570"/>
                </a:lnTo>
                <a:lnTo>
                  <a:pt x="1148476" y="105966"/>
                </a:lnTo>
                <a:lnTo>
                  <a:pt x="1148685" y="106352"/>
                </a:lnTo>
                <a:lnTo>
                  <a:pt x="1148900" y="106728"/>
                </a:lnTo>
                <a:lnTo>
                  <a:pt x="1149120" y="107094"/>
                </a:lnTo>
                <a:lnTo>
                  <a:pt x="1149347" y="107452"/>
                </a:lnTo>
                <a:lnTo>
                  <a:pt x="1149580" y="107800"/>
                </a:lnTo>
                <a:lnTo>
                  <a:pt x="1149818" y="108138"/>
                </a:lnTo>
                <a:lnTo>
                  <a:pt x="1150063" y="108468"/>
                </a:lnTo>
                <a:lnTo>
                  <a:pt x="1150314" y="108788"/>
                </a:lnTo>
                <a:lnTo>
                  <a:pt x="1150571" y="109098"/>
                </a:lnTo>
                <a:lnTo>
                  <a:pt x="1150833" y="109400"/>
                </a:lnTo>
                <a:lnTo>
                  <a:pt x="1151102" y="109692"/>
                </a:lnTo>
                <a:lnTo>
                  <a:pt x="1151377" y="109974"/>
                </a:lnTo>
                <a:lnTo>
                  <a:pt x="1151658" y="110248"/>
                </a:lnTo>
                <a:lnTo>
                  <a:pt x="1151945" y="110512"/>
                </a:lnTo>
                <a:lnTo>
                  <a:pt x="1152237" y="110766"/>
                </a:lnTo>
                <a:lnTo>
                  <a:pt x="1152536" y="111012"/>
                </a:lnTo>
                <a:lnTo>
                  <a:pt x="1152841" y="111248"/>
                </a:lnTo>
                <a:lnTo>
                  <a:pt x="1153152" y="111474"/>
                </a:lnTo>
                <a:lnTo>
                  <a:pt x="1153469" y="111691"/>
                </a:lnTo>
                <a:lnTo>
                  <a:pt x="1153792" y="111899"/>
                </a:lnTo>
                <a:lnTo>
                  <a:pt x="1154121" y="112098"/>
                </a:lnTo>
                <a:lnTo>
                  <a:pt x="1154455" y="112287"/>
                </a:lnTo>
                <a:lnTo>
                  <a:pt x="1154796" y="112467"/>
                </a:lnTo>
                <a:lnTo>
                  <a:pt x="1155143" y="112638"/>
                </a:lnTo>
                <a:lnTo>
                  <a:pt x="1155495" y="112800"/>
                </a:lnTo>
                <a:lnTo>
                  <a:pt x="1155849" y="112956"/>
                </a:lnTo>
                <a:lnTo>
                  <a:pt x="1156206" y="113104"/>
                </a:lnTo>
                <a:lnTo>
                  <a:pt x="1156565" y="113246"/>
                </a:lnTo>
                <a:lnTo>
                  <a:pt x="1156928" y="113380"/>
                </a:lnTo>
                <a:lnTo>
                  <a:pt x="1157293" y="113508"/>
                </a:lnTo>
                <a:lnTo>
                  <a:pt x="1157662" y="113629"/>
                </a:lnTo>
                <a:lnTo>
                  <a:pt x="1158033" y="113743"/>
                </a:lnTo>
                <a:lnTo>
                  <a:pt x="1158406" y="113850"/>
                </a:lnTo>
                <a:lnTo>
                  <a:pt x="1158783" y="113950"/>
                </a:lnTo>
                <a:lnTo>
                  <a:pt x="1159163" y="114043"/>
                </a:lnTo>
                <a:lnTo>
                  <a:pt x="1159545" y="114130"/>
                </a:lnTo>
                <a:lnTo>
                  <a:pt x="1159930" y="114209"/>
                </a:lnTo>
                <a:lnTo>
                  <a:pt x="1160318" y="114282"/>
                </a:lnTo>
                <a:lnTo>
                  <a:pt x="1160709" y="114347"/>
                </a:lnTo>
                <a:lnTo>
                  <a:pt x="1161102" y="114406"/>
                </a:lnTo>
                <a:lnTo>
                  <a:pt x="1161498" y="114458"/>
                </a:lnTo>
                <a:lnTo>
                  <a:pt x="1161898" y="114503"/>
                </a:lnTo>
                <a:lnTo>
                  <a:pt x="1162300" y="114541"/>
                </a:lnTo>
                <a:lnTo>
                  <a:pt x="1162704" y="114572"/>
                </a:lnTo>
                <a:lnTo>
                  <a:pt x="1163112" y="114596"/>
                </a:lnTo>
                <a:lnTo>
                  <a:pt x="1163522" y="114613"/>
                </a:lnTo>
                <a:lnTo>
                  <a:pt x="1163936" y="114623"/>
                </a:lnTo>
                <a:lnTo>
                  <a:pt x="1164352" y="114627"/>
                </a:lnTo>
                <a:lnTo>
                  <a:pt x="1164657" y="114626"/>
                </a:lnTo>
                <a:lnTo>
                  <a:pt x="1164958" y="114624"/>
                </a:lnTo>
                <a:lnTo>
                  <a:pt x="1165256" y="114619"/>
                </a:lnTo>
                <a:lnTo>
                  <a:pt x="1165550" y="114614"/>
                </a:lnTo>
                <a:lnTo>
                  <a:pt x="1165840" y="114606"/>
                </a:lnTo>
                <a:lnTo>
                  <a:pt x="1166127" y="114597"/>
                </a:lnTo>
                <a:lnTo>
                  <a:pt x="1166409" y="114586"/>
                </a:lnTo>
                <a:lnTo>
                  <a:pt x="1166689" y="114574"/>
                </a:lnTo>
                <a:lnTo>
                  <a:pt x="1166964" y="114560"/>
                </a:lnTo>
                <a:lnTo>
                  <a:pt x="1167236" y="114544"/>
                </a:lnTo>
                <a:lnTo>
                  <a:pt x="1167504" y="114526"/>
                </a:lnTo>
                <a:lnTo>
                  <a:pt x="1167768" y="114507"/>
                </a:lnTo>
                <a:lnTo>
                  <a:pt x="1168029" y="114486"/>
                </a:lnTo>
                <a:lnTo>
                  <a:pt x="1168285" y="114464"/>
                </a:lnTo>
                <a:lnTo>
                  <a:pt x="1168539" y="114440"/>
                </a:lnTo>
                <a:lnTo>
                  <a:pt x="1168788" y="114414"/>
                </a:lnTo>
                <a:lnTo>
                  <a:pt x="1169034" y="114387"/>
                </a:lnTo>
                <a:lnTo>
                  <a:pt x="1169276" y="114358"/>
                </a:lnTo>
                <a:lnTo>
                  <a:pt x="1169514" y="114327"/>
                </a:lnTo>
                <a:lnTo>
                  <a:pt x="1169749" y="114294"/>
                </a:lnTo>
                <a:lnTo>
                  <a:pt x="1169980" y="114260"/>
                </a:lnTo>
                <a:lnTo>
                  <a:pt x="1170207" y="114225"/>
                </a:lnTo>
                <a:lnTo>
                  <a:pt x="1170430" y="114187"/>
                </a:lnTo>
                <a:lnTo>
                  <a:pt x="1170650" y="114148"/>
                </a:lnTo>
                <a:lnTo>
                  <a:pt x="1170866" y="114108"/>
                </a:lnTo>
                <a:lnTo>
                  <a:pt x="1171079" y="114068"/>
                </a:lnTo>
                <a:lnTo>
                  <a:pt x="1171289" y="114028"/>
                </a:lnTo>
                <a:lnTo>
                  <a:pt x="1171494" y="113987"/>
                </a:lnTo>
                <a:lnTo>
                  <a:pt x="1171697" y="113947"/>
                </a:lnTo>
                <a:lnTo>
                  <a:pt x="1171896" y="113906"/>
                </a:lnTo>
                <a:lnTo>
                  <a:pt x="1172091" y="113866"/>
                </a:lnTo>
                <a:lnTo>
                  <a:pt x="1172283" y="113825"/>
                </a:lnTo>
                <a:lnTo>
                  <a:pt x="1172472" y="113784"/>
                </a:lnTo>
                <a:lnTo>
                  <a:pt x="1172657" y="113743"/>
                </a:lnTo>
                <a:lnTo>
                  <a:pt x="1172839" y="113701"/>
                </a:lnTo>
                <a:lnTo>
                  <a:pt x="1173017" y="113660"/>
                </a:lnTo>
                <a:lnTo>
                  <a:pt x="1173192" y="113618"/>
                </a:lnTo>
                <a:lnTo>
                  <a:pt x="1173363" y="113577"/>
                </a:lnTo>
                <a:lnTo>
                  <a:pt x="1173531" y="113535"/>
                </a:lnTo>
                <a:lnTo>
                  <a:pt x="1173695" y="113493"/>
                </a:lnTo>
                <a:lnTo>
                  <a:pt x="1173856" y="113451"/>
                </a:lnTo>
                <a:lnTo>
                  <a:pt x="1174014" y="113409"/>
                </a:lnTo>
                <a:lnTo>
                  <a:pt x="1174168" y="113367"/>
                </a:lnTo>
                <a:lnTo>
                  <a:pt x="1174318" y="113324"/>
                </a:lnTo>
                <a:lnTo>
                  <a:pt x="1174465" y="113282"/>
                </a:lnTo>
                <a:lnTo>
                  <a:pt x="1174609" y="113239"/>
                </a:lnTo>
                <a:lnTo>
                  <a:pt x="1174749" y="113196"/>
                </a:lnTo>
                <a:lnTo>
                  <a:pt x="1174886" y="113154"/>
                </a:lnTo>
                <a:lnTo>
                  <a:pt x="1174812" y="102030"/>
                </a:lnTo>
                <a:lnTo>
                  <a:pt x="1174731" y="102048"/>
                </a:lnTo>
                <a:lnTo>
                  <a:pt x="1174646" y="102067"/>
                </a:lnTo>
                <a:lnTo>
                  <a:pt x="1174559" y="102087"/>
                </a:lnTo>
                <a:lnTo>
                  <a:pt x="1174468" y="102106"/>
                </a:lnTo>
                <a:lnTo>
                  <a:pt x="1174373" y="102127"/>
                </a:lnTo>
                <a:lnTo>
                  <a:pt x="1174276" y="102147"/>
                </a:lnTo>
                <a:lnTo>
                  <a:pt x="1174176" y="102168"/>
                </a:lnTo>
                <a:lnTo>
                  <a:pt x="1174072" y="102189"/>
                </a:lnTo>
                <a:lnTo>
                  <a:pt x="1173965" y="102211"/>
                </a:lnTo>
                <a:lnTo>
                  <a:pt x="1173855" y="102233"/>
                </a:lnTo>
                <a:lnTo>
                  <a:pt x="1173741" y="102256"/>
                </a:lnTo>
                <a:lnTo>
                  <a:pt x="1173625" y="102278"/>
                </a:lnTo>
                <a:lnTo>
                  <a:pt x="1173505" y="102302"/>
                </a:lnTo>
                <a:lnTo>
                  <a:pt x="1173382" y="102325"/>
                </a:lnTo>
                <a:lnTo>
                  <a:pt x="1173256" y="102349"/>
                </a:lnTo>
                <a:lnTo>
                  <a:pt x="1173126" y="102373"/>
                </a:lnTo>
                <a:lnTo>
                  <a:pt x="1172994" y="102398"/>
                </a:lnTo>
                <a:lnTo>
                  <a:pt x="1172858" y="102423"/>
                </a:lnTo>
                <a:lnTo>
                  <a:pt x="1172719" y="102449"/>
                </a:lnTo>
                <a:lnTo>
                  <a:pt x="1172577" y="102475"/>
                </a:lnTo>
                <a:lnTo>
                  <a:pt x="1172432" y="102501"/>
                </a:lnTo>
                <a:lnTo>
                  <a:pt x="1172283" y="102528"/>
                </a:lnTo>
                <a:lnTo>
                  <a:pt x="1172131" y="102555"/>
                </a:lnTo>
                <a:lnTo>
                  <a:pt x="1171976" y="102582"/>
                </a:lnTo>
                <a:lnTo>
                  <a:pt x="1171820" y="102609"/>
                </a:lnTo>
                <a:lnTo>
                  <a:pt x="1171664" y="102635"/>
                </a:lnTo>
                <a:lnTo>
                  <a:pt x="1171510" y="102660"/>
                </a:lnTo>
                <a:lnTo>
                  <a:pt x="1171355" y="102684"/>
                </a:lnTo>
                <a:lnTo>
                  <a:pt x="1171202" y="102706"/>
                </a:lnTo>
                <a:lnTo>
                  <a:pt x="1171049" y="102727"/>
                </a:lnTo>
                <a:lnTo>
                  <a:pt x="1170896" y="102747"/>
                </a:lnTo>
                <a:lnTo>
                  <a:pt x="1170744" y="102766"/>
                </a:lnTo>
                <a:lnTo>
                  <a:pt x="1170593" y="102784"/>
                </a:lnTo>
                <a:lnTo>
                  <a:pt x="1170443" y="102801"/>
                </a:lnTo>
                <a:lnTo>
                  <a:pt x="1170293" y="102816"/>
                </a:lnTo>
                <a:lnTo>
                  <a:pt x="1170144" y="102831"/>
                </a:lnTo>
                <a:lnTo>
                  <a:pt x="1169995" y="102844"/>
                </a:lnTo>
                <a:lnTo>
                  <a:pt x="1169847" y="102856"/>
                </a:lnTo>
                <a:lnTo>
                  <a:pt x="1169700" y="102867"/>
                </a:lnTo>
                <a:lnTo>
                  <a:pt x="1169553" y="102877"/>
                </a:lnTo>
                <a:lnTo>
                  <a:pt x="1169407" y="102886"/>
                </a:lnTo>
                <a:lnTo>
                  <a:pt x="1169262" y="102893"/>
                </a:lnTo>
                <a:lnTo>
                  <a:pt x="1169117" y="102899"/>
                </a:lnTo>
                <a:lnTo>
                  <a:pt x="1168973" y="102905"/>
                </a:lnTo>
                <a:lnTo>
                  <a:pt x="1168830" y="102909"/>
                </a:lnTo>
                <a:lnTo>
                  <a:pt x="1168687" y="102911"/>
                </a:lnTo>
                <a:lnTo>
                  <a:pt x="1168545" y="102913"/>
                </a:lnTo>
                <a:lnTo>
                  <a:pt x="1168403" y="102914"/>
                </a:lnTo>
                <a:lnTo>
                  <a:pt x="1168214" y="102913"/>
                </a:lnTo>
                <a:lnTo>
                  <a:pt x="1168025" y="102909"/>
                </a:lnTo>
                <a:lnTo>
                  <a:pt x="1167837" y="102903"/>
                </a:lnTo>
                <a:lnTo>
                  <a:pt x="1167650" y="102895"/>
                </a:lnTo>
                <a:lnTo>
                  <a:pt x="1167465" y="102885"/>
                </a:lnTo>
                <a:lnTo>
                  <a:pt x="1167280" y="102872"/>
                </a:lnTo>
                <a:lnTo>
                  <a:pt x="1167096" y="102857"/>
                </a:lnTo>
                <a:lnTo>
                  <a:pt x="1166914" y="102840"/>
                </a:lnTo>
                <a:lnTo>
                  <a:pt x="1166732" y="102820"/>
                </a:lnTo>
                <a:lnTo>
                  <a:pt x="1166551" y="102799"/>
                </a:lnTo>
                <a:lnTo>
                  <a:pt x="1166372" y="102774"/>
                </a:lnTo>
                <a:lnTo>
                  <a:pt x="1166193" y="102748"/>
                </a:lnTo>
                <a:lnTo>
                  <a:pt x="1166016" y="102719"/>
                </a:lnTo>
                <a:lnTo>
                  <a:pt x="1165839" y="102688"/>
                </a:lnTo>
                <a:lnTo>
                  <a:pt x="1165664" y="102655"/>
                </a:lnTo>
                <a:lnTo>
                  <a:pt x="1165489" y="102619"/>
                </a:lnTo>
                <a:lnTo>
                  <a:pt x="1165316" y="102581"/>
                </a:lnTo>
                <a:lnTo>
                  <a:pt x="1165144" y="102541"/>
                </a:lnTo>
                <a:lnTo>
                  <a:pt x="1164972" y="102498"/>
                </a:lnTo>
                <a:lnTo>
                  <a:pt x="1164802" y="102453"/>
                </a:lnTo>
                <a:lnTo>
                  <a:pt x="1164633" y="102406"/>
                </a:lnTo>
                <a:lnTo>
                  <a:pt x="1164464" y="102357"/>
                </a:lnTo>
                <a:lnTo>
                  <a:pt x="1164297" y="102305"/>
                </a:lnTo>
                <a:lnTo>
                  <a:pt x="1164131" y="102251"/>
                </a:lnTo>
                <a:lnTo>
                  <a:pt x="1163966" y="102193"/>
                </a:lnTo>
                <a:lnTo>
                  <a:pt x="1163804" y="102130"/>
                </a:lnTo>
                <a:lnTo>
                  <a:pt x="1163645" y="102063"/>
                </a:lnTo>
                <a:lnTo>
                  <a:pt x="1163488" y="101991"/>
                </a:lnTo>
                <a:lnTo>
                  <a:pt x="1163334" y="101914"/>
                </a:lnTo>
                <a:lnTo>
                  <a:pt x="1163182" y="101832"/>
                </a:lnTo>
                <a:lnTo>
                  <a:pt x="1163033" y="101745"/>
                </a:lnTo>
                <a:lnTo>
                  <a:pt x="1162887" y="101653"/>
                </a:lnTo>
                <a:lnTo>
                  <a:pt x="1162743" y="101556"/>
                </a:lnTo>
                <a:lnTo>
                  <a:pt x="1162601" y="101455"/>
                </a:lnTo>
                <a:lnTo>
                  <a:pt x="1162462" y="101348"/>
                </a:lnTo>
                <a:lnTo>
                  <a:pt x="1162326" y="101237"/>
                </a:lnTo>
                <a:lnTo>
                  <a:pt x="1162192" y="101121"/>
                </a:lnTo>
                <a:lnTo>
                  <a:pt x="1162061" y="101000"/>
                </a:lnTo>
                <a:lnTo>
                  <a:pt x="1161932" y="100874"/>
                </a:lnTo>
                <a:lnTo>
                  <a:pt x="1161806" y="100744"/>
                </a:lnTo>
                <a:lnTo>
                  <a:pt x="1161683" y="100608"/>
                </a:lnTo>
                <a:lnTo>
                  <a:pt x="1161562" y="100468"/>
                </a:lnTo>
                <a:lnTo>
                  <a:pt x="1161443" y="100322"/>
                </a:lnTo>
                <a:lnTo>
                  <a:pt x="1161327" y="100172"/>
                </a:lnTo>
                <a:lnTo>
                  <a:pt x="1161214" y="100017"/>
                </a:lnTo>
                <a:lnTo>
                  <a:pt x="1161103" y="99857"/>
                </a:lnTo>
                <a:lnTo>
                  <a:pt x="1160995" y="99692"/>
                </a:lnTo>
                <a:lnTo>
                  <a:pt x="1160889" y="99523"/>
                </a:lnTo>
                <a:lnTo>
                  <a:pt x="1160787" y="99347"/>
                </a:lnTo>
                <a:lnTo>
                  <a:pt x="1160689" y="99165"/>
                </a:lnTo>
                <a:lnTo>
                  <a:pt x="1160596" y="98975"/>
                </a:lnTo>
                <a:lnTo>
                  <a:pt x="1160507" y="98779"/>
                </a:lnTo>
                <a:lnTo>
                  <a:pt x="1160422" y="98576"/>
                </a:lnTo>
                <a:lnTo>
                  <a:pt x="1160341" y="98366"/>
                </a:lnTo>
                <a:lnTo>
                  <a:pt x="1160265" y="98149"/>
                </a:lnTo>
                <a:lnTo>
                  <a:pt x="1160194" y="97925"/>
                </a:lnTo>
                <a:lnTo>
                  <a:pt x="1160126" y="97694"/>
                </a:lnTo>
                <a:lnTo>
                  <a:pt x="1160063" y="97457"/>
                </a:lnTo>
                <a:lnTo>
                  <a:pt x="1160004" y="97212"/>
                </a:lnTo>
                <a:lnTo>
                  <a:pt x="1159950" y="96960"/>
                </a:lnTo>
                <a:lnTo>
                  <a:pt x="1159900" y="96702"/>
                </a:lnTo>
                <a:lnTo>
                  <a:pt x="1159854" y="96437"/>
                </a:lnTo>
                <a:lnTo>
                  <a:pt x="1159813" y="96164"/>
                </a:lnTo>
                <a:lnTo>
                  <a:pt x="1159776" y="95885"/>
                </a:lnTo>
                <a:lnTo>
                  <a:pt x="1159743" y="95599"/>
                </a:lnTo>
                <a:lnTo>
                  <a:pt x="1159715" y="95306"/>
                </a:lnTo>
                <a:lnTo>
                  <a:pt x="1159691" y="95007"/>
                </a:lnTo>
                <a:lnTo>
                  <a:pt x="1159672" y="94700"/>
                </a:lnTo>
                <a:lnTo>
                  <a:pt x="1159657" y="94386"/>
                </a:lnTo>
                <a:lnTo>
                  <a:pt x="1159646" y="94066"/>
                </a:lnTo>
                <a:lnTo>
                  <a:pt x="1159639" y="93738"/>
                </a:lnTo>
                <a:lnTo>
                  <a:pt x="1159637" y="93404"/>
                </a:lnTo>
                <a:lnTo>
                  <a:pt x="1159637" y="43906"/>
                </a:lnTo>
                <a:lnTo>
                  <a:pt x="1174518" y="43906"/>
                </a:lnTo>
                <a:lnTo>
                  <a:pt x="1174518" y="33445"/>
                </a:lnTo>
                <a:lnTo>
                  <a:pt x="1159637" y="33445"/>
                </a:lnTo>
                <a:lnTo>
                  <a:pt x="1159637" y="13997"/>
                </a:lnTo>
                <a:lnTo>
                  <a:pt x="1146008" y="13997"/>
                </a:lnTo>
                <a:close/>
                <a:moveTo>
                  <a:pt x="1342441" y="42768"/>
                </a:moveTo>
                <a:lnTo>
                  <a:pt x="1342483" y="43031"/>
                </a:lnTo>
                <a:lnTo>
                  <a:pt x="1342532" y="43290"/>
                </a:lnTo>
                <a:lnTo>
                  <a:pt x="1342588" y="43546"/>
                </a:lnTo>
                <a:lnTo>
                  <a:pt x="1342652" y="43798"/>
                </a:lnTo>
                <a:lnTo>
                  <a:pt x="1342724" y="44046"/>
                </a:lnTo>
                <a:lnTo>
                  <a:pt x="1342803" y="44291"/>
                </a:lnTo>
                <a:lnTo>
                  <a:pt x="1342890" y="44532"/>
                </a:lnTo>
                <a:lnTo>
                  <a:pt x="1342984" y="44770"/>
                </a:lnTo>
                <a:lnTo>
                  <a:pt x="1343086" y="45004"/>
                </a:lnTo>
                <a:lnTo>
                  <a:pt x="1343196" y="45234"/>
                </a:lnTo>
                <a:lnTo>
                  <a:pt x="1343313" y="45461"/>
                </a:lnTo>
                <a:lnTo>
                  <a:pt x="1343437" y="45684"/>
                </a:lnTo>
                <a:lnTo>
                  <a:pt x="1343569" y="45904"/>
                </a:lnTo>
                <a:lnTo>
                  <a:pt x="1343709" y="46120"/>
                </a:lnTo>
                <a:lnTo>
                  <a:pt x="1343856" y="46333"/>
                </a:lnTo>
                <a:lnTo>
                  <a:pt x="1344011" y="46542"/>
                </a:lnTo>
                <a:lnTo>
                  <a:pt x="1344173" y="46747"/>
                </a:lnTo>
                <a:lnTo>
                  <a:pt x="1344343" y="46949"/>
                </a:lnTo>
                <a:lnTo>
                  <a:pt x="1344520" y="47147"/>
                </a:lnTo>
                <a:lnTo>
                  <a:pt x="1344704" y="47340"/>
                </a:lnTo>
                <a:lnTo>
                  <a:pt x="1344896" y="47524"/>
                </a:lnTo>
                <a:lnTo>
                  <a:pt x="1345094" y="47700"/>
                </a:lnTo>
                <a:lnTo>
                  <a:pt x="1345299" y="47868"/>
                </a:lnTo>
                <a:lnTo>
                  <a:pt x="1345510" y="48027"/>
                </a:lnTo>
                <a:lnTo>
                  <a:pt x="1345729" y="48179"/>
                </a:lnTo>
                <a:lnTo>
                  <a:pt x="1345954" y="48322"/>
                </a:lnTo>
                <a:lnTo>
                  <a:pt x="1346186" y="48457"/>
                </a:lnTo>
                <a:lnTo>
                  <a:pt x="1346424" y="48584"/>
                </a:lnTo>
                <a:lnTo>
                  <a:pt x="1346670" y="48703"/>
                </a:lnTo>
                <a:lnTo>
                  <a:pt x="1346922" y="48813"/>
                </a:lnTo>
                <a:lnTo>
                  <a:pt x="1347181" y="48915"/>
                </a:lnTo>
                <a:lnTo>
                  <a:pt x="1347447" y="49009"/>
                </a:lnTo>
                <a:lnTo>
                  <a:pt x="1347720" y="49095"/>
                </a:lnTo>
                <a:lnTo>
                  <a:pt x="1347999" y="49173"/>
                </a:lnTo>
                <a:lnTo>
                  <a:pt x="1348285" y="49243"/>
                </a:lnTo>
                <a:lnTo>
                  <a:pt x="1348578" y="49304"/>
                </a:lnTo>
                <a:lnTo>
                  <a:pt x="1348878" y="49357"/>
                </a:lnTo>
                <a:lnTo>
                  <a:pt x="1349184" y="49402"/>
                </a:lnTo>
                <a:lnTo>
                  <a:pt x="1349498" y="49439"/>
                </a:lnTo>
                <a:lnTo>
                  <a:pt x="1349818" y="49468"/>
                </a:lnTo>
                <a:lnTo>
                  <a:pt x="1350145" y="49488"/>
                </a:lnTo>
                <a:lnTo>
                  <a:pt x="1350478" y="49501"/>
                </a:lnTo>
                <a:lnTo>
                  <a:pt x="1350819" y="49505"/>
                </a:lnTo>
                <a:lnTo>
                  <a:pt x="1351159" y="49501"/>
                </a:lnTo>
                <a:lnTo>
                  <a:pt x="1351493" y="49488"/>
                </a:lnTo>
                <a:lnTo>
                  <a:pt x="1351819" y="49468"/>
                </a:lnTo>
                <a:lnTo>
                  <a:pt x="1352139" y="49439"/>
                </a:lnTo>
                <a:lnTo>
                  <a:pt x="1352453" y="49402"/>
                </a:lnTo>
                <a:lnTo>
                  <a:pt x="1352759" y="49357"/>
                </a:lnTo>
                <a:lnTo>
                  <a:pt x="1353059" y="49304"/>
                </a:lnTo>
                <a:lnTo>
                  <a:pt x="1353352" y="49243"/>
                </a:lnTo>
                <a:lnTo>
                  <a:pt x="1353638" y="49173"/>
                </a:lnTo>
                <a:lnTo>
                  <a:pt x="1353917" y="49095"/>
                </a:lnTo>
                <a:lnTo>
                  <a:pt x="1354190" y="49009"/>
                </a:lnTo>
                <a:lnTo>
                  <a:pt x="1354456" y="48915"/>
                </a:lnTo>
                <a:lnTo>
                  <a:pt x="1354715" y="48813"/>
                </a:lnTo>
                <a:lnTo>
                  <a:pt x="1354967" y="48703"/>
                </a:lnTo>
                <a:lnTo>
                  <a:pt x="1355213" y="48584"/>
                </a:lnTo>
                <a:lnTo>
                  <a:pt x="1355451" y="48457"/>
                </a:lnTo>
                <a:lnTo>
                  <a:pt x="1355683" y="48322"/>
                </a:lnTo>
                <a:lnTo>
                  <a:pt x="1355909" y="48179"/>
                </a:lnTo>
                <a:lnTo>
                  <a:pt x="1356127" y="48027"/>
                </a:lnTo>
                <a:lnTo>
                  <a:pt x="1356339" y="47868"/>
                </a:lnTo>
                <a:lnTo>
                  <a:pt x="1356543" y="47700"/>
                </a:lnTo>
                <a:lnTo>
                  <a:pt x="1356741" y="47524"/>
                </a:lnTo>
                <a:lnTo>
                  <a:pt x="1356933" y="47340"/>
                </a:lnTo>
                <a:lnTo>
                  <a:pt x="1357117" y="47147"/>
                </a:lnTo>
                <a:lnTo>
                  <a:pt x="1357294" y="46949"/>
                </a:lnTo>
                <a:lnTo>
                  <a:pt x="1357464" y="46747"/>
                </a:lnTo>
                <a:lnTo>
                  <a:pt x="1357626" y="46542"/>
                </a:lnTo>
                <a:lnTo>
                  <a:pt x="1357781" y="46333"/>
                </a:lnTo>
                <a:lnTo>
                  <a:pt x="1357928" y="46120"/>
                </a:lnTo>
                <a:lnTo>
                  <a:pt x="1358068" y="45904"/>
                </a:lnTo>
                <a:lnTo>
                  <a:pt x="1358200" y="45684"/>
                </a:lnTo>
                <a:lnTo>
                  <a:pt x="1358324" y="45461"/>
                </a:lnTo>
                <a:lnTo>
                  <a:pt x="1358441" y="45234"/>
                </a:lnTo>
                <a:lnTo>
                  <a:pt x="1358551" y="45004"/>
                </a:lnTo>
                <a:lnTo>
                  <a:pt x="1358653" y="44770"/>
                </a:lnTo>
                <a:lnTo>
                  <a:pt x="1358747" y="44532"/>
                </a:lnTo>
                <a:lnTo>
                  <a:pt x="1358834" y="44291"/>
                </a:lnTo>
                <a:lnTo>
                  <a:pt x="1358913" y="44046"/>
                </a:lnTo>
                <a:lnTo>
                  <a:pt x="1358985" y="43798"/>
                </a:lnTo>
                <a:lnTo>
                  <a:pt x="1359049" y="43546"/>
                </a:lnTo>
                <a:lnTo>
                  <a:pt x="1359105" y="43290"/>
                </a:lnTo>
                <a:lnTo>
                  <a:pt x="1359155" y="43031"/>
                </a:lnTo>
                <a:lnTo>
                  <a:pt x="1359196" y="42768"/>
                </a:lnTo>
                <a:lnTo>
                  <a:pt x="1359230" y="42502"/>
                </a:lnTo>
                <a:lnTo>
                  <a:pt x="1359256" y="42232"/>
                </a:lnTo>
                <a:lnTo>
                  <a:pt x="1359275" y="41959"/>
                </a:lnTo>
                <a:lnTo>
                  <a:pt x="1359287" y="41682"/>
                </a:lnTo>
                <a:lnTo>
                  <a:pt x="1359290" y="41401"/>
                </a:lnTo>
                <a:lnTo>
                  <a:pt x="1359287" y="41115"/>
                </a:lnTo>
                <a:lnTo>
                  <a:pt x="1359275" y="40832"/>
                </a:lnTo>
                <a:lnTo>
                  <a:pt x="1359256" y="40552"/>
                </a:lnTo>
                <a:lnTo>
                  <a:pt x="1359230" y="40277"/>
                </a:lnTo>
                <a:lnTo>
                  <a:pt x="1359196" y="40005"/>
                </a:lnTo>
                <a:lnTo>
                  <a:pt x="1359155" y="39737"/>
                </a:lnTo>
                <a:lnTo>
                  <a:pt x="1359105" y="39472"/>
                </a:lnTo>
                <a:lnTo>
                  <a:pt x="1359049" y="39212"/>
                </a:lnTo>
                <a:lnTo>
                  <a:pt x="1358985" y="38955"/>
                </a:lnTo>
                <a:lnTo>
                  <a:pt x="1358913" y="38701"/>
                </a:lnTo>
                <a:lnTo>
                  <a:pt x="1358834" y="38452"/>
                </a:lnTo>
                <a:lnTo>
                  <a:pt x="1358747" y="38206"/>
                </a:lnTo>
                <a:lnTo>
                  <a:pt x="1358653" y="37964"/>
                </a:lnTo>
                <a:lnTo>
                  <a:pt x="1358551" y="37725"/>
                </a:lnTo>
                <a:lnTo>
                  <a:pt x="1358441" y="37491"/>
                </a:lnTo>
                <a:lnTo>
                  <a:pt x="1358324" y="37259"/>
                </a:lnTo>
                <a:lnTo>
                  <a:pt x="1358200" y="37032"/>
                </a:lnTo>
                <a:lnTo>
                  <a:pt x="1358068" y="36809"/>
                </a:lnTo>
                <a:lnTo>
                  <a:pt x="1357928" y="36589"/>
                </a:lnTo>
                <a:lnTo>
                  <a:pt x="1357781" y="36372"/>
                </a:lnTo>
                <a:lnTo>
                  <a:pt x="1357626" y="36160"/>
                </a:lnTo>
                <a:lnTo>
                  <a:pt x="1357464" y="35951"/>
                </a:lnTo>
                <a:lnTo>
                  <a:pt x="1357294" y="35746"/>
                </a:lnTo>
                <a:lnTo>
                  <a:pt x="1357117" y="35545"/>
                </a:lnTo>
                <a:lnTo>
                  <a:pt x="1356933" y="35349"/>
                </a:lnTo>
                <a:lnTo>
                  <a:pt x="1356741" y="35162"/>
                </a:lnTo>
                <a:lnTo>
                  <a:pt x="1356543" y="34984"/>
                </a:lnTo>
                <a:lnTo>
                  <a:pt x="1356339" y="34813"/>
                </a:lnTo>
                <a:lnTo>
                  <a:pt x="1356127" y="34651"/>
                </a:lnTo>
                <a:lnTo>
                  <a:pt x="1355909" y="34497"/>
                </a:lnTo>
                <a:lnTo>
                  <a:pt x="1355683" y="34352"/>
                </a:lnTo>
                <a:lnTo>
                  <a:pt x="1355451" y="34215"/>
                </a:lnTo>
                <a:lnTo>
                  <a:pt x="1355213" y="34086"/>
                </a:lnTo>
                <a:lnTo>
                  <a:pt x="1354967" y="33965"/>
                </a:lnTo>
                <a:lnTo>
                  <a:pt x="1354715" y="33853"/>
                </a:lnTo>
                <a:lnTo>
                  <a:pt x="1354456" y="33749"/>
                </a:lnTo>
                <a:lnTo>
                  <a:pt x="1354190" y="33653"/>
                </a:lnTo>
                <a:lnTo>
                  <a:pt x="1353917" y="33566"/>
                </a:lnTo>
                <a:lnTo>
                  <a:pt x="1353638" y="33487"/>
                </a:lnTo>
                <a:lnTo>
                  <a:pt x="1353352" y="33416"/>
                </a:lnTo>
                <a:lnTo>
                  <a:pt x="1353059" y="33354"/>
                </a:lnTo>
                <a:lnTo>
                  <a:pt x="1352759" y="33300"/>
                </a:lnTo>
                <a:lnTo>
                  <a:pt x="1352453" y="33254"/>
                </a:lnTo>
                <a:lnTo>
                  <a:pt x="1352139" y="33217"/>
                </a:lnTo>
                <a:lnTo>
                  <a:pt x="1351819" y="33188"/>
                </a:lnTo>
                <a:lnTo>
                  <a:pt x="1351493" y="33167"/>
                </a:lnTo>
                <a:lnTo>
                  <a:pt x="1351159" y="33155"/>
                </a:lnTo>
                <a:lnTo>
                  <a:pt x="1350819" y="33150"/>
                </a:lnTo>
                <a:lnTo>
                  <a:pt x="1350478" y="33155"/>
                </a:lnTo>
                <a:lnTo>
                  <a:pt x="1350145" y="33167"/>
                </a:lnTo>
                <a:lnTo>
                  <a:pt x="1349818" y="33188"/>
                </a:lnTo>
                <a:lnTo>
                  <a:pt x="1349498" y="33217"/>
                </a:lnTo>
                <a:lnTo>
                  <a:pt x="1349184" y="33254"/>
                </a:lnTo>
                <a:lnTo>
                  <a:pt x="1348878" y="33300"/>
                </a:lnTo>
                <a:lnTo>
                  <a:pt x="1348578" y="33354"/>
                </a:lnTo>
                <a:lnTo>
                  <a:pt x="1348285" y="33416"/>
                </a:lnTo>
                <a:lnTo>
                  <a:pt x="1347999" y="33487"/>
                </a:lnTo>
                <a:lnTo>
                  <a:pt x="1347720" y="33566"/>
                </a:lnTo>
                <a:lnTo>
                  <a:pt x="1347447" y="33653"/>
                </a:lnTo>
                <a:lnTo>
                  <a:pt x="1347181" y="33749"/>
                </a:lnTo>
                <a:lnTo>
                  <a:pt x="1346922" y="33853"/>
                </a:lnTo>
                <a:lnTo>
                  <a:pt x="1346670" y="33965"/>
                </a:lnTo>
                <a:lnTo>
                  <a:pt x="1346424" y="34086"/>
                </a:lnTo>
                <a:lnTo>
                  <a:pt x="1346186" y="34215"/>
                </a:lnTo>
                <a:lnTo>
                  <a:pt x="1345954" y="34352"/>
                </a:lnTo>
                <a:lnTo>
                  <a:pt x="1345729" y="34497"/>
                </a:lnTo>
                <a:lnTo>
                  <a:pt x="1345510" y="34651"/>
                </a:lnTo>
                <a:lnTo>
                  <a:pt x="1345299" y="34813"/>
                </a:lnTo>
                <a:lnTo>
                  <a:pt x="1345094" y="34984"/>
                </a:lnTo>
                <a:lnTo>
                  <a:pt x="1344896" y="35162"/>
                </a:lnTo>
                <a:lnTo>
                  <a:pt x="1344704" y="35349"/>
                </a:lnTo>
                <a:lnTo>
                  <a:pt x="1344520" y="35545"/>
                </a:lnTo>
                <a:lnTo>
                  <a:pt x="1344343" y="35746"/>
                </a:lnTo>
                <a:lnTo>
                  <a:pt x="1344173" y="35951"/>
                </a:lnTo>
                <a:lnTo>
                  <a:pt x="1344011" y="36160"/>
                </a:lnTo>
                <a:lnTo>
                  <a:pt x="1343856" y="36372"/>
                </a:lnTo>
                <a:lnTo>
                  <a:pt x="1343709" y="36589"/>
                </a:lnTo>
                <a:lnTo>
                  <a:pt x="1343569" y="36809"/>
                </a:lnTo>
                <a:lnTo>
                  <a:pt x="1343437" y="37032"/>
                </a:lnTo>
                <a:lnTo>
                  <a:pt x="1343313" y="37259"/>
                </a:lnTo>
                <a:lnTo>
                  <a:pt x="1343196" y="37491"/>
                </a:lnTo>
                <a:lnTo>
                  <a:pt x="1343086" y="37725"/>
                </a:lnTo>
                <a:lnTo>
                  <a:pt x="1342984" y="37964"/>
                </a:lnTo>
                <a:lnTo>
                  <a:pt x="1342890" y="38206"/>
                </a:lnTo>
                <a:lnTo>
                  <a:pt x="1342803" y="38452"/>
                </a:lnTo>
                <a:lnTo>
                  <a:pt x="1342724" y="38701"/>
                </a:lnTo>
                <a:lnTo>
                  <a:pt x="1342652" y="38955"/>
                </a:lnTo>
                <a:lnTo>
                  <a:pt x="1342588" y="39212"/>
                </a:lnTo>
                <a:lnTo>
                  <a:pt x="1342532" y="39472"/>
                </a:lnTo>
                <a:lnTo>
                  <a:pt x="1342483" y="39737"/>
                </a:lnTo>
                <a:lnTo>
                  <a:pt x="1342441" y="40005"/>
                </a:lnTo>
                <a:lnTo>
                  <a:pt x="1342407" y="40277"/>
                </a:lnTo>
                <a:lnTo>
                  <a:pt x="1342381" y="40552"/>
                </a:lnTo>
                <a:lnTo>
                  <a:pt x="1342362" y="40832"/>
                </a:lnTo>
                <a:lnTo>
                  <a:pt x="1342351" y="41115"/>
                </a:lnTo>
                <a:lnTo>
                  <a:pt x="1342347" y="41401"/>
                </a:lnTo>
                <a:lnTo>
                  <a:pt x="1342351" y="41682"/>
                </a:lnTo>
                <a:lnTo>
                  <a:pt x="1342362" y="41959"/>
                </a:lnTo>
                <a:lnTo>
                  <a:pt x="1342381" y="42232"/>
                </a:lnTo>
                <a:lnTo>
                  <a:pt x="1342407" y="42502"/>
                </a:lnTo>
                <a:lnTo>
                  <a:pt x="1342441" y="42768"/>
                </a:lnTo>
                <a:close/>
                <a:moveTo>
                  <a:pt x="1050842" y="68192"/>
                </a:moveTo>
                <a:lnTo>
                  <a:pt x="1050812" y="67514"/>
                </a:lnTo>
                <a:lnTo>
                  <a:pt x="1050775" y="66839"/>
                </a:lnTo>
                <a:lnTo>
                  <a:pt x="1050732" y="66170"/>
                </a:lnTo>
                <a:lnTo>
                  <a:pt x="1050682" y="65505"/>
                </a:lnTo>
                <a:lnTo>
                  <a:pt x="1050626" y="64844"/>
                </a:lnTo>
                <a:lnTo>
                  <a:pt x="1050563" y="64188"/>
                </a:lnTo>
                <a:lnTo>
                  <a:pt x="1050493" y="63536"/>
                </a:lnTo>
                <a:lnTo>
                  <a:pt x="1050416" y="62889"/>
                </a:lnTo>
                <a:lnTo>
                  <a:pt x="1050333" y="62246"/>
                </a:lnTo>
                <a:lnTo>
                  <a:pt x="1050243" y="61607"/>
                </a:lnTo>
                <a:lnTo>
                  <a:pt x="1050147" y="60973"/>
                </a:lnTo>
                <a:lnTo>
                  <a:pt x="1050044" y="60344"/>
                </a:lnTo>
                <a:lnTo>
                  <a:pt x="1049934" y="59719"/>
                </a:lnTo>
                <a:lnTo>
                  <a:pt x="1049818" y="59099"/>
                </a:lnTo>
                <a:lnTo>
                  <a:pt x="1049695" y="58483"/>
                </a:lnTo>
                <a:lnTo>
                  <a:pt x="1049565" y="57871"/>
                </a:lnTo>
                <a:lnTo>
                  <a:pt x="1049429" y="57264"/>
                </a:lnTo>
                <a:lnTo>
                  <a:pt x="1049286" y="56661"/>
                </a:lnTo>
                <a:lnTo>
                  <a:pt x="1049136" y="56063"/>
                </a:lnTo>
                <a:lnTo>
                  <a:pt x="1048980" y="55469"/>
                </a:lnTo>
                <a:lnTo>
                  <a:pt x="1048817" y="54881"/>
                </a:lnTo>
                <a:lnTo>
                  <a:pt x="1048646" y="54299"/>
                </a:lnTo>
                <a:lnTo>
                  <a:pt x="1048469" y="53724"/>
                </a:lnTo>
                <a:lnTo>
                  <a:pt x="1048284" y="53155"/>
                </a:lnTo>
                <a:lnTo>
                  <a:pt x="1048092" y="52592"/>
                </a:lnTo>
                <a:lnTo>
                  <a:pt x="1047893" y="52036"/>
                </a:lnTo>
                <a:lnTo>
                  <a:pt x="1047687" y="51486"/>
                </a:lnTo>
                <a:lnTo>
                  <a:pt x="1047474" y="50942"/>
                </a:lnTo>
                <a:lnTo>
                  <a:pt x="1047253" y="50405"/>
                </a:lnTo>
                <a:lnTo>
                  <a:pt x="1047025" y="49874"/>
                </a:lnTo>
                <a:lnTo>
                  <a:pt x="1046791" y="49350"/>
                </a:lnTo>
                <a:lnTo>
                  <a:pt x="1046549" y="48832"/>
                </a:lnTo>
                <a:lnTo>
                  <a:pt x="1046300" y="48320"/>
                </a:lnTo>
                <a:lnTo>
                  <a:pt x="1046043" y="47815"/>
                </a:lnTo>
                <a:lnTo>
                  <a:pt x="1045780" y="47316"/>
                </a:lnTo>
                <a:lnTo>
                  <a:pt x="1045509" y="46824"/>
                </a:lnTo>
                <a:lnTo>
                  <a:pt x="1045231" y="46338"/>
                </a:lnTo>
                <a:lnTo>
                  <a:pt x="1044946" y="45858"/>
                </a:lnTo>
                <a:lnTo>
                  <a:pt x="1044654" y="45385"/>
                </a:lnTo>
                <a:lnTo>
                  <a:pt x="1044355" y="44918"/>
                </a:lnTo>
                <a:lnTo>
                  <a:pt x="1044049" y="44457"/>
                </a:lnTo>
                <a:lnTo>
                  <a:pt x="1043735" y="44003"/>
                </a:lnTo>
                <a:lnTo>
                  <a:pt x="1043414" y="43555"/>
                </a:lnTo>
                <a:lnTo>
                  <a:pt x="1043086" y="43114"/>
                </a:lnTo>
                <a:lnTo>
                  <a:pt x="1042751" y="42680"/>
                </a:lnTo>
                <a:lnTo>
                  <a:pt x="1042408" y="42254"/>
                </a:lnTo>
                <a:lnTo>
                  <a:pt x="1042057" y="41836"/>
                </a:lnTo>
                <a:lnTo>
                  <a:pt x="1041698" y="41426"/>
                </a:lnTo>
                <a:lnTo>
                  <a:pt x="1041331" y="41024"/>
                </a:lnTo>
                <a:lnTo>
                  <a:pt x="1040957" y="40630"/>
                </a:lnTo>
                <a:lnTo>
                  <a:pt x="1040575" y="40244"/>
                </a:lnTo>
                <a:lnTo>
                  <a:pt x="1040185" y="39866"/>
                </a:lnTo>
                <a:lnTo>
                  <a:pt x="1039787" y="39496"/>
                </a:lnTo>
                <a:lnTo>
                  <a:pt x="1039381" y="39134"/>
                </a:lnTo>
                <a:lnTo>
                  <a:pt x="1038968" y="38781"/>
                </a:lnTo>
                <a:lnTo>
                  <a:pt x="1038547" y="38435"/>
                </a:lnTo>
                <a:lnTo>
                  <a:pt x="1038118" y="38097"/>
                </a:lnTo>
                <a:lnTo>
                  <a:pt x="1037681" y="37768"/>
                </a:lnTo>
                <a:lnTo>
                  <a:pt x="1037236" y="37446"/>
                </a:lnTo>
                <a:lnTo>
                  <a:pt x="1036784" y="37133"/>
                </a:lnTo>
                <a:lnTo>
                  <a:pt x="1036323" y="36827"/>
                </a:lnTo>
                <a:lnTo>
                  <a:pt x="1035855" y="36530"/>
                </a:lnTo>
                <a:lnTo>
                  <a:pt x="1035380" y="36240"/>
                </a:lnTo>
                <a:lnTo>
                  <a:pt x="1034896" y="35959"/>
                </a:lnTo>
                <a:lnTo>
                  <a:pt x="1034404" y="35686"/>
                </a:lnTo>
                <a:lnTo>
                  <a:pt x="1033905" y="35420"/>
                </a:lnTo>
                <a:lnTo>
                  <a:pt x="1033398" y="35163"/>
                </a:lnTo>
                <a:lnTo>
                  <a:pt x="1032883" y="34914"/>
                </a:lnTo>
                <a:lnTo>
                  <a:pt x="1032361" y="34674"/>
                </a:lnTo>
                <a:lnTo>
                  <a:pt x="1031830" y="34444"/>
                </a:lnTo>
                <a:lnTo>
                  <a:pt x="1031291" y="34224"/>
                </a:lnTo>
                <a:lnTo>
                  <a:pt x="1030744" y="34015"/>
                </a:lnTo>
                <a:lnTo>
                  <a:pt x="1030189" y="33816"/>
                </a:lnTo>
                <a:lnTo>
                  <a:pt x="1029626" y="33627"/>
                </a:lnTo>
                <a:lnTo>
                  <a:pt x="1029055" y="33448"/>
                </a:lnTo>
                <a:lnTo>
                  <a:pt x="1028476" y="33279"/>
                </a:lnTo>
                <a:lnTo>
                  <a:pt x="1027888" y="33121"/>
                </a:lnTo>
                <a:lnTo>
                  <a:pt x="1027293" y="32973"/>
                </a:lnTo>
                <a:lnTo>
                  <a:pt x="1026690" y="32835"/>
                </a:lnTo>
                <a:lnTo>
                  <a:pt x="1026078" y="32707"/>
                </a:lnTo>
                <a:lnTo>
                  <a:pt x="1025459" y="32590"/>
                </a:lnTo>
                <a:lnTo>
                  <a:pt x="1024831" y="32483"/>
                </a:lnTo>
                <a:lnTo>
                  <a:pt x="1024196" y="32385"/>
                </a:lnTo>
                <a:lnTo>
                  <a:pt x="1023552" y="32299"/>
                </a:lnTo>
                <a:lnTo>
                  <a:pt x="1022900" y="32222"/>
                </a:lnTo>
                <a:lnTo>
                  <a:pt x="1022241" y="32156"/>
                </a:lnTo>
                <a:lnTo>
                  <a:pt x="1021573" y="32099"/>
                </a:lnTo>
                <a:lnTo>
                  <a:pt x="1020897" y="32053"/>
                </a:lnTo>
                <a:lnTo>
                  <a:pt x="1020213" y="32018"/>
                </a:lnTo>
                <a:lnTo>
                  <a:pt x="1019521" y="31992"/>
                </a:lnTo>
                <a:lnTo>
                  <a:pt x="1018821" y="31977"/>
                </a:lnTo>
                <a:lnTo>
                  <a:pt x="1018113" y="31972"/>
                </a:lnTo>
                <a:lnTo>
                  <a:pt x="1017555" y="31976"/>
                </a:lnTo>
                <a:lnTo>
                  <a:pt x="1016999" y="31991"/>
                </a:lnTo>
                <a:lnTo>
                  <a:pt x="1016444" y="32014"/>
                </a:lnTo>
                <a:lnTo>
                  <a:pt x="1015891" y="32047"/>
                </a:lnTo>
                <a:lnTo>
                  <a:pt x="1015339" y="32090"/>
                </a:lnTo>
                <a:lnTo>
                  <a:pt x="1014789" y="32142"/>
                </a:lnTo>
                <a:lnTo>
                  <a:pt x="1014240" y="32204"/>
                </a:lnTo>
                <a:lnTo>
                  <a:pt x="1013693" y="32275"/>
                </a:lnTo>
                <a:lnTo>
                  <a:pt x="1013147" y="32355"/>
                </a:lnTo>
                <a:lnTo>
                  <a:pt x="1012603" y="32445"/>
                </a:lnTo>
                <a:lnTo>
                  <a:pt x="1012061" y="32544"/>
                </a:lnTo>
                <a:lnTo>
                  <a:pt x="1011520" y="32653"/>
                </a:lnTo>
                <a:lnTo>
                  <a:pt x="1010980" y="32771"/>
                </a:lnTo>
                <a:lnTo>
                  <a:pt x="1010442" y="32899"/>
                </a:lnTo>
                <a:lnTo>
                  <a:pt x="1009906" y="33036"/>
                </a:lnTo>
                <a:lnTo>
                  <a:pt x="1009371" y="33183"/>
                </a:lnTo>
                <a:lnTo>
                  <a:pt x="1008838" y="33339"/>
                </a:lnTo>
                <a:lnTo>
                  <a:pt x="1008306" y="33505"/>
                </a:lnTo>
                <a:lnTo>
                  <a:pt x="1007776" y="33680"/>
                </a:lnTo>
                <a:lnTo>
                  <a:pt x="1007247" y="33865"/>
                </a:lnTo>
                <a:lnTo>
                  <a:pt x="1006720" y="34059"/>
                </a:lnTo>
                <a:lnTo>
                  <a:pt x="1006194" y="34262"/>
                </a:lnTo>
                <a:lnTo>
                  <a:pt x="1005670" y="34475"/>
                </a:lnTo>
                <a:lnTo>
                  <a:pt x="1005147" y="34697"/>
                </a:lnTo>
                <a:lnTo>
                  <a:pt x="1004628" y="34929"/>
                </a:lnTo>
                <a:lnTo>
                  <a:pt x="1004113" y="35170"/>
                </a:lnTo>
                <a:lnTo>
                  <a:pt x="1003603" y="35419"/>
                </a:lnTo>
                <a:lnTo>
                  <a:pt x="1003097" y="35678"/>
                </a:lnTo>
                <a:lnTo>
                  <a:pt x="1002596" y="35945"/>
                </a:lnTo>
                <a:lnTo>
                  <a:pt x="1002099" y="36221"/>
                </a:lnTo>
                <a:lnTo>
                  <a:pt x="1001608" y="36507"/>
                </a:lnTo>
                <a:lnTo>
                  <a:pt x="1001120" y="36801"/>
                </a:lnTo>
                <a:lnTo>
                  <a:pt x="1000638" y="37104"/>
                </a:lnTo>
                <a:lnTo>
                  <a:pt x="1000160" y="37417"/>
                </a:lnTo>
                <a:lnTo>
                  <a:pt x="999686" y="37738"/>
                </a:lnTo>
                <a:lnTo>
                  <a:pt x="999217" y="38068"/>
                </a:lnTo>
                <a:lnTo>
                  <a:pt x="998753" y="38407"/>
                </a:lnTo>
                <a:lnTo>
                  <a:pt x="998293" y="38755"/>
                </a:lnTo>
                <a:lnTo>
                  <a:pt x="997838" y="39112"/>
                </a:lnTo>
                <a:lnTo>
                  <a:pt x="997388" y="39478"/>
                </a:lnTo>
                <a:lnTo>
                  <a:pt x="996942" y="39853"/>
                </a:lnTo>
                <a:lnTo>
                  <a:pt x="996501" y="40236"/>
                </a:lnTo>
                <a:lnTo>
                  <a:pt x="996064" y="40629"/>
                </a:lnTo>
                <a:lnTo>
                  <a:pt x="995632" y="41031"/>
                </a:lnTo>
                <a:lnTo>
                  <a:pt x="995205" y="41442"/>
                </a:lnTo>
                <a:lnTo>
                  <a:pt x="994782" y="41861"/>
                </a:lnTo>
                <a:lnTo>
                  <a:pt x="994364" y="42290"/>
                </a:lnTo>
                <a:lnTo>
                  <a:pt x="993950" y="42727"/>
                </a:lnTo>
                <a:lnTo>
                  <a:pt x="993542" y="43173"/>
                </a:lnTo>
                <a:lnTo>
                  <a:pt x="993142" y="43627"/>
                </a:lnTo>
                <a:lnTo>
                  <a:pt x="992748" y="44090"/>
                </a:lnTo>
                <a:lnTo>
                  <a:pt x="992362" y="44560"/>
                </a:lnTo>
                <a:lnTo>
                  <a:pt x="991983" y="45038"/>
                </a:lnTo>
                <a:lnTo>
                  <a:pt x="991611" y="45524"/>
                </a:lnTo>
                <a:lnTo>
                  <a:pt x="991246" y="46019"/>
                </a:lnTo>
                <a:lnTo>
                  <a:pt x="990889" y="46521"/>
                </a:lnTo>
                <a:lnTo>
                  <a:pt x="990538" y="47032"/>
                </a:lnTo>
                <a:lnTo>
                  <a:pt x="990195" y="47550"/>
                </a:lnTo>
                <a:lnTo>
                  <a:pt x="989859" y="48077"/>
                </a:lnTo>
                <a:lnTo>
                  <a:pt x="989530" y="48611"/>
                </a:lnTo>
                <a:lnTo>
                  <a:pt x="989208" y="49154"/>
                </a:lnTo>
                <a:lnTo>
                  <a:pt x="988894" y="49705"/>
                </a:lnTo>
                <a:lnTo>
                  <a:pt x="988586" y="50264"/>
                </a:lnTo>
                <a:lnTo>
                  <a:pt x="988286" y="50831"/>
                </a:lnTo>
                <a:lnTo>
                  <a:pt x="987993" y="51406"/>
                </a:lnTo>
                <a:lnTo>
                  <a:pt x="987707" y="51989"/>
                </a:lnTo>
                <a:lnTo>
                  <a:pt x="987428" y="52580"/>
                </a:lnTo>
                <a:lnTo>
                  <a:pt x="987156" y="53179"/>
                </a:lnTo>
                <a:lnTo>
                  <a:pt x="986892" y="53786"/>
                </a:lnTo>
                <a:lnTo>
                  <a:pt x="986634" y="54401"/>
                </a:lnTo>
                <a:lnTo>
                  <a:pt x="986384" y="55025"/>
                </a:lnTo>
                <a:lnTo>
                  <a:pt x="986141" y="55656"/>
                </a:lnTo>
                <a:lnTo>
                  <a:pt x="985907" y="56295"/>
                </a:lnTo>
                <a:lnTo>
                  <a:pt x="985682" y="56941"/>
                </a:lnTo>
                <a:lnTo>
                  <a:pt x="985468" y="57595"/>
                </a:lnTo>
                <a:lnTo>
                  <a:pt x="985263" y="58256"/>
                </a:lnTo>
                <a:lnTo>
                  <a:pt x="985069" y="58924"/>
                </a:lnTo>
                <a:lnTo>
                  <a:pt x="984884" y="59599"/>
                </a:lnTo>
                <a:lnTo>
                  <a:pt x="984710" y="60282"/>
                </a:lnTo>
                <a:lnTo>
                  <a:pt x="984545" y="60972"/>
                </a:lnTo>
                <a:lnTo>
                  <a:pt x="984390" y="61670"/>
                </a:lnTo>
                <a:lnTo>
                  <a:pt x="984246" y="62374"/>
                </a:lnTo>
                <a:lnTo>
                  <a:pt x="984111" y="63086"/>
                </a:lnTo>
                <a:lnTo>
                  <a:pt x="983986" y="63805"/>
                </a:lnTo>
                <a:lnTo>
                  <a:pt x="983872" y="64532"/>
                </a:lnTo>
                <a:lnTo>
                  <a:pt x="983767" y="65266"/>
                </a:lnTo>
                <a:lnTo>
                  <a:pt x="983672" y="66007"/>
                </a:lnTo>
                <a:lnTo>
                  <a:pt x="983587" y="66755"/>
                </a:lnTo>
                <a:lnTo>
                  <a:pt x="983513" y="67511"/>
                </a:lnTo>
                <a:lnTo>
                  <a:pt x="983448" y="68274"/>
                </a:lnTo>
                <a:lnTo>
                  <a:pt x="983393" y="69044"/>
                </a:lnTo>
                <a:lnTo>
                  <a:pt x="983348" y="69822"/>
                </a:lnTo>
                <a:lnTo>
                  <a:pt x="983313" y="70606"/>
                </a:lnTo>
                <a:lnTo>
                  <a:pt x="983288" y="71399"/>
                </a:lnTo>
                <a:lnTo>
                  <a:pt x="983273" y="72198"/>
                </a:lnTo>
                <a:lnTo>
                  <a:pt x="983268" y="73005"/>
                </a:lnTo>
                <a:lnTo>
                  <a:pt x="983268" y="76099"/>
                </a:lnTo>
                <a:lnTo>
                  <a:pt x="983273" y="76796"/>
                </a:lnTo>
                <a:lnTo>
                  <a:pt x="983286" y="77489"/>
                </a:lnTo>
                <a:lnTo>
                  <a:pt x="983308" y="78178"/>
                </a:lnTo>
                <a:lnTo>
                  <a:pt x="983340" y="78861"/>
                </a:lnTo>
                <a:lnTo>
                  <a:pt x="983380" y="79540"/>
                </a:lnTo>
                <a:lnTo>
                  <a:pt x="983429" y="80215"/>
                </a:lnTo>
                <a:lnTo>
                  <a:pt x="983488" y="80885"/>
                </a:lnTo>
                <a:lnTo>
                  <a:pt x="983555" y="81550"/>
                </a:lnTo>
                <a:lnTo>
                  <a:pt x="983631" y="82211"/>
                </a:lnTo>
                <a:lnTo>
                  <a:pt x="983716" y="82867"/>
                </a:lnTo>
                <a:lnTo>
                  <a:pt x="983810" y="83518"/>
                </a:lnTo>
                <a:lnTo>
                  <a:pt x="983913" y="84165"/>
                </a:lnTo>
                <a:lnTo>
                  <a:pt x="984025" y="84808"/>
                </a:lnTo>
                <a:lnTo>
                  <a:pt x="984146" y="85445"/>
                </a:lnTo>
                <a:lnTo>
                  <a:pt x="984275" y="86078"/>
                </a:lnTo>
                <a:lnTo>
                  <a:pt x="984414" y="86707"/>
                </a:lnTo>
                <a:lnTo>
                  <a:pt x="984562" y="87331"/>
                </a:lnTo>
                <a:lnTo>
                  <a:pt x="984719" y="87950"/>
                </a:lnTo>
                <a:lnTo>
                  <a:pt x="984884" y="88565"/>
                </a:lnTo>
                <a:lnTo>
                  <a:pt x="985059" y="89175"/>
                </a:lnTo>
                <a:lnTo>
                  <a:pt x="985242" y="89780"/>
                </a:lnTo>
                <a:lnTo>
                  <a:pt x="985435" y="90381"/>
                </a:lnTo>
                <a:lnTo>
                  <a:pt x="985636" y="90977"/>
                </a:lnTo>
                <a:lnTo>
                  <a:pt x="985847" y="91569"/>
                </a:lnTo>
                <a:lnTo>
                  <a:pt x="986065" y="92155"/>
                </a:lnTo>
                <a:lnTo>
                  <a:pt x="986292" y="92734"/>
                </a:lnTo>
                <a:lnTo>
                  <a:pt x="986526" y="93307"/>
                </a:lnTo>
                <a:lnTo>
                  <a:pt x="986768" y="93873"/>
                </a:lnTo>
                <a:lnTo>
                  <a:pt x="987018" y="94432"/>
                </a:lnTo>
                <a:lnTo>
                  <a:pt x="987276" y="94985"/>
                </a:lnTo>
                <a:lnTo>
                  <a:pt x="987542" y="95531"/>
                </a:lnTo>
                <a:lnTo>
                  <a:pt x="987815" y="96071"/>
                </a:lnTo>
                <a:lnTo>
                  <a:pt x="988096" y="96604"/>
                </a:lnTo>
                <a:lnTo>
                  <a:pt x="988385" y="97130"/>
                </a:lnTo>
                <a:lnTo>
                  <a:pt x="988682" y="97649"/>
                </a:lnTo>
                <a:lnTo>
                  <a:pt x="988987" y="98162"/>
                </a:lnTo>
                <a:lnTo>
                  <a:pt x="989299" y="98668"/>
                </a:lnTo>
                <a:lnTo>
                  <a:pt x="989619" y="99168"/>
                </a:lnTo>
                <a:lnTo>
                  <a:pt x="989947" y="99661"/>
                </a:lnTo>
                <a:lnTo>
                  <a:pt x="990283" y="100147"/>
                </a:lnTo>
                <a:lnTo>
                  <a:pt x="990627" y="100627"/>
                </a:lnTo>
                <a:lnTo>
                  <a:pt x="990978" y="101100"/>
                </a:lnTo>
                <a:lnTo>
                  <a:pt x="991337" y="101566"/>
                </a:lnTo>
                <a:lnTo>
                  <a:pt x="991704" y="102026"/>
                </a:lnTo>
                <a:lnTo>
                  <a:pt x="992079" y="102479"/>
                </a:lnTo>
                <a:lnTo>
                  <a:pt x="992462" y="102925"/>
                </a:lnTo>
                <a:lnTo>
                  <a:pt x="992852" y="103365"/>
                </a:lnTo>
                <a:lnTo>
                  <a:pt x="993250" y="103798"/>
                </a:lnTo>
                <a:lnTo>
                  <a:pt x="993656" y="104223"/>
                </a:lnTo>
                <a:lnTo>
                  <a:pt x="994068" y="104641"/>
                </a:lnTo>
                <a:lnTo>
                  <a:pt x="994486" y="105051"/>
                </a:lnTo>
                <a:lnTo>
                  <a:pt x="994912" y="105452"/>
                </a:lnTo>
                <a:lnTo>
                  <a:pt x="995344" y="105846"/>
                </a:lnTo>
                <a:lnTo>
                  <a:pt x="995782" y="106231"/>
                </a:lnTo>
                <a:lnTo>
                  <a:pt x="996228" y="106608"/>
                </a:lnTo>
                <a:lnTo>
                  <a:pt x="996680" y="106978"/>
                </a:lnTo>
                <a:lnTo>
                  <a:pt x="997138" y="107339"/>
                </a:lnTo>
                <a:lnTo>
                  <a:pt x="997604" y="107692"/>
                </a:lnTo>
                <a:lnTo>
                  <a:pt x="998076" y="108037"/>
                </a:lnTo>
                <a:lnTo>
                  <a:pt x="998554" y="108374"/>
                </a:lnTo>
                <a:lnTo>
                  <a:pt x="999039" y="108703"/>
                </a:lnTo>
                <a:lnTo>
                  <a:pt x="999531" y="109024"/>
                </a:lnTo>
                <a:lnTo>
                  <a:pt x="1000030" y="109337"/>
                </a:lnTo>
                <a:lnTo>
                  <a:pt x="1000535" y="109642"/>
                </a:lnTo>
                <a:lnTo>
                  <a:pt x="1001047" y="109939"/>
                </a:lnTo>
                <a:lnTo>
                  <a:pt x="1001565" y="110228"/>
                </a:lnTo>
                <a:lnTo>
                  <a:pt x="1002091" y="110508"/>
                </a:lnTo>
                <a:lnTo>
                  <a:pt x="1002622" y="110781"/>
                </a:lnTo>
                <a:lnTo>
                  <a:pt x="1003161" y="111045"/>
                </a:lnTo>
                <a:lnTo>
                  <a:pt x="1003706" y="111302"/>
                </a:lnTo>
                <a:lnTo>
                  <a:pt x="1004258" y="111550"/>
                </a:lnTo>
                <a:lnTo>
                  <a:pt x="1004816" y="111791"/>
                </a:lnTo>
                <a:lnTo>
                  <a:pt x="1005380" y="112022"/>
                </a:lnTo>
                <a:lnTo>
                  <a:pt x="1005950" y="112244"/>
                </a:lnTo>
                <a:lnTo>
                  <a:pt x="1006526" y="112455"/>
                </a:lnTo>
                <a:lnTo>
                  <a:pt x="1007107" y="112657"/>
                </a:lnTo>
                <a:lnTo>
                  <a:pt x="1007693" y="112849"/>
                </a:lnTo>
                <a:lnTo>
                  <a:pt x="1008285" y="113032"/>
                </a:lnTo>
                <a:lnTo>
                  <a:pt x="1008883" y="113204"/>
                </a:lnTo>
                <a:lnTo>
                  <a:pt x="1009486" y="113366"/>
                </a:lnTo>
                <a:lnTo>
                  <a:pt x="1010094" y="113519"/>
                </a:lnTo>
                <a:lnTo>
                  <a:pt x="1010708" y="113662"/>
                </a:lnTo>
                <a:lnTo>
                  <a:pt x="1011328" y="113795"/>
                </a:lnTo>
                <a:lnTo>
                  <a:pt x="1011953" y="113918"/>
                </a:lnTo>
                <a:lnTo>
                  <a:pt x="1012583" y="114031"/>
                </a:lnTo>
                <a:lnTo>
                  <a:pt x="1013219" y="114134"/>
                </a:lnTo>
                <a:lnTo>
                  <a:pt x="1013860" y="114228"/>
                </a:lnTo>
                <a:lnTo>
                  <a:pt x="1014507" y="114312"/>
                </a:lnTo>
                <a:lnTo>
                  <a:pt x="1015160" y="114386"/>
                </a:lnTo>
                <a:lnTo>
                  <a:pt x="1015818" y="114450"/>
                </a:lnTo>
                <a:lnTo>
                  <a:pt x="1016481" y="114504"/>
                </a:lnTo>
                <a:lnTo>
                  <a:pt x="1017150" y="114548"/>
                </a:lnTo>
                <a:lnTo>
                  <a:pt x="1017825" y="114583"/>
                </a:lnTo>
                <a:lnTo>
                  <a:pt x="1018505" y="114607"/>
                </a:lnTo>
                <a:lnTo>
                  <a:pt x="1019190" y="114622"/>
                </a:lnTo>
                <a:lnTo>
                  <a:pt x="1019881" y="114627"/>
                </a:lnTo>
                <a:lnTo>
                  <a:pt x="1020534" y="114623"/>
                </a:lnTo>
                <a:lnTo>
                  <a:pt x="1021180" y="114612"/>
                </a:lnTo>
                <a:lnTo>
                  <a:pt x="1021819" y="114592"/>
                </a:lnTo>
                <a:lnTo>
                  <a:pt x="1022450" y="114565"/>
                </a:lnTo>
                <a:lnTo>
                  <a:pt x="1023074" y="114531"/>
                </a:lnTo>
                <a:lnTo>
                  <a:pt x="1023691" y="114489"/>
                </a:lnTo>
                <a:lnTo>
                  <a:pt x="1024300" y="114439"/>
                </a:lnTo>
                <a:lnTo>
                  <a:pt x="1024903" y="114381"/>
                </a:lnTo>
                <a:lnTo>
                  <a:pt x="1025498" y="114316"/>
                </a:lnTo>
                <a:lnTo>
                  <a:pt x="1026085" y="114243"/>
                </a:lnTo>
                <a:lnTo>
                  <a:pt x="1026666" y="114163"/>
                </a:lnTo>
                <a:lnTo>
                  <a:pt x="1027239" y="114074"/>
                </a:lnTo>
                <a:lnTo>
                  <a:pt x="1027804" y="113978"/>
                </a:lnTo>
                <a:lnTo>
                  <a:pt x="1028363" y="113875"/>
                </a:lnTo>
                <a:lnTo>
                  <a:pt x="1028914" y="113764"/>
                </a:lnTo>
                <a:lnTo>
                  <a:pt x="1029458" y="113645"/>
                </a:lnTo>
                <a:lnTo>
                  <a:pt x="1029994" y="113518"/>
                </a:lnTo>
                <a:lnTo>
                  <a:pt x="1030524" y="113384"/>
                </a:lnTo>
                <a:lnTo>
                  <a:pt x="1031046" y="113242"/>
                </a:lnTo>
                <a:lnTo>
                  <a:pt x="1031560" y="113092"/>
                </a:lnTo>
                <a:lnTo>
                  <a:pt x="1032068" y="112935"/>
                </a:lnTo>
                <a:lnTo>
                  <a:pt x="1032568" y="112770"/>
                </a:lnTo>
                <a:lnTo>
                  <a:pt x="1033061" y="112597"/>
                </a:lnTo>
                <a:lnTo>
                  <a:pt x="1033546" y="112417"/>
                </a:lnTo>
                <a:lnTo>
                  <a:pt x="1034025" y="112230"/>
                </a:lnTo>
                <a:lnTo>
                  <a:pt x="1034498" y="112039"/>
                </a:lnTo>
                <a:lnTo>
                  <a:pt x="1034964" y="111844"/>
                </a:lnTo>
                <a:lnTo>
                  <a:pt x="1035424" y="111643"/>
                </a:lnTo>
                <a:lnTo>
                  <a:pt x="1035878" y="111438"/>
                </a:lnTo>
                <a:lnTo>
                  <a:pt x="1036325" y="111229"/>
                </a:lnTo>
                <a:lnTo>
                  <a:pt x="1036766" y="111015"/>
                </a:lnTo>
                <a:lnTo>
                  <a:pt x="1037201" y="110796"/>
                </a:lnTo>
                <a:lnTo>
                  <a:pt x="1037630" y="110573"/>
                </a:lnTo>
                <a:lnTo>
                  <a:pt x="1038052" y="110345"/>
                </a:lnTo>
                <a:lnTo>
                  <a:pt x="1038468" y="110112"/>
                </a:lnTo>
                <a:lnTo>
                  <a:pt x="1038878" y="109875"/>
                </a:lnTo>
                <a:lnTo>
                  <a:pt x="1039282" y="109634"/>
                </a:lnTo>
                <a:lnTo>
                  <a:pt x="1039679" y="109387"/>
                </a:lnTo>
                <a:lnTo>
                  <a:pt x="1040070" y="109136"/>
                </a:lnTo>
                <a:lnTo>
                  <a:pt x="1040455" y="108881"/>
                </a:lnTo>
                <a:lnTo>
                  <a:pt x="1040833" y="108621"/>
                </a:lnTo>
                <a:lnTo>
                  <a:pt x="1041205" y="108356"/>
                </a:lnTo>
                <a:lnTo>
                  <a:pt x="1041571" y="108087"/>
                </a:lnTo>
                <a:lnTo>
                  <a:pt x="1041931" y="107813"/>
                </a:lnTo>
                <a:lnTo>
                  <a:pt x="1042285" y="107534"/>
                </a:lnTo>
                <a:lnTo>
                  <a:pt x="1042632" y="107251"/>
                </a:lnTo>
                <a:lnTo>
                  <a:pt x="1042973" y="106963"/>
                </a:lnTo>
                <a:lnTo>
                  <a:pt x="1043307" y="106671"/>
                </a:lnTo>
                <a:lnTo>
                  <a:pt x="1043636" y="106375"/>
                </a:lnTo>
                <a:lnTo>
                  <a:pt x="1043961" y="106079"/>
                </a:lnTo>
                <a:lnTo>
                  <a:pt x="1044280" y="105781"/>
                </a:lnTo>
                <a:lnTo>
                  <a:pt x="1044594" y="105482"/>
                </a:lnTo>
                <a:lnTo>
                  <a:pt x="1044904" y="105181"/>
                </a:lnTo>
                <a:lnTo>
                  <a:pt x="1045209" y="104880"/>
                </a:lnTo>
                <a:lnTo>
                  <a:pt x="1045509" y="104577"/>
                </a:lnTo>
                <a:lnTo>
                  <a:pt x="1045804" y="104272"/>
                </a:lnTo>
                <a:lnTo>
                  <a:pt x="1046094" y="103967"/>
                </a:lnTo>
                <a:lnTo>
                  <a:pt x="1046379" y="103660"/>
                </a:lnTo>
                <a:lnTo>
                  <a:pt x="1046660" y="103352"/>
                </a:lnTo>
                <a:lnTo>
                  <a:pt x="1046935" y="103043"/>
                </a:lnTo>
                <a:lnTo>
                  <a:pt x="1047206" y="102732"/>
                </a:lnTo>
                <a:lnTo>
                  <a:pt x="1047472" y="102420"/>
                </a:lnTo>
                <a:lnTo>
                  <a:pt x="1047733" y="102107"/>
                </a:lnTo>
                <a:lnTo>
                  <a:pt x="1047989" y="101792"/>
                </a:lnTo>
                <a:lnTo>
                  <a:pt x="1048241" y="101477"/>
                </a:lnTo>
                <a:lnTo>
                  <a:pt x="1048487" y="101160"/>
                </a:lnTo>
                <a:lnTo>
                  <a:pt x="1048729" y="100841"/>
                </a:lnTo>
                <a:lnTo>
                  <a:pt x="1048965" y="100522"/>
                </a:lnTo>
                <a:lnTo>
                  <a:pt x="1049197" y="100201"/>
                </a:lnTo>
                <a:lnTo>
                  <a:pt x="1049424" y="99879"/>
                </a:lnTo>
                <a:lnTo>
                  <a:pt x="1049646" y="99555"/>
                </a:lnTo>
                <a:lnTo>
                  <a:pt x="1049864" y="99230"/>
                </a:lnTo>
                <a:lnTo>
                  <a:pt x="1041613" y="92674"/>
                </a:lnTo>
                <a:lnTo>
                  <a:pt x="1041298" y="93082"/>
                </a:lnTo>
                <a:lnTo>
                  <a:pt x="1040978" y="93483"/>
                </a:lnTo>
                <a:lnTo>
                  <a:pt x="1040654" y="93877"/>
                </a:lnTo>
                <a:lnTo>
                  <a:pt x="1040326" y="94264"/>
                </a:lnTo>
                <a:lnTo>
                  <a:pt x="1039993" y="94644"/>
                </a:lnTo>
                <a:lnTo>
                  <a:pt x="1039656" y="95017"/>
                </a:lnTo>
                <a:lnTo>
                  <a:pt x="1039315" y="95384"/>
                </a:lnTo>
                <a:lnTo>
                  <a:pt x="1038969" y="95743"/>
                </a:lnTo>
                <a:lnTo>
                  <a:pt x="1038619" y="96096"/>
                </a:lnTo>
                <a:lnTo>
                  <a:pt x="1038265" y="96442"/>
                </a:lnTo>
                <a:lnTo>
                  <a:pt x="1037906" y="96781"/>
                </a:lnTo>
                <a:lnTo>
                  <a:pt x="1037543" y="97112"/>
                </a:lnTo>
                <a:lnTo>
                  <a:pt x="1037175" y="97437"/>
                </a:lnTo>
                <a:lnTo>
                  <a:pt x="1036804" y="97755"/>
                </a:lnTo>
                <a:lnTo>
                  <a:pt x="1036427" y="98067"/>
                </a:lnTo>
                <a:lnTo>
                  <a:pt x="1036047" y="98371"/>
                </a:lnTo>
                <a:lnTo>
                  <a:pt x="1035662" y="98668"/>
                </a:lnTo>
                <a:lnTo>
                  <a:pt x="1035273" y="98959"/>
                </a:lnTo>
                <a:lnTo>
                  <a:pt x="1034879" y="99242"/>
                </a:lnTo>
                <a:lnTo>
                  <a:pt x="1034482" y="99519"/>
                </a:lnTo>
                <a:lnTo>
                  <a:pt x="1034079" y="99789"/>
                </a:lnTo>
                <a:lnTo>
                  <a:pt x="1033673" y="100051"/>
                </a:lnTo>
                <a:lnTo>
                  <a:pt x="1033262" y="100307"/>
                </a:lnTo>
                <a:lnTo>
                  <a:pt x="1032847" y="100556"/>
                </a:lnTo>
                <a:lnTo>
                  <a:pt x="1032425" y="100797"/>
                </a:lnTo>
                <a:lnTo>
                  <a:pt x="1031996" y="101027"/>
                </a:lnTo>
                <a:lnTo>
                  <a:pt x="1031560" y="101247"/>
                </a:lnTo>
                <a:lnTo>
                  <a:pt x="1031115" y="101457"/>
                </a:lnTo>
                <a:lnTo>
                  <a:pt x="1030663" y="101656"/>
                </a:lnTo>
                <a:lnTo>
                  <a:pt x="1030204" y="101846"/>
                </a:lnTo>
                <a:lnTo>
                  <a:pt x="1029736" y="102025"/>
                </a:lnTo>
                <a:lnTo>
                  <a:pt x="1029261" y="102193"/>
                </a:lnTo>
                <a:lnTo>
                  <a:pt x="1028779" y="102352"/>
                </a:lnTo>
                <a:lnTo>
                  <a:pt x="1028288" y="102500"/>
                </a:lnTo>
                <a:lnTo>
                  <a:pt x="1027790" y="102638"/>
                </a:lnTo>
                <a:lnTo>
                  <a:pt x="1027285" y="102766"/>
                </a:lnTo>
                <a:lnTo>
                  <a:pt x="1026771" y="102884"/>
                </a:lnTo>
                <a:lnTo>
                  <a:pt x="1026250" y="102991"/>
                </a:lnTo>
                <a:lnTo>
                  <a:pt x="1025721" y="103089"/>
                </a:lnTo>
                <a:lnTo>
                  <a:pt x="1025185" y="103176"/>
                </a:lnTo>
                <a:lnTo>
                  <a:pt x="1024641" y="103252"/>
                </a:lnTo>
                <a:lnTo>
                  <a:pt x="1024089" y="103319"/>
                </a:lnTo>
                <a:lnTo>
                  <a:pt x="1023530" y="103375"/>
                </a:lnTo>
                <a:lnTo>
                  <a:pt x="1022963" y="103421"/>
                </a:lnTo>
                <a:lnTo>
                  <a:pt x="1022388" y="103457"/>
                </a:lnTo>
                <a:lnTo>
                  <a:pt x="1021806" y="103483"/>
                </a:lnTo>
                <a:lnTo>
                  <a:pt x="1021215" y="103498"/>
                </a:lnTo>
                <a:lnTo>
                  <a:pt x="1020618" y="103503"/>
                </a:lnTo>
                <a:lnTo>
                  <a:pt x="1020153" y="103499"/>
                </a:lnTo>
                <a:lnTo>
                  <a:pt x="1019693" y="103488"/>
                </a:lnTo>
                <a:lnTo>
                  <a:pt x="1019237" y="103470"/>
                </a:lnTo>
                <a:lnTo>
                  <a:pt x="1018785" y="103444"/>
                </a:lnTo>
                <a:lnTo>
                  <a:pt x="1018338" y="103410"/>
                </a:lnTo>
                <a:lnTo>
                  <a:pt x="1017894" y="103370"/>
                </a:lnTo>
                <a:lnTo>
                  <a:pt x="1017455" y="103321"/>
                </a:lnTo>
                <a:lnTo>
                  <a:pt x="1017020" y="103266"/>
                </a:lnTo>
                <a:lnTo>
                  <a:pt x="1016590" y="103203"/>
                </a:lnTo>
                <a:lnTo>
                  <a:pt x="1016163" y="103132"/>
                </a:lnTo>
                <a:lnTo>
                  <a:pt x="1015741" y="103054"/>
                </a:lnTo>
                <a:lnTo>
                  <a:pt x="1015323" y="102969"/>
                </a:lnTo>
                <a:lnTo>
                  <a:pt x="1014909" y="102876"/>
                </a:lnTo>
                <a:lnTo>
                  <a:pt x="1014499" y="102776"/>
                </a:lnTo>
                <a:lnTo>
                  <a:pt x="1014094" y="102669"/>
                </a:lnTo>
                <a:lnTo>
                  <a:pt x="1013693" y="102554"/>
                </a:lnTo>
                <a:lnTo>
                  <a:pt x="1013296" y="102431"/>
                </a:lnTo>
                <a:lnTo>
                  <a:pt x="1012903" y="102301"/>
                </a:lnTo>
                <a:lnTo>
                  <a:pt x="1012515" y="102164"/>
                </a:lnTo>
                <a:lnTo>
                  <a:pt x="1012131" y="102019"/>
                </a:lnTo>
                <a:lnTo>
                  <a:pt x="1011751" y="101867"/>
                </a:lnTo>
                <a:lnTo>
                  <a:pt x="1011375" y="101708"/>
                </a:lnTo>
                <a:lnTo>
                  <a:pt x="1011003" y="101541"/>
                </a:lnTo>
                <a:lnTo>
                  <a:pt x="1010636" y="101367"/>
                </a:lnTo>
                <a:lnTo>
                  <a:pt x="1010273" y="101186"/>
                </a:lnTo>
                <a:lnTo>
                  <a:pt x="1009914" y="100999"/>
                </a:lnTo>
                <a:lnTo>
                  <a:pt x="1009561" y="100807"/>
                </a:lnTo>
                <a:lnTo>
                  <a:pt x="1009211" y="100610"/>
                </a:lnTo>
                <a:lnTo>
                  <a:pt x="1008867" y="100406"/>
                </a:lnTo>
                <a:lnTo>
                  <a:pt x="1008527" y="100197"/>
                </a:lnTo>
                <a:lnTo>
                  <a:pt x="1008192" y="99983"/>
                </a:lnTo>
                <a:lnTo>
                  <a:pt x="1007861" y="99762"/>
                </a:lnTo>
                <a:lnTo>
                  <a:pt x="1007535" y="99537"/>
                </a:lnTo>
                <a:lnTo>
                  <a:pt x="1007213" y="99305"/>
                </a:lnTo>
                <a:lnTo>
                  <a:pt x="1006896" y="99068"/>
                </a:lnTo>
                <a:lnTo>
                  <a:pt x="1006584" y="98825"/>
                </a:lnTo>
                <a:lnTo>
                  <a:pt x="1006276" y="98577"/>
                </a:lnTo>
                <a:lnTo>
                  <a:pt x="1005973" y="98323"/>
                </a:lnTo>
                <a:lnTo>
                  <a:pt x="1005675" y="98063"/>
                </a:lnTo>
                <a:lnTo>
                  <a:pt x="1005381" y="97798"/>
                </a:lnTo>
                <a:lnTo>
                  <a:pt x="1005091" y="97527"/>
                </a:lnTo>
                <a:lnTo>
                  <a:pt x="1004807" y="97251"/>
                </a:lnTo>
                <a:lnTo>
                  <a:pt x="1004527" y="96968"/>
                </a:lnTo>
                <a:lnTo>
                  <a:pt x="1004251" y="96681"/>
                </a:lnTo>
                <a:lnTo>
                  <a:pt x="1003980" y="96387"/>
                </a:lnTo>
                <a:lnTo>
                  <a:pt x="1003714" y="96088"/>
                </a:lnTo>
                <a:lnTo>
                  <a:pt x="1003452" y="95784"/>
                </a:lnTo>
                <a:lnTo>
                  <a:pt x="1003195" y="95473"/>
                </a:lnTo>
                <a:lnTo>
                  <a:pt x="1002943" y="95158"/>
                </a:lnTo>
                <a:lnTo>
                  <a:pt x="1002696" y="94839"/>
                </a:lnTo>
                <a:lnTo>
                  <a:pt x="1002454" y="94515"/>
                </a:lnTo>
                <a:lnTo>
                  <a:pt x="1002217" y="94187"/>
                </a:lnTo>
                <a:lnTo>
                  <a:pt x="1001985" y="93855"/>
                </a:lnTo>
                <a:lnTo>
                  <a:pt x="1001759" y="93519"/>
                </a:lnTo>
                <a:lnTo>
                  <a:pt x="1001537" y="93178"/>
                </a:lnTo>
                <a:lnTo>
                  <a:pt x="1001321" y="92834"/>
                </a:lnTo>
                <a:lnTo>
                  <a:pt x="1001110" y="92485"/>
                </a:lnTo>
                <a:lnTo>
                  <a:pt x="1000903" y="92131"/>
                </a:lnTo>
                <a:lnTo>
                  <a:pt x="1000702" y="91774"/>
                </a:lnTo>
                <a:lnTo>
                  <a:pt x="1000506" y="91412"/>
                </a:lnTo>
                <a:lnTo>
                  <a:pt x="1000316" y="91047"/>
                </a:lnTo>
                <a:lnTo>
                  <a:pt x="1000130" y="90676"/>
                </a:lnTo>
                <a:lnTo>
                  <a:pt x="999949" y="90302"/>
                </a:lnTo>
                <a:lnTo>
                  <a:pt x="999774" y="89924"/>
                </a:lnTo>
                <a:lnTo>
                  <a:pt x="999603" y="89541"/>
                </a:lnTo>
                <a:lnTo>
                  <a:pt x="999438" y="89154"/>
                </a:lnTo>
                <a:lnTo>
                  <a:pt x="999278" y="88763"/>
                </a:lnTo>
                <a:lnTo>
                  <a:pt x="999123" y="88367"/>
                </a:lnTo>
                <a:lnTo>
                  <a:pt x="998973" y="87968"/>
                </a:lnTo>
                <a:lnTo>
                  <a:pt x="998828" y="87564"/>
                </a:lnTo>
                <a:lnTo>
                  <a:pt x="998689" y="87156"/>
                </a:lnTo>
                <a:lnTo>
                  <a:pt x="998554" y="86744"/>
                </a:lnTo>
                <a:lnTo>
                  <a:pt x="998425" y="86328"/>
                </a:lnTo>
                <a:lnTo>
                  <a:pt x="998301" y="85910"/>
                </a:lnTo>
                <a:lnTo>
                  <a:pt x="998183" y="85490"/>
                </a:lnTo>
                <a:lnTo>
                  <a:pt x="998070" y="85067"/>
                </a:lnTo>
                <a:lnTo>
                  <a:pt x="997963" y="84641"/>
                </a:lnTo>
                <a:lnTo>
                  <a:pt x="997861" y="84214"/>
                </a:lnTo>
                <a:lnTo>
                  <a:pt x="997765" y="83783"/>
                </a:lnTo>
                <a:lnTo>
                  <a:pt x="997674" y="83351"/>
                </a:lnTo>
                <a:lnTo>
                  <a:pt x="997589" y="82916"/>
                </a:lnTo>
                <a:lnTo>
                  <a:pt x="997509" y="82478"/>
                </a:lnTo>
                <a:lnTo>
                  <a:pt x="997435" y="82038"/>
                </a:lnTo>
                <a:lnTo>
                  <a:pt x="997366" y="81596"/>
                </a:lnTo>
                <a:lnTo>
                  <a:pt x="997303" y="81151"/>
                </a:lnTo>
                <a:lnTo>
                  <a:pt x="997245" y="80704"/>
                </a:lnTo>
                <a:lnTo>
                  <a:pt x="997193" y="80255"/>
                </a:lnTo>
                <a:lnTo>
                  <a:pt x="997146" y="79803"/>
                </a:lnTo>
                <a:lnTo>
                  <a:pt x="997105" y="79348"/>
                </a:lnTo>
                <a:lnTo>
                  <a:pt x="997069" y="78891"/>
                </a:lnTo>
                <a:lnTo>
                  <a:pt x="997039" y="78432"/>
                </a:lnTo>
                <a:lnTo>
                  <a:pt x="997014" y="77970"/>
                </a:lnTo>
                <a:lnTo>
                  <a:pt x="996995" y="77506"/>
                </a:lnTo>
                <a:lnTo>
                  <a:pt x="996982" y="77056"/>
                </a:lnTo>
                <a:lnTo>
                  <a:pt x="1050895" y="77056"/>
                </a:lnTo>
                <a:lnTo>
                  <a:pt x="1050895" y="70951"/>
                </a:lnTo>
                <a:lnTo>
                  <a:pt x="1050892" y="70255"/>
                </a:lnTo>
                <a:lnTo>
                  <a:pt x="1050882" y="69563"/>
                </a:lnTo>
                <a:lnTo>
                  <a:pt x="1050865" y="68875"/>
                </a:lnTo>
                <a:lnTo>
                  <a:pt x="1050842" y="68192"/>
                </a:lnTo>
                <a:close/>
                <a:moveTo>
                  <a:pt x="997841" y="63129"/>
                </a:moveTo>
                <a:lnTo>
                  <a:pt x="997940" y="62636"/>
                </a:lnTo>
                <a:lnTo>
                  <a:pt x="998045" y="62149"/>
                </a:lnTo>
                <a:lnTo>
                  <a:pt x="998155" y="61668"/>
                </a:lnTo>
                <a:lnTo>
                  <a:pt x="998270" y="61193"/>
                </a:lnTo>
                <a:lnTo>
                  <a:pt x="998391" y="60724"/>
                </a:lnTo>
                <a:lnTo>
                  <a:pt x="998517" y="60260"/>
                </a:lnTo>
                <a:lnTo>
                  <a:pt x="998648" y="59803"/>
                </a:lnTo>
                <a:lnTo>
                  <a:pt x="998784" y="59351"/>
                </a:lnTo>
                <a:lnTo>
                  <a:pt x="998924" y="58905"/>
                </a:lnTo>
                <a:lnTo>
                  <a:pt x="999068" y="58466"/>
                </a:lnTo>
                <a:lnTo>
                  <a:pt x="999216" y="58032"/>
                </a:lnTo>
                <a:lnTo>
                  <a:pt x="999369" y="57604"/>
                </a:lnTo>
                <a:lnTo>
                  <a:pt x="999526" y="57181"/>
                </a:lnTo>
                <a:lnTo>
                  <a:pt x="999688" y="56765"/>
                </a:lnTo>
                <a:lnTo>
                  <a:pt x="999854" y="56355"/>
                </a:lnTo>
                <a:lnTo>
                  <a:pt x="1000024" y="55950"/>
                </a:lnTo>
                <a:lnTo>
                  <a:pt x="1000199" y="55551"/>
                </a:lnTo>
                <a:lnTo>
                  <a:pt x="1000377" y="55159"/>
                </a:lnTo>
                <a:lnTo>
                  <a:pt x="1000561" y="54772"/>
                </a:lnTo>
                <a:lnTo>
                  <a:pt x="1000748" y="54391"/>
                </a:lnTo>
                <a:lnTo>
                  <a:pt x="1000940" y="54016"/>
                </a:lnTo>
                <a:lnTo>
                  <a:pt x="1001137" y="53646"/>
                </a:lnTo>
                <a:lnTo>
                  <a:pt x="1001337" y="53283"/>
                </a:lnTo>
                <a:lnTo>
                  <a:pt x="1001542" y="52926"/>
                </a:lnTo>
                <a:lnTo>
                  <a:pt x="1001752" y="52574"/>
                </a:lnTo>
                <a:lnTo>
                  <a:pt x="1001965" y="52228"/>
                </a:lnTo>
                <a:lnTo>
                  <a:pt x="1002184" y="51889"/>
                </a:lnTo>
                <a:lnTo>
                  <a:pt x="1002406" y="51555"/>
                </a:lnTo>
                <a:lnTo>
                  <a:pt x="1002633" y="51227"/>
                </a:lnTo>
                <a:lnTo>
                  <a:pt x="1002864" y="50904"/>
                </a:lnTo>
                <a:lnTo>
                  <a:pt x="1003099" y="50588"/>
                </a:lnTo>
                <a:lnTo>
                  <a:pt x="1003338" y="50279"/>
                </a:lnTo>
                <a:lnTo>
                  <a:pt x="1003581" y="49976"/>
                </a:lnTo>
                <a:lnTo>
                  <a:pt x="1003828" y="49680"/>
                </a:lnTo>
                <a:lnTo>
                  <a:pt x="1004078" y="49390"/>
                </a:lnTo>
                <a:lnTo>
                  <a:pt x="1004333" y="49106"/>
                </a:lnTo>
                <a:lnTo>
                  <a:pt x="1004591" y="48830"/>
                </a:lnTo>
                <a:lnTo>
                  <a:pt x="1004853" y="48559"/>
                </a:lnTo>
                <a:lnTo>
                  <a:pt x="1005119" y="48295"/>
                </a:lnTo>
                <a:lnTo>
                  <a:pt x="1005388" y="48038"/>
                </a:lnTo>
                <a:lnTo>
                  <a:pt x="1005662" y="47787"/>
                </a:lnTo>
                <a:lnTo>
                  <a:pt x="1005939" y="47543"/>
                </a:lnTo>
                <a:lnTo>
                  <a:pt x="1006221" y="47306"/>
                </a:lnTo>
                <a:lnTo>
                  <a:pt x="1006506" y="47074"/>
                </a:lnTo>
                <a:lnTo>
                  <a:pt x="1006795" y="46850"/>
                </a:lnTo>
                <a:lnTo>
                  <a:pt x="1007087" y="46632"/>
                </a:lnTo>
                <a:lnTo>
                  <a:pt x="1007384" y="46420"/>
                </a:lnTo>
                <a:lnTo>
                  <a:pt x="1007684" y="46215"/>
                </a:lnTo>
                <a:lnTo>
                  <a:pt x="1007989" y="46016"/>
                </a:lnTo>
                <a:lnTo>
                  <a:pt x="1008297" y="45824"/>
                </a:lnTo>
                <a:lnTo>
                  <a:pt x="1008609" y="45639"/>
                </a:lnTo>
                <a:lnTo>
                  <a:pt x="1008924" y="45460"/>
                </a:lnTo>
                <a:lnTo>
                  <a:pt x="1009244" y="45287"/>
                </a:lnTo>
                <a:lnTo>
                  <a:pt x="1009568" y="45121"/>
                </a:lnTo>
                <a:lnTo>
                  <a:pt x="1009894" y="44962"/>
                </a:lnTo>
                <a:lnTo>
                  <a:pt x="1010223" y="44810"/>
                </a:lnTo>
                <a:lnTo>
                  <a:pt x="1010555" y="44664"/>
                </a:lnTo>
                <a:lnTo>
                  <a:pt x="1010889" y="44525"/>
                </a:lnTo>
                <a:lnTo>
                  <a:pt x="1011226" y="44393"/>
                </a:lnTo>
                <a:lnTo>
                  <a:pt x="1011566" y="44267"/>
                </a:lnTo>
                <a:lnTo>
                  <a:pt x="1011908" y="44149"/>
                </a:lnTo>
                <a:lnTo>
                  <a:pt x="1012252" y="44037"/>
                </a:lnTo>
                <a:lnTo>
                  <a:pt x="1012599" y="43932"/>
                </a:lnTo>
                <a:lnTo>
                  <a:pt x="1012949" y="43834"/>
                </a:lnTo>
                <a:lnTo>
                  <a:pt x="1013301" y="43742"/>
                </a:lnTo>
                <a:lnTo>
                  <a:pt x="1013656" y="43657"/>
                </a:lnTo>
                <a:lnTo>
                  <a:pt x="1014013" y="43579"/>
                </a:lnTo>
                <a:lnTo>
                  <a:pt x="1014373" y="43508"/>
                </a:lnTo>
                <a:lnTo>
                  <a:pt x="1014736" y="43444"/>
                </a:lnTo>
                <a:lnTo>
                  <a:pt x="1015101" y="43386"/>
                </a:lnTo>
                <a:lnTo>
                  <a:pt x="1015468" y="43335"/>
                </a:lnTo>
                <a:lnTo>
                  <a:pt x="1015838" y="43291"/>
                </a:lnTo>
                <a:lnTo>
                  <a:pt x="1016211" y="43254"/>
                </a:lnTo>
                <a:lnTo>
                  <a:pt x="1016586" y="43223"/>
                </a:lnTo>
                <a:lnTo>
                  <a:pt x="1016964" y="43200"/>
                </a:lnTo>
                <a:lnTo>
                  <a:pt x="1017345" y="43183"/>
                </a:lnTo>
                <a:lnTo>
                  <a:pt x="1017728" y="43173"/>
                </a:lnTo>
                <a:lnTo>
                  <a:pt x="1018113" y="43169"/>
                </a:lnTo>
                <a:lnTo>
                  <a:pt x="1018691" y="43175"/>
                </a:lnTo>
                <a:lnTo>
                  <a:pt x="1019259" y="43192"/>
                </a:lnTo>
                <a:lnTo>
                  <a:pt x="1019817" y="43220"/>
                </a:lnTo>
                <a:lnTo>
                  <a:pt x="1020364" y="43259"/>
                </a:lnTo>
                <a:lnTo>
                  <a:pt x="1020901" y="43310"/>
                </a:lnTo>
                <a:lnTo>
                  <a:pt x="1021428" y="43371"/>
                </a:lnTo>
                <a:lnTo>
                  <a:pt x="1021945" y="43444"/>
                </a:lnTo>
                <a:lnTo>
                  <a:pt x="1022451" y="43528"/>
                </a:lnTo>
                <a:lnTo>
                  <a:pt x="1022947" y="43624"/>
                </a:lnTo>
                <a:lnTo>
                  <a:pt x="1023433" y="43730"/>
                </a:lnTo>
                <a:lnTo>
                  <a:pt x="1023909" y="43848"/>
                </a:lnTo>
                <a:lnTo>
                  <a:pt x="1024375" y="43977"/>
                </a:lnTo>
                <a:lnTo>
                  <a:pt x="1024830" y="44118"/>
                </a:lnTo>
                <a:lnTo>
                  <a:pt x="1025275" y="44269"/>
                </a:lnTo>
                <a:lnTo>
                  <a:pt x="1025710" y="44432"/>
                </a:lnTo>
                <a:lnTo>
                  <a:pt x="1026135" y="44606"/>
                </a:lnTo>
                <a:lnTo>
                  <a:pt x="1026549" y="44791"/>
                </a:lnTo>
                <a:lnTo>
                  <a:pt x="1026953" y="44987"/>
                </a:lnTo>
                <a:lnTo>
                  <a:pt x="1027347" y="45195"/>
                </a:lnTo>
                <a:lnTo>
                  <a:pt x="1027731" y="45414"/>
                </a:lnTo>
                <a:lnTo>
                  <a:pt x="1028104" y="45644"/>
                </a:lnTo>
                <a:lnTo>
                  <a:pt x="1028467" y="45885"/>
                </a:lnTo>
                <a:lnTo>
                  <a:pt x="1028820" y="46138"/>
                </a:lnTo>
                <a:lnTo>
                  <a:pt x="1029163" y="46401"/>
                </a:lnTo>
                <a:lnTo>
                  <a:pt x="1029497" y="46674"/>
                </a:lnTo>
                <a:lnTo>
                  <a:pt x="1029823" y="46952"/>
                </a:lnTo>
                <a:lnTo>
                  <a:pt x="1030142" y="47236"/>
                </a:lnTo>
                <a:lnTo>
                  <a:pt x="1030453" y="47527"/>
                </a:lnTo>
                <a:lnTo>
                  <a:pt x="1030757" y="47824"/>
                </a:lnTo>
                <a:lnTo>
                  <a:pt x="1031053" y="48127"/>
                </a:lnTo>
                <a:lnTo>
                  <a:pt x="1031342" y="48436"/>
                </a:lnTo>
                <a:lnTo>
                  <a:pt x="1031623" y="48751"/>
                </a:lnTo>
                <a:lnTo>
                  <a:pt x="1031896" y="49072"/>
                </a:lnTo>
                <a:lnTo>
                  <a:pt x="1032162" y="49399"/>
                </a:lnTo>
                <a:lnTo>
                  <a:pt x="1032421" y="49733"/>
                </a:lnTo>
                <a:lnTo>
                  <a:pt x="1032672" y="50072"/>
                </a:lnTo>
                <a:lnTo>
                  <a:pt x="1032915" y="50418"/>
                </a:lnTo>
                <a:lnTo>
                  <a:pt x="1033151" y="50770"/>
                </a:lnTo>
                <a:lnTo>
                  <a:pt x="1033379" y="51128"/>
                </a:lnTo>
                <a:lnTo>
                  <a:pt x="1033600" y="51492"/>
                </a:lnTo>
                <a:lnTo>
                  <a:pt x="1033813" y="51862"/>
                </a:lnTo>
                <a:lnTo>
                  <a:pt x="1034018" y="52238"/>
                </a:lnTo>
                <a:lnTo>
                  <a:pt x="1034216" y="52621"/>
                </a:lnTo>
                <a:lnTo>
                  <a:pt x="1034407" y="53009"/>
                </a:lnTo>
                <a:lnTo>
                  <a:pt x="1034590" y="53404"/>
                </a:lnTo>
                <a:lnTo>
                  <a:pt x="1034765" y="53805"/>
                </a:lnTo>
                <a:lnTo>
                  <a:pt x="1034933" y="54212"/>
                </a:lnTo>
                <a:lnTo>
                  <a:pt x="1035093" y="54625"/>
                </a:lnTo>
                <a:lnTo>
                  <a:pt x="1035247" y="55041"/>
                </a:lnTo>
                <a:lnTo>
                  <a:pt x="1035395" y="55459"/>
                </a:lnTo>
                <a:lnTo>
                  <a:pt x="1035538" y="55877"/>
                </a:lnTo>
                <a:lnTo>
                  <a:pt x="1035676" y="56297"/>
                </a:lnTo>
                <a:lnTo>
                  <a:pt x="1035807" y="56718"/>
                </a:lnTo>
                <a:lnTo>
                  <a:pt x="1035934" y="57139"/>
                </a:lnTo>
                <a:lnTo>
                  <a:pt x="1036054" y="57562"/>
                </a:lnTo>
                <a:lnTo>
                  <a:pt x="1036170" y="57986"/>
                </a:lnTo>
                <a:lnTo>
                  <a:pt x="1036280" y="58411"/>
                </a:lnTo>
                <a:lnTo>
                  <a:pt x="1036384" y="58836"/>
                </a:lnTo>
                <a:lnTo>
                  <a:pt x="1036483" y="59263"/>
                </a:lnTo>
                <a:lnTo>
                  <a:pt x="1036576" y="59691"/>
                </a:lnTo>
                <a:lnTo>
                  <a:pt x="1036664" y="60120"/>
                </a:lnTo>
                <a:lnTo>
                  <a:pt x="1036746" y="60550"/>
                </a:lnTo>
                <a:lnTo>
                  <a:pt x="1036823" y="60980"/>
                </a:lnTo>
                <a:lnTo>
                  <a:pt x="1036894" y="61412"/>
                </a:lnTo>
                <a:lnTo>
                  <a:pt x="1036960" y="61845"/>
                </a:lnTo>
                <a:lnTo>
                  <a:pt x="1037020" y="62279"/>
                </a:lnTo>
                <a:lnTo>
                  <a:pt x="1037075" y="62714"/>
                </a:lnTo>
                <a:lnTo>
                  <a:pt x="1037124" y="63150"/>
                </a:lnTo>
                <a:lnTo>
                  <a:pt x="1037168" y="63587"/>
                </a:lnTo>
                <a:lnTo>
                  <a:pt x="1037206" y="64025"/>
                </a:lnTo>
                <a:lnTo>
                  <a:pt x="1037239" y="64464"/>
                </a:lnTo>
                <a:lnTo>
                  <a:pt x="1037267" y="64904"/>
                </a:lnTo>
                <a:lnTo>
                  <a:pt x="1037267" y="65933"/>
                </a:lnTo>
                <a:lnTo>
                  <a:pt x="997392" y="65933"/>
                </a:lnTo>
                <a:lnTo>
                  <a:pt x="997424" y="65681"/>
                </a:lnTo>
                <a:lnTo>
                  <a:pt x="997497" y="65159"/>
                </a:lnTo>
                <a:lnTo>
                  <a:pt x="997575" y="64642"/>
                </a:lnTo>
                <a:lnTo>
                  <a:pt x="997658" y="64132"/>
                </a:lnTo>
                <a:lnTo>
                  <a:pt x="997747" y="63627"/>
                </a:lnTo>
                <a:lnTo>
                  <a:pt x="997841" y="63129"/>
                </a:lnTo>
                <a:close/>
                <a:moveTo>
                  <a:pt x="1311299" y="93622"/>
                </a:moveTo>
                <a:lnTo>
                  <a:pt x="1311254" y="93882"/>
                </a:lnTo>
                <a:lnTo>
                  <a:pt x="1311202" y="94139"/>
                </a:lnTo>
                <a:lnTo>
                  <a:pt x="1311144" y="94394"/>
                </a:lnTo>
                <a:lnTo>
                  <a:pt x="1311078" y="94646"/>
                </a:lnTo>
                <a:lnTo>
                  <a:pt x="1311006" y="94895"/>
                </a:lnTo>
                <a:lnTo>
                  <a:pt x="1310926" y="95142"/>
                </a:lnTo>
                <a:lnTo>
                  <a:pt x="1310840" y="95386"/>
                </a:lnTo>
                <a:lnTo>
                  <a:pt x="1310747" y="95628"/>
                </a:lnTo>
                <a:lnTo>
                  <a:pt x="1310646" y="95867"/>
                </a:lnTo>
                <a:lnTo>
                  <a:pt x="1310539" y="96104"/>
                </a:lnTo>
                <a:lnTo>
                  <a:pt x="1310425" y="96338"/>
                </a:lnTo>
                <a:lnTo>
                  <a:pt x="1310305" y="96569"/>
                </a:lnTo>
                <a:lnTo>
                  <a:pt x="1310177" y="96798"/>
                </a:lnTo>
                <a:lnTo>
                  <a:pt x="1310042" y="97024"/>
                </a:lnTo>
                <a:lnTo>
                  <a:pt x="1309900" y="97248"/>
                </a:lnTo>
                <a:lnTo>
                  <a:pt x="1309752" y="97469"/>
                </a:lnTo>
                <a:lnTo>
                  <a:pt x="1309597" y="97688"/>
                </a:lnTo>
                <a:lnTo>
                  <a:pt x="1309434" y="97904"/>
                </a:lnTo>
                <a:lnTo>
                  <a:pt x="1309265" y="98117"/>
                </a:lnTo>
                <a:lnTo>
                  <a:pt x="1309090" y="98326"/>
                </a:lnTo>
                <a:lnTo>
                  <a:pt x="1308909" y="98532"/>
                </a:lnTo>
                <a:lnTo>
                  <a:pt x="1308721" y="98733"/>
                </a:lnTo>
                <a:lnTo>
                  <a:pt x="1308527" y="98931"/>
                </a:lnTo>
                <a:lnTo>
                  <a:pt x="1308327" y="99124"/>
                </a:lnTo>
                <a:lnTo>
                  <a:pt x="1308121" y="99314"/>
                </a:lnTo>
                <a:lnTo>
                  <a:pt x="1307908" y="99500"/>
                </a:lnTo>
                <a:lnTo>
                  <a:pt x="1307689" y="99683"/>
                </a:lnTo>
                <a:lnTo>
                  <a:pt x="1307463" y="99861"/>
                </a:lnTo>
                <a:lnTo>
                  <a:pt x="1307232" y="100036"/>
                </a:lnTo>
                <a:lnTo>
                  <a:pt x="1306994" y="100206"/>
                </a:lnTo>
                <a:lnTo>
                  <a:pt x="1306750" y="100373"/>
                </a:lnTo>
                <a:lnTo>
                  <a:pt x="1306500" y="100536"/>
                </a:lnTo>
                <a:lnTo>
                  <a:pt x="1306243" y="100696"/>
                </a:lnTo>
                <a:lnTo>
                  <a:pt x="1305980" y="100851"/>
                </a:lnTo>
                <a:lnTo>
                  <a:pt x="1305711" y="101003"/>
                </a:lnTo>
                <a:lnTo>
                  <a:pt x="1305436" y="101150"/>
                </a:lnTo>
                <a:lnTo>
                  <a:pt x="1305154" y="101294"/>
                </a:lnTo>
                <a:lnTo>
                  <a:pt x="1304866" y="101434"/>
                </a:lnTo>
                <a:lnTo>
                  <a:pt x="1304572" y="101570"/>
                </a:lnTo>
                <a:lnTo>
                  <a:pt x="1304271" y="101703"/>
                </a:lnTo>
                <a:lnTo>
                  <a:pt x="1303964" y="101831"/>
                </a:lnTo>
                <a:lnTo>
                  <a:pt x="1303651" y="101956"/>
                </a:lnTo>
                <a:lnTo>
                  <a:pt x="1303332" y="102076"/>
                </a:lnTo>
                <a:lnTo>
                  <a:pt x="1303007" y="102191"/>
                </a:lnTo>
                <a:lnTo>
                  <a:pt x="1302675" y="102301"/>
                </a:lnTo>
                <a:lnTo>
                  <a:pt x="1302337" y="102406"/>
                </a:lnTo>
                <a:lnTo>
                  <a:pt x="1301992" y="102506"/>
                </a:lnTo>
                <a:lnTo>
                  <a:pt x="1301642" y="102601"/>
                </a:lnTo>
                <a:lnTo>
                  <a:pt x="1301285" y="102690"/>
                </a:lnTo>
                <a:lnTo>
                  <a:pt x="1300922" y="102775"/>
                </a:lnTo>
                <a:lnTo>
                  <a:pt x="1300552" y="102854"/>
                </a:lnTo>
                <a:lnTo>
                  <a:pt x="1300176" y="102928"/>
                </a:lnTo>
                <a:lnTo>
                  <a:pt x="1299795" y="102997"/>
                </a:lnTo>
                <a:lnTo>
                  <a:pt x="1299406" y="103061"/>
                </a:lnTo>
                <a:lnTo>
                  <a:pt x="1299012" y="103120"/>
                </a:lnTo>
                <a:lnTo>
                  <a:pt x="1298611" y="103174"/>
                </a:lnTo>
                <a:lnTo>
                  <a:pt x="1298204" y="103222"/>
                </a:lnTo>
                <a:lnTo>
                  <a:pt x="1297791" y="103266"/>
                </a:lnTo>
                <a:lnTo>
                  <a:pt x="1297371" y="103304"/>
                </a:lnTo>
                <a:lnTo>
                  <a:pt x="1296945" y="103337"/>
                </a:lnTo>
                <a:lnTo>
                  <a:pt x="1296513" y="103365"/>
                </a:lnTo>
                <a:lnTo>
                  <a:pt x="1296075" y="103388"/>
                </a:lnTo>
                <a:lnTo>
                  <a:pt x="1295630" y="103406"/>
                </a:lnTo>
                <a:lnTo>
                  <a:pt x="1295179" y="103419"/>
                </a:lnTo>
                <a:lnTo>
                  <a:pt x="1294722" y="103427"/>
                </a:lnTo>
                <a:lnTo>
                  <a:pt x="1294259" y="103429"/>
                </a:lnTo>
                <a:lnTo>
                  <a:pt x="1293909" y="103427"/>
                </a:lnTo>
                <a:lnTo>
                  <a:pt x="1293558" y="103420"/>
                </a:lnTo>
                <a:lnTo>
                  <a:pt x="1293208" y="103408"/>
                </a:lnTo>
                <a:lnTo>
                  <a:pt x="1292857" y="103392"/>
                </a:lnTo>
                <a:lnTo>
                  <a:pt x="1292506" y="103370"/>
                </a:lnTo>
                <a:lnTo>
                  <a:pt x="1292155" y="103344"/>
                </a:lnTo>
                <a:lnTo>
                  <a:pt x="1291803" y="103313"/>
                </a:lnTo>
                <a:lnTo>
                  <a:pt x="1291451" y="103278"/>
                </a:lnTo>
                <a:lnTo>
                  <a:pt x="1291099" y="103238"/>
                </a:lnTo>
                <a:lnTo>
                  <a:pt x="1290747" y="103193"/>
                </a:lnTo>
                <a:lnTo>
                  <a:pt x="1290394" y="103143"/>
                </a:lnTo>
                <a:lnTo>
                  <a:pt x="1290041" y="103089"/>
                </a:lnTo>
                <a:lnTo>
                  <a:pt x="1289688" y="103030"/>
                </a:lnTo>
                <a:lnTo>
                  <a:pt x="1289335" y="102966"/>
                </a:lnTo>
                <a:lnTo>
                  <a:pt x="1288981" y="102897"/>
                </a:lnTo>
                <a:lnTo>
                  <a:pt x="1288627" y="102824"/>
                </a:lnTo>
                <a:lnTo>
                  <a:pt x="1288273" y="102746"/>
                </a:lnTo>
                <a:lnTo>
                  <a:pt x="1287919" y="102663"/>
                </a:lnTo>
                <a:lnTo>
                  <a:pt x="1287564" y="102575"/>
                </a:lnTo>
                <a:lnTo>
                  <a:pt x="1287209" y="102483"/>
                </a:lnTo>
                <a:lnTo>
                  <a:pt x="1286854" y="102386"/>
                </a:lnTo>
                <a:lnTo>
                  <a:pt x="1286499" y="102284"/>
                </a:lnTo>
                <a:lnTo>
                  <a:pt x="1286143" y="102178"/>
                </a:lnTo>
                <a:lnTo>
                  <a:pt x="1285787" y="102067"/>
                </a:lnTo>
                <a:lnTo>
                  <a:pt x="1285433" y="101950"/>
                </a:lnTo>
                <a:lnTo>
                  <a:pt x="1285084" y="101826"/>
                </a:lnTo>
                <a:lnTo>
                  <a:pt x="1284740" y="101696"/>
                </a:lnTo>
                <a:lnTo>
                  <a:pt x="1284400" y="101559"/>
                </a:lnTo>
                <a:lnTo>
                  <a:pt x="1284064" y="101416"/>
                </a:lnTo>
                <a:lnTo>
                  <a:pt x="1283734" y="101265"/>
                </a:lnTo>
                <a:lnTo>
                  <a:pt x="1283407" y="101109"/>
                </a:lnTo>
                <a:lnTo>
                  <a:pt x="1283086" y="100945"/>
                </a:lnTo>
                <a:lnTo>
                  <a:pt x="1282769" y="100775"/>
                </a:lnTo>
                <a:lnTo>
                  <a:pt x="1282457" y="100598"/>
                </a:lnTo>
                <a:lnTo>
                  <a:pt x="1282149" y="100415"/>
                </a:lnTo>
                <a:lnTo>
                  <a:pt x="1281846" y="100225"/>
                </a:lnTo>
                <a:lnTo>
                  <a:pt x="1281547" y="100028"/>
                </a:lnTo>
                <a:lnTo>
                  <a:pt x="1281253" y="99825"/>
                </a:lnTo>
                <a:lnTo>
                  <a:pt x="1280964" y="99615"/>
                </a:lnTo>
                <a:lnTo>
                  <a:pt x="1280679" y="99398"/>
                </a:lnTo>
                <a:lnTo>
                  <a:pt x="1280399" y="99175"/>
                </a:lnTo>
                <a:lnTo>
                  <a:pt x="1280124" y="98945"/>
                </a:lnTo>
                <a:lnTo>
                  <a:pt x="1279853" y="98708"/>
                </a:lnTo>
                <a:lnTo>
                  <a:pt x="1279587" y="98465"/>
                </a:lnTo>
                <a:lnTo>
                  <a:pt x="1279325" y="98215"/>
                </a:lnTo>
                <a:lnTo>
                  <a:pt x="1279068" y="97959"/>
                </a:lnTo>
                <a:lnTo>
                  <a:pt x="1278815" y="97695"/>
                </a:lnTo>
                <a:lnTo>
                  <a:pt x="1278568" y="97425"/>
                </a:lnTo>
                <a:lnTo>
                  <a:pt x="1278327" y="97148"/>
                </a:lnTo>
                <a:lnTo>
                  <a:pt x="1278095" y="96863"/>
                </a:lnTo>
                <a:lnTo>
                  <a:pt x="1277872" y="96570"/>
                </a:lnTo>
                <a:lnTo>
                  <a:pt x="1277659" y="96268"/>
                </a:lnTo>
                <a:lnTo>
                  <a:pt x="1277455" y="95959"/>
                </a:lnTo>
                <a:lnTo>
                  <a:pt x="1277260" y="95641"/>
                </a:lnTo>
                <a:lnTo>
                  <a:pt x="1277074" y="95316"/>
                </a:lnTo>
                <a:lnTo>
                  <a:pt x="1276898" y="94982"/>
                </a:lnTo>
                <a:lnTo>
                  <a:pt x="1276730" y="94640"/>
                </a:lnTo>
                <a:lnTo>
                  <a:pt x="1276572" y="94291"/>
                </a:lnTo>
                <a:lnTo>
                  <a:pt x="1276424" y="93933"/>
                </a:lnTo>
                <a:lnTo>
                  <a:pt x="1276284" y="93567"/>
                </a:lnTo>
                <a:lnTo>
                  <a:pt x="1276153" y="93193"/>
                </a:lnTo>
                <a:lnTo>
                  <a:pt x="1276032" y="92811"/>
                </a:lnTo>
                <a:lnTo>
                  <a:pt x="1275920" y="92421"/>
                </a:lnTo>
                <a:lnTo>
                  <a:pt x="1275817" y="92023"/>
                </a:lnTo>
                <a:lnTo>
                  <a:pt x="1275724" y="91617"/>
                </a:lnTo>
                <a:lnTo>
                  <a:pt x="1275639" y="91203"/>
                </a:lnTo>
                <a:lnTo>
                  <a:pt x="1275564" y="90781"/>
                </a:lnTo>
                <a:lnTo>
                  <a:pt x="1275498" y="90350"/>
                </a:lnTo>
                <a:lnTo>
                  <a:pt x="1275441" y="89912"/>
                </a:lnTo>
                <a:lnTo>
                  <a:pt x="1275394" y="89466"/>
                </a:lnTo>
                <a:lnTo>
                  <a:pt x="1275355" y="89011"/>
                </a:lnTo>
                <a:lnTo>
                  <a:pt x="1275326" y="88549"/>
                </a:lnTo>
                <a:lnTo>
                  <a:pt x="1261624" y="88549"/>
                </a:lnTo>
                <a:lnTo>
                  <a:pt x="1261631" y="89100"/>
                </a:lnTo>
                <a:lnTo>
                  <a:pt x="1261650" y="89649"/>
                </a:lnTo>
                <a:lnTo>
                  <a:pt x="1261683" y="90196"/>
                </a:lnTo>
                <a:lnTo>
                  <a:pt x="1261728" y="90740"/>
                </a:lnTo>
                <a:lnTo>
                  <a:pt x="1261787" y="91282"/>
                </a:lnTo>
                <a:lnTo>
                  <a:pt x="1261859" y="91822"/>
                </a:lnTo>
                <a:lnTo>
                  <a:pt x="1261944" y="92360"/>
                </a:lnTo>
                <a:lnTo>
                  <a:pt x="1262041" y="92895"/>
                </a:lnTo>
                <a:lnTo>
                  <a:pt x="1262152" y="93428"/>
                </a:lnTo>
                <a:lnTo>
                  <a:pt x="1262276" y="93958"/>
                </a:lnTo>
                <a:lnTo>
                  <a:pt x="1262413" y="94487"/>
                </a:lnTo>
                <a:lnTo>
                  <a:pt x="1262563" y="95013"/>
                </a:lnTo>
                <a:lnTo>
                  <a:pt x="1262726" y="95537"/>
                </a:lnTo>
                <a:lnTo>
                  <a:pt x="1262902" y="96058"/>
                </a:lnTo>
                <a:lnTo>
                  <a:pt x="1263092" y="96577"/>
                </a:lnTo>
                <a:lnTo>
                  <a:pt x="1263294" y="97094"/>
                </a:lnTo>
                <a:lnTo>
                  <a:pt x="1263509" y="97609"/>
                </a:lnTo>
                <a:lnTo>
                  <a:pt x="1263737" y="98121"/>
                </a:lnTo>
                <a:lnTo>
                  <a:pt x="1263979" y="98631"/>
                </a:lnTo>
                <a:lnTo>
                  <a:pt x="1264233" y="99138"/>
                </a:lnTo>
                <a:lnTo>
                  <a:pt x="1264500" y="99644"/>
                </a:lnTo>
                <a:lnTo>
                  <a:pt x="1264781" y="100147"/>
                </a:lnTo>
                <a:lnTo>
                  <a:pt x="1265074" y="100647"/>
                </a:lnTo>
                <a:lnTo>
                  <a:pt x="1265381" y="101146"/>
                </a:lnTo>
                <a:lnTo>
                  <a:pt x="1265700" y="101639"/>
                </a:lnTo>
                <a:lnTo>
                  <a:pt x="1266032" y="102125"/>
                </a:lnTo>
                <a:lnTo>
                  <a:pt x="1266376" y="102603"/>
                </a:lnTo>
                <a:lnTo>
                  <a:pt x="1266732" y="103073"/>
                </a:lnTo>
                <a:lnTo>
                  <a:pt x="1267100" y="103536"/>
                </a:lnTo>
                <a:lnTo>
                  <a:pt x="1267481" y="103991"/>
                </a:lnTo>
                <a:lnTo>
                  <a:pt x="1267873" y="104438"/>
                </a:lnTo>
                <a:lnTo>
                  <a:pt x="1268279" y="104878"/>
                </a:lnTo>
                <a:lnTo>
                  <a:pt x="1268696" y="105310"/>
                </a:lnTo>
                <a:lnTo>
                  <a:pt x="1269126" y="105735"/>
                </a:lnTo>
                <a:lnTo>
                  <a:pt x="1269568" y="106151"/>
                </a:lnTo>
                <a:lnTo>
                  <a:pt x="1270022" y="106560"/>
                </a:lnTo>
                <a:lnTo>
                  <a:pt x="1270489" y="106962"/>
                </a:lnTo>
                <a:lnTo>
                  <a:pt x="1270968" y="107355"/>
                </a:lnTo>
                <a:lnTo>
                  <a:pt x="1271459" y="107741"/>
                </a:lnTo>
                <a:lnTo>
                  <a:pt x="1271962" y="108120"/>
                </a:lnTo>
                <a:lnTo>
                  <a:pt x="1272478" y="108490"/>
                </a:lnTo>
                <a:lnTo>
                  <a:pt x="1273006" y="108853"/>
                </a:lnTo>
                <a:lnTo>
                  <a:pt x="1273546" y="109208"/>
                </a:lnTo>
                <a:lnTo>
                  <a:pt x="1274098" y="109556"/>
                </a:lnTo>
                <a:lnTo>
                  <a:pt x="1274663" y="109896"/>
                </a:lnTo>
                <a:lnTo>
                  <a:pt x="1275240" y="110228"/>
                </a:lnTo>
                <a:lnTo>
                  <a:pt x="1275830" y="110553"/>
                </a:lnTo>
                <a:lnTo>
                  <a:pt x="1276431" y="110870"/>
                </a:lnTo>
                <a:lnTo>
                  <a:pt x="1277045" y="111176"/>
                </a:lnTo>
                <a:lnTo>
                  <a:pt x="1277669" y="111470"/>
                </a:lnTo>
                <a:lnTo>
                  <a:pt x="1278305" y="111750"/>
                </a:lnTo>
                <a:lnTo>
                  <a:pt x="1278952" y="112018"/>
                </a:lnTo>
                <a:lnTo>
                  <a:pt x="1279611" y="112272"/>
                </a:lnTo>
                <a:lnTo>
                  <a:pt x="1280280" y="112514"/>
                </a:lnTo>
                <a:lnTo>
                  <a:pt x="1280961" y="112742"/>
                </a:lnTo>
                <a:lnTo>
                  <a:pt x="1281653" y="112957"/>
                </a:lnTo>
                <a:lnTo>
                  <a:pt x="1282357" y="113159"/>
                </a:lnTo>
                <a:lnTo>
                  <a:pt x="1283072" y="113348"/>
                </a:lnTo>
                <a:lnTo>
                  <a:pt x="1283797" y="113525"/>
                </a:lnTo>
                <a:lnTo>
                  <a:pt x="1284535" y="113688"/>
                </a:lnTo>
                <a:lnTo>
                  <a:pt x="1285283" y="113838"/>
                </a:lnTo>
                <a:lnTo>
                  <a:pt x="1286043" y="113975"/>
                </a:lnTo>
                <a:lnTo>
                  <a:pt x="1286814" y="114099"/>
                </a:lnTo>
                <a:lnTo>
                  <a:pt x="1287596" y="114209"/>
                </a:lnTo>
                <a:lnTo>
                  <a:pt x="1288389" y="114307"/>
                </a:lnTo>
                <a:lnTo>
                  <a:pt x="1289194" y="114392"/>
                </a:lnTo>
                <a:lnTo>
                  <a:pt x="1290010" y="114464"/>
                </a:lnTo>
                <a:lnTo>
                  <a:pt x="1290837" y="114523"/>
                </a:lnTo>
                <a:lnTo>
                  <a:pt x="1291676" y="114568"/>
                </a:lnTo>
                <a:lnTo>
                  <a:pt x="1292526" y="114601"/>
                </a:lnTo>
                <a:lnTo>
                  <a:pt x="1293387" y="114620"/>
                </a:lnTo>
                <a:lnTo>
                  <a:pt x="1294259" y="114627"/>
                </a:lnTo>
                <a:lnTo>
                  <a:pt x="1294840" y="114624"/>
                </a:lnTo>
                <a:lnTo>
                  <a:pt x="1295416" y="114615"/>
                </a:lnTo>
                <a:lnTo>
                  <a:pt x="1295987" y="114600"/>
                </a:lnTo>
                <a:lnTo>
                  <a:pt x="1296554" y="114579"/>
                </a:lnTo>
                <a:lnTo>
                  <a:pt x="1297116" y="114552"/>
                </a:lnTo>
                <a:lnTo>
                  <a:pt x="1297673" y="114519"/>
                </a:lnTo>
                <a:lnTo>
                  <a:pt x="1298225" y="114480"/>
                </a:lnTo>
                <a:lnTo>
                  <a:pt x="1298773" y="114435"/>
                </a:lnTo>
                <a:lnTo>
                  <a:pt x="1299316" y="114383"/>
                </a:lnTo>
                <a:lnTo>
                  <a:pt x="1299854" y="114326"/>
                </a:lnTo>
                <a:lnTo>
                  <a:pt x="1300388" y="114263"/>
                </a:lnTo>
                <a:lnTo>
                  <a:pt x="1300916" y="114194"/>
                </a:lnTo>
                <a:lnTo>
                  <a:pt x="1301441" y="114119"/>
                </a:lnTo>
                <a:lnTo>
                  <a:pt x="1301960" y="114038"/>
                </a:lnTo>
                <a:lnTo>
                  <a:pt x="1302474" y="113951"/>
                </a:lnTo>
                <a:lnTo>
                  <a:pt x="1302984" y="113857"/>
                </a:lnTo>
                <a:lnTo>
                  <a:pt x="1303489" y="113758"/>
                </a:lnTo>
                <a:lnTo>
                  <a:pt x="1303990" y="113653"/>
                </a:lnTo>
                <a:lnTo>
                  <a:pt x="1304485" y="113542"/>
                </a:lnTo>
                <a:lnTo>
                  <a:pt x="1304976" y="113425"/>
                </a:lnTo>
                <a:lnTo>
                  <a:pt x="1305463" y="113301"/>
                </a:lnTo>
                <a:lnTo>
                  <a:pt x="1305944" y="113172"/>
                </a:lnTo>
                <a:lnTo>
                  <a:pt x="1306421" y="113037"/>
                </a:lnTo>
                <a:lnTo>
                  <a:pt x="1306893" y="112896"/>
                </a:lnTo>
                <a:lnTo>
                  <a:pt x="1307360" y="112749"/>
                </a:lnTo>
                <a:lnTo>
                  <a:pt x="1307821" y="112597"/>
                </a:lnTo>
                <a:lnTo>
                  <a:pt x="1308278" y="112441"/>
                </a:lnTo>
                <a:lnTo>
                  <a:pt x="1308728" y="112280"/>
                </a:lnTo>
                <a:lnTo>
                  <a:pt x="1309174" y="112114"/>
                </a:lnTo>
                <a:lnTo>
                  <a:pt x="1309614" y="111943"/>
                </a:lnTo>
                <a:lnTo>
                  <a:pt x="1310049" y="111767"/>
                </a:lnTo>
                <a:lnTo>
                  <a:pt x="1310478" y="111586"/>
                </a:lnTo>
                <a:lnTo>
                  <a:pt x="1310902" y="111400"/>
                </a:lnTo>
                <a:lnTo>
                  <a:pt x="1311321" y="111210"/>
                </a:lnTo>
                <a:lnTo>
                  <a:pt x="1311734" y="111015"/>
                </a:lnTo>
                <a:lnTo>
                  <a:pt x="1312142" y="110815"/>
                </a:lnTo>
                <a:lnTo>
                  <a:pt x="1312544" y="110610"/>
                </a:lnTo>
                <a:lnTo>
                  <a:pt x="1312941" y="110400"/>
                </a:lnTo>
                <a:lnTo>
                  <a:pt x="1313333" y="110185"/>
                </a:lnTo>
                <a:lnTo>
                  <a:pt x="1313719" y="109965"/>
                </a:lnTo>
                <a:lnTo>
                  <a:pt x="1314100" y="109741"/>
                </a:lnTo>
                <a:lnTo>
                  <a:pt x="1314476" y="109512"/>
                </a:lnTo>
                <a:lnTo>
                  <a:pt x="1314846" y="109277"/>
                </a:lnTo>
                <a:lnTo>
                  <a:pt x="1315211" y="109038"/>
                </a:lnTo>
                <a:lnTo>
                  <a:pt x="1315571" y="108794"/>
                </a:lnTo>
                <a:lnTo>
                  <a:pt x="1315925" y="108546"/>
                </a:lnTo>
                <a:lnTo>
                  <a:pt x="1316274" y="108292"/>
                </a:lnTo>
                <a:lnTo>
                  <a:pt x="1316617" y="108034"/>
                </a:lnTo>
                <a:lnTo>
                  <a:pt x="1316954" y="107771"/>
                </a:lnTo>
                <a:lnTo>
                  <a:pt x="1317285" y="107503"/>
                </a:lnTo>
                <a:lnTo>
                  <a:pt x="1317609" y="107232"/>
                </a:lnTo>
                <a:lnTo>
                  <a:pt x="1317927" y="106956"/>
                </a:lnTo>
                <a:lnTo>
                  <a:pt x="1318237" y="106676"/>
                </a:lnTo>
                <a:lnTo>
                  <a:pt x="1318541" y="106392"/>
                </a:lnTo>
                <a:lnTo>
                  <a:pt x="1318839" y="106104"/>
                </a:lnTo>
                <a:lnTo>
                  <a:pt x="1319130" y="105811"/>
                </a:lnTo>
                <a:lnTo>
                  <a:pt x="1319414" y="105515"/>
                </a:lnTo>
                <a:lnTo>
                  <a:pt x="1319692" y="105214"/>
                </a:lnTo>
                <a:lnTo>
                  <a:pt x="1319962" y="104908"/>
                </a:lnTo>
                <a:lnTo>
                  <a:pt x="1320227" y="104599"/>
                </a:lnTo>
                <a:lnTo>
                  <a:pt x="1320484" y="104285"/>
                </a:lnTo>
                <a:lnTo>
                  <a:pt x="1320735" y="103967"/>
                </a:lnTo>
                <a:lnTo>
                  <a:pt x="1320979" y="103645"/>
                </a:lnTo>
                <a:lnTo>
                  <a:pt x="1321217" y="103319"/>
                </a:lnTo>
                <a:lnTo>
                  <a:pt x="1321448" y="102988"/>
                </a:lnTo>
                <a:lnTo>
                  <a:pt x="1321672" y="102654"/>
                </a:lnTo>
                <a:lnTo>
                  <a:pt x="1321890" y="102315"/>
                </a:lnTo>
                <a:lnTo>
                  <a:pt x="1322101" y="101971"/>
                </a:lnTo>
                <a:lnTo>
                  <a:pt x="1322305" y="101624"/>
                </a:lnTo>
                <a:lnTo>
                  <a:pt x="1322503" y="101272"/>
                </a:lnTo>
                <a:lnTo>
                  <a:pt x="1322694" y="100916"/>
                </a:lnTo>
                <a:lnTo>
                  <a:pt x="1322879" y="100556"/>
                </a:lnTo>
                <a:lnTo>
                  <a:pt x="1323056" y="100193"/>
                </a:lnTo>
                <a:lnTo>
                  <a:pt x="1323226" y="99826"/>
                </a:lnTo>
                <a:lnTo>
                  <a:pt x="1323388" y="99456"/>
                </a:lnTo>
                <a:lnTo>
                  <a:pt x="1323543" y="99083"/>
                </a:lnTo>
                <a:lnTo>
                  <a:pt x="1323690" y="98707"/>
                </a:lnTo>
                <a:lnTo>
                  <a:pt x="1323829" y="98328"/>
                </a:lnTo>
                <a:lnTo>
                  <a:pt x="1323961" y="97946"/>
                </a:lnTo>
                <a:lnTo>
                  <a:pt x="1324086" y="97561"/>
                </a:lnTo>
                <a:lnTo>
                  <a:pt x="1324203" y="97172"/>
                </a:lnTo>
                <a:lnTo>
                  <a:pt x="1324312" y="96781"/>
                </a:lnTo>
                <a:lnTo>
                  <a:pt x="1324414" y="96386"/>
                </a:lnTo>
                <a:lnTo>
                  <a:pt x="1324509" y="95989"/>
                </a:lnTo>
                <a:lnTo>
                  <a:pt x="1324595" y="95588"/>
                </a:lnTo>
                <a:lnTo>
                  <a:pt x="1324675" y="95185"/>
                </a:lnTo>
                <a:lnTo>
                  <a:pt x="1324746" y="94778"/>
                </a:lnTo>
                <a:lnTo>
                  <a:pt x="1324810" y="94368"/>
                </a:lnTo>
                <a:lnTo>
                  <a:pt x="1324867" y="93955"/>
                </a:lnTo>
                <a:lnTo>
                  <a:pt x="1324916" y="93540"/>
                </a:lnTo>
                <a:lnTo>
                  <a:pt x="1324958" y="93121"/>
                </a:lnTo>
                <a:lnTo>
                  <a:pt x="1324991" y="92698"/>
                </a:lnTo>
                <a:lnTo>
                  <a:pt x="1325018" y="92273"/>
                </a:lnTo>
                <a:lnTo>
                  <a:pt x="1325037" y="91845"/>
                </a:lnTo>
                <a:lnTo>
                  <a:pt x="1325048" y="91414"/>
                </a:lnTo>
                <a:lnTo>
                  <a:pt x="1325052" y="90980"/>
                </a:lnTo>
                <a:lnTo>
                  <a:pt x="1325046" y="90449"/>
                </a:lnTo>
                <a:lnTo>
                  <a:pt x="1325030" y="89925"/>
                </a:lnTo>
                <a:lnTo>
                  <a:pt x="1325004" y="89407"/>
                </a:lnTo>
                <a:lnTo>
                  <a:pt x="1324966" y="88896"/>
                </a:lnTo>
                <a:lnTo>
                  <a:pt x="1324918" y="88392"/>
                </a:lnTo>
                <a:lnTo>
                  <a:pt x="1324858" y="87895"/>
                </a:lnTo>
                <a:lnTo>
                  <a:pt x="1324789" y="87404"/>
                </a:lnTo>
                <a:lnTo>
                  <a:pt x="1324708" y="86920"/>
                </a:lnTo>
                <a:lnTo>
                  <a:pt x="1324617" y="86442"/>
                </a:lnTo>
                <a:lnTo>
                  <a:pt x="1324515" y="85971"/>
                </a:lnTo>
                <a:lnTo>
                  <a:pt x="1324402" y="85507"/>
                </a:lnTo>
                <a:lnTo>
                  <a:pt x="1324278" y="85049"/>
                </a:lnTo>
                <a:lnTo>
                  <a:pt x="1324144" y="84598"/>
                </a:lnTo>
                <a:lnTo>
                  <a:pt x="1323999" y="84154"/>
                </a:lnTo>
                <a:lnTo>
                  <a:pt x="1323843" y="83716"/>
                </a:lnTo>
                <a:lnTo>
                  <a:pt x="1323677" y="83285"/>
                </a:lnTo>
                <a:lnTo>
                  <a:pt x="1323499" y="82861"/>
                </a:lnTo>
                <a:lnTo>
                  <a:pt x="1323311" y="82443"/>
                </a:lnTo>
                <a:lnTo>
                  <a:pt x="1323113" y="82032"/>
                </a:lnTo>
                <a:lnTo>
                  <a:pt x="1322903" y="81628"/>
                </a:lnTo>
                <a:lnTo>
                  <a:pt x="1322683" y="81230"/>
                </a:lnTo>
                <a:lnTo>
                  <a:pt x="1322452" y="80839"/>
                </a:lnTo>
                <a:lnTo>
                  <a:pt x="1322210" y="80455"/>
                </a:lnTo>
                <a:lnTo>
                  <a:pt x="1321958" y="80077"/>
                </a:lnTo>
                <a:lnTo>
                  <a:pt x="1321694" y="79705"/>
                </a:lnTo>
                <a:lnTo>
                  <a:pt x="1321420" y="79338"/>
                </a:lnTo>
                <a:lnTo>
                  <a:pt x="1321134" y="78975"/>
                </a:lnTo>
                <a:lnTo>
                  <a:pt x="1320836" y="78618"/>
                </a:lnTo>
                <a:lnTo>
                  <a:pt x="1320528" y="78265"/>
                </a:lnTo>
                <a:lnTo>
                  <a:pt x="1320208" y="77917"/>
                </a:lnTo>
                <a:lnTo>
                  <a:pt x="1319877" y="77574"/>
                </a:lnTo>
                <a:lnTo>
                  <a:pt x="1319535" y="77236"/>
                </a:lnTo>
                <a:lnTo>
                  <a:pt x="1319181" y="76903"/>
                </a:lnTo>
                <a:lnTo>
                  <a:pt x="1318817" y="76575"/>
                </a:lnTo>
                <a:lnTo>
                  <a:pt x="1318441" y="76252"/>
                </a:lnTo>
                <a:lnTo>
                  <a:pt x="1318053" y="75933"/>
                </a:lnTo>
                <a:lnTo>
                  <a:pt x="1317655" y="75619"/>
                </a:lnTo>
                <a:lnTo>
                  <a:pt x="1317245" y="75310"/>
                </a:lnTo>
                <a:lnTo>
                  <a:pt x="1316824" y="75006"/>
                </a:lnTo>
                <a:lnTo>
                  <a:pt x="1316392" y="74707"/>
                </a:lnTo>
                <a:lnTo>
                  <a:pt x="1315948" y="74413"/>
                </a:lnTo>
                <a:lnTo>
                  <a:pt x="1315493" y="74123"/>
                </a:lnTo>
                <a:lnTo>
                  <a:pt x="1315027" y="73839"/>
                </a:lnTo>
                <a:lnTo>
                  <a:pt x="1314550" y="73559"/>
                </a:lnTo>
                <a:lnTo>
                  <a:pt x="1314062" y="73284"/>
                </a:lnTo>
                <a:lnTo>
                  <a:pt x="1313562" y="73014"/>
                </a:lnTo>
                <a:lnTo>
                  <a:pt x="1313051" y="72749"/>
                </a:lnTo>
                <a:lnTo>
                  <a:pt x="1312528" y="72489"/>
                </a:lnTo>
                <a:lnTo>
                  <a:pt x="1311994" y="72233"/>
                </a:lnTo>
                <a:lnTo>
                  <a:pt x="1311448" y="71979"/>
                </a:lnTo>
                <a:lnTo>
                  <a:pt x="1310890" y="71729"/>
                </a:lnTo>
                <a:lnTo>
                  <a:pt x="1310320" y="71482"/>
                </a:lnTo>
                <a:lnTo>
                  <a:pt x="1309738" y="71238"/>
                </a:lnTo>
                <a:lnTo>
                  <a:pt x="1309144" y="70997"/>
                </a:lnTo>
                <a:lnTo>
                  <a:pt x="1308538" y="70759"/>
                </a:lnTo>
                <a:lnTo>
                  <a:pt x="1307920" y="70525"/>
                </a:lnTo>
                <a:lnTo>
                  <a:pt x="1307290" y="70293"/>
                </a:lnTo>
                <a:lnTo>
                  <a:pt x="1306648" y="70064"/>
                </a:lnTo>
                <a:lnTo>
                  <a:pt x="1305994" y="69838"/>
                </a:lnTo>
                <a:lnTo>
                  <a:pt x="1305327" y="69616"/>
                </a:lnTo>
                <a:lnTo>
                  <a:pt x="1304649" y="69396"/>
                </a:lnTo>
                <a:lnTo>
                  <a:pt x="1303959" y="69180"/>
                </a:lnTo>
                <a:lnTo>
                  <a:pt x="1303257" y="68967"/>
                </a:lnTo>
                <a:lnTo>
                  <a:pt x="1302542" y="68756"/>
                </a:lnTo>
                <a:lnTo>
                  <a:pt x="1301816" y="68549"/>
                </a:lnTo>
                <a:lnTo>
                  <a:pt x="1301078" y="68345"/>
                </a:lnTo>
                <a:lnTo>
                  <a:pt x="1300327" y="68144"/>
                </a:lnTo>
                <a:lnTo>
                  <a:pt x="1299565" y="67946"/>
                </a:lnTo>
                <a:lnTo>
                  <a:pt x="1298790" y="67751"/>
                </a:lnTo>
                <a:lnTo>
                  <a:pt x="1298004" y="67559"/>
                </a:lnTo>
                <a:lnTo>
                  <a:pt x="1297206" y="67371"/>
                </a:lnTo>
                <a:lnTo>
                  <a:pt x="1296395" y="67185"/>
                </a:lnTo>
                <a:lnTo>
                  <a:pt x="1295932" y="67081"/>
                </a:lnTo>
                <a:lnTo>
                  <a:pt x="1295476" y="66976"/>
                </a:lnTo>
                <a:lnTo>
                  <a:pt x="1295027" y="66872"/>
                </a:lnTo>
                <a:lnTo>
                  <a:pt x="1294584" y="66767"/>
                </a:lnTo>
                <a:lnTo>
                  <a:pt x="1294149" y="66663"/>
                </a:lnTo>
                <a:lnTo>
                  <a:pt x="1293720" y="66559"/>
                </a:lnTo>
                <a:lnTo>
                  <a:pt x="1293298" y="66454"/>
                </a:lnTo>
                <a:lnTo>
                  <a:pt x="1292884" y="66350"/>
                </a:lnTo>
                <a:lnTo>
                  <a:pt x="1292476" y="66246"/>
                </a:lnTo>
                <a:lnTo>
                  <a:pt x="1292075" y="66141"/>
                </a:lnTo>
                <a:lnTo>
                  <a:pt x="1291681" y="66037"/>
                </a:lnTo>
                <a:lnTo>
                  <a:pt x="1291294" y="65933"/>
                </a:lnTo>
                <a:lnTo>
                  <a:pt x="1290913" y="65828"/>
                </a:lnTo>
                <a:lnTo>
                  <a:pt x="1290540" y="65724"/>
                </a:lnTo>
                <a:lnTo>
                  <a:pt x="1290174" y="65619"/>
                </a:lnTo>
                <a:lnTo>
                  <a:pt x="1289814" y="65515"/>
                </a:lnTo>
                <a:lnTo>
                  <a:pt x="1289462" y="65411"/>
                </a:lnTo>
                <a:lnTo>
                  <a:pt x="1289116" y="65306"/>
                </a:lnTo>
                <a:lnTo>
                  <a:pt x="1288777" y="65202"/>
                </a:lnTo>
                <a:lnTo>
                  <a:pt x="1288445" y="65098"/>
                </a:lnTo>
                <a:lnTo>
                  <a:pt x="1288120" y="64993"/>
                </a:lnTo>
                <a:lnTo>
                  <a:pt x="1287802" y="64889"/>
                </a:lnTo>
                <a:lnTo>
                  <a:pt x="1287491" y="64785"/>
                </a:lnTo>
                <a:lnTo>
                  <a:pt x="1287187" y="64680"/>
                </a:lnTo>
                <a:lnTo>
                  <a:pt x="1286889" y="64576"/>
                </a:lnTo>
                <a:lnTo>
                  <a:pt x="1286596" y="64470"/>
                </a:lnTo>
                <a:lnTo>
                  <a:pt x="1286310" y="64364"/>
                </a:lnTo>
                <a:lnTo>
                  <a:pt x="1286028" y="64258"/>
                </a:lnTo>
                <a:lnTo>
                  <a:pt x="1285753" y="64150"/>
                </a:lnTo>
                <a:lnTo>
                  <a:pt x="1285483" y="64043"/>
                </a:lnTo>
                <a:lnTo>
                  <a:pt x="1285219" y="63934"/>
                </a:lnTo>
                <a:lnTo>
                  <a:pt x="1284960" y="63825"/>
                </a:lnTo>
                <a:lnTo>
                  <a:pt x="1284707" y="63715"/>
                </a:lnTo>
                <a:lnTo>
                  <a:pt x="1284460" y="63605"/>
                </a:lnTo>
                <a:lnTo>
                  <a:pt x="1284218" y="63494"/>
                </a:lnTo>
                <a:lnTo>
                  <a:pt x="1283982" y="63382"/>
                </a:lnTo>
                <a:lnTo>
                  <a:pt x="1283752" y="63269"/>
                </a:lnTo>
                <a:lnTo>
                  <a:pt x="1283527" y="63156"/>
                </a:lnTo>
                <a:lnTo>
                  <a:pt x="1283308" y="63043"/>
                </a:lnTo>
                <a:lnTo>
                  <a:pt x="1283094" y="62929"/>
                </a:lnTo>
                <a:lnTo>
                  <a:pt x="1282886" y="62814"/>
                </a:lnTo>
                <a:lnTo>
                  <a:pt x="1282684" y="62698"/>
                </a:lnTo>
                <a:lnTo>
                  <a:pt x="1282487" y="62582"/>
                </a:lnTo>
                <a:lnTo>
                  <a:pt x="1282296" y="62465"/>
                </a:lnTo>
                <a:lnTo>
                  <a:pt x="1282111" y="62348"/>
                </a:lnTo>
                <a:lnTo>
                  <a:pt x="1281931" y="62229"/>
                </a:lnTo>
                <a:lnTo>
                  <a:pt x="1281757" y="62111"/>
                </a:lnTo>
                <a:lnTo>
                  <a:pt x="1281588" y="61991"/>
                </a:lnTo>
                <a:lnTo>
                  <a:pt x="1281424" y="61871"/>
                </a:lnTo>
                <a:lnTo>
                  <a:pt x="1281265" y="61750"/>
                </a:lnTo>
                <a:lnTo>
                  <a:pt x="1281110" y="61628"/>
                </a:lnTo>
                <a:lnTo>
                  <a:pt x="1280959" y="61504"/>
                </a:lnTo>
                <a:lnTo>
                  <a:pt x="1280812" y="61380"/>
                </a:lnTo>
                <a:lnTo>
                  <a:pt x="1280669" y="61255"/>
                </a:lnTo>
                <a:lnTo>
                  <a:pt x="1280531" y="61128"/>
                </a:lnTo>
                <a:lnTo>
                  <a:pt x="1280397" y="61001"/>
                </a:lnTo>
                <a:lnTo>
                  <a:pt x="1280267" y="60873"/>
                </a:lnTo>
                <a:lnTo>
                  <a:pt x="1280141" y="60743"/>
                </a:lnTo>
                <a:lnTo>
                  <a:pt x="1280020" y="60613"/>
                </a:lnTo>
                <a:lnTo>
                  <a:pt x="1279903" y="60481"/>
                </a:lnTo>
                <a:lnTo>
                  <a:pt x="1279790" y="60349"/>
                </a:lnTo>
                <a:lnTo>
                  <a:pt x="1279681" y="60215"/>
                </a:lnTo>
                <a:lnTo>
                  <a:pt x="1279576" y="60081"/>
                </a:lnTo>
                <a:lnTo>
                  <a:pt x="1279476" y="59945"/>
                </a:lnTo>
                <a:lnTo>
                  <a:pt x="1279380" y="59808"/>
                </a:lnTo>
                <a:lnTo>
                  <a:pt x="1279288" y="59671"/>
                </a:lnTo>
                <a:lnTo>
                  <a:pt x="1279200" y="59532"/>
                </a:lnTo>
                <a:lnTo>
                  <a:pt x="1279117" y="59393"/>
                </a:lnTo>
                <a:lnTo>
                  <a:pt x="1279038" y="59252"/>
                </a:lnTo>
                <a:lnTo>
                  <a:pt x="1278963" y="59110"/>
                </a:lnTo>
                <a:lnTo>
                  <a:pt x="1278892" y="58967"/>
                </a:lnTo>
                <a:lnTo>
                  <a:pt x="1278825" y="58824"/>
                </a:lnTo>
                <a:lnTo>
                  <a:pt x="1278762" y="58679"/>
                </a:lnTo>
                <a:lnTo>
                  <a:pt x="1278702" y="58532"/>
                </a:lnTo>
                <a:lnTo>
                  <a:pt x="1278644" y="58383"/>
                </a:lnTo>
                <a:lnTo>
                  <a:pt x="1278589" y="58233"/>
                </a:lnTo>
                <a:lnTo>
                  <a:pt x="1278537" y="58082"/>
                </a:lnTo>
                <a:lnTo>
                  <a:pt x="1278487" y="57928"/>
                </a:lnTo>
                <a:lnTo>
                  <a:pt x="1278440" y="57773"/>
                </a:lnTo>
                <a:lnTo>
                  <a:pt x="1278396" y="57616"/>
                </a:lnTo>
                <a:lnTo>
                  <a:pt x="1278354" y="57458"/>
                </a:lnTo>
                <a:lnTo>
                  <a:pt x="1278315" y="57298"/>
                </a:lnTo>
                <a:lnTo>
                  <a:pt x="1278279" y="57136"/>
                </a:lnTo>
                <a:lnTo>
                  <a:pt x="1278245" y="56973"/>
                </a:lnTo>
                <a:lnTo>
                  <a:pt x="1278214" y="56808"/>
                </a:lnTo>
                <a:lnTo>
                  <a:pt x="1278186" y="56641"/>
                </a:lnTo>
                <a:lnTo>
                  <a:pt x="1278161" y="56473"/>
                </a:lnTo>
                <a:lnTo>
                  <a:pt x="1278138" y="56303"/>
                </a:lnTo>
                <a:lnTo>
                  <a:pt x="1278118" y="56131"/>
                </a:lnTo>
                <a:lnTo>
                  <a:pt x="1278100" y="55957"/>
                </a:lnTo>
                <a:lnTo>
                  <a:pt x="1278085" y="55782"/>
                </a:lnTo>
                <a:lnTo>
                  <a:pt x="1278073" y="55606"/>
                </a:lnTo>
                <a:lnTo>
                  <a:pt x="1278064" y="55427"/>
                </a:lnTo>
                <a:lnTo>
                  <a:pt x="1278057" y="55247"/>
                </a:lnTo>
                <a:lnTo>
                  <a:pt x="1278053" y="55066"/>
                </a:lnTo>
                <a:lnTo>
                  <a:pt x="1278052" y="54882"/>
                </a:lnTo>
                <a:lnTo>
                  <a:pt x="1278055" y="54637"/>
                </a:lnTo>
                <a:lnTo>
                  <a:pt x="1278063" y="54393"/>
                </a:lnTo>
                <a:lnTo>
                  <a:pt x="1278077" y="54150"/>
                </a:lnTo>
                <a:lnTo>
                  <a:pt x="1278096" y="53908"/>
                </a:lnTo>
                <a:lnTo>
                  <a:pt x="1278121" y="53667"/>
                </a:lnTo>
                <a:lnTo>
                  <a:pt x="1278151" y="53427"/>
                </a:lnTo>
                <a:lnTo>
                  <a:pt x="1278187" y="53189"/>
                </a:lnTo>
                <a:lnTo>
                  <a:pt x="1278228" y="52951"/>
                </a:lnTo>
                <a:lnTo>
                  <a:pt x="1278275" y="52714"/>
                </a:lnTo>
                <a:lnTo>
                  <a:pt x="1278327" y="52478"/>
                </a:lnTo>
                <a:lnTo>
                  <a:pt x="1278385" y="52243"/>
                </a:lnTo>
                <a:lnTo>
                  <a:pt x="1278448" y="52009"/>
                </a:lnTo>
                <a:lnTo>
                  <a:pt x="1278517" y="51777"/>
                </a:lnTo>
                <a:lnTo>
                  <a:pt x="1278591" y="51545"/>
                </a:lnTo>
                <a:lnTo>
                  <a:pt x="1278671" y="51314"/>
                </a:lnTo>
                <a:lnTo>
                  <a:pt x="1278756" y="51084"/>
                </a:lnTo>
                <a:lnTo>
                  <a:pt x="1278847" y="50856"/>
                </a:lnTo>
                <a:lnTo>
                  <a:pt x="1278943" y="50628"/>
                </a:lnTo>
                <a:lnTo>
                  <a:pt x="1279045" y="50401"/>
                </a:lnTo>
                <a:lnTo>
                  <a:pt x="1279152" y="50176"/>
                </a:lnTo>
                <a:lnTo>
                  <a:pt x="1279265" y="49951"/>
                </a:lnTo>
                <a:lnTo>
                  <a:pt x="1279383" y="49728"/>
                </a:lnTo>
                <a:lnTo>
                  <a:pt x="1279507" y="49505"/>
                </a:lnTo>
                <a:lnTo>
                  <a:pt x="1279636" y="49284"/>
                </a:lnTo>
                <a:lnTo>
                  <a:pt x="1279771" y="49064"/>
                </a:lnTo>
                <a:lnTo>
                  <a:pt x="1279913" y="48848"/>
                </a:lnTo>
                <a:lnTo>
                  <a:pt x="1280062" y="48635"/>
                </a:lnTo>
                <a:lnTo>
                  <a:pt x="1280217" y="48425"/>
                </a:lnTo>
                <a:lnTo>
                  <a:pt x="1280379" y="48219"/>
                </a:lnTo>
                <a:lnTo>
                  <a:pt x="1280547" y="48015"/>
                </a:lnTo>
                <a:lnTo>
                  <a:pt x="1280723" y="47815"/>
                </a:lnTo>
                <a:lnTo>
                  <a:pt x="1280904" y="47618"/>
                </a:lnTo>
                <a:lnTo>
                  <a:pt x="1281093" y="47424"/>
                </a:lnTo>
                <a:lnTo>
                  <a:pt x="1281288" y="47234"/>
                </a:lnTo>
                <a:lnTo>
                  <a:pt x="1281490" y="47046"/>
                </a:lnTo>
                <a:lnTo>
                  <a:pt x="1281698" y="46862"/>
                </a:lnTo>
                <a:lnTo>
                  <a:pt x="1281914" y="46681"/>
                </a:lnTo>
                <a:lnTo>
                  <a:pt x="1282135" y="46503"/>
                </a:lnTo>
                <a:lnTo>
                  <a:pt x="1282364" y="46328"/>
                </a:lnTo>
                <a:lnTo>
                  <a:pt x="1282599" y="46157"/>
                </a:lnTo>
                <a:lnTo>
                  <a:pt x="1282841" y="45989"/>
                </a:lnTo>
                <a:lnTo>
                  <a:pt x="1283089" y="45824"/>
                </a:lnTo>
                <a:lnTo>
                  <a:pt x="1283344" y="45662"/>
                </a:lnTo>
                <a:lnTo>
                  <a:pt x="1283606" y="45503"/>
                </a:lnTo>
                <a:lnTo>
                  <a:pt x="1283874" y="45348"/>
                </a:lnTo>
                <a:lnTo>
                  <a:pt x="1284149" y="45195"/>
                </a:lnTo>
                <a:lnTo>
                  <a:pt x="1284431" y="45046"/>
                </a:lnTo>
                <a:lnTo>
                  <a:pt x="1284719" y="44900"/>
                </a:lnTo>
                <a:lnTo>
                  <a:pt x="1285014" y="44759"/>
                </a:lnTo>
                <a:lnTo>
                  <a:pt x="1285317" y="44624"/>
                </a:lnTo>
                <a:lnTo>
                  <a:pt x="1285628" y="44495"/>
                </a:lnTo>
                <a:lnTo>
                  <a:pt x="1285946" y="44371"/>
                </a:lnTo>
                <a:lnTo>
                  <a:pt x="1286271" y="44254"/>
                </a:lnTo>
                <a:lnTo>
                  <a:pt x="1286604" y="44143"/>
                </a:lnTo>
                <a:lnTo>
                  <a:pt x="1286945" y="44038"/>
                </a:lnTo>
                <a:lnTo>
                  <a:pt x="1287293" y="43939"/>
                </a:lnTo>
                <a:lnTo>
                  <a:pt x="1287649" y="43845"/>
                </a:lnTo>
                <a:lnTo>
                  <a:pt x="1288012" y="43758"/>
                </a:lnTo>
                <a:lnTo>
                  <a:pt x="1288383" y="43677"/>
                </a:lnTo>
                <a:lnTo>
                  <a:pt x="1288761" y="43602"/>
                </a:lnTo>
                <a:lnTo>
                  <a:pt x="1289147" y="43533"/>
                </a:lnTo>
                <a:lnTo>
                  <a:pt x="1289541" y="43470"/>
                </a:lnTo>
                <a:lnTo>
                  <a:pt x="1289942" y="43413"/>
                </a:lnTo>
                <a:lnTo>
                  <a:pt x="1290350" y="43362"/>
                </a:lnTo>
                <a:lnTo>
                  <a:pt x="1290766" y="43317"/>
                </a:lnTo>
                <a:lnTo>
                  <a:pt x="1291190" y="43277"/>
                </a:lnTo>
                <a:lnTo>
                  <a:pt x="1291621" y="43244"/>
                </a:lnTo>
                <a:lnTo>
                  <a:pt x="1292060" y="43217"/>
                </a:lnTo>
                <a:lnTo>
                  <a:pt x="1292506" y="43196"/>
                </a:lnTo>
                <a:lnTo>
                  <a:pt x="1292960" y="43181"/>
                </a:lnTo>
                <a:lnTo>
                  <a:pt x="1293422" y="43172"/>
                </a:lnTo>
                <a:lnTo>
                  <a:pt x="1293890" y="43169"/>
                </a:lnTo>
                <a:lnTo>
                  <a:pt x="1294336" y="43173"/>
                </a:lnTo>
                <a:lnTo>
                  <a:pt x="1294775" y="43184"/>
                </a:lnTo>
                <a:lnTo>
                  <a:pt x="1295209" y="43201"/>
                </a:lnTo>
                <a:lnTo>
                  <a:pt x="1295637" y="43227"/>
                </a:lnTo>
                <a:lnTo>
                  <a:pt x="1296059" y="43259"/>
                </a:lnTo>
                <a:lnTo>
                  <a:pt x="1296476" y="43298"/>
                </a:lnTo>
                <a:lnTo>
                  <a:pt x="1296886" y="43345"/>
                </a:lnTo>
                <a:lnTo>
                  <a:pt x="1297291" y="43398"/>
                </a:lnTo>
                <a:lnTo>
                  <a:pt x="1297691" y="43459"/>
                </a:lnTo>
                <a:lnTo>
                  <a:pt x="1298084" y="43527"/>
                </a:lnTo>
                <a:lnTo>
                  <a:pt x="1298472" y="43603"/>
                </a:lnTo>
                <a:lnTo>
                  <a:pt x="1298854" y="43685"/>
                </a:lnTo>
                <a:lnTo>
                  <a:pt x="1299230" y="43774"/>
                </a:lnTo>
                <a:lnTo>
                  <a:pt x="1299600" y="43871"/>
                </a:lnTo>
                <a:lnTo>
                  <a:pt x="1299965" y="43975"/>
                </a:lnTo>
                <a:lnTo>
                  <a:pt x="1300324" y="44086"/>
                </a:lnTo>
                <a:lnTo>
                  <a:pt x="1300677" y="44204"/>
                </a:lnTo>
                <a:lnTo>
                  <a:pt x="1301025" y="44330"/>
                </a:lnTo>
                <a:lnTo>
                  <a:pt x="1301366" y="44462"/>
                </a:lnTo>
                <a:lnTo>
                  <a:pt x="1301702" y="44602"/>
                </a:lnTo>
                <a:lnTo>
                  <a:pt x="1302032" y="44749"/>
                </a:lnTo>
                <a:lnTo>
                  <a:pt x="1302357" y="44902"/>
                </a:lnTo>
                <a:lnTo>
                  <a:pt x="1302675" y="45064"/>
                </a:lnTo>
                <a:lnTo>
                  <a:pt x="1302988" y="45232"/>
                </a:lnTo>
                <a:lnTo>
                  <a:pt x="1303295" y="45406"/>
                </a:lnTo>
                <a:lnTo>
                  <a:pt x="1303596" y="45583"/>
                </a:lnTo>
                <a:lnTo>
                  <a:pt x="1303891" y="45764"/>
                </a:lnTo>
                <a:lnTo>
                  <a:pt x="1304179" y="45949"/>
                </a:lnTo>
                <a:lnTo>
                  <a:pt x="1304462" y="46138"/>
                </a:lnTo>
                <a:lnTo>
                  <a:pt x="1304738" y="46330"/>
                </a:lnTo>
                <a:lnTo>
                  <a:pt x="1305008" y="46526"/>
                </a:lnTo>
                <a:lnTo>
                  <a:pt x="1305272" y="46726"/>
                </a:lnTo>
                <a:lnTo>
                  <a:pt x="1305530" y="46929"/>
                </a:lnTo>
                <a:lnTo>
                  <a:pt x="1305782" y="47136"/>
                </a:lnTo>
                <a:lnTo>
                  <a:pt x="1306027" y="47347"/>
                </a:lnTo>
                <a:lnTo>
                  <a:pt x="1306267" y="47562"/>
                </a:lnTo>
                <a:lnTo>
                  <a:pt x="1306500" y="47780"/>
                </a:lnTo>
                <a:lnTo>
                  <a:pt x="1306727" y="48002"/>
                </a:lnTo>
                <a:lnTo>
                  <a:pt x="1306948" y="48228"/>
                </a:lnTo>
                <a:lnTo>
                  <a:pt x="1307163" y="48457"/>
                </a:lnTo>
                <a:lnTo>
                  <a:pt x="1307372" y="48690"/>
                </a:lnTo>
                <a:lnTo>
                  <a:pt x="1307574" y="48927"/>
                </a:lnTo>
                <a:lnTo>
                  <a:pt x="1307771" y="49167"/>
                </a:lnTo>
                <a:lnTo>
                  <a:pt x="1307961" y="49412"/>
                </a:lnTo>
                <a:lnTo>
                  <a:pt x="1308145" y="49659"/>
                </a:lnTo>
                <a:lnTo>
                  <a:pt x="1308323" y="49911"/>
                </a:lnTo>
                <a:lnTo>
                  <a:pt x="1308495" y="50166"/>
                </a:lnTo>
                <a:lnTo>
                  <a:pt x="1308661" y="50426"/>
                </a:lnTo>
                <a:lnTo>
                  <a:pt x="1308820" y="50687"/>
                </a:lnTo>
                <a:lnTo>
                  <a:pt x="1308973" y="50949"/>
                </a:lnTo>
                <a:lnTo>
                  <a:pt x="1309118" y="51211"/>
                </a:lnTo>
                <a:lnTo>
                  <a:pt x="1309257" y="51474"/>
                </a:lnTo>
                <a:lnTo>
                  <a:pt x="1309389" y="51738"/>
                </a:lnTo>
                <a:lnTo>
                  <a:pt x="1309515" y="52002"/>
                </a:lnTo>
                <a:lnTo>
                  <a:pt x="1309634" y="52268"/>
                </a:lnTo>
                <a:lnTo>
                  <a:pt x="1309745" y="52533"/>
                </a:lnTo>
                <a:lnTo>
                  <a:pt x="1309850" y="52800"/>
                </a:lnTo>
                <a:lnTo>
                  <a:pt x="1309949" y="53067"/>
                </a:lnTo>
                <a:lnTo>
                  <a:pt x="1310040" y="53334"/>
                </a:lnTo>
                <a:lnTo>
                  <a:pt x="1310125" y="53602"/>
                </a:lnTo>
                <a:lnTo>
                  <a:pt x="1310203" y="53871"/>
                </a:lnTo>
                <a:lnTo>
                  <a:pt x="1310274" y="54141"/>
                </a:lnTo>
                <a:lnTo>
                  <a:pt x="1310338" y="54411"/>
                </a:lnTo>
                <a:lnTo>
                  <a:pt x="1310396" y="54682"/>
                </a:lnTo>
                <a:lnTo>
                  <a:pt x="1310447" y="54953"/>
                </a:lnTo>
                <a:lnTo>
                  <a:pt x="1310491" y="55225"/>
                </a:lnTo>
                <a:lnTo>
                  <a:pt x="1310528" y="55498"/>
                </a:lnTo>
                <a:lnTo>
                  <a:pt x="1310559" y="55772"/>
                </a:lnTo>
                <a:lnTo>
                  <a:pt x="1310582" y="56046"/>
                </a:lnTo>
                <a:lnTo>
                  <a:pt x="1310599" y="56320"/>
                </a:lnTo>
                <a:lnTo>
                  <a:pt x="1310610" y="56596"/>
                </a:lnTo>
                <a:lnTo>
                  <a:pt x="1310613" y="56871"/>
                </a:lnTo>
                <a:lnTo>
                  <a:pt x="1324242" y="56871"/>
                </a:lnTo>
                <a:lnTo>
                  <a:pt x="1324235" y="56303"/>
                </a:lnTo>
                <a:lnTo>
                  <a:pt x="1324216" y="55738"/>
                </a:lnTo>
                <a:lnTo>
                  <a:pt x="1324185" y="55178"/>
                </a:lnTo>
                <a:lnTo>
                  <a:pt x="1324141" y="54622"/>
                </a:lnTo>
                <a:lnTo>
                  <a:pt x="1324085" y="54070"/>
                </a:lnTo>
                <a:lnTo>
                  <a:pt x="1324016" y="53522"/>
                </a:lnTo>
                <a:lnTo>
                  <a:pt x="1323934" y="52978"/>
                </a:lnTo>
                <a:lnTo>
                  <a:pt x="1323840" y="52439"/>
                </a:lnTo>
                <a:lnTo>
                  <a:pt x="1323734" y="51904"/>
                </a:lnTo>
                <a:lnTo>
                  <a:pt x="1323615" y="51373"/>
                </a:lnTo>
                <a:lnTo>
                  <a:pt x="1323483" y="50847"/>
                </a:lnTo>
                <a:lnTo>
                  <a:pt x="1323339" y="50324"/>
                </a:lnTo>
                <a:lnTo>
                  <a:pt x="1323182" y="49806"/>
                </a:lnTo>
                <a:lnTo>
                  <a:pt x="1323013" y="49292"/>
                </a:lnTo>
                <a:lnTo>
                  <a:pt x="1322831" y="48782"/>
                </a:lnTo>
                <a:lnTo>
                  <a:pt x="1322637" y="48277"/>
                </a:lnTo>
                <a:lnTo>
                  <a:pt x="1322430" y="47776"/>
                </a:lnTo>
                <a:lnTo>
                  <a:pt x="1322211" y="47279"/>
                </a:lnTo>
                <a:lnTo>
                  <a:pt x="1321979" y="46786"/>
                </a:lnTo>
                <a:lnTo>
                  <a:pt x="1321735" y="46297"/>
                </a:lnTo>
                <a:lnTo>
                  <a:pt x="1321478" y="45813"/>
                </a:lnTo>
                <a:lnTo>
                  <a:pt x="1321208" y="45332"/>
                </a:lnTo>
                <a:lnTo>
                  <a:pt x="1320926" y="44857"/>
                </a:lnTo>
                <a:lnTo>
                  <a:pt x="1320632" y="44385"/>
                </a:lnTo>
                <a:lnTo>
                  <a:pt x="1320325" y="43919"/>
                </a:lnTo>
                <a:lnTo>
                  <a:pt x="1320008" y="43461"/>
                </a:lnTo>
                <a:lnTo>
                  <a:pt x="1319680" y="43011"/>
                </a:lnTo>
                <a:lnTo>
                  <a:pt x="1319341" y="42569"/>
                </a:lnTo>
                <a:lnTo>
                  <a:pt x="1318990" y="42134"/>
                </a:lnTo>
                <a:lnTo>
                  <a:pt x="1318629" y="41707"/>
                </a:lnTo>
                <a:lnTo>
                  <a:pt x="1318257" y="41288"/>
                </a:lnTo>
                <a:lnTo>
                  <a:pt x="1317873" y="40877"/>
                </a:lnTo>
                <a:lnTo>
                  <a:pt x="1317479" y="40474"/>
                </a:lnTo>
                <a:lnTo>
                  <a:pt x="1317074" y="40079"/>
                </a:lnTo>
                <a:lnTo>
                  <a:pt x="1316657" y="39691"/>
                </a:lnTo>
                <a:lnTo>
                  <a:pt x="1316230" y="39311"/>
                </a:lnTo>
                <a:lnTo>
                  <a:pt x="1315792" y="38939"/>
                </a:lnTo>
                <a:lnTo>
                  <a:pt x="1315343" y="38574"/>
                </a:lnTo>
                <a:lnTo>
                  <a:pt x="1314882" y="38218"/>
                </a:lnTo>
                <a:lnTo>
                  <a:pt x="1314411" y="37869"/>
                </a:lnTo>
                <a:lnTo>
                  <a:pt x="1313929" y="37528"/>
                </a:lnTo>
                <a:lnTo>
                  <a:pt x="1313435" y="37195"/>
                </a:lnTo>
                <a:lnTo>
                  <a:pt x="1312931" y="36870"/>
                </a:lnTo>
                <a:lnTo>
                  <a:pt x="1312416" y="36552"/>
                </a:lnTo>
                <a:lnTo>
                  <a:pt x="1311890" y="36243"/>
                </a:lnTo>
                <a:lnTo>
                  <a:pt x="1311352" y="35941"/>
                </a:lnTo>
                <a:lnTo>
                  <a:pt x="1310804" y="35647"/>
                </a:lnTo>
                <a:lnTo>
                  <a:pt x="1310245" y="35360"/>
                </a:lnTo>
                <a:lnTo>
                  <a:pt x="1309675" y="35084"/>
                </a:lnTo>
                <a:lnTo>
                  <a:pt x="1309096" y="34819"/>
                </a:lnTo>
                <a:lnTo>
                  <a:pt x="1308507" y="34566"/>
                </a:lnTo>
                <a:lnTo>
                  <a:pt x="1307908" y="34325"/>
                </a:lnTo>
                <a:lnTo>
                  <a:pt x="1307299" y="34096"/>
                </a:lnTo>
                <a:lnTo>
                  <a:pt x="1306681" y="33878"/>
                </a:lnTo>
                <a:lnTo>
                  <a:pt x="1306053" y="33672"/>
                </a:lnTo>
                <a:lnTo>
                  <a:pt x="1305415" y="33478"/>
                </a:lnTo>
                <a:lnTo>
                  <a:pt x="1304768" y="33295"/>
                </a:lnTo>
                <a:lnTo>
                  <a:pt x="1304111" y="33125"/>
                </a:lnTo>
                <a:lnTo>
                  <a:pt x="1303444" y="32966"/>
                </a:lnTo>
                <a:lnTo>
                  <a:pt x="1302767" y="32819"/>
                </a:lnTo>
                <a:lnTo>
                  <a:pt x="1302081" y="32684"/>
                </a:lnTo>
                <a:lnTo>
                  <a:pt x="1301385" y="32560"/>
                </a:lnTo>
                <a:lnTo>
                  <a:pt x="1300679" y="32448"/>
                </a:lnTo>
                <a:lnTo>
                  <a:pt x="1299964" y="32348"/>
                </a:lnTo>
                <a:lnTo>
                  <a:pt x="1299239" y="32260"/>
                </a:lnTo>
                <a:lnTo>
                  <a:pt x="1298504" y="32184"/>
                </a:lnTo>
                <a:lnTo>
                  <a:pt x="1297759" y="32119"/>
                </a:lnTo>
                <a:lnTo>
                  <a:pt x="1297005" y="32066"/>
                </a:lnTo>
                <a:lnTo>
                  <a:pt x="1296241" y="32025"/>
                </a:lnTo>
                <a:lnTo>
                  <a:pt x="1295467" y="31995"/>
                </a:lnTo>
                <a:lnTo>
                  <a:pt x="1294684" y="31978"/>
                </a:lnTo>
                <a:lnTo>
                  <a:pt x="1293890" y="31972"/>
                </a:lnTo>
                <a:lnTo>
                  <a:pt x="1293334" y="31975"/>
                </a:lnTo>
                <a:lnTo>
                  <a:pt x="1292782" y="31985"/>
                </a:lnTo>
                <a:lnTo>
                  <a:pt x="1292234" y="32001"/>
                </a:lnTo>
                <a:lnTo>
                  <a:pt x="1291691" y="32023"/>
                </a:lnTo>
                <a:lnTo>
                  <a:pt x="1291152" y="32052"/>
                </a:lnTo>
                <a:lnTo>
                  <a:pt x="1290617" y="32087"/>
                </a:lnTo>
                <a:lnTo>
                  <a:pt x="1290086" y="32128"/>
                </a:lnTo>
                <a:lnTo>
                  <a:pt x="1289560" y="32176"/>
                </a:lnTo>
                <a:lnTo>
                  <a:pt x="1289039" y="32231"/>
                </a:lnTo>
                <a:lnTo>
                  <a:pt x="1288521" y="32292"/>
                </a:lnTo>
                <a:lnTo>
                  <a:pt x="1288008" y="32359"/>
                </a:lnTo>
                <a:lnTo>
                  <a:pt x="1287500" y="32432"/>
                </a:lnTo>
                <a:lnTo>
                  <a:pt x="1286995" y="32512"/>
                </a:lnTo>
                <a:lnTo>
                  <a:pt x="1286496" y="32598"/>
                </a:lnTo>
                <a:lnTo>
                  <a:pt x="1286000" y="32691"/>
                </a:lnTo>
                <a:lnTo>
                  <a:pt x="1285509" y="32790"/>
                </a:lnTo>
                <a:lnTo>
                  <a:pt x="1285022" y="32896"/>
                </a:lnTo>
                <a:lnTo>
                  <a:pt x="1284539" y="33008"/>
                </a:lnTo>
                <a:lnTo>
                  <a:pt x="1284061" y="33126"/>
                </a:lnTo>
                <a:lnTo>
                  <a:pt x="1283587" y="33251"/>
                </a:lnTo>
                <a:lnTo>
                  <a:pt x="1283118" y="33382"/>
                </a:lnTo>
                <a:lnTo>
                  <a:pt x="1282653" y="33519"/>
                </a:lnTo>
                <a:lnTo>
                  <a:pt x="1282192" y="33663"/>
                </a:lnTo>
                <a:lnTo>
                  <a:pt x="1281735" y="33813"/>
                </a:lnTo>
                <a:lnTo>
                  <a:pt x="1281284" y="33969"/>
                </a:lnTo>
                <a:lnTo>
                  <a:pt x="1280838" y="34130"/>
                </a:lnTo>
                <a:lnTo>
                  <a:pt x="1280397" y="34296"/>
                </a:lnTo>
                <a:lnTo>
                  <a:pt x="1279962" y="34466"/>
                </a:lnTo>
                <a:lnTo>
                  <a:pt x="1279533" y="34642"/>
                </a:lnTo>
                <a:lnTo>
                  <a:pt x="1279109" y="34822"/>
                </a:lnTo>
                <a:lnTo>
                  <a:pt x="1278690" y="35007"/>
                </a:lnTo>
                <a:lnTo>
                  <a:pt x="1278277" y="35197"/>
                </a:lnTo>
                <a:lnTo>
                  <a:pt x="1277869" y="35392"/>
                </a:lnTo>
                <a:lnTo>
                  <a:pt x="1277467" y="35591"/>
                </a:lnTo>
                <a:lnTo>
                  <a:pt x="1277071" y="35796"/>
                </a:lnTo>
                <a:lnTo>
                  <a:pt x="1276680" y="36005"/>
                </a:lnTo>
                <a:lnTo>
                  <a:pt x="1276294" y="36219"/>
                </a:lnTo>
                <a:lnTo>
                  <a:pt x="1275914" y="36438"/>
                </a:lnTo>
                <a:lnTo>
                  <a:pt x="1275540" y="36662"/>
                </a:lnTo>
                <a:lnTo>
                  <a:pt x="1275171" y="36891"/>
                </a:lnTo>
                <a:lnTo>
                  <a:pt x="1274807" y="37125"/>
                </a:lnTo>
                <a:lnTo>
                  <a:pt x="1274449" y="37363"/>
                </a:lnTo>
                <a:lnTo>
                  <a:pt x="1274097" y="37607"/>
                </a:lnTo>
                <a:lnTo>
                  <a:pt x="1273749" y="37855"/>
                </a:lnTo>
                <a:lnTo>
                  <a:pt x="1273408" y="38108"/>
                </a:lnTo>
                <a:lnTo>
                  <a:pt x="1273072" y="38366"/>
                </a:lnTo>
                <a:lnTo>
                  <a:pt x="1272741" y="38629"/>
                </a:lnTo>
                <a:lnTo>
                  <a:pt x="1272416" y="38897"/>
                </a:lnTo>
                <a:lnTo>
                  <a:pt x="1272097" y="39168"/>
                </a:lnTo>
                <a:lnTo>
                  <a:pt x="1271784" y="39443"/>
                </a:lnTo>
                <a:lnTo>
                  <a:pt x="1271477" y="39722"/>
                </a:lnTo>
                <a:lnTo>
                  <a:pt x="1271176" y="40004"/>
                </a:lnTo>
                <a:lnTo>
                  <a:pt x="1270882" y="40289"/>
                </a:lnTo>
                <a:lnTo>
                  <a:pt x="1270593" y="40577"/>
                </a:lnTo>
                <a:lnTo>
                  <a:pt x="1270311" y="40869"/>
                </a:lnTo>
                <a:lnTo>
                  <a:pt x="1270034" y="41164"/>
                </a:lnTo>
                <a:lnTo>
                  <a:pt x="1269764" y="41462"/>
                </a:lnTo>
                <a:lnTo>
                  <a:pt x="1269500" y="41764"/>
                </a:lnTo>
                <a:lnTo>
                  <a:pt x="1269242" y="42069"/>
                </a:lnTo>
                <a:lnTo>
                  <a:pt x="1268991" y="42377"/>
                </a:lnTo>
                <a:lnTo>
                  <a:pt x="1268745" y="42689"/>
                </a:lnTo>
                <a:lnTo>
                  <a:pt x="1268506" y="43004"/>
                </a:lnTo>
                <a:lnTo>
                  <a:pt x="1268273" y="43322"/>
                </a:lnTo>
                <a:lnTo>
                  <a:pt x="1268045" y="43644"/>
                </a:lnTo>
                <a:lnTo>
                  <a:pt x="1267824" y="43969"/>
                </a:lnTo>
                <a:lnTo>
                  <a:pt x="1267609" y="44297"/>
                </a:lnTo>
                <a:lnTo>
                  <a:pt x="1267401" y="44629"/>
                </a:lnTo>
                <a:lnTo>
                  <a:pt x="1267198" y="44964"/>
                </a:lnTo>
                <a:lnTo>
                  <a:pt x="1267002" y="45302"/>
                </a:lnTo>
                <a:lnTo>
                  <a:pt x="1266811" y="45644"/>
                </a:lnTo>
                <a:lnTo>
                  <a:pt x="1266627" y="45989"/>
                </a:lnTo>
                <a:lnTo>
                  <a:pt x="1266449" y="46337"/>
                </a:lnTo>
                <a:lnTo>
                  <a:pt x="1266278" y="46688"/>
                </a:lnTo>
                <a:lnTo>
                  <a:pt x="1266114" y="47040"/>
                </a:lnTo>
                <a:lnTo>
                  <a:pt x="1265957" y="47395"/>
                </a:lnTo>
                <a:lnTo>
                  <a:pt x="1265808" y="47751"/>
                </a:lnTo>
                <a:lnTo>
                  <a:pt x="1265666" y="48109"/>
                </a:lnTo>
                <a:lnTo>
                  <a:pt x="1265531" y="48469"/>
                </a:lnTo>
                <a:lnTo>
                  <a:pt x="1265403" y="48830"/>
                </a:lnTo>
                <a:lnTo>
                  <a:pt x="1265283" y="49194"/>
                </a:lnTo>
                <a:lnTo>
                  <a:pt x="1265170" y="49559"/>
                </a:lnTo>
                <a:lnTo>
                  <a:pt x="1265064" y="49926"/>
                </a:lnTo>
                <a:lnTo>
                  <a:pt x="1264966" y="50294"/>
                </a:lnTo>
                <a:lnTo>
                  <a:pt x="1264875" y="50665"/>
                </a:lnTo>
                <a:lnTo>
                  <a:pt x="1264791" y="51037"/>
                </a:lnTo>
                <a:lnTo>
                  <a:pt x="1264714" y="51411"/>
                </a:lnTo>
                <a:lnTo>
                  <a:pt x="1264645" y="51787"/>
                </a:lnTo>
                <a:lnTo>
                  <a:pt x="1264583" y="52165"/>
                </a:lnTo>
                <a:lnTo>
                  <a:pt x="1264528" y="52544"/>
                </a:lnTo>
                <a:lnTo>
                  <a:pt x="1264481" y="52926"/>
                </a:lnTo>
                <a:lnTo>
                  <a:pt x="1264441" y="53309"/>
                </a:lnTo>
                <a:lnTo>
                  <a:pt x="1264408" y="53693"/>
                </a:lnTo>
                <a:lnTo>
                  <a:pt x="1264383" y="54080"/>
                </a:lnTo>
                <a:lnTo>
                  <a:pt x="1264364" y="54469"/>
                </a:lnTo>
                <a:lnTo>
                  <a:pt x="1264353" y="54859"/>
                </a:lnTo>
                <a:lnTo>
                  <a:pt x="1264350" y="55251"/>
                </a:lnTo>
                <a:lnTo>
                  <a:pt x="1264353" y="55660"/>
                </a:lnTo>
                <a:lnTo>
                  <a:pt x="1264364" y="56065"/>
                </a:lnTo>
                <a:lnTo>
                  <a:pt x="1264381" y="56465"/>
                </a:lnTo>
                <a:lnTo>
                  <a:pt x="1264405" y="56861"/>
                </a:lnTo>
                <a:lnTo>
                  <a:pt x="1264436" y="57253"/>
                </a:lnTo>
                <a:lnTo>
                  <a:pt x="1264474" y="57640"/>
                </a:lnTo>
                <a:lnTo>
                  <a:pt x="1264519" y="58023"/>
                </a:lnTo>
                <a:lnTo>
                  <a:pt x="1264571" y="58402"/>
                </a:lnTo>
                <a:lnTo>
                  <a:pt x="1264629" y="58776"/>
                </a:lnTo>
                <a:lnTo>
                  <a:pt x="1264695" y="59146"/>
                </a:lnTo>
                <a:lnTo>
                  <a:pt x="1264768" y="59512"/>
                </a:lnTo>
                <a:lnTo>
                  <a:pt x="1264847" y="59873"/>
                </a:lnTo>
                <a:lnTo>
                  <a:pt x="1264933" y="60230"/>
                </a:lnTo>
                <a:lnTo>
                  <a:pt x="1265027" y="60583"/>
                </a:lnTo>
                <a:lnTo>
                  <a:pt x="1265127" y="60931"/>
                </a:lnTo>
                <a:lnTo>
                  <a:pt x="1265234" y="61275"/>
                </a:lnTo>
                <a:lnTo>
                  <a:pt x="1265348" y="61615"/>
                </a:lnTo>
                <a:lnTo>
                  <a:pt x="1265469" y="61950"/>
                </a:lnTo>
                <a:lnTo>
                  <a:pt x="1265596" y="62281"/>
                </a:lnTo>
                <a:lnTo>
                  <a:pt x="1265731" y="62607"/>
                </a:lnTo>
                <a:lnTo>
                  <a:pt x="1265873" y="62929"/>
                </a:lnTo>
                <a:lnTo>
                  <a:pt x="1266021" y="63247"/>
                </a:lnTo>
                <a:lnTo>
                  <a:pt x="1266176" y="63561"/>
                </a:lnTo>
                <a:lnTo>
                  <a:pt x="1266339" y="63870"/>
                </a:lnTo>
                <a:lnTo>
                  <a:pt x="1266507" y="64175"/>
                </a:lnTo>
                <a:lnTo>
                  <a:pt x="1266682" y="64477"/>
                </a:lnTo>
                <a:lnTo>
                  <a:pt x="1266863" y="64776"/>
                </a:lnTo>
                <a:lnTo>
                  <a:pt x="1267050" y="65071"/>
                </a:lnTo>
                <a:lnTo>
                  <a:pt x="1267243" y="65363"/>
                </a:lnTo>
                <a:lnTo>
                  <a:pt x="1267441" y="65652"/>
                </a:lnTo>
                <a:lnTo>
                  <a:pt x="1267646" y="65937"/>
                </a:lnTo>
                <a:lnTo>
                  <a:pt x="1267857" y="66219"/>
                </a:lnTo>
                <a:lnTo>
                  <a:pt x="1268074" y="66498"/>
                </a:lnTo>
                <a:lnTo>
                  <a:pt x="1268297" y="66773"/>
                </a:lnTo>
                <a:lnTo>
                  <a:pt x="1268526" y="67045"/>
                </a:lnTo>
                <a:lnTo>
                  <a:pt x="1268761" y="67314"/>
                </a:lnTo>
                <a:lnTo>
                  <a:pt x="1269001" y="67579"/>
                </a:lnTo>
                <a:lnTo>
                  <a:pt x="1269248" y="67841"/>
                </a:lnTo>
                <a:lnTo>
                  <a:pt x="1269501" y="68100"/>
                </a:lnTo>
                <a:lnTo>
                  <a:pt x="1269760" y="68355"/>
                </a:lnTo>
                <a:lnTo>
                  <a:pt x="1270025" y="68607"/>
                </a:lnTo>
                <a:lnTo>
                  <a:pt x="1270296" y="68856"/>
                </a:lnTo>
                <a:lnTo>
                  <a:pt x="1270573" y="69102"/>
                </a:lnTo>
                <a:lnTo>
                  <a:pt x="1270856" y="69344"/>
                </a:lnTo>
                <a:lnTo>
                  <a:pt x="1271145" y="69583"/>
                </a:lnTo>
                <a:lnTo>
                  <a:pt x="1271440" y="69818"/>
                </a:lnTo>
                <a:lnTo>
                  <a:pt x="1271741" y="70050"/>
                </a:lnTo>
                <a:lnTo>
                  <a:pt x="1272048" y="70279"/>
                </a:lnTo>
                <a:lnTo>
                  <a:pt x="1272361" y="70505"/>
                </a:lnTo>
                <a:lnTo>
                  <a:pt x="1272679" y="70728"/>
                </a:lnTo>
                <a:lnTo>
                  <a:pt x="1273003" y="70948"/>
                </a:lnTo>
                <a:lnTo>
                  <a:pt x="1273333" y="71165"/>
                </a:lnTo>
                <a:lnTo>
                  <a:pt x="1273668" y="71379"/>
                </a:lnTo>
                <a:lnTo>
                  <a:pt x="1274009" y="71591"/>
                </a:lnTo>
                <a:lnTo>
                  <a:pt x="1274356" y="71800"/>
                </a:lnTo>
                <a:lnTo>
                  <a:pt x="1274708" y="72006"/>
                </a:lnTo>
                <a:lnTo>
                  <a:pt x="1275066" y="72209"/>
                </a:lnTo>
                <a:lnTo>
                  <a:pt x="1275430" y="72410"/>
                </a:lnTo>
                <a:lnTo>
                  <a:pt x="1275799" y="72607"/>
                </a:lnTo>
                <a:lnTo>
                  <a:pt x="1276173" y="72802"/>
                </a:lnTo>
                <a:lnTo>
                  <a:pt x="1276554" y="72994"/>
                </a:lnTo>
                <a:lnTo>
                  <a:pt x="1276940" y="73183"/>
                </a:lnTo>
                <a:lnTo>
                  <a:pt x="1277331" y="73370"/>
                </a:lnTo>
                <a:lnTo>
                  <a:pt x="1277729" y="73553"/>
                </a:lnTo>
                <a:lnTo>
                  <a:pt x="1278131" y="73734"/>
                </a:lnTo>
                <a:lnTo>
                  <a:pt x="1278540" y="73912"/>
                </a:lnTo>
                <a:lnTo>
                  <a:pt x="1278954" y="74087"/>
                </a:lnTo>
                <a:lnTo>
                  <a:pt x="1279374" y="74259"/>
                </a:lnTo>
                <a:lnTo>
                  <a:pt x="1279799" y="74429"/>
                </a:lnTo>
                <a:lnTo>
                  <a:pt x="1280230" y="74595"/>
                </a:lnTo>
                <a:lnTo>
                  <a:pt x="1280667" y="74759"/>
                </a:lnTo>
                <a:lnTo>
                  <a:pt x="1281109" y="74920"/>
                </a:lnTo>
                <a:lnTo>
                  <a:pt x="1281556" y="75079"/>
                </a:lnTo>
                <a:lnTo>
                  <a:pt x="1282008" y="75236"/>
                </a:lnTo>
                <a:lnTo>
                  <a:pt x="1282464" y="75391"/>
                </a:lnTo>
                <a:lnTo>
                  <a:pt x="1282925" y="75544"/>
                </a:lnTo>
                <a:lnTo>
                  <a:pt x="1283390" y="75696"/>
                </a:lnTo>
                <a:lnTo>
                  <a:pt x="1283860" y="75845"/>
                </a:lnTo>
                <a:lnTo>
                  <a:pt x="1284334" y="75993"/>
                </a:lnTo>
                <a:lnTo>
                  <a:pt x="1284813" y="76140"/>
                </a:lnTo>
                <a:lnTo>
                  <a:pt x="1285296" y="76284"/>
                </a:lnTo>
                <a:lnTo>
                  <a:pt x="1285784" y="76427"/>
                </a:lnTo>
                <a:lnTo>
                  <a:pt x="1286276" y="76567"/>
                </a:lnTo>
                <a:lnTo>
                  <a:pt x="1286772" y="76706"/>
                </a:lnTo>
                <a:lnTo>
                  <a:pt x="1287273" y="76844"/>
                </a:lnTo>
                <a:lnTo>
                  <a:pt x="1287779" y="76979"/>
                </a:lnTo>
                <a:lnTo>
                  <a:pt x="1288289" y="77113"/>
                </a:lnTo>
                <a:lnTo>
                  <a:pt x="1288803" y="77245"/>
                </a:lnTo>
                <a:lnTo>
                  <a:pt x="1289322" y="77375"/>
                </a:lnTo>
                <a:lnTo>
                  <a:pt x="1289846" y="77503"/>
                </a:lnTo>
                <a:lnTo>
                  <a:pt x="1290374" y="77629"/>
                </a:lnTo>
                <a:lnTo>
                  <a:pt x="1290906" y="77754"/>
                </a:lnTo>
                <a:lnTo>
                  <a:pt x="1291443" y="77877"/>
                </a:lnTo>
                <a:lnTo>
                  <a:pt x="1291984" y="77998"/>
                </a:lnTo>
                <a:lnTo>
                  <a:pt x="1292530" y="78118"/>
                </a:lnTo>
                <a:lnTo>
                  <a:pt x="1293080" y="78235"/>
                </a:lnTo>
                <a:lnTo>
                  <a:pt x="1293730" y="78365"/>
                </a:lnTo>
                <a:lnTo>
                  <a:pt x="1294366" y="78497"/>
                </a:lnTo>
                <a:lnTo>
                  <a:pt x="1294989" y="78630"/>
                </a:lnTo>
                <a:lnTo>
                  <a:pt x="1295598" y="78766"/>
                </a:lnTo>
                <a:lnTo>
                  <a:pt x="1296193" y="78904"/>
                </a:lnTo>
                <a:lnTo>
                  <a:pt x="1296775" y="79043"/>
                </a:lnTo>
                <a:lnTo>
                  <a:pt x="1297343" y="79184"/>
                </a:lnTo>
                <a:lnTo>
                  <a:pt x="1297897" y="79328"/>
                </a:lnTo>
                <a:lnTo>
                  <a:pt x="1298438" y="79473"/>
                </a:lnTo>
                <a:lnTo>
                  <a:pt x="1298965" y="79620"/>
                </a:lnTo>
                <a:lnTo>
                  <a:pt x="1299478" y="79769"/>
                </a:lnTo>
                <a:lnTo>
                  <a:pt x="1299977" y="79920"/>
                </a:lnTo>
                <a:lnTo>
                  <a:pt x="1300463" y="80073"/>
                </a:lnTo>
                <a:lnTo>
                  <a:pt x="1300935" y="80228"/>
                </a:lnTo>
                <a:lnTo>
                  <a:pt x="1301394" y="80385"/>
                </a:lnTo>
                <a:lnTo>
                  <a:pt x="1301838" y="80543"/>
                </a:lnTo>
                <a:lnTo>
                  <a:pt x="1302269" y="80704"/>
                </a:lnTo>
                <a:lnTo>
                  <a:pt x="1302687" y="80866"/>
                </a:lnTo>
                <a:lnTo>
                  <a:pt x="1303091" y="81031"/>
                </a:lnTo>
                <a:lnTo>
                  <a:pt x="1303481" y="81197"/>
                </a:lnTo>
                <a:lnTo>
                  <a:pt x="1303857" y="81365"/>
                </a:lnTo>
                <a:lnTo>
                  <a:pt x="1304220" y="81536"/>
                </a:lnTo>
                <a:lnTo>
                  <a:pt x="1304568" y="81708"/>
                </a:lnTo>
                <a:lnTo>
                  <a:pt x="1304904" y="81882"/>
                </a:lnTo>
                <a:lnTo>
                  <a:pt x="1305228" y="82057"/>
                </a:lnTo>
                <a:lnTo>
                  <a:pt x="1305542" y="82235"/>
                </a:lnTo>
                <a:lnTo>
                  <a:pt x="1305848" y="82413"/>
                </a:lnTo>
                <a:lnTo>
                  <a:pt x="1306144" y="82594"/>
                </a:lnTo>
                <a:lnTo>
                  <a:pt x="1306431" y="82776"/>
                </a:lnTo>
                <a:lnTo>
                  <a:pt x="1306709" y="82959"/>
                </a:lnTo>
                <a:lnTo>
                  <a:pt x="1306977" y="83144"/>
                </a:lnTo>
                <a:lnTo>
                  <a:pt x="1307237" y="83330"/>
                </a:lnTo>
                <a:lnTo>
                  <a:pt x="1307487" y="83518"/>
                </a:lnTo>
                <a:lnTo>
                  <a:pt x="1307728" y="83708"/>
                </a:lnTo>
                <a:lnTo>
                  <a:pt x="1307959" y="83899"/>
                </a:lnTo>
                <a:lnTo>
                  <a:pt x="1308182" y="84092"/>
                </a:lnTo>
                <a:lnTo>
                  <a:pt x="1308395" y="84286"/>
                </a:lnTo>
                <a:lnTo>
                  <a:pt x="1308599" y="84481"/>
                </a:lnTo>
                <a:lnTo>
                  <a:pt x="1308794" y="84679"/>
                </a:lnTo>
                <a:lnTo>
                  <a:pt x="1308980" y="84877"/>
                </a:lnTo>
                <a:lnTo>
                  <a:pt x="1309157" y="85078"/>
                </a:lnTo>
                <a:lnTo>
                  <a:pt x="1309324" y="85280"/>
                </a:lnTo>
                <a:lnTo>
                  <a:pt x="1309482" y="85483"/>
                </a:lnTo>
                <a:lnTo>
                  <a:pt x="1309631" y="85688"/>
                </a:lnTo>
                <a:lnTo>
                  <a:pt x="1309770" y="85894"/>
                </a:lnTo>
                <a:lnTo>
                  <a:pt x="1309901" y="86102"/>
                </a:lnTo>
                <a:lnTo>
                  <a:pt x="1310022" y="86312"/>
                </a:lnTo>
                <a:lnTo>
                  <a:pt x="1310134" y="86523"/>
                </a:lnTo>
                <a:lnTo>
                  <a:pt x="1310239" y="86735"/>
                </a:lnTo>
                <a:lnTo>
                  <a:pt x="1310340" y="86949"/>
                </a:lnTo>
                <a:lnTo>
                  <a:pt x="1310436" y="87164"/>
                </a:lnTo>
                <a:lnTo>
                  <a:pt x="1310528" y="87381"/>
                </a:lnTo>
                <a:lnTo>
                  <a:pt x="1310615" y="87599"/>
                </a:lnTo>
                <a:lnTo>
                  <a:pt x="1310698" y="87819"/>
                </a:lnTo>
                <a:lnTo>
                  <a:pt x="1310777" y="88040"/>
                </a:lnTo>
                <a:lnTo>
                  <a:pt x="1310850" y="88262"/>
                </a:lnTo>
                <a:lnTo>
                  <a:pt x="1310920" y="88486"/>
                </a:lnTo>
                <a:lnTo>
                  <a:pt x="1310985" y="88711"/>
                </a:lnTo>
                <a:lnTo>
                  <a:pt x="1311045" y="88938"/>
                </a:lnTo>
                <a:lnTo>
                  <a:pt x="1311101" y="89165"/>
                </a:lnTo>
                <a:lnTo>
                  <a:pt x="1311153" y="89395"/>
                </a:lnTo>
                <a:lnTo>
                  <a:pt x="1311200" y="89626"/>
                </a:lnTo>
                <a:lnTo>
                  <a:pt x="1311242" y="89858"/>
                </a:lnTo>
                <a:lnTo>
                  <a:pt x="1311280" y="90091"/>
                </a:lnTo>
                <a:lnTo>
                  <a:pt x="1311314" y="90326"/>
                </a:lnTo>
                <a:lnTo>
                  <a:pt x="1311343" y="90563"/>
                </a:lnTo>
                <a:lnTo>
                  <a:pt x="1311367" y="90801"/>
                </a:lnTo>
                <a:lnTo>
                  <a:pt x="1311388" y="91040"/>
                </a:lnTo>
                <a:lnTo>
                  <a:pt x="1311403" y="91281"/>
                </a:lnTo>
                <a:lnTo>
                  <a:pt x="1311414" y="91523"/>
                </a:lnTo>
                <a:lnTo>
                  <a:pt x="1311421" y="91766"/>
                </a:lnTo>
                <a:lnTo>
                  <a:pt x="1311423" y="92011"/>
                </a:lnTo>
                <a:lnTo>
                  <a:pt x="1311420" y="92286"/>
                </a:lnTo>
                <a:lnTo>
                  <a:pt x="1311410" y="92558"/>
                </a:lnTo>
                <a:lnTo>
                  <a:pt x="1311392" y="92828"/>
                </a:lnTo>
                <a:lnTo>
                  <a:pt x="1311368" y="93095"/>
                </a:lnTo>
                <a:lnTo>
                  <a:pt x="1311337" y="93360"/>
                </a:lnTo>
                <a:lnTo>
                  <a:pt x="1311299" y="93622"/>
                </a:lnTo>
                <a:close/>
                <a:moveTo>
                  <a:pt x="1105589" y="113154"/>
                </a:moveTo>
                <a:lnTo>
                  <a:pt x="1119291" y="113154"/>
                </a:lnTo>
                <a:lnTo>
                  <a:pt x="1119291" y="33445"/>
                </a:lnTo>
                <a:lnTo>
                  <a:pt x="1105589" y="33445"/>
                </a:lnTo>
                <a:lnTo>
                  <a:pt x="1105589" y="113154"/>
                </a:lnTo>
                <a:close/>
                <a:moveTo>
                  <a:pt x="1229455" y="113154"/>
                </a:moveTo>
                <a:lnTo>
                  <a:pt x="1243157" y="113154"/>
                </a:lnTo>
                <a:lnTo>
                  <a:pt x="1243157" y="33445"/>
                </a:lnTo>
                <a:lnTo>
                  <a:pt x="1229455" y="33445"/>
                </a:lnTo>
                <a:lnTo>
                  <a:pt x="1229455" y="113154"/>
                </a:lnTo>
                <a:close/>
                <a:moveTo>
                  <a:pt x="1342483" y="108153"/>
                </a:moveTo>
                <a:lnTo>
                  <a:pt x="1342532" y="108412"/>
                </a:lnTo>
                <a:lnTo>
                  <a:pt x="1342588" y="108668"/>
                </a:lnTo>
                <a:lnTo>
                  <a:pt x="1342652" y="108920"/>
                </a:lnTo>
                <a:lnTo>
                  <a:pt x="1342724" y="109168"/>
                </a:lnTo>
                <a:lnTo>
                  <a:pt x="1342803" y="109413"/>
                </a:lnTo>
                <a:lnTo>
                  <a:pt x="1342890" y="109654"/>
                </a:lnTo>
                <a:lnTo>
                  <a:pt x="1342984" y="109892"/>
                </a:lnTo>
                <a:lnTo>
                  <a:pt x="1343086" y="110126"/>
                </a:lnTo>
                <a:lnTo>
                  <a:pt x="1343196" y="110356"/>
                </a:lnTo>
                <a:lnTo>
                  <a:pt x="1343313" y="110583"/>
                </a:lnTo>
                <a:lnTo>
                  <a:pt x="1343437" y="110807"/>
                </a:lnTo>
                <a:lnTo>
                  <a:pt x="1343569" y="111026"/>
                </a:lnTo>
                <a:lnTo>
                  <a:pt x="1343709" y="111243"/>
                </a:lnTo>
                <a:lnTo>
                  <a:pt x="1343856" y="111455"/>
                </a:lnTo>
                <a:lnTo>
                  <a:pt x="1344011" y="111664"/>
                </a:lnTo>
                <a:lnTo>
                  <a:pt x="1344173" y="111869"/>
                </a:lnTo>
                <a:lnTo>
                  <a:pt x="1344343" y="112071"/>
                </a:lnTo>
                <a:lnTo>
                  <a:pt x="1344520" y="112270"/>
                </a:lnTo>
                <a:lnTo>
                  <a:pt x="1344704" y="112462"/>
                </a:lnTo>
                <a:lnTo>
                  <a:pt x="1344896" y="112646"/>
                </a:lnTo>
                <a:lnTo>
                  <a:pt x="1345094" y="112822"/>
                </a:lnTo>
                <a:lnTo>
                  <a:pt x="1345299" y="112990"/>
                </a:lnTo>
                <a:lnTo>
                  <a:pt x="1345510" y="113149"/>
                </a:lnTo>
                <a:lnTo>
                  <a:pt x="1345729" y="113301"/>
                </a:lnTo>
                <a:lnTo>
                  <a:pt x="1345954" y="113444"/>
                </a:lnTo>
                <a:lnTo>
                  <a:pt x="1346186" y="113579"/>
                </a:lnTo>
                <a:lnTo>
                  <a:pt x="1346424" y="113706"/>
                </a:lnTo>
                <a:lnTo>
                  <a:pt x="1346670" y="113825"/>
                </a:lnTo>
                <a:lnTo>
                  <a:pt x="1346922" y="113935"/>
                </a:lnTo>
                <a:lnTo>
                  <a:pt x="1347181" y="114038"/>
                </a:lnTo>
                <a:lnTo>
                  <a:pt x="1347447" y="114132"/>
                </a:lnTo>
                <a:lnTo>
                  <a:pt x="1347720" y="114218"/>
                </a:lnTo>
                <a:lnTo>
                  <a:pt x="1347999" y="114295"/>
                </a:lnTo>
                <a:lnTo>
                  <a:pt x="1348285" y="114365"/>
                </a:lnTo>
                <a:lnTo>
                  <a:pt x="1348578" y="114426"/>
                </a:lnTo>
                <a:lnTo>
                  <a:pt x="1348878" y="114480"/>
                </a:lnTo>
                <a:lnTo>
                  <a:pt x="1349184" y="114525"/>
                </a:lnTo>
                <a:lnTo>
                  <a:pt x="1349498" y="114561"/>
                </a:lnTo>
                <a:lnTo>
                  <a:pt x="1349818" y="114590"/>
                </a:lnTo>
                <a:lnTo>
                  <a:pt x="1350145" y="114611"/>
                </a:lnTo>
                <a:lnTo>
                  <a:pt x="1350478" y="114623"/>
                </a:lnTo>
                <a:lnTo>
                  <a:pt x="1350819" y="114627"/>
                </a:lnTo>
                <a:lnTo>
                  <a:pt x="1351159" y="114623"/>
                </a:lnTo>
                <a:lnTo>
                  <a:pt x="1351493" y="114611"/>
                </a:lnTo>
                <a:lnTo>
                  <a:pt x="1351819" y="114590"/>
                </a:lnTo>
                <a:lnTo>
                  <a:pt x="1352139" y="114561"/>
                </a:lnTo>
                <a:lnTo>
                  <a:pt x="1352453" y="114525"/>
                </a:lnTo>
                <a:lnTo>
                  <a:pt x="1352759" y="114480"/>
                </a:lnTo>
                <a:lnTo>
                  <a:pt x="1353059" y="114426"/>
                </a:lnTo>
                <a:lnTo>
                  <a:pt x="1353352" y="114365"/>
                </a:lnTo>
                <a:lnTo>
                  <a:pt x="1353638" y="114295"/>
                </a:lnTo>
                <a:lnTo>
                  <a:pt x="1353917" y="114218"/>
                </a:lnTo>
                <a:lnTo>
                  <a:pt x="1354190" y="114132"/>
                </a:lnTo>
                <a:lnTo>
                  <a:pt x="1354456" y="114038"/>
                </a:lnTo>
                <a:lnTo>
                  <a:pt x="1354715" y="113935"/>
                </a:lnTo>
                <a:lnTo>
                  <a:pt x="1354967" y="113825"/>
                </a:lnTo>
                <a:lnTo>
                  <a:pt x="1355213" y="113706"/>
                </a:lnTo>
                <a:lnTo>
                  <a:pt x="1355451" y="113579"/>
                </a:lnTo>
                <a:lnTo>
                  <a:pt x="1355683" y="113444"/>
                </a:lnTo>
                <a:lnTo>
                  <a:pt x="1355909" y="113301"/>
                </a:lnTo>
                <a:lnTo>
                  <a:pt x="1356127" y="113149"/>
                </a:lnTo>
                <a:lnTo>
                  <a:pt x="1356339" y="112990"/>
                </a:lnTo>
                <a:lnTo>
                  <a:pt x="1356543" y="112822"/>
                </a:lnTo>
                <a:lnTo>
                  <a:pt x="1356741" y="112646"/>
                </a:lnTo>
                <a:lnTo>
                  <a:pt x="1356933" y="112462"/>
                </a:lnTo>
                <a:lnTo>
                  <a:pt x="1357117" y="112270"/>
                </a:lnTo>
                <a:lnTo>
                  <a:pt x="1357294" y="112071"/>
                </a:lnTo>
                <a:lnTo>
                  <a:pt x="1357464" y="111869"/>
                </a:lnTo>
                <a:lnTo>
                  <a:pt x="1357626" y="111664"/>
                </a:lnTo>
                <a:lnTo>
                  <a:pt x="1357781" y="111455"/>
                </a:lnTo>
                <a:lnTo>
                  <a:pt x="1357928" y="111243"/>
                </a:lnTo>
                <a:lnTo>
                  <a:pt x="1358068" y="111026"/>
                </a:lnTo>
                <a:lnTo>
                  <a:pt x="1358200" y="110807"/>
                </a:lnTo>
                <a:lnTo>
                  <a:pt x="1358324" y="110583"/>
                </a:lnTo>
                <a:lnTo>
                  <a:pt x="1358441" y="110356"/>
                </a:lnTo>
                <a:lnTo>
                  <a:pt x="1358551" y="110126"/>
                </a:lnTo>
                <a:lnTo>
                  <a:pt x="1358653" y="109892"/>
                </a:lnTo>
                <a:lnTo>
                  <a:pt x="1358747" y="109654"/>
                </a:lnTo>
                <a:lnTo>
                  <a:pt x="1358834" y="109413"/>
                </a:lnTo>
                <a:lnTo>
                  <a:pt x="1358913" y="109168"/>
                </a:lnTo>
                <a:lnTo>
                  <a:pt x="1358985" y="108920"/>
                </a:lnTo>
                <a:lnTo>
                  <a:pt x="1359049" y="108668"/>
                </a:lnTo>
                <a:lnTo>
                  <a:pt x="1359105" y="108412"/>
                </a:lnTo>
                <a:lnTo>
                  <a:pt x="1359155" y="108153"/>
                </a:lnTo>
                <a:lnTo>
                  <a:pt x="1359196" y="107891"/>
                </a:lnTo>
                <a:lnTo>
                  <a:pt x="1359230" y="107624"/>
                </a:lnTo>
                <a:lnTo>
                  <a:pt x="1359256" y="107355"/>
                </a:lnTo>
                <a:lnTo>
                  <a:pt x="1359275" y="107081"/>
                </a:lnTo>
                <a:lnTo>
                  <a:pt x="1359287" y="106804"/>
                </a:lnTo>
                <a:lnTo>
                  <a:pt x="1359290" y="106523"/>
                </a:lnTo>
                <a:lnTo>
                  <a:pt x="1359287" y="106237"/>
                </a:lnTo>
                <a:lnTo>
                  <a:pt x="1359275" y="105954"/>
                </a:lnTo>
                <a:lnTo>
                  <a:pt x="1359256" y="105675"/>
                </a:lnTo>
                <a:lnTo>
                  <a:pt x="1359230" y="105399"/>
                </a:lnTo>
                <a:lnTo>
                  <a:pt x="1359196" y="105127"/>
                </a:lnTo>
                <a:lnTo>
                  <a:pt x="1359155" y="104859"/>
                </a:lnTo>
                <a:lnTo>
                  <a:pt x="1359105" y="104595"/>
                </a:lnTo>
                <a:lnTo>
                  <a:pt x="1359049" y="104334"/>
                </a:lnTo>
                <a:lnTo>
                  <a:pt x="1358985" y="104077"/>
                </a:lnTo>
                <a:lnTo>
                  <a:pt x="1358913" y="103824"/>
                </a:lnTo>
                <a:lnTo>
                  <a:pt x="1358834" y="103574"/>
                </a:lnTo>
                <a:lnTo>
                  <a:pt x="1358747" y="103328"/>
                </a:lnTo>
                <a:lnTo>
                  <a:pt x="1358653" y="103086"/>
                </a:lnTo>
                <a:lnTo>
                  <a:pt x="1358551" y="102847"/>
                </a:lnTo>
                <a:lnTo>
                  <a:pt x="1358441" y="102613"/>
                </a:lnTo>
                <a:lnTo>
                  <a:pt x="1358324" y="102382"/>
                </a:lnTo>
                <a:lnTo>
                  <a:pt x="1358200" y="102154"/>
                </a:lnTo>
                <a:lnTo>
                  <a:pt x="1358068" y="101931"/>
                </a:lnTo>
                <a:lnTo>
                  <a:pt x="1357928" y="101711"/>
                </a:lnTo>
                <a:lnTo>
                  <a:pt x="1357781" y="101495"/>
                </a:lnTo>
                <a:lnTo>
                  <a:pt x="1357626" y="101282"/>
                </a:lnTo>
                <a:lnTo>
                  <a:pt x="1357464" y="101073"/>
                </a:lnTo>
                <a:lnTo>
                  <a:pt x="1357294" y="100868"/>
                </a:lnTo>
                <a:lnTo>
                  <a:pt x="1357117" y="100667"/>
                </a:lnTo>
                <a:lnTo>
                  <a:pt x="1356933" y="100471"/>
                </a:lnTo>
                <a:lnTo>
                  <a:pt x="1356741" y="100284"/>
                </a:lnTo>
                <a:lnTo>
                  <a:pt x="1356543" y="100106"/>
                </a:lnTo>
                <a:lnTo>
                  <a:pt x="1356339" y="99935"/>
                </a:lnTo>
                <a:lnTo>
                  <a:pt x="1356127" y="99773"/>
                </a:lnTo>
                <a:lnTo>
                  <a:pt x="1355909" y="99619"/>
                </a:lnTo>
                <a:lnTo>
                  <a:pt x="1355683" y="99474"/>
                </a:lnTo>
                <a:lnTo>
                  <a:pt x="1355451" y="99337"/>
                </a:lnTo>
                <a:lnTo>
                  <a:pt x="1355213" y="99208"/>
                </a:lnTo>
                <a:lnTo>
                  <a:pt x="1354967" y="99087"/>
                </a:lnTo>
                <a:lnTo>
                  <a:pt x="1354715" y="98975"/>
                </a:lnTo>
                <a:lnTo>
                  <a:pt x="1354456" y="98871"/>
                </a:lnTo>
                <a:lnTo>
                  <a:pt x="1354190" y="98776"/>
                </a:lnTo>
                <a:lnTo>
                  <a:pt x="1353917" y="98688"/>
                </a:lnTo>
                <a:lnTo>
                  <a:pt x="1353638" y="98609"/>
                </a:lnTo>
                <a:lnTo>
                  <a:pt x="1353352" y="98539"/>
                </a:lnTo>
                <a:lnTo>
                  <a:pt x="1353059" y="98476"/>
                </a:lnTo>
                <a:lnTo>
                  <a:pt x="1352759" y="98422"/>
                </a:lnTo>
                <a:lnTo>
                  <a:pt x="1352453" y="98377"/>
                </a:lnTo>
                <a:lnTo>
                  <a:pt x="1352139" y="98339"/>
                </a:lnTo>
                <a:lnTo>
                  <a:pt x="1351819" y="98310"/>
                </a:lnTo>
                <a:lnTo>
                  <a:pt x="1351493" y="98289"/>
                </a:lnTo>
                <a:lnTo>
                  <a:pt x="1351159" y="98277"/>
                </a:lnTo>
                <a:lnTo>
                  <a:pt x="1350819" y="98273"/>
                </a:lnTo>
                <a:lnTo>
                  <a:pt x="1350478" y="98277"/>
                </a:lnTo>
                <a:lnTo>
                  <a:pt x="1350145" y="98289"/>
                </a:lnTo>
                <a:lnTo>
                  <a:pt x="1349818" y="98310"/>
                </a:lnTo>
                <a:lnTo>
                  <a:pt x="1349498" y="98339"/>
                </a:lnTo>
                <a:lnTo>
                  <a:pt x="1349184" y="98377"/>
                </a:lnTo>
                <a:lnTo>
                  <a:pt x="1348878" y="98422"/>
                </a:lnTo>
                <a:lnTo>
                  <a:pt x="1348578" y="98476"/>
                </a:lnTo>
                <a:lnTo>
                  <a:pt x="1348285" y="98539"/>
                </a:lnTo>
                <a:lnTo>
                  <a:pt x="1347999" y="98609"/>
                </a:lnTo>
                <a:lnTo>
                  <a:pt x="1347720" y="98688"/>
                </a:lnTo>
                <a:lnTo>
                  <a:pt x="1347447" y="98776"/>
                </a:lnTo>
                <a:lnTo>
                  <a:pt x="1347181" y="98871"/>
                </a:lnTo>
                <a:lnTo>
                  <a:pt x="1346922" y="98975"/>
                </a:lnTo>
                <a:lnTo>
                  <a:pt x="1346670" y="99087"/>
                </a:lnTo>
                <a:lnTo>
                  <a:pt x="1346424" y="99208"/>
                </a:lnTo>
                <a:lnTo>
                  <a:pt x="1346186" y="99337"/>
                </a:lnTo>
                <a:lnTo>
                  <a:pt x="1345954" y="99474"/>
                </a:lnTo>
                <a:lnTo>
                  <a:pt x="1345729" y="99619"/>
                </a:lnTo>
                <a:lnTo>
                  <a:pt x="1345510" y="99773"/>
                </a:lnTo>
                <a:lnTo>
                  <a:pt x="1345299" y="99935"/>
                </a:lnTo>
                <a:lnTo>
                  <a:pt x="1345094" y="100106"/>
                </a:lnTo>
                <a:lnTo>
                  <a:pt x="1344896" y="100284"/>
                </a:lnTo>
                <a:lnTo>
                  <a:pt x="1344704" y="100471"/>
                </a:lnTo>
                <a:lnTo>
                  <a:pt x="1344520" y="100667"/>
                </a:lnTo>
                <a:lnTo>
                  <a:pt x="1344343" y="100868"/>
                </a:lnTo>
                <a:lnTo>
                  <a:pt x="1344173" y="101073"/>
                </a:lnTo>
                <a:lnTo>
                  <a:pt x="1344011" y="101282"/>
                </a:lnTo>
                <a:lnTo>
                  <a:pt x="1343856" y="101495"/>
                </a:lnTo>
                <a:lnTo>
                  <a:pt x="1343709" y="101711"/>
                </a:lnTo>
                <a:lnTo>
                  <a:pt x="1343569" y="101931"/>
                </a:lnTo>
                <a:lnTo>
                  <a:pt x="1343437" y="102154"/>
                </a:lnTo>
                <a:lnTo>
                  <a:pt x="1343313" y="102382"/>
                </a:lnTo>
                <a:lnTo>
                  <a:pt x="1343196" y="102613"/>
                </a:lnTo>
                <a:lnTo>
                  <a:pt x="1343086" y="102847"/>
                </a:lnTo>
                <a:lnTo>
                  <a:pt x="1342984" y="103086"/>
                </a:lnTo>
                <a:lnTo>
                  <a:pt x="1342890" y="103328"/>
                </a:lnTo>
                <a:lnTo>
                  <a:pt x="1342803" y="103574"/>
                </a:lnTo>
                <a:lnTo>
                  <a:pt x="1342724" y="103824"/>
                </a:lnTo>
                <a:lnTo>
                  <a:pt x="1342652" y="104077"/>
                </a:lnTo>
                <a:lnTo>
                  <a:pt x="1342588" y="104334"/>
                </a:lnTo>
                <a:lnTo>
                  <a:pt x="1342532" y="104595"/>
                </a:lnTo>
                <a:lnTo>
                  <a:pt x="1342483" y="104859"/>
                </a:lnTo>
                <a:lnTo>
                  <a:pt x="1342441" y="105127"/>
                </a:lnTo>
                <a:lnTo>
                  <a:pt x="1342407" y="105399"/>
                </a:lnTo>
                <a:lnTo>
                  <a:pt x="1342381" y="105675"/>
                </a:lnTo>
                <a:lnTo>
                  <a:pt x="1342362" y="105954"/>
                </a:lnTo>
                <a:lnTo>
                  <a:pt x="1342351" y="106237"/>
                </a:lnTo>
                <a:lnTo>
                  <a:pt x="1342347" y="106523"/>
                </a:lnTo>
                <a:lnTo>
                  <a:pt x="1342351" y="106804"/>
                </a:lnTo>
                <a:lnTo>
                  <a:pt x="1342362" y="107081"/>
                </a:lnTo>
                <a:lnTo>
                  <a:pt x="1342381" y="107355"/>
                </a:lnTo>
                <a:lnTo>
                  <a:pt x="1342407" y="107624"/>
                </a:lnTo>
                <a:lnTo>
                  <a:pt x="1342441" y="107891"/>
                </a:lnTo>
                <a:lnTo>
                  <a:pt x="1342483" y="108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deffunction(y,x):">
            <a:extLst xmlns:a="http://schemas.openxmlformats.org/drawingml/2006/main">
              <a:ext uri="{FF2B5EF4-FFF2-40B4-BE49-F238E27FC236}">
                <a16:creationId xmlns:a16="http://schemas.microsoft.com/office/drawing/2014/main" id="{F485BB90-7DAE-4414-ADB9-0CAA6A92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970" y="6440876"/>
            <a:ext cx="1528801" cy="140839"/>
          </a:xfrm>
          <a:custGeom xmlns:a="http://schemas.openxmlformats.org/drawingml/2006/main">
            <a:pathLst>
              <a:path w="1528801" h="140839">
                <a:moveTo>
                  <a:pt x="0" y="72462"/>
                </a:moveTo>
                <a:lnTo>
                  <a:pt x="0" y="73869"/>
                </a:lnTo>
                <a:cubicBezTo>
                  <a:pt x="0" y="78557"/>
                  <a:pt x="603" y="83111"/>
                  <a:pt x="1808" y="87531"/>
                </a:cubicBezTo>
                <a:cubicBezTo>
                  <a:pt x="3014" y="91951"/>
                  <a:pt x="4777" y="95857"/>
                  <a:pt x="7099" y="99250"/>
                </a:cubicBezTo>
                <a:cubicBezTo>
                  <a:pt x="9510" y="102688"/>
                  <a:pt x="12512" y="105456"/>
                  <a:pt x="16106" y="107555"/>
                </a:cubicBezTo>
                <a:cubicBezTo>
                  <a:pt x="19701" y="109653"/>
                  <a:pt x="23886" y="110702"/>
                  <a:pt x="28663" y="110702"/>
                </a:cubicBezTo>
                <a:cubicBezTo>
                  <a:pt x="33083" y="110702"/>
                  <a:pt x="37213" y="109798"/>
                  <a:pt x="41053" y="107990"/>
                </a:cubicBezTo>
                <a:cubicBezTo>
                  <a:pt x="44893" y="106182"/>
                  <a:pt x="48063" y="103559"/>
                  <a:pt x="50563" y="100121"/>
                </a:cubicBezTo>
                <a:lnTo>
                  <a:pt x="50831" y="109363"/>
                </a:lnTo>
                <a:lnTo>
                  <a:pt x="58331" y="109363"/>
                </a:lnTo>
                <a:lnTo>
                  <a:pt x="58331" y="6496"/>
                </a:lnTo>
                <a:lnTo>
                  <a:pt x="50295" y="6496"/>
                </a:lnTo>
                <a:lnTo>
                  <a:pt x="50295" y="46679"/>
                </a:lnTo>
                <a:cubicBezTo>
                  <a:pt x="47929" y="43196"/>
                  <a:pt x="44893" y="40473"/>
                  <a:pt x="41187" y="38508"/>
                </a:cubicBezTo>
                <a:cubicBezTo>
                  <a:pt x="37481" y="36544"/>
                  <a:pt x="33351" y="35561"/>
                  <a:pt x="28797" y="35561"/>
                </a:cubicBezTo>
                <a:cubicBezTo>
                  <a:pt x="23842" y="35561"/>
                  <a:pt x="19555" y="36599"/>
                  <a:pt x="15939" y="38676"/>
                </a:cubicBezTo>
                <a:cubicBezTo>
                  <a:pt x="12323" y="40752"/>
                  <a:pt x="9331" y="43553"/>
                  <a:pt x="6965" y="47080"/>
                </a:cubicBezTo>
                <a:cubicBezTo>
                  <a:pt x="4688" y="50384"/>
                  <a:pt x="2958" y="54246"/>
                  <a:pt x="1775" y="58666"/>
                </a:cubicBezTo>
                <a:cubicBezTo>
                  <a:pt x="592" y="63086"/>
                  <a:pt x="0" y="67685"/>
                  <a:pt x="0" y="72462"/>
                </a:cubicBezTo>
                <a:moveTo>
                  <a:pt x="8036" y="73869"/>
                </a:moveTo>
                <a:lnTo>
                  <a:pt x="8036" y="72462"/>
                </a:lnTo>
                <a:cubicBezTo>
                  <a:pt x="8036" y="68890"/>
                  <a:pt x="8427" y="65341"/>
                  <a:pt x="9208" y="61814"/>
                </a:cubicBezTo>
                <a:cubicBezTo>
                  <a:pt x="9990" y="58287"/>
                  <a:pt x="11251" y="55094"/>
                  <a:pt x="12992" y="52237"/>
                </a:cubicBezTo>
                <a:cubicBezTo>
                  <a:pt x="14734" y="49380"/>
                  <a:pt x="17011" y="47058"/>
                  <a:pt x="19823" y="45272"/>
                </a:cubicBezTo>
                <a:cubicBezTo>
                  <a:pt x="22636" y="43486"/>
                  <a:pt x="26141" y="42593"/>
                  <a:pt x="30338" y="42593"/>
                </a:cubicBezTo>
                <a:cubicBezTo>
                  <a:pt x="34981" y="42593"/>
                  <a:pt x="39055" y="43855"/>
                  <a:pt x="42560" y="46377"/>
                </a:cubicBezTo>
                <a:cubicBezTo>
                  <a:pt x="46065" y="48900"/>
                  <a:pt x="48643" y="52215"/>
                  <a:pt x="50295" y="56322"/>
                </a:cubicBezTo>
                <a:lnTo>
                  <a:pt x="50295" y="91013"/>
                </a:lnTo>
                <a:cubicBezTo>
                  <a:pt x="48554" y="94942"/>
                  <a:pt x="45875" y="98023"/>
                  <a:pt x="42258" y="100255"/>
                </a:cubicBezTo>
                <a:cubicBezTo>
                  <a:pt x="38642" y="102487"/>
                  <a:pt x="34624" y="103604"/>
                  <a:pt x="30204" y="103604"/>
                </a:cubicBezTo>
                <a:cubicBezTo>
                  <a:pt x="26052" y="103604"/>
                  <a:pt x="22580" y="102722"/>
                  <a:pt x="19790" y="100958"/>
                </a:cubicBezTo>
                <a:cubicBezTo>
                  <a:pt x="16999" y="99195"/>
                  <a:pt x="14734" y="96884"/>
                  <a:pt x="12992" y="94027"/>
                </a:cubicBezTo>
                <a:cubicBezTo>
                  <a:pt x="11296" y="91214"/>
                  <a:pt x="10046" y="88044"/>
                  <a:pt x="9242" y="84517"/>
                </a:cubicBezTo>
                <a:cubicBezTo>
                  <a:pt x="8438" y="80990"/>
                  <a:pt x="8036" y="77440"/>
                  <a:pt x="8036" y="73869"/>
                </a:cubicBezTo>
                <a:close/>
                <a:moveTo>
                  <a:pt x="115578" y="110702"/>
                </a:moveTo>
                <a:cubicBezTo>
                  <a:pt x="121605" y="110702"/>
                  <a:pt x="126896" y="109519"/>
                  <a:pt x="131450" y="107153"/>
                </a:cubicBezTo>
                <a:cubicBezTo>
                  <a:pt x="136004" y="104787"/>
                  <a:pt x="139665" y="101684"/>
                  <a:pt x="142433" y="97844"/>
                </a:cubicBezTo>
                <a:lnTo>
                  <a:pt x="137343" y="93960"/>
                </a:lnTo>
                <a:cubicBezTo>
                  <a:pt x="134754" y="97174"/>
                  <a:pt x="131651" y="99630"/>
                  <a:pt x="128034" y="101327"/>
                </a:cubicBezTo>
                <a:cubicBezTo>
                  <a:pt x="124418" y="103023"/>
                  <a:pt x="120377" y="103871"/>
                  <a:pt x="115913" y="103871"/>
                </a:cubicBezTo>
                <a:cubicBezTo>
                  <a:pt x="112028" y="103827"/>
                  <a:pt x="108501" y="103045"/>
                  <a:pt x="105331" y="101527"/>
                </a:cubicBezTo>
                <a:cubicBezTo>
                  <a:pt x="102161" y="100009"/>
                  <a:pt x="99438" y="97933"/>
                  <a:pt x="97161" y="95299"/>
                </a:cubicBezTo>
                <a:cubicBezTo>
                  <a:pt x="94929" y="92799"/>
                  <a:pt x="93176" y="89897"/>
                  <a:pt x="91904" y="86593"/>
                </a:cubicBezTo>
                <a:cubicBezTo>
                  <a:pt x="90631" y="83289"/>
                  <a:pt x="89906" y="79717"/>
                  <a:pt x="89727" y="75878"/>
                </a:cubicBezTo>
                <a:lnTo>
                  <a:pt x="89727" y="73668"/>
                </a:lnTo>
                <a:lnTo>
                  <a:pt x="143973" y="73668"/>
                </a:lnTo>
                <a:lnTo>
                  <a:pt x="143973" y="68779"/>
                </a:lnTo>
                <a:cubicBezTo>
                  <a:pt x="143973" y="64180"/>
                  <a:pt x="143315" y="59861"/>
                  <a:pt x="141998" y="55820"/>
                </a:cubicBezTo>
                <a:cubicBezTo>
                  <a:pt x="140681" y="51779"/>
                  <a:pt x="138772" y="48241"/>
                  <a:pt x="136272" y="45205"/>
                </a:cubicBezTo>
                <a:cubicBezTo>
                  <a:pt x="133727" y="42214"/>
                  <a:pt x="130590" y="39859"/>
                  <a:pt x="126862" y="38140"/>
                </a:cubicBezTo>
                <a:cubicBezTo>
                  <a:pt x="123134" y="36421"/>
                  <a:pt x="118882" y="35561"/>
                  <a:pt x="114104" y="35561"/>
                </a:cubicBezTo>
                <a:cubicBezTo>
                  <a:pt x="109550" y="35561"/>
                  <a:pt x="105320" y="36499"/>
                  <a:pt x="101414" y="38374"/>
                </a:cubicBezTo>
                <a:cubicBezTo>
                  <a:pt x="97507" y="40249"/>
                  <a:pt x="94103" y="42839"/>
                  <a:pt x="91201" y="46143"/>
                </a:cubicBezTo>
                <a:cubicBezTo>
                  <a:pt x="88254" y="49447"/>
                  <a:pt x="85943" y="53331"/>
                  <a:pt x="84269" y="57796"/>
                </a:cubicBezTo>
                <a:cubicBezTo>
                  <a:pt x="82595" y="62260"/>
                  <a:pt x="81758" y="67082"/>
                  <a:pt x="81758" y="72261"/>
                </a:cubicBezTo>
                <a:lnTo>
                  <a:pt x="81758" y="75141"/>
                </a:lnTo>
                <a:cubicBezTo>
                  <a:pt x="81758" y="80008"/>
                  <a:pt x="82584" y="84595"/>
                  <a:pt x="84236" y="88903"/>
                </a:cubicBezTo>
                <a:cubicBezTo>
                  <a:pt x="85888" y="93212"/>
                  <a:pt x="88209" y="96996"/>
                  <a:pt x="91201" y="100255"/>
                </a:cubicBezTo>
                <a:cubicBezTo>
                  <a:pt x="94147" y="103470"/>
                  <a:pt x="97697" y="106014"/>
                  <a:pt x="101849" y="107890"/>
                </a:cubicBezTo>
                <a:cubicBezTo>
                  <a:pt x="106001" y="109765"/>
                  <a:pt x="110577" y="110702"/>
                  <a:pt x="115578" y="110702"/>
                </a:cubicBezTo>
                <a:moveTo>
                  <a:pt x="114104" y="42459"/>
                </a:moveTo>
                <a:cubicBezTo>
                  <a:pt x="117542" y="42459"/>
                  <a:pt x="120601" y="43118"/>
                  <a:pt x="123279" y="44435"/>
                </a:cubicBezTo>
                <a:cubicBezTo>
                  <a:pt x="125958" y="45752"/>
                  <a:pt x="128235" y="47504"/>
                  <a:pt x="130110" y="49692"/>
                </a:cubicBezTo>
                <a:cubicBezTo>
                  <a:pt x="131941" y="51880"/>
                  <a:pt x="133381" y="54425"/>
                  <a:pt x="134430" y="57327"/>
                </a:cubicBezTo>
                <a:cubicBezTo>
                  <a:pt x="135479" y="60229"/>
                  <a:pt x="136004" y="63131"/>
                  <a:pt x="136004" y="66033"/>
                </a:cubicBezTo>
                <a:lnTo>
                  <a:pt x="136004" y="66770"/>
                </a:lnTo>
                <a:lnTo>
                  <a:pt x="90129" y="66770"/>
                </a:lnTo>
                <a:cubicBezTo>
                  <a:pt x="90575" y="63287"/>
                  <a:pt x="91468" y="60061"/>
                  <a:pt x="92808" y="57092"/>
                </a:cubicBezTo>
                <a:cubicBezTo>
                  <a:pt x="94147" y="54123"/>
                  <a:pt x="95866" y="51545"/>
                  <a:pt x="97965" y="49357"/>
                </a:cubicBezTo>
                <a:cubicBezTo>
                  <a:pt x="100018" y="47214"/>
                  <a:pt x="102407" y="45529"/>
                  <a:pt x="105130" y="44301"/>
                </a:cubicBezTo>
                <a:cubicBezTo>
                  <a:pt x="107854" y="43073"/>
                  <a:pt x="110845" y="42459"/>
                  <a:pt x="114104" y="42459"/>
                </a:cubicBezTo>
                <a:close/>
                <a:moveTo>
                  <a:pt x="186366" y="109363"/>
                </a:moveTo>
                <a:lnTo>
                  <a:pt x="194737" y="109363"/>
                </a:lnTo>
                <a:lnTo>
                  <a:pt x="194603" y="43531"/>
                </a:lnTo>
                <a:lnTo>
                  <a:pt x="223467" y="43531"/>
                </a:lnTo>
                <a:lnTo>
                  <a:pt x="223467" y="36901"/>
                </a:lnTo>
                <a:lnTo>
                  <a:pt x="194603" y="36901"/>
                </a:lnTo>
                <a:lnTo>
                  <a:pt x="194603" y="31141"/>
                </a:lnTo>
                <a:cubicBezTo>
                  <a:pt x="194603" y="27570"/>
                  <a:pt x="195150" y="24467"/>
                  <a:pt x="196244" y="21832"/>
                </a:cubicBezTo>
                <a:cubicBezTo>
                  <a:pt x="197338" y="19198"/>
                  <a:pt x="198822" y="17100"/>
                  <a:pt x="200697" y="15537"/>
                </a:cubicBezTo>
                <a:cubicBezTo>
                  <a:pt x="202573" y="14064"/>
                  <a:pt x="204749" y="13003"/>
                  <a:pt x="207227" y="12356"/>
                </a:cubicBezTo>
                <a:cubicBezTo>
                  <a:pt x="209705" y="11709"/>
                  <a:pt x="212529" y="11385"/>
                  <a:pt x="215699" y="11385"/>
                </a:cubicBezTo>
                <a:cubicBezTo>
                  <a:pt x="218065" y="11385"/>
                  <a:pt x="220342" y="11541"/>
                  <a:pt x="222530" y="11854"/>
                </a:cubicBezTo>
                <a:cubicBezTo>
                  <a:pt x="224718" y="12166"/>
                  <a:pt x="226771" y="12568"/>
                  <a:pt x="228691" y="13059"/>
                </a:cubicBezTo>
                <a:lnTo>
                  <a:pt x="229696" y="6228"/>
                </a:lnTo>
                <a:cubicBezTo>
                  <a:pt x="228535" y="5916"/>
                  <a:pt x="227385" y="5659"/>
                  <a:pt x="226247" y="5458"/>
                </a:cubicBezTo>
                <a:cubicBezTo>
                  <a:pt x="225108" y="5257"/>
                  <a:pt x="223959" y="5090"/>
                  <a:pt x="222798" y="4956"/>
                </a:cubicBezTo>
                <a:cubicBezTo>
                  <a:pt x="221503" y="4777"/>
                  <a:pt x="220197" y="4632"/>
                  <a:pt x="218880" y="4521"/>
                </a:cubicBezTo>
                <a:cubicBezTo>
                  <a:pt x="217563" y="4409"/>
                  <a:pt x="216212" y="4353"/>
                  <a:pt x="214828" y="4353"/>
                </a:cubicBezTo>
                <a:cubicBezTo>
                  <a:pt x="210944" y="4353"/>
                  <a:pt x="207294" y="4822"/>
                  <a:pt x="203879" y="5759"/>
                </a:cubicBezTo>
                <a:cubicBezTo>
                  <a:pt x="200463" y="6697"/>
                  <a:pt x="197483" y="8215"/>
                  <a:pt x="194938" y="10313"/>
                </a:cubicBezTo>
                <a:cubicBezTo>
                  <a:pt x="192393" y="12457"/>
                  <a:pt x="190362" y="15225"/>
                  <a:pt x="188844" y="18618"/>
                </a:cubicBezTo>
                <a:cubicBezTo>
                  <a:pt x="187326" y="22011"/>
                  <a:pt x="186544" y="26186"/>
                  <a:pt x="186500" y="31141"/>
                </a:cubicBezTo>
                <a:lnTo>
                  <a:pt x="186500" y="36901"/>
                </a:lnTo>
                <a:lnTo>
                  <a:pt x="166676" y="36901"/>
                </a:lnTo>
                <a:lnTo>
                  <a:pt x="166676" y="43531"/>
                </a:lnTo>
                <a:lnTo>
                  <a:pt x="186500" y="43531"/>
                </a:lnTo>
                <a:lnTo>
                  <a:pt x="186366" y="109363"/>
                </a:lnTo>
                <a:close/>
                <a:moveTo>
                  <a:pt x="351364" y="109363"/>
                </a:moveTo>
                <a:lnTo>
                  <a:pt x="359735" y="109363"/>
                </a:lnTo>
                <a:lnTo>
                  <a:pt x="359601" y="43531"/>
                </a:lnTo>
                <a:lnTo>
                  <a:pt x="388465" y="43531"/>
                </a:lnTo>
                <a:lnTo>
                  <a:pt x="388465" y="36901"/>
                </a:lnTo>
                <a:lnTo>
                  <a:pt x="359601" y="36901"/>
                </a:lnTo>
                <a:lnTo>
                  <a:pt x="359601" y="31141"/>
                </a:lnTo>
                <a:cubicBezTo>
                  <a:pt x="359601" y="27570"/>
                  <a:pt x="360148" y="24467"/>
                  <a:pt x="361242" y="21832"/>
                </a:cubicBezTo>
                <a:cubicBezTo>
                  <a:pt x="362336" y="19198"/>
                  <a:pt x="363820" y="17100"/>
                  <a:pt x="365695" y="15537"/>
                </a:cubicBezTo>
                <a:cubicBezTo>
                  <a:pt x="367570" y="14064"/>
                  <a:pt x="369747" y="13003"/>
                  <a:pt x="372225" y="12356"/>
                </a:cubicBezTo>
                <a:cubicBezTo>
                  <a:pt x="374703" y="11709"/>
                  <a:pt x="377527" y="11385"/>
                  <a:pt x="380697" y="11385"/>
                </a:cubicBezTo>
                <a:cubicBezTo>
                  <a:pt x="383063" y="11385"/>
                  <a:pt x="385340" y="11541"/>
                  <a:pt x="387528" y="11854"/>
                </a:cubicBezTo>
                <a:cubicBezTo>
                  <a:pt x="389715" y="12166"/>
                  <a:pt x="391769" y="12568"/>
                  <a:pt x="393689" y="13059"/>
                </a:cubicBezTo>
                <a:lnTo>
                  <a:pt x="394694" y="6228"/>
                </a:lnTo>
                <a:cubicBezTo>
                  <a:pt x="393533" y="5916"/>
                  <a:pt x="392383" y="5659"/>
                  <a:pt x="391245" y="5458"/>
                </a:cubicBezTo>
                <a:cubicBezTo>
                  <a:pt x="390106" y="5257"/>
                  <a:pt x="388956" y="5090"/>
                  <a:pt x="387796" y="4956"/>
                </a:cubicBezTo>
                <a:cubicBezTo>
                  <a:pt x="386501" y="4777"/>
                  <a:pt x="385195" y="4632"/>
                  <a:pt x="383878" y="4521"/>
                </a:cubicBezTo>
                <a:cubicBezTo>
                  <a:pt x="382561" y="4409"/>
                  <a:pt x="381210" y="4353"/>
                  <a:pt x="379826" y="4353"/>
                </a:cubicBezTo>
                <a:cubicBezTo>
                  <a:pt x="375942" y="4353"/>
                  <a:pt x="372292" y="4822"/>
                  <a:pt x="368876" y="5759"/>
                </a:cubicBezTo>
                <a:cubicBezTo>
                  <a:pt x="365461" y="6697"/>
                  <a:pt x="362481" y="8215"/>
                  <a:pt x="359936" y="10313"/>
                </a:cubicBezTo>
                <a:cubicBezTo>
                  <a:pt x="357391" y="12457"/>
                  <a:pt x="355359" y="15225"/>
                  <a:pt x="353841" y="18618"/>
                </a:cubicBezTo>
                <a:cubicBezTo>
                  <a:pt x="352323" y="22011"/>
                  <a:pt x="351542" y="26186"/>
                  <a:pt x="351497" y="31141"/>
                </a:cubicBezTo>
                <a:lnTo>
                  <a:pt x="351497" y="36901"/>
                </a:lnTo>
                <a:lnTo>
                  <a:pt x="331674" y="36901"/>
                </a:lnTo>
                <a:lnTo>
                  <a:pt x="331674" y="43531"/>
                </a:lnTo>
                <a:lnTo>
                  <a:pt x="351497" y="43531"/>
                </a:lnTo>
                <a:lnTo>
                  <a:pt x="351364" y="109363"/>
                </a:lnTo>
                <a:close/>
                <a:moveTo>
                  <a:pt x="463861" y="109363"/>
                </a:moveTo>
                <a:lnTo>
                  <a:pt x="471362" y="109363"/>
                </a:lnTo>
                <a:lnTo>
                  <a:pt x="471362" y="36901"/>
                </a:lnTo>
                <a:lnTo>
                  <a:pt x="463259" y="36901"/>
                </a:lnTo>
                <a:lnTo>
                  <a:pt x="463259" y="87932"/>
                </a:lnTo>
                <a:cubicBezTo>
                  <a:pt x="462633" y="90299"/>
                  <a:pt x="461707" y="92431"/>
                  <a:pt x="460479" y="94328"/>
                </a:cubicBezTo>
                <a:cubicBezTo>
                  <a:pt x="459251" y="96226"/>
                  <a:pt x="457745" y="97822"/>
                  <a:pt x="455959" y="99117"/>
                </a:cubicBezTo>
                <a:cubicBezTo>
                  <a:pt x="454039" y="100590"/>
                  <a:pt x="451807" y="101717"/>
                  <a:pt x="449262" y="102499"/>
                </a:cubicBezTo>
                <a:cubicBezTo>
                  <a:pt x="446717" y="103280"/>
                  <a:pt x="443882" y="103671"/>
                  <a:pt x="440756" y="103671"/>
                </a:cubicBezTo>
                <a:cubicBezTo>
                  <a:pt x="437765" y="103671"/>
                  <a:pt x="435176" y="103202"/>
                  <a:pt x="432988" y="102264"/>
                </a:cubicBezTo>
                <a:cubicBezTo>
                  <a:pt x="430800" y="101327"/>
                  <a:pt x="428970" y="99920"/>
                  <a:pt x="427496" y="98045"/>
                </a:cubicBezTo>
                <a:cubicBezTo>
                  <a:pt x="426023" y="96170"/>
                  <a:pt x="424929" y="93859"/>
                  <a:pt x="424215" y="91114"/>
                </a:cubicBezTo>
                <a:cubicBezTo>
                  <a:pt x="423500" y="88368"/>
                  <a:pt x="423143" y="85187"/>
                  <a:pt x="423143" y="81570"/>
                </a:cubicBezTo>
                <a:lnTo>
                  <a:pt x="423143" y="36901"/>
                </a:lnTo>
                <a:lnTo>
                  <a:pt x="415107" y="36901"/>
                </a:lnTo>
                <a:lnTo>
                  <a:pt x="415107" y="81436"/>
                </a:lnTo>
                <a:cubicBezTo>
                  <a:pt x="415151" y="86080"/>
                  <a:pt x="415709" y="90221"/>
                  <a:pt x="416781" y="93859"/>
                </a:cubicBezTo>
                <a:cubicBezTo>
                  <a:pt x="417852" y="97498"/>
                  <a:pt x="419437" y="100545"/>
                  <a:pt x="421536" y="103001"/>
                </a:cubicBezTo>
                <a:cubicBezTo>
                  <a:pt x="423634" y="105501"/>
                  <a:pt x="426213" y="107410"/>
                  <a:pt x="429271" y="108727"/>
                </a:cubicBezTo>
                <a:cubicBezTo>
                  <a:pt x="432329" y="110044"/>
                  <a:pt x="435868" y="110702"/>
                  <a:pt x="439886" y="110702"/>
                </a:cubicBezTo>
                <a:cubicBezTo>
                  <a:pt x="445333" y="110702"/>
                  <a:pt x="450043" y="109575"/>
                  <a:pt x="454017" y="107320"/>
                </a:cubicBezTo>
                <a:cubicBezTo>
                  <a:pt x="457990" y="105066"/>
                  <a:pt x="461160" y="101929"/>
                  <a:pt x="463526" y="97911"/>
                </a:cubicBezTo>
                <a:lnTo>
                  <a:pt x="463861" y="109363"/>
                </a:lnTo>
                <a:close/>
                <a:moveTo>
                  <a:pt x="497615" y="109363"/>
                </a:moveTo>
                <a:lnTo>
                  <a:pt x="505651" y="109363"/>
                </a:lnTo>
                <a:lnTo>
                  <a:pt x="505651" y="59872"/>
                </a:lnTo>
                <a:cubicBezTo>
                  <a:pt x="506410" y="57505"/>
                  <a:pt x="507493" y="55295"/>
                  <a:pt x="508899" y="53242"/>
                </a:cubicBezTo>
                <a:cubicBezTo>
                  <a:pt x="510306" y="51188"/>
                  <a:pt x="511924" y="49402"/>
                  <a:pt x="513755" y="47884"/>
                </a:cubicBezTo>
                <a:cubicBezTo>
                  <a:pt x="515764" y="46277"/>
                  <a:pt x="517996" y="44993"/>
                  <a:pt x="520452" y="44033"/>
                </a:cubicBezTo>
                <a:cubicBezTo>
                  <a:pt x="522907" y="43073"/>
                  <a:pt x="525519" y="42593"/>
                  <a:pt x="528287" y="42593"/>
                </a:cubicBezTo>
                <a:cubicBezTo>
                  <a:pt x="531457" y="42549"/>
                  <a:pt x="534192" y="42973"/>
                  <a:pt x="536491" y="43866"/>
                </a:cubicBezTo>
                <a:cubicBezTo>
                  <a:pt x="538790" y="44759"/>
                  <a:pt x="540721" y="46076"/>
                  <a:pt x="542284" y="47817"/>
                </a:cubicBezTo>
                <a:cubicBezTo>
                  <a:pt x="543802" y="49558"/>
                  <a:pt x="544929" y="51701"/>
                  <a:pt x="545666" y="54246"/>
                </a:cubicBezTo>
                <a:cubicBezTo>
                  <a:pt x="546403" y="56791"/>
                  <a:pt x="546793" y="59715"/>
                  <a:pt x="546838" y="63019"/>
                </a:cubicBezTo>
                <a:lnTo>
                  <a:pt x="546838" y="109363"/>
                </a:lnTo>
                <a:lnTo>
                  <a:pt x="554875" y="109363"/>
                </a:lnTo>
                <a:lnTo>
                  <a:pt x="554808" y="62885"/>
                </a:lnTo>
                <a:cubicBezTo>
                  <a:pt x="554808" y="58555"/>
                  <a:pt x="554272" y="54682"/>
                  <a:pt x="553200" y="51266"/>
                </a:cubicBezTo>
                <a:cubicBezTo>
                  <a:pt x="552129" y="47851"/>
                  <a:pt x="550566" y="44982"/>
                  <a:pt x="548512" y="42660"/>
                </a:cubicBezTo>
                <a:cubicBezTo>
                  <a:pt x="546414" y="40339"/>
                  <a:pt x="543836" y="38575"/>
                  <a:pt x="540777" y="37370"/>
                </a:cubicBezTo>
                <a:cubicBezTo>
                  <a:pt x="537719" y="36164"/>
                  <a:pt x="534203" y="35561"/>
                  <a:pt x="530229" y="35561"/>
                </a:cubicBezTo>
                <a:cubicBezTo>
                  <a:pt x="527238" y="35561"/>
                  <a:pt x="524425" y="35997"/>
                  <a:pt x="521791" y="36867"/>
                </a:cubicBezTo>
                <a:cubicBezTo>
                  <a:pt x="519157" y="37738"/>
                  <a:pt x="516724" y="38955"/>
                  <a:pt x="514491" y="40517"/>
                </a:cubicBezTo>
                <a:cubicBezTo>
                  <a:pt x="512616" y="41812"/>
                  <a:pt x="510920" y="43352"/>
                  <a:pt x="509402" y="45138"/>
                </a:cubicBezTo>
                <a:cubicBezTo>
                  <a:pt x="507884" y="46924"/>
                  <a:pt x="506566" y="48866"/>
                  <a:pt x="505450" y="50965"/>
                </a:cubicBezTo>
                <a:lnTo>
                  <a:pt x="505048" y="36901"/>
                </a:lnTo>
                <a:lnTo>
                  <a:pt x="497615" y="36901"/>
                </a:lnTo>
                <a:lnTo>
                  <a:pt x="497615" y="109363"/>
                </a:lnTo>
                <a:close/>
                <a:moveTo>
                  <a:pt x="609375" y="103871"/>
                </a:moveTo>
                <a:cubicBezTo>
                  <a:pt x="605089" y="103871"/>
                  <a:pt x="601462" y="103023"/>
                  <a:pt x="598493" y="101327"/>
                </a:cubicBezTo>
                <a:cubicBezTo>
                  <a:pt x="595523" y="99630"/>
                  <a:pt x="593124" y="97398"/>
                  <a:pt x="591293" y="94629"/>
                </a:cubicBezTo>
                <a:cubicBezTo>
                  <a:pt x="589373" y="91861"/>
                  <a:pt x="587989" y="88736"/>
                  <a:pt x="587141" y="85254"/>
                </a:cubicBezTo>
                <a:cubicBezTo>
                  <a:pt x="586293" y="81771"/>
                  <a:pt x="585846" y="78199"/>
                  <a:pt x="585802" y="74538"/>
                </a:cubicBezTo>
                <a:lnTo>
                  <a:pt x="585802" y="71726"/>
                </a:lnTo>
                <a:cubicBezTo>
                  <a:pt x="585846" y="68109"/>
                  <a:pt x="586293" y="64560"/>
                  <a:pt x="587141" y="61077"/>
                </a:cubicBezTo>
                <a:cubicBezTo>
                  <a:pt x="587989" y="57595"/>
                  <a:pt x="589373" y="54447"/>
                  <a:pt x="591293" y="51634"/>
                </a:cubicBezTo>
                <a:cubicBezTo>
                  <a:pt x="593168" y="48911"/>
                  <a:pt x="595579" y="46701"/>
                  <a:pt x="598526" y="45004"/>
                </a:cubicBezTo>
                <a:cubicBezTo>
                  <a:pt x="601473" y="43308"/>
                  <a:pt x="605067" y="42459"/>
                  <a:pt x="609308" y="42459"/>
                </a:cubicBezTo>
                <a:cubicBezTo>
                  <a:pt x="612166" y="42459"/>
                  <a:pt x="614833" y="42928"/>
                  <a:pt x="617311" y="43866"/>
                </a:cubicBezTo>
                <a:cubicBezTo>
                  <a:pt x="619789" y="44803"/>
                  <a:pt x="621966" y="46098"/>
                  <a:pt x="623841" y="47750"/>
                </a:cubicBezTo>
                <a:cubicBezTo>
                  <a:pt x="625671" y="49447"/>
                  <a:pt x="627134" y="51445"/>
                  <a:pt x="628227" y="53744"/>
                </a:cubicBezTo>
                <a:cubicBezTo>
                  <a:pt x="629321" y="56043"/>
                  <a:pt x="629958" y="58555"/>
                  <a:pt x="630136" y="61278"/>
                </a:cubicBezTo>
                <a:lnTo>
                  <a:pt x="637771" y="61278"/>
                </a:lnTo>
                <a:cubicBezTo>
                  <a:pt x="637637" y="57572"/>
                  <a:pt x="636833" y="54135"/>
                  <a:pt x="635360" y="50965"/>
                </a:cubicBezTo>
                <a:cubicBezTo>
                  <a:pt x="633886" y="47795"/>
                  <a:pt x="631900" y="45071"/>
                  <a:pt x="629399" y="42794"/>
                </a:cubicBezTo>
                <a:cubicBezTo>
                  <a:pt x="626855" y="40517"/>
                  <a:pt x="623874" y="38742"/>
                  <a:pt x="620459" y="37470"/>
                </a:cubicBezTo>
                <a:cubicBezTo>
                  <a:pt x="617043" y="36198"/>
                  <a:pt x="613326" y="35561"/>
                  <a:pt x="609308" y="35561"/>
                </a:cubicBezTo>
                <a:cubicBezTo>
                  <a:pt x="603995" y="35561"/>
                  <a:pt x="599374" y="36566"/>
                  <a:pt x="595445" y="38575"/>
                </a:cubicBezTo>
                <a:cubicBezTo>
                  <a:pt x="591516" y="40584"/>
                  <a:pt x="588257" y="43241"/>
                  <a:pt x="585668" y="46545"/>
                </a:cubicBezTo>
                <a:cubicBezTo>
                  <a:pt x="583033" y="49938"/>
                  <a:pt x="581069" y="53811"/>
                  <a:pt x="579774" y="58164"/>
                </a:cubicBezTo>
                <a:cubicBezTo>
                  <a:pt x="578479" y="62517"/>
                  <a:pt x="577810" y="67038"/>
                  <a:pt x="577765" y="71726"/>
                </a:cubicBezTo>
                <a:lnTo>
                  <a:pt x="577765" y="74538"/>
                </a:lnTo>
                <a:cubicBezTo>
                  <a:pt x="577810" y="79226"/>
                  <a:pt x="578479" y="83747"/>
                  <a:pt x="579774" y="88100"/>
                </a:cubicBezTo>
                <a:cubicBezTo>
                  <a:pt x="581069" y="92453"/>
                  <a:pt x="583033" y="96281"/>
                  <a:pt x="585668" y="99585"/>
                </a:cubicBezTo>
                <a:cubicBezTo>
                  <a:pt x="588302" y="102978"/>
                  <a:pt x="591583" y="105680"/>
                  <a:pt x="595512" y="107689"/>
                </a:cubicBezTo>
                <a:cubicBezTo>
                  <a:pt x="599441" y="109698"/>
                  <a:pt x="604062" y="110702"/>
                  <a:pt x="609375" y="110702"/>
                </a:cubicBezTo>
                <a:cubicBezTo>
                  <a:pt x="613036" y="110702"/>
                  <a:pt x="616552" y="110100"/>
                  <a:pt x="619923" y="108894"/>
                </a:cubicBezTo>
                <a:cubicBezTo>
                  <a:pt x="623294" y="107689"/>
                  <a:pt x="626274" y="106037"/>
                  <a:pt x="628864" y="103938"/>
                </a:cubicBezTo>
                <a:cubicBezTo>
                  <a:pt x="631409" y="101840"/>
                  <a:pt x="633485" y="99340"/>
                  <a:pt x="635092" y="96438"/>
                </a:cubicBezTo>
                <a:cubicBezTo>
                  <a:pt x="636699" y="93536"/>
                  <a:pt x="637592" y="90366"/>
                  <a:pt x="637771" y="86928"/>
                </a:cubicBezTo>
                <a:lnTo>
                  <a:pt x="630136" y="86928"/>
                </a:lnTo>
                <a:cubicBezTo>
                  <a:pt x="629913" y="89517"/>
                  <a:pt x="629221" y="91861"/>
                  <a:pt x="628060" y="93960"/>
                </a:cubicBezTo>
                <a:cubicBezTo>
                  <a:pt x="626899" y="96058"/>
                  <a:pt x="625381" y="97822"/>
                  <a:pt x="623506" y="99250"/>
                </a:cubicBezTo>
                <a:cubicBezTo>
                  <a:pt x="621586" y="100768"/>
                  <a:pt x="619410" y="101918"/>
                  <a:pt x="616976" y="102699"/>
                </a:cubicBezTo>
                <a:cubicBezTo>
                  <a:pt x="614543" y="103481"/>
                  <a:pt x="612009" y="103871"/>
                  <a:pt x="609375" y="103871"/>
                </a:cubicBezTo>
                <a:close/>
                <a:moveTo>
                  <a:pt x="689401" y="18350"/>
                </a:moveTo>
                <a:lnTo>
                  <a:pt x="681230" y="18350"/>
                </a:lnTo>
                <a:lnTo>
                  <a:pt x="681230" y="36901"/>
                </a:lnTo>
                <a:lnTo>
                  <a:pt x="661072" y="36901"/>
                </a:lnTo>
                <a:lnTo>
                  <a:pt x="661072" y="43531"/>
                </a:lnTo>
                <a:lnTo>
                  <a:pt x="681230" y="43531"/>
                </a:lnTo>
                <a:lnTo>
                  <a:pt x="681230" y="88937"/>
                </a:lnTo>
                <a:cubicBezTo>
                  <a:pt x="681275" y="92911"/>
                  <a:pt x="681867" y="96270"/>
                  <a:pt x="683005" y="99016"/>
                </a:cubicBezTo>
                <a:cubicBezTo>
                  <a:pt x="684144" y="101762"/>
                  <a:pt x="685717" y="104005"/>
                  <a:pt x="687726" y="105747"/>
                </a:cubicBezTo>
                <a:cubicBezTo>
                  <a:pt x="689736" y="107488"/>
                  <a:pt x="692113" y="108749"/>
                  <a:pt x="694859" y="109530"/>
                </a:cubicBezTo>
                <a:cubicBezTo>
                  <a:pt x="697605" y="110312"/>
                  <a:pt x="700585" y="110702"/>
                  <a:pt x="703799" y="110702"/>
                </a:cubicBezTo>
                <a:cubicBezTo>
                  <a:pt x="705362" y="110702"/>
                  <a:pt x="706936" y="110647"/>
                  <a:pt x="708521" y="110535"/>
                </a:cubicBezTo>
                <a:cubicBezTo>
                  <a:pt x="710106" y="110423"/>
                  <a:pt x="711635" y="110256"/>
                  <a:pt x="713108" y="110033"/>
                </a:cubicBezTo>
                <a:cubicBezTo>
                  <a:pt x="714269" y="109854"/>
                  <a:pt x="715374" y="109620"/>
                  <a:pt x="716423" y="109330"/>
                </a:cubicBezTo>
                <a:cubicBezTo>
                  <a:pt x="717473" y="109039"/>
                  <a:pt x="718421" y="108716"/>
                  <a:pt x="719270" y="108358"/>
                </a:cubicBezTo>
                <a:lnTo>
                  <a:pt x="717997" y="102264"/>
                </a:lnTo>
                <a:cubicBezTo>
                  <a:pt x="717327" y="102353"/>
                  <a:pt x="716546" y="102476"/>
                  <a:pt x="715653" y="102632"/>
                </a:cubicBezTo>
                <a:cubicBezTo>
                  <a:pt x="714760" y="102789"/>
                  <a:pt x="713823" y="102934"/>
                  <a:pt x="712840" y="103068"/>
                </a:cubicBezTo>
                <a:cubicBezTo>
                  <a:pt x="711590" y="103246"/>
                  <a:pt x="710318" y="103380"/>
                  <a:pt x="709023" y="103470"/>
                </a:cubicBezTo>
                <a:cubicBezTo>
                  <a:pt x="707728" y="103559"/>
                  <a:pt x="706434" y="103604"/>
                  <a:pt x="705139" y="103604"/>
                </a:cubicBezTo>
                <a:cubicBezTo>
                  <a:pt x="702951" y="103604"/>
                  <a:pt x="700909" y="103358"/>
                  <a:pt x="699011" y="102867"/>
                </a:cubicBezTo>
                <a:cubicBezTo>
                  <a:pt x="697114" y="102376"/>
                  <a:pt x="695450" y="101550"/>
                  <a:pt x="694022" y="100389"/>
                </a:cubicBezTo>
                <a:cubicBezTo>
                  <a:pt x="692593" y="99273"/>
                  <a:pt x="691466" y="97788"/>
                  <a:pt x="690640" y="95935"/>
                </a:cubicBezTo>
                <a:cubicBezTo>
                  <a:pt x="689814" y="94083"/>
                  <a:pt x="689378" y="91750"/>
                  <a:pt x="689334" y="88937"/>
                </a:cubicBezTo>
                <a:lnTo>
                  <a:pt x="689334" y="43531"/>
                </a:lnTo>
                <a:lnTo>
                  <a:pt x="716189" y="43531"/>
                </a:lnTo>
                <a:lnTo>
                  <a:pt x="716189" y="36901"/>
                </a:lnTo>
                <a:lnTo>
                  <a:pt x="689334" y="36901"/>
                </a:lnTo>
                <a:lnTo>
                  <a:pt x="689401" y="18350"/>
                </a:lnTo>
                <a:close/>
                <a:moveTo>
                  <a:pt x="746781" y="36901"/>
                </a:moveTo>
                <a:lnTo>
                  <a:pt x="746781" y="44067"/>
                </a:lnTo>
                <a:lnTo>
                  <a:pt x="772431" y="44067"/>
                </a:lnTo>
                <a:lnTo>
                  <a:pt x="772431" y="102197"/>
                </a:lnTo>
                <a:lnTo>
                  <a:pt x="746781" y="102197"/>
                </a:lnTo>
                <a:lnTo>
                  <a:pt x="746781" y="109363"/>
                </a:lnTo>
                <a:lnTo>
                  <a:pt x="805112" y="109363"/>
                </a:lnTo>
                <a:lnTo>
                  <a:pt x="805112" y="102197"/>
                </a:lnTo>
                <a:lnTo>
                  <a:pt x="780400" y="102197"/>
                </a:lnTo>
                <a:lnTo>
                  <a:pt x="780400" y="36901"/>
                </a:lnTo>
                <a:lnTo>
                  <a:pt x="746781" y="36901"/>
                </a:lnTo>
                <a:moveTo>
                  <a:pt x="770087" y="17078"/>
                </a:moveTo>
                <a:cubicBezTo>
                  <a:pt x="770087" y="18685"/>
                  <a:pt x="770556" y="20069"/>
                  <a:pt x="771493" y="21230"/>
                </a:cubicBezTo>
                <a:cubicBezTo>
                  <a:pt x="772431" y="22391"/>
                  <a:pt x="773971" y="22971"/>
                  <a:pt x="776114" y="22971"/>
                </a:cubicBezTo>
                <a:cubicBezTo>
                  <a:pt x="778257" y="22971"/>
                  <a:pt x="779809" y="22391"/>
                  <a:pt x="780769" y="21230"/>
                </a:cubicBezTo>
                <a:cubicBezTo>
                  <a:pt x="781729" y="20069"/>
                  <a:pt x="782209" y="18685"/>
                  <a:pt x="782209" y="17078"/>
                </a:cubicBezTo>
                <a:cubicBezTo>
                  <a:pt x="782209" y="16185"/>
                  <a:pt x="782086" y="15359"/>
                  <a:pt x="781840" y="14600"/>
                </a:cubicBezTo>
                <a:cubicBezTo>
                  <a:pt x="781595" y="13841"/>
                  <a:pt x="781204" y="13171"/>
                  <a:pt x="780668" y="12590"/>
                </a:cubicBezTo>
                <a:cubicBezTo>
                  <a:pt x="780177" y="12099"/>
                  <a:pt x="779552" y="11698"/>
                  <a:pt x="778793" y="11385"/>
                </a:cubicBezTo>
                <a:cubicBezTo>
                  <a:pt x="778034" y="11072"/>
                  <a:pt x="777141" y="10916"/>
                  <a:pt x="776114" y="10916"/>
                </a:cubicBezTo>
                <a:cubicBezTo>
                  <a:pt x="775087" y="10916"/>
                  <a:pt x="774194" y="11072"/>
                  <a:pt x="773435" y="11385"/>
                </a:cubicBezTo>
                <a:cubicBezTo>
                  <a:pt x="772676" y="11698"/>
                  <a:pt x="772051" y="12099"/>
                  <a:pt x="771560" y="12590"/>
                </a:cubicBezTo>
                <a:cubicBezTo>
                  <a:pt x="771024" y="13171"/>
                  <a:pt x="770645" y="13852"/>
                  <a:pt x="770422" y="14633"/>
                </a:cubicBezTo>
                <a:cubicBezTo>
                  <a:pt x="770198" y="15414"/>
                  <a:pt x="770087" y="16229"/>
                  <a:pt x="770087" y="17078"/>
                </a:cubicBezTo>
                <a:close/>
                <a:moveTo>
                  <a:pt x="823663" y="72060"/>
                </a:moveTo>
                <a:lnTo>
                  <a:pt x="823663" y="74203"/>
                </a:lnTo>
                <a:cubicBezTo>
                  <a:pt x="823663" y="79159"/>
                  <a:pt x="824400" y="83847"/>
                  <a:pt x="825873" y="88267"/>
                </a:cubicBezTo>
                <a:cubicBezTo>
                  <a:pt x="827346" y="92687"/>
                  <a:pt x="829490" y="96549"/>
                  <a:pt x="832302" y="99853"/>
                </a:cubicBezTo>
                <a:cubicBezTo>
                  <a:pt x="835026" y="103202"/>
                  <a:pt x="838397" y="105847"/>
                  <a:pt x="842415" y="107789"/>
                </a:cubicBezTo>
                <a:cubicBezTo>
                  <a:pt x="846433" y="109731"/>
                  <a:pt x="850987" y="110702"/>
                  <a:pt x="856077" y="110702"/>
                </a:cubicBezTo>
                <a:cubicBezTo>
                  <a:pt x="861122" y="110702"/>
                  <a:pt x="865642" y="109720"/>
                  <a:pt x="869638" y="107756"/>
                </a:cubicBezTo>
                <a:cubicBezTo>
                  <a:pt x="873634" y="105791"/>
                  <a:pt x="877016" y="103157"/>
                  <a:pt x="879784" y="99853"/>
                </a:cubicBezTo>
                <a:cubicBezTo>
                  <a:pt x="882508" y="96505"/>
                  <a:pt x="884606" y="92632"/>
                  <a:pt x="886080" y="88234"/>
                </a:cubicBezTo>
                <a:cubicBezTo>
                  <a:pt x="887553" y="83836"/>
                  <a:pt x="888290" y="79159"/>
                  <a:pt x="888290" y="74203"/>
                </a:cubicBezTo>
                <a:lnTo>
                  <a:pt x="888290" y="72060"/>
                </a:lnTo>
                <a:cubicBezTo>
                  <a:pt x="888290" y="67105"/>
                  <a:pt x="887553" y="62417"/>
                  <a:pt x="886080" y="57997"/>
                </a:cubicBezTo>
                <a:cubicBezTo>
                  <a:pt x="884606" y="53576"/>
                  <a:pt x="882486" y="49715"/>
                  <a:pt x="879717" y="46411"/>
                </a:cubicBezTo>
                <a:cubicBezTo>
                  <a:pt x="876949" y="43062"/>
                  <a:pt x="873567" y="40417"/>
                  <a:pt x="869571" y="38475"/>
                </a:cubicBezTo>
                <a:cubicBezTo>
                  <a:pt x="865576" y="36532"/>
                  <a:pt x="861033" y="35561"/>
                  <a:pt x="855943" y="35561"/>
                </a:cubicBezTo>
                <a:cubicBezTo>
                  <a:pt x="850853" y="35561"/>
                  <a:pt x="846321" y="36544"/>
                  <a:pt x="842348" y="38508"/>
                </a:cubicBezTo>
                <a:cubicBezTo>
                  <a:pt x="838374" y="40473"/>
                  <a:pt x="835003" y="43107"/>
                  <a:pt x="832235" y="46411"/>
                </a:cubicBezTo>
                <a:cubicBezTo>
                  <a:pt x="829467" y="49759"/>
                  <a:pt x="827346" y="53643"/>
                  <a:pt x="825873" y="58064"/>
                </a:cubicBezTo>
                <a:cubicBezTo>
                  <a:pt x="824400" y="62484"/>
                  <a:pt x="823663" y="67149"/>
                  <a:pt x="823663" y="72060"/>
                </a:cubicBezTo>
                <a:moveTo>
                  <a:pt x="831633" y="74203"/>
                </a:moveTo>
                <a:lnTo>
                  <a:pt x="831633" y="72060"/>
                </a:lnTo>
                <a:cubicBezTo>
                  <a:pt x="831677" y="68265"/>
                  <a:pt x="832224" y="64582"/>
                  <a:pt x="833273" y="61010"/>
                </a:cubicBezTo>
                <a:cubicBezTo>
                  <a:pt x="834323" y="57438"/>
                  <a:pt x="835896" y="54291"/>
                  <a:pt x="837995" y="51567"/>
                </a:cubicBezTo>
                <a:cubicBezTo>
                  <a:pt x="840004" y="48799"/>
                  <a:pt x="842515" y="46589"/>
                  <a:pt x="845529" y="44937"/>
                </a:cubicBezTo>
                <a:cubicBezTo>
                  <a:pt x="848543" y="43285"/>
                  <a:pt x="852014" y="42459"/>
                  <a:pt x="855943" y="42459"/>
                </a:cubicBezTo>
                <a:cubicBezTo>
                  <a:pt x="859872" y="42459"/>
                  <a:pt x="863343" y="43285"/>
                  <a:pt x="866357" y="44937"/>
                </a:cubicBezTo>
                <a:cubicBezTo>
                  <a:pt x="869371" y="46589"/>
                  <a:pt x="871927" y="48799"/>
                  <a:pt x="874025" y="51567"/>
                </a:cubicBezTo>
                <a:cubicBezTo>
                  <a:pt x="876034" y="54291"/>
                  <a:pt x="877574" y="57438"/>
                  <a:pt x="878646" y="61010"/>
                </a:cubicBezTo>
                <a:cubicBezTo>
                  <a:pt x="879717" y="64582"/>
                  <a:pt x="880276" y="68265"/>
                  <a:pt x="880320" y="72060"/>
                </a:cubicBezTo>
                <a:lnTo>
                  <a:pt x="880320" y="74203"/>
                </a:lnTo>
                <a:cubicBezTo>
                  <a:pt x="880276" y="78043"/>
                  <a:pt x="879729" y="81749"/>
                  <a:pt x="878679" y="85321"/>
                </a:cubicBezTo>
                <a:cubicBezTo>
                  <a:pt x="877630" y="88892"/>
                  <a:pt x="876101" y="92040"/>
                  <a:pt x="874092" y="94763"/>
                </a:cubicBezTo>
                <a:cubicBezTo>
                  <a:pt x="871994" y="97532"/>
                  <a:pt x="869449" y="99742"/>
                  <a:pt x="866457" y="101394"/>
                </a:cubicBezTo>
                <a:cubicBezTo>
                  <a:pt x="863466" y="103045"/>
                  <a:pt x="860006" y="103871"/>
                  <a:pt x="856077" y="103871"/>
                </a:cubicBezTo>
                <a:cubicBezTo>
                  <a:pt x="852103" y="103871"/>
                  <a:pt x="848598" y="103045"/>
                  <a:pt x="845562" y="101394"/>
                </a:cubicBezTo>
                <a:cubicBezTo>
                  <a:pt x="842526" y="99742"/>
                  <a:pt x="840004" y="97554"/>
                  <a:pt x="837995" y="94830"/>
                </a:cubicBezTo>
                <a:cubicBezTo>
                  <a:pt x="835896" y="92062"/>
                  <a:pt x="834323" y="88892"/>
                  <a:pt x="833273" y="85321"/>
                </a:cubicBezTo>
                <a:cubicBezTo>
                  <a:pt x="832224" y="81749"/>
                  <a:pt x="831677" y="78043"/>
                  <a:pt x="831633" y="74203"/>
                </a:cubicBezTo>
                <a:close/>
                <a:moveTo>
                  <a:pt x="910042" y="109363"/>
                </a:moveTo>
                <a:lnTo>
                  <a:pt x="918079" y="109363"/>
                </a:lnTo>
                <a:lnTo>
                  <a:pt x="918079" y="59872"/>
                </a:lnTo>
                <a:cubicBezTo>
                  <a:pt x="918838" y="57505"/>
                  <a:pt x="919920" y="55295"/>
                  <a:pt x="921327" y="53242"/>
                </a:cubicBezTo>
                <a:cubicBezTo>
                  <a:pt x="922733" y="51188"/>
                  <a:pt x="924352" y="49402"/>
                  <a:pt x="926182" y="47884"/>
                </a:cubicBezTo>
                <a:cubicBezTo>
                  <a:pt x="928191" y="46277"/>
                  <a:pt x="930424" y="44993"/>
                  <a:pt x="932879" y="44033"/>
                </a:cubicBezTo>
                <a:cubicBezTo>
                  <a:pt x="935335" y="43073"/>
                  <a:pt x="937947" y="42593"/>
                  <a:pt x="940715" y="42593"/>
                </a:cubicBezTo>
                <a:cubicBezTo>
                  <a:pt x="943885" y="42549"/>
                  <a:pt x="946619" y="42973"/>
                  <a:pt x="948919" y="43866"/>
                </a:cubicBezTo>
                <a:cubicBezTo>
                  <a:pt x="951218" y="44759"/>
                  <a:pt x="953149" y="46076"/>
                  <a:pt x="954712" y="47817"/>
                </a:cubicBezTo>
                <a:cubicBezTo>
                  <a:pt x="956230" y="49558"/>
                  <a:pt x="957357" y="51701"/>
                  <a:pt x="958094" y="54246"/>
                </a:cubicBezTo>
                <a:cubicBezTo>
                  <a:pt x="958830" y="56791"/>
                  <a:pt x="959221" y="59715"/>
                  <a:pt x="959266" y="63019"/>
                </a:cubicBezTo>
                <a:lnTo>
                  <a:pt x="959266" y="109363"/>
                </a:lnTo>
                <a:lnTo>
                  <a:pt x="967302" y="109363"/>
                </a:lnTo>
                <a:lnTo>
                  <a:pt x="967235" y="62885"/>
                </a:lnTo>
                <a:cubicBezTo>
                  <a:pt x="967235" y="58555"/>
                  <a:pt x="966699" y="54682"/>
                  <a:pt x="965628" y="51266"/>
                </a:cubicBezTo>
                <a:cubicBezTo>
                  <a:pt x="964556" y="47851"/>
                  <a:pt x="962994" y="44982"/>
                  <a:pt x="960940" y="42660"/>
                </a:cubicBezTo>
                <a:cubicBezTo>
                  <a:pt x="958842" y="40339"/>
                  <a:pt x="956263" y="38575"/>
                  <a:pt x="953205" y="37370"/>
                </a:cubicBezTo>
                <a:cubicBezTo>
                  <a:pt x="950147" y="36164"/>
                  <a:pt x="946631" y="35561"/>
                  <a:pt x="942657" y="35561"/>
                </a:cubicBezTo>
                <a:cubicBezTo>
                  <a:pt x="939666" y="35561"/>
                  <a:pt x="936853" y="35997"/>
                  <a:pt x="934219" y="36867"/>
                </a:cubicBezTo>
                <a:cubicBezTo>
                  <a:pt x="931584" y="37738"/>
                  <a:pt x="929151" y="38955"/>
                  <a:pt x="926919" y="40517"/>
                </a:cubicBezTo>
                <a:cubicBezTo>
                  <a:pt x="925044" y="41812"/>
                  <a:pt x="923347" y="43352"/>
                  <a:pt x="921829" y="45138"/>
                </a:cubicBezTo>
                <a:cubicBezTo>
                  <a:pt x="920311" y="46924"/>
                  <a:pt x="918994" y="48866"/>
                  <a:pt x="917878" y="50965"/>
                </a:cubicBezTo>
                <a:lnTo>
                  <a:pt x="917476" y="36901"/>
                </a:lnTo>
                <a:lnTo>
                  <a:pt x="910042" y="36901"/>
                </a:lnTo>
                <a:lnTo>
                  <a:pt x="910042" y="109363"/>
                </a:lnTo>
                <a:close/>
                <a:moveTo>
                  <a:pt x="1005403" y="69917"/>
                </a:moveTo>
                <a:lnTo>
                  <a:pt x="1005403" y="70922"/>
                </a:lnTo>
                <a:cubicBezTo>
                  <a:pt x="1005403" y="76101"/>
                  <a:pt x="1005750" y="81168"/>
                  <a:pt x="1006442" y="86124"/>
                </a:cubicBezTo>
                <a:cubicBezTo>
                  <a:pt x="1007134" y="91080"/>
                  <a:pt x="1008127" y="95835"/>
                  <a:pt x="1009422" y="100389"/>
                </a:cubicBezTo>
                <a:cubicBezTo>
                  <a:pt x="1010672" y="104988"/>
                  <a:pt x="1012201" y="109341"/>
                  <a:pt x="1014009" y="113448"/>
                </a:cubicBezTo>
                <a:cubicBezTo>
                  <a:pt x="1015817" y="117556"/>
                  <a:pt x="1017860" y="121328"/>
                  <a:pt x="1020137" y="124766"/>
                </a:cubicBezTo>
                <a:cubicBezTo>
                  <a:pt x="1022369" y="128249"/>
                  <a:pt x="1024791" y="131341"/>
                  <a:pt x="1027403" y="134042"/>
                </a:cubicBezTo>
                <a:cubicBezTo>
                  <a:pt x="1030015" y="136743"/>
                  <a:pt x="1032750" y="139009"/>
                  <a:pt x="1035607" y="140839"/>
                </a:cubicBezTo>
                <a:lnTo>
                  <a:pt x="1037549" y="135615"/>
                </a:lnTo>
                <a:cubicBezTo>
                  <a:pt x="1035049" y="133740"/>
                  <a:pt x="1032716" y="131497"/>
                  <a:pt x="1030551" y="128885"/>
                </a:cubicBezTo>
                <a:cubicBezTo>
                  <a:pt x="1028386" y="126273"/>
                  <a:pt x="1026410" y="123382"/>
                  <a:pt x="1024624" y="120212"/>
                </a:cubicBezTo>
                <a:cubicBezTo>
                  <a:pt x="1022883" y="116953"/>
                  <a:pt x="1021309" y="113404"/>
                  <a:pt x="1019903" y="109564"/>
                </a:cubicBezTo>
                <a:cubicBezTo>
                  <a:pt x="1018496" y="105724"/>
                  <a:pt x="1017302" y="101728"/>
                  <a:pt x="1016320" y="97576"/>
                </a:cubicBezTo>
                <a:cubicBezTo>
                  <a:pt x="1015382" y="93424"/>
                  <a:pt x="1014668" y="89116"/>
                  <a:pt x="1014177" y="84651"/>
                </a:cubicBezTo>
                <a:cubicBezTo>
                  <a:pt x="1013686" y="80186"/>
                  <a:pt x="1013418" y="75654"/>
                  <a:pt x="1013373" y="71056"/>
                </a:cubicBezTo>
                <a:lnTo>
                  <a:pt x="1013373" y="69716"/>
                </a:lnTo>
                <a:cubicBezTo>
                  <a:pt x="1013373" y="65028"/>
                  <a:pt x="1013641" y="60407"/>
                  <a:pt x="1014177" y="55853"/>
                </a:cubicBezTo>
                <a:cubicBezTo>
                  <a:pt x="1014712" y="51299"/>
                  <a:pt x="1015471" y="46924"/>
                  <a:pt x="1016454" y="42727"/>
                </a:cubicBezTo>
                <a:cubicBezTo>
                  <a:pt x="1017481" y="38307"/>
                  <a:pt x="1018786" y="34099"/>
                  <a:pt x="1020371" y="30103"/>
                </a:cubicBezTo>
                <a:cubicBezTo>
                  <a:pt x="1021956" y="26107"/>
                  <a:pt x="1023731" y="22457"/>
                  <a:pt x="1025696" y="19154"/>
                </a:cubicBezTo>
                <a:cubicBezTo>
                  <a:pt x="1027348" y="16341"/>
                  <a:pt x="1029156" y="13774"/>
                  <a:pt x="1031120" y="11452"/>
                </a:cubicBezTo>
                <a:cubicBezTo>
                  <a:pt x="1033085" y="9130"/>
                  <a:pt x="1035228" y="7144"/>
                  <a:pt x="1037549" y="5492"/>
                </a:cubicBezTo>
                <a:lnTo>
                  <a:pt x="1035607" y="0"/>
                </a:lnTo>
                <a:cubicBezTo>
                  <a:pt x="1032750" y="1786"/>
                  <a:pt x="1030026" y="4041"/>
                  <a:pt x="1027437" y="6764"/>
                </a:cubicBezTo>
                <a:cubicBezTo>
                  <a:pt x="1024847" y="9488"/>
                  <a:pt x="1022436" y="12568"/>
                  <a:pt x="1020204" y="16006"/>
                </a:cubicBezTo>
                <a:cubicBezTo>
                  <a:pt x="1017972" y="19488"/>
                  <a:pt x="1015951" y="23283"/>
                  <a:pt x="1014143" y="27391"/>
                </a:cubicBezTo>
                <a:cubicBezTo>
                  <a:pt x="1012335" y="31499"/>
                  <a:pt x="1010783" y="35852"/>
                  <a:pt x="1009489" y="40450"/>
                </a:cubicBezTo>
                <a:cubicBezTo>
                  <a:pt x="1008194" y="45049"/>
                  <a:pt x="1007189" y="49826"/>
                  <a:pt x="1006475" y="54782"/>
                </a:cubicBezTo>
                <a:cubicBezTo>
                  <a:pt x="1005761" y="59738"/>
                  <a:pt x="1005403" y="64783"/>
                  <a:pt x="1005403" y="69917"/>
                </a:cubicBezTo>
                <a:close/>
                <a:moveTo>
                  <a:pt x="1078857" y="138629"/>
                </a:moveTo>
                <a:cubicBezTo>
                  <a:pt x="1081983" y="138629"/>
                  <a:pt x="1084740" y="138105"/>
                  <a:pt x="1087128" y="137055"/>
                </a:cubicBezTo>
                <a:cubicBezTo>
                  <a:pt x="1089517" y="136006"/>
                  <a:pt x="1091626" y="134656"/>
                  <a:pt x="1093457" y="133004"/>
                </a:cubicBezTo>
                <a:cubicBezTo>
                  <a:pt x="1095243" y="131352"/>
                  <a:pt x="1096805" y="129477"/>
                  <a:pt x="1098145" y="127378"/>
                </a:cubicBezTo>
                <a:cubicBezTo>
                  <a:pt x="1099484" y="125280"/>
                  <a:pt x="1100645" y="123137"/>
                  <a:pt x="1101627" y="120949"/>
                </a:cubicBezTo>
                <a:lnTo>
                  <a:pt x="1139064" y="36901"/>
                </a:lnTo>
                <a:lnTo>
                  <a:pt x="1129956" y="36901"/>
                </a:lnTo>
                <a:lnTo>
                  <a:pt x="1106382" y="92085"/>
                </a:lnTo>
                <a:lnTo>
                  <a:pt x="1103770" y="98380"/>
                </a:lnTo>
                <a:lnTo>
                  <a:pt x="1101159" y="91884"/>
                </a:lnTo>
                <a:lnTo>
                  <a:pt x="1076246" y="36901"/>
                </a:lnTo>
                <a:lnTo>
                  <a:pt x="1067204" y="36901"/>
                </a:lnTo>
                <a:lnTo>
                  <a:pt x="1099819" y="107555"/>
                </a:lnTo>
                <a:lnTo>
                  <a:pt x="1094863" y="118136"/>
                </a:lnTo>
                <a:cubicBezTo>
                  <a:pt x="1094149" y="119654"/>
                  <a:pt x="1093301" y="121194"/>
                  <a:pt x="1092318" y="122757"/>
                </a:cubicBezTo>
                <a:cubicBezTo>
                  <a:pt x="1091336" y="124320"/>
                  <a:pt x="1090175" y="125748"/>
                  <a:pt x="1088836" y="127043"/>
                </a:cubicBezTo>
                <a:cubicBezTo>
                  <a:pt x="1087497" y="128338"/>
                  <a:pt x="1085990" y="129387"/>
                  <a:pt x="1084315" y="130191"/>
                </a:cubicBezTo>
                <a:cubicBezTo>
                  <a:pt x="1082641" y="130995"/>
                  <a:pt x="1080777" y="131396"/>
                  <a:pt x="1078723" y="131396"/>
                </a:cubicBezTo>
                <a:cubicBezTo>
                  <a:pt x="1077920" y="131396"/>
                  <a:pt x="1077016" y="131352"/>
                  <a:pt x="1076011" y="131262"/>
                </a:cubicBezTo>
                <a:cubicBezTo>
                  <a:pt x="1075007" y="131173"/>
                  <a:pt x="1073991" y="131061"/>
                  <a:pt x="1072964" y="130928"/>
                </a:cubicBezTo>
                <a:lnTo>
                  <a:pt x="1072026" y="137692"/>
                </a:lnTo>
                <a:cubicBezTo>
                  <a:pt x="1072964" y="137915"/>
                  <a:pt x="1074069" y="138127"/>
                  <a:pt x="1075341" y="138328"/>
                </a:cubicBezTo>
                <a:cubicBezTo>
                  <a:pt x="1076614" y="138529"/>
                  <a:pt x="1077786" y="138629"/>
                  <a:pt x="1078857" y="138629"/>
                </a:cubicBezTo>
                <a:close/>
                <a:moveTo>
                  <a:pt x="1185206" y="107019"/>
                </a:moveTo>
                <a:lnTo>
                  <a:pt x="1185206" y="96706"/>
                </a:lnTo>
                <a:lnTo>
                  <a:pt x="1176701" y="96706"/>
                </a:lnTo>
                <a:lnTo>
                  <a:pt x="1176701" y="107153"/>
                </a:lnTo>
                <a:cubicBezTo>
                  <a:pt x="1176656" y="110680"/>
                  <a:pt x="1176154" y="113984"/>
                  <a:pt x="1175194" y="117065"/>
                </a:cubicBezTo>
                <a:cubicBezTo>
                  <a:pt x="1174234" y="120145"/>
                  <a:pt x="1172750" y="123114"/>
                  <a:pt x="1170740" y="125972"/>
                </a:cubicBezTo>
                <a:lnTo>
                  <a:pt x="1175830" y="129119"/>
                </a:lnTo>
                <a:cubicBezTo>
                  <a:pt x="1178822" y="126217"/>
                  <a:pt x="1181121" y="122813"/>
                  <a:pt x="1182728" y="118906"/>
                </a:cubicBezTo>
                <a:cubicBezTo>
                  <a:pt x="1184336" y="115000"/>
                  <a:pt x="1185161" y="111037"/>
                  <a:pt x="1185206" y="107019"/>
                </a:cubicBezTo>
                <a:close/>
                <a:moveTo>
                  <a:pt x="1351950" y="66368"/>
                </a:moveTo>
                <a:lnTo>
                  <a:pt x="1329515" y="36901"/>
                </a:lnTo>
                <a:lnTo>
                  <a:pt x="1319938" y="36901"/>
                </a:lnTo>
                <a:lnTo>
                  <a:pt x="1347530" y="72462"/>
                </a:lnTo>
                <a:lnTo>
                  <a:pt x="1318799" y="109363"/>
                </a:lnTo>
                <a:lnTo>
                  <a:pt x="1328443" y="109363"/>
                </a:lnTo>
                <a:lnTo>
                  <a:pt x="1352017" y="78557"/>
                </a:lnTo>
                <a:lnTo>
                  <a:pt x="1375724" y="109363"/>
                </a:lnTo>
                <a:lnTo>
                  <a:pt x="1385234" y="109363"/>
                </a:lnTo>
                <a:lnTo>
                  <a:pt x="1356504" y="72462"/>
                </a:lnTo>
                <a:lnTo>
                  <a:pt x="1384096" y="36901"/>
                </a:lnTo>
                <a:lnTo>
                  <a:pt x="1374452" y="36901"/>
                </a:lnTo>
                <a:lnTo>
                  <a:pt x="1351950" y="66368"/>
                </a:lnTo>
                <a:close/>
                <a:moveTo>
                  <a:pt x="1447570" y="70922"/>
                </a:moveTo>
                <a:lnTo>
                  <a:pt x="1447570" y="69917"/>
                </a:lnTo>
                <a:cubicBezTo>
                  <a:pt x="1447526" y="64560"/>
                  <a:pt x="1447146" y="59436"/>
                  <a:pt x="1446432" y="54548"/>
                </a:cubicBezTo>
                <a:cubicBezTo>
                  <a:pt x="1445717" y="49659"/>
                  <a:pt x="1444735" y="44960"/>
                  <a:pt x="1443485" y="40450"/>
                </a:cubicBezTo>
                <a:cubicBezTo>
                  <a:pt x="1442190" y="35807"/>
                  <a:pt x="1440650" y="31454"/>
                  <a:pt x="1438864" y="27391"/>
                </a:cubicBezTo>
                <a:cubicBezTo>
                  <a:pt x="1437078" y="23328"/>
                  <a:pt x="1435047" y="19533"/>
                  <a:pt x="1432770" y="16006"/>
                </a:cubicBezTo>
                <a:cubicBezTo>
                  <a:pt x="1430537" y="12568"/>
                  <a:pt x="1428115" y="9488"/>
                  <a:pt x="1425504" y="6764"/>
                </a:cubicBezTo>
                <a:cubicBezTo>
                  <a:pt x="1422892" y="4041"/>
                  <a:pt x="1420157" y="1786"/>
                  <a:pt x="1417300" y="0"/>
                </a:cubicBezTo>
                <a:lnTo>
                  <a:pt x="1415357" y="5224"/>
                </a:lnTo>
                <a:cubicBezTo>
                  <a:pt x="1417679" y="6920"/>
                  <a:pt x="1419856" y="8985"/>
                  <a:pt x="1421887" y="11418"/>
                </a:cubicBezTo>
                <a:cubicBezTo>
                  <a:pt x="1423919" y="13852"/>
                  <a:pt x="1425783" y="16564"/>
                  <a:pt x="1427479" y="19555"/>
                </a:cubicBezTo>
                <a:cubicBezTo>
                  <a:pt x="1429354" y="22859"/>
                  <a:pt x="1431073" y="26509"/>
                  <a:pt x="1432636" y="30505"/>
                </a:cubicBezTo>
                <a:cubicBezTo>
                  <a:pt x="1434199" y="34501"/>
                  <a:pt x="1435516" y="38776"/>
                  <a:pt x="1436587" y="43330"/>
                </a:cubicBezTo>
                <a:cubicBezTo>
                  <a:pt x="1437435" y="47125"/>
                  <a:pt x="1438127" y="51266"/>
                  <a:pt x="1438663" y="55753"/>
                </a:cubicBezTo>
                <a:cubicBezTo>
                  <a:pt x="1439199" y="60240"/>
                  <a:pt x="1439489" y="64895"/>
                  <a:pt x="1439534" y="69716"/>
                </a:cubicBezTo>
                <a:lnTo>
                  <a:pt x="1439534" y="71056"/>
                </a:lnTo>
                <a:cubicBezTo>
                  <a:pt x="1439489" y="75521"/>
                  <a:pt x="1439244" y="79941"/>
                  <a:pt x="1438797" y="84316"/>
                </a:cubicBezTo>
                <a:cubicBezTo>
                  <a:pt x="1438351" y="88691"/>
                  <a:pt x="1437659" y="92911"/>
                  <a:pt x="1436721" y="96973"/>
                </a:cubicBezTo>
                <a:cubicBezTo>
                  <a:pt x="1435828" y="101260"/>
                  <a:pt x="1434679" y="105334"/>
                  <a:pt x="1433272" y="109196"/>
                </a:cubicBezTo>
                <a:cubicBezTo>
                  <a:pt x="1431866" y="113058"/>
                  <a:pt x="1430270" y="116640"/>
                  <a:pt x="1428484" y="119944"/>
                </a:cubicBezTo>
                <a:cubicBezTo>
                  <a:pt x="1426698" y="123248"/>
                  <a:pt x="1424700" y="126228"/>
                  <a:pt x="1422490" y="128885"/>
                </a:cubicBezTo>
                <a:cubicBezTo>
                  <a:pt x="1420280" y="131541"/>
                  <a:pt x="1417902" y="133785"/>
                  <a:pt x="1415357" y="135615"/>
                </a:cubicBezTo>
                <a:lnTo>
                  <a:pt x="1417300" y="140839"/>
                </a:lnTo>
                <a:cubicBezTo>
                  <a:pt x="1420157" y="139009"/>
                  <a:pt x="1422892" y="136743"/>
                  <a:pt x="1425504" y="134042"/>
                </a:cubicBezTo>
                <a:cubicBezTo>
                  <a:pt x="1428115" y="131341"/>
                  <a:pt x="1430560" y="128249"/>
                  <a:pt x="1432837" y="124766"/>
                </a:cubicBezTo>
                <a:cubicBezTo>
                  <a:pt x="1435069" y="121328"/>
                  <a:pt x="1437089" y="117556"/>
                  <a:pt x="1438898" y="113448"/>
                </a:cubicBezTo>
                <a:cubicBezTo>
                  <a:pt x="1440706" y="109341"/>
                  <a:pt x="1442257" y="104988"/>
                  <a:pt x="1443552" y="100389"/>
                </a:cubicBezTo>
                <a:cubicBezTo>
                  <a:pt x="1444802" y="95835"/>
                  <a:pt x="1445784" y="91080"/>
                  <a:pt x="1446499" y="86124"/>
                </a:cubicBezTo>
                <a:cubicBezTo>
                  <a:pt x="1447213" y="81168"/>
                  <a:pt x="1447570" y="76101"/>
                  <a:pt x="1447570" y="70922"/>
                </a:cubicBezTo>
                <a:close/>
                <a:moveTo>
                  <a:pt x="1515072" y="103604"/>
                </a:moveTo>
                <a:cubicBezTo>
                  <a:pt x="1515072" y="105434"/>
                  <a:pt x="1515675" y="106986"/>
                  <a:pt x="1516881" y="108258"/>
                </a:cubicBezTo>
                <a:cubicBezTo>
                  <a:pt x="1518086" y="109530"/>
                  <a:pt x="1519738" y="110167"/>
                  <a:pt x="1521836" y="110167"/>
                </a:cubicBezTo>
                <a:cubicBezTo>
                  <a:pt x="1523935" y="110167"/>
                  <a:pt x="1525620" y="109530"/>
                  <a:pt x="1526893" y="108258"/>
                </a:cubicBezTo>
                <a:cubicBezTo>
                  <a:pt x="1528165" y="106986"/>
                  <a:pt x="1528801" y="105434"/>
                  <a:pt x="1528801" y="103604"/>
                </a:cubicBezTo>
                <a:cubicBezTo>
                  <a:pt x="1528801" y="101684"/>
                  <a:pt x="1528176" y="100065"/>
                  <a:pt x="1526926" y="98748"/>
                </a:cubicBezTo>
                <a:cubicBezTo>
                  <a:pt x="1525676" y="97431"/>
                  <a:pt x="1523979" y="96773"/>
                  <a:pt x="1521836" y="96773"/>
                </a:cubicBezTo>
                <a:cubicBezTo>
                  <a:pt x="1519738" y="96773"/>
                  <a:pt x="1518086" y="97442"/>
                  <a:pt x="1516881" y="98782"/>
                </a:cubicBezTo>
                <a:cubicBezTo>
                  <a:pt x="1515675" y="100121"/>
                  <a:pt x="1515072" y="101728"/>
                  <a:pt x="1515072" y="103604"/>
                </a:cubicBezTo>
                <a:moveTo>
                  <a:pt x="1515072" y="44937"/>
                </a:moveTo>
                <a:cubicBezTo>
                  <a:pt x="1515072" y="46768"/>
                  <a:pt x="1515675" y="48319"/>
                  <a:pt x="1516881" y="49592"/>
                </a:cubicBezTo>
                <a:cubicBezTo>
                  <a:pt x="1518086" y="50864"/>
                  <a:pt x="1519738" y="51500"/>
                  <a:pt x="1521836" y="51500"/>
                </a:cubicBezTo>
                <a:cubicBezTo>
                  <a:pt x="1523935" y="51500"/>
                  <a:pt x="1525620" y="50864"/>
                  <a:pt x="1526893" y="49592"/>
                </a:cubicBezTo>
                <a:cubicBezTo>
                  <a:pt x="1528165" y="48319"/>
                  <a:pt x="1528801" y="46768"/>
                  <a:pt x="1528801" y="44937"/>
                </a:cubicBezTo>
                <a:cubicBezTo>
                  <a:pt x="1528801" y="43017"/>
                  <a:pt x="1528176" y="41399"/>
                  <a:pt x="1526926" y="40082"/>
                </a:cubicBezTo>
                <a:cubicBezTo>
                  <a:pt x="1525676" y="38765"/>
                  <a:pt x="1523979" y="38106"/>
                  <a:pt x="1521836" y="38106"/>
                </a:cubicBezTo>
                <a:cubicBezTo>
                  <a:pt x="1519738" y="38106"/>
                  <a:pt x="1518086" y="38776"/>
                  <a:pt x="1516881" y="40115"/>
                </a:cubicBezTo>
                <a:cubicBezTo>
                  <a:pt x="1515675" y="41455"/>
                  <a:pt x="1515072" y="43062"/>
                  <a:pt x="1515072" y="44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[...]">
            <a:extLst xmlns:a="http://schemas.openxmlformats.org/drawingml/2006/main">
              <a:ext uri="{FF2B5EF4-FFF2-40B4-BE49-F238E27FC236}">
                <a16:creationId xmlns:a16="http://schemas.microsoft.com/office/drawing/2014/main" id="{377B54D5-CD22-4526-873F-4ADDD3AC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659" y="6603903"/>
            <a:ext cx="351832" cy="132334"/>
          </a:xfrm>
          <a:custGeom xmlns:a="http://schemas.openxmlformats.org/drawingml/2006/main">
            <a:pathLst>
              <a:path w="351832" h="132334">
                <a:moveTo>
                  <a:pt x="23172" y="6898"/>
                </a:moveTo>
                <a:lnTo>
                  <a:pt x="23172" y="0"/>
                </a:lnTo>
                <a:lnTo>
                  <a:pt x="0" y="0"/>
                </a:lnTo>
                <a:lnTo>
                  <a:pt x="0" y="132334"/>
                </a:lnTo>
                <a:lnTo>
                  <a:pt x="23172" y="132334"/>
                </a:lnTo>
                <a:lnTo>
                  <a:pt x="23172" y="125436"/>
                </a:lnTo>
                <a:lnTo>
                  <a:pt x="7702" y="125436"/>
                </a:lnTo>
                <a:lnTo>
                  <a:pt x="7702" y="6898"/>
                </a:lnTo>
                <a:lnTo>
                  <a:pt x="23172" y="6898"/>
                </a:lnTo>
                <a:close/>
                <a:moveTo>
                  <a:pt x="88388" y="105680"/>
                </a:moveTo>
                <a:cubicBezTo>
                  <a:pt x="88388" y="107510"/>
                  <a:pt x="88990" y="109062"/>
                  <a:pt x="90196" y="110334"/>
                </a:cubicBezTo>
                <a:cubicBezTo>
                  <a:pt x="91401" y="111607"/>
                  <a:pt x="93053" y="112243"/>
                  <a:pt x="95152" y="112243"/>
                </a:cubicBezTo>
                <a:cubicBezTo>
                  <a:pt x="97250" y="112243"/>
                  <a:pt x="98936" y="111607"/>
                  <a:pt x="100208" y="110334"/>
                </a:cubicBezTo>
                <a:cubicBezTo>
                  <a:pt x="101481" y="109062"/>
                  <a:pt x="102117" y="107510"/>
                  <a:pt x="102117" y="105680"/>
                </a:cubicBezTo>
                <a:cubicBezTo>
                  <a:pt x="102117" y="103760"/>
                  <a:pt x="101492" y="102141"/>
                  <a:pt x="100242" y="100824"/>
                </a:cubicBezTo>
                <a:cubicBezTo>
                  <a:pt x="98991" y="99507"/>
                  <a:pt x="97295" y="98849"/>
                  <a:pt x="95152" y="98849"/>
                </a:cubicBezTo>
                <a:cubicBezTo>
                  <a:pt x="93053" y="98849"/>
                  <a:pt x="91401" y="99518"/>
                  <a:pt x="90196" y="100858"/>
                </a:cubicBezTo>
                <a:cubicBezTo>
                  <a:pt x="88990" y="102197"/>
                  <a:pt x="88388" y="103804"/>
                  <a:pt x="88388" y="105680"/>
                </a:cubicBezTo>
                <a:close/>
                <a:moveTo>
                  <a:pt x="171230" y="105680"/>
                </a:moveTo>
                <a:cubicBezTo>
                  <a:pt x="171230" y="107510"/>
                  <a:pt x="171833" y="109062"/>
                  <a:pt x="173039" y="110334"/>
                </a:cubicBezTo>
                <a:cubicBezTo>
                  <a:pt x="174244" y="111607"/>
                  <a:pt x="175896" y="112243"/>
                  <a:pt x="177994" y="112243"/>
                </a:cubicBezTo>
                <a:cubicBezTo>
                  <a:pt x="180093" y="112243"/>
                  <a:pt x="181778" y="111607"/>
                  <a:pt x="183051" y="110334"/>
                </a:cubicBezTo>
                <a:cubicBezTo>
                  <a:pt x="184323" y="109062"/>
                  <a:pt x="184959" y="107510"/>
                  <a:pt x="184959" y="105680"/>
                </a:cubicBezTo>
                <a:cubicBezTo>
                  <a:pt x="184959" y="103760"/>
                  <a:pt x="184334" y="102141"/>
                  <a:pt x="183084" y="100824"/>
                </a:cubicBezTo>
                <a:cubicBezTo>
                  <a:pt x="181834" y="99507"/>
                  <a:pt x="180137" y="98849"/>
                  <a:pt x="177994" y="98849"/>
                </a:cubicBezTo>
                <a:cubicBezTo>
                  <a:pt x="175896" y="98849"/>
                  <a:pt x="174244" y="99518"/>
                  <a:pt x="173039" y="100858"/>
                </a:cubicBezTo>
                <a:cubicBezTo>
                  <a:pt x="171833" y="102197"/>
                  <a:pt x="171230" y="103804"/>
                  <a:pt x="171230" y="105680"/>
                </a:cubicBezTo>
                <a:close/>
                <a:moveTo>
                  <a:pt x="253524" y="105680"/>
                </a:moveTo>
                <a:cubicBezTo>
                  <a:pt x="253524" y="107510"/>
                  <a:pt x="254127" y="109062"/>
                  <a:pt x="255333" y="110334"/>
                </a:cubicBezTo>
                <a:cubicBezTo>
                  <a:pt x="256538" y="111607"/>
                  <a:pt x="258190" y="112243"/>
                  <a:pt x="260288" y="112243"/>
                </a:cubicBezTo>
                <a:cubicBezTo>
                  <a:pt x="262387" y="112243"/>
                  <a:pt x="264072" y="111607"/>
                  <a:pt x="265345" y="110334"/>
                </a:cubicBezTo>
                <a:cubicBezTo>
                  <a:pt x="266617" y="109062"/>
                  <a:pt x="267253" y="107510"/>
                  <a:pt x="267253" y="105680"/>
                </a:cubicBezTo>
                <a:cubicBezTo>
                  <a:pt x="267253" y="103760"/>
                  <a:pt x="266628" y="102141"/>
                  <a:pt x="265378" y="100824"/>
                </a:cubicBezTo>
                <a:cubicBezTo>
                  <a:pt x="264128" y="99507"/>
                  <a:pt x="262431" y="98849"/>
                  <a:pt x="260288" y="98849"/>
                </a:cubicBezTo>
                <a:cubicBezTo>
                  <a:pt x="258190" y="98849"/>
                  <a:pt x="256538" y="99518"/>
                  <a:pt x="255333" y="100858"/>
                </a:cubicBezTo>
                <a:cubicBezTo>
                  <a:pt x="254127" y="102197"/>
                  <a:pt x="253524" y="103804"/>
                  <a:pt x="253524" y="105680"/>
                </a:cubicBezTo>
                <a:close/>
                <a:moveTo>
                  <a:pt x="328660" y="0"/>
                </a:moveTo>
                <a:lnTo>
                  <a:pt x="328660" y="6898"/>
                </a:lnTo>
                <a:lnTo>
                  <a:pt x="344131" y="6898"/>
                </a:lnTo>
                <a:lnTo>
                  <a:pt x="344131" y="125436"/>
                </a:lnTo>
                <a:lnTo>
                  <a:pt x="328660" y="125436"/>
                </a:lnTo>
                <a:lnTo>
                  <a:pt x="328660" y="132334"/>
                </a:lnTo>
                <a:lnTo>
                  <a:pt x="351832" y="132334"/>
                </a:lnTo>
                <a:lnTo>
                  <a:pt x="351832" y="0"/>
                </a:lnTo>
                <a:lnTo>
                  <a:pt x="32866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4bab501644e03"/>
          <a:stretch xmlns:a="http://schemas.openxmlformats.org/drawingml/2006/main"/>
        </p:blipFill>
        <p:spPr>
          <a:xfrm xmlns:a="http://schemas.openxmlformats.org/drawingml/2006/main">
            <a:off x="12869797" y="6695091"/>
            <a:ext cx="267429" cy="271674"/>
          </a:xfrm>
          <a:prstGeom xmlns:a="http://schemas.openxmlformats.org/drawingml/2006/main" prst="rect">
            <a:avLst/>
          </a:prstGeom>
        </p:spPr>
      </p:pic>
      <p:sp>
        <p:nvSpPr>
          <p:cNvPr id="60" name="Text Bloated">
            <a:extLst xmlns:a="http://schemas.openxmlformats.org/drawingml/2006/main">
              <a:ext uri="{FF2B5EF4-FFF2-40B4-BE49-F238E27FC236}">
                <a16:creationId xmlns:a16="http://schemas.microsoft.com/office/drawing/2014/main" id="{4FC71804-7CCD-48E1-9804-BFB594E5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717" y="6380991"/>
            <a:ext cx="439080" cy="104296"/>
          </a:xfrm>
          <a:custGeom xmlns:a="http://schemas.openxmlformats.org/drawingml/2006/main">
            <a:pathLst>
              <a:path w="439080" h="104296">
                <a:moveTo>
                  <a:pt x="98484" y="0"/>
                </a:moveTo>
                <a:lnTo>
                  <a:pt x="80737" y="102867"/>
                </a:lnTo>
                <a:lnTo>
                  <a:pt x="88572" y="102867"/>
                </a:lnTo>
                <a:lnTo>
                  <a:pt x="106386" y="0"/>
                </a:lnTo>
                <a:lnTo>
                  <a:pt x="98484" y="0"/>
                </a:lnTo>
                <a:close/>
                <a:moveTo>
                  <a:pt x="52748" y="51844"/>
                </a:moveTo>
                <a:lnTo>
                  <a:pt x="53228" y="51675"/>
                </a:lnTo>
                <a:lnTo>
                  <a:pt x="53704" y="51501"/>
                </a:lnTo>
                <a:lnTo>
                  <a:pt x="54178" y="51321"/>
                </a:lnTo>
                <a:lnTo>
                  <a:pt x="54648" y="51136"/>
                </a:lnTo>
                <a:lnTo>
                  <a:pt x="55115" y="50945"/>
                </a:lnTo>
                <a:lnTo>
                  <a:pt x="55579" y="50749"/>
                </a:lnTo>
                <a:lnTo>
                  <a:pt x="56040" y="50548"/>
                </a:lnTo>
                <a:lnTo>
                  <a:pt x="56498" y="50341"/>
                </a:lnTo>
                <a:lnTo>
                  <a:pt x="56953" y="50128"/>
                </a:lnTo>
                <a:lnTo>
                  <a:pt x="57404" y="49910"/>
                </a:lnTo>
                <a:lnTo>
                  <a:pt x="57853" y="49687"/>
                </a:lnTo>
                <a:lnTo>
                  <a:pt x="58298" y="49458"/>
                </a:lnTo>
                <a:lnTo>
                  <a:pt x="58738" y="49223"/>
                </a:lnTo>
                <a:lnTo>
                  <a:pt x="59173" y="48982"/>
                </a:lnTo>
                <a:lnTo>
                  <a:pt x="59601" y="48734"/>
                </a:lnTo>
                <a:lnTo>
                  <a:pt x="60022" y="48479"/>
                </a:lnTo>
                <a:lnTo>
                  <a:pt x="60438" y="48218"/>
                </a:lnTo>
                <a:lnTo>
                  <a:pt x="60847" y="47951"/>
                </a:lnTo>
                <a:lnTo>
                  <a:pt x="61250" y="47677"/>
                </a:lnTo>
                <a:lnTo>
                  <a:pt x="61646" y="47397"/>
                </a:lnTo>
                <a:lnTo>
                  <a:pt x="62037" y="47110"/>
                </a:lnTo>
                <a:lnTo>
                  <a:pt x="62421" y="46816"/>
                </a:lnTo>
                <a:lnTo>
                  <a:pt x="62799" y="46516"/>
                </a:lnTo>
                <a:lnTo>
                  <a:pt x="63170" y="46210"/>
                </a:lnTo>
                <a:lnTo>
                  <a:pt x="63535" y="45897"/>
                </a:lnTo>
                <a:lnTo>
                  <a:pt x="63894" y="45577"/>
                </a:lnTo>
                <a:lnTo>
                  <a:pt x="64247" y="45251"/>
                </a:lnTo>
                <a:lnTo>
                  <a:pt x="64593" y="44919"/>
                </a:lnTo>
                <a:lnTo>
                  <a:pt x="64933" y="44580"/>
                </a:lnTo>
                <a:lnTo>
                  <a:pt x="65267" y="44234"/>
                </a:lnTo>
                <a:lnTo>
                  <a:pt x="65595" y="43882"/>
                </a:lnTo>
                <a:lnTo>
                  <a:pt x="65916" y="43523"/>
                </a:lnTo>
                <a:lnTo>
                  <a:pt x="66231" y="43158"/>
                </a:lnTo>
                <a:lnTo>
                  <a:pt x="66539" y="42787"/>
                </a:lnTo>
                <a:lnTo>
                  <a:pt x="66842" y="42409"/>
                </a:lnTo>
                <a:lnTo>
                  <a:pt x="67138" y="42024"/>
                </a:lnTo>
                <a:lnTo>
                  <a:pt x="67426" y="41632"/>
                </a:lnTo>
                <a:lnTo>
                  <a:pt x="67705" y="41233"/>
                </a:lnTo>
                <a:lnTo>
                  <a:pt x="67974" y="40826"/>
                </a:lnTo>
                <a:lnTo>
                  <a:pt x="68233" y="40412"/>
                </a:lnTo>
                <a:lnTo>
                  <a:pt x="68482" y="39990"/>
                </a:lnTo>
                <a:lnTo>
                  <a:pt x="68722" y="39561"/>
                </a:lnTo>
                <a:lnTo>
                  <a:pt x="68953" y="39124"/>
                </a:lnTo>
                <a:lnTo>
                  <a:pt x="69173" y="38679"/>
                </a:lnTo>
                <a:lnTo>
                  <a:pt x="69384" y="38227"/>
                </a:lnTo>
                <a:lnTo>
                  <a:pt x="69585" y="37767"/>
                </a:lnTo>
                <a:lnTo>
                  <a:pt x="69777" y="37300"/>
                </a:lnTo>
                <a:lnTo>
                  <a:pt x="69959" y="36825"/>
                </a:lnTo>
                <a:lnTo>
                  <a:pt x="70132" y="36343"/>
                </a:lnTo>
                <a:lnTo>
                  <a:pt x="70294" y="35853"/>
                </a:lnTo>
                <a:lnTo>
                  <a:pt x="70447" y="35356"/>
                </a:lnTo>
                <a:lnTo>
                  <a:pt x="70591" y="34851"/>
                </a:lnTo>
                <a:lnTo>
                  <a:pt x="70725" y="34338"/>
                </a:lnTo>
                <a:lnTo>
                  <a:pt x="70849" y="33818"/>
                </a:lnTo>
                <a:lnTo>
                  <a:pt x="70963" y="33290"/>
                </a:lnTo>
                <a:lnTo>
                  <a:pt x="71068" y="32755"/>
                </a:lnTo>
                <a:lnTo>
                  <a:pt x="71163" y="32212"/>
                </a:lnTo>
                <a:lnTo>
                  <a:pt x="71249" y="31662"/>
                </a:lnTo>
                <a:lnTo>
                  <a:pt x="71324" y="31104"/>
                </a:lnTo>
                <a:lnTo>
                  <a:pt x="71391" y="30539"/>
                </a:lnTo>
                <a:lnTo>
                  <a:pt x="71458" y="29984"/>
                </a:lnTo>
                <a:lnTo>
                  <a:pt x="71517" y="29436"/>
                </a:lnTo>
                <a:lnTo>
                  <a:pt x="71565" y="28895"/>
                </a:lnTo>
                <a:lnTo>
                  <a:pt x="71605" y="28361"/>
                </a:lnTo>
                <a:lnTo>
                  <a:pt x="71634" y="27834"/>
                </a:lnTo>
                <a:lnTo>
                  <a:pt x="71654" y="27314"/>
                </a:lnTo>
                <a:lnTo>
                  <a:pt x="71665" y="26800"/>
                </a:lnTo>
                <a:lnTo>
                  <a:pt x="71666" y="26293"/>
                </a:lnTo>
                <a:lnTo>
                  <a:pt x="71658" y="25794"/>
                </a:lnTo>
                <a:lnTo>
                  <a:pt x="71639" y="25301"/>
                </a:lnTo>
                <a:lnTo>
                  <a:pt x="71612" y="24815"/>
                </a:lnTo>
                <a:lnTo>
                  <a:pt x="71575" y="24335"/>
                </a:lnTo>
                <a:lnTo>
                  <a:pt x="71528" y="23863"/>
                </a:lnTo>
                <a:lnTo>
                  <a:pt x="71472" y="23398"/>
                </a:lnTo>
                <a:lnTo>
                  <a:pt x="71406" y="22939"/>
                </a:lnTo>
                <a:lnTo>
                  <a:pt x="71331" y="22487"/>
                </a:lnTo>
                <a:lnTo>
                  <a:pt x="71246" y="22042"/>
                </a:lnTo>
                <a:lnTo>
                  <a:pt x="71152" y="21604"/>
                </a:lnTo>
                <a:lnTo>
                  <a:pt x="71048" y="21173"/>
                </a:lnTo>
                <a:lnTo>
                  <a:pt x="70935" y="20749"/>
                </a:lnTo>
                <a:lnTo>
                  <a:pt x="70812" y="20331"/>
                </a:lnTo>
                <a:lnTo>
                  <a:pt x="70680" y="19921"/>
                </a:lnTo>
                <a:lnTo>
                  <a:pt x="70538" y="19517"/>
                </a:lnTo>
                <a:lnTo>
                  <a:pt x="70386" y="19120"/>
                </a:lnTo>
                <a:lnTo>
                  <a:pt x="70226" y="18730"/>
                </a:lnTo>
                <a:lnTo>
                  <a:pt x="70060" y="18345"/>
                </a:lnTo>
                <a:lnTo>
                  <a:pt x="69886" y="17966"/>
                </a:lnTo>
                <a:lnTo>
                  <a:pt x="69706" y="17594"/>
                </a:lnTo>
                <a:lnTo>
                  <a:pt x="69519" y="17227"/>
                </a:lnTo>
                <a:lnTo>
                  <a:pt x="69325" y="16866"/>
                </a:lnTo>
                <a:lnTo>
                  <a:pt x="69124" y="16511"/>
                </a:lnTo>
                <a:lnTo>
                  <a:pt x="68916" y="16162"/>
                </a:lnTo>
                <a:lnTo>
                  <a:pt x="68702" y="15819"/>
                </a:lnTo>
                <a:lnTo>
                  <a:pt x="68480" y="15482"/>
                </a:lnTo>
                <a:lnTo>
                  <a:pt x="68252" y="15151"/>
                </a:lnTo>
                <a:lnTo>
                  <a:pt x="68017" y="14826"/>
                </a:lnTo>
                <a:lnTo>
                  <a:pt x="67775" y="14506"/>
                </a:lnTo>
                <a:lnTo>
                  <a:pt x="67526" y="14193"/>
                </a:lnTo>
                <a:lnTo>
                  <a:pt x="67270" y="13885"/>
                </a:lnTo>
                <a:lnTo>
                  <a:pt x="67008" y="13584"/>
                </a:lnTo>
                <a:lnTo>
                  <a:pt x="66738" y="13288"/>
                </a:lnTo>
                <a:lnTo>
                  <a:pt x="66462" y="12999"/>
                </a:lnTo>
                <a:lnTo>
                  <a:pt x="66179" y="12715"/>
                </a:lnTo>
                <a:lnTo>
                  <a:pt x="65889" y="12437"/>
                </a:lnTo>
                <a:lnTo>
                  <a:pt x="65592" y="12165"/>
                </a:lnTo>
                <a:lnTo>
                  <a:pt x="65288" y="11899"/>
                </a:lnTo>
                <a:lnTo>
                  <a:pt x="64978" y="11639"/>
                </a:lnTo>
                <a:lnTo>
                  <a:pt x="64660" y="11385"/>
                </a:lnTo>
                <a:lnTo>
                  <a:pt x="64337" y="11137"/>
                </a:lnTo>
                <a:lnTo>
                  <a:pt x="64009" y="10894"/>
                </a:lnTo>
                <a:lnTo>
                  <a:pt x="63675" y="10656"/>
                </a:lnTo>
                <a:lnTo>
                  <a:pt x="63337" y="10424"/>
                </a:lnTo>
                <a:lnTo>
                  <a:pt x="62995" y="10198"/>
                </a:lnTo>
                <a:lnTo>
                  <a:pt x="62647" y="9977"/>
                </a:lnTo>
                <a:lnTo>
                  <a:pt x="62294" y="9761"/>
                </a:lnTo>
                <a:lnTo>
                  <a:pt x="61937" y="9551"/>
                </a:lnTo>
                <a:lnTo>
                  <a:pt x="61574" y="9346"/>
                </a:lnTo>
                <a:lnTo>
                  <a:pt x="61207" y="9147"/>
                </a:lnTo>
                <a:lnTo>
                  <a:pt x="60835" y="8953"/>
                </a:lnTo>
                <a:lnTo>
                  <a:pt x="60458" y="8765"/>
                </a:lnTo>
                <a:lnTo>
                  <a:pt x="60076" y="8582"/>
                </a:lnTo>
                <a:lnTo>
                  <a:pt x="59689" y="8405"/>
                </a:lnTo>
                <a:lnTo>
                  <a:pt x="59297" y="8233"/>
                </a:lnTo>
                <a:lnTo>
                  <a:pt x="58901" y="8066"/>
                </a:lnTo>
                <a:lnTo>
                  <a:pt x="58499" y="7905"/>
                </a:lnTo>
                <a:lnTo>
                  <a:pt x="58093" y="7750"/>
                </a:lnTo>
                <a:lnTo>
                  <a:pt x="57682" y="7600"/>
                </a:lnTo>
                <a:lnTo>
                  <a:pt x="57265" y="7455"/>
                </a:lnTo>
                <a:lnTo>
                  <a:pt x="56844" y="7316"/>
                </a:lnTo>
                <a:lnTo>
                  <a:pt x="56419" y="7182"/>
                </a:lnTo>
                <a:lnTo>
                  <a:pt x="55988" y="7054"/>
                </a:lnTo>
                <a:lnTo>
                  <a:pt x="55552" y="6931"/>
                </a:lnTo>
                <a:lnTo>
                  <a:pt x="55113" y="6814"/>
                </a:lnTo>
                <a:lnTo>
                  <a:pt x="54671" y="6701"/>
                </a:lnTo>
                <a:lnTo>
                  <a:pt x="54226" y="6592"/>
                </a:lnTo>
                <a:lnTo>
                  <a:pt x="53778" y="6488"/>
                </a:lnTo>
                <a:lnTo>
                  <a:pt x="53328" y="6388"/>
                </a:lnTo>
                <a:lnTo>
                  <a:pt x="52875" y="6293"/>
                </a:lnTo>
                <a:lnTo>
                  <a:pt x="52420" y="6203"/>
                </a:lnTo>
                <a:lnTo>
                  <a:pt x="51962" y="6117"/>
                </a:lnTo>
                <a:lnTo>
                  <a:pt x="51501" y="6035"/>
                </a:lnTo>
                <a:lnTo>
                  <a:pt x="51037" y="5958"/>
                </a:lnTo>
                <a:lnTo>
                  <a:pt x="50571" y="5886"/>
                </a:lnTo>
                <a:lnTo>
                  <a:pt x="50102" y="5818"/>
                </a:lnTo>
                <a:lnTo>
                  <a:pt x="49631" y="5755"/>
                </a:lnTo>
                <a:lnTo>
                  <a:pt x="49157" y="5696"/>
                </a:lnTo>
                <a:lnTo>
                  <a:pt x="48680" y="5642"/>
                </a:lnTo>
                <a:lnTo>
                  <a:pt x="48200" y="5592"/>
                </a:lnTo>
                <a:lnTo>
                  <a:pt x="47718" y="5547"/>
                </a:lnTo>
                <a:lnTo>
                  <a:pt x="47233" y="5506"/>
                </a:lnTo>
                <a:lnTo>
                  <a:pt x="46746" y="5470"/>
                </a:lnTo>
                <a:lnTo>
                  <a:pt x="46255" y="5439"/>
                </a:lnTo>
                <a:lnTo>
                  <a:pt x="45762" y="5412"/>
                </a:lnTo>
                <a:lnTo>
                  <a:pt x="45267" y="5389"/>
                </a:lnTo>
                <a:lnTo>
                  <a:pt x="44769" y="5371"/>
                </a:lnTo>
                <a:lnTo>
                  <a:pt x="44268" y="5358"/>
                </a:lnTo>
                <a:lnTo>
                  <a:pt x="16877" y="5358"/>
                </a:lnTo>
                <a:lnTo>
                  <a:pt x="0" y="102867"/>
                </a:lnTo>
                <a:lnTo>
                  <a:pt x="3215" y="102867"/>
                </a:lnTo>
                <a:lnTo>
                  <a:pt x="8103" y="102867"/>
                </a:lnTo>
                <a:lnTo>
                  <a:pt x="32615" y="102867"/>
                </a:lnTo>
                <a:lnTo>
                  <a:pt x="33327" y="102861"/>
                </a:lnTo>
                <a:lnTo>
                  <a:pt x="34036" y="102845"/>
                </a:lnTo>
                <a:lnTo>
                  <a:pt x="34740" y="102817"/>
                </a:lnTo>
                <a:lnTo>
                  <a:pt x="35441" y="102778"/>
                </a:lnTo>
                <a:lnTo>
                  <a:pt x="36138" y="102729"/>
                </a:lnTo>
                <a:lnTo>
                  <a:pt x="36832" y="102668"/>
                </a:lnTo>
                <a:lnTo>
                  <a:pt x="37521" y="102596"/>
                </a:lnTo>
                <a:lnTo>
                  <a:pt x="38207" y="102513"/>
                </a:lnTo>
                <a:lnTo>
                  <a:pt x="38888" y="102420"/>
                </a:lnTo>
                <a:lnTo>
                  <a:pt x="39566" y="102315"/>
                </a:lnTo>
                <a:lnTo>
                  <a:pt x="40240" y="102199"/>
                </a:lnTo>
                <a:lnTo>
                  <a:pt x="40911" y="102072"/>
                </a:lnTo>
                <a:lnTo>
                  <a:pt x="41577" y="101934"/>
                </a:lnTo>
                <a:lnTo>
                  <a:pt x="42240" y="101784"/>
                </a:lnTo>
                <a:lnTo>
                  <a:pt x="42898" y="101624"/>
                </a:lnTo>
                <a:lnTo>
                  <a:pt x="43553" y="101453"/>
                </a:lnTo>
                <a:lnTo>
                  <a:pt x="44204" y="101271"/>
                </a:lnTo>
                <a:lnTo>
                  <a:pt x="44851" y="101077"/>
                </a:lnTo>
                <a:lnTo>
                  <a:pt x="45495" y="100873"/>
                </a:lnTo>
                <a:lnTo>
                  <a:pt x="46134" y="100658"/>
                </a:lnTo>
                <a:lnTo>
                  <a:pt x="46770" y="100431"/>
                </a:lnTo>
                <a:lnTo>
                  <a:pt x="47402" y="100194"/>
                </a:lnTo>
                <a:lnTo>
                  <a:pt x="48030" y="99945"/>
                </a:lnTo>
                <a:lnTo>
                  <a:pt x="48654" y="99686"/>
                </a:lnTo>
                <a:lnTo>
                  <a:pt x="49272" y="99415"/>
                </a:lnTo>
                <a:lnTo>
                  <a:pt x="49881" y="99135"/>
                </a:lnTo>
                <a:lnTo>
                  <a:pt x="50481" y="98843"/>
                </a:lnTo>
                <a:lnTo>
                  <a:pt x="51073" y="98542"/>
                </a:lnTo>
                <a:lnTo>
                  <a:pt x="51655" y="98229"/>
                </a:lnTo>
                <a:lnTo>
                  <a:pt x="52229" y="97907"/>
                </a:lnTo>
                <a:lnTo>
                  <a:pt x="52794" y="97574"/>
                </a:lnTo>
                <a:lnTo>
                  <a:pt x="53350" y="97230"/>
                </a:lnTo>
                <a:lnTo>
                  <a:pt x="53897" y="96876"/>
                </a:lnTo>
                <a:lnTo>
                  <a:pt x="54435" y="96512"/>
                </a:lnTo>
                <a:lnTo>
                  <a:pt x="54965" y="96137"/>
                </a:lnTo>
                <a:lnTo>
                  <a:pt x="55485" y="95751"/>
                </a:lnTo>
                <a:lnTo>
                  <a:pt x="55997" y="95355"/>
                </a:lnTo>
                <a:lnTo>
                  <a:pt x="56500" y="94949"/>
                </a:lnTo>
                <a:lnTo>
                  <a:pt x="56994" y="94532"/>
                </a:lnTo>
                <a:lnTo>
                  <a:pt x="57479" y="94105"/>
                </a:lnTo>
                <a:lnTo>
                  <a:pt x="57956" y="93667"/>
                </a:lnTo>
                <a:lnTo>
                  <a:pt x="58423" y="93219"/>
                </a:lnTo>
                <a:lnTo>
                  <a:pt x="58882" y="92760"/>
                </a:lnTo>
                <a:lnTo>
                  <a:pt x="59332" y="92291"/>
                </a:lnTo>
                <a:lnTo>
                  <a:pt x="59773" y="91811"/>
                </a:lnTo>
                <a:lnTo>
                  <a:pt x="60206" y="91321"/>
                </a:lnTo>
                <a:lnTo>
                  <a:pt x="60629" y="90821"/>
                </a:lnTo>
                <a:lnTo>
                  <a:pt x="61044" y="90310"/>
                </a:lnTo>
                <a:lnTo>
                  <a:pt x="61447" y="89789"/>
                </a:lnTo>
                <a:lnTo>
                  <a:pt x="61837" y="89258"/>
                </a:lnTo>
                <a:lnTo>
                  <a:pt x="62214" y="88717"/>
                </a:lnTo>
                <a:lnTo>
                  <a:pt x="62578" y="88166"/>
                </a:lnTo>
                <a:lnTo>
                  <a:pt x="62928" y="87605"/>
                </a:lnTo>
                <a:lnTo>
                  <a:pt x="63264" y="87035"/>
                </a:lnTo>
                <a:lnTo>
                  <a:pt x="63587" y="86454"/>
                </a:lnTo>
                <a:lnTo>
                  <a:pt x="63897" y="85864"/>
                </a:lnTo>
                <a:lnTo>
                  <a:pt x="64194" y="85264"/>
                </a:lnTo>
                <a:lnTo>
                  <a:pt x="64477" y="84653"/>
                </a:lnTo>
                <a:lnTo>
                  <a:pt x="64747" y="84033"/>
                </a:lnTo>
                <a:lnTo>
                  <a:pt x="65003" y="83404"/>
                </a:lnTo>
                <a:lnTo>
                  <a:pt x="65246" y="82764"/>
                </a:lnTo>
                <a:lnTo>
                  <a:pt x="65476" y="82114"/>
                </a:lnTo>
                <a:lnTo>
                  <a:pt x="65692" y="81455"/>
                </a:lnTo>
                <a:lnTo>
                  <a:pt x="65895" y="80785"/>
                </a:lnTo>
                <a:lnTo>
                  <a:pt x="66085" y="80106"/>
                </a:lnTo>
                <a:lnTo>
                  <a:pt x="66261" y="79417"/>
                </a:lnTo>
                <a:lnTo>
                  <a:pt x="66424" y="78718"/>
                </a:lnTo>
                <a:lnTo>
                  <a:pt x="66573" y="78009"/>
                </a:lnTo>
                <a:lnTo>
                  <a:pt x="66710" y="77290"/>
                </a:lnTo>
                <a:lnTo>
                  <a:pt x="66832" y="76561"/>
                </a:lnTo>
                <a:lnTo>
                  <a:pt x="66942" y="75823"/>
                </a:lnTo>
                <a:lnTo>
                  <a:pt x="67038" y="75074"/>
                </a:lnTo>
                <a:lnTo>
                  <a:pt x="67089" y="74585"/>
                </a:lnTo>
                <a:lnTo>
                  <a:pt x="67131" y="74098"/>
                </a:lnTo>
                <a:lnTo>
                  <a:pt x="67164" y="73615"/>
                </a:lnTo>
                <a:lnTo>
                  <a:pt x="67187" y="73135"/>
                </a:lnTo>
                <a:lnTo>
                  <a:pt x="67202" y="72658"/>
                </a:lnTo>
                <a:lnTo>
                  <a:pt x="67207" y="72184"/>
                </a:lnTo>
                <a:lnTo>
                  <a:pt x="67203" y="71713"/>
                </a:lnTo>
                <a:lnTo>
                  <a:pt x="67190" y="71246"/>
                </a:lnTo>
                <a:lnTo>
                  <a:pt x="67168" y="70781"/>
                </a:lnTo>
                <a:lnTo>
                  <a:pt x="67136" y="70320"/>
                </a:lnTo>
                <a:lnTo>
                  <a:pt x="67096" y="69862"/>
                </a:lnTo>
                <a:lnTo>
                  <a:pt x="67046" y="69407"/>
                </a:lnTo>
                <a:lnTo>
                  <a:pt x="66987" y="68955"/>
                </a:lnTo>
                <a:lnTo>
                  <a:pt x="66919" y="68506"/>
                </a:lnTo>
                <a:lnTo>
                  <a:pt x="66841" y="68060"/>
                </a:lnTo>
                <a:lnTo>
                  <a:pt x="66755" y="67618"/>
                </a:lnTo>
                <a:lnTo>
                  <a:pt x="66659" y="67179"/>
                </a:lnTo>
                <a:lnTo>
                  <a:pt x="66554" y="66742"/>
                </a:lnTo>
                <a:lnTo>
                  <a:pt x="66440" y="66309"/>
                </a:lnTo>
                <a:lnTo>
                  <a:pt x="66317" y="65880"/>
                </a:lnTo>
                <a:lnTo>
                  <a:pt x="66184" y="65453"/>
                </a:lnTo>
                <a:lnTo>
                  <a:pt x="66043" y="65029"/>
                </a:lnTo>
                <a:lnTo>
                  <a:pt x="65892" y="64609"/>
                </a:lnTo>
                <a:lnTo>
                  <a:pt x="65732" y="64191"/>
                </a:lnTo>
                <a:lnTo>
                  <a:pt x="65563" y="63778"/>
                </a:lnTo>
                <a:lnTo>
                  <a:pt x="65387" y="63371"/>
                </a:lnTo>
                <a:lnTo>
                  <a:pt x="65204" y="62970"/>
                </a:lnTo>
                <a:lnTo>
                  <a:pt x="65013" y="62574"/>
                </a:lnTo>
                <a:lnTo>
                  <a:pt x="64814" y="62184"/>
                </a:lnTo>
                <a:lnTo>
                  <a:pt x="64608" y="61799"/>
                </a:lnTo>
                <a:lnTo>
                  <a:pt x="64394" y="61420"/>
                </a:lnTo>
                <a:lnTo>
                  <a:pt x="64173" y="61047"/>
                </a:lnTo>
                <a:lnTo>
                  <a:pt x="63944" y="60680"/>
                </a:lnTo>
                <a:lnTo>
                  <a:pt x="63707" y="60318"/>
                </a:lnTo>
                <a:lnTo>
                  <a:pt x="63463" y="59962"/>
                </a:lnTo>
                <a:lnTo>
                  <a:pt x="63212" y="59612"/>
                </a:lnTo>
                <a:lnTo>
                  <a:pt x="62953" y="59268"/>
                </a:lnTo>
                <a:lnTo>
                  <a:pt x="62686" y="58929"/>
                </a:lnTo>
                <a:lnTo>
                  <a:pt x="62412" y="58596"/>
                </a:lnTo>
                <a:lnTo>
                  <a:pt x="62130" y="58268"/>
                </a:lnTo>
                <a:lnTo>
                  <a:pt x="61841" y="57946"/>
                </a:lnTo>
                <a:lnTo>
                  <a:pt x="61544" y="57630"/>
                </a:lnTo>
                <a:lnTo>
                  <a:pt x="61239" y="57320"/>
                </a:lnTo>
                <a:lnTo>
                  <a:pt x="60927" y="57015"/>
                </a:lnTo>
                <a:lnTo>
                  <a:pt x="60608" y="56716"/>
                </a:lnTo>
                <a:lnTo>
                  <a:pt x="60281" y="56423"/>
                </a:lnTo>
                <a:lnTo>
                  <a:pt x="59946" y="56135"/>
                </a:lnTo>
                <a:lnTo>
                  <a:pt x="59604" y="55853"/>
                </a:lnTo>
                <a:lnTo>
                  <a:pt x="59255" y="55579"/>
                </a:lnTo>
                <a:lnTo>
                  <a:pt x="58900" y="55312"/>
                </a:lnTo>
                <a:lnTo>
                  <a:pt x="58539" y="55053"/>
                </a:lnTo>
                <a:lnTo>
                  <a:pt x="58171" y="54802"/>
                </a:lnTo>
                <a:lnTo>
                  <a:pt x="57798" y="54560"/>
                </a:lnTo>
                <a:lnTo>
                  <a:pt x="57419" y="54326"/>
                </a:lnTo>
                <a:lnTo>
                  <a:pt x="57034" y="54100"/>
                </a:lnTo>
                <a:lnTo>
                  <a:pt x="56642" y="53882"/>
                </a:lnTo>
                <a:lnTo>
                  <a:pt x="56245" y="53672"/>
                </a:lnTo>
                <a:lnTo>
                  <a:pt x="55841" y="53470"/>
                </a:lnTo>
                <a:lnTo>
                  <a:pt x="55432" y="53276"/>
                </a:lnTo>
                <a:lnTo>
                  <a:pt x="55016" y="53091"/>
                </a:lnTo>
                <a:lnTo>
                  <a:pt x="54595" y="52914"/>
                </a:lnTo>
                <a:lnTo>
                  <a:pt x="54167" y="52744"/>
                </a:lnTo>
                <a:lnTo>
                  <a:pt x="53733" y="52583"/>
                </a:lnTo>
                <a:lnTo>
                  <a:pt x="53294" y="52431"/>
                </a:lnTo>
                <a:lnTo>
                  <a:pt x="52848" y="52286"/>
                </a:lnTo>
                <a:lnTo>
                  <a:pt x="52396" y="52149"/>
                </a:lnTo>
                <a:lnTo>
                  <a:pt x="52091" y="52063"/>
                </a:lnTo>
                <a:lnTo>
                  <a:pt x="52265" y="52007"/>
                </a:lnTo>
                <a:lnTo>
                  <a:pt x="52748" y="51844"/>
                </a:lnTo>
                <a:close/>
                <a:moveTo>
                  <a:pt x="24176" y="55987"/>
                </a:moveTo>
                <a:lnTo>
                  <a:pt x="41254" y="55987"/>
                </a:lnTo>
                <a:lnTo>
                  <a:pt x="41321" y="55987"/>
                </a:lnTo>
                <a:lnTo>
                  <a:pt x="41798" y="56008"/>
                </a:lnTo>
                <a:lnTo>
                  <a:pt x="42271" y="56035"/>
                </a:lnTo>
                <a:lnTo>
                  <a:pt x="42739" y="56070"/>
                </a:lnTo>
                <a:lnTo>
                  <a:pt x="43202" y="56111"/>
                </a:lnTo>
                <a:lnTo>
                  <a:pt x="43660" y="56160"/>
                </a:lnTo>
                <a:lnTo>
                  <a:pt x="44113" y="56216"/>
                </a:lnTo>
                <a:lnTo>
                  <a:pt x="44561" y="56278"/>
                </a:lnTo>
                <a:lnTo>
                  <a:pt x="45004" y="56348"/>
                </a:lnTo>
                <a:lnTo>
                  <a:pt x="45443" y="56425"/>
                </a:lnTo>
                <a:lnTo>
                  <a:pt x="45876" y="56509"/>
                </a:lnTo>
                <a:lnTo>
                  <a:pt x="46305" y="56601"/>
                </a:lnTo>
                <a:lnTo>
                  <a:pt x="46729" y="56699"/>
                </a:lnTo>
                <a:lnTo>
                  <a:pt x="47148" y="56804"/>
                </a:lnTo>
                <a:lnTo>
                  <a:pt x="47562" y="56917"/>
                </a:lnTo>
                <a:lnTo>
                  <a:pt x="47971" y="57036"/>
                </a:lnTo>
                <a:lnTo>
                  <a:pt x="48375" y="57163"/>
                </a:lnTo>
                <a:lnTo>
                  <a:pt x="48774" y="57297"/>
                </a:lnTo>
                <a:lnTo>
                  <a:pt x="49169" y="57438"/>
                </a:lnTo>
                <a:lnTo>
                  <a:pt x="49559" y="57586"/>
                </a:lnTo>
                <a:lnTo>
                  <a:pt x="49943" y="57741"/>
                </a:lnTo>
                <a:lnTo>
                  <a:pt x="50323" y="57903"/>
                </a:lnTo>
                <a:lnTo>
                  <a:pt x="50698" y="58072"/>
                </a:lnTo>
                <a:lnTo>
                  <a:pt x="51068" y="58248"/>
                </a:lnTo>
                <a:lnTo>
                  <a:pt x="51433" y="58432"/>
                </a:lnTo>
                <a:lnTo>
                  <a:pt x="51792" y="58622"/>
                </a:lnTo>
                <a:lnTo>
                  <a:pt x="52143" y="58820"/>
                </a:lnTo>
                <a:lnTo>
                  <a:pt x="52486" y="59024"/>
                </a:lnTo>
                <a:lnTo>
                  <a:pt x="52821" y="59236"/>
                </a:lnTo>
                <a:lnTo>
                  <a:pt x="53148" y="59454"/>
                </a:lnTo>
                <a:lnTo>
                  <a:pt x="53468" y="59679"/>
                </a:lnTo>
                <a:lnTo>
                  <a:pt x="53779" y="59911"/>
                </a:lnTo>
                <a:lnTo>
                  <a:pt x="54082" y="60151"/>
                </a:lnTo>
                <a:lnTo>
                  <a:pt x="54378" y="60397"/>
                </a:lnTo>
                <a:lnTo>
                  <a:pt x="54666" y="60650"/>
                </a:lnTo>
                <a:lnTo>
                  <a:pt x="54945" y="60910"/>
                </a:lnTo>
                <a:lnTo>
                  <a:pt x="55217" y="61178"/>
                </a:lnTo>
                <a:lnTo>
                  <a:pt x="55481" y="61452"/>
                </a:lnTo>
                <a:lnTo>
                  <a:pt x="55737" y="61733"/>
                </a:lnTo>
                <a:lnTo>
                  <a:pt x="55985" y="62021"/>
                </a:lnTo>
                <a:lnTo>
                  <a:pt x="56226" y="62316"/>
                </a:lnTo>
                <a:lnTo>
                  <a:pt x="56458" y="62618"/>
                </a:lnTo>
                <a:lnTo>
                  <a:pt x="56682" y="62927"/>
                </a:lnTo>
                <a:lnTo>
                  <a:pt x="56899" y="63243"/>
                </a:lnTo>
                <a:lnTo>
                  <a:pt x="57107" y="63566"/>
                </a:lnTo>
                <a:lnTo>
                  <a:pt x="57308" y="63896"/>
                </a:lnTo>
                <a:lnTo>
                  <a:pt x="57501" y="64233"/>
                </a:lnTo>
                <a:lnTo>
                  <a:pt x="57686" y="64577"/>
                </a:lnTo>
                <a:lnTo>
                  <a:pt x="57863" y="64928"/>
                </a:lnTo>
                <a:lnTo>
                  <a:pt x="58030" y="65285"/>
                </a:lnTo>
                <a:lnTo>
                  <a:pt x="58188" y="65649"/>
                </a:lnTo>
                <a:lnTo>
                  <a:pt x="58335" y="66019"/>
                </a:lnTo>
                <a:lnTo>
                  <a:pt x="58471" y="66395"/>
                </a:lnTo>
                <a:lnTo>
                  <a:pt x="58597" y="66777"/>
                </a:lnTo>
                <a:lnTo>
                  <a:pt x="58712" y="67165"/>
                </a:lnTo>
                <a:lnTo>
                  <a:pt x="58817" y="67560"/>
                </a:lnTo>
                <a:lnTo>
                  <a:pt x="58912" y="67960"/>
                </a:lnTo>
                <a:lnTo>
                  <a:pt x="58996" y="68367"/>
                </a:lnTo>
                <a:lnTo>
                  <a:pt x="59069" y="68780"/>
                </a:lnTo>
                <a:lnTo>
                  <a:pt x="59133" y="69199"/>
                </a:lnTo>
                <a:lnTo>
                  <a:pt x="59185" y="69624"/>
                </a:lnTo>
                <a:lnTo>
                  <a:pt x="59227" y="70056"/>
                </a:lnTo>
                <a:lnTo>
                  <a:pt x="59259" y="70493"/>
                </a:lnTo>
                <a:lnTo>
                  <a:pt x="59281" y="70937"/>
                </a:lnTo>
                <a:lnTo>
                  <a:pt x="59291" y="71387"/>
                </a:lnTo>
                <a:lnTo>
                  <a:pt x="59292" y="71843"/>
                </a:lnTo>
                <a:lnTo>
                  <a:pt x="59282" y="72305"/>
                </a:lnTo>
                <a:lnTo>
                  <a:pt x="59261" y="72774"/>
                </a:lnTo>
                <a:lnTo>
                  <a:pt x="59230" y="73248"/>
                </a:lnTo>
                <a:lnTo>
                  <a:pt x="59188" y="73729"/>
                </a:lnTo>
                <a:lnTo>
                  <a:pt x="59136" y="74216"/>
                </a:lnTo>
                <a:lnTo>
                  <a:pt x="59074" y="74709"/>
                </a:lnTo>
                <a:lnTo>
                  <a:pt x="59001" y="75208"/>
                </a:lnTo>
                <a:lnTo>
                  <a:pt x="58907" y="75762"/>
                </a:lnTo>
                <a:lnTo>
                  <a:pt x="58804" y="76309"/>
                </a:lnTo>
                <a:lnTo>
                  <a:pt x="58691" y="76849"/>
                </a:lnTo>
                <a:lnTo>
                  <a:pt x="58569" y="77381"/>
                </a:lnTo>
                <a:lnTo>
                  <a:pt x="58437" y="77905"/>
                </a:lnTo>
                <a:lnTo>
                  <a:pt x="58296" y="78423"/>
                </a:lnTo>
                <a:lnTo>
                  <a:pt x="58145" y="78932"/>
                </a:lnTo>
                <a:lnTo>
                  <a:pt x="57985" y="79435"/>
                </a:lnTo>
                <a:lnTo>
                  <a:pt x="57816" y="79929"/>
                </a:lnTo>
                <a:lnTo>
                  <a:pt x="57637" y="80417"/>
                </a:lnTo>
                <a:lnTo>
                  <a:pt x="57449" y="80897"/>
                </a:lnTo>
                <a:lnTo>
                  <a:pt x="57252" y="81369"/>
                </a:lnTo>
                <a:lnTo>
                  <a:pt x="57044" y="81834"/>
                </a:lnTo>
                <a:lnTo>
                  <a:pt x="56828" y="82292"/>
                </a:lnTo>
                <a:lnTo>
                  <a:pt x="56602" y="82742"/>
                </a:lnTo>
                <a:lnTo>
                  <a:pt x="56367" y="83185"/>
                </a:lnTo>
                <a:lnTo>
                  <a:pt x="56122" y="83620"/>
                </a:lnTo>
                <a:lnTo>
                  <a:pt x="55868" y="84048"/>
                </a:lnTo>
                <a:lnTo>
                  <a:pt x="55605" y="84469"/>
                </a:lnTo>
                <a:lnTo>
                  <a:pt x="55332" y="84882"/>
                </a:lnTo>
                <a:lnTo>
                  <a:pt x="55049" y="85287"/>
                </a:lnTo>
                <a:lnTo>
                  <a:pt x="54758" y="85685"/>
                </a:lnTo>
                <a:lnTo>
                  <a:pt x="54456" y="86076"/>
                </a:lnTo>
                <a:lnTo>
                  <a:pt x="54146" y="86459"/>
                </a:lnTo>
                <a:lnTo>
                  <a:pt x="53827" y="86835"/>
                </a:lnTo>
                <a:lnTo>
                  <a:pt x="53503" y="87203"/>
                </a:lnTo>
                <a:lnTo>
                  <a:pt x="53172" y="87564"/>
                </a:lnTo>
                <a:lnTo>
                  <a:pt x="52835" y="87917"/>
                </a:lnTo>
                <a:lnTo>
                  <a:pt x="52492" y="88262"/>
                </a:lnTo>
                <a:lnTo>
                  <a:pt x="52143" y="88600"/>
                </a:lnTo>
                <a:lnTo>
                  <a:pt x="51788" y="88930"/>
                </a:lnTo>
                <a:lnTo>
                  <a:pt x="51426" y="89253"/>
                </a:lnTo>
                <a:lnTo>
                  <a:pt x="51058" y="89568"/>
                </a:lnTo>
                <a:lnTo>
                  <a:pt x="50684" y="89876"/>
                </a:lnTo>
                <a:lnTo>
                  <a:pt x="50304" y="90176"/>
                </a:lnTo>
                <a:lnTo>
                  <a:pt x="49918" y="90469"/>
                </a:lnTo>
                <a:lnTo>
                  <a:pt x="49526" y="90754"/>
                </a:lnTo>
                <a:lnTo>
                  <a:pt x="49127" y="91031"/>
                </a:lnTo>
                <a:lnTo>
                  <a:pt x="48723" y="91301"/>
                </a:lnTo>
                <a:lnTo>
                  <a:pt x="48312" y="91564"/>
                </a:lnTo>
                <a:lnTo>
                  <a:pt x="47895" y="91819"/>
                </a:lnTo>
                <a:lnTo>
                  <a:pt x="47472" y="92066"/>
                </a:lnTo>
                <a:lnTo>
                  <a:pt x="47042" y="92305"/>
                </a:lnTo>
                <a:lnTo>
                  <a:pt x="46607" y="92538"/>
                </a:lnTo>
                <a:lnTo>
                  <a:pt x="46165" y="92762"/>
                </a:lnTo>
                <a:lnTo>
                  <a:pt x="45717" y="92979"/>
                </a:lnTo>
                <a:lnTo>
                  <a:pt x="45263" y="93189"/>
                </a:lnTo>
                <a:lnTo>
                  <a:pt x="44803" y="93391"/>
                </a:lnTo>
                <a:lnTo>
                  <a:pt x="44338" y="93585"/>
                </a:lnTo>
                <a:lnTo>
                  <a:pt x="43870" y="93771"/>
                </a:lnTo>
                <a:lnTo>
                  <a:pt x="43399" y="93949"/>
                </a:lnTo>
                <a:lnTo>
                  <a:pt x="42924" y="94119"/>
                </a:lnTo>
                <a:lnTo>
                  <a:pt x="42447" y="94281"/>
                </a:lnTo>
                <a:lnTo>
                  <a:pt x="41965" y="94435"/>
                </a:lnTo>
                <a:lnTo>
                  <a:pt x="41481" y="94581"/>
                </a:lnTo>
                <a:lnTo>
                  <a:pt x="40993" y="94719"/>
                </a:lnTo>
                <a:lnTo>
                  <a:pt x="40503" y="94849"/>
                </a:lnTo>
                <a:lnTo>
                  <a:pt x="40008" y="94971"/>
                </a:lnTo>
                <a:lnTo>
                  <a:pt x="39511" y="95084"/>
                </a:lnTo>
                <a:lnTo>
                  <a:pt x="39010" y="95190"/>
                </a:lnTo>
                <a:lnTo>
                  <a:pt x="38506" y="95288"/>
                </a:lnTo>
                <a:lnTo>
                  <a:pt x="37999" y="95378"/>
                </a:lnTo>
                <a:lnTo>
                  <a:pt x="37489" y="95460"/>
                </a:lnTo>
                <a:lnTo>
                  <a:pt x="36975" y="95534"/>
                </a:lnTo>
                <a:lnTo>
                  <a:pt x="36458" y="95599"/>
                </a:lnTo>
                <a:lnTo>
                  <a:pt x="35938" y="95657"/>
                </a:lnTo>
                <a:lnTo>
                  <a:pt x="35415" y="95707"/>
                </a:lnTo>
                <a:lnTo>
                  <a:pt x="34888" y="95748"/>
                </a:lnTo>
                <a:lnTo>
                  <a:pt x="34358" y="95782"/>
                </a:lnTo>
                <a:lnTo>
                  <a:pt x="33825" y="95808"/>
                </a:lnTo>
                <a:lnTo>
                  <a:pt x="33288" y="95825"/>
                </a:lnTo>
                <a:lnTo>
                  <a:pt x="32749" y="95835"/>
                </a:lnTo>
                <a:lnTo>
                  <a:pt x="9322" y="95835"/>
                </a:lnTo>
                <a:lnTo>
                  <a:pt x="16229" y="55987"/>
                </a:lnTo>
                <a:lnTo>
                  <a:pt x="24176" y="55987"/>
                </a:lnTo>
                <a:close/>
                <a:moveTo>
                  <a:pt x="17447" y="48962"/>
                </a:moveTo>
                <a:lnTo>
                  <a:pt x="23775" y="12457"/>
                </a:lnTo>
                <a:lnTo>
                  <a:pt x="44201" y="12457"/>
                </a:lnTo>
                <a:lnTo>
                  <a:pt x="44679" y="12470"/>
                </a:lnTo>
                <a:lnTo>
                  <a:pt x="45153" y="12490"/>
                </a:lnTo>
                <a:lnTo>
                  <a:pt x="45624" y="12515"/>
                </a:lnTo>
                <a:lnTo>
                  <a:pt x="46092" y="12545"/>
                </a:lnTo>
                <a:lnTo>
                  <a:pt x="46555" y="12581"/>
                </a:lnTo>
                <a:lnTo>
                  <a:pt x="47015" y="12622"/>
                </a:lnTo>
                <a:lnTo>
                  <a:pt x="47472" y="12669"/>
                </a:lnTo>
                <a:lnTo>
                  <a:pt x="47925" y="12721"/>
                </a:lnTo>
                <a:lnTo>
                  <a:pt x="48374" y="12778"/>
                </a:lnTo>
                <a:lnTo>
                  <a:pt x="48820" y="12841"/>
                </a:lnTo>
                <a:lnTo>
                  <a:pt x="49262" y="12910"/>
                </a:lnTo>
                <a:lnTo>
                  <a:pt x="49701" y="12984"/>
                </a:lnTo>
                <a:lnTo>
                  <a:pt x="50135" y="13063"/>
                </a:lnTo>
                <a:lnTo>
                  <a:pt x="50567" y="13148"/>
                </a:lnTo>
                <a:lnTo>
                  <a:pt x="50994" y="13239"/>
                </a:lnTo>
                <a:lnTo>
                  <a:pt x="51419" y="13335"/>
                </a:lnTo>
                <a:lnTo>
                  <a:pt x="51839" y="13436"/>
                </a:lnTo>
                <a:lnTo>
                  <a:pt x="52256" y="13543"/>
                </a:lnTo>
                <a:lnTo>
                  <a:pt x="52669" y="13655"/>
                </a:lnTo>
                <a:lnTo>
                  <a:pt x="53079" y="13773"/>
                </a:lnTo>
                <a:lnTo>
                  <a:pt x="53485" y="13896"/>
                </a:lnTo>
                <a:lnTo>
                  <a:pt x="53887" y="14025"/>
                </a:lnTo>
                <a:lnTo>
                  <a:pt x="54286" y="14159"/>
                </a:lnTo>
                <a:lnTo>
                  <a:pt x="54682" y="14298"/>
                </a:lnTo>
                <a:lnTo>
                  <a:pt x="55071" y="14444"/>
                </a:lnTo>
                <a:lnTo>
                  <a:pt x="55453" y="14598"/>
                </a:lnTo>
                <a:lnTo>
                  <a:pt x="55826" y="14759"/>
                </a:lnTo>
                <a:lnTo>
                  <a:pt x="56192" y="14928"/>
                </a:lnTo>
                <a:lnTo>
                  <a:pt x="56550" y="15104"/>
                </a:lnTo>
                <a:lnTo>
                  <a:pt x="56900" y="15288"/>
                </a:lnTo>
                <a:lnTo>
                  <a:pt x="57242" y="15480"/>
                </a:lnTo>
                <a:lnTo>
                  <a:pt x="57576" y="15679"/>
                </a:lnTo>
                <a:lnTo>
                  <a:pt x="57902" y="15885"/>
                </a:lnTo>
                <a:lnTo>
                  <a:pt x="58221" y="16099"/>
                </a:lnTo>
                <a:lnTo>
                  <a:pt x="58531" y="16321"/>
                </a:lnTo>
                <a:lnTo>
                  <a:pt x="58834" y="16550"/>
                </a:lnTo>
                <a:lnTo>
                  <a:pt x="59128" y="16787"/>
                </a:lnTo>
                <a:lnTo>
                  <a:pt x="59415" y="17031"/>
                </a:lnTo>
                <a:lnTo>
                  <a:pt x="59694" y="17283"/>
                </a:lnTo>
                <a:lnTo>
                  <a:pt x="59965" y="17543"/>
                </a:lnTo>
                <a:lnTo>
                  <a:pt x="60228" y="17810"/>
                </a:lnTo>
                <a:lnTo>
                  <a:pt x="60483" y="18084"/>
                </a:lnTo>
                <a:lnTo>
                  <a:pt x="60730" y="18366"/>
                </a:lnTo>
                <a:lnTo>
                  <a:pt x="60969" y="18656"/>
                </a:lnTo>
                <a:lnTo>
                  <a:pt x="61201" y="18953"/>
                </a:lnTo>
                <a:lnTo>
                  <a:pt x="61424" y="19258"/>
                </a:lnTo>
                <a:lnTo>
                  <a:pt x="61640" y="19570"/>
                </a:lnTo>
                <a:lnTo>
                  <a:pt x="61847" y="19890"/>
                </a:lnTo>
                <a:lnTo>
                  <a:pt x="62045" y="20219"/>
                </a:lnTo>
                <a:lnTo>
                  <a:pt x="62230" y="20556"/>
                </a:lnTo>
                <a:lnTo>
                  <a:pt x="62404" y="20903"/>
                </a:lnTo>
                <a:lnTo>
                  <a:pt x="62565" y="21259"/>
                </a:lnTo>
                <a:lnTo>
                  <a:pt x="62713" y="21625"/>
                </a:lnTo>
                <a:lnTo>
                  <a:pt x="62850" y="22000"/>
                </a:lnTo>
                <a:lnTo>
                  <a:pt x="62974" y="22384"/>
                </a:lnTo>
                <a:lnTo>
                  <a:pt x="63086" y="22777"/>
                </a:lnTo>
                <a:lnTo>
                  <a:pt x="63186" y="23180"/>
                </a:lnTo>
                <a:lnTo>
                  <a:pt x="63274" y="23592"/>
                </a:lnTo>
                <a:lnTo>
                  <a:pt x="63349" y="24014"/>
                </a:lnTo>
                <a:lnTo>
                  <a:pt x="63413" y="24444"/>
                </a:lnTo>
                <a:lnTo>
                  <a:pt x="63464" y="24884"/>
                </a:lnTo>
                <a:lnTo>
                  <a:pt x="63503" y="25333"/>
                </a:lnTo>
                <a:lnTo>
                  <a:pt x="63529" y="25792"/>
                </a:lnTo>
                <a:lnTo>
                  <a:pt x="63544" y="26260"/>
                </a:lnTo>
                <a:lnTo>
                  <a:pt x="63546" y="26737"/>
                </a:lnTo>
                <a:lnTo>
                  <a:pt x="63536" y="27224"/>
                </a:lnTo>
                <a:lnTo>
                  <a:pt x="63514" y="27719"/>
                </a:lnTo>
                <a:lnTo>
                  <a:pt x="63480" y="28224"/>
                </a:lnTo>
                <a:lnTo>
                  <a:pt x="63433" y="28739"/>
                </a:lnTo>
                <a:lnTo>
                  <a:pt x="63374" y="29262"/>
                </a:lnTo>
                <a:lnTo>
                  <a:pt x="63303" y="29795"/>
                </a:lnTo>
                <a:lnTo>
                  <a:pt x="63220" y="30338"/>
                </a:lnTo>
                <a:lnTo>
                  <a:pt x="63132" y="30880"/>
                </a:lnTo>
                <a:lnTo>
                  <a:pt x="63034" y="31414"/>
                </a:lnTo>
                <a:lnTo>
                  <a:pt x="62926" y="31940"/>
                </a:lnTo>
                <a:lnTo>
                  <a:pt x="62808" y="32457"/>
                </a:lnTo>
                <a:lnTo>
                  <a:pt x="62681" y="32965"/>
                </a:lnTo>
                <a:lnTo>
                  <a:pt x="62544" y="33464"/>
                </a:lnTo>
                <a:lnTo>
                  <a:pt x="62398" y="33955"/>
                </a:lnTo>
                <a:lnTo>
                  <a:pt x="62242" y="34438"/>
                </a:lnTo>
                <a:lnTo>
                  <a:pt x="62076" y="34912"/>
                </a:lnTo>
                <a:lnTo>
                  <a:pt x="61901" y="35377"/>
                </a:lnTo>
                <a:lnTo>
                  <a:pt x="61716" y="35833"/>
                </a:lnTo>
                <a:lnTo>
                  <a:pt x="61521" y="36281"/>
                </a:lnTo>
                <a:lnTo>
                  <a:pt x="61317" y="36721"/>
                </a:lnTo>
                <a:lnTo>
                  <a:pt x="61103" y="37151"/>
                </a:lnTo>
                <a:lnTo>
                  <a:pt x="60879" y="37574"/>
                </a:lnTo>
                <a:lnTo>
                  <a:pt x="60646" y="37987"/>
                </a:lnTo>
                <a:lnTo>
                  <a:pt x="60403" y="38392"/>
                </a:lnTo>
                <a:lnTo>
                  <a:pt x="60150" y="38789"/>
                </a:lnTo>
                <a:lnTo>
                  <a:pt x="59888" y="39176"/>
                </a:lnTo>
                <a:lnTo>
                  <a:pt x="59616" y="39555"/>
                </a:lnTo>
                <a:lnTo>
                  <a:pt x="59334" y="39926"/>
                </a:lnTo>
                <a:lnTo>
                  <a:pt x="59043" y="40288"/>
                </a:lnTo>
                <a:lnTo>
                  <a:pt x="58742" y="40641"/>
                </a:lnTo>
                <a:lnTo>
                  <a:pt x="58432" y="40986"/>
                </a:lnTo>
                <a:lnTo>
                  <a:pt x="58114" y="41323"/>
                </a:lnTo>
                <a:lnTo>
                  <a:pt x="57790" y="41652"/>
                </a:lnTo>
                <a:lnTo>
                  <a:pt x="57460" y="41974"/>
                </a:lnTo>
                <a:lnTo>
                  <a:pt x="57125" y="42288"/>
                </a:lnTo>
                <a:lnTo>
                  <a:pt x="56784" y="42595"/>
                </a:lnTo>
                <a:lnTo>
                  <a:pt x="56437" y="42895"/>
                </a:lnTo>
                <a:lnTo>
                  <a:pt x="56085" y="43187"/>
                </a:lnTo>
                <a:lnTo>
                  <a:pt x="55727" y="43471"/>
                </a:lnTo>
                <a:lnTo>
                  <a:pt x="55363" y="43749"/>
                </a:lnTo>
                <a:lnTo>
                  <a:pt x="54994" y="44018"/>
                </a:lnTo>
                <a:lnTo>
                  <a:pt x="54619" y="44281"/>
                </a:lnTo>
                <a:lnTo>
                  <a:pt x="54238" y="44535"/>
                </a:lnTo>
                <a:lnTo>
                  <a:pt x="53851" y="44783"/>
                </a:lnTo>
                <a:lnTo>
                  <a:pt x="53459" y="45023"/>
                </a:lnTo>
                <a:lnTo>
                  <a:pt x="53061" y="45255"/>
                </a:lnTo>
                <a:lnTo>
                  <a:pt x="52658" y="45480"/>
                </a:lnTo>
                <a:lnTo>
                  <a:pt x="52248" y="45698"/>
                </a:lnTo>
                <a:lnTo>
                  <a:pt x="51833" y="45908"/>
                </a:lnTo>
                <a:lnTo>
                  <a:pt x="51412" y="46111"/>
                </a:lnTo>
                <a:lnTo>
                  <a:pt x="50986" y="46306"/>
                </a:lnTo>
                <a:lnTo>
                  <a:pt x="50554" y="46494"/>
                </a:lnTo>
                <a:lnTo>
                  <a:pt x="50116" y="46675"/>
                </a:lnTo>
                <a:lnTo>
                  <a:pt x="49673" y="46848"/>
                </a:lnTo>
                <a:lnTo>
                  <a:pt x="49223" y="47013"/>
                </a:lnTo>
                <a:lnTo>
                  <a:pt x="48770" y="47172"/>
                </a:lnTo>
                <a:lnTo>
                  <a:pt x="48314" y="47324"/>
                </a:lnTo>
                <a:lnTo>
                  <a:pt x="47856" y="47470"/>
                </a:lnTo>
                <a:lnTo>
                  <a:pt x="47395" y="47609"/>
                </a:lnTo>
                <a:lnTo>
                  <a:pt x="46931" y="47741"/>
                </a:lnTo>
                <a:lnTo>
                  <a:pt x="46465" y="47867"/>
                </a:lnTo>
                <a:lnTo>
                  <a:pt x="45996" y="47987"/>
                </a:lnTo>
                <a:lnTo>
                  <a:pt x="45525" y="48100"/>
                </a:lnTo>
                <a:lnTo>
                  <a:pt x="45051" y="48206"/>
                </a:lnTo>
                <a:lnTo>
                  <a:pt x="44575" y="48306"/>
                </a:lnTo>
                <a:lnTo>
                  <a:pt x="44096" y="48400"/>
                </a:lnTo>
                <a:lnTo>
                  <a:pt x="43615" y="48487"/>
                </a:lnTo>
                <a:lnTo>
                  <a:pt x="43131" y="48567"/>
                </a:lnTo>
                <a:lnTo>
                  <a:pt x="42644" y="48641"/>
                </a:lnTo>
                <a:lnTo>
                  <a:pt x="42155" y="48709"/>
                </a:lnTo>
                <a:lnTo>
                  <a:pt x="41663" y="48769"/>
                </a:lnTo>
                <a:lnTo>
                  <a:pt x="41169" y="48824"/>
                </a:lnTo>
                <a:lnTo>
                  <a:pt x="40672" y="48872"/>
                </a:lnTo>
                <a:lnTo>
                  <a:pt x="40173" y="48913"/>
                </a:lnTo>
                <a:lnTo>
                  <a:pt x="39671" y="48948"/>
                </a:lnTo>
                <a:lnTo>
                  <a:pt x="39166" y="48976"/>
                </a:lnTo>
                <a:lnTo>
                  <a:pt x="38755" y="48994"/>
                </a:lnTo>
                <a:lnTo>
                  <a:pt x="25449" y="48956"/>
                </a:lnTo>
                <a:lnTo>
                  <a:pt x="25443" y="48986"/>
                </a:lnTo>
                <a:lnTo>
                  <a:pt x="17447" y="48962"/>
                </a:lnTo>
                <a:close/>
                <a:moveTo>
                  <a:pt x="228787" y="93929"/>
                </a:moveTo>
                <a:lnTo>
                  <a:pt x="228762" y="94200"/>
                </a:lnTo>
                <a:lnTo>
                  <a:pt x="228738" y="94472"/>
                </a:lnTo>
                <a:lnTo>
                  <a:pt x="228716" y="94744"/>
                </a:lnTo>
                <a:lnTo>
                  <a:pt x="228695" y="95016"/>
                </a:lnTo>
                <a:lnTo>
                  <a:pt x="228676" y="95288"/>
                </a:lnTo>
                <a:lnTo>
                  <a:pt x="228657" y="95560"/>
                </a:lnTo>
                <a:lnTo>
                  <a:pt x="228640" y="95833"/>
                </a:lnTo>
                <a:lnTo>
                  <a:pt x="228624" y="96106"/>
                </a:lnTo>
                <a:lnTo>
                  <a:pt x="228609" y="96379"/>
                </a:lnTo>
                <a:lnTo>
                  <a:pt x="228597" y="96652"/>
                </a:lnTo>
                <a:lnTo>
                  <a:pt x="228586" y="96925"/>
                </a:lnTo>
                <a:lnTo>
                  <a:pt x="228578" y="97197"/>
                </a:lnTo>
                <a:lnTo>
                  <a:pt x="228571" y="97470"/>
                </a:lnTo>
                <a:lnTo>
                  <a:pt x="228567" y="97742"/>
                </a:lnTo>
                <a:lnTo>
                  <a:pt x="228566" y="98014"/>
                </a:lnTo>
                <a:lnTo>
                  <a:pt x="228566" y="98285"/>
                </a:lnTo>
                <a:lnTo>
                  <a:pt x="228569" y="98557"/>
                </a:lnTo>
                <a:lnTo>
                  <a:pt x="228573" y="98828"/>
                </a:lnTo>
                <a:lnTo>
                  <a:pt x="228580" y="99099"/>
                </a:lnTo>
                <a:lnTo>
                  <a:pt x="228590" y="99369"/>
                </a:lnTo>
                <a:lnTo>
                  <a:pt x="228601" y="99640"/>
                </a:lnTo>
                <a:lnTo>
                  <a:pt x="228615" y="99910"/>
                </a:lnTo>
                <a:lnTo>
                  <a:pt x="228631" y="100180"/>
                </a:lnTo>
                <a:lnTo>
                  <a:pt x="228649" y="100450"/>
                </a:lnTo>
                <a:lnTo>
                  <a:pt x="228669" y="100719"/>
                </a:lnTo>
                <a:lnTo>
                  <a:pt x="228691" y="100988"/>
                </a:lnTo>
                <a:lnTo>
                  <a:pt x="228716" y="101257"/>
                </a:lnTo>
                <a:lnTo>
                  <a:pt x="228743" y="101526"/>
                </a:lnTo>
                <a:lnTo>
                  <a:pt x="228772" y="101795"/>
                </a:lnTo>
                <a:lnTo>
                  <a:pt x="228804" y="102063"/>
                </a:lnTo>
                <a:lnTo>
                  <a:pt x="228837" y="102331"/>
                </a:lnTo>
                <a:lnTo>
                  <a:pt x="228873" y="102599"/>
                </a:lnTo>
                <a:lnTo>
                  <a:pt x="228911" y="102867"/>
                </a:lnTo>
                <a:lnTo>
                  <a:pt x="237081" y="102867"/>
                </a:lnTo>
                <a:lnTo>
                  <a:pt x="237215" y="101996"/>
                </a:lnTo>
                <a:lnTo>
                  <a:pt x="237150" y="101701"/>
                </a:lnTo>
                <a:lnTo>
                  <a:pt x="237088" y="101405"/>
                </a:lnTo>
                <a:lnTo>
                  <a:pt x="237030" y="101109"/>
                </a:lnTo>
                <a:lnTo>
                  <a:pt x="236975" y="100813"/>
                </a:lnTo>
                <a:lnTo>
                  <a:pt x="236924" y="100516"/>
                </a:lnTo>
                <a:lnTo>
                  <a:pt x="236876" y="100219"/>
                </a:lnTo>
                <a:lnTo>
                  <a:pt x="236832" y="99922"/>
                </a:lnTo>
                <a:lnTo>
                  <a:pt x="236791" y="99625"/>
                </a:lnTo>
                <a:lnTo>
                  <a:pt x="236754" y="99328"/>
                </a:lnTo>
                <a:lnTo>
                  <a:pt x="236720" y="99030"/>
                </a:lnTo>
                <a:lnTo>
                  <a:pt x="236690" y="98732"/>
                </a:lnTo>
                <a:lnTo>
                  <a:pt x="236663" y="98434"/>
                </a:lnTo>
                <a:lnTo>
                  <a:pt x="236639" y="98136"/>
                </a:lnTo>
                <a:lnTo>
                  <a:pt x="236619" y="97837"/>
                </a:lnTo>
                <a:lnTo>
                  <a:pt x="236603" y="97539"/>
                </a:lnTo>
                <a:lnTo>
                  <a:pt x="236590" y="97239"/>
                </a:lnTo>
                <a:lnTo>
                  <a:pt x="236581" y="96940"/>
                </a:lnTo>
                <a:lnTo>
                  <a:pt x="236575" y="96641"/>
                </a:lnTo>
                <a:lnTo>
                  <a:pt x="236572" y="96341"/>
                </a:lnTo>
                <a:lnTo>
                  <a:pt x="236573" y="96041"/>
                </a:lnTo>
                <a:lnTo>
                  <a:pt x="236578" y="95741"/>
                </a:lnTo>
                <a:lnTo>
                  <a:pt x="236586" y="95440"/>
                </a:lnTo>
                <a:lnTo>
                  <a:pt x="236597" y="95140"/>
                </a:lnTo>
                <a:lnTo>
                  <a:pt x="236612" y="94839"/>
                </a:lnTo>
                <a:lnTo>
                  <a:pt x="236630" y="94538"/>
                </a:lnTo>
                <a:lnTo>
                  <a:pt x="236649" y="94237"/>
                </a:lnTo>
                <a:lnTo>
                  <a:pt x="236669" y="93936"/>
                </a:lnTo>
                <a:lnTo>
                  <a:pt x="236691" y="93636"/>
                </a:lnTo>
                <a:lnTo>
                  <a:pt x="236714" y="93336"/>
                </a:lnTo>
                <a:lnTo>
                  <a:pt x="236738" y="93036"/>
                </a:lnTo>
                <a:lnTo>
                  <a:pt x="236764" y="92736"/>
                </a:lnTo>
                <a:lnTo>
                  <a:pt x="236791" y="92437"/>
                </a:lnTo>
                <a:lnTo>
                  <a:pt x="236820" y="92138"/>
                </a:lnTo>
                <a:lnTo>
                  <a:pt x="236850" y="91839"/>
                </a:lnTo>
                <a:lnTo>
                  <a:pt x="236881" y="91540"/>
                </a:lnTo>
                <a:lnTo>
                  <a:pt x="236914" y="91242"/>
                </a:lnTo>
                <a:lnTo>
                  <a:pt x="236948" y="90944"/>
                </a:lnTo>
                <a:lnTo>
                  <a:pt x="236984" y="90646"/>
                </a:lnTo>
                <a:lnTo>
                  <a:pt x="237021" y="90348"/>
                </a:lnTo>
                <a:lnTo>
                  <a:pt x="237059" y="90050"/>
                </a:lnTo>
                <a:lnTo>
                  <a:pt x="237099" y="89753"/>
                </a:lnTo>
                <a:lnTo>
                  <a:pt x="237140" y="89456"/>
                </a:lnTo>
                <a:lnTo>
                  <a:pt x="237182" y="89159"/>
                </a:lnTo>
                <a:lnTo>
                  <a:pt x="237226" y="88863"/>
                </a:lnTo>
                <a:lnTo>
                  <a:pt x="237272" y="88567"/>
                </a:lnTo>
                <a:lnTo>
                  <a:pt x="237318" y="88271"/>
                </a:lnTo>
                <a:lnTo>
                  <a:pt x="237367" y="87975"/>
                </a:lnTo>
                <a:lnTo>
                  <a:pt x="237416" y="87679"/>
                </a:lnTo>
                <a:lnTo>
                  <a:pt x="243310" y="52685"/>
                </a:lnTo>
                <a:lnTo>
                  <a:pt x="243381" y="52075"/>
                </a:lnTo>
                <a:lnTo>
                  <a:pt x="243441" y="51473"/>
                </a:lnTo>
                <a:lnTo>
                  <a:pt x="243488" y="50878"/>
                </a:lnTo>
                <a:lnTo>
                  <a:pt x="243523" y="50290"/>
                </a:lnTo>
                <a:lnTo>
                  <a:pt x="243546" y="49710"/>
                </a:lnTo>
                <a:lnTo>
                  <a:pt x="243556" y="49137"/>
                </a:lnTo>
                <a:lnTo>
                  <a:pt x="243554" y="48571"/>
                </a:lnTo>
                <a:lnTo>
                  <a:pt x="243540" y="48012"/>
                </a:lnTo>
                <a:lnTo>
                  <a:pt x="243514" y="47461"/>
                </a:lnTo>
                <a:lnTo>
                  <a:pt x="243475" y="46917"/>
                </a:lnTo>
                <a:lnTo>
                  <a:pt x="243423" y="46381"/>
                </a:lnTo>
                <a:lnTo>
                  <a:pt x="243360" y="45852"/>
                </a:lnTo>
                <a:lnTo>
                  <a:pt x="243284" y="45330"/>
                </a:lnTo>
                <a:lnTo>
                  <a:pt x="243196" y="44816"/>
                </a:lnTo>
                <a:lnTo>
                  <a:pt x="243095" y="44308"/>
                </a:lnTo>
                <a:lnTo>
                  <a:pt x="242982" y="43809"/>
                </a:lnTo>
                <a:lnTo>
                  <a:pt x="242857" y="43316"/>
                </a:lnTo>
                <a:lnTo>
                  <a:pt x="242719" y="42831"/>
                </a:lnTo>
                <a:lnTo>
                  <a:pt x="242569" y="42353"/>
                </a:lnTo>
                <a:lnTo>
                  <a:pt x="242407" y="41882"/>
                </a:lnTo>
                <a:lnTo>
                  <a:pt x="242233" y="41419"/>
                </a:lnTo>
                <a:lnTo>
                  <a:pt x="242046" y="40963"/>
                </a:lnTo>
                <a:lnTo>
                  <a:pt x="241847" y="40515"/>
                </a:lnTo>
                <a:lnTo>
                  <a:pt x="241635" y="40074"/>
                </a:lnTo>
                <a:lnTo>
                  <a:pt x="241413" y="39640"/>
                </a:lnTo>
                <a:lnTo>
                  <a:pt x="241181" y="39215"/>
                </a:lnTo>
                <a:lnTo>
                  <a:pt x="240940" y="38798"/>
                </a:lnTo>
                <a:lnTo>
                  <a:pt x="240689" y="38389"/>
                </a:lnTo>
                <a:lnTo>
                  <a:pt x="240429" y="37989"/>
                </a:lnTo>
                <a:lnTo>
                  <a:pt x="240160" y="37598"/>
                </a:lnTo>
                <a:lnTo>
                  <a:pt x="239881" y="37214"/>
                </a:lnTo>
                <a:lnTo>
                  <a:pt x="239593" y="36839"/>
                </a:lnTo>
                <a:lnTo>
                  <a:pt x="239295" y="36473"/>
                </a:lnTo>
                <a:lnTo>
                  <a:pt x="238988" y="36114"/>
                </a:lnTo>
                <a:lnTo>
                  <a:pt x="238671" y="35764"/>
                </a:lnTo>
                <a:lnTo>
                  <a:pt x="238345" y="35423"/>
                </a:lnTo>
                <a:lnTo>
                  <a:pt x="238010" y="35090"/>
                </a:lnTo>
                <a:lnTo>
                  <a:pt x="237665" y="34765"/>
                </a:lnTo>
                <a:lnTo>
                  <a:pt x="237311" y="34448"/>
                </a:lnTo>
                <a:lnTo>
                  <a:pt x="236947" y="34140"/>
                </a:lnTo>
                <a:lnTo>
                  <a:pt x="236574" y="33840"/>
                </a:lnTo>
                <a:lnTo>
                  <a:pt x="236192" y="33549"/>
                </a:lnTo>
                <a:lnTo>
                  <a:pt x="235800" y="33266"/>
                </a:lnTo>
                <a:lnTo>
                  <a:pt x="235399" y="32991"/>
                </a:lnTo>
                <a:lnTo>
                  <a:pt x="234988" y="32725"/>
                </a:lnTo>
                <a:lnTo>
                  <a:pt x="234568" y="32467"/>
                </a:lnTo>
                <a:lnTo>
                  <a:pt x="234138" y="32218"/>
                </a:lnTo>
                <a:lnTo>
                  <a:pt x="233699" y="31976"/>
                </a:lnTo>
                <a:lnTo>
                  <a:pt x="233252" y="31744"/>
                </a:lnTo>
                <a:lnTo>
                  <a:pt x="232800" y="31522"/>
                </a:lnTo>
                <a:lnTo>
                  <a:pt x="232340" y="31309"/>
                </a:lnTo>
                <a:lnTo>
                  <a:pt x="231875" y="31105"/>
                </a:lnTo>
                <a:lnTo>
                  <a:pt x="231404" y="30912"/>
                </a:lnTo>
                <a:lnTo>
                  <a:pt x="230926" y="30728"/>
                </a:lnTo>
                <a:lnTo>
                  <a:pt x="230442" y="30554"/>
                </a:lnTo>
                <a:lnTo>
                  <a:pt x="229953" y="30389"/>
                </a:lnTo>
                <a:lnTo>
                  <a:pt x="229457" y="30234"/>
                </a:lnTo>
                <a:lnTo>
                  <a:pt x="228954" y="30088"/>
                </a:lnTo>
                <a:lnTo>
                  <a:pt x="228446" y="29953"/>
                </a:lnTo>
                <a:lnTo>
                  <a:pt x="227931" y="29827"/>
                </a:lnTo>
                <a:lnTo>
                  <a:pt x="227411" y="29710"/>
                </a:lnTo>
                <a:lnTo>
                  <a:pt x="226884" y="29603"/>
                </a:lnTo>
                <a:lnTo>
                  <a:pt x="226351" y="29506"/>
                </a:lnTo>
                <a:lnTo>
                  <a:pt x="225812" y="29418"/>
                </a:lnTo>
                <a:lnTo>
                  <a:pt x="225266" y="29341"/>
                </a:lnTo>
                <a:lnTo>
                  <a:pt x="224715" y="29272"/>
                </a:lnTo>
                <a:lnTo>
                  <a:pt x="224157" y="29214"/>
                </a:lnTo>
                <a:lnTo>
                  <a:pt x="223593" y="29165"/>
                </a:lnTo>
                <a:lnTo>
                  <a:pt x="223023" y="29125"/>
                </a:lnTo>
                <a:lnTo>
                  <a:pt x="222447" y="29096"/>
                </a:lnTo>
                <a:lnTo>
                  <a:pt x="221865" y="29076"/>
                </a:lnTo>
                <a:lnTo>
                  <a:pt x="221276" y="29065"/>
                </a:lnTo>
                <a:lnTo>
                  <a:pt x="220869" y="29068"/>
                </a:lnTo>
                <a:lnTo>
                  <a:pt x="220461" y="29075"/>
                </a:lnTo>
                <a:lnTo>
                  <a:pt x="220053" y="29087"/>
                </a:lnTo>
                <a:lnTo>
                  <a:pt x="219646" y="29103"/>
                </a:lnTo>
                <a:lnTo>
                  <a:pt x="219238" y="29125"/>
                </a:lnTo>
                <a:lnTo>
                  <a:pt x="218830" y="29151"/>
                </a:lnTo>
                <a:lnTo>
                  <a:pt x="218422" y="29182"/>
                </a:lnTo>
                <a:lnTo>
                  <a:pt x="218013" y="29218"/>
                </a:lnTo>
                <a:lnTo>
                  <a:pt x="217605" y="29258"/>
                </a:lnTo>
                <a:lnTo>
                  <a:pt x="217196" y="29304"/>
                </a:lnTo>
                <a:lnTo>
                  <a:pt x="216788" y="29354"/>
                </a:lnTo>
                <a:lnTo>
                  <a:pt x="216379" y="29408"/>
                </a:lnTo>
                <a:lnTo>
                  <a:pt x="215970" y="29468"/>
                </a:lnTo>
                <a:lnTo>
                  <a:pt x="215561" y="29532"/>
                </a:lnTo>
                <a:lnTo>
                  <a:pt x="215152" y="29602"/>
                </a:lnTo>
                <a:lnTo>
                  <a:pt x="214743" y="29675"/>
                </a:lnTo>
                <a:lnTo>
                  <a:pt x="214334" y="29754"/>
                </a:lnTo>
                <a:lnTo>
                  <a:pt x="213924" y="29838"/>
                </a:lnTo>
                <a:lnTo>
                  <a:pt x="213515" y="29926"/>
                </a:lnTo>
                <a:lnTo>
                  <a:pt x="213105" y="30019"/>
                </a:lnTo>
                <a:lnTo>
                  <a:pt x="212695" y="30116"/>
                </a:lnTo>
                <a:lnTo>
                  <a:pt x="212285" y="30219"/>
                </a:lnTo>
                <a:lnTo>
                  <a:pt x="211875" y="30326"/>
                </a:lnTo>
                <a:lnTo>
                  <a:pt x="211465" y="30438"/>
                </a:lnTo>
                <a:lnTo>
                  <a:pt x="211056" y="30555"/>
                </a:lnTo>
                <a:lnTo>
                  <a:pt x="210649" y="30676"/>
                </a:lnTo>
                <a:lnTo>
                  <a:pt x="210245" y="30802"/>
                </a:lnTo>
                <a:lnTo>
                  <a:pt x="209843" y="30932"/>
                </a:lnTo>
                <a:lnTo>
                  <a:pt x="209443" y="31067"/>
                </a:lnTo>
                <a:lnTo>
                  <a:pt x="209046" y="31206"/>
                </a:lnTo>
                <a:lnTo>
                  <a:pt x="208651" y="31350"/>
                </a:lnTo>
                <a:lnTo>
                  <a:pt x="208258" y="31499"/>
                </a:lnTo>
                <a:lnTo>
                  <a:pt x="207867" y="31651"/>
                </a:lnTo>
                <a:lnTo>
                  <a:pt x="207479" y="31809"/>
                </a:lnTo>
                <a:lnTo>
                  <a:pt x="207094" y="31971"/>
                </a:lnTo>
                <a:lnTo>
                  <a:pt x="206710" y="32138"/>
                </a:lnTo>
                <a:lnTo>
                  <a:pt x="206329" y="32309"/>
                </a:lnTo>
                <a:lnTo>
                  <a:pt x="205950" y="32484"/>
                </a:lnTo>
                <a:lnTo>
                  <a:pt x="205574" y="32664"/>
                </a:lnTo>
                <a:lnTo>
                  <a:pt x="205200" y="32849"/>
                </a:lnTo>
                <a:lnTo>
                  <a:pt x="204828" y="33038"/>
                </a:lnTo>
                <a:lnTo>
                  <a:pt x="204458" y="33232"/>
                </a:lnTo>
                <a:lnTo>
                  <a:pt x="204091" y="33430"/>
                </a:lnTo>
                <a:lnTo>
                  <a:pt x="203726" y="33633"/>
                </a:lnTo>
                <a:lnTo>
                  <a:pt x="203364" y="33841"/>
                </a:lnTo>
                <a:lnTo>
                  <a:pt x="203003" y="34052"/>
                </a:lnTo>
                <a:lnTo>
                  <a:pt x="202646" y="34269"/>
                </a:lnTo>
                <a:lnTo>
                  <a:pt x="202290" y="34490"/>
                </a:lnTo>
                <a:lnTo>
                  <a:pt x="201938" y="34715"/>
                </a:lnTo>
                <a:lnTo>
                  <a:pt x="201591" y="34945"/>
                </a:lnTo>
                <a:lnTo>
                  <a:pt x="201248" y="35180"/>
                </a:lnTo>
                <a:lnTo>
                  <a:pt x="200910" y="35419"/>
                </a:lnTo>
                <a:lnTo>
                  <a:pt x="200576" y="35663"/>
                </a:lnTo>
                <a:lnTo>
                  <a:pt x="200247" y="35911"/>
                </a:lnTo>
                <a:lnTo>
                  <a:pt x="199923" y="36164"/>
                </a:lnTo>
                <a:lnTo>
                  <a:pt x="199604" y="36421"/>
                </a:lnTo>
                <a:lnTo>
                  <a:pt x="199289" y="36683"/>
                </a:lnTo>
                <a:lnTo>
                  <a:pt x="198979" y="36949"/>
                </a:lnTo>
                <a:lnTo>
                  <a:pt x="198673" y="37220"/>
                </a:lnTo>
                <a:lnTo>
                  <a:pt x="198372" y="37495"/>
                </a:lnTo>
                <a:lnTo>
                  <a:pt x="198076" y="37775"/>
                </a:lnTo>
                <a:lnTo>
                  <a:pt x="197784" y="38060"/>
                </a:lnTo>
                <a:lnTo>
                  <a:pt x="197497" y="38349"/>
                </a:lnTo>
                <a:lnTo>
                  <a:pt x="197215" y="38642"/>
                </a:lnTo>
                <a:lnTo>
                  <a:pt x="196937" y="38940"/>
                </a:lnTo>
                <a:lnTo>
                  <a:pt x="196664" y="39243"/>
                </a:lnTo>
                <a:lnTo>
                  <a:pt x="196396" y="39550"/>
                </a:lnTo>
                <a:lnTo>
                  <a:pt x="196132" y="39861"/>
                </a:lnTo>
                <a:lnTo>
                  <a:pt x="195873" y="40178"/>
                </a:lnTo>
                <a:lnTo>
                  <a:pt x="195619" y="40498"/>
                </a:lnTo>
                <a:lnTo>
                  <a:pt x="195369" y="40824"/>
                </a:lnTo>
                <a:lnTo>
                  <a:pt x="195124" y="41153"/>
                </a:lnTo>
                <a:lnTo>
                  <a:pt x="194885" y="41488"/>
                </a:lnTo>
                <a:lnTo>
                  <a:pt x="194654" y="41826"/>
                </a:lnTo>
                <a:lnTo>
                  <a:pt x="194430" y="42169"/>
                </a:lnTo>
                <a:lnTo>
                  <a:pt x="194214" y="42516"/>
                </a:lnTo>
                <a:lnTo>
                  <a:pt x="194005" y="42868"/>
                </a:lnTo>
                <a:lnTo>
                  <a:pt x="193804" y="43223"/>
                </a:lnTo>
                <a:lnTo>
                  <a:pt x="193610" y="43583"/>
                </a:lnTo>
                <a:lnTo>
                  <a:pt x="193424" y="43948"/>
                </a:lnTo>
                <a:lnTo>
                  <a:pt x="193245" y="44316"/>
                </a:lnTo>
                <a:lnTo>
                  <a:pt x="193074" y="44689"/>
                </a:lnTo>
                <a:lnTo>
                  <a:pt x="192911" y="45066"/>
                </a:lnTo>
                <a:lnTo>
                  <a:pt x="192755" y="45448"/>
                </a:lnTo>
                <a:lnTo>
                  <a:pt x="192607" y="45834"/>
                </a:lnTo>
                <a:lnTo>
                  <a:pt x="192466" y="46224"/>
                </a:lnTo>
                <a:lnTo>
                  <a:pt x="192333" y="46618"/>
                </a:lnTo>
                <a:lnTo>
                  <a:pt x="192207" y="47017"/>
                </a:lnTo>
                <a:lnTo>
                  <a:pt x="192089" y="47420"/>
                </a:lnTo>
                <a:lnTo>
                  <a:pt x="191979" y="47827"/>
                </a:lnTo>
                <a:lnTo>
                  <a:pt x="191876" y="48239"/>
                </a:lnTo>
                <a:lnTo>
                  <a:pt x="191780" y="48655"/>
                </a:lnTo>
                <a:lnTo>
                  <a:pt x="191692" y="49075"/>
                </a:lnTo>
                <a:lnTo>
                  <a:pt x="191612" y="49500"/>
                </a:lnTo>
                <a:lnTo>
                  <a:pt x="191539" y="49929"/>
                </a:lnTo>
                <a:lnTo>
                  <a:pt x="191474" y="50362"/>
                </a:lnTo>
                <a:lnTo>
                  <a:pt x="199310" y="50429"/>
                </a:lnTo>
                <a:lnTo>
                  <a:pt x="199403" y="50030"/>
                </a:lnTo>
                <a:lnTo>
                  <a:pt x="199504" y="49636"/>
                </a:lnTo>
                <a:lnTo>
                  <a:pt x="199613" y="49249"/>
                </a:lnTo>
                <a:lnTo>
                  <a:pt x="199729" y="48866"/>
                </a:lnTo>
                <a:lnTo>
                  <a:pt x="199854" y="48490"/>
                </a:lnTo>
                <a:lnTo>
                  <a:pt x="199986" y="48118"/>
                </a:lnTo>
                <a:lnTo>
                  <a:pt x="200126" y="47753"/>
                </a:lnTo>
                <a:lnTo>
                  <a:pt x="200273" y="47393"/>
                </a:lnTo>
                <a:lnTo>
                  <a:pt x="200429" y="47038"/>
                </a:lnTo>
                <a:lnTo>
                  <a:pt x="200592" y="46690"/>
                </a:lnTo>
                <a:lnTo>
                  <a:pt x="200763" y="46346"/>
                </a:lnTo>
                <a:lnTo>
                  <a:pt x="200942" y="46009"/>
                </a:lnTo>
                <a:lnTo>
                  <a:pt x="201129" y="45677"/>
                </a:lnTo>
                <a:lnTo>
                  <a:pt x="201323" y="45350"/>
                </a:lnTo>
                <a:lnTo>
                  <a:pt x="201526" y="45029"/>
                </a:lnTo>
                <a:lnTo>
                  <a:pt x="201736" y="44714"/>
                </a:lnTo>
                <a:lnTo>
                  <a:pt x="201953" y="44404"/>
                </a:lnTo>
                <a:lnTo>
                  <a:pt x="202179" y="44100"/>
                </a:lnTo>
                <a:lnTo>
                  <a:pt x="202413" y="43802"/>
                </a:lnTo>
                <a:lnTo>
                  <a:pt x="202654" y="43509"/>
                </a:lnTo>
                <a:lnTo>
                  <a:pt x="202903" y="43221"/>
                </a:lnTo>
                <a:lnTo>
                  <a:pt x="203159" y="42939"/>
                </a:lnTo>
                <a:lnTo>
                  <a:pt x="203424" y="42663"/>
                </a:lnTo>
                <a:lnTo>
                  <a:pt x="203696" y="42392"/>
                </a:lnTo>
                <a:lnTo>
                  <a:pt x="203975" y="42127"/>
                </a:lnTo>
                <a:lnTo>
                  <a:pt x="204257" y="41867"/>
                </a:lnTo>
                <a:lnTo>
                  <a:pt x="204543" y="41613"/>
                </a:lnTo>
                <a:lnTo>
                  <a:pt x="204834" y="41364"/>
                </a:lnTo>
                <a:lnTo>
                  <a:pt x="205129" y="41120"/>
                </a:lnTo>
                <a:lnTo>
                  <a:pt x="205427" y="40881"/>
                </a:lnTo>
                <a:lnTo>
                  <a:pt x="205730" y="40648"/>
                </a:lnTo>
                <a:lnTo>
                  <a:pt x="206037" y="40420"/>
                </a:lnTo>
                <a:lnTo>
                  <a:pt x="206347" y="40198"/>
                </a:lnTo>
                <a:lnTo>
                  <a:pt x="206662" y="39981"/>
                </a:lnTo>
                <a:lnTo>
                  <a:pt x="206981" y="39769"/>
                </a:lnTo>
                <a:lnTo>
                  <a:pt x="207304" y="39563"/>
                </a:lnTo>
                <a:lnTo>
                  <a:pt x="207632" y="39362"/>
                </a:lnTo>
                <a:lnTo>
                  <a:pt x="207963" y="39166"/>
                </a:lnTo>
                <a:lnTo>
                  <a:pt x="208298" y="38976"/>
                </a:lnTo>
                <a:lnTo>
                  <a:pt x="208637" y="38791"/>
                </a:lnTo>
                <a:lnTo>
                  <a:pt x="208981" y="38611"/>
                </a:lnTo>
                <a:lnTo>
                  <a:pt x="209328" y="38437"/>
                </a:lnTo>
                <a:lnTo>
                  <a:pt x="209680" y="38268"/>
                </a:lnTo>
                <a:lnTo>
                  <a:pt x="210035" y="38104"/>
                </a:lnTo>
                <a:lnTo>
                  <a:pt x="210395" y="37946"/>
                </a:lnTo>
                <a:lnTo>
                  <a:pt x="210759" y="37793"/>
                </a:lnTo>
                <a:lnTo>
                  <a:pt x="211127" y="37646"/>
                </a:lnTo>
                <a:lnTo>
                  <a:pt x="211498" y="37504"/>
                </a:lnTo>
                <a:lnTo>
                  <a:pt x="211873" y="37367"/>
                </a:lnTo>
                <a:lnTo>
                  <a:pt x="212248" y="37237"/>
                </a:lnTo>
                <a:lnTo>
                  <a:pt x="212623" y="37112"/>
                </a:lnTo>
                <a:lnTo>
                  <a:pt x="213000" y="36994"/>
                </a:lnTo>
                <a:lnTo>
                  <a:pt x="213377" y="36882"/>
                </a:lnTo>
                <a:lnTo>
                  <a:pt x="213755" y="36775"/>
                </a:lnTo>
                <a:lnTo>
                  <a:pt x="214133" y="36675"/>
                </a:lnTo>
                <a:lnTo>
                  <a:pt x="214512" y="36581"/>
                </a:lnTo>
                <a:lnTo>
                  <a:pt x="214892" y="36493"/>
                </a:lnTo>
                <a:lnTo>
                  <a:pt x="215273" y="36411"/>
                </a:lnTo>
                <a:lnTo>
                  <a:pt x="215654" y="36335"/>
                </a:lnTo>
                <a:lnTo>
                  <a:pt x="216036" y="36265"/>
                </a:lnTo>
                <a:lnTo>
                  <a:pt x="216418" y="36201"/>
                </a:lnTo>
                <a:lnTo>
                  <a:pt x="216802" y="36143"/>
                </a:lnTo>
                <a:lnTo>
                  <a:pt x="217186" y="36091"/>
                </a:lnTo>
                <a:lnTo>
                  <a:pt x="217570" y="36045"/>
                </a:lnTo>
                <a:lnTo>
                  <a:pt x="217956" y="36005"/>
                </a:lnTo>
                <a:lnTo>
                  <a:pt x="218342" y="35972"/>
                </a:lnTo>
                <a:lnTo>
                  <a:pt x="218729" y="35944"/>
                </a:lnTo>
                <a:lnTo>
                  <a:pt x="219116" y="35922"/>
                </a:lnTo>
                <a:lnTo>
                  <a:pt x="219505" y="35907"/>
                </a:lnTo>
                <a:lnTo>
                  <a:pt x="219894" y="35897"/>
                </a:lnTo>
                <a:lnTo>
                  <a:pt x="220283" y="35894"/>
                </a:lnTo>
                <a:lnTo>
                  <a:pt x="220673" y="35896"/>
                </a:lnTo>
                <a:lnTo>
                  <a:pt x="221100" y="35905"/>
                </a:lnTo>
                <a:lnTo>
                  <a:pt x="221522" y="35921"/>
                </a:lnTo>
                <a:lnTo>
                  <a:pt x="221938" y="35943"/>
                </a:lnTo>
                <a:lnTo>
                  <a:pt x="222349" y="35972"/>
                </a:lnTo>
                <a:lnTo>
                  <a:pt x="222754" y="36007"/>
                </a:lnTo>
                <a:lnTo>
                  <a:pt x="223153" y="36049"/>
                </a:lnTo>
                <a:lnTo>
                  <a:pt x="223548" y="36098"/>
                </a:lnTo>
                <a:lnTo>
                  <a:pt x="223936" y="36153"/>
                </a:lnTo>
                <a:lnTo>
                  <a:pt x="224320" y="36215"/>
                </a:lnTo>
                <a:lnTo>
                  <a:pt x="224698" y="36283"/>
                </a:lnTo>
                <a:lnTo>
                  <a:pt x="225070" y="36358"/>
                </a:lnTo>
                <a:lnTo>
                  <a:pt x="225437" y="36440"/>
                </a:lnTo>
                <a:lnTo>
                  <a:pt x="225798" y="36528"/>
                </a:lnTo>
                <a:lnTo>
                  <a:pt x="226154" y="36623"/>
                </a:lnTo>
                <a:lnTo>
                  <a:pt x="226505" y="36725"/>
                </a:lnTo>
                <a:lnTo>
                  <a:pt x="226850" y="36833"/>
                </a:lnTo>
                <a:lnTo>
                  <a:pt x="227189" y="36948"/>
                </a:lnTo>
                <a:lnTo>
                  <a:pt x="227523" y="37069"/>
                </a:lnTo>
                <a:lnTo>
                  <a:pt x="227852" y="37197"/>
                </a:lnTo>
                <a:lnTo>
                  <a:pt x="228175" y="37332"/>
                </a:lnTo>
                <a:lnTo>
                  <a:pt x="228493" y="37473"/>
                </a:lnTo>
                <a:lnTo>
                  <a:pt x="228805" y="37621"/>
                </a:lnTo>
                <a:lnTo>
                  <a:pt x="229112" y="37776"/>
                </a:lnTo>
                <a:lnTo>
                  <a:pt x="229413" y="37937"/>
                </a:lnTo>
                <a:lnTo>
                  <a:pt x="229708" y="38104"/>
                </a:lnTo>
                <a:lnTo>
                  <a:pt x="229997" y="38278"/>
                </a:lnTo>
                <a:lnTo>
                  <a:pt x="230279" y="38457"/>
                </a:lnTo>
                <a:lnTo>
                  <a:pt x="230553" y="38643"/>
                </a:lnTo>
                <a:lnTo>
                  <a:pt x="230822" y="38835"/>
                </a:lnTo>
                <a:lnTo>
                  <a:pt x="231083" y="39032"/>
                </a:lnTo>
                <a:lnTo>
                  <a:pt x="231338" y="39236"/>
                </a:lnTo>
                <a:lnTo>
                  <a:pt x="231586" y="39446"/>
                </a:lnTo>
                <a:lnTo>
                  <a:pt x="231827" y="39662"/>
                </a:lnTo>
                <a:lnTo>
                  <a:pt x="232062" y="39884"/>
                </a:lnTo>
                <a:lnTo>
                  <a:pt x="232289" y="40112"/>
                </a:lnTo>
                <a:lnTo>
                  <a:pt x="232511" y="40346"/>
                </a:lnTo>
                <a:lnTo>
                  <a:pt x="232725" y="40586"/>
                </a:lnTo>
                <a:lnTo>
                  <a:pt x="232932" y="40832"/>
                </a:lnTo>
                <a:lnTo>
                  <a:pt x="233133" y="41084"/>
                </a:lnTo>
                <a:lnTo>
                  <a:pt x="233327" y="41342"/>
                </a:lnTo>
                <a:lnTo>
                  <a:pt x="233514" y="41606"/>
                </a:lnTo>
                <a:lnTo>
                  <a:pt x="233695" y="41877"/>
                </a:lnTo>
                <a:lnTo>
                  <a:pt x="233869" y="42153"/>
                </a:lnTo>
                <a:lnTo>
                  <a:pt x="234036" y="42435"/>
                </a:lnTo>
                <a:lnTo>
                  <a:pt x="234196" y="42724"/>
                </a:lnTo>
                <a:lnTo>
                  <a:pt x="234350" y="43018"/>
                </a:lnTo>
                <a:lnTo>
                  <a:pt x="234497" y="43319"/>
                </a:lnTo>
                <a:lnTo>
                  <a:pt x="234637" y="43625"/>
                </a:lnTo>
                <a:lnTo>
                  <a:pt x="234769" y="43937"/>
                </a:lnTo>
                <a:lnTo>
                  <a:pt x="234894" y="44254"/>
                </a:lnTo>
                <a:lnTo>
                  <a:pt x="235010" y="44576"/>
                </a:lnTo>
                <a:lnTo>
                  <a:pt x="235118" y="44903"/>
                </a:lnTo>
                <a:lnTo>
                  <a:pt x="235217" y="45234"/>
                </a:lnTo>
                <a:lnTo>
                  <a:pt x="235309" y="45571"/>
                </a:lnTo>
                <a:lnTo>
                  <a:pt x="235392" y="45913"/>
                </a:lnTo>
                <a:lnTo>
                  <a:pt x="235467" y="46260"/>
                </a:lnTo>
                <a:lnTo>
                  <a:pt x="235533" y="46612"/>
                </a:lnTo>
                <a:lnTo>
                  <a:pt x="235591" y="46969"/>
                </a:lnTo>
                <a:lnTo>
                  <a:pt x="235641" y="47330"/>
                </a:lnTo>
                <a:lnTo>
                  <a:pt x="235683" y="47697"/>
                </a:lnTo>
                <a:lnTo>
                  <a:pt x="235717" y="48069"/>
                </a:lnTo>
                <a:lnTo>
                  <a:pt x="235742" y="48446"/>
                </a:lnTo>
                <a:lnTo>
                  <a:pt x="235759" y="48828"/>
                </a:lnTo>
                <a:lnTo>
                  <a:pt x="235768" y="49214"/>
                </a:lnTo>
                <a:lnTo>
                  <a:pt x="235768" y="49606"/>
                </a:lnTo>
                <a:lnTo>
                  <a:pt x="235761" y="50003"/>
                </a:lnTo>
                <a:lnTo>
                  <a:pt x="235745" y="50405"/>
                </a:lnTo>
                <a:lnTo>
                  <a:pt x="235720" y="50811"/>
                </a:lnTo>
                <a:lnTo>
                  <a:pt x="235688" y="51223"/>
                </a:lnTo>
                <a:lnTo>
                  <a:pt x="235647" y="51640"/>
                </a:lnTo>
                <a:lnTo>
                  <a:pt x="235598" y="52062"/>
                </a:lnTo>
                <a:lnTo>
                  <a:pt x="235541" y="52488"/>
                </a:lnTo>
                <a:lnTo>
                  <a:pt x="234168" y="60735"/>
                </a:lnTo>
                <a:lnTo>
                  <a:pt x="219334" y="60675"/>
                </a:lnTo>
                <a:lnTo>
                  <a:pt x="218865" y="60683"/>
                </a:lnTo>
                <a:lnTo>
                  <a:pt x="218394" y="60694"/>
                </a:lnTo>
                <a:lnTo>
                  <a:pt x="217922" y="60709"/>
                </a:lnTo>
                <a:lnTo>
                  <a:pt x="217450" y="60728"/>
                </a:lnTo>
                <a:lnTo>
                  <a:pt x="216976" y="60751"/>
                </a:lnTo>
                <a:lnTo>
                  <a:pt x="216500" y="60778"/>
                </a:lnTo>
                <a:lnTo>
                  <a:pt x="216024" y="60808"/>
                </a:lnTo>
                <a:lnTo>
                  <a:pt x="215546" y="60842"/>
                </a:lnTo>
                <a:lnTo>
                  <a:pt x="215068" y="60880"/>
                </a:lnTo>
                <a:lnTo>
                  <a:pt x="214588" y="60922"/>
                </a:lnTo>
                <a:lnTo>
                  <a:pt x="214107" y="60968"/>
                </a:lnTo>
                <a:lnTo>
                  <a:pt x="213625" y="61018"/>
                </a:lnTo>
                <a:lnTo>
                  <a:pt x="213141" y="61071"/>
                </a:lnTo>
                <a:lnTo>
                  <a:pt x="212657" y="61128"/>
                </a:lnTo>
                <a:lnTo>
                  <a:pt x="212171" y="61189"/>
                </a:lnTo>
                <a:lnTo>
                  <a:pt x="211685" y="61254"/>
                </a:lnTo>
                <a:lnTo>
                  <a:pt x="211197" y="61323"/>
                </a:lnTo>
                <a:lnTo>
                  <a:pt x="210707" y="61395"/>
                </a:lnTo>
                <a:lnTo>
                  <a:pt x="210217" y="61471"/>
                </a:lnTo>
                <a:lnTo>
                  <a:pt x="209726" y="61551"/>
                </a:lnTo>
                <a:lnTo>
                  <a:pt x="209233" y="61635"/>
                </a:lnTo>
                <a:lnTo>
                  <a:pt x="208739" y="61723"/>
                </a:lnTo>
                <a:lnTo>
                  <a:pt x="208244" y="61815"/>
                </a:lnTo>
                <a:lnTo>
                  <a:pt x="207748" y="61910"/>
                </a:lnTo>
                <a:lnTo>
                  <a:pt x="207253" y="62010"/>
                </a:lnTo>
                <a:lnTo>
                  <a:pt x="206760" y="62115"/>
                </a:lnTo>
                <a:lnTo>
                  <a:pt x="206271" y="62226"/>
                </a:lnTo>
                <a:lnTo>
                  <a:pt x="205784" y="62341"/>
                </a:lnTo>
                <a:lnTo>
                  <a:pt x="205300" y="62462"/>
                </a:lnTo>
                <a:lnTo>
                  <a:pt x="204818" y="62588"/>
                </a:lnTo>
                <a:lnTo>
                  <a:pt x="204340" y="62719"/>
                </a:lnTo>
                <a:lnTo>
                  <a:pt x="203864" y="62856"/>
                </a:lnTo>
                <a:lnTo>
                  <a:pt x="203391" y="62998"/>
                </a:lnTo>
                <a:lnTo>
                  <a:pt x="202921" y="63145"/>
                </a:lnTo>
                <a:lnTo>
                  <a:pt x="202453" y="63297"/>
                </a:lnTo>
                <a:lnTo>
                  <a:pt x="201989" y="63454"/>
                </a:lnTo>
                <a:lnTo>
                  <a:pt x="201527" y="63617"/>
                </a:lnTo>
                <a:lnTo>
                  <a:pt x="201068" y="63785"/>
                </a:lnTo>
                <a:lnTo>
                  <a:pt x="200612" y="63958"/>
                </a:lnTo>
                <a:lnTo>
                  <a:pt x="200158" y="64136"/>
                </a:lnTo>
                <a:lnTo>
                  <a:pt x="199707" y="64320"/>
                </a:lnTo>
                <a:lnTo>
                  <a:pt x="199260" y="64508"/>
                </a:lnTo>
                <a:lnTo>
                  <a:pt x="198815" y="64702"/>
                </a:lnTo>
                <a:lnTo>
                  <a:pt x="198372" y="64901"/>
                </a:lnTo>
                <a:lnTo>
                  <a:pt x="197933" y="65106"/>
                </a:lnTo>
                <a:lnTo>
                  <a:pt x="197496" y="65316"/>
                </a:lnTo>
                <a:lnTo>
                  <a:pt x="197062" y="65530"/>
                </a:lnTo>
                <a:lnTo>
                  <a:pt x="196631" y="65750"/>
                </a:lnTo>
                <a:lnTo>
                  <a:pt x="196204" y="65976"/>
                </a:lnTo>
                <a:lnTo>
                  <a:pt x="195783" y="66208"/>
                </a:lnTo>
                <a:lnTo>
                  <a:pt x="195368" y="66446"/>
                </a:lnTo>
                <a:lnTo>
                  <a:pt x="194960" y="66690"/>
                </a:lnTo>
                <a:lnTo>
                  <a:pt x="194556" y="66940"/>
                </a:lnTo>
                <a:lnTo>
                  <a:pt x="194159" y="67196"/>
                </a:lnTo>
                <a:lnTo>
                  <a:pt x="193768" y="67459"/>
                </a:lnTo>
                <a:lnTo>
                  <a:pt x="193383" y="67728"/>
                </a:lnTo>
                <a:lnTo>
                  <a:pt x="193004" y="68002"/>
                </a:lnTo>
                <a:lnTo>
                  <a:pt x="192630" y="68283"/>
                </a:lnTo>
                <a:lnTo>
                  <a:pt x="192263" y="68570"/>
                </a:lnTo>
                <a:lnTo>
                  <a:pt x="191901" y="68864"/>
                </a:lnTo>
                <a:lnTo>
                  <a:pt x="191546" y="69163"/>
                </a:lnTo>
                <a:lnTo>
                  <a:pt x="191196" y="69468"/>
                </a:lnTo>
                <a:lnTo>
                  <a:pt x="190852" y="69780"/>
                </a:lnTo>
                <a:lnTo>
                  <a:pt x="190514" y="70098"/>
                </a:lnTo>
                <a:lnTo>
                  <a:pt x="190182" y="70422"/>
                </a:lnTo>
                <a:lnTo>
                  <a:pt x="189857" y="70752"/>
                </a:lnTo>
                <a:lnTo>
                  <a:pt x="189536" y="71088"/>
                </a:lnTo>
                <a:lnTo>
                  <a:pt x="189222" y="71431"/>
                </a:lnTo>
                <a:lnTo>
                  <a:pt x="188914" y="71779"/>
                </a:lnTo>
                <a:lnTo>
                  <a:pt x="188612" y="72134"/>
                </a:lnTo>
                <a:lnTo>
                  <a:pt x="188316" y="72495"/>
                </a:lnTo>
                <a:lnTo>
                  <a:pt x="188025" y="72862"/>
                </a:lnTo>
                <a:lnTo>
                  <a:pt x="187743" y="73235"/>
                </a:lnTo>
                <a:lnTo>
                  <a:pt x="187470" y="73616"/>
                </a:lnTo>
                <a:lnTo>
                  <a:pt x="187206" y="74005"/>
                </a:lnTo>
                <a:lnTo>
                  <a:pt x="186953" y="74400"/>
                </a:lnTo>
                <a:lnTo>
                  <a:pt x="186709" y="74803"/>
                </a:lnTo>
                <a:lnTo>
                  <a:pt x="186474" y="75213"/>
                </a:lnTo>
                <a:lnTo>
                  <a:pt x="186250" y="75630"/>
                </a:lnTo>
                <a:lnTo>
                  <a:pt x="186035" y="76055"/>
                </a:lnTo>
                <a:lnTo>
                  <a:pt x="185829" y="76487"/>
                </a:lnTo>
                <a:lnTo>
                  <a:pt x="185634" y="76926"/>
                </a:lnTo>
                <a:lnTo>
                  <a:pt x="185448" y="77373"/>
                </a:lnTo>
                <a:lnTo>
                  <a:pt x="185271" y="77827"/>
                </a:lnTo>
                <a:lnTo>
                  <a:pt x="185104" y="78288"/>
                </a:lnTo>
                <a:lnTo>
                  <a:pt x="184947" y="78756"/>
                </a:lnTo>
                <a:lnTo>
                  <a:pt x="184800" y="79232"/>
                </a:lnTo>
                <a:lnTo>
                  <a:pt x="184662" y="79715"/>
                </a:lnTo>
                <a:lnTo>
                  <a:pt x="184534" y="80206"/>
                </a:lnTo>
                <a:lnTo>
                  <a:pt x="184415" y="80703"/>
                </a:lnTo>
                <a:lnTo>
                  <a:pt x="184306" y="81208"/>
                </a:lnTo>
                <a:lnTo>
                  <a:pt x="184207" y="81721"/>
                </a:lnTo>
                <a:lnTo>
                  <a:pt x="184117" y="82240"/>
                </a:lnTo>
                <a:lnTo>
                  <a:pt x="184038" y="82767"/>
                </a:lnTo>
                <a:lnTo>
                  <a:pt x="183967" y="83301"/>
                </a:lnTo>
                <a:lnTo>
                  <a:pt x="183907" y="83843"/>
                </a:lnTo>
                <a:lnTo>
                  <a:pt x="183856" y="84352"/>
                </a:lnTo>
                <a:lnTo>
                  <a:pt x="183818" y="84856"/>
                </a:lnTo>
                <a:lnTo>
                  <a:pt x="183790" y="85354"/>
                </a:lnTo>
                <a:lnTo>
                  <a:pt x="183774" y="85847"/>
                </a:lnTo>
                <a:lnTo>
                  <a:pt x="183769" y="86334"/>
                </a:lnTo>
                <a:lnTo>
                  <a:pt x="183775" y="86816"/>
                </a:lnTo>
                <a:lnTo>
                  <a:pt x="183792" y="87293"/>
                </a:lnTo>
                <a:lnTo>
                  <a:pt x="183821" y="87764"/>
                </a:lnTo>
                <a:lnTo>
                  <a:pt x="183861" y="88229"/>
                </a:lnTo>
                <a:lnTo>
                  <a:pt x="183912" y="88689"/>
                </a:lnTo>
                <a:lnTo>
                  <a:pt x="183975" y="89144"/>
                </a:lnTo>
                <a:lnTo>
                  <a:pt x="184049" y="89593"/>
                </a:lnTo>
                <a:lnTo>
                  <a:pt x="184134" y="90037"/>
                </a:lnTo>
                <a:lnTo>
                  <a:pt x="184231" y="90475"/>
                </a:lnTo>
                <a:lnTo>
                  <a:pt x="184338" y="90908"/>
                </a:lnTo>
                <a:lnTo>
                  <a:pt x="184457" y="91335"/>
                </a:lnTo>
                <a:lnTo>
                  <a:pt x="184588" y="91757"/>
                </a:lnTo>
                <a:lnTo>
                  <a:pt x="184729" y="92174"/>
                </a:lnTo>
                <a:lnTo>
                  <a:pt x="184882" y="92585"/>
                </a:lnTo>
                <a:lnTo>
                  <a:pt x="185046" y="92990"/>
                </a:lnTo>
                <a:lnTo>
                  <a:pt x="185221" y="93391"/>
                </a:lnTo>
                <a:lnTo>
                  <a:pt x="185408" y="93785"/>
                </a:lnTo>
                <a:lnTo>
                  <a:pt x="185606" y="94175"/>
                </a:lnTo>
                <a:lnTo>
                  <a:pt x="185815" y="94558"/>
                </a:lnTo>
                <a:lnTo>
                  <a:pt x="186034" y="94936"/>
                </a:lnTo>
                <a:lnTo>
                  <a:pt x="186260" y="95306"/>
                </a:lnTo>
                <a:lnTo>
                  <a:pt x="186494" y="95669"/>
                </a:lnTo>
                <a:lnTo>
                  <a:pt x="186735" y="96024"/>
                </a:lnTo>
                <a:lnTo>
                  <a:pt x="186984" y="96372"/>
                </a:lnTo>
                <a:lnTo>
                  <a:pt x="187240" y="96713"/>
                </a:lnTo>
                <a:lnTo>
                  <a:pt x="187504" y="97047"/>
                </a:lnTo>
                <a:lnTo>
                  <a:pt x="187776" y="97373"/>
                </a:lnTo>
                <a:lnTo>
                  <a:pt x="188055" y="97692"/>
                </a:lnTo>
                <a:lnTo>
                  <a:pt x="188342" y="98004"/>
                </a:lnTo>
                <a:lnTo>
                  <a:pt x="188636" y="98309"/>
                </a:lnTo>
                <a:lnTo>
                  <a:pt x="188938" y="98606"/>
                </a:lnTo>
                <a:lnTo>
                  <a:pt x="189247" y="98896"/>
                </a:lnTo>
                <a:lnTo>
                  <a:pt x="189564" y="99178"/>
                </a:lnTo>
                <a:lnTo>
                  <a:pt x="189888" y="99454"/>
                </a:lnTo>
                <a:lnTo>
                  <a:pt x="190220" y="99722"/>
                </a:lnTo>
                <a:lnTo>
                  <a:pt x="190560" y="99982"/>
                </a:lnTo>
                <a:lnTo>
                  <a:pt x="190907" y="100236"/>
                </a:lnTo>
                <a:lnTo>
                  <a:pt x="191262" y="100482"/>
                </a:lnTo>
                <a:lnTo>
                  <a:pt x="191624" y="100721"/>
                </a:lnTo>
                <a:lnTo>
                  <a:pt x="191994" y="100952"/>
                </a:lnTo>
                <a:lnTo>
                  <a:pt x="192371" y="101176"/>
                </a:lnTo>
                <a:lnTo>
                  <a:pt x="192756" y="101393"/>
                </a:lnTo>
                <a:lnTo>
                  <a:pt x="193149" y="101603"/>
                </a:lnTo>
                <a:lnTo>
                  <a:pt x="193547" y="101805"/>
                </a:lnTo>
                <a:lnTo>
                  <a:pt x="193949" y="101998"/>
                </a:lnTo>
                <a:lnTo>
                  <a:pt x="194355" y="102184"/>
                </a:lnTo>
                <a:lnTo>
                  <a:pt x="194765" y="102361"/>
                </a:lnTo>
                <a:lnTo>
                  <a:pt x="195179" y="102530"/>
                </a:lnTo>
                <a:lnTo>
                  <a:pt x="195597" y="102692"/>
                </a:lnTo>
                <a:lnTo>
                  <a:pt x="196019" y="102845"/>
                </a:lnTo>
                <a:lnTo>
                  <a:pt x="196445" y="102990"/>
                </a:lnTo>
                <a:lnTo>
                  <a:pt x="196875" y="103127"/>
                </a:lnTo>
                <a:lnTo>
                  <a:pt x="197309" y="103255"/>
                </a:lnTo>
                <a:lnTo>
                  <a:pt x="197746" y="103376"/>
                </a:lnTo>
                <a:lnTo>
                  <a:pt x="198188" y="103488"/>
                </a:lnTo>
                <a:lnTo>
                  <a:pt x="198634" y="103593"/>
                </a:lnTo>
                <a:lnTo>
                  <a:pt x="199083" y="103689"/>
                </a:lnTo>
                <a:lnTo>
                  <a:pt x="199537" y="103777"/>
                </a:lnTo>
                <a:lnTo>
                  <a:pt x="199994" y="103857"/>
                </a:lnTo>
                <a:lnTo>
                  <a:pt x="200456" y="103929"/>
                </a:lnTo>
                <a:lnTo>
                  <a:pt x="200921" y="103993"/>
                </a:lnTo>
                <a:lnTo>
                  <a:pt x="201391" y="104049"/>
                </a:lnTo>
                <a:lnTo>
                  <a:pt x="201864" y="104097"/>
                </a:lnTo>
                <a:lnTo>
                  <a:pt x="202341" y="104136"/>
                </a:lnTo>
                <a:lnTo>
                  <a:pt x="202823" y="104168"/>
                </a:lnTo>
                <a:lnTo>
                  <a:pt x="203308" y="104191"/>
                </a:lnTo>
                <a:lnTo>
                  <a:pt x="203797" y="104206"/>
                </a:lnTo>
                <a:lnTo>
                  <a:pt x="204209" y="104204"/>
                </a:lnTo>
                <a:lnTo>
                  <a:pt x="204621" y="104196"/>
                </a:lnTo>
                <a:lnTo>
                  <a:pt x="205032" y="104184"/>
                </a:lnTo>
                <a:lnTo>
                  <a:pt x="205442" y="104166"/>
                </a:lnTo>
                <a:lnTo>
                  <a:pt x="205852" y="104144"/>
                </a:lnTo>
                <a:lnTo>
                  <a:pt x="206260" y="104117"/>
                </a:lnTo>
                <a:lnTo>
                  <a:pt x="206668" y="104084"/>
                </a:lnTo>
                <a:lnTo>
                  <a:pt x="207075" y="104047"/>
                </a:lnTo>
                <a:lnTo>
                  <a:pt x="207481" y="104004"/>
                </a:lnTo>
                <a:lnTo>
                  <a:pt x="207886" y="103957"/>
                </a:lnTo>
                <a:lnTo>
                  <a:pt x="208290" y="103905"/>
                </a:lnTo>
                <a:lnTo>
                  <a:pt x="208694" y="103847"/>
                </a:lnTo>
                <a:lnTo>
                  <a:pt x="209097" y="103785"/>
                </a:lnTo>
                <a:lnTo>
                  <a:pt x="209499" y="103718"/>
                </a:lnTo>
                <a:lnTo>
                  <a:pt x="209900" y="103645"/>
                </a:lnTo>
                <a:lnTo>
                  <a:pt x="210300" y="103568"/>
                </a:lnTo>
                <a:lnTo>
                  <a:pt x="210700" y="103486"/>
                </a:lnTo>
                <a:lnTo>
                  <a:pt x="211099" y="103399"/>
                </a:lnTo>
                <a:lnTo>
                  <a:pt x="211497" y="103306"/>
                </a:lnTo>
                <a:lnTo>
                  <a:pt x="211894" y="103209"/>
                </a:lnTo>
                <a:lnTo>
                  <a:pt x="212290" y="103107"/>
                </a:lnTo>
                <a:lnTo>
                  <a:pt x="212686" y="103000"/>
                </a:lnTo>
                <a:lnTo>
                  <a:pt x="213080" y="102888"/>
                </a:lnTo>
                <a:lnTo>
                  <a:pt x="213474" y="102771"/>
                </a:lnTo>
                <a:lnTo>
                  <a:pt x="213867" y="102649"/>
                </a:lnTo>
                <a:lnTo>
                  <a:pt x="214257" y="102523"/>
                </a:lnTo>
                <a:lnTo>
                  <a:pt x="214646" y="102393"/>
                </a:lnTo>
                <a:lnTo>
                  <a:pt x="215033" y="102259"/>
                </a:lnTo>
                <a:lnTo>
                  <a:pt x="215418" y="102120"/>
                </a:lnTo>
                <a:lnTo>
                  <a:pt x="215801" y="101978"/>
                </a:lnTo>
                <a:lnTo>
                  <a:pt x="216183" y="101831"/>
                </a:lnTo>
                <a:lnTo>
                  <a:pt x="216562" y="101680"/>
                </a:lnTo>
                <a:lnTo>
                  <a:pt x="216940" y="101525"/>
                </a:lnTo>
                <a:lnTo>
                  <a:pt x="217316" y="101366"/>
                </a:lnTo>
                <a:lnTo>
                  <a:pt x="217690" y="101202"/>
                </a:lnTo>
                <a:lnTo>
                  <a:pt x="218062" y="101035"/>
                </a:lnTo>
                <a:lnTo>
                  <a:pt x="218432" y="100863"/>
                </a:lnTo>
                <a:lnTo>
                  <a:pt x="218800" y="100687"/>
                </a:lnTo>
                <a:lnTo>
                  <a:pt x="219167" y="100507"/>
                </a:lnTo>
                <a:lnTo>
                  <a:pt x="219531" y="100322"/>
                </a:lnTo>
                <a:lnTo>
                  <a:pt x="219894" y="100134"/>
                </a:lnTo>
                <a:lnTo>
                  <a:pt x="220255" y="99941"/>
                </a:lnTo>
                <a:lnTo>
                  <a:pt x="220614" y="99745"/>
                </a:lnTo>
                <a:lnTo>
                  <a:pt x="220971" y="99544"/>
                </a:lnTo>
                <a:lnTo>
                  <a:pt x="221326" y="99338"/>
                </a:lnTo>
                <a:lnTo>
                  <a:pt x="221680" y="99129"/>
                </a:lnTo>
                <a:lnTo>
                  <a:pt x="222031" y="98916"/>
                </a:lnTo>
                <a:lnTo>
                  <a:pt x="222381" y="98698"/>
                </a:lnTo>
                <a:lnTo>
                  <a:pt x="222728" y="98476"/>
                </a:lnTo>
                <a:lnTo>
                  <a:pt x="223072" y="98250"/>
                </a:lnTo>
                <a:lnTo>
                  <a:pt x="223412" y="98020"/>
                </a:lnTo>
                <a:lnTo>
                  <a:pt x="223749" y="97787"/>
                </a:lnTo>
                <a:lnTo>
                  <a:pt x="224083" y="97549"/>
                </a:lnTo>
                <a:lnTo>
                  <a:pt x="224413" y="97308"/>
                </a:lnTo>
                <a:lnTo>
                  <a:pt x="224740" y="97062"/>
                </a:lnTo>
                <a:lnTo>
                  <a:pt x="225064" y="96813"/>
                </a:lnTo>
                <a:lnTo>
                  <a:pt x="225384" y="96559"/>
                </a:lnTo>
                <a:lnTo>
                  <a:pt x="225701" y="96302"/>
                </a:lnTo>
                <a:lnTo>
                  <a:pt x="226014" y="96041"/>
                </a:lnTo>
                <a:lnTo>
                  <a:pt x="226324" y="95776"/>
                </a:lnTo>
                <a:lnTo>
                  <a:pt x="226631" y="95507"/>
                </a:lnTo>
                <a:lnTo>
                  <a:pt x="226934" y="95234"/>
                </a:lnTo>
                <a:lnTo>
                  <a:pt x="227234" y="94957"/>
                </a:lnTo>
                <a:lnTo>
                  <a:pt x="227530" y="94676"/>
                </a:lnTo>
                <a:lnTo>
                  <a:pt x="227824" y="94391"/>
                </a:lnTo>
                <a:lnTo>
                  <a:pt x="228113" y="94102"/>
                </a:lnTo>
                <a:lnTo>
                  <a:pt x="228400" y="93810"/>
                </a:lnTo>
                <a:lnTo>
                  <a:pt x="228683" y="93513"/>
                </a:lnTo>
                <a:lnTo>
                  <a:pt x="228845" y="93339"/>
                </a:lnTo>
                <a:lnTo>
                  <a:pt x="228840" y="93387"/>
                </a:lnTo>
                <a:lnTo>
                  <a:pt x="228813" y="93658"/>
                </a:lnTo>
                <a:lnTo>
                  <a:pt x="228787" y="93929"/>
                </a:lnTo>
                <a:close/>
                <a:moveTo>
                  <a:pt x="230540" y="82274"/>
                </a:moveTo>
                <a:lnTo>
                  <a:pt x="230299" y="82680"/>
                </a:lnTo>
                <a:lnTo>
                  <a:pt x="230051" y="83083"/>
                </a:lnTo>
                <a:lnTo>
                  <a:pt x="229797" y="83481"/>
                </a:lnTo>
                <a:lnTo>
                  <a:pt x="229537" y="83875"/>
                </a:lnTo>
                <a:lnTo>
                  <a:pt x="229271" y="84265"/>
                </a:lnTo>
                <a:lnTo>
                  <a:pt x="228998" y="84650"/>
                </a:lnTo>
                <a:lnTo>
                  <a:pt x="228720" y="85031"/>
                </a:lnTo>
                <a:lnTo>
                  <a:pt x="228435" y="85408"/>
                </a:lnTo>
                <a:lnTo>
                  <a:pt x="228144" y="85781"/>
                </a:lnTo>
                <a:lnTo>
                  <a:pt x="227847" y="86149"/>
                </a:lnTo>
                <a:lnTo>
                  <a:pt x="227544" y="86513"/>
                </a:lnTo>
                <a:lnTo>
                  <a:pt x="227235" y="86872"/>
                </a:lnTo>
                <a:lnTo>
                  <a:pt x="226919" y="87228"/>
                </a:lnTo>
                <a:lnTo>
                  <a:pt x="226598" y="87579"/>
                </a:lnTo>
                <a:lnTo>
                  <a:pt x="226270" y="87926"/>
                </a:lnTo>
                <a:lnTo>
                  <a:pt x="225936" y="88268"/>
                </a:lnTo>
                <a:lnTo>
                  <a:pt x="225596" y="88606"/>
                </a:lnTo>
                <a:lnTo>
                  <a:pt x="225250" y="88939"/>
                </a:lnTo>
                <a:lnTo>
                  <a:pt x="224901" y="89266"/>
                </a:lnTo>
                <a:lnTo>
                  <a:pt x="224547" y="89586"/>
                </a:lnTo>
                <a:lnTo>
                  <a:pt x="224189" y="89900"/>
                </a:lnTo>
                <a:lnTo>
                  <a:pt x="223827" y="90207"/>
                </a:lnTo>
                <a:lnTo>
                  <a:pt x="223461" y="90508"/>
                </a:lnTo>
                <a:lnTo>
                  <a:pt x="223091" y="90803"/>
                </a:lnTo>
                <a:lnTo>
                  <a:pt x="222716" y="91091"/>
                </a:lnTo>
                <a:lnTo>
                  <a:pt x="222337" y="91373"/>
                </a:lnTo>
                <a:lnTo>
                  <a:pt x="221954" y="91649"/>
                </a:lnTo>
                <a:lnTo>
                  <a:pt x="221567" y="91918"/>
                </a:lnTo>
                <a:lnTo>
                  <a:pt x="221176" y="92181"/>
                </a:lnTo>
                <a:lnTo>
                  <a:pt x="220780" y="92438"/>
                </a:lnTo>
                <a:lnTo>
                  <a:pt x="220380" y="92688"/>
                </a:lnTo>
                <a:lnTo>
                  <a:pt x="219977" y="92932"/>
                </a:lnTo>
                <a:lnTo>
                  <a:pt x="219568" y="93170"/>
                </a:lnTo>
                <a:lnTo>
                  <a:pt x="219156" y="93401"/>
                </a:lnTo>
                <a:lnTo>
                  <a:pt x="218740" y="93626"/>
                </a:lnTo>
                <a:lnTo>
                  <a:pt x="218319" y="93844"/>
                </a:lnTo>
                <a:lnTo>
                  <a:pt x="217894" y="94056"/>
                </a:lnTo>
                <a:lnTo>
                  <a:pt x="217465" y="94262"/>
                </a:lnTo>
                <a:lnTo>
                  <a:pt x="217032" y="94461"/>
                </a:lnTo>
                <a:lnTo>
                  <a:pt x="216595" y="94654"/>
                </a:lnTo>
                <a:lnTo>
                  <a:pt x="216153" y="94841"/>
                </a:lnTo>
                <a:lnTo>
                  <a:pt x="215708" y="95020"/>
                </a:lnTo>
                <a:lnTo>
                  <a:pt x="215262" y="95192"/>
                </a:lnTo>
                <a:lnTo>
                  <a:pt x="214813" y="95355"/>
                </a:lnTo>
                <a:lnTo>
                  <a:pt x="214362" y="95511"/>
                </a:lnTo>
                <a:lnTo>
                  <a:pt x="213910" y="95659"/>
                </a:lnTo>
                <a:lnTo>
                  <a:pt x="213455" y="95799"/>
                </a:lnTo>
                <a:lnTo>
                  <a:pt x="212999" y="95931"/>
                </a:lnTo>
                <a:lnTo>
                  <a:pt x="212540" y="96055"/>
                </a:lnTo>
                <a:lnTo>
                  <a:pt x="212080" y="96172"/>
                </a:lnTo>
                <a:lnTo>
                  <a:pt x="211617" y="96280"/>
                </a:lnTo>
                <a:lnTo>
                  <a:pt x="211153" y="96381"/>
                </a:lnTo>
                <a:lnTo>
                  <a:pt x="210686" y="96474"/>
                </a:lnTo>
                <a:lnTo>
                  <a:pt x="210218" y="96559"/>
                </a:lnTo>
                <a:lnTo>
                  <a:pt x="209748" y="96636"/>
                </a:lnTo>
                <a:lnTo>
                  <a:pt x="209275" y="96705"/>
                </a:lnTo>
                <a:lnTo>
                  <a:pt x="208801" y="96766"/>
                </a:lnTo>
                <a:lnTo>
                  <a:pt x="208325" y="96820"/>
                </a:lnTo>
                <a:lnTo>
                  <a:pt x="207846" y="96865"/>
                </a:lnTo>
                <a:lnTo>
                  <a:pt x="207366" y="96903"/>
                </a:lnTo>
                <a:lnTo>
                  <a:pt x="206884" y="96933"/>
                </a:lnTo>
                <a:lnTo>
                  <a:pt x="206400" y="96955"/>
                </a:lnTo>
                <a:lnTo>
                  <a:pt x="205914" y="96969"/>
                </a:lnTo>
                <a:lnTo>
                  <a:pt x="205425" y="96975"/>
                </a:lnTo>
                <a:lnTo>
                  <a:pt x="204935" y="96973"/>
                </a:lnTo>
                <a:lnTo>
                  <a:pt x="204602" y="96965"/>
                </a:lnTo>
                <a:lnTo>
                  <a:pt x="204271" y="96951"/>
                </a:lnTo>
                <a:lnTo>
                  <a:pt x="203943" y="96931"/>
                </a:lnTo>
                <a:lnTo>
                  <a:pt x="203618" y="96906"/>
                </a:lnTo>
                <a:lnTo>
                  <a:pt x="203296" y="96875"/>
                </a:lnTo>
                <a:lnTo>
                  <a:pt x="202976" y="96838"/>
                </a:lnTo>
                <a:lnTo>
                  <a:pt x="202660" y="96796"/>
                </a:lnTo>
                <a:lnTo>
                  <a:pt x="202346" y="96747"/>
                </a:lnTo>
                <a:lnTo>
                  <a:pt x="202035" y="96694"/>
                </a:lnTo>
                <a:lnTo>
                  <a:pt x="201726" y="96634"/>
                </a:lnTo>
                <a:lnTo>
                  <a:pt x="201421" y="96569"/>
                </a:lnTo>
                <a:lnTo>
                  <a:pt x="201118" y="96498"/>
                </a:lnTo>
                <a:lnTo>
                  <a:pt x="200818" y="96422"/>
                </a:lnTo>
                <a:lnTo>
                  <a:pt x="200521" y="96340"/>
                </a:lnTo>
                <a:lnTo>
                  <a:pt x="200226" y="96252"/>
                </a:lnTo>
                <a:lnTo>
                  <a:pt x="199935" y="96159"/>
                </a:lnTo>
                <a:lnTo>
                  <a:pt x="199646" y="96060"/>
                </a:lnTo>
                <a:lnTo>
                  <a:pt x="199360" y="95955"/>
                </a:lnTo>
                <a:lnTo>
                  <a:pt x="199077" y="95844"/>
                </a:lnTo>
                <a:lnTo>
                  <a:pt x="198796" y="95728"/>
                </a:lnTo>
                <a:lnTo>
                  <a:pt x="198519" y="95606"/>
                </a:lnTo>
                <a:lnTo>
                  <a:pt x="198244" y="95479"/>
                </a:lnTo>
                <a:lnTo>
                  <a:pt x="197972" y="95346"/>
                </a:lnTo>
                <a:lnTo>
                  <a:pt x="197703" y="95207"/>
                </a:lnTo>
                <a:lnTo>
                  <a:pt x="197437" y="95063"/>
                </a:lnTo>
                <a:lnTo>
                  <a:pt x="197178" y="94914"/>
                </a:lnTo>
                <a:lnTo>
                  <a:pt x="196924" y="94760"/>
                </a:lnTo>
                <a:lnTo>
                  <a:pt x="196676" y="94602"/>
                </a:lnTo>
                <a:lnTo>
                  <a:pt x="196433" y="94439"/>
                </a:lnTo>
                <a:lnTo>
                  <a:pt x="196196" y="94271"/>
                </a:lnTo>
                <a:lnTo>
                  <a:pt x="195964" y="94098"/>
                </a:lnTo>
                <a:lnTo>
                  <a:pt x="195738" y="93921"/>
                </a:lnTo>
                <a:lnTo>
                  <a:pt x="195518" y="93739"/>
                </a:lnTo>
                <a:lnTo>
                  <a:pt x="195303" y="93552"/>
                </a:lnTo>
                <a:lnTo>
                  <a:pt x="195093" y="93361"/>
                </a:lnTo>
                <a:lnTo>
                  <a:pt x="194890" y="93164"/>
                </a:lnTo>
                <a:lnTo>
                  <a:pt x="194692" y="92963"/>
                </a:lnTo>
                <a:lnTo>
                  <a:pt x="194499" y="92758"/>
                </a:lnTo>
                <a:lnTo>
                  <a:pt x="194312" y="92547"/>
                </a:lnTo>
                <a:lnTo>
                  <a:pt x="194131" y="92332"/>
                </a:lnTo>
                <a:lnTo>
                  <a:pt x="193955" y="92112"/>
                </a:lnTo>
                <a:lnTo>
                  <a:pt x="193785" y="91887"/>
                </a:lnTo>
                <a:lnTo>
                  <a:pt x="193620" y="91658"/>
                </a:lnTo>
                <a:lnTo>
                  <a:pt x="193461" y="91424"/>
                </a:lnTo>
                <a:lnTo>
                  <a:pt x="193308" y="91185"/>
                </a:lnTo>
                <a:lnTo>
                  <a:pt x="193160" y="90941"/>
                </a:lnTo>
                <a:lnTo>
                  <a:pt x="193017" y="90693"/>
                </a:lnTo>
                <a:lnTo>
                  <a:pt x="192881" y="90440"/>
                </a:lnTo>
                <a:lnTo>
                  <a:pt x="192751" y="90182"/>
                </a:lnTo>
                <a:lnTo>
                  <a:pt x="192628" y="89920"/>
                </a:lnTo>
                <a:lnTo>
                  <a:pt x="192513" y="89655"/>
                </a:lnTo>
                <a:lnTo>
                  <a:pt x="192406" y="89385"/>
                </a:lnTo>
                <a:lnTo>
                  <a:pt x="192307" y="89112"/>
                </a:lnTo>
                <a:lnTo>
                  <a:pt x="192215" y="88835"/>
                </a:lnTo>
                <a:lnTo>
                  <a:pt x="192131" y="88554"/>
                </a:lnTo>
                <a:lnTo>
                  <a:pt x="192055" y="88268"/>
                </a:lnTo>
                <a:lnTo>
                  <a:pt x="191986" y="87979"/>
                </a:lnTo>
                <a:lnTo>
                  <a:pt x="191925" y="87686"/>
                </a:lnTo>
                <a:lnTo>
                  <a:pt x="191872" y="87389"/>
                </a:lnTo>
                <a:lnTo>
                  <a:pt x="191826" y="87088"/>
                </a:lnTo>
                <a:lnTo>
                  <a:pt x="191788" y="86784"/>
                </a:lnTo>
                <a:lnTo>
                  <a:pt x="191757" y="86475"/>
                </a:lnTo>
                <a:lnTo>
                  <a:pt x="191735" y="86162"/>
                </a:lnTo>
                <a:lnTo>
                  <a:pt x="191720" y="85846"/>
                </a:lnTo>
                <a:lnTo>
                  <a:pt x="191712" y="85525"/>
                </a:lnTo>
                <a:lnTo>
                  <a:pt x="191713" y="85201"/>
                </a:lnTo>
                <a:lnTo>
                  <a:pt x="191721" y="84872"/>
                </a:lnTo>
                <a:lnTo>
                  <a:pt x="191737" y="84540"/>
                </a:lnTo>
                <a:lnTo>
                  <a:pt x="191760" y="84204"/>
                </a:lnTo>
                <a:lnTo>
                  <a:pt x="191791" y="83863"/>
                </a:lnTo>
                <a:lnTo>
                  <a:pt x="191830" y="83519"/>
                </a:lnTo>
                <a:lnTo>
                  <a:pt x="191876" y="83171"/>
                </a:lnTo>
                <a:lnTo>
                  <a:pt x="191947" y="82763"/>
                </a:lnTo>
                <a:lnTo>
                  <a:pt x="192025" y="82361"/>
                </a:lnTo>
                <a:lnTo>
                  <a:pt x="192111" y="81966"/>
                </a:lnTo>
                <a:lnTo>
                  <a:pt x="192204" y="81576"/>
                </a:lnTo>
                <a:lnTo>
                  <a:pt x="192305" y="81193"/>
                </a:lnTo>
                <a:lnTo>
                  <a:pt x="192414" y="80815"/>
                </a:lnTo>
                <a:lnTo>
                  <a:pt x="192530" y="80444"/>
                </a:lnTo>
                <a:lnTo>
                  <a:pt x="192654" y="80079"/>
                </a:lnTo>
                <a:lnTo>
                  <a:pt x="192785" y="79720"/>
                </a:lnTo>
                <a:lnTo>
                  <a:pt x="192924" y="79367"/>
                </a:lnTo>
                <a:lnTo>
                  <a:pt x="193070" y="79021"/>
                </a:lnTo>
                <a:lnTo>
                  <a:pt x="193224" y="78680"/>
                </a:lnTo>
                <a:lnTo>
                  <a:pt x="193385" y="78346"/>
                </a:lnTo>
                <a:lnTo>
                  <a:pt x="193554" y="78017"/>
                </a:lnTo>
                <a:lnTo>
                  <a:pt x="193731" y="77695"/>
                </a:lnTo>
                <a:lnTo>
                  <a:pt x="193915" y="77379"/>
                </a:lnTo>
                <a:lnTo>
                  <a:pt x="194107" y="77069"/>
                </a:lnTo>
                <a:lnTo>
                  <a:pt x="194306" y="76766"/>
                </a:lnTo>
                <a:lnTo>
                  <a:pt x="194513" y="76468"/>
                </a:lnTo>
                <a:lnTo>
                  <a:pt x="194727" y="76177"/>
                </a:lnTo>
                <a:lnTo>
                  <a:pt x="194949" y="75891"/>
                </a:lnTo>
                <a:lnTo>
                  <a:pt x="195178" y="75612"/>
                </a:lnTo>
                <a:lnTo>
                  <a:pt x="195415" y="75339"/>
                </a:lnTo>
                <a:lnTo>
                  <a:pt x="195660" y="75072"/>
                </a:lnTo>
                <a:lnTo>
                  <a:pt x="195910" y="74810"/>
                </a:lnTo>
                <a:lnTo>
                  <a:pt x="196165" y="74554"/>
                </a:lnTo>
                <a:lnTo>
                  <a:pt x="196424" y="74302"/>
                </a:lnTo>
                <a:lnTo>
                  <a:pt x="196688" y="74055"/>
                </a:lnTo>
                <a:lnTo>
                  <a:pt x="196955" y="73813"/>
                </a:lnTo>
                <a:lnTo>
                  <a:pt x="197227" y="73575"/>
                </a:lnTo>
                <a:lnTo>
                  <a:pt x="197504" y="73343"/>
                </a:lnTo>
                <a:lnTo>
                  <a:pt x="197784" y="73115"/>
                </a:lnTo>
                <a:lnTo>
                  <a:pt x="198069" y="72893"/>
                </a:lnTo>
                <a:lnTo>
                  <a:pt x="198359" y="72675"/>
                </a:lnTo>
                <a:lnTo>
                  <a:pt x="198652" y="72462"/>
                </a:lnTo>
                <a:lnTo>
                  <a:pt x="198950" y="72254"/>
                </a:lnTo>
                <a:lnTo>
                  <a:pt x="199252" y="72051"/>
                </a:lnTo>
                <a:lnTo>
                  <a:pt x="199558" y="71852"/>
                </a:lnTo>
                <a:lnTo>
                  <a:pt x="199869" y="71659"/>
                </a:lnTo>
                <a:lnTo>
                  <a:pt x="200184" y="71470"/>
                </a:lnTo>
                <a:lnTo>
                  <a:pt x="200503" y="71287"/>
                </a:lnTo>
                <a:lnTo>
                  <a:pt x="200827" y="71108"/>
                </a:lnTo>
                <a:lnTo>
                  <a:pt x="201155" y="70934"/>
                </a:lnTo>
                <a:lnTo>
                  <a:pt x="201487" y="70765"/>
                </a:lnTo>
                <a:lnTo>
                  <a:pt x="201824" y="70601"/>
                </a:lnTo>
                <a:lnTo>
                  <a:pt x="202165" y="70441"/>
                </a:lnTo>
                <a:lnTo>
                  <a:pt x="202510" y="70287"/>
                </a:lnTo>
                <a:lnTo>
                  <a:pt x="202859" y="70137"/>
                </a:lnTo>
                <a:lnTo>
                  <a:pt x="203212" y="69992"/>
                </a:lnTo>
                <a:lnTo>
                  <a:pt x="203565" y="69850"/>
                </a:lnTo>
                <a:lnTo>
                  <a:pt x="203920" y="69712"/>
                </a:lnTo>
                <a:lnTo>
                  <a:pt x="204277" y="69577"/>
                </a:lnTo>
                <a:lnTo>
                  <a:pt x="204635" y="69446"/>
                </a:lnTo>
                <a:lnTo>
                  <a:pt x="204994" y="69319"/>
                </a:lnTo>
                <a:lnTo>
                  <a:pt x="205355" y="69195"/>
                </a:lnTo>
                <a:lnTo>
                  <a:pt x="205717" y="69074"/>
                </a:lnTo>
                <a:lnTo>
                  <a:pt x="206080" y="68958"/>
                </a:lnTo>
                <a:lnTo>
                  <a:pt x="206445" y="68845"/>
                </a:lnTo>
                <a:lnTo>
                  <a:pt x="206811" y="68735"/>
                </a:lnTo>
                <a:lnTo>
                  <a:pt x="207179" y="68629"/>
                </a:lnTo>
                <a:lnTo>
                  <a:pt x="207548" y="68527"/>
                </a:lnTo>
                <a:lnTo>
                  <a:pt x="207918" y="68428"/>
                </a:lnTo>
                <a:lnTo>
                  <a:pt x="208290" y="68333"/>
                </a:lnTo>
                <a:lnTo>
                  <a:pt x="208663" y="68241"/>
                </a:lnTo>
                <a:lnTo>
                  <a:pt x="209038" y="68153"/>
                </a:lnTo>
                <a:lnTo>
                  <a:pt x="209414" y="68069"/>
                </a:lnTo>
                <a:lnTo>
                  <a:pt x="209791" y="67988"/>
                </a:lnTo>
                <a:lnTo>
                  <a:pt x="210170" y="67911"/>
                </a:lnTo>
                <a:lnTo>
                  <a:pt x="210550" y="67838"/>
                </a:lnTo>
                <a:lnTo>
                  <a:pt x="210932" y="67767"/>
                </a:lnTo>
                <a:lnTo>
                  <a:pt x="211315" y="67701"/>
                </a:lnTo>
                <a:lnTo>
                  <a:pt x="211699" y="67638"/>
                </a:lnTo>
                <a:lnTo>
                  <a:pt x="212084" y="67578"/>
                </a:lnTo>
                <a:lnTo>
                  <a:pt x="212466" y="67521"/>
                </a:lnTo>
                <a:lnTo>
                  <a:pt x="212847" y="67466"/>
                </a:lnTo>
                <a:lnTo>
                  <a:pt x="213227" y="67414"/>
                </a:lnTo>
                <a:lnTo>
                  <a:pt x="213604" y="67364"/>
                </a:lnTo>
                <a:lnTo>
                  <a:pt x="213981" y="67317"/>
                </a:lnTo>
                <a:lnTo>
                  <a:pt x="214355" y="67272"/>
                </a:lnTo>
                <a:lnTo>
                  <a:pt x="214728" y="67230"/>
                </a:lnTo>
                <a:lnTo>
                  <a:pt x="215099" y="67191"/>
                </a:lnTo>
                <a:lnTo>
                  <a:pt x="215469" y="67154"/>
                </a:lnTo>
                <a:lnTo>
                  <a:pt x="215837" y="67119"/>
                </a:lnTo>
                <a:lnTo>
                  <a:pt x="216203" y="67087"/>
                </a:lnTo>
                <a:lnTo>
                  <a:pt x="216568" y="67058"/>
                </a:lnTo>
                <a:lnTo>
                  <a:pt x="216931" y="67031"/>
                </a:lnTo>
                <a:lnTo>
                  <a:pt x="217292" y="67007"/>
                </a:lnTo>
                <a:lnTo>
                  <a:pt x="217652" y="66985"/>
                </a:lnTo>
                <a:lnTo>
                  <a:pt x="218011" y="66966"/>
                </a:lnTo>
                <a:lnTo>
                  <a:pt x="218367" y="66950"/>
                </a:lnTo>
                <a:lnTo>
                  <a:pt x="218722" y="66936"/>
                </a:lnTo>
                <a:lnTo>
                  <a:pt x="219075" y="66924"/>
                </a:lnTo>
                <a:lnTo>
                  <a:pt x="219427" y="66915"/>
                </a:lnTo>
                <a:lnTo>
                  <a:pt x="219777" y="66909"/>
                </a:lnTo>
                <a:lnTo>
                  <a:pt x="220126" y="66905"/>
                </a:lnTo>
                <a:lnTo>
                  <a:pt x="220473" y="66904"/>
                </a:lnTo>
                <a:lnTo>
                  <a:pt x="233140" y="66904"/>
                </a:lnTo>
                <a:lnTo>
                  <a:pt x="230597" y="82174"/>
                </a:lnTo>
                <a:lnTo>
                  <a:pt x="230540" y="82274"/>
                </a:lnTo>
                <a:close/>
                <a:moveTo>
                  <a:pt x="111393" y="70712"/>
                </a:moveTo>
                <a:lnTo>
                  <a:pt x="111364" y="71269"/>
                </a:lnTo>
                <a:lnTo>
                  <a:pt x="111343" y="71825"/>
                </a:lnTo>
                <a:lnTo>
                  <a:pt x="111328" y="72380"/>
                </a:lnTo>
                <a:lnTo>
                  <a:pt x="111321" y="72934"/>
                </a:lnTo>
                <a:lnTo>
                  <a:pt x="111320" y="73487"/>
                </a:lnTo>
                <a:lnTo>
                  <a:pt x="111326" y="74038"/>
                </a:lnTo>
                <a:lnTo>
                  <a:pt x="111339" y="74589"/>
                </a:lnTo>
                <a:lnTo>
                  <a:pt x="111360" y="75138"/>
                </a:lnTo>
                <a:lnTo>
                  <a:pt x="111387" y="75686"/>
                </a:lnTo>
                <a:lnTo>
                  <a:pt x="111421" y="76232"/>
                </a:lnTo>
                <a:lnTo>
                  <a:pt x="111462" y="76778"/>
                </a:lnTo>
                <a:lnTo>
                  <a:pt x="111510" y="77323"/>
                </a:lnTo>
                <a:lnTo>
                  <a:pt x="111565" y="77866"/>
                </a:lnTo>
                <a:lnTo>
                  <a:pt x="111627" y="78408"/>
                </a:lnTo>
                <a:lnTo>
                  <a:pt x="111697" y="78949"/>
                </a:lnTo>
                <a:lnTo>
                  <a:pt x="111773" y="79489"/>
                </a:lnTo>
                <a:lnTo>
                  <a:pt x="111856" y="80028"/>
                </a:lnTo>
                <a:lnTo>
                  <a:pt x="111946" y="80565"/>
                </a:lnTo>
                <a:lnTo>
                  <a:pt x="112043" y="81101"/>
                </a:lnTo>
                <a:lnTo>
                  <a:pt x="112147" y="81635"/>
                </a:lnTo>
                <a:lnTo>
                  <a:pt x="112258" y="82164"/>
                </a:lnTo>
                <a:lnTo>
                  <a:pt x="112376" y="82689"/>
                </a:lnTo>
                <a:lnTo>
                  <a:pt x="112501" y="83210"/>
                </a:lnTo>
                <a:lnTo>
                  <a:pt x="112633" y="83726"/>
                </a:lnTo>
                <a:lnTo>
                  <a:pt x="112773" y="84239"/>
                </a:lnTo>
                <a:lnTo>
                  <a:pt x="112920" y="84746"/>
                </a:lnTo>
                <a:lnTo>
                  <a:pt x="113073" y="85250"/>
                </a:lnTo>
                <a:lnTo>
                  <a:pt x="113234" y="85749"/>
                </a:lnTo>
                <a:lnTo>
                  <a:pt x="113402" y="86244"/>
                </a:lnTo>
                <a:lnTo>
                  <a:pt x="113577" y="86735"/>
                </a:lnTo>
                <a:lnTo>
                  <a:pt x="113759" y="87221"/>
                </a:lnTo>
                <a:lnTo>
                  <a:pt x="113948" y="87703"/>
                </a:lnTo>
                <a:lnTo>
                  <a:pt x="114144" y="88181"/>
                </a:lnTo>
                <a:lnTo>
                  <a:pt x="114347" y="88654"/>
                </a:lnTo>
                <a:lnTo>
                  <a:pt x="114558" y="89123"/>
                </a:lnTo>
                <a:lnTo>
                  <a:pt x="114775" y="89588"/>
                </a:lnTo>
                <a:lnTo>
                  <a:pt x="115000" y="90048"/>
                </a:lnTo>
                <a:lnTo>
                  <a:pt x="115231" y="90504"/>
                </a:lnTo>
                <a:lnTo>
                  <a:pt x="115470" y="90956"/>
                </a:lnTo>
                <a:lnTo>
                  <a:pt x="115716" y="91404"/>
                </a:lnTo>
                <a:lnTo>
                  <a:pt x="115969" y="91847"/>
                </a:lnTo>
                <a:lnTo>
                  <a:pt x="116229" y="92286"/>
                </a:lnTo>
                <a:lnTo>
                  <a:pt x="116496" y="92721"/>
                </a:lnTo>
                <a:lnTo>
                  <a:pt x="116770" y="93150"/>
                </a:lnTo>
                <a:lnTo>
                  <a:pt x="117052" y="93571"/>
                </a:lnTo>
                <a:lnTo>
                  <a:pt x="117341" y="93986"/>
                </a:lnTo>
                <a:lnTo>
                  <a:pt x="117637" y="94393"/>
                </a:lnTo>
                <a:lnTo>
                  <a:pt x="117941" y="94793"/>
                </a:lnTo>
                <a:lnTo>
                  <a:pt x="118252" y="95186"/>
                </a:lnTo>
                <a:lnTo>
                  <a:pt x="118570" y="95572"/>
                </a:lnTo>
                <a:lnTo>
                  <a:pt x="118896" y="95950"/>
                </a:lnTo>
                <a:lnTo>
                  <a:pt x="119229" y="96322"/>
                </a:lnTo>
                <a:lnTo>
                  <a:pt x="119569" y="96686"/>
                </a:lnTo>
                <a:lnTo>
                  <a:pt x="119917" y="97042"/>
                </a:lnTo>
                <a:lnTo>
                  <a:pt x="120272" y="97392"/>
                </a:lnTo>
                <a:lnTo>
                  <a:pt x="120634" y="97734"/>
                </a:lnTo>
                <a:lnTo>
                  <a:pt x="121003" y="98070"/>
                </a:lnTo>
                <a:lnTo>
                  <a:pt x="121380" y="98398"/>
                </a:lnTo>
                <a:lnTo>
                  <a:pt x="121764" y="98718"/>
                </a:lnTo>
                <a:lnTo>
                  <a:pt x="122156" y="99032"/>
                </a:lnTo>
                <a:lnTo>
                  <a:pt x="122555" y="99338"/>
                </a:lnTo>
                <a:lnTo>
                  <a:pt x="122961" y="99638"/>
                </a:lnTo>
                <a:lnTo>
                  <a:pt x="123375" y="99929"/>
                </a:lnTo>
                <a:lnTo>
                  <a:pt x="123795" y="100214"/>
                </a:lnTo>
                <a:lnTo>
                  <a:pt x="124224" y="100492"/>
                </a:lnTo>
                <a:lnTo>
                  <a:pt x="124659" y="100762"/>
                </a:lnTo>
                <a:lnTo>
                  <a:pt x="125102" y="101025"/>
                </a:lnTo>
                <a:lnTo>
                  <a:pt x="125552" y="101279"/>
                </a:lnTo>
                <a:lnTo>
                  <a:pt x="126010" y="101523"/>
                </a:lnTo>
                <a:lnTo>
                  <a:pt x="126476" y="101756"/>
                </a:lnTo>
                <a:lnTo>
                  <a:pt x="126949" y="101979"/>
                </a:lnTo>
                <a:lnTo>
                  <a:pt x="127430" y="102190"/>
                </a:lnTo>
                <a:lnTo>
                  <a:pt x="127919" y="102392"/>
                </a:lnTo>
                <a:lnTo>
                  <a:pt x="128415" y="102583"/>
                </a:lnTo>
                <a:lnTo>
                  <a:pt x="128919" y="102763"/>
                </a:lnTo>
                <a:lnTo>
                  <a:pt x="129431" y="102932"/>
                </a:lnTo>
                <a:lnTo>
                  <a:pt x="129950" y="103091"/>
                </a:lnTo>
                <a:lnTo>
                  <a:pt x="130477" y="103240"/>
                </a:lnTo>
                <a:lnTo>
                  <a:pt x="131012" y="103378"/>
                </a:lnTo>
                <a:lnTo>
                  <a:pt x="131554" y="103505"/>
                </a:lnTo>
                <a:lnTo>
                  <a:pt x="132104" y="103621"/>
                </a:lnTo>
                <a:lnTo>
                  <a:pt x="132662" y="103728"/>
                </a:lnTo>
                <a:lnTo>
                  <a:pt x="133228" y="103823"/>
                </a:lnTo>
                <a:lnTo>
                  <a:pt x="133801" y="103908"/>
                </a:lnTo>
                <a:lnTo>
                  <a:pt x="134381" y="103982"/>
                </a:lnTo>
                <a:lnTo>
                  <a:pt x="134970" y="104046"/>
                </a:lnTo>
                <a:lnTo>
                  <a:pt x="135566" y="104099"/>
                </a:lnTo>
                <a:lnTo>
                  <a:pt x="136170" y="104142"/>
                </a:lnTo>
                <a:lnTo>
                  <a:pt x="136781" y="104174"/>
                </a:lnTo>
                <a:lnTo>
                  <a:pt x="137400" y="104195"/>
                </a:lnTo>
                <a:lnTo>
                  <a:pt x="138027" y="104206"/>
                </a:lnTo>
                <a:lnTo>
                  <a:pt x="138667" y="104207"/>
                </a:lnTo>
                <a:lnTo>
                  <a:pt x="139301" y="104196"/>
                </a:lnTo>
                <a:lnTo>
                  <a:pt x="139931" y="104175"/>
                </a:lnTo>
                <a:lnTo>
                  <a:pt x="140555" y="104144"/>
                </a:lnTo>
                <a:lnTo>
                  <a:pt x="141175" y="104102"/>
                </a:lnTo>
                <a:lnTo>
                  <a:pt x="141790" y="104049"/>
                </a:lnTo>
                <a:lnTo>
                  <a:pt x="142400" y="103986"/>
                </a:lnTo>
                <a:lnTo>
                  <a:pt x="143005" y="103912"/>
                </a:lnTo>
                <a:lnTo>
                  <a:pt x="143606" y="103828"/>
                </a:lnTo>
                <a:lnTo>
                  <a:pt x="144201" y="103733"/>
                </a:lnTo>
                <a:lnTo>
                  <a:pt x="144792" y="103628"/>
                </a:lnTo>
                <a:lnTo>
                  <a:pt x="145377" y="103511"/>
                </a:lnTo>
                <a:lnTo>
                  <a:pt x="145958" y="103385"/>
                </a:lnTo>
                <a:lnTo>
                  <a:pt x="146534" y="103248"/>
                </a:lnTo>
                <a:lnTo>
                  <a:pt x="147105" y="103100"/>
                </a:lnTo>
                <a:lnTo>
                  <a:pt x="147671" y="102941"/>
                </a:lnTo>
                <a:lnTo>
                  <a:pt x="148232" y="102772"/>
                </a:lnTo>
                <a:lnTo>
                  <a:pt x="148788" y="102593"/>
                </a:lnTo>
                <a:lnTo>
                  <a:pt x="149340" y="102403"/>
                </a:lnTo>
                <a:lnTo>
                  <a:pt x="149887" y="102202"/>
                </a:lnTo>
                <a:lnTo>
                  <a:pt x="150428" y="101990"/>
                </a:lnTo>
                <a:lnTo>
                  <a:pt x="150965" y="101769"/>
                </a:lnTo>
                <a:lnTo>
                  <a:pt x="151497" y="101536"/>
                </a:lnTo>
                <a:lnTo>
                  <a:pt x="152024" y="101293"/>
                </a:lnTo>
                <a:lnTo>
                  <a:pt x="152546" y="101041"/>
                </a:lnTo>
                <a:lnTo>
                  <a:pt x="153062" y="100781"/>
                </a:lnTo>
                <a:lnTo>
                  <a:pt x="153572" y="100513"/>
                </a:lnTo>
                <a:lnTo>
                  <a:pt x="154077" y="100238"/>
                </a:lnTo>
                <a:lnTo>
                  <a:pt x="154576" y="99955"/>
                </a:lnTo>
                <a:lnTo>
                  <a:pt x="155069" y="99665"/>
                </a:lnTo>
                <a:lnTo>
                  <a:pt x="155557" y="99367"/>
                </a:lnTo>
                <a:lnTo>
                  <a:pt x="156039" y="99061"/>
                </a:lnTo>
                <a:lnTo>
                  <a:pt x="156515" y="98747"/>
                </a:lnTo>
                <a:lnTo>
                  <a:pt x="156985" y="98426"/>
                </a:lnTo>
                <a:lnTo>
                  <a:pt x="157450" y="98097"/>
                </a:lnTo>
                <a:lnTo>
                  <a:pt x="157909" y="97760"/>
                </a:lnTo>
                <a:lnTo>
                  <a:pt x="158362" y="97416"/>
                </a:lnTo>
                <a:lnTo>
                  <a:pt x="158810" y="97064"/>
                </a:lnTo>
                <a:lnTo>
                  <a:pt x="159252" y="96705"/>
                </a:lnTo>
                <a:lnTo>
                  <a:pt x="159688" y="96337"/>
                </a:lnTo>
                <a:lnTo>
                  <a:pt x="160119" y="95962"/>
                </a:lnTo>
                <a:lnTo>
                  <a:pt x="160544" y="95580"/>
                </a:lnTo>
                <a:lnTo>
                  <a:pt x="160963" y="95189"/>
                </a:lnTo>
                <a:lnTo>
                  <a:pt x="161377" y="94791"/>
                </a:lnTo>
                <a:lnTo>
                  <a:pt x="161784" y="94386"/>
                </a:lnTo>
                <a:lnTo>
                  <a:pt x="162187" y="93972"/>
                </a:lnTo>
                <a:lnTo>
                  <a:pt x="162583" y="93551"/>
                </a:lnTo>
                <a:lnTo>
                  <a:pt x="162974" y="93123"/>
                </a:lnTo>
                <a:lnTo>
                  <a:pt x="163359" y="92688"/>
                </a:lnTo>
                <a:lnTo>
                  <a:pt x="163737" y="92248"/>
                </a:lnTo>
                <a:lnTo>
                  <a:pt x="164110" y="91803"/>
                </a:lnTo>
                <a:lnTo>
                  <a:pt x="164477" y="91353"/>
                </a:lnTo>
                <a:lnTo>
                  <a:pt x="164837" y="90899"/>
                </a:lnTo>
                <a:lnTo>
                  <a:pt x="165192" y="90440"/>
                </a:lnTo>
                <a:lnTo>
                  <a:pt x="165541" y="89975"/>
                </a:lnTo>
                <a:lnTo>
                  <a:pt x="165883" y="89506"/>
                </a:lnTo>
                <a:lnTo>
                  <a:pt x="166220" y="89032"/>
                </a:lnTo>
                <a:lnTo>
                  <a:pt x="166550" y="88553"/>
                </a:lnTo>
                <a:lnTo>
                  <a:pt x="166875" y="88069"/>
                </a:lnTo>
                <a:lnTo>
                  <a:pt x="167193" y="87581"/>
                </a:lnTo>
                <a:lnTo>
                  <a:pt x="167505" y="87087"/>
                </a:lnTo>
                <a:lnTo>
                  <a:pt x="167811" y="86589"/>
                </a:lnTo>
                <a:lnTo>
                  <a:pt x="168112" y="86085"/>
                </a:lnTo>
                <a:lnTo>
                  <a:pt x="168406" y="85577"/>
                </a:lnTo>
                <a:lnTo>
                  <a:pt x="168694" y="85064"/>
                </a:lnTo>
                <a:lnTo>
                  <a:pt x="168976" y="84546"/>
                </a:lnTo>
                <a:lnTo>
                  <a:pt x="169252" y="84023"/>
                </a:lnTo>
                <a:lnTo>
                  <a:pt x="169522" y="83496"/>
                </a:lnTo>
                <a:lnTo>
                  <a:pt x="169786" y="82963"/>
                </a:lnTo>
                <a:lnTo>
                  <a:pt x="170044" y="82425"/>
                </a:lnTo>
                <a:lnTo>
                  <a:pt x="170296" y="81883"/>
                </a:lnTo>
                <a:lnTo>
                  <a:pt x="170541" y="81336"/>
                </a:lnTo>
                <a:lnTo>
                  <a:pt x="170781" y="80785"/>
                </a:lnTo>
                <a:lnTo>
                  <a:pt x="171014" y="80233"/>
                </a:lnTo>
                <a:lnTo>
                  <a:pt x="171240" y="79679"/>
                </a:lnTo>
                <a:lnTo>
                  <a:pt x="171459" y="79123"/>
                </a:lnTo>
                <a:lnTo>
                  <a:pt x="171672" y="78565"/>
                </a:lnTo>
                <a:lnTo>
                  <a:pt x="171879" y="78006"/>
                </a:lnTo>
                <a:lnTo>
                  <a:pt x="172078" y="77445"/>
                </a:lnTo>
                <a:lnTo>
                  <a:pt x="172271" y="76882"/>
                </a:lnTo>
                <a:lnTo>
                  <a:pt x="172458" y="76318"/>
                </a:lnTo>
                <a:lnTo>
                  <a:pt x="172638" y="75751"/>
                </a:lnTo>
                <a:lnTo>
                  <a:pt x="172811" y="75183"/>
                </a:lnTo>
                <a:lnTo>
                  <a:pt x="172977" y="74614"/>
                </a:lnTo>
                <a:lnTo>
                  <a:pt x="173137" y="74042"/>
                </a:lnTo>
                <a:lnTo>
                  <a:pt x="173291" y="73469"/>
                </a:lnTo>
                <a:lnTo>
                  <a:pt x="173437" y="72894"/>
                </a:lnTo>
                <a:lnTo>
                  <a:pt x="173577" y="72317"/>
                </a:lnTo>
                <a:lnTo>
                  <a:pt x="173711" y="71739"/>
                </a:lnTo>
                <a:lnTo>
                  <a:pt x="173838" y="71158"/>
                </a:lnTo>
                <a:lnTo>
                  <a:pt x="173958" y="70576"/>
                </a:lnTo>
                <a:lnTo>
                  <a:pt x="174071" y="69993"/>
                </a:lnTo>
                <a:lnTo>
                  <a:pt x="174178" y="69407"/>
                </a:lnTo>
                <a:lnTo>
                  <a:pt x="174278" y="68820"/>
                </a:lnTo>
                <a:lnTo>
                  <a:pt x="174372" y="68231"/>
                </a:lnTo>
                <a:lnTo>
                  <a:pt x="174459" y="67640"/>
                </a:lnTo>
                <a:lnTo>
                  <a:pt x="174727" y="65497"/>
                </a:lnTo>
                <a:lnTo>
                  <a:pt x="174791" y="64934"/>
                </a:lnTo>
                <a:lnTo>
                  <a:pt x="174847" y="64372"/>
                </a:lnTo>
                <a:lnTo>
                  <a:pt x="174897" y="63811"/>
                </a:lnTo>
                <a:lnTo>
                  <a:pt x="174940" y="63251"/>
                </a:lnTo>
                <a:lnTo>
                  <a:pt x="174976" y="62692"/>
                </a:lnTo>
                <a:lnTo>
                  <a:pt x="175005" y="62134"/>
                </a:lnTo>
                <a:lnTo>
                  <a:pt x="175028" y="61577"/>
                </a:lnTo>
                <a:lnTo>
                  <a:pt x="175043" y="61021"/>
                </a:lnTo>
                <a:lnTo>
                  <a:pt x="175052" y="60467"/>
                </a:lnTo>
                <a:lnTo>
                  <a:pt x="175054" y="59913"/>
                </a:lnTo>
                <a:lnTo>
                  <a:pt x="175049" y="59360"/>
                </a:lnTo>
                <a:lnTo>
                  <a:pt x="175037" y="58809"/>
                </a:lnTo>
                <a:lnTo>
                  <a:pt x="175018" y="58258"/>
                </a:lnTo>
                <a:lnTo>
                  <a:pt x="174992" y="57708"/>
                </a:lnTo>
                <a:lnTo>
                  <a:pt x="174960" y="57160"/>
                </a:lnTo>
                <a:lnTo>
                  <a:pt x="174921" y="56612"/>
                </a:lnTo>
                <a:lnTo>
                  <a:pt x="174874" y="56066"/>
                </a:lnTo>
                <a:lnTo>
                  <a:pt x="174821" y="55521"/>
                </a:lnTo>
                <a:lnTo>
                  <a:pt x="174761" y="54976"/>
                </a:lnTo>
                <a:lnTo>
                  <a:pt x="174694" y="54433"/>
                </a:lnTo>
                <a:lnTo>
                  <a:pt x="174621" y="53891"/>
                </a:lnTo>
                <a:lnTo>
                  <a:pt x="174540" y="53350"/>
                </a:lnTo>
                <a:lnTo>
                  <a:pt x="174453" y="52810"/>
                </a:lnTo>
                <a:lnTo>
                  <a:pt x="174359" y="52271"/>
                </a:lnTo>
                <a:lnTo>
                  <a:pt x="174257" y="51734"/>
                </a:lnTo>
                <a:lnTo>
                  <a:pt x="174149" y="51202"/>
                </a:lnTo>
                <a:lnTo>
                  <a:pt x="174033" y="50674"/>
                </a:lnTo>
                <a:lnTo>
                  <a:pt x="173910" y="50151"/>
                </a:lnTo>
                <a:lnTo>
                  <a:pt x="173780" y="49632"/>
                </a:lnTo>
                <a:lnTo>
                  <a:pt x="173643" y="49117"/>
                </a:lnTo>
                <a:lnTo>
                  <a:pt x="173498" y="48606"/>
                </a:lnTo>
                <a:lnTo>
                  <a:pt x="173347" y="48100"/>
                </a:lnTo>
                <a:lnTo>
                  <a:pt x="173188" y="47598"/>
                </a:lnTo>
                <a:lnTo>
                  <a:pt x="173022" y="47100"/>
                </a:lnTo>
                <a:lnTo>
                  <a:pt x="172848" y="46607"/>
                </a:lnTo>
                <a:lnTo>
                  <a:pt x="172668" y="46118"/>
                </a:lnTo>
                <a:lnTo>
                  <a:pt x="172480" y="45633"/>
                </a:lnTo>
                <a:lnTo>
                  <a:pt x="172285" y="45152"/>
                </a:lnTo>
                <a:lnTo>
                  <a:pt x="172083" y="44676"/>
                </a:lnTo>
                <a:lnTo>
                  <a:pt x="171873" y="44204"/>
                </a:lnTo>
                <a:lnTo>
                  <a:pt x="171657" y="43737"/>
                </a:lnTo>
                <a:lnTo>
                  <a:pt x="171433" y="43273"/>
                </a:lnTo>
                <a:lnTo>
                  <a:pt x="171202" y="42815"/>
                </a:lnTo>
                <a:lnTo>
                  <a:pt x="170964" y="42360"/>
                </a:lnTo>
                <a:lnTo>
                  <a:pt x="170718" y="41909"/>
                </a:lnTo>
                <a:lnTo>
                  <a:pt x="170466" y="41463"/>
                </a:lnTo>
                <a:lnTo>
                  <a:pt x="170206" y="41022"/>
                </a:lnTo>
                <a:lnTo>
                  <a:pt x="169939" y="40584"/>
                </a:lnTo>
                <a:lnTo>
                  <a:pt x="169664" y="40153"/>
                </a:lnTo>
                <a:lnTo>
                  <a:pt x="169382" y="39728"/>
                </a:lnTo>
                <a:lnTo>
                  <a:pt x="169093" y="39311"/>
                </a:lnTo>
                <a:lnTo>
                  <a:pt x="168796" y="38902"/>
                </a:lnTo>
                <a:lnTo>
                  <a:pt x="168492" y="38499"/>
                </a:lnTo>
                <a:lnTo>
                  <a:pt x="168181" y="38104"/>
                </a:lnTo>
                <a:lnTo>
                  <a:pt x="167862" y="37716"/>
                </a:lnTo>
                <a:lnTo>
                  <a:pt x="167535" y="37336"/>
                </a:lnTo>
                <a:lnTo>
                  <a:pt x="167201" y="36963"/>
                </a:lnTo>
                <a:lnTo>
                  <a:pt x="166860" y="36597"/>
                </a:lnTo>
                <a:lnTo>
                  <a:pt x="166511" y="36239"/>
                </a:lnTo>
                <a:lnTo>
                  <a:pt x="166155" y="35888"/>
                </a:lnTo>
                <a:lnTo>
                  <a:pt x="165791" y="35544"/>
                </a:lnTo>
                <a:lnTo>
                  <a:pt x="165420" y="35208"/>
                </a:lnTo>
                <a:lnTo>
                  <a:pt x="165041" y="34879"/>
                </a:lnTo>
                <a:lnTo>
                  <a:pt x="164655" y="34557"/>
                </a:lnTo>
                <a:lnTo>
                  <a:pt x="164262" y="34242"/>
                </a:lnTo>
                <a:lnTo>
                  <a:pt x="163861" y="33935"/>
                </a:lnTo>
                <a:lnTo>
                  <a:pt x="163453" y="33635"/>
                </a:lnTo>
                <a:lnTo>
                  <a:pt x="163037" y="33343"/>
                </a:lnTo>
                <a:lnTo>
                  <a:pt x="162614" y="33058"/>
                </a:lnTo>
                <a:lnTo>
                  <a:pt x="162183" y="32780"/>
                </a:lnTo>
                <a:lnTo>
                  <a:pt x="161745" y="32510"/>
                </a:lnTo>
                <a:lnTo>
                  <a:pt x="161299" y="32246"/>
                </a:lnTo>
                <a:lnTo>
                  <a:pt x="160846" y="31992"/>
                </a:lnTo>
                <a:lnTo>
                  <a:pt x="160386" y="31748"/>
                </a:lnTo>
                <a:lnTo>
                  <a:pt x="159918" y="31515"/>
                </a:lnTo>
                <a:lnTo>
                  <a:pt x="159442" y="31293"/>
                </a:lnTo>
                <a:lnTo>
                  <a:pt x="158959" y="31081"/>
                </a:lnTo>
                <a:lnTo>
                  <a:pt x="158468" y="30880"/>
                </a:lnTo>
                <a:lnTo>
                  <a:pt x="157969" y="30689"/>
                </a:lnTo>
                <a:lnTo>
                  <a:pt x="157464" y="30509"/>
                </a:lnTo>
                <a:lnTo>
                  <a:pt x="156950" y="30339"/>
                </a:lnTo>
                <a:lnTo>
                  <a:pt x="156429" y="30180"/>
                </a:lnTo>
                <a:lnTo>
                  <a:pt x="155900" y="30032"/>
                </a:lnTo>
                <a:lnTo>
                  <a:pt x="155364" y="29894"/>
                </a:lnTo>
                <a:lnTo>
                  <a:pt x="154820" y="29767"/>
                </a:lnTo>
                <a:lnTo>
                  <a:pt x="154269" y="29650"/>
                </a:lnTo>
                <a:lnTo>
                  <a:pt x="153710" y="29544"/>
                </a:lnTo>
                <a:lnTo>
                  <a:pt x="153144" y="29448"/>
                </a:lnTo>
                <a:lnTo>
                  <a:pt x="152570" y="29364"/>
                </a:lnTo>
                <a:lnTo>
                  <a:pt x="151988" y="29289"/>
                </a:lnTo>
                <a:lnTo>
                  <a:pt x="151399" y="29225"/>
                </a:lnTo>
                <a:lnTo>
                  <a:pt x="150803" y="29172"/>
                </a:lnTo>
                <a:lnTo>
                  <a:pt x="150199" y="29130"/>
                </a:lnTo>
                <a:lnTo>
                  <a:pt x="149587" y="29098"/>
                </a:lnTo>
                <a:lnTo>
                  <a:pt x="148967" y="29076"/>
                </a:lnTo>
                <a:lnTo>
                  <a:pt x="148341" y="29065"/>
                </a:lnTo>
                <a:lnTo>
                  <a:pt x="147696" y="29060"/>
                </a:lnTo>
                <a:lnTo>
                  <a:pt x="147056" y="29065"/>
                </a:lnTo>
                <a:lnTo>
                  <a:pt x="146422" y="29081"/>
                </a:lnTo>
                <a:lnTo>
                  <a:pt x="145792" y="29108"/>
                </a:lnTo>
                <a:lnTo>
                  <a:pt x="145168" y="29146"/>
                </a:lnTo>
                <a:lnTo>
                  <a:pt x="144548" y="29195"/>
                </a:lnTo>
                <a:lnTo>
                  <a:pt x="143934" y="29255"/>
                </a:lnTo>
                <a:lnTo>
                  <a:pt x="143325" y="29326"/>
                </a:lnTo>
                <a:lnTo>
                  <a:pt x="142721" y="29407"/>
                </a:lnTo>
                <a:lnTo>
                  <a:pt x="142123" y="29500"/>
                </a:lnTo>
                <a:lnTo>
                  <a:pt x="141529" y="29604"/>
                </a:lnTo>
                <a:lnTo>
                  <a:pt x="140940" y="29718"/>
                </a:lnTo>
                <a:lnTo>
                  <a:pt x="140357" y="29844"/>
                </a:lnTo>
                <a:lnTo>
                  <a:pt x="139779" y="29980"/>
                </a:lnTo>
                <a:lnTo>
                  <a:pt x="139205" y="30127"/>
                </a:lnTo>
                <a:lnTo>
                  <a:pt x="138637" y="30286"/>
                </a:lnTo>
                <a:lnTo>
                  <a:pt x="138074" y="30455"/>
                </a:lnTo>
                <a:lnTo>
                  <a:pt x="137517" y="30635"/>
                </a:lnTo>
                <a:lnTo>
                  <a:pt x="136964" y="30826"/>
                </a:lnTo>
                <a:lnTo>
                  <a:pt x="136416" y="31028"/>
                </a:lnTo>
                <a:lnTo>
                  <a:pt x="135874" y="31241"/>
                </a:lnTo>
                <a:lnTo>
                  <a:pt x="135336" y="31465"/>
                </a:lnTo>
                <a:lnTo>
                  <a:pt x="134804" y="31699"/>
                </a:lnTo>
                <a:lnTo>
                  <a:pt x="134277" y="31945"/>
                </a:lnTo>
                <a:lnTo>
                  <a:pt x="133755" y="32200"/>
                </a:lnTo>
                <a:lnTo>
                  <a:pt x="133239" y="32463"/>
                </a:lnTo>
                <a:lnTo>
                  <a:pt x="132729" y="32733"/>
                </a:lnTo>
                <a:lnTo>
                  <a:pt x="132224" y="33011"/>
                </a:lnTo>
                <a:lnTo>
                  <a:pt x="131725" y="33297"/>
                </a:lnTo>
                <a:lnTo>
                  <a:pt x="131232" y="33590"/>
                </a:lnTo>
                <a:lnTo>
                  <a:pt x="130744" y="33891"/>
                </a:lnTo>
                <a:lnTo>
                  <a:pt x="130262" y="34200"/>
                </a:lnTo>
                <a:lnTo>
                  <a:pt x="129786" y="34516"/>
                </a:lnTo>
                <a:lnTo>
                  <a:pt x="129316" y="34840"/>
                </a:lnTo>
                <a:lnTo>
                  <a:pt x="128851" y="35172"/>
                </a:lnTo>
                <a:lnTo>
                  <a:pt x="128392" y="35511"/>
                </a:lnTo>
                <a:lnTo>
                  <a:pt x="127938" y="35858"/>
                </a:lnTo>
                <a:lnTo>
                  <a:pt x="127491" y="36213"/>
                </a:lnTo>
                <a:lnTo>
                  <a:pt x="127049" y="36575"/>
                </a:lnTo>
                <a:lnTo>
                  <a:pt x="126612" y="36945"/>
                </a:lnTo>
                <a:lnTo>
                  <a:pt x="126182" y="37323"/>
                </a:lnTo>
                <a:lnTo>
                  <a:pt x="125757" y="37709"/>
                </a:lnTo>
                <a:lnTo>
                  <a:pt x="125338" y="38102"/>
                </a:lnTo>
                <a:lnTo>
                  <a:pt x="124924" y="38503"/>
                </a:lnTo>
                <a:lnTo>
                  <a:pt x="124516" y="38911"/>
                </a:lnTo>
                <a:lnTo>
                  <a:pt x="124114" y="39327"/>
                </a:lnTo>
                <a:lnTo>
                  <a:pt x="123718" y="39751"/>
                </a:lnTo>
                <a:lnTo>
                  <a:pt x="123327" y="40182"/>
                </a:lnTo>
                <a:lnTo>
                  <a:pt x="122942" y="40620"/>
                </a:lnTo>
                <a:lnTo>
                  <a:pt x="122564" y="41063"/>
                </a:lnTo>
                <a:lnTo>
                  <a:pt x="122191" y="41510"/>
                </a:lnTo>
                <a:lnTo>
                  <a:pt x="121825" y="41963"/>
                </a:lnTo>
                <a:lnTo>
                  <a:pt x="121465" y="42420"/>
                </a:lnTo>
                <a:lnTo>
                  <a:pt x="121111" y="42882"/>
                </a:lnTo>
                <a:lnTo>
                  <a:pt x="120763" y="43349"/>
                </a:lnTo>
                <a:lnTo>
                  <a:pt x="120421" y="43821"/>
                </a:lnTo>
                <a:lnTo>
                  <a:pt x="120086" y="44298"/>
                </a:lnTo>
                <a:lnTo>
                  <a:pt x="119757" y="44780"/>
                </a:lnTo>
                <a:lnTo>
                  <a:pt x="119433" y="45266"/>
                </a:lnTo>
                <a:lnTo>
                  <a:pt x="119116" y="45758"/>
                </a:lnTo>
                <a:lnTo>
                  <a:pt x="118805" y="46254"/>
                </a:lnTo>
                <a:lnTo>
                  <a:pt x="118501" y="46755"/>
                </a:lnTo>
                <a:lnTo>
                  <a:pt x="118202" y="47261"/>
                </a:lnTo>
                <a:lnTo>
                  <a:pt x="117910" y="47772"/>
                </a:lnTo>
                <a:lnTo>
                  <a:pt x="117624" y="48288"/>
                </a:lnTo>
                <a:lnTo>
                  <a:pt x="117344" y="48809"/>
                </a:lnTo>
                <a:lnTo>
                  <a:pt x="117070" y="49335"/>
                </a:lnTo>
                <a:lnTo>
                  <a:pt x="116802" y="49865"/>
                </a:lnTo>
                <a:lnTo>
                  <a:pt x="116541" y="50401"/>
                </a:lnTo>
                <a:lnTo>
                  <a:pt x="116285" y="50941"/>
                </a:lnTo>
                <a:lnTo>
                  <a:pt x="116036" y="51486"/>
                </a:lnTo>
                <a:lnTo>
                  <a:pt x="115793" y="52036"/>
                </a:lnTo>
                <a:lnTo>
                  <a:pt x="115556" y="52589"/>
                </a:lnTo>
                <a:lnTo>
                  <a:pt x="115326" y="53144"/>
                </a:lnTo>
                <a:lnTo>
                  <a:pt x="115102" y="53701"/>
                </a:lnTo>
                <a:lnTo>
                  <a:pt x="114885" y="54259"/>
                </a:lnTo>
                <a:lnTo>
                  <a:pt x="114674" y="54819"/>
                </a:lnTo>
                <a:lnTo>
                  <a:pt x="114470" y="55381"/>
                </a:lnTo>
                <a:lnTo>
                  <a:pt x="114273" y="55944"/>
                </a:lnTo>
                <a:lnTo>
                  <a:pt x="114081" y="56508"/>
                </a:lnTo>
                <a:lnTo>
                  <a:pt x="113897" y="57075"/>
                </a:lnTo>
                <a:lnTo>
                  <a:pt x="113719" y="57643"/>
                </a:lnTo>
                <a:lnTo>
                  <a:pt x="113547" y="58212"/>
                </a:lnTo>
                <a:lnTo>
                  <a:pt x="113382" y="58783"/>
                </a:lnTo>
                <a:lnTo>
                  <a:pt x="113223" y="59356"/>
                </a:lnTo>
                <a:lnTo>
                  <a:pt x="113071" y="59931"/>
                </a:lnTo>
                <a:lnTo>
                  <a:pt x="112926" y="60507"/>
                </a:lnTo>
                <a:lnTo>
                  <a:pt x="112787" y="61085"/>
                </a:lnTo>
                <a:lnTo>
                  <a:pt x="112654" y="61664"/>
                </a:lnTo>
                <a:lnTo>
                  <a:pt x="112528" y="62245"/>
                </a:lnTo>
                <a:lnTo>
                  <a:pt x="112409" y="62828"/>
                </a:lnTo>
                <a:lnTo>
                  <a:pt x="112296" y="63412"/>
                </a:lnTo>
                <a:lnTo>
                  <a:pt x="112189" y="63998"/>
                </a:lnTo>
                <a:lnTo>
                  <a:pt x="112089" y="64585"/>
                </a:lnTo>
                <a:lnTo>
                  <a:pt x="111996" y="65174"/>
                </a:lnTo>
                <a:lnTo>
                  <a:pt x="111909" y="65765"/>
                </a:lnTo>
                <a:lnTo>
                  <a:pt x="111641" y="67908"/>
                </a:lnTo>
                <a:lnTo>
                  <a:pt x="111577" y="68471"/>
                </a:lnTo>
                <a:lnTo>
                  <a:pt x="111521" y="69033"/>
                </a:lnTo>
                <a:lnTo>
                  <a:pt x="111471" y="69594"/>
                </a:lnTo>
                <a:lnTo>
                  <a:pt x="111429" y="70154"/>
                </a:lnTo>
                <a:lnTo>
                  <a:pt x="111393" y="70712"/>
                </a:lnTo>
                <a:close/>
                <a:moveTo>
                  <a:pt x="120208" y="63509"/>
                </a:moveTo>
                <a:lnTo>
                  <a:pt x="120303" y="63059"/>
                </a:lnTo>
                <a:lnTo>
                  <a:pt x="120402" y="62609"/>
                </a:lnTo>
                <a:lnTo>
                  <a:pt x="120507" y="62160"/>
                </a:lnTo>
                <a:lnTo>
                  <a:pt x="120616" y="61711"/>
                </a:lnTo>
                <a:lnTo>
                  <a:pt x="120731" y="61262"/>
                </a:lnTo>
                <a:lnTo>
                  <a:pt x="120850" y="60814"/>
                </a:lnTo>
                <a:lnTo>
                  <a:pt x="120975" y="60366"/>
                </a:lnTo>
                <a:lnTo>
                  <a:pt x="121104" y="59918"/>
                </a:lnTo>
                <a:lnTo>
                  <a:pt x="121239" y="59471"/>
                </a:lnTo>
                <a:lnTo>
                  <a:pt x="121378" y="59024"/>
                </a:lnTo>
                <a:lnTo>
                  <a:pt x="121523" y="58577"/>
                </a:lnTo>
                <a:lnTo>
                  <a:pt x="121672" y="58131"/>
                </a:lnTo>
                <a:lnTo>
                  <a:pt x="121827" y="57685"/>
                </a:lnTo>
                <a:lnTo>
                  <a:pt x="121986" y="57239"/>
                </a:lnTo>
                <a:lnTo>
                  <a:pt x="122150" y="56794"/>
                </a:lnTo>
                <a:lnTo>
                  <a:pt x="122320" y="56349"/>
                </a:lnTo>
                <a:lnTo>
                  <a:pt x="122494" y="55904"/>
                </a:lnTo>
                <a:lnTo>
                  <a:pt x="122674" y="55460"/>
                </a:lnTo>
                <a:lnTo>
                  <a:pt x="122858" y="55016"/>
                </a:lnTo>
                <a:lnTo>
                  <a:pt x="123048" y="54574"/>
                </a:lnTo>
                <a:lnTo>
                  <a:pt x="123242" y="54136"/>
                </a:lnTo>
                <a:lnTo>
                  <a:pt x="123440" y="53700"/>
                </a:lnTo>
                <a:lnTo>
                  <a:pt x="123643" y="53269"/>
                </a:lnTo>
                <a:lnTo>
                  <a:pt x="123851" y="52840"/>
                </a:lnTo>
                <a:lnTo>
                  <a:pt x="124064" y="52415"/>
                </a:lnTo>
                <a:lnTo>
                  <a:pt x="124281" y="51993"/>
                </a:lnTo>
                <a:lnTo>
                  <a:pt x="124503" y="51575"/>
                </a:lnTo>
                <a:lnTo>
                  <a:pt x="124729" y="51160"/>
                </a:lnTo>
                <a:lnTo>
                  <a:pt x="124960" y="50748"/>
                </a:lnTo>
                <a:lnTo>
                  <a:pt x="125196" y="50340"/>
                </a:lnTo>
                <a:lnTo>
                  <a:pt x="125437" y="49935"/>
                </a:lnTo>
                <a:lnTo>
                  <a:pt x="125682" y="49533"/>
                </a:lnTo>
                <a:lnTo>
                  <a:pt x="125932" y="49135"/>
                </a:lnTo>
                <a:lnTo>
                  <a:pt x="126186" y="48740"/>
                </a:lnTo>
                <a:lnTo>
                  <a:pt x="126445" y="48349"/>
                </a:lnTo>
                <a:lnTo>
                  <a:pt x="126709" y="47961"/>
                </a:lnTo>
                <a:lnTo>
                  <a:pt x="126977" y="47576"/>
                </a:lnTo>
                <a:lnTo>
                  <a:pt x="127250" y="47195"/>
                </a:lnTo>
                <a:lnTo>
                  <a:pt x="127528" y="46817"/>
                </a:lnTo>
                <a:lnTo>
                  <a:pt x="127810" y="46443"/>
                </a:lnTo>
                <a:lnTo>
                  <a:pt x="128097" y="46071"/>
                </a:lnTo>
                <a:lnTo>
                  <a:pt x="128389" y="45704"/>
                </a:lnTo>
                <a:lnTo>
                  <a:pt x="128685" y="45339"/>
                </a:lnTo>
                <a:lnTo>
                  <a:pt x="128986" y="44979"/>
                </a:lnTo>
                <a:lnTo>
                  <a:pt x="129291" y="44626"/>
                </a:lnTo>
                <a:lnTo>
                  <a:pt x="129600" y="44279"/>
                </a:lnTo>
                <a:lnTo>
                  <a:pt x="129914" y="43937"/>
                </a:lnTo>
                <a:lnTo>
                  <a:pt x="130233" y="43602"/>
                </a:lnTo>
                <a:lnTo>
                  <a:pt x="130556" y="43273"/>
                </a:lnTo>
                <a:lnTo>
                  <a:pt x="130883" y="42951"/>
                </a:lnTo>
                <a:lnTo>
                  <a:pt x="131215" y="42634"/>
                </a:lnTo>
                <a:lnTo>
                  <a:pt x="131551" y="42324"/>
                </a:lnTo>
                <a:lnTo>
                  <a:pt x="131891" y="42020"/>
                </a:lnTo>
                <a:lnTo>
                  <a:pt x="132236" y="41722"/>
                </a:lnTo>
                <a:lnTo>
                  <a:pt x="132586" y="41430"/>
                </a:lnTo>
                <a:lnTo>
                  <a:pt x="132940" y="41144"/>
                </a:lnTo>
                <a:lnTo>
                  <a:pt x="133298" y="40864"/>
                </a:lnTo>
                <a:lnTo>
                  <a:pt x="133660" y="40591"/>
                </a:lnTo>
                <a:lnTo>
                  <a:pt x="134028" y="40324"/>
                </a:lnTo>
                <a:lnTo>
                  <a:pt x="134399" y="40063"/>
                </a:lnTo>
                <a:lnTo>
                  <a:pt x="134775" y="39808"/>
                </a:lnTo>
                <a:lnTo>
                  <a:pt x="135155" y="39559"/>
                </a:lnTo>
                <a:lnTo>
                  <a:pt x="135540" y="39316"/>
                </a:lnTo>
                <a:lnTo>
                  <a:pt x="135929" y="39080"/>
                </a:lnTo>
                <a:lnTo>
                  <a:pt x="136323" y="38850"/>
                </a:lnTo>
                <a:lnTo>
                  <a:pt x="136721" y="38626"/>
                </a:lnTo>
                <a:lnTo>
                  <a:pt x="137123" y="38408"/>
                </a:lnTo>
                <a:lnTo>
                  <a:pt x="137530" y="38197"/>
                </a:lnTo>
                <a:lnTo>
                  <a:pt x="137941" y="37997"/>
                </a:lnTo>
                <a:lnTo>
                  <a:pt x="138357" y="37805"/>
                </a:lnTo>
                <a:lnTo>
                  <a:pt x="138778" y="37624"/>
                </a:lnTo>
                <a:lnTo>
                  <a:pt x="139203" y="37451"/>
                </a:lnTo>
                <a:lnTo>
                  <a:pt x="139632" y="37288"/>
                </a:lnTo>
                <a:lnTo>
                  <a:pt x="140066" y="37134"/>
                </a:lnTo>
                <a:lnTo>
                  <a:pt x="140505" y="36990"/>
                </a:lnTo>
                <a:lnTo>
                  <a:pt x="140948" y="36855"/>
                </a:lnTo>
                <a:lnTo>
                  <a:pt x="141396" y="36730"/>
                </a:lnTo>
                <a:lnTo>
                  <a:pt x="141848" y="36614"/>
                </a:lnTo>
                <a:lnTo>
                  <a:pt x="142305" y="36507"/>
                </a:lnTo>
                <a:lnTo>
                  <a:pt x="142766" y="36410"/>
                </a:lnTo>
                <a:lnTo>
                  <a:pt x="143232" y="36322"/>
                </a:lnTo>
                <a:lnTo>
                  <a:pt x="143702" y="36244"/>
                </a:lnTo>
                <a:lnTo>
                  <a:pt x="144177" y="36175"/>
                </a:lnTo>
                <a:lnTo>
                  <a:pt x="144657" y="36116"/>
                </a:lnTo>
                <a:lnTo>
                  <a:pt x="145141" y="36066"/>
                </a:lnTo>
                <a:lnTo>
                  <a:pt x="145629" y="36025"/>
                </a:lnTo>
                <a:lnTo>
                  <a:pt x="146122" y="35994"/>
                </a:lnTo>
                <a:lnTo>
                  <a:pt x="146620" y="35972"/>
                </a:lnTo>
                <a:lnTo>
                  <a:pt x="147122" y="35960"/>
                </a:lnTo>
                <a:lnTo>
                  <a:pt x="147629" y="35957"/>
                </a:lnTo>
                <a:lnTo>
                  <a:pt x="148140" y="35963"/>
                </a:lnTo>
                <a:lnTo>
                  <a:pt x="148627" y="35973"/>
                </a:lnTo>
                <a:lnTo>
                  <a:pt x="149108" y="35993"/>
                </a:lnTo>
                <a:lnTo>
                  <a:pt x="149583" y="36021"/>
                </a:lnTo>
                <a:lnTo>
                  <a:pt x="150050" y="36059"/>
                </a:lnTo>
                <a:lnTo>
                  <a:pt x="150511" y="36106"/>
                </a:lnTo>
                <a:lnTo>
                  <a:pt x="150965" y="36162"/>
                </a:lnTo>
                <a:lnTo>
                  <a:pt x="151412" y="36227"/>
                </a:lnTo>
                <a:lnTo>
                  <a:pt x="151853" y="36302"/>
                </a:lnTo>
                <a:lnTo>
                  <a:pt x="152287" y="36385"/>
                </a:lnTo>
                <a:lnTo>
                  <a:pt x="152714" y="36478"/>
                </a:lnTo>
                <a:lnTo>
                  <a:pt x="153134" y="36580"/>
                </a:lnTo>
                <a:lnTo>
                  <a:pt x="153548" y="36692"/>
                </a:lnTo>
                <a:lnTo>
                  <a:pt x="153954" y="36812"/>
                </a:lnTo>
                <a:lnTo>
                  <a:pt x="154355" y="36942"/>
                </a:lnTo>
                <a:lnTo>
                  <a:pt x="154748" y="37080"/>
                </a:lnTo>
                <a:lnTo>
                  <a:pt x="155134" y="37228"/>
                </a:lnTo>
                <a:lnTo>
                  <a:pt x="155514" y="37385"/>
                </a:lnTo>
                <a:lnTo>
                  <a:pt x="155887" y="37552"/>
                </a:lnTo>
                <a:lnTo>
                  <a:pt x="156254" y="37727"/>
                </a:lnTo>
                <a:lnTo>
                  <a:pt x="156613" y="37912"/>
                </a:lnTo>
                <a:lnTo>
                  <a:pt x="156966" y="38106"/>
                </a:lnTo>
                <a:lnTo>
                  <a:pt x="157312" y="38309"/>
                </a:lnTo>
                <a:lnTo>
                  <a:pt x="157652" y="38521"/>
                </a:lnTo>
                <a:lnTo>
                  <a:pt x="157984" y="38742"/>
                </a:lnTo>
                <a:lnTo>
                  <a:pt x="158311" y="38971"/>
                </a:lnTo>
                <a:lnTo>
                  <a:pt x="158630" y="39206"/>
                </a:lnTo>
                <a:lnTo>
                  <a:pt x="158944" y="39446"/>
                </a:lnTo>
                <a:lnTo>
                  <a:pt x="159251" y="39692"/>
                </a:lnTo>
                <a:lnTo>
                  <a:pt x="159552" y="39944"/>
                </a:lnTo>
                <a:lnTo>
                  <a:pt x="159847" y="40201"/>
                </a:lnTo>
                <a:lnTo>
                  <a:pt x="160135" y="40464"/>
                </a:lnTo>
                <a:lnTo>
                  <a:pt x="160418" y="40733"/>
                </a:lnTo>
                <a:lnTo>
                  <a:pt x="160694" y="41007"/>
                </a:lnTo>
                <a:lnTo>
                  <a:pt x="160963" y="41288"/>
                </a:lnTo>
                <a:lnTo>
                  <a:pt x="161227" y="41573"/>
                </a:lnTo>
                <a:lnTo>
                  <a:pt x="161484" y="41865"/>
                </a:lnTo>
                <a:lnTo>
                  <a:pt x="161734" y="42162"/>
                </a:lnTo>
                <a:lnTo>
                  <a:pt x="161979" y="42465"/>
                </a:lnTo>
                <a:lnTo>
                  <a:pt x="162217" y="42774"/>
                </a:lnTo>
                <a:lnTo>
                  <a:pt x="162449" y="43088"/>
                </a:lnTo>
                <a:lnTo>
                  <a:pt x="162675" y="43408"/>
                </a:lnTo>
                <a:lnTo>
                  <a:pt x="162894" y="43734"/>
                </a:lnTo>
                <a:lnTo>
                  <a:pt x="163107" y="44065"/>
                </a:lnTo>
                <a:lnTo>
                  <a:pt x="163314" y="44402"/>
                </a:lnTo>
                <a:lnTo>
                  <a:pt x="163515" y="44745"/>
                </a:lnTo>
                <a:lnTo>
                  <a:pt x="163709" y="45094"/>
                </a:lnTo>
                <a:lnTo>
                  <a:pt x="163897" y="45448"/>
                </a:lnTo>
                <a:lnTo>
                  <a:pt x="164079" y="45808"/>
                </a:lnTo>
                <a:lnTo>
                  <a:pt x="164255" y="46172"/>
                </a:lnTo>
                <a:lnTo>
                  <a:pt x="164425" y="46539"/>
                </a:lnTo>
                <a:lnTo>
                  <a:pt x="164591" y="46909"/>
                </a:lnTo>
                <a:lnTo>
                  <a:pt x="164751" y="47282"/>
                </a:lnTo>
                <a:lnTo>
                  <a:pt x="164906" y="47658"/>
                </a:lnTo>
                <a:lnTo>
                  <a:pt x="165056" y="48037"/>
                </a:lnTo>
                <a:lnTo>
                  <a:pt x="165201" y="48418"/>
                </a:lnTo>
                <a:lnTo>
                  <a:pt x="165340" y="48803"/>
                </a:lnTo>
                <a:lnTo>
                  <a:pt x="165474" y="49190"/>
                </a:lnTo>
                <a:lnTo>
                  <a:pt x="165603" y="49581"/>
                </a:lnTo>
                <a:lnTo>
                  <a:pt x="165727" y="49974"/>
                </a:lnTo>
                <a:lnTo>
                  <a:pt x="165845" y="50370"/>
                </a:lnTo>
                <a:lnTo>
                  <a:pt x="165958" y="50769"/>
                </a:lnTo>
                <a:lnTo>
                  <a:pt x="166066" y="51171"/>
                </a:lnTo>
                <a:lnTo>
                  <a:pt x="166169" y="51576"/>
                </a:lnTo>
                <a:lnTo>
                  <a:pt x="166266" y="51984"/>
                </a:lnTo>
                <a:lnTo>
                  <a:pt x="166359" y="52395"/>
                </a:lnTo>
                <a:lnTo>
                  <a:pt x="166446" y="52808"/>
                </a:lnTo>
                <a:lnTo>
                  <a:pt x="166528" y="53225"/>
                </a:lnTo>
                <a:lnTo>
                  <a:pt x="166604" y="53644"/>
                </a:lnTo>
                <a:lnTo>
                  <a:pt x="166675" y="54067"/>
                </a:lnTo>
                <a:lnTo>
                  <a:pt x="166742" y="54492"/>
                </a:lnTo>
                <a:lnTo>
                  <a:pt x="166802" y="54920"/>
                </a:lnTo>
                <a:lnTo>
                  <a:pt x="166858" y="55351"/>
                </a:lnTo>
                <a:lnTo>
                  <a:pt x="166909" y="55783"/>
                </a:lnTo>
                <a:lnTo>
                  <a:pt x="166955" y="56215"/>
                </a:lnTo>
                <a:lnTo>
                  <a:pt x="166997" y="56645"/>
                </a:lnTo>
                <a:lnTo>
                  <a:pt x="167034" y="57075"/>
                </a:lnTo>
                <a:lnTo>
                  <a:pt x="167066" y="57504"/>
                </a:lnTo>
                <a:lnTo>
                  <a:pt x="167094" y="57932"/>
                </a:lnTo>
                <a:lnTo>
                  <a:pt x="167118" y="58359"/>
                </a:lnTo>
                <a:lnTo>
                  <a:pt x="167137" y="58785"/>
                </a:lnTo>
                <a:lnTo>
                  <a:pt x="167152" y="59211"/>
                </a:lnTo>
                <a:lnTo>
                  <a:pt x="167161" y="59636"/>
                </a:lnTo>
                <a:lnTo>
                  <a:pt x="167167" y="60060"/>
                </a:lnTo>
                <a:lnTo>
                  <a:pt x="167168" y="60483"/>
                </a:lnTo>
                <a:lnTo>
                  <a:pt x="167164" y="60905"/>
                </a:lnTo>
                <a:lnTo>
                  <a:pt x="167156" y="61327"/>
                </a:lnTo>
                <a:lnTo>
                  <a:pt x="167143" y="61747"/>
                </a:lnTo>
                <a:lnTo>
                  <a:pt x="167126" y="62167"/>
                </a:lnTo>
                <a:lnTo>
                  <a:pt x="167104" y="62586"/>
                </a:lnTo>
                <a:lnTo>
                  <a:pt x="167078" y="63005"/>
                </a:lnTo>
                <a:lnTo>
                  <a:pt x="167047" y="63422"/>
                </a:lnTo>
                <a:lnTo>
                  <a:pt x="167011" y="63839"/>
                </a:lnTo>
                <a:lnTo>
                  <a:pt x="166972" y="64255"/>
                </a:lnTo>
                <a:lnTo>
                  <a:pt x="166927" y="64670"/>
                </a:lnTo>
                <a:lnTo>
                  <a:pt x="166878" y="65084"/>
                </a:lnTo>
                <a:lnTo>
                  <a:pt x="166825" y="65497"/>
                </a:lnTo>
                <a:lnTo>
                  <a:pt x="166557" y="67640"/>
                </a:lnTo>
                <a:lnTo>
                  <a:pt x="166482" y="68092"/>
                </a:lnTo>
                <a:lnTo>
                  <a:pt x="166402" y="68544"/>
                </a:lnTo>
                <a:lnTo>
                  <a:pt x="166318" y="68995"/>
                </a:lnTo>
                <a:lnTo>
                  <a:pt x="166229" y="69446"/>
                </a:lnTo>
                <a:lnTo>
                  <a:pt x="166136" y="69896"/>
                </a:lnTo>
                <a:lnTo>
                  <a:pt x="166038" y="70346"/>
                </a:lnTo>
                <a:lnTo>
                  <a:pt x="165935" y="70796"/>
                </a:lnTo>
                <a:lnTo>
                  <a:pt x="165827" y="71246"/>
                </a:lnTo>
                <a:lnTo>
                  <a:pt x="165715" y="71695"/>
                </a:lnTo>
                <a:lnTo>
                  <a:pt x="165599" y="72143"/>
                </a:lnTo>
                <a:lnTo>
                  <a:pt x="165477" y="72592"/>
                </a:lnTo>
                <a:lnTo>
                  <a:pt x="165351" y="73040"/>
                </a:lnTo>
                <a:lnTo>
                  <a:pt x="165220" y="73488"/>
                </a:lnTo>
                <a:lnTo>
                  <a:pt x="165085" y="73935"/>
                </a:lnTo>
                <a:lnTo>
                  <a:pt x="164945" y="74382"/>
                </a:lnTo>
                <a:lnTo>
                  <a:pt x="164801" y="74828"/>
                </a:lnTo>
                <a:lnTo>
                  <a:pt x="164651" y="75275"/>
                </a:lnTo>
                <a:lnTo>
                  <a:pt x="164497" y="75721"/>
                </a:lnTo>
                <a:lnTo>
                  <a:pt x="164339" y="76166"/>
                </a:lnTo>
                <a:lnTo>
                  <a:pt x="164175" y="76612"/>
                </a:lnTo>
                <a:lnTo>
                  <a:pt x="164008" y="77056"/>
                </a:lnTo>
                <a:lnTo>
                  <a:pt x="163835" y="77501"/>
                </a:lnTo>
                <a:lnTo>
                  <a:pt x="163658" y="77945"/>
                </a:lnTo>
                <a:lnTo>
                  <a:pt x="163476" y="78389"/>
                </a:lnTo>
                <a:lnTo>
                  <a:pt x="163289" y="78831"/>
                </a:lnTo>
                <a:lnTo>
                  <a:pt x="163098" y="79269"/>
                </a:lnTo>
                <a:lnTo>
                  <a:pt x="162902" y="79704"/>
                </a:lnTo>
                <a:lnTo>
                  <a:pt x="162701" y="80135"/>
                </a:lnTo>
                <a:lnTo>
                  <a:pt x="162496" y="80562"/>
                </a:lnTo>
                <a:lnTo>
                  <a:pt x="162285" y="80986"/>
                </a:lnTo>
                <a:lnTo>
                  <a:pt x="162070" y="81407"/>
                </a:lnTo>
                <a:lnTo>
                  <a:pt x="161850" y="81823"/>
                </a:lnTo>
                <a:lnTo>
                  <a:pt x="161625" y="82236"/>
                </a:lnTo>
                <a:lnTo>
                  <a:pt x="161396" y="82646"/>
                </a:lnTo>
                <a:lnTo>
                  <a:pt x="161162" y="83052"/>
                </a:lnTo>
                <a:lnTo>
                  <a:pt x="160923" y="83454"/>
                </a:lnTo>
                <a:lnTo>
                  <a:pt x="160679" y="83852"/>
                </a:lnTo>
                <a:lnTo>
                  <a:pt x="160430" y="84247"/>
                </a:lnTo>
                <a:lnTo>
                  <a:pt x="160177" y="84639"/>
                </a:lnTo>
                <a:lnTo>
                  <a:pt x="159919" y="85027"/>
                </a:lnTo>
                <a:lnTo>
                  <a:pt x="159656" y="85411"/>
                </a:lnTo>
                <a:lnTo>
                  <a:pt x="159389" y="85791"/>
                </a:lnTo>
                <a:lnTo>
                  <a:pt x="159116" y="86168"/>
                </a:lnTo>
                <a:lnTo>
                  <a:pt x="158839" y="86542"/>
                </a:lnTo>
                <a:lnTo>
                  <a:pt x="158557" y="86912"/>
                </a:lnTo>
                <a:lnTo>
                  <a:pt x="158271" y="87278"/>
                </a:lnTo>
                <a:lnTo>
                  <a:pt x="157979" y="87640"/>
                </a:lnTo>
                <a:lnTo>
                  <a:pt x="157683" y="87999"/>
                </a:lnTo>
                <a:lnTo>
                  <a:pt x="157382" y="88354"/>
                </a:lnTo>
                <a:lnTo>
                  <a:pt x="157077" y="88702"/>
                </a:lnTo>
                <a:lnTo>
                  <a:pt x="156767" y="89044"/>
                </a:lnTo>
                <a:lnTo>
                  <a:pt x="156453" y="89380"/>
                </a:lnTo>
                <a:lnTo>
                  <a:pt x="156135" y="89710"/>
                </a:lnTo>
                <a:lnTo>
                  <a:pt x="155812" y="90034"/>
                </a:lnTo>
                <a:lnTo>
                  <a:pt x="155485" y="90351"/>
                </a:lnTo>
                <a:lnTo>
                  <a:pt x="155153" y="90663"/>
                </a:lnTo>
                <a:lnTo>
                  <a:pt x="154817" y="90969"/>
                </a:lnTo>
                <a:lnTo>
                  <a:pt x="154476" y="91269"/>
                </a:lnTo>
                <a:lnTo>
                  <a:pt x="154131" y="91563"/>
                </a:lnTo>
                <a:lnTo>
                  <a:pt x="153782" y="91850"/>
                </a:lnTo>
                <a:lnTo>
                  <a:pt x="153428" y="92132"/>
                </a:lnTo>
                <a:lnTo>
                  <a:pt x="153070" y="92407"/>
                </a:lnTo>
                <a:lnTo>
                  <a:pt x="152707" y="92677"/>
                </a:lnTo>
                <a:lnTo>
                  <a:pt x="152340" y="92940"/>
                </a:lnTo>
                <a:lnTo>
                  <a:pt x="151969" y="93198"/>
                </a:lnTo>
                <a:lnTo>
                  <a:pt x="151593" y="93449"/>
                </a:lnTo>
                <a:lnTo>
                  <a:pt x="151213" y="93694"/>
                </a:lnTo>
                <a:lnTo>
                  <a:pt x="150828" y="93934"/>
                </a:lnTo>
                <a:lnTo>
                  <a:pt x="150439" y="94167"/>
                </a:lnTo>
                <a:lnTo>
                  <a:pt x="150045" y="94394"/>
                </a:lnTo>
                <a:lnTo>
                  <a:pt x="149647" y="94615"/>
                </a:lnTo>
                <a:lnTo>
                  <a:pt x="149245" y="94830"/>
                </a:lnTo>
                <a:lnTo>
                  <a:pt x="148838" y="95038"/>
                </a:lnTo>
                <a:lnTo>
                  <a:pt x="148426" y="95236"/>
                </a:lnTo>
                <a:lnTo>
                  <a:pt x="148010" y="95426"/>
                </a:lnTo>
                <a:lnTo>
                  <a:pt x="147590" y="95606"/>
                </a:lnTo>
                <a:lnTo>
                  <a:pt x="147165" y="95777"/>
                </a:lnTo>
                <a:lnTo>
                  <a:pt x="146735" y="95940"/>
                </a:lnTo>
                <a:lnTo>
                  <a:pt x="146301" y="96093"/>
                </a:lnTo>
                <a:lnTo>
                  <a:pt x="145863" y="96237"/>
                </a:lnTo>
                <a:lnTo>
                  <a:pt x="145420" y="96372"/>
                </a:lnTo>
                <a:lnTo>
                  <a:pt x="144972" y="96498"/>
                </a:lnTo>
                <a:lnTo>
                  <a:pt x="144520" y="96615"/>
                </a:lnTo>
                <a:lnTo>
                  <a:pt x="144063" y="96722"/>
                </a:lnTo>
                <a:lnTo>
                  <a:pt x="143602" y="96821"/>
                </a:lnTo>
                <a:lnTo>
                  <a:pt x="143136" y="96911"/>
                </a:lnTo>
                <a:lnTo>
                  <a:pt x="142665" y="96991"/>
                </a:lnTo>
                <a:lnTo>
                  <a:pt x="142190" y="97063"/>
                </a:lnTo>
                <a:lnTo>
                  <a:pt x="141711" y="97125"/>
                </a:lnTo>
                <a:lnTo>
                  <a:pt x="141227" y="97179"/>
                </a:lnTo>
                <a:lnTo>
                  <a:pt x="140739" y="97223"/>
                </a:lnTo>
                <a:lnTo>
                  <a:pt x="140246" y="97258"/>
                </a:lnTo>
                <a:lnTo>
                  <a:pt x="139748" y="97284"/>
                </a:lnTo>
                <a:lnTo>
                  <a:pt x="139246" y="97301"/>
                </a:lnTo>
                <a:lnTo>
                  <a:pt x="138739" y="97309"/>
                </a:lnTo>
                <a:lnTo>
                  <a:pt x="138228" y="97308"/>
                </a:lnTo>
                <a:lnTo>
                  <a:pt x="137735" y="97298"/>
                </a:lnTo>
                <a:lnTo>
                  <a:pt x="137249" y="97279"/>
                </a:lnTo>
                <a:lnTo>
                  <a:pt x="136770" y="97251"/>
                </a:lnTo>
                <a:lnTo>
                  <a:pt x="136298" y="97213"/>
                </a:lnTo>
                <a:lnTo>
                  <a:pt x="135833" y="97167"/>
                </a:lnTo>
                <a:lnTo>
                  <a:pt x="135376" y="97112"/>
                </a:lnTo>
                <a:lnTo>
                  <a:pt x="134925" y="97047"/>
                </a:lnTo>
                <a:lnTo>
                  <a:pt x="134481" y="96973"/>
                </a:lnTo>
                <a:lnTo>
                  <a:pt x="134045" y="96891"/>
                </a:lnTo>
                <a:lnTo>
                  <a:pt x="133616" y="96799"/>
                </a:lnTo>
                <a:lnTo>
                  <a:pt x="133193" y="96698"/>
                </a:lnTo>
                <a:lnTo>
                  <a:pt x="132778" y="96588"/>
                </a:lnTo>
                <a:lnTo>
                  <a:pt x="132370" y="96469"/>
                </a:lnTo>
                <a:lnTo>
                  <a:pt x="131969" y="96341"/>
                </a:lnTo>
                <a:lnTo>
                  <a:pt x="131575" y="96204"/>
                </a:lnTo>
                <a:lnTo>
                  <a:pt x="131189" y="96058"/>
                </a:lnTo>
                <a:lnTo>
                  <a:pt x="130809" y="95903"/>
                </a:lnTo>
                <a:lnTo>
                  <a:pt x="130436" y="95739"/>
                </a:lnTo>
                <a:lnTo>
                  <a:pt x="130071" y="95565"/>
                </a:lnTo>
                <a:lnTo>
                  <a:pt x="129713" y="95383"/>
                </a:lnTo>
                <a:lnTo>
                  <a:pt x="129361" y="95191"/>
                </a:lnTo>
                <a:lnTo>
                  <a:pt x="129017" y="94991"/>
                </a:lnTo>
                <a:lnTo>
                  <a:pt x="128680" y="94781"/>
                </a:lnTo>
                <a:lnTo>
                  <a:pt x="128350" y="94563"/>
                </a:lnTo>
                <a:lnTo>
                  <a:pt x="128026" y="94336"/>
                </a:lnTo>
                <a:lnTo>
                  <a:pt x="127709" y="94105"/>
                </a:lnTo>
                <a:lnTo>
                  <a:pt x="127398" y="93867"/>
                </a:lnTo>
                <a:lnTo>
                  <a:pt x="127092" y="93624"/>
                </a:lnTo>
                <a:lnTo>
                  <a:pt x="126793" y="93375"/>
                </a:lnTo>
                <a:lnTo>
                  <a:pt x="126500" y="93121"/>
                </a:lnTo>
                <a:lnTo>
                  <a:pt x="126213" y="92860"/>
                </a:lnTo>
                <a:lnTo>
                  <a:pt x="125932" y="92594"/>
                </a:lnTo>
                <a:lnTo>
                  <a:pt x="125656" y="92323"/>
                </a:lnTo>
                <a:lnTo>
                  <a:pt x="125387" y="92045"/>
                </a:lnTo>
                <a:lnTo>
                  <a:pt x="125124" y="91762"/>
                </a:lnTo>
                <a:lnTo>
                  <a:pt x="124867" y="91473"/>
                </a:lnTo>
                <a:lnTo>
                  <a:pt x="124617" y="91179"/>
                </a:lnTo>
                <a:lnTo>
                  <a:pt x="124372" y="90879"/>
                </a:lnTo>
                <a:lnTo>
                  <a:pt x="124133" y="90573"/>
                </a:lnTo>
                <a:lnTo>
                  <a:pt x="123900" y="90262"/>
                </a:lnTo>
                <a:lnTo>
                  <a:pt x="123673" y="89944"/>
                </a:lnTo>
                <a:lnTo>
                  <a:pt x="123453" y="89621"/>
                </a:lnTo>
                <a:lnTo>
                  <a:pt x="123238" y="89293"/>
                </a:lnTo>
                <a:lnTo>
                  <a:pt x="123029" y="88958"/>
                </a:lnTo>
                <a:lnTo>
                  <a:pt x="122827" y="88618"/>
                </a:lnTo>
                <a:lnTo>
                  <a:pt x="122630" y="88273"/>
                </a:lnTo>
                <a:lnTo>
                  <a:pt x="122440" y="87921"/>
                </a:lnTo>
                <a:lnTo>
                  <a:pt x="122256" y="87564"/>
                </a:lnTo>
                <a:lnTo>
                  <a:pt x="122077" y="87203"/>
                </a:lnTo>
                <a:lnTo>
                  <a:pt x="121904" y="86838"/>
                </a:lnTo>
                <a:lnTo>
                  <a:pt x="121736" y="86471"/>
                </a:lnTo>
                <a:lnTo>
                  <a:pt x="121573" y="86101"/>
                </a:lnTo>
                <a:lnTo>
                  <a:pt x="121416" y="85728"/>
                </a:lnTo>
                <a:lnTo>
                  <a:pt x="121264" y="85352"/>
                </a:lnTo>
                <a:lnTo>
                  <a:pt x="121117" y="84973"/>
                </a:lnTo>
                <a:lnTo>
                  <a:pt x="120976" y="84591"/>
                </a:lnTo>
                <a:lnTo>
                  <a:pt x="120840" y="84207"/>
                </a:lnTo>
                <a:lnTo>
                  <a:pt x="120709" y="83819"/>
                </a:lnTo>
                <a:lnTo>
                  <a:pt x="120584" y="83429"/>
                </a:lnTo>
                <a:lnTo>
                  <a:pt x="120464" y="83035"/>
                </a:lnTo>
                <a:lnTo>
                  <a:pt x="120350" y="82639"/>
                </a:lnTo>
                <a:lnTo>
                  <a:pt x="120240" y="82240"/>
                </a:lnTo>
                <a:lnTo>
                  <a:pt x="120137" y="81838"/>
                </a:lnTo>
                <a:lnTo>
                  <a:pt x="120038" y="81433"/>
                </a:lnTo>
                <a:lnTo>
                  <a:pt x="119945" y="81025"/>
                </a:lnTo>
                <a:lnTo>
                  <a:pt x="119857" y="80614"/>
                </a:lnTo>
                <a:lnTo>
                  <a:pt x="119775" y="80200"/>
                </a:lnTo>
                <a:lnTo>
                  <a:pt x="119698" y="79783"/>
                </a:lnTo>
                <a:lnTo>
                  <a:pt x="119626" y="79364"/>
                </a:lnTo>
                <a:lnTo>
                  <a:pt x="119560" y="78941"/>
                </a:lnTo>
                <a:lnTo>
                  <a:pt x="119499" y="78516"/>
                </a:lnTo>
                <a:lnTo>
                  <a:pt x="119443" y="78088"/>
                </a:lnTo>
                <a:lnTo>
                  <a:pt x="119392" y="77658"/>
                </a:lnTo>
                <a:lnTo>
                  <a:pt x="119346" y="77230"/>
                </a:lnTo>
                <a:lnTo>
                  <a:pt x="119304" y="76802"/>
                </a:lnTo>
                <a:lnTo>
                  <a:pt x="119267" y="76374"/>
                </a:lnTo>
                <a:lnTo>
                  <a:pt x="119234" y="75948"/>
                </a:lnTo>
                <a:lnTo>
                  <a:pt x="119206" y="75522"/>
                </a:lnTo>
                <a:lnTo>
                  <a:pt x="119183" y="75097"/>
                </a:lnTo>
                <a:lnTo>
                  <a:pt x="119164" y="74672"/>
                </a:lnTo>
                <a:lnTo>
                  <a:pt x="119149" y="74248"/>
                </a:lnTo>
                <a:lnTo>
                  <a:pt x="119139" y="73825"/>
                </a:lnTo>
                <a:lnTo>
                  <a:pt x="119134" y="73403"/>
                </a:lnTo>
                <a:lnTo>
                  <a:pt x="119133" y="72981"/>
                </a:lnTo>
                <a:lnTo>
                  <a:pt x="119137" y="72560"/>
                </a:lnTo>
                <a:lnTo>
                  <a:pt x="119145" y="72140"/>
                </a:lnTo>
                <a:lnTo>
                  <a:pt x="119158" y="71720"/>
                </a:lnTo>
                <a:lnTo>
                  <a:pt x="119175" y="71301"/>
                </a:lnTo>
                <a:lnTo>
                  <a:pt x="119197" y="70883"/>
                </a:lnTo>
                <a:lnTo>
                  <a:pt x="119223" y="70466"/>
                </a:lnTo>
                <a:lnTo>
                  <a:pt x="119254" y="70049"/>
                </a:lnTo>
                <a:lnTo>
                  <a:pt x="119289" y="69633"/>
                </a:lnTo>
                <a:lnTo>
                  <a:pt x="119329" y="69217"/>
                </a:lnTo>
                <a:lnTo>
                  <a:pt x="119374" y="68803"/>
                </a:lnTo>
                <a:lnTo>
                  <a:pt x="119423" y="68389"/>
                </a:lnTo>
                <a:lnTo>
                  <a:pt x="119476" y="67975"/>
                </a:lnTo>
                <a:lnTo>
                  <a:pt x="119811" y="65765"/>
                </a:lnTo>
                <a:lnTo>
                  <a:pt x="119881" y="65313"/>
                </a:lnTo>
                <a:lnTo>
                  <a:pt x="119955" y="64862"/>
                </a:lnTo>
                <a:lnTo>
                  <a:pt x="120035" y="64411"/>
                </a:lnTo>
                <a:lnTo>
                  <a:pt x="120119" y="63960"/>
                </a:lnTo>
                <a:lnTo>
                  <a:pt x="120208" y="63509"/>
                </a:lnTo>
                <a:close/>
                <a:moveTo>
                  <a:pt x="259928" y="30405"/>
                </a:moveTo>
                <a:lnTo>
                  <a:pt x="258790" y="36968"/>
                </a:lnTo>
                <a:lnTo>
                  <a:pt x="271798" y="36968"/>
                </a:lnTo>
                <a:lnTo>
                  <a:pt x="263612" y="85239"/>
                </a:lnTo>
                <a:lnTo>
                  <a:pt x="263559" y="85646"/>
                </a:lnTo>
                <a:lnTo>
                  <a:pt x="263511" y="86050"/>
                </a:lnTo>
                <a:lnTo>
                  <a:pt x="263468" y="86453"/>
                </a:lnTo>
                <a:lnTo>
                  <a:pt x="263431" y="86853"/>
                </a:lnTo>
                <a:lnTo>
                  <a:pt x="263400" y="87252"/>
                </a:lnTo>
                <a:lnTo>
                  <a:pt x="263373" y="87648"/>
                </a:lnTo>
                <a:lnTo>
                  <a:pt x="263352" y="88042"/>
                </a:lnTo>
                <a:lnTo>
                  <a:pt x="263336" y="88434"/>
                </a:lnTo>
                <a:lnTo>
                  <a:pt x="263326" y="88824"/>
                </a:lnTo>
                <a:lnTo>
                  <a:pt x="263321" y="89212"/>
                </a:lnTo>
                <a:lnTo>
                  <a:pt x="263321" y="89598"/>
                </a:lnTo>
                <a:lnTo>
                  <a:pt x="263327" y="89981"/>
                </a:lnTo>
                <a:lnTo>
                  <a:pt x="263338" y="90363"/>
                </a:lnTo>
                <a:lnTo>
                  <a:pt x="263355" y="90742"/>
                </a:lnTo>
                <a:lnTo>
                  <a:pt x="263376" y="91120"/>
                </a:lnTo>
                <a:lnTo>
                  <a:pt x="263403" y="91495"/>
                </a:lnTo>
                <a:lnTo>
                  <a:pt x="263436" y="91868"/>
                </a:lnTo>
                <a:lnTo>
                  <a:pt x="263474" y="92239"/>
                </a:lnTo>
                <a:lnTo>
                  <a:pt x="263517" y="92608"/>
                </a:lnTo>
                <a:lnTo>
                  <a:pt x="263565" y="92975"/>
                </a:lnTo>
                <a:lnTo>
                  <a:pt x="263619" y="93340"/>
                </a:lnTo>
                <a:lnTo>
                  <a:pt x="263678" y="93703"/>
                </a:lnTo>
                <a:lnTo>
                  <a:pt x="263743" y="94064"/>
                </a:lnTo>
                <a:lnTo>
                  <a:pt x="263813" y="94422"/>
                </a:lnTo>
                <a:lnTo>
                  <a:pt x="263889" y="94777"/>
                </a:lnTo>
                <a:lnTo>
                  <a:pt x="263972" y="95126"/>
                </a:lnTo>
                <a:lnTo>
                  <a:pt x="264062" y="95470"/>
                </a:lnTo>
                <a:lnTo>
                  <a:pt x="264160" y="95808"/>
                </a:lnTo>
                <a:lnTo>
                  <a:pt x="264264" y="96141"/>
                </a:lnTo>
                <a:lnTo>
                  <a:pt x="264376" y="96468"/>
                </a:lnTo>
                <a:lnTo>
                  <a:pt x="264494" y="96790"/>
                </a:lnTo>
                <a:lnTo>
                  <a:pt x="264620" y="97106"/>
                </a:lnTo>
                <a:lnTo>
                  <a:pt x="264753" y="97417"/>
                </a:lnTo>
                <a:lnTo>
                  <a:pt x="264893" y="97723"/>
                </a:lnTo>
                <a:lnTo>
                  <a:pt x="265040" y="98023"/>
                </a:lnTo>
                <a:lnTo>
                  <a:pt x="265194" y="98317"/>
                </a:lnTo>
                <a:lnTo>
                  <a:pt x="265355" y="98606"/>
                </a:lnTo>
                <a:lnTo>
                  <a:pt x="265523" y="98890"/>
                </a:lnTo>
                <a:lnTo>
                  <a:pt x="265699" y="99168"/>
                </a:lnTo>
                <a:lnTo>
                  <a:pt x="265881" y="99440"/>
                </a:lnTo>
                <a:lnTo>
                  <a:pt x="266071" y="99708"/>
                </a:lnTo>
                <a:lnTo>
                  <a:pt x="266268" y="99969"/>
                </a:lnTo>
                <a:lnTo>
                  <a:pt x="266471" y="100226"/>
                </a:lnTo>
                <a:lnTo>
                  <a:pt x="266682" y="100476"/>
                </a:lnTo>
                <a:lnTo>
                  <a:pt x="266900" y="100722"/>
                </a:lnTo>
                <a:lnTo>
                  <a:pt x="267125" y="100962"/>
                </a:lnTo>
                <a:lnTo>
                  <a:pt x="267357" y="101196"/>
                </a:lnTo>
                <a:lnTo>
                  <a:pt x="267596" y="101425"/>
                </a:lnTo>
                <a:lnTo>
                  <a:pt x="267844" y="101647"/>
                </a:lnTo>
                <a:lnTo>
                  <a:pt x="268101" y="101859"/>
                </a:lnTo>
                <a:lnTo>
                  <a:pt x="268367" y="102062"/>
                </a:lnTo>
                <a:lnTo>
                  <a:pt x="268643" y="102256"/>
                </a:lnTo>
                <a:lnTo>
                  <a:pt x="268928" y="102441"/>
                </a:lnTo>
                <a:lnTo>
                  <a:pt x="269223" y="102617"/>
                </a:lnTo>
                <a:lnTo>
                  <a:pt x="269527" y="102783"/>
                </a:lnTo>
                <a:lnTo>
                  <a:pt x="269840" y="102940"/>
                </a:lnTo>
                <a:lnTo>
                  <a:pt x="270163" y="103088"/>
                </a:lnTo>
                <a:lnTo>
                  <a:pt x="270495" y="103227"/>
                </a:lnTo>
                <a:lnTo>
                  <a:pt x="270837" y="103357"/>
                </a:lnTo>
                <a:lnTo>
                  <a:pt x="271188" y="103477"/>
                </a:lnTo>
                <a:lnTo>
                  <a:pt x="271548" y="103589"/>
                </a:lnTo>
                <a:lnTo>
                  <a:pt x="271918" y="103691"/>
                </a:lnTo>
                <a:lnTo>
                  <a:pt x="272297" y="103784"/>
                </a:lnTo>
                <a:lnTo>
                  <a:pt x="272686" y="103867"/>
                </a:lnTo>
                <a:lnTo>
                  <a:pt x="273084" y="103942"/>
                </a:lnTo>
                <a:lnTo>
                  <a:pt x="273492" y="104007"/>
                </a:lnTo>
                <a:lnTo>
                  <a:pt x="273909" y="104063"/>
                </a:lnTo>
                <a:lnTo>
                  <a:pt x="274335" y="104110"/>
                </a:lnTo>
                <a:lnTo>
                  <a:pt x="274771" y="104148"/>
                </a:lnTo>
                <a:lnTo>
                  <a:pt x="275216" y="104177"/>
                </a:lnTo>
                <a:lnTo>
                  <a:pt x="275671" y="104196"/>
                </a:lnTo>
                <a:lnTo>
                  <a:pt x="276135" y="104206"/>
                </a:lnTo>
                <a:lnTo>
                  <a:pt x="276303" y="104206"/>
                </a:lnTo>
                <a:lnTo>
                  <a:pt x="276470" y="104205"/>
                </a:lnTo>
                <a:lnTo>
                  <a:pt x="276638" y="104203"/>
                </a:lnTo>
                <a:lnTo>
                  <a:pt x="276806" y="104200"/>
                </a:lnTo>
                <a:lnTo>
                  <a:pt x="276974" y="104196"/>
                </a:lnTo>
                <a:lnTo>
                  <a:pt x="277142" y="104192"/>
                </a:lnTo>
                <a:lnTo>
                  <a:pt x="277310" y="104186"/>
                </a:lnTo>
                <a:lnTo>
                  <a:pt x="277478" y="104180"/>
                </a:lnTo>
                <a:lnTo>
                  <a:pt x="277647" y="104173"/>
                </a:lnTo>
                <a:lnTo>
                  <a:pt x="277815" y="104166"/>
                </a:lnTo>
                <a:lnTo>
                  <a:pt x="277984" y="104157"/>
                </a:lnTo>
                <a:lnTo>
                  <a:pt x="278153" y="104148"/>
                </a:lnTo>
                <a:lnTo>
                  <a:pt x="278322" y="104137"/>
                </a:lnTo>
                <a:lnTo>
                  <a:pt x="278491" y="104127"/>
                </a:lnTo>
                <a:lnTo>
                  <a:pt x="278660" y="104115"/>
                </a:lnTo>
                <a:lnTo>
                  <a:pt x="278829" y="104102"/>
                </a:lnTo>
                <a:lnTo>
                  <a:pt x="278998" y="104089"/>
                </a:lnTo>
                <a:lnTo>
                  <a:pt x="279168" y="104074"/>
                </a:lnTo>
                <a:lnTo>
                  <a:pt x="279337" y="104059"/>
                </a:lnTo>
                <a:lnTo>
                  <a:pt x="279507" y="104043"/>
                </a:lnTo>
                <a:lnTo>
                  <a:pt x="279677" y="104027"/>
                </a:lnTo>
                <a:lnTo>
                  <a:pt x="279847" y="104009"/>
                </a:lnTo>
                <a:lnTo>
                  <a:pt x="280017" y="103991"/>
                </a:lnTo>
                <a:lnTo>
                  <a:pt x="280187" y="103972"/>
                </a:lnTo>
                <a:lnTo>
                  <a:pt x="280357" y="103952"/>
                </a:lnTo>
                <a:lnTo>
                  <a:pt x="280527" y="103931"/>
                </a:lnTo>
                <a:lnTo>
                  <a:pt x="280696" y="103909"/>
                </a:lnTo>
                <a:lnTo>
                  <a:pt x="280865" y="103885"/>
                </a:lnTo>
                <a:lnTo>
                  <a:pt x="281034" y="103861"/>
                </a:lnTo>
                <a:lnTo>
                  <a:pt x="281202" y="103836"/>
                </a:lnTo>
                <a:lnTo>
                  <a:pt x="281370" y="103810"/>
                </a:lnTo>
                <a:lnTo>
                  <a:pt x="281538" y="103782"/>
                </a:lnTo>
                <a:lnTo>
                  <a:pt x="281705" y="103754"/>
                </a:lnTo>
                <a:lnTo>
                  <a:pt x="281872" y="103724"/>
                </a:lnTo>
                <a:lnTo>
                  <a:pt x="282038" y="103694"/>
                </a:lnTo>
                <a:lnTo>
                  <a:pt x="282204" y="103662"/>
                </a:lnTo>
                <a:lnTo>
                  <a:pt x="282370" y="103630"/>
                </a:lnTo>
                <a:lnTo>
                  <a:pt x="282536" y="103596"/>
                </a:lnTo>
                <a:lnTo>
                  <a:pt x="282701" y="103561"/>
                </a:lnTo>
                <a:lnTo>
                  <a:pt x="282866" y="103525"/>
                </a:lnTo>
                <a:lnTo>
                  <a:pt x="283030" y="103489"/>
                </a:lnTo>
                <a:lnTo>
                  <a:pt x="283194" y="103451"/>
                </a:lnTo>
                <a:lnTo>
                  <a:pt x="283358" y="103412"/>
                </a:lnTo>
                <a:lnTo>
                  <a:pt x="283522" y="103372"/>
                </a:lnTo>
                <a:lnTo>
                  <a:pt x="283685" y="103331"/>
                </a:lnTo>
                <a:lnTo>
                  <a:pt x="283847" y="103289"/>
                </a:lnTo>
                <a:lnTo>
                  <a:pt x="284010" y="103246"/>
                </a:lnTo>
                <a:lnTo>
                  <a:pt x="284172" y="103202"/>
                </a:lnTo>
                <a:lnTo>
                  <a:pt x="284574" y="96438"/>
                </a:lnTo>
                <a:lnTo>
                  <a:pt x="284434" y="96454"/>
                </a:lnTo>
                <a:lnTo>
                  <a:pt x="284295" y="96471"/>
                </a:lnTo>
                <a:lnTo>
                  <a:pt x="284156" y="96488"/>
                </a:lnTo>
                <a:lnTo>
                  <a:pt x="284017" y="96505"/>
                </a:lnTo>
                <a:lnTo>
                  <a:pt x="283879" y="96521"/>
                </a:lnTo>
                <a:lnTo>
                  <a:pt x="283741" y="96538"/>
                </a:lnTo>
                <a:lnTo>
                  <a:pt x="283603" y="96555"/>
                </a:lnTo>
                <a:lnTo>
                  <a:pt x="283465" y="96572"/>
                </a:lnTo>
                <a:lnTo>
                  <a:pt x="283327" y="96588"/>
                </a:lnTo>
                <a:lnTo>
                  <a:pt x="283190" y="96605"/>
                </a:lnTo>
                <a:lnTo>
                  <a:pt x="283053" y="96622"/>
                </a:lnTo>
                <a:lnTo>
                  <a:pt x="282916" y="96639"/>
                </a:lnTo>
                <a:lnTo>
                  <a:pt x="282779" y="96655"/>
                </a:lnTo>
                <a:lnTo>
                  <a:pt x="282643" y="96672"/>
                </a:lnTo>
                <a:lnTo>
                  <a:pt x="282507" y="96689"/>
                </a:lnTo>
                <a:lnTo>
                  <a:pt x="282371" y="96706"/>
                </a:lnTo>
                <a:lnTo>
                  <a:pt x="282235" y="96722"/>
                </a:lnTo>
                <a:lnTo>
                  <a:pt x="282100" y="96739"/>
                </a:lnTo>
                <a:lnTo>
                  <a:pt x="281965" y="96756"/>
                </a:lnTo>
                <a:lnTo>
                  <a:pt x="281830" y="96773"/>
                </a:lnTo>
                <a:lnTo>
                  <a:pt x="281695" y="96789"/>
                </a:lnTo>
                <a:lnTo>
                  <a:pt x="281560" y="96806"/>
                </a:lnTo>
                <a:lnTo>
                  <a:pt x="281426" y="96823"/>
                </a:lnTo>
                <a:lnTo>
                  <a:pt x="281292" y="96840"/>
                </a:lnTo>
                <a:lnTo>
                  <a:pt x="281158" y="96856"/>
                </a:lnTo>
                <a:lnTo>
                  <a:pt x="281024" y="96872"/>
                </a:lnTo>
                <a:lnTo>
                  <a:pt x="280889" y="96887"/>
                </a:lnTo>
                <a:lnTo>
                  <a:pt x="280754" y="96901"/>
                </a:lnTo>
                <a:lnTo>
                  <a:pt x="280619" y="96914"/>
                </a:lnTo>
                <a:lnTo>
                  <a:pt x="280484" y="96927"/>
                </a:lnTo>
                <a:lnTo>
                  <a:pt x="280349" y="96940"/>
                </a:lnTo>
                <a:lnTo>
                  <a:pt x="280213" y="96951"/>
                </a:lnTo>
                <a:lnTo>
                  <a:pt x="280077" y="96962"/>
                </a:lnTo>
                <a:lnTo>
                  <a:pt x="279941" y="96972"/>
                </a:lnTo>
                <a:lnTo>
                  <a:pt x="279805" y="96981"/>
                </a:lnTo>
                <a:lnTo>
                  <a:pt x="279668" y="96990"/>
                </a:lnTo>
                <a:lnTo>
                  <a:pt x="279531" y="96998"/>
                </a:lnTo>
                <a:lnTo>
                  <a:pt x="279394" y="97006"/>
                </a:lnTo>
                <a:lnTo>
                  <a:pt x="279257" y="97012"/>
                </a:lnTo>
                <a:lnTo>
                  <a:pt x="279119" y="97018"/>
                </a:lnTo>
                <a:lnTo>
                  <a:pt x="278981" y="97023"/>
                </a:lnTo>
                <a:lnTo>
                  <a:pt x="278843" y="97028"/>
                </a:lnTo>
                <a:lnTo>
                  <a:pt x="278705" y="97032"/>
                </a:lnTo>
                <a:lnTo>
                  <a:pt x="278567" y="97035"/>
                </a:lnTo>
                <a:lnTo>
                  <a:pt x="278428" y="97037"/>
                </a:lnTo>
                <a:lnTo>
                  <a:pt x="278289" y="97039"/>
                </a:lnTo>
                <a:lnTo>
                  <a:pt x="278150" y="97040"/>
                </a:lnTo>
                <a:lnTo>
                  <a:pt x="278010" y="97040"/>
                </a:lnTo>
                <a:lnTo>
                  <a:pt x="277724" y="97032"/>
                </a:lnTo>
                <a:lnTo>
                  <a:pt x="277443" y="97018"/>
                </a:lnTo>
                <a:lnTo>
                  <a:pt x="277170" y="96998"/>
                </a:lnTo>
                <a:lnTo>
                  <a:pt x="276904" y="96973"/>
                </a:lnTo>
                <a:lnTo>
                  <a:pt x="276644" y="96941"/>
                </a:lnTo>
                <a:lnTo>
                  <a:pt x="276391" y="96904"/>
                </a:lnTo>
                <a:lnTo>
                  <a:pt x="276144" y="96862"/>
                </a:lnTo>
                <a:lnTo>
                  <a:pt x="275905" y="96813"/>
                </a:lnTo>
                <a:lnTo>
                  <a:pt x="275672" y="96759"/>
                </a:lnTo>
                <a:lnTo>
                  <a:pt x="275446" y="96700"/>
                </a:lnTo>
                <a:lnTo>
                  <a:pt x="275226" y="96634"/>
                </a:lnTo>
                <a:lnTo>
                  <a:pt x="275013" y="96563"/>
                </a:lnTo>
                <a:lnTo>
                  <a:pt x="274808" y="96486"/>
                </a:lnTo>
                <a:lnTo>
                  <a:pt x="274608" y="96404"/>
                </a:lnTo>
                <a:lnTo>
                  <a:pt x="274416" y="96316"/>
                </a:lnTo>
                <a:lnTo>
                  <a:pt x="274230" y="96222"/>
                </a:lnTo>
                <a:lnTo>
                  <a:pt x="274051" y="96122"/>
                </a:lnTo>
                <a:lnTo>
                  <a:pt x="273879" y="96017"/>
                </a:lnTo>
                <a:lnTo>
                  <a:pt x="273714" y="95906"/>
                </a:lnTo>
                <a:lnTo>
                  <a:pt x="273555" y="95789"/>
                </a:lnTo>
                <a:lnTo>
                  <a:pt x="273403" y="95667"/>
                </a:lnTo>
                <a:lnTo>
                  <a:pt x="273258" y="95539"/>
                </a:lnTo>
                <a:lnTo>
                  <a:pt x="273119" y="95405"/>
                </a:lnTo>
                <a:lnTo>
                  <a:pt x="272988" y="95266"/>
                </a:lnTo>
                <a:lnTo>
                  <a:pt x="272861" y="95122"/>
                </a:lnTo>
                <a:lnTo>
                  <a:pt x="272740" y="94974"/>
                </a:lnTo>
                <a:lnTo>
                  <a:pt x="272623" y="94824"/>
                </a:lnTo>
                <a:lnTo>
                  <a:pt x="272510" y="94670"/>
                </a:lnTo>
                <a:lnTo>
                  <a:pt x="272402" y="94513"/>
                </a:lnTo>
                <a:lnTo>
                  <a:pt x="272299" y="94352"/>
                </a:lnTo>
                <a:lnTo>
                  <a:pt x="272200" y="94189"/>
                </a:lnTo>
                <a:lnTo>
                  <a:pt x="272106" y="94022"/>
                </a:lnTo>
                <a:lnTo>
                  <a:pt x="272016" y="93851"/>
                </a:lnTo>
                <a:lnTo>
                  <a:pt x="271931" y="93678"/>
                </a:lnTo>
                <a:lnTo>
                  <a:pt x="271850" y="93501"/>
                </a:lnTo>
                <a:lnTo>
                  <a:pt x="271774" y="93321"/>
                </a:lnTo>
                <a:lnTo>
                  <a:pt x="271702" y="93138"/>
                </a:lnTo>
                <a:lnTo>
                  <a:pt x="271635" y="92952"/>
                </a:lnTo>
                <a:lnTo>
                  <a:pt x="271572" y="92762"/>
                </a:lnTo>
                <a:lnTo>
                  <a:pt x="271514" y="92569"/>
                </a:lnTo>
                <a:lnTo>
                  <a:pt x="271461" y="92373"/>
                </a:lnTo>
                <a:lnTo>
                  <a:pt x="271412" y="92174"/>
                </a:lnTo>
                <a:lnTo>
                  <a:pt x="271367" y="91971"/>
                </a:lnTo>
                <a:lnTo>
                  <a:pt x="271327" y="91765"/>
                </a:lnTo>
                <a:lnTo>
                  <a:pt x="271292" y="91556"/>
                </a:lnTo>
                <a:lnTo>
                  <a:pt x="271261" y="91343"/>
                </a:lnTo>
                <a:lnTo>
                  <a:pt x="271235" y="91127"/>
                </a:lnTo>
                <a:lnTo>
                  <a:pt x="271213" y="90908"/>
                </a:lnTo>
                <a:lnTo>
                  <a:pt x="271194" y="90687"/>
                </a:lnTo>
                <a:lnTo>
                  <a:pt x="271178" y="90465"/>
                </a:lnTo>
                <a:lnTo>
                  <a:pt x="271164" y="90242"/>
                </a:lnTo>
                <a:lnTo>
                  <a:pt x="271152" y="90018"/>
                </a:lnTo>
                <a:lnTo>
                  <a:pt x="271143" y="89792"/>
                </a:lnTo>
                <a:lnTo>
                  <a:pt x="271135" y="89566"/>
                </a:lnTo>
                <a:lnTo>
                  <a:pt x="271130" y="89338"/>
                </a:lnTo>
                <a:lnTo>
                  <a:pt x="271127" y="89110"/>
                </a:lnTo>
                <a:lnTo>
                  <a:pt x="271127" y="88880"/>
                </a:lnTo>
                <a:lnTo>
                  <a:pt x="271128" y="88650"/>
                </a:lnTo>
                <a:lnTo>
                  <a:pt x="271132" y="88418"/>
                </a:lnTo>
                <a:lnTo>
                  <a:pt x="271138" y="88186"/>
                </a:lnTo>
                <a:lnTo>
                  <a:pt x="271146" y="87952"/>
                </a:lnTo>
                <a:lnTo>
                  <a:pt x="271156" y="87717"/>
                </a:lnTo>
                <a:lnTo>
                  <a:pt x="271168" y="87481"/>
                </a:lnTo>
                <a:lnTo>
                  <a:pt x="271183" y="87245"/>
                </a:lnTo>
                <a:lnTo>
                  <a:pt x="271200" y="87007"/>
                </a:lnTo>
                <a:lnTo>
                  <a:pt x="271219" y="86768"/>
                </a:lnTo>
                <a:lnTo>
                  <a:pt x="271240" y="86528"/>
                </a:lnTo>
                <a:lnTo>
                  <a:pt x="271264" y="86287"/>
                </a:lnTo>
                <a:lnTo>
                  <a:pt x="271290" y="86045"/>
                </a:lnTo>
                <a:lnTo>
                  <a:pt x="271318" y="85802"/>
                </a:lnTo>
                <a:lnTo>
                  <a:pt x="271348" y="85557"/>
                </a:lnTo>
                <a:lnTo>
                  <a:pt x="271380" y="85312"/>
                </a:lnTo>
                <a:lnTo>
                  <a:pt x="279659" y="36968"/>
                </a:lnTo>
                <a:lnTo>
                  <a:pt x="294217" y="36968"/>
                </a:lnTo>
                <a:lnTo>
                  <a:pt x="295289" y="30405"/>
                </a:lnTo>
                <a:lnTo>
                  <a:pt x="280783" y="30405"/>
                </a:lnTo>
                <a:lnTo>
                  <a:pt x="283971" y="11787"/>
                </a:lnTo>
                <a:lnTo>
                  <a:pt x="276068" y="11787"/>
                </a:lnTo>
                <a:lnTo>
                  <a:pt x="272911" y="30405"/>
                </a:lnTo>
                <a:lnTo>
                  <a:pt x="259928" y="30405"/>
                </a:lnTo>
                <a:close/>
                <a:moveTo>
                  <a:pt x="423914" y="41864"/>
                </a:moveTo>
                <a:lnTo>
                  <a:pt x="423723" y="41489"/>
                </a:lnTo>
                <a:lnTo>
                  <a:pt x="423524" y="41113"/>
                </a:lnTo>
                <a:lnTo>
                  <a:pt x="423319" y="40740"/>
                </a:lnTo>
                <a:lnTo>
                  <a:pt x="423109" y="40371"/>
                </a:lnTo>
                <a:lnTo>
                  <a:pt x="422894" y="40005"/>
                </a:lnTo>
                <a:lnTo>
                  <a:pt x="422673" y="39643"/>
                </a:lnTo>
                <a:lnTo>
                  <a:pt x="422446" y="39285"/>
                </a:lnTo>
                <a:lnTo>
                  <a:pt x="422215" y="38930"/>
                </a:lnTo>
                <a:lnTo>
                  <a:pt x="421977" y="38579"/>
                </a:lnTo>
                <a:lnTo>
                  <a:pt x="421734" y="38232"/>
                </a:lnTo>
                <a:lnTo>
                  <a:pt x="421486" y="37889"/>
                </a:lnTo>
                <a:lnTo>
                  <a:pt x="421232" y="37552"/>
                </a:lnTo>
                <a:lnTo>
                  <a:pt x="420973" y="37221"/>
                </a:lnTo>
                <a:lnTo>
                  <a:pt x="420708" y="36897"/>
                </a:lnTo>
                <a:lnTo>
                  <a:pt x="420438" y="36578"/>
                </a:lnTo>
                <a:lnTo>
                  <a:pt x="420163" y="36264"/>
                </a:lnTo>
                <a:lnTo>
                  <a:pt x="419882" y="35957"/>
                </a:lnTo>
                <a:lnTo>
                  <a:pt x="419595" y="35656"/>
                </a:lnTo>
                <a:lnTo>
                  <a:pt x="419303" y="35361"/>
                </a:lnTo>
                <a:lnTo>
                  <a:pt x="419006" y="35071"/>
                </a:lnTo>
                <a:lnTo>
                  <a:pt x="418703" y="34788"/>
                </a:lnTo>
                <a:lnTo>
                  <a:pt x="418394" y="34510"/>
                </a:lnTo>
                <a:lnTo>
                  <a:pt x="418080" y="34239"/>
                </a:lnTo>
                <a:lnTo>
                  <a:pt x="417761" y="33973"/>
                </a:lnTo>
                <a:lnTo>
                  <a:pt x="417436" y="33713"/>
                </a:lnTo>
                <a:lnTo>
                  <a:pt x="417106" y="33459"/>
                </a:lnTo>
                <a:lnTo>
                  <a:pt x="416770" y="33211"/>
                </a:lnTo>
                <a:lnTo>
                  <a:pt x="416429" y="32969"/>
                </a:lnTo>
                <a:lnTo>
                  <a:pt x="416082" y="32733"/>
                </a:lnTo>
                <a:lnTo>
                  <a:pt x="415730" y="32503"/>
                </a:lnTo>
                <a:lnTo>
                  <a:pt x="415373" y="32279"/>
                </a:lnTo>
                <a:lnTo>
                  <a:pt x="415010" y="32060"/>
                </a:lnTo>
                <a:lnTo>
                  <a:pt x="414641" y="31848"/>
                </a:lnTo>
                <a:lnTo>
                  <a:pt x="414267" y="31642"/>
                </a:lnTo>
                <a:lnTo>
                  <a:pt x="413888" y="31442"/>
                </a:lnTo>
                <a:lnTo>
                  <a:pt x="413504" y="31250"/>
                </a:lnTo>
                <a:lnTo>
                  <a:pt x="413115" y="31067"/>
                </a:lnTo>
                <a:lnTo>
                  <a:pt x="412720" y="30892"/>
                </a:lnTo>
                <a:lnTo>
                  <a:pt x="412321" y="30724"/>
                </a:lnTo>
                <a:lnTo>
                  <a:pt x="411917" y="30565"/>
                </a:lnTo>
                <a:lnTo>
                  <a:pt x="411508" y="30413"/>
                </a:lnTo>
                <a:lnTo>
                  <a:pt x="411094" y="30270"/>
                </a:lnTo>
                <a:lnTo>
                  <a:pt x="410674" y="30134"/>
                </a:lnTo>
                <a:lnTo>
                  <a:pt x="410250" y="30007"/>
                </a:lnTo>
                <a:lnTo>
                  <a:pt x="409821" y="29888"/>
                </a:lnTo>
                <a:lnTo>
                  <a:pt x="409387" y="29776"/>
                </a:lnTo>
                <a:lnTo>
                  <a:pt x="408947" y="29673"/>
                </a:lnTo>
                <a:lnTo>
                  <a:pt x="408503" y="29578"/>
                </a:lnTo>
                <a:lnTo>
                  <a:pt x="408054" y="29490"/>
                </a:lnTo>
                <a:lnTo>
                  <a:pt x="407600" y="29411"/>
                </a:lnTo>
                <a:lnTo>
                  <a:pt x="407141" y="29340"/>
                </a:lnTo>
                <a:lnTo>
                  <a:pt x="406676" y="29276"/>
                </a:lnTo>
                <a:lnTo>
                  <a:pt x="406207" y="29221"/>
                </a:lnTo>
                <a:lnTo>
                  <a:pt x="405733" y="29174"/>
                </a:lnTo>
                <a:lnTo>
                  <a:pt x="405254" y="29135"/>
                </a:lnTo>
                <a:lnTo>
                  <a:pt x="404770" y="29104"/>
                </a:lnTo>
                <a:lnTo>
                  <a:pt x="404280" y="29080"/>
                </a:lnTo>
                <a:lnTo>
                  <a:pt x="403786" y="29065"/>
                </a:lnTo>
                <a:lnTo>
                  <a:pt x="403159" y="29065"/>
                </a:lnTo>
                <a:lnTo>
                  <a:pt x="402538" y="29077"/>
                </a:lnTo>
                <a:lnTo>
                  <a:pt x="401923" y="29101"/>
                </a:lnTo>
                <a:lnTo>
                  <a:pt x="401315" y="29136"/>
                </a:lnTo>
                <a:lnTo>
                  <a:pt x="400713" y="29183"/>
                </a:lnTo>
                <a:lnTo>
                  <a:pt x="400118" y="29241"/>
                </a:lnTo>
                <a:lnTo>
                  <a:pt x="399528" y="29311"/>
                </a:lnTo>
                <a:lnTo>
                  <a:pt x="398946" y="29392"/>
                </a:lnTo>
                <a:lnTo>
                  <a:pt x="398370" y="29486"/>
                </a:lnTo>
                <a:lnTo>
                  <a:pt x="397800" y="29590"/>
                </a:lnTo>
                <a:lnTo>
                  <a:pt x="397236" y="29707"/>
                </a:lnTo>
                <a:lnTo>
                  <a:pt x="396679" y="29835"/>
                </a:lnTo>
                <a:lnTo>
                  <a:pt x="396128" y="29975"/>
                </a:lnTo>
                <a:lnTo>
                  <a:pt x="395584" y="30126"/>
                </a:lnTo>
                <a:lnTo>
                  <a:pt x="395046" y="30289"/>
                </a:lnTo>
                <a:lnTo>
                  <a:pt x="394515" y="30463"/>
                </a:lnTo>
                <a:lnTo>
                  <a:pt x="393989" y="30649"/>
                </a:lnTo>
                <a:lnTo>
                  <a:pt x="393471" y="30847"/>
                </a:lnTo>
                <a:lnTo>
                  <a:pt x="392958" y="31057"/>
                </a:lnTo>
                <a:lnTo>
                  <a:pt x="392452" y="31278"/>
                </a:lnTo>
                <a:lnTo>
                  <a:pt x="391953" y="31510"/>
                </a:lnTo>
                <a:lnTo>
                  <a:pt x="391460" y="31754"/>
                </a:lnTo>
                <a:lnTo>
                  <a:pt x="390973" y="32010"/>
                </a:lnTo>
                <a:lnTo>
                  <a:pt x="390493" y="32278"/>
                </a:lnTo>
                <a:lnTo>
                  <a:pt x="390018" y="32555"/>
                </a:lnTo>
                <a:lnTo>
                  <a:pt x="389550" y="32839"/>
                </a:lnTo>
                <a:lnTo>
                  <a:pt x="389088" y="33132"/>
                </a:lnTo>
                <a:lnTo>
                  <a:pt x="388631" y="33432"/>
                </a:lnTo>
                <a:lnTo>
                  <a:pt x="388181" y="33739"/>
                </a:lnTo>
                <a:lnTo>
                  <a:pt x="387736" y="34055"/>
                </a:lnTo>
                <a:lnTo>
                  <a:pt x="387298" y="34378"/>
                </a:lnTo>
                <a:lnTo>
                  <a:pt x="386865" y="34708"/>
                </a:lnTo>
                <a:lnTo>
                  <a:pt x="386438" y="35047"/>
                </a:lnTo>
                <a:lnTo>
                  <a:pt x="386017" y="35393"/>
                </a:lnTo>
                <a:lnTo>
                  <a:pt x="385603" y="35746"/>
                </a:lnTo>
                <a:lnTo>
                  <a:pt x="385194" y="36108"/>
                </a:lnTo>
                <a:lnTo>
                  <a:pt x="384791" y="36477"/>
                </a:lnTo>
                <a:lnTo>
                  <a:pt x="384393" y="36853"/>
                </a:lnTo>
                <a:lnTo>
                  <a:pt x="384002" y="37238"/>
                </a:lnTo>
                <a:lnTo>
                  <a:pt x="383617" y="37630"/>
                </a:lnTo>
                <a:lnTo>
                  <a:pt x="383238" y="38030"/>
                </a:lnTo>
                <a:lnTo>
                  <a:pt x="382864" y="38437"/>
                </a:lnTo>
                <a:lnTo>
                  <a:pt x="382497" y="38852"/>
                </a:lnTo>
                <a:lnTo>
                  <a:pt x="382135" y="39275"/>
                </a:lnTo>
                <a:lnTo>
                  <a:pt x="381780" y="39705"/>
                </a:lnTo>
                <a:lnTo>
                  <a:pt x="381430" y="40143"/>
                </a:lnTo>
                <a:lnTo>
                  <a:pt x="381086" y="40589"/>
                </a:lnTo>
                <a:lnTo>
                  <a:pt x="380748" y="41043"/>
                </a:lnTo>
                <a:lnTo>
                  <a:pt x="380416" y="41502"/>
                </a:lnTo>
                <a:lnTo>
                  <a:pt x="380090" y="41965"/>
                </a:lnTo>
                <a:lnTo>
                  <a:pt x="379769" y="42432"/>
                </a:lnTo>
                <a:lnTo>
                  <a:pt x="379454" y="42902"/>
                </a:lnTo>
                <a:lnTo>
                  <a:pt x="379144" y="43377"/>
                </a:lnTo>
                <a:lnTo>
                  <a:pt x="378840" y="43855"/>
                </a:lnTo>
                <a:lnTo>
                  <a:pt x="378541" y="44337"/>
                </a:lnTo>
                <a:lnTo>
                  <a:pt x="378248" y="44823"/>
                </a:lnTo>
                <a:lnTo>
                  <a:pt x="377961" y="45313"/>
                </a:lnTo>
                <a:lnTo>
                  <a:pt x="377679" y="45807"/>
                </a:lnTo>
                <a:lnTo>
                  <a:pt x="377403" y="46304"/>
                </a:lnTo>
                <a:lnTo>
                  <a:pt x="377132" y="46806"/>
                </a:lnTo>
                <a:lnTo>
                  <a:pt x="376867" y="47311"/>
                </a:lnTo>
                <a:lnTo>
                  <a:pt x="376607" y="47820"/>
                </a:lnTo>
                <a:lnTo>
                  <a:pt x="376353" y="48333"/>
                </a:lnTo>
                <a:lnTo>
                  <a:pt x="376105" y="48849"/>
                </a:lnTo>
                <a:lnTo>
                  <a:pt x="375862" y="49370"/>
                </a:lnTo>
                <a:lnTo>
                  <a:pt x="375625" y="49894"/>
                </a:lnTo>
                <a:lnTo>
                  <a:pt x="375394" y="50422"/>
                </a:lnTo>
                <a:lnTo>
                  <a:pt x="375168" y="50954"/>
                </a:lnTo>
                <a:lnTo>
                  <a:pt x="374947" y="51490"/>
                </a:lnTo>
                <a:lnTo>
                  <a:pt x="374732" y="52030"/>
                </a:lnTo>
                <a:lnTo>
                  <a:pt x="374523" y="52573"/>
                </a:lnTo>
                <a:lnTo>
                  <a:pt x="374319" y="53120"/>
                </a:lnTo>
                <a:lnTo>
                  <a:pt x="374121" y="53669"/>
                </a:lnTo>
                <a:lnTo>
                  <a:pt x="373927" y="54218"/>
                </a:lnTo>
                <a:lnTo>
                  <a:pt x="373738" y="54767"/>
                </a:lnTo>
                <a:lnTo>
                  <a:pt x="373555" y="55316"/>
                </a:lnTo>
                <a:lnTo>
                  <a:pt x="373376" y="55865"/>
                </a:lnTo>
                <a:lnTo>
                  <a:pt x="373202" y="56413"/>
                </a:lnTo>
                <a:lnTo>
                  <a:pt x="373032" y="56962"/>
                </a:lnTo>
                <a:lnTo>
                  <a:pt x="372868" y="57510"/>
                </a:lnTo>
                <a:lnTo>
                  <a:pt x="372709" y="58058"/>
                </a:lnTo>
                <a:lnTo>
                  <a:pt x="372554" y="58606"/>
                </a:lnTo>
                <a:lnTo>
                  <a:pt x="372405" y="59154"/>
                </a:lnTo>
                <a:lnTo>
                  <a:pt x="372260" y="59702"/>
                </a:lnTo>
                <a:lnTo>
                  <a:pt x="372120" y="60250"/>
                </a:lnTo>
                <a:lnTo>
                  <a:pt x="371985" y="60798"/>
                </a:lnTo>
                <a:lnTo>
                  <a:pt x="371855" y="61345"/>
                </a:lnTo>
                <a:lnTo>
                  <a:pt x="371730" y="61892"/>
                </a:lnTo>
                <a:lnTo>
                  <a:pt x="371609" y="62440"/>
                </a:lnTo>
                <a:lnTo>
                  <a:pt x="371494" y="62987"/>
                </a:lnTo>
                <a:lnTo>
                  <a:pt x="371383" y="63534"/>
                </a:lnTo>
                <a:lnTo>
                  <a:pt x="371278" y="64081"/>
                </a:lnTo>
                <a:lnTo>
                  <a:pt x="371177" y="64628"/>
                </a:lnTo>
                <a:lnTo>
                  <a:pt x="371081" y="65174"/>
                </a:lnTo>
                <a:lnTo>
                  <a:pt x="370990" y="65721"/>
                </a:lnTo>
                <a:lnTo>
                  <a:pt x="370904" y="66267"/>
                </a:lnTo>
                <a:lnTo>
                  <a:pt x="370703" y="67674"/>
                </a:lnTo>
                <a:lnTo>
                  <a:pt x="370644" y="68160"/>
                </a:lnTo>
                <a:lnTo>
                  <a:pt x="370589" y="68648"/>
                </a:lnTo>
                <a:lnTo>
                  <a:pt x="370538" y="69137"/>
                </a:lnTo>
                <a:lnTo>
                  <a:pt x="370492" y="69629"/>
                </a:lnTo>
                <a:lnTo>
                  <a:pt x="370450" y="70122"/>
                </a:lnTo>
                <a:lnTo>
                  <a:pt x="370412" y="70618"/>
                </a:lnTo>
                <a:lnTo>
                  <a:pt x="370378" y="71115"/>
                </a:lnTo>
                <a:lnTo>
                  <a:pt x="370349" y="71614"/>
                </a:lnTo>
                <a:lnTo>
                  <a:pt x="370325" y="72115"/>
                </a:lnTo>
                <a:lnTo>
                  <a:pt x="370304" y="72617"/>
                </a:lnTo>
                <a:lnTo>
                  <a:pt x="370288" y="73122"/>
                </a:lnTo>
                <a:lnTo>
                  <a:pt x="370276" y="73628"/>
                </a:lnTo>
                <a:lnTo>
                  <a:pt x="370268" y="74137"/>
                </a:lnTo>
                <a:lnTo>
                  <a:pt x="370265" y="74647"/>
                </a:lnTo>
                <a:lnTo>
                  <a:pt x="370266" y="75159"/>
                </a:lnTo>
                <a:lnTo>
                  <a:pt x="370271" y="75673"/>
                </a:lnTo>
                <a:lnTo>
                  <a:pt x="370281" y="76189"/>
                </a:lnTo>
                <a:lnTo>
                  <a:pt x="370295" y="76707"/>
                </a:lnTo>
                <a:lnTo>
                  <a:pt x="370313" y="77226"/>
                </a:lnTo>
                <a:lnTo>
                  <a:pt x="370335" y="77748"/>
                </a:lnTo>
                <a:lnTo>
                  <a:pt x="370362" y="78271"/>
                </a:lnTo>
                <a:lnTo>
                  <a:pt x="370393" y="78796"/>
                </a:lnTo>
                <a:lnTo>
                  <a:pt x="370429" y="79323"/>
                </a:lnTo>
                <a:lnTo>
                  <a:pt x="370468" y="79852"/>
                </a:lnTo>
                <a:lnTo>
                  <a:pt x="370513" y="80380"/>
                </a:lnTo>
                <a:lnTo>
                  <a:pt x="370565" y="80905"/>
                </a:lnTo>
                <a:lnTo>
                  <a:pt x="370623" y="81427"/>
                </a:lnTo>
                <a:lnTo>
                  <a:pt x="370687" y="81947"/>
                </a:lnTo>
                <a:lnTo>
                  <a:pt x="370758" y="82463"/>
                </a:lnTo>
                <a:lnTo>
                  <a:pt x="370835" y="82976"/>
                </a:lnTo>
                <a:lnTo>
                  <a:pt x="370918" y="83486"/>
                </a:lnTo>
                <a:lnTo>
                  <a:pt x="371008" y="83993"/>
                </a:lnTo>
                <a:lnTo>
                  <a:pt x="371104" y="84497"/>
                </a:lnTo>
                <a:lnTo>
                  <a:pt x="371207" y="84998"/>
                </a:lnTo>
                <a:lnTo>
                  <a:pt x="371316" y="85496"/>
                </a:lnTo>
                <a:lnTo>
                  <a:pt x="371431" y="85991"/>
                </a:lnTo>
                <a:lnTo>
                  <a:pt x="371553" y="86483"/>
                </a:lnTo>
                <a:lnTo>
                  <a:pt x="371681" y="86972"/>
                </a:lnTo>
                <a:lnTo>
                  <a:pt x="371816" y="87458"/>
                </a:lnTo>
                <a:lnTo>
                  <a:pt x="371957" y="87941"/>
                </a:lnTo>
                <a:lnTo>
                  <a:pt x="372104" y="88420"/>
                </a:lnTo>
                <a:lnTo>
                  <a:pt x="372258" y="88897"/>
                </a:lnTo>
                <a:lnTo>
                  <a:pt x="372418" y="89371"/>
                </a:lnTo>
                <a:lnTo>
                  <a:pt x="372584" y="89842"/>
                </a:lnTo>
                <a:lnTo>
                  <a:pt x="372757" y="90310"/>
                </a:lnTo>
                <a:lnTo>
                  <a:pt x="372937" y="90775"/>
                </a:lnTo>
                <a:lnTo>
                  <a:pt x="373123" y="91237"/>
                </a:lnTo>
                <a:lnTo>
                  <a:pt x="373315" y="91695"/>
                </a:lnTo>
                <a:lnTo>
                  <a:pt x="373514" y="92149"/>
                </a:lnTo>
                <a:lnTo>
                  <a:pt x="373721" y="92595"/>
                </a:lnTo>
                <a:lnTo>
                  <a:pt x="373936" y="93035"/>
                </a:lnTo>
                <a:lnTo>
                  <a:pt x="374158" y="93467"/>
                </a:lnTo>
                <a:lnTo>
                  <a:pt x="374389" y="93892"/>
                </a:lnTo>
                <a:lnTo>
                  <a:pt x="374627" y="94311"/>
                </a:lnTo>
                <a:lnTo>
                  <a:pt x="374873" y="94722"/>
                </a:lnTo>
                <a:lnTo>
                  <a:pt x="375127" y="95126"/>
                </a:lnTo>
                <a:lnTo>
                  <a:pt x="375388" y="95523"/>
                </a:lnTo>
                <a:lnTo>
                  <a:pt x="375657" y="95913"/>
                </a:lnTo>
                <a:lnTo>
                  <a:pt x="375935" y="96295"/>
                </a:lnTo>
                <a:lnTo>
                  <a:pt x="376219" y="96671"/>
                </a:lnTo>
                <a:lnTo>
                  <a:pt x="376512" y="97040"/>
                </a:lnTo>
                <a:lnTo>
                  <a:pt x="376813" y="97401"/>
                </a:lnTo>
                <a:lnTo>
                  <a:pt x="377121" y="97756"/>
                </a:lnTo>
                <a:lnTo>
                  <a:pt x="377437" y="98103"/>
                </a:lnTo>
                <a:lnTo>
                  <a:pt x="377761" y="98443"/>
                </a:lnTo>
                <a:lnTo>
                  <a:pt x="378093" y="98777"/>
                </a:lnTo>
                <a:lnTo>
                  <a:pt x="378432" y="99103"/>
                </a:lnTo>
                <a:lnTo>
                  <a:pt x="378779" y="99422"/>
                </a:lnTo>
                <a:lnTo>
                  <a:pt x="379134" y="99734"/>
                </a:lnTo>
                <a:lnTo>
                  <a:pt x="379497" y="100039"/>
                </a:lnTo>
                <a:lnTo>
                  <a:pt x="379868" y="100337"/>
                </a:lnTo>
                <a:lnTo>
                  <a:pt x="380246" y="100628"/>
                </a:lnTo>
                <a:lnTo>
                  <a:pt x="380633" y="100909"/>
                </a:lnTo>
                <a:lnTo>
                  <a:pt x="381030" y="101179"/>
                </a:lnTo>
                <a:lnTo>
                  <a:pt x="381435" y="101437"/>
                </a:lnTo>
                <a:lnTo>
                  <a:pt x="381851" y="101684"/>
                </a:lnTo>
                <a:lnTo>
                  <a:pt x="382275" y="101919"/>
                </a:lnTo>
                <a:lnTo>
                  <a:pt x="382709" y="102143"/>
                </a:lnTo>
                <a:lnTo>
                  <a:pt x="383153" y="102355"/>
                </a:lnTo>
                <a:lnTo>
                  <a:pt x="383606" y="102556"/>
                </a:lnTo>
                <a:lnTo>
                  <a:pt x="384068" y="102746"/>
                </a:lnTo>
                <a:lnTo>
                  <a:pt x="384540" y="102923"/>
                </a:lnTo>
                <a:lnTo>
                  <a:pt x="385021" y="103090"/>
                </a:lnTo>
                <a:lnTo>
                  <a:pt x="385512" y="103245"/>
                </a:lnTo>
                <a:lnTo>
                  <a:pt x="386012" y="103388"/>
                </a:lnTo>
                <a:lnTo>
                  <a:pt x="386521" y="103520"/>
                </a:lnTo>
                <a:lnTo>
                  <a:pt x="387040" y="103640"/>
                </a:lnTo>
                <a:lnTo>
                  <a:pt x="387568" y="103749"/>
                </a:lnTo>
                <a:lnTo>
                  <a:pt x="388106" y="103846"/>
                </a:lnTo>
                <a:lnTo>
                  <a:pt x="388653" y="103932"/>
                </a:lnTo>
                <a:lnTo>
                  <a:pt x="389210" y="104007"/>
                </a:lnTo>
                <a:lnTo>
                  <a:pt x="389775" y="104070"/>
                </a:lnTo>
                <a:lnTo>
                  <a:pt x="390351" y="104121"/>
                </a:lnTo>
                <a:lnTo>
                  <a:pt x="390936" y="104161"/>
                </a:lnTo>
                <a:lnTo>
                  <a:pt x="391530" y="104189"/>
                </a:lnTo>
                <a:lnTo>
                  <a:pt x="392133" y="104206"/>
                </a:lnTo>
                <a:lnTo>
                  <a:pt x="392645" y="104213"/>
                </a:lnTo>
                <a:lnTo>
                  <a:pt x="393154" y="104212"/>
                </a:lnTo>
                <a:lnTo>
                  <a:pt x="393660" y="104203"/>
                </a:lnTo>
                <a:lnTo>
                  <a:pt x="394163" y="104186"/>
                </a:lnTo>
                <a:lnTo>
                  <a:pt x="394663" y="104160"/>
                </a:lnTo>
                <a:lnTo>
                  <a:pt x="395160" y="104127"/>
                </a:lnTo>
                <a:lnTo>
                  <a:pt x="395653" y="104085"/>
                </a:lnTo>
                <a:lnTo>
                  <a:pt x="396144" y="104035"/>
                </a:lnTo>
                <a:lnTo>
                  <a:pt x="396632" y="103977"/>
                </a:lnTo>
                <a:lnTo>
                  <a:pt x="397117" y="103911"/>
                </a:lnTo>
                <a:lnTo>
                  <a:pt x="397598" y="103837"/>
                </a:lnTo>
                <a:lnTo>
                  <a:pt x="398077" y="103755"/>
                </a:lnTo>
                <a:lnTo>
                  <a:pt x="398553" y="103664"/>
                </a:lnTo>
                <a:lnTo>
                  <a:pt x="399025" y="103566"/>
                </a:lnTo>
                <a:lnTo>
                  <a:pt x="399495" y="103459"/>
                </a:lnTo>
                <a:lnTo>
                  <a:pt x="399962" y="103344"/>
                </a:lnTo>
                <a:lnTo>
                  <a:pt x="400425" y="103221"/>
                </a:lnTo>
                <a:lnTo>
                  <a:pt x="400886" y="103090"/>
                </a:lnTo>
                <a:lnTo>
                  <a:pt x="401343" y="102951"/>
                </a:lnTo>
                <a:lnTo>
                  <a:pt x="401798" y="102803"/>
                </a:lnTo>
                <a:lnTo>
                  <a:pt x="402249" y="102648"/>
                </a:lnTo>
                <a:lnTo>
                  <a:pt x="402698" y="102484"/>
                </a:lnTo>
                <a:lnTo>
                  <a:pt x="403143" y="102312"/>
                </a:lnTo>
                <a:lnTo>
                  <a:pt x="403585" y="102132"/>
                </a:lnTo>
                <a:lnTo>
                  <a:pt x="404024" y="101945"/>
                </a:lnTo>
                <a:lnTo>
                  <a:pt x="404459" y="101752"/>
                </a:lnTo>
                <a:lnTo>
                  <a:pt x="404891" y="101554"/>
                </a:lnTo>
                <a:lnTo>
                  <a:pt x="405318" y="101349"/>
                </a:lnTo>
                <a:lnTo>
                  <a:pt x="405742" y="101138"/>
                </a:lnTo>
                <a:lnTo>
                  <a:pt x="406162" y="100922"/>
                </a:lnTo>
                <a:lnTo>
                  <a:pt x="406578" y="100699"/>
                </a:lnTo>
                <a:lnTo>
                  <a:pt x="406990" y="100471"/>
                </a:lnTo>
                <a:lnTo>
                  <a:pt x="407398" y="100236"/>
                </a:lnTo>
                <a:lnTo>
                  <a:pt x="407802" y="99996"/>
                </a:lnTo>
                <a:lnTo>
                  <a:pt x="408203" y="99750"/>
                </a:lnTo>
                <a:lnTo>
                  <a:pt x="408600" y="99498"/>
                </a:lnTo>
                <a:lnTo>
                  <a:pt x="408993" y="99240"/>
                </a:lnTo>
                <a:lnTo>
                  <a:pt x="409382" y="98976"/>
                </a:lnTo>
                <a:lnTo>
                  <a:pt x="409767" y="98706"/>
                </a:lnTo>
                <a:lnTo>
                  <a:pt x="410148" y="98430"/>
                </a:lnTo>
                <a:lnTo>
                  <a:pt x="410526" y="98149"/>
                </a:lnTo>
                <a:lnTo>
                  <a:pt x="410900" y="97861"/>
                </a:lnTo>
                <a:lnTo>
                  <a:pt x="411270" y="97567"/>
                </a:lnTo>
                <a:lnTo>
                  <a:pt x="411636" y="97268"/>
                </a:lnTo>
                <a:lnTo>
                  <a:pt x="411998" y="96962"/>
                </a:lnTo>
                <a:lnTo>
                  <a:pt x="412356" y="96651"/>
                </a:lnTo>
                <a:lnTo>
                  <a:pt x="412711" y="96334"/>
                </a:lnTo>
                <a:lnTo>
                  <a:pt x="413062" y="96011"/>
                </a:lnTo>
                <a:lnTo>
                  <a:pt x="413408" y="95682"/>
                </a:lnTo>
                <a:lnTo>
                  <a:pt x="413750" y="95350"/>
                </a:lnTo>
                <a:lnTo>
                  <a:pt x="414088" y="95013"/>
                </a:lnTo>
                <a:lnTo>
                  <a:pt x="414421" y="94672"/>
                </a:lnTo>
                <a:lnTo>
                  <a:pt x="414749" y="94327"/>
                </a:lnTo>
                <a:lnTo>
                  <a:pt x="415073" y="93978"/>
                </a:lnTo>
                <a:lnTo>
                  <a:pt x="415096" y="93953"/>
                </a:lnTo>
                <a:lnTo>
                  <a:pt x="413899" y="102867"/>
                </a:lnTo>
                <a:lnTo>
                  <a:pt x="421266" y="102867"/>
                </a:lnTo>
                <a:lnTo>
                  <a:pt x="439080" y="0"/>
                </a:lnTo>
                <a:lnTo>
                  <a:pt x="431177" y="0"/>
                </a:lnTo>
                <a:lnTo>
                  <a:pt x="423914" y="41864"/>
                </a:lnTo>
                <a:close/>
                <a:moveTo>
                  <a:pt x="415486" y="86349"/>
                </a:moveTo>
                <a:lnTo>
                  <a:pt x="415185" y="86729"/>
                </a:lnTo>
                <a:lnTo>
                  <a:pt x="414876" y="87104"/>
                </a:lnTo>
                <a:lnTo>
                  <a:pt x="414559" y="87475"/>
                </a:lnTo>
                <a:lnTo>
                  <a:pt x="414234" y="87842"/>
                </a:lnTo>
                <a:lnTo>
                  <a:pt x="413902" y="88204"/>
                </a:lnTo>
                <a:lnTo>
                  <a:pt x="413566" y="88560"/>
                </a:lnTo>
                <a:lnTo>
                  <a:pt x="413224" y="88909"/>
                </a:lnTo>
                <a:lnTo>
                  <a:pt x="412878" y="89251"/>
                </a:lnTo>
                <a:lnTo>
                  <a:pt x="412528" y="89587"/>
                </a:lnTo>
                <a:lnTo>
                  <a:pt x="412172" y="89917"/>
                </a:lnTo>
                <a:lnTo>
                  <a:pt x="411812" y="90239"/>
                </a:lnTo>
                <a:lnTo>
                  <a:pt x="411447" y="90556"/>
                </a:lnTo>
                <a:lnTo>
                  <a:pt x="411077" y="90866"/>
                </a:lnTo>
                <a:lnTo>
                  <a:pt x="410703" y="91169"/>
                </a:lnTo>
                <a:lnTo>
                  <a:pt x="410323" y="91466"/>
                </a:lnTo>
                <a:lnTo>
                  <a:pt x="409939" y="91757"/>
                </a:lnTo>
                <a:lnTo>
                  <a:pt x="409550" y="92040"/>
                </a:lnTo>
                <a:lnTo>
                  <a:pt x="409157" y="92318"/>
                </a:lnTo>
                <a:lnTo>
                  <a:pt x="408758" y="92589"/>
                </a:lnTo>
                <a:lnTo>
                  <a:pt x="408355" y="92853"/>
                </a:lnTo>
                <a:lnTo>
                  <a:pt x="407947" y="93111"/>
                </a:lnTo>
                <a:lnTo>
                  <a:pt x="407535" y="93362"/>
                </a:lnTo>
                <a:lnTo>
                  <a:pt x="407117" y="93607"/>
                </a:lnTo>
                <a:lnTo>
                  <a:pt x="406695" y="93846"/>
                </a:lnTo>
                <a:lnTo>
                  <a:pt x="406268" y="94078"/>
                </a:lnTo>
                <a:lnTo>
                  <a:pt x="405836" y="94303"/>
                </a:lnTo>
                <a:lnTo>
                  <a:pt x="405400" y="94522"/>
                </a:lnTo>
                <a:lnTo>
                  <a:pt x="404958" y="94734"/>
                </a:lnTo>
                <a:lnTo>
                  <a:pt x="404514" y="94939"/>
                </a:lnTo>
                <a:lnTo>
                  <a:pt x="404068" y="95134"/>
                </a:lnTo>
                <a:lnTo>
                  <a:pt x="403620" y="95321"/>
                </a:lnTo>
                <a:lnTo>
                  <a:pt x="403171" y="95498"/>
                </a:lnTo>
                <a:lnTo>
                  <a:pt x="402721" y="95667"/>
                </a:lnTo>
                <a:lnTo>
                  <a:pt x="402269" y="95827"/>
                </a:lnTo>
                <a:lnTo>
                  <a:pt x="401815" y="95978"/>
                </a:lnTo>
                <a:lnTo>
                  <a:pt x="401360" y="96120"/>
                </a:lnTo>
                <a:lnTo>
                  <a:pt x="400904" y="96253"/>
                </a:lnTo>
                <a:lnTo>
                  <a:pt x="400446" y="96377"/>
                </a:lnTo>
                <a:lnTo>
                  <a:pt x="399986" y="96492"/>
                </a:lnTo>
                <a:lnTo>
                  <a:pt x="399525" y="96598"/>
                </a:lnTo>
                <a:lnTo>
                  <a:pt x="399063" y="96695"/>
                </a:lnTo>
                <a:lnTo>
                  <a:pt x="398599" y="96783"/>
                </a:lnTo>
                <a:lnTo>
                  <a:pt x="398133" y="96863"/>
                </a:lnTo>
                <a:lnTo>
                  <a:pt x="397666" y="96933"/>
                </a:lnTo>
                <a:lnTo>
                  <a:pt x="397197" y="96994"/>
                </a:lnTo>
                <a:lnTo>
                  <a:pt x="396727" y="97047"/>
                </a:lnTo>
                <a:lnTo>
                  <a:pt x="396256" y="97091"/>
                </a:lnTo>
                <a:lnTo>
                  <a:pt x="395782" y="97125"/>
                </a:lnTo>
                <a:lnTo>
                  <a:pt x="395308" y="97151"/>
                </a:lnTo>
                <a:lnTo>
                  <a:pt x="394832" y="97168"/>
                </a:lnTo>
                <a:lnTo>
                  <a:pt x="394354" y="97175"/>
                </a:lnTo>
                <a:lnTo>
                  <a:pt x="393875" y="97174"/>
                </a:lnTo>
                <a:lnTo>
                  <a:pt x="393382" y="97158"/>
                </a:lnTo>
                <a:lnTo>
                  <a:pt x="392899" y="97133"/>
                </a:lnTo>
                <a:lnTo>
                  <a:pt x="392425" y="97098"/>
                </a:lnTo>
                <a:lnTo>
                  <a:pt x="391959" y="97054"/>
                </a:lnTo>
                <a:lnTo>
                  <a:pt x="391503" y="97000"/>
                </a:lnTo>
                <a:lnTo>
                  <a:pt x="391056" y="96936"/>
                </a:lnTo>
                <a:lnTo>
                  <a:pt x="390617" y="96863"/>
                </a:lnTo>
                <a:lnTo>
                  <a:pt x="390188" y="96780"/>
                </a:lnTo>
                <a:lnTo>
                  <a:pt x="389767" y="96688"/>
                </a:lnTo>
                <a:lnTo>
                  <a:pt x="389355" y="96587"/>
                </a:lnTo>
                <a:lnTo>
                  <a:pt x="388953" y="96476"/>
                </a:lnTo>
                <a:lnTo>
                  <a:pt x="388559" y="96355"/>
                </a:lnTo>
                <a:lnTo>
                  <a:pt x="388174" y="96225"/>
                </a:lnTo>
                <a:lnTo>
                  <a:pt x="387798" y="96085"/>
                </a:lnTo>
                <a:lnTo>
                  <a:pt x="387431" y="95936"/>
                </a:lnTo>
                <a:lnTo>
                  <a:pt x="387073" y="95777"/>
                </a:lnTo>
                <a:lnTo>
                  <a:pt x="386724" y="95609"/>
                </a:lnTo>
                <a:lnTo>
                  <a:pt x="386384" y="95431"/>
                </a:lnTo>
                <a:lnTo>
                  <a:pt x="386053" y="95244"/>
                </a:lnTo>
                <a:lnTo>
                  <a:pt x="385731" y="95047"/>
                </a:lnTo>
                <a:lnTo>
                  <a:pt x="385418" y="94841"/>
                </a:lnTo>
                <a:lnTo>
                  <a:pt x="385114" y="94625"/>
                </a:lnTo>
                <a:lnTo>
                  <a:pt x="384819" y="94400"/>
                </a:lnTo>
                <a:lnTo>
                  <a:pt x="384532" y="94165"/>
                </a:lnTo>
                <a:lnTo>
                  <a:pt x="384254" y="93922"/>
                </a:lnTo>
                <a:lnTo>
                  <a:pt x="383982" y="93674"/>
                </a:lnTo>
                <a:lnTo>
                  <a:pt x="383717" y="93420"/>
                </a:lnTo>
                <a:lnTo>
                  <a:pt x="383459" y="93161"/>
                </a:lnTo>
                <a:lnTo>
                  <a:pt x="383207" y="92896"/>
                </a:lnTo>
                <a:lnTo>
                  <a:pt x="382963" y="92626"/>
                </a:lnTo>
                <a:lnTo>
                  <a:pt x="382725" y="92350"/>
                </a:lnTo>
                <a:lnTo>
                  <a:pt x="382493" y="92068"/>
                </a:lnTo>
                <a:lnTo>
                  <a:pt x="382269" y="91781"/>
                </a:lnTo>
                <a:lnTo>
                  <a:pt x="382051" y="91489"/>
                </a:lnTo>
                <a:lnTo>
                  <a:pt x="381840" y="91190"/>
                </a:lnTo>
                <a:lnTo>
                  <a:pt x="381636" y="90886"/>
                </a:lnTo>
                <a:lnTo>
                  <a:pt x="381438" y="90577"/>
                </a:lnTo>
                <a:lnTo>
                  <a:pt x="381247" y="90262"/>
                </a:lnTo>
                <a:lnTo>
                  <a:pt x="381063" y="89942"/>
                </a:lnTo>
                <a:lnTo>
                  <a:pt x="380886" y="89616"/>
                </a:lnTo>
                <a:lnTo>
                  <a:pt x="380715" y="89284"/>
                </a:lnTo>
                <a:lnTo>
                  <a:pt x="380552" y="88947"/>
                </a:lnTo>
                <a:lnTo>
                  <a:pt x="380395" y="88604"/>
                </a:lnTo>
                <a:lnTo>
                  <a:pt x="380244" y="88256"/>
                </a:lnTo>
                <a:lnTo>
                  <a:pt x="380101" y="87902"/>
                </a:lnTo>
                <a:lnTo>
                  <a:pt x="379964" y="87542"/>
                </a:lnTo>
                <a:lnTo>
                  <a:pt x="379834" y="87177"/>
                </a:lnTo>
                <a:lnTo>
                  <a:pt x="379710" y="86806"/>
                </a:lnTo>
                <a:lnTo>
                  <a:pt x="379593" y="86432"/>
                </a:lnTo>
                <a:lnTo>
                  <a:pt x="379480" y="86055"/>
                </a:lnTo>
                <a:lnTo>
                  <a:pt x="379371" y="85676"/>
                </a:lnTo>
                <a:lnTo>
                  <a:pt x="379268" y="85295"/>
                </a:lnTo>
                <a:lnTo>
                  <a:pt x="379169" y="84911"/>
                </a:lnTo>
                <a:lnTo>
                  <a:pt x="379074" y="84525"/>
                </a:lnTo>
                <a:lnTo>
                  <a:pt x="378984" y="84138"/>
                </a:lnTo>
                <a:lnTo>
                  <a:pt x="378899" y="83747"/>
                </a:lnTo>
                <a:lnTo>
                  <a:pt x="378819" y="83355"/>
                </a:lnTo>
                <a:lnTo>
                  <a:pt x="378743" y="82961"/>
                </a:lnTo>
                <a:lnTo>
                  <a:pt x="378672" y="82564"/>
                </a:lnTo>
                <a:lnTo>
                  <a:pt x="378605" y="82165"/>
                </a:lnTo>
                <a:lnTo>
                  <a:pt x="378543" y="81764"/>
                </a:lnTo>
                <a:lnTo>
                  <a:pt x="378486" y="81361"/>
                </a:lnTo>
                <a:lnTo>
                  <a:pt x="378434" y="80955"/>
                </a:lnTo>
                <a:lnTo>
                  <a:pt x="378386" y="80548"/>
                </a:lnTo>
                <a:lnTo>
                  <a:pt x="378343" y="80138"/>
                </a:lnTo>
                <a:lnTo>
                  <a:pt x="378304" y="79726"/>
                </a:lnTo>
                <a:lnTo>
                  <a:pt x="378270" y="79311"/>
                </a:lnTo>
                <a:lnTo>
                  <a:pt x="378241" y="78895"/>
                </a:lnTo>
                <a:lnTo>
                  <a:pt x="378216" y="78476"/>
                </a:lnTo>
                <a:lnTo>
                  <a:pt x="378196" y="78055"/>
                </a:lnTo>
                <a:lnTo>
                  <a:pt x="378181" y="77632"/>
                </a:lnTo>
                <a:lnTo>
                  <a:pt x="378170" y="77207"/>
                </a:lnTo>
                <a:lnTo>
                  <a:pt x="378163" y="76781"/>
                </a:lnTo>
                <a:lnTo>
                  <a:pt x="378159" y="76358"/>
                </a:lnTo>
                <a:lnTo>
                  <a:pt x="378157" y="75937"/>
                </a:lnTo>
                <a:lnTo>
                  <a:pt x="378158" y="75518"/>
                </a:lnTo>
                <a:lnTo>
                  <a:pt x="378162" y="75101"/>
                </a:lnTo>
                <a:lnTo>
                  <a:pt x="378168" y="74687"/>
                </a:lnTo>
                <a:lnTo>
                  <a:pt x="378177" y="74275"/>
                </a:lnTo>
                <a:lnTo>
                  <a:pt x="378189" y="73865"/>
                </a:lnTo>
                <a:lnTo>
                  <a:pt x="378203" y="73457"/>
                </a:lnTo>
                <a:lnTo>
                  <a:pt x="378220" y="73052"/>
                </a:lnTo>
                <a:lnTo>
                  <a:pt x="378240" y="72648"/>
                </a:lnTo>
                <a:lnTo>
                  <a:pt x="378262" y="72247"/>
                </a:lnTo>
                <a:lnTo>
                  <a:pt x="378287" y="71848"/>
                </a:lnTo>
                <a:lnTo>
                  <a:pt x="378315" y="71452"/>
                </a:lnTo>
                <a:lnTo>
                  <a:pt x="378345" y="71057"/>
                </a:lnTo>
                <a:lnTo>
                  <a:pt x="378378" y="70665"/>
                </a:lnTo>
                <a:lnTo>
                  <a:pt x="378414" y="70275"/>
                </a:lnTo>
                <a:lnTo>
                  <a:pt x="378453" y="69887"/>
                </a:lnTo>
                <a:lnTo>
                  <a:pt x="378494" y="69502"/>
                </a:lnTo>
                <a:lnTo>
                  <a:pt x="378537" y="69118"/>
                </a:lnTo>
                <a:lnTo>
                  <a:pt x="378584" y="68737"/>
                </a:lnTo>
                <a:lnTo>
                  <a:pt x="378633" y="68358"/>
                </a:lnTo>
                <a:lnTo>
                  <a:pt x="378685" y="67981"/>
                </a:lnTo>
                <a:lnTo>
                  <a:pt x="378739" y="67607"/>
                </a:lnTo>
                <a:lnTo>
                  <a:pt x="378940" y="66200"/>
                </a:lnTo>
                <a:lnTo>
                  <a:pt x="379014" y="65765"/>
                </a:lnTo>
                <a:lnTo>
                  <a:pt x="379092" y="65330"/>
                </a:lnTo>
                <a:lnTo>
                  <a:pt x="379174" y="64895"/>
                </a:lnTo>
                <a:lnTo>
                  <a:pt x="379258" y="64459"/>
                </a:lnTo>
                <a:lnTo>
                  <a:pt x="379347" y="64022"/>
                </a:lnTo>
                <a:lnTo>
                  <a:pt x="379438" y="63585"/>
                </a:lnTo>
                <a:lnTo>
                  <a:pt x="379533" y="63148"/>
                </a:lnTo>
                <a:lnTo>
                  <a:pt x="379632" y="62711"/>
                </a:lnTo>
                <a:lnTo>
                  <a:pt x="379734" y="62273"/>
                </a:lnTo>
                <a:lnTo>
                  <a:pt x="379840" y="61835"/>
                </a:lnTo>
                <a:lnTo>
                  <a:pt x="379949" y="61397"/>
                </a:lnTo>
                <a:lnTo>
                  <a:pt x="380062" y="60958"/>
                </a:lnTo>
                <a:lnTo>
                  <a:pt x="380178" y="60519"/>
                </a:lnTo>
                <a:lnTo>
                  <a:pt x="380298" y="60079"/>
                </a:lnTo>
                <a:lnTo>
                  <a:pt x="380421" y="59639"/>
                </a:lnTo>
                <a:lnTo>
                  <a:pt x="380547" y="59199"/>
                </a:lnTo>
                <a:lnTo>
                  <a:pt x="380678" y="58759"/>
                </a:lnTo>
                <a:lnTo>
                  <a:pt x="380811" y="58318"/>
                </a:lnTo>
                <a:lnTo>
                  <a:pt x="380948" y="57877"/>
                </a:lnTo>
                <a:lnTo>
                  <a:pt x="381089" y="57435"/>
                </a:lnTo>
                <a:lnTo>
                  <a:pt x="381233" y="56993"/>
                </a:lnTo>
                <a:lnTo>
                  <a:pt x="381380" y="56551"/>
                </a:lnTo>
                <a:lnTo>
                  <a:pt x="381531" y="56108"/>
                </a:lnTo>
                <a:lnTo>
                  <a:pt x="381686" y="55665"/>
                </a:lnTo>
                <a:lnTo>
                  <a:pt x="381844" y="55223"/>
                </a:lnTo>
                <a:lnTo>
                  <a:pt x="382007" y="54785"/>
                </a:lnTo>
                <a:lnTo>
                  <a:pt x="382174" y="54349"/>
                </a:lnTo>
                <a:lnTo>
                  <a:pt x="382345" y="53917"/>
                </a:lnTo>
                <a:lnTo>
                  <a:pt x="382521" y="53487"/>
                </a:lnTo>
                <a:lnTo>
                  <a:pt x="382701" y="53060"/>
                </a:lnTo>
                <a:lnTo>
                  <a:pt x="382885" y="52637"/>
                </a:lnTo>
                <a:lnTo>
                  <a:pt x="383074" y="52216"/>
                </a:lnTo>
                <a:lnTo>
                  <a:pt x="383267" y="51799"/>
                </a:lnTo>
                <a:lnTo>
                  <a:pt x="383464" y="51384"/>
                </a:lnTo>
                <a:lnTo>
                  <a:pt x="383665" y="50973"/>
                </a:lnTo>
                <a:lnTo>
                  <a:pt x="383871" y="50564"/>
                </a:lnTo>
                <a:lnTo>
                  <a:pt x="384081" y="50159"/>
                </a:lnTo>
                <a:lnTo>
                  <a:pt x="384295" y="49756"/>
                </a:lnTo>
                <a:lnTo>
                  <a:pt x="384514" y="49357"/>
                </a:lnTo>
                <a:lnTo>
                  <a:pt x="384737" y="48961"/>
                </a:lnTo>
                <a:lnTo>
                  <a:pt x="384964" y="48567"/>
                </a:lnTo>
                <a:lnTo>
                  <a:pt x="385196" y="48177"/>
                </a:lnTo>
                <a:lnTo>
                  <a:pt x="385432" y="47789"/>
                </a:lnTo>
                <a:lnTo>
                  <a:pt x="385672" y="47405"/>
                </a:lnTo>
                <a:lnTo>
                  <a:pt x="385916" y="47024"/>
                </a:lnTo>
                <a:lnTo>
                  <a:pt x="386165" y="46645"/>
                </a:lnTo>
                <a:lnTo>
                  <a:pt x="386418" y="46270"/>
                </a:lnTo>
                <a:lnTo>
                  <a:pt x="386675" y="45898"/>
                </a:lnTo>
                <a:lnTo>
                  <a:pt x="386937" y="45530"/>
                </a:lnTo>
                <a:lnTo>
                  <a:pt x="387204" y="45168"/>
                </a:lnTo>
                <a:lnTo>
                  <a:pt x="387476" y="44813"/>
                </a:lnTo>
                <a:lnTo>
                  <a:pt x="387752" y="44463"/>
                </a:lnTo>
                <a:lnTo>
                  <a:pt x="388034" y="44120"/>
                </a:lnTo>
                <a:lnTo>
                  <a:pt x="388320" y="43782"/>
                </a:lnTo>
                <a:lnTo>
                  <a:pt x="388612" y="43451"/>
                </a:lnTo>
                <a:lnTo>
                  <a:pt x="388908" y="43125"/>
                </a:lnTo>
                <a:lnTo>
                  <a:pt x="389209" y="42806"/>
                </a:lnTo>
                <a:lnTo>
                  <a:pt x="389515" y="42492"/>
                </a:lnTo>
                <a:lnTo>
                  <a:pt x="389825" y="42185"/>
                </a:lnTo>
                <a:lnTo>
                  <a:pt x="390141" y="41884"/>
                </a:lnTo>
                <a:lnTo>
                  <a:pt x="390462" y="41589"/>
                </a:lnTo>
                <a:lnTo>
                  <a:pt x="390787" y="41299"/>
                </a:lnTo>
                <a:lnTo>
                  <a:pt x="391117" y="41016"/>
                </a:lnTo>
                <a:lnTo>
                  <a:pt x="391453" y="40739"/>
                </a:lnTo>
                <a:lnTo>
                  <a:pt x="391793" y="40468"/>
                </a:lnTo>
                <a:lnTo>
                  <a:pt x="392138" y="40203"/>
                </a:lnTo>
                <a:lnTo>
                  <a:pt x="392487" y="39944"/>
                </a:lnTo>
                <a:lnTo>
                  <a:pt x="392842" y="39691"/>
                </a:lnTo>
                <a:lnTo>
                  <a:pt x="393202" y="39445"/>
                </a:lnTo>
                <a:lnTo>
                  <a:pt x="393566" y="39204"/>
                </a:lnTo>
                <a:lnTo>
                  <a:pt x="393936" y="38969"/>
                </a:lnTo>
                <a:lnTo>
                  <a:pt x="394310" y="38740"/>
                </a:lnTo>
                <a:lnTo>
                  <a:pt x="394689" y="38519"/>
                </a:lnTo>
                <a:lnTo>
                  <a:pt x="395075" y="38308"/>
                </a:lnTo>
                <a:lnTo>
                  <a:pt x="395466" y="38107"/>
                </a:lnTo>
                <a:lnTo>
                  <a:pt x="395862" y="37916"/>
                </a:lnTo>
                <a:lnTo>
                  <a:pt x="396265" y="37735"/>
                </a:lnTo>
                <a:lnTo>
                  <a:pt x="396673" y="37563"/>
                </a:lnTo>
                <a:lnTo>
                  <a:pt x="397086" y="37401"/>
                </a:lnTo>
                <a:lnTo>
                  <a:pt x="397506" y="37250"/>
                </a:lnTo>
                <a:lnTo>
                  <a:pt x="397931" y="37108"/>
                </a:lnTo>
                <a:lnTo>
                  <a:pt x="398362" y="36976"/>
                </a:lnTo>
                <a:lnTo>
                  <a:pt x="398798" y="36854"/>
                </a:lnTo>
                <a:lnTo>
                  <a:pt x="399241" y="36741"/>
                </a:lnTo>
                <a:lnTo>
                  <a:pt x="399689" y="36639"/>
                </a:lnTo>
                <a:lnTo>
                  <a:pt x="400142" y="36546"/>
                </a:lnTo>
                <a:lnTo>
                  <a:pt x="400602" y="36464"/>
                </a:lnTo>
                <a:lnTo>
                  <a:pt x="401067" y="36391"/>
                </a:lnTo>
                <a:lnTo>
                  <a:pt x="401537" y="36328"/>
                </a:lnTo>
                <a:lnTo>
                  <a:pt x="402014" y="36275"/>
                </a:lnTo>
                <a:lnTo>
                  <a:pt x="402496" y="36232"/>
                </a:lnTo>
                <a:lnTo>
                  <a:pt x="402984" y="36198"/>
                </a:lnTo>
                <a:lnTo>
                  <a:pt x="403477" y="36175"/>
                </a:lnTo>
                <a:lnTo>
                  <a:pt x="403976" y="36162"/>
                </a:lnTo>
                <a:lnTo>
                  <a:pt x="404481" y="36158"/>
                </a:lnTo>
                <a:lnTo>
                  <a:pt x="404992" y="36164"/>
                </a:lnTo>
                <a:lnTo>
                  <a:pt x="405342" y="36167"/>
                </a:lnTo>
                <a:lnTo>
                  <a:pt x="405690" y="36176"/>
                </a:lnTo>
                <a:lnTo>
                  <a:pt x="406036" y="36191"/>
                </a:lnTo>
                <a:lnTo>
                  <a:pt x="406379" y="36212"/>
                </a:lnTo>
                <a:lnTo>
                  <a:pt x="406719" y="36238"/>
                </a:lnTo>
                <a:lnTo>
                  <a:pt x="407057" y="36271"/>
                </a:lnTo>
                <a:lnTo>
                  <a:pt x="407393" y="36309"/>
                </a:lnTo>
                <a:lnTo>
                  <a:pt x="407726" y="36354"/>
                </a:lnTo>
                <a:lnTo>
                  <a:pt x="408057" y="36404"/>
                </a:lnTo>
                <a:lnTo>
                  <a:pt x="408386" y="36460"/>
                </a:lnTo>
                <a:lnTo>
                  <a:pt x="408712" y="36522"/>
                </a:lnTo>
                <a:lnTo>
                  <a:pt x="409035" y="36591"/>
                </a:lnTo>
                <a:lnTo>
                  <a:pt x="409356" y="36665"/>
                </a:lnTo>
                <a:lnTo>
                  <a:pt x="409675" y="36745"/>
                </a:lnTo>
                <a:lnTo>
                  <a:pt x="409991" y="36830"/>
                </a:lnTo>
                <a:lnTo>
                  <a:pt x="410305" y="36922"/>
                </a:lnTo>
                <a:lnTo>
                  <a:pt x="410616" y="37020"/>
                </a:lnTo>
                <a:lnTo>
                  <a:pt x="410925" y="37124"/>
                </a:lnTo>
                <a:lnTo>
                  <a:pt x="411231" y="37233"/>
                </a:lnTo>
                <a:lnTo>
                  <a:pt x="411535" y="37349"/>
                </a:lnTo>
                <a:lnTo>
                  <a:pt x="411837" y="37470"/>
                </a:lnTo>
                <a:lnTo>
                  <a:pt x="412136" y="37597"/>
                </a:lnTo>
                <a:lnTo>
                  <a:pt x="412433" y="37731"/>
                </a:lnTo>
                <a:lnTo>
                  <a:pt x="412727" y="37870"/>
                </a:lnTo>
                <a:lnTo>
                  <a:pt x="413018" y="38014"/>
                </a:lnTo>
                <a:lnTo>
                  <a:pt x="413306" y="38162"/>
                </a:lnTo>
                <a:lnTo>
                  <a:pt x="413590" y="38315"/>
                </a:lnTo>
                <a:lnTo>
                  <a:pt x="413870" y="38471"/>
                </a:lnTo>
                <a:lnTo>
                  <a:pt x="414147" y="38631"/>
                </a:lnTo>
                <a:lnTo>
                  <a:pt x="414420" y="38796"/>
                </a:lnTo>
                <a:lnTo>
                  <a:pt x="414690" y="38964"/>
                </a:lnTo>
                <a:lnTo>
                  <a:pt x="414955" y="39137"/>
                </a:lnTo>
                <a:lnTo>
                  <a:pt x="415218" y="39314"/>
                </a:lnTo>
                <a:lnTo>
                  <a:pt x="415477" y="39495"/>
                </a:lnTo>
                <a:lnTo>
                  <a:pt x="415732" y="39680"/>
                </a:lnTo>
                <a:lnTo>
                  <a:pt x="415983" y="39868"/>
                </a:lnTo>
                <a:lnTo>
                  <a:pt x="416231" y="40061"/>
                </a:lnTo>
                <a:lnTo>
                  <a:pt x="416476" y="40259"/>
                </a:lnTo>
                <a:lnTo>
                  <a:pt x="416716" y="40460"/>
                </a:lnTo>
                <a:lnTo>
                  <a:pt x="416953" y="40665"/>
                </a:lnTo>
                <a:lnTo>
                  <a:pt x="417187" y="40874"/>
                </a:lnTo>
                <a:lnTo>
                  <a:pt x="417417" y="41088"/>
                </a:lnTo>
                <a:lnTo>
                  <a:pt x="417643" y="41305"/>
                </a:lnTo>
                <a:lnTo>
                  <a:pt x="417866" y="41526"/>
                </a:lnTo>
                <a:lnTo>
                  <a:pt x="418085" y="41752"/>
                </a:lnTo>
                <a:lnTo>
                  <a:pt x="418301" y="41982"/>
                </a:lnTo>
                <a:lnTo>
                  <a:pt x="418512" y="42215"/>
                </a:lnTo>
                <a:lnTo>
                  <a:pt x="418721" y="42453"/>
                </a:lnTo>
                <a:lnTo>
                  <a:pt x="418925" y="42694"/>
                </a:lnTo>
                <a:lnTo>
                  <a:pt x="419125" y="42938"/>
                </a:lnTo>
                <a:lnTo>
                  <a:pt x="419321" y="43186"/>
                </a:lnTo>
                <a:lnTo>
                  <a:pt x="419512" y="43436"/>
                </a:lnTo>
                <a:lnTo>
                  <a:pt x="419699" y="43689"/>
                </a:lnTo>
                <a:lnTo>
                  <a:pt x="419882" y="43945"/>
                </a:lnTo>
                <a:lnTo>
                  <a:pt x="420061" y="44205"/>
                </a:lnTo>
                <a:lnTo>
                  <a:pt x="420235" y="44467"/>
                </a:lnTo>
                <a:lnTo>
                  <a:pt x="420405" y="44732"/>
                </a:lnTo>
                <a:lnTo>
                  <a:pt x="420571" y="45001"/>
                </a:lnTo>
                <a:lnTo>
                  <a:pt x="420732" y="45272"/>
                </a:lnTo>
                <a:lnTo>
                  <a:pt x="420889" y="45546"/>
                </a:lnTo>
                <a:lnTo>
                  <a:pt x="421042" y="45824"/>
                </a:lnTo>
                <a:lnTo>
                  <a:pt x="421190" y="46104"/>
                </a:lnTo>
                <a:lnTo>
                  <a:pt x="421334" y="46388"/>
                </a:lnTo>
                <a:lnTo>
                  <a:pt x="421474" y="46674"/>
                </a:lnTo>
                <a:lnTo>
                  <a:pt x="421609" y="46964"/>
                </a:lnTo>
                <a:lnTo>
                  <a:pt x="421741" y="47256"/>
                </a:lnTo>
                <a:lnTo>
                  <a:pt x="421868" y="47552"/>
                </a:lnTo>
                <a:lnTo>
                  <a:pt x="421990" y="47850"/>
                </a:lnTo>
                <a:lnTo>
                  <a:pt x="422108" y="48152"/>
                </a:lnTo>
                <a:lnTo>
                  <a:pt x="422222" y="48456"/>
                </a:lnTo>
                <a:lnTo>
                  <a:pt x="422332" y="48764"/>
                </a:lnTo>
                <a:lnTo>
                  <a:pt x="422438" y="49075"/>
                </a:lnTo>
                <a:lnTo>
                  <a:pt x="422538" y="49388"/>
                </a:lnTo>
                <a:lnTo>
                  <a:pt x="422583" y="49537"/>
                </a:lnTo>
                <a:lnTo>
                  <a:pt x="416419" y="85069"/>
                </a:lnTo>
                <a:lnTo>
                  <a:pt x="416339" y="85187"/>
                </a:lnTo>
                <a:lnTo>
                  <a:pt x="416063" y="85578"/>
                </a:lnTo>
                <a:lnTo>
                  <a:pt x="415778" y="85966"/>
                </a:lnTo>
                <a:lnTo>
                  <a:pt x="415486" y="86349"/>
                </a:lnTo>
                <a:close/>
                <a:moveTo>
                  <a:pt x="359756" y="60691"/>
                </a:moveTo>
                <a:lnTo>
                  <a:pt x="359802" y="60181"/>
                </a:lnTo>
                <a:lnTo>
                  <a:pt x="359842" y="59673"/>
                </a:lnTo>
                <a:lnTo>
                  <a:pt x="359875" y="59165"/>
                </a:lnTo>
                <a:lnTo>
                  <a:pt x="359903" y="58659"/>
                </a:lnTo>
                <a:lnTo>
                  <a:pt x="359925" y="58153"/>
                </a:lnTo>
                <a:lnTo>
                  <a:pt x="359940" y="57649"/>
                </a:lnTo>
                <a:lnTo>
                  <a:pt x="359950" y="57145"/>
                </a:lnTo>
                <a:lnTo>
                  <a:pt x="359953" y="56642"/>
                </a:lnTo>
                <a:lnTo>
                  <a:pt x="359951" y="56140"/>
                </a:lnTo>
                <a:lnTo>
                  <a:pt x="359942" y="55639"/>
                </a:lnTo>
                <a:lnTo>
                  <a:pt x="359927" y="55139"/>
                </a:lnTo>
                <a:lnTo>
                  <a:pt x="359907" y="54640"/>
                </a:lnTo>
                <a:lnTo>
                  <a:pt x="359880" y="54142"/>
                </a:lnTo>
                <a:lnTo>
                  <a:pt x="359847" y="53645"/>
                </a:lnTo>
                <a:lnTo>
                  <a:pt x="359808" y="53149"/>
                </a:lnTo>
                <a:lnTo>
                  <a:pt x="359764" y="52653"/>
                </a:lnTo>
                <a:lnTo>
                  <a:pt x="359713" y="52159"/>
                </a:lnTo>
                <a:lnTo>
                  <a:pt x="359656" y="51665"/>
                </a:lnTo>
                <a:lnTo>
                  <a:pt x="359593" y="51173"/>
                </a:lnTo>
                <a:lnTo>
                  <a:pt x="359524" y="50681"/>
                </a:lnTo>
                <a:lnTo>
                  <a:pt x="359448" y="50190"/>
                </a:lnTo>
                <a:lnTo>
                  <a:pt x="359367" y="49702"/>
                </a:lnTo>
                <a:lnTo>
                  <a:pt x="359279" y="49218"/>
                </a:lnTo>
                <a:lnTo>
                  <a:pt x="359185" y="48737"/>
                </a:lnTo>
                <a:lnTo>
                  <a:pt x="359085" y="48261"/>
                </a:lnTo>
                <a:lnTo>
                  <a:pt x="358978" y="47788"/>
                </a:lnTo>
                <a:lnTo>
                  <a:pt x="358865" y="47320"/>
                </a:lnTo>
                <a:lnTo>
                  <a:pt x="358745" y="46855"/>
                </a:lnTo>
                <a:lnTo>
                  <a:pt x="358619" y="46395"/>
                </a:lnTo>
                <a:lnTo>
                  <a:pt x="358486" y="45938"/>
                </a:lnTo>
                <a:lnTo>
                  <a:pt x="358347" y="45485"/>
                </a:lnTo>
                <a:lnTo>
                  <a:pt x="358202" y="45036"/>
                </a:lnTo>
                <a:lnTo>
                  <a:pt x="358050" y="44591"/>
                </a:lnTo>
                <a:lnTo>
                  <a:pt x="357892" y="44151"/>
                </a:lnTo>
                <a:lnTo>
                  <a:pt x="357728" y="43714"/>
                </a:lnTo>
                <a:lnTo>
                  <a:pt x="357557" y="43281"/>
                </a:lnTo>
                <a:lnTo>
                  <a:pt x="357380" y="42851"/>
                </a:lnTo>
                <a:lnTo>
                  <a:pt x="357196" y="42426"/>
                </a:lnTo>
                <a:lnTo>
                  <a:pt x="357006" y="42005"/>
                </a:lnTo>
                <a:lnTo>
                  <a:pt x="356810" y="41588"/>
                </a:lnTo>
                <a:lnTo>
                  <a:pt x="356607" y="41175"/>
                </a:lnTo>
                <a:lnTo>
                  <a:pt x="356398" y="40765"/>
                </a:lnTo>
                <a:lnTo>
                  <a:pt x="356182" y="40360"/>
                </a:lnTo>
                <a:lnTo>
                  <a:pt x="355960" y="39958"/>
                </a:lnTo>
                <a:lnTo>
                  <a:pt x="355732" y="39561"/>
                </a:lnTo>
                <a:lnTo>
                  <a:pt x="355496" y="39169"/>
                </a:lnTo>
                <a:lnTo>
                  <a:pt x="355254" y="38783"/>
                </a:lnTo>
                <a:lnTo>
                  <a:pt x="355005" y="38404"/>
                </a:lnTo>
                <a:lnTo>
                  <a:pt x="354749" y="38032"/>
                </a:lnTo>
                <a:lnTo>
                  <a:pt x="354486" y="37666"/>
                </a:lnTo>
                <a:lnTo>
                  <a:pt x="354216" y="37307"/>
                </a:lnTo>
                <a:lnTo>
                  <a:pt x="353939" y="36954"/>
                </a:lnTo>
                <a:lnTo>
                  <a:pt x="353655" y="36608"/>
                </a:lnTo>
                <a:lnTo>
                  <a:pt x="353365" y="36269"/>
                </a:lnTo>
                <a:lnTo>
                  <a:pt x="353067" y="35936"/>
                </a:lnTo>
                <a:lnTo>
                  <a:pt x="352762" y="35610"/>
                </a:lnTo>
                <a:lnTo>
                  <a:pt x="352450" y="35291"/>
                </a:lnTo>
                <a:lnTo>
                  <a:pt x="352131" y="34978"/>
                </a:lnTo>
                <a:lnTo>
                  <a:pt x="351805" y="34672"/>
                </a:lnTo>
                <a:lnTo>
                  <a:pt x="351473" y="34372"/>
                </a:lnTo>
                <a:lnTo>
                  <a:pt x="351133" y="34079"/>
                </a:lnTo>
                <a:lnTo>
                  <a:pt x="350786" y="33793"/>
                </a:lnTo>
                <a:lnTo>
                  <a:pt x="350433" y="33513"/>
                </a:lnTo>
                <a:lnTo>
                  <a:pt x="350072" y="33240"/>
                </a:lnTo>
                <a:lnTo>
                  <a:pt x="349704" y="32974"/>
                </a:lnTo>
                <a:lnTo>
                  <a:pt x="349330" y="32714"/>
                </a:lnTo>
                <a:lnTo>
                  <a:pt x="348948" y="32461"/>
                </a:lnTo>
                <a:lnTo>
                  <a:pt x="348559" y="32214"/>
                </a:lnTo>
                <a:lnTo>
                  <a:pt x="348164" y="31974"/>
                </a:lnTo>
                <a:lnTo>
                  <a:pt x="347761" y="31742"/>
                </a:lnTo>
                <a:lnTo>
                  <a:pt x="347350" y="31520"/>
                </a:lnTo>
                <a:lnTo>
                  <a:pt x="346932" y="31307"/>
                </a:lnTo>
                <a:lnTo>
                  <a:pt x="346505" y="31104"/>
                </a:lnTo>
                <a:lnTo>
                  <a:pt x="346071" y="30911"/>
                </a:lnTo>
                <a:lnTo>
                  <a:pt x="345629" y="30727"/>
                </a:lnTo>
                <a:lnTo>
                  <a:pt x="345180" y="30552"/>
                </a:lnTo>
                <a:lnTo>
                  <a:pt x="344722" y="30388"/>
                </a:lnTo>
                <a:lnTo>
                  <a:pt x="344257" y="30233"/>
                </a:lnTo>
                <a:lnTo>
                  <a:pt x="343784" y="30088"/>
                </a:lnTo>
                <a:lnTo>
                  <a:pt x="343303" y="29952"/>
                </a:lnTo>
                <a:lnTo>
                  <a:pt x="342815" y="29826"/>
                </a:lnTo>
                <a:lnTo>
                  <a:pt x="342318" y="29710"/>
                </a:lnTo>
                <a:lnTo>
                  <a:pt x="341814" y="29603"/>
                </a:lnTo>
                <a:lnTo>
                  <a:pt x="341302" y="29506"/>
                </a:lnTo>
                <a:lnTo>
                  <a:pt x="340782" y="29418"/>
                </a:lnTo>
                <a:lnTo>
                  <a:pt x="340255" y="29340"/>
                </a:lnTo>
                <a:lnTo>
                  <a:pt x="339719" y="29272"/>
                </a:lnTo>
                <a:lnTo>
                  <a:pt x="339176" y="29214"/>
                </a:lnTo>
                <a:lnTo>
                  <a:pt x="338625" y="29165"/>
                </a:lnTo>
                <a:lnTo>
                  <a:pt x="338066" y="29125"/>
                </a:lnTo>
                <a:lnTo>
                  <a:pt x="337500" y="29096"/>
                </a:lnTo>
                <a:lnTo>
                  <a:pt x="336926" y="29076"/>
                </a:lnTo>
                <a:lnTo>
                  <a:pt x="336344" y="29065"/>
                </a:lnTo>
                <a:lnTo>
                  <a:pt x="335726" y="29060"/>
                </a:lnTo>
                <a:lnTo>
                  <a:pt x="335114" y="29066"/>
                </a:lnTo>
                <a:lnTo>
                  <a:pt x="334506" y="29084"/>
                </a:lnTo>
                <a:lnTo>
                  <a:pt x="333902" y="29113"/>
                </a:lnTo>
                <a:lnTo>
                  <a:pt x="333303" y="29153"/>
                </a:lnTo>
                <a:lnTo>
                  <a:pt x="332708" y="29205"/>
                </a:lnTo>
                <a:lnTo>
                  <a:pt x="332118" y="29269"/>
                </a:lnTo>
                <a:lnTo>
                  <a:pt x="331533" y="29344"/>
                </a:lnTo>
                <a:lnTo>
                  <a:pt x="330952" y="29431"/>
                </a:lnTo>
                <a:lnTo>
                  <a:pt x="330376" y="29529"/>
                </a:lnTo>
                <a:lnTo>
                  <a:pt x="329804" y="29639"/>
                </a:lnTo>
                <a:lnTo>
                  <a:pt x="329236" y="29760"/>
                </a:lnTo>
                <a:lnTo>
                  <a:pt x="328674" y="29893"/>
                </a:lnTo>
                <a:lnTo>
                  <a:pt x="328115" y="30037"/>
                </a:lnTo>
                <a:lnTo>
                  <a:pt x="327562" y="30193"/>
                </a:lnTo>
                <a:lnTo>
                  <a:pt x="327012" y="30360"/>
                </a:lnTo>
                <a:lnTo>
                  <a:pt x="326468" y="30539"/>
                </a:lnTo>
                <a:lnTo>
                  <a:pt x="325928" y="30729"/>
                </a:lnTo>
                <a:lnTo>
                  <a:pt x="325392" y="30931"/>
                </a:lnTo>
                <a:lnTo>
                  <a:pt x="324861" y="31144"/>
                </a:lnTo>
                <a:lnTo>
                  <a:pt x="324334" y="31369"/>
                </a:lnTo>
                <a:lnTo>
                  <a:pt x="323812" y="31605"/>
                </a:lnTo>
                <a:lnTo>
                  <a:pt x="323295" y="31853"/>
                </a:lnTo>
                <a:lnTo>
                  <a:pt x="322782" y="32112"/>
                </a:lnTo>
                <a:lnTo>
                  <a:pt x="322274" y="32381"/>
                </a:lnTo>
                <a:lnTo>
                  <a:pt x="321772" y="32658"/>
                </a:lnTo>
                <a:lnTo>
                  <a:pt x="321275" y="32942"/>
                </a:lnTo>
                <a:lnTo>
                  <a:pt x="320784" y="33233"/>
                </a:lnTo>
                <a:lnTo>
                  <a:pt x="320299" y="33532"/>
                </a:lnTo>
                <a:lnTo>
                  <a:pt x="319819" y="33839"/>
                </a:lnTo>
                <a:lnTo>
                  <a:pt x="319344" y="34153"/>
                </a:lnTo>
                <a:lnTo>
                  <a:pt x="318875" y="34475"/>
                </a:lnTo>
                <a:lnTo>
                  <a:pt x="318412" y="34804"/>
                </a:lnTo>
                <a:lnTo>
                  <a:pt x="317955" y="35141"/>
                </a:lnTo>
                <a:lnTo>
                  <a:pt x="317502" y="35486"/>
                </a:lnTo>
                <a:lnTo>
                  <a:pt x="317056" y="35838"/>
                </a:lnTo>
                <a:lnTo>
                  <a:pt x="316615" y="36197"/>
                </a:lnTo>
                <a:lnTo>
                  <a:pt x="316180" y="36564"/>
                </a:lnTo>
                <a:lnTo>
                  <a:pt x="315750" y="36939"/>
                </a:lnTo>
                <a:lnTo>
                  <a:pt x="315326" y="37321"/>
                </a:lnTo>
                <a:lnTo>
                  <a:pt x="314907" y="37711"/>
                </a:lnTo>
                <a:lnTo>
                  <a:pt x="314494" y="38108"/>
                </a:lnTo>
                <a:lnTo>
                  <a:pt x="314087" y="38513"/>
                </a:lnTo>
                <a:lnTo>
                  <a:pt x="313685" y="38926"/>
                </a:lnTo>
                <a:lnTo>
                  <a:pt x="313289" y="39346"/>
                </a:lnTo>
                <a:lnTo>
                  <a:pt x="312898" y="39773"/>
                </a:lnTo>
                <a:lnTo>
                  <a:pt x="312513" y="40208"/>
                </a:lnTo>
                <a:lnTo>
                  <a:pt x="312134" y="40651"/>
                </a:lnTo>
                <a:lnTo>
                  <a:pt x="311760" y="41100"/>
                </a:lnTo>
                <a:lnTo>
                  <a:pt x="311392" y="41552"/>
                </a:lnTo>
                <a:lnTo>
                  <a:pt x="311030" y="42009"/>
                </a:lnTo>
                <a:lnTo>
                  <a:pt x="310674" y="42471"/>
                </a:lnTo>
                <a:lnTo>
                  <a:pt x="310324" y="42936"/>
                </a:lnTo>
                <a:lnTo>
                  <a:pt x="309980" y="43405"/>
                </a:lnTo>
                <a:lnTo>
                  <a:pt x="309642" y="43879"/>
                </a:lnTo>
                <a:lnTo>
                  <a:pt x="309310" y="44357"/>
                </a:lnTo>
                <a:lnTo>
                  <a:pt x="308983" y="44839"/>
                </a:lnTo>
                <a:lnTo>
                  <a:pt x="308663" y="45325"/>
                </a:lnTo>
                <a:lnTo>
                  <a:pt x="308349" y="45816"/>
                </a:lnTo>
                <a:lnTo>
                  <a:pt x="308040" y="46310"/>
                </a:lnTo>
                <a:lnTo>
                  <a:pt x="307738" y="46809"/>
                </a:lnTo>
                <a:lnTo>
                  <a:pt x="307441" y="47312"/>
                </a:lnTo>
                <a:lnTo>
                  <a:pt x="307150" y="47819"/>
                </a:lnTo>
                <a:lnTo>
                  <a:pt x="306865" y="48330"/>
                </a:lnTo>
                <a:lnTo>
                  <a:pt x="306586" y="48846"/>
                </a:lnTo>
                <a:lnTo>
                  <a:pt x="306314" y="49366"/>
                </a:lnTo>
                <a:lnTo>
                  <a:pt x="306047" y="49890"/>
                </a:lnTo>
                <a:lnTo>
                  <a:pt x="305785" y="50418"/>
                </a:lnTo>
                <a:lnTo>
                  <a:pt x="305530" y="50950"/>
                </a:lnTo>
                <a:lnTo>
                  <a:pt x="305281" y="51486"/>
                </a:lnTo>
                <a:lnTo>
                  <a:pt x="305038" y="52027"/>
                </a:lnTo>
                <a:lnTo>
                  <a:pt x="304800" y="52572"/>
                </a:lnTo>
                <a:lnTo>
                  <a:pt x="304569" y="53119"/>
                </a:lnTo>
                <a:lnTo>
                  <a:pt x="304345" y="53667"/>
                </a:lnTo>
                <a:lnTo>
                  <a:pt x="304128" y="54215"/>
                </a:lnTo>
                <a:lnTo>
                  <a:pt x="303917" y="54763"/>
                </a:lnTo>
                <a:lnTo>
                  <a:pt x="303713" y="55312"/>
                </a:lnTo>
                <a:lnTo>
                  <a:pt x="303515" y="55862"/>
                </a:lnTo>
                <a:lnTo>
                  <a:pt x="303325" y="56412"/>
                </a:lnTo>
                <a:lnTo>
                  <a:pt x="303141" y="56962"/>
                </a:lnTo>
                <a:lnTo>
                  <a:pt x="302964" y="57513"/>
                </a:lnTo>
                <a:lnTo>
                  <a:pt x="302794" y="58064"/>
                </a:lnTo>
                <a:lnTo>
                  <a:pt x="302630" y="58616"/>
                </a:lnTo>
                <a:lnTo>
                  <a:pt x="302473" y="59169"/>
                </a:lnTo>
                <a:lnTo>
                  <a:pt x="302323" y="59721"/>
                </a:lnTo>
                <a:lnTo>
                  <a:pt x="302180" y="60274"/>
                </a:lnTo>
                <a:lnTo>
                  <a:pt x="302043" y="60828"/>
                </a:lnTo>
                <a:lnTo>
                  <a:pt x="301913" y="61382"/>
                </a:lnTo>
                <a:lnTo>
                  <a:pt x="301790" y="61937"/>
                </a:lnTo>
                <a:lnTo>
                  <a:pt x="301674" y="62492"/>
                </a:lnTo>
                <a:lnTo>
                  <a:pt x="301564" y="63047"/>
                </a:lnTo>
                <a:lnTo>
                  <a:pt x="301461" y="63603"/>
                </a:lnTo>
                <a:lnTo>
                  <a:pt x="301365" y="64160"/>
                </a:lnTo>
                <a:lnTo>
                  <a:pt x="301276" y="64717"/>
                </a:lnTo>
                <a:lnTo>
                  <a:pt x="301193" y="65274"/>
                </a:lnTo>
                <a:lnTo>
                  <a:pt x="301117" y="65832"/>
                </a:lnTo>
                <a:lnTo>
                  <a:pt x="300782" y="68779"/>
                </a:lnTo>
                <a:lnTo>
                  <a:pt x="300724" y="69331"/>
                </a:lnTo>
                <a:lnTo>
                  <a:pt x="300673" y="69882"/>
                </a:lnTo>
                <a:lnTo>
                  <a:pt x="300629" y="70431"/>
                </a:lnTo>
                <a:lnTo>
                  <a:pt x="300592" y="70980"/>
                </a:lnTo>
                <a:lnTo>
                  <a:pt x="300562" y="71527"/>
                </a:lnTo>
                <a:lnTo>
                  <a:pt x="300539" y="72073"/>
                </a:lnTo>
                <a:lnTo>
                  <a:pt x="300523" y="72618"/>
                </a:lnTo>
                <a:lnTo>
                  <a:pt x="300514" y="73162"/>
                </a:lnTo>
                <a:lnTo>
                  <a:pt x="300512" y="73704"/>
                </a:lnTo>
                <a:lnTo>
                  <a:pt x="300517" y="74246"/>
                </a:lnTo>
                <a:lnTo>
                  <a:pt x="300529" y="74786"/>
                </a:lnTo>
                <a:lnTo>
                  <a:pt x="300548" y="75325"/>
                </a:lnTo>
                <a:lnTo>
                  <a:pt x="300574" y="75863"/>
                </a:lnTo>
                <a:lnTo>
                  <a:pt x="300606" y="76400"/>
                </a:lnTo>
                <a:lnTo>
                  <a:pt x="300646" y="76936"/>
                </a:lnTo>
                <a:lnTo>
                  <a:pt x="300693" y="77470"/>
                </a:lnTo>
                <a:lnTo>
                  <a:pt x="300747" y="78003"/>
                </a:lnTo>
                <a:lnTo>
                  <a:pt x="300807" y="78536"/>
                </a:lnTo>
                <a:lnTo>
                  <a:pt x="300875" y="79067"/>
                </a:lnTo>
                <a:lnTo>
                  <a:pt x="300950" y="79596"/>
                </a:lnTo>
                <a:lnTo>
                  <a:pt x="301031" y="80125"/>
                </a:lnTo>
                <a:lnTo>
                  <a:pt x="301120" y="80653"/>
                </a:lnTo>
                <a:lnTo>
                  <a:pt x="301215" y="81179"/>
                </a:lnTo>
                <a:lnTo>
                  <a:pt x="301318" y="81704"/>
                </a:lnTo>
                <a:lnTo>
                  <a:pt x="301428" y="82227"/>
                </a:lnTo>
                <a:lnTo>
                  <a:pt x="301544" y="82745"/>
                </a:lnTo>
                <a:lnTo>
                  <a:pt x="301668" y="83259"/>
                </a:lnTo>
                <a:lnTo>
                  <a:pt x="301799" y="83768"/>
                </a:lnTo>
                <a:lnTo>
                  <a:pt x="301937" y="84273"/>
                </a:lnTo>
                <a:lnTo>
                  <a:pt x="302082" y="84774"/>
                </a:lnTo>
                <a:lnTo>
                  <a:pt x="302234" y="85271"/>
                </a:lnTo>
                <a:lnTo>
                  <a:pt x="302393" y="85763"/>
                </a:lnTo>
                <a:lnTo>
                  <a:pt x="302560" y="86251"/>
                </a:lnTo>
                <a:lnTo>
                  <a:pt x="302733" y="86735"/>
                </a:lnTo>
                <a:lnTo>
                  <a:pt x="302913" y="87215"/>
                </a:lnTo>
                <a:lnTo>
                  <a:pt x="303101" y="87690"/>
                </a:lnTo>
                <a:lnTo>
                  <a:pt x="303296" y="88160"/>
                </a:lnTo>
                <a:lnTo>
                  <a:pt x="303497" y="88627"/>
                </a:lnTo>
                <a:lnTo>
                  <a:pt x="303706" y="89089"/>
                </a:lnTo>
                <a:lnTo>
                  <a:pt x="303922" y="89547"/>
                </a:lnTo>
                <a:lnTo>
                  <a:pt x="304145" y="90001"/>
                </a:lnTo>
                <a:lnTo>
                  <a:pt x="304376" y="90450"/>
                </a:lnTo>
                <a:lnTo>
                  <a:pt x="304613" y="90895"/>
                </a:lnTo>
                <a:lnTo>
                  <a:pt x="304857" y="91336"/>
                </a:lnTo>
                <a:lnTo>
                  <a:pt x="305109" y="91772"/>
                </a:lnTo>
                <a:lnTo>
                  <a:pt x="305367" y="92204"/>
                </a:lnTo>
                <a:lnTo>
                  <a:pt x="305633" y="92632"/>
                </a:lnTo>
                <a:lnTo>
                  <a:pt x="305905" y="93056"/>
                </a:lnTo>
                <a:lnTo>
                  <a:pt x="306185" y="93473"/>
                </a:lnTo>
                <a:lnTo>
                  <a:pt x="306472" y="93884"/>
                </a:lnTo>
                <a:lnTo>
                  <a:pt x="306766" y="94288"/>
                </a:lnTo>
                <a:lnTo>
                  <a:pt x="307067" y="94684"/>
                </a:lnTo>
                <a:lnTo>
                  <a:pt x="307375" y="95074"/>
                </a:lnTo>
                <a:lnTo>
                  <a:pt x="307691" y="95456"/>
                </a:lnTo>
                <a:lnTo>
                  <a:pt x="308013" y="95831"/>
                </a:lnTo>
                <a:lnTo>
                  <a:pt x="308342" y="96200"/>
                </a:lnTo>
                <a:lnTo>
                  <a:pt x="308679" y="96561"/>
                </a:lnTo>
                <a:lnTo>
                  <a:pt x="309023" y="96915"/>
                </a:lnTo>
                <a:lnTo>
                  <a:pt x="309373" y="97262"/>
                </a:lnTo>
                <a:lnTo>
                  <a:pt x="309731" y="97601"/>
                </a:lnTo>
                <a:lnTo>
                  <a:pt x="310096" y="97934"/>
                </a:lnTo>
                <a:lnTo>
                  <a:pt x="310468" y="98260"/>
                </a:lnTo>
                <a:lnTo>
                  <a:pt x="310847" y="98578"/>
                </a:lnTo>
                <a:lnTo>
                  <a:pt x="311233" y="98890"/>
                </a:lnTo>
                <a:lnTo>
                  <a:pt x="311627" y="99194"/>
                </a:lnTo>
                <a:lnTo>
                  <a:pt x="312027" y="99491"/>
                </a:lnTo>
                <a:lnTo>
                  <a:pt x="312434" y="99781"/>
                </a:lnTo>
                <a:lnTo>
                  <a:pt x="312849" y="100064"/>
                </a:lnTo>
                <a:lnTo>
                  <a:pt x="313271" y="100340"/>
                </a:lnTo>
                <a:lnTo>
                  <a:pt x="313699" y="100609"/>
                </a:lnTo>
                <a:lnTo>
                  <a:pt x="314135" y="100871"/>
                </a:lnTo>
                <a:lnTo>
                  <a:pt x="314578" y="101126"/>
                </a:lnTo>
                <a:lnTo>
                  <a:pt x="315028" y="101372"/>
                </a:lnTo>
                <a:lnTo>
                  <a:pt x="315485" y="101607"/>
                </a:lnTo>
                <a:lnTo>
                  <a:pt x="315949" y="101833"/>
                </a:lnTo>
                <a:lnTo>
                  <a:pt x="316420" y="102048"/>
                </a:lnTo>
                <a:lnTo>
                  <a:pt x="316898" y="102253"/>
                </a:lnTo>
                <a:lnTo>
                  <a:pt x="317383" y="102448"/>
                </a:lnTo>
                <a:lnTo>
                  <a:pt x="317874" y="102633"/>
                </a:lnTo>
                <a:lnTo>
                  <a:pt x="318373" y="102807"/>
                </a:lnTo>
                <a:lnTo>
                  <a:pt x="318879" y="102972"/>
                </a:lnTo>
                <a:lnTo>
                  <a:pt x="319392" y="103125"/>
                </a:lnTo>
                <a:lnTo>
                  <a:pt x="319911" y="103269"/>
                </a:lnTo>
                <a:lnTo>
                  <a:pt x="320438" y="103403"/>
                </a:lnTo>
                <a:lnTo>
                  <a:pt x="320972" y="103526"/>
                </a:lnTo>
                <a:lnTo>
                  <a:pt x="321512" y="103639"/>
                </a:lnTo>
                <a:lnTo>
                  <a:pt x="322060" y="103742"/>
                </a:lnTo>
                <a:lnTo>
                  <a:pt x="322615" y="103834"/>
                </a:lnTo>
                <a:lnTo>
                  <a:pt x="323176" y="103917"/>
                </a:lnTo>
                <a:lnTo>
                  <a:pt x="323745" y="103989"/>
                </a:lnTo>
                <a:lnTo>
                  <a:pt x="324320" y="104050"/>
                </a:lnTo>
                <a:lnTo>
                  <a:pt x="324903" y="104102"/>
                </a:lnTo>
                <a:lnTo>
                  <a:pt x="325492" y="104143"/>
                </a:lnTo>
                <a:lnTo>
                  <a:pt x="326089" y="104175"/>
                </a:lnTo>
                <a:lnTo>
                  <a:pt x="326692" y="104196"/>
                </a:lnTo>
                <a:lnTo>
                  <a:pt x="327303" y="104206"/>
                </a:lnTo>
                <a:lnTo>
                  <a:pt x="327743" y="104204"/>
                </a:lnTo>
                <a:lnTo>
                  <a:pt x="328181" y="104196"/>
                </a:lnTo>
                <a:lnTo>
                  <a:pt x="328618" y="104184"/>
                </a:lnTo>
                <a:lnTo>
                  <a:pt x="329053" y="104166"/>
                </a:lnTo>
                <a:lnTo>
                  <a:pt x="329487" y="104144"/>
                </a:lnTo>
                <a:lnTo>
                  <a:pt x="329919" y="104116"/>
                </a:lnTo>
                <a:lnTo>
                  <a:pt x="330349" y="104084"/>
                </a:lnTo>
                <a:lnTo>
                  <a:pt x="330778" y="104046"/>
                </a:lnTo>
                <a:lnTo>
                  <a:pt x="331205" y="104004"/>
                </a:lnTo>
                <a:lnTo>
                  <a:pt x="331630" y="103956"/>
                </a:lnTo>
                <a:lnTo>
                  <a:pt x="332054" y="103904"/>
                </a:lnTo>
                <a:lnTo>
                  <a:pt x="332476" y="103846"/>
                </a:lnTo>
                <a:lnTo>
                  <a:pt x="332897" y="103784"/>
                </a:lnTo>
                <a:lnTo>
                  <a:pt x="333315" y="103716"/>
                </a:lnTo>
                <a:lnTo>
                  <a:pt x="333733" y="103644"/>
                </a:lnTo>
                <a:lnTo>
                  <a:pt x="334148" y="103566"/>
                </a:lnTo>
                <a:lnTo>
                  <a:pt x="334562" y="103484"/>
                </a:lnTo>
                <a:lnTo>
                  <a:pt x="334975" y="103396"/>
                </a:lnTo>
                <a:lnTo>
                  <a:pt x="335386" y="103304"/>
                </a:lnTo>
                <a:lnTo>
                  <a:pt x="335795" y="103206"/>
                </a:lnTo>
                <a:lnTo>
                  <a:pt x="336202" y="103104"/>
                </a:lnTo>
                <a:lnTo>
                  <a:pt x="336608" y="102996"/>
                </a:lnTo>
                <a:lnTo>
                  <a:pt x="337012" y="102884"/>
                </a:lnTo>
                <a:lnTo>
                  <a:pt x="337415" y="102766"/>
                </a:lnTo>
                <a:lnTo>
                  <a:pt x="337816" y="102644"/>
                </a:lnTo>
                <a:lnTo>
                  <a:pt x="338214" y="102516"/>
                </a:lnTo>
                <a:lnTo>
                  <a:pt x="338610" y="102384"/>
                </a:lnTo>
                <a:lnTo>
                  <a:pt x="339003" y="102246"/>
                </a:lnTo>
                <a:lnTo>
                  <a:pt x="339394" y="102104"/>
                </a:lnTo>
                <a:lnTo>
                  <a:pt x="339782" y="101956"/>
                </a:lnTo>
                <a:lnTo>
                  <a:pt x="340168" y="101804"/>
                </a:lnTo>
                <a:lnTo>
                  <a:pt x="340552" y="101647"/>
                </a:lnTo>
                <a:lnTo>
                  <a:pt x="340933" y="101484"/>
                </a:lnTo>
                <a:lnTo>
                  <a:pt x="341311" y="101317"/>
                </a:lnTo>
                <a:lnTo>
                  <a:pt x="341687" y="101144"/>
                </a:lnTo>
                <a:lnTo>
                  <a:pt x="342061" y="100967"/>
                </a:lnTo>
                <a:lnTo>
                  <a:pt x="342432" y="100784"/>
                </a:lnTo>
                <a:lnTo>
                  <a:pt x="342801" y="100597"/>
                </a:lnTo>
                <a:lnTo>
                  <a:pt x="343168" y="100404"/>
                </a:lnTo>
                <a:lnTo>
                  <a:pt x="343532" y="100207"/>
                </a:lnTo>
                <a:lnTo>
                  <a:pt x="343893" y="100004"/>
                </a:lnTo>
                <a:lnTo>
                  <a:pt x="344252" y="99797"/>
                </a:lnTo>
                <a:lnTo>
                  <a:pt x="344609" y="99584"/>
                </a:lnTo>
                <a:lnTo>
                  <a:pt x="344963" y="99367"/>
                </a:lnTo>
                <a:lnTo>
                  <a:pt x="345315" y="99144"/>
                </a:lnTo>
                <a:lnTo>
                  <a:pt x="345664" y="98917"/>
                </a:lnTo>
                <a:lnTo>
                  <a:pt x="346011" y="98684"/>
                </a:lnTo>
                <a:lnTo>
                  <a:pt x="346356" y="98447"/>
                </a:lnTo>
                <a:lnTo>
                  <a:pt x="346697" y="98205"/>
                </a:lnTo>
                <a:lnTo>
                  <a:pt x="347035" y="97958"/>
                </a:lnTo>
                <a:lnTo>
                  <a:pt x="347370" y="97707"/>
                </a:lnTo>
                <a:lnTo>
                  <a:pt x="347702" y="97452"/>
                </a:lnTo>
                <a:lnTo>
                  <a:pt x="348030" y="97192"/>
                </a:lnTo>
                <a:lnTo>
                  <a:pt x="348354" y="96927"/>
                </a:lnTo>
                <a:lnTo>
                  <a:pt x="348676" y="96659"/>
                </a:lnTo>
                <a:lnTo>
                  <a:pt x="348994" y="96386"/>
                </a:lnTo>
                <a:lnTo>
                  <a:pt x="349308" y="96108"/>
                </a:lnTo>
                <a:lnTo>
                  <a:pt x="349619" y="95826"/>
                </a:lnTo>
                <a:lnTo>
                  <a:pt x="349927" y="95540"/>
                </a:lnTo>
                <a:lnTo>
                  <a:pt x="350232" y="95249"/>
                </a:lnTo>
                <a:lnTo>
                  <a:pt x="350533" y="94954"/>
                </a:lnTo>
                <a:lnTo>
                  <a:pt x="350830" y="94654"/>
                </a:lnTo>
                <a:lnTo>
                  <a:pt x="351125" y="94350"/>
                </a:lnTo>
                <a:lnTo>
                  <a:pt x="351416" y="94042"/>
                </a:lnTo>
                <a:lnTo>
                  <a:pt x="351703" y="93729"/>
                </a:lnTo>
                <a:lnTo>
                  <a:pt x="351987" y="93411"/>
                </a:lnTo>
                <a:lnTo>
                  <a:pt x="352268" y="93090"/>
                </a:lnTo>
                <a:lnTo>
                  <a:pt x="352546" y="92764"/>
                </a:lnTo>
                <a:lnTo>
                  <a:pt x="352820" y="92433"/>
                </a:lnTo>
                <a:lnTo>
                  <a:pt x="353091" y="92098"/>
                </a:lnTo>
                <a:lnTo>
                  <a:pt x="353358" y="91759"/>
                </a:lnTo>
                <a:lnTo>
                  <a:pt x="353622" y="91415"/>
                </a:lnTo>
                <a:lnTo>
                  <a:pt x="349001" y="87531"/>
                </a:lnTo>
                <a:lnTo>
                  <a:pt x="348637" y="87901"/>
                </a:lnTo>
                <a:lnTo>
                  <a:pt x="348269" y="88266"/>
                </a:lnTo>
                <a:lnTo>
                  <a:pt x="347899" y="88625"/>
                </a:lnTo>
                <a:lnTo>
                  <a:pt x="347526" y="88977"/>
                </a:lnTo>
                <a:lnTo>
                  <a:pt x="347149" y="89323"/>
                </a:lnTo>
                <a:lnTo>
                  <a:pt x="346770" y="89663"/>
                </a:lnTo>
                <a:lnTo>
                  <a:pt x="346388" y="89997"/>
                </a:lnTo>
                <a:lnTo>
                  <a:pt x="346002" y="90325"/>
                </a:lnTo>
                <a:lnTo>
                  <a:pt x="345614" y="90646"/>
                </a:lnTo>
                <a:lnTo>
                  <a:pt x="345222" y="90962"/>
                </a:lnTo>
                <a:lnTo>
                  <a:pt x="344828" y="91271"/>
                </a:lnTo>
                <a:lnTo>
                  <a:pt x="344430" y="91574"/>
                </a:lnTo>
                <a:lnTo>
                  <a:pt x="344030" y="91871"/>
                </a:lnTo>
                <a:lnTo>
                  <a:pt x="343626" y="92162"/>
                </a:lnTo>
                <a:lnTo>
                  <a:pt x="343220" y="92446"/>
                </a:lnTo>
                <a:lnTo>
                  <a:pt x="342810" y="92725"/>
                </a:lnTo>
                <a:lnTo>
                  <a:pt x="342397" y="92997"/>
                </a:lnTo>
                <a:lnTo>
                  <a:pt x="341982" y="93263"/>
                </a:lnTo>
                <a:lnTo>
                  <a:pt x="341563" y="93523"/>
                </a:lnTo>
                <a:lnTo>
                  <a:pt x="341141" y="93777"/>
                </a:lnTo>
                <a:lnTo>
                  <a:pt x="340717" y="94024"/>
                </a:lnTo>
                <a:lnTo>
                  <a:pt x="340289" y="94266"/>
                </a:lnTo>
                <a:lnTo>
                  <a:pt x="339858" y="94501"/>
                </a:lnTo>
                <a:lnTo>
                  <a:pt x="339424" y="94730"/>
                </a:lnTo>
                <a:lnTo>
                  <a:pt x="338987" y="94951"/>
                </a:lnTo>
                <a:lnTo>
                  <a:pt x="338545" y="95163"/>
                </a:lnTo>
                <a:lnTo>
                  <a:pt x="338099" y="95365"/>
                </a:lnTo>
                <a:lnTo>
                  <a:pt x="337649" y="95557"/>
                </a:lnTo>
                <a:lnTo>
                  <a:pt x="337195" y="95739"/>
                </a:lnTo>
                <a:lnTo>
                  <a:pt x="336737" y="95912"/>
                </a:lnTo>
                <a:lnTo>
                  <a:pt x="336274" y="96076"/>
                </a:lnTo>
                <a:lnTo>
                  <a:pt x="335808" y="96229"/>
                </a:lnTo>
                <a:lnTo>
                  <a:pt x="335337" y="96373"/>
                </a:lnTo>
                <a:lnTo>
                  <a:pt x="334862" y="96508"/>
                </a:lnTo>
                <a:lnTo>
                  <a:pt x="334383" y="96632"/>
                </a:lnTo>
                <a:lnTo>
                  <a:pt x="333899" y="96747"/>
                </a:lnTo>
                <a:lnTo>
                  <a:pt x="333412" y="96853"/>
                </a:lnTo>
                <a:lnTo>
                  <a:pt x="332920" y="96949"/>
                </a:lnTo>
                <a:lnTo>
                  <a:pt x="332424" y="97035"/>
                </a:lnTo>
                <a:lnTo>
                  <a:pt x="331924" y="97111"/>
                </a:lnTo>
                <a:lnTo>
                  <a:pt x="331419" y="97178"/>
                </a:lnTo>
                <a:lnTo>
                  <a:pt x="330911" y="97235"/>
                </a:lnTo>
                <a:lnTo>
                  <a:pt x="330398" y="97283"/>
                </a:lnTo>
                <a:lnTo>
                  <a:pt x="329881" y="97320"/>
                </a:lnTo>
                <a:lnTo>
                  <a:pt x="329360" y="97349"/>
                </a:lnTo>
                <a:lnTo>
                  <a:pt x="328834" y="97367"/>
                </a:lnTo>
                <a:lnTo>
                  <a:pt x="328305" y="97376"/>
                </a:lnTo>
                <a:lnTo>
                  <a:pt x="327771" y="97375"/>
                </a:lnTo>
                <a:lnTo>
                  <a:pt x="327294" y="97360"/>
                </a:lnTo>
                <a:lnTo>
                  <a:pt x="326824" y="97336"/>
                </a:lnTo>
                <a:lnTo>
                  <a:pt x="326359" y="97304"/>
                </a:lnTo>
                <a:lnTo>
                  <a:pt x="325901" y="97263"/>
                </a:lnTo>
                <a:lnTo>
                  <a:pt x="325449" y="97213"/>
                </a:lnTo>
                <a:lnTo>
                  <a:pt x="325003" y="97156"/>
                </a:lnTo>
                <a:lnTo>
                  <a:pt x="324563" y="97089"/>
                </a:lnTo>
                <a:lnTo>
                  <a:pt x="324129" y="97014"/>
                </a:lnTo>
                <a:lnTo>
                  <a:pt x="323701" y="96931"/>
                </a:lnTo>
                <a:lnTo>
                  <a:pt x="323280" y="96839"/>
                </a:lnTo>
                <a:lnTo>
                  <a:pt x="322865" y="96739"/>
                </a:lnTo>
                <a:lnTo>
                  <a:pt x="322456" y="96630"/>
                </a:lnTo>
                <a:lnTo>
                  <a:pt x="322053" y="96513"/>
                </a:lnTo>
                <a:lnTo>
                  <a:pt x="321656" y="96387"/>
                </a:lnTo>
                <a:lnTo>
                  <a:pt x="321265" y="96253"/>
                </a:lnTo>
                <a:lnTo>
                  <a:pt x="320881" y="96110"/>
                </a:lnTo>
                <a:lnTo>
                  <a:pt x="320503" y="95959"/>
                </a:lnTo>
                <a:lnTo>
                  <a:pt x="320130" y="95799"/>
                </a:lnTo>
                <a:lnTo>
                  <a:pt x="319764" y="95631"/>
                </a:lnTo>
                <a:lnTo>
                  <a:pt x="319405" y="95455"/>
                </a:lnTo>
                <a:lnTo>
                  <a:pt x="319051" y="95269"/>
                </a:lnTo>
                <a:lnTo>
                  <a:pt x="318704" y="95076"/>
                </a:lnTo>
                <a:lnTo>
                  <a:pt x="318362" y="94874"/>
                </a:lnTo>
                <a:lnTo>
                  <a:pt x="318027" y="94663"/>
                </a:lnTo>
                <a:lnTo>
                  <a:pt x="317698" y="94445"/>
                </a:lnTo>
                <a:lnTo>
                  <a:pt x="317375" y="94222"/>
                </a:lnTo>
                <a:lnTo>
                  <a:pt x="317058" y="93993"/>
                </a:lnTo>
                <a:lnTo>
                  <a:pt x="316746" y="93759"/>
                </a:lnTo>
                <a:lnTo>
                  <a:pt x="316441" y="93519"/>
                </a:lnTo>
                <a:lnTo>
                  <a:pt x="316141" y="93273"/>
                </a:lnTo>
                <a:lnTo>
                  <a:pt x="315848" y="93022"/>
                </a:lnTo>
                <a:lnTo>
                  <a:pt x="315560" y="92765"/>
                </a:lnTo>
                <a:lnTo>
                  <a:pt x="315279" y="92503"/>
                </a:lnTo>
                <a:lnTo>
                  <a:pt x="315003" y="92235"/>
                </a:lnTo>
                <a:lnTo>
                  <a:pt x="314733" y="91962"/>
                </a:lnTo>
                <a:lnTo>
                  <a:pt x="314469" y="91683"/>
                </a:lnTo>
                <a:lnTo>
                  <a:pt x="314211" y="91398"/>
                </a:lnTo>
                <a:lnTo>
                  <a:pt x="313959" y="91108"/>
                </a:lnTo>
                <a:lnTo>
                  <a:pt x="313713" y="90812"/>
                </a:lnTo>
                <a:lnTo>
                  <a:pt x="313473" y="90511"/>
                </a:lnTo>
                <a:lnTo>
                  <a:pt x="313239" y="90204"/>
                </a:lnTo>
                <a:lnTo>
                  <a:pt x="313011" y="89891"/>
                </a:lnTo>
                <a:lnTo>
                  <a:pt x="312788" y="89573"/>
                </a:lnTo>
                <a:lnTo>
                  <a:pt x="312572" y="89250"/>
                </a:lnTo>
                <a:lnTo>
                  <a:pt x="312361" y="88920"/>
                </a:lnTo>
                <a:lnTo>
                  <a:pt x="312157" y="88585"/>
                </a:lnTo>
                <a:lnTo>
                  <a:pt x="311958" y="88245"/>
                </a:lnTo>
                <a:lnTo>
                  <a:pt x="311765" y="87899"/>
                </a:lnTo>
                <a:lnTo>
                  <a:pt x="311578" y="87549"/>
                </a:lnTo>
                <a:lnTo>
                  <a:pt x="311396" y="87196"/>
                </a:lnTo>
                <a:lnTo>
                  <a:pt x="311220" y="86839"/>
                </a:lnTo>
                <a:lnTo>
                  <a:pt x="311048" y="86480"/>
                </a:lnTo>
                <a:lnTo>
                  <a:pt x="310882" y="86119"/>
                </a:lnTo>
                <a:lnTo>
                  <a:pt x="310721" y="85754"/>
                </a:lnTo>
                <a:lnTo>
                  <a:pt x="310565" y="85386"/>
                </a:lnTo>
                <a:lnTo>
                  <a:pt x="310415" y="85015"/>
                </a:lnTo>
                <a:lnTo>
                  <a:pt x="310269" y="84642"/>
                </a:lnTo>
                <a:lnTo>
                  <a:pt x="310129" y="84266"/>
                </a:lnTo>
                <a:lnTo>
                  <a:pt x="309995" y="83886"/>
                </a:lnTo>
                <a:lnTo>
                  <a:pt x="309865" y="83504"/>
                </a:lnTo>
                <a:lnTo>
                  <a:pt x="309741" y="83119"/>
                </a:lnTo>
                <a:lnTo>
                  <a:pt x="309622" y="82731"/>
                </a:lnTo>
                <a:lnTo>
                  <a:pt x="309508" y="82340"/>
                </a:lnTo>
                <a:lnTo>
                  <a:pt x="309399" y="81946"/>
                </a:lnTo>
                <a:lnTo>
                  <a:pt x="309296" y="81549"/>
                </a:lnTo>
                <a:lnTo>
                  <a:pt x="309197" y="81150"/>
                </a:lnTo>
                <a:lnTo>
                  <a:pt x="309104" y="80747"/>
                </a:lnTo>
                <a:lnTo>
                  <a:pt x="309017" y="80341"/>
                </a:lnTo>
                <a:lnTo>
                  <a:pt x="308934" y="79933"/>
                </a:lnTo>
                <a:lnTo>
                  <a:pt x="308857" y="79522"/>
                </a:lnTo>
                <a:lnTo>
                  <a:pt x="308785" y="79108"/>
                </a:lnTo>
                <a:lnTo>
                  <a:pt x="308718" y="78690"/>
                </a:lnTo>
                <a:lnTo>
                  <a:pt x="308656" y="78272"/>
                </a:lnTo>
                <a:lnTo>
                  <a:pt x="308599" y="77854"/>
                </a:lnTo>
                <a:lnTo>
                  <a:pt x="308547" y="77436"/>
                </a:lnTo>
                <a:lnTo>
                  <a:pt x="308500" y="77018"/>
                </a:lnTo>
                <a:lnTo>
                  <a:pt x="308457" y="76601"/>
                </a:lnTo>
                <a:lnTo>
                  <a:pt x="308419" y="76183"/>
                </a:lnTo>
                <a:lnTo>
                  <a:pt x="308386" y="75766"/>
                </a:lnTo>
                <a:lnTo>
                  <a:pt x="308357" y="75349"/>
                </a:lnTo>
                <a:lnTo>
                  <a:pt x="308334" y="74933"/>
                </a:lnTo>
                <a:lnTo>
                  <a:pt x="308315" y="74516"/>
                </a:lnTo>
                <a:lnTo>
                  <a:pt x="308301" y="74100"/>
                </a:lnTo>
                <a:lnTo>
                  <a:pt x="308291" y="73684"/>
                </a:lnTo>
                <a:lnTo>
                  <a:pt x="308287" y="73269"/>
                </a:lnTo>
                <a:lnTo>
                  <a:pt x="308287" y="72853"/>
                </a:lnTo>
                <a:lnTo>
                  <a:pt x="308292" y="72438"/>
                </a:lnTo>
                <a:lnTo>
                  <a:pt x="308301" y="72023"/>
                </a:lnTo>
                <a:lnTo>
                  <a:pt x="308316" y="71608"/>
                </a:lnTo>
                <a:lnTo>
                  <a:pt x="308335" y="71194"/>
                </a:lnTo>
                <a:lnTo>
                  <a:pt x="308359" y="70780"/>
                </a:lnTo>
                <a:lnTo>
                  <a:pt x="308388" y="70366"/>
                </a:lnTo>
                <a:lnTo>
                  <a:pt x="308422" y="69952"/>
                </a:lnTo>
                <a:lnTo>
                  <a:pt x="308460" y="69538"/>
                </a:lnTo>
                <a:lnTo>
                  <a:pt x="308503" y="69125"/>
                </a:lnTo>
                <a:lnTo>
                  <a:pt x="308551" y="68712"/>
                </a:lnTo>
                <a:lnTo>
                  <a:pt x="308775" y="67105"/>
                </a:lnTo>
                <a:lnTo>
                  <a:pt x="358980" y="67105"/>
                </a:lnTo>
                <a:lnTo>
                  <a:pt x="359582" y="62224"/>
                </a:lnTo>
                <a:lnTo>
                  <a:pt x="359646" y="61712"/>
                </a:lnTo>
                <a:lnTo>
                  <a:pt x="359704" y="61201"/>
                </a:lnTo>
                <a:lnTo>
                  <a:pt x="359756" y="60691"/>
                </a:lnTo>
                <a:close/>
                <a:moveTo>
                  <a:pt x="310454" y="59321"/>
                </a:moveTo>
                <a:lnTo>
                  <a:pt x="310590" y="58882"/>
                </a:lnTo>
                <a:lnTo>
                  <a:pt x="310730" y="58443"/>
                </a:lnTo>
                <a:lnTo>
                  <a:pt x="310874" y="58003"/>
                </a:lnTo>
                <a:lnTo>
                  <a:pt x="311023" y="57562"/>
                </a:lnTo>
                <a:lnTo>
                  <a:pt x="311176" y="57121"/>
                </a:lnTo>
                <a:lnTo>
                  <a:pt x="311333" y="56680"/>
                </a:lnTo>
                <a:lnTo>
                  <a:pt x="311495" y="56237"/>
                </a:lnTo>
                <a:lnTo>
                  <a:pt x="311662" y="55795"/>
                </a:lnTo>
                <a:lnTo>
                  <a:pt x="311832" y="55351"/>
                </a:lnTo>
                <a:lnTo>
                  <a:pt x="312008" y="54909"/>
                </a:lnTo>
                <a:lnTo>
                  <a:pt x="312187" y="54470"/>
                </a:lnTo>
                <a:lnTo>
                  <a:pt x="312371" y="54034"/>
                </a:lnTo>
                <a:lnTo>
                  <a:pt x="312560" y="53601"/>
                </a:lnTo>
                <a:lnTo>
                  <a:pt x="312753" y="53171"/>
                </a:lnTo>
                <a:lnTo>
                  <a:pt x="312950" y="52744"/>
                </a:lnTo>
                <a:lnTo>
                  <a:pt x="313152" y="52320"/>
                </a:lnTo>
                <a:lnTo>
                  <a:pt x="313358" y="51899"/>
                </a:lnTo>
                <a:lnTo>
                  <a:pt x="313568" y="51481"/>
                </a:lnTo>
                <a:lnTo>
                  <a:pt x="313783" y="51066"/>
                </a:lnTo>
                <a:lnTo>
                  <a:pt x="314003" y="50654"/>
                </a:lnTo>
                <a:lnTo>
                  <a:pt x="314227" y="50245"/>
                </a:lnTo>
                <a:lnTo>
                  <a:pt x="314455" y="49839"/>
                </a:lnTo>
                <a:lnTo>
                  <a:pt x="314687" y="49436"/>
                </a:lnTo>
                <a:lnTo>
                  <a:pt x="314924" y="49036"/>
                </a:lnTo>
                <a:lnTo>
                  <a:pt x="315166" y="48639"/>
                </a:lnTo>
                <a:lnTo>
                  <a:pt x="315412" y="48245"/>
                </a:lnTo>
                <a:lnTo>
                  <a:pt x="315662" y="47855"/>
                </a:lnTo>
                <a:lnTo>
                  <a:pt x="315917" y="47467"/>
                </a:lnTo>
                <a:lnTo>
                  <a:pt x="316176" y="47082"/>
                </a:lnTo>
                <a:lnTo>
                  <a:pt x="316440" y="46700"/>
                </a:lnTo>
                <a:lnTo>
                  <a:pt x="316708" y="46322"/>
                </a:lnTo>
                <a:lnTo>
                  <a:pt x="316980" y="45946"/>
                </a:lnTo>
                <a:lnTo>
                  <a:pt x="317257" y="45574"/>
                </a:lnTo>
                <a:lnTo>
                  <a:pt x="317538" y="45206"/>
                </a:lnTo>
                <a:lnTo>
                  <a:pt x="317825" y="44844"/>
                </a:lnTo>
                <a:lnTo>
                  <a:pt x="318116" y="44488"/>
                </a:lnTo>
                <a:lnTo>
                  <a:pt x="318411" y="44139"/>
                </a:lnTo>
                <a:lnTo>
                  <a:pt x="318712" y="43796"/>
                </a:lnTo>
                <a:lnTo>
                  <a:pt x="319017" y="43460"/>
                </a:lnTo>
                <a:lnTo>
                  <a:pt x="319327" y="43129"/>
                </a:lnTo>
                <a:lnTo>
                  <a:pt x="319642" y="42805"/>
                </a:lnTo>
                <a:lnTo>
                  <a:pt x="319961" y="42488"/>
                </a:lnTo>
                <a:lnTo>
                  <a:pt x="320286" y="42176"/>
                </a:lnTo>
                <a:lnTo>
                  <a:pt x="320615" y="41871"/>
                </a:lnTo>
                <a:lnTo>
                  <a:pt x="320949" y="41572"/>
                </a:lnTo>
                <a:lnTo>
                  <a:pt x="321287" y="41279"/>
                </a:lnTo>
                <a:lnTo>
                  <a:pt x="321631" y="40993"/>
                </a:lnTo>
                <a:lnTo>
                  <a:pt x="321979" y="40713"/>
                </a:lnTo>
                <a:lnTo>
                  <a:pt x="322332" y="40439"/>
                </a:lnTo>
                <a:lnTo>
                  <a:pt x="322690" y="40172"/>
                </a:lnTo>
                <a:lnTo>
                  <a:pt x="323052" y="39910"/>
                </a:lnTo>
                <a:lnTo>
                  <a:pt x="323419" y="39655"/>
                </a:lnTo>
                <a:lnTo>
                  <a:pt x="323791" y="39407"/>
                </a:lnTo>
                <a:lnTo>
                  <a:pt x="324168" y="39164"/>
                </a:lnTo>
                <a:lnTo>
                  <a:pt x="324550" y="38928"/>
                </a:lnTo>
                <a:lnTo>
                  <a:pt x="324936" y="38698"/>
                </a:lnTo>
                <a:lnTo>
                  <a:pt x="325327" y="38475"/>
                </a:lnTo>
                <a:lnTo>
                  <a:pt x="325723" y="38259"/>
                </a:lnTo>
                <a:lnTo>
                  <a:pt x="326123" y="38053"/>
                </a:lnTo>
                <a:lnTo>
                  <a:pt x="326528" y="37857"/>
                </a:lnTo>
                <a:lnTo>
                  <a:pt x="326937" y="37670"/>
                </a:lnTo>
                <a:lnTo>
                  <a:pt x="327351" y="37493"/>
                </a:lnTo>
                <a:lnTo>
                  <a:pt x="327769" y="37326"/>
                </a:lnTo>
                <a:lnTo>
                  <a:pt x="328192" y="37168"/>
                </a:lnTo>
                <a:lnTo>
                  <a:pt x="328620" y="37020"/>
                </a:lnTo>
                <a:lnTo>
                  <a:pt x="329052" y="36881"/>
                </a:lnTo>
                <a:lnTo>
                  <a:pt x="329488" y="36753"/>
                </a:lnTo>
                <a:lnTo>
                  <a:pt x="329929" y="36634"/>
                </a:lnTo>
                <a:lnTo>
                  <a:pt x="330375" y="36524"/>
                </a:lnTo>
                <a:lnTo>
                  <a:pt x="330825" y="36424"/>
                </a:lnTo>
                <a:lnTo>
                  <a:pt x="331280" y="36334"/>
                </a:lnTo>
                <a:lnTo>
                  <a:pt x="331739" y="36254"/>
                </a:lnTo>
                <a:lnTo>
                  <a:pt x="332203" y="36183"/>
                </a:lnTo>
                <a:lnTo>
                  <a:pt x="332671" y="36122"/>
                </a:lnTo>
                <a:lnTo>
                  <a:pt x="333144" y="36070"/>
                </a:lnTo>
                <a:lnTo>
                  <a:pt x="333621" y="36028"/>
                </a:lnTo>
                <a:lnTo>
                  <a:pt x="334103" y="35996"/>
                </a:lnTo>
                <a:lnTo>
                  <a:pt x="334589" y="35973"/>
                </a:lnTo>
                <a:lnTo>
                  <a:pt x="335080" y="35960"/>
                </a:lnTo>
                <a:lnTo>
                  <a:pt x="335576" y="35957"/>
                </a:lnTo>
                <a:lnTo>
                  <a:pt x="336076" y="35963"/>
                </a:lnTo>
                <a:lnTo>
                  <a:pt x="336601" y="35975"/>
                </a:lnTo>
                <a:lnTo>
                  <a:pt x="337118" y="35998"/>
                </a:lnTo>
                <a:lnTo>
                  <a:pt x="337626" y="36033"/>
                </a:lnTo>
                <a:lnTo>
                  <a:pt x="338126" y="36080"/>
                </a:lnTo>
                <a:lnTo>
                  <a:pt x="338616" y="36139"/>
                </a:lnTo>
                <a:lnTo>
                  <a:pt x="339098" y="36210"/>
                </a:lnTo>
                <a:lnTo>
                  <a:pt x="339570" y="36292"/>
                </a:lnTo>
                <a:lnTo>
                  <a:pt x="340034" y="36386"/>
                </a:lnTo>
                <a:lnTo>
                  <a:pt x="340489" y="36493"/>
                </a:lnTo>
                <a:lnTo>
                  <a:pt x="340936" y="36611"/>
                </a:lnTo>
                <a:lnTo>
                  <a:pt x="341373" y="36740"/>
                </a:lnTo>
                <a:lnTo>
                  <a:pt x="341802" y="36882"/>
                </a:lnTo>
                <a:lnTo>
                  <a:pt x="342221" y="37035"/>
                </a:lnTo>
                <a:lnTo>
                  <a:pt x="342632" y="37201"/>
                </a:lnTo>
                <a:lnTo>
                  <a:pt x="343034" y="37378"/>
                </a:lnTo>
                <a:lnTo>
                  <a:pt x="343428" y="37567"/>
                </a:lnTo>
                <a:lnTo>
                  <a:pt x="343812" y="37768"/>
                </a:lnTo>
                <a:lnTo>
                  <a:pt x="344187" y="37980"/>
                </a:lnTo>
                <a:lnTo>
                  <a:pt x="344554" y="38205"/>
                </a:lnTo>
                <a:lnTo>
                  <a:pt x="344912" y="38441"/>
                </a:lnTo>
                <a:lnTo>
                  <a:pt x="345261" y="38689"/>
                </a:lnTo>
                <a:lnTo>
                  <a:pt x="345601" y="38949"/>
                </a:lnTo>
                <a:lnTo>
                  <a:pt x="345933" y="39221"/>
                </a:lnTo>
                <a:lnTo>
                  <a:pt x="346255" y="39504"/>
                </a:lnTo>
                <a:lnTo>
                  <a:pt x="346569" y="39797"/>
                </a:lnTo>
                <a:lnTo>
                  <a:pt x="346875" y="40096"/>
                </a:lnTo>
                <a:lnTo>
                  <a:pt x="347172" y="40402"/>
                </a:lnTo>
                <a:lnTo>
                  <a:pt x="347462" y="40714"/>
                </a:lnTo>
                <a:lnTo>
                  <a:pt x="347743" y="41032"/>
                </a:lnTo>
                <a:lnTo>
                  <a:pt x="348015" y="41357"/>
                </a:lnTo>
                <a:lnTo>
                  <a:pt x="348280" y="41689"/>
                </a:lnTo>
                <a:lnTo>
                  <a:pt x="348536" y="42027"/>
                </a:lnTo>
                <a:lnTo>
                  <a:pt x="348784" y="42371"/>
                </a:lnTo>
                <a:lnTo>
                  <a:pt x="349024" y="42722"/>
                </a:lnTo>
                <a:lnTo>
                  <a:pt x="349255" y="43080"/>
                </a:lnTo>
                <a:lnTo>
                  <a:pt x="349478" y="43444"/>
                </a:lnTo>
                <a:lnTo>
                  <a:pt x="349693" y="43815"/>
                </a:lnTo>
                <a:lnTo>
                  <a:pt x="349900" y="44192"/>
                </a:lnTo>
                <a:lnTo>
                  <a:pt x="350098" y="44575"/>
                </a:lnTo>
                <a:lnTo>
                  <a:pt x="350288" y="44965"/>
                </a:lnTo>
                <a:lnTo>
                  <a:pt x="350470" y="45362"/>
                </a:lnTo>
                <a:lnTo>
                  <a:pt x="350644" y="45765"/>
                </a:lnTo>
                <a:lnTo>
                  <a:pt x="350809" y="46174"/>
                </a:lnTo>
                <a:lnTo>
                  <a:pt x="350966" y="46590"/>
                </a:lnTo>
                <a:lnTo>
                  <a:pt x="351115" y="47013"/>
                </a:lnTo>
                <a:lnTo>
                  <a:pt x="351256" y="47442"/>
                </a:lnTo>
                <a:lnTo>
                  <a:pt x="351388" y="47877"/>
                </a:lnTo>
                <a:lnTo>
                  <a:pt x="351512" y="48319"/>
                </a:lnTo>
                <a:lnTo>
                  <a:pt x="351628" y="48765"/>
                </a:lnTo>
                <a:lnTo>
                  <a:pt x="351736" y="49212"/>
                </a:lnTo>
                <a:lnTo>
                  <a:pt x="351836" y="49659"/>
                </a:lnTo>
                <a:lnTo>
                  <a:pt x="351928" y="50108"/>
                </a:lnTo>
                <a:lnTo>
                  <a:pt x="352012" y="50557"/>
                </a:lnTo>
                <a:lnTo>
                  <a:pt x="352088" y="51007"/>
                </a:lnTo>
                <a:lnTo>
                  <a:pt x="352156" y="51459"/>
                </a:lnTo>
                <a:lnTo>
                  <a:pt x="352216" y="51911"/>
                </a:lnTo>
                <a:lnTo>
                  <a:pt x="352267" y="52364"/>
                </a:lnTo>
                <a:lnTo>
                  <a:pt x="352311" y="52818"/>
                </a:lnTo>
                <a:lnTo>
                  <a:pt x="352347" y="53273"/>
                </a:lnTo>
                <a:lnTo>
                  <a:pt x="352375" y="53729"/>
                </a:lnTo>
                <a:lnTo>
                  <a:pt x="352394" y="54186"/>
                </a:lnTo>
                <a:lnTo>
                  <a:pt x="352406" y="54643"/>
                </a:lnTo>
                <a:lnTo>
                  <a:pt x="352410" y="55102"/>
                </a:lnTo>
                <a:lnTo>
                  <a:pt x="352405" y="55561"/>
                </a:lnTo>
                <a:lnTo>
                  <a:pt x="352393" y="56022"/>
                </a:lnTo>
                <a:lnTo>
                  <a:pt x="352373" y="56483"/>
                </a:lnTo>
                <a:lnTo>
                  <a:pt x="352344" y="56946"/>
                </a:lnTo>
                <a:lnTo>
                  <a:pt x="352308" y="57409"/>
                </a:lnTo>
                <a:lnTo>
                  <a:pt x="352263" y="57873"/>
                </a:lnTo>
                <a:lnTo>
                  <a:pt x="352211" y="58338"/>
                </a:lnTo>
                <a:lnTo>
                  <a:pt x="352150" y="58804"/>
                </a:lnTo>
                <a:lnTo>
                  <a:pt x="352082" y="59271"/>
                </a:lnTo>
                <a:lnTo>
                  <a:pt x="351881" y="60274"/>
                </a:lnTo>
                <a:lnTo>
                  <a:pt x="310192" y="60212"/>
                </a:lnTo>
                <a:lnTo>
                  <a:pt x="310197" y="60197"/>
                </a:lnTo>
                <a:lnTo>
                  <a:pt x="310323" y="59759"/>
                </a:lnTo>
                <a:lnTo>
                  <a:pt x="310454" y="59321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Answer">
            <a:extLst xmlns:a="http://schemas.openxmlformats.org/drawingml/2006/main">
              <a:ext uri="{FF2B5EF4-FFF2-40B4-BE49-F238E27FC236}">
                <a16:creationId xmlns:a16="http://schemas.microsoft.com/office/drawing/2014/main" id="{70124CEF-381C-4EDB-B9C3-BCD9511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842" y="6551451"/>
            <a:ext cx="447012" cy="98849"/>
          </a:xfrm>
          <a:custGeom xmlns:a="http://schemas.openxmlformats.org/drawingml/2006/main">
            <a:pathLst>
              <a:path w="447012" h="98849">
                <a:moveTo>
                  <a:pt x="0" y="97509"/>
                </a:moveTo>
                <a:lnTo>
                  <a:pt x="8706" y="97509"/>
                </a:lnTo>
                <a:lnTo>
                  <a:pt x="23200" y="70185"/>
                </a:lnTo>
                <a:lnTo>
                  <a:pt x="66072" y="70185"/>
                </a:lnTo>
                <a:lnTo>
                  <a:pt x="71123" y="97509"/>
                </a:lnTo>
                <a:lnTo>
                  <a:pt x="79226" y="97509"/>
                </a:lnTo>
                <a:lnTo>
                  <a:pt x="60274" y="0"/>
                </a:lnTo>
                <a:lnTo>
                  <a:pt x="58666" y="0"/>
                </a:lnTo>
                <a:lnTo>
                  <a:pt x="54648" y="0"/>
                </a:lnTo>
                <a:lnTo>
                  <a:pt x="52572" y="0"/>
                </a:lnTo>
                <a:lnTo>
                  <a:pt x="0" y="97509"/>
                </a:lnTo>
                <a:close/>
                <a:moveTo>
                  <a:pt x="64759" y="63086"/>
                </a:moveTo>
                <a:lnTo>
                  <a:pt x="26966" y="63086"/>
                </a:lnTo>
                <a:lnTo>
                  <a:pt x="54992" y="10251"/>
                </a:lnTo>
                <a:lnTo>
                  <a:pt x="64759" y="63086"/>
                </a:lnTo>
                <a:close/>
                <a:moveTo>
                  <a:pt x="108163" y="47315"/>
                </a:moveTo>
                <a:lnTo>
                  <a:pt x="108361" y="46928"/>
                </a:lnTo>
                <a:lnTo>
                  <a:pt x="108562" y="46545"/>
                </a:lnTo>
                <a:lnTo>
                  <a:pt x="108768" y="46165"/>
                </a:lnTo>
                <a:lnTo>
                  <a:pt x="108977" y="45787"/>
                </a:lnTo>
                <a:lnTo>
                  <a:pt x="109191" y="45413"/>
                </a:lnTo>
                <a:lnTo>
                  <a:pt x="109409" y="45042"/>
                </a:lnTo>
                <a:lnTo>
                  <a:pt x="109630" y="44674"/>
                </a:lnTo>
                <a:lnTo>
                  <a:pt x="109856" y="44309"/>
                </a:lnTo>
                <a:lnTo>
                  <a:pt x="110086" y="43946"/>
                </a:lnTo>
                <a:lnTo>
                  <a:pt x="110320" y="43587"/>
                </a:lnTo>
                <a:lnTo>
                  <a:pt x="110558" y="43231"/>
                </a:lnTo>
                <a:lnTo>
                  <a:pt x="110800" y="42878"/>
                </a:lnTo>
                <a:lnTo>
                  <a:pt x="111047" y="42528"/>
                </a:lnTo>
                <a:lnTo>
                  <a:pt x="111297" y="42181"/>
                </a:lnTo>
                <a:lnTo>
                  <a:pt x="111551" y="41837"/>
                </a:lnTo>
                <a:lnTo>
                  <a:pt x="111810" y="41496"/>
                </a:lnTo>
                <a:lnTo>
                  <a:pt x="112072" y="41158"/>
                </a:lnTo>
                <a:lnTo>
                  <a:pt x="112339" y="40823"/>
                </a:lnTo>
                <a:lnTo>
                  <a:pt x="112609" y="40491"/>
                </a:lnTo>
                <a:lnTo>
                  <a:pt x="112884" y="40162"/>
                </a:lnTo>
                <a:lnTo>
                  <a:pt x="113163" y="39836"/>
                </a:lnTo>
                <a:lnTo>
                  <a:pt x="113445" y="39513"/>
                </a:lnTo>
                <a:lnTo>
                  <a:pt x="113732" y="39193"/>
                </a:lnTo>
                <a:lnTo>
                  <a:pt x="114023" y="38876"/>
                </a:lnTo>
                <a:lnTo>
                  <a:pt x="114318" y="38564"/>
                </a:lnTo>
                <a:lnTo>
                  <a:pt x="114616" y="38256"/>
                </a:lnTo>
                <a:lnTo>
                  <a:pt x="114917" y="37955"/>
                </a:lnTo>
                <a:lnTo>
                  <a:pt x="115222" y="37658"/>
                </a:lnTo>
                <a:lnTo>
                  <a:pt x="115530" y="37367"/>
                </a:lnTo>
                <a:lnTo>
                  <a:pt x="115842" y="37081"/>
                </a:lnTo>
                <a:lnTo>
                  <a:pt x="116157" y="36800"/>
                </a:lnTo>
                <a:lnTo>
                  <a:pt x="116475" y="36525"/>
                </a:lnTo>
                <a:lnTo>
                  <a:pt x="116797" y="36255"/>
                </a:lnTo>
                <a:lnTo>
                  <a:pt x="117122" y="35991"/>
                </a:lnTo>
                <a:lnTo>
                  <a:pt x="117450" y="35731"/>
                </a:lnTo>
                <a:lnTo>
                  <a:pt x="117782" y="35478"/>
                </a:lnTo>
                <a:lnTo>
                  <a:pt x="118117" y="35229"/>
                </a:lnTo>
                <a:lnTo>
                  <a:pt x="118456" y="34986"/>
                </a:lnTo>
                <a:lnTo>
                  <a:pt x="118798" y="34748"/>
                </a:lnTo>
                <a:lnTo>
                  <a:pt x="119143" y="34516"/>
                </a:lnTo>
                <a:lnTo>
                  <a:pt x="119491" y="34289"/>
                </a:lnTo>
                <a:lnTo>
                  <a:pt x="119843" y="34067"/>
                </a:lnTo>
                <a:lnTo>
                  <a:pt x="120199" y="33851"/>
                </a:lnTo>
                <a:lnTo>
                  <a:pt x="120558" y="33640"/>
                </a:lnTo>
                <a:lnTo>
                  <a:pt x="120920" y="33434"/>
                </a:lnTo>
                <a:lnTo>
                  <a:pt x="121285" y="33234"/>
                </a:lnTo>
                <a:lnTo>
                  <a:pt x="121654" y="33039"/>
                </a:lnTo>
                <a:lnTo>
                  <a:pt x="122026" y="32849"/>
                </a:lnTo>
                <a:lnTo>
                  <a:pt x="122402" y="32666"/>
                </a:lnTo>
                <a:lnTo>
                  <a:pt x="122780" y="32491"/>
                </a:lnTo>
                <a:lnTo>
                  <a:pt x="123162" y="32324"/>
                </a:lnTo>
                <a:lnTo>
                  <a:pt x="123546" y="32165"/>
                </a:lnTo>
                <a:lnTo>
                  <a:pt x="123934" y="32015"/>
                </a:lnTo>
                <a:lnTo>
                  <a:pt x="124324" y="31872"/>
                </a:lnTo>
                <a:lnTo>
                  <a:pt x="124718" y="31737"/>
                </a:lnTo>
                <a:lnTo>
                  <a:pt x="125114" y="31610"/>
                </a:lnTo>
                <a:lnTo>
                  <a:pt x="125514" y="31491"/>
                </a:lnTo>
                <a:lnTo>
                  <a:pt x="125917" y="31381"/>
                </a:lnTo>
                <a:lnTo>
                  <a:pt x="126322" y="31278"/>
                </a:lnTo>
                <a:lnTo>
                  <a:pt x="126731" y="31183"/>
                </a:lnTo>
                <a:lnTo>
                  <a:pt x="127143" y="31097"/>
                </a:lnTo>
                <a:lnTo>
                  <a:pt x="127557" y="31018"/>
                </a:lnTo>
                <a:lnTo>
                  <a:pt x="127975" y="30947"/>
                </a:lnTo>
                <a:lnTo>
                  <a:pt x="128396" y="30885"/>
                </a:lnTo>
                <a:lnTo>
                  <a:pt x="128820" y="30830"/>
                </a:lnTo>
                <a:lnTo>
                  <a:pt x="129247" y="30783"/>
                </a:lnTo>
                <a:lnTo>
                  <a:pt x="129676" y="30745"/>
                </a:lnTo>
                <a:lnTo>
                  <a:pt x="130109" y="30714"/>
                </a:lnTo>
                <a:lnTo>
                  <a:pt x="130545" y="30692"/>
                </a:lnTo>
                <a:lnTo>
                  <a:pt x="130984" y="30677"/>
                </a:lnTo>
                <a:lnTo>
                  <a:pt x="131426" y="30671"/>
                </a:lnTo>
                <a:lnTo>
                  <a:pt x="131871" y="30673"/>
                </a:lnTo>
                <a:lnTo>
                  <a:pt x="132368" y="30677"/>
                </a:lnTo>
                <a:lnTo>
                  <a:pt x="132855" y="30691"/>
                </a:lnTo>
                <a:lnTo>
                  <a:pt x="133331" y="30715"/>
                </a:lnTo>
                <a:lnTo>
                  <a:pt x="133796" y="30748"/>
                </a:lnTo>
                <a:lnTo>
                  <a:pt x="134252" y="30790"/>
                </a:lnTo>
                <a:lnTo>
                  <a:pt x="134696" y="30842"/>
                </a:lnTo>
                <a:lnTo>
                  <a:pt x="135131" y="30903"/>
                </a:lnTo>
                <a:lnTo>
                  <a:pt x="135554" y="30974"/>
                </a:lnTo>
                <a:lnTo>
                  <a:pt x="135968" y="31054"/>
                </a:lnTo>
                <a:lnTo>
                  <a:pt x="136371" y="31143"/>
                </a:lnTo>
                <a:lnTo>
                  <a:pt x="136763" y="31242"/>
                </a:lnTo>
                <a:lnTo>
                  <a:pt x="137145" y="31351"/>
                </a:lnTo>
                <a:lnTo>
                  <a:pt x="137516" y="31468"/>
                </a:lnTo>
                <a:lnTo>
                  <a:pt x="137877" y="31595"/>
                </a:lnTo>
                <a:lnTo>
                  <a:pt x="138228" y="31732"/>
                </a:lnTo>
                <a:lnTo>
                  <a:pt x="138568" y="31878"/>
                </a:lnTo>
                <a:lnTo>
                  <a:pt x="138898" y="32033"/>
                </a:lnTo>
                <a:lnTo>
                  <a:pt x="139217" y="32198"/>
                </a:lnTo>
                <a:lnTo>
                  <a:pt x="139526" y="32372"/>
                </a:lnTo>
                <a:lnTo>
                  <a:pt x="139824" y="32556"/>
                </a:lnTo>
                <a:lnTo>
                  <a:pt x="140112" y="32749"/>
                </a:lnTo>
                <a:lnTo>
                  <a:pt x="140389" y="32952"/>
                </a:lnTo>
                <a:lnTo>
                  <a:pt x="140656" y="33164"/>
                </a:lnTo>
                <a:lnTo>
                  <a:pt x="140912" y="33385"/>
                </a:lnTo>
                <a:lnTo>
                  <a:pt x="141159" y="33614"/>
                </a:lnTo>
                <a:lnTo>
                  <a:pt x="141399" y="33849"/>
                </a:lnTo>
                <a:lnTo>
                  <a:pt x="141630" y="34090"/>
                </a:lnTo>
                <a:lnTo>
                  <a:pt x="141854" y="34337"/>
                </a:lnTo>
                <a:lnTo>
                  <a:pt x="142070" y="34591"/>
                </a:lnTo>
                <a:lnTo>
                  <a:pt x="142279" y="34850"/>
                </a:lnTo>
                <a:lnTo>
                  <a:pt x="142479" y="35115"/>
                </a:lnTo>
                <a:lnTo>
                  <a:pt x="142672" y="35387"/>
                </a:lnTo>
                <a:lnTo>
                  <a:pt x="142857" y="35664"/>
                </a:lnTo>
                <a:lnTo>
                  <a:pt x="143034" y="35947"/>
                </a:lnTo>
                <a:lnTo>
                  <a:pt x="143203" y="36237"/>
                </a:lnTo>
                <a:lnTo>
                  <a:pt x="143365" y="36532"/>
                </a:lnTo>
                <a:lnTo>
                  <a:pt x="143519" y="36834"/>
                </a:lnTo>
                <a:lnTo>
                  <a:pt x="143665" y="37142"/>
                </a:lnTo>
                <a:lnTo>
                  <a:pt x="143803" y="37455"/>
                </a:lnTo>
                <a:lnTo>
                  <a:pt x="143933" y="37775"/>
                </a:lnTo>
                <a:lnTo>
                  <a:pt x="144056" y="38101"/>
                </a:lnTo>
                <a:lnTo>
                  <a:pt x="144171" y="38433"/>
                </a:lnTo>
                <a:lnTo>
                  <a:pt x="144278" y="38771"/>
                </a:lnTo>
                <a:lnTo>
                  <a:pt x="144377" y="39115"/>
                </a:lnTo>
                <a:lnTo>
                  <a:pt x="144468" y="39465"/>
                </a:lnTo>
                <a:lnTo>
                  <a:pt x="144552" y="39821"/>
                </a:lnTo>
                <a:lnTo>
                  <a:pt x="144628" y="40183"/>
                </a:lnTo>
                <a:lnTo>
                  <a:pt x="144696" y="40551"/>
                </a:lnTo>
                <a:lnTo>
                  <a:pt x="144757" y="40923"/>
                </a:lnTo>
                <a:lnTo>
                  <a:pt x="144814" y="41298"/>
                </a:lnTo>
                <a:lnTo>
                  <a:pt x="144865" y="41676"/>
                </a:lnTo>
                <a:lnTo>
                  <a:pt x="144911" y="42057"/>
                </a:lnTo>
                <a:lnTo>
                  <a:pt x="144951" y="42440"/>
                </a:lnTo>
                <a:lnTo>
                  <a:pt x="144987" y="42826"/>
                </a:lnTo>
                <a:lnTo>
                  <a:pt x="145017" y="43214"/>
                </a:lnTo>
                <a:lnTo>
                  <a:pt x="145042" y="43605"/>
                </a:lnTo>
                <a:lnTo>
                  <a:pt x="145062" y="43999"/>
                </a:lnTo>
                <a:lnTo>
                  <a:pt x="145076" y="44396"/>
                </a:lnTo>
                <a:lnTo>
                  <a:pt x="145085" y="44795"/>
                </a:lnTo>
                <a:lnTo>
                  <a:pt x="145089" y="45197"/>
                </a:lnTo>
                <a:lnTo>
                  <a:pt x="145088" y="45601"/>
                </a:lnTo>
                <a:lnTo>
                  <a:pt x="145082" y="46009"/>
                </a:lnTo>
                <a:lnTo>
                  <a:pt x="145070" y="46418"/>
                </a:lnTo>
                <a:lnTo>
                  <a:pt x="145053" y="46831"/>
                </a:lnTo>
                <a:lnTo>
                  <a:pt x="145031" y="47246"/>
                </a:lnTo>
                <a:lnTo>
                  <a:pt x="145004" y="47664"/>
                </a:lnTo>
                <a:lnTo>
                  <a:pt x="144971" y="48085"/>
                </a:lnTo>
                <a:lnTo>
                  <a:pt x="144933" y="48508"/>
                </a:lnTo>
                <a:lnTo>
                  <a:pt x="144890" y="48934"/>
                </a:lnTo>
                <a:lnTo>
                  <a:pt x="144842" y="49363"/>
                </a:lnTo>
                <a:lnTo>
                  <a:pt x="144788" y="49794"/>
                </a:lnTo>
                <a:lnTo>
                  <a:pt x="144729" y="50228"/>
                </a:lnTo>
                <a:lnTo>
                  <a:pt x="136626" y="97509"/>
                </a:lnTo>
                <a:lnTo>
                  <a:pt x="144528" y="97509"/>
                </a:lnTo>
                <a:lnTo>
                  <a:pt x="152565" y="50295"/>
                </a:lnTo>
                <a:lnTo>
                  <a:pt x="152619" y="49855"/>
                </a:lnTo>
                <a:lnTo>
                  <a:pt x="152668" y="49417"/>
                </a:lnTo>
                <a:lnTo>
                  <a:pt x="152713" y="48980"/>
                </a:lnTo>
                <a:lnTo>
                  <a:pt x="152754" y="48545"/>
                </a:lnTo>
                <a:lnTo>
                  <a:pt x="152790" y="48112"/>
                </a:lnTo>
                <a:lnTo>
                  <a:pt x="152822" y="47681"/>
                </a:lnTo>
                <a:lnTo>
                  <a:pt x="152850" y="47251"/>
                </a:lnTo>
                <a:lnTo>
                  <a:pt x="152874" y="46824"/>
                </a:lnTo>
                <a:lnTo>
                  <a:pt x="152893" y="46398"/>
                </a:lnTo>
                <a:lnTo>
                  <a:pt x="152908" y="45973"/>
                </a:lnTo>
                <a:lnTo>
                  <a:pt x="152919" y="45551"/>
                </a:lnTo>
                <a:lnTo>
                  <a:pt x="152925" y="45130"/>
                </a:lnTo>
                <a:lnTo>
                  <a:pt x="152927" y="44711"/>
                </a:lnTo>
                <a:lnTo>
                  <a:pt x="152925" y="44293"/>
                </a:lnTo>
                <a:lnTo>
                  <a:pt x="152918" y="43878"/>
                </a:lnTo>
                <a:lnTo>
                  <a:pt x="152907" y="43464"/>
                </a:lnTo>
                <a:lnTo>
                  <a:pt x="152892" y="43052"/>
                </a:lnTo>
                <a:lnTo>
                  <a:pt x="152873" y="42641"/>
                </a:lnTo>
                <a:lnTo>
                  <a:pt x="152849" y="42233"/>
                </a:lnTo>
                <a:lnTo>
                  <a:pt x="152821" y="41826"/>
                </a:lnTo>
                <a:lnTo>
                  <a:pt x="152788" y="41421"/>
                </a:lnTo>
                <a:lnTo>
                  <a:pt x="152752" y="41017"/>
                </a:lnTo>
                <a:lnTo>
                  <a:pt x="152711" y="40616"/>
                </a:lnTo>
                <a:lnTo>
                  <a:pt x="152665" y="40216"/>
                </a:lnTo>
                <a:lnTo>
                  <a:pt x="152615" y="39819"/>
                </a:lnTo>
                <a:lnTo>
                  <a:pt x="152560" y="39425"/>
                </a:lnTo>
                <a:lnTo>
                  <a:pt x="152499" y="39035"/>
                </a:lnTo>
                <a:lnTo>
                  <a:pt x="152433" y="38649"/>
                </a:lnTo>
                <a:lnTo>
                  <a:pt x="152361" y="38267"/>
                </a:lnTo>
                <a:lnTo>
                  <a:pt x="152284" y="37889"/>
                </a:lnTo>
                <a:lnTo>
                  <a:pt x="152202" y="37514"/>
                </a:lnTo>
                <a:lnTo>
                  <a:pt x="152115" y="37143"/>
                </a:lnTo>
                <a:lnTo>
                  <a:pt x="152022" y="36775"/>
                </a:lnTo>
                <a:lnTo>
                  <a:pt x="151924" y="36412"/>
                </a:lnTo>
                <a:lnTo>
                  <a:pt x="151820" y="36052"/>
                </a:lnTo>
                <a:lnTo>
                  <a:pt x="151711" y="35695"/>
                </a:lnTo>
                <a:lnTo>
                  <a:pt x="151597" y="35343"/>
                </a:lnTo>
                <a:lnTo>
                  <a:pt x="151477" y="34994"/>
                </a:lnTo>
                <a:lnTo>
                  <a:pt x="151352" y="34649"/>
                </a:lnTo>
                <a:lnTo>
                  <a:pt x="151222" y="34308"/>
                </a:lnTo>
                <a:lnTo>
                  <a:pt x="151086" y="33970"/>
                </a:lnTo>
                <a:lnTo>
                  <a:pt x="150945" y="33636"/>
                </a:lnTo>
                <a:lnTo>
                  <a:pt x="150799" y="33306"/>
                </a:lnTo>
                <a:lnTo>
                  <a:pt x="150647" y="32979"/>
                </a:lnTo>
                <a:lnTo>
                  <a:pt x="150490" y="32657"/>
                </a:lnTo>
                <a:lnTo>
                  <a:pt x="150327" y="32338"/>
                </a:lnTo>
                <a:lnTo>
                  <a:pt x="150160" y="32022"/>
                </a:lnTo>
                <a:lnTo>
                  <a:pt x="149987" y="31711"/>
                </a:lnTo>
                <a:lnTo>
                  <a:pt x="149808" y="31404"/>
                </a:lnTo>
                <a:lnTo>
                  <a:pt x="149622" y="31102"/>
                </a:lnTo>
                <a:lnTo>
                  <a:pt x="149431" y="30806"/>
                </a:lnTo>
                <a:lnTo>
                  <a:pt x="149233" y="30516"/>
                </a:lnTo>
                <a:lnTo>
                  <a:pt x="149029" y="30232"/>
                </a:lnTo>
                <a:lnTo>
                  <a:pt x="148819" y="29953"/>
                </a:lnTo>
                <a:lnTo>
                  <a:pt x="148602" y="29679"/>
                </a:lnTo>
                <a:lnTo>
                  <a:pt x="148379" y="29411"/>
                </a:lnTo>
                <a:lnTo>
                  <a:pt x="148150" y="29149"/>
                </a:lnTo>
                <a:lnTo>
                  <a:pt x="147915" y="28892"/>
                </a:lnTo>
                <a:lnTo>
                  <a:pt x="147673" y="28641"/>
                </a:lnTo>
                <a:lnTo>
                  <a:pt x="147425" y="28396"/>
                </a:lnTo>
                <a:lnTo>
                  <a:pt x="147171" y="28156"/>
                </a:lnTo>
                <a:lnTo>
                  <a:pt x="146910" y="27921"/>
                </a:lnTo>
                <a:lnTo>
                  <a:pt x="146643" y="27692"/>
                </a:lnTo>
                <a:lnTo>
                  <a:pt x="146370" y="27469"/>
                </a:lnTo>
                <a:lnTo>
                  <a:pt x="146091" y="27251"/>
                </a:lnTo>
                <a:lnTo>
                  <a:pt x="145805" y="27039"/>
                </a:lnTo>
                <a:lnTo>
                  <a:pt x="145513" y="26833"/>
                </a:lnTo>
                <a:lnTo>
                  <a:pt x="145215" y="26632"/>
                </a:lnTo>
                <a:lnTo>
                  <a:pt x="144910" y="26437"/>
                </a:lnTo>
                <a:lnTo>
                  <a:pt x="144600" y="26247"/>
                </a:lnTo>
                <a:lnTo>
                  <a:pt x="144283" y="26063"/>
                </a:lnTo>
                <a:lnTo>
                  <a:pt x="143959" y="25884"/>
                </a:lnTo>
                <a:lnTo>
                  <a:pt x="143629" y="25712"/>
                </a:lnTo>
                <a:lnTo>
                  <a:pt x="143292" y="25547"/>
                </a:lnTo>
                <a:lnTo>
                  <a:pt x="142947" y="25389"/>
                </a:lnTo>
                <a:lnTo>
                  <a:pt x="142595" y="25238"/>
                </a:lnTo>
                <a:lnTo>
                  <a:pt x="142235" y="25094"/>
                </a:lnTo>
                <a:lnTo>
                  <a:pt x="141868" y="24957"/>
                </a:lnTo>
                <a:lnTo>
                  <a:pt x="141494" y="24827"/>
                </a:lnTo>
                <a:lnTo>
                  <a:pt x="141113" y="24705"/>
                </a:lnTo>
                <a:lnTo>
                  <a:pt x="140724" y="24589"/>
                </a:lnTo>
                <a:lnTo>
                  <a:pt x="140328" y="24481"/>
                </a:lnTo>
                <a:lnTo>
                  <a:pt x="139925" y="24379"/>
                </a:lnTo>
                <a:lnTo>
                  <a:pt x="139514" y="24285"/>
                </a:lnTo>
                <a:lnTo>
                  <a:pt x="139096" y="24198"/>
                </a:lnTo>
                <a:lnTo>
                  <a:pt x="138671" y="24118"/>
                </a:lnTo>
                <a:lnTo>
                  <a:pt x="138238" y="24045"/>
                </a:lnTo>
                <a:lnTo>
                  <a:pt x="137798" y="23979"/>
                </a:lnTo>
                <a:lnTo>
                  <a:pt x="137351" y="23920"/>
                </a:lnTo>
                <a:lnTo>
                  <a:pt x="136896" y="23869"/>
                </a:lnTo>
                <a:lnTo>
                  <a:pt x="136434" y="23824"/>
                </a:lnTo>
                <a:lnTo>
                  <a:pt x="135965" y="23787"/>
                </a:lnTo>
                <a:lnTo>
                  <a:pt x="135488" y="23756"/>
                </a:lnTo>
                <a:lnTo>
                  <a:pt x="135004" y="23733"/>
                </a:lnTo>
                <a:lnTo>
                  <a:pt x="134513" y="23717"/>
                </a:lnTo>
                <a:lnTo>
                  <a:pt x="134014" y="23708"/>
                </a:lnTo>
                <a:lnTo>
                  <a:pt x="133464" y="23707"/>
                </a:lnTo>
                <a:lnTo>
                  <a:pt x="132918" y="23715"/>
                </a:lnTo>
                <a:lnTo>
                  <a:pt x="132376" y="23732"/>
                </a:lnTo>
                <a:lnTo>
                  <a:pt x="131838" y="23759"/>
                </a:lnTo>
                <a:lnTo>
                  <a:pt x="131305" y="23795"/>
                </a:lnTo>
                <a:lnTo>
                  <a:pt x="130776" y="23839"/>
                </a:lnTo>
                <a:lnTo>
                  <a:pt x="130252" y="23894"/>
                </a:lnTo>
                <a:lnTo>
                  <a:pt x="129732" y="23957"/>
                </a:lnTo>
                <a:lnTo>
                  <a:pt x="129216" y="24029"/>
                </a:lnTo>
                <a:lnTo>
                  <a:pt x="128704" y="24111"/>
                </a:lnTo>
                <a:lnTo>
                  <a:pt x="128197" y="24202"/>
                </a:lnTo>
                <a:lnTo>
                  <a:pt x="127694" y="24302"/>
                </a:lnTo>
                <a:lnTo>
                  <a:pt x="127195" y="24411"/>
                </a:lnTo>
                <a:lnTo>
                  <a:pt x="126701" y="24530"/>
                </a:lnTo>
                <a:lnTo>
                  <a:pt x="126210" y="24657"/>
                </a:lnTo>
                <a:lnTo>
                  <a:pt x="125725" y="24794"/>
                </a:lnTo>
                <a:lnTo>
                  <a:pt x="125243" y="24940"/>
                </a:lnTo>
                <a:lnTo>
                  <a:pt x="124766" y="25095"/>
                </a:lnTo>
                <a:lnTo>
                  <a:pt x="124293" y="25259"/>
                </a:lnTo>
                <a:lnTo>
                  <a:pt x="123824" y="25433"/>
                </a:lnTo>
                <a:lnTo>
                  <a:pt x="123360" y="25616"/>
                </a:lnTo>
                <a:lnTo>
                  <a:pt x="122900" y="25808"/>
                </a:lnTo>
                <a:lnTo>
                  <a:pt x="122444" y="26009"/>
                </a:lnTo>
                <a:lnTo>
                  <a:pt x="121993" y="26219"/>
                </a:lnTo>
                <a:lnTo>
                  <a:pt x="121546" y="26437"/>
                </a:lnTo>
                <a:lnTo>
                  <a:pt x="121103" y="26662"/>
                </a:lnTo>
                <a:lnTo>
                  <a:pt x="120665" y="26893"/>
                </a:lnTo>
                <a:lnTo>
                  <a:pt x="120231" y="27131"/>
                </a:lnTo>
                <a:lnTo>
                  <a:pt x="119802" y="27375"/>
                </a:lnTo>
                <a:lnTo>
                  <a:pt x="119377" y="27625"/>
                </a:lnTo>
                <a:lnTo>
                  <a:pt x="118956" y="27883"/>
                </a:lnTo>
                <a:lnTo>
                  <a:pt x="118540" y="28146"/>
                </a:lnTo>
                <a:lnTo>
                  <a:pt x="118128" y="28416"/>
                </a:lnTo>
                <a:lnTo>
                  <a:pt x="117721" y="28693"/>
                </a:lnTo>
                <a:lnTo>
                  <a:pt x="117318" y="28976"/>
                </a:lnTo>
                <a:lnTo>
                  <a:pt x="116920" y="29266"/>
                </a:lnTo>
                <a:lnTo>
                  <a:pt x="116526" y="29562"/>
                </a:lnTo>
                <a:lnTo>
                  <a:pt x="116136" y="29865"/>
                </a:lnTo>
                <a:lnTo>
                  <a:pt x="115751" y="30174"/>
                </a:lnTo>
                <a:lnTo>
                  <a:pt x="115370" y="30490"/>
                </a:lnTo>
                <a:lnTo>
                  <a:pt x="114994" y="30813"/>
                </a:lnTo>
                <a:lnTo>
                  <a:pt x="114622" y="31141"/>
                </a:lnTo>
                <a:lnTo>
                  <a:pt x="114254" y="31477"/>
                </a:lnTo>
                <a:lnTo>
                  <a:pt x="113891" y="31818"/>
                </a:lnTo>
                <a:lnTo>
                  <a:pt x="113533" y="32167"/>
                </a:lnTo>
                <a:lnTo>
                  <a:pt x="113178" y="32522"/>
                </a:lnTo>
                <a:lnTo>
                  <a:pt x="112828" y="32883"/>
                </a:lnTo>
                <a:lnTo>
                  <a:pt x="112483" y="33251"/>
                </a:lnTo>
                <a:lnTo>
                  <a:pt x="112142" y="33624"/>
                </a:lnTo>
                <a:lnTo>
                  <a:pt x="111806" y="34001"/>
                </a:lnTo>
                <a:lnTo>
                  <a:pt x="111475" y="34382"/>
                </a:lnTo>
                <a:lnTo>
                  <a:pt x="111148" y="34767"/>
                </a:lnTo>
                <a:lnTo>
                  <a:pt x="110826" y="35156"/>
                </a:lnTo>
                <a:lnTo>
                  <a:pt x="110509" y="35549"/>
                </a:lnTo>
                <a:lnTo>
                  <a:pt x="110197" y="35946"/>
                </a:lnTo>
                <a:lnTo>
                  <a:pt x="109890" y="36346"/>
                </a:lnTo>
                <a:lnTo>
                  <a:pt x="109739" y="36547"/>
                </a:lnTo>
                <a:lnTo>
                  <a:pt x="111445" y="25047"/>
                </a:lnTo>
                <a:lnTo>
                  <a:pt x="103944" y="25047"/>
                </a:lnTo>
                <a:lnTo>
                  <a:pt x="91421" y="97509"/>
                </a:lnTo>
                <a:lnTo>
                  <a:pt x="99256" y="97509"/>
                </a:lnTo>
                <a:lnTo>
                  <a:pt x="107877" y="47894"/>
                </a:lnTo>
                <a:lnTo>
                  <a:pt x="107970" y="47703"/>
                </a:lnTo>
                <a:lnTo>
                  <a:pt x="108163" y="47315"/>
                </a:lnTo>
                <a:close/>
                <a:moveTo>
                  <a:pt x="209928" y="80337"/>
                </a:moveTo>
                <a:lnTo>
                  <a:pt x="209822" y="80699"/>
                </a:lnTo>
                <a:lnTo>
                  <a:pt x="209707" y="81055"/>
                </a:lnTo>
                <a:lnTo>
                  <a:pt x="209584" y="81405"/>
                </a:lnTo>
                <a:lnTo>
                  <a:pt x="209451" y="81749"/>
                </a:lnTo>
                <a:lnTo>
                  <a:pt x="209310" y="82086"/>
                </a:lnTo>
                <a:lnTo>
                  <a:pt x="209160" y="82417"/>
                </a:lnTo>
                <a:lnTo>
                  <a:pt x="209002" y="82742"/>
                </a:lnTo>
                <a:lnTo>
                  <a:pt x="208834" y="83060"/>
                </a:lnTo>
                <a:lnTo>
                  <a:pt x="208658" y="83372"/>
                </a:lnTo>
                <a:lnTo>
                  <a:pt x="208474" y="83678"/>
                </a:lnTo>
                <a:lnTo>
                  <a:pt x="208280" y="83978"/>
                </a:lnTo>
                <a:lnTo>
                  <a:pt x="208078" y="84271"/>
                </a:lnTo>
                <a:lnTo>
                  <a:pt x="207867" y="84558"/>
                </a:lnTo>
                <a:lnTo>
                  <a:pt x="207648" y="84839"/>
                </a:lnTo>
                <a:lnTo>
                  <a:pt x="207420" y="85114"/>
                </a:lnTo>
                <a:lnTo>
                  <a:pt x="207183" y="85382"/>
                </a:lnTo>
                <a:lnTo>
                  <a:pt x="206937" y="85644"/>
                </a:lnTo>
                <a:lnTo>
                  <a:pt x="206682" y="85900"/>
                </a:lnTo>
                <a:lnTo>
                  <a:pt x="206419" y="86149"/>
                </a:lnTo>
                <a:lnTo>
                  <a:pt x="206147" y="86392"/>
                </a:lnTo>
                <a:lnTo>
                  <a:pt x="205869" y="86629"/>
                </a:lnTo>
                <a:lnTo>
                  <a:pt x="205587" y="86861"/>
                </a:lnTo>
                <a:lnTo>
                  <a:pt x="205301" y="87087"/>
                </a:lnTo>
                <a:lnTo>
                  <a:pt x="205012" y="87308"/>
                </a:lnTo>
                <a:lnTo>
                  <a:pt x="204718" y="87524"/>
                </a:lnTo>
                <a:lnTo>
                  <a:pt x="204421" y="87734"/>
                </a:lnTo>
                <a:lnTo>
                  <a:pt x="204119" y="87938"/>
                </a:lnTo>
                <a:lnTo>
                  <a:pt x="203814" y="88137"/>
                </a:lnTo>
                <a:lnTo>
                  <a:pt x="203506" y="88331"/>
                </a:lnTo>
                <a:lnTo>
                  <a:pt x="203193" y="88519"/>
                </a:lnTo>
                <a:lnTo>
                  <a:pt x="202876" y="88701"/>
                </a:lnTo>
                <a:lnTo>
                  <a:pt x="202556" y="88878"/>
                </a:lnTo>
                <a:lnTo>
                  <a:pt x="202232" y="89050"/>
                </a:lnTo>
                <a:lnTo>
                  <a:pt x="201904" y="89216"/>
                </a:lnTo>
                <a:lnTo>
                  <a:pt x="201572" y="89377"/>
                </a:lnTo>
                <a:lnTo>
                  <a:pt x="201236" y="89532"/>
                </a:lnTo>
                <a:lnTo>
                  <a:pt x="200897" y="89682"/>
                </a:lnTo>
                <a:lnTo>
                  <a:pt x="200553" y="89826"/>
                </a:lnTo>
                <a:lnTo>
                  <a:pt x="200206" y="89965"/>
                </a:lnTo>
                <a:lnTo>
                  <a:pt x="199855" y="90099"/>
                </a:lnTo>
                <a:lnTo>
                  <a:pt x="199500" y="90227"/>
                </a:lnTo>
                <a:lnTo>
                  <a:pt x="199141" y="90349"/>
                </a:lnTo>
                <a:lnTo>
                  <a:pt x="198779" y="90466"/>
                </a:lnTo>
                <a:lnTo>
                  <a:pt x="198412" y="90578"/>
                </a:lnTo>
                <a:lnTo>
                  <a:pt x="198044" y="90684"/>
                </a:lnTo>
                <a:lnTo>
                  <a:pt x="197677" y="90786"/>
                </a:lnTo>
                <a:lnTo>
                  <a:pt x="197311" y="90884"/>
                </a:lnTo>
                <a:lnTo>
                  <a:pt x="196946" y="90977"/>
                </a:lnTo>
                <a:lnTo>
                  <a:pt x="196582" y="91065"/>
                </a:lnTo>
                <a:lnTo>
                  <a:pt x="196219" y="91149"/>
                </a:lnTo>
                <a:lnTo>
                  <a:pt x="195857" y="91228"/>
                </a:lnTo>
                <a:lnTo>
                  <a:pt x="195495" y="91303"/>
                </a:lnTo>
                <a:lnTo>
                  <a:pt x="195135" y="91374"/>
                </a:lnTo>
                <a:lnTo>
                  <a:pt x="194775" y="91439"/>
                </a:lnTo>
                <a:lnTo>
                  <a:pt x="194417" y="91501"/>
                </a:lnTo>
                <a:lnTo>
                  <a:pt x="194059" y="91557"/>
                </a:lnTo>
                <a:lnTo>
                  <a:pt x="193702" y="91609"/>
                </a:lnTo>
                <a:lnTo>
                  <a:pt x="193347" y="91657"/>
                </a:lnTo>
                <a:lnTo>
                  <a:pt x="192992" y="91700"/>
                </a:lnTo>
                <a:lnTo>
                  <a:pt x="192638" y="91739"/>
                </a:lnTo>
                <a:lnTo>
                  <a:pt x="192285" y="91773"/>
                </a:lnTo>
                <a:lnTo>
                  <a:pt x="191933" y="91802"/>
                </a:lnTo>
                <a:lnTo>
                  <a:pt x="191582" y="91827"/>
                </a:lnTo>
                <a:lnTo>
                  <a:pt x="191231" y="91847"/>
                </a:lnTo>
                <a:lnTo>
                  <a:pt x="190882" y="91863"/>
                </a:lnTo>
                <a:lnTo>
                  <a:pt x="190534" y="91875"/>
                </a:lnTo>
                <a:lnTo>
                  <a:pt x="190186" y="91881"/>
                </a:lnTo>
                <a:lnTo>
                  <a:pt x="189840" y="91884"/>
                </a:lnTo>
                <a:lnTo>
                  <a:pt x="189445" y="91881"/>
                </a:lnTo>
                <a:lnTo>
                  <a:pt x="189053" y="91873"/>
                </a:lnTo>
                <a:lnTo>
                  <a:pt x="188663" y="91860"/>
                </a:lnTo>
                <a:lnTo>
                  <a:pt x="188276" y="91841"/>
                </a:lnTo>
                <a:lnTo>
                  <a:pt x="187892" y="91817"/>
                </a:lnTo>
                <a:lnTo>
                  <a:pt x="187511" y="91787"/>
                </a:lnTo>
                <a:lnTo>
                  <a:pt x="187132" y="91753"/>
                </a:lnTo>
                <a:lnTo>
                  <a:pt x="186756" y="91713"/>
                </a:lnTo>
                <a:lnTo>
                  <a:pt x="186382" y="91667"/>
                </a:lnTo>
                <a:lnTo>
                  <a:pt x="186011" y="91616"/>
                </a:lnTo>
                <a:lnTo>
                  <a:pt x="185643" y="91560"/>
                </a:lnTo>
                <a:lnTo>
                  <a:pt x="185278" y="91499"/>
                </a:lnTo>
                <a:lnTo>
                  <a:pt x="184915" y="91432"/>
                </a:lnTo>
                <a:lnTo>
                  <a:pt x="184555" y="91360"/>
                </a:lnTo>
                <a:lnTo>
                  <a:pt x="184197" y="91282"/>
                </a:lnTo>
                <a:lnTo>
                  <a:pt x="183842" y="91199"/>
                </a:lnTo>
                <a:lnTo>
                  <a:pt x="183490" y="91111"/>
                </a:lnTo>
                <a:lnTo>
                  <a:pt x="183141" y="91017"/>
                </a:lnTo>
                <a:lnTo>
                  <a:pt x="182794" y="90918"/>
                </a:lnTo>
                <a:lnTo>
                  <a:pt x="182450" y="90814"/>
                </a:lnTo>
                <a:lnTo>
                  <a:pt x="182108" y="90704"/>
                </a:lnTo>
                <a:lnTo>
                  <a:pt x="181770" y="90589"/>
                </a:lnTo>
                <a:lnTo>
                  <a:pt x="181434" y="90469"/>
                </a:lnTo>
                <a:lnTo>
                  <a:pt x="181100" y="90343"/>
                </a:lnTo>
                <a:lnTo>
                  <a:pt x="180771" y="90212"/>
                </a:lnTo>
                <a:lnTo>
                  <a:pt x="180448" y="90075"/>
                </a:lnTo>
                <a:lnTo>
                  <a:pt x="180130" y="89931"/>
                </a:lnTo>
                <a:lnTo>
                  <a:pt x="179818" y="89782"/>
                </a:lnTo>
                <a:lnTo>
                  <a:pt x="179511" y="89626"/>
                </a:lnTo>
                <a:lnTo>
                  <a:pt x="179210" y="89464"/>
                </a:lnTo>
                <a:lnTo>
                  <a:pt x="178915" y="89297"/>
                </a:lnTo>
                <a:lnTo>
                  <a:pt x="178626" y="89123"/>
                </a:lnTo>
                <a:lnTo>
                  <a:pt x="178342" y="88943"/>
                </a:lnTo>
                <a:lnTo>
                  <a:pt x="178064" y="88757"/>
                </a:lnTo>
                <a:lnTo>
                  <a:pt x="177792" y="88566"/>
                </a:lnTo>
                <a:lnTo>
                  <a:pt x="177526" y="88368"/>
                </a:lnTo>
                <a:lnTo>
                  <a:pt x="177265" y="88164"/>
                </a:lnTo>
                <a:lnTo>
                  <a:pt x="177010" y="87954"/>
                </a:lnTo>
                <a:lnTo>
                  <a:pt x="176760" y="87738"/>
                </a:lnTo>
                <a:lnTo>
                  <a:pt x="176516" y="87516"/>
                </a:lnTo>
                <a:lnTo>
                  <a:pt x="176278" y="87288"/>
                </a:lnTo>
                <a:lnTo>
                  <a:pt x="176046" y="87053"/>
                </a:lnTo>
                <a:lnTo>
                  <a:pt x="175819" y="86813"/>
                </a:lnTo>
                <a:lnTo>
                  <a:pt x="175598" y="86567"/>
                </a:lnTo>
                <a:lnTo>
                  <a:pt x="175383" y="86315"/>
                </a:lnTo>
                <a:lnTo>
                  <a:pt x="175174" y="86056"/>
                </a:lnTo>
                <a:lnTo>
                  <a:pt x="174970" y="85792"/>
                </a:lnTo>
                <a:lnTo>
                  <a:pt x="174772" y="85521"/>
                </a:lnTo>
                <a:lnTo>
                  <a:pt x="174580" y="85245"/>
                </a:lnTo>
                <a:lnTo>
                  <a:pt x="174398" y="84962"/>
                </a:lnTo>
                <a:lnTo>
                  <a:pt x="174224" y="84672"/>
                </a:lnTo>
                <a:lnTo>
                  <a:pt x="174059" y="84376"/>
                </a:lnTo>
                <a:lnTo>
                  <a:pt x="173902" y="84073"/>
                </a:lnTo>
                <a:lnTo>
                  <a:pt x="173754" y="83763"/>
                </a:lnTo>
                <a:lnTo>
                  <a:pt x="173615" y="83448"/>
                </a:lnTo>
                <a:lnTo>
                  <a:pt x="173484" y="83125"/>
                </a:lnTo>
                <a:lnTo>
                  <a:pt x="173362" y="82797"/>
                </a:lnTo>
                <a:lnTo>
                  <a:pt x="173248" y="82461"/>
                </a:lnTo>
                <a:lnTo>
                  <a:pt x="173143" y="82119"/>
                </a:lnTo>
                <a:lnTo>
                  <a:pt x="173047" y="81771"/>
                </a:lnTo>
                <a:lnTo>
                  <a:pt x="172959" y="81416"/>
                </a:lnTo>
                <a:lnTo>
                  <a:pt x="172880" y="81055"/>
                </a:lnTo>
                <a:lnTo>
                  <a:pt x="172809" y="80687"/>
                </a:lnTo>
                <a:lnTo>
                  <a:pt x="172748" y="80313"/>
                </a:lnTo>
                <a:lnTo>
                  <a:pt x="172694" y="79932"/>
                </a:lnTo>
                <a:lnTo>
                  <a:pt x="172649" y="79544"/>
                </a:lnTo>
                <a:lnTo>
                  <a:pt x="172613" y="79150"/>
                </a:lnTo>
                <a:lnTo>
                  <a:pt x="172586" y="78750"/>
                </a:lnTo>
                <a:lnTo>
                  <a:pt x="172567" y="78343"/>
                </a:lnTo>
                <a:lnTo>
                  <a:pt x="172556" y="77930"/>
                </a:lnTo>
                <a:lnTo>
                  <a:pt x="172555" y="77510"/>
                </a:lnTo>
                <a:lnTo>
                  <a:pt x="172561" y="77083"/>
                </a:lnTo>
                <a:lnTo>
                  <a:pt x="164726" y="77083"/>
                </a:lnTo>
                <a:lnTo>
                  <a:pt x="164699" y="77682"/>
                </a:lnTo>
                <a:lnTo>
                  <a:pt x="164686" y="78272"/>
                </a:lnTo>
                <a:lnTo>
                  <a:pt x="164687" y="78854"/>
                </a:lnTo>
                <a:lnTo>
                  <a:pt x="164701" y="79427"/>
                </a:lnTo>
                <a:lnTo>
                  <a:pt x="164729" y="79992"/>
                </a:lnTo>
                <a:lnTo>
                  <a:pt x="164770" y="80549"/>
                </a:lnTo>
                <a:lnTo>
                  <a:pt x="164825" y="81097"/>
                </a:lnTo>
                <a:lnTo>
                  <a:pt x="164893" y="81637"/>
                </a:lnTo>
                <a:lnTo>
                  <a:pt x="164976" y="82169"/>
                </a:lnTo>
                <a:lnTo>
                  <a:pt x="165071" y="82692"/>
                </a:lnTo>
                <a:lnTo>
                  <a:pt x="165181" y="83207"/>
                </a:lnTo>
                <a:lnTo>
                  <a:pt x="165304" y="83713"/>
                </a:lnTo>
                <a:lnTo>
                  <a:pt x="165440" y="84211"/>
                </a:lnTo>
                <a:lnTo>
                  <a:pt x="165590" y="84701"/>
                </a:lnTo>
                <a:lnTo>
                  <a:pt x="165754" y="85182"/>
                </a:lnTo>
                <a:lnTo>
                  <a:pt x="165931" y="85655"/>
                </a:lnTo>
                <a:lnTo>
                  <a:pt x="166122" y="86120"/>
                </a:lnTo>
                <a:lnTo>
                  <a:pt x="166327" y="86576"/>
                </a:lnTo>
                <a:lnTo>
                  <a:pt x="166545" y="87024"/>
                </a:lnTo>
                <a:lnTo>
                  <a:pt x="166777" y="87464"/>
                </a:lnTo>
                <a:lnTo>
                  <a:pt x="167022" y="87895"/>
                </a:lnTo>
                <a:lnTo>
                  <a:pt x="167281" y="88317"/>
                </a:lnTo>
                <a:lnTo>
                  <a:pt x="167554" y="88732"/>
                </a:lnTo>
                <a:lnTo>
                  <a:pt x="167840" y="89138"/>
                </a:lnTo>
                <a:lnTo>
                  <a:pt x="168137" y="89536"/>
                </a:lnTo>
                <a:lnTo>
                  <a:pt x="168442" y="89925"/>
                </a:lnTo>
                <a:lnTo>
                  <a:pt x="168756" y="90306"/>
                </a:lnTo>
                <a:lnTo>
                  <a:pt x="169077" y="90678"/>
                </a:lnTo>
                <a:lnTo>
                  <a:pt x="169407" y="91042"/>
                </a:lnTo>
                <a:lnTo>
                  <a:pt x="169745" y="91398"/>
                </a:lnTo>
                <a:lnTo>
                  <a:pt x="170090" y="91746"/>
                </a:lnTo>
                <a:lnTo>
                  <a:pt x="170444" y="92085"/>
                </a:lnTo>
                <a:lnTo>
                  <a:pt x="170807" y="92415"/>
                </a:lnTo>
                <a:lnTo>
                  <a:pt x="171177" y="92738"/>
                </a:lnTo>
                <a:lnTo>
                  <a:pt x="171555" y="93051"/>
                </a:lnTo>
                <a:lnTo>
                  <a:pt x="171942" y="93357"/>
                </a:lnTo>
                <a:lnTo>
                  <a:pt x="172337" y="93654"/>
                </a:lnTo>
                <a:lnTo>
                  <a:pt x="172740" y="93943"/>
                </a:lnTo>
                <a:lnTo>
                  <a:pt x="173151" y="94223"/>
                </a:lnTo>
                <a:lnTo>
                  <a:pt x="173570" y="94496"/>
                </a:lnTo>
                <a:lnTo>
                  <a:pt x="173997" y="94759"/>
                </a:lnTo>
                <a:lnTo>
                  <a:pt x="174432" y="95015"/>
                </a:lnTo>
                <a:lnTo>
                  <a:pt x="174876" y="95262"/>
                </a:lnTo>
                <a:lnTo>
                  <a:pt x="175328" y="95500"/>
                </a:lnTo>
                <a:lnTo>
                  <a:pt x="175788" y="95730"/>
                </a:lnTo>
                <a:lnTo>
                  <a:pt x="176256" y="95952"/>
                </a:lnTo>
                <a:lnTo>
                  <a:pt x="176732" y="96166"/>
                </a:lnTo>
                <a:lnTo>
                  <a:pt x="177216" y="96371"/>
                </a:lnTo>
                <a:lnTo>
                  <a:pt x="177706" y="96568"/>
                </a:lnTo>
                <a:lnTo>
                  <a:pt x="178197" y="96756"/>
                </a:lnTo>
                <a:lnTo>
                  <a:pt x="178692" y="96937"/>
                </a:lnTo>
                <a:lnTo>
                  <a:pt x="179189" y="97109"/>
                </a:lnTo>
                <a:lnTo>
                  <a:pt x="179688" y="97274"/>
                </a:lnTo>
                <a:lnTo>
                  <a:pt x="180190" y="97430"/>
                </a:lnTo>
                <a:lnTo>
                  <a:pt x="180694" y="97578"/>
                </a:lnTo>
                <a:lnTo>
                  <a:pt x="181201" y="97718"/>
                </a:lnTo>
                <a:lnTo>
                  <a:pt x="181710" y="97849"/>
                </a:lnTo>
                <a:lnTo>
                  <a:pt x="182221" y="97973"/>
                </a:lnTo>
                <a:lnTo>
                  <a:pt x="182735" y="98088"/>
                </a:lnTo>
                <a:lnTo>
                  <a:pt x="183252" y="98196"/>
                </a:lnTo>
                <a:lnTo>
                  <a:pt x="183771" y="98295"/>
                </a:lnTo>
                <a:lnTo>
                  <a:pt x="184292" y="98386"/>
                </a:lnTo>
                <a:lnTo>
                  <a:pt x="184816" y="98469"/>
                </a:lnTo>
                <a:lnTo>
                  <a:pt x="185342" y="98544"/>
                </a:lnTo>
                <a:lnTo>
                  <a:pt x="185870" y="98610"/>
                </a:lnTo>
                <a:lnTo>
                  <a:pt x="186401" y="98669"/>
                </a:lnTo>
                <a:lnTo>
                  <a:pt x="186935" y="98719"/>
                </a:lnTo>
                <a:lnTo>
                  <a:pt x="187471" y="98761"/>
                </a:lnTo>
                <a:lnTo>
                  <a:pt x="188009" y="98795"/>
                </a:lnTo>
                <a:lnTo>
                  <a:pt x="188550" y="98821"/>
                </a:lnTo>
                <a:lnTo>
                  <a:pt x="189093" y="98839"/>
                </a:lnTo>
                <a:lnTo>
                  <a:pt x="189639" y="98849"/>
                </a:lnTo>
                <a:lnTo>
                  <a:pt x="190041" y="98847"/>
                </a:lnTo>
                <a:lnTo>
                  <a:pt x="190442" y="98840"/>
                </a:lnTo>
                <a:lnTo>
                  <a:pt x="190844" y="98830"/>
                </a:lnTo>
                <a:lnTo>
                  <a:pt x="191245" y="98815"/>
                </a:lnTo>
                <a:lnTo>
                  <a:pt x="191647" y="98796"/>
                </a:lnTo>
                <a:lnTo>
                  <a:pt x="192048" y="98773"/>
                </a:lnTo>
                <a:lnTo>
                  <a:pt x="192449" y="98746"/>
                </a:lnTo>
                <a:lnTo>
                  <a:pt x="192850" y="98715"/>
                </a:lnTo>
                <a:lnTo>
                  <a:pt x="193251" y="98679"/>
                </a:lnTo>
                <a:lnTo>
                  <a:pt x="193651" y="98639"/>
                </a:lnTo>
                <a:lnTo>
                  <a:pt x="194052" y="98595"/>
                </a:lnTo>
                <a:lnTo>
                  <a:pt x="194453" y="98547"/>
                </a:lnTo>
                <a:lnTo>
                  <a:pt x="194853" y="98495"/>
                </a:lnTo>
                <a:lnTo>
                  <a:pt x="195253" y="98438"/>
                </a:lnTo>
                <a:lnTo>
                  <a:pt x="195653" y="98378"/>
                </a:lnTo>
                <a:lnTo>
                  <a:pt x="196053" y="98313"/>
                </a:lnTo>
                <a:lnTo>
                  <a:pt x="196453" y="98244"/>
                </a:lnTo>
                <a:lnTo>
                  <a:pt x="196853" y="98171"/>
                </a:lnTo>
                <a:lnTo>
                  <a:pt x="197253" y="98093"/>
                </a:lnTo>
                <a:lnTo>
                  <a:pt x="197652" y="98011"/>
                </a:lnTo>
                <a:lnTo>
                  <a:pt x="198052" y="97926"/>
                </a:lnTo>
                <a:lnTo>
                  <a:pt x="198451" y="97836"/>
                </a:lnTo>
                <a:lnTo>
                  <a:pt x="198850" y="97742"/>
                </a:lnTo>
                <a:lnTo>
                  <a:pt x="199249" y="97643"/>
                </a:lnTo>
                <a:lnTo>
                  <a:pt x="199647" y="97540"/>
                </a:lnTo>
                <a:lnTo>
                  <a:pt x="200042" y="97433"/>
                </a:lnTo>
                <a:lnTo>
                  <a:pt x="200435" y="97321"/>
                </a:lnTo>
                <a:lnTo>
                  <a:pt x="200826" y="97205"/>
                </a:lnTo>
                <a:lnTo>
                  <a:pt x="201214" y="97084"/>
                </a:lnTo>
                <a:lnTo>
                  <a:pt x="201600" y="96959"/>
                </a:lnTo>
                <a:lnTo>
                  <a:pt x="201983" y="96829"/>
                </a:lnTo>
                <a:lnTo>
                  <a:pt x="202363" y="96694"/>
                </a:lnTo>
                <a:lnTo>
                  <a:pt x="202742" y="96555"/>
                </a:lnTo>
                <a:lnTo>
                  <a:pt x="203118" y="96412"/>
                </a:lnTo>
                <a:lnTo>
                  <a:pt x="203491" y="96264"/>
                </a:lnTo>
                <a:lnTo>
                  <a:pt x="203862" y="96111"/>
                </a:lnTo>
                <a:lnTo>
                  <a:pt x="204230" y="95954"/>
                </a:lnTo>
                <a:lnTo>
                  <a:pt x="204596" y="95792"/>
                </a:lnTo>
                <a:lnTo>
                  <a:pt x="204960" y="95626"/>
                </a:lnTo>
                <a:lnTo>
                  <a:pt x="205321" y="95455"/>
                </a:lnTo>
                <a:lnTo>
                  <a:pt x="205680" y="95280"/>
                </a:lnTo>
                <a:lnTo>
                  <a:pt x="206036" y="95100"/>
                </a:lnTo>
                <a:lnTo>
                  <a:pt x="206390" y="94916"/>
                </a:lnTo>
                <a:lnTo>
                  <a:pt x="206742" y="94727"/>
                </a:lnTo>
                <a:lnTo>
                  <a:pt x="207091" y="94534"/>
                </a:lnTo>
                <a:lnTo>
                  <a:pt x="207437" y="94336"/>
                </a:lnTo>
                <a:lnTo>
                  <a:pt x="207781" y="94133"/>
                </a:lnTo>
                <a:lnTo>
                  <a:pt x="208123" y="93926"/>
                </a:lnTo>
                <a:lnTo>
                  <a:pt x="208461" y="93715"/>
                </a:lnTo>
                <a:lnTo>
                  <a:pt x="208794" y="93498"/>
                </a:lnTo>
                <a:lnTo>
                  <a:pt x="209122" y="93277"/>
                </a:lnTo>
                <a:lnTo>
                  <a:pt x="209446" y="93051"/>
                </a:lnTo>
                <a:lnTo>
                  <a:pt x="209764" y="92820"/>
                </a:lnTo>
                <a:lnTo>
                  <a:pt x="210078" y="92585"/>
                </a:lnTo>
                <a:lnTo>
                  <a:pt x="210386" y="92345"/>
                </a:lnTo>
                <a:lnTo>
                  <a:pt x="210690" y="92099"/>
                </a:lnTo>
                <a:lnTo>
                  <a:pt x="210989" y="91850"/>
                </a:lnTo>
                <a:lnTo>
                  <a:pt x="211283" y="91595"/>
                </a:lnTo>
                <a:lnTo>
                  <a:pt x="211572" y="91336"/>
                </a:lnTo>
                <a:lnTo>
                  <a:pt x="211857" y="91072"/>
                </a:lnTo>
                <a:lnTo>
                  <a:pt x="212136" y="90803"/>
                </a:lnTo>
                <a:lnTo>
                  <a:pt x="212410" y="90529"/>
                </a:lnTo>
                <a:lnTo>
                  <a:pt x="212680" y="90251"/>
                </a:lnTo>
                <a:lnTo>
                  <a:pt x="212945" y="89968"/>
                </a:lnTo>
                <a:lnTo>
                  <a:pt x="213205" y="89680"/>
                </a:lnTo>
                <a:lnTo>
                  <a:pt x="213460" y="89387"/>
                </a:lnTo>
                <a:lnTo>
                  <a:pt x="213710" y="89089"/>
                </a:lnTo>
                <a:lnTo>
                  <a:pt x="213955" y="88787"/>
                </a:lnTo>
                <a:lnTo>
                  <a:pt x="214195" y="88480"/>
                </a:lnTo>
                <a:lnTo>
                  <a:pt x="214431" y="88168"/>
                </a:lnTo>
                <a:lnTo>
                  <a:pt x="214661" y="87852"/>
                </a:lnTo>
                <a:lnTo>
                  <a:pt x="214887" y="87531"/>
                </a:lnTo>
                <a:lnTo>
                  <a:pt x="215106" y="87204"/>
                </a:lnTo>
                <a:lnTo>
                  <a:pt x="215319" y="86873"/>
                </a:lnTo>
                <a:lnTo>
                  <a:pt x="215523" y="86538"/>
                </a:lnTo>
                <a:lnTo>
                  <a:pt x="215720" y="86197"/>
                </a:lnTo>
                <a:lnTo>
                  <a:pt x="215910" y="85851"/>
                </a:lnTo>
                <a:lnTo>
                  <a:pt x="216092" y="85501"/>
                </a:lnTo>
                <a:lnTo>
                  <a:pt x="216267" y="85145"/>
                </a:lnTo>
                <a:lnTo>
                  <a:pt x="216435" y="84785"/>
                </a:lnTo>
                <a:lnTo>
                  <a:pt x="216595" y="84420"/>
                </a:lnTo>
                <a:lnTo>
                  <a:pt x="216747" y="84050"/>
                </a:lnTo>
                <a:lnTo>
                  <a:pt x="216892" y="83675"/>
                </a:lnTo>
                <a:lnTo>
                  <a:pt x="217030" y="83295"/>
                </a:lnTo>
                <a:lnTo>
                  <a:pt x="217160" y="82910"/>
                </a:lnTo>
                <a:lnTo>
                  <a:pt x="217283" y="82520"/>
                </a:lnTo>
                <a:lnTo>
                  <a:pt x="217398" y="82126"/>
                </a:lnTo>
                <a:lnTo>
                  <a:pt x="217506" y="81726"/>
                </a:lnTo>
                <a:lnTo>
                  <a:pt x="217607" y="81322"/>
                </a:lnTo>
                <a:lnTo>
                  <a:pt x="217700" y="80913"/>
                </a:lnTo>
                <a:lnTo>
                  <a:pt x="217785" y="80499"/>
                </a:lnTo>
                <a:lnTo>
                  <a:pt x="217863" y="80080"/>
                </a:lnTo>
                <a:lnTo>
                  <a:pt x="217934" y="79656"/>
                </a:lnTo>
                <a:lnTo>
                  <a:pt x="217997" y="79228"/>
                </a:lnTo>
                <a:lnTo>
                  <a:pt x="218053" y="78794"/>
                </a:lnTo>
                <a:lnTo>
                  <a:pt x="218102" y="78356"/>
                </a:lnTo>
                <a:lnTo>
                  <a:pt x="218151" y="77802"/>
                </a:lnTo>
                <a:lnTo>
                  <a:pt x="218186" y="77257"/>
                </a:lnTo>
                <a:lnTo>
                  <a:pt x="218208" y="76722"/>
                </a:lnTo>
                <a:lnTo>
                  <a:pt x="218217" y="76195"/>
                </a:lnTo>
                <a:lnTo>
                  <a:pt x="218212" y="75677"/>
                </a:lnTo>
                <a:lnTo>
                  <a:pt x="218194" y="75168"/>
                </a:lnTo>
                <a:lnTo>
                  <a:pt x="218162" y="74668"/>
                </a:lnTo>
                <a:lnTo>
                  <a:pt x="218116" y="74177"/>
                </a:lnTo>
                <a:lnTo>
                  <a:pt x="218058" y="73695"/>
                </a:lnTo>
                <a:lnTo>
                  <a:pt x="217985" y="73222"/>
                </a:lnTo>
                <a:lnTo>
                  <a:pt x="217899" y="72758"/>
                </a:lnTo>
                <a:lnTo>
                  <a:pt x="217800" y="72303"/>
                </a:lnTo>
                <a:lnTo>
                  <a:pt x="217687" y="71857"/>
                </a:lnTo>
                <a:lnTo>
                  <a:pt x="217561" y="71420"/>
                </a:lnTo>
                <a:lnTo>
                  <a:pt x="217421" y="70991"/>
                </a:lnTo>
                <a:lnTo>
                  <a:pt x="217268" y="70572"/>
                </a:lnTo>
                <a:lnTo>
                  <a:pt x="217101" y="70162"/>
                </a:lnTo>
                <a:lnTo>
                  <a:pt x="216921" y="69760"/>
                </a:lnTo>
                <a:lnTo>
                  <a:pt x="216727" y="69368"/>
                </a:lnTo>
                <a:lnTo>
                  <a:pt x="216520" y="68984"/>
                </a:lnTo>
                <a:lnTo>
                  <a:pt x="216300" y="68610"/>
                </a:lnTo>
                <a:lnTo>
                  <a:pt x="216065" y="68244"/>
                </a:lnTo>
                <a:lnTo>
                  <a:pt x="215818" y="67888"/>
                </a:lnTo>
                <a:lnTo>
                  <a:pt x="215557" y="67540"/>
                </a:lnTo>
                <a:lnTo>
                  <a:pt x="215285" y="67200"/>
                </a:lnTo>
                <a:lnTo>
                  <a:pt x="215007" y="66866"/>
                </a:lnTo>
                <a:lnTo>
                  <a:pt x="214721" y="66537"/>
                </a:lnTo>
                <a:lnTo>
                  <a:pt x="214428" y="66215"/>
                </a:lnTo>
                <a:lnTo>
                  <a:pt x="214129" y="65899"/>
                </a:lnTo>
                <a:lnTo>
                  <a:pt x="213822" y="65589"/>
                </a:lnTo>
                <a:lnTo>
                  <a:pt x="213508" y="65285"/>
                </a:lnTo>
                <a:lnTo>
                  <a:pt x="213187" y="64988"/>
                </a:lnTo>
                <a:lnTo>
                  <a:pt x="212858" y="64696"/>
                </a:lnTo>
                <a:lnTo>
                  <a:pt x="212523" y="64410"/>
                </a:lnTo>
                <a:lnTo>
                  <a:pt x="212181" y="64130"/>
                </a:lnTo>
                <a:lnTo>
                  <a:pt x="211831" y="63856"/>
                </a:lnTo>
                <a:lnTo>
                  <a:pt x="211475" y="63589"/>
                </a:lnTo>
                <a:lnTo>
                  <a:pt x="211111" y="63327"/>
                </a:lnTo>
                <a:lnTo>
                  <a:pt x="210741" y="63072"/>
                </a:lnTo>
                <a:lnTo>
                  <a:pt x="210363" y="62822"/>
                </a:lnTo>
                <a:lnTo>
                  <a:pt x="209978" y="62579"/>
                </a:lnTo>
                <a:lnTo>
                  <a:pt x="209586" y="62341"/>
                </a:lnTo>
                <a:lnTo>
                  <a:pt x="209187" y="62110"/>
                </a:lnTo>
                <a:lnTo>
                  <a:pt x="208781" y="61885"/>
                </a:lnTo>
                <a:lnTo>
                  <a:pt x="208367" y="61665"/>
                </a:lnTo>
                <a:lnTo>
                  <a:pt x="207947" y="61452"/>
                </a:lnTo>
                <a:lnTo>
                  <a:pt x="207519" y="61245"/>
                </a:lnTo>
                <a:lnTo>
                  <a:pt x="207085" y="61044"/>
                </a:lnTo>
                <a:lnTo>
                  <a:pt x="206646" y="60847"/>
                </a:lnTo>
                <a:lnTo>
                  <a:pt x="206207" y="60654"/>
                </a:lnTo>
                <a:lnTo>
                  <a:pt x="205767" y="60463"/>
                </a:lnTo>
                <a:lnTo>
                  <a:pt x="205326" y="60276"/>
                </a:lnTo>
                <a:lnTo>
                  <a:pt x="204884" y="60092"/>
                </a:lnTo>
                <a:lnTo>
                  <a:pt x="204442" y="59911"/>
                </a:lnTo>
                <a:lnTo>
                  <a:pt x="203998" y="59734"/>
                </a:lnTo>
                <a:lnTo>
                  <a:pt x="203554" y="59559"/>
                </a:lnTo>
                <a:lnTo>
                  <a:pt x="203109" y="59388"/>
                </a:lnTo>
                <a:lnTo>
                  <a:pt x="202663" y="59219"/>
                </a:lnTo>
                <a:lnTo>
                  <a:pt x="202217" y="59054"/>
                </a:lnTo>
                <a:lnTo>
                  <a:pt x="201769" y="58892"/>
                </a:lnTo>
                <a:lnTo>
                  <a:pt x="201321" y="58733"/>
                </a:lnTo>
                <a:lnTo>
                  <a:pt x="200872" y="58578"/>
                </a:lnTo>
                <a:lnTo>
                  <a:pt x="200422" y="58425"/>
                </a:lnTo>
                <a:lnTo>
                  <a:pt x="199971" y="58276"/>
                </a:lnTo>
                <a:lnTo>
                  <a:pt x="199520" y="58129"/>
                </a:lnTo>
                <a:lnTo>
                  <a:pt x="199067" y="57986"/>
                </a:lnTo>
                <a:lnTo>
                  <a:pt x="198614" y="57846"/>
                </a:lnTo>
                <a:lnTo>
                  <a:pt x="198160" y="57709"/>
                </a:lnTo>
                <a:lnTo>
                  <a:pt x="197705" y="57575"/>
                </a:lnTo>
                <a:lnTo>
                  <a:pt x="197250" y="57445"/>
                </a:lnTo>
                <a:lnTo>
                  <a:pt x="196793" y="57317"/>
                </a:lnTo>
                <a:lnTo>
                  <a:pt x="196336" y="57193"/>
                </a:lnTo>
                <a:lnTo>
                  <a:pt x="196112" y="57137"/>
                </a:lnTo>
                <a:lnTo>
                  <a:pt x="195887" y="57079"/>
                </a:lnTo>
                <a:lnTo>
                  <a:pt x="195661" y="57021"/>
                </a:lnTo>
                <a:lnTo>
                  <a:pt x="195433" y="56962"/>
                </a:lnTo>
                <a:lnTo>
                  <a:pt x="195204" y="56902"/>
                </a:lnTo>
                <a:lnTo>
                  <a:pt x="194974" y="56841"/>
                </a:lnTo>
                <a:lnTo>
                  <a:pt x="194742" y="56779"/>
                </a:lnTo>
                <a:lnTo>
                  <a:pt x="194509" y="56717"/>
                </a:lnTo>
                <a:lnTo>
                  <a:pt x="194275" y="56653"/>
                </a:lnTo>
                <a:lnTo>
                  <a:pt x="194040" y="56588"/>
                </a:lnTo>
                <a:lnTo>
                  <a:pt x="193803" y="56523"/>
                </a:lnTo>
                <a:lnTo>
                  <a:pt x="193565" y="56456"/>
                </a:lnTo>
                <a:lnTo>
                  <a:pt x="193326" y="56389"/>
                </a:lnTo>
                <a:lnTo>
                  <a:pt x="193085" y="56320"/>
                </a:lnTo>
                <a:lnTo>
                  <a:pt x="192844" y="56251"/>
                </a:lnTo>
                <a:lnTo>
                  <a:pt x="192601" y="56181"/>
                </a:lnTo>
                <a:lnTo>
                  <a:pt x="192356" y="56110"/>
                </a:lnTo>
                <a:lnTo>
                  <a:pt x="192111" y="56038"/>
                </a:lnTo>
                <a:lnTo>
                  <a:pt x="191864" y="55965"/>
                </a:lnTo>
                <a:lnTo>
                  <a:pt x="191616" y="55891"/>
                </a:lnTo>
                <a:lnTo>
                  <a:pt x="191366" y="55816"/>
                </a:lnTo>
                <a:lnTo>
                  <a:pt x="191115" y="55740"/>
                </a:lnTo>
                <a:lnTo>
                  <a:pt x="190863" y="55663"/>
                </a:lnTo>
                <a:lnTo>
                  <a:pt x="190610" y="55586"/>
                </a:lnTo>
                <a:lnTo>
                  <a:pt x="190357" y="55507"/>
                </a:lnTo>
                <a:lnTo>
                  <a:pt x="190105" y="55426"/>
                </a:lnTo>
                <a:lnTo>
                  <a:pt x="189856" y="55343"/>
                </a:lnTo>
                <a:lnTo>
                  <a:pt x="189607" y="55258"/>
                </a:lnTo>
                <a:lnTo>
                  <a:pt x="189361" y="55172"/>
                </a:lnTo>
                <a:lnTo>
                  <a:pt x="189116" y="55083"/>
                </a:lnTo>
                <a:lnTo>
                  <a:pt x="188872" y="54993"/>
                </a:lnTo>
                <a:lnTo>
                  <a:pt x="188631" y="54901"/>
                </a:lnTo>
                <a:lnTo>
                  <a:pt x="188391" y="54807"/>
                </a:lnTo>
                <a:lnTo>
                  <a:pt x="188152" y="54711"/>
                </a:lnTo>
                <a:lnTo>
                  <a:pt x="187915" y="54614"/>
                </a:lnTo>
                <a:lnTo>
                  <a:pt x="187680" y="54514"/>
                </a:lnTo>
                <a:lnTo>
                  <a:pt x="187447" y="54413"/>
                </a:lnTo>
                <a:lnTo>
                  <a:pt x="187215" y="54309"/>
                </a:lnTo>
                <a:lnTo>
                  <a:pt x="186984" y="54204"/>
                </a:lnTo>
                <a:lnTo>
                  <a:pt x="186756" y="54097"/>
                </a:lnTo>
                <a:lnTo>
                  <a:pt x="186528" y="53989"/>
                </a:lnTo>
                <a:lnTo>
                  <a:pt x="186303" y="53878"/>
                </a:lnTo>
                <a:lnTo>
                  <a:pt x="186079" y="53765"/>
                </a:lnTo>
                <a:lnTo>
                  <a:pt x="185857" y="53651"/>
                </a:lnTo>
                <a:lnTo>
                  <a:pt x="185636" y="53535"/>
                </a:lnTo>
                <a:lnTo>
                  <a:pt x="185418" y="53417"/>
                </a:lnTo>
                <a:lnTo>
                  <a:pt x="185200" y="53297"/>
                </a:lnTo>
                <a:lnTo>
                  <a:pt x="184985" y="53175"/>
                </a:lnTo>
                <a:lnTo>
                  <a:pt x="184772" y="53050"/>
                </a:lnTo>
                <a:lnTo>
                  <a:pt x="184563" y="52923"/>
                </a:lnTo>
                <a:lnTo>
                  <a:pt x="184359" y="52792"/>
                </a:lnTo>
                <a:lnTo>
                  <a:pt x="184159" y="52658"/>
                </a:lnTo>
                <a:lnTo>
                  <a:pt x="183963" y="52522"/>
                </a:lnTo>
                <a:lnTo>
                  <a:pt x="183771" y="52381"/>
                </a:lnTo>
                <a:lnTo>
                  <a:pt x="183583" y="52238"/>
                </a:lnTo>
                <a:lnTo>
                  <a:pt x="183400" y="52092"/>
                </a:lnTo>
                <a:lnTo>
                  <a:pt x="183220" y="51943"/>
                </a:lnTo>
                <a:lnTo>
                  <a:pt x="183045" y="51790"/>
                </a:lnTo>
                <a:lnTo>
                  <a:pt x="182874" y="51634"/>
                </a:lnTo>
                <a:lnTo>
                  <a:pt x="182708" y="51475"/>
                </a:lnTo>
                <a:lnTo>
                  <a:pt x="182545" y="51313"/>
                </a:lnTo>
                <a:lnTo>
                  <a:pt x="182387" y="51148"/>
                </a:lnTo>
                <a:lnTo>
                  <a:pt x="182232" y="50980"/>
                </a:lnTo>
                <a:lnTo>
                  <a:pt x="182082" y="50808"/>
                </a:lnTo>
                <a:lnTo>
                  <a:pt x="181937" y="50634"/>
                </a:lnTo>
                <a:lnTo>
                  <a:pt x="181795" y="50456"/>
                </a:lnTo>
                <a:lnTo>
                  <a:pt x="181658" y="50275"/>
                </a:lnTo>
                <a:lnTo>
                  <a:pt x="181524" y="50091"/>
                </a:lnTo>
                <a:lnTo>
                  <a:pt x="181395" y="49904"/>
                </a:lnTo>
                <a:lnTo>
                  <a:pt x="181270" y="49714"/>
                </a:lnTo>
                <a:lnTo>
                  <a:pt x="181150" y="49520"/>
                </a:lnTo>
                <a:lnTo>
                  <a:pt x="181033" y="49324"/>
                </a:lnTo>
                <a:lnTo>
                  <a:pt x="180922" y="49124"/>
                </a:lnTo>
                <a:lnTo>
                  <a:pt x="180818" y="48919"/>
                </a:lnTo>
                <a:lnTo>
                  <a:pt x="180721" y="48711"/>
                </a:lnTo>
                <a:lnTo>
                  <a:pt x="180631" y="48499"/>
                </a:lnTo>
                <a:lnTo>
                  <a:pt x="180547" y="48282"/>
                </a:lnTo>
                <a:lnTo>
                  <a:pt x="180470" y="48062"/>
                </a:lnTo>
                <a:lnTo>
                  <a:pt x="180400" y="47837"/>
                </a:lnTo>
                <a:lnTo>
                  <a:pt x="180338" y="47609"/>
                </a:lnTo>
                <a:lnTo>
                  <a:pt x="180281" y="47376"/>
                </a:lnTo>
                <a:lnTo>
                  <a:pt x="180232" y="47139"/>
                </a:lnTo>
                <a:lnTo>
                  <a:pt x="180190" y="46898"/>
                </a:lnTo>
                <a:lnTo>
                  <a:pt x="180154" y="46653"/>
                </a:lnTo>
                <a:lnTo>
                  <a:pt x="180126" y="46404"/>
                </a:lnTo>
                <a:lnTo>
                  <a:pt x="180104" y="46151"/>
                </a:lnTo>
                <a:lnTo>
                  <a:pt x="180089" y="45894"/>
                </a:lnTo>
                <a:lnTo>
                  <a:pt x="180081" y="45633"/>
                </a:lnTo>
                <a:lnTo>
                  <a:pt x="180080" y="45368"/>
                </a:lnTo>
                <a:lnTo>
                  <a:pt x="180085" y="45098"/>
                </a:lnTo>
                <a:lnTo>
                  <a:pt x="180098" y="44825"/>
                </a:lnTo>
                <a:lnTo>
                  <a:pt x="180117" y="44548"/>
                </a:lnTo>
                <a:lnTo>
                  <a:pt x="180143" y="44266"/>
                </a:lnTo>
                <a:lnTo>
                  <a:pt x="180176" y="43980"/>
                </a:lnTo>
                <a:lnTo>
                  <a:pt x="180216" y="43691"/>
                </a:lnTo>
                <a:lnTo>
                  <a:pt x="180263" y="43397"/>
                </a:lnTo>
                <a:lnTo>
                  <a:pt x="180334" y="43026"/>
                </a:lnTo>
                <a:lnTo>
                  <a:pt x="180412" y="42661"/>
                </a:lnTo>
                <a:lnTo>
                  <a:pt x="180499" y="42301"/>
                </a:lnTo>
                <a:lnTo>
                  <a:pt x="180592" y="41948"/>
                </a:lnTo>
                <a:lnTo>
                  <a:pt x="180694" y="41600"/>
                </a:lnTo>
                <a:lnTo>
                  <a:pt x="180803" y="41258"/>
                </a:lnTo>
                <a:lnTo>
                  <a:pt x="180920" y="40922"/>
                </a:lnTo>
                <a:lnTo>
                  <a:pt x="181044" y="40592"/>
                </a:lnTo>
                <a:lnTo>
                  <a:pt x="181177" y="40267"/>
                </a:lnTo>
                <a:lnTo>
                  <a:pt x="181317" y="39948"/>
                </a:lnTo>
                <a:lnTo>
                  <a:pt x="181464" y="39636"/>
                </a:lnTo>
                <a:lnTo>
                  <a:pt x="181619" y="39328"/>
                </a:lnTo>
                <a:lnTo>
                  <a:pt x="181782" y="39027"/>
                </a:lnTo>
                <a:lnTo>
                  <a:pt x="181953" y="38732"/>
                </a:lnTo>
                <a:lnTo>
                  <a:pt x="182131" y="38442"/>
                </a:lnTo>
                <a:lnTo>
                  <a:pt x="182317" y="38158"/>
                </a:lnTo>
                <a:lnTo>
                  <a:pt x="182510" y="37880"/>
                </a:lnTo>
                <a:lnTo>
                  <a:pt x="182712" y="37608"/>
                </a:lnTo>
                <a:lnTo>
                  <a:pt x="182921" y="37342"/>
                </a:lnTo>
                <a:lnTo>
                  <a:pt x="183137" y="37081"/>
                </a:lnTo>
                <a:lnTo>
                  <a:pt x="183362" y="36827"/>
                </a:lnTo>
                <a:lnTo>
                  <a:pt x="183594" y="36578"/>
                </a:lnTo>
                <a:lnTo>
                  <a:pt x="183833" y="36334"/>
                </a:lnTo>
                <a:lnTo>
                  <a:pt x="184080" y="36097"/>
                </a:lnTo>
                <a:lnTo>
                  <a:pt x="184334" y="35865"/>
                </a:lnTo>
                <a:lnTo>
                  <a:pt x="184590" y="35639"/>
                </a:lnTo>
                <a:lnTo>
                  <a:pt x="184851" y="35417"/>
                </a:lnTo>
                <a:lnTo>
                  <a:pt x="185116" y="35200"/>
                </a:lnTo>
                <a:lnTo>
                  <a:pt x="185384" y="34989"/>
                </a:lnTo>
                <a:lnTo>
                  <a:pt x="185656" y="34783"/>
                </a:lnTo>
                <a:lnTo>
                  <a:pt x="185932" y="34582"/>
                </a:lnTo>
                <a:lnTo>
                  <a:pt x="186212" y="34386"/>
                </a:lnTo>
                <a:lnTo>
                  <a:pt x="186496" y="34195"/>
                </a:lnTo>
                <a:lnTo>
                  <a:pt x="186784" y="34009"/>
                </a:lnTo>
                <a:lnTo>
                  <a:pt x="187075" y="33828"/>
                </a:lnTo>
                <a:lnTo>
                  <a:pt x="187370" y="33653"/>
                </a:lnTo>
                <a:lnTo>
                  <a:pt x="187669" y="33482"/>
                </a:lnTo>
                <a:lnTo>
                  <a:pt x="187972" y="33317"/>
                </a:lnTo>
                <a:lnTo>
                  <a:pt x="188279" y="33157"/>
                </a:lnTo>
                <a:lnTo>
                  <a:pt x="188590" y="33002"/>
                </a:lnTo>
                <a:lnTo>
                  <a:pt x="188904" y="32852"/>
                </a:lnTo>
                <a:lnTo>
                  <a:pt x="189223" y="32707"/>
                </a:lnTo>
                <a:lnTo>
                  <a:pt x="189545" y="32567"/>
                </a:lnTo>
                <a:lnTo>
                  <a:pt x="189871" y="32432"/>
                </a:lnTo>
                <a:lnTo>
                  <a:pt x="190200" y="32303"/>
                </a:lnTo>
                <a:lnTo>
                  <a:pt x="190534" y="32178"/>
                </a:lnTo>
                <a:lnTo>
                  <a:pt x="190872" y="32059"/>
                </a:lnTo>
                <a:lnTo>
                  <a:pt x="191213" y="31945"/>
                </a:lnTo>
                <a:lnTo>
                  <a:pt x="191556" y="31836"/>
                </a:lnTo>
                <a:lnTo>
                  <a:pt x="191899" y="31731"/>
                </a:lnTo>
                <a:lnTo>
                  <a:pt x="192242" y="31631"/>
                </a:lnTo>
                <a:lnTo>
                  <a:pt x="192585" y="31536"/>
                </a:lnTo>
                <a:lnTo>
                  <a:pt x="192927" y="31445"/>
                </a:lnTo>
                <a:lnTo>
                  <a:pt x="193270" y="31359"/>
                </a:lnTo>
                <a:lnTo>
                  <a:pt x="193613" y="31278"/>
                </a:lnTo>
                <a:lnTo>
                  <a:pt x="193955" y="31201"/>
                </a:lnTo>
                <a:lnTo>
                  <a:pt x="194297" y="31129"/>
                </a:lnTo>
                <a:lnTo>
                  <a:pt x="194639" y="31061"/>
                </a:lnTo>
                <a:lnTo>
                  <a:pt x="194981" y="30999"/>
                </a:lnTo>
                <a:lnTo>
                  <a:pt x="195323" y="30940"/>
                </a:lnTo>
                <a:lnTo>
                  <a:pt x="195665" y="30887"/>
                </a:lnTo>
                <a:lnTo>
                  <a:pt x="196007" y="30838"/>
                </a:lnTo>
                <a:lnTo>
                  <a:pt x="196348" y="30794"/>
                </a:lnTo>
                <a:lnTo>
                  <a:pt x="196690" y="30754"/>
                </a:lnTo>
                <a:lnTo>
                  <a:pt x="197031" y="30720"/>
                </a:lnTo>
                <a:lnTo>
                  <a:pt x="197372" y="30689"/>
                </a:lnTo>
                <a:lnTo>
                  <a:pt x="197713" y="30664"/>
                </a:lnTo>
                <a:lnTo>
                  <a:pt x="198054" y="30643"/>
                </a:lnTo>
                <a:lnTo>
                  <a:pt x="198395" y="30626"/>
                </a:lnTo>
                <a:lnTo>
                  <a:pt x="198736" y="30615"/>
                </a:lnTo>
                <a:lnTo>
                  <a:pt x="199076" y="30608"/>
                </a:lnTo>
                <a:lnTo>
                  <a:pt x="199417" y="30606"/>
                </a:lnTo>
                <a:lnTo>
                  <a:pt x="199789" y="30614"/>
                </a:lnTo>
                <a:lnTo>
                  <a:pt x="200159" y="30628"/>
                </a:lnTo>
                <a:lnTo>
                  <a:pt x="200526" y="30648"/>
                </a:lnTo>
                <a:lnTo>
                  <a:pt x="200891" y="30673"/>
                </a:lnTo>
                <a:lnTo>
                  <a:pt x="201253" y="30705"/>
                </a:lnTo>
                <a:lnTo>
                  <a:pt x="201612" y="30742"/>
                </a:lnTo>
                <a:lnTo>
                  <a:pt x="201969" y="30784"/>
                </a:lnTo>
                <a:lnTo>
                  <a:pt x="202322" y="30833"/>
                </a:lnTo>
                <a:lnTo>
                  <a:pt x="202674" y="30887"/>
                </a:lnTo>
                <a:lnTo>
                  <a:pt x="203022" y="30946"/>
                </a:lnTo>
                <a:lnTo>
                  <a:pt x="203368" y="31012"/>
                </a:lnTo>
                <a:lnTo>
                  <a:pt x="203711" y="31083"/>
                </a:lnTo>
                <a:lnTo>
                  <a:pt x="204052" y="31160"/>
                </a:lnTo>
                <a:lnTo>
                  <a:pt x="204390" y="31242"/>
                </a:lnTo>
                <a:lnTo>
                  <a:pt x="204725" y="31330"/>
                </a:lnTo>
                <a:lnTo>
                  <a:pt x="205057" y="31424"/>
                </a:lnTo>
                <a:lnTo>
                  <a:pt x="205387" y="31524"/>
                </a:lnTo>
                <a:lnTo>
                  <a:pt x="205714" y="31629"/>
                </a:lnTo>
                <a:lnTo>
                  <a:pt x="206038" y="31740"/>
                </a:lnTo>
                <a:lnTo>
                  <a:pt x="206360" y="31857"/>
                </a:lnTo>
                <a:lnTo>
                  <a:pt x="206679" y="31979"/>
                </a:lnTo>
                <a:lnTo>
                  <a:pt x="206996" y="32107"/>
                </a:lnTo>
                <a:lnTo>
                  <a:pt x="207310" y="32241"/>
                </a:lnTo>
                <a:lnTo>
                  <a:pt x="207621" y="32380"/>
                </a:lnTo>
                <a:lnTo>
                  <a:pt x="207928" y="32525"/>
                </a:lnTo>
                <a:lnTo>
                  <a:pt x="208229" y="32676"/>
                </a:lnTo>
                <a:lnTo>
                  <a:pt x="208525" y="32831"/>
                </a:lnTo>
                <a:lnTo>
                  <a:pt x="208815" y="32992"/>
                </a:lnTo>
                <a:lnTo>
                  <a:pt x="209100" y="33159"/>
                </a:lnTo>
                <a:lnTo>
                  <a:pt x="209379" y="33330"/>
                </a:lnTo>
                <a:lnTo>
                  <a:pt x="209652" y="33508"/>
                </a:lnTo>
                <a:lnTo>
                  <a:pt x="209920" y="33690"/>
                </a:lnTo>
                <a:lnTo>
                  <a:pt x="210182" y="33878"/>
                </a:lnTo>
                <a:lnTo>
                  <a:pt x="210439" y="34071"/>
                </a:lnTo>
                <a:lnTo>
                  <a:pt x="210690" y="34269"/>
                </a:lnTo>
                <a:lnTo>
                  <a:pt x="210936" y="34473"/>
                </a:lnTo>
                <a:lnTo>
                  <a:pt x="211176" y="34682"/>
                </a:lnTo>
                <a:lnTo>
                  <a:pt x="211410" y="34897"/>
                </a:lnTo>
                <a:lnTo>
                  <a:pt x="211639" y="35117"/>
                </a:lnTo>
                <a:lnTo>
                  <a:pt x="211862" y="35342"/>
                </a:lnTo>
                <a:lnTo>
                  <a:pt x="212080" y="35572"/>
                </a:lnTo>
                <a:lnTo>
                  <a:pt x="212292" y="35808"/>
                </a:lnTo>
                <a:lnTo>
                  <a:pt x="212498" y="36050"/>
                </a:lnTo>
                <a:lnTo>
                  <a:pt x="212699" y="36296"/>
                </a:lnTo>
                <a:lnTo>
                  <a:pt x="212895" y="36548"/>
                </a:lnTo>
                <a:lnTo>
                  <a:pt x="213084" y="36805"/>
                </a:lnTo>
                <a:lnTo>
                  <a:pt x="213268" y="37068"/>
                </a:lnTo>
                <a:lnTo>
                  <a:pt x="213447" y="37336"/>
                </a:lnTo>
                <a:lnTo>
                  <a:pt x="213618" y="37609"/>
                </a:lnTo>
                <a:lnTo>
                  <a:pt x="213781" y="37888"/>
                </a:lnTo>
                <a:lnTo>
                  <a:pt x="213935" y="38172"/>
                </a:lnTo>
                <a:lnTo>
                  <a:pt x="214080" y="38461"/>
                </a:lnTo>
                <a:lnTo>
                  <a:pt x="214217" y="38755"/>
                </a:lnTo>
                <a:lnTo>
                  <a:pt x="214345" y="39054"/>
                </a:lnTo>
                <a:lnTo>
                  <a:pt x="214464" y="39359"/>
                </a:lnTo>
                <a:lnTo>
                  <a:pt x="214574" y="39669"/>
                </a:lnTo>
                <a:lnTo>
                  <a:pt x="214676" y="39984"/>
                </a:lnTo>
                <a:lnTo>
                  <a:pt x="214769" y="40304"/>
                </a:lnTo>
                <a:lnTo>
                  <a:pt x="214853" y="40630"/>
                </a:lnTo>
                <a:lnTo>
                  <a:pt x="214929" y="40961"/>
                </a:lnTo>
                <a:lnTo>
                  <a:pt x="214996" y="41297"/>
                </a:lnTo>
                <a:lnTo>
                  <a:pt x="215054" y="41638"/>
                </a:lnTo>
                <a:lnTo>
                  <a:pt x="215103" y="41985"/>
                </a:lnTo>
                <a:lnTo>
                  <a:pt x="215144" y="42337"/>
                </a:lnTo>
                <a:lnTo>
                  <a:pt x="215176" y="42694"/>
                </a:lnTo>
                <a:lnTo>
                  <a:pt x="215199" y="43056"/>
                </a:lnTo>
                <a:lnTo>
                  <a:pt x="215213" y="43423"/>
                </a:lnTo>
                <a:lnTo>
                  <a:pt x="215219" y="43796"/>
                </a:lnTo>
                <a:lnTo>
                  <a:pt x="215216" y="44174"/>
                </a:lnTo>
                <a:lnTo>
                  <a:pt x="215204" y="44557"/>
                </a:lnTo>
                <a:lnTo>
                  <a:pt x="215184" y="44945"/>
                </a:lnTo>
                <a:lnTo>
                  <a:pt x="215155" y="45339"/>
                </a:lnTo>
                <a:lnTo>
                  <a:pt x="222990" y="45406"/>
                </a:lnTo>
                <a:lnTo>
                  <a:pt x="223023" y="44819"/>
                </a:lnTo>
                <a:lnTo>
                  <a:pt x="223043" y="44239"/>
                </a:lnTo>
                <a:lnTo>
                  <a:pt x="223051" y="43667"/>
                </a:lnTo>
                <a:lnTo>
                  <a:pt x="223046" y="43104"/>
                </a:lnTo>
                <a:lnTo>
                  <a:pt x="223029" y="42548"/>
                </a:lnTo>
                <a:lnTo>
                  <a:pt x="222999" y="42001"/>
                </a:lnTo>
                <a:lnTo>
                  <a:pt x="222956" y="41462"/>
                </a:lnTo>
                <a:lnTo>
                  <a:pt x="222901" y="40930"/>
                </a:lnTo>
                <a:lnTo>
                  <a:pt x="222833" y="40407"/>
                </a:lnTo>
                <a:lnTo>
                  <a:pt x="222753" y="39891"/>
                </a:lnTo>
                <a:lnTo>
                  <a:pt x="222660" y="39384"/>
                </a:lnTo>
                <a:lnTo>
                  <a:pt x="222555" y="38885"/>
                </a:lnTo>
                <a:lnTo>
                  <a:pt x="222437" y="38394"/>
                </a:lnTo>
                <a:lnTo>
                  <a:pt x="222307" y="37910"/>
                </a:lnTo>
                <a:lnTo>
                  <a:pt x="222164" y="37435"/>
                </a:lnTo>
                <a:lnTo>
                  <a:pt x="222008" y="36968"/>
                </a:lnTo>
                <a:lnTo>
                  <a:pt x="221840" y="36509"/>
                </a:lnTo>
                <a:lnTo>
                  <a:pt x="221659" y="36057"/>
                </a:lnTo>
                <a:lnTo>
                  <a:pt x="221466" y="35614"/>
                </a:lnTo>
                <a:lnTo>
                  <a:pt x="221260" y="35179"/>
                </a:lnTo>
                <a:lnTo>
                  <a:pt x="221042" y="34752"/>
                </a:lnTo>
                <a:lnTo>
                  <a:pt x="220811" y="34333"/>
                </a:lnTo>
                <a:lnTo>
                  <a:pt x="220568" y="33922"/>
                </a:lnTo>
                <a:lnTo>
                  <a:pt x="220312" y="33519"/>
                </a:lnTo>
                <a:lnTo>
                  <a:pt x="220045" y="33124"/>
                </a:lnTo>
                <a:lnTo>
                  <a:pt x="219771" y="32737"/>
                </a:lnTo>
                <a:lnTo>
                  <a:pt x="219489" y="32358"/>
                </a:lnTo>
                <a:lnTo>
                  <a:pt x="219198" y="31987"/>
                </a:lnTo>
                <a:lnTo>
                  <a:pt x="218900" y="31624"/>
                </a:lnTo>
                <a:lnTo>
                  <a:pt x="218593" y="31269"/>
                </a:lnTo>
                <a:lnTo>
                  <a:pt x="218279" y="30922"/>
                </a:lnTo>
                <a:lnTo>
                  <a:pt x="217956" y="30583"/>
                </a:lnTo>
                <a:lnTo>
                  <a:pt x="217626" y="30252"/>
                </a:lnTo>
                <a:lnTo>
                  <a:pt x="217287" y="29930"/>
                </a:lnTo>
                <a:lnTo>
                  <a:pt x="216941" y="29615"/>
                </a:lnTo>
                <a:lnTo>
                  <a:pt x="216586" y="29308"/>
                </a:lnTo>
                <a:lnTo>
                  <a:pt x="216224" y="29009"/>
                </a:lnTo>
                <a:lnTo>
                  <a:pt x="215853" y="28719"/>
                </a:lnTo>
                <a:lnTo>
                  <a:pt x="215474" y="28436"/>
                </a:lnTo>
                <a:lnTo>
                  <a:pt x="215088" y="28161"/>
                </a:lnTo>
                <a:lnTo>
                  <a:pt x="214693" y="27894"/>
                </a:lnTo>
                <a:lnTo>
                  <a:pt x="214290" y="27636"/>
                </a:lnTo>
                <a:lnTo>
                  <a:pt x="213880" y="27385"/>
                </a:lnTo>
                <a:lnTo>
                  <a:pt x="213461" y="27143"/>
                </a:lnTo>
                <a:lnTo>
                  <a:pt x="213034" y="26908"/>
                </a:lnTo>
                <a:lnTo>
                  <a:pt x="212599" y="26682"/>
                </a:lnTo>
                <a:lnTo>
                  <a:pt x="212157" y="26463"/>
                </a:lnTo>
                <a:lnTo>
                  <a:pt x="211706" y="26252"/>
                </a:lnTo>
                <a:lnTo>
                  <a:pt x="211249" y="26050"/>
                </a:lnTo>
                <a:lnTo>
                  <a:pt x="210788" y="25856"/>
                </a:lnTo>
                <a:lnTo>
                  <a:pt x="210323" y="25671"/>
                </a:lnTo>
                <a:lnTo>
                  <a:pt x="209854" y="25493"/>
                </a:lnTo>
                <a:lnTo>
                  <a:pt x="209381" y="25325"/>
                </a:lnTo>
                <a:lnTo>
                  <a:pt x="208904" y="25164"/>
                </a:lnTo>
                <a:lnTo>
                  <a:pt x="208422" y="25012"/>
                </a:lnTo>
                <a:lnTo>
                  <a:pt x="207937" y="24868"/>
                </a:lnTo>
                <a:lnTo>
                  <a:pt x="207447" y="24733"/>
                </a:lnTo>
                <a:lnTo>
                  <a:pt x="206954" y="24606"/>
                </a:lnTo>
                <a:lnTo>
                  <a:pt x="206456" y="24488"/>
                </a:lnTo>
                <a:lnTo>
                  <a:pt x="205955" y="24377"/>
                </a:lnTo>
                <a:lnTo>
                  <a:pt x="205449" y="24275"/>
                </a:lnTo>
                <a:lnTo>
                  <a:pt x="204939" y="24182"/>
                </a:lnTo>
                <a:lnTo>
                  <a:pt x="204425" y="24097"/>
                </a:lnTo>
                <a:lnTo>
                  <a:pt x="203907" y="24020"/>
                </a:lnTo>
                <a:lnTo>
                  <a:pt x="203385" y="23952"/>
                </a:lnTo>
                <a:lnTo>
                  <a:pt x="202859" y="23892"/>
                </a:lnTo>
                <a:lnTo>
                  <a:pt x="202329" y="23840"/>
                </a:lnTo>
                <a:lnTo>
                  <a:pt x="201795" y="23797"/>
                </a:lnTo>
                <a:lnTo>
                  <a:pt x="201257" y="23762"/>
                </a:lnTo>
                <a:lnTo>
                  <a:pt x="200715" y="23735"/>
                </a:lnTo>
                <a:lnTo>
                  <a:pt x="200168" y="23717"/>
                </a:lnTo>
                <a:lnTo>
                  <a:pt x="199618" y="23708"/>
                </a:lnTo>
                <a:lnTo>
                  <a:pt x="199243" y="23704"/>
                </a:lnTo>
                <a:lnTo>
                  <a:pt x="198869" y="23706"/>
                </a:lnTo>
                <a:lnTo>
                  <a:pt x="198494" y="23711"/>
                </a:lnTo>
                <a:lnTo>
                  <a:pt x="198118" y="23722"/>
                </a:lnTo>
                <a:lnTo>
                  <a:pt x="197742" y="23736"/>
                </a:lnTo>
                <a:lnTo>
                  <a:pt x="197366" y="23756"/>
                </a:lnTo>
                <a:lnTo>
                  <a:pt x="196989" y="23780"/>
                </a:lnTo>
                <a:lnTo>
                  <a:pt x="196611" y="23808"/>
                </a:lnTo>
                <a:lnTo>
                  <a:pt x="196234" y="23841"/>
                </a:lnTo>
                <a:lnTo>
                  <a:pt x="195855" y="23879"/>
                </a:lnTo>
                <a:lnTo>
                  <a:pt x="195476" y="23921"/>
                </a:lnTo>
                <a:lnTo>
                  <a:pt x="195097" y="23967"/>
                </a:lnTo>
                <a:lnTo>
                  <a:pt x="194717" y="24018"/>
                </a:lnTo>
                <a:lnTo>
                  <a:pt x="194337" y="24074"/>
                </a:lnTo>
                <a:lnTo>
                  <a:pt x="193957" y="24134"/>
                </a:lnTo>
                <a:lnTo>
                  <a:pt x="193575" y="24199"/>
                </a:lnTo>
                <a:lnTo>
                  <a:pt x="193194" y="24268"/>
                </a:lnTo>
                <a:lnTo>
                  <a:pt x="192812" y="24342"/>
                </a:lnTo>
                <a:lnTo>
                  <a:pt x="192429" y="24420"/>
                </a:lnTo>
                <a:lnTo>
                  <a:pt x="192046" y="24503"/>
                </a:lnTo>
                <a:lnTo>
                  <a:pt x="191663" y="24590"/>
                </a:lnTo>
                <a:lnTo>
                  <a:pt x="191279" y="24682"/>
                </a:lnTo>
                <a:lnTo>
                  <a:pt x="190894" y="24779"/>
                </a:lnTo>
                <a:lnTo>
                  <a:pt x="190510" y="24880"/>
                </a:lnTo>
                <a:lnTo>
                  <a:pt x="190126" y="24985"/>
                </a:lnTo>
                <a:lnTo>
                  <a:pt x="189744" y="25095"/>
                </a:lnTo>
                <a:lnTo>
                  <a:pt x="189365" y="25209"/>
                </a:lnTo>
                <a:lnTo>
                  <a:pt x="188989" y="25328"/>
                </a:lnTo>
                <a:lnTo>
                  <a:pt x="188615" y="25451"/>
                </a:lnTo>
                <a:lnTo>
                  <a:pt x="188243" y="25579"/>
                </a:lnTo>
                <a:lnTo>
                  <a:pt x="187874" y="25711"/>
                </a:lnTo>
                <a:lnTo>
                  <a:pt x="187507" y="25847"/>
                </a:lnTo>
                <a:lnTo>
                  <a:pt x="187143" y="25988"/>
                </a:lnTo>
                <a:lnTo>
                  <a:pt x="186781" y="26133"/>
                </a:lnTo>
                <a:lnTo>
                  <a:pt x="186421" y="26283"/>
                </a:lnTo>
                <a:lnTo>
                  <a:pt x="186064" y="26437"/>
                </a:lnTo>
                <a:lnTo>
                  <a:pt x="185710" y="26595"/>
                </a:lnTo>
                <a:lnTo>
                  <a:pt x="185358" y="26758"/>
                </a:lnTo>
                <a:lnTo>
                  <a:pt x="185008" y="26925"/>
                </a:lnTo>
                <a:lnTo>
                  <a:pt x="184661" y="27097"/>
                </a:lnTo>
                <a:lnTo>
                  <a:pt x="184316" y="27273"/>
                </a:lnTo>
                <a:lnTo>
                  <a:pt x="183974" y="27454"/>
                </a:lnTo>
                <a:lnTo>
                  <a:pt x="183634" y="27639"/>
                </a:lnTo>
                <a:lnTo>
                  <a:pt x="183296" y="27828"/>
                </a:lnTo>
                <a:lnTo>
                  <a:pt x="182961" y="28022"/>
                </a:lnTo>
                <a:lnTo>
                  <a:pt x="182629" y="28220"/>
                </a:lnTo>
                <a:lnTo>
                  <a:pt x="182299" y="28423"/>
                </a:lnTo>
                <a:lnTo>
                  <a:pt x="181971" y="28630"/>
                </a:lnTo>
                <a:lnTo>
                  <a:pt x="181647" y="28841"/>
                </a:lnTo>
                <a:lnTo>
                  <a:pt x="181327" y="29057"/>
                </a:lnTo>
                <a:lnTo>
                  <a:pt x="181012" y="29277"/>
                </a:lnTo>
                <a:lnTo>
                  <a:pt x="180702" y="29501"/>
                </a:lnTo>
                <a:lnTo>
                  <a:pt x="180397" y="29730"/>
                </a:lnTo>
                <a:lnTo>
                  <a:pt x="180096" y="29963"/>
                </a:lnTo>
                <a:lnTo>
                  <a:pt x="179799" y="30200"/>
                </a:lnTo>
                <a:lnTo>
                  <a:pt x="179508" y="30442"/>
                </a:lnTo>
                <a:lnTo>
                  <a:pt x="179221" y="30688"/>
                </a:lnTo>
                <a:lnTo>
                  <a:pt x="178939" y="30938"/>
                </a:lnTo>
                <a:lnTo>
                  <a:pt x="178661" y="31192"/>
                </a:lnTo>
                <a:lnTo>
                  <a:pt x="178388" y="31451"/>
                </a:lnTo>
                <a:lnTo>
                  <a:pt x="178120" y="31714"/>
                </a:lnTo>
                <a:lnTo>
                  <a:pt x="177856" y="31981"/>
                </a:lnTo>
                <a:lnTo>
                  <a:pt x="177597" y="32253"/>
                </a:lnTo>
                <a:lnTo>
                  <a:pt x="177342" y="32529"/>
                </a:lnTo>
                <a:lnTo>
                  <a:pt x="177093" y="32809"/>
                </a:lnTo>
                <a:lnTo>
                  <a:pt x="176848" y="33094"/>
                </a:lnTo>
                <a:lnTo>
                  <a:pt x="176607" y="33383"/>
                </a:lnTo>
                <a:lnTo>
                  <a:pt x="176371" y="33676"/>
                </a:lnTo>
                <a:lnTo>
                  <a:pt x="176140" y="33973"/>
                </a:lnTo>
                <a:lnTo>
                  <a:pt x="175914" y="34275"/>
                </a:lnTo>
                <a:lnTo>
                  <a:pt x="175692" y="34581"/>
                </a:lnTo>
                <a:lnTo>
                  <a:pt x="175475" y="34892"/>
                </a:lnTo>
                <a:lnTo>
                  <a:pt x="175264" y="35206"/>
                </a:lnTo>
                <a:lnTo>
                  <a:pt x="175060" y="35526"/>
                </a:lnTo>
                <a:lnTo>
                  <a:pt x="174863" y="35849"/>
                </a:lnTo>
                <a:lnTo>
                  <a:pt x="174674" y="36177"/>
                </a:lnTo>
                <a:lnTo>
                  <a:pt x="174492" y="36510"/>
                </a:lnTo>
                <a:lnTo>
                  <a:pt x="174317" y="36846"/>
                </a:lnTo>
                <a:lnTo>
                  <a:pt x="174150" y="37188"/>
                </a:lnTo>
                <a:lnTo>
                  <a:pt x="173990" y="37533"/>
                </a:lnTo>
                <a:lnTo>
                  <a:pt x="173838" y="37883"/>
                </a:lnTo>
                <a:lnTo>
                  <a:pt x="173692" y="38238"/>
                </a:lnTo>
                <a:lnTo>
                  <a:pt x="173554" y="38597"/>
                </a:lnTo>
                <a:lnTo>
                  <a:pt x="173424" y="38960"/>
                </a:lnTo>
                <a:lnTo>
                  <a:pt x="173300" y="39328"/>
                </a:lnTo>
                <a:lnTo>
                  <a:pt x="173184" y="39700"/>
                </a:lnTo>
                <a:lnTo>
                  <a:pt x="173076" y="40077"/>
                </a:lnTo>
                <a:lnTo>
                  <a:pt x="172974" y="40458"/>
                </a:lnTo>
                <a:lnTo>
                  <a:pt x="172880" y="40843"/>
                </a:lnTo>
                <a:lnTo>
                  <a:pt x="172794" y="41233"/>
                </a:lnTo>
                <a:lnTo>
                  <a:pt x="172714" y="41627"/>
                </a:lnTo>
                <a:lnTo>
                  <a:pt x="172642" y="42026"/>
                </a:lnTo>
                <a:lnTo>
                  <a:pt x="172578" y="42429"/>
                </a:lnTo>
                <a:lnTo>
                  <a:pt x="172520" y="42837"/>
                </a:lnTo>
                <a:lnTo>
                  <a:pt x="172470" y="43248"/>
                </a:lnTo>
                <a:lnTo>
                  <a:pt x="172428" y="43665"/>
                </a:lnTo>
                <a:lnTo>
                  <a:pt x="172392" y="44075"/>
                </a:lnTo>
                <a:lnTo>
                  <a:pt x="172365" y="44480"/>
                </a:lnTo>
                <a:lnTo>
                  <a:pt x="172346" y="44880"/>
                </a:lnTo>
                <a:lnTo>
                  <a:pt x="172335" y="45274"/>
                </a:lnTo>
                <a:lnTo>
                  <a:pt x="172331" y="45663"/>
                </a:lnTo>
                <a:lnTo>
                  <a:pt x="172335" y="46046"/>
                </a:lnTo>
                <a:lnTo>
                  <a:pt x="172348" y="46425"/>
                </a:lnTo>
                <a:lnTo>
                  <a:pt x="172368" y="46798"/>
                </a:lnTo>
                <a:lnTo>
                  <a:pt x="172396" y="47165"/>
                </a:lnTo>
                <a:lnTo>
                  <a:pt x="172432" y="47527"/>
                </a:lnTo>
                <a:lnTo>
                  <a:pt x="172476" y="47884"/>
                </a:lnTo>
                <a:lnTo>
                  <a:pt x="172528" y="48236"/>
                </a:lnTo>
                <a:lnTo>
                  <a:pt x="172588" y="48582"/>
                </a:lnTo>
                <a:lnTo>
                  <a:pt x="172655" y="48922"/>
                </a:lnTo>
                <a:lnTo>
                  <a:pt x="172731" y="49258"/>
                </a:lnTo>
                <a:lnTo>
                  <a:pt x="172814" y="49588"/>
                </a:lnTo>
                <a:lnTo>
                  <a:pt x="172906" y="49913"/>
                </a:lnTo>
                <a:lnTo>
                  <a:pt x="173005" y="50232"/>
                </a:lnTo>
                <a:lnTo>
                  <a:pt x="173112" y="50546"/>
                </a:lnTo>
                <a:lnTo>
                  <a:pt x="173227" y="50855"/>
                </a:lnTo>
                <a:lnTo>
                  <a:pt x="173350" y="51158"/>
                </a:lnTo>
                <a:lnTo>
                  <a:pt x="173481" y="51456"/>
                </a:lnTo>
                <a:lnTo>
                  <a:pt x="173620" y="51749"/>
                </a:lnTo>
                <a:lnTo>
                  <a:pt x="173767" y="52036"/>
                </a:lnTo>
                <a:lnTo>
                  <a:pt x="173920" y="52319"/>
                </a:lnTo>
                <a:lnTo>
                  <a:pt x="174079" y="52597"/>
                </a:lnTo>
                <a:lnTo>
                  <a:pt x="174243" y="52872"/>
                </a:lnTo>
                <a:lnTo>
                  <a:pt x="174412" y="53142"/>
                </a:lnTo>
                <a:lnTo>
                  <a:pt x="174586" y="53408"/>
                </a:lnTo>
                <a:lnTo>
                  <a:pt x="174765" y="53671"/>
                </a:lnTo>
                <a:lnTo>
                  <a:pt x="174950" y="53929"/>
                </a:lnTo>
                <a:lnTo>
                  <a:pt x="175140" y="54183"/>
                </a:lnTo>
                <a:lnTo>
                  <a:pt x="175335" y="54433"/>
                </a:lnTo>
                <a:lnTo>
                  <a:pt x="175535" y="54679"/>
                </a:lnTo>
                <a:lnTo>
                  <a:pt x="175741" y="54921"/>
                </a:lnTo>
                <a:lnTo>
                  <a:pt x="175952" y="55159"/>
                </a:lnTo>
                <a:lnTo>
                  <a:pt x="176168" y="55392"/>
                </a:lnTo>
                <a:lnTo>
                  <a:pt x="176389" y="55622"/>
                </a:lnTo>
                <a:lnTo>
                  <a:pt x="176616" y="55848"/>
                </a:lnTo>
                <a:lnTo>
                  <a:pt x="176848" y="56069"/>
                </a:lnTo>
                <a:lnTo>
                  <a:pt x="177085" y="56287"/>
                </a:lnTo>
                <a:lnTo>
                  <a:pt x="177327" y="56500"/>
                </a:lnTo>
                <a:lnTo>
                  <a:pt x="177574" y="56710"/>
                </a:lnTo>
                <a:lnTo>
                  <a:pt x="177827" y="56915"/>
                </a:lnTo>
                <a:lnTo>
                  <a:pt x="178085" y="57116"/>
                </a:lnTo>
                <a:lnTo>
                  <a:pt x="178348" y="57313"/>
                </a:lnTo>
                <a:lnTo>
                  <a:pt x="178617" y="57506"/>
                </a:lnTo>
                <a:lnTo>
                  <a:pt x="178890" y="57695"/>
                </a:lnTo>
                <a:lnTo>
                  <a:pt x="179168" y="57881"/>
                </a:lnTo>
                <a:lnTo>
                  <a:pt x="179448" y="58064"/>
                </a:lnTo>
                <a:lnTo>
                  <a:pt x="179730" y="58244"/>
                </a:lnTo>
                <a:lnTo>
                  <a:pt x="180016" y="58421"/>
                </a:lnTo>
                <a:lnTo>
                  <a:pt x="180303" y="58595"/>
                </a:lnTo>
                <a:lnTo>
                  <a:pt x="180594" y="58767"/>
                </a:lnTo>
                <a:lnTo>
                  <a:pt x="180887" y="58936"/>
                </a:lnTo>
                <a:lnTo>
                  <a:pt x="181182" y="59102"/>
                </a:lnTo>
                <a:lnTo>
                  <a:pt x="181480" y="59265"/>
                </a:lnTo>
                <a:lnTo>
                  <a:pt x="181781" y="59425"/>
                </a:lnTo>
                <a:lnTo>
                  <a:pt x="182084" y="59583"/>
                </a:lnTo>
                <a:lnTo>
                  <a:pt x="182389" y="59738"/>
                </a:lnTo>
                <a:lnTo>
                  <a:pt x="182698" y="59890"/>
                </a:lnTo>
                <a:lnTo>
                  <a:pt x="183008" y="60039"/>
                </a:lnTo>
                <a:lnTo>
                  <a:pt x="183322" y="60186"/>
                </a:lnTo>
                <a:lnTo>
                  <a:pt x="183638" y="60329"/>
                </a:lnTo>
                <a:lnTo>
                  <a:pt x="183956" y="60470"/>
                </a:lnTo>
                <a:lnTo>
                  <a:pt x="184277" y="60608"/>
                </a:lnTo>
                <a:lnTo>
                  <a:pt x="184601" y="60744"/>
                </a:lnTo>
                <a:lnTo>
                  <a:pt x="184927" y="60876"/>
                </a:lnTo>
                <a:lnTo>
                  <a:pt x="185256" y="61006"/>
                </a:lnTo>
                <a:lnTo>
                  <a:pt x="185587" y="61133"/>
                </a:lnTo>
                <a:lnTo>
                  <a:pt x="185921" y="61257"/>
                </a:lnTo>
                <a:lnTo>
                  <a:pt x="186257" y="61379"/>
                </a:lnTo>
                <a:lnTo>
                  <a:pt x="186594" y="61498"/>
                </a:lnTo>
                <a:lnTo>
                  <a:pt x="186932" y="61616"/>
                </a:lnTo>
                <a:lnTo>
                  <a:pt x="187268" y="61732"/>
                </a:lnTo>
                <a:lnTo>
                  <a:pt x="187605" y="61846"/>
                </a:lnTo>
                <a:lnTo>
                  <a:pt x="187941" y="61960"/>
                </a:lnTo>
                <a:lnTo>
                  <a:pt x="188277" y="62071"/>
                </a:lnTo>
                <a:lnTo>
                  <a:pt x="188612" y="62181"/>
                </a:lnTo>
                <a:lnTo>
                  <a:pt x="188947" y="62290"/>
                </a:lnTo>
                <a:lnTo>
                  <a:pt x="189282" y="62397"/>
                </a:lnTo>
                <a:lnTo>
                  <a:pt x="189616" y="62503"/>
                </a:lnTo>
                <a:lnTo>
                  <a:pt x="189950" y="62607"/>
                </a:lnTo>
                <a:lnTo>
                  <a:pt x="190284" y="62710"/>
                </a:lnTo>
                <a:lnTo>
                  <a:pt x="190617" y="62811"/>
                </a:lnTo>
                <a:lnTo>
                  <a:pt x="190950" y="62910"/>
                </a:lnTo>
                <a:lnTo>
                  <a:pt x="191282" y="63008"/>
                </a:lnTo>
                <a:lnTo>
                  <a:pt x="191615" y="63105"/>
                </a:lnTo>
                <a:lnTo>
                  <a:pt x="191947" y="63200"/>
                </a:lnTo>
                <a:lnTo>
                  <a:pt x="192278" y="63294"/>
                </a:lnTo>
                <a:lnTo>
                  <a:pt x="192609" y="63386"/>
                </a:lnTo>
                <a:lnTo>
                  <a:pt x="192940" y="63476"/>
                </a:lnTo>
                <a:lnTo>
                  <a:pt x="193271" y="63565"/>
                </a:lnTo>
                <a:lnTo>
                  <a:pt x="193601" y="63653"/>
                </a:lnTo>
                <a:lnTo>
                  <a:pt x="193931" y="63739"/>
                </a:lnTo>
                <a:lnTo>
                  <a:pt x="194260" y="63823"/>
                </a:lnTo>
                <a:lnTo>
                  <a:pt x="194578" y="63902"/>
                </a:lnTo>
                <a:lnTo>
                  <a:pt x="194898" y="63984"/>
                </a:lnTo>
                <a:lnTo>
                  <a:pt x="195217" y="64068"/>
                </a:lnTo>
                <a:lnTo>
                  <a:pt x="195538" y="64155"/>
                </a:lnTo>
                <a:lnTo>
                  <a:pt x="195859" y="64244"/>
                </a:lnTo>
                <a:lnTo>
                  <a:pt x="196181" y="64336"/>
                </a:lnTo>
                <a:lnTo>
                  <a:pt x="196504" y="64430"/>
                </a:lnTo>
                <a:lnTo>
                  <a:pt x="196827" y="64526"/>
                </a:lnTo>
                <a:lnTo>
                  <a:pt x="197151" y="64625"/>
                </a:lnTo>
                <a:lnTo>
                  <a:pt x="197476" y="64726"/>
                </a:lnTo>
                <a:lnTo>
                  <a:pt x="197801" y="64830"/>
                </a:lnTo>
                <a:lnTo>
                  <a:pt x="198128" y="64936"/>
                </a:lnTo>
                <a:lnTo>
                  <a:pt x="198454" y="65045"/>
                </a:lnTo>
                <a:lnTo>
                  <a:pt x="198782" y="65156"/>
                </a:lnTo>
                <a:lnTo>
                  <a:pt x="199110" y="65270"/>
                </a:lnTo>
                <a:lnTo>
                  <a:pt x="199439" y="65386"/>
                </a:lnTo>
                <a:lnTo>
                  <a:pt x="199769" y="65504"/>
                </a:lnTo>
                <a:lnTo>
                  <a:pt x="200099" y="65625"/>
                </a:lnTo>
                <a:lnTo>
                  <a:pt x="200430" y="65748"/>
                </a:lnTo>
                <a:lnTo>
                  <a:pt x="200762" y="65874"/>
                </a:lnTo>
                <a:lnTo>
                  <a:pt x="201094" y="66002"/>
                </a:lnTo>
                <a:lnTo>
                  <a:pt x="201427" y="66133"/>
                </a:lnTo>
                <a:lnTo>
                  <a:pt x="201761" y="66266"/>
                </a:lnTo>
                <a:lnTo>
                  <a:pt x="202096" y="66401"/>
                </a:lnTo>
                <a:lnTo>
                  <a:pt x="202428" y="66540"/>
                </a:lnTo>
                <a:lnTo>
                  <a:pt x="202755" y="66684"/>
                </a:lnTo>
                <a:lnTo>
                  <a:pt x="203076" y="66832"/>
                </a:lnTo>
                <a:lnTo>
                  <a:pt x="203392" y="66985"/>
                </a:lnTo>
                <a:lnTo>
                  <a:pt x="203703" y="67143"/>
                </a:lnTo>
                <a:lnTo>
                  <a:pt x="204008" y="67305"/>
                </a:lnTo>
                <a:lnTo>
                  <a:pt x="204308" y="67472"/>
                </a:lnTo>
                <a:lnTo>
                  <a:pt x="204603" y="67644"/>
                </a:lnTo>
                <a:lnTo>
                  <a:pt x="204893" y="67820"/>
                </a:lnTo>
                <a:lnTo>
                  <a:pt x="205177" y="68001"/>
                </a:lnTo>
                <a:lnTo>
                  <a:pt x="205455" y="68187"/>
                </a:lnTo>
                <a:lnTo>
                  <a:pt x="205729" y="68377"/>
                </a:lnTo>
                <a:lnTo>
                  <a:pt x="205997" y="68572"/>
                </a:lnTo>
                <a:lnTo>
                  <a:pt x="206259" y="68771"/>
                </a:lnTo>
                <a:lnTo>
                  <a:pt x="206517" y="68976"/>
                </a:lnTo>
                <a:lnTo>
                  <a:pt x="206769" y="69184"/>
                </a:lnTo>
                <a:lnTo>
                  <a:pt x="207015" y="69398"/>
                </a:lnTo>
                <a:lnTo>
                  <a:pt x="207256" y="69616"/>
                </a:lnTo>
                <a:lnTo>
                  <a:pt x="207492" y="69839"/>
                </a:lnTo>
                <a:lnTo>
                  <a:pt x="207723" y="70066"/>
                </a:lnTo>
                <a:lnTo>
                  <a:pt x="207948" y="70298"/>
                </a:lnTo>
                <a:lnTo>
                  <a:pt x="208168" y="70535"/>
                </a:lnTo>
                <a:lnTo>
                  <a:pt x="208383" y="70776"/>
                </a:lnTo>
                <a:lnTo>
                  <a:pt x="208592" y="71022"/>
                </a:lnTo>
                <a:lnTo>
                  <a:pt x="208792" y="71274"/>
                </a:lnTo>
                <a:lnTo>
                  <a:pt x="208982" y="71532"/>
                </a:lnTo>
                <a:lnTo>
                  <a:pt x="209160" y="71796"/>
                </a:lnTo>
                <a:lnTo>
                  <a:pt x="209327" y="72067"/>
                </a:lnTo>
                <a:lnTo>
                  <a:pt x="209482" y="72344"/>
                </a:lnTo>
                <a:lnTo>
                  <a:pt x="209626" y="72628"/>
                </a:lnTo>
                <a:lnTo>
                  <a:pt x="209758" y="72917"/>
                </a:lnTo>
                <a:lnTo>
                  <a:pt x="209879" y="73214"/>
                </a:lnTo>
                <a:lnTo>
                  <a:pt x="209989" y="73516"/>
                </a:lnTo>
                <a:lnTo>
                  <a:pt x="210087" y="73826"/>
                </a:lnTo>
                <a:lnTo>
                  <a:pt x="210174" y="74141"/>
                </a:lnTo>
                <a:lnTo>
                  <a:pt x="210249" y="74463"/>
                </a:lnTo>
                <a:lnTo>
                  <a:pt x="210313" y="74791"/>
                </a:lnTo>
                <a:lnTo>
                  <a:pt x="210366" y="75126"/>
                </a:lnTo>
                <a:lnTo>
                  <a:pt x="210407" y="75467"/>
                </a:lnTo>
                <a:lnTo>
                  <a:pt x="210437" y="75814"/>
                </a:lnTo>
                <a:lnTo>
                  <a:pt x="210456" y="76168"/>
                </a:lnTo>
                <a:lnTo>
                  <a:pt x="210463" y="76529"/>
                </a:lnTo>
                <a:lnTo>
                  <a:pt x="210458" y="76895"/>
                </a:lnTo>
                <a:lnTo>
                  <a:pt x="210443" y="77268"/>
                </a:lnTo>
                <a:lnTo>
                  <a:pt x="210416" y="77648"/>
                </a:lnTo>
                <a:lnTo>
                  <a:pt x="210377" y="78034"/>
                </a:lnTo>
                <a:lnTo>
                  <a:pt x="210327" y="78426"/>
                </a:lnTo>
                <a:lnTo>
                  <a:pt x="210266" y="78824"/>
                </a:lnTo>
                <a:lnTo>
                  <a:pt x="210195" y="79212"/>
                </a:lnTo>
                <a:lnTo>
                  <a:pt x="210115" y="79593"/>
                </a:lnTo>
                <a:lnTo>
                  <a:pt x="210026" y="79968"/>
                </a:lnTo>
                <a:lnTo>
                  <a:pt x="209928" y="80337"/>
                </a:lnTo>
                <a:close/>
                <a:moveTo>
                  <a:pt x="246883" y="97509"/>
                </a:moveTo>
                <a:lnTo>
                  <a:pt x="247820" y="97509"/>
                </a:lnTo>
                <a:lnTo>
                  <a:pt x="252441" y="97509"/>
                </a:lnTo>
                <a:lnTo>
                  <a:pt x="253647" y="97509"/>
                </a:lnTo>
                <a:lnTo>
                  <a:pt x="281105" y="40503"/>
                </a:lnTo>
                <a:lnTo>
                  <a:pt x="282729" y="36308"/>
                </a:lnTo>
                <a:lnTo>
                  <a:pt x="282846" y="39433"/>
                </a:lnTo>
                <a:lnTo>
                  <a:pt x="291083" y="97509"/>
                </a:lnTo>
                <a:lnTo>
                  <a:pt x="291820" y="97509"/>
                </a:lnTo>
                <a:lnTo>
                  <a:pt x="296441" y="97509"/>
                </a:lnTo>
                <a:lnTo>
                  <a:pt x="297780" y="97509"/>
                </a:lnTo>
                <a:lnTo>
                  <a:pt x="330730" y="25114"/>
                </a:lnTo>
                <a:lnTo>
                  <a:pt x="322358" y="25114"/>
                </a:lnTo>
                <a:lnTo>
                  <a:pt x="298383" y="80381"/>
                </a:lnTo>
                <a:lnTo>
                  <a:pt x="295681" y="87434"/>
                </a:lnTo>
                <a:lnTo>
                  <a:pt x="295168" y="80647"/>
                </a:lnTo>
                <a:lnTo>
                  <a:pt x="287936" y="25047"/>
                </a:lnTo>
                <a:lnTo>
                  <a:pt x="282310" y="25047"/>
                </a:lnTo>
                <a:lnTo>
                  <a:pt x="282313" y="25114"/>
                </a:lnTo>
                <a:lnTo>
                  <a:pt x="281239" y="25114"/>
                </a:lnTo>
                <a:lnTo>
                  <a:pt x="254785" y="80315"/>
                </a:lnTo>
                <a:lnTo>
                  <a:pt x="252215" y="86660"/>
                </a:lnTo>
                <a:lnTo>
                  <a:pt x="252106" y="81451"/>
                </a:lnTo>
                <a:lnTo>
                  <a:pt x="246816" y="25114"/>
                </a:lnTo>
                <a:lnTo>
                  <a:pt x="238980" y="25047"/>
                </a:lnTo>
                <a:lnTo>
                  <a:pt x="246883" y="97509"/>
                </a:lnTo>
                <a:close/>
                <a:moveTo>
                  <a:pt x="418714" y="47485"/>
                </a:moveTo>
                <a:lnTo>
                  <a:pt x="418885" y="47114"/>
                </a:lnTo>
                <a:lnTo>
                  <a:pt x="419060" y="46744"/>
                </a:lnTo>
                <a:lnTo>
                  <a:pt x="419238" y="46378"/>
                </a:lnTo>
                <a:lnTo>
                  <a:pt x="419420" y="46015"/>
                </a:lnTo>
                <a:lnTo>
                  <a:pt x="419606" y="45654"/>
                </a:lnTo>
                <a:lnTo>
                  <a:pt x="419795" y="45297"/>
                </a:lnTo>
                <a:lnTo>
                  <a:pt x="419988" y="44944"/>
                </a:lnTo>
                <a:lnTo>
                  <a:pt x="420184" y="44593"/>
                </a:lnTo>
                <a:lnTo>
                  <a:pt x="420384" y="44245"/>
                </a:lnTo>
                <a:lnTo>
                  <a:pt x="420588" y="43901"/>
                </a:lnTo>
                <a:lnTo>
                  <a:pt x="420795" y="43559"/>
                </a:lnTo>
                <a:lnTo>
                  <a:pt x="421006" y="43221"/>
                </a:lnTo>
                <a:lnTo>
                  <a:pt x="421220" y="42886"/>
                </a:lnTo>
                <a:lnTo>
                  <a:pt x="421438" y="42554"/>
                </a:lnTo>
                <a:lnTo>
                  <a:pt x="421660" y="42226"/>
                </a:lnTo>
                <a:lnTo>
                  <a:pt x="421885" y="41900"/>
                </a:lnTo>
                <a:lnTo>
                  <a:pt x="422114" y="41578"/>
                </a:lnTo>
                <a:lnTo>
                  <a:pt x="422347" y="41258"/>
                </a:lnTo>
                <a:lnTo>
                  <a:pt x="422583" y="40942"/>
                </a:lnTo>
                <a:lnTo>
                  <a:pt x="422823" y="40629"/>
                </a:lnTo>
                <a:lnTo>
                  <a:pt x="423066" y="40319"/>
                </a:lnTo>
                <a:lnTo>
                  <a:pt x="423313" y="40012"/>
                </a:lnTo>
                <a:lnTo>
                  <a:pt x="423563" y="39709"/>
                </a:lnTo>
                <a:lnTo>
                  <a:pt x="423817" y="39408"/>
                </a:lnTo>
                <a:lnTo>
                  <a:pt x="424075" y="39111"/>
                </a:lnTo>
                <a:lnTo>
                  <a:pt x="424336" y="38818"/>
                </a:lnTo>
                <a:lnTo>
                  <a:pt x="424602" y="38529"/>
                </a:lnTo>
                <a:lnTo>
                  <a:pt x="424871" y="38246"/>
                </a:lnTo>
                <a:lnTo>
                  <a:pt x="425144" y="37969"/>
                </a:lnTo>
                <a:lnTo>
                  <a:pt x="425421" y="37696"/>
                </a:lnTo>
                <a:lnTo>
                  <a:pt x="425701" y="37428"/>
                </a:lnTo>
                <a:lnTo>
                  <a:pt x="425986" y="37166"/>
                </a:lnTo>
                <a:lnTo>
                  <a:pt x="426274" y="36908"/>
                </a:lnTo>
                <a:lnTo>
                  <a:pt x="426566" y="36656"/>
                </a:lnTo>
                <a:lnTo>
                  <a:pt x="426862" y="36409"/>
                </a:lnTo>
                <a:lnTo>
                  <a:pt x="427162" y="36167"/>
                </a:lnTo>
                <a:lnTo>
                  <a:pt x="427465" y="35930"/>
                </a:lnTo>
                <a:lnTo>
                  <a:pt x="427773" y="35698"/>
                </a:lnTo>
                <a:lnTo>
                  <a:pt x="428084" y="35471"/>
                </a:lnTo>
                <a:lnTo>
                  <a:pt x="428399" y="35250"/>
                </a:lnTo>
                <a:lnTo>
                  <a:pt x="428718" y="35033"/>
                </a:lnTo>
                <a:lnTo>
                  <a:pt x="429041" y="34822"/>
                </a:lnTo>
                <a:lnTo>
                  <a:pt x="429368" y="34615"/>
                </a:lnTo>
                <a:lnTo>
                  <a:pt x="429698" y="34414"/>
                </a:lnTo>
                <a:lnTo>
                  <a:pt x="430033" y="34218"/>
                </a:lnTo>
                <a:lnTo>
                  <a:pt x="430371" y="34027"/>
                </a:lnTo>
                <a:lnTo>
                  <a:pt x="430713" y="33842"/>
                </a:lnTo>
                <a:lnTo>
                  <a:pt x="431059" y="33661"/>
                </a:lnTo>
                <a:lnTo>
                  <a:pt x="431408" y="33485"/>
                </a:lnTo>
                <a:lnTo>
                  <a:pt x="431762" y="33316"/>
                </a:lnTo>
                <a:lnTo>
                  <a:pt x="432119" y="33154"/>
                </a:lnTo>
                <a:lnTo>
                  <a:pt x="432481" y="33000"/>
                </a:lnTo>
                <a:lnTo>
                  <a:pt x="432846" y="32853"/>
                </a:lnTo>
                <a:lnTo>
                  <a:pt x="433216" y="32713"/>
                </a:lnTo>
                <a:lnTo>
                  <a:pt x="433589" y="32581"/>
                </a:lnTo>
                <a:lnTo>
                  <a:pt x="433966" y="32457"/>
                </a:lnTo>
                <a:lnTo>
                  <a:pt x="434348" y="32339"/>
                </a:lnTo>
                <a:lnTo>
                  <a:pt x="434733" y="32230"/>
                </a:lnTo>
                <a:lnTo>
                  <a:pt x="435122" y="32127"/>
                </a:lnTo>
                <a:lnTo>
                  <a:pt x="435515" y="32032"/>
                </a:lnTo>
                <a:lnTo>
                  <a:pt x="435912" y="31945"/>
                </a:lnTo>
                <a:lnTo>
                  <a:pt x="436313" y="31865"/>
                </a:lnTo>
                <a:lnTo>
                  <a:pt x="436718" y="31792"/>
                </a:lnTo>
                <a:lnTo>
                  <a:pt x="437127" y="31727"/>
                </a:lnTo>
                <a:lnTo>
                  <a:pt x="437540" y="31670"/>
                </a:lnTo>
                <a:lnTo>
                  <a:pt x="437957" y="31619"/>
                </a:lnTo>
                <a:lnTo>
                  <a:pt x="438377" y="31577"/>
                </a:lnTo>
                <a:lnTo>
                  <a:pt x="438802" y="31541"/>
                </a:lnTo>
                <a:lnTo>
                  <a:pt x="439231" y="31513"/>
                </a:lnTo>
                <a:lnTo>
                  <a:pt x="439664" y="31493"/>
                </a:lnTo>
                <a:lnTo>
                  <a:pt x="440100" y="31480"/>
                </a:lnTo>
                <a:lnTo>
                  <a:pt x="440541" y="31474"/>
                </a:lnTo>
                <a:lnTo>
                  <a:pt x="440985" y="31476"/>
                </a:lnTo>
                <a:lnTo>
                  <a:pt x="441091" y="31476"/>
                </a:lnTo>
                <a:lnTo>
                  <a:pt x="441197" y="31477"/>
                </a:lnTo>
                <a:lnTo>
                  <a:pt x="441303" y="31478"/>
                </a:lnTo>
                <a:lnTo>
                  <a:pt x="441409" y="31480"/>
                </a:lnTo>
                <a:lnTo>
                  <a:pt x="441515" y="31482"/>
                </a:lnTo>
                <a:lnTo>
                  <a:pt x="441621" y="31485"/>
                </a:lnTo>
                <a:lnTo>
                  <a:pt x="441727" y="31488"/>
                </a:lnTo>
                <a:lnTo>
                  <a:pt x="441833" y="31491"/>
                </a:lnTo>
                <a:lnTo>
                  <a:pt x="441939" y="31495"/>
                </a:lnTo>
                <a:lnTo>
                  <a:pt x="442046" y="31499"/>
                </a:lnTo>
                <a:lnTo>
                  <a:pt x="442152" y="31504"/>
                </a:lnTo>
                <a:lnTo>
                  <a:pt x="442258" y="31510"/>
                </a:lnTo>
                <a:lnTo>
                  <a:pt x="442364" y="31515"/>
                </a:lnTo>
                <a:lnTo>
                  <a:pt x="442470" y="31522"/>
                </a:lnTo>
                <a:lnTo>
                  <a:pt x="442576" y="31529"/>
                </a:lnTo>
                <a:lnTo>
                  <a:pt x="442682" y="31536"/>
                </a:lnTo>
                <a:lnTo>
                  <a:pt x="442788" y="31543"/>
                </a:lnTo>
                <a:lnTo>
                  <a:pt x="442894" y="31552"/>
                </a:lnTo>
                <a:lnTo>
                  <a:pt x="443000" y="31560"/>
                </a:lnTo>
                <a:lnTo>
                  <a:pt x="443106" y="31569"/>
                </a:lnTo>
                <a:lnTo>
                  <a:pt x="443212" y="31579"/>
                </a:lnTo>
                <a:lnTo>
                  <a:pt x="443318" y="31589"/>
                </a:lnTo>
                <a:lnTo>
                  <a:pt x="443424" y="31599"/>
                </a:lnTo>
                <a:lnTo>
                  <a:pt x="443530" y="31610"/>
                </a:lnTo>
                <a:lnTo>
                  <a:pt x="443636" y="31621"/>
                </a:lnTo>
                <a:lnTo>
                  <a:pt x="443742" y="31633"/>
                </a:lnTo>
                <a:lnTo>
                  <a:pt x="443847" y="31645"/>
                </a:lnTo>
                <a:lnTo>
                  <a:pt x="443952" y="31657"/>
                </a:lnTo>
                <a:lnTo>
                  <a:pt x="444057" y="31669"/>
                </a:lnTo>
                <a:lnTo>
                  <a:pt x="444162" y="31681"/>
                </a:lnTo>
                <a:lnTo>
                  <a:pt x="444267" y="31694"/>
                </a:lnTo>
                <a:lnTo>
                  <a:pt x="444371" y="31707"/>
                </a:lnTo>
                <a:lnTo>
                  <a:pt x="444475" y="31720"/>
                </a:lnTo>
                <a:lnTo>
                  <a:pt x="444579" y="31733"/>
                </a:lnTo>
                <a:lnTo>
                  <a:pt x="444682" y="31747"/>
                </a:lnTo>
                <a:lnTo>
                  <a:pt x="444786" y="31761"/>
                </a:lnTo>
                <a:lnTo>
                  <a:pt x="444889" y="31775"/>
                </a:lnTo>
                <a:lnTo>
                  <a:pt x="444992" y="31789"/>
                </a:lnTo>
                <a:lnTo>
                  <a:pt x="445094" y="31804"/>
                </a:lnTo>
                <a:lnTo>
                  <a:pt x="445197" y="31818"/>
                </a:lnTo>
                <a:lnTo>
                  <a:pt x="445299" y="31833"/>
                </a:lnTo>
                <a:lnTo>
                  <a:pt x="445401" y="31849"/>
                </a:lnTo>
                <a:lnTo>
                  <a:pt x="445503" y="31864"/>
                </a:lnTo>
                <a:lnTo>
                  <a:pt x="445604" y="31880"/>
                </a:lnTo>
                <a:lnTo>
                  <a:pt x="445706" y="31896"/>
                </a:lnTo>
                <a:lnTo>
                  <a:pt x="445807" y="31912"/>
                </a:lnTo>
                <a:lnTo>
                  <a:pt x="445907" y="31928"/>
                </a:lnTo>
                <a:lnTo>
                  <a:pt x="446008" y="31945"/>
                </a:lnTo>
                <a:lnTo>
                  <a:pt x="447012" y="24578"/>
                </a:lnTo>
                <a:lnTo>
                  <a:pt x="446901" y="24545"/>
                </a:lnTo>
                <a:lnTo>
                  <a:pt x="446789" y="24512"/>
                </a:lnTo>
                <a:lnTo>
                  <a:pt x="446678" y="24480"/>
                </a:lnTo>
                <a:lnTo>
                  <a:pt x="446566" y="24449"/>
                </a:lnTo>
                <a:lnTo>
                  <a:pt x="446454" y="24418"/>
                </a:lnTo>
                <a:lnTo>
                  <a:pt x="446343" y="24388"/>
                </a:lnTo>
                <a:lnTo>
                  <a:pt x="446231" y="24358"/>
                </a:lnTo>
                <a:lnTo>
                  <a:pt x="446120" y="24329"/>
                </a:lnTo>
                <a:lnTo>
                  <a:pt x="446008" y="24300"/>
                </a:lnTo>
                <a:lnTo>
                  <a:pt x="445896" y="24272"/>
                </a:lnTo>
                <a:lnTo>
                  <a:pt x="445785" y="24245"/>
                </a:lnTo>
                <a:lnTo>
                  <a:pt x="445673" y="24218"/>
                </a:lnTo>
                <a:lnTo>
                  <a:pt x="445561" y="24192"/>
                </a:lnTo>
                <a:lnTo>
                  <a:pt x="445450" y="24166"/>
                </a:lnTo>
                <a:lnTo>
                  <a:pt x="445338" y="24141"/>
                </a:lnTo>
                <a:lnTo>
                  <a:pt x="445227" y="24117"/>
                </a:lnTo>
                <a:lnTo>
                  <a:pt x="445115" y="24093"/>
                </a:lnTo>
                <a:lnTo>
                  <a:pt x="445003" y="24070"/>
                </a:lnTo>
                <a:lnTo>
                  <a:pt x="444892" y="24047"/>
                </a:lnTo>
                <a:lnTo>
                  <a:pt x="444780" y="24025"/>
                </a:lnTo>
                <a:lnTo>
                  <a:pt x="444669" y="24003"/>
                </a:lnTo>
                <a:lnTo>
                  <a:pt x="444557" y="23982"/>
                </a:lnTo>
                <a:lnTo>
                  <a:pt x="444445" y="23962"/>
                </a:lnTo>
                <a:lnTo>
                  <a:pt x="444334" y="23942"/>
                </a:lnTo>
                <a:lnTo>
                  <a:pt x="444222" y="23923"/>
                </a:lnTo>
                <a:lnTo>
                  <a:pt x="444110" y="23905"/>
                </a:lnTo>
                <a:lnTo>
                  <a:pt x="443998" y="23887"/>
                </a:lnTo>
                <a:lnTo>
                  <a:pt x="443885" y="23870"/>
                </a:lnTo>
                <a:lnTo>
                  <a:pt x="443773" y="23854"/>
                </a:lnTo>
                <a:lnTo>
                  <a:pt x="443660" y="23839"/>
                </a:lnTo>
                <a:lnTo>
                  <a:pt x="443547" y="23825"/>
                </a:lnTo>
                <a:lnTo>
                  <a:pt x="443433" y="23812"/>
                </a:lnTo>
                <a:lnTo>
                  <a:pt x="443320" y="23799"/>
                </a:lnTo>
                <a:lnTo>
                  <a:pt x="443206" y="23787"/>
                </a:lnTo>
                <a:lnTo>
                  <a:pt x="443092" y="23776"/>
                </a:lnTo>
                <a:lnTo>
                  <a:pt x="442978" y="23766"/>
                </a:lnTo>
                <a:lnTo>
                  <a:pt x="442863" y="23757"/>
                </a:lnTo>
                <a:lnTo>
                  <a:pt x="442748" y="23748"/>
                </a:lnTo>
                <a:lnTo>
                  <a:pt x="442633" y="23741"/>
                </a:lnTo>
                <a:lnTo>
                  <a:pt x="442518" y="23734"/>
                </a:lnTo>
                <a:lnTo>
                  <a:pt x="442403" y="23728"/>
                </a:lnTo>
                <a:lnTo>
                  <a:pt x="442287" y="23722"/>
                </a:lnTo>
                <a:lnTo>
                  <a:pt x="442171" y="23718"/>
                </a:lnTo>
                <a:lnTo>
                  <a:pt x="442055" y="23714"/>
                </a:lnTo>
                <a:lnTo>
                  <a:pt x="441938" y="23711"/>
                </a:lnTo>
                <a:lnTo>
                  <a:pt x="441822" y="23709"/>
                </a:lnTo>
                <a:lnTo>
                  <a:pt x="441705" y="23708"/>
                </a:lnTo>
                <a:lnTo>
                  <a:pt x="441588" y="23708"/>
                </a:lnTo>
                <a:lnTo>
                  <a:pt x="441011" y="23702"/>
                </a:lnTo>
                <a:lnTo>
                  <a:pt x="440440" y="23707"/>
                </a:lnTo>
                <a:lnTo>
                  <a:pt x="439876" y="23723"/>
                </a:lnTo>
                <a:lnTo>
                  <a:pt x="439319" y="23750"/>
                </a:lnTo>
                <a:lnTo>
                  <a:pt x="438769" y="23788"/>
                </a:lnTo>
                <a:lnTo>
                  <a:pt x="438225" y="23837"/>
                </a:lnTo>
                <a:lnTo>
                  <a:pt x="437687" y="23897"/>
                </a:lnTo>
                <a:lnTo>
                  <a:pt x="437157" y="23968"/>
                </a:lnTo>
                <a:lnTo>
                  <a:pt x="436633" y="24050"/>
                </a:lnTo>
                <a:lnTo>
                  <a:pt x="436115" y="24142"/>
                </a:lnTo>
                <a:lnTo>
                  <a:pt x="435604" y="24246"/>
                </a:lnTo>
                <a:lnTo>
                  <a:pt x="435100" y="24361"/>
                </a:lnTo>
                <a:lnTo>
                  <a:pt x="434603" y="24486"/>
                </a:lnTo>
                <a:lnTo>
                  <a:pt x="434112" y="24622"/>
                </a:lnTo>
                <a:lnTo>
                  <a:pt x="433627" y="24770"/>
                </a:lnTo>
                <a:lnTo>
                  <a:pt x="433150" y="24928"/>
                </a:lnTo>
                <a:lnTo>
                  <a:pt x="432679" y="25097"/>
                </a:lnTo>
                <a:lnTo>
                  <a:pt x="432214" y="25277"/>
                </a:lnTo>
                <a:lnTo>
                  <a:pt x="431756" y="25468"/>
                </a:lnTo>
                <a:lnTo>
                  <a:pt x="431305" y="25670"/>
                </a:lnTo>
                <a:lnTo>
                  <a:pt x="430861" y="25883"/>
                </a:lnTo>
                <a:lnTo>
                  <a:pt x="430423" y="26107"/>
                </a:lnTo>
                <a:lnTo>
                  <a:pt x="429991" y="26342"/>
                </a:lnTo>
                <a:lnTo>
                  <a:pt x="429567" y="26587"/>
                </a:lnTo>
                <a:lnTo>
                  <a:pt x="429148" y="26842"/>
                </a:lnTo>
                <a:lnTo>
                  <a:pt x="428735" y="27103"/>
                </a:lnTo>
                <a:lnTo>
                  <a:pt x="428328" y="27372"/>
                </a:lnTo>
                <a:lnTo>
                  <a:pt x="427926" y="27647"/>
                </a:lnTo>
                <a:lnTo>
                  <a:pt x="427530" y="27929"/>
                </a:lnTo>
                <a:lnTo>
                  <a:pt x="427139" y="28218"/>
                </a:lnTo>
                <a:lnTo>
                  <a:pt x="426754" y="28513"/>
                </a:lnTo>
                <a:lnTo>
                  <a:pt x="426374" y="28816"/>
                </a:lnTo>
                <a:lnTo>
                  <a:pt x="426000" y="29125"/>
                </a:lnTo>
                <a:lnTo>
                  <a:pt x="425632" y="29442"/>
                </a:lnTo>
                <a:lnTo>
                  <a:pt x="425269" y="29765"/>
                </a:lnTo>
                <a:lnTo>
                  <a:pt x="424912" y="30095"/>
                </a:lnTo>
                <a:lnTo>
                  <a:pt x="424561" y="30432"/>
                </a:lnTo>
                <a:lnTo>
                  <a:pt x="424215" y="30776"/>
                </a:lnTo>
                <a:lnTo>
                  <a:pt x="423874" y="31126"/>
                </a:lnTo>
                <a:lnTo>
                  <a:pt x="423539" y="31484"/>
                </a:lnTo>
                <a:lnTo>
                  <a:pt x="423210" y="31848"/>
                </a:lnTo>
                <a:lnTo>
                  <a:pt x="422886" y="32219"/>
                </a:lnTo>
                <a:lnTo>
                  <a:pt x="422568" y="32597"/>
                </a:lnTo>
                <a:lnTo>
                  <a:pt x="422256" y="32982"/>
                </a:lnTo>
                <a:lnTo>
                  <a:pt x="421949" y="33374"/>
                </a:lnTo>
                <a:lnTo>
                  <a:pt x="421647" y="33772"/>
                </a:lnTo>
                <a:lnTo>
                  <a:pt x="421352" y="34178"/>
                </a:lnTo>
                <a:lnTo>
                  <a:pt x="421061" y="34590"/>
                </a:lnTo>
                <a:lnTo>
                  <a:pt x="420776" y="35008"/>
                </a:lnTo>
                <a:lnTo>
                  <a:pt x="420529" y="35379"/>
                </a:lnTo>
                <a:lnTo>
                  <a:pt x="422166" y="25047"/>
                </a:lnTo>
                <a:lnTo>
                  <a:pt x="414465" y="25047"/>
                </a:lnTo>
                <a:lnTo>
                  <a:pt x="401941" y="97509"/>
                </a:lnTo>
                <a:lnTo>
                  <a:pt x="409777" y="97509"/>
                </a:lnTo>
                <a:lnTo>
                  <a:pt x="418292" y="48440"/>
                </a:lnTo>
                <a:lnTo>
                  <a:pt x="418382" y="48231"/>
                </a:lnTo>
                <a:lnTo>
                  <a:pt x="418546" y="47858"/>
                </a:lnTo>
                <a:lnTo>
                  <a:pt x="418714" y="47485"/>
                </a:lnTo>
                <a:close/>
                <a:moveTo>
                  <a:pt x="393598" y="55333"/>
                </a:moveTo>
                <a:lnTo>
                  <a:pt x="393643" y="54824"/>
                </a:lnTo>
                <a:lnTo>
                  <a:pt x="393683" y="54315"/>
                </a:lnTo>
                <a:lnTo>
                  <a:pt x="393717" y="53808"/>
                </a:lnTo>
                <a:lnTo>
                  <a:pt x="393745" y="53301"/>
                </a:lnTo>
                <a:lnTo>
                  <a:pt x="393766" y="52796"/>
                </a:lnTo>
                <a:lnTo>
                  <a:pt x="393782" y="52291"/>
                </a:lnTo>
                <a:lnTo>
                  <a:pt x="393791" y="51787"/>
                </a:lnTo>
                <a:lnTo>
                  <a:pt x="393795" y="51284"/>
                </a:lnTo>
                <a:lnTo>
                  <a:pt x="393792" y="50783"/>
                </a:lnTo>
                <a:lnTo>
                  <a:pt x="393784" y="50282"/>
                </a:lnTo>
                <a:lnTo>
                  <a:pt x="393769" y="49782"/>
                </a:lnTo>
                <a:lnTo>
                  <a:pt x="393748" y="49283"/>
                </a:lnTo>
                <a:lnTo>
                  <a:pt x="393722" y="48784"/>
                </a:lnTo>
                <a:lnTo>
                  <a:pt x="393689" y="48287"/>
                </a:lnTo>
                <a:lnTo>
                  <a:pt x="393650" y="47791"/>
                </a:lnTo>
                <a:lnTo>
                  <a:pt x="393605" y="47295"/>
                </a:lnTo>
                <a:lnTo>
                  <a:pt x="393554" y="46801"/>
                </a:lnTo>
                <a:lnTo>
                  <a:pt x="393497" y="46308"/>
                </a:lnTo>
                <a:lnTo>
                  <a:pt x="393434" y="45815"/>
                </a:lnTo>
                <a:lnTo>
                  <a:pt x="393365" y="45323"/>
                </a:lnTo>
                <a:lnTo>
                  <a:pt x="393290" y="44833"/>
                </a:lnTo>
                <a:lnTo>
                  <a:pt x="393209" y="44344"/>
                </a:lnTo>
                <a:lnTo>
                  <a:pt x="393121" y="43860"/>
                </a:lnTo>
                <a:lnTo>
                  <a:pt x="393027" y="43380"/>
                </a:lnTo>
                <a:lnTo>
                  <a:pt x="392926" y="42903"/>
                </a:lnTo>
                <a:lnTo>
                  <a:pt x="392819" y="42431"/>
                </a:lnTo>
                <a:lnTo>
                  <a:pt x="392706" y="41962"/>
                </a:lnTo>
                <a:lnTo>
                  <a:pt x="392586" y="41498"/>
                </a:lnTo>
                <a:lnTo>
                  <a:pt x="392460" y="41037"/>
                </a:lnTo>
                <a:lnTo>
                  <a:pt x="392328" y="40580"/>
                </a:lnTo>
                <a:lnTo>
                  <a:pt x="392189" y="40127"/>
                </a:lnTo>
                <a:lnTo>
                  <a:pt x="392044" y="39679"/>
                </a:lnTo>
                <a:lnTo>
                  <a:pt x="391892" y="39234"/>
                </a:lnTo>
                <a:lnTo>
                  <a:pt x="391734" y="38793"/>
                </a:lnTo>
                <a:lnTo>
                  <a:pt x="391569" y="38356"/>
                </a:lnTo>
                <a:lnTo>
                  <a:pt x="391399" y="37923"/>
                </a:lnTo>
                <a:lnTo>
                  <a:pt x="391221" y="37494"/>
                </a:lnTo>
                <a:lnTo>
                  <a:pt x="391038" y="37069"/>
                </a:lnTo>
                <a:lnTo>
                  <a:pt x="390848" y="36647"/>
                </a:lnTo>
                <a:lnTo>
                  <a:pt x="390651" y="36230"/>
                </a:lnTo>
                <a:lnTo>
                  <a:pt x="390448" y="35817"/>
                </a:lnTo>
                <a:lnTo>
                  <a:pt x="390239" y="35408"/>
                </a:lnTo>
                <a:lnTo>
                  <a:pt x="390024" y="35002"/>
                </a:lnTo>
                <a:lnTo>
                  <a:pt x="389801" y="34601"/>
                </a:lnTo>
                <a:lnTo>
                  <a:pt x="389573" y="34203"/>
                </a:lnTo>
                <a:lnTo>
                  <a:pt x="389338" y="33811"/>
                </a:lnTo>
                <a:lnTo>
                  <a:pt x="389096" y="33425"/>
                </a:lnTo>
                <a:lnTo>
                  <a:pt x="388847" y="33046"/>
                </a:lnTo>
                <a:lnTo>
                  <a:pt x="388591" y="32674"/>
                </a:lnTo>
                <a:lnTo>
                  <a:pt x="388328" y="32308"/>
                </a:lnTo>
                <a:lnTo>
                  <a:pt x="388058" y="31949"/>
                </a:lnTo>
                <a:lnTo>
                  <a:pt x="387781" y="31597"/>
                </a:lnTo>
                <a:lnTo>
                  <a:pt x="387497" y="31251"/>
                </a:lnTo>
                <a:lnTo>
                  <a:pt x="387206" y="30911"/>
                </a:lnTo>
                <a:lnTo>
                  <a:pt x="386908" y="30579"/>
                </a:lnTo>
                <a:lnTo>
                  <a:pt x="386603" y="30253"/>
                </a:lnTo>
                <a:lnTo>
                  <a:pt x="386292" y="29933"/>
                </a:lnTo>
                <a:lnTo>
                  <a:pt x="385973" y="29620"/>
                </a:lnTo>
                <a:lnTo>
                  <a:pt x="385647" y="29314"/>
                </a:lnTo>
                <a:lnTo>
                  <a:pt x="385314" y="29015"/>
                </a:lnTo>
                <a:lnTo>
                  <a:pt x="384974" y="28722"/>
                </a:lnTo>
                <a:lnTo>
                  <a:pt x="384628" y="28435"/>
                </a:lnTo>
                <a:lnTo>
                  <a:pt x="384274" y="28156"/>
                </a:lnTo>
                <a:lnTo>
                  <a:pt x="383913" y="27883"/>
                </a:lnTo>
                <a:lnTo>
                  <a:pt x="383546" y="27616"/>
                </a:lnTo>
                <a:lnTo>
                  <a:pt x="383171" y="27356"/>
                </a:lnTo>
                <a:lnTo>
                  <a:pt x="382790" y="27103"/>
                </a:lnTo>
                <a:lnTo>
                  <a:pt x="382401" y="26857"/>
                </a:lnTo>
                <a:lnTo>
                  <a:pt x="382005" y="26617"/>
                </a:lnTo>
                <a:lnTo>
                  <a:pt x="381602" y="26385"/>
                </a:lnTo>
                <a:lnTo>
                  <a:pt x="381192" y="26162"/>
                </a:lnTo>
                <a:lnTo>
                  <a:pt x="380773" y="25949"/>
                </a:lnTo>
                <a:lnTo>
                  <a:pt x="380347" y="25746"/>
                </a:lnTo>
                <a:lnTo>
                  <a:pt x="379913" y="25553"/>
                </a:lnTo>
                <a:lnTo>
                  <a:pt x="379471" y="25369"/>
                </a:lnTo>
                <a:lnTo>
                  <a:pt x="379021" y="25195"/>
                </a:lnTo>
                <a:lnTo>
                  <a:pt x="378564" y="25030"/>
                </a:lnTo>
                <a:lnTo>
                  <a:pt x="378099" y="24875"/>
                </a:lnTo>
                <a:lnTo>
                  <a:pt x="377626" y="24730"/>
                </a:lnTo>
                <a:lnTo>
                  <a:pt x="377145" y="24594"/>
                </a:lnTo>
                <a:lnTo>
                  <a:pt x="376656" y="24468"/>
                </a:lnTo>
                <a:lnTo>
                  <a:pt x="376160" y="24352"/>
                </a:lnTo>
                <a:lnTo>
                  <a:pt x="375656" y="24245"/>
                </a:lnTo>
                <a:lnTo>
                  <a:pt x="375144" y="24148"/>
                </a:lnTo>
                <a:lnTo>
                  <a:pt x="374624" y="24061"/>
                </a:lnTo>
                <a:lnTo>
                  <a:pt x="374096" y="23983"/>
                </a:lnTo>
                <a:lnTo>
                  <a:pt x="373561" y="23915"/>
                </a:lnTo>
                <a:lnTo>
                  <a:pt x="373018" y="23856"/>
                </a:lnTo>
                <a:lnTo>
                  <a:pt x="372467" y="23807"/>
                </a:lnTo>
                <a:lnTo>
                  <a:pt x="371908" y="23768"/>
                </a:lnTo>
                <a:lnTo>
                  <a:pt x="371341" y="23738"/>
                </a:lnTo>
                <a:lnTo>
                  <a:pt x="370767" y="23718"/>
                </a:lnTo>
                <a:lnTo>
                  <a:pt x="370185" y="23708"/>
                </a:lnTo>
                <a:lnTo>
                  <a:pt x="369568" y="23702"/>
                </a:lnTo>
                <a:lnTo>
                  <a:pt x="368955" y="23708"/>
                </a:lnTo>
                <a:lnTo>
                  <a:pt x="368347" y="23726"/>
                </a:lnTo>
                <a:lnTo>
                  <a:pt x="367743" y="23755"/>
                </a:lnTo>
                <a:lnTo>
                  <a:pt x="367144" y="23796"/>
                </a:lnTo>
                <a:lnTo>
                  <a:pt x="366550" y="23848"/>
                </a:lnTo>
                <a:lnTo>
                  <a:pt x="365960" y="23911"/>
                </a:lnTo>
                <a:lnTo>
                  <a:pt x="365374" y="23987"/>
                </a:lnTo>
                <a:lnTo>
                  <a:pt x="364793" y="24073"/>
                </a:lnTo>
                <a:lnTo>
                  <a:pt x="364217" y="24172"/>
                </a:lnTo>
                <a:lnTo>
                  <a:pt x="363645" y="24281"/>
                </a:lnTo>
                <a:lnTo>
                  <a:pt x="363078" y="24402"/>
                </a:lnTo>
                <a:lnTo>
                  <a:pt x="362515" y="24535"/>
                </a:lnTo>
                <a:lnTo>
                  <a:pt x="361957" y="24679"/>
                </a:lnTo>
                <a:lnTo>
                  <a:pt x="361403" y="24835"/>
                </a:lnTo>
                <a:lnTo>
                  <a:pt x="360854" y="25002"/>
                </a:lnTo>
                <a:lnTo>
                  <a:pt x="360309" y="25181"/>
                </a:lnTo>
                <a:lnTo>
                  <a:pt x="359769" y="25371"/>
                </a:lnTo>
                <a:lnTo>
                  <a:pt x="359233" y="25573"/>
                </a:lnTo>
                <a:lnTo>
                  <a:pt x="358702" y="25786"/>
                </a:lnTo>
                <a:lnTo>
                  <a:pt x="358176" y="26011"/>
                </a:lnTo>
                <a:lnTo>
                  <a:pt x="357654" y="26248"/>
                </a:lnTo>
                <a:lnTo>
                  <a:pt x="357136" y="26495"/>
                </a:lnTo>
                <a:lnTo>
                  <a:pt x="356624" y="26755"/>
                </a:lnTo>
                <a:lnTo>
                  <a:pt x="356116" y="27024"/>
                </a:lnTo>
                <a:lnTo>
                  <a:pt x="355613" y="27300"/>
                </a:lnTo>
                <a:lnTo>
                  <a:pt x="355117" y="27584"/>
                </a:lnTo>
                <a:lnTo>
                  <a:pt x="354626" y="27876"/>
                </a:lnTo>
                <a:lnTo>
                  <a:pt x="354140" y="28175"/>
                </a:lnTo>
                <a:lnTo>
                  <a:pt x="353660" y="28481"/>
                </a:lnTo>
                <a:lnTo>
                  <a:pt x="353186" y="28796"/>
                </a:lnTo>
                <a:lnTo>
                  <a:pt x="352717" y="29117"/>
                </a:lnTo>
                <a:lnTo>
                  <a:pt x="352254" y="29447"/>
                </a:lnTo>
                <a:lnTo>
                  <a:pt x="351796" y="29784"/>
                </a:lnTo>
                <a:lnTo>
                  <a:pt x="351344" y="30128"/>
                </a:lnTo>
                <a:lnTo>
                  <a:pt x="350898" y="30480"/>
                </a:lnTo>
                <a:lnTo>
                  <a:pt x="350457" y="30840"/>
                </a:lnTo>
                <a:lnTo>
                  <a:pt x="350021" y="31207"/>
                </a:lnTo>
                <a:lnTo>
                  <a:pt x="349592" y="31581"/>
                </a:lnTo>
                <a:lnTo>
                  <a:pt x="349167" y="31964"/>
                </a:lnTo>
                <a:lnTo>
                  <a:pt x="348749" y="32353"/>
                </a:lnTo>
                <a:lnTo>
                  <a:pt x="348336" y="32751"/>
                </a:lnTo>
                <a:lnTo>
                  <a:pt x="347929" y="33156"/>
                </a:lnTo>
                <a:lnTo>
                  <a:pt x="347527" y="33568"/>
                </a:lnTo>
                <a:lnTo>
                  <a:pt x="347130" y="33988"/>
                </a:lnTo>
                <a:lnTo>
                  <a:pt x="346740" y="34416"/>
                </a:lnTo>
                <a:lnTo>
                  <a:pt x="346355" y="34851"/>
                </a:lnTo>
                <a:lnTo>
                  <a:pt x="345975" y="35294"/>
                </a:lnTo>
                <a:lnTo>
                  <a:pt x="345601" y="35742"/>
                </a:lnTo>
                <a:lnTo>
                  <a:pt x="345234" y="36195"/>
                </a:lnTo>
                <a:lnTo>
                  <a:pt x="344872" y="36652"/>
                </a:lnTo>
                <a:lnTo>
                  <a:pt x="344516" y="37113"/>
                </a:lnTo>
                <a:lnTo>
                  <a:pt x="344166" y="37578"/>
                </a:lnTo>
                <a:lnTo>
                  <a:pt x="343822" y="38048"/>
                </a:lnTo>
                <a:lnTo>
                  <a:pt x="343484" y="38521"/>
                </a:lnTo>
                <a:lnTo>
                  <a:pt x="343151" y="38999"/>
                </a:lnTo>
                <a:lnTo>
                  <a:pt x="342825" y="39481"/>
                </a:lnTo>
                <a:lnTo>
                  <a:pt x="342505" y="39968"/>
                </a:lnTo>
                <a:lnTo>
                  <a:pt x="342190" y="40458"/>
                </a:lnTo>
                <a:lnTo>
                  <a:pt x="341882" y="40953"/>
                </a:lnTo>
                <a:lnTo>
                  <a:pt x="341579" y="41451"/>
                </a:lnTo>
                <a:lnTo>
                  <a:pt x="341282" y="41954"/>
                </a:lnTo>
                <a:lnTo>
                  <a:pt x="340992" y="42461"/>
                </a:lnTo>
                <a:lnTo>
                  <a:pt x="340707" y="42973"/>
                </a:lnTo>
                <a:lnTo>
                  <a:pt x="340428" y="43488"/>
                </a:lnTo>
                <a:lnTo>
                  <a:pt x="340155" y="44008"/>
                </a:lnTo>
                <a:lnTo>
                  <a:pt x="339888" y="44532"/>
                </a:lnTo>
                <a:lnTo>
                  <a:pt x="339627" y="45060"/>
                </a:lnTo>
                <a:lnTo>
                  <a:pt x="339372" y="45592"/>
                </a:lnTo>
                <a:lnTo>
                  <a:pt x="339123" y="46129"/>
                </a:lnTo>
                <a:lnTo>
                  <a:pt x="338879" y="46669"/>
                </a:lnTo>
                <a:lnTo>
                  <a:pt x="338642" y="47214"/>
                </a:lnTo>
                <a:lnTo>
                  <a:pt x="338411" y="47761"/>
                </a:lnTo>
                <a:lnTo>
                  <a:pt x="338187" y="48309"/>
                </a:lnTo>
                <a:lnTo>
                  <a:pt x="337969" y="48857"/>
                </a:lnTo>
                <a:lnTo>
                  <a:pt x="337758" y="49406"/>
                </a:lnTo>
                <a:lnTo>
                  <a:pt x="337554" y="49955"/>
                </a:lnTo>
                <a:lnTo>
                  <a:pt x="337357" y="50504"/>
                </a:lnTo>
                <a:lnTo>
                  <a:pt x="337166" y="51054"/>
                </a:lnTo>
                <a:lnTo>
                  <a:pt x="336983" y="51605"/>
                </a:lnTo>
                <a:lnTo>
                  <a:pt x="336805" y="52155"/>
                </a:lnTo>
                <a:lnTo>
                  <a:pt x="336635" y="52707"/>
                </a:lnTo>
                <a:lnTo>
                  <a:pt x="336472" y="53259"/>
                </a:lnTo>
                <a:lnTo>
                  <a:pt x="336315" y="53811"/>
                </a:lnTo>
                <a:lnTo>
                  <a:pt x="336165" y="54364"/>
                </a:lnTo>
                <a:lnTo>
                  <a:pt x="336021" y="54917"/>
                </a:lnTo>
                <a:lnTo>
                  <a:pt x="335885" y="55471"/>
                </a:lnTo>
                <a:lnTo>
                  <a:pt x="335755" y="56025"/>
                </a:lnTo>
                <a:lnTo>
                  <a:pt x="335632" y="56579"/>
                </a:lnTo>
                <a:lnTo>
                  <a:pt x="335515" y="57134"/>
                </a:lnTo>
                <a:lnTo>
                  <a:pt x="335406" y="57690"/>
                </a:lnTo>
                <a:lnTo>
                  <a:pt x="335303" y="58246"/>
                </a:lnTo>
                <a:lnTo>
                  <a:pt x="335207" y="58802"/>
                </a:lnTo>
                <a:lnTo>
                  <a:pt x="335117" y="59359"/>
                </a:lnTo>
                <a:lnTo>
                  <a:pt x="335034" y="59917"/>
                </a:lnTo>
                <a:lnTo>
                  <a:pt x="334959" y="60474"/>
                </a:lnTo>
                <a:lnTo>
                  <a:pt x="334624" y="63421"/>
                </a:lnTo>
                <a:lnTo>
                  <a:pt x="334566" y="63973"/>
                </a:lnTo>
                <a:lnTo>
                  <a:pt x="334515" y="64524"/>
                </a:lnTo>
                <a:lnTo>
                  <a:pt x="334471" y="65073"/>
                </a:lnTo>
                <a:lnTo>
                  <a:pt x="334434" y="65622"/>
                </a:lnTo>
                <a:lnTo>
                  <a:pt x="334404" y="66169"/>
                </a:lnTo>
                <a:lnTo>
                  <a:pt x="334381" y="66715"/>
                </a:lnTo>
                <a:lnTo>
                  <a:pt x="334365" y="67260"/>
                </a:lnTo>
                <a:lnTo>
                  <a:pt x="334356" y="67804"/>
                </a:lnTo>
                <a:lnTo>
                  <a:pt x="334354" y="68347"/>
                </a:lnTo>
                <a:lnTo>
                  <a:pt x="334359" y="68888"/>
                </a:lnTo>
                <a:lnTo>
                  <a:pt x="334370" y="69428"/>
                </a:lnTo>
                <a:lnTo>
                  <a:pt x="334389" y="69968"/>
                </a:lnTo>
                <a:lnTo>
                  <a:pt x="334415" y="70506"/>
                </a:lnTo>
                <a:lnTo>
                  <a:pt x="334448" y="71042"/>
                </a:lnTo>
                <a:lnTo>
                  <a:pt x="334488" y="71578"/>
                </a:lnTo>
                <a:lnTo>
                  <a:pt x="334534" y="72112"/>
                </a:lnTo>
                <a:lnTo>
                  <a:pt x="334588" y="72646"/>
                </a:lnTo>
                <a:lnTo>
                  <a:pt x="334649" y="73178"/>
                </a:lnTo>
                <a:lnTo>
                  <a:pt x="334716" y="73709"/>
                </a:lnTo>
                <a:lnTo>
                  <a:pt x="334791" y="74239"/>
                </a:lnTo>
                <a:lnTo>
                  <a:pt x="334873" y="74767"/>
                </a:lnTo>
                <a:lnTo>
                  <a:pt x="334961" y="75295"/>
                </a:lnTo>
                <a:lnTo>
                  <a:pt x="335057" y="75821"/>
                </a:lnTo>
                <a:lnTo>
                  <a:pt x="335159" y="76346"/>
                </a:lnTo>
                <a:lnTo>
                  <a:pt x="335269" y="76869"/>
                </a:lnTo>
                <a:lnTo>
                  <a:pt x="335386" y="77387"/>
                </a:lnTo>
                <a:lnTo>
                  <a:pt x="335509" y="77901"/>
                </a:lnTo>
                <a:lnTo>
                  <a:pt x="335640" y="78410"/>
                </a:lnTo>
                <a:lnTo>
                  <a:pt x="335778" y="78916"/>
                </a:lnTo>
                <a:lnTo>
                  <a:pt x="335923" y="79417"/>
                </a:lnTo>
                <a:lnTo>
                  <a:pt x="336075" y="79913"/>
                </a:lnTo>
                <a:lnTo>
                  <a:pt x="336235" y="80406"/>
                </a:lnTo>
                <a:lnTo>
                  <a:pt x="336401" y="80894"/>
                </a:lnTo>
                <a:lnTo>
                  <a:pt x="336574" y="81377"/>
                </a:lnTo>
                <a:lnTo>
                  <a:pt x="336755" y="81857"/>
                </a:lnTo>
                <a:lnTo>
                  <a:pt x="336943" y="82332"/>
                </a:lnTo>
                <a:lnTo>
                  <a:pt x="337137" y="82803"/>
                </a:lnTo>
                <a:lnTo>
                  <a:pt x="337339" y="83269"/>
                </a:lnTo>
                <a:lnTo>
                  <a:pt x="337548" y="83732"/>
                </a:lnTo>
                <a:lnTo>
                  <a:pt x="337764" y="84190"/>
                </a:lnTo>
                <a:lnTo>
                  <a:pt x="337987" y="84643"/>
                </a:lnTo>
                <a:lnTo>
                  <a:pt x="338217" y="85092"/>
                </a:lnTo>
                <a:lnTo>
                  <a:pt x="338454" y="85537"/>
                </a:lnTo>
                <a:lnTo>
                  <a:pt x="338699" y="85978"/>
                </a:lnTo>
                <a:lnTo>
                  <a:pt x="338950" y="86415"/>
                </a:lnTo>
                <a:lnTo>
                  <a:pt x="339209" y="86847"/>
                </a:lnTo>
                <a:lnTo>
                  <a:pt x="339474" y="87275"/>
                </a:lnTo>
                <a:lnTo>
                  <a:pt x="339747" y="87698"/>
                </a:lnTo>
                <a:lnTo>
                  <a:pt x="340027" y="88116"/>
                </a:lnTo>
                <a:lnTo>
                  <a:pt x="340314" y="88527"/>
                </a:lnTo>
                <a:lnTo>
                  <a:pt x="340608" y="88930"/>
                </a:lnTo>
                <a:lnTo>
                  <a:pt x="340909" y="89327"/>
                </a:lnTo>
                <a:lnTo>
                  <a:pt x="341217" y="89716"/>
                </a:lnTo>
                <a:lnTo>
                  <a:pt x="341532" y="90098"/>
                </a:lnTo>
                <a:lnTo>
                  <a:pt x="341854" y="90474"/>
                </a:lnTo>
                <a:lnTo>
                  <a:pt x="342184" y="90842"/>
                </a:lnTo>
                <a:lnTo>
                  <a:pt x="342520" y="91203"/>
                </a:lnTo>
                <a:lnTo>
                  <a:pt x="342864" y="91557"/>
                </a:lnTo>
                <a:lnTo>
                  <a:pt x="343215" y="91904"/>
                </a:lnTo>
                <a:lnTo>
                  <a:pt x="343573" y="92244"/>
                </a:lnTo>
                <a:lnTo>
                  <a:pt x="343938" y="92576"/>
                </a:lnTo>
                <a:lnTo>
                  <a:pt x="344310" y="92902"/>
                </a:lnTo>
                <a:lnTo>
                  <a:pt x="344689" y="93220"/>
                </a:lnTo>
                <a:lnTo>
                  <a:pt x="345075" y="93532"/>
                </a:lnTo>
                <a:lnTo>
                  <a:pt x="345468" y="93836"/>
                </a:lnTo>
                <a:lnTo>
                  <a:pt x="345868" y="94133"/>
                </a:lnTo>
                <a:lnTo>
                  <a:pt x="346276" y="94424"/>
                </a:lnTo>
                <a:lnTo>
                  <a:pt x="346690" y="94707"/>
                </a:lnTo>
                <a:lnTo>
                  <a:pt x="347112" y="94983"/>
                </a:lnTo>
                <a:lnTo>
                  <a:pt x="347541" y="95252"/>
                </a:lnTo>
                <a:lnTo>
                  <a:pt x="347977" y="95513"/>
                </a:lnTo>
                <a:lnTo>
                  <a:pt x="348420" y="95768"/>
                </a:lnTo>
                <a:lnTo>
                  <a:pt x="348870" y="96014"/>
                </a:lnTo>
                <a:lnTo>
                  <a:pt x="349327" y="96250"/>
                </a:lnTo>
                <a:lnTo>
                  <a:pt x="349790" y="96475"/>
                </a:lnTo>
                <a:lnTo>
                  <a:pt x="350261" y="96691"/>
                </a:lnTo>
                <a:lnTo>
                  <a:pt x="350739" y="96896"/>
                </a:lnTo>
                <a:lnTo>
                  <a:pt x="351224" y="97091"/>
                </a:lnTo>
                <a:lnTo>
                  <a:pt x="351716" y="97275"/>
                </a:lnTo>
                <a:lnTo>
                  <a:pt x="352215" y="97450"/>
                </a:lnTo>
                <a:lnTo>
                  <a:pt x="352720" y="97614"/>
                </a:lnTo>
                <a:lnTo>
                  <a:pt x="353233" y="97768"/>
                </a:lnTo>
                <a:lnTo>
                  <a:pt x="353753" y="97912"/>
                </a:lnTo>
                <a:lnTo>
                  <a:pt x="354280" y="98045"/>
                </a:lnTo>
                <a:lnTo>
                  <a:pt x="354813" y="98168"/>
                </a:lnTo>
                <a:lnTo>
                  <a:pt x="355354" y="98281"/>
                </a:lnTo>
                <a:lnTo>
                  <a:pt x="355902" y="98384"/>
                </a:lnTo>
                <a:lnTo>
                  <a:pt x="356456" y="98477"/>
                </a:lnTo>
                <a:lnTo>
                  <a:pt x="357018" y="98559"/>
                </a:lnTo>
                <a:lnTo>
                  <a:pt x="357586" y="98631"/>
                </a:lnTo>
                <a:lnTo>
                  <a:pt x="358162" y="98693"/>
                </a:lnTo>
                <a:lnTo>
                  <a:pt x="358744" y="98744"/>
                </a:lnTo>
                <a:lnTo>
                  <a:pt x="359334" y="98786"/>
                </a:lnTo>
                <a:lnTo>
                  <a:pt x="359930" y="98817"/>
                </a:lnTo>
                <a:lnTo>
                  <a:pt x="360534" y="98838"/>
                </a:lnTo>
                <a:lnTo>
                  <a:pt x="361144" y="98849"/>
                </a:lnTo>
                <a:lnTo>
                  <a:pt x="361584" y="98846"/>
                </a:lnTo>
                <a:lnTo>
                  <a:pt x="362023" y="98839"/>
                </a:lnTo>
                <a:lnTo>
                  <a:pt x="362459" y="98826"/>
                </a:lnTo>
                <a:lnTo>
                  <a:pt x="362895" y="98809"/>
                </a:lnTo>
                <a:lnTo>
                  <a:pt x="363328" y="98786"/>
                </a:lnTo>
                <a:lnTo>
                  <a:pt x="363760" y="98759"/>
                </a:lnTo>
                <a:lnTo>
                  <a:pt x="364190" y="98726"/>
                </a:lnTo>
                <a:lnTo>
                  <a:pt x="364619" y="98689"/>
                </a:lnTo>
                <a:lnTo>
                  <a:pt x="365046" y="98646"/>
                </a:lnTo>
                <a:lnTo>
                  <a:pt x="365472" y="98599"/>
                </a:lnTo>
                <a:lnTo>
                  <a:pt x="365895" y="98546"/>
                </a:lnTo>
                <a:lnTo>
                  <a:pt x="366318" y="98489"/>
                </a:lnTo>
                <a:lnTo>
                  <a:pt x="366738" y="98426"/>
                </a:lnTo>
                <a:lnTo>
                  <a:pt x="367157" y="98359"/>
                </a:lnTo>
                <a:lnTo>
                  <a:pt x="367574" y="98286"/>
                </a:lnTo>
                <a:lnTo>
                  <a:pt x="367990" y="98209"/>
                </a:lnTo>
                <a:lnTo>
                  <a:pt x="368404" y="98126"/>
                </a:lnTo>
                <a:lnTo>
                  <a:pt x="368816" y="98039"/>
                </a:lnTo>
                <a:lnTo>
                  <a:pt x="369227" y="97946"/>
                </a:lnTo>
                <a:lnTo>
                  <a:pt x="369636" y="97849"/>
                </a:lnTo>
                <a:lnTo>
                  <a:pt x="370044" y="97746"/>
                </a:lnTo>
                <a:lnTo>
                  <a:pt x="370450" y="97639"/>
                </a:lnTo>
                <a:lnTo>
                  <a:pt x="370854" y="97526"/>
                </a:lnTo>
                <a:lnTo>
                  <a:pt x="371257" y="97409"/>
                </a:lnTo>
                <a:lnTo>
                  <a:pt x="371657" y="97286"/>
                </a:lnTo>
                <a:lnTo>
                  <a:pt x="372055" y="97159"/>
                </a:lnTo>
                <a:lnTo>
                  <a:pt x="372451" y="97026"/>
                </a:lnTo>
                <a:lnTo>
                  <a:pt x="372844" y="96889"/>
                </a:lnTo>
                <a:lnTo>
                  <a:pt x="373235" y="96746"/>
                </a:lnTo>
                <a:lnTo>
                  <a:pt x="373624" y="96599"/>
                </a:lnTo>
                <a:lnTo>
                  <a:pt x="374010" y="96446"/>
                </a:lnTo>
                <a:lnTo>
                  <a:pt x="374393" y="96289"/>
                </a:lnTo>
                <a:lnTo>
                  <a:pt x="374774" y="96126"/>
                </a:lnTo>
                <a:lnTo>
                  <a:pt x="375153" y="95959"/>
                </a:lnTo>
                <a:lnTo>
                  <a:pt x="375529" y="95786"/>
                </a:lnTo>
                <a:lnTo>
                  <a:pt x="375903" y="95609"/>
                </a:lnTo>
                <a:lnTo>
                  <a:pt x="376274" y="95426"/>
                </a:lnTo>
                <a:lnTo>
                  <a:pt x="376643" y="95239"/>
                </a:lnTo>
                <a:lnTo>
                  <a:pt x="377009" y="95046"/>
                </a:lnTo>
                <a:lnTo>
                  <a:pt x="377373" y="94849"/>
                </a:lnTo>
                <a:lnTo>
                  <a:pt x="377735" y="94647"/>
                </a:lnTo>
                <a:lnTo>
                  <a:pt x="378094" y="94439"/>
                </a:lnTo>
                <a:lnTo>
                  <a:pt x="378451" y="94227"/>
                </a:lnTo>
                <a:lnTo>
                  <a:pt x="378805" y="94009"/>
                </a:lnTo>
                <a:lnTo>
                  <a:pt x="379157" y="93787"/>
                </a:lnTo>
                <a:lnTo>
                  <a:pt x="379506" y="93559"/>
                </a:lnTo>
                <a:lnTo>
                  <a:pt x="379853" y="93327"/>
                </a:lnTo>
                <a:lnTo>
                  <a:pt x="380197" y="93089"/>
                </a:lnTo>
                <a:lnTo>
                  <a:pt x="380539" y="92847"/>
                </a:lnTo>
                <a:lnTo>
                  <a:pt x="380877" y="92600"/>
                </a:lnTo>
                <a:lnTo>
                  <a:pt x="381212" y="92349"/>
                </a:lnTo>
                <a:lnTo>
                  <a:pt x="381543" y="92094"/>
                </a:lnTo>
                <a:lnTo>
                  <a:pt x="381871" y="91834"/>
                </a:lnTo>
                <a:lnTo>
                  <a:pt x="382196" y="91570"/>
                </a:lnTo>
                <a:lnTo>
                  <a:pt x="382517" y="91301"/>
                </a:lnTo>
                <a:lnTo>
                  <a:pt x="382835" y="91028"/>
                </a:lnTo>
                <a:lnTo>
                  <a:pt x="383150" y="90750"/>
                </a:lnTo>
                <a:lnTo>
                  <a:pt x="383461" y="90468"/>
                </a:lnTo>
                <a:lnTo>
                  <a:pt x="383769" y="90182"/>
                </a:lnTo>
                <a:lnTo>
                  <a:pt x="384073" y="89891"/>
                </a:lnTo>
                <a:lnTo>
                  <a:pt x="384374" y="89596"/>
                </a:lnTo>
                <a:lnTo>
                  <a:pt x="384672" y="89296"/>
                </a:lnTo>
                <a:lnTo>
                  <a:pt x="384966" y="88992"/>
                </a:lnTo>
                <a:lnTo>
                  <a:pt x="385257" y="88684"/>
                </a:lnTo>
                <a:lnTo>
                  <a:pt x="385545" y="88371"/>
                </a:lnTo>
                <a:lnTo>
                  <a:pt x="385829" y="88054"/>
                </a:lnTo>
                <a:lnTo>
                  <a:pt x="386110" y="87732"/>
                </a:lnTo>
                <a:lnTo>
                  <a:pt x="386387" y="87406"/>
                </a:lnTo>
                <a:lnTo>
                  <a:pt x="386661" y="87075"/>
                </a:lnTo>
                <a:lnTo>
                  <a:pt x="386932" y="86740"/>
                </a:lnTo>
                <a:lnTo>
                  <a:pt x="387200" y="86401"/>
                </a:lnTo>
                <a:lnTo>
                  <a:pt x="387464" y="86057"/>
                </a:lnTo>
                <a:lnTo>
                  <a:pt x="382843" y="82173"/>
                </a:lnTo>
                <a:lnTo>
                  <a:pt x="382478" y="82544"/>
                </a:lnTo>
                <a:lnTo>
                  <a:pt x="382111" y="82908"/>
                </a:lnTo>
                <a:lnTo>
                  <a:pt x="381741" y="83267"/>
                </a:lnTo>
                <a:lnTo>
                  <a:pt x="381367" y="83619"/>
                </a:lnTo>
                <a:lnTo>
                  <a:pt x="380991" y="83966"/>
                </a:lnTo>
                <a:lnTo>
                  <a:pt x="380612" y="84306"/>
                </a:lnTo>
                <a:lnTo>
                  <a:pt x="380229" y="84639"/>
                </a:lnTo>
                <a:lnTo>
                  <a:pt x="379844" y="84967"/>
                </a:lnTo>
                <a:lnTo>
                  <a:pt x="379455" y="85289"/>
                </a:lnTo>
                <a:lnTo>
                  <a:pt x="379064" y="85604"/>
                </a:lnTo>
                <a:lnTo>
                  <a:pt x="378669" y="85913"/>
                </a:lnTo>
                <a:lnTo>
                  <a:pt x="378272" y="86216"/>
                </a:lnTo>
                <a:lnTo>
                  <a:pt x="377871" y="86513"/>
                </a:lnTo>
                <a:lnTo>
                  <a:pt x="377468" y="86804"/>
                </a:lnTo>
                <a:lnTo>
                  <a:pt x="377061" y="87088"/>
                </a:lnTo>
                <a:lnTo>
                  <a:pt x="376651" y="87367"/>
                </a:lnTo>
                <a:lnTo>
                  <a:pt x="376239" y="87639"/>
                </a:lnTo>
                <a:lnTo>
                  <a:pt x="375823" y="87905"/>
                </a:lnTo>
                <a:lnTo>
                  <a:pt x="375404" y="88165"/>
                </a:lnTo>
                <a:lnTo>
                  <a:pt x="374983" y="88419"/>
                </a:lnTo>
                <a:lnTo>
                  <a:pt x="374558" y="88666"/>
                </a:lnTo>
                <a:lnTo>
                  <a:pt x="374130" y="88908"/>
                </a:lnTo>
                <a:lnTo>
                  <a:pt x="373700" y="89143"/>
                </a:lnTo>
                <a:lnTo>
                  <a:pt x="373266" y="89372"/>
                </a:lnTo>
                <a:lnTo>
                  <a:pt x="372828" y="89593"/>
                </a:lnTo>
                <a:lnTo>
                  <a:pt x="372387" y="89805"/>
                </a:lnTo>
                <a:lnTo>
                  <a:pt x="371941" y="90007"/>
                </a:lnTo>
                <a:lnTo>
                  <a:pt x="371491" y="90199"/>
                </a:lnTo>
                <a:lnTo>
                  <a:pt x="371037" y="90382"/>
                </a:lnTo>
                <a:lnTo>
                  <a:pt x="370579" y="90555"/>
                </a:lnTo>
                <a:lnTo>
                  <a:pt x="370116" y="90718"/>
                </a:lnTo>
                <a:lnTo>
                  <a:pt x="369649" y="90872"/>
                </a:lnTo>
                <a:lnTo>
                  <a:pt x="369178" y="91016"/>
                </a:lnTo>
                <a:lnTo>
                  <a:pt x="368703" y="91150"/>
                </a:lnTo>
                <a:lnTo>
                  <a:pt x="368224" y="91275"/>
                </a:lnTo>
                <a:lnTo>
                  <a:pt x="367741" y="91390"/>
                </a:lnTo>
                <a:lnTo>
                  <a:pt x="367253" y="91495"/>
                </a:lnTo>
                <a:lnTo>
                  <a:pt x="366761" y="91591"/>
                </a:lnTo>
                <a:lnTo>
                  <a:pt x="366265" y="91677"/>
                </a:lnTo>
                <a:lnTo>
                  <a:pt x="365765" y="91753"/>
                </a:lnTo>
                <a:lnTo>
                  <a:pt x="365261" y="91820"/>
                </a:lnTo>
                <a:lnTo>
                  <a:pt x="364752" y="91877"/>
                </a:lnTo>
                <a:lnTo>
                  <a:pt x="364239" y="91925"/>
                </a:lnTo>
                <a:lnTo>
                  <a:pt x="363722" y="91963"/>
                </a:lnTo>
                <a:lnTo>
                  <a:pt x="363201" y="91991"/>
                </a:lnTo>
                <a:lnTo>
                  <a:pt x="362676" y="92009"/>
                </a:lnTo>
                <a:lnTo>
                  <a:pt x="362147" y="92018"/>
                </a:lnTo>
                <a:lnTo>
                  <a:pt x="361613" y="92018"/>
                </a:lnTo>
                <a:lnTo>
                  <a:pt x="361136" y="92002"/>
                </a:lnTo>
                <a:lnTo>
                  <a:pt x="360665" y="91978"/>
                </a:lnTo>
                <a:lnTo>
                  <a:pt x="360201" y="91946"/>
                </a:lnTo>
                <a:lnTo>
                  <a:pt x="359742" y="91905"/>
                </a:lnTo>
                <a:lnTo>
                  <a:pt x="359290" y="91856"/>
                </a:lnTo>
                <a:lnTo>
                  <a:pt x="358844" y="91798"/>
                </a:lnTo>
                <a:lnTo>
                  <a:pt x="358404" y="91732"/>
                </a:lnTo>
                <a:lnTo>
                  <a:pt x="357970" y="91657"/>
                </a:lnTo>
                <a:lnTo>
                  <a:pt x="357543" y="91573"/>
                </a:lnTo>
                <a:lnTo>
                  <a:pt x="357121" y="91482"/>
                </a:lnTo>
                <a:lnTo>
                  <a:pt x="356706" y="91381"/>
                </a:lnTo>
                <a:lnTo>
                  <a:pt x="356297" y="91273"/>
                </a:lnTo>
                <a:lnTo>
                  <a:pt x="355894" y="91155"/>
                </a:lnTo>
                <a:lnTo>
                  <a:pt x="355497" y="91030"/>
                </a:lnTo>
                <a:lnTo>
                  <a:pt x="355107" y="90895"/>
                </a:lnTo>
                <a:lnTo>
                  <a:pt x="354722" y="90753"/>
                </a:lnTo>
                <a:lnTo>
                  <a:pt x="354344" y="90601"/>
                </a:lnTo>
                <a:lnTo>
                  <a:pt x="353972" y="90442"/>
                </a:lnTo>
                <a:lnTo>
                  <a:pt x="353606" y="90274"/>
                </a:lnTo>
                <a:lnTo>
                  <a:pt x="353246" y="90097"/>
                </a:lnTo>
                <a:lnTo>
                  <a:pt x="352893" y="89912"/>
                </a:lnTo>
                <a:lnTo>
                  <a:pt x="352545" y="89718"/>
                </a:lnTo>
                <a:lnTo>
                  <a:pt x="352204" y="89516"/>
                </a:lnTo>
                <a:lnTo>
                  <a:pt x="351869" y="89305"/>
                </a:lnTo>
                <a:lnTo>
                  <a:pt x="351540" y="89088"/>
                </a:lnTo>
                <a:lnTo>
                  <a:pt x="351216" y="88864"/>
                </a:lnTo>
                <a:lnTo>
                  <a:pt x="350899" y="88636"/>
                </a:lnTo>
                <a:lnTo>
                  <a:pt x="350588" y="88401"/>
                </a:lnTo>
                <a:lnTo>
                  <a:pt x="350282" y="88161"/>
                </a:lnTo>
                <a:lnTo>
                  <a:pt x="349983" y="87916"/>
                </a:lnTo>
                <a:lnTo>
                  <a:pt x="349689" y="87665"/>
                </a:lnTo>
                <a:lnTo>
                  <a:pt x="349402" y="87408"/>
                </a:lnTo>
                <a:lnTo>
                  <a:pt x="349120" y="87146"/>
                </a:lnTo>
                <a:lnTo>
                  <a:pt x="348844" y="86878"/>
                </a:lnTo>
                <a:lnTo>
                  <a:pt x="348575" y="86604"/>
                </a:lnTo>
                <a:lnTo>
                  <a:pt x="348311" y="86325"/>
                </a:lnTo>
                <a:lnTo>
                  <a:pt x="348053" y="86040"/>
                </a:lnTo>
                <a:lnTo>
                  <a:pt x="347801" y="85750"/>
                </a:lnTo>
                <a:lnTo>
                  <a:pt x="347555" y="85455"/>
                </a:lnTo>
                <a:lnTo>
                  <a:pt x="347315" y="85153"/>
                </a:lnTo>
                <a:lnTo>
                  <a:pt x="347080" y="84846"/>
                </a:lnTo>
                <a:lnTo>
                  <a:pt x="346852" y="84534"/>
                </a:lnTo>
                <a:lnTo>
                  <a:pt x="346630" y="84216"/>
                </a:lnTo>
                <a:lnTo>
                  <a:pt x="346413" y="83892"/>
                </a:lnTo>
                <a:lnTo>
                  <a:pt x="346203" y="83563"/>
                </a:lnTo>
                <a:lnTo>
                  <a:pt x="345998" y="83228"/>
                </a:lnTo>
                <a:lnTo>
                  <a:pt x="345800" y="82887"/>
                </a:lnTo>
                <a:lnTo>
                  <a:pt x="345607" y="82541"/>
                </a:lnTo>
                <a:lnTo>
                  <a:pt x="345420" y="82191"/>
                </a:lnTo>
                <a:lnTo>
                  <a:pt x="345238" y="81838"/>
                </a:lnTo>
                <a:lnTo>
                  <a:pt x="345061" y="81482"/>
                </a:lnTo>
                <a:lnTo>
                  <a:pt x="344890" y="81123"/>
                </a:lnTo>
                <a:lnTo>
                  <a:pt x="344724" y="80761"/>
                </a:lnTo>
                <a:lnTo>
                  <a:pt x="344563" y="80396"/>
                </a:lnTo>
                <a:lnTo>
                  <a:pt x="344407" y="80028"/>
                </a:lnTo>
                <a:lnTo>
                  <a:pt x="344256" y="79658"/>
                </a:lnTo>
                <a:lnTo>
                  <a:pt x="344111" y="79284"/>
                </a:lnTo>
                <a:lnTo>
                  <a:pt x="343971" y="78908"/>
                </a:lnTo>
                <a:lnTo>
                  <a:pt x="343836" y="78529"/>
                </a:lnTo>
                <a:lnTo>
                  <a:pt x="343707" y="78146"/>
                </a:lnTo>
                <a:lnTo>
                  <a:pt x="343582" y="77761"/>
                </a:lnTo>
                <a:lnTo>
                  <a:pt x="343463" y="77373"/>
                </a:lnTo>
                <a:lnTo>
                  <a:pt x="343349" y="76982"/>
                </a:lnTo>
                <a:lnTo>
                  <a:pt x="343241" y="76588"/>
                </a:lnTo>
                <a:lnTo>
                  <a:pt x="343137" y="76192"/>
                </a:lnTo>
                <a:lnTo>
                  <a:pt x="343039" y="75792"/>
                </a:lnTo>
                <a:lnTo>
                  <a:pt x="342946" y="75389"/>
                </a:lnTo>
                <a:lnTo>
                  <a:pt x="342858" y="74984"/>
                </a:lnTo>
                <a:lnTo>
                  <a:pt x="342776" y="74575"/>
                </a:lnTo>
                <a:lnTo>
                  <a:pt x="342699" y="74164"/>
                </a:lnTo>
                <a:lnTo>
                  <a:pt x="342627" y="73750"/>
                </a:lnTo>
                <a:lnTo>
                  <a:pt x="342560" y="73333"/>
                </a:lnTo>
                <a:lnTo>
                  <a:pt x="342498" y="72914"/>
                </a:lnTo>
                <a:lnTo>
                  <a:pt x="342441" y="72496"/>
                </a:lnTo>
                <a:lnTo>
                  <a:pt x="342389" y="72078"/>
                </a:lnTo>
                <a:lnTo>
                  <a:pt x="342341" y="71660"/>
                </a:lnTo>
                <a:lnTo>
                  <a:pt x="342298" y="71243"/>
                </a:lnTo>
                <a:lnTo>
                  <a:pt x="342260" y="70826"/>
                </a:lnTo>
                <a:lnTo>
                  <a:pt x="342227" y="70409"/>
                </a:lnTo>
                <a:lnTo>
                  <a:pt x="342199" y="69992"/>
                </a:lnTo>
                <a:lnTo>
                  <a:pt x="342175" y="69575"/>
                </a:lnTo>
                <a:lnTo>
                  <a:pt x="342156" y="69159"/>
                </a:lnTo>
                <a:lnTo>
                  <a:pt x="342142" y="68743"/>
                </a:lnTo>
                <a:lnTo>
                  <a:pt x="342133" y="68327"/>
                </a:lnTo>
                <a:lnTo>
                  <a:pt x="342128" y="67911"/>
                </a:lnTo>
                <a:lnTo>
                  <a:pt x="342128" y="67496"/>
                </a:lnTo>
                <a:lnTo>
                  <a:pt x="342133" y="67080"/>
                </a:lnTo>
                <a:lnTo>
                  <a:pt x="342143" y="66666"/>
                </a:lnTo>
                <a:lnTo>
                  <a:pt x="342157" y="66251"/>
                </a:lnTo>
                <a:lnTo>
                  <a:pt x="342177" y="65836"/>
                </a:lnTo>
                <a:lnTo>
                  <a:pt x="342201" y="65422"/>
                </a:lnTo>
                <a:lnTo>
                  <a:pt x="342230" y="65008"/>
                </a:lnTo>
                <a:lnTo>
                  <a:pt x="342263" y="64594"/>
                </a:lnTo>
                <a:lnTo>
                  <a:pt x="342301" y="64181"/>
                </a:lnTo>
                <a:lnTo>
                  <a:pt x="342344" y="63767"/>
                </a:lnTo>
                <a:lnTo>
                  <a:pt x="342392" y="63354"/>
                </a:lnTo>
                <a:lnTo>
                  <a:pt x="342617" y="61747"/>
                </a:lnTo>
                <a:lnTo>
                  <a:pt x="392821" y="61747"/>
                </a:lnTo>
                <a:lnTo>
                  <a:pt x="393424" y="56866"/>
                </a:lnTo>
                <a:lnTo>
                  <a:pt x="393488" y="56354"/>
                </a:lnTo>
                <a:lnTo>
                  <a:pt x="393546" y="55843"/>
                </a:lnTo>
                <a:lnTo>
                  <a:pt x="393598" y="55333"/>
                </a:lnTo>
                <a:close/>
                <a:moveTo>
                  <a:pt x="344571" y="53085"/>
                </a:moveTo>
                <a:lnTo>
                  <a:pt x="344715" y="52645"/>
                </a:lnTo>
                <a:lnTo>
                  <a:pt x="344864" y="52205"/>
                </a:lnTo>
                <a:lnTo>
                  <a:pt x="345017" y="51764"/>
                </a:lnTo>
                <a:lnTo>
                  <a:pt x="345175" y="51322"/>
                </a:lnTo>
                <a:lnTo>
                  <a:pt x="345337" y="50880"/>
                </a:lnTo>
                <a:lnTo>
                  <a:pt x="345503" y="50437"/>
                </a:lnTo>
                <a:lnTo>
                  <a:pt x="345674" y="49994"/>
                </a:lnTo>
                <a:lnTo>
                  <a:pt x="345849" y="49551"/>
                </a:lnTo>
                <a:lnTo>
                  <a:pt x="346029" y="49112"/>
                </a:lnTo>
                <a:lnTo>
                  <a:pt x="346213" y="48676"/>
                </a:lnTo>
                <a:lnTo>
                  <a:pt x="346401" y="48243"/>
                </a:lnTo>
                <a:lnTo>
                  <a:pt x="346594" y="47813"/>
                </a:lnTo>
                <a:lnTo>
                  <a:pt x="346791" y="47386"/>
                </a:lnTo>
                <a:lnTo>
                  <a:pt x="346993" y="46962"/>
                </a:lnTo>
                <a:lnTo>
                  <a:pt x="347199" y="46541"/>
                </a:lnTo>
                <a:lnTo>
                  <a:pt x="347410" y="46123"/>
                </a:lnTo>
                <a:lnTo>
                  <a:pt x="347625" y="45708"/>
                </a:lnTo>
                <a:lnTo>
                  <a:pt x="347844" y="45296"/>
                </a:lnTo>
                <a:lnTo>
                  <a:pt x="348068" y="44887"/>
                </a:lnTo>
                <a:lnTo>
                  <a:pt x="348296" y="44481"/>
                </a:lnTo>
                <a:lnTo>
                  <a:pt x="348529" y="44078"/>
                </a:lnTo>
                <a:lnTo>
                  <a:pt x="348766" y="43678"/>
                </a:lnTo>
                <a:lnTo>
                  <a:pt x="349007" y="43282"/>
                </a:lnTo>
                <a:lnTo>
                  <a:pt x="349253" y="42888"/>
                </a:lnTo>
                <a:lnTo>
                  <a:pt x="349504" y="42497"/>
                </a:lnTo>
                <a:lnTo>
                  <a:pt x="349758" y="42109"/>
                </a:lnTo>
                <a:lnTo>
                  <a:pt x="350018" y="41725"/>
                </a:lnTo>
                <a:lnTo>
                  <a:pt x="350281" y="41343"/>
                </a:lnTo>
                <a:lnTo>
                  <a:pt x="350549" y="40964"/>
                </a:lnTo>
                <a:lnTo>
                  <a:pt x="350822" y="40588"/>
                </a:lnTo>
                <a:lnTo>
                  <a:pt x="351098" y="40216"/>
                </a:lnTo>
                <a:lnTo>
                  <a:pt x="351380" y="39848"/>
                </a:lnTo>
                <a:lnTo>
                  <a:pt x="351666" y="39486"/>
                </a:lnTo>
                <a:lnTo>
                  <a:pt x="351957" y="39131"/>
                </a:lnTo>
                <a:lnTo>
                  <a:pt x="352253" y="38782"/>
                </a:lnTo>
                <a:lnTo>
                  <a:pt x="352553" y="38439"/>
                </a:lnTo>
                <a:lnTo>
                  <a:pt x="352859" y="38102"/>
                </a:lnTo>
                <a:lnTo>
                  <a:pt x="353169" y="37772"/>
                </a:lnTo>
                <a:lnTo>
                  <a:pt x="353483" y="37448"/>
                </a:lnTo>
                <a:lnTo>
                  <a:pt x="353803" y="37130"/>
                </a:lnTo>
                <a:lnTo>
                  <a:pt x="354127" y="36818"/>
                </a:lnTo>
                <a:lnTo>
                  <a:pt x="354456" y="36513"/>
                </a:lnTo>
                <a:lnTo>
                  <a:pt x="354790" y="36214"/>
                </a:lnTo>
                <a:lnTo>
                  <a:pt x="355129" y="35922"/>
                </a:lnTo>
                <a:lnTo>
                  <a:pt x="355472" y="35635"/>
                </a:lnTo>
                <a:lnTo>
                  <a:pt x="355820" y="35355"/>
                </a:lnTo>
                <a:lnTo>
                  <a:pt x="356173" y="35081"/>
                </a:lnTo>
                <a:lnTo>
                  <a:pt x="356531" y="34814"/>
                </a:lnTo>
                <a:lnTo>
                  <a:pt x="356894" y="34553"/>
                </a:lnTo>
                <a:lnTo>
                  <a:pt x="357261" y="34298"/>
                </a:lnTo>
                <a:lnTo>
                  <a:pt x="357633" y="34049"/>
                </a:lnTo>
                <a:lnTo>
                  <a:pt x="358010" y="33807"/>
                </a:lnTo>
                <a:lnTo>
                  <a:pt x="358391" y="33570"/>
                </a:lnTo>
                <a:lnTo>
                  <a:pt x="358777" y="33341"/>
                </a:lnTo>
                <a:lnTo>
                  <a:pt x="359168" y="33117"/>
                </a:lnTo>
                <a:lnTo>
                  <a:pt x="359564" y="32901"/>
                </a:lnTo>
                <a:lnTo>
                  <a:pt x="359964" y="32695"/>
                </a:lnTo>
                <a:lnTo>
                  <a:pt x="360369" y="32499"/>
                </a:lnTo>
                <a:lnTo>
                  <a:pt x="360779" y="32312"/>
                </a:lnTo>
                <a:lnTo>
                  <a:pt x="361192" y="32135"/>
                </a:lnTo>
                <a:lnTo>
                  <a:pt x="361611" y="31968"/>
                </a:lnTo>
                <a:lnTo>
                  <a:pt x="362034" y="31810"/>
                </a:lnTo>
                <a:lnTo>
                  <a:pt x="362461" y="31662"/>
                </a:lnTo>
                <a:lnTo>
                  <a:pt x="362893" y="31524"/>
                </a:lnTo>
                <a:lnTo>
                  <a:pt x="363330" y="31395"/>
                </a:lnTo>
                <a:lnTo>
                  <a:pt x="363771" y="31276"/>
                </a:lnTo>
                <a:lnTo>
                  <a:pt x="364216" y="31166"/>
                </a:lnTo>
                <a:lnTo>
                  <a:pt x="364666" y="31067"/>
                </a:lnTo>
                <a:lnTo>
                  <a:pt x="365121" y="30976"/>
                </a:lnTo>
                <a:lnTo>
                  <a:pt x="365580" y="30896"/>
                </a:lnTo>
                <a:lnTo>
                  <a:pt x="366044" y="30825"/>
                </a:lnTo>
                <a:lnTo>
                  <a:pt x="366512" y="30764"/>
                </a:lnTo>
                <a:lnTo>
                  <a:pt x="366985" y="30712"/>
                </a:lnTo>
                <a:lnTo>
                  <a:pt x="367462" y="30670"/>
                </a:lnTo>
                <a:lnTo>
                  <a:pt x="367944" y="30638"/>
                </a:lnTo>
                <a:lnTo>
                  <a:pt x="368431" y="30616"/>
                </a:lnTo>
                <a:lnTo>
                  <a:pt x="368922" y="30603"/>
                </a:lnTo>
                <a:lnTo>
                  <a:pt x="369417" y="30599"/>
                </a:lnTo>
                <a:lnTo>
                  <a:pt x="369917" y="30606"/>
                </a:lnTo>
                <a:lnTo>
                  <a:pt x="370443" y="30617"/>
                </a:lnTo>
                <a:lnTo>
                  <a:pt x="370960" y="30640"/>
                </a:lnTo>
                <a:lnTo>
                  <a:pt x="371468" y="30676"/>
                </a:lnTo>
                <a:lnTo>
                  <a:pt x="371967" y="30723"/>
                </a:lnTo>
                <a:lnTo>
                  <a:pt x="372458" y="30781"/>
                </a:lnTo>
                <a:lnTo>
                  <a:pt x="372939" y="30852"/>
                </a:lnTo>
                <a:lnTo>
                  <a:pt x="373412" y="30934"/>
                </a:lnTo>
                <a:lnTo>
                  <a:pt x="373876" y="31029"/>
                </a:lnTo>
                <a:lnTo>
                  <a:pt x="374331" y="31135"/>
                </a:lnTo>
                <a:lnTo>
                  <a:pt x="374777" y="31253"/>
                </a:lnTo>
                <a:lnTo>
                  <a:pt x="375215" y="31383"/>
                </a:lnTo>
                <a:lnTo>
                  <a:pt x="375643" y="31524"/>
                </a:lnTo>
                <a:lnTo>
                  <a:pt x="376063" y="31678"/>
                </a:lnTo>
                <a:lnTo>
                  <a:pt x="376474" y="31843"/>
                </a:lnTo>
                <a:lnTo>
                  <a:pt x="376876" y="32020"/>
                </a:lnTo>
                <a:lnTo>
                  <a:pt x="377269" y="32209"/>
                </a:lnTo>
                <a:lnTo>
                  <a:pt x="377653" y="32410"/>
                </a:lnTo>
                <a:lnTo>
                  <a:pt x="378029" y="32623"/>
                </a:lnTo>
                <a:lnTo>
                  <a:pt x="378396" y="32847"/>
                </a:lnTo>
                <a:lnTo>
                  <a:pt x="378754" y="33083"/>
                </a:lnTo>
                <a:lnTo>
                  <a:pt x="379103" y="33331"/>
                </a:lnTo>
                <a:lnTo>
                  <a:pt x="379443" y="33591"/>
                </a:lnTo>
                <a:lnTo>
                  <a:pt x="379774" y="33863"/>
                </a:lnTo>
                <a:lnTo>
                  <a:pt x="380097" y="34147"/>
                </a:lnTo>
                <a:lnTo>
                  <a:pt x="380411" y="34439"/>
                </a:lnTo>
                <a:lnTo>
                  <a:pt x="380716" y="34738"/>
                </a:lnTo>
                <a:lnTo>
                  <a:pt x="381014" y="35044"/>
                </a:lnTo>
                <a:lnTo>
                  <a:pt x="381303" y="35356"/>
                </a:lnTo>
                <a:lnTo>
                  <a:pt x="381584" y="35675"/>
                </a:lnTo>
                <a:lnTo>
                  <a:pt x="381857" y="36000"/>
                </a:lnTo>
                <a:lnTo>
                  <a:pt x="382121" y="36331"/>
                </a:lnTo>
                <a:lnTo>
                  <a:pt x="382377" y="36669"/>
                </a:lnTo>
                <a:lnTo>
                  <a:pt x="382625" y="37014"/>
                </a:lnTo>
                <a:lnTo>
                  <a:pt x="382865" y="37365"/>
                </a:lnTo>
                <a:lnTo>
                  <a:pt x="383097" y="37722"/>
                </a:lnTo>
                <a:lnTo>
                  <a:pt x="383320" y="38086"/>
                </a:lnTo>
                <a:lnTo>
                  <a:pt x="383535" y="38457"/>
                </a:lnTo>
                <a:lnTo>
                  <a:pt x="383741" y="38834"/>
                </a:lnTo>
                <a:lnTo>
                  <a:pt x="383940" y="39218"/>
                </a:lnTo>
                <a:lnTo>
                  <a:pt x="384130" y="39608"/>
                </a:lnTo>
                <a:lnTo>
                  <a:pt x="384312" y="40004"/>
                </a:lnTo>
                <a:lnTo>
                  <a:pt x="384485" y="40407"/>
                </a:lnTo>
                <a:lnTo>
                  <a:pt x="384651" y="40817"/>
                </a:lnTo>
                <a:lnTo>
                  <a:pt x="384808" y="41233"/>
                </a:lnTo>
                <a:lnTo>
                  <a:pt x="384957" y="41655"/>
                </a:lnTo>
                <a:lnTo>
                  <a:pt x="385097" y="42084"/>
                </a:lnTo>
                <a:lnTo>
                  <a:pt x="385230" y="42520"/>
                </a:lnTo>
                <a:lnTo>
                  <a:pt x="385354" y="42962"/>
                </a:lnTo>
                <a:lnTo>
                  <a:pt x="385470" y="43407"/>
                </a:lnTo>
                <a:lnTo>
                  <a:pt x="385578" y="43854"/>
                </a:lnTo>
                <a:lnTo>
                  <a:pt x="385678" y="44302"/>
                </a:lnTo>
                <a:lnTo>
                  <a:pt x="385770" y="44750"/>
                </a:lnTo>
                <a:lnTo>
                  <a:pt x="385854" y="45199"/>
                </a:lnTo>
                <a:lnTo>
                  <a:pt x="385929" y="45650"/>
                </a:lnTo>
                <a:lnTo>
                  <a:pt x="385997" y="46101"/>
                </a:lnTo>
                <a:lnTo>
                  <a:pt x="386057" y="46553"/>
                </a:lnTo>
                <a:lnTo>
                  <a:pt x="386109" y="47006"/>
                </a:lnTo>
                <a:lnTo>
                  <a:pt x="386153" y="47460"/>
                </a:lnTo>
                <a:lnTo>
                  <a:pt x="386188" y="47915"/>
                </a:lnTo>
                <a:lnTo>
                  <a:pt x="386216" y="48371"/>
                </a:lnTo>
                <a:lnTo>
                  <a:pt x="386236" y="48828"/>
                </a:lnTo>
                <a:lnTo>
                  <a:pt x="386248" y="49286"/>
                </a:lnTo>
                <a:lnTo>
                  <a:pt x="386251" y="49744"/>
                </a:lnTo>
                <a:lnTo>
                  <a:pt x="386247" y="50204"/>
                </a:lnTo>
                <a:lnTo>
                  <a:pt x="386234" y="50664"/>
                </a:lnTo>
                <a:lnTo>
                  <a:pt x="386214" y="51126"/>
                </a:lnTo>
                <a:lnTo>
                  <a:pt x="386186" y="51588"/>
                </a:lnTo>
                <a:lnTo>
                  <a:pt x="386149" y="52051"/>
                </a:lnTo>
                <a:lnTo>
                  <a:pt x="386105" y="52515"/>
                </a:lnTo>
                <a:lnTo>
                  <a:pt x="386052" y="52980"/>
                </a:lnTo>
                <a:lnTo>
                  <a:pt x="385992" y="53446"/>
                </a:lnTo>
                <a:lnTo>
                  <a:pt x="385923" y="53913"/>
                </a:lnTo>
                <a:lnTo>
                  <a:pt x="385722" y="54916"/>
                </a:lnTo>
                <a:lnTo>
                  <a:pt x="344034" y="54854"/>
                </a:lnTo>
                <a:lnTo>
                  <a:pt x="344038" y="54839"/>
                </a:lnTo>
                <a:lnTo>
                  <a:pt x="344165" y="54401"/>
                </a:lnTo>
                <a:lnTo>
                  <a:pt x="344296" y="53963"/>
                </a:lnTo>
                <a:lnTo>
                  <a:pt x="344431" y="53524"/>
                </a:lnTo>
                <a:lnTo>
                  <a:pt x="344571" y="53085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Multi-Turn">
            <a:extLst xmlns:a="http://schemas.openxmlformats.org/drawingml/2006/main">
              <a:ext uri="{FF2B5EF4-FFF2-40B4-BE49-F238E27FC236}">
                <a16:creationId xmlns:a16="http://schemas.microsoft.com/office/drawing/2014/main" id="{DB3CAD3A-191F-454D-978B-7EE4CD9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210" y="233104"/>
            <a:ext cx="1357998" cy="241079"/>
          </a:xfrm>
          <a:custGeom xmlns:a="http://schemas.openxmlformats.org/drawingml/2006/main">
            <a:pathLst>
              <a:path w="1357998" h="241079">
                <a:moveTo>
                  <a:pt x="191965" y="12395"/>
                </a:moveTo>
                <a:lnTo>
                  <a:pt x="108455" y="211022"/>
                </a:lnTo>
                <a:lnTo>
                  <a:pt x="25099" y="12395"/>
                </a:lnTo>
                <a:lnTo>
                  <a:pt x="16888" y="12395"/>
                </a:lnTo>
                <a:lnTo>
                  <a:pt x="5888" y="12395"/>
                </a:lnTo>
                <a:lnTo>
                  <a:pt x="0" y="12395"/>
                </a:lnTo>
                <a:lnTo>
                  <a:pt x="0" y="237980"/>
                </a:lnTo>
                <a:lnTo>
                  <a:pt x="19057" y="237980"/>
                </a:lnTo>
                <a:lnTo>
                  <a:pt x="19057" y="139442"/>
                </a:lnTo>
                <a:lnTo>
                  <a:pt x="17351" y="39535"/>
                </a:lnTo>
                <a:lnTo>
                  <a:pt x="101173" y="237980"/>
                </a:lnTo>
                <a:lnTo>
                  <a:pt x="115737" y="237980"/>
                </a:lnTo>
                <a:lnTo>
                  <a:pt x="199875" y="39108"/>
                </a:lnTo>
                <a:lnTo>
                  <a:pt x="198162" y="139442"/>
                </a:lnTo>
                <a:lnTo>
                  <a:pt x="198162" y="237980"/>
                </a:lnTo>
                <a:lnTo>
                  <a:pt x="217219" y="237980"/>
                </a:lnTo>
                <a:lnTo>
                  <a:pt x="217219" y="12395"/>
                </a:lnTo>
                <a:lnTo>
                  <a:pt x="211177" y="12395"/>
                </a:lnTo>
                <a:lnTo>
                  <a:pt x="200331" y="12395"/>
                </a:lnTo>
                <a:lnTo>
                  <a:pt x="191965" y="12395"/>
                </a:lnTo>
                <a:close/>
                <a:moveTo>
                  <a:pt x="493217" y="70341"/>
                </a:moveTo>
                <a:lnTo>
                  <a:pt x="493217" y="85524"/>
                </a:lnTo>
                <a:lnTo>
                  <a:pt x="524049" y="85524"/>
                </a:lnTo>
                <a:lnTo>
                  <a:pt x="524049" y="197077"/>
                </a:lnTo>
                <a:lnTo>
                  <a:pt x="524057" y="198460"/>
                </a:lnTo>
                <a:lnTo>
                  <a:pt x="524081" y="199817"/>
                </a:lnTo>
                <a:lnTo>
                  <a:pt x="524122" y="201149"/>
                </a:lnTo>
                <a:lnTo>
                  <a:pt x="524178" y="202457"/>
                </a:lnTo>
                <a:lnTo>
                  <a:pt x="524251" y="203740"/>
                </a:lnTo>
                <a:lnTo>
                  <a:pt x="524340" y="204999"/>
                </a:lnTo>
                <a:lnTo>
                  <a:pt x="524445" y="206232"/>
                </a:lnTo>
                <a:lnTo>
                  <a:pt x="524566" y="207441"/>
                </a:lnTo>
                <a:lnTo>
                  <a:pt x="524703" y="208625"/>
                </a:lnTo>
                <a:lnTo>
                  <a:pt x="524856" y="209784"/>
                </a:lnTo>
                <a:lnTo>
                  <a:pt x="525026" y="210919"/>
                </a:lnTo>
                <a:lnTo>
                  <a:pt x="525211" y="212029"/>
                </a:lnTo>
                <a:lnTo>
                  <a:pt x="525413" y="213114"/>
                </a:lnTo>
                <a:lnTo>
                  <a:pt x="525631" y="214174"/>
                </a:lnTo>
                <a:lnTo>
                  <a:pt x="525865" y="215210"/>
                </a:lnTo>
                <a:lnTo>
                  <a:pt x="526115" y="216221"/>
                </a:lnTo>
                <a:lnTo>
                  <a:pt x="526381" y="217207"/>
                </a:lnTo>
                <a:lnTo>
                  <a:pt x="526664" y="218168"/>
                </a:lnTo>
                <a:lnTo>
                  <a:pt x="526962" y="219105"/>
                </a:lnTo>
                <a:lnTo>
                  <a:pt x="527277" y="220016"/>
                </a:lnTo>
                <a:lnTo>
                  <a:pt x="527608" y="220904"/>
                </a:lnTo>
                <a:lnTo>
                  <a:pt x="527955" y="221766"/>
                </a:lnTo>
                <a:lnTo>
                  <a:pt x="528318" y="222604"/>
                </a:lnTo>
                <a:lnTo>
                  <a:pt x="528697" y="223416"/>
                </a:lnTo>
                <a:lnTo>
                  <a:pt x="529091" y="224207"/>
                </a:lnTo>
                <a:lnTo>
                  <a:pt x="529497" y="224979"/>
                </a:lnTo>
                <a:lnTo>
                  <a:pt x="529915" y="225731"/>
                </a:lnTo>
                <a:lnTo>
                  <a:pt x="530346" y="226464"/>
                </a:lnTo>
                <a:lnTo>
                  <a:pt x="530789" y="227177"/>
                </a:lnTo>
                <a:lnTo>
                  <a:pt x="531244" y="227871"/>
                </a:lnTo>
                <a:lnTo>
                  <a:pt x="531712" y="228545"/>
                </a:lnTo>
                <a:lnTo>
                  <a:pt x="532192" y="229201"/>
                </a:lnTo>
                <a:lnTo>
                  <a:pt x="532684" y="229837"/>
                </a:lnTo>
                <a:lnTo>
                  <a:pt x="533189" y="230453"/>
                </a:lnTo>
                <a:lnTo>
                  <a:pt x="533707" y="231050"/>
                </a:lnTo>
                <a:lnTo>
                  <a:pt x="534236" y="231628"/>
                </a:lnTo>
                <a:lnTo>
                  <a:pt x="534778" y="232186"/>
                </a:lnTo>
                <a:lnTo>
                  <a:pt x="535333" y="232725"/>
                </a:lnTo>
                <a:lnTo>
                  <a:pt x="535899" y="233245"/>
                </a:lnTo>
                <a:lnTo>
                  <a:pt x="536478" y="233745"/>
                </a:lnTo>
                <a:lnTo>
                  <a:pt x="537070" y="234226"/>
                </a:lnTo>
                <a:lnTo>
                  <a:pt x="537674" y="234688"/>
                </a:lnTo>
                <a:lnTo>
                  <a:pt x="538290" y="235130"/>
                </a:lnTo>
                <a:lnTo>
                  <a:pt x="538919" y="235553"/>
                </a:lnTo>
                <a:lnTo>
                  <a:pt x="539560" y="235957"/>
                </a:lnTo>
                <a:lnTo>
                  <a:pt x="540213" y="236341"/>
                </a:lnTo>
                <a:lnTo>
                  <a:pt x="540879" y="236705"/>
                </a:lnTo>
                <a:lnTo>
                  <a:pt x="541557" y="237051"/>
                </a:lnTo>
                <a:lnTo>
                  <a:pt x="542245" y="237379"/>
                </a:lnTo>
                <a:lnTo>
                  <a:pt x="542943" y="237694"/>
                </a:lnTo>
                <a:lnTo>
                  <a:pt x="543648" y="237995"/>
                </a:lnTo>
                <a:lnTo>
                  <a:pt x="544363" y="238282"/>
                </a:lnTo>
                <a:lnTo>
                  <a:pt x="545086" y="238554"/>
                </a:lnTo>
                <a:lnTo>
                  <a:pt x="545818" y="238813"/>
                </a:lnTo>
                <a:lnTo>
                  <a:pt x="546558" y="239058"/>
                </a:lnTo>
                <a:lnTo>
                  <a:pt x="547307" y="239289"/>
                </a:lnTo>
                <a:lnTo>
                  <a:pt x="548064" y="239506"/>
                </a:lnTo>
                <a:lnTo>
                  <a:pt x="548830" y="239708"/>
                </a:lnTo>
                <a:lnTo>
                  <a:pt x="549605" y="239897"/>
                </a:lnTo>
                <a:lnTo>
                  <a:pt x="550388" y="240072"/>
                </a:lnTo>
                <a:lnTo>
                  <a:pt x="551180" y="240233"/>
                </a:lnTo>
                <a:lnTo>
                  <a:pt x="551981" y="240380"/>
                </a:lnTo>
                <a:lnTo>
                  <a:pt x="552790" y="240513"/>
                </a:lnTo>
                <a:lnTo>
                  <a:pt x="553607" y="240631"/>
                </a:lnTo>
                <a:lnTo>
                  <a:pt x="554434" y="240736"/>
                </a:lnTo>
                <a:lnTo>
                  <a:pt x="555269" y="240827"/>
                </a:lnTo>
                <a:lnTo>
                  <a:pt x="556112" y="240904"/>
                </a:lnTo>
                <a:lnTo>
                  <a:pt x="556964" y="240967"/>
                </a:lnTo>
                <a:lnTo>
                  <a:pt x="557825" y="241016"/>
                </a:lnTo>
                <a:lnTo>
                  <a:pt x="558694" y="241051"/>
                </a:lnTo>
                <a:lnTo>
                  <a:pt x="559572" y="241072"/>
                </a:lnTo>
                <a:lnTo>
                  <a:pt x="560459" y="241079"/>
                </a:lnTo>
                <a:lnTo>
                  <a:pt x="560911" y="241078"/>
                </a:lnTo>
                <a:lnTo>
                  <a:pt x="561363" y="241074"/>
                </a:lnTo>
                <a:lnTo>
                  <a:pt x="561816" y="241068"/>
                </a:lnTo>
                <a:lnTo>
                  <a:pt x="562269" y="241060"/>
                </a:lnTo>
                <a:lnTo>
                  <a:pt x="562722" y="241049"/>
                </a:lnTo>
                <a:lnTo>
                  <a:pt x="563175" y="241035"/>
                </a:lnTo>
                <a:lnTo>
                  <a:pt x="563629" y="241020"/>
                </a:lnTo>
                <a:lnTo>
                  <a:pt x="564083" y="241002"/>
                </a:lnTo>
                <a:lnTo>
                  <a:pt x="564537" y="240981"/>
                </a:lnTo>
                <a:lnTo>
                  <a:pt x="564991" y="240958"/>
                </a:lnTo>
                <a:lnTo>
                  <a:pt x="565446" y="240933"/>
                </a:lnTo>
                <a:lnTo>
                  <a:pt x="565901" y="240905"/>
                </a:lnTo>
                <a:lnTo>
                  <a:pt x="566356" y="240874"/>
                </a:lnTo>
                <a:lnTo>
                  <a:pt x="566812" y="240842"/>
                </a:lnTo>
                <a:lnTo>
                  <a:pt x="567268" y="240807"/>
                </a:lnTo>
                <a:lnTo>
                  <a:pt x="567724" y="240769"/>
                </a:lnTo>
                <a:lnTo>
                  <a:pt x="568180" y="240729"/>
                </a:lnTo>
                <a:lnTo>
                  <a:pt x="568637" y="240687"/>
                </a:lnTo>
                <a:lnTo>
                  <a:pt x="569093" y="240642"/>
                </a:lnTo>
                <a:lnTo>
                  <a:pt x="569551" y="240595"/>
                </a:lnTo>
                <a:lnTo>
                  <a:pt x="570008" y="240545"/>
                </a:lnTo>
                <a:lnTo>
                  <a:pt x="570466" y="240493"/>
                </a:lnTo>
                <a:lnTo>
                  <a:pt x="570924" y="240439"/>
                </a:lnTo>
                <a:lnTo>
                  <a:pt x="571382" y="240382"/>
                </a:lnTo>
                <a:lnTo>
                  <a:pt x="571837" y="240323"/>
                </a:lnTo>
                <a:lnTo>
                  <a:pt x="572284" y="240263"/>
                </a:lnTo>
                <a:lnTo>
                  <a:pt x="572724" y="240201"/>
                </a:lnTo>
                <a:lnTo>
                  <a:pt x="573157" y="240139"/>
                </a:lnTo>
                <a:lnTo>
                  <a:pt x="573583" y="240075"/>
                </a:lnTo>
                <a:lnTo>
                  <a:pt x="574001" y="240009"/>
                </a:lnTo>
                <a:lnTo>
                  <a:pt x="574412" y="239942"/>
                </a:lnTo>
                <a:lnTo>
                  <a:pt x="574816" y="239874"/>
                </a:lnTo>
                <a:lnTo>
                  <a:pt x="575213" y="239804"/>
                </a:lnTo>
                <a:lnTo>
                  <a:pt x="575602" y="239734"/>
                </a:lnTo>
                <a:lnTo>
                  <a:pt x="575984" y="239661"/>
                </a:lnTo>
                <a:lnTo>
                  <a:pt x="576359" y="239588"/>
                </a:lnTo>
                <a:lnTo>
                  <a:pt x="576727" y="239513"/>
                </a:lnTo>
                <a:lnTo>
                  <a:pt x="577087" y="239437"/>
                </a:lnTo>
                <a:lnTo>
                  <a:pt x="577440" y="239359"/>
                </a:lnTo>
                <a:lnTo>
                  <a:pt x="577786" y="239280"/>
                </a:lnTo>
                <a:lnTo>
                  <a:pt x="578124" y="239200"/>
                </a:lnTo>
                <a:lnTo>
                  <a:pt x="578456" y="239118"/>
                </a:lnTo>
                <a:lnTo>
                  <a:pt x="578780" y="239035"/>
                </a:lnTo>
                <a:lnTo>
                  <a:pt x="579096" y="238951"/>
                </a:lnTo>
                <a:lnTo>
                  <a:pt x="579406" y="238865"/>
                </a:lnTo>
                <a:lnTo>
                  <a:pt x="579708" y="238778"/>
                </a:lnTo>
                <a:lnTo>
                  <a:pt x="580003" y="238690"/>
                </a:lnTo>
                <a:lnTo>
                  <a:pt x="580291" y="238600"/>
                </a:lnTo>
                <a:lnTo>
                  <a:pt x="579516" y="222952"/>
                </a:lnTo>
                <a:lnTo>
                  <a:pt x="579244" y="222991"/>
                </a:lnTo>
                <a:lnTo>
                  <a:pt x="578970" y="223030"/>
                </a:lnTo>
                <a:lnTo>
                  <a:pt x="578694" y="223069"/>
                </a:lnTo>
                <a:lnTo>
                  <a:pt x="578416" y="223109"/>
                </a:lnTo>
                <a:lnTo>
                  <a:pt x="578137" y="223149"/>
                </a:lnTo>
                <a:lnTo>
                  <a:pt x="577855" y="223189"/>
                </a:lnTo>
                <a:lnTo>
                  <a:pt x="577572" y="223229"/>
                </a:lnTo>
                <a:lnTo>
                  <a:pt x="577287" y="223270"/>
                </a:lnTo>
                <a:lnTo>
                  <a:pt x="576999" y="223311"/>
                </a:lnTo>
                <a:lnTo>
                  <a:pt x="576710" y="223352"/>
                </a:lnTo>
                <a:lnTo>
                  <a:pt x="576420" y="223394"/>
                </a:lnTo>
                <a:lnTo>
                  <a:pt x="576127" y="223436"/>
                </a:lnTo>
                <a:lnTo>
                  <a:pt x="575832" y="223478"/>
                </a:lnTo>
                <a:lnTo>
                  <a:pt x="575535" y="223520"/>
                </a:lnTo>
                <a:lnTo>
                  <a:pt x="575237" y="223563"/>
                </a:lnTo>
                <a:lnTo>
                  <a:pt x="574937" y="223606"/>
                </a:lnTo>
                <a:lnTo>
                  <a:pt x="574635" y="223649"/>
                </a:lnTo>
                <a:lnTo>
                  <a:pt x="574330" y="223692"/>
                </a:lnTo>
                <a:lnTo>
                  <a:pt x="574024" y="223736"/>
                </a:lnTo>
                <a:lnTo>
                  <a:pt x="573717" y="223780"/>
                </a:lnTo>
                <a:lnTo>
                  <a:pt x="573407" y="223824"/>
                </a:lnTo>
                <a:lnTo>
                  <a:pt x="573095" y="223869"/>
                </a:lnTo>
                <a:lnTo>
                  <a:pt x="572782" y="223914"/>
                </a:lnTo>
                <a:lnTo>
                  <a:pt x="572466" y="223959"/>
                </a:lnTo>
                <a:lnTo>
                  <a:pt x="572149" y="224003"/>
                </a:lnTo>
                <a:lnTo>
                  <a:pt x="571831" y="224045"/>
                </a:lnTo>
                <a:lnTo>
                  <a:pt x="571511" y="224086"/>
                </a:lnTo>
                <a:lnTo>
                  <a:pt x="571190" y="224124"/>
                </a:lnTo>
                <a:lnTo>
                  <a:pt x="570868" y="224161"/>
                </a:lnTo>
                <a:lnTo>
                  <a:pt x="570544" y="224196"/>
                </a:lnTo>
                <a:lnTo>
                  <a:pt x="570219" y="224229"/>
                </a:lnTo>
                <a:lnTo>
                  <a:pt x="569893" y="224260"/>
                </a:lnTo>
                <a:lnTo>
                  <a:pt x="569565" y="224289"/>
                </a:lnTo>
                <a:lnTo>
                  <a:pt x="569236" y="224316"/>
                </a:lnTo>
                <a:lnTo>
                  <a:pt x="568905" y="224342"/>
                </a:lnTo>
                <a:lnTo>
                  <a:pt x="568574" y="224365"/>
                </a:lnTo>
                <a:lnTo>
                  <a:pt x="568241" y="224387"/>
                </a:lnTo>
                <a:lnTo>
                  <a:pt x="567906" y="224407"/>
                </a:lnTo>
                <a:lnTo>
                  <a:pt x="567570" y="224425"/>
                </a:lnTo>
                <a:lnTo>
                  <a:pt x="567233" y="224441"/>
                </a:lnTo>
                <a:lnTo>
                  <a:pt x="566895" y="224455"/>
                </a:lnTo>
                <a:lnTo>
                  <a:pt x="566555" y="224467"/>
                </a:lnTo>
                <a:lnTo>
                  <a:pt x="566213" y="224477"/>
                </a:lnTo>
                <a:lnTo>
                  <a:pt x="565871" y="224486"/>
                </a:lnTo>
                <a:lnTo>
                  <a:pt x="565527" y="224493"/>
                </a:lnTo>
                <a:lnTo>
                  <a:pt x="565182" y="224497"/>
                </a:lnTo>
                <a:lnTo>
                  <a:pt x="564835" y="224500"/>
                </a:lnTo>
                <a:lnTo>
                  <a:pt x="564487" y="224501"/>
                </a:lnTo>
                <a:lnTo>
                  <a:pt x="564011" y="224498"/>
                </a:lnTo>
                <a:lnTo>
                  <a:pt x="563537" y="224488"/>
                </a:lnTo>
                <a:lnTo>
                  <a:pt x="563065" y="224471"/>
                </a:lnTo>
                <a:lnTo>
                  <a:pt x="562596" y="224447"/>
                </a:lnTo>
                <a:lnTo>
                  <a:pt x="562129" y="224417"/>
                </a:lnTo>
                <a:lnTo>
                  <a:pt x="561665" y="224380"/>
                </a:lnTo>
                <a:lnTo>
                  <a:pt x="561203" y="224336"/>
                </a:lnTo>
                <a:lnTo>
                  <a:pt x="560743" y="224286"/>
                </a:lnTo>
                <a:lnTo>
                  <a:pt x="560286" y="224229"/>
                </a:lnTo>
                <a:lnTo>
                  <a:pt x="559831" y="224165"/>
                </a:lnTo>
                <a:lnTo>
                  <a:pt x="559379" y="224094"/>
                </a:lnTo>
                <a:lnTo>
                  <a:pt x="558929" y="224017"/>
                </a:lnTo>
                <a:lnTo>
                  <a:pt x="558481" y="223933"/>
                </a:lnTo>
                <a:lnTo>
                  <a:pt x="558036" y="223842"/>
                </a:lnTo>
                <a:lnTo>
                  <a:pt x="557594" y="223744"/>
                </a:lnTo>
                <a:lnTo>
                  <a:pt x="557154" y="223640"/>
                </a:lnTo>
                <a:lnTo>
                  <a:pt x="556716" y="223529"/>
                </a:lnTo>
                <a:lnTo>
                  <a:pt x="556281" y="223412"/>
                </a:lnTo>
                <a:lnTo>
                  <a:pt x="555848" y="223287"/>
                </a:lnTo>
                <a:lnTo>
                  <a:pt x="555417" y="223156"/>
                </a:lnTo>
                <a:lnTo>
                  <a:pt x="554989" y="223018"/>
                </a:lnTo>
                <a:lnTo>
                  <a:pt x="554563" y="222874"/>
                </a:lnTo>
                <a:lnTo>
                  <a:pt x="554140" y="222722"/>
                </a:lnTo>
                <a:lnTo>
                  <a:pt x="553719" y="222564"/>
                </a:lnTo>
                <a:lnTo>
                  <a:pt x="553303" y="222396"/>
                </a:lnTo>
                <a:lnTo>
                  <a:pt x="552894" y="222214"/>
                </a:lnTo>
                <a:lnTo>
                  <a:pt x="552492" y="222017"/>
                </a:lnTo>
                <a:lnTo>
                  <a:pt x="552097" y="221807"/>
                </a:lnTo>
                <a:lnTo>
                  <a:pt x="551709" y="221583"/>
                </a:lnTo>
                <a:lnTo>
                  <a:pt x="551327" y="221344"/>
                </a:lnTo>
                <a:lnTo>
                  <a:pt x="550953" y="221092"/>
                </a:lnTo>
                <a:lnTo>
                  <a:pt x="550586" y="220826"/>
                </a:lnTo>
                <a:lnTo>
                  <a:pt x="550226" y="220545"/>
                </a:lnTo>
                <a:lnTo>
                  <a:pt x="549873" y="220251"/>
                </a:lnTo>
                <a:lnTo>
                  <a:pt x="549527" y="219943"/>
                </a:lnTo>
                <a:lnTo>
                  <a:pt x="549187" y="219621"/>
                </a:lnTo>
                <a:lnTo>
                  <a:pt x="548855" y="219284"/>
                </a:lnTo>
                <a:lnTo>
                  <a:pt x="548530" y="218934"/>
                </a:lnTo>
                <a:lnTo>
                  <a:pt x="548212" y="218570"/>
                </a:lnTo>
                <a:lnTo>
                  <a:pt x="547901" y="218192"/>
                </a:lnTo>
                <a:lnTo>
                  <a:pt x="547596" y="217800"/>
                </a:lnTo>
                <a:lnTo>
                  <a:pt x="547299" y="217393"/>
                </a:lnTo>
                <a:lnTo>
                  <a:pt x="547009" y="216973"/>
                </a:lnTo>
                <a:lnTo>
                  <a:pt x="546726" y="216539"/>
                </a:lnTo>
                <a:lnTo>
                  <a:pt x="546449" y="216091"/>
                </a:lnTo>
                <a:lnTo>
                  <a:pt x="546180" y="215629"/>
                </a:lnTo>
                <a:lnTo>
                  <a:pt x="545918" y="215153"/>
                </a:lnTo>
                <a:lnTo>
                  <a:pt x="545663" y="214663"/>
                </a:lnTo>
                <a:lnTo>
                  <a:pt x="545416" y="214156"/>
                </a:lnTo>
                <a:lnTo>
                  <a:pt x="545180" y="213629"/>
                </a:lnTo>
                <a:lnTo>
                  <a:pt x="544955" y="213083"/>
                </a:lnTo>
                <a:lnTo>
                  <a:pt x="544739" y="212517"/>
                </a:lnTo>
                <a:lnTo>
                  <a:pt x="544535" y="211932"/>
                </a:lnTo>
                <a:lnTo>
                  <a:pt x="544341" y="211327"/>
                </a:lnTo>
                <a:lnTo>
                  <a:pt x="544157" y="210702"/>
                </a:lnTo>
                <a:lnTo>
                  <a:pt x="543984" y="210058"/>
                </a:lnTo>
                <a:lnTo>
                  <a:pt x="543822" y="209394"/>
                </a:lnTo>
                <a:lnTo>
                  <a:pt x="543669" y="208710"/>
                </a:lnTo>
                <a:lnTo>
                  <a:pt x="543528" y="208007"/>
                </a:lnTo>
                <a:lnTo>
                  <a:pt x="543397" y="207284"/>
                </a:lnTo>
                <a:lnTo>
                  <a:pt x="543276" y="206541"/>
                </a:lnTo>
                <a:lnTo>
                  <a:pt x="543166" y="205779"/>
                </a:lnTo>
                <a:lnTo>
                  <a:pt x="543066" y="204997"/>
                </a:lnTo>
                <a:lnTo>
                  <a:pt x="542977" y="204196"/>
                </a:lnTo>
                <a:lnTo>
                  <a:pt x="542898" y="203375"/>
                </a:lnTo>
                <a:lnTo>
                  <a:pt x="542830" y="202534"/>
                </a:lnTo>
                <a:lnTo>
                  <a:pt x="542773" y="201674"/>
                </a:lnTo>
                <a:lnTo>
                  <a:pt x="542725" y="200794"/>
                </a:lnTo>
                <a:lnTo>
                  <a:pt x="542689" y="199894"/>
                </a:lnTo>
                <a:lnTo>
                  <a:pt x="542662" y="198975"/>
                </a:lnTo>
                <a:lnTo>
                  <a:pt x="542647" y="198036"/>
                </a:lnTo>
                <a:lnTo>
                  <a:pt x="542641" y="197077"/>
                </a:lnTo>
                <a:lnTo>
                  <a:pt x="542641" y="85524"/>
                </a:lnTo>
                <a:lnTo>
                  <a:pt x="577347" y="85524"/>
                </a:lnTo>
                <a:lnTo>
                  <a:pt x="577347" y="70341"/>
                </a:lnTo>
                <a:lnTo>
                  <a:pt x="542641" y="70341"/>
                </a:lnTo>
                <a:lnTo>
                  <a:pt x="542641" y="27269"/>
                </a:lnTo>
                <a:lnTo>
                  <a:pt x="524049" y="27269"/>
                </a:lnTo>
                <a:lnTo>
                  <a:pt x="524049" y="70341"/>
                </a:lnTo>
                <a:lnTo>
                  <a:pt x="493217" y="70341"/>
                </a:lnTo>
                <a:close/>
                <a:moveTo>
                  <a:pt x="445550" y="0"/>
                </a:moveTo>
                <a:lnTo>
                  <a:pt x="445550" y="237980"/>
                </a:lnTo>
                <a:lnTo>
                  <a:pt x="464143" y="237980"/>
                </a:lnTo>
                <a:lnTo>
                  <a:pt x="464143" y="0"/>
                </a:lnTo>
                <a:lnTo>
                  <a:pt x="445550" y="0"/>
                </a:lnTo>
                <a:close/>
                <a:moveTo>
                  <a:pt x="376551" y="191412"/>
                </a:moveTo>
                <a:lnTo>
                  <a:pt x="376462" y="191700"/>
                </a:lnTo>
                <a:lnTo>
                  <a:pt x="376104" y="192803"/>
                </a:lnTo>
                <a:lnTo>
                  <a:pt x="375728" y="193900"/>
                </a:lnTo>
                <a:lnTo>
                  <a:pt x="375335" y="194989"/>
                </a:lnTo>
                <a:lnTo>
                  <a:pt x="374924" y="196070"/>
                </a:lnTo>
                <a:lnTo>
                  <a:pt x="374492" y="197140"/>
                </a:lnTo>
                <a:lnTo>
                  <a:pt x="374037" y="198191"/>
                </a:lnTo>
                <a:lnTo>
                  <a:pt x="373558" y="199225"/>
                </a:lnTo>
                <a:lnTo>
                  <a:pt x="373056" y="200241"/>
                </a:lnTo>
                <a:lnTo>
                  <a:pt x="372530" y="201239"/>
                </a:lnTo>
                <a:lnTo>
                  <a:pt x="371980" y="202219"/>
                </a:lnTo>
                <a:lnTo>
                  <a:pt x="371407" y="203182"/>
                </a:lnTo>
                <a:lnTo>
                  <a:pt x="370809" y="204127"/>
                </a:lnTo>
                <a:lnTo>
                  <a:pt x="370189" y="205054"/>
                </a:lnTo>
                <a:lnTo>
                  <a:pt x="369544" y="205964"/>
                </a:lnTo>
                <a:lnTo>
                  <a:pt x="368876" y="206855"/>
                </a:lnTo>
                <a:lnTo>
                  <a:pt x="368184" y="207729"/>
                </a:lnTo>
                <a:lnTo>
                  <a:pt x="367469" y="208585"/>
                </a:lnTo>
                <a:lnTo>
                  <a:pt x="366729" y="209424"/>
                </a:lnTo>
                <a:lnTo>
                  <a:pt x="365967" y="210245"/>
                </a:lnTo>
                <a:lnTo>
                  <a:pt x="365180" y="211047"/>
                </a:lnTo>
                <a:lnTo>
                  <a:pt x="364370" y="211833"/>
                </a:lnTo>
                <a:lnTo>
                  <a:pt x="363536" y="212600"/>
                </a:lnTo>
                <a:lnTo>
                  <a:pt x="362679" y="213350"/>
                </a:lnTo>
                <a:lnTo>
                  <a:pt x="361797" y="214082"/>
                </a:lnTo>
                <a:lnTo>
                  <a:pt x="360892" y="214796"/>
                </a:lnTo>
                <a:lnTo>
                  <a:pt x="359964" y="215492"/>
                </a:lnTo>
                <a:lnTo>
                  <a:pt x="359012" y="216171"/>
                </a:lnTo>
                <a:lnTo>
                  <a:pt x="358036" y="216832"/>
                </a:lnTo>
                <a:lnTo>
                  <a:pt x="357033" y="217470"/>
                </a:lnTo>
                <a:lnTo>
                  <a:pt x="356001" y="218081"/>
                </a:lnTo>
                <a:lnTo>
                  <a:pt x="354938" y="218666"/>
                </a:lnTo>
                <a:lnTo>
                  <a:pt x="353846" y="219222"/>
                </a:lnTo>
                <a:lnTo>
                  <a:pt x="352724" y="219752"/>
                </a:lnTo>
                <a:lnTo>
                  <a:pt x="351572" y="220255"/>
                </a:lnTo>
                <a:lnTo>
                  <a:pt x="350390" y="220730"/>
                </a:lnTo>
                <a:lnTo>
                  <a:pt x="349179" y="221179"/>
                </a:lnTo>
                <a:lnTo>
                  <a:pt x="347937" y="221600"/>
                </a:lnTo>
                <a:lnTo>
                  <a:pt x="346666" y="221994"/>
                </a:lnTo>
                <a:lnTo>
                  <a:pt x="345365" y="222360"/>
                </a:lnTo>
                <a:lnTo>
                  <a:pt x="344034" y="222700"/>
                </a:lnTo>
                <a:lnTo>
                  <a:pt x="342673" y="223012"/>
                </a:lnTo>
                <a:lnTo>
                  <a:pt x="341282" y="223298"/>
                </a:lnTo>
                <a:lnTo>
                  <a:pt x="339861" y="223556"/>
                </a:lnTo>
                <a:lnTo>
                  <a:pt x="338411" y="223787"/>
                </a:lnTo>
                <a:lnTo>
                  <a:pt x="336930" y="223990"/>
                </a:lnTo>
                <a:lnTo>
                  <a:pt x="335420" y="224167"/>
                </a:lnTo>
                <a:lnTo>
                  <a:pt x="333880" y="224316"/>
                </a:lnTo>
                <a:lnTo>
                  <a:pt x="332310" y="224439"/>
                </a:lnTo>
                <a:lnTo>
                  <a:pt x="330710" y="224534"/>
                </a:lnTo>
                <a:lnTo>
                  <a:pt x="329081" y="224602"/>
                </a:lnTo>
                <a:lnTo>
                  <a:pt x="327421" y="224642"/>
                </a:lnTo>
                <a:lnTo>
                  <a:pt x="325732" y="224656"/>
                </a:lnTo>
                <a:lnTo>
                  <a:pt x="325062" y="224652"/>
                </a:lnTo>
                <a:lnTo>
                  <a:pt x="324397" y="224640"/>
                </a:lnTo>
                <a:lnTo>
                  <a:pt x="323735" y="224620"/>
                </a:lnTo>
                <a:lnTo>
                  <a:pt x="323076" y="224591"/>
                </a:lnTo>
                <a:lnTo>
                  <a:pt x="322422" y="224555"/>
                </a:lnTo>
                <a:lnTo>
                  <a:pt x="321771" y="224511"/>
                </a:lnTo>
                <a:lnTo>
                  <a:pt x="321124" y="224458"/>
                </a:lnTo>
                <a:lnTo>
                  <a:pt x="320481" y="224398"/>
                </a:lnTo>
                <a:lnTo>
                  <a:pt x="319842" y="224329"/>
                </a:lnTo>
                <a:lnTo>
                  <a:pt x="319206" y="224252"/>
                </a:lnTo>
                <a:lnTo>
                  <a:pt x="318574" y="224168"/>
                </a:lnTo>
                <a:lnTo>
                  <a:pt x="317946" y="224075"/>
                </a:lnTo>
                <a:lnTo>
                  <a:pt x="317322" y="223974"/>
                </a:lnTo>
                <a:lnTo>
                  <a:pt x="316702" y="223865"/>
                </a:lnTo>
                <a:lnTo>
                  <a:pt x="316085" y="223748"/>
                </a:lnTo>
                <a:lnTo>
                  <a:pt x="315472" y="223623"/>
                </a:lnTo>
                <a:lnTo>
                  <a:pt x="314862" y="223490"/>
                </a:lnTo>
                <a:lnTo>
                  <a:pt x="314257" y="223349"/>
                </a:lnTo>
                <a:lnTo>
                  <a:pt x="313655" y="223199"/>
                </a:lnTo>
                <a:lnTo>
                  <a:pt x="313057" y="223042"/>
                </a:lnTo>
                <a:lnTo>
                  <a:pt x="312463" y="222877"/>
                </a:lnTo>
                <a:lnTo>
                  <a:pt x="311873" y="222703"/>
                </a:lnTo>
                <a:lnTo>
                  <a:pt x="311286" y="222522"/>
                </a:lnTo>
                <a:lnTo>
                  <a:pt x="310703" y="222332"/>
                </a:lnTo>
                <a:lnTo>
                  <a:pt x="310125" y="222133"/>
                </a:lnTo>
                <a:lnTo>
                  <a:pt x="309552" y="221924"/>
                </a:lnTo>
                <a:lnTo>
                  <a:pt x="308986" y="221704"/>
                </a:lnTo>
                <a:lnTo>
                  <a:pt x="308424" y="221473"/>
                </a:lnTo>
                <a:lnTo>
                  <a:pt x="307869" y="221232"/>
                </a:lnTo>
                <a:lnTo>
                  <a:pt x="307319" y="220981"/>
                </a:lnTo>
                <a:lnTo>
                  <a:pt x="306775" y="220719"/>
                </a:lnTo>
                <a:lnTo>
                  <a:pt x="306236" y="220447"/>
                </a:lnTo>
                <a:lnTo>
                  <a:pt x="305703" y="220164"/>
                </a:lnTo>
                <a:lnTo>
                  <a:pt x="305176" y="219871"/>
                </a:lnTo>
                <a:lnTo>
                  <a:pt x="304654" y="219567"/>
                </a:lnTo>
                <a:lnTo>
                  <a:pt x="304138" y="219253"/>
                </a:lnTo>
                <a:lnTo>
                  <a:pt x="303627" y="218928"/>
                </a:lnTo>
                <a:lnTo>
                  <a:pt x="303123" y="218592"/>
                </a:lnTo>
                <a:lnTo>
                  <a:pt x="302624" y="218247"/>
                </a:lnTo>
                <a:lnTo>
                  <a:pt x="302130" y="217890"/>
                </a:lnTo>
                <a:lnTo>
                  <a:pt x="301642" y="217524"/>
                </a:lnTo>
                <a:lnTo>
                  <a:pt x="301160" y="217146"/>
                </a:lnTo>
                <a:lnTo>
                  <a:pt x="300684" y="216759"/>
                </a:lnTo>
                <a:lnTo>
                  <a:pt x="300213" y="216360"/>
                </a:lnTo>
                <a:lnTo>
                  <a:pt x="299748" y="215952"/>
                </a:lnTo>
                <a:lnTo>
                  <a:pt x="299288" y="215533"/>
                </a:lnTo>
                <a:lnTo>
                  <a:pt x="298834" y="215103"/>
                </a:lnTo>
                <a:lnTo>
                  <a:pt x="298386" y="214663"/>
                </a:lnTo>
                <a:lnTo>
                  <a:pt x="297944" y="214211"/>
                </a:lnTo>
                <a:lnTo>
                  <a:pt x="297511" y="213746"/>
                </a:lnTo>
                <a:lnTo>
                  <a:pt x="297086" y="213268"/>
                </a:lnTo>
                <a:lnTo>
                  <a:pt x="296669" y="212778"/>
                </a:lnTo>
                <a:lnTo>
                  <a:pt x="296260" y="212274"/>
                </a:lnTo>
                <a:lnTo>
                  <a:pt x="295858" y="211758"/>
                </a:lnTo>
                <a:lnTo>
                  <a:pt x="295465" y="211228"/>
                </a:lnTo>
                <a:lnTo>
                  <a:pt x="295081" y="210686"/>
                </a:lnTo>
                <a:lnTo>
                  <a:pt x="294704" y="210131"/>
                </a:lnTo>
                <a:lnTo>
                  <a:pt x="294335" y="209563"/>
                </a:lnTo>
                <a:lnTo>
                  <a:pt x="293974" y="208982"/>
                </a:lnTo>
                <a:lnTo>
                  <a:pt x="293622" y="208388"/>
                </a:lnTo>
                <a:lnTo>
                  <a:pt x="293277" y="207781"/>
                </a:lnTo>
                <a:lnTo>
                  <a:pt x="292941" y="207161"/>
                </a:lnTo>
                <a:lnTo>
                  <a:pt x="292612" y="206529"/>
                </a:lnTo>
                <a:lnTo>
                  <a:pt x="292292" y="205883"/>
                </a:lnTo>
                <a:lnTo>
                  <a:pt x="291979" y="205224"/>
                </a:lnTo>
                <a:lnTo>
                  <a:pt x="291675" y="204553"/>
                </a:lnTo>
                <a:lnTo>
                  <a:pt x="291379" y="203869"/>
                </a:lnTo>
                <a:lnTo>
                  <a:pt x="291091" y="203172"/>
                </a:lnTo>
                <a:lnTo>
                  <a:pt x="290811" y="202461"/>
                </a:lnTo>
                <a:lnTo>
                  <a:pt x="290539" y="201738"/>
                </a:lnTo>
                <a:lnTo>
                  <a:pt x="290275" y="201003"/>
                </a:lnTo>
                <a:lnTo>
                  <a:pt x="290019" y="200254"/>
                </a:lnTo>
                <a:lnTo>
                  <a:pt x="289773" y="199491"/>
                </a:lnTo>
                <a:lnTo>
                  <a:pt x="289537" y="198713"/>
                </a:lnTo>
                <a:lnTo>
                  <a:pt x="289311" y="197921"/>
                </a:lnTo>
                <a:lnTo>
                  <a:pt x="289096" y="197114"/>
                </a:lnTo>
                <a:lnTo>
                  <a:pt x="288892" y="196292"/>
                </a:lnTo>
                <a:lnTo>
                  <a:pt x="288698" y="195456"/>
                </a:lnTo>
                <a:lnTo>
                  <a:pt x="288514" y="194604"/>
                </a:lnTo>
                <a:lnTo>
                  <a:pt x="288341" y="193738"/>
                </a:lnTo>
                <a:lnTo>
                  <a:pt x="288178" y="192857"/>
                </a:lnTo>
                <a:lnTo>
                  <a:pt x="288026" y="191961"/>
                </a:lnTo>
                <a:lnTo>
                  <a:pt x="287885" y="191050"/>
                </a:lnTo>
                <a:lnTo>
                  <a:pt x="287753" y="190125"/>
                </a:lnTo>
                <a:lnTo>
                  <a:pt x="287633" y="189185"/>
                </a:lnTo>
                <a:lnTo>
                  <a:pt x="287523" y="188230"/>
                </a:lnTo>
                <a:lnTo>
                  <a:pt x="287423" y="187260"/>
                </a:lnTo>
                <a:lnTo>
                  <a:pt x="287334" y="186275"/>
                </a:lnTo>
                <a:lnTo>
                  <a:pt x="287255" y="185276"/>
                </a:lnTo>
                <a:lnTo>
                  <a:pt x="287187" y="184261"/>
                </a:lnTo>
                <a:lnTo>
                  <a:pt x="287129" y="183232"/>
                </a:lnTo>
                <a:lnTo>
                  <a:pt x="287082" y="182189"/>
                </a:lnTo>
                <a:lnTo>
                  <a:pt x="287045" y="181130"/>
                </a:lnTo>
                <a:lnTo>
                  <a:pt x="287019" y="180057"/>
                </a:lnTo>
                <a:lnTo>
                  <a:pt x="287003" y="178968"/>
                </a:lnTo>
                <a:lnTo>
                  <a:pt x="286998" y="177866"/>
                </a:lnTo>
                <a:lnTo>
                  <a:pt x="286998" y="70341"/>
                </a:lnTo>
                <a:lnTo>
                  <a:pt x="268561" y="70341"/>
                </a:lnTo>
                <a:lnTo>
                  <a:pt x="268561" y="177556"/>
                </a:lnTo>
                <a:lnTo>
                  <a:pt x="268568" y="178980"/>
                </a:lnTo>
                <a:lnTo>
                  <a:pt x="268588" y="180386"/>
                </a:lnTo>
                <a:lnTo>
                  <a:pt x="268623" y="181775"/>
                </a:lnTo>
                <a:lnTo>
                  <a:pt x="268671" y="183146"/>
                </a:lnTo>
                <a:lnTo>
                  <a:pt x="268732" y="184499"/>
                </a:lnTo>
                <a:lnTo>
                  <a:pt x="268808" y="185835"/>
                </a:lnTo>
                <a:lnTo>
                  <a:pt x="268897" y="187153"/>
                </a:lnTo>
                <a:lnTo>
                  <a:pt x="269000" y="188453"/>
                </a:lnTo>
                <a:lnTo>
                  <a:pt x="269116" y="189735"/>
                </a:lnTo>
                <a:lnTo>
                  <a:pt x="269247" y="191000"/>
                </a:lnTo>
                <a:lnTo>
                  <a:pt x="269391" y="192246"/>
                </a:lnTo>
                <a:lnTo>
                  <a:pt x="269549" y="193475"/>
                </a:lnTo>
                <a:lnTo>
                  <a:pt x="269720" y="194686"/>
                </a:lnTo>
                <a:lnTo>
                  <a:pt x="269905" y="195880"/>
                </a:lnTo>
                <a:lnTo>
                  <a:pt x="270104" y="197056"/>
                </a:lnTo>
                <a:lnTo>
                  <a:pt x="270317" y="198214"/>
                </a:lnTo>
                <a:lnTo>
                  <a:pt x="270543" y="199354"/>
                </a:lnTo>
                <a:lnTo>
                  <a:pt x="270783" y="200476"/>
                </a:lnTo>
                <a:lnTo>
                  <a:pt x="271037" y="201581"/>
                </a:lnTo>
                <a:lnTo>
                  <a:pt x="271304" y="202668"/>
                </a:lnTo>
                <a:lnTo>
                  <a:pt x="271586" y="203737"/>
                </a:lnTo>
                <a:lnTo>
                  <a:pt x="271881" y="204789"/>
                </a:lnTo>
                <a:lnTo>
                  <a:pt x="272189" y="205822"/>
                </a:lnTo>
                <a:lnTo>
                  <a:pt x="272512" y="206838"/>
                </a:lnTo>
                <a:lnTo>
                  <a:pt x="272847" y="207838"/>
                </a:lnTo>
                <a:lnTo>
                  <a:pt x="273193" y="208821"/>
                </a:lnTo>
                <a:lnTo>
                  <a:pt x="273551" y="209788"/>
                </a:lnTo>
                <a:lnTo>
                  <a:pt x="273921" y="210740"/>
                </a:lnTo>
                <a:lnTo>
                  <a:pt x="274302" y="211675"/>
                </a:lnTo>
                <a:lnTo>
                  <a:pt x="274695" y="212595"/>
                </a:lnTo>
                <a:lnTo>
                  <a:pt x="275100" y="213499"/>
                </a:lnTo>
                <a:lnTo>
                  <a:pt x="275516" y="214387"/>
                </a:lnTo>
                <a:lnTo>
                  <a:pt x="275943" y="215259"/>
                </a:lnTo>
                <a:lnTo>
                  <a:pt x="276382" y="216116"/>
                </a:lnTo>
                <a:lnTo>
                  <a:pt x="276833" y="216956"/>
                </a:lnTo>
                <a:lnTo>
                  <a:pt x="277295" y="217781"/>
                </a:lnTo>
                <a:lnTo>
                  <a:pt x="277769" y="218589"/>
                </a:lnTo>
                <a:lnTo>
                  <a:pt x="278255" y="219382"/>
                </a:lnTo>
                <a:lnTo>
                  <a:pt x="278751" y="220159"/>
                </a:lnTo>
                <a:lnTo>
                  <a:pt x="279260" y="220920"/>
                </a:lnTo>
                <a:lnTo>
                  <a:pt x="279780" y="221666"/>
                </a:lnTo>
                <a:lnTo>
                  <a:pt x="280312" y="222395"/>
                </a:lnTo>
                <a:lnTo>
                  <a:pt x="280855" y="223108"/>
                </a:lnTo>
                <a:lnTo>
                  <a:pt x="281410" y="223806"/>
                </a:lnTo>
                <a:lnTo>
                  <a:pt x="281976" y="224488"/>
                </a:lnTo>
                <a:lnTo>
                  <a:pt x="282554" y="225154"/>
                </a:lnTo>
                <a:lnTo>
                  <a:pt x="283143" y="225804"/>
                </a:lnTo>
                <a:lnTo>
                  <a:pt x="283744" y="226438"/>
                </a:lnTo>
                <a:lnTo>
                  <a:pt x="284356" y="227057"/>
                </a:lnTo>
                <a:lnTo>
                  <a:pt x="284978" y="227663"/>
                </a:lnTo>
                <a:lnTo>
                  <a:pt x="285610" y="228255"/>
                </a:lnTo>
                <a:lnTo>
                  <a:pt x="286251" y="228833"/>
                </a:lnTo>
                <a:lnTo>
                  <a:pt x="286903" y="229397"/>
                </a:lnTo>
                <a:lnTo>
                  <a:pt x="287565" y="229948"/>
                </a:lnTo>
                <a:lnTo>
                  <a:pt x="288236" y="230485"/>
                </a:lnTo>
                <a:lnTo>
                  <a:pt x="288918" y="231008"/>
                </a:lnTo>
                <a:lnTo>
                  <a:pt x="289609" y="231518"/>
                </a:lnTo>
                <a:lnTo>
                  <a:pt x="290310" y="232014"/>
                </a:lnTo>
                <a:lnTo>
                  <a:pt x="291022" y="232496"/>
                </a:lnTo>
                <a:lnTo>
                  <a:pt x="291743" y="232964"/>
                </a:lnTo>
                <a:lnTo>
                  <a:pt x="292474" y="233419"/>
                </a:lnTo>
                <a:lnTo>
                  <a:pt x="293215" y="233860"/>
                </a:lnTo>
                <a:lnTo>
                  <a:pt x="293967" y="234287"/>
                </a:lnTo>
                <a:lnTo>
                  <a:pt x="294728" y="234701"/>
                </a:lnTo>
                <a:lnTo>
                  <a:pt x="295499" y="235101"/>
                </a:lnTo>
                <a:lnTo>
                  <a:pt x="296280" y="235487"/>
                </a:lnTo>
                <a:lnTo>
                  <a:pt x="297071" y="235859"/>
                </a:lnTo>
                <a:lnTo>
                  <a:pt x="297872" y="236218"/>
                </a:lnTo>
                <a:lnTo>
                  <a:pt x="298682" y="236563"/>
                </a:lnTo>
                <a:lnTo>
                  <a:pt x="299503" y="236894"/>
                </a:lnTo>
                <a:lnTo>
                  <a:pt x="300334" y="237212"/>
                </a:lnTo>
                <a:lnTo>
                  <a:pt x="301175" y="237516"/>
                </a:lnTo>
                <a:lnTo>
                  <a:pt x="302024" y="237806"/>
                </a:lnTo>
                <a:lnTo>
                  <a:pt x="302881" y="238085"/>
                </a:lnTo>
                <a:lnTo>
                  <a:pt x="303744" y="238351"/>
                </a:lnTo>
                <a:lnTo>
                  <a:pt x="304616" y="238604"/>
                </a:lnTo>
                <a:lnTo>
                  <a:pt x="305494" y="238846"/>
                </a:lnTo>
                <a:lnTo>
                  <a:pt x="306380" y="239075"/>
                </a:lnTo>
                <a:lnTo>
                  <a:pt x="307272" y="239291"/>
                </a:lnTo>
                <a:lnTo>
                  <a:pt x="308173" y="239495"/>
                </a:lnTo>
                <a:lnTo>
                  <a:pt x="309080" y="239687"/>
                </a:lnTo>
                <a:lnTo>
                  <a:pt x="309995" y="239866"/>
                </a:lnTo>
                <a:lnTo>
                  <a:pt x="310917" y="240034"/>
                </a:lnTo>
                <a:lnTo>
                  <a:pt x="311846" y="240188"/>
                </a:lnTo>
                <a:lnTo>
                  <a:pt x="312782" y="240330"/>
                </a:lnTo>
                <a:lnTo>
                  <a:pt x="313726" y="240460"/>
                </a:lnTo>
                <a:lnTo>
                  <a:pt x="314677" y="240578"/>
                </a:lnTo>
                <a:lnTo>
                  <a:pt x="315635" y="240683"/>
                </a:lnTo>
                <a:lnTo>
                  <a:pt x="316601" y="240776"/>
                </a:lnTo>
                <a:lnTo>
                  <a:pt x="317574" y="240856"/>
                </a:lnTo>
                <a:lnTo>
                  <a:pt x="318554" y="240924"/>
                </a:lnTo>
                <a:lnTo>
                  <a:pt x="319541" y="240980"/>
                </a:lnTo>
                <a:lnTo>
                  <a:pt x="320536" y="241023"/>
                </a:lnTo>
                <a:lnTo>
                  <a:pt x="321537" y="241054"/>
                </a:lnTo>
                <a:lnTo>
                  <a:pt x="322546" y="241073"/>
                </a:lnTo>
                <a:lnTo>
                  <a:pt x="323563" y="241079"/>
                </a:lnTo>
                <a:lnTo>
                  <a:pt x="325026" y="241070"/>
                </a:lnTo>
                <a:lnTo>
                  <a:pt x="326471" y="241041"/>
                </a:lnTo>
                <a:lnTo>
                  <a:pt x="327899" y="240993"/>
                </a:lnTo>
                <a:lnTo>
                  <a:pt x="329308" y="240926"/>
                </a:lnTo>
                <a:lnTo>
                  <a:pt x="330700" y="240840"/>
                </a:lnTo>
                <a:lnTo>
                  <a:pt x="332075" y="240735"/>
                </a:lnTo>
                <a:lnTo>
                  <a:pt x="333431" y="240611"/>
                </a:lnTo>
                <a:lnTo>
                  <a:pt x="334770" y="240468"/>
                </a:lnTo>
                <a:lnTo>
                  <a:pt x="336091" y="240306"/>
                </a:lnTo>
                <a:lnTo>
                  <a:pt x="337394" y="240124"/>
                </a:lnTo>
                <a:lnTo>
                  <a:pt x="338679" y="239924"/>
                </a:lnTo>
                <a:lnTo>
                  <a:pt x="339947" y="239704"/>
                </a:lnTo>
                <a:lnTo>
                  <a:pt x="341197" y="239465"/>
                </a:lnTo>
                <a:lnTo>
                  <a:pt x="342429" y="239207"/>
                </a:lnTo>
                <a:lnTo>
                  <a:pt x="343644" y="238931"/>
                </a:lnTo>
                <a:lnTo>
                  <a:pt x="344841" y="238635"/>
                </a:lnTo>
                <a:lnTo>
                  <a:pt x="346020" y="238319"/>
                </a:lnTo>
                <a:lnTo>
                  <a:pt x="347181" y="237985"/>
                </a:lnTo>
                <a:lnTo>
                  <a:pt x="348324" y="237632"/>
                </a:lnTo>
                <a:lnTo>
                  <a:pt x="349450" y="237259"/>
                </a:lnTo>
                <a:lnTo>
                  <a:pt x="350558" y="236868"/>
                </a:lnTo>
                <a:lnTo>
                  <a:pt x="351648" y="236457"/>
                </a:lnTo>
                <a:lnTo>
                  <a:pt x="352720" y="236028"/>
                </a:lnTo>
                <a:lnTo>
                  <a:pt x="353775" y="235579"/>
                </a:lnTo>
                <a:lnTo>
                  <a:pt x="354813" y="235113"/>
                </a:lnTo>
                <a:lnTo>
                  <a:pt x="355835" y="234632"/>
                </a:lnTo>
                <a:lnTo>
                  <a:pt x="356840" y="234136"/>
                </a:lnTo>
                <a:lnTo>
                  <a:pt x="357829" y="233625"/>
                </a:lnTo>
                <a:lnTo>
                  <a:pt x="358802" y="233099"/>
                </a:lnTo>
                <a:lnTo>
                  <a:pt x="359760" y="232558"/>
                </a:lnTo>
                <a:lnTo>
                  <a:pt x="360700" y="232001"/>
                </a:lnTo>
                <a:lnTo>
                  <a:pt x="361625" y="231430"/>
                </a:lnTo>
                <a:lnTo>
                  <a:pt x="362534" y="230844"/>
                </a:lnTo>
                <a:lnTo>
                  <a:pt x="363426" y="230242"/>
                </a:lnTo>
                <a:lnTo>
                  <a:pt x="364303" y="229626"/>
                </a:lnTo>
                <a:lnTo>
                  <a:pt x="365163" y="228994"/>
                </a:lnTo>
                <a:lnTo>
                  <a:pt x="366007" y="228347"/>
                </a:lnTo>
                <a:lnTo>
                  <a:pt x="366835" y="227686"/>
                </a:lnTo>
                <a:lnTo>
                  <a:pt x="367647" y="227009"/>
                </a:lnTo>
                <a:lnTo>
                  <a:pt x="368442" y="226317"/>
                </a:lnTo>
                <a:lnTo>
                  <a:pt x="369222" y="225610"/>
                </a:lnTo>
                <a:lnTo>
                  <a:pt x="369985" y="224888"/>
                </a:lnTo>
                <a:lnTo>
                  <a:pt x="370732" y="224151"/>
                </a:lnTo>
                <a:lnTo>
                  <a:pt x="371464" y="223399"/>
                </a:lnTo>
                <a:lnTo>
                  <a:pt x="372179" y="222632"/>
                </a:lnTo>
                <a:lnTo>
                  <a:pt x="372877" y="221850"/>
                </a:lnTo>
                <a:lnTo>
                  <a:pt x="373560" y="221053"/>
                </a:lnTo>
                <a:lnTo>
                  <a:pt x="374227" y="220240"/>
                </a:lnTo>
                <a:lnTo>
                  <a:pt x="374878" y="219414"/>
                </a:lnTo>
                <a:lnTo>
                  <a:pt x="375514" y="218576"/>
                </a:lnTo>
                <a:lnTo>
                  <a:pt x="376137" y="217725"/>
                </a:lnTo>
                <a:lnTo>
                  <a:pt x="376744" y="216862"/>
                </a:lnTo>
                <a:lnTo>
                  <a:pt x="376898" y="216634"/>
                </a:lnTo>
                <a:lnTo>
                  <a:pt x="377325" y="237980"/>
                </a:lnTo>
                <a:lnTo>
                  <a:pt x="395298" y="237980"/>
                </a:lnTo>
                <a:lnTo>
                  <a:pt x="395298" y="70341"/>
                </a:lnTo>
                <a:lnTo>
                  <a:pt x="376551" y="70341"/>
                </a:lnTo>
                <a:lnTo>
                  <a:pt x="376551" y="191412"/>
                </a:lnTo>
                <a:close/>
                <a:moveTo>
                  <a:pt x="618166" y="70341"/>
                </a:moveTo>
                <a:lnTo>
                  <a:pt x="618166" y="237980"/>
                </a:lnTo>
                <a:lnTo>
                  <a:pt x="636758" y="237980"/>
                </a:lnTo>
                <a:lnTo>
                  <a:pt x="636758" y="70341"/>
                </a:lnTo>
                <a:lnTo>
                  <a:pt x="618166" y="70341"/>
                </a:lnTo>
                <a:close/>
                <a:moveTo>
                  <a:pt x="838233" y="237980"/>
                </a:moveTo>
                <a:lnTo>
                  <a:pt x="857135" y="237980"/>
                </a:lnTo>
                <a:lnTo>
                  <a:pt x="857135" y="28818"/>
                </a:lnTo>
                <a:lnTo>
                  <a:pt x="934448" y="28818"/>
                </a:lnTo>
                <a:lnTo>
                  <a:pt x="934448" y="12395"/>
                </a:lnTo>
                <a:lnTo>
                  <a:pt x="857135" y="12395"/>
                </a:lnTo>
                <a:lnTo>
                  <a:pt x="838233" y="12395"/>
                </a:lnTo>
                <a:lnTo>
                  <a:pt x="761075" y="12395"/>
                </a:lnTo>
                <a:lnTo>
                  <a:pt x="761075" y="28818"/>
                </a:lnTo>
                <a:lnTo>
                  <a:pt x="838233" y="28818"/>
                </a:lnTo>
                <a:lnTo>
                  <a:pt x="838233" y="237980"/>
                </a:lnTo>
                <a:close/>
                <a:moveTo>
                  <a:pt x="615057" y="23757"/>
                </a:moveTo>
                <a:lnTo>
                  <a:pt x="615120" y="24155"/>
                </a:lnTo>
                <a:lnTo>
                  <a:pt x="615196" y="24548"/>
                </a:lnTo>
                <a:lnTo>
                  <a:pt x="615282" y="24936"/>
                </a:lnTo>
                <a:lnTo>
                  <a:pt x="615381" y="25319"/>
                </a:lnTo>
                <a:lnTo>
                  <a:pt x="615491" y="25696"/>
                </a:lnTo>
                <a:lnTo>
                  <a:pt x="615612" y="26069"/>
                </a:lnTo>
                <a:lnTo>
                  <a:pt x="615745" y="26436"/>
                </a:lnTo>
                <a:lnTo>
                  <a:pt x="615890" y="26798"/>
                </a:lnTo>
                <a:lnTo>
                  <a:pt x="616046" y="27155"/>
                </a:lnTo>
                <a:lnTo>
                  <a:pt x="616213" y="27507"/>
                </a:lnTo>
                <a:lnTo>
                  <a:pt x="616393" y="27854"/>
                </a:lnTo>
                <a:lnTo>
                  <a:pt x="616584" y="28196"/>
                </a:lnTo>
                <a:lnTo>
                  <a:pt x="616786" y="28532"/>
                </a:lnTo>
                <a:lnTo>
                  <a:pt x="617000" y="28864"/>
                </a:lnTo>
                <a:lnTo>
                  <a:pt x="617226" y="29190"/>
                </a:lnTo>
                <a:lnTo>
                  <a:pt x="617463" y="29512"/>
                </a:lnTo>
                <a:lnTo>
                  <a:pt x="617711" y="29828"/>
                </a:lnTo>
                <a:lnTo>
                  <a:pt x="617972" y="30139"/>
                </a:lnTo>
                <a:lnTo>
                  <a:pt x="618243" y="30445"/>
                </a:lnTo>
                <a:lnTo>
                  <a:pt x="618526" y="30742"/>
                </a:lnTo>
                <a:lnTo>
                  <a:pt x="618817" y="31026"/>
                </a:lnTo>
                <a:lnTo>
                  <a:pt x="619118" y="31298"/>
                </a:lnTo>
                <a:lnTo>
                  <a:pt x="619429" y="31557"/>
                </a:lnTo>
                <a:lnTo>
                  <a:pt x="619749" y="31804"/>
                </a:lnTo>
                <a:lnTo>
                  <a:pt x="620078" y="32038"/>
                </a:lnTo>
                <a:lnTo>
                  <a:pt x="620417" y="32259"/>
                </a:lnTo>
                <a:lnTo>
                  <a:pt x="620765" y="32468"/>
                </a:lnTo>
                <a:lnTo>
                  <a:pt x="621123" y="32663"/>
                </a:lnTo>
                <a:lnTo>
                  <a:pt x="621490" y="32847"/>
                </a:lnTo>
                <a:lnTo>
                  <a:pt x="621866" y="33017"/>
                </a:lnTo>
                <a:lnTo>
                  <a:pt x="622252" y="33175"/>
                </a:lnTo>
                <a:lnTo>
                  <a:pt x="622648" y="33321"/>
                </a:lnTo>
                <a:lnTo>
                  <a:pt x="623052" y="33454"/>
                </a:lnTo>
                <a:lnTo>
                  <a:pt x="623466" y="33574"/>
                </a:lnTo>
                <a:lnTo>
                  <a:pt x="623890" y="33681"/>
                </a:lnTo>
                <a:lnTo>
                  <a:pt x="624323" y="33776"/>
                </a:lnTo>
                <a:lnTo>
                  <a:pt x="624765" y="33858"/>
                </a:lnTo>
                <a:lnTo>
                  <a:pt x="625217" y="33928"/>
                </a:lnTo>
                <a:lnTo>
                  <a:pt x="625678" y="33985"/>
                </a:lnTo>
                <a:lnTo>
                  <a:pt x="626149" y="34029"/>
                </a:lnTo>
                <a:lnTo>
                  <a:pt x="626629" y="34060"/>
                </a:lnTo>
                <a:lnTo>
                  <a:pt x="627118" y="34079"/>
                </a:lnTo>
                <a:lnTo>
                  <a:pt x="627617" y="34086"/>
                </a:lnTo>
                <a:lnTo>
                  <a:pt x="628103" y="34079"/>
                </a:lnTo>
                <a:lnTo>
                  <a:pt x="628581" y="34060"/>
                </a:lnTo>
                <a:lnTo>
                  <a:pt x="629051" y="34029"/>
                </a:lnTo>
                <a:lnTo>
                  <a:pt x="629513" y="33985"/>
                </a:lnTo>
                <a:lnTo>
                  <a:pt x="629966" y="33928"/>
                </a:lnTo>
                <a:lnTo>
                  <a:pt x="630411" y="33858"/>
                </a:lnTo>
                <a:lnTo>
                  <a:pt x="630847" y="33776"/>
                </a:lnTo>
                <a:lnTo>
                  <a:pt x="631275" y="33681"/>
                </a:lnTo>
                <a:lnTo>
                  <a:pt x="631695" y="33574"/>
                </a:lnTo>
                <a:lnTo>
                  <a:pt x="632106" y="33454"/>
                </a:lnTo>
                <a:lnTo>
                  <a:pt x="632509" y="33321"/>
                </a:lnTo>
                <a:lnTo>
                  <a:pt x="632904" y="33175"/>
                </a:lnTo>
                <a:lnTo>
                  <a:pt x="633290" y="33017"/>
                </a:lnTo>
                <a:lnTo>
                  <a:pt x="633669" y="32847"/>
                </a:lnTo>
                <a:lnTo>
                  <a:pt x="634038" y="32663"/>
                </a:lnTo>
                <a:lnTo>
                  <a:pt x="634400" y="32468"/>
                </a:lnTo>
                <a:lnTo>
                  <a:pt x="634753" y="32259"/>
                </a:lnTo>
                <a:lnTo>
                  <a:pt x="635097" y="32038"/>
                </a:lnTo>
                <a:lnTo>
                  <a:pt x="635434" y="31804"/>
                </a:lnTo>
                <a:lnTo>
                  <a:pt x="635762" y="31557"/>
                </a:lnTo>
                <a:lnTo>
                  <a:pt x="636081" y="31298"/>
                </a:lnTo>
                <a:lnTo>
                  <a:pt x="636393" y="31026"/>
                </a:lnTo>
                <a:lnTo>
                  <a:pt x="636696" y="30742"/>
                </a:lnTo>
                <a:lnTo>
                  <a:pt x="636990" y="30445"/>
                </a:lnTo>
                <a:lnTo>
                  <a:pt x="637275" y="30139"/>
                </a:lnTo>
                <a:lnTo>
                  <a:pt x="637547" y="29828"/>
                </a:lnTo>
                <a:lnTo>
                  <a:pt x="637808" y="29512"/>
                </a:lnTo>
                <a:lnTo>
                  <a:pt x="638056" y="29190"/>
                </a:lnTo>
                <a:lnTo>
                  <a:pt x="638292" y="28864"/>
                </a:lnTo>
                <a:lnTo>
                  <a:pt x="638516" y="28532"/>
                </a:lnTo>
                <a:lnTo>
                  <a:pt x="638727" y="28196"/>
                </a:lnTo>
                <a:lnTo>
                  <a:pt x="638927" y="27854"/>
                </a:lnTo>
                <a:lnTo>
                  <a:pt x="639115" y="27507"/>
                </a:lnTo>
                <a:lnTo>
                  <a:pt x="639290" y="27155"/>
                </a:lnTo>
                <a:lnTo>
                  <a:pt x="639454" y="26798"/>
                </a:lnTo>
                <a:lnTo>
                  <a:pt x="639605" y="26436"/>
                </a:lnTo>
                <a:lnTo>
                  <a:pt x="639744" y="26069"/>
                </a:lnTo>
                <a:lnTo>
                  <a:pt x="639871" y="25696"/>
                </a:lnTo>
                <a:lnTo>
                  <a:pt x="639986" y="25319"/>
                </a:lnTo>
                <a:lnTo>
                  <a:pt x="640089" y="24936"/>
                </a:lnTo>
                <a:lnTo>
                  <a:pt x="640180" y="24548"/>
                </a:lnTo>
                <a:lnTo>
                  <a:pt x="640259" y="24155"/>
                </a:lnTo>
                <a:lnTo>
                  <a:pt x="640325" y="23757"/>
                </a:lnTo>
                <a:lnTo>
                  <a:pt x="640380" y="23354"/>
                </a:lnTo>
                <a:lnTo>
                  <a:pt x="640422" y="22946"/>
                </a:lnTo>
                <a:lnTo>
                  <a:pt x="640452" y="22533"/>
                </a:lnTo>
                <a:lnTo>
                  <a:pt x="640470" y="22114"/>
                </a:lnTo>
                <a:lnTo>
                  <a:pt x="640477" y="21691"/>
                </a:lnTo>
                <a:lnTo>
                  <a:pt x="640470" y="21255"/>
                </a:lnTo>
                <a:lnTo>
                  <a:pt x="640452" y="20824"/>
                </a:lnTo>
                <a:lnTo>
                  <a:pt x="640422" y="20399"/>
                </a:lnTo>
                <a:lnTo>
                  <a:pt x="640380" y="19980"/>
                </a:lnTo>
                <a:lnTo>
                  <a:pt x="640325" y="19567"/>
                </a:lnTo>
                <a:lnTo>
                  <a:pt x="640259" y="19159"/>
                </a:lnTo>
                <a:lnTo>
                  <a:pt x="640180" y="18756"/>
                </a:lnTo>
                <a:lnTo>
                  <a:pt x="640089" y="18360"/>
                </a:lnTo>
                <a:lnTo>
                  <a:pt x="639986" y="17969"/>
                </a:lnTo>
                <a:lnTo>
                  <a:pt x="639871" y="17584"/>
                </a:lnTo>
                <a:lnTo>
                  <a:pt x="639744" y="17204"/>
                </a:lnTo>
                <a:lnTo>
                  <a:pt x="639605" y="16830"/>
                </a:lnTo>
                <a:lnTo>
                  <a:pt x="639454" y="16461"/>
                </a:lnTo>
                <a:lnTo>
                  <a:pt x="639290" y="16099"/>
                </a:lnTo>
                <a:lnTo>
                  <a:pt x="639115" y="15742"/>
                </a:lnTo>
                <a:lnTo>
                  <a:pt x="638927" y="15390"/>
                </a:lnTo>
                <a:lnTo>
                  <a:pt x="638727" y="15044"/>
                </a:lnTo>
                <a:lnTo>
                  <a:pt x="638516" y="14704"/>
                </a:lnTo>
                <a:lnTo>
                  <a:pt x="638292" y="14370"/>
                </a:lnTo>
                <a:lnTo>
                  <a:pt x="638056" y="14041"/>
                </a:lnTo>
                <a:lnTo>
                  <a:pt x="637808" y="13718"/>
                </a:lnTo>
                <a:lnTo>
                  <a:pt x="637547" y="13400"/>
                </a:lnTo>
                <a:lnTo>
                  <a:pt x="637275" y="13088"/>
                </a:lnTo>
                <a:lnTo>
                  <a:pt x="636990" y="12782"/>
                </a:lnTo>
                <a:lnTo>
                  <a:pt x="636696" y="12485"/>
                </a:lnTo>
                <a:lnTo>
                  <a:pt x="636393" y="12201"/>
                </a:lnTo>
                <a:lnTo>
                  <a:pt x="636081" y="11929"/>
                </a:lnTo>
                <a:lnTo>
                  <a:pt x="635762" y="11670"/>
                </a:lnTo>
                <a:lnTo>
                  <a:pt x="635434" y="11423"/>
                </a:lnTo>
                <a:lnTo>
                  <a:pt x="635097" y="11189"/>
                </a:lnTo>
                <a:lnTo>
                  <a:pt x="634753" y="10968"/>
                </a:lnTo>
                <a:lnTo>
                  <a:pt x="634400" y="10759"/>
                </a:lnTo>
                <a:lnTo>
                  <a:pt x="634038" y="10563"/>
                </a:lnTo>
                <a:lnTo>
                  <a:pt x="633669" y="10380"/>
                </a:lnTo>
                <a:lnTo>
                  <a:pt x="633290" y="10209"/>
                </a:lnTo>
                <a:lnTo>
                  <a:pt x="632904" y="10051"/>
                </a:lnTo>
                <a:lnTo>
                  <a:pt x="632509" y="9906"/>
                </a:lnTo>
                <a:lnTo>
                  <a:pt x="632106" y="9773"/>
                </a:lnTo>
                <a:lnTo>
                  <a:pt x="631695" y="9653"/>
                </a:lnTo>
                <a:lnTo>
                  <a:pt x="631275" y="9546"/>
                </a:lnTo>
                <a:lnTo>
                  <a:pt x="630847" y="9451"/>
                </a:lnTo>
                <a:lnTo>
                  <a:pt x="630411" y="9369"/>
                </a:lnTo>
                <a:lnTo>
                  <a:pt x="629966" y="9299"/>
                </a:lnTo>
                <a:lnTo>
                  <a:pt x="629513" y="9242"/>
                </a:lnTo>
                <a:lnTo>
                  <a:pt x="629051" y="9198"/>
                </a:lnTo>
                <a:lnTo>
                  <a:pt x="628581" y="9166"/>
                </a:lnTo>
                <a:lnTo>
                  <a:pt x="628103" y="9147"/>
                </a:lnTo>
                <a:lnTo>
                  <a:pt x="627617" y="9141"/>
                </a:lnTo>
                <a:lnTo>
                  <a:pt x="627118" y="9147"/>
                </a:lnTo>
                <a:lnTo>
                  <a:pt x="626629" y="9166"/>
                </a:lnTo>
                <a:lnTo>
                  <a:pt x="626149" y="9198"/>
                </a:lnTo>
                <a:lnTo>
                  <a:pt x="625678" y="9242"/>
                </a:lnTo>
                <a:lnTo>
                  <a:pt x="625217" y="9299"/>
                </a:lnTo>
                <a:lnTo>
                  <a:pt x="624765" y="9369"/>
                </a:lnTo>
                <a:lnTo>
                  <a:pt x="624323" y="9451"/>
                </a:lnTo>
                <a:lnTo>
                  <a:pt x="623890" y="9546"/>
                </a:lnTo>
                <a:lnTo>
                  <a:pt x="623466" y="9653"/>
                </a:lnTo>
                <a:lnTo>
                  <a:pt x="623052" y="9773"/>
                </a:lnTo>
                <a:lnTo>
                  <a:pt x="622648" y="9906"/>
                </a:lnTo>
                <a:lnTo>
                  <a:pt x="622252" y="10051"/>
                </a:lnTo>
                <a:lnTo>
                  <a:pt x="621866" y="10209"/>
                </a:lnTo>
                <a:lnTo>
                  <a:pt x="621490" y="10380"/>
                </a:lnTo>
                <a:lnTo>
                  <a:pt x="621123" y="10563"/>
                </a:lnTo>
                <a:lnTo>
                  <a:pt x="620765" y="10759"/>
                </a:lnTo>
                <a:lnTo>
                  <a:pt x="620417" y="10968"/>
                </a:lnTo>
                <a:lnTo>
                  <a:pt x="620078" y="11189"/>
                </a:lnTo>
                <a:lnTo>
                  <a:pt x="619749" y="11423"/>
                </a:lnTo>
                <a:lnTo>
                  <a:pt x="619429" y="11670"/>
                </a:lnTo>
                <a:lnTo>
                  <a:pt x="619118" y="11929"/>
                </a:lnTo>
                <a:lnTo>
                  <a:pt x="618817" y="12201"/>
                </a:lnTo>
                <a:lnTo>
                  <a:pt x="618526" y="12485"/>
                </a:lnTo>
                <a:lnTo>
                  <a:pt x="618243" y="12782"/>
                </a:lnTo>
                <a:lnTo>
                  <a:pt x="617972" y="13088"/>
                </a:lnTo>
                <a:lnTo>
                  <a:pt x="617711" y="13400"/>
                </a:lnTo>
                <a:lnTo>
                  <a:pt x="617463" y="13718"/>
                </a:lnTo>
                <a:lnTo>
                  <a:pt x="617226" y="14041"/>
                </a:lnTo>
                <a:lnTo>
                  <a:pt x="617000" y="14370"/>
                </a:lnTo>
                <a:lnTo>
                  <a:pt x="616786" y="14704"/>
                </a:lnTo>
                <a:lnTo>
                  <a:pt x="616584" y="15044"/>
                </a:lnTo>
                <a:lnTo>
                  <a:pt x="616393" y="15390"/>
                </a:lnTo>
                <a:lnTo>
                  <a:pt x="616213" y="15742"/>
                </a:lnTo>
                <a:lnTo>
                  <a:pt x="616046" y="16099"/>
                </a:lnTo>
                <a:lnTo>
                  <a:pt x="615890" y="16461"/>
                </a:lnTo>
                <a:lnTo>
                  <a:pt x="615745" y="16830"/>
                </a:lnTo>
                <a:lnTo>
                  <a:pt x="615612" y="17204"/>
                </a:lnTo>
                <a:lnTo>
                  <a:pt x="615491" y="17584"/>
                </a:lnTo>
                <a:lnTo>
                  <a:pt x="615381" y="17969"/>
                </a:lnTo>
                <a:lnTo>
                  <a:pt x="615282" y="18360"/>
                </a:lnTo>
                <a:lnTo>
                  <a:pt x="615196" y="18756"/>
                </a:lnTo>
                <a:lnTo>
                  <a:pt x="615120" y="19159"/>
                </a:lnTo>
                <a:lnTo>
                  <a:pt x="615057" y="19567"/>
                </a:lnTo>
                <a:lnTo>
                  <a:pt x="615005" y="19980"/>
                </a:lnTo>
                <a:lnTo>
                  <a:pt x="614964" y="20399"/>
                </a:lnTo>
                <a:lnTo>
                  <a:pt x="614935" y="20824"/>
                </a:lnTo>
                <a:lnTo>
                  <a:pt x="614918" y="21255"/>
                </a:lnTo>
                <a:lnTo>
                  <a:pt x="614912" y="21691"/>
                </a:lnTo>
                <a:lnTo>
                  <a:pt x="614918" y="22114"/>
                </a:lnTo>
                <a:lnTo>
                  <a:pt x="614935" y="22533"/>
                </a:lnTo>
                <a:lnTo>
                  <a:pt x="614964" y="22946"/>
                </a:lnTo>
                <a:lnTo>
                  <a:pt x="615005" y="23354"/>
                </a:lnTo>
                <a:lnTo>
                  <a:pt x="615057" y="23757"/>
                </a:lnTo>
                <a:close/>
                <a:moveTo>
                  <a:pt x="1144804" y="119920"/>
                </a:moveTo>
                <a:lnTo>
                  <a:pt x="1145080" y="119059"/>
                </a:lnTo>
                <a:lnTo>
                  <a:pt x="1145366" y="118207"/>
                </a:lnTo>
                <a:lnTo>
                  <a:pt x="1145662" y="117365"/>
                </a:lnTo>
                <a:lnTo>
                  <a:pt x="1145968" y="116531"/>
                </a:lnTo>
                <a:lnTo>
                  <a:pt x="1146284" y="115705"/>
                </a:lnTo>
                <a:lnTo>
                  <a:pt x="1146610" y="114889"/>
                </a:lnTo>
                <a:lnTo>
                  <a:pt x="1146945" y="114082"/>
                </a:lnTo>
                <a:lnTo>
                  <a:pt x="1147291" y="113283"/>
                </a:lnTo>
                <a:lnTo>
                  <a:pt x="1147647" y="112494"/>
                </a:lnTo>
                <a:lnTo>
                  <a:pt x="1148013" y="111713"/>
                </a:lnTo>
                <a:lnTo>
                  <a:pt x="1148388" y="110941"/>
                </a:lnTo>
                <a:lnTo>
                  <a:pt x="1148774" y="110178"/>
                </a:lnTo>
                <a:lnTo>
                  <a:pt x="1149169" y="109424"/>
                </a:lnTo>
                <a:lnTo>
                  <a:pt x="1149575" y="108679"/>
                </a:lnTo>
                <a:lnTo>
                  <a:pt x="1149990" y="107943"/>
                </a:lnTo>
                <a:lnTo>
                  <a:pt x="1150416" y="107215"/>
                </a:lnTo>
                <a:lnTo>
                  <a:pt x="1150851" y="106497"/>
                </a:lnTo>
                <a:lnTo>
                  <a:pt x="1151296" y="105787"/>
                </a:lnTo>
                <a:lnTo>
                  <a:pt x="1151752" y="105086"/>
                </a:lnTo>
                <a:lnTo>
                  <a:pt x="1152217" y="104394"/>
                </a:lnTo>
                <a:lnTo>
                  <a:pt x="1152692" y="103711"/>
                </a:lnTo>
                <a:lnTo>
                  <a:pt x="1153177" y="103037"/>
                </a:lnTo>
                <a:lnTo>
                  <a:pt x="1153672" y="102371"/>
                </a:lnTo>
                <a:lnTo>
                  <a:pt x="1154177" y="101715"/>
                </a:lnTo>
                <a:lnTo>
                  <a:pt x="1154692" y="101069"/>
                </a:lnTo>
                <a:lnTo>
                  <a:pt x="1155218" y="100435"/>
                </a:lnTo>
                <a:lnTo>
                  <a:pt x="1155754" y="99812"/>
                </a:lnTo>
                <a:lnTo>
                  <a:pt x="1156301" y="99202"/>
                </a:lnTo>
                <a:lnTo>
                  <a:pt x="1156858" y="98603"/>
                </a:lnTo>
                <a:lnTo>
                  <a:pt x="1157426" y="98016"/>
                </a:lnTo>
                <a:lnTo>
                  <a:pt x="1158004" y="97441"/>
                </a:lnTo>
                <a:lnTo>
                  <a:pt x="1158593" y="96877"/>
                </a:lnTo>
                <a:lnTo>
                  <a:pt x="1159192" y="96326"/>
                </a:lnTo>
                <a:lnTo>
                  <a:pt x="1159802" y="95786"/>
                </a:lnTo>
                <a:lnTo>
                  <a:pt x="1160422" y="95259"/>
                </a:lnTo>
                <a:lnTo>
                  <a:pt x="1161052" y="94743"/>
                </a:lnTo>
                <a:lnTo>
                  <a:pt x="1161694" y="94239"/>
                </a:lnTo>
                <a:lnTo>
                  <a:pt x="1162345" y="93747"/>
                </a:lnTo>
                <a:lnTo>
                  <a:pt x="1163007" y="93266"/>
                </a:lnTo>
                <a:lnTo>
                  <a:pt x="1163680" y="92798"/>
                </a:lnTo>
                <a:lnTo>
                  <a:pt x="1164363" y="92341"/>
                </a:lnTo>
                <a:lnTo>
                  <a:pt x="1165056" y="91896"/>
                </a:lnTo>
                <a:lnTo>
                  <a:pt x="1165761" y="91463"/>
                </a:lnTo>
                <a:lnTo>
                  <a:pt x="1166475" y="91042"/>
                </a:lnTo>
                <a:lnTo>
                  <a:pt x="1167200" y="90632"/>
                </a:lnTo>
                <a:lnTo>
                  <a:pt x="1167936" y="90235"/>
                </a:lnTo>
                <a:lnTo>
                  <a:pt x="1168682" y="89849"/>
                </a:lnTo>
                <a:lnTo>
                  <a:pt x="1169438" y="89475"/>
                </a:lnTo>
                <a:lnTo>
                  <a:pt x="1170205" y="89115"/>
                </a:lnTo>
                <a:lnTo>
                  <a:pt x="1170981" y="88770"/>
                </a:lnTo>
                <a:lnTo>
                  <a:pt x="1171767" y="88440"/>
                </a:lnTo>
                <a:lnTo>
                  <a:pt x="1172563" y="88126"/>
                </a:lnTo>
                <a:lnTo>
                  <a:pt x="1173368" y="87827"/>
                </a:lnTo>
                <a:lnTo>
                  <a:pt x="1174183" y="87543"/>
                </a:lnTo>
                <a:lnTo>
                  <a:pt x="1175008" y="87275"/>
                </a:lnTo>
                <a:lnTo>
                  <a:pt x="1175842" y="87022"/>
                </a:lnTo>
                <a:lnTo>
                  <a:pt x="1176686" y="86784"/>
                </a:lnTo>
                <a:lnTo>
                  <a:pt x="1177540" y="86562"/>
                </a:lnTo>
                <a:lnTo>
                  <a:pt x="1178404" y="86355"/>
                </a:lnTo>
                <a:lnTo>
                  <a:pt x="1179277" y="86163"/>
                </a:lnTo>
                <a:lnTo>
                  <a:pt x="1180159" y="85987"/>
                </a:lnTo>
                <a:lnTo>
                  <a:pt x="1181052" y="85826"/>
                </a:lnTo>
                <a:lnTo>
                  <a:pt x="1181954" y="85680"/>
                </a:lnTo>
                <a:lnTo>
                  <a:pt x="1182866" y="85550"/>
                </a:lnTo>
                <a:lnTo>
                  <a:pt x="1183788" y="85435"/>
                </a:lnTo>
                <a:lnTo>
                  <a:pt x="1184719" y="85335"/>
                </a:lnTo>
                <a:lnTo>
                  <a:pt x="1185660" y="85251"/>
                </a:lnTo>
                <a:lnTo>
                  <a:pt x="1186610" y="85182"/>
                </a:lnTo>
                <a:lnTo>
                  <a:pt x="1187571" y="85128"/>
                </a:lnTo>
                <a:lnTo>
                  <a:pt x="1188540" y="85090"/>
                </a:lnTo>
                <a:lnTo>
                  <a:pt x="1189520" y="85067"/>
                </a:lnTo>
                <a:lnTo>
                  <a:pt x="1190509" y="85059"/>
                </a:lnTo>
                <a:lnTo>
                  <a:pt x="1190805" y="85060"/>
                </a:lnTo>
                <a:lnTo>
                  <a:pt x="1191099" y="85062"/>
                </a:lnTo>
                <a:lnTo>
                  <a:pt x="1191391" y="85064"/>
                </a:lnTo>
                <a:lnTo>
                  <a:pt x="1191680" y="85068"/>
                </a:lnTo>
                <a:lnTo>
                  <a:pt x="1191967" y="85073"/>
                </a:lnTo>
                <a:lnTo>
                  <a:pt x="1192252" y="85079"/>
                </a:lnTo>
                <a:lnTo>
                  <a:pt x="1192535" y="85086"/>
                </a:lnTo>
                <a:lnTo>
                  <a:pt x="1192816" y="85094"/>
                </a:lnTo>
                <a:lnTo>
                  <a:pt x="1193095" y="85103"/>
                </a:lnTo>
                <a:lnTo>
                  <a:pt x="1193371" y="85113"/>
                </a:lnTo>
                <a:lnTo>
                  <a:pt x="1193646" y="85124"/>
                </a:lnTo>
                <a:lnTo>
                  <a:pt x="1193918" y="85137"/>
                </a:lnTo>
                <a:lnTo>
                  <a:pt x="1194188" y="85150"/>
                </a:lnTo>
                <a:lnTo>
                  <a:pt x="1194456" y="85165"/>
                </a:lnTo>
                <a:lnTo>
                  <a:pt x="1194722" y="85180"/>
                </a:lnTo>
                <a:lnTo>
                  <a:pt x="1194985" y="85197"/>
                </a:lnTo>
                <a:lnTo>
                  <a:pt x="1195247" y="85215"/>
                </a:lnTo>
                <a:lnTo>
                  <a:pt x="1195506" y="85234"/>
                </a:lnTo>
                <a:lnTo>
                  <a:pt x="1195763" y="85254"/>
                </a:lnTo>
                <a:lnTo>
                  <a:pt x="1196018" y="85275"/>
                </a:lnTo>
                <a:lnTo>
                  <a:pt x="1196271" y="85297"/>
                </a:lnTo>
                <a:lnTo>
                  <a:pt x="1196522" y="85320"/>
                </a:lnTo>
                <a:lnTo>
                  <a:pt x="1196770" y="85344"/>
                </a:lnTo>
                <a:lnTo>
                  <a:pt x="1197017" y="85369"/>
                </a:lnTo>
                <a:lnTo>
                  <a:pt x="1197262" y="85395"/>
                </a:lnTo>
                <a:lnTo>
                  <a:pt x="1197507" y="85422"/>
                </a:lnTo>
                <a:lnTo>
                  <a:pt x="1197753" y="85449"/>
                </a:lnTo>
                <a:lnTo>
                  <a:pt x="1197998" y="85477"/>
                </a:lnTo>
                <a:lnTo>
                  <a:pt x="1198243" y="85505"/>
                </a:lnTo>
                <a:lnTo>
                  <a:pt x="1198489" y="85534"/>
                </a:lnTo>
                <a:lnTo>
                  <a:pt x="1198734" y="85563"/>
                </a:lnTo>
                <a:lnTo>
                  <a:pt x="1198979" y="85593"/>
                </a:lnTo>
                <a:lnTo>
                  <a:pt x="1199225" y="85623"/>
                </a:lnTo>
                <a:lnTo>
                  <a:pt x="1199470" y="85654"/>
                </a:lnTo>
                <a:lnTo>
                  <a:pt x="1199715" y="85686"/>
                </a:lnTo>
                <a:lnTo>
                  <a:pt x="1199960" y="85718"/>
                </a:lnTo>
                <a:lnTo>
                  <a:pt x="1200206" y="85750"/>
                </a:lnTo>
                <a:lnTo>
                  <a:pt x="1200451" y="85783"/>
                </a:lnTo>
                <a:lnTo>
                  <a:pt x="1200696" y="85817"/>
                </a:lnTo>
                <a:lnTo>
                  <a:pt x="1200942" y="85851"/>
                </a:lnTo>
                <a:lnTo>
                  <a:pt x="1201187" y="85886"/>
                </a:lnTo>
                <a:lnTo>
                  <a:pt x="1201432" y="85921"/>
                </a:lnTo>
                <a:lnTo>
                  <a:pt x="1201678" y="85957"/>
                </a:lnTo>
                <a:lnTo>
                  <a:pt x="1201923" y="85993"/>
                </a:lnTo>
                <a:lnTo>
                  <a:pt x="1202168" y="86030"/>
                </a:lnTo>
                <a:lnTo>
                  <a:pt x="1202414" y="86068"/>
                </a:lnTo>
                <a:lnTo>
                  <a:pt x="1202659" y="86105"/>
                </a:lnTo>
                <a:lnTo>
                  <a:pt x="1202904" y="86144"/>
                </a:lnTo>
                <a:lnTo>
                  <a:pt x="1203524" y="69101"/>
                </a:lnTo>
                <a:lnTo>
                  <a:pt x="1203366" y="69037"/>
                </a:lnTo>
                <a:lnTo>
                  <a:pt x="1203203" y="68974"/>
                </a:lnTo>
                <a:lnTo>
                  <a:pt x="1203034" y="68911"/>
                </a:lnTo>
                <a:lnTo>
                  <a:pt x="1202859" y="68849"/>
                </a:lnTo>
                <a:lnTo>
                  <a:pt x="1202679" y="68788"/>
                </a:lnTo>
                <a:lnTo>
                  <a:pt x="1202493" y="68728"/>
                </a:lnTo>
                <a:lnTo>
                  <a:pt x="1202301" y="68669"/>
                </a:lnTo>
                <a:lnTo>
                  <a:pt x="1202104" y="68610"/>
                </a:lnTo>
                <a:lnTo>
                  <a:pt x="1201901" y="68553"/>
                </a:lnTo>
                <a:lnTo>
                  <a:pt x="1201692" y="68496"/>
                </a:lnTo>
                <a:lnTo>
                  <a:pt x="1201478" y="68440"/>
                </a:lnTo>
                <a:lnTo>
                  <a:pt x="1201258" y="68384"/>
                </a:lnTo>
                <a:lnTo>
                  <a:pt x="1201033" y="68330"/>
                </a:lnTo>
                <a:lnTo>
                  <a:pt x="1200801" y="68276"/>
                </a:lnTo>
                <a:lnTo>
                  <a:pt x="1200564" y="68224"/>
                </a:lnTo>
                <a:lnTo>
                  <a:pt x="1200322" y="68171"/>
                </a:lnTo>
                <a:lnTo>
                  <a:pt x="1200074" y="68120"/>
                </a:lnTo>
                <a:lnTo>
                  <a:pt x="1199820" y="68070"/>
                </a:lnTo>
                <a:lnTo>
                  <a:pt x="1199561" y="68020"/>
                </a:lnTo>
                <a:lnTo>
                  <a:pt x="1199296" y="67971"/>
                </a:lnTo>
                <a:lnTo>
                  <a:pt x="1199025" y="67923"/>
                </a:lnTo>
                <a:lnTo>
                  <a:pt x="1198748" y="67876"/>
                </a:lnTo>
                <a:lnTo>
                  <a:pt x="1198466" y="67830"/>
                </a:lnTo>
                <a:lnTo>
                  <a:pt x="1198179" y="67784"/>
                </a:lnTo>
                <a:lnTo>
                  <a:pt x="1197888" y="67740"/>
                </a:lnTo>
                <a:lnTo>
                  <a:pt x="1197598" y="67697"/>
                </a:lnTo>
                <a:lnTo>
                  <a:pt x="1197308" y="67657"/>
                </a:lnTo>
                <a:lnTo>
                  <a:pt x="1197019" y="67618"/>
                </a:lnTo>
                <a:lnTo>
                  <a:pt x="1196730" y="67582"/>
                </a:lnTo>
                <a:lnTo>
                  <a:pt x="1196441" y="67547"/>
                </a:lnTo>
                <a:lnTo>
                  <a:pt x="1196152" y="67514"/>
                </a:lnTo>
                <a:lnTo>
                  <a:pt x="1195863" y="67483"/>
                </a:lnTo>
                <a:lnTo>
                  <a:pt x="1195575" y="67454"/>
                </a:lnTo>
                <a:lnTo>
                  <a:pt x="1195287" y="67426"/>
                </a:lnTo>
                <a:lnTo>
                  <a:pt x="1194999" y="67401"/>
                </a:lnTo>
                <a:lnTo>
                  <a:pt x="1194712" y="67377"/>
                </a:lnTo>
                <a:lnTo>
                  <a:pt x="1194425" y="67356"/>
                </a:lnTo>
                <a:lnTo>
                  <a:pt x="1194138" y="67336"/>
                </a:lnTo>
                <a:lnTo>
                  <a:pt x="1193851" y="67318"/>
                </a:lnTo>
                <a:lnTo>
                  <a:pt x="1193565" y="67302"/>
                </a:lnTo>
                <a:lnTo>
                  <a:pt x="1193279" y="67288"/>
                </a:lnTo>
                <a:lnTo>
                  <a:pt x="1192993" y="67276"/>
                </a:lnTo>
                <a:lnTo>
                  <a:pt x="1192708" y="67265"/>
                </a:lnTo>
                <a:lnTo>
                  <a:pt x="1192422" y="67257"/>
                </a:lnTo>
                <a:lnTo>
                  <a:pt x="1192137" y="67250"/>
                </a:lnTo>
                <a:lnTo>
                  <a:pt x="1191853" y="67246"/>
                </a:lnTo>
                <a:lnTo>
                  <a:pt x="1191568" y="67243"/>
                </a:lnTo>
                <a:lnTo>
                  <a:pt x="1191284" y="67242"/>
                </a:lnTo>
                <a:lnTo>
                  <a:pt x="1190064" y="67252"/>
                </a:lnTo>
                <a:lnTo>
                  <a:pt x="1188858" y="67283"/>
                </a:lnTo>
                <a:lnTo>
                  <a:pt x="1187666" y="67334"/>
                </a:lnTo>
                <a:lnTo>
                  <a:pt x="1186488" y="67405"/>
                </a:lnTo>
                <a:lnTo>
                  <a:pt x="1185323" y="67497"/>
                </a:lnTo>
                <a:lnTo>
                  <a:pt x="1184172" y="67610"/>
                </a:lnTo>
                <a:lnTo>
                  <a:pt x="1183034" y="67743"/>
                </a:lnTo>
                <a:lnTo>
                  <a:pt x="1181911" y="67896"/>
                </a:lnTo>
                <a:lnTo>
                  <a:pt x="1180801" y="68070"/>
                </a:lnTo>
                <a:lnTo>
                  <a:pt x="1179704" y="68264"/>
                </a:lnTo>
                <a:lnTo>
                  <a:pt x="1178622" y="68479"/>
                </a:lnTo>
                <a:lnTo>
                  <a:pt x="1177553" y="68714"/>
                </a:lnTo>
                <a:lnTo>
                  <a:pt x="1176498" y="68969"/>
                </a:lnTo>
                <a:lnTo>
                  <a:pt x="1175457" y="69245"/>
                </a:lnTo>
                <a:lnTo>
                  <a:pt x="1174429" y="69542"/>
                </a:lnTo>
                <a:lnTo>
                  <a:pt x="1173415" y="69859"/>
                </a:lnTo>
                <a:lnTo>
                  <a:pt x="1172415" y="70196"/>
                </a:lnTo>
                <a:lnTo>
                  <a:pt x="1171428" y="70554"/>
                </a:lnTo>
                <a:lnTo>
                  <a:pt x="1170455" y="70932"/>
                </a:lnTo>
                <a:lnTo>
                  <a:pt x="1169496" y="71330"/>
                </a:lnTo>
                <a:lnTo>
                  <a:pt x="1168551" y="71749"/>
                </a:lnTo>
                <a:lnTo>
                  <a:pt x="1167619" y="72189"/>
                </a:lnTo>
                <a:lnTo>
                  <a:pt x="1166701" y="72649"/>
                </a:lnTo>
                <a:lnTo>
                  <a:pt x="1165797" y="73129"/>
                </a:lnTo>
                <a:lnTo>
                  <a:pt x="1164907" y="73628"/>
                </a:lnTo>
                <a:lnTo>
                  <a:pt x="1164029" y="74143"/>
                </a:lnTo>
                <a:lnTo>
                  <a:pt x="1163165" y="74675"/>
                </a:lnTo>
                <a:lnTo>
                  <a:pt x="1162313" y="75223"/>
                </a:lnTo>
                <a:lnTo>
                  <a:pt x="1161475" y="75788"/>
                </a:lnTo>
                <a:lnTo>
                  <a:pt x="1160651" y="76368"/>
                </a:lnTo>
                <a:lnTo>
                  <a:pt x="1159839" y="76966"/>
                </a:lnTo>
                <a:lnTo>
                  <a:pt x="1159040" y="77579"/>
                </a:lnTo>
                <a:lnTo>
                  <a:pt x="1158255" y="78210"/>
                </a:lnTo>
                <a:lnTo>
                  <a:pt x="1157483" y="78856"/>
                </a:lnTo>
                <a:lnTo>
                  <a:pt x="1156724" y="79519"/>
                </a:lnTo>
                <a:lnTo>
                  <a:pt x="1155978" y="80198"/>
                </a:lnTo>
                <a:lnTo>
                  <a:pt x="1155246" y="80894"/>
                </a:lnTo>
                <a:lnTo>
                  <a:pt x="1154526" y="81606"/>
                </a:lnTo>
                <a:lnTo>
                  <a:pt x="1153820" y="82335"/>
                </a:lnTo>
                <a:lnTo>
                  <a:pt x="1153127" y="83080"/>
                </a:lnTo>
                <a:lnTo>
                  <a:pt x="1152447" y="83841"/>
                </a:lnTo>
                <a:lnTo>
                  <a:pt x="1151780" y="84619"/>
                </a:lnTo>
                <a:lnTo>
                  <a:pt x="1151127" y="85413"/>
                </a:lnTo>
                <a:lnTo>
                  <a:pt x="1150487" y="86224"/>
                </a:lnTo>
                <a:lnTo>
                  <a:pt x="1149860" y="87051"/>
                </a:lnTo>
                <a:lnTo>
                  <a:pt x="1149246" y="87894"/>
                </a:lnTo>
                <a:lnTo>
                  <a:pt x="1148645" y="88754"/>
                </a:lnTo>
                <a:lnTo>
                  <a:pt x="1148057" y="89630"/>
                </a:lnTo>
                <a:lnTo>
                  <a:pt x="1147482" y="90520"/>
                </a:lnTo>
                <a:lnTo>
                  <a:pt x="1146920" y="91423"/>
                </a:lnTo>
                <a:lnTo>
                  <a:pt x="1146370" y="92338"/>
                </a:lnTo>
                <a:lnTo>
                  <a:pt x="1145832" y="93264"/>
                </a:lnTo>
                <a:lnTo>
                  <a:pt x="1145307" y="94203"/>
                </a:lnTo>
                <a:lnTo>
                  <a:pt x="1144794" y="95154"/>
                </a:lnTo>
                <a:lnTo>
                  <a:pt x="1144293" y="96117"/>
                </a:lnTo>
                <a:lnTo>
                  <a:pt x="1144013" y="96677"/>
                </a:lnTo>
                <a:lnTo>
                  <a:pt x="1143719" y="70341"/>
                </a:lnTo>
                <a:lnTo>
                  <a:pt x="1125592" y="70341"/>
                </a:lnTo>
                <a:lnTo>
                  <a:pt x="1125592" y="237980"/>
                </a:lnTo>
                <a:lnTo>
                  <a:pt x="1144029" y="237980"/>
                </a:lnTo>
                <a:lnTo>
                  <a:pt x="1144029" y="122560"/>
                </a:lnTo>
                <a:lnTo>
                  <a:pt x="1144034" y="122542"/>
                </a:lnTo>
                <a:lnTo>
                  <a:pt x="1144281" y="121662"/>
                </a:lnTo>
                <a:lnTo>
                  <a:pt x="1144537" y="120788"/>
                </a:lnTo>
                <a:lnTo>
                  <a:pt x="1144804" y="119920"/>
                </a:lnTo>
                <a:close/>
                <a:moveTo>
                  <a:pt x="670813" y="130300"/>
                </a:moveTo>
                <a:lnTo>
                  <a:pt x="670813" y="146259"/>
                </a:lnTo>
                <a:lnTo>
                  <a:pt x="745027" y="146259"/>
                </a:lnTo>
                <a:lnTo>
                  <a:pt x="745027" y="130300"/>
                </a:lnTo>
                <a:lnTo>
                  <a:pt x="670813" y="130300"/>
                </a:lnTo>
                <a:close/>
                <a:moveTo>
                  <a:pt x="1251321" y="119567"/>
                </a:moveTo>
                <a:lnTo>
                  <a:pt x="1251679" y="118719"/>
                </a:lnTo>
                <a:lnTo>
                  <a:pt x="1252047" y="117876"/>
                </a:lnTo>
                <a:lnTo>
                  <a:pt x="1252427" y="117036"/>
                </a:lnTo>
                <a:lnTo>
                  <a:pt x="1252818" y="116201"/>
                </a:lnTo>
                <a:lnTo>
                  <a:pt x="1253220" y="115371"/>
                </a:lnTo>
                <a:lnTo>
                  <a:pt x="1253632" y="114544"/>
                </a:lnTo>
                <a:lnTo>
                  <a:pt x="1254056" y="113722"/>
                </a:lnTo>
                <a:lnTo>
                  <a:pt x="1254491" y="112905"/>
                </a:lnTo>
                <a:lnTo>
                  <a:pt x="1254937" y="112091"/>
                </a:lnTo>
                <a:lnTo>
                  <a:pt x="1255394" y="111282"/>
                </a:lnTo>
                <a:lnTo>
                  <a:pt x="1255862" y="110477"/>
                </a:lnTo>
                <a:lnTo>
                  <a:pt x="1256340" y="109677"/>
                </a:lnTo>
                <a:lnTo>
                  <a:pt x="1256830" y="108881"/>
                </a:lnTo>
                <a:lnTo>
                  <a:pt x="1257331" y="108089"/>
                </a:lnTo>
                <a:lnTo>
                  <a:pt x="1257843" y="107301"/>
                </a:lnTo>
                <a:lnTo>
                  <a:pt x="1258366" y="106518"/>
                </a:lnTo>
                <a:lnTo>
                  <a:pt x="1258901" y="105739"/>
                </a:lnTo>
                <a:lnTo>
                  <a:pt x="1259446" y="104964"/>
                </a:lnTo>
                <a:lnTo>
                  <a:pt x="1260002" y="104194"/>
                </a:lnTo>
                <a:lnTo>
                  <a:pt x="1260569" y="103432"/>
                </a:lnTo>
                <a:lnTo>
                  <a:pt x="1261148" y="102681"/>
                </a:lnTo>
                <a:lnTo>
                  <a:pt x="1261737" y="101942"/>
                </a:lnTo>
                <a:lnTo>
                  <a:pt x="1262339" y="101216"/>
                </a:lnTo>
                <a:lnTo>
                  <a:pt x="1262951" y="100501"/>
                </a:lnTo>
                <a:lnTo>
                  <a:pt x="1263575" y="99798"/>
                </a:lnTo>
                <a:lnTo>
                  <a:pt x="1264210" y="99106"/>
                </a:lnTo>
                <a:lnTo>
                  <a:pt x="1264856" y="98427"/>
                </a:lnTo>
                <a:lnTo>
                  <a:pt x="1265514" y="97759"/>
                </a:lnTo>
                <a:lnTo>
                  <a:pt x="1266183" y="97103"/>
                </a:lnTo>
                <a:lnTo>
                  <a:pt x="1266863" y="96459"/>
                </a:lnTo>
                <a:lnTo>
                  <a:pt x="1267555" y="95827"/>
                </a:lnTo>
                <a:lnTo>
                  <a:pt x="1268258" y="95207"/>
                </a:lnTo>
                <a:lnTo>
                  <a:pt x="1268972" y="94599"/>
                </a:lnTo>
                <a:lnTo>
                  <a:pt x="1269697" y="94002"/>
                </a:lnTo>
                <a:lnTo>
                  <a:pt x="1270434" y="93417"/>
                </a:lnTo>
                <a:lnTo>
                  <a:pt x="1271182" y="92844"/>
                </a:lnTo>
                <a:lnTo>
                  <a:pt x="1271941" y="92283"/>
                </a:lnTo>
                <a:lnTo>
                  <a:pt x="1272712" y="91734"/>
                </a:lnTo>
                <a:lnTo>
                  <a:pt x="1273494" y="91197"/>
                </a:lnTo>
                <a:lnTo>
                  <a:pt x="1274287" y="90671"/>
                </a:lnTo>
                <a:lnTo>
                  <a:pt x="1275092" y="90157"/>
                </a:lnTo>
                <a:lnTo>
                  <a:pt x="1275908" y="89655"/>
                </a:lnTo>
                <a:lnTo>
                  <a:pt x="1276735" y="89165"/>
                </a:lnTo>
                <a:lnTo>
                  <a:pt x="1277573" y="88691"/>
                </a:lnTo>
                <a:lnTo>
                  <a:pt x="1278423" y="88237"/>
                </a:lnTo>
                <a:lnTo>
                  <a:pt x="1279285" y="87803"/>
                </a:lnTo>
                <a:lnTo>
                  <a:pt x="1280158" y="87390"/>
                </a:lnTo>
                <a:lnTo>
                  <a:pt x="1281043" y="86996"/>
                </a:lnTo>
                <a:lnTo>
                  <a:pt x="1281940" y="86623"/>
                </a:lnTo>
                <a:lnTo>
                  <a:pt x="1282848" y="86270"/>
                </a:lnTo>
                <a:lnTo>
                  <a:pt x="1283767" y="85937"/>
                </a:lnTo>
                <a:lnTo>
                  <a:pt x="1284698" y="85625"/>
                </a:lnTo>
                <a:lnTo>
                  <a:pt x="1285641" y="85332"/>
                </a:lnTo>
                <a:lnTo>
                  <a:pt x="1286595" y="85060"/>
                </a:lnTo>
                <a:lnTo>
                  <a:pt x="1287561" y="84808"/>
                </a:lnTo>
                <a:lnTo>
                  <a:pt x="1288538" y="84576"/>
                </a:lnTo>
                <a:lnTo>
                  <a:pt x="1289527" y="84364"/>
                </a:lnTo>
                <a:lnTo>
                  <a:pt x="1290528" y="84172"/>
                </a:lnTo>
                <a:lnTo>
                  <a:pt x="1291540" y="84001"/>
                </a:lnTo>
                <a:lnTo>
                  <a:pt x="1292563" y="83849"/>
                </a:lnTo>
                <a:lnTo>
                  <a:pt x="1293598" y="83718"/>
                </a:lnTo>
                <a:lnTo>
                  <a:pt x="1294645" y="83607"/>
                </a:lnTo>
                <a:lnTo>
                  <a:pt x="1295704" y="83516"/>
                </a:lnTo>
                <a:lnTo>
                  <a:pt x="1296773" y="83446"/>
                </a:lnTo>
                <a:lnTo>
                  <a:pt x="1297855" y="83395"/>
                </a:lnTo>
                <a:lnTo>
                  <a:pt x="1298948" y="83365"/>
                </a:lnTo>
                <a:lnTo>
                  <a:pt x="1300052" y="83355"/>
                </a:lnTo>
                <a:lnTo>
                  <a:pt x="1301054" y="83362"/>
                </a:lnTo>
                <a:lnTo>
                  <a:pt x="1302044" y="83384"/>
                </a:lnTo>
                <a:lnTo>
                  <a:pt x="1303023" y="83420"/>
                </a:lnTo>
                <a:lnTo>
                  <a:pt x="1303990" y="83471"/>
                </a:lnTo>
                <a:lnTo>
                  <a:pt x="1304947" y="83537"/>
                </a:lnTo>
                <a:lnTo>
                  <a:pt x="1305892" y="83617"/>
                </a:lnTo>
                <a:lnTo>
                  <a:pt x="1306825" y="83711"/>
                </a:lnTo>
                <a:lnTo>
                  <a:pt x="1307748" y="83820"/>
                </a:lnTo>
                <a:lnTo>
                  <a:pt x="1308659" y="83943"/>
                </a:lnTo>
                <a:lnTo>
                  <a:pt x="1309558" y="84081"/>
                </a:lnTo>
                <a:lnTo>
                  <a:pt x="1310447" y="84234"/>
                </a:lnTo>
                <a:lnTo>
                  <a:pt x="1311324" y="84401"/>
                </a:lnTo>
                <a:lnTo>
                  <a:pt x="1312190" y="84582"/>
                </a:lnTo>
                <a:lnTo>
                  <a:pt x="1313044" y="84779"/>
                </a:lnTo>
                <a:lnTo>
                  <a:pt x="1313888" y="84989"/>
                </a:lnTo>
                <a:lnTo>
                  <a:pt x="1314720" y="85214"/>
                </a:lnTo>
                <a:lnTo>
                  <a:pt x="1315540" y="85454"/>
                </a:lnTo>
                <a:lnTo>
                  <a:pt x="1316350" y="85708"/>
                </a:lnTo>
                <a:lnTo>
                  <a:pt x="1317148" y="85977"/>
                </a:lnTo>
                <a:lnTo>
                  <a:pt x="1317935" y="86260"/>
                </a:lnTo>
                <a:lnTo>
                  <a:pt x="1318710" y="86558"/>
                </a:lnTo>
                <a:lnTo>
                  <a:pt x="1319474" y="86870"/>
                </a:lnTo>
                <a:lnTo>
                  <a:pt x="1320227" y="87197"/>
                </a:lnTo>
                <a:lnTo>
                  <a:pt x="1320969" y="87538"/>
                </a:lnTo>
                <a:lnTo>
                  <a:pt x="1321698" y="87897"/>
                </a:lnTo>
                <a:lnTo>
                  <a:pt x="1322413" y="88275"/>
                </a:lnTo>
                <a:lnTo>
                  <a:pt x="1323114" y="88673"/>
                </a:lnTo>
                <a:lnTo>
                  <a:pt x="1323801" y="89090"/>
                </a:lnTo>
                <a:lnTo>
                  <a:pt x="1324474" y="89527"/>
                </a:lnTo>
                <a:lnTo>
                  <a:pt x="1325133" y="89983"/>
                </a:lnTo>
                <a:lnTo>
                  <a:pt x="1325778" y="90460"/>
                </a:lnTo>
                <a:lnTo>
                  <a:pt x="1326409" y="90956"/>
                </a:lnTo>
                <a:lnTo>
                  <a:pt x="1327026" y="91471"/>
                </a:lnTo>
                <a:lnTo>
                  <a:pt x="1327629" y="92006"/>
                </a:lnTo>
                <a:lnTo>
                  <a:pt x="1328218" y="92561"/>
                </a:lnTo>
                <a:lnTo>
                  <a:pt x="1328793" y="93135"/>
                </a:lnTo>
                <a:lnTo>
                  <a:pt x="1329354" y="93729"/>
                </a:lnTo>
                <a:lnTo>
                  <a:pt x="1329901" y="94343"/>
                </a:lnTo>
                <a:lnTo>
                  <a:pt x="1330434" y="94976"/>
                </a:lnTo>
                <a:lnTo>
                  <a:pt x="1330953" y="95629"/>
                </a:lnTo>
                <a:lnTo>
                  <a:pt x="1331459" y="96302"/>
                </a:lnTo>
                <a:lnTo>
                  <a:pt x="1331950" y="96994"/>
                </a:lnTo>
                <a:lnTo>
                  <a:pt x="1332427" y="97706"/>
                </a:lnTo>
                <a:lnTo>
                  <a:pt x="1332890" y="98438"/>
                </a:lnTo>
                <a:lnTo>
                  <a:pt x="1333339" y="99189"/>
                </a:lnTo>
                <a:lnTo>
                  <a:pt x="1333775" y="99960"/>
                </a:lnTo>
                <a:lnTo>
                  <a:pt x="1334196" y="100750"/>
                </a:lnTo>
                <a:lnTo>
                  <a:pt x="1334603" y="101560"/>
                </a:lnTo>
                <a:lnTo>
                  <a:pt x="1334995" y="102393"/>
                </a:lnTo>
                <a:lnTo>
                  <a:pt x="1335370" y="103251"/>
                </a:lnTo>
                <a:lnTo>
                  <a:pt x="1335729" y="104135"/>
                </a:lnTo>
                <a:lnTo>
                  <a:pt x="1336071" y="105044"/>
                </a:lnTo>
                <a:lnTo>
                  <a:pt x="1336396" y="105979"/>
                </a:lnTo>
                <a:lnTo>
                  <a:pt x="1336704" y="106939"/>
                </a:lnTo>
                <a:lnTo>
                  <a:pt x="1336996" y="107925"/>
                </a:lnTo>
                <a:lnTo>
                  <a:pt x="1337271" y="108937"/>
                </a:lnTo>
                <a:lnTo>
                  <a:pt x="1337530" y="109974"/>
                </a:lnTo>
                <a:lnTo>
                  <a:pt x="1337772" y="111036"/>
                </a:lnTo>
                <a:lnTo>
                  <a:pt x="1337997" y="112124"/>
                </a:lnTo>
                <a:lnTo>
                  <a:pt x="1338205" y="113238"/>
                </a:lnTo>
                <a:lnTo>
                  <a:pt x="1338397" y="114377"/>
                </a:lnTo>
                <a:lnTo>
                  <a:pt x="1338572" y="115542"/>
                </a:lnTo>
                <a:lnTo>
                  <a:pt x="1338731" y="116733"/>
                </a:lnTo>
                <a:lnTo>
                  <a:pt x="1338872" y="117949"/>
                </a:lnTo>
                <a:lnTo>
                  <a:pt x="1338997" y="119190"/>
                </a:lnTo>
                <a:lnTo>
                  <a:pt x="1339106" y="120457"/>
                </a:lnTo>
                <a:lnTo>
                  <a:pt x="1339198" y="121750"/>
                </a:lnTo>
                <a:lnTo>
                  <a:pt x="1339273" y="123068"/>
                </a:lnTo>
                <a:lnTo>
                  <a:pt x="1339331" y="124412"/>
                </a:lnTo>
                <a:lnTo>
                  <a:pt x="1339373" y="125781"/>
                </a:lnTo>
                <a:lnTo>
                  <a:pt x="1339398" y="127176"/>
                </a:lnTo>
                <a:lnTo>
                  <a:pt x="1339406" y="128596"/>
                </a:lnTo>
                <a:lnTo>
                  <a:pt x="1339406" y="237980"/>
                </a:lnTo>
                <a:lnTo>
                  <a:pt x="1357998" y="237980"/>
                </a:lnTo>
                <a:lnTo>
                  <a:pt x="1357998" y="128751"/>
                </a:lnTo>
                <a:lnTo>
                  <a:pt x="1357992" y="127378"/>
                </a:lnTo>
                <a:lnTo>
                  <a:pt x="1357973" y="126022"/>
                </a:lnTo>
                <a:lnTo>
                  <a:pt x="1357941" y="124683"/>
                </a:lnTo>
                <a:lnTo>
                  <a:pt x="1357897" y="123361"/>
                </a:lnTo>
                <a:lnTo>
                  <a:pt x="1357840" y="122055"/>
                </a:lnTo>
                <a:lnTo>
                  <a:pt x="1357771" y="120767"/>
                </a:lnTo>
                <a:lnTo>
                  <a:pt x="1357688" y="119496"/>
                </a:lnTo>
                <a:lnTo>
                  <a:pt x="1357594" y="118241"/>
                </a:lnTo>
                <a:lnTo>
                  <a:pt x="1357486" y="117004"/>
                </a:lnTo>
                <a:lnTo>
                  <a:pt x="1357366" y="115783"/>
                </a:lnTo>
                <a:lnTo>
                  <a:pt x="1357233" y="114580"/>
                </a:lnTo>
                <a:lnTo>
                  <a:pt x="1357088" y="113393"/>
                </a:lnTo>
                <a:lnTo>
                  <a:pt x="1356930" y="112223"/>
                </a:lnTo>
                <a:lnTo>
                  <a:pt x="1356759" y="111071"/>
                </a:lnTo>
                <a:lnTo>
                  <a:pt x="1356576" y="109935"/>
                </a:lnTo>
                <a:lnTo>
                  <a:pt x="1356380" y="108816"/>
                </a:lnTo>
                <a:lnTo>
                  <a:pt x="1356171" y="107714"/>
                </a:lnTo>
                <a:lnTo>
                  <a:pt x="1355950" y="106629"/>
                </a:lnTo>
                <a:lnTo>
                  <a:pt x="1355716" y="105561"/>
                </a:lnTo>
                <a:lnTo>
                  <a:pt x="1355470" y="104510"/>
                </a:lnTo>
                <a:lnTo>
                  <a:pt x="1355211" y="103476"/>
                </a:lnTo>
                <a:lnTo>
                  <a:pt x="1354939" y="102459"/>
                </a:lnTo>
                <a:lnTo>
                  <a:pt x="1354654" y="101459"/>
                </a:lnTo>
                <a:lnTo>
                  <a:pt x="1354357" y="100475"/>
                </a:lnTo>
                <a:lnTo>
                  <a:pt x="1354048" y="99508"/>
                </a:lnTo>
                <a:lnTo>
                  <a:pt x="1353728" y="98556"/>
                </a:lnTo>
                <a:lnTo>
                  <a:pt x="1353396" y="97619"/>
                </a:lnTo>
                <a:lnTo>
                  <a:pt x="1353053" y="96697"/>
                </a:lnTo>
                <a:lnTo>
                  <a:pt x="1352699" y="95790"/>
                </a:lnTo>
                <a:lnTo>
                  <a:pt x="1352333" y="94898"/>
                </a:lnTo>
                <a:lnTo>
                  <a:pt x="1351957" y="94021"/>
                </a:lnTo>
                <a:lnTo>
                  <a:pt x="1351568" y="93159"/>
                </a:lnTo>
                <a:lnTo>
                  <a:pt x="1351169" y="92312"/>
                </a:lnTo>
                <a:lnTo>
                  <a:pt x="1350758" y="91481"/>
                </a:lnTo>
                <a:lnTo>
                  <a:pt x="1350336" y="90664"/>
                </a:lnTo>
                <a:lnTo>
                  <a:pt x="1349903" y="89862"/>
                </a:lnTo>
                <a:lnTo>
                  <a:pt x="1349458" y="89076"/>
                </a:lnTo>
                <a:lnTo>
                  <a:pt x="1349002" y="88304"/>
                </a:lnTo>
                <a:lnTo>
                  <a:pt x="1348535" y="87548"/>
                </a:lnTo>
                <a:lnTo>
                  <a:pt x="1348057" y="86807"/>
                </a:lnTo>
                <a:lnTo>
                  <a:pt x="1347567" y="86080"/>
                </a:lnTo>
                <a:lnTo>
                  <a:pt x="1347066" y="85369"/>
                </a:lnTo>
                <a:lnTo>
                  <a:pt x="1346553" y="84673"/>
                </a:lnTo>
                <a:lnTo>
                  <a:pt x="1346029" y="83992"/>
                </a:lnTo>
                <a:lnTo>
                  <a:pt x="1345494" y="83326"/>
                </a:lnTo>
                <a:lnTo>
                  <a:pt x="1344948" y="82675"/>
                </a:lnTo>
                <a:lnTo>
                  <a:pt x="1344391" y="82039"/>
                </a:lnTo>
                <a:lnTo>
                  <a:pt x="1343822" y="81418"/>
                </a:lnTo>
                <a:lnTo>
                  <a:pt x="1343242" y="80812"/>
                </a:lnTo>
                <a:lnTo>
                  <a:pt x="1342652" y="80219"/>
                </a:lnTo>
                <a:lnTo>
                  <a:pt x="1342051" y="79640"/>
                </a:lnTo>
                <a:lnTo>
                  <a:pt x="1341440" y="79075"/>
                </a:lnTo>
                <a:lnTo>
                  <a:pt x="1340818" y="78523"/>
                </a:lnTo>
                <a:lnTo>
                  <a:pt x="1340186" y="77986"/>
                </a:lnTo>
                <a:lnTo>
                  <a:pt x="1339543" y="77462"/>
                </a:lnTo>
                <a:lnTo>
                  <a:pt x="1338890" y="76951"/>
                </a:lnTo>
                <a:lnTo>
                  <a:pt x="1338226" y="76454"/>
                </a:lnTo>
                <a:lnTo>
                  <a:pt x="1337552" y="75971"/>
                </a:lnTo>
                <a:lnTo>
                  <a:pt x="1336867" y="75502"/>
                </a:lnTo>
                <a:lnTo>
                  <a:pt x="1336172" y="75047"/>
                </a:lnTo>
                <a:lnTo>
                  <a:pt x="1335466" y="74605"/>
                </a:lnTo>
                <a:lnTo>
                  <a:pt x="1334750" y="74177"/>
                </a:lnTo>
                <a:lnTo>
                  <a:pt x="1334023" y="73762"/>
                </a:lnTo>
                <a:lnTo>
                  <a:pt x="1333286" y="73362"/>
                </a:lnTo>
                <a:lnTo>
                  <a:pt x="1332538" y="72975"/>
                </a:lnTo>
                <a:lnTo>
                  <a:pt x="1331780" y="72602"/>
                </a:lnTo>
                <a:lnTo>
                  <a:pt x="1331012" y="72242"/>
                </a:lnTo>
                <a:lnTo>
                  <a:pt x="1330233" y="71896"/>
                </a:lnTo>
                <a:lnTo>
                  <a:pt x="1329443" y="71564"/>
                </a:lnTo>
                <a:lnTo>
                  <a:pt x="1328643" y="71246"/>
                </a:lnTo>
                <a:lnTo>
                  <a:pt x="1327832" y="70941"/>
                </a:lnTo>
                <a:lnTo>
                  <a:pt x="1327011" y="70650"/>
                </a:lnTo>
                <a:lnTo>
                  <a:pt x="1326180" y="70372"/>
                </a:lnTo>
                <a:lnTo>
                  <a:pt x="1325340" y="70106"/>
                </a:lnTo>
                <a:lnTo>
                  <a:pt x="1324491" y="69852"/>
                </a:lnTo>
                <a:lnTo>
                  <a:pt x="1323633" y="69609"/>
                </a:lnTo>
                <a:lnTo>
                  <a:pt x="1322765" y="69378"/>
                </a:lnTo>
                <a:lnTo>
                  <a:pt x="1321889" y="69159"/>
                </a:lnTo>
                <a:lnTo>
                  <a:pt x="1321003" y="68952"/>
                </a:lnTo>
                <a:lnTo>
                  <a:pt x="1320108" y="68757"/>
                </a:lnTo>
                <a:lnTo>
                  <a:pt x="1319204" y="68573"/>
                </a:lnTo>
                <a:lnTo>
                  <a:pt x="1318291" y="68402"/>
                </a:lnTo>
                <a:lnTo>
                  <a:pt x="1317368" y="68242"/>
                </a:lnTo>
                <a:lnTo>
                  <a:pt x="1316437" y="68094"/>
                </a:lnTo>
                <a:lnTo>
                  <a:pt x="1315496" y="67958"/>
                </a:lnTo>
                <a:lnTo>
                  <a:pt x="1314546" y="67834"/>
                </a:lnTo>
                <a:lnTo>
                  <a:pt x="1313588" y="67721"/>
                </a:lnTo>
                <a:lnTo>
                  <a:pt x="1312619" y="67621"/>
                </a:lnTo>
                <a:lnTo>
                  <a:pt x="1311642" y="67532"/>
                </a:lnTo>
                <a:lnTo>
                  <a:pt x="1310656" y="67455"/>
                </a:lnTo>
                <a:lnTo>
                  <a:pt x="1309660" y="67390"/>
                </a:lnTo>
                <a:lnTo>
                  <a:pt x="1308656" y="67337"/>
                </a:lnTo>
                <a:lnTo>
                  <a:pt x="1307642" y="67295"/>
                </a:lnTo>
                <a:lnTo>
                  <a:pt x="1306619" y="67266"/>
                </a:lnTo>
                <a:lnTo>
                  <a:pt x="1305587" y="67248"/>
                </a:lnTo>
                <a:lnTo>
                  <a:pt x="1304546" y="67242"/>
                </a:lnTo>
                <a:lnTo>
                  <a:pt x="1303349" y="67252"/>
                </a:lnTo>
                <a:lnTo>
                  <a:pt x="1302161" y="67281"/>
                </a:lnTo>
                <a:lnTo>
                  <a:pt x="1300982" y="67329"/>
                </a:lnTo>
                <a:lnTo>
                  <a:pt x="1299811" y="67397"/>
                </a:lnTo>
                <a:lnTo>
                  <a:pt x="1298649" y="67484"/>
                </a:lnTo>
                <a:lnTo>
                  <a:pt x="1297496" y="67590"/>
                </a:lnTo>
                <a:lnTo>
                  <a:pt x="1296351" y="67716"/>
                </a:lnTo>
                <a:lnTo>
                  <a:pt x="1295215" y="67862"/>
                </a:lnTo>
                <a:lnTo>
                  <a:pt x="1294087" y="68026"/>
                </a:lnTo>
                <a:lnTo>
                  <a:pt x="1292968" y="68210"/>
                </a:lnTo>
                <a:lnTo>
                  <a:pt x="1291858" y="68414"/>
                </a:lnTo>
                <a:lnTo>
                  <a:pt x="1290756" y="68636"/>
                </a:lnTo>
                <a:lnTo>
                  <a:pt x="1289663" y="68878"/>
                </a:lnTo>
                <a:lnTo>
                  <a:pt x="1288579" y="69140"/>
                </a:lnTo>
                <a:lnTo>
                  <a:pt x="1287503" y="69421"/>
                </a:lnTo>
                <a:lnTo>
                  <a:pt x="1286435" y="69721"/>
                </a:lnTo>
                <a:lnTo>
                  <a:pt x="1285377" y="70040"/>
                </a:lnTo>
                <a:lnTo>
                  <a:pt x="1284327" y="70379"/>
                </a:lnTo>
                <a:lnTo>
                  <a:pt x="1283285" y="70738"/>
                </a:lnTo>
                <a:lnTo>
                  <a:pt x="1282252" y="71115"/>
                </a:lnTo>
                <a:lnTo>
                  <a:pt x="1281228" y="71512"/>
                </a:lnTo>
                <a:lnTo>
                  <a:pt x="1280212" y="71929"/>
                </a:lnTo>
                <a:lnTo>
                  <a:pt x="1279205" y="72364"/>
                </a:lnTo>
                <a:lnTo>
                  <a:pt x="1278207" y="72820"/>
                </a:lnTo>
                <a:lnTo>
                  <a:pt x="1277218" y="73292"/>
                </a:lnTo>
                <a:lnTo>
                  <a:pt x="1276240" y="73779"/>
                </a:lnTo>
                <a:lnTo>
                  <a:pt x="1275274" y="74282"/>
                </a:lnTo>
                <a:lnTo>
                  <a:pt x="1274318" y="74799"/>
                </a:lnTo>
                <a:lnTo>
                  <a:pt x="1273374" y="75332"/>
                </a:lnTo>
                <a:lnTo>
                  <a:pt x="1272440" y="75879"/>
                </a:lnTo>
                <a:lnTo>
                  <a:pt x="1271518" y="76442"/>
                </a:lnTo>
                <a:lnTo>
                  <a:pt x="1270606" y="77020"/>
                </a:lnTo>
                <a:lnTo>
                  <a:pt x="1269706" y="77613"/>
                </a:lnTo>
                <a:lnTo>
                  <a:pt x="1268816" y="78221"/>
                </a:lnTo>
                <a:lnTo>
                  <a:pt x="1267938" y="78844"/>
                </a:lnTo>
                <a:lnTo>
                  <a:pt x="1267071" y="79482"/>
                </a:lnTo>
                <a:lnTo>
                  <a:pt x="1266214" y="80135"/>
                </a:lnTo>
                <a:lnTo>
                  <a:pt x="1265369" y="80803"/>
                </a:lnTo>
                <a:lnTo>
                  <a:pt x="1264535" y="81486"/>
                </a:lnTo>
                <a:lnTo>
                  <a:pt x="1263712" y="82184"/>
                </a:lnTo>
                <a:lnTo>
                  <a:pt x="1262899" y="82898"/>
                </a:lnTo>
                <a:lnTo>
                  <a:pt x="1262098" y="83626"/>
                </a:lnTo>
                <a:lnTo>
                  <a:pt x="1261308" y="84370"/>
                </a:lnTo>
                <a:lnTo>
                  <a:pt x="1260529" y="85128"/>
                </a:lnTo>
                <a:lnTo>
                  <a:pt x="1259761" y="85902"/>
                </a:lnTo>
                <a:lnTo>
                  <a:pt x="1259004" y="86691"/>
                </a:lnTo>
                <a:lnTo>
                  <a:pt x="1258258" y="87494"/>
                </a:lnTo>
                <a:lnTo>
                  <a:pt x="1257523" y="88313"/>
                </a:lnTo>
                <a:lnTo>
                  <a:pt x="1256800" y="89145"/>
                </a:lnTo>
                <a:lnTo>
                  <a:pt x="1256089" y="89987"/>
                </a:lnTo>
                <a:lnTo>
                  <a:pt x="1255391" y="90840"/>
                </a:lnTo>
                <a:lnTo>
                  <a:pt x="1254706" y="91704"/>
                </a:lnTo>
                <a:lnTo>
                  <a:pt x="1254033" y="92579"/>
                </a:lnTo>
                <a:lnTo>
                  <a:pt x="1253373" y="93465"/>
                </a:lnTo>
                <a:lnTo>
                  <a:pt x="1252726" y="94361"/>
                </a:lnTo>
                <a:lnTo>
                  <a:pt x="1252091" y="95268"/>
                </a:lnTo>
                <a:lnTo>
                  <a:pt x="1251469" y="96186"/>
                </a:lnTo>
                <a:lnTo>
                  <a:pt x="1250860" y="97114"/>
                </a:lnTo>
                <a:lnTo>
                  <a:pt x="1250263" y="98053"/>
                </a:lnTo>
                <a:lnTo>
                  <a:pt x="1249848" y="98729"/>
                </a:lnTo>
                <a:lnTo>
                  <a:pt x="1249234" y="70341"/>
                </a:lnTo>
                <a:lnTo>
                  <a:pt x="1231571" y="70341"/>
                </a:lnTo>
                <a:lnTo>
                  <a:pt x="1231571" y="237980"/>
                </a:lnTo>
                <a:lnTo>
                  <a:pt x="1250008" y="237980"/>
                </a:lnTo>
                <a:lnTo>
                  <a:pt x="1250008" y="122981"/>
                </a:lnTo>
                <a:lnTo>
                  <a:pt x="1250315" y="122136"/>
                </a:lnTo>
                <a:lnTo>
                  <a:pt x="1250639" y="121275"/>
                </a:lnTo>
                <a:lnTo>
                  <a:pt x="1250975" y="120419"/>
                </a:lnTo>
                <a:lnTo>
                  <a:pt x="1251321" y="119567"/>
                </a:lnTo>
                <a:close/>
                <a:moveTo>
                  <a:pt x="1058760" y="191412"/>
                </a:moveTo>
                <a:lnTo>
                  <a:pt x="1058672" y="191700"/>
                </a:lnTo>
                <a:lnTo>
                  <a:pt x="1058314" y="192803"/>
                </a:lnTo>
                <a:lnTo>
                  <a:pt x="1057938" y="193900"/>
                </a:lnTo>
                <a:lnTo>
                  <a:pt x="1057545" y="194989"/>
                </a:lnTo>
                <a:lnTo>
                  <a:pt x="1057134" y="196070"/>
                </a:lnTo>
                <a:lnTo>
                  <a:pt x="1056702" y="197140"/>
                </a:lnTo>
                <a:lnTo>
                  <a:pt x="1056247" y="198191"/>
                </a:lnTo>
                <a:lnTo>
                  <a:pt x="1055768" y="199225"/>
                </a:lnTo>
                <a:lnTo>
                  <a:pt x="1055266" y="200241"/>
                </a:lnTo>
                <a:lnTo>
                  <a:pt x="1054740" y="201239"/>
                </a:lnTo>
                <a:lnTo>
                  <a:pt x="1054190" y="202219"/>
                </a:lnTo>
                <a:lnTo>
                  <a:pt x="1053616" y="203182"/>
                </a:lnTo>
                <a:lnTo>
                  <a:pt x="1053019" y="204127"/>
                </a:lnTo>
                <a:lnTo>
                  <a:pt x="1052398" y="205054"/>
                </a:lnTo>
                <a:lnTo>
                  <a:pt x="1051754" y="205964"/>
                </a:lnTo>
                <a:lnTo>
                  <a:pt x="1051086" y="206855"/>
                </a:lnTo>
                <a:lnTo>
                  <a:pt x="1050394" y="207729"/>
                </a:lnTo>
                <a:lnTo>
                  <a:pt x="1049678" y="208585"/>
                </a:lnTo>
                <a:lnTo>
                  <a:pt x="1048939" y="209424"/>
                </a:lnTo>
                <a:lnTo>
                  <a:pt x="1048176" y="210245"/>
                </a:lnTo>
                <a:lnTo>
                  <a:pt x="1047390" y="211047"/>
                </a:lnTo>
                <a:lnTo>
                  <a:pt x="1046580" y="211833"/>
                </a:lnTo>
                <a:lnTo>
                  <a:pt x="1045746" y="212600"/>
                </a:lnTo>
                <a:lnTo>
                  <a:pt x="1044888" y="213350"/>
                </a:lnTo>
                <a:lnTo>
                  <a:pt x="1044007" y="214082"/>
                </a:lnTo>
                <a:lnTo>
                  <a:pt x="1043102" y="214796"/>
                </a:lnTo>
                <a:lnTo>
                  <a:pt x="1042174" y="215492"/>
                </a:lnTo>
                <a:lnTo>
                  <a:pt x="1041222" y="216171"/>
                </a:lnTo>
                <a:lnTo>
                  <a:pt x="1040246" y="216832"/>
                </a:lnTo>
                <a:lnTo>
                  <a:pt x="1039243" y="217470"/>
                </a:lnTo>
                <a:lnTo>
                  <a:pt x="1038211" y="218081"/>
                </a:lnTo>
                <a:lnTo>
                  <a:pt x="1037148" y="218666"/>
                </a:lnTo>
                <a:lnTo>
                  <a:pt x="1036056" y="219222"/>
                </a:lnTo>
                <a:lnTo>
                  <a:pt x="1034934" y="219752"/>
                </a:lnTo>
                <a:lnTo>
                  <a:pt x="1033782" y="220255"/>
                </a:lnTo>
                <a:lnTo>
                  <a:pt x="1032600" y="220730"/>
                </a:lnTo>
                <a:lnTo>
                  <a:pt x="1031389" y="221179"/>
                </a:lnTo>
                <a:lnTo>
                  <a:pt x="1030147" y="221600"/>
                </a:lnTo>
                <a:lnTo>
                  <a:pt x="1028876" y="221994"/>
                </a:lnTo>
                <a:lnTo>
                  <a:pt x="1027575" y="222360"/>
                </a:lnTo>
                <a:lnTo>
                  <a:pt x="1026243" y="222700"/>
                </a:lnTo>
                <a:lnTo>
                  <a:pt x="1024883" y="223012"/>
                </a:lnTo>
                <a:lnTo>
                  <a:pt x="1023492" y="223298"/>
                </a:lnTo>
                <a:lnTo>
                  <a:pt x="1022071" y="223556"/>
                </a:lnTo>
                <a:lnTo>
                  <a:pt x="1020621" y="223787"/>
                </a:lnTo>
                <a:lnTo>
                  <a:pt x="1019140" y="223990"/>
                </a:lnTo>
                <a:lnTo>
                  <a:pt x="1017630" y="224167"/>
                </a:lnTo>
                <a:lnTo>
                  <a:pt x="1016090" y="224316"/>
                </a:lnTo>
                <a:lnTo>
                  <a:pt x="1014520" y="224439"/>
                </a:lnTo>
                <a:lnTo>
                  <a:pt x="1012920" y="224534"/>
                </a:lnTo>
                <a:lnTo>
                  <a:pt x="1011291" y="224602"/>
                </a:lnTo>
                <a:lnTo>
                  <a:pt x="1009631" y="224642"/>
                </a:lnTo>
                <a:lnTo>
                  <a:pt x="1007942" y="224656"/>
                </a:lnTo>
                <a:lnTo>
                  <a:pt x="1007272" y="224652"/>
                </a:lnTo>
                <a:lnTo>
                  <a:pt x="1006606" y="224640"/>
                </a:lnTo>
                <a:lnTo>
                  <a:pt x="1005945" y="224620"/>
                </a:lnTo>
                <a:lnTo>
                  <a:pt x="1005286" y="224591"/>
                </a:lnTo>
                <a:lnTo>
                  <a:pt x="1004632" y="224555"/>
                </a:lnTo>
                <a:lnTo>
                  <a:pt x="1003981" y="224511"/>
                </a:lnTo>
                <a:lnTo>
                  <a:pt x="1003334" y="224458"/>
                </a:lnTo>
                <a:lnTo>
                  <a:pt x="1002691" y="224398"/>
                </a:lnTo>
                <a:lnTo>
                  <a:pt x="1002052" y="224329"/>
                </a:lnTo>
                <a:lnTo>
                  <a:pt x="1001416" y="224252"/>
                </a:lnTo>
                <a:lnTo>
                  <a:pt x="1000784" y="224168"/>
                </a:lnTo>
                <a:lnTo>
                  <a:pt x="1000156" y="224075"/>
                </a:lnTo>
                <a:lnTo>
                  <a:pt x="999532" y="223974"/>
                </a:lnTo>
                <a:lnTo>
                  <a:pt x="998911" y="223865"/>
                </a:lnTo>
                <a:lnTo>
                  <a:pt x="998295" y="223748"/>
                </a:lnTo>
                <a:lnTo>
                  <a:pt x="997682" y="223623"/>
                </a:lnTo>
                <a:lnTo>
                  <a:pt x="997072" y="223490"/>
                </a:lnTo>
                <a:lnTo>
                  <a:pt x="996467" y="223349"/>
                </a:lnTo>
                <a:lnTo>
                  <a:pt x="995865" y="223199"/>
                </a:lnTo>
                <a:lnTo>
                  <a:pt x="995267" y="223042"/>
                </a:lnTo>
                <a:lnTo>
                  <a:pt x="994673" y="222877"/>
                </a:lnTo>
                <a:lnTo>
                  <a:pt x="994083" y="222703"/>
                </a:lnTo>
                <a:lnTo>
                  <a:pt x="993496" y="222522"/>
                </a:lnTo>
                <a:lnTo>
                  <a:pt x="992913" y="222332"/>
                </a:lnTo>
                <a:lnTo>
                  <a:pt x="992335" y="222133"/>
                </a:lnTo>
                <a:lnTo>
                  <a:pt x="991762" y="221924"/>
                </a:lnTo>
                <a:lnTo>
                  <a:pt x="991195" y="221704"/>
                </a:lnTo>
                <a:lnTo>
                  <a:pt x="990634" y="221473"/>
                </a:lnTo>
                <a:lnTo>
                  <a:pt x="990079" y="221232"/>
                </a:lnTo>
                <a:lnTo>
                  <a:pt x="989529" y="220981"/>
                </a:lnTo>
                <a:lnTo>
                  <a:pt x="988984" y="220719"/>
                </a:lnTo>
                <a:lnTo>
                  <a:pt x="988446" y="220447"/>
                </a:lnTo>
                <a:lnTo>
                  <a:pt x="987913" y="220164"/>
                </a:lnTo>
                <a:lnTo>
                  <a:pt x="987385" y="219871"/>
                </a:lnTo>
                <a:lnTo>
                  <a:pt x="986864" y="219567"/>
                </a:lnTo>
                <a:lnTo>
                  <a:pt x="986348" y="219253"/>
                </a:lnTo>
                <a:lnTo>
                  <a:pt x="985837" y="218928"/>
                </a:lnTo>
                <a:lnTo>
                  <a:pt x="985333" y="218592"/>
                </a:lnTo>
                <a:lnTo>
                  <a:pt x="984833" y="218247"/>
                </a:lnTo>
                <a:lnTo>
                  <a:pt x="984340" y="217890"/>
                </a:lnTo>
                <a:lnTo>
                  <a:pt x="983852" y="217524"/>
                </a:lnTo>
                <a:lnTo>
                  <a:pt x="983370" y="217146"/>
                </a:lnTo>
                <a:lnTo>
                  <a:pt x="982893" y="216759"/>
                </a:lnTo>
                <a:lnTo>
                  <a:pt x="982423" y="216360"/>
                </a:lnTo>
                <a:lnTo>
                  <a:pt x="981957" y="215952"/>
                </a:lnTo>
                <a:lnTo>
                  <a:pt x="981498" y="215533"/>
                </a:lnTo>
                <a:lnTo>
                  <a:pt x="981044" y="215103"/>
                </a:lnTo>
                <a:lnTo>
                  <a:pt x="980596" y="214663"/>
                </a:lnTo>
                <a:lnTo>
                  <a:pt x="980154" y="214211"/>
                </a:lnTo>
                <a:lnTo>
                  <a:pt x="979721" y="213746"/>
                </a:lnTo>
                <a:lnTo>
                  <a:pt x="979296" y="213268"/>
                </a:lnTo>
                <a:lnTo>
                  <a:pt x="978878" y="212778"/>
                </a:lnTo>
                <a:lnTo>
                  <a:pt x="978469" y="212274"/>
                </a:lnTo>
                <a:lnTo>
                  <a:pt x="978068" y="211758"/>
                </a:lnTo>
                <a:lnTo>
                  <a:pt x="977675" y="211228"/>
                </a:lnTo>
                <a:lnTo>
                  <a:pt x="977290" y="210686"/>
                </a:lnTo>
                <a:lnTo>
                  <a:pt x="976914" y="210131"/>
                </a:lnTo>
                <a:lnTo>
                  <a:pt x="976545" y="209563"/>
                </a:lnTo>
                <a:lnTo>
                  <a:pt x="976184" y="208982"/>
                </a:lnTo>
                <a:lnTo>
                  <a:pt x="975831" y="208388"/>
                </a:lnTo>
                <a:lnTo>
                  <a:pt x="975487" y="207781"/>
                </a:lnTo>
                <a:lnTo>
                  <a:pt x="975150" y="207161"/>
                </a:lnTo>
                <a:lnTo>
                  <a:pt x="974822" y="206529"/>
                </a:lnTo>
                <a:lnTo>
                  <a:pt x="974502" y="205883"/>
                </a:lnTo>
                <a:lnTo>
                  <a:pt x="974189" y="205224"/>
                </a:lnTo>
                <a:lnTo>
                  <a:pt x="973885" y="204553"/>
                </a:lnTo>
                <a:lnTo>
                  <a:pt x="973589" y="203869"/>
                </a:lnTo>
                <a:lnTo>
                  <a:pt x="973301" y="203172"/>
                </a:lnTo>
                <a:lnTo>
                  <a:pt x="973021" y="202461"/>
                </a:lnTo>
                <a:lnTo>
                  <a:pt x="972749" y="201738"/>
                </a:lnTo>
                <a:lnTo>
                  <a:pt x="972485" y="201003"/>
                </a:lnTo>
                <a:lnTo>
                  <a:pt x="972229" y="200254"/>
                </a:lnTo>
                <a:lnTo>
                  <a:pt x="971983" y="199491"/>
                </a:lnTo>
                <a:lnTo>
                  <a:pt x="971747" y="198713"/>
                </a:lnTo>
                <a:lnTo>
                  <a:pt x="971521" y="197921"/>
                </a:lnTo>
                <a:lnTo>
                  <a:pt x="971306" y="197114"/>
                </a:lnTo>
                <a:lnTo>
                  <a:pt x="971101" y="196292"/>
                </a:lnTo>
                <a:lnTo>
                  <a:pt x="970907" y="195456"/>
                </a:lnTo>
                <a:lnTo>
                  <a:pt x="970724" y="194604"/>
                </a:lnTo>
                <a:lnTo>
                  <a:pt x="970551" y="193738"/>
                </a:lnTo>
                <a:lnTo>
                  <a:pt x="970388" y="192857"/>
                </a:lnTo>
                <a:lnTo>
                  <a:pt x="970236" y="191961"/>
                </a:lnTo>
                <a:lnTo>
                  <a:pt x="970094" y="191050"/>
                </a:lnTo>
                <a:lnTo>
                  <a:pt x="969963" y="190125"/>
                </a:lnTo>
                <a:lnTo>
                  <a:pt x="969843" y="189185"/>
                </a:lnTo>
                <a:lnTo>
                  <a:pt x="969732" y="188230"/>
                </a:lnTo>
                <a:lnTo>
                  <a:pt x="969633" y="187260"/>
                </a:lnTo>
                <a:lnTo>
                  <a:pt x="969544" y="186275"/>
                </a:lnTo>
                <a:lnTo>
                  <a:pt x="969465" y="185276"/>
                </a:lnTo>
                <a:lnTo>
                  <a:pt x="969397" y="184261"/>
                </a:lnTo>
                <a:lnTo>
                  <a:pt x="969339" y="183232"/>
                </a:lnTo>
                <a:lnTo>
                  <a:pt x="969292" y="182189"/>
                </a:lnTo>
                <a:lnTo>
                  <a:pt x="969255" y="181130"/>
                </a:lnTo>
                <a:lnTo>
                  <a:pt x="969229" y="180057"/>
                </a:lnTo>
                <a:lnTo>
                  <a:pt x="969213" y="178968"/>
                </a:lnTo>
                <a:lnTo>
                  <a:pt x="969208" y="177866"/>
                </a:lnTo>
                <a:lnTo>
                  <a:pt x="969208" y="70341"/>
                </a:lnTo>
                <a:lnTo>
                  <a:pt x="950771" y="70341"/>
                </a:lnTo>
                <a:lnTo>
                  <a:pt x="950771" y="177556"/>
                </a:lnTo>
                <a:lnTo>
                  <a:pt x="950778" y="178980"/>
                </a:lnTo>
                <a:lnTo>
                  <a:pt x="950798" y="180386"/>
                </a:lnTo>
                <a:lnTo>
                  <a:pt x="950832" y="181775"/>
                </a:lnTo>
                <a:lnTo>
                  <a:pt x="950880" y="183146"/>
                </a:lnTo>
                <a:lnTo>
                  <a:pt x="950942" y="184499"/>
                </a:lnTo>
                <a:lnTo>
                  <a:pt x="951018" y="185835"/>
                </a:lnTo>
                <a:lnTo>
                  <a:pt x="951107" y="187153"/>
                </a:lnTo>
                <a:lnTo>
                  <a:pt x="951210" y="188453"/>
                </a:lnTo>
                <a:lnTo>
                  <a:pt x="951326" y="189735"/>
                </a:lnTo>
                <a:lnTo>
                  <a:pt x="951457" y="191000"/>
                </a:lnTo>
                <a:lnTo>
                  <a:pt x="951601" y="192246"/>
                </a:lnTo>
                <a:lnTo>
                  <a:pt x="951758" y="193475"/>
                </a:lnTo>
                <a:lnTo>
                  <a:pt x="951930" y="194686"/>
                </a:lnTo>
                <a:lnTo>
                  <a:pt x="952115" y="195880"/>
                </a:lnTo>
                <a:lnTo>
                  <a:pt x="952314" y="197056"/>
                </a:lnTo>
                <a:lnTo>
                  <a:pt x="952527" y="198214"/>
                </a:lnTo>
                <a:lnTo>
                  <a:pt x="952753" y="199354"/>
                </a:lnTo>
                <a:lnTo>
                  <a:pt x="952993" y="200476"/>
                </a:lnTo>
                <a:lnTo>
                  <a:pt x="953247" y="201581"/>
                </a:lnTo>
                <a:lnTo>
                  <a:pt x="953514" y="202668"/>
                </a:lnTo>
                <a:lnTo>
                  <a:pt x="953796" y="203737"/>
                </a:lnTo>
                <a:lnTo>
                  <a:pt x="954090" y="204789"/>
                </a:lnTo>
                <a:lnTo>
                  <a:pt x="954399" y="205822"/>
                </a:lnTo>
                <a:lnTo>
                  <a:pt x="954722" y="206838"/>
                </a:lnTo>
                <a:lnTo>
                  <a:pt x="955057" y="207838"/>
                </a:lnTo>
                <a:lnTo>
                  <a:pt x="955403" y="208821"/>
                </a:lnTo>
                <a:lnTo>
                  <a:pt x="955761" y="209788"/>
                </a:lnTo>
                <a:lnTo>
                  <a:pt x="956131" y="210740"/>
                </a:lnTo>
                <a:lnTo>
                  <a:pt x="956512" y="211675"/>
                </a:lnTo>
                <a:lnTo>
                  <a:pt x="956905" y="212595"/>
                </a:lnTo>
                <a:lnTo>
                  <a:pt x="957310" y="213499"/>
                </a:lnTo>
                <a:lnTo>
                  <a:pt x="957726" y="214387"/>
                </a:lnTo>
                <a:lnTo>
                  <a:pt x="958153" y="215259"/>
                </a:lnTo>
                <a:lnTo>
                  <a:pt x="958592" y="216116"/>
                </a:lnTo>
                <a:lnTo>
                  <a:pt x="959043" y="216956"/>
                </a:lnTo>
                <a:lnTo>
                  <a:pt x="959505" y="217781"/>
                </a:lnTo>
                <a:lnTo>
                  <a:pt x="959979" y="218589"/>
                </a:lnTo>
                <a:lnTo>
                  <a:pt x="960464" y="219382"/>
                </a:lnTo>
                <a:lnTo>
                  <a:pt x="960961" y="220159"/>
                </a:lnTo>
                <a:lnTo>
                  <a:pt x="961470" y="220920"/>
                </a:lnTo>
                <a:lnTo>
                  <a:pt x="961990" y="221666"/>
                </a:lnTo>
                <a:lnTo>
                  <a:pt x="962522" y="222395"/>
                </a:lnTo>
                <a:lnTo>
                  <a:pt x="963065" y="223108"/>
                </a:lnTo>
                <a:lnTo>
                  <a:pt x="963620" y="223806"/>
                </a:lnTo>
                <a:lnTo>
                  <a:pt x="964186" y="224488"/>
                </a:lnTo>
                <a:lnTo>
                  <a:pt x="964764" y="225154"/>
                </a:lnTo>
                <a:lnTo>
                  <a:pt x="965353" y="225804"/>
                </a:lnTo>
                <a:lnTo>
                  <a:pt x="965954" y="226438"/>
                </a:lnTo>
                <a:lnTo>
                  <a:pt x="966566" y="227057"/>
                </a:lnTo>
                <a:lnTo>
                  <a:pt x="967188" y="227663"/>
                </a:lnTo>
                <a:lnTo>
                  <a:pt x="967820" y="228255"/>
                </a:lnTo>
                <a:lnTo>
                  <a:pt x="968461" y="228833"/>
                </a:lnTo>
                <a:lnTo>
                  <a:pt x="969113" y="229397"/>
                </a:lnTo>
                <a:lnTo>
                  <a:pt x="969774" y="229948"/>
                </a:lnTo>
                <a:lnTo>
                  <a:pt x="970446" y="230485"/>
                </a:lnTo>
                <a:lnTo>
                  <a:pt x="971127" y="231008"/>
                </a:lnTo>
                <a:lnTo>
                  <a:pt x="971819" y="231518"/>
                </a:lnTo>
                <a:lnTo>
                  <a:pt x="972520" y="232014"/>
                </a:lnTo>
                <a:lnTo>
                  <a:pt x="973232" y="232496"/>
                </a:lnTo>
                <a:lnTo>
                  <a:pt x="973953" y="232964"/>
                </a:lnTo>
                <a:lnTo>
                  <a:pt x="974684" y="233419"/>
                </a:lnTo>
                <a:lnTo>
                  <a:pt x="975425" y="233860"/>
                </a:lnTo>
                <a:lnTo>
                  <a:pt x="976176" y="234287"/>
                </a:lnTo>
                <a:lnTo>
                  <a:pt x="976937" y="234701"/>
                </a:lnTo>
                <a:lnTo>
                  <a:pt x="977709" y="235101"/>
                </a:lnTo>
                <a:lnTo>
                  <a:pt x="978490" y="235487"/>
                </a:lnTo>
                <a:lnTo>
                  <a:pt x="979280" y="235859"/>
                </a:lnTo>
                <a:lnTo>
                  <a:pt x="980081" y="236218"/>
                </a:lnTo>
                <a:lnTo>
                  <a:pt x="980892" y="236563"/>
                </a:lnTo>
                <a:lnTo>
                  <a:pt x="981713" y="236894"/>
                </a:lnTo>
                <a:lnTo>
                  <a:pt x="982544" y="237212"/>
                </a:lnTo>
                <a:lnTo>
                  <a:pt x="983385" y="237516"/>
                </a:lnTo>
                <a:lnTo>
                  <a:pt x="984234" y="237806"/>
                </a:lnTo>
                <a:lnTo>
                  <a:pt x="985090" y="238085"/>
                </a:lnTo>
                <a:lnTo>
                  <a:pt x="985954" y="238351"/>
                </a:lnTo>
                <a:lnTo>
                  <a:pt x="986825" y="238604"/>
                </a:lnTo>
                <a:lnTo>
                  <a:pt x="987704" y="238846"/>
                </a:lnTo>
                <a:lnTo>
                  <a:pt x="988589" y="239075"/>
                </a:lnTo>
                <a:lnTo>
                  <a:pt x="989482" y="239291"/>
                </a:lnTo>
                <a:lnTo>
                  <a:pt x="990382" y="239495"/>
                </a:lnTo>
                <a:lnTo>
                  <a:pt x="991290" y="239687"/>
                </a:lnTo>
                <a:lnTo>
                  <a:pt x="992205" y="239866"/>
                </a:lnTo>
                <a:lnTo>
                  <a:pt x="993126" y="240034"/>
                </a:lnTo>
                <a:lnTo>
                  <a:pt x="994056" y="240188"/>
                </a:lnTo>
                <a:lnTo>
                  <a:pt x="994992" y="240330"/>
                </a:lnTo>
                <a:lnTo>
                  <a:pt x="995936" y="240460"/>
                </a:lnTo>
                <a:lnTo>
                  <a:pt x="996887" y="240578"/>
                </a:lnTo>
                <a:lnTo>
                  <a:pt x="997845" y="240683"/>
                </a:lnTo>
                <a:lnTo>
                  <a:pt x="998811" y="240776"/>
                </a:lnTo>
                <a:lnTo>
                  <a:pt x="999783" y="240856"/>
                </a:lnTo>
                <a:lnTo>
                  <a:pt x="1000763" y="240924"/>
                </a:lnTo>
                <a:lnTo>
                  <a:pt x="1001751" y="240980"/>
                </a:lnTo>
                <a:lnTo>
                  <a:pt x="1002745" y="241023"/>
                </a:lnTo>
                <a:lnTo>
                  <a:pt x="1003747" y="241054"/>
                </a:lnTo>
                <a:lnTo>
                  <a:pt x="1004756" y="241073"/>
                </a:lnTo>
                <a:lnTo>
                  <a:pt x="1005773" y="241079"/>
                </a:lnTo>
                <a:lnTo>
                  <a:pt x="1007236" y="241070"/>
                </a:lnTo>
                <a:lnTo>
                  <a:pt x="1008681" y="241041"/>
                </a:lnTo>
                <a:lnTo>
                  <a:pt x="1010108" y="240993"/>
                </a:lnTo>
                <a:lnTo>
                  <a:pt x="1011518" y="240926"/>
                </a:lnTo>
                <a:lnTo>
                  <a:pt x="1012910" y="240840"/>
                </a:lnTo>
                <a:lnTo>
                  <a:pt x="1014284" y="240735"/>
                </a:lnTo>
                <a:lnTo>
                  <a:pt x="1015641" y="240611"/>
                </a:lnTo>
                <a:lnTo>
                  <a:pt x="1016980" y="240468"/>
                </a:lnTo>
                <a:lnTo>
                  <a:pt x="1018301" y="240306"/>
                </a:lnTo>
                <a:lnTo>
                  <a:pt x="1019604" y="240124"/>
                </a:lnTo>
                <a:lnTo>
                  <a:pt x="1020889" y="239924"/>
                </a:lnTo>
                <a:lnTo>
                  <a:pt x="1022157" y="239704"/>
                </a:lnTo>
                <a:lnTo>
                  <a:pt x="1023407" y="239465"/>
                </a:lnTo>
                <a:lnTo>
                  <a:pt x="1024639" y="239207"/>
                </a:lnTo>
                <a:lnTo>
                  <a:pt x="1025854" y="238931"/>
                </a:lnTo>
                <a:lnTo>
                  <a:pt x="1027050" y="238635"/>
                </a:lnTo>
                <a:lnTo>
                  <a:pt x="1028229" y="238319"/>
                </a:lnTo>
                <a:lnTo>
                  <a:pt x="1029391" y="237985"/>
                </a:lnTo>
                <a:lnTo>
                  <a:pt x="1030534" y="237632"/>
                </a:lnTo>
                <a:lnTo>
                  <a:pt x="1031660" y="237259"/>
                </a:lnTo>
                <a:lnTo>
                  <a:pt x="1032768" y="236868"/>
                </a:lnTo>
                <a:lnTo>
                  <a:pt x="1033858" y="236457"/>
                </a:lnTo>
                <a:lnTo>
                  <a:pt x="1034930" y="236028"/>
                </a:lnTo>
                <a:lnTo>
                  <a:pt x="1035985" y="235579"/>
                </a:lnTo>
                <a:lnTo>
                  <a:pt x="1037023" y="235113"/>
                </a:lnTo>
                <a:lnTo>
                  <a:pt x="1038044" y="234632"/>
                </a:lnTo>
                <a:lnTo>
                  <a:pt x="1039050" y="234136"/>
                </a:lnTo>
                <a:lnTo>
                  <a:pt x="1040039" y="233625"/>
                </a:lnTo>
                <a:lnTo>
                  <a:pt x="1041012" y="233099"/>
                </a:lnTo>
                <a:lnTo>
                  <a:pt x="1041969" y="232558"/>
                </a:lnTo>
                <a:lnTo>
                  <a:pt x="1042910" y="232001"/>
                </a:lnTo>
                <a:lnTo>
                  <a:pt x="1043835" y="231430"/>
                </a:lnTo>
                <a:lnTo>
                  <a:pt x="1044744" y="230844"/>
                </a:lnTo>
                <a:lnTo>
                  <a:pt x="1045636" y="230242"/>
                </a:lnTo>
                <a:lnTo>
                  <a:pt x="1046513" y="229626"/>
                </a:lnTo>
                <a:lnTo>
                  <a:pt x="1047373" y="228994"/>
                </a:lnTo>
                <a:lnTo>
                  <a:pt x="1048217" y="228347"/>
                </a:lnTo>
                <a:lnTo>
                  <a:pt x="1049045" y="227686"/>
                </a:lnTo>
                <a:lnTo>
                  <a:pt x="1049857" y="227009"/>
                </a:lnTo>
                <a:lnTo>
                  <a:pt x="1050652" y="226317"/>
                </a:lnTo>
                <a:lnTo>
                  <a:pt x="1051432" y="225610"/>
                </a:lnTo>
                <a:lnTo>
                  <a:pt x="1052195" y="224888"/>
                </a:lnTo>
                <a:lnTo>
                  <a:pt x="1052942" y="224151"/>
                </a:lnTo>
                <a:lnTo>
                  <a:pt x="1053673" y="223399"/>
                </a:lnTo>
                <a:lnTo>
                  <a:pt x="1054388" y="222632"/>
                </a:lnTo>
                <a:lnTo>
                  <a:pt x="1055087" y="221850"/>
                </a:lnTo>
                <a:lnTo>
                  <a:pt x="1055770" y="221053"/>
                </a:lnTo>
                <a:lnTo>
                  <a:pt x="1056436" y="220240"/>
                </a:lnTo>
                <a:lnTo>
                  <a:pt x="1057088" y="219414"/>
                </a:lnTo>
                <a:lnTo>
                  <a:pt x="1057724" y="218576"/>
                </a:lnTo>
                <a:lnTo>
                  <a:pt x="1058346" y="217725"/>
                </a:lnTo>
                <a:lnTo>
                  <a:pt x="1058954" y="216862"/>
                </a:lnTo>
                <a:lnTo>
                  <a:pt x="1059108" y="216634"/>
                </a:lnTo>
                <a:lnTo>
                  <a:pt x="1059535" y="237980"/>
                </a:lnTo>
                <a:lnTo>
                  <a:pt x="1077508" y="237980"/>
                </a:lnTo>
                <a:lnTo>
                  <a:pt x="1077508" y="70341"/>
                </a:lnTo>
                <a:lnTo>
                  <a:pt x="1058760" y="70341"/>
                </a:lnTo>
                <a:lnTo>
                  <a:pt x="1058760" y="191412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Underspeciﬁed">
            <a:extLst xmlns:a="http://schemas.openxmlformats.org/drawingml/2006/main">
              <a:ext uri="{FF2B5EF4-FFF2-40B4-BE49-F238E27FC236}">
                <a16:creationId xmlns:a16="http://schemas.microsoft.com/office/drawing/2014/main" id="{936CB6A1-87B7-4504-8E06-DFB4C0D6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634" y="609587"/>
            <a:ext cx="2021540" cy="305687"/>
          </a:xfrm>
          <a:custGeom xmlns:a="http://schemas.openxmlformats.org/drawingml/2006/main">
            <a:pathLst>
              <a:path w="2021540" h="305687">
                <a:moveTo>
                  <a:pt x="739522" y="123173"/>
                </a:moveTo>
                <a:lnTo>
                  <a:pt x="739798" y="122313"/>
                </a:lnTo>
                <a:lnTo>
                  <a:pt x="740084" y="121461"/>
                </a:lnTo>
                <a:lnTo>
                  <a:pt x="740380" y="120618"/>
                </a:lnTo>
                <a:lnTo>
                  <a:pt x="740686" y="119784"/>
                </a:lnTo>
                <a:lnTo>
                  <a:pt x="741002" y="118959"/>
                </a:lnTo>
                <a:lnTo>
                  <a:pt x="741328" y="118143"/>
                </a:lnTo>
                <a:lnTo>
                  <a:pt x="741664" y="117336"/>
                </a:lnTo>
                <a:lnTo>
                  <a:pt x="742010" y="116537"/>
                </a:lnTo>
                <a:lnTo>
                  <a:pt x="742366" y="115747"/>
                </a:lnTo>
                <a:lnTo>
                  <a:pt x="742731" y="114967"/>
                </a:lnTo>
                <a:lnTo>
                  <a:pt x="743107" y="114195"/>
                </a:lnTo>
                <a:lnTo>
                  <a:pt x="743492" y="113432"/>
                </a:lnTo>
                <a:lnTo>
                  <a:pt x="743888" y="112678"/>
                </a:lnTo>
                <a:lnTo>
                  <a:pt x="744293" y="111933"/>
                </a:lnTo>
                <a:lnTo>
                  <a:pt x="744709" y="111196"/>
                </a:lnTo>
                <a:lnTo>
                  <a:pt x="745134" y="110469"/>
                </a:lnTo>
                <a:lnTo>
                  <a:pt x="745570" y="109750"/>
                </a:lnTo>
                <a:lnTo>
                  <a:pt x="746015" y="109040"/>
                </a:lnTo>
                <a:lnTo>
                  <a:pt x="746470" y="108340"/>
                </a:lnTo>
                <a:lnTo>
                  <a:pt x="746935" y="107648"/>
                </a:lnTo>
                <a:lnTo>
                  <a:pt x="747411" y="106965"/>
                </a:lnTo>
                <a:lnTo>
                  <a:pt x="747896" y="106290"/>
                </a:lnTo>
                <a:lnTo>
                  <a:pt x="748391" y="105625"/>
                </a:lnTo>
                <a:lnTo>
                  <a:pt x="748896" y="104969"/>
                </a:lnTo>
                <a:lnTo>
                  <a:pt x="749411" y="104322"/>
                </a:lnTo>
                <a:lnTo>
                  <a:pt x="749937" y="103688"/>
                </a:lnTo>
                <a:lnTo>
                  <a:pt x="750473" y="103066"/>
                </a:lnTo>
                <a:lnTo>
                  <a:pt x="751020" y="102455"/>
                </a:lnTo>
                <a:lnTo>
                  <a:pt x="751577" y="101856"/>
                </a:lnTo>
                <a:lnTo>
                  <a:pt x="752145" y="101269"/>
                </a:lnTo>
                <a:lnTo>
                  <a:pt x="752723" y="100694"/>
                </a:lnTo>
                <a:lnTo>
                  <a:pt x="753311" y="100131"/>
                </a:lnTo>
                <a:lnTo>
                  <a:pt x="753911" y="99580"/>
                </a:lnTo>
                <a:lnTo>
                  <a:pt x="754520" y="99040"/>
                </a:lnTo>
                <a:lnTo>
                  <a:pt x="755140" y="98512"/>
                </a:lnTo>
                <a:lnTo>
                  <a:pt x="755771" y="97996"/>
                </a:lnTo>
                <a:lnTo>
                  <a:pt x="756412" y="97492"/>
                </a:lnTo>
                <a:lnTo>
                  <a:pt x="757064" y="97000"/>
                </a:lnTo>
                <a:lnTo>
                  <a:pt x="757726" y="96520"/>
                </a:lnTo>
                <a:lnTo>
                  <a:pt x="758398" y="96051"/>
                </a:lnTo>
                <a:lnTo>
                  <a:pt x="759082" y="95594"/>
                </a:lnTo>
                <a:lnTo>
                  <a:pt x="759775" y="95150"/>
                </a:lnTo>
                <a:lnTo>
                  <a:pt x="760479" y="94716"/>
                </a:lnTo>
                <a:lnTo>
                  <a:pt x="761194" y="94295"/>
                </a:lnTo>
                <a:lnTo>
                  <a:pt x="761919" y="93886"/>
                </a:lnTo>
                <a:lnTo>
                  <a:pt x="762654" y="93488"/>
                </a:lnTo>
                <a:lnTo>
                  <a:pt x="763400" y="93103"/>
                </a:lnTo>
                <a:lnTo>
                  <a:pt x="764157" y="92729"/>
                </a:lnTo>
                <a:lnTo>
                  <a:pt x="764923" y="92368"/>
                </a:lnTo>
                <a:lnTo>
                  <a:pt x="765700" y="92023"/>
                </a:lnTo>
                <a:lnTo>
                  <a:pt x="766486" y="91694"/>
                </a:lnTo>
                <a:lnTo>
                  <a:pt x="767281" y="91379"/>
                </a:lnTo>
                <a:lnTo>
                  <a:pt x="768087" y="91080"/>
                </a:lnTo>
                <a:lnTo>
                  <a:pt x="768902" y="90797"/>
                </a:lnTo>
                <a:lnTo>
                  <a:pt x="769726" y="90529"/>
                </a:lnTo>
                <a:lnTo>
                  <a:pt x="770561" y="90276"/>
                </a:lnTo>
                <a:lnTo>
                  <a:pt x="771405" y="90038"/>
                </a:lnTo>
                <a:lnTo>
                  <a:pt x="772259" y="89816"/>
                </a:lnTo>
                <a:lnTo>
                  <a:pt x="773122" y="89609"/>
                </a:lnTo>
                <a:lnTo>
                  <a:pt x="773995" y="89417"/>
                </a:lnTo>
                <a:lnTo>
                  <a:pt x="774878" y="89241"/>
                </a:lnTo>
                <a:lnTo>
                  <a:pt x="775771" y="89080"/>
                </a:lnTo>
                <a:lnTo>
                  <a:pt x="776673" y="88934"/>
                </a:lnTo>
                <a:lnTo>
                  <a:pt x="777585" y="88804"/>
                </a:lnTo>
                <a:lnTo>
                  <a:pt x="778506" y="88689"/>
                </a:lnTo>
                <a:lnTo>
                  <a:pt x="779437" y="88589"/>
                </a:lnTo>
                <a:lnTo>
                  <a:pt x="780378" y="88505"/>
                </a:lnTo>
                <a:lnTo>
                  <a:pt x="781329" y="88436"/>
                </a:lnTo>
                <a:lnTo>
                  <a:pt x="782289" y="88382"/>
                </a:lnTo>
                <a:lnTo>
                  <a:pt x="783259" y="88344"/>
                </a:lnTo>
                <a:lnTo>
                  <a:pt x="784239" y="88321"/>
                </a:lnTo>
                <a:lnTo>
                  <a:pt x="785228" y="88313"/>
                </a:lnTo>
                <a:lnTo>
                  <a:pt x="785524" y="88314"/>
                </a:lnTo>
                <a:lnTo>
                  <a:pt x="785818" y="88315"/>
                </a:lnTo>
                <a:lnTo>
                  <a:pt x="786109" y="88318"/>
                </a:lnTo>
                <a:lnTo>
                  <a:pt x="786399" y="88322"/>
                </a:lnTo>
                <a:lnTo>
                  <a:pt x="786686" y="88326"/>
                </a:lnTo>
                <a:lnTo>
                  <a:pt x="786971" y="88332"/>
                </a:lnTo>
                <a:lnTo>
                  <a:pt x="787254" y="88339"/>
                </a:lnTo>
                <a:lnTo>
                  <a:pt x="787535" y="88347"/>
                </a:lnTo>
                <a:lnTo>
                  <a:pt x="787814" y="88357"/>
                </a:lnTo>
                <a:lnTo>
                  <a:pt x="788090" y="88367"/>
                </a:lnTo>
                <a:lnTo>
                  <a:pt x="788364" y="88378"/>
                </a:lnTo>
                <a:lnTo>
                  <a:pt x="788637" y="88390"/>
                </a:lnTo>
                <a:lnTo>
                  <a:pt x="788907" y="88404"/>
                </a:lnTo>
                <a:lnTo>
                  <a:pt x="789175" y="88418"/>
                </a:lnTo>
                <a:lnTo>
                  <a:pt x="789440" y="88434"/>
                </a:lnTo>
                <a:lnTo>
                  <a:pt x="789704" y="88451"/>
                </a:lnTo>
                <a:lnTo>
                  <a:pt x="789965" y="88468"/>
                </a:lnTo>
                <a:lnTo>
                  <a:pt x="790225" y="88487"/>
                </a:lnTo>
                <a:lnTo>
                  <a:pt x="790482" y="88507"/>
                </a:lnTo>
                <a:lnTo>
                  <a:pt x="790737" y="88528"/>
                </a:lnTo>
                <a:lnTo>
                  <a:pt x="790990" y="88550"/>
                </a:lnTo>
                <a:lnTo>
                  <a:pt x="791240" y="88573"/>
                </a:lnTo>
                <a:lnTo>
                  <a:pt x="791489" y="88598"/>
                </a:lnTo>
                <a:lnTo>
                  <a:pt x="791735" y="88623"/>
                </a:lnTo>
                <a:lnTo>
                  <a:pt x="791981" y="88649"/>
                </a:lnTo>
                <a:lnTo>
                  <a:pt x="792226" y="88676"/>
                </a:lnTo>
                <a:lnTo>
                  <a:pt x="792471" y="88703"/>
                </a:lnTo>
                <a:lnTo>
                  <a:pt x="792717" y="88730"/>
                </a:lnTo>
                <a:lnTo>
                  <a:pt x="792962" y="88759"/>
                </a:lnTo>
                <a:lnTo>
                  <a:pt x="793207" y="88788"/>
                </a:lnTo>
                <a:lnTo>
                  <a:pt x="793453" y="88817"/>
                </a:lnTo>
                <a:lnTo>
                  <a:pt x="793698" y="88847"/>
                </a:lnTo>
                <a:lnTo>
                  <a:pt x="793943" y="88877"/>
                </a:lnTo>
                <a:lnTo>
                  <a:pt x="794188" y="88908"/>
                </a:lnTo>
                <a:lnTo>
                  <a:pt x="794434" y="88939"/>
                </a:lnTo>
                <a:lnTo>
                  <a:pt x="794679" y="88971"/>
                </a:lnTo>
                <a:lnTo>
                  <a:pt x="794924" y="89004"/>
                </a:lnTo>
                <a:lnTo>
                  <a:pt x="795170" y="89037"/>
                </a:lnTo>
                <a:lnTo>
                  <a:pt x="795415" y="89071"/>
                </a:lnTo>
                <a:lnTo>
                  <a:pt x="795660" y="89105"/>
                </a:lnTo>
                <a:lnTo>
                  <a:pt x="795906" y="89140"/>
                </a:lnTo>
                <a:lnTo>
                  <a:pt x="796151" y="89175"/>
                </a:lnTo>
                <a:lnTo>
                  <a:pt x="796396" y="89211"/>
                </a:lnTo>
                <a:lnTo>
                  <a:pt x="796642" y="89247"/>
                </a:lnTo>
                <a:lnTo>
                  <a:pt x="796887" y="89284"/>
                </a:lnTo>
                <a:lnTo>
                  <a:pt x="797132" y="89321"/>
                </a:lnTo>
                <a:lnTo>
                  <a:pt x="797378" y="89359"/>
                </a:lnTo>
                <a:lnTo>
                  <a:pt x="797623" y="89398"/>
                </a:lnTo>
                <a:lnTo>
                  <a:pt x="798243" y="72355"/>
                </a:lnTo>
                <a:lnTo>
                  <a:pt x="798085" y="72291"/>
                </a:lnTo>
                <a:lnTo>
                  <a:pt x="797921" y="72227"/>
                </a:lnTo>
                <a:lnTo>
                  <a:pt x="797752" y="72165"/>
                </a:lnTo>
                <a:lnTo>
                  <a:pt x="797578" y="72103"/>
                </a:lnTo>
                <a:lnTo>
                  <a:pt x="797397" y="72042"/>
                </a:lnTo>
                <a:lnTo>
                  <a:pt x="797211" y="71982"/>
                </a:lnTo>
                <a:lnTo>
                  <a:pt x="797020" y="71923"/>
                </a:lnTo>
                <a:lnTo>
                  <a:pt x="796822" y="71864"/>
                </a:lnTo>
                <a:lnTo>
                  <a:pt x="796619" y="71806"/>
                </a:lnTo>
                <a:lnTo>
                  <a:pt x="796411" y="71749"/>
                </a:lnTo>
                <a:lnTo>
                  <a:pt x="796197" y="71693"/>
                </a:lnTo>
                <a:lnTo>
                  <a:pt x="795977" y="71638"/>
                </a:lnTo>
                <a:lnTo>
                  <a:pt x="795751" y="71584"/>
                </a:lnTo>
                <a:lnTo>
                  <a:pt x="795520" y="71530"/>
                </a:lnTo>
                <a:lnTo>
                  <a:pt x="795283" y="71477"/>
                </a:lnTo>
                <a:lnTo>
                  <a:pt x="795041" y="71425"/>
                </a:lnTo>
                <a:lnTo>
                  <a:pt x="794792" y="71374"/>
                </a:lnTo>
                <a:lnTo>
                  <a:pt x="794539" y="71323"/>
                </a:lnTo>
                <a:lnTo>
                  <a:pt x="794279" y="71274"/>
                </a:lnTo>
                <a:lnTo>
                  <a:pt x="794014" y="71225"/>
                </a:lnTo>
                <a:lnTo>
                  <a:pt x="793743" y="71177"/>
                </a:lnTo>
                <a:lnTo>
                  <a:pt x="793467" y="71130"/>
                </a:lnTo>
                <a:lnTo>
                  <a:pt x="793185" y="71083"/>
                </a:lnTo>
                <a:lnTo>
                  <a:pt x="792897" y="71038"/>
                </a:lnTo>
                <a:lnTo>
                  <a:pt x="792607" y="70993"/>
                </a:lnTo>
                <a:lnTo>
                  <a:pt x="792317" y="70951"/>
                </a:lnTo>
                <a:lnTo>
                  <a:pt x="792027" y="70911"/>
                </a:lnTo>
                <a:lnTo>
                  <a:pt x="791737" y="70872"/>
                </a:lnTo>
                <a:lnTo>
                  <a:pt x="791448" y="70835"/>
                </a:lnTo>
                <a:lnTo>
                  <a:pt x="791159" y="70801"/>
                </a:lnTo>
                <a:lnTo>
                  <a:pt x="790870" y="70768"/>
                </a:lnTo>
                <a:lnTo>
                  <a:pt x="790582" y="70736"/>
                </a:lnTo>
                <a:lnTo>
                  <a:pt x="790294" y="70707"/>
                </a:lnTo>
                <a:lnTo>
                  <a:pt x="790006" y="70680"/>
                </a:lnTo>
                <a:lnTo>
                  <a:pt x="789718" y="70655"/>
                </a:lnTo>
                <a:lnTo>
                  <a:pt x="789431" y="70631"/>
                </a:lnTo>
                <a:lnTo>
                  <a:pt x="789144" y="70609"/>
                </a:lnTo>
                <a:lnTo>
                  <a:pt x="788857" y="70590"/>
                </a:lnTo>
                <a:lnTo>
                  <a:pt x="788570" y="70572"/>
                </a:lnTo>
                <a:lnTo>
                  <a:pt x="788284" y="70556"/>
                </a:lnTo>
                <a:lnTo>
                  <a:pt x="787998" y="70542"/>
                </a:lnTo>
                <a:lnTo>
                  <a:pt x="787712" y="70529"/>
                </a:lnTo>
                <a:lnTo>
                  <a:pt x="787426" y="70519"/>
                </a:lnTo>
                <a:lnTo>
                  <a:pt x="787141" y="70511"/>
                </a:lnTo>
                <a:lnTo>
                  <a:pt x="786856" y="70504"/>
                </a:lnTo>
                <a:lnTo>
                  <a:pt x="786571" y="70499"/>
                </a:lnTo>
                <a:lnTo>
                  <a:pt x="786287" y="70496"/>
                </a:lnTo>
                <a:lnTo>
                  <a:pt x="786003" y="70495"/>
                </a:lnTo>
                <a:lnTo>
                  <a:pt x="784783" y="70506"/>
                </a:lnTo>
                <a:lnTo>
                  <a:pt x="783577" y="70536"/>
                </a:lnTo>
                <a:lnTo>
                  <a:pt x="782385" y="70587"/>
                </a:lnTo>
                <a:lnTo>
                  <a:pt x="781206" y="70659"/>
                </a:lnTo>
                <a:lnTo>
                  <a:pt x="780041" y="70751"/>
                </a:lnTo>
                <a:lnTo>
                  <a:pt x="778890" y="70863"/>
                </a:lnTo>
                <a:lnTo>
                  <a:pt x="777753" y="70996"/>
                </a:lnTo>
                <a:lnTo>
                  <a:pt x="776629" y="71150"/>
                </a:lnTo>
                <a:lnTo>
                  <a:pt x="775519" y="71323"/>
                </a:lnTo>
                <a:lnTo>
                  <a:pt x="774423" y="71518"/>
                </a:lnTo>
                <a:lnTo>
                  <a:pt x="773340" y="71732"/>
                </a:lnTo>
                <a:lnTo>
                  <a:pt x="772272" y="71967"/>
                </a:lnTo>
                <a:lnTo>
                  <a:pt x="771217" y="72223"/>
                </a:lnTo>
                <a:lnTo>
                  <a:pt x="770175" y="72499"/>
                </a:lnTo>
                <a:lnTo>
                  <a:pt x="769147" y="72795"/>
                </a:lnTo>
                <a:lnTo>
                  <a:pt x="768134" y="73112"/>
                </a:lnTo>
                <a:lnTo>
                  <a:pt x="767133" y="73449"/>
                </a:lnTo>
                <a:lnTo>
                  <a:pt x="766147" y="73807"/>
                </a:lnTo>
                <a:lnTo>
                  <a:pt x="765174" y="74185"/>
                </a:lnTo>
                <a:lnTo>
                  <a:pt x="764215" y="74584"/>
                </a:lnTo>
                <a:lnTo>
                  <a:pt x="763270" y="75003"/>
                </a:lnTo>
                <a:lnTo>
                  <a:pt x="762338" y="75443"/>
                </a:lnTo>
                <a:lnTo>
                  <a:pt x="761420" y="75903"/>
                </a:lnTo>
                <a:lnTo>
                  <a:pt x="760516" y="76383"/>
                </a:lnTo>
                <a:lnTo>
                  <a:pt x="759625" y="76882"/>
                </a:lnTo>
                <a:lnTo>
                  <a:pt x="758748" y="77397"/>
                </a:lnTo>
                <a:lnTo>
                  <a:pt x="757883" y="77929"/>
                </a:lnTo>
                <a:lnTo>
                  <a:pt x="757032" y="78477"/>
                </a:lnTo>
                <a:lnTo>
                  <a:pt x="756194" y="79041"/>
                </a:lnTo>
                <a:lnTo>
                  <a:pt x="755369" y="79622"/>
                </a:lnTo>
                <a:lnTo>
                  <a:pt x="754557" y="80219"/>
                </a:lnTo>
                <a:lnTo>
                  <a:pt x="753759" y="80833"/>
                </a:lnTo>
                <a:lnTo>
                  <a:pt x="752974" y="81463"/>
                </a:lnTo>
                <a:lnTo>
                  <a:pt x="752202" y="82110"/>
                </a:lnTo>
                <a:lnTo>
                  <a:pt x="751443" y="82773"/>
                </a:lnTo>
                <a:lnTo>
                  <a:pt x="750697" y="83452"/>
                </a:lnTo>
                <a:lnTo>
                  <a:pt x="749964" y="84148"/>
                </a:lnTo>
                <a:lnTo>
                  <a:pt x="749245" y="84860"/>
                </a:lnTo>
                <a:lnTo>
                  <a:pt x="748539" y="85588"/>
                </a:lnTo>
                <a:lnTo>
                  <a:pt x="747846" y="86333"/>
                </a:lnTo>
                <a:lnTo>
                  <a:pt x="747166" y="87095"/>
                </a:lnTo>
                <a:lnTo>
                  <a:pt x="746499" y="87872"/>
                </a:lnTo>
                <a:lnTo>
                  <a:pt x="745846" y="88667"/>
                </a:lnTo>
                <a:lnTo>
                  <a:pt x="745205" y="89477"/>
                </a:lnTo>
                <a:lnTo>
                  <a:pt x="744578" y="90304"/>
                </a:lnTo>
                <a:lnTo>
                  <a:pt x="743964" y="91148"/>
                </a:lnTo>
                <a:lnTo>
                  <a:pt x="743363" y="92007"/>
                </a:lnTo>
                <a:lnTo>
                  <a:pt x="742776" y="92884"/>
                </a:lnTo>
                <a:lnTo>
                  <a:pt x="742201" y="93774"/>
                </a:lnTo>
                <a:lnTo>
                  <a:pt x="741639" y="94677"/>
                </a:lnTo>
                <a:lnTo>
                  <a:pt x="741089" y="95591"/>
                </a:lnTo>
                <a:lnTo>
                  <a:pt x="740551" y="96518"/>
                </a:lnTo>
                <a:lnTo>
                  <a:pt x="740025" y="97457"/>
                </a:lnTo>
                <a:lnTo>
                  <a:pt x="739513" y="98408"/>
                </a:lnTo>
                <a:lnTo>
                  <a:pt x="739012" y="99371"/>
                </a:lnTo>
                <a:lnTo>
                  <a:pt x="738732" y="99930"/>
                </a:lnTo>
                <a:lnTo>
                  <a:pt x="738438" y="73594"/>
                </a:lnTo>
                <a:lnTo>
                  <a:pt x="720310" y="73594"/>
                </a:lnTo>
                <a:lnTo>
                  <a:pt x="720310" y="241234"/>
                </a:lnTo>
                <a:lnTo>
                  <a:pt x="738748" y="241234"/>
                </a:lnTo>
                <a:lnTo>
                  <a:pt x="738748" y="125813"/>
                </a:lnTo>
                <a:lnTo>
                  <a:pt x="738752" y="125795"/>
                </a:lnTo>
                <a:lnTo>
                  <a:pt x="738999" y="124915"/>
                </a:lnTo>
                <a:lnTo>
                  <a:pt x="739256" y="124041"/>
                </a:lnTo>
                <a:lnTo>
                  <a:pt x="739522" y="123173"/>
                </a:lnTo>
                <a:close/>
                <a:moveTo>
                  <a:pt x="489710" y="96988"/>
                </a:moveTo>
                <a:lnTo>
                  <a:pt x="489255" y="96307"/>
                </a:lnTo>
                <a:lnTo>
                  <a:pt x="488669" y="95457"/>
                </a:lnTo>
                <a:lnTo>
                  <a:pt x="488071" y="94620"/>
                </a:lnTo>
                <a:lnTo>
                  <a:pt x="487464" y="93794"/>
                </a:lnTo>
                <a:lnTo>
                  <a:pt x="486845" y="92980"/>
                </a:lnTo>
                <a:lnTo>
                  <a:pt x="486215" y="92178"/>
                </a:lnTo>
                <a:lnTo>
                  <a:pt x="485575" y="91388"/>
                </a:lnTo>
                <a:lnTo>
                  <a:pt x="484924" y="90609"/>
                </a:lnTo>
                <a:lnTo>
                  <a:pt x="484263" y="89842"/>
                </a:lnTo>
                <a:lnTo>
                  <a:pt x="483590" y="89088"/>
                </a:lnTo>
                <a:lnTo>
                  <a:pt x="482907" y="88346"/>
                </a:lnTo>
                <a:lnTo>
                  <a:pt x="482212" y="87619"/>
                </a:lnTo>
                <a:lnTo>
                  <a:pt x="481507" y="86906"/>
                </a:lnTo>
                <a:lnTo>
                  <a:pt x="480791" y="86208"/>
                </a:lnTo>
                <a:lnTo>
                  <a:pt x="480063" y="85525"/>
                </a:lnTo>
                <a:lnTo>
                  <a:pt x="479325" y="84856"/>
                </a:lnTo>
                <a:lnTo>
                  <a:pt x="478575" y="84202"/>
                </a:lnTo>
                <a:lnTo>
                  <a:pt x="477814" y="83562"/>
                </a:lnTo>
                <a:lnTo>
                  <a:pt x="477043" y="82936"/>
                </a:lnTo>
                <a:lnTo>
                  <a:pt x="476260" y="82325"/>
                </a:lnTo>
                <a:lnTo>
                  <a:pt x="475467" y="81729"/>
                </a:lnTo>
                <a:lnTo>
                  <a:pt x="474662" y="81147"/>
                </a:lnTo>
                <a:lnTo>
                  <a:pt x="473846" y="80580"/>
                </a:lnTo>
                <a:lnTo>
                  <a:pt x="473020" y="80027"/>
                </a:lnTo>
                <a:lnTo>
                  <a:pt x="472182" y="79489"/>
                </a:lnTo>
                <a:lnTo>
                  <a:pt x="471333" y="78965"/>
                </a:lnTo>
                <a:lnTo>
                  <a:pt x="470473" y="78456"/>
                </a:lnTo>
                <a:lnTo>
                  <a:pt x="469602" y="77961"/>
                </a:lnTo>
                <a:lnTo>
                  <a:pt x="468721" y="77481"/>
                </a:lnTo>
                <a:lnTo>
                  <a:pt x="467828" y="77016"/>
                </a:lnTo>
                <a:lnTo>
                  <a:pt x="466924" y="76565"/>
                </a:lnTo>
                <a:lnTo>
                  <a:pt x="466009" y="76128"/>
                </a:lnTo>
                <a:lnTo>
                  <a:pt x="465083" y="75706"/>
                </a:lnTo>
                <a:lnTo>
                  <a:pt x="464146" y="75298"/>
                </a:lnTo>
                <a:lnTo>
                  <a:pt x="463197" y="74907"/>
                </a:lnTo>
                <a:lnTo>
                  <a:pt x="462237" y="74531"/>
                </a:lnTo>
                <a:lnTo>
                  <a:pt x="461265" y="74173"/>
                </a:lnTo>
                <a:lnTo>
                  <a:pt x="460281" y="73831"/>
                </a:lnTo>
                <a:lnTo>
                  <a:pt x="459285" y="73506"/>
                </a:lnTo>
                <a:lnTo>
                  <a:pt x="458278" y="73197"/>
                </a:lnTo>
                <a:lnTo>
                  <a:pt x="457258" y="72905"/>
                </a:lnTo>
                <a:lnTo>
                  <a:pt x="456227" y="72630"/>
                </a:lnTo>
                <a:lnTo>
                  <a:pt x="455184" y="72372"/>
                </a:lnTo>
                <a:lnTo>
                  <a:pt x="454129" y="72130"/>
                </a:lnTo>
                <a:lnTo>
                  <a:pt x="453062" y="71905"/>
                </a:lnTo>
                <a:lnTo>
                  <a:pt x="451983" y="71696"/>
                </a:lnTo>
                <a:lnTo>
                  <a:pt x="450893" y="71504"/>
                </a:lnTo>
                <a:lnTo>
                  <a:pt x="449791" y="71329"/>
                </a:lnTo>
                <a:lnTo>
                  <a:pt x="448676" y="71171"/>
                </a:lnTo>
                <a:lnTo>
                  <a:pt x="447550" y="71029"/>
                </a:lnTo>
                <a:lnTo>
                  <a:pt x="446413" y="70904"/>
                </a:lnTo>
                <a:lnTo>
                  <a:pt x="445263" y="70796"/>
                </a:lnTo>
                <a:lnTo>
                  <a:pt x="444102" y="70704"/>
                </a:lnTo>
                <a:lnTo>
                  <a:pt x="442928" y="70629"/>
                </a:lnTo>
                <a:lnTo>
                  <a:pt x="441743" y="70571"/>
                </a:lnTo>
                <a:lnTo>
                  <a:pt x="440546" y="70529"/>
                </a:lnTo>
                <a:lnTo>
                  <a:pt x="439337" y="70504"/>
                </a:lnTo>
                <a:lnTo>
                  <a:pt x="438117" y="70495"/>
                </a:lnTo>
                <a:lnTo>
                  <a:pt x="436870" y="70506"/>
                </a:lnTo>
                <a:lnTo>
                  <a:pt x="435633" y="70537"/>
                </a:lnTo>
                <a:lnTo>
                  <a:pt x="434408" y="70589"/>
                </a:lnTo>
                <a:lnTo>
                  <a:pt x="433193" y="70661"/>
                </a:lnTo>
                <a:lnTo>
                  <a:pt x="431989" y="70754"/>
                </a:lnTo>
                <a:lnTo>
                  <a:pt x="430796" y="70868"/>
                </a:lnTo>
                <a:lnTo>
                  <a:pt x="429614" y="71003"/>
                </a:lnTo>
                <a:lnTo>
                  <a:pt x="428442" y="71158"/>
                </a:lnTo>
                <a:lnTo>
                  <a:pt x="427281" y="71334"/>
                </a:lnTo>
                <a:lnTo>
                  <a:pt x="426131" y="71531"/>
                </a:lnTo>
                <a:lnTo>
                  <a:pt x="424991" y="71749"/>
                </a:lnTo>
                <a:lnTo>
                  <a:pt x="423863" y="71987"/>
                </a:lnTo>
                <a:lnTo>
                  <a:pt x="422745" y="72246"/>
                </a:lnTo>
                <a:lnTo>
                  <a:pt x="421638" y="72525"/>
                </a:lnTo>
                <a:lnTo>
                  <a:pt x="420541" y="72826"/>
                </a:lnTo>
                <a:lnTo>
                  <a:pt x="419456" y="73147"/>
                </a:lnTo>
                <a:lnTo>
                  <a:pt x="418381" y="73488"/>
                </a:lnTo>
                <a:lnTo>
                  <a:pt x="417317" y="73851"/>
                </a:lnTo>
                <a:lnTo>
                  <a:pt x="416263" y="74234"/>
                </a:lnTo>
                <a:lnTo>
                  <a:pt x="415221" y="74638"/>
                </a:lnTo>
                <a:lnTo>
                  <a:pt x="414189" y="75062"/>
                </a:lnTo>
                <a:lnTo>
                  <a:pt x="413168" y="75508"/>
                </a:lnTo>
                <a:lnTo>
                  <a:pt x="412158" y="75974"/>
                </a:lnTo>
                <a:lnTo>
                  <a:pt x="411158" y="76460"/>
                </a:lnTo>
                <a:lnTo>
                  <a:pt x="410170" y="76967"/>
                </a:lnTo>
                <a:lnTo>
                  <a:pt x="409194" y="77491"/>
                </a:lnTo>
                <a:lnTo>
                  <a:pt x="408230" y="78034"/>
                </a:lnTo>
                <a:lnTo>
                  <a:pt x="407278" y="78595"/>
                </a:lnTo>
                <a:lnTo>
                  <a:pt x="406338" y="79175"/>
                </a:lnTo>
                <a:lnTo>
                  <a:pt x="405411" y="79772"/>
                </a:lnTo>
                <a:lnTo>
                  <a:pt x="404495" y="80388"/>
                </a:lnTo>
                <a:lnTo>
                  <a:pt x="403592" y="81022"/>
                </a:lnTo>
                <a:lnTo>
                  <a:pt x="402701" y="81675"/>
                </a:lnTo>
                <a:lnTo>
                  <a:pt x="401821" y="82346"/>
                </a:lnTo>
                <a:lnTo>
                  <a:pt x="400954" y="83035"/>
                </a:lnTo>
                <a:lnTo>
                  <a:pt x="400099" y="83742"/>
                </a:lnTo>
                <a:lnTo>
                  <a:pt x="399257" y="84468"/>
                </a:lnTo>
                <a:lnTo>
                  <a:pt x="398426" y="85212"/>
                </a:lnTo>
                <a:lnTo>
                  <a:pt x="397607" y="85974"/>
                </a:lnTo>
                <a:lnTo>
                  <a:pt x="396801" y="86755"/>
                </a:lnTo>
                <a:lnTo>
                  <a:pt x="396006" y="87554"/>
                </a:lnTo>
                <a:lnTo>
                  <a:pt x="395224" y="88371"/>
                </a:lnTo>
                <a:lnTo>
                  <a:pt x="394454" y="89207"/>
                </a:lnTo>
                <a:lnTo>
                  <a:pt x="393695" y="90060"/>
                </a:lnTo>
                <a:lnTo>
                  <a:pt x="392949" y="90932"/>
                </a:lnTo>
                <a:lnTo>
                  <a:pt x="392216" y="91823"/>
                </a:lnTo>
                <a:lnTo>
                  <a:pt x="391494" y="92731"/>
                </a:lnTo>
                <a:lnTo>
                  <a:pt x="390784" y="93658"/>
                </a:lnTo>
                <a:lnTo>
                  <a:pt x="390087" y="94602"/>
                </a:lnTo>
                <a:lnTo>
                  <a:pt x="389404" y="95562"/>
                </a:lnTo>
                <a:lnTo>
                  <a:pt x="388735" y="96537"/>
                </a:lnTo>
                <a:lnTo>
                  <a:pt x="388079" y="97527"/>
                </a:lnTo>
                <a:lnTo>
                  <a:pt x="387437" y="98534"/>
                </a:lnTo>
                <a:lnTo>
                  <a:pt x="386809" y="99555"/>
                </a:lnTo>
                <a:lnTo>
                  <a:pt x="386194" y="100593"/>
                </a:lnTo>
                <a:lnTo>
                  <a:pt x="385594" y="101646"/>
                </a:lnTo>
                <a:lnTo>
                  <a:pt x="385007" y="102715"/>
                </a:lnTo>
                <a:lnTo>
                  <a:pt x="384433" y="103799"/>
                </a:lnTo>
                <a:lnTo>
                  <a:pt x="383874" y="104899"/>
                </a:lnTo>
                <a:lnTo>
                  <a:pt x="383328" y="106014"/>
                </a:lnTo>
                <a:lnTo>
                  <a:pt x="382796" y="107145"/>
                </a:lnTo>
                <a:lnTo>
                  <a:pt x="382277" y="108292"/>
                </a:lnTo>
                <a:lnTo>
                  <a:pt x="381772" y="109454"/>
                </a:lnTo>
                <a:lnTo>
                  <a:pt x="381281" y="110632"/>
                </a:lnTo>
                <a:lnTo>
                  <a:pt x="380804" y="111826"/>
                </a:lnTo>
                <a:lnTo>
                  <a:pt x="380340" y="113035"/>
                </a:lnTo>
                <a:lnTo>
                  <a:pt x="379891" y="114260"/>
                </a:lnTo>
                <a:lnTo>
                  <a:pt x="379454" y="115500"/>
                </a:lnTo>
                <a:lnTo>
                  <a:pt x="379032" y="116756"/>
                </a:lnTo>
                <a:lnTo>
                  <a:pt x="378623" y="118027"/>
                </a:lnTo>
                <a:lnTo>
                  <a:pt x="378228" y="119314"/>
                </a:lnTo>
                <a:lnTo>
                  <a:pt x="377847" y="120617"/>
                </a:lnTo>
                <a:lnTo>
                  <a:pt x="377480" y="121934"/>
                </a:lnTo>
                <a:lnTo>
                  <a:pt x="377129" y="123264"/>
                </a:lnTo>
                <a:lnTo>
                  <a:pt x="376794" y="124608"/>
                </a:lnTo>
                <a:lnTo>
                  <a:pt x="376474" y="125964"/>
                </a:lnTo>
                <a:lnTo>
                  <a:pt x="376170" y="127334"/>
                </a:lnTo>
                <a:lnTo>
                  <a:pt x="375881" y="128717"/>
                </a:lnTo>
                <a:lnTo>
                  <a:pt x="375608" y="130113"/>
                </a:lnTo>
                <a:lnTo>
                  <a:pt x="375351" y="131523"/>
                </a:lnTo>
                <a:lnTo>
                  <a:pt x="375109" y="132945"/>
                </a:lnTo>
                <a:lnTo>
                  <a:pt x="374883" y="134381"/>
                </a:lnTo>
                <a:lnTo>
                  <a:pt x="374672" y="135830"/>
                </a:lnTo>
                <a:lnTo>
                  <a:pt x="374477" y="137292"/>
                </a:lnTo>
                <a:lnTo>
                  <a:pt x="374298" y="138767"/>
                </a:lnTo>
                <a:lnTo>
                  <a:pt x="374134" y="140256"/>
                </a:lnTo>
                <a:lnTo>
                  <a:pt x="373986" y="141757"/>
                </a:lnTo>
                <a:lnTo>
                  <a:pt x="373853" y="143272"/>
                </a:lnTo>
                <a:lnTo>
                  <a:pt x="373736" y="144800"/>
                </a:lnTo>
                <a:lnTo>
                  <a:pt x="373635" y="146341"/>
                </a:lnTo>
                <a:lnTo>
                  <a:pt x="373549" y="147895"/>
                </a:lnTo>
                <a:lnTo>
                  <a:pt x="373479" y="149463"/>
                </a:lnTo>
                <a:lnTo>
                  <a:pt x="373424" y="151044"/>
                </a:lnTo>
                <a:lnTo>
                  <a:pt x="373385" y="152637"/>
                </a:lnTo>
                <a:lnTo>
                  <a:pt x="373362" y="154245"/>
                </a:lnTo>
                <a:lnTo>
                  <a:pt x="373354" y="155865"/>
                </a:lnTo>
                <a:lnTo>
                  <a:pt x="373354" y="159118"/>
                </a:lnTo>
                <a:lnTo>
                  <a:pt x="373362" y="160675"/>
                </a:lnTo>
                <a:lnTo>
                  <a:pt x="373385" y="162221"/>
                </a:lnTo>
                <a:lnTo>
                  <a:pt x="373424" y="163756"/>
                </a:lnTo>
                <a:lnTo>
                  <a:pt x="373479" y="165279"/>
                </a:lnTo>
                <a:lnTo>
                  <a:pt x="373549" y="166792"/>
                </a:lnTo>
                <a:lnTo>
                  <a:pt x="373635" y="168293"/>
                </a:lnTo>
                <a:lnTo>
                  <a:pt x="373736" y="169784"/>
                </a:lnTo>
                <a:lnTo>
                  <a:pt x="373853" y="171264"/>
                </a:lnTo>
                <a:lnTo>
                  <a:pt x="373986" y="172732"/>
                </a:lnTo>
                <a:lnTo>
                  <a:pt x="374134" y="174190"/>
                </a:lnTo>
                <a:lnTo>
                  <a:pt x="374298" y="175636"/>
                </a:lnTo>
                <a:lnTo>
                  <a:pt x="374477" y="177071"/>
                </a:lnTo>
                <a:lnTo>
                  <a:pt x="374672" y="178496"/>
                </a:lnTo>
                <a:lnTo>
                  <a:pt x="374883" y="179909"/>
                </a:lnTo>
                <a:lnTo>
                  <a:pt x="375109" y="181312"/>
                </a:lnTo>
                <a:lnTo>
                  <a:pt x="375351" y="182703"/>
                </a:lnTo>
                <a:lnTo>
                  <a:pt x="375608" y="184083"/>
                </a:lnTo>
                <a:lnTo>
                  <a:pt x="375881" y="185453"/>
                </a:lnTo>
                <a:lnTo>
                  <a:pt x="376170" y="186811"/>
                </a:lnTo>
                <a:lnTo>
                  <a:pt x="376474" y="188158"/>
                </a:lnTo>
                <a:lnTo>
                  <a:pt x="376794" y="189494"/>
                </a:lnTo>
                <a:lnTo>
                  <a:pt x="377129" y="190819"/>
                </a:lnTo>
                <a:lnTo>
                  <a:pt x="377480" y="192133"/>
                </a:lnTo>
                <a:lnTo>
                  <a:pt x="377847" y="193437"/>
                </a:lnTo>
                <a:lnTo>
                  <a:pt x="378228" y="194727"/>
                </a:lnTo>
                <a:lnTo>
                  <a:pt x="378623" y="196003"/>
                </a:lnTo>
                <a:lnTo>
                  <a:pt x="379031" y="197264"/>
                </a:lnTo>
                <a:lnTo>
                  <a:pt x="379452" y="198511"/>
                </a:lnTo>
                <a:lnTo>
                  <a:pt x="379887" y="199743"/>
                </a:lnTo>
                <a:lnTo>
                  <a:pt x="380336" y="200961"/>
                </a:lnTo>
                <a:lnTo>
                  <a:pt x="380797" y="202164"/>
                </a:lnTo>
                <a:lnTo>
                  <a:pt x="381273" y="203352"/>
                </a:lnTo>
                <a:lnTo>
                  <a:pt x="381761" y="204526"/>
                </a:lnTo>
                <a:lnTo>
                  <a:pt x="382264" y="205686"/>
                </a:lnTo>
                <a:lnTo>
                  <a:pt x="382779" y="206831"/>
                </a:lnTo>
                <a:lnTo>
                  <a:pt x="383308" y="207962"/>
                </a:lnTo>
                <a:lnTo>
                  <a:pt x="383851" y="209078"/>
                </a:lnTo>
                <a:lnTo>
                  <a:pt x="384407" y="210179"/>
                </a:lnTo>
                <a:lnTo>
                  <a:pt x="384976" y="211266"/>
                </a:lnTo>
                <a:lnTo>
                  <a:pt x="385559" y="212339"/>
                </a:lnTo>
                <a:lnTo>
                  <a:pt x="386156" y="213397"/>
                </a:lnTo>
                <a:lnTo>
                  <a:pt x="386765" y="214440"/>
                </a:lnTo>
                <a:lnTo>
                  <a:pt x="387389" y="215469"/>
                </a:lnTo>
                <a:lnTo>
                  <a:pt x="388025" y="216483"/>
                </a:lnTo>
                <a:lnTo>
                  <a:pt x="388675" y="217483"/>
                </a:lnTo>
                <a:lnTo>
                  <a:pt x="389339" y="218468"/>
                </a:lnTo>
                <a:lnTo>
                  <a:pt x="390016" y="219439"/>
                </a:lnTo>
                <a:lnTo>
                  <a:pt x="390707" y="220395"/>
                </a:lnTo>
                <a:lnTo>
                  <a:pt x="391410" y="221335"/>
                </a:lnTo>
                <a:lnTo>
                  <a:pt x="392126" y="222258"/>
                </a:lnTo>
                <a:lnTo>
                  <a:pt x="392854" y="223162"/>
                </a:lnTo>
                <a:lnTo>
                  <a:pt x="393594" y="224049"/>
                </a:lnTo>
                <a:lnTo>
                  <a:pt x="394347" y="224918"/>
                </a:lnTo>
                <a:lnTo>
                  <a:pt x="395112" y="225770"/>
                </a:lnTo>
                <a:lnTo>
                  <a:pt x="395890" y="226603"/>
                </a:lnTo>
                <a:lnTo>
                  <a:pt x="396680" y="227419"/>
                </a:lnTo>
                <a:lnTo>
                  <a:pt x="397483" y="228217"/>
                </a:lnTo>
                <a:lnTo>
                  <a:pt x="398297" y="228997"/>
                </a:lnTo>
                <a:lnTo>
                  <a:pt x="399124" y="229760"/>
                </a:lnTo>
                <a:lnTo>
                  <a:pt x="399964" y="230505"/>
                </a:lnTo>
                <a:lnTo>
                  <a:pt x="400816" y="231232"/>
                </a:lnTo>
                <a:lnTo>
                  <a:pt x="401680" y="231941"/>
                </a:lnTo>
                <a:lnTo>
                  <a:pt x="402557" y="232633"/>
                </a:lnTo>
                <a:lnTo>
                  <a:pt x="403446" y="233306"/>
                </a:lnTo>
                <a:lnTo>
                  <a:pt x="404347" y="233963"/>
                </a:lnTo>
                <a:lnTo>
                  <a:pt x="405261" y="234601"/>
                </a:lnTo>
                <a:lnTo>
                  <a:pt x="406187" y="235221"/>
                </a:lnTo>
                <a:lnTo>
                  <a:pt x="407125" y="235824"/>
                </a:lnTo>
                <a:lnTo>
                  <a:pt x="408076" y="236409"/>
                </a:lnTo>
                <a:lnTo>
                  <a:pt x="409039" y="236977"/>
                </a:lnTo>
                <a:lnTo>
                  <a:pt x="410015" y="237526"/>
                </a:lnTo>
                <a:lnTo>
                  <a:pt x="411003" y="238058"/>
                </a:lnTo>
                <a:lnTo>
                  <a:pt x="412002" y="238570"/>
                </a:lnTo>
                <a:lnTo>
                  <a:pt x="413012" y="239060"/>
                </a:lnTo>
                <a:lnTo>
                  <a:pt x="414032" y="239528"/>
                </a:lnTo>
                <a:lnTo>
                  <a:pt x="415061" y="239975"/>
                </a:lnTo>
                <a:lnTo>
                  <a:pt x="416102" y="240400"/>
                </a:lnTo>
                <a:lnTo>
                  <a:pt x="417152" y="240803"/>
                </a:lnTo>
                <a:lnTo>
                  <a:pt x="418213" y="241184"/>
                </a:lnTo>
                <a:lnTo>
                  <a:pt x="419283" y="241544"/>
                </a:lnTo>
                <a:lnTo>
                  <a:pt x="420364" y="241882"/>
                </a:lnTo>
                <a:lnTo>
                  <a:pt x="421456" y="242197"/>
                </a:lnTo>
                <a:lnTo>
                  <a:pt x="422557" y="242492"/>
                </a:lnTo>
                <a:lnTo>
                  <a:pt x="423669" y="242764"/>
                </a:lnTo>
                <a:lnTo>
                  <a:pt x="424791" y="243015"/>
                </a:lnTo>
                <a:lnTo>
                  <a:pt x="425923" y="243243"/>
                </a:lnTo>
                <a:lnTo>
                  <a:pt x="427065" y="243450"/>
                </a:lnTo>
                <a:lnTo>
                  <a:pt x="428218" y="243635"/>
                </a:lnTo>
                <a:lnTo>
                  <a:pt x="429381" y="243799"/>
                </a:lnTo>
                <a:lnTo>
                  <a:pt x="430554" y="243941"/>
                </a:lnTo>
                <a:lnTo>
                  <a:pt x="431737" y="244060"/>
                </a:lnTo>
                <a:lnTo>
                  <a:pt x="432931" y="244158"/>
                </a:lnTo>
                <a:lnTo>
                  <a:pt x="434134" y="244235"/>
                </a:lnTo>
                <a:lnTo>
                  <a:pt x="435348" y="244289"/>
                </a:lnTo>
                <a:lnTo>
                  <a:pt x="436572" y="244322"/>
                </a:lnTo>
                <a:lnTo>
                  <a:pt x="437807" y="244333"/>
                </a:lnTo>
                <a:lnTo>
                  <a:pt x="439053" y="244324"/>
                </a:lnTo>
                <a:lnTo>
                  <a:pt x="440287" y="244299"/>
                </a:lnTo>
                <a:lnTo>
                  <a:pt x="441510" y="244258"/>
                </a:lnTo>
                <a:lnTo>
                  <a:pt x="442720" y="244199"/>
                </a:lnTo>
                <a:lnTo>
                  <a:pt x="443917" y="244124"/>
                </a:lnTo>
                <a:lnTo>
                  <a:pt x="445103" y="244033"/>
                </a:lnTo>
                <a:lnTo>
                  <a:pt x="446277" y="243924"/>
                </a:lnTo>
                <a:lnTo>
                  <a:pt x="447439" y="243799"/>
                </a:lnTo>
                <a:lnTo>
                  <a:pt x="448588" y="243657"/>
                </a:lnTo>
                <a:lnTo>
                  <a:pt x="449726" y="243499"/>
                </a:lnTo>
                <a:lnTo>
                  <a:pt x="450851" y="243324"/>
                </a:lnTo>
                <a:lnTo>
                  <a:pt x="451964" y="243132"/>
                </a:lnTo>
                <a:lnTo>
                  <a:pt x="453065" y="242923"/>
                </a:lnTo>
                <a:lnTo>
                  <a:pt x="454154" y="242698"/>
                </a:lnTo>
                <a:lnTo>
                  <a:pt x="455231" y="242457"/>
                </a:lnTo>
                <a:lnTo>
                  <a:pt x="456296" y="242198"/>
                </a:lnTo>
                <a:lnTo>
                  <a:pt x="457348" y="241923"/>
                </a:lnTo>
                <a:lnTo>
                  <a:pt x="458389" y="241631"/>
                </a:lnTo>
                <a:lnTo>
                  <a:pt x="459417" y="241322"/>
                </a:lnTo>
                <a:lnTo>
                  <a:pt x="460434" y="240997"/>
                </a:lnTo>
                <a:lnTo>
                  <a:pt x="461438" y="240655"/>
                </a:lnTo>
                <a:lnTo>
                  <a:pt x="462430" y="240297"/>
                </a:lnTo>
                <a:lnTo>
                  <a:pt x="463410" y="239922"/>
                </a:lnTo>
                <a:lnTo>
                  <a:pt x="464378" y="239530"/>
                </a:lnTo>
                <a:lnTo>
                  <a:pt x="465334" y="239123"/>
                </a:lnTo>
                <a:lnTo>
                  <a:pt x="466279" y="238702"/>
                </a:lnTo>
                <a:lnTo>
                  <a:pt x="467212" y="238268"/>
                </a:lnTo>
                <a:lnTo>
                  <a:pt x="468133" y="237821"/>
                </a:lnTo>
                <a:lnTo>
                  <a:pt x="469043" y="237360"/>
                </a:lnTo>
                <a:lnTo>
                  <a:pt x="469941" y="236886"/>
                </a:lnTo>
                <a:lnTo>
                  <a:pt x="470828" y="236398"/>
                </a:lnTo>
                <a:lnTo>
                  <a:pt x="471703" y="235897"/>
                </a:lnTo>
                <a:lnTo>
                  <a:pt x="472567" y="235383"/>
                </a:lnTo>
                <a:lnTo>
                  <a:pt x="473419" y="234855"/>
                </a:lnTo>
                <a:lnTo>
                  <a:pt x="474259" y="234313"/>
                </a:lnTo>
                <a:lnTo>
                  <a:pt x="475088" y="233758"/>
                </a:lnTo>
                <a:lnTo>
                  <a:pt x="475905" y="233190"/>
                </a:lnTo>
                <a:lnTo>
                  <a:pt x="476711" y="232608"/>
                </a:lnTo>
                <a:lnTo>
                  <a:pt x="477505" y="232013"/>
                </a:lnTo>
                <a:lnTo>
                  <a:pt x="478288" y="231404"/>
                </a:lnTo>
                <a:lnTo>
                  <a:pt x="479059" y="230782"/>
                </a:lnTo>
                <a:lnTo>
                  <a:pt x="479818" y="230146"/>
                </a:lnTo>
                <a:lnTo>
                  <a:pt x="480566" y="229497"/>
                </a:lnTo>
                <a:lnTo>
                  <a:pt x="481303" y="228835"/>
                </a:lnTo>
                <a:lnTo>
                  <a:pt x="482027" y="228159"/>
                </a:lnTo>
                <a:lnTo>
                  <a:pt x="482741" y="227470"/>
                </a:lnTo>
                <a:lnTo>
                  <a:pt x="483442" y="226767"/>
                </a:lnTo>
                <a:lnTo>
                  <a:pt x="484132" y="226050"/>
                </a:lnTo>
                <a:lnTo>
                  <a:pt x="484811" y="225322"/>
                </a:lnTo>
                <a:lnTo>
                  <a:pt x="485478" y="224582"/>
                </a:lnTo>
                <a:lnTo>
                  <a:pt x="486134" y="223830"/>
                </a:lnTo>
                <a:lnTo>
                  <a:pt x="486779" y="223068"/>
                </a:lnTo>
                <a:lnTo>
                  <a:pt x="487413" y="222294"/>
                </a:lnTo>
                <a:lnTo>
                  <a:pt x="488035" y="221509"/>
                </a:lnTo>
                <a:lnTo>
                  <a:pt x="488646" y="220712"/>
                </a:lnTo>
                <a:lnTo>
                  <a:pt x="489245" y="219905"/>
                </a:lnTo>
                <a:lnTo>
                  <a:pt x="489834" y="219086"/>
                </a:lnTo>
                <a:lnTo>
                  <a:pt x="490092" y="218714"/>
                </a:lnTo>
                <a:lnTo>
                  <a:pt x="490950" y="241234"/>
                </a:lnTo>
                <a:lnTo>
                  <a:pt x="508302" y="241234"/>
                </a:lnTo>
                <a:lnTo>
                  <a:pt x="508302" y="3254"/>
                </a:lnTo>
                <a:lnTo>
                  <a:pt x="489710" y="3254"/>
                </a:lnTo>
                <a:lnTo>
                  <a:pt x="489710" y="96988"/>
                </a:lnTo>
                <a:close/>
                <a:moveTo>
                  <a:pt x="487929" y="201209"/>
                </a:moveTo>
                <a:lnTo>
                  <a:pt x="487442" y="202085"/>
                </a:lnTo>
                <a:lnTo>
                  <a:pt x="486943" y="202954"/>
                </a:lnTo>
                <a:lnTo>
                  <a:pt x="486432" y="203817"/>
                </a:lnTo>
                <a:lnTo>
                  <a:pt x="485908" y="204672"/>
                </a:lnTo>
                <a:lnTo>
                  <a:pt x="485372" y="205521"/>
                </a:lnTo>
                <a:lnTo>
                  <a:pt x="484822" y="206360"/>
                </a:lnTo>
                <a:lnTo>
                  <a:pt x="484257" y="207185"/>
                </a:lnTo>
                <a:lnTo>
                  <a:pt x="483677" y="207996"/>
                </a:lnTo>
                <a:lnTo>
                  <a:pt x="483082" y="208792"/>
                </a:lnTo>
                <a:lnTo>
                  <a:pt x="482472" y="209575"/>
                </a:lnTo>
                <a:lnTo>
                  <a:pt x="481847" y="210344"/>
                </a:lnTo>
                <a:lnTo>
                  <a:pt x="481207" y="211099"/>
                </a:lnTo>
                <a:lnTo>
                  <a:pt x="480552" y="211839"/>
                </a:lnTo>
                <a:lnTo>
                  <a:pt x="479881" y="212566"/>
                </a:lnTo>
                <a:lnTo>
                  <a:pt x="479196" y="213279"/>
                </a:lnTo>
                <a:lnTo>
                  <a:pt x="478496" y="213978"/>
                </a:lnTo>
                <a:lnTo>
                  <a:pt x="477780" y="214663"/>
                </a:lnTo>
                <a:lnTo>
                  <a:pt x="477050" y="215333"/>
                </a:lnTo>
                <a:lnTo>
                  <a:pt x="476304" y="215990"/>
                </a:lnTo>
                <a:lnTo>
                  <a:pt x="475543" y="216633"/>
                </a:lnTo>
                <a:lnTo>
                  <a:pt x="474767" y="217262"/>
                </a:lnTo>
                <a:lnTo>
                  <a:pt x="473977" y="217877"/>
                </a:lnTo>
                <a:lnTo>
                  <a:pt x="473171" y="218478"/>
                </a:lnTo>
                <a:lnTo>
                  <a:pt x="472350" y="219065"/>
                </a:lnTo>
                <a:lnTo>
                  <a:pt x="471514" y="219638"/>
                </a:lnTo>
                <a:lnTo>
                  <a:pt x="470663" y="220197"/>
                </a:lnTo>
                <a:lnTo>
                  <a:pt x="469797" y="220742"/>
                </a:lnTo>
                <a:lnTo>
                  <a:pt x="468915" y="221273"/>
                </a:lnTo>
                <a:lnTo>
                  <a:pt x="468019" y="221790"/>
                </a:lnTo>
                <a:lnTo>
                  <a:pt x="467106" y="222289"/>
                </a:lnTo>
                <a:lnTo>
                  <a:pt x="466176" y="222767"/>
                </a:lnTo>
                <a:lnTo>
                  <a:pt x="465228" y="223224"/>
                </a:lnTo>
                <a:lnTo>
                  <a:pt x="464262" y="223660"/>
                </a:lnTo>
                <a:lnTo>
                  <a:pt x="463278" y="224074"/>
                </a:lnTo>
                <a:lnTo>
                  <a:pt x="462277" y="224467"/>
                </a:lnTo>
                <a:lnTo>
                  <a:pt x="461258" y="224839"/>
                </a:lnTo>
                <a:lnTo>
                  <a:pt x="460221" y="225190"/>
                </a:lnTo>
                <a:lnTo>
                  <a:pt x="459166" y="225519"/>
                </a:lnTo>
                <a:lnTo>
                  <a:pt x="458094" y="225827"/>
                </a:lnTo>
                <a:lnTo>
                  <a:pt x="457003" y="226114"/>
                </a:lnTo>
                <a:lnTo>
                  <a:pt x="455895" y="226380"/>
                </a:lnTo>
                <a:lnTo>
                  <a:pt x="454770" y="226624"/>
                </a:lnTo>
                <a:lnTo>
                  <a:pt x="453626" y="226847"/>
                </a:lnTo>
                <a:lnTo>
                  <a:pt x="452465" y="227049"/>
                </a:lnTo>
                <a:lnTo>
                  <a:pt x="451286" y="227230"/>
                </a:lnTo>
                <a:lnTo>
                  <a:pt x="450089" y="227389"/>
                </a:lnTo>
                <a:lnTo>
                  <a:pt x="448875" y="227527"/>
                </a:lnTo>
                <a:lnTo>
                  <a:pt x="447643" y="227644"/>
                </a:lnTo>
                <a:lnTo>
                  <a:pt x="446393" y="227740"/>
                </a:lnTo>
                <a:lnTo>
                  <a:pt x="445125" y="227814"/>
                </a:lnTo>
                <a:lnTo>
                  <a:pt x="443840" y="227867"/>
                </a:lnTo>
                <a:lnTo>
                  <a:pt x="442536" y="227899"/>
                </a:lnTo>
                <a:lnTo>
                  <a:pt x="441215" y="227910"/>
                </a:lnTo>
                <a:lnTo>
                  <a:pt x="440175" y="227901"/>
                </a:lnTo>
                <a:lnTo>
                  <a:pt x="439146" y="227874"/>
                </a:lnTo>
                <a:lnTo>
                  <a:pt x="438129" y="227828"/>
                </a:lnTo>
                <a:lnTo>
                  <a:pt x="437123" y="227765"/>
                </a:lnTo>
                <a:lnTo>
                  <a:pt x="436128" y="227684"/>
                </a:lnTo>
                <a:lnTo>
                  <a:pt x="435144" y="227585"/>
                </a:lnTo>
                <a:lnTo>
                  <a:pt x="434171" y="227468"/>
                </a:lnTo>
                <a:lnTo>
                  <a:pt x="433210" y="227333"/>
                </a:lnTo>
                <a:lnTo>
                  <a:pt x="432261" y="227180"/>
                </a:lnTo>
                <a:lnTo>
                  <a:pt x="431322" y="227008"/>
                </a:lnTo>
                <a:lnTo>
                  <a:pt x="430395" y="226819"/>
                </a:lnTo>
                <a:lnTo>
                  <a:pt x="429479" y="226612"/>
                </a:lnTo>
                <a:lnTo>
                  <a:pt x="428574" y="226387"/>
                </a:lnTo>
                <a:lnTo>
                  <a:pt x="427681" y="226143"/>
                </a:lnTo>
                <a:lnTo>
                  <a:pt x="426799" y="225882"/>
                </a:lnTo>
                <a:lnTo>
                  <a:pt x="425928" y="225603"/>
                </a:lnTo>
                <a:lnTo>
                  <a:pt x="425069" y="225305"/>
                </a:lnTo>
                <a:lnTo>
                  <a:pt x="424221" y="224990"/>
                </a:lnTo>
                <a:lnTo>
                  <a:pt x="423384" y="224657"/>
                </a:lnTo>
                <a:lnTo>
                  <a:pt x="422559" y="224305"/>
                </a:lnTo>
                <a:lnTo>
                  <a:pt x="421744" y="223936"/>
                </a:lnTo>
                <a:lnTo>
                  <a:pt x="420941" y="223548"/>
                </a:lnTo>
                <a:lnTo>
                  <a:pt x="420150" y="223143"/>
                </a:lnTo>
                <a:lnTo>
                  <a:pt x="419370" y="222719"/>
                </a:lnTo>
                <a:lnTo>
                  <a:pt x="418600" y="222279"/>
                </a:lnTo>
                <a:lnTo>
                  <a:pt x="417843" y="221825"/>
                </a:lnTo>
                <a:lnTo>
                  <a:pt x="417096" y="221356"/>
                </a:lnTo>
                <a:lnTo>
                  <a:pt x="416361" y="220873"/>
                </a:lnTo>
                <a:lnTo>
                  <a:pt x="415637" y="220375"/>
                </a:lnTo>
                <a:lnTo>
                  <a:pt x="414925" y="219863"/>
                </a:lnTo>
                <a:lnTo>
                  <a:pt x="414224" y="219336"/>
                </a:lnTo>
                <a:lnTo>
                  <a:pt x="413534" y="218794"/>
                </a:lnTo>
                <a:lnTo>
                  <a:pt x="412855" y="218238"/>
                </a:lnTo>
                <a:lnTo>
                  <a:pt x="412188" y="217668"/>
                </a:lnTo>
                <a:lnTo>
                  <a:pt x="411532" y="217083"/>
                </a:lnTo>
                <a:lnTo>
                  <a:pt x="410887" y="216483"/>
                </a:lnTo>
                <a:lnTo>
                  <a:pt x="410253" y="215869"/>
                </a:lnTo>
                <a:lnTo>
                  <a:pt x="409631" y="215240"/>
                </a:lnTo>
                <a:lnTo>
                  <a:pt x="409020" y="214597"/>
                </a:lnTo>
                <a:lnTo>
                  <a:pt x="408421" y="213940"/>
                </a:lnTo>
                <a:lnTo>
                  <a:pt x="407832" y="213267"/>
                </a:lnTo>
                <a:lnTo>
                  <a:pt x="407256" y="212581"/>
                </a:lnTo>
                <a:lnTo>
                  <a:pt x="406690" y="211879"/>
                </a:lnTo>
                <a:lnTo>
                  <a:pt x="406135" y="211164"/>
                </a:lnTo>
                <a:lnTo>
                  <a:pt x="405592" y="210433"/>
                </a:lnTo>
                <a:lnTo>
                  <a:pt x="405061" y="209689"/>
                </a:lnTo>
                <a:lnTo>
                  <a:pt x="404540" y="208929"/>
                </a:lnTo>
                <a:lnTo>
                  <a:pt x="404031" y="208155"/>
                </a:lnTo>
                <a:lnTo>
                  <a:pt x="403533" y="207369"/>
                </a:lnTo>
                <a:lnTo>
                  <a:pt x="403045" y="206571"/>
                </a:lnTo>
                <a:lnTo>
                  <a:pt x="402569" y="205762"/>
                </a:lnTo>
                <a:lnTo>
                  <a:pt x="402103" y="204943"/>
                </a:lnTo>
                <a:lnTo>
                  <a:pt x="401648" y="204112"/>
                </a:lnTo>
                <a:lnTo>
                  <a:pt x="401203" y="203270"/>
                </a:lnTo>
                <a:lnTo>
                  <a:pt x="400770" y="202417"/>
                </a:lnTo>
                <a:lnTo>
                  <a:pt x="400347" y="201553"/>
                </a:lnTo>
                <a:lnTo>
                  <a:pt x="399935" y="200679"/>
                </a:lnTo>
                <a:lnTo>
                  <a:pt x="399534" y="199793"/>
                </a:lnTo>
                <a:lnTo>
                  <a:pt x="399143" y="198896"/>
                </a:lnTo>
                <a:lnTo>
                  <a:pt x="398763" y="197988"/>
                </a:lnTo>
                <a:lnTo>
                  <a:pt x="398394" y="197069"/>
                </a:lnTo>
                <a:lnTo>
                  <a:pt x="398036" y="196139"/>
                </a:lnTo>
                <a:lnTo>
                  <a:pt x="397688" y="195198"/>
                </a:lnTo>
                <a:lnTo>
                  <a:pt x="397352" y="194246"/>
                </a:lnTo>
                <a:lnTo>
                  <a:pt x="397026" y="193283"/>
                </a:lnTo>
                <a:lnTo>
                  <a:pt x="396710" y="192308"/>
                </a:lnTo>
                <a:lnTo>
                  <a:pt x="396406" y="191323"/>
                </a:lnTo>
                <a:lnTo>
                  <a:pt x="396112" y="190327"/>
                </a:lnTo>
                <a:lnTo>
                  <a:pt x="395829" y="189320"/>
                </a:lnTo>
                <a:lnTo>
                  <a:pt x="395557" y="188302"/>
                </a:lnTo>
                <a:lnTo>
                  <a:pt x="395295" y="187272"/>
                </a:lnTo>
                <a:lnTo>
                  <a:pt x="395045" y="186232"/>
                </a:lnTo>
                <a:lnTo>
                  <a:pt x="394804" y="185183"/>
                </a:lnTo>
                <a:lnTo>
                  <a:pt x="394575" y="184126"/>
                </a:lnTo>
                <a:lnTo>
                  <a:pt x="394355" y="183063"/>
                </a:lnTo>
                <a:lnTo>
                  <a:pt x="394145" y="181993"/>
                </a:lnTo>
                <a:lnTo>
                  <a:pt x="393946" y="180916"/>
                </a:lnTo>
                <a:lnTo>
                  <a:pt x="393757" y="179831"/>
                </a:lnTo>
                <a:lnTo>
                  <a:pt x="393578" y="178740"/>
                </a:lnTo>
                <a:lnTo>
                  <a:pt x="393409" y="177642"/>
                </a:lnTo>
                <a:lnTo>
                  <a:pt x="393251" y="176536"/>
                </a:lnTo>
                <a:lnTo>
                  <a:pt x="393103" y="175424"/>
                </a:lnTo>
                <a:lnTo>
                  <a:pt x="392965" y="174305"/>
                </a:lnTo>
                <a:lnTo>
                  <a:pt x="392837" y="173179"/>
                </a:lnTo>
                <a:lnTo>
                  <a:pt x="392719" y="172046"/>
                </a:lnTo>
                <a:lnTo>
                  <a:pt x="392612" y="170905"/>
                </a:lnTo>
                <a:lnTo>
                  <a:pt x="392515" y="169758"/>
                </a:lnTo>
                <a:lnTo>
                  <a:pt x="392428" y="168604"/>
                </a:lnTo>
                <a:lnTo>
                  <a:pt x="392351" y="167443"/>
                </a:lnTo>
                <a:lnTo>
                  <a:pt x="392285" y="166274"/>
                </a:lnTo>
                <a:lnTo>
                  <a:pt x="392229" y="165099"/>
                </a:lnTo>
                <a:lnTo>
                  <a:pt x="392183" y="163917"/>
                </a:lnTo>
                <a:lnTo>
                  <a:pt x="392147" y="162728"/>
                </a:lnTo>
                <a:lnTo>
                  <a:pt x="392121" y="161532"/>
                </a:lnTo>
                <a:lnTo>
                  <a:pt x="392106" y="160329"/>
                </a:lnTo>
                <a:lnTo>
                  <a:pt x="392101" y="159118"/>
                </a:lnTo>
                <a:lnTo>
                  <a:pt x="392101" y="155865"/>
                </a:lnTo>
                <a:lnTo>
                  <a:pt x="392106" y="154642"/>
                </a:lnTo>
                <a:lnTo>
                  <a:pt x="392121" y="153427"/>
                </a:lnTo>
                <a:lnTo>
                  <a:pt x="392147" y="152219"/>
                </a:lnTo>
                <a:lnTo>
                  <a:pt x="392183" y="151019"/>
                </a:lnTo>
                <a:lnTo>
                  <a:pt x="392229" y="149826"/>
                </a:lnTo>
                <a:lnTo>
                  <a:pt x="392285" y="148641"/>
                </a:lnTo>
                <a:lnTo>
                  <a:pt x="392351" y="147463"/>
                </a:lnTo>
                <a:lnTo>
                  <a:pt x="392428" y="146293"/>
                </a:lnTo>
                <a:lnTo>
                  <a:pt x="392515" y="145131"/>
                </a:lnTo>
                <a:lnTo>
                  <a:pt x="392612" y="143976"/>
                </a:lnTo>
                <a:lnTo>
                  <a:pt x="392719" y="142828"/>
                </a:lnTo>
                <a:lnTo>
                  <a:pt x="392837" y="141688"/>
                </a:lnTo>
                <a:lnTo>
                  <a:pt x="392965" y="140556"/>
                </a:lnTo>
                <a:lnTo>
                  <a:pt x="393103" y="139431"/>
                </a:lnTo>
                <a:lnTo>
                  <a:pt x="393251" y="138313"/>
                </a:lnTo>
                <a:lnTo>
                  <a:pt x="393409" y="137204"/>
                </a:lnTo>
                <a:lnTo>
                  <a:pt x="393578" y="136101"/>
                </a:lnTo>
                <a:lnTo>
                  <a:pt x="393757" y="135007"/>
                </a:lnTo>
                <a:lnTo>
                  <a:pt x="393946" y="133919"/>
                </a:lnTo>
                <a:lnTo>
                  <a:pt x="394145" y="132840"/>
                </a:lnTo>
                <a:lnTo>
                  <a:pt x="394355" y="131767"/>
                </a:lnTo>
                <a:lnTo>
                  <a:pt x="394575" y="130703"/>
                </a:lnTo>
                <a:lnTo>
                  <a:pt x="394804" y="129646"/>
                </a:lnTo>
                <a:lnTo>
                  <a:pt x="395045" y="128596"/>
                </a:lnTo>
                <a:lnTo>
                  <a:pt x="395295" y="127556"/>
                </a:lnTo>
                <a:lnTo>
                  <a:pt x="395557" y="126527"/>
                </a:lnTo>
                <a:lnTo>
                  <a:pt x="395829" y="125508"/>
                </a:lnTo>
                <a:lnTo>
                  <a:pt x="396112" y="124501"/>
                </a:lnTo>
                <a:lnTo>
                  <a:pt x="396406" y="123505"/>
                </a:lnTo>
                <a:lnTo>
                  <a:pt x="396710" y="122520"/>
                </a:lnTo>
                <a:lnTo>
                  <a:pt x="397026" y="121546"/>
                </a:lnTo>
                <a:lnTo>
                  <a:pt x="397352" y="120583"/>
                </a:lnTo>
                <a:lnTo>
                  <a:pt x="397688" y="119630"/>
                </a:lnTo>
                <a:lnTo>
                  <a:pt x="398036" y="118689"/>
                </a:lnTo>
                <a:lnTo>
                  <a:pt x="398394" y="117759"/>
                </a:lnTo>
                <a:lnTo>
                  <a:pt x="398763" y="116840"/>
                </a:lnTo>
                <a:lnTo>
                  <a:pt x="399143" y="115932"/>
                </a:lnTo>
                <a:lnTo>
                  <a:pt x="399534" y="115036"/>
                </a:lnTo>
                <a:lnTo>
                  <a:pt x="399935" y="114150"/>
                </a:lnTo>
                <a:lnTo>
                  <a:pt x="400347" y="113275"/>
                </a:lnTo>
                <a:lnTo>
                  <a:pt x="400770" y="112411"/>
                </a:lnTo>
                <a:lnTo>
                  <a:pt x="401203" y="111558"/>
                </a:lnTo>
                <a:lnTo>
                  <a:pt x="401648" y="110716"/>
                </a:lnTo>
                <a:lnTo>
                  <a:pt x="402103" y="109886"/>
                </a:lnTo>
                <a:lnTo>
                  <a:pt x="402569" y="109066"/>
                </a:lnTo>
                <a:lnTo>
                  <a:pt x="403045" y="108257"/>
                </a:lnTo>
                <a:lnTo>
                  <a:pt x="403533" y="107459"/>
                </a:lnTo>
                <a:lnTo>
                  <a:pt x="404031" y="106673"/>
                </a:lnTo>
                <a:lnTo>
                  <a:pt x="404540" y="105899"/>
                </a:lnTo>
                <a:lnTo>
                  <a:pt x="405061" y="105139"/>
                </a:lnTo>
                <a:lnTo>
                  <a:pt x="405594" y="104394"/>
                </a:lnTo>
                <a:lnTo>
                  <a:pt x="406138" y="103662"/>
                </a:lnTo>
                <a:lnTo>
                  <a:pt x="406693" y="102945"/>
                </a:lnTo>
                <a:lnTo>
                  <a:pt x="407260" y="102243"/>
                </a:lnTo>
                <a:lnTo>
                  <a:pt x="407839" y="101554"/>
                </a:lnTo>
                <a:lnTo>
                  <a:pt x="408429" y="100880"/>
                </a:lnTo>
                <a:lnTo>
                  <a:pt x="409031" y="100220"/>
                </a:lnTo>
                <a:lnTo>
                  <a:pt x="409645" y="99574"/>
                </a:lnTo>
                <a:lnTo>
                  <a:pt x="410270" y="98943"/>
                </a:lnTo>
                <a:lnTo>
                  <a:pt x="410906" y="98326"/>
                </a:lnTo>
                <a:lnTo>
                  <a:pt x="411554" y="97723"/>
                </a:lnTo>
                <a:lnTo>
                  <a:pt x="412214" y="97134"/>
                </a:lnTo>
                <a:lnTo>
                  <a:pt x="412885" y="96560"/>
                </a:lnTo>
                <a:lnTo>
                  <a:pt x="413568" y="96000"/>
                </a:lnTo>
                <a:lnTo>
                  <a:pt x="414262" y="95454"/>
                </a:lnTo>
                <a:lnTo>
                  <a:pt x="414968" y="94922"/>
                </a:lnTo>
                <a:lnTo>
                  <a:pt x="415686" y="94405"/>
                </a:lnTo>
                <a:lnTo>
                  <a:pt x="416415" y="93901"/>
                </a:lnTo>
                <a:lnTo>
                  <a:pt x="417156" y="93413"/>
                </a:lnTo>
                <a:lnTo>
                  <a:pt x="417908" y="92938"/>
                </a:lnTo>
                <a:lnTo>
                  <a:pt x="418672" y="92478"/>
                </a:lnTo>
                <a:lnTo>
                  <a:pt x="419447" y="92031"/>
                </a:lnTo>
                <a:lnTo>
                  <a:pt x="420234" y="91602"/>
                </a:lnTo>
                <a:lnTo>
                  <a:pt x="421032" y="91190"/>
                </a:lnTo>
                <a:lnTo>
                  <a:pt x="421842" y="90797"/>
                </a:lnTo>
                <a:lnTo>
                  <a:pt x="422664" y="90422"/>
                </a:lnTo>
                <a:lnTo>
                  <a:pt x="423497" y="90065"/>
                </a:lnTo>
                <a:lnTo>
                  <a:pt x="424342" y="89727"/>
                </a:lnTo>
                <a:lnTo>
                  <a:pt x="425198" y="89407"/>
                </a:lnTo>
                <a:lnTo>
                  <a:pt x="426066" y="89105"/>
                </a:lnTo>
                <a:lnTo>
                  <a:pt x="426946" y="88821"/>
                </a:lnTo>
                <a:lnTo>
                  <a:pt x="427837" y="88556"/>
                </a:lnTo>
                <a:lnTo>
                  <a:pt x="428739" y="88309"/>
                </a:lnTo>
                <a:lnTo>
                  <a:pt x="429653" y="88081"/>
                </a:lnTo>
                <a:lnTo>
                  <a:pt x="430579" y="87870"/>
                </a:lnTo>
                <a:lnTo>
                  <a:pt x="431516" y="87678"/>
                </a:lnTo>
                <a:lnTo>
                  <a:pt x="432465" y="87504"/>
                </a:lnTo>
                <a:lnTo>
                  <a:pt x="433426" y="87349"/>
                </a:lnTo>
                <a:lnTo>
                  <a:pt x="434398" y="87212"/>
                </a:lnTo>
                <a:lnTo>
                  <a:pt x="435381" y="87093"/>
                </a:lnTo>
                <a:lnTo>
                  <a:pt x="436376" y="86992"/>
                </a:lnTo>
                <a:lnTo>
                  <a:pt x="437383" y="86910"/>
                </a:lnTo>
                <a:lnTo>
                  <a:pt x="438401" y="86846"/>
                </a:lnTo>
                <a:lnTo>
                  <a:pt x="439431" y="86800"/>
                </a:lnTo>
                <a:lnTo>
                  <a:pt x="440472" y="86773"/>
                </a:lnTo>
                <a:lnTo>
                  <a:pt x="441525" y="86764"/>
                </a:lnTo>
                <a:lnTo>
                  <a:pt x="442629" y="86771"/>
                </a:lnTo>
                <a:lnTo>
                  <a:pt x="443719" y="86794"/>
                </a:lnTo>
                <a:lnTo>
                  <a:pt x="444795" y="86833"/>
                </a:lnTo>
                <a:lnTo>
                  <a:pt x="445857" y="86886"/>
                </a:lnTo>
                <a:lnTo>
                  <a:pt x="446906" y="86955"/>
                </a:lnTo>
                <a:lnTo>
                  <a:pt x="447941" y="87040"/>
                </a:lnTo>
                <a:lnTo>
                  <a:pt x="448962" y="87139"/>
                </a:lnTo>
                <a:lnTo>
                  <a:pt x="449969" y="87254"/>
                </a:lnTo>
                <a:lnTo>
                  <a:pt x="450963" y="87385"/>
                </a:lnTo>
                <a:lnTo>
                  <a:pt x="451943" y="87530"/>
                </a:lnTo>
                <a:lnTo>
                  <a:pt x="452909" y="87691"/>
                </a:lnTo>
                <a:lnTo>
                  <a:pt x="453862" y="87868"/>
                </a:lnTo>
                <a:lnTo>
                  <a:pt x="454801" y="88059"/>
                </a:lnTo>
                <a:lnTo>
                  <a:pt x="455726" y="88266"/>
                </a:lnTo>
                <a:lnTo>
                  <a:pt x="456637" y="88489"/>
                </a:lnTo>
                <a:lnTo>
                  <a:pt x="457535" y="88726"/>
                </a:lnTo>
                <a:lnTo>
                  <a:pt x="458419" y="88979"/>
                </a:lnTo>
                <a:lnTo>
                  <a:pt x="459290" y="89247"/>
                </a:lnTo>
                <a:lnTo>
                  <a:pt x="460146" y="89531"/>
                </a:lnTo>
                <a:lnTo>
                  <a:pt x="460989" y="89830"/>
                </a:lnTo>
                <a:lnTo>
                  <a:pt x="461818" y="90144"/>
                </a:lnTo>
                <a:lnTo>
                  <a:pt x="462634" y="90474"/>
                </a:lnTo>
                <a:lnTo>
                  <a:pt x="463435" y="90819"/>
                </a:lnTo>
                <a:lnTo>
                  <a:pt x="464223" y="91179"/>
                </a:lnTo>
                <a:lnTo>
                  <a:pt x="464999" y="91552"/>
                </a:lnTo>
                <a:lnTo>
                  <a:pt x="465763" y="91935"/>
                </a:lnTo>
                <a:lnTo>
                  <a:pt x="466516" y="92327"/>
                </a:lnTo>
                <a:lnTo>
                  <a:pt x="467257" y="92729"/>
                </a:lnTo>
                <a:lnTo>
                  <a:pt x="467988" y="93140"/>
                </a:lnTo>
                <a:lnTo>
                  <a:pt x="468707" y="93561"/>
                </a:lnTo>
                <a:lnTo>
                  <a:pt x="469414" y="93992"/>
                </a:lnTo>
                <a:lnTo>
                  <a:pt x="470111" y="94433"/>
                </a:lnTo>
                <a:lnTo>
                  <a:pt x="470796" y="94883"/>
                </a:lnTo>
                <a:lnTo>
                  <a:pt x="471470" y="95343"/>
                </a:lnTo>
                <a:lnTo>
                  <a:pt x="472132" y="95813"/>
                </a:lnTo>
                <a:lnTo>
                  <a:pt x="472783" y="96292"/>
                </a:lnTo>
                <a:lnTo>
                  <a:pt x="473423" y="96781"/>
                </a:lnTo>
                <a:lnTo>
                  <a:pt x="474052" y="97280"/>
                </a:lnTo>
                <a:lnTo>
                  <a:pt x="474669" y="97788"/>
                </a:lnTo>
                <a:lnTo>
                  <a:pt x="475275" y="98306"/>
                </a:lnTo>
                <a:lnTo>
                  <a:pt x="475870" y="98834"/>
                </a:lnTo>
                <a:lnTo>
                  <a:pt x="476453" y="99372"/>
                </a:lnTo>
                <a:lnTo>
                  <a:pt x="477026" y="99919"/>
                </a:lnTo>
                <a:lnTo>
                  <a:pt x="477586" y="100475"/>
                </a:lnTo>
                <a:lnTo>
                  <a:pt x="478136" y="101042"/>
                </a:lnTo>
                <a:lnTo>
                  <a:pt x="478674" y="101618"/>
                </a:lnTo>
                <a:lnTo>
                  <a:pt x="479201" y="102204"/>
                </a:lnTo>
                <a:lnTo>
                  <a:pt x="479717" y="102799"/>
                </a:lnTo>
                <a:lnTo>
                  <a:pt x="480222" y="103402"/>
                </a:lnTo>
                <a:lnTo>
                  <a:pt x="480719" y="104009"/>
                </a:lnTo>
                <a:lnTo>
                  <a:pt x="481207" y="104621"/>
                </a:lnTo>
                <a:lnTo>
                  <a:pt x="481686" y="105238"/>
                </a:lnTo>
                <a:lnTo>
                  <a:pt x="482156" y="105858"/>
                </a:lnTo>
                <a:lnTo>
                  <a:pt x="482617" y="106484"/>
                </a:lnTo>
                <a:lnTo>
                  <a:pt x="483069" y="107114"/>
                </a:lnTo>
                <a:lnTo>
                  <a:pt x="483513" y="107749"/>
                </a:lnTo>
                <a:lnTo>
                  <a:pt x="483947" y="108388"/>
                </a:lnTo>
                <a:lnTo>
                  <a:pt x="484373" y="109032"/>
                </a:lnTo>
                <a:lnTo>
                  <a:pt x="484790" y="109680"/>
                </a:lnTo>
                <a:lnTo>
                  <a:pt x="485198" y="110333"/>
                </a:lnTo>
                <a:lnTo>
                  <a:pt x="485597" y="110991"/>
                </a:lnTo>
                <a:lnTo>
                  <a:pt x="485987" y="111653"/>
                </a:lnTo>
                <a:lnTo>
                  <a:pt x="486368" y="112319"/>
                </a:lnTo>
                <a:lnTo>
                  <a:pt x="486740" y="112991"/>
                </a:lnTo>
                <a:lnTo>
                  <a:pt x="487104" y="113667"/>
                </a:lnTo>
                <a:lnTo>
                  <a:pt x="487459" y="114347"/>
                </a:lnTo>
                <a:lnTo>
                  <a:pt x="487804" y="115032"/>
                </a:lnTo>
                <a:lnTo>
                  <a:pt x="488141" y="115721"/>
                </a:lnTo>
                <a:lnTo>
                  <a:pt x="488469" y="116416"/>
                </a:lnTo>
                <a:lnTo>
                  <a:pt x="488789" y="117114"/>
                </a:lnTo>
                <a:lnTo>
                  <a:pt x="489099" y="117818"/>
                </a:lnTo>
                <a:lnTo>
                  <a:pt x="489400" y="118525"/>
                </a:lnTo>
                <a:lnTo>
                  <a:pt x="489694" y="119235"/>
                </a:lnTo>
                <a:lnTo>
                  <a:pt x="489710" y="119274"/>
                </a:lnTo>
                <a:lnTo>
                  <a:pt x="489710" y="197723"/>
                </a:lnTo>
                <a:lnTo>
                  <a:pt x="489314" y="198541"/>
                </a:lnTo>
                <a:lnTo>
                  <a:pt x="488865" y="199437"/>
                </a:lnTo>
                <a:lnTo>
                  <a:pt x="488403" y="200326"/>
                </a:lnTo>
                <a:lnTo>
                  <a:pt x="487929" y="201209"/>
                </a:lnTo>
                <a:close/>
                <a:moveTo>
                  <a:pt x="226928" y="124529"/>
                </a:moveTo>
                <a:lnTo>
                  <a:pt x="227263" y="123673"/>
                </a:lnTo>
                <a:lnTo>
                  <a:pt x="227610" y="122821"/>
                </a:lnTo>
                <a:lnTo>
                  <a:pt x="227967" y="121973"/>
                </a:lnTo>
                <a:lnTo>
                  <a:pt x="228336" y="121129"/>
                </a:lnTo>
                <a:lnTo>
                  <a:pt x="228716" y="120290"/>
                </a:lnTo>
                <a:lnTo>
                  <a:pt x="229106" y="119455"/>
                </a:lnTo>
                <a:lnTo>
                  <a:pt x="229508" y="118624"/>
                </a:lnTo>
                <a:lnTo>
                  <a:pt x="229921" y="117798"/>
                </a:lnTo>
                <a:lnTo>
                  <a:pt x="230345" y="116976"/>
                </a:lnTo>
                <a:lnTo>
                  <a:pt x="230779" y="116158"/>
                </a:lnTo>
                <a:lnTo>
                  <a:pt x="231225" y="115345"/>
                </a:lnTo>
                <a:lnTo>
                  <a:pt x="231682" y="114536"/>
                </a:lnTo>
                <a:lnTo>
                  <a:pt x="232150" y="113731"/>
                </a:lnTo>
                <a:lnTo>
                  <a:pt x="232629" y="112930"/>
                </a:lnTo>
                <a:lnTo>
                  <a:pt x="233119" y="112134"/>
                </a:lnTo>
                <a:lnTo>
                  <a:pt x="233620" y="111342"/>
                </a:lnTo>
                <a:lnTo>
                  <a:pt x="234132" y="110555"/>
                </a:lnTo>
                <a:lnTo>
                  <a:pt x="234655" y="109772"/>
                </a:lnTo>
                <a:lnTo>
                  <a:pt x="235189" y="108993"/>
                </a:lnTo>
                <a:lnTo>
                  <a:pt x="235734" y="108218"/>
                </a:lnTo>
                <a:lnTo>
                  <a:pt x="236290" y="107448"/>
                </a:lnTo>
                <a:lnTo>
                  <a:pt x="236858" y="106685"/>
                </a:lnTo>
                <a:lnTo>
                  <a:pt x="237436" y="105935"/>
                </a:lnTo>
                <a:lnTo>
                  <a:pt x="238026" y="105196"/>
                </a:lnTo>
                <a:lnTo>
                  <a:pt x="238627" y="104469"/>
                </a:lnTo>
                <a:lnTo>
                  <a:pt x="239240" y="103754"/>
                </a:lnTo>
                <a:lnTo>
                  <a:pt x="239863" y="103051"/>
                </a:lnTo>
                <a:lnTo>
                  <a:pt x="240498" y="102360"/>
                </a:lnTo>
                <a:lnTo>
                  <a:pt x="241145" y="101680"/>
                </a:lnTo>
                <a:lnTo>
                  <a:pt x="241803" y="101013"/>
                </a:lnTo>
                <a:lnTo>
                  <a:pt x="242471" y="100357"/>
                </a:lnTo>
                <a:lnTo>
                  <a:pt x="243152" y="99713"/>
                </a:lnTo>
                <a:lnTo>
                  <a:pt x="243843" y="99081"/>
                </a:lnTo>
                <a:lnTo>
                  <a:pt x="244546" y="98461"/>
                </a:lnTo>
                <a:lnTo>
                  <a:pt x="245260" y="97852"/>
                </a:lnTo>
                <a:lnTo>
                  <a:pt x="245986" y="97256"/>
                </a:lnTo>
                <a:lnTo>
                  <a:pt x="246723" y="96671"/>
                </a:lnTo>
                <a:lnTo>
                  <a:pt x="247471" y="96098"/>
                </a:lnTo>
                <a:lnTo>
                  <a:pt x="248230" y="95537"/>
                </a:lnTo>
                <a:lnTo>
                  <a:pt x="249001" y="94988"/>
                </a:lnTo>
                <a:lnTo>
                  <a:pt x="249782" y="94450"/>
                </a:lnTo>
                <a:lnTo>
                  <a:pt x="250576" y="93925"/>
                </a:lnTo>
                <a:lnTo>
                  <a:pt x="251380" y="93411"/>
                </a:lnTo>
                <a:lnTo>
                  <a:pt x="252196" y="92909"/>
                </a:lnTo>
                <a:lnTo>
                  <a:pt x="253023" y="92419"/>
                </a:lnTo>
                <a:lnTo>
                  <a:pt x="253862" y="91945"/>
                </a:lnTo>
                <a:lnTo>
                  <a:pt x="254712" y="91491"/>
                </a:lnTo>
                <a:lnTo>
                  <a:pt x="255574" y="91057"/>
                </a:lnTo>
                <a:lnTo>
                  <a:pt x="256447" y="90644"/>
                </a:lnTo>
                <a:lnTo>
                  <a:pt x="257332" y="90250"/>
                </a:lnTo>
                <a:lnTo>
                  <a:pt x="258228" y="89877"/>
                </a:lnTo>
                <a:lnTo>
                  <a:pt x="259136" y="89524"/>
                </a:lnTo>
                <a:lnTo>
                  <a:pt x="260056" y="89191"/>
                </a:lnTo>
                <a:lnTo>
                  <a:pt x="260987" y="88878"/>
                </a:lnTo>
                <a:lnTo>
                  <a:pt x="261929" y="88586"/>
                </a:lnTo>
                <a:lnTo>
                  <a:pt x="262884" y="88313"/>
                </a:lnTo>
                <a:lnTo>
                  <a:pt x="263849" y="88061"/>
                </a:lnTo>
                <a:lnTo>
                  <a:pt x="264827" y="87829"/>
                </a:lnTo>
                <a:lnTo>
                  <a:pt x="265816" y="87617"/>
                </a:lnTo>
                <a:lnTo>
                  <a:pt x="266816" y="87426"/>
                </a:lnTo>
                <a:lnTo>
                  <a:pt x="267828" y="87254"/>
                </a:lnTo>
                <a:lnTo>
                  <a:pt x="268852" y="87103"/>
                </a:lnTo>
                <a:lnTo>
                  <a:pt x="269887" y="86972"/>
                </a:lnTo>
                <a:lnTo>
                  <a:pt x="270934" y="86861"/>
                </a:lnTo>
                <a:lnTo>
                  <a:pt x="271992" y="86770"/>
                </a:lnTo>
                <a:lnTo>
                  <a:pt x="273062" y="86700"/>
                </a:lnTo>
                <a:lnTo>
                  <a:pt x="274143" y="86649"/>
                </a:lnTo>
                <a:lnTo>
                  <a:pt x="275236" y="86619"/>
                </a:lnTo>
                <a:lnTo>
                  <a:pt x="276341" y="86609"/>
                </a:lnTo>
                <a:lnTo>
                  <a:pt x="277342" y="86616"/>
                </a:lnTo>
                <a:lnTo>
                  <a:pt x="278333" y="86638"/>
                </a:lnTo>
                <a:lnTo>
                  <a:pt x="279311" y="86674"/>
                </a:lnTo>
                <a:lnTo>
                  <a:pt x="280279" y="86725"/>
                </a:lnTo>
                <a:lnTo>
                  <a:pt x="281235" y="86790"/>
                </a:lnTo>
                <a:lnTo>
                  <a:pt x="282180" y="86870"/>
                </a:lnTo>
                <a:lnTo>
                  <a:pt x="283114" y="86965"/>
                </a:lnTo>
                <a:lnTo>
                  <a:pt x="284036" y="87074"/>
                </a:lnTo>
                <a:lnTo>
                  <a:pt x="284947" y="87197"/>
                </a:lnTo>
                <a:lnTo>
                  <a:pt x="285847" y="87335"/>
                </a:lnTo>
                <a:lnTo>
                  <a:pt x="286735" y="87488"/>
                </a:lnTo>
                <a:lnTo>
                  <a:pt x="287612" y="87655"/>
                </a:lnTo>
                <a:lnTo>
                  <a:pt x="288478" y="87836"/>
                </a:lnTo>
                <a:lnTo>
                  <a:pt x="289333" y="88032"/>
                </a:lnTo>
                <a:lnTo>
                  <a:pt x="290176" y="88243"/>
                </a:lnTo>
                <a:lnTo>
                  <a:pt x="291008" y="88468"/>
                </a:lnTo>
                <a:lnTo>
                  <a:pt x="291829" y="88708"/>
                </a:lnTo>
                <a:lnTo>
                  <a:pt x="292638" y="88962"/>
                </a:lnTo>
                <a:lnTo>
                  <a:pt x="293436" y="89231"/>
                </a:lnTo>
                <a:lnTo>
                  <a:pt x="294223" y="89514"/>
                </a:lnTo>
                <a:lnTo>
                  <a:pt x="294999" y="89812"/>
                </a:lnTo>
                <a:lnTo>
                  <a:pt x="295763" y="90124"/>
                </a:lnTo>
                <a:lnTo>
                  <a:pt x="296516" y="90451"/>
                </a:lnTo>
                <a:lnTo>
                  <a:pt x="297257" y="90792"/>
                </a:lnTo>
                <a:lnTo>
                  <a:pt x="297986" y="91150"/>
                </a:lnTo>
                <a:lnTo>
                  <a:pt x="298701" y="91528"/>
                </a:lnTo>
                <a:lnTo>
                  <a:pt x="299402" y="91926"/>
                </a:lnTo>
                <a:lnTo>
                  <a:pt x="300089" y="92343"/>
                </a:lnTo>
                <a:lnTo>
                  <a:pt x="300762" y="92780"/>
                </a:lnTo>
                <a:lnTo>
                  <a:pt x="301421" y="93237"/>
                </a:lnTo>
                <a:lnTo>
                  <a:pt x="302066" y="93713"/>
                </a:lnTo>
                <a:lnTo>
                  <a:pt x="302697" y="94209"/>
                </a:lnTo>
                <a:lnTo>
                  <a:pt x="303314" y="94725"/>
                </a:lnTo>
                <a:lnTo>
                  <a:pt x="303917" y="95260"/>
                </a:lnTo>
                <a:lnTo>
                  <a:pt x="304506" y="95815"/>
                </a:lnTo>
                <a:lnTo>
                  <a:pt x="305081" y="96389"/>
                </a:lnTo>
                <a:lnTo>
                  <a:pt x="305643" y="96983"/>
                </a:lnTo>
                <a:lnTo>
                  <a:pt x="306190" y="97597"/>
                </a:lnTo>
                <a:lnTo>
                  <a:pt x="306723" y="98230"/>
                </a:lnTo>
                <a:lnTo>
                  <a:pt x="307242" y="98883"/>
                </a:lnTo>
                <a:lnTo>
                  <a:pt x="307747" y="99556"/>
                </a:lnTo>
                <a:lnTo>
                  <a:pt x="308238" y="100248"/>
                </a:lnTo>
                <a:lnTo>
                  <a:pt x="308715" y="100960"/>
                </a:lnTo>
                <a:lnTo>
                  <a:pt x="309179" y="101691"/>
                </a:lnTo>
                <a:lnTo>
                  <a:pt x="309628" y="102442"/>
                </a:lnTo>
                <a:lnTo>
                  <a:pt x="310063" y="103213"/>
                </a:lnTo>
                <a:lnTo>
                  <a:pt x="310484" y="104004"/>
                </a:lnTo>
                <a:lnTo>
                  <a:pt x="310891" y="104814"/>
                </a:lnTo>
                <a:lnTo>
                  <a:pt x="311283" y="105646"/>
                </a:lnTo>
                <a:lnTo>
                  <a:pt x="311659" y="106504"/>
                </a:lnTo>
                <a:lnTo>
                  <a:pt x="312017" y="107388"/>
                </a:lnTo>
                <a:lnTo>
                  <a:pt x="312359" y="108297"/>
                </a:lnTo>
                <a:lnTo>
                  <a:pt x="312684" y="109232"/>
                </a:lnTo>
                <a:lnTo>
                  <a:pt x="312993" y="110193"/>
                </a:lnTo>
                <a:lnTo>
                  <a:pt x="313285" y="111179"/>
                </a:lnTo>
                <a:lnTo>
                  <a:pt x="313560" y="112190"/>
                </a:lnTo>
                <a:lnTo>
                  <a:pt x="313818" y="113227"/>
                </a:lnTo>
                <a:lnTo>
                  <a:pt x="314060" y="114290"/>
                </a:lnTo>
                <a:lnTo>
                  <a:pt x="314285" y="115378"/>
                </a:lnTo>
                <a:lnTo>
                  <a:pt x="314494" y="116492"/>
                </a:lnTo>
                <a:lnTo>
                  <a:pt x="314686" y="117631"/>
                </a:lnTo>
                <a:lnTo>
                  <a:pt x="314861" y="118796"/>
                </a:lnTo>
                <a:lnTo>
                  <a:pt x="315019" y="119986"/>
                </a:lnTo>
                <a:lnTo>
                  <a:pt x="315161" y="121202"/>
                </a:lnTo>
                <a:lnTo>
                  <a:pt x="315286" y="122444"/>
                </a:lnTo>
                <a:lnTo>
                  <a:pt x="315394" y="123711"/>
                </a:lnTo>
                <a:lnTo>
                  <a:pt x="315486" y="125003"/>
                </a:lnTo>
                <a:lnTo>
                  <a:pt x="315561" y="126322"/>
                </a:lnTo>
                <a:lnTo>
                  <a:pt x="315619" y="127665"/>
                </a:lnTo>
                <a:lnTo>
                  <a:pt x="315661" y="129035"/>
                </a:lnTo>
                <a:lnTo>
                  <a:pt x="315686" y="130429"/>
                </a:lnTo>
                <a:lnTo>
                  <a:pt x="315694" y="131850"/>
                </a:lnTo>
                <a:lnTo>
                  <a:pt x="315694" y="241234"/>
                </a:lnTo>
                <a:lnTo>
                  <a:pt x="334287" y="241234"/>
                </a:lnTo>
                <a:lnTo>
                  <a:pt x="334287" y="132005"/>
                </a:lnTo>
                <a:lnTo>
                  <a:pt x="334280" y="130632"/>
                </a:lnTo>
                <a:lnTo>
                  <a:pt x="334261" y="129276"/>
                </a:lnTo>
                <a:lnTo>
                  <a:pt x="334230" y="127936"/>
                </a:lnTo>
                <a:lnTo>
                  <a:pt x="334186" y="126614"/>
                </a:lnTo>
                <a:lnTo>
                  <a:pt x="334129" y="125309"/>
                </a:lnTo>
                <a:lnTo>
                  <a:pt x="334059" y="124021"/>
                </a:lnTo>
                <a:lnTo>
                  <a:pt x="333977" y="122749"/>
                </a:lnTo>
                <a:lnTo>
                  <a:pt x="333882" y="121495"/>
                </a:lnTo>
                <a:lnTo>
                  <a:pt x="333775" y="120257"/>
                </a:lnTo>
                <a:lnTo>
                  <a:pt x="333655" y="119037"/>
                </a:lnTo>
                <a:lnTo>
                  <a:pt x="333522" y="117833"/>
                </a:lnTo>
                <a:lnTo>
                  <a:pt x="333376" y="116647"/>
                </a:lnTo>
                <a:lnTo>
                  <a:pt x="333218" y="115477"/>
                </a:lnTo>
                <a:lnTo>
                  <a:pt x="333048" y="114324"/>
                </a:lnTo>
                <a:lnTo>
                  <a:pt x="332864" y="113189"/>
                </a:lnTo>
                <a:lnTo>
                  <a:pt x="332668" y="112070"/>
                </a:lnTo>
                <a:lnTo>
                  <a:pt x="332460" y="110968"/>
                </a:lnTo>
                <a:lnTo>
                  <a:pt x="332239" y="109883"/>
                </a:lnTo>
                <a:lnTo>
                  <a:pt x="332005" y="108815"/>
                </a:lnTo>
                <a:lnTo>
                  <a:pt x="331758" y="107764"/>
                </a:lnTo>
                <a:lnTo>
                  <a:pt x="331499" y="106730"/>
                </a:lnTo>
                <a:lnTo>
                  <a:pt x="331227" y="105713"/>
                </a:lnTo>
                <a:lnTo>
                  <a:pt x="330943" y="104712"/>
                </a:lnTo>
                <a:lnTo>
                  <a:pt x="330646" y="103729"/>
                </a:lnTo>
                <a:lnTo>
                  <a:pt x="330337" y="102762"/>
                </a:lnTo>
                <a:lnTo>
                  <a:pt x="330016" y="101810"/>
                </a:lnTo>
                <a:lnTo>
                  <a:pt x="329685" y="100872"/>
                </a:lnTo>
                <a:lnTo>
                  <a:pt x="329342" y="99950"/>
                </a:lnTo>
                <a:lnTo>
                  <a:pt x="328987" y="99043"/>
                </a:lnTo>
                <a:lnTo>
                  <a:pt x="328622" y="98151"/>
                </a:lnTo>
                <a:lnTo>
                  <a:pt x="328245" y="97275"/>
                </a:lnTo>
                <a:lnTo>
                  <a:pt x="327857" y="96413"/>
                </a:lnTo>
                <a:lnTo>
                  <a:pt x="327457" y="95566"/>
                </a:lnTo>
                <a:lnTo>
                  <a:pt x="327047" y="94734"/>
                </a:lnTo>
                <a:lnTo>
                  <a:pt x="326625" y="93918"/>
                </a:lnTo>
                <a:lnTo>
                  <a:pt x="326191" y="93116"/>
                </a:lnTo>
                <a:lnTo>
                  <a:pt x="325747" y="92330"/>
                </a:lnTo>
                <a:lnTo>
                  <a:pt x="325291" y="91558"/>
                </a:lnTo>
                <a:lnTo>
                  <a:pt x="324824" y="90802"/>
                </a:lnTo>
                <a:lnTo>
                  <a:pt x="324345" y="90060"/>
                </a:lnTo>
                <a:lnTo>
                  <a:pt x="323855" y="89334"/>
                </a:lnTo>
                <a:lnTo>
                  <a:pt x="323354" y="88623"/>
                </a:lnTo>
                <a:lnTo>
                  <a:pt x="322842" y="87927"/>
                </a:lnTo>
                <a:lnTo>
                  <a:pt x="322318" y="87246"/>
                </a:lnTo>
                <a:lnTo>
                  <a:pt x="321783" y="86580"/>
                </a:lnTo>
                <a:lnTo>
                  <a:pt x="321237" y="85929"/>
                </a:lnTo>
                <a:lnTo>
                  <a:pt x="320679" y="85293"/>
                </a:lnTo>
                <a:lnTo>
                  <a:pt x="320110" y="84672"/>
                </a:lnTo>
                <a:lnTo>
                  <a:pt x="319530" y="84066"/>
                </a:lnTo>
                <a:lnTo>
                  <a:pt x="318940" y="83473"/>
                </a:lnTo>
                <a:lnTo>
                  <a:pt x="318339" y="82894"/>
                </a:lnTo>
                <a:lnTo>
                  <a:pt x="317728" y="82329"/>
                </a:lnTo>
                <a:lnTo>
                  <a:pt x="317106" y="81777"/>
                </a:lnTo>
                <a:lnTo>
                  <a:pt x="316474" y="81239"/>
                </a:lnTo>
                <a:lnTo>
                  <a:pt x="315831" y="80715"/>
                </a:lnTo>
                <a:lnTo>
                  <a:pt x="315178" y="80205"/>
                </a:lnTo>
                <a:lnTo>
                  <a:pt x="314514" y="79708"/>
                </a:lnTo>
                <a:lnTo>
                  <a:pt x="313840" y="79225"/>
                </a:lnTo>
                <a:lnTo>
                  <a:pt x="313155" y="78756"/>
                </a:lnTo>
                <a:lnTo>
                  <a:pt x="312460" y="78300"/>
                </a:lnTo>
                <a:lnTo>
                  <a:pt x="311755" y="77859"/>
                </a:lnTo>
                <a:lnTo>
                  <a:pt x="311038" y="77430"/>
                </a:lnTo>
                <a:lnTo>
                  <a:pt x="310312" y="77016"/>
                </a:lnTo>
                <a:lnTo>
                  <a:pt x="309575" y="76615"/>
                </a:lnTo>
                <a:lnTo>
                  <a:pt x="308827" y="76228"/>
                </a:lnTo>
                <a:lnTo>
                  <a:pt x="308069" y="75855"/>
                </a:lnTo>
                <a:lnTo>
                  <a:pt x="307300" y="75496"/>
                </a:lnTo>
                <a:lnTo>
                  <a:pt x="306521" y="75150"/>
                </a:lnTo>
                <a:lnTo>
                  <a:pt x="305731" y="74818"/>
                </a:lnTo>
                <a:lnTo>
                  <a:pt x="304931" y="74500"/>
                </a:lnTo>
                <a:lnTo>
                  <a:pt x="304121" y="74195"/>
                </a:lnTo>
                <a:lnTo>
                  <a:pt x="303300" y="73904"/>
                </a:lnTo>
                <a:lnTo>
                  <a:pt x="302469" y="73626"/>
                </a:lnTo>
                <a:lnTo>
                  <a:pt x="301629" y="73360"/>
                </a:lnTo>
                <a:lnTo>
                  <a:pt x="300780" y="73105"/>
                </a:lnTo>
                <a:lnTo>
                  <a:pt x="299921" y="72863"/>
                </a:lnTo>
                <a:lnTo>
                  <a:pt x="299054" y="72632"/>
                </a:lnTo>
                <a:lnTo>
                  <a:pt x="298177" y="72413"/>
                </a:lnTo>
                <a:lnTo>
                  <a:pt x="297291" y="72206"/>
                </a:lnTo>
                <a:lnTo>
                  <a:pt x="296396" y="72010"/>
                </a:lnTo>
                <a:lnTo>
                  <a:pt x="295492" y="71827"/>
                </a:lnTo>
                <a:lnTo>
                  <a:pt x="294579" y="71655"/>
                </a:lnTo>
                <a:lnTo>
                  <a:pt x="293657" y="71496"/>
                </a:lnTo>
                <a:lnTo>
                  <a:pt x="292725" y="71348"/>
                </a:lnTo>
                <a:lnTo>
                  <a:pt x="291785" y="71212"/>
                </a:lnTo>
                <a:lnTo>
                  <a:pt x="290835" y="71087"/>
                </a:lnTo>
                <a:lnTo>
                  <a:pt x="289876" y="70975"/>
                </a:lnTo>
                <a:lnTo>
                  <a:pt x="288908" y="70874"/>
                </a:lnTo>
                <a:lnTo>
                  <a:pt x="287931" y="70785"/>
                </a:lnTo>
                <a:lnTo>
                  <a:pt x="286944" y="70709"/>
                </a:lnTo>
                <a:lnTo>
                  <a:pt x="285949" y="70643"/>
                </a:lnTo>
                <a:lnTo>
                  <a:pt x="284944" y="70590"/>
                </a:lnTo>
                <a:lnTo>
                  <a:pt x="283930" y="70549"/>
                </a:lnTo>
                <a:lnTo>
                  <a:pt x="282907" y="70519"/>
                </a:lnTo>
                <a:lnTo>
                  <a:pt x="281875" y="70501"/>
                </a:lnTo>
                <a:lnTo>
                  <a:pt x="280834" y="70495"/>
                </a:lnTo>
                <a:lnTo>
                  <a:pt x="279638" y="70505"/>
                </a:lnTo>
                <a:lnTo>
                  <a:pt x="278450" y="70534"/>
                </a:lnTo>
                <a:lnTo>
                  <a:pt x="277271" y="70583"/>
                </a:lnTo>
                <a:lnTo>
                  <a:pt x="276100" y="70650"/>
                </a:lnTo>
                <a:lnTo>
                  <a:pt x="274938" y="70738"/>
                </a:lnTo>
                <a:lnTo>
                  <a:pt x="273785" y="70844"/>
                </a:lnTo>
                <a:lnTo>
                  <a:pt x="272640" y="70970"/>
                </a:lnTo>
                <a:lnTo>
                  <a:pt x="271504" y="71115"/>
                </a:lnTo>
                <a:lnTo>
                  <a:pt x="270376" y="71280"/>
                </a:lnTo>
                <a:lnTo>
                  <a:pt x="269257" y="71464"/>
                </a:lnTo>
                <a:lnTo>
                  <a:pt x="268147" y="71667"/>
                </a:lnTo>
                <a:lnTo>
                  <a:pt x="267045" y="71890"/>
                </a:lnTo>
                <a:lnTo>
                  <a:pt x="265952" y="72132"/>
                </a:lnTo>
                <a:lnTo>
                  <a:pt x="264867" y="72393"/>
                </a:lnTo>
                <a:lnTo>
                  <a:pt x="263791" y="72674"/>
                </a:lnTo>
                <a:lnTo>
                  <a:pt x="262724" y="72974"/>
                </a:lnTo>
                <a:lnTo>
                  <a:pt x="261665" y="73294"/>
                </a:lnTo>
                <a:lnTo>
                  <a:pt x="260615" y="73633"/>
                </a:lnTo>
                <a:lnTo>
                  <a:pt x="259574" y="73991"/>
                </a:lnTo>
                <a:lnTo>
                  <a:pt x="258541" y="74369"/>
                </a:lnTo>
                <a:lnTo>
                  <a:pt x="257516" y="74766"/>
                </a:lnTo>
                <a:lnTo>
                  <a:pt x="256501" y="75182"/>
                </a:lnTo>
                <a:lnTo>
                  <a:pt x="255494" y="75618"/>
                </a:lnTo>
                <a:lnTo>
                  <a:pt x="254495" y="76073"/>
                </a:lnTo>
                <a:lnTo>
                  <a:pt x="253506" y="76545"/>
                </a:lnTo>
                <a:lnTo>
                  <a:pt x="252529" y="77033"/>
                </a:lnTo>
                <a:lnTo>
                  <a:pt x="251562" y="77535"/>
                </a:lnTo>
                <a:lnTo>
                  <a:pt x="250607" y="78053"/>
                </a:lnTo>
                <a:lnTo>
                  <a:pt x="249662" y="78585"/>
                </a:lnTo>
                <a:lnTo>
                  <a:pt x="248729" y="79133"/>
                </a:lnTo>
                <a:lnTo>
                  <a:pt x="247806" y="79696"/>
                </a:lnTo>
                <a:lnTo>
                  <a:pt x="246895" y="80274"/>
                </a:lnTo>
                <a:lnTo>
                  <a:pt x="245994" y="80866"/>
                </a:lnTo>
                <a:lnTo>
                  <a:pt x="245105" y="81474"/>
                </a:lnTo>
                <a:lnTo>
                  <a:pt x="244226" y="82097"/>
                </a:lnTo>
                <a:lnTo>
                  <a:pt x="243359" y="82735"/>
                </a:lnTo>
                <a:lnTo>
                  <a:pt x="242503" y="83388"/>
                </a:lnTo>
                <a:lnTo>
                  <a:pt x="241658" y="84057"/>
                </a:lnTo>
                <a:lnTo>
                  <a:pt x="240823" y="84740"/>
                </a:lnTo>
                <a:lnTo>
                  <a:pt x="240000" y="85438"/>
                </a:lnTo>
                <a:lnTo>
                  <a:pt x="239188" y="86151"/>
                </a:lnTo>
                <a:lnTo>
                  <a:pt x="238387" y="86880"/>
                </a:lnTo>
                <a:lnTo>
                  <a:pt x="237597" y="87623"/>
                </a:lnTo>
                <a:lnTo>
                  <a:pt x="236817" y="88382"/>
                </a:lnTo>
                <a:lnTo>
                  <a:pt x="236049" y="89155"/>
                </a:lnTo>
                <a:lnTo>
                  <a:pt x="235292" y="89944"/>
                </a:lnTo>
                <a:lnTo>
                  <a:pt x="234546" y="90748"/>
                </a:lnTo>
                <a:lnTo>
                  <a:pt x="233811" y="91567"/>
                </a:lnTo>
                <a:lnTo>
                  <a:pt x="233088" y="92398"/>
                </a:lnTo>
                <a:lnTo>
                  <a:pt x="232378" y="93241"/>
                </a:lnTo>
                <a:lnTo>
                  <a:pt x="231680" y="94094"/>
                </a:lnTo>
                <a:lnTo>
                  <a:pt x="230994" y="94958"/>
                </a:lnTo>
                <a:lnTo>
                  <a:pt x="230322" y="95833"/>
                </a:lnTo>
                <a:lnTo>
                  <a:pt x="229662" y="96718"/>
                </a:lnTo>
                <a:lnTo>
                  <a:pt x="229015" y="97615"/>
                </a:lnTo>
                <a:lnTo>
                  <a:pt x="228380" y="98522"/>
                </a:lnTo>
                <a:lnTo>
                  <a:pt x="227758" y="99439"/>
                </a:lnTo>
                <a:lnTo>
                  <a:pt x="227149" y="100368"/>
                </a:lnTo>
                <a:lnTo>
                  <a:pt x="226552" y="101307"/>
                </a:lnTo>
                <a:lnTo>
                  <a:pt x="226137" y="101982"/>
                </a:lnTo>
                <a:lnTo>
                  <a:pt x="225522" y="73594"/>
                </a:lnTo>
                <a:lnTo>
                  <a:pt x="207860" y="73594"/>
                </a:lnTo>
                <a:lnTo>
                  <a:pt x="207860" y="241234"/>
                </a:lnTo>
                <a:lnTo>
                  <a:pt x="226297" y="241234"/>
                </a:lnTo>
                <a:lnTo>
                  <a:pt x="226297" y="126234"/>
                </a:lnTo>
                <a:lnTo>
                  <a:pt x="226603" y="125390"/>
                </a:lnTo>
                <a:lnTo>
                  <a:pt x="226928" y="124529"/>
                </a:lnTo>
                <a:close/>
                <a:moveTo>
                  <a:pt x="139381" y="174795"/>
                </a:moveTo>
                <a:lnTo>
                  <a:pt x="139260" y="176334"/>
                </a:lnTo>
                <a:lnTo>
                  <a:pt x="139112" y="177851"/>
                </a:lnTo>
                <a:lnTo>
                  <a:pt x="138938" y="179346"/>
                </a:lnTo>
                <a:lnTo>
                  <a:pt x="138736" y="180818"/>
                </a:lnTo>
                <a:lnTo>
                  <a:pt x="138507" y="182268"/>
                </a:lnTo>
                <a:lnTo>
                  <a:pt x="138252" y="183695"/>
                </a:lnTo>
                <a:lnTo>
                  <a:pt x="137969" y="185101"/>
                </a:lnTo>
                <a:lnTo>
                  <a:pt x="137660" y="186484"/>
                </a:lnTo>
                <a:lnTo>
                  <a:pt x="137324" y="187844"/>
                </a:lnTo>
                <a:lnTo>
                  <a:pt x="136961" y="189183"/>
                </a:lnTo>
                <a:lnTo>
                  <a:pt x="136570" y="190499"/>
                </a:lnTo>
                <a:lnTo>
                  <a:pt x="136154" y="191792"/>
                </a:lnTo>
                <a:lnTo>
                  <a:pt x="135710" y="193064"/>
                </a:lnTo>
                <a:lnTo>
                  <a:pt x="135239" y="194313"/>
                </a:lnTo>
                <a:lnTo>
                  <a:pt x="134741" y="195540"/>
                </a:lnTo>
                <a:lnTo>
                  <a:pt x="134217" y="196744"/>
                </a:lnTo>
                <a:lnTo>
                  <a:pt x="133665" y="197926"/>
                </a:lnTo>
                <a:lnTo>
                  <a:pt x="133087" y="199086"/>
                </a:lnTo>
                <a:lnTo>
                  <a:pt x="132482" y="200223"/>
                </a:lnTo>
                <a:lnTo>
                  <a:pt x="131850" y="201338"/>
                </a:lnTo>
                <a:lnTo>
                  <a:pt x="131194" y="202431"/>
                </a:lnTo>
                <a:lnTo>
                  <a:pt x="130518" y="203500"/>
                </a:lnTo>
                <a:lnTo>
                  <a:pt x="129821" y="204547"/>
                </a:lnTo>
                <a:lnTo>
                  <a:pt x="129104" y="205571"/>
                </a:lnTo>
                <a:lnTo>
                  <a:pt x="128366" y="206572"/>
                </a:lnTo>
                <a:lnTo>
                  <a:pt x="127608" y="207550"/>
                </a:lnTo>
                <a:lnTo>
                  <a:pt x="126830" y="208505"/>
                </a:lnTo>
                <a:lnTo>
                  <a:pt x="126031" y="209438"/>
                </a:lnTo>
                <a:lnTo>
                  <a:pt x="125212" y="210347"/>
                </a:lnTo>
                <a:lnTo>
                  <a:pt x="124372" y="211234"/>
                </a:lnTo>
                <a:lnTo>
                  <a:pt x="123512" y="212098"/>
                </a:lnTo>
                <a:lnTo>
                  <a:pt x="122631" y="212939"/>
                </a:lnTo>
                <a:lnTo>
                  <a:pt x="121730" y="213757"/>
                </a:lnTo>
                <a:lnTo>
                  <a:pt x="120809" y="214552"/>
                </a:lnTo>
                <a:lnTo>
                  <a:pt x="119867" y="215325"/>
                </a:lnTo>
                <a:lnTo>
                  <a:pt x="118904" y="216074"/>
                </a:lnTo>
                <a:lnTo>
                  <a:pt x="117921" y="216801"/>
                </a:lnTo>
                <a:lnTo>
                  <a:pt x="116918" y="217505"/>
                </a:lnTo>
                <a:lnTo>
                  <a:pt x="115894" y="218186"/>
                </a:lnTo>
                <a:lnTo>
                  <a:pt x="114850" y="218844"/>
                </a:lnTo>
                <a:lnTo>
                  <a:pt x="113785" y="219479"/>
                </a:lnTo>
                <a:lnTo>
                  <a:pt x="112700" y="220091"/>
                </a:lnTo>
                <a:lnTo>
                  <a:pt x="111595" y="220681"/>
                </a:lnTo>
                <a:lnTo>
                  <a:pt x="110469" y="221247"/>
                </a:lnTo>
                <a:lnTo>
                  <a:pt x="109326" y="221791"/>
                </a:lnTo>
                <a:lnTo>
                  <a:pt x="108169" y="222311"/>
                </a:lnTo>
                <a:lnTo>
                  <a:pt x="107000" y="222809"/>
                </a:lnTo>
                <a:lnTo>
                  <a:pt x="105816" y="223283"/>
                </a:lnTo>
                <a:lnTo>
                  <a:pt x="104620" y="223734"/>
                </a:lnTo>
                <a:lnTo>
                  <a:pt x="103410" y="224162"/>
                </a:lnTo>
                <a:lnTo>
                  <a:pt x="102186" y="224567"/>
                </a:lnTo>
                <a:lnTo>
                  <a:pt x="100949" y="224949"/>
                </a:lnTo>
                <a:lnTo>
                  <a:pt x="99698" y="225307"/>
                </a:lnTo>
                <a:lnTo>
                  <a:pt x="98434" y="225643"/>
                </a:lnTo>
                <a:lnTo>
                  <a:pt x="97157" y="225955"/>
                </a:lnTo>
                <a:lnTo>
                  <a:pt x="95866" y="226244"/>
                </a:lnTo>
                <a:lnTo>
                  <a:pt x="94562" y="226510"/>
                </a:lnTo>
                <a:lnTo>
                  <a:pt x="93244" y="226753"/>
                </a:lnTo>
                <a:lnTo>
                  <a:pt x="91913" y="226973"/>
                </a:lnTo>
                <a:lnTo>
                  <a:pt x="90568" y="227169"/>
                </a:lnTo>
                <a:lnTo>
                  <a:pt x="89210" y="227343"/>
                </a:lnTo>
                <a:lnTo>
                  <a:pt x="87839" y="227493"/>
                </a:lnTo>
                <a:lnTo>
                  <a:pt x="86454" y="227620"/>
                </a:lnTo>
                <a:lnTo>
                  <a:pt x="85055" y="227725"/>
                </a:lnTo>
                <a:lnTo>
                  <a:pt x="83643" y="227805"/>
                </a:lnTo>
                <a:lnTo>
                  <a:pt x="82218" y="227863"/>
                </a:lnTo>
                <a:lnTo>
                  <a:pt x="80779" y="227898"/>
                </a:lnTo>
                <a:lnTo>
                  <a:pt x="79327" y="227910"/>
                </a:lnTo>
                <a:lnTo>
                  <a:pt x="77875" y="227898"/>
                </a:lnTo>
                <a:lnTo>
                  <a:pt x="76436" y="227863"/>
                </a:lnTo>
                <a:lnTo>
                  <a:pt x="75010" y="227805"/>
                </a:lnTo>
                <a:lnTo>
                  <a:pt x="73598" y="227725"/>
                </a:lnTo>
                <a:lnTo>
                  <a:pt x="72200" y="227620"/>
                </a:lnTo>
                <a:lnTo>
                  <a:pt x="70815" y="227493"/>
                </a:lnTo>
                <a:lnTo>
                  <a:pt x="69443" y="227343"/>
                </a:lnTo>
                <a:lnTo>
                  <a:pt x="68085" y="227169"/>
                </a:lnTo>
                <a:lnTo>
                  <a:pt x="66741" y="226973"/>
                </a:lnTo>
                <a:lnTo>
                  <a:pt x="65410" y="226753"/>
                </a:lnTo>
                <a:lnTo>
                  <a:pt x="64092" y="226510"/>
                </a:lnTo>
                <a:lnTo>
                  <a:pt x="62787" y="226244"/>
                </a:lnTo>
                <a:lnTo>
                  <a:pt x="61497" y="225955"/>
                </a:lnTo>
                <a:lnTo>
                  <a:pt x="60219" y="225643"/>
                </a:lnTo>
                <a:lnTo>
                  <a:pt x="58955" y="225307"/>
                </a:lnTo>
                <a:lnTo>
                  <a:pt x="57705" y="224949"/>
                </a:lnTo>
                <a:lnTo>
                  <a:pt x="56468" y="224567"/>
                </a:lnTo>
                <a:lnTo>
                  <a:pt x="55244" y="224162"/>
                </a:lnTo>
                <a:lnTo>
                  <a:pt x="54034" y="223734"/>
                </a:lnTo>
                <a:lnTo>
                  <a:pt x="52837" y="223283"/>
                </a:lnTo>
                <a:lnTo>
                  <a:pt x="51654" y="222809"/>
                </a:lnTo>
                <a:lnTo>
                  <a:pt x="50484" y="222311"/>
                </a:lnTo>
                <a:lnTo>
                  <a:pt x="49328" y="221791"/>
                </a:lnTo>
                <a:lnTo>
                  <a:pt x="48185" y="221247"/>
                </a:lnTo>
                <a:lnTo>
                  <a:pt x="47059" y="220681"/>
                </a:lnTo>
                <a:lnTo>
                  <a:pt x="45953" y="220091"/>
                </a:lnTo>
                <a:lnTo>
                  <a:pt x="44867" y="219479"/>
                </a:lnTo>
                <a:lnTo>
                  <a:pt x="43801" y="218844"/>
                </a:lnTo>
                <a:lnTo>
                  <a:pt x="42756" y="218186"/>
                </a:lnTo>
                <a:lnTo>
                  <a:pt x="41731" y="217505"/>
                </a:lnTo>
                <a:lnTo>
                  <a:pt x="40726" y="216801"/>
                </a:lnTo>
                <a:lnTo>
                  <a:pt x="39741" y="216074"/>
                </a:lnTo>
                <a:lnTo>
                  <a:pt x="38776" y="215325"/>
                </a:lnTo>
                <a:lnTo>
                  <a:pt x="37832" y="214552"/>
                </a:lnTo>
                <a:lnTo>
                  <a:pt x="36907" y="213757"/>
                </a:lnTo>
                <a:lnTo>
                  <a:pt x="36003" y="212939"/>
                </a:lnTo>
                <a:lnTo>
                  <a:pt x="35119" y="212098"/>
                </a:lnTo>
                <a:lnTo>
                  <a:pt x="34255" y="211234"/>
                </a:lnTo>
                <a:lnTo>
                  <a:pt x="33412" y="210347"/>
                </a:lnTo>
                <a:lnTo>
                  <a:pt x="32588" y="209438"/>
                </a:lnTo>
                <a:lnTo>
                  <a:pt x="31785" y="208505"/>
                </a:lnTo>
                <a:lnTo>
                  <a:pt x="31002" y="207550"/>
                </a:lnTo>
                <a:lnTo>
                  <a:pt x="30239" y="206572"/>
                </a:lnTo>
                <a:lnTo>
                  <a:pt x="29496" y="205571"/>
                </a:lnTo>
                <a:lnTo>
                  <a:pt x="28773" y="204547"/>
                </a:lnTo>
                <a:lnTo>
                  <a:pt x="28071" y="203500"/>
                </a:lnTo>
                <a:lnTo>
                  <a:pt x="27388" y="202431"/>
                </a:lnTo>
                <a:lnTo>
                  <a:pt x="26726" y="201338"/>
                </a:lnTo>
                <a:lnTo>
                  <a:pt x="26088" y="200223"/>
                </a:lnTo>
                <a:lnTo>
                  <a:pt x="25477" y="199086"/>
                </a:lnTo>
                <a:lnTo>
                  <a:pt x="24893" y="197926"/>
                </a:lnTo>
                <a:lnTo>
                  <a:pt x="24336" y="196744"/>
                </a:lnTo>
                <a:lnTo>
                  <a:pt x="23806" y="195540"/>
                </a:lnTo>
                <a:lnTo>
                  <a:pt x="23303" y="194313"/>
                </a:lnTo>
                <a:lnTo>
                  <a:pt x="22828" y="193064"/>
                </a:lnTo>
                <a:lnTo>
                  <a:pt x="22380" y="191792"/>
                </a:lnTo>
                <a:lnTo>
                  <a:pt x="21958" y="190499"/>
                </a:lnTo>
                <a:lnTo>
                  <a:pt x="21564" y="189183"/>
                </a:lnTo>
                <a:lnTo>
                  <a:pt x="21198" y="187844"/>
                </a:lnTo>
                <a:lnTo>
                  <a:pt x="20858" y="186484"/>
                </a:lnTo>
                <a:lnTo>
                  <a:pt x="20546" y="185101"/>
                </a:lnTo>
                <a:lnTo>
                  <a:pt x="20260" y="183695"/>
                </a:lnTo>
                <a:lnTo>
                  <a:pt x="20002" y="182268"/>
                </a:lnTo>
                <a:lnTo>
                  <a:pt x="19771" y="180818"/>
                </a:lnTo>
                <a:lnTo>
                  <a:pt x="19568" y="179346"/>
                </a:lnTo>
                <a:lnTo>
                  <a:pt x="19391" y="177851"/>
                </a:lnTo>
                <a:lnTo>
                  <a:pt x="19242" y="176334"/>
                </a:lnTo>
                <a:lnTo>
                  <a:pt x="19119" y="174795"/>
                </a:lnTo>
                <a:lnTo>
                  <a:pt x="19024" y="173233"/>
                </a:lnTo>
                <a:lnTo>
                  <a:pt x="18956" y="171649"/>
                </a:lnTo>
                <a:lnTo>
                  <a:pt x="18916" y="170043"/>
                </a:lnTo>
                <a:lnTo>
                  <a:pt x="18902" y="168414"/>
                </a:lnTo>
                <a:lnTo>
                  <a:pt x="18902" y="15648"/>
                </a:lnTo>
                <a:lnTo>
                  <a:pt x="0" y="15648"/>
                </a:lnTo>
                <a:lnTo>
                  <a:pt x="0" y="168414"/>
                </a:lnTo>
                <a:lnTo>
                  <a:pt x="18" y="170504"/>
                </a:lnTo>
                <a:lnTo>
                  <a:pt x="73" y="172565"/>
                </a:lnTo>
                <a:lnTo>
                  <a:pt x="163" y="174597"/>
                </a:lnTo>
                <a:lnTo>
                  <a:pt x="291" y="176600"/>
                </a:lnTo>
                <a:lnTo>
                  <a:pt x="454" y="178574"/>
                </a:lnTo>
                <a:lnTo>
                  <a:pt x="654" y="180519"/>
                </a:lnTo>
                <a:lnTo>
                  <a:pt x="890" y="182434"/>
                </a:lnTo>
                <a:lnTo>
                  <a:pt x="1162" y="184321"/>
                </a:lnTo>
                <a:lnTo>
                  <a:pt x="1471" y="186179"/>
                </a:lnTo>
                <a:lnTo>
                  <a:pt x="1816" y="188007"/>
                </a:lnTo>
                <a:lnTo>
                  <a:pt x="2197" y="189807"/>
                </a:lnTo>
                <a:lnTo>
                  <a:pt x="2615" y="191577"/>
                </a:lnTo>
                <a:lnTo>
                  <a:pt x="3068" y="193319"/>
                </a:lnTo>
                <a:lnTo>
                  <a:pt x="3559" y="195031"/>
                </a:lnTo>
                <a:lnTo>
                  <a:pt x="4085" y="196714"/>
                </a:lnTo>
                <a:lnTo>
                  <a:pt x="4648" y="198369"/>
                </a:lnTo>
                <a:lnTo>
                  <a:pt x="5247" y="199994"/>
                </a:lnTo>
                <a:lnTo>
                  <a:pt x="5883" y="201590"/>
                </a:lnTo>
                <a:lnTo>
                  <a:pt x="6554" y="203157"/>
                </a:lnTo>
                <a:lnTo>
                  <a:pt x="7263" y="204695"/>
                </a:lnTo>
                <a:lnTo>
                  <a:pt x="8007" y="206204"/>
                </a:lnTo>
                <a:lnTo>
                  <a:pt x="8788" y="207684"/>
                </a:lnTo>
                <a:lnTo>
                  <a:pt x="9605" y="209135"/>
                </a:lnTo>
                <a:lnTo>
                  <a:pt x="10458" y="210557"/>
                </a:lnTo>
                <a:lnTo>
                  <a:pt x="11343" y="211950"/>
                </a:lnTo>
                <a:lnTo>
                  <a:pt x="12253" y="213313"/>
                </a:lnTo>
                <a:lnTo>
                  <a:pt x="13190" y="214647"/>
                </a:lnTo>
                <a:lnTo>
                  <a:pt x="14153" y="215952"/>
                </a:lnTo>
                <a:lnTo>
                  <a:pt x="15142" y="217227"/>
                </a:lnTo>
                <a:lnTo>
                  <a:pt x="16157" y="218473"/>
                </a:lnTo>
                <a:lnTo>
                  <a:pt x="17198" y="219690"/>
                </a:lnTo>
                <a:lnTo>
                  <a:pt x="18265" y="220877"/>
                </a:lnTo>
                <a:lnTo>
                  <a:pt x="19358" y="222035"/>
                </a:lnTo>
                <a:lnTo>
                  <a:pt x="20478" y="223164"/>
                </a:lnTo>
                <a:lnTo>
                  <a:pt x="21623" y="224264"/>
                </a:lnTo>
                <a:lnTo>
                  <a:pt x="22795" y="225334"/>
                </a:lnTo>
                <a:lnTo>
                  <a:pt x="23992" y="226375"/>
                </a:lnTo>
                <a:lnTo>
                  <a:pt x="25216" y="227386"/>
                </a:lnTo>
                <a:lnTo>
                  <a:pt x="26466" y="228368"/>
                </a:lnTo>
                <a:lnTo>
                  <a:pt x="27742" y="229321"/>
                </a:lnTo>
                <a:lnTo>
                  <a:pt x="29044" y="230245"/>
                </a:lnTo>
                <a:lnTo>
                  <a:pt x="30372" y="231139"/>
                </a:lnTo>
                <a:lnTo>
                  <a:pt x="31726" y="232004"/>
                </a:lnTo>
                <a:lnTo>
                  <a:pt x="33107" y="232840"/>
                </a:lnTo>
                <a:lnTo>
                  <a:pt x="34513" y="233646"/>
                </a:lnTo>
                <a:lnTo>
                  <a:pt x="35945" y="234423"/>
                </a:lnTo>
                <a:lnTo>
                  <a:pt x="37404" y="235170"/>
                </a:lnTo>
                <a:lnTo>
                  <a:pt x="38889" y="235889"/>
                </a:lnTo>
                <a:lnTo>
                  <a:pt x="40394" y="236578"/>
                </a:lnTo>
                <a:lnTo>
                  <a:pt x="41915" y="237237"/>
                </a:lnTo>
                <a:lnTo>
                  <a:pt x="43452" y="237868"/>
                </a:lnTo>
                <a:lnTo>
                  <a:pt x="45004" y="238469"/>
                </a:lnTo>
                <a:lnTo>
                  <a:pt x="46572" y="239041"/>
                </a:lnTo>
                <a:lnTo>
                  <a:pt x="48156" y="239583"/>
                </a:lnTo>
                <a:lnTo>
                  <a:pt x="49755" y="240096"/>
                </a:lnTo>
                <a:lnTo>
                  <a:pt x="51370" y="240580"/>
                </a:lnTo>
                <a:lnTo>
                  <a:pt x="53000" y="241034"/>
                </a:lnTo>
                <a:lnTo>
                  <a:pt x="54646" y="241459"/>
                </a:lnTo>
                <a:lnTo>
                  <a:pt x="56307" y="241855"/>
                </a:lnTo>
                <a:lnTo>
                  <a:pt x="57984" y="242222"/>
                </a:lnTo>
                <a:lnTo>
                  <a:pt x="59677" y="242559"/>
                </a:lnTo>
                <a:lnTo>
                  <a:pt x="61386" y="242867"/>
                </a:lnTo>
                <a:lnTo>
                  <a:pt x="63109" y="243145"/>
                </a:lnTo>
                <a:lnTo>
                  <a:pt x="64849" y="243394"/>
                </a:lnTo>
                <a:lnTo>
                  <a:pt x="66604" y="243614"/>
                </a:lnTo>
                <a:lnTo>
                  <a:pt x="68375" y="243805"/>
                </a:lnTo>
                <a:lnTo>
                  <a:pt x="70161" y="243966"/>
                </a:lnTo>
                <a:lnTo>
                  <a:pt x="71963" y="244098"/>
                </a:lnTo>
                <a:lnTo>
                  <a:pt x="73781" y="244201"/>
                </a:lnTo>
                <a:lnTo>
                  <a:pt x="75614" y="244274"/>
                </a:lnTo>
                <a:lnTo>
                  <a:pt x="77462" y="244318"/>
                </a:lnTo>
                <a:lnTo>
                  <a:pt x="79327" y="244333"/>
                </a:lnTo>
                <a:lnTo>
                  <a:pt x="81141" y="244318"/>
                </a:lnTo>
                <a:lnTo>
                  <a:pt x="82941" y="244274"/>
                </a:lnTo>
                <a:lnTo>
                  <a:pt x="84729" y="244201"/>
                </a:lnTo>
                <a:lnTo>
                  <a:pt x="86503" y="244098"/>
                </a:lnTo>
                <a:lnTo>
                  <a:pt x="88264" y="243966"/>
                </a:lnTo>
                <a:lnTo>
                  <a:pt x="90012" y="243805"/>
                </a:lnTo>
                <a:lnTo>
                  <a:pt x="91747" y="243614"/>
                </a:lnTo>
                <a:lnTo>
                  <a:pt x="93469" y="243394"/>
                </a:lnTo>
                <a:lnTo>
                  <a:pt x="95177" y="243145"/>
                </a:lnTo>
                <a:lnTo>
                  <a:pt x="96873" y="242867"/>
                </a:lnTo>
                <a:lnTo>
                  <a:pt x="98555" y="242559"/>
                </a:lnTo>
                <a:lnTo>
                  <a:pt x="100224" y="242222"/>
                </a:lnTo>
                <a:lnTo>
                  <a:pt x="101879" y="241855"/>
                </a:lnTo>
                <a:lnTo>
                  <a:pt x="103522" y="241459"/>
                </a:lnTo>
                <a:lnTo>
                  <a:pt x="105151" y="241034"/>
                </a:lnTo>
                <a:lnTo>
                  <a:pt x="106768" y="240580"/>
                </a:lnTo>
                <a:lnTo>
                  <a:pt x="108371" y="240096"/>
                </a:lnTo>
                <a:lnTo>
                  <a:pt x="109960" y="239583"/>
                </a:lnTo>
                <a:lnTo>
                  <a:pt x="111537" y="239041"/>
                </a:lnTo>
                <a:lnTo>
                  <a:pt x="113100" y="238469"/>
                </a:lnTo>
                <a:lnTo>
                  <a:pt x="114651" y="237868"/>
                </a:lnTo>
                <a:lnTo>
                  <a:pt x="116188" y="237237"/>
                </a:lnTo>
                <a:lnTo>
                  <a:pt x="117712" y="236578"/>
                </a:lnTo>
                <a:lnTo>
                  <a:pt x="119223" y="235889"/>
                </a:lnTo>
                <a:lnTo>
                  <a:pt x="120714" y="235170"/>
                </a:lnTo>
                <a:lnTo>
                  <a:pt x="122180" y="234423"/>
                </a:lnTo>
                <a:lnTo>
                  <a:pt x="123620" y="233646"/>
                </a:lnTo>
                <a:lnTo>
                  <a:pt x="125035" y="232840"/>
                </a:lnTo>
                <a:lnTo>
                  <a:pt x="126424" y="232004"/>
                </a:lnTo>
                <a:lnTo>
                  <a:pt x="127788" y="231139"/>
                </a:lnTo>
                <a:lnTo>
                  <a:pt x="129126" y="230245"/>
                </a:lnTo>
                <a:lnTo>
                  <a:pt x="130438" y="229321"/>
                </a:lnTo>
                <a:lnTo>
                  <a:pt x="131725" y="228368"/>
                </a:lnTo>
                <a:lnTo>
                  <a:pt x="132987" y="227386"/>
                </a:lnTo>
                <a:lnTo>
                  <a:pt x="134222" y="226375"/>
                </a:lnTo>
                <a:lnTo>
                  <a:pt x="135433" y="225334"/>
                </a:lnTo>
                <a:lnTo>
                  <a:pt x="136617" y="224264"/>
                </a:lnTo>
                <a:lnTo>
                  <a:pt x="137777" y="223164"/>
                </a:lnTo>
                <a:lnTo>
                  <a:pt x="138910" y="222035"/>
                </a:lnTo>
                <a:lnTo>
                  <a:pt x="140018" y="220877"/>
                </a:lnTo>
                <a:lnTo>
                  <a:pt x="141101" y="219690"/>
                </a:lnTo>
                <a:lnTo>
                  <a:pt x="142158" y="218473"/>
                </a:lnTo>
                <a:lnTo>
                  <a:pt x="143189" y="217227"/>
                </a:lnTo>
                <a:lnTo>
                  <a:pt x="144195" y="215952"/>
                </a:lnTo>
                <a:lnTo>
                  <a:pt x="145175" y="214647"/>
                </a:lnTo>
                <a:lnTo>
                  <a:pt x="146130" y="213313"/>
                </a:lnTo>
                <a:lnTo>
                  <a:pt x="147059" y="211950"/>
                </a:lnTo>
                <a:lnTo>
                  <a:pt x="147963" y="210557"/>
                </a:lnTo>
                <a:lnTo>
                  <a:pt x="148835" y="209135"/>
                </a:lnTo>
                <a:lnTo>
                  <a:pt x="149671" y="207684"/>
                </a:lnTo>
                <a:lnTo>
                  <a:pt x="150469" y="206204"/>
                </a:lnTo>
                <a:lnTo>
                  <a:pt x="151230" y="204695"/>
                </a:lnTo>
                <a:lnTo>
                  <a:pt x="151953" y="203157"/>
                </a:lnTo>
                <a:lnTo>
                  <a:pt x="152640" y="201590"/>
                </a:lnTo>
                <a:lnTo>
                  <a:pt x="153290" y="199994"/>
                </a:lnTo>
                <a:lnTo>
                  <a:pt x="153902" y="198369"/>
                </a:lnTo>
                <a:lnTo>
                  <a:pt x="154478" y="196714"/>
                </a:lnTo>
                <a:lnTo>
                  <a:pt x="155016" y="195031"/>
                </a:lnTo>
                <a:lnTo>
                  <a:pt x="155517" y="193319"/>
                </a:lnTo>
                <a:lnTo>
                  <a:pt x="155981" y="191577"/>
                </a:lnTo>
                <a:lnTo>
                  <a:pt x="156408" y="189807"/>
                </a:lnTo>
                <a:lnTo>
                  <a:pt x="156798" y="188007"/>
                </a:lnTo>
                <a:lnTo>
                  <a:pt x="157150" y="186179"/>
                </a:lnTo>
                <a:lnTo>
                  <a:pt x="157466" y="184321"/>
                </a:lnTo>
                <a:lnTo>
                  <a:pt x="157744" y="182434"/>
                </a:lnTo>
                <a:lnTo>
                  <a:pt x="157985" y="180519"/>
                </a:lnTo>
                <a:lnTo>
                  <a:pt x="158190" y="178574"/>
                </a:lnTo>
                <a:lnTo>
                  <a:pt x="158357" y="176600"/>
                </a:lnTo>
                <a:lnTo>
                  <a:pt x="158487" y="174597"/>
                </a:lnTo>
                <a:lnTo>
                  <a:pt x="158579" y="172565"/>
                </a:lnTo>
                <a:lnTo>
                  <a:pt x="158635" y="170504"/>
                </a:lnTo>
                <a:lnTo>
                  <a:pt x="158654" y="168414"/>
                </a:lnTo>
                <a:lnTo>
                  <a:pt x="158654" y="15648"/>
                </a:lnTo>
                <a:lnTo>
                  <a:pt x="139597" y="15648"/>
                </a:lnTo>
                <a:lnTo>
                  <a:pt x="139597" y="168414"/>
                </a:lnTo>
                <a:lnTo>
                  <a:pt x="139583" y="170043"/>
                </a:lnTo>
                <a:lnTo>
                  <a:pt x="139543" y="171649"/>
                </a:lnTo>
                <a:lnTo>
                  <a:pt x="139476" y="173233"/>
                </a:lnTo>
                <a:lnTo>
                  <a:pt x="139381" y="174795"/>
                </a:lnTo>
                <a:close/>
                <a:moveTo>
                  <a:pt x="684968" y="143038"/>
                </a:moveTo>
                <a:lnTo>
                  <a:pt x="684915" y="141668"/>
                </a:lnTo>
                <a:lnTo>
                  <a:pt x="684848" y="140307"/>
                </a:lnTo>
                <a:lnTo>
                  <a:pt x="684765" y="138957"/>
                </a:lnTo>
                <a:lnTo>
                  <a:pt x="684667" y="137617"/>
                </a:lnTo>
                <a:lnTo>
                  <a:pt x="684554" y="136286"/>
                </a:lnTo>
                <a:lnTo>
                  <a:pt x="684426" y="134966"/>
                </a:lnTo>
                <a:lnTo>
                  <a:pt x="684283" y="133655"/>
                </a:lnTo>
                <a:lnTo>
                  <a:pt x="684125" y="132355"/>
                </a:lnTo>
                <a:lnTo>
                  <a:pt x="683951" y="131064"/>
                </a:lnTo>
                <a:lnTo>
                  <a:pt x="683763" y="129784"/>
                </a:lnTo>
                <a:lnTo>
                  <a:pt x="683560" y="128513"/>
                </a:lnTo>
                <a:lnTo>
                  <a:pt x="683341" y="127252"/>
                </a:lnTo>
                <a:lnTo>
                  <a:pt x="683108" y="126001"/>
                </a:lnTo>
                <a:lnTo>
                  <a:pt x="682859" y="124760"/>
                </a:lnTo>
                <a:lnTo>
                  <a:pt x="682596" y="123529"/>
                </a:lnTo>
                <a:lnTo>
                  <a:pt x="682317" y="122308"/>
                </a:lnTo>
                <a:lnTo>
                  <a:pt x="682023" y="121097"/>
                </a:lnTo>
                <a:lnTo>
                  <a:pt x="681714" y="119896"/>
                </a:lnTo>
                <a:lnTo>
                  <a:pt x="681391" y="118704"/>
                </a:lnTo>
                <a:lnTo>
                  <a:pt x="681052" y="117523"/>
                </a:lnTo>
                <a:lnTo>
                  <a:pt x="680698" y="116351"/>
                </a:lnTo>
                <a:lnTo>
                  <a:pt x="680329" y="115191"/>
                </a:lnTo>
                <a:lnTo>
                  <a:pt x="679946" y="114044"/>
                </a:lnTo>
                <a:lnTo>
                  <a:pt x="679548" y="112910"/>
                </a:lnTo>
                <a:lnTo>
                  <a:pt x="679135" y="111789"/>
                </a:lnTo>
                <a:lnTo>
                  <a:pt x="678709" y="110680"/>
                </a:lnTo>
                <a:lnTo>
                  <a:pt x="678267" y="109585"/>
                </a:lnTo>
                <a:lnTo>
                  <a:pt x="677811" y="108502"/>
                </a:lnTo>
                <a:lnTo>
                  <a:pt x="677341" y="107432"/>
                </a:lnTo>
                <a:lnTo>
                  <a:pt x="676856" y="106376"/>
                </a:lnTo>
                <a:lnTo>
                  <a:pt x="676356" y="105332"/>
                </a:lnTo>
                <a:lnTo>
                  <a:pt x="675842" y="104301"/>
                </a:lnTo>
                <a:lnTo>
                  <a:pt x="675314" y="103282"/>
                </a:lnTo>
                <a:lnTo>
                  <a:pt x="674771" y="102277"/>
                </a:lnTo>
                <a:lnTo>
                  <a:pt x="674213" y="101285"/>
                </a:lnTo>
                <a:lnTo>
                  <a:pt x="673641" y="100305"/>
                </a:lnTo>
                <a:lnTo>
                  <a:pt x="673054" y="99339"/>
                </a:lnTo>
                <a:lnTo>
                  <a:pt x="672453" y="98385"/>
                </a:lnTo>
                <a:lnTo>
                  <a:pt x="671837" y="97444"/>
                </a:lnTo>
                <a:lnTo>
                  <a:pt x="671207" y="96516"/>
                </a:lnTo>
                <a:lnTo>
                  <a:pt x="670562" y="95601"/>
                </a:lnTo>
                <a:lnTo>
                  <a:pt x="669903" y="94699"/>
                </a:lnTo>
                <a:lnTo>
                  <a:pt x="669229" y="93810"/>
                </a:lnTo>
                <a:lnTo>
                  <a:pt x="668541" y="92934"/>
                </a:lnTo>
                <a:lnTo>
                  <a:pt x="667838" y="92070"/>
                </a:lnTo>
                <a:lnTo>
                  <a:pt x="667121" y="91221"/>
                </a:lnTo>
                <a:lnTo>
                  <a:pt x="666392" y="90388"/>
                </a:lnTo>
                <a:lnTo>
                  <a:pt x="665648" y="89572"/>
                </a:lnTo>
                <a:lnTo>
                  <a:pt x="664892" y="88771"/>
                </a:lnTo>
                <a:lnTo>
                  <a:pt x="664123" y="87987"/>
                </a:lnTo>
                <a:lnTo>
                  <a:pt x="663340" y="87218"/>
                </a:lnTo>
                <a:lnTo>
                  <a:pt x="662544" y="86466"/>
                </a:lnTo>
                <a:lnTo>
                  <a:pt x="661735" y="85730"/>
                </a:lnTo>
                <a:lnTo>
                  <a:pt x="660913" y="85010"/>
                </a:lnTo>
                <a:lnTo>
                  <a:pt x="660078" y="84306"/>
                </a:lnTo>
                <a:lnTo>
                  <a:pt x="659229" y="83618"/>
                </a:lnTo>
                <a:lnTo>
                  <a:pt x="658368" y="82946"/>
                </a:lnTo>
                <a:lnTo>
                  <a:pt x="657493" y="82290"/>
                </a:lnTo>
                <a:lnTo>
                  <a:pt x="656605" y="81651"/>
                </a:lnTo>
                <a:lnTo>
                  <a:pt x="655704" y="81027"/>
                </a:lnTo>
                <a:lnTo>
                  <a:pt x="654789" y="80420"/>
                </a:lnTo>
                <a:lnTo>
                  <a:pt x="653862" y="79829"/>
                </a:lnTo>
                <a:lnTo>
                  <a:pt x="652921" y="79254"/>
                </a:lnTo>
                <a:lnTo>
                  <a:pt x="651967" y="78695"/>
                </a:lnTo>
                <a:lnTo>
                  <a:pt x="651000" y="78152"/>
                </a:lnTo>
                <a:lnTo>
                  <a:pt x="650019" y="77625"/>
                </a:lnTo>
                <a:lnTo>
                  <a:pt x="649026" y="77114"/>
                </a:lnTo>
                <a:lnTo>
                  <a:pt x="648019" y="76619"/>
                </a:lnTo>
                <a:lnTo>
                  <a:pt x="646999" y="76141"/>
                </a:lnTo>
                <a:lnTo>
                  <a:pt x="645967" y="75680"/>
                </a:lnTo>
                <a:lnTo>
                  <a:pt x="644921" y="75239"/>
                </a:lnTo>
                <a:lnTo>
                  <a:pt x="643863" y="74818"/>
                </a:lnTo>
                <a:lnTo>
                  <a:pt x="642792" y="74416"/>
                </a:lnTo>
                <a:lnTo>
                  <a:pt x="641709" y="74034"/>
                </a:lnTo>
                <a:lnTo>
                  <a:pt x="640613" y="73671"/>
                </a:lnTo>
                <a:lnTo>
                  <a:pt x="639504" y="73328"/>
                </a:lnTo>
                <a:lnTo>
                  <a:pt x="638383" y="73005"/>
                </a:lnTo>
                <a:lnTo>
                  <a:pt x="637249" y="72701"/>
                </a:lnTo>
                <a:lnTo>
                  <a:pt x="636103" y="72416"/>
                </a:lnTo>
                <a:lnTo>
                  <a:pt x="634944" y="72152"/>
                </a:lnTo>
                <a:lnTo>
                  <a:pt x="633772" y="71907"/>
                </a:lnTo>
                <a:lnTo>
                  <a:pt x="632587" y="71681"/>
                </a:lnTo>
                <a:lnTo>
                  <a:pt x="631390" y="71476"/>
                </a:lnTo>
                <a:lnTo>
                  <a:pt x="630180" y="71289"/>
                </a:lnTo>
                <a:lnTo>
                  <a:pt x="628958" y="71123"/>
                </a:lnTo>
                <a:lnTo>
                  <a:pt x="627723" y="70976"/>
                </a:lnTo>
                <a:lnTo>
                  <a:pt x="626475" y="70848"/>
                </a:lnTo>
                <a:lnTo>
                  <a:pt x="625215" y="70741"/>
                </a:lnTo>
                <a:lnTo>
                  <a:pt x="623942" y="70652"/>
                </a:lnTo>
                <a:lnTo>
                  <a:pt x="622656" y="70584"/>
                </a:lnTo>
                <a:lnTo>
                  <a:pt x="621358" y="70535"/>
                </a:lnTo>
                <a:lnTo>
                  <a:pt x="620047" y="70505"/>
                </a:lnTo>
                <a:lnTo>
                  <a:pt x="618724" y="70495"/>
                </a:lnTo>
                <a:lnTo>
                  <a:pt x="617525" y="70506"/>
                </a:lnTo>
                <a:lnTo>
                  <a:pt x="616332" y="70536"/>
                </a:lnTo>
                <a:lnTo>
                  <a:pt x="615144" y="70587"/>
                </a:lnTo>
                <a:lnTo>
                  <a:pt x="613962" y="70659"/>
                </a:lnTo>
                <a:lnTo>
                  <a:pt x="612784" y="70751"/>
                </a:lnTo>
                <a:lnTo>
                  <a:pt x="611611" y="70863"/>
                </a:lnTo>
                <a:lnTo>
                  <a:pt x="610444" y="70996"/>
                </a:lnTo>
                <a:lnTo>
                  <a:pt x="609281" y="71150"/>
                </a:lnTo>
                <a:lnTo>
                  <a:pt x="608124" y="71323"/>
                </a:lnTo>
                <a:lnTo>
                  <a:pt x="606972" y="71518"/>
                </a:lnTo>
                <a:lnTo>
                  <a:pt x="605825" y="71732"/>
                </a:lnTo>
                <a:lnTo>
                  <a:pt x="604683" y="71967"/>
                </a:lnTo>
                <a:lnTo>
                  <a:pt x="603546" y="72223"/>
                </a:lnTo>
                <a:lnTo>
                  <a:pt x="602414" y="72499"/>
                </a:lnTo>
                <a:lnTo>
                  <a:pt x="601287" y="72795"/>
                </a:lnTo>
                <a:lnTo>
                  <a:pt x="600166" y="73112"/>
                </a:lnTo>
                <a:lnTo>
                  <a:pt x="599049" y="73449"/>
                </a:lnTo>
                <a:lnTo>
                  <a:pt x="597938" y="73807"/>
                </a:lnTo>
                <a:lnTo>
                  <a:pt x="596832" y="74185"/>
                </a:lnTo>
                <a:lnTo>
                  <a:pt x="595731" y="74584"/>
                </a:lnTo>
                <a:lnTo>
                  <a:pt x="594635" y="75003"/>
                </a:lnTo>
                <a:lnTo>
                  <a:pt x="593544" y="75443"/>
                </a:lnTo>
                <a:lnTo>
                  <a:pt x="592458" y="75903"/>
                </a:lnTo>
                <a:lnTo>
                  <a:pt x="591378" y="76383"/>
                </a:lnTo>
                <a:lnTo>
                  <a:pt x="590305" y="76883"/>
                </a:lnTo>
                <a:lnTo>
                  <a:pt x="589242" y="77401"/>
                </a:lnTo>
                <a:lnTo>
                  <a:pt x="588189" y="77938"/>
                </a:lnTo>
                <a:lnTo>
                  <a:pt x="587147" y="78494"/>
                </a:lnTo>
                <a:lnTo>
                  <a:pt x="586115" y="79068"/>
                </a:lnTo>
                <a:lnTo>
                  <a:pt x="585093" y="79661"/>
                </a:lnTo>
                <a:lnTo>
                  <a:pt x="584081" y="80272"/>
                </a:lnTo>
                <a:lnTo>
                  <a:pt x="583080" y="80902"/>
                </a:lnTo>
                <a:lnTo>
                  <a:pt x="582089" y="81550"/>
                </a:lnTo>
                <a:lnTo>
                  <a:pt x="581108" y="82217"/>
                </a:lnTo>
                <a:lnTo>
                  <a:pt x="580137" y="82903"/>
                </a:lnTo>
                <a:lnTo>
                  <a:pt x="579176" y="83607"/>
                </a:lnTo>
                <a:lnTo>
                  <a:pt x="578226" y="84329"/>
                </a:lnTo>
                <a:lnTo>
                  <a:pt x="577286" y="85071"/>
                </a:lnTo>
                <a:lnTo>
                  <a:pt x="576356" y="85830"/>
                </a:lnTo>
                <a:lnTo>
                  <a:pt x="575437" y="86609"/>
                </a:lnTo>
                <a:lnTo>
                  <a:pt x="574527" y="87406"/>
                </a:lnTo>
                <a:lnTo>
                  <a:pt x="573628" y="88221"/>
                </a:lnTo>
                <a:lnTo>
                  <a:pt x="572739" y="89055"/>
                </a:lnTo>
                <a:lnTo>
                  <a:pt x="571860" y="89908"/>
                </a:lnTo>
                <a:lnTo>
                  <a:pt x="570992" y="90779"/>
                </a:lnTo>
                <a:lnTo>
                  <a:pt x="570133" y="91668"/>
                </a:lnTo>
                <a:lnTo>
                  <a:pt x="569285" y="92577"/>
                </a:lnTo>
                <a:lnTo>
                  <a:pt x="568447" y="93503"/>
                </a:lnTo>
                <a:lnTo>
                  <a:pt x="567622" y="94447"/>
                </a:lnTo>
                <a:lnTo>
                  <a:pt x="566811" y="95406"/>
                </a:lnTo>
                <a:lnTo>
                  <a:pt x="566014" y="96381"/>
                </a:lnTo>
                <a:lnTo>
                  <a:pt x="565232" y="97370"/>
                </a:lnTo>
                <a:lnTo>
                  <a:pt x="564465" y="98375"/>
                </a:lnTo>
                <a:lnTo>
                  <a:pt x="563712" y="99396"/>
                </a:lnTo>
                <a:lnTo>
                  <a:pt x="562974" y="100431"/>
                </a:lnTo>
                <a:lnTo>
                  <a:pt x="562250" y="101483"/>
                </a:lnTo>
                <a:lnTo>
                  <a:pt x="561541" y="102549"/>
                </a:lnTo>
                <a:lnTo>
                  <a:pt x="560846" y="103631"/>
                </a:lnTo>
                <a:lnTo>
                  <a:pt x="560165" y="104728"/>
                </a:lnTo>
                <a:lnTo>
                  <a:pt x="559500" y="105840"/>
                </a:lnTo>
                <a:lnTo>
                  <a:pt x="558849" y="106968"/>
                </a:lnTo>
                <a:lnTo>
                  <a:pt x="558212" y="108111"/>
                </a:lnTo>
                <a:lnTo>
                  <a:pt x="557590" y="109269"/>
                </a:lnTo>
                <a:lnTo>
                  <a:pt x="556982" y="110443"/>
                </a:lnTo>
                <a:lnTo>
                  <a:pt x="556389" y="111632"/>
                </a:lnTo>
                <a:lnTo>
                  <a:pt x="555810" y="112836"/>
                </a:lnTo>
                <a:lnTo>
                  <a:pt x="555246" y="114056"/>
                </a:lnTo>
                <a:lnTo>
                  <a:pt x="554697" y="115291"/>
                </a:lnTo>
                <a:lnTo>
                  <a:pt x="554162" y="116541"/>
                </a:lnTo>
                <a:lnTo>
                  <a:pt x="553641" y="117807"/>
                </a:lnTo>
                <a:lnTo>
                  <a:pt x="553135" y="119088"/>
                </a:lnTo>
                <a:lnTo>
                  <a:pt x="552644" y="120385"/>
                </a:lnTo>
                <a:lnTo>
                  <a:pt x="552170" y="121695"/>
                </a:lnTo>
                <a:lnTo>
                  <a:pt x="551716" y="123018"/>
                </a:lnTo>
                <a:lnTo>
                  <a:pt x="551282" y="124355"/>
                </a:lnTo>
                <a:lnTo>
                  <a:pt x="550869" y="125704"/>
                </a:lnTo>
                <a:lnTo>
                  <a:pt x="550475" y="127066"/>
                </a:lnTo>
                <a:lnTo>
                  <a:pt x="550102" y="128441"/>
                </a:lnTo>
                <a:lnTo>
                  <a:pt x="549749" y="129829"/>
                </a:lnTo>
                <a:lnTo>
                  <a:pt x="549416" y="131230"/>
                </a:lnTo>
                <a:lnTo>
                  <a:pt x="549103" y="132644"/>
                </a:lnTo>
                <a:lnTo>
                  <a:pt x="548811" y="134071"/>
                </a:lnTo>
                <a:lnTo>
                  <a:pt x="548538" y="135510"/>
                </a:lnTo>
                <a:lnTo>
                  <a:pt x="548286" y="136963"/>
                </a:lnTo>
                <a:lnTo>
                  <a:pt x="548054" y="138428"/>
                </a:lnTo>
                <a:lnTo>
                  <a:pt x="547842" y="139906"/>
                </a:lnTo>
                <a:lnTo>
                  <a:pt x="547651" y="141398"/>
                </a:lnTo>
                <a:lnTo>
                  <a:pt x="547479" y="142902"/>
                </a:lnTo>
                <a:lnTo>
                  <a:pt x="547328" y="144419"/>
                </a:lnTo>
                <a:lnTo>
                  <a:pt x="547197" y="145949"/>
                </a:lnTo>
                <a:lnTo>
                  <a:pt x="547086" y="147492"/>
                </a:lnTo>
                <a:lnTo>
                  <a:pt x="546995" y="149048"/>
                </a:lnTo>
                <a:lnTo>
                  <a:pt x="546925" y="150616"/>
                </a:lnTo>
                <a:lnTo>
                  <a:pt x="546874" y="152198"/>
                </a:lnTo>
                <a:lnTo>
                  <a:pt x="546844" y="153792"/>
                </a:lnTo>
                <a:lnTo>
                  <a:pt x="546834" y="155400"/>
                </a:lnTo>
                <a:lnTo>
                  <a:pt x="546834" y="162062"/>
                </a:lnTo>
                <a:lnTo>
                  <a:pt x="546843" y="163555"/>
                </a:lnTo>
                <a:lnTo>
                  <a:pt x="546873" y="165038"/>
                </a:lnTo>
                <a:lnTo>
                  <a:pt x="546921" y="166510"/>
                </a:lnTo>
                <a:lnTo>
                  <a:pt x="546989" y="167973"/>
                </a:lnTo>
                <a:lnTo>
                  <a:pt x="547076" y="169426"/>
                </a:lnTo>
                <a:lnTo>
                  <a:pt x="547182" y="170869"/>
                </a:lnTo>
                <a:lnTo>
                  <a:pt x="547308" y="172302"/>
                </a:lnTo>
                <a:lnTo>
                  <a:pt x="547454" y="173725"/>
                </a:lnTo>
                <a:lnTo>
                  <a:pt x="547618" y="175138"/>
                </a:lnTo>
                <a:lnTo>
                  <a:pt x="547802" y="176542"/>
                </a:lnTo>
                <a:lnTo>
                  <a:pt x="548005" y="177935"/>
                </a:lnTo>
                <a:lnTo>
                  <a:pt x="548228" y="179318"/>
                </a:lnTo>
                <a:lnTo>
                  <a:pt x="548470" y="180691"/>
                </a:lnTo>
                <a:lnTo>
                  <a:pt x="548732" y="182055"/>
                </a:lnTo>
                <a:lnTo>
                  <a:pt x="549013" y="183408"/>
                </a:lnTo>
                <a:lnTo>
                  <a:pt x="549313" y="184752"/>
                </a:lnTo>
                <a:lnTo>
                  <a:pt x="549632" y="186085"/>
                </a:lnTo>
                <a:lnTo>
                  <a:pt x="549971" y="187409"/>
                </a:lnTo>
                <a:lnTo>
                  <a:pt x="550330" y="188722"/>
                </a:lnTo>
                <a:lnTo>
                  <a:pt x="550707" y="190026"/>
                </a:lnTo>
                <a:lnTo>
                  <a:pt x="551104" y="191319"/>
                </a:lnTo>
                <a:lnTo>
                  <a:pt x="551521" y="192603"/>
                </a:lnTo>
                <a:lnTo>
                  <a:pt x="551956" y="193877"/>
                </a:lnTo>
                <a:lnTo>
                  <a:pt x="552411" y="195141"/>
                </a:lnTo>
                <a:lnTo>
                  <a:pt x="552884" y="196393"/>
                </a:lnTo>
                <a:lnTo>
                  <a:pt x="553372" y="197630"/>
                </a:lnTo>
                <a:lnTo>
                  <a:pt x="553876" y="198853"/>
                </a:lnTo>
                <a:lnTo>
                  <a:pt x="554395" y="200062"/>
                </a:lnTo>
                <a:lnTo>
                  <a:pt x="554930" y="201257"/>
                </a:lnTo>
                <a:lnTo>
                  <a:pt x="555481" y="202437"/>
                </a:lnTo>
                <a:lnTo>
                  <a:pt x="556047" y="203603"/>
                </a:lnTo>
                <a:lnTo>
                  <a:pt x="556629" y="204755"/>
                </a:lnTo>
                <a:lnTo>
                  <a:pt x="557227" y="205893"/>
                </a:lnTo>
                <a:lnTo>
                  <a:pt x="557840" y="207016"/>
                </a:lnTo>
                <a:lnTo>
                  <a:pt x="558468" y="208126"/>
                </a:lnTo>
                <a:lnTo>
                  <a:pt x="559112" y="209221"/>
                </a:lnTo>
                <a:lnTo>
                  <a:pt x="559772" y="210301"/>
                </a:lnTo>
                <a:lnTo>
                  <a:pt x="560448" y="211368"/>
                </a:lnTo>
                <a:lnTo>
                  <a:pt x="561139" y="212420"/>
                </a:lnTo>
                <a:lnTo>
                  <a:pt x="561845" y="213458"/>
                </a:lnTo>
                <a:lnTo>
                  <a:pt x="562567" y="214481"/>
                </a:lnTo>
                <a:lnTo>
                  <a:pt x="563305" y="215491"/>
                </a:lnTo>
                <a:lnTo>
                  <a:pt x="564059" y="216486"/>
                </a:lnTo>
                <a:lnTo>
                  <a:pt x="564828" y="217467"/>
                </a:lnTo>
                <a:lnTo>
                  <a:pt x="565612" y="218433"/>
                </a:lnTo>
                <a:lnTo>
                  <a:pt x="566413" y="219385"/>
                </a:lnTo>
                <a:lnTo>
                  <a:pt x="567228" y="220324"/>
                </a:lnTo>
                <a:lnTo>
                  <a:pt x="568060" y="221247"/>
                </a:lnTo>
                <a:lnTo>
                  <a:pt x="568906" y="222155"/>
                </a:lnTo>
                <a:lnTo>
                  <a:pt x="569764" y="223046"/>
                </a:lnTo>
                <a:lnTo>
                  <a:pt x="570636" y="223920"/>
                </a:lnTo>
                <a:lnTo>
                  <a:pt x="571520" y="224776"/>
                </a:lnTo>
                <a:lnTo>
                  <a:pt x="572417" y="225616"/>
                </a:lnTo>
                <a:lnTo>
                  <a:pt x="573328" y="226438"/>
                </a:lnTo>
                <a:lnTo>
                  <a:pt x="574251" y="227242"/>
                </a:lnTo>
                <a:lnTo>
                  <a:pt x="575187" y="228030"/>
                </a:lnTo>
                <a:lnTo>
                  <a:pt x="576136" y="228800"/>
                </a:lnTo>
                <a:lnTo>
                  <a:pt x="577098" y="229554"/>
                </a:lnTo>
                <a:lnTo>
                  <a:pt x="578073" y="230290"/>
                </a:lnTo>
                <a:lnTo>
                  <a:pt x="579060" y="231008"/>
                </a:lnTo>
                <a:lnTo>
                  <a:pt x="580061" y="231710"/>
                </a:lnTo>
                <a:lnTo>
                  <a:pt x="581074" y="232394"/>
                </a:lnTo>
                <a:lnTo>
                  <a:pt x="582101" y="233061"/>
                </a:lnTo>
                <a:lnTo>
                  <a:pt x="583140" y="233711"/>
                </a:lnTo>
                <a:lnTo>
                  <a:pt x="584193" y="234344"/>
                </a:lnTo>
                <a:lnTo>
                  <a:pt x="585258" y="234959"/>
                </a:lnTo>
                <a:lnTo>
                  <a:pt x="586336" y="235557"/>
                </a:lnTo>
                <a:lnTo>
                  <a:pt x="587427" y="236138"/>
                </a:lnTo>
                <a:lnTo>
                  <a:pt x="588531" y="236702"/>
                </a:lnTo>
                <a:lnTo>
                  <a:pt x="589648" y="237249"/>
                </a:lnTo>
                <a:lnTo>
                  <a:pt x="590777" y="237778"/>
                </a:lnTo>
                <a:lnTo>
                  <a:pt x="591920" y="238290"/>
                </a:lnTo>
                <a:lnTo>
                  <a:pt x="593074" y="238783"/>
                </a:lnTo>
                <a:lnTo>
                  <a:pt x="594236" y="239255"/>
                </a:lnTo>
                <a:lnTo>
                  <a:pt x="595408" y="239706"/>
                </a:lnTo>
                <a:lnTo>
                  <a:pt x="596589" y="240137"/>
                </a:lnTo>
                <a:lnTo>
                  <a:pt x="597780" y="240546"/>
                </a:lnTo>
                <a:lnTo>
                  <a:pt x="598979" y="240934"/>
                </a:lnTo>
                <a:lnTo>
                  <a:pt x="600188" y="241301"/>
                </a:lnTo>
                <a:lnTo>
                  <a:pt x="601405" y="241647"/>
                </a:lnTo>
                <a:lnTo>
                  <a:pt x="602632" y="241972"/>
                </a:lnTo>
                <a:lnTo>
                  <a:pt x="603868" y="242277"/>
                </a:lnTo>
                <a:lnTo>
                  <a:pt x="605113" y="242560"/>
                </a:lnTo>
                <a:lnTo>
                  <a:pt x="606368" y="242822"/>
                </a:lnTo>
                <a:lnTo>
                  <a:pt x="607631" y="243063"/>
                </a:lnTo>
                <a:lnTo>
                  <a:pt x="608904" y="243284"/>
                </a:lnTo>
                <a:lnTo>
                  <a:pt x="610185" y="243483"/>
                </a:lnTo>
                <a:lnTo>
                  <a:pt x="611476" y="243661"/>
                </a:lnTo>
                <a:lnTo>
                  <a:pt x="612776" y="243819"/>
                </a:lnTo>
                <a:lnTo>
                  <a:pt x="614085" y="243955"/>
                </a:lnTo>
                <a:lnTo>
                  <a:pt x="615404" y="244070"/>
                </a:lnTo>
                <a:lnTo>
                  <a:pt x="616731" y="244165"/>
                </a:lnTo>
                <a:lnTo>
                  <a:pt x="618068" y="244238"/>
                </a:lnTo>
                <a:lnTo>
                  <a:pt x="619413" y="244291"/>
                </a:lnTo>
                <a:lnTo>
                  <a:pt x="620768" y="244322"/>
                </a:lnTo>
                <a:lnTo>
                  <a:pt x="622132" y="244333"/>
                </a:lnTo>
                <a:lnTo>
                  <a:pt x="623378" y="244326"/>
                </a:lnTo>
                <a:lnTo>
                  <a:pt x="624611" y="244304"/>
                </a:lnTo>
                <a:lnTo>
                  <a:pt x="625831" y="244269"/>
                </a:lnTo>
                <a:lnTo>
                  <a:pt x="627039" y="244219"/>
                </a:lnTo>
                <a:lnTo>
                  <a:pt x="628233" y="244154"/>
                </a:lnTo>
                <a:lnTo>
                  <a:pt x="629414" y="244076"/>
                </a:lnTo>
                <a:lnTo>
                  <a:pt x="630583" y="243983"/>
                </a:lnTo>
                <a:lnTo>
                  <a:pt x="631738" y="243876"/>
                </a:lnTo>
                <a:lnTo>
                  <a:pt x="632881" y="243755"/>
                </a:lnTo>
                <a:lnTo>
                  <a:pt x="634011" y="243620"/>
                </a:lnTo>
                <a:lnTo>
                  <a:pt x="635127" y="243470"/>
                </a:lnTo>
                <a:lnTo>
                  <a:pt x="636231" y="243306"/>
                </a:lnTo>
                <a:lnTo>
                  <a:pt x="637322" y="243128"/>
                </a:lnTo>
                <a:lnTo>
                  <a:pt x="638400" y="242936"/>
                </a:lnTo>
                <a:lnTo>
                  <a:pt x="639466" y="242729"/>
                </a:lnTo>
                <a:lnTo>
                  <a:pt x="640518" y="242508"/>
                </a:lnTo>
                <a:lnTo>
                  <a:pt x="641557" y="242273"/>
                </a:lnTo>
                <a:lnTo>
                  <a:pt x="642584" y="242023"/>
                </a:lnTo>
                <a:lnTo>
                  <a:pt x="643597" y="241759"/>
                </a:lnTo>
                <a:lnTo>
                  <a:pt x="644598" y="241481"/>
                </a:lnTo>
                <a:lnTo>
                  <a:pt x="645586" y="241189"/>
                </a:lnTo>
                <a:lnTo>
                  <a:pt x="646560" y="240883"/>
                </a:lnTo>
                <a:lnTo>
                  <a:pt x="647522" y="240562"/>
                </a:lnTo>
                <a:lnTo>
                  <a:pt x="648471" y="240227"/>
                </a:lnTo>
                <a:lnTo>
                  <a:pt x="649408" y="239880"/>
                </a:lnTo>
                <a:lnTo>
                  <a:pt x="650334" y="239524"/>
                </a:lnTo>
                <a:lnTo>
                  <a:pt x="651248" y="239159"/>
                </a:lnTo>
                <a:lnTo>
                  <a:pt x="652151" y="238785"/>
                </a:lnTo>
                <a:lnTo>
                  <a:pt x="653043" y="238402"/>
                </a:lnTo>
                <a:lnTo>
                  <a:pt x="653923" y="238009"/>
                </a:lnTo>
                <a:lnTo>
                  <a:pt x="654792" y="237608"/>
                </a:lnTo>
                <a:lnTo>
                  <a:pt x="655650" y="237197"/>
                </a:lnTo>
                <a:lnTo>
                  <a:pt x="656496" y="236777"/>
                </a:lnTo>
                <a:lnTo>
                  <a:pt x="657332" y="236348"/>
                </a:lnTo>
                <a:lnTo>
                  <a:pt x="658155" y="235910"/>
                </a:lnTo>
                <a:lnTo>
                  <a:pt x="658968" y="235463"/>
                </a:lnTo>
                <a:lnTo>
                  <a:pt x="659769" y="235006"/>
                </a:lnTo>
                <a:lnTo>
                  <a:pt x="660559" y="234541"/>
                </a:lnTo>
                <a:lnTo>
                  <a:pt x="661338" y="234066"/>
                </a:lnTo>
                <a:lnTo>
                  <a:pt x="662106" y="233582"/>
                </a:lnTo>
                <a:lnTo>
                  <a:pt x="662862" y="233089"/>
                </a:lnTo>
                <a:lnTo>
                  <a:pt x="663606" y="232587"/>
                </a:lnTo>
                <a:lnTo>
                  <a:pt x="664340" y="232075"/>
                </a:lnTo>
                <a:lnTo>
                  <a:pt x="665062" y="231555"/>
                </a:lnTo>
                <a:lnTo>
                  <a:pt x="665773" y="231025"/>
                </a:lnTo>
                <a:lnTo>
                  <a:pt x="666473" y="230486"/>
                </a:lnTo>
                <a:lnTo>
                  <a:pt x="667161" y="229939"/>
                </a:lnTo>
                <a:lnTo>
                  <a:pt x="667838" y="229381"/>
                </a:lnTo>
                <a:lnTo>
                  <a:pt x="668505" y="228818"/>
                </a:lnTo>
                <a:lnTo>
                  <a:pt x="669164" y="228249"/>
                </a:lnTo>
                <a:lnTo>
                  <a:pt x="669814" y="227676"/>
                </a:lnTo>
                <a:lnTo>
                  <a:pt x="670455" y="227098"/>
                </a:lnTo>
                <a:lnTo>
                  <a:pt x="671087" y="226516"/>
                </a:lnTo>
                <a:lnTo>
                  <a:pt x="671711" y="225929"/>
                </a:lnTo>
                <a:lnTo>
                  <a:pt x="672327" y="225338"/>
                </a:lnTo>
                <a:lnTo>
                  <a:pt x="672934" y="224742"/>
                </a:lnTo>
                <a:lnTo>
                  <a:pt x="673532" y="224142"/>
                </a:lnTo>
                <a:lnTo>
                  <a:pt x="674122" y="223536"/>
                </a:lnTo>
                <a:lnTo>
                  <a:pt x="674703" y="222927"/>
                </a:lnTo>
                <a:lnTo>
                  <a:pt x="675275" y="222313"/>
                </a:lnTo>
                <a:lnTo>
                  <a:pt x="675839" y="221694"/>
                </a:lnTo>
                <a:lnTo>
                  <a:pt x="676394" y="221070"/>
                </a:lnTo>
                <a:lnTo>
                  <a:pt x="676941" y="220442"/>
                </a:lnTo>
                <a:lnTo>
                  <a:pt x="677479" y="219810"/>
                </a:lnTo>
                <a:lnTo>
                  <a:pt x="678008" y="219173"/>
                </a:lnTo>
                <a:lnTo>
                  <a:pt x="678529" y="218531"/>
                </a:lnTo>
                <a:lnTo>
                  <a:pt x="679041" y="217885"/>
                </a:lnTo>
                <a:lnTo>
                  <a:pt x="679544" y="217234"/>
                </a:lnTo>
                <a:lnTo>
                  <a:pt x="680039" y="216579"/>
                </a:lnTo>
                <a:lnTo>
                  <a:pt x="680526" y="215919"/>
                </a:lnTo>
                <a:lnTo>
                  <a:pt x="681003" y="215254"/>
                </a:lnTo>
                <a:lnTo>
                  <a:pt x="681472" y="214585"/>
                </a:lnTo>
                <a:lnTo>
                  <a:pt x="669852" y="205599"/>
                </a:lnTo>
                <a:lnTo>
                  <a:pt x="669086" y="206582"/>
                </a:lnTo>
                <a:lnTo>
                  <a:pt x="668312" y="207543"/>
                </a:lnTo>
                <a:lnTo>
                  <a:pt x="667529" y="208481"/>
                </a:lnTo>
                <a:lnTo>
                  <a:pt x="666739" y="209397"/>
                </a:lnTo>
                <a:lnTo>
                  <a:pt x="665939" y="210291"/>
                </a:lnTo>
                <a:lnTo>
                  <a:pt x="665132" y="211162"/>
                </a:lnTo>
                <a:lnTo>
                  <a:pt x="664316" y="212011"/>
                </a:lnTo>
                <a:lnTo>
                  <a:pt x="663491" y="212838"/>
                </a:lnTo>
                <a:lnTo>
                  <a:pt x="662659" y="213642"/>
                </a:lnTo>
                <a:lnTo>
                  <a:pt x="661818" y="214424"/>
                </a:lnTo>
                <a:lnTo>
                  <a:pt x="660968" y="215184"/>
                </a:lnTo>
                <a:lnTo>
                  <a:pt x="660111" y="215921"/>
                </a:lnTo>
                <a:lnTo>
                  <a:pt x="659245" y="216637"/>
                </a:lnTo>
                <a:lnTo>
                  <a:pt x="658370" y="217329"/>
                </a:lnTo>
                <a:lnTo>
                  <a:pt x="657488" y="218000"/>
                </a:lnTo>
                <a:lnTo>
                  <a:pt x="656597" y="218648"/>
                </a:lnTo>
                <a:lnTo>
                  <a:pt x="655697" y="219274"/>
                </a:lnTo>
                <a:lnTo>
                  <a:pt x="654790" y="219877"/>
                </a:lnTo>
                <a:lnTo>
                  <a:pt x="653874" y="220458"/>
                </a:lnTo>
                <a:lnTo>
                  <a:pt x="652949" y="221017"/>
                </a:lnTo>
                <a:lnTo>
                  <a:pt x="652017" y="221554"/>
                </a:lnTo>
                <a:lnTo>
                  <a:pt x="651076" y="222068"/>
                </a:lnTo>
                <a:lnTo>
                  <a:pt x="650126" y="222560"/>
                </a:lnTo>
                <a:lnTo>
                  <a:pt x="649168" y="223029"/>
                </a:lnTo>
                <a:lnTo>
                  <a:pt x="648201" y="223478"/>
                </a:lnTo>
                <a:lnTo>
                  <a:pt x="647223" y="223908"/>
                </a:lnTo>
                <a:lnTo>
                  <a:pt x="646233" y="224318"/>
                </a:lnTo>
                <a:lnTo>
                  <a:pt x="645233" y="224710"/>
                </a:lnTo>
                <a:lnTo>
                  <a:pt x="644221" y="225082"/>
                </a:lnTo>
                <a:lnTo>
                  <a:pt x="643199" y="225435"/>
                </a:lnTo>
                <a:lnTo>
                  <a:pt x="642165" y="225770"/>
                </a:lnTo>
                <a:lnTo>
                  <a:pt x="641120" y="226085"/>
                </a:lnTo>
                <a:lnTo>
                  <a:pt x="640065" y="226381"/>
                </a:lnTo>
                <a:lnTo>
                  <a:pt x="638998" y="226658"/>
                </a:lnTo>
                <a:lnTo>
                  <a:pt x="637920" y="226916"/>
                </a:lnTo>
                <a:lnTo>
                  <a:pt x="636832" y="227154"/>
                </a:lnTo>
                <a:lnTo>
                  <a:pt x="635732" y="227374"/>
                </a:lnTo>
                <a:lnTo>
                  <a:pt x="634621" y="227574"/>
                </a:lnTo>
                <a:lnTo>
                  <a:pt x="633499" y="227756"/>
                </a:lnTo>
                <a:lnTo>
                  <a:pt x="632367" y="227918"/>
                </a:lnTo>
                <a:lnTo>
                  <a:pt x="631223" y="228061"/>
                </a:lnTo>
                <a:lnTo>
                  <a:pt x="630068" y="228186"/>
                </a:lnTo>
                <a:lnTo>
                  <a:pt x="628902" y="228291"/>
                </a:lnTo>
                <a:lnTo>
                  <a:pt x="627725" y="228377"/>
                </a:lnTo>
                <a:lnTo>
                  <a:pt x="626537" y="228443"/>
                </a:lnTo>
                <a:lnTo>
                  <a:pt x="625338" y="228491"/>
                </a:lnTo>
                <a:lnTo>
                  <a:pt x="624128" y="228520"/>
                </a:lnTo>
                <a:lnTo>
                  <a:pt x="622907" y="228529"/>
                </a:lnTo>
                <a:lnTo>
                  <a:pt x="621839" y="228520"/>
                </a:lnTo>
                <a:lnTo>
                  <a:pt x="620780" y="228493"/>
                </a:lnTo>
                <a:lnTo>
                  <a:pt x="619728" y="228448"/>
                </a:lnTo>
                <a:lnTo>
                  <a:pt x="618685" y="228385"/>
                </a:lnTo>
                <a:lnTo>
                  <a:pt x="617650" y="228304"/>
                </a:lnTo>
                <a:lnTo>
                  <a:pt x="616622" y="228205"/>
                </a:lnTo>
                <a:lnTo>
                  <a:pt x="615603" y="228088"/>
                </a:lnTo>
                <a:lnTo>
                  <a:pt x="614592" y="227953"/>
                </a:lnTo>
                <a:lnTo>
                  <a:pt x="613589" y="227799"/>
                </a:lnTo>
                <a:lnTo>
                  <a:pt x="612594" y="227628"/>
                </a:lnTo>
                <a:lnTo>
                  <a:pt x="611607" y="227439"/>
                </a:lnTo>
                <a:lnTo>
                  <a:pt x="610628" y="227232"/>
                </a:lnTo>
                <a:lnTo>
                  <a:pt x="609658" y="227006"/>
                </a:lnTo>
                <a:lnTo>
                  <a:pt x="608695" y="226763"/>
                </a:lnTo>
                <a:lnTo>
                  <a:pt x="607740" y="226502"/>
                </a:lnTo>
                <a:lnTo>
                  <a:pt x="606794" y="226223"/>
                </a:lnTo>
                <a:lnTo>
                  <a:pt x="605855" y="225925"/>
                </a:lnTo>
                <a:lnTo>
                  <a:pt x="604925" y="225610"/>
                </a:lnTo>
                <a:lnTo>
                  <a:pt x="604002" y="225276"/>
                </a:lnTo>
                <a:lnTo>
                  <a:pt x="603088" y="224925"/>
                </a:lnTo>
                <a:lnTo>
                  <a:pt x="602182" y="224555"/>
                </a:lnTo>
                <a:lnTo>
                  <a:pt x="601284" y="224168"/>
                </a:lnTo>
                <a:lnTo>
                  <a:pt x="600394" y="223763"/>
                </a:lnTo>
                <a:lnTo>
                  <a:pt x="599512" y="223339"/>
                </a:lnTo>
                <a:lnTo>
                  <a:pt x="598639" y="222900"/>
                </a:lnTo>
                <a:lnTo>
                  <a:pt x="597776" y="222447"/>
                </a:lnTo>
                <a:lnTo>
                  <a:pt x="596924" y="221981"/>
                </a:lnTo>
                <a:lnTo>
                  <a:pt x="596082" y="221501"/>
                </a:lnTo>
                <a:lnTo>
                  <a:pt x="595250" y="221008"/>
                </a:lnTo>
                <a:lnTo>
                  <a:pt x="594428" y="220502"/>
                </a:lnTo>
                <a:lnTo>
                  <a:pt x="593616" y="219982"/>
                </a:lnTo>
                <a:lnTo>
                  <a:pt x="592815" y="219448"/>
                </a:lnTo>
                <a:lnTo>
                  <a:pt x="592024" y="218902"/>
                </a:lnTo>
                <a:lnTo>
                  <a:pt x="591243" y="218341"/>
                </a:lnTo>
                <a:lnTo>
                  <a:pt x="590472" y="217768"/>
                </a:lnTo>
                <a:lnTo>
                  <a:pt x="589712" y="217180"/>
                </a:lnTo>
                <a:lnTo>
                  <a:pt x="588962" y="216580"/>
                </a:lnTo>
                <a:lnTo>
                  <a:pt x="588222" y="215966"/>
                </a:lnTo>
                <a:lnTo>
                  <a:pt x="587492" y="215338"/>
                </a:lnTo>
                <a:lnTo>
                  <a:pt x="586773" y="214697"/>
                </a:lnTo>
                <a:lnTo>
                  <a:pt x="586063" y="214043"/>
                </a:lnTo>
                <a:lnTo>
                  <a:pt x="585364" y="213375"/>
                </a:lnTo>
                <a:lnTo>
                  <a:pt x="584675" y="212693"/>
                </a:lnTo>
                <a:lnTo>
                  <a:pt x="583997" y="211999"/>
                </a:lnTo>
                <a:lnTo>
                  <a:pt x="583328" y="211290"/>
                </a:lnTo>
                <a:lnTo>
                  <a:pt x="582670" y="210569"/>
                </a:lnTo>
                <a:lnTo>
                  <a:pt x="582022" y="209834"/>
                </a:lnTo>
                <a:lnTo>
                  <a:pt x="581384" y="209085"/>
                </a:lnTo>
                <a:lnTo>
                  <a:pt x="580758" y="208324"/>
                </a:lnTo>
                <a:lnTo>
                  <a:pt x="580143" y="207553"/>
                </a:lnTo>
                <a:lnTo>
                  <a:pt x="579540" y="206772"/>
                </a:lnTo>
                <a:lnTo>
                  <a:pt x="578948" y="205980"/>
                </a:lnTo>
                <a:lnTo>
                  <a:pt x="578369" y="205177"/>
                </a:lnTo>
                <a:lnTo>
                  <a:pt x="577801" y="204364"/>
                </a:lnTo>
                <a:lnTo>
                  <a:pt x="577246" y="203541"/>
                </a:lnTo>
                <a:lnTo>
                  <a:pt x="576702" y="202707"/>
                </a:lnTo>
                <a:lnTo>
                  <a:pt x="576170" y="201862"/>
                </a:lnTo>
                <a:lnTo>
                  <a:pt x="575650" y="201007"/>
                </a:lnTo>
                <a:lnTo>
                  <a:pt x="575141" y="200142"/>
                </a:lnTo>
                <a:lnTo>
                  <a:pt x="574645" y="199266"/>
                </a:lnTo>
                <a:lnTo>
                  <a:pt x="574160" y="198380"/>
                </a:lnTo>
                <a:lnTo>
                  <a:pt x="573687" y="197483"/>
                </a:lnTo>
                <a:lnTo>
                  <a:pt x="573226" y="196575"/>
                </a:lnTo>
                <a:lnTo>
                  <a:pt x="572777" y="195657"/>
                </a:lnTo>
                <a:lnTo>
                  <a:pt x="572339" y="194729"/>
                </a:lnTo>
                <a:lnTo>
                  <a:pt x="571914" y="193790"/>
                </a:lnTo>
                <a:lnTo>
                  <a:pt x="571500" y="192841"/>
                </a:lnTo>
                <a:lnTo>
                  <a:pt x="571098" y="191881"/>
                </a:lnTo>
                <a:lnTo>
                  <a:pt x="570708" y="190910"/>
                </a:lnTo>
                <a:lnTo>
                  <a:pt x="570330" y="189929"/>
                </a:lnTo>
                <a:lnTo>
                  <a:pt x="569964" y="188938"/>
                </a:lnTo>
                <a:lnTo>
                  <a:pt x="569609" y="187936"/>
                </a:lnTo>
                <a:lnTo>
                  <a:pt x="569268" y="186926"/>
                </a:lnTo>
                <a:lnTo>
                  <a:pt x="568941" y="185910"/>
                </a:lnTo>
                <a:lnTo>
                  <a:pt x="568629" y="184888"/>
                </a:lnTo>
                <a:lnTo>
                  <a:pt x="568331" y="183861"/>
                </a:lnTo>
                <a:lnTo>
                  <a:pt x="568048" y="182827"/>
                </a:lnTo>
                <a:lnTo>
                  <a:pt x="567779" y="181787"/>
                </a:lnTo>
                <a:lnTo>
                  <a:pt x="567525" y="180742"/>
                </a:lnTo>
                <a:lnTo>
                  <a:pt x="567285" y="179690"/>
                </a:lnTo>
                <a:lnTo>
                  <a:pt x="567060" y="178633"/>
                </a:lnTo>
                <a:lnTo>
                  <a:pt x="566849" y="177570"/>
                </a:lnTo>
                <a:lnTo>
                  <a:pt x="566653" y="176500"/>
                </a:lnTo>
                <a:lnTo>
                  <a:pt x="566472" y="175425"/>
                </a:lnTo>
                <a:lnTo>
                  <a:pt x="566305" y="174344"/>
                </a:lnTo>
                <a:lnTo>
                  <a:pt x="566152" y="173257"/>
                </a:lnTo>
                <a:lnTo>
                  <a:pt x="566014" y="172164"/>
                </a:lnTo>
                <a:lnTo>
                  <a:pt x="565891" y="171066"/>
                </a:lnTo>
                <a:lnTo>
                  <a:pt x="565782" y="169961"/>
                </a:lnTo>
                <a:lnTo>
                  <a:pt x="565687" y="168850"/>
                </a:lnTo>
                <a:lnTo>
                  <a:pt x="565608" y="167734"/>
                </a:lnTo>
                <a:lnTo>
                  <a:pt x="565542" y="166611"/>
                </a:lnTo>
                <a:lnTo>
                  <a:pt x="565491" y="165483"/>
                </a:lnTo>
                <a:lnTo>
                  <a:pt x="565455" y="164349"/>
                </a:lnTo>
                <a:lnTo>
                  <a:pt x="565433" y="163208"/>
                </a:lnTo>
                <a:lnTo>
                  <a:pt x="565426" y="162062"/>
                </a:lnTo>
                <a:lnTo>
                  <a:pt x="565426" y="158499"/>
                </a:lnTo>
                <a:lnTo>
                  <a:pt x="685036" y="158499"/>
                </a:lnTo>
                <a:lnTo>
                  <a:pt x="685036" y="147208"/>
                </a:lnTo>
                <a:lnTo>
                  <a:pt x="685028" y="145808"/>
                </a:lnTo>
                <a:lnTo>
                  <a:pt x="685006" y="144418"/>
                </a:lnTo>
                <a:lnTo>
                  <a:pt x="684968" y="143038"/>
                </a:lnTo>
                <a:close/>
                <a:moveTo>
                  <a:pt x="566562" y="139579"/>
                </a:moveTo>
                <a:lnTo>
                  <a:pt x="566744" y="138428"/>
                </a:lnTo>
                <a:lnTo>
                  <a:pt x="566939" y="137286"/>
                </a:lnTo>
                <a:lnTo>
                  <a:pt x="567147" y="136154"/>
                </a:lnTo>
                <a:lnTo>
                  <a:pt x="567369" y="135031"/>
                </a:lnTo>
                <a:lnTo>
                  <a:pt x="567605" y="133917"/>
                </a:lnTo>
                <a:lnTo>
                  <a:pt x="567854" y="132813"/>
                </a:lnTo>
                <a:lnTo>
                  <a:pt x="568116" y="131719"/>
                </a:lnTo>
                <a:lnTo>
                  <a:pt x="568392" y="130633"/>
                </a:lnTo>
                <a:lnTo>
                  <a:pt x="568681" y="129558"/>
                </a:lnTo>
                <a:lnTo>
                  <a:pt x="568983" y="128491"/>
                </a:lnTo>
                <a:lnTo>
                  <a:pt x="569299" y="127434"/>
                </a:lnTo>
                <a:lnTo>
                  <a:pt x="569628" y="126388"/>
                </a:lnTo>
                <a:lnTo>
                  <a:pt x="569967" y="125353"/>
                </a:lnTo>
                <a:lnTo>
                  <a:pt x="570317" y="124331"/>
                </a:lnTo>
                <a:lnTo>
                  <a:pt x="570679" y="123320"/>
                </a:lnTo>
                <a:lnTo>
                  <a:pt x="571051" y="122321"/>
                </a:lnTo>
                <a:lnTo>
                  <a:pt x="571435" y="121334"/>
                </a:lnTo>
                <a:lnTo>
                  <a:pt x="571829" y="120358"/>
                </a:lnTo>
                <a:lnTo>
                  <a:pt x="572235" y="119395"/>
                </a:lnTo>
                <a:lnTo>
                  <a:pt x="572651" y="118443"/>
                </a:lnTo>
                <a:lnTo>
                  <a:pt x="573079" y="117503"/>
                </a:lnTo>
                <a:lnTo>
                  <a:pt x="573517" y="116575"/>
                </a:lnTo>
                <a:lnTo>
                  <a:pt x="573967" y="115659"/>
                </a:lnTo>
                <a:lnTo>
                  <a:pt x="574427" y="114755"/>
                </a:lnTo>
                <a:lnTo>
                  <a:pt x="574899" y="113862"/>
                </a:lnTo>
                <a:lnTo>
                  <a:pt x="575382" y="112982"/>
                </a:lnTo>
                <a:lnTo>
                  <a:pt x="575876" y="112113"/>
                </a:lnTo>
                <a:lnTo>
                  <a:pt x="576380" y="111256"/>
                </a:lnTo>
                <a:lnTo>
                  <a:pt x="576896" y="110411"/>
                </a:lnTo>
                <a:lnTo>
                  <a:pt x="577423" y="109577"/>
                </a:lnTo>
                <a:lnTo>
                  <a:pt x="577961" y="108756"/>
                </a:lnTo>
                <a:lnTo>
                  <a:pt x="578510" y="107946"/>
                </a:lnTo>
                <a:lnTo>
                  <a:pt x="579069" y="107148"/>
                </a:lnTo>
                <a:lnTo>
                  <a:pt x="579640" y="106362"/>
                </a:lnTo>
                <a:lnTo>
                  <a:pt x="580222" y="105588"/>
                </a:lnTo>
                <a:lnTo>
                  <a:pt x="580814" y="104827"/>
                </a:lnTo>
                <a:lnTo>
                  <a:pt x="581416" y="104081"/>
                </a:lnTo>
                <a:lnTo>
                  <a:pt x="582027" y="103350"/>
                </a:lnTo>
                <a:lnTo>
                  <a:pt x="582647" y="102634"/>
                </a:lnTo>
                <a:lnTo>
                  <a:pt x="583277" y="101932"/>
                </a:lnTo>
                <a:lnTo>
                  <a:pt x="583917" y="101245"/>
                </a:lnTo>
                <a:lnTo>
                  <a:pt x="584565" y="100573"/>
                </a:lnTo>
                <a:lnTo>
                  <a:pt x="585223" y="99916"/>
                </a:lnTo>
                <a:lnTo>
                  <a:pt x="585891" y="99273"/>
                </a:lnTo>
                <a:lnTo>
                  <a:pt x="586568" y="98646"/>
                </a:lnTo>
                <a:lnTo>
                  <a:pt x="587254" y="98033"/>
                </a:lnTo>
                <a:lnTo>
                  <a:pt x="587950" y="97435"/>
                </a:lnTo>
                <a:lnTo>
                  <a:pt x="588655" y="96852"/>
                </a:lnTo>
                <a:lnTo>
                  <a:pt x="589369" y="96283"/>
                </a:lnTo>
                <a:lnTo>
                  <a:pt x="590093" y="95729"/>
                </a:lnTo>
                <a:lnTo>
                  <a:pt x="590827" y="95190"/>
                </a:lnTo>
                <a:lnTo>
                  <a:pt x="591570" y="94666"/>
                </a:lnTo>
                <a:lnTo>
                  <a:pt x="592322" y="94157"/>
                </a:lnTo>
                <a:lnTo>
                  <a:pt x="593083" y="93662"/>
                </a:lnTo>
                <a:lnTo>
                  <a:pt x="593854" y="93183"/>
                </a:lnTo>
                <a:lnTo>
                  <a:pt x="594635" y="92718"/>
                </a:lnTo>
                <a:lnTo>
                  <a:pt x="595425" y="92268"/>
                </a:lnTo>
                <a:lnTo>
                  <a:pt x="596224" y="91832"/>
                </a:lnTo>
                <a:lnTo>
                  <a:pt x="597033" y="91412"/>
                </a:lnTo>
                <a:lnTo>
                  <a:pt x="597850" y="91007"/>
                </a:lnTo>
                <a:lnTo>
                  <a:pt x="598675" y="90620"/>
                </a:lnTo>
                <a:lnTo>
                  <a:pt x="599507" y="90250"/>
                </a:lnTo>
                <a:lnTo>
                  <a:pt x="600347" y="89897"/>
                </a:lnTo>
                <a:lnTo>
                  <a:pt x="601194" y="89561"/>
                </a:lnTo>
                <a:lnTo>
                  <a:pt x="602049" y="89243"/>
                </a:lnTo>
                <a:lnTo>
                  <a:pt x="602911" y="88941"/>
                </a:lnTo>
                <a:lnTo>
                  <a:pt x="603781" y="88657"/>
                </a:lnTo>
                <a:lnTo>
                  <a:pt x="604658" y="88390"/>
                </a:lnTo>
                <a:lnTo>
                  <a:pt x="605543" y="88141"/>
                </a:lnTo>
                <a:lnTo>
                  <a:pt x="606436" y="87908"/>
                </a:lnTo>
                <a:lnTo>
                  <a:pt x="607336" y="87693"/>
                </a:lnTo>
                <a:lnTo>
                  <a:pt x="608243" y="87495"/>
                </a:lnTo>
                <a:lnTo>
                  <a:pt x="609159" y="87315"/>
                </a:lnTo>
                <a:lnTo>
                  <a:pt x="610081" y="87151"/>
                </a:lnTo>
                <a:lnTo>
                  <a:pt x="611011" y="87005"/>
                </a:lnTo>
                <a:lnTo>
                  <a:pt x="611949" y="86876"/>
                </a:lnTo>
                <a:lnTo>
                  <a:pt x="612894" y="86764"/>
                </a:lnTo>
                <a:lnTo>
                  <a:pt x="613847" y="86669"/>
                </a:lnTo>
                <a:lnTo>
                  <a:pt x="614807" y="86592"/>
                </a:lnTo>
                <a:lnTo>
                  <a:pt x="615775" y="86531"/>
                </a:lnTo>
                <a:lnTo>
                  <a:pt x="616750" y="86488"/>
                </a:lnTo>
                <a:lnTo>
                  <a:pt x="617733" y="86462"/>
                </a:lnTo>
                <a:lnTo>
                  <a:pt x="618724" y="86454"/>
                </a:lnTo>
                <a:lnTo>
                  <a:pt x="620031" y="86467"/>
                </a:lnTo>
                <a:lnTo>
                  <a:pt x="621320" y="86507"/>
                </a:lnTo>
                <a:lnTo>
                  <a:pt x="622591" y="86575"/>
                </a:lnTo>
                <a:lnTo>
                  <a:pt x="623843" y="86668"/>
                </a:lnTo>
                <a:lnTo>
                  <a:pt x="625076" y="86789"/>
                </a:lnTo>
                <a:lnTo>
                  <a:pt x="626291" y="86937"/>
                </a:lnTo>
                <a:lnTo>
                  <a:pt x="627488" y="87111"/>
                </a:lnTo>
                <a:lnTo>
                  <a:pt x="628665" y="87312"/>
                </a:lnTo>
                <a:lnTo>
                  <a:pt x="629825" y="87540"/>
                </a:lnTo>
                <a:lnTo>
                  <a:pt x="630965" y="87795"/>
                </a:lnTo>
                <a:lnTo>
                  <a:pt x="632087" y="88077"/>
                </a:lnTo>
                <a:lnTo>
                  <a:pt x="633191" y="88386"/>
                </a:lnTo>
                <a:lnTo>
                  <a:pt x="634276" y="88721"/>
                </a:lnTo>
                <a:lnTo>
                  <a:pt x="635342" y="89083"/>
                </a:lnTo>
                <a:lnTo>
                  <a:pt x="636390" y="89472"/>
                </a:lnTo>
                <a:lnTo>
                  <a:pt x="637419" y="89888"/>
                </a:lnTo>
                <a:lnTo>
                  <a:pt x="638430" y="90331"/>
                </a:lnTo>
                <a:lnTo>
                  <a:pt x="639422" y="90800"/>
                </a:lnTo>
                <a:lnTo>
                  <a:pt x="640396" y="91297"/>
                </a:lnTo>
                <a:lnTo>
                  <a:pt x="641351" y="91820"/>
                </a:lnTo>
                <a:lnTo>
                  <a:pt x="642287" y="92370"/>
                </a:lnTo>
                <a:lnTo>
                  <a:pt x="643205" y="92947"/>
                </a:lnTo>
                <a:lnTo>
                  <a:pt x="644104" y="93551"/>
                </a:lnTo>
                <a:lnTo>
                  <a:pt x="644985" y="94181"/>
                </a:lnTo>
                <a:lnTo>
                  <a:pt x="645848" y="94833"/>
                </a:lnTo>
                <a:lnTo>
                  <a:pt x="646693" y="95500"/>
                </a:lnTo>
                <a:lnTo>
                  <a:pt x="647520" y="96183"/>
                </a:lnTo>
                <a:lnTo>
                  <a:pt x="648329" y="96882"/>
                </a:lnTo>
                <a:lnTo>
                  <a:pt x="649121" y="97597"/>
                </a:lnTo>
                <a:lnTo>
                  <a:pt x="649895" y="98328"/>
                </a:lnTo>
                <a:lnTo>
                  <a:pt x="650651" y="99074"/>
                </a:lnTo>
                <a:lnTo>
                  <a:pt x="651389" y="99836"/>
                </a:lnTo>
                <a:lnTo>
                  <a:pt x="652110" y="100614"/>
                </a:lnTo>
                <a:lnTo>
                  <a:pt x="652813" y="101408"/>
                </a:lnTo>
                <a:lnTo>
                  <a:pt x="653498" y="102218"/>
                </a:lnTo>
                <a:lnTo>
                  <a:pt x="654165" y="103044"/>
                </a:lnTo>
                <a:lnTo>
                  <a:pt x="654815" y="103885"/>
                </a:lnTo>
                <a:lnTo>
                  <a:pt x="655447" y="104743"/>
                </a:lnTo>
                <a:lnTo>
                  <a:pt x="656061" y="105616"/>
                </a:lnTo>
                <a:lnTo>
                  <a:pt x="656657" y="106505"/>
                </a:lnTo>
                <a:lnTo>
                  <a:pt x="657236" y="107410"/>
                </a:lnTo>
                <a:lnTo>
                  <a:pt x="657796" y="108331"/>
                </a:lnTo>
                <a:lnTo>
                  <a:pt x="658339" y="109267"/>
                </a:lnTo>
                <a:lnTo>
                  <a:pt x="658865" y="110219"/>
                </a:lnTo>
                <a:lnTo>
                  <a:pt x="659372" y="111188"/>
                </a:lnTo>
                <a:lnTo>
                  <a:pt x="659862" y="112172"/>
                </a:lnTo>
                <a:lnTo>
                  <a:pt x="660334" y="113171"/>
                </a:lnTo>
                <a:lnTo>
                  <a:pt x="660789" y="114187"/>
                </a:lnTo>
                <a:lnTo>
                  <a:pt x="661225" y="115214"/>
                </a:lnTo>
                <a:lnTo>
                  <a:pt x="661644" y="116247"/>
                </a:lnTo>
                <a:lnTo>
                  <a:pt x="662046" y="117286"/>
                </a:lnTo>
                <a:lnTo>
                  <a:pt x="662430" y="118331"/>
                </a:lnTo>
                <a:lnTo>
                  <a:pt x="662797" y="119382"/>
                </a:lnTo>
                <a:lnTo>
                  <a:pt x="663146" y="120440"/>
                </a:lnTo>
                <a:lnTo>
                  <a:pt x="663478" y="121504"/>
                </a:lnTo>
                <a:lnTo>
                  <a:pt x="663793" y="122574"/>
                </a:lnTo>
                <a:lnTo>
                  <a:pt x="664089" y="123650"/>
                </a:lnTo>
                <a:lnTo>
                  <a:pt x="664369" y="124732"/>
                </a:lnTo>
                <a:lnTo>
                  <a:pt x="664631" y="125820"/>
                </a:lnTo>
                <a:lnTo>
                  <a:pt x="664875" y="126915"/>
                </a:lnTo>
                <a:lnTo>
                  <a:pt x="665102" y="128016"/>
                </a:lnTo>
                <a:lnTo>
                  <a:pt x="665311" y="129123"/>
                </a:lnTo>
                <a:lnTo>
                  <a:pt x="665503" y="130236"/>
                </a:lnTo>
                <a:lnTo>
                  <a:pt x="665678" y="131355"/>
                </a:lnTo>
                <a:lnTo>
                  <a:pt x="665835" y="132480"/>
                </a:lnTo>
                <a:lnTo>
                  <a:pt x="665974" y="133612"/>
                </a:lnTo>
                <a:lnTo>
                  <a:pt x="666096" y="134750"/>
                </a:lnTo>
                <a:lnTo>
                  <a:pt x="666201" y="135894"/>
                </a:lnTo>
                <a:lnTo>
                  <a:pt x="666288" y="137044"/>
                </a:lnTo>
                <a:lnTo>
                  <a:pt x="666357" y="138200"/>
                </a:lnTo>
                <a:lnTo>
                  <a:pt x="666409" y="139362"/>
                </a:lnTo>
                <a:lnTo>
                  <a:pt x="666444" y="140531"/>
                </a:lnTo>
                <a:lnTo>
                  <a:pt x="666444" y="142540"/>
                </a:lnTo>
                <a:lnTo>
                  <a:pt x="566164" y="142540"/>
                </a:lnTo>
                <a:lnTo>
                  <a:pt x="566240" y="141909"/>
                </a:lnTo>
                <a:lnTo>
                  <a:pt x="566394" y="140739"/>
                </a:lnTo>
                <a:lnTo>
                  <a:pt x="566562" y="139579"/>
                </a:lnTo>
                <a:close/>
                <a:moveTo>
                  <a:pt x="927425" y="201663"/>
                </a:moveTo>
                <a:lnTo>
                  <a:pt x="927331" y="202292"/>
                </a:lnTo>
                <a:lnTo>
                  <a:pt x="927219" y="202918"/>
                </a:lnTo>
                <a:lnTo>
                  <a:pt x="927090" y="203542"/>
                </a:lnTo>
                <a:lnTo>
                  <a:pt x="926943" y="204162"/>
                </a:lnTo>
                <a:lnTo>
                  <a:pt x="926780" y="204780"/>
                </a:lnTo>
                <a:lnTo>
                  <a:pt x="926599" y="205394"/>
                </a:lnTo>
                <a:lnTo>
                  <a:pt x="926401" y="206006"/>
                </a:lnTo>
                <a:lnTo>
                  <a:pt x="926186" y="206614"/>
                </a:lnTo>
                <a:lnTo>
                  <a:pt x="925953" y="207220"/>
                </a:lnTo>
                <a:lnTo>
                  <a:pt x="925704" y="207822"/>
                </a:lnTo>
                <a:lnTo>
                  <a:pt x="925437" y="208422"/>
                </a:lnTo>
                <a:lnTo>
                  <a:pt x="925153" y="209019"/>
                </a:lnTo>
                <a:lnTo>
                  <a:pt x="924852" y="209613"/>
                </a:lnTo>
                <a:lnTo>
                  <a:pt x="924533" y="210204"/>
                </a:lnTo>
                <a:lnTo>
                  <a:pt x="924197" y="210791"/>
                </a:lnTo>
                <a:lnTo>
                  <a:pt x="923845" y="211376"/>
                </a:lnTo>
                <a:lnTo>
                  <a:pt x="923474" y="211958"/>
                </a:lnTo>
                <a:lnTo>
                  <a:pt x="923087" y="212537"/>
                </a:lnTo>
                <a:lnTo>
                  <a:pt x="922683" y="213113"/>
                </a:lnTo>
                <a:lnTo>
                  <a:pt x="922261" y="213683"/>
                </a:lnTo>
                <a:lnTo>
                  <a:pt x="921824" y="214244"/>
                </a:lnTo>
                <a:lnTo>
                  <a:pt x="921370" y="214795"/>
                </a:lnTo>
                <a:lnTo>
                  <a:pt x="920901" y="215336"/>
                </a:lnTo>
                <a:lnTo>
                  <a:pt x="920415" y="215868"/>
                </a:lnTo>
                <a:lnTo>
                  <a:pt x="919913" y="216391"/>
                </a:lnTo>
                <a:lnTo>
                  <a:pt x="919395" y="216904"/>
                </a:lnTo>
                <a:lnTo>
                  <a:pt x="918861" y="217408"/>
                </a:lnTo>
                <a:lnTo>
                  <a:pt x="918310" y="217903"/>
                </a:lnTo>
                <a:lnTo>
                  <a:pt x="917744" y="218388"/>
                </a:lnTo>
                <a:lnTo>
                  <a:pt x="917161" y="218864"/>
                </a:lnTo>
                <a:lnTo>
                  <a:pt x="916563" y="219330"/>
                </a:lnTo>
                <a:lnTo>
                  <a:pt x="915948" y="219787"/>
                </a:lnTo>
                <a:lnTo>
                  <a:pt x="915317" y="220234"/>
                </a:lnTo>
                <a:lnTo>
                  <a:pt x="914669" y="220672"/>
                </a:lnTo>
                <a:lnTo>
                  <a:pt x="914006" y="221101"/>
                </a:lnTo>
                <a:lnTo>
                  <a:pt x="913327" y="221520"/>
                </a:lnTo>
                <a:lnTo>
                  <a:pt x="912631" y="221930"/>
                </a:lnTo>
                <a:lnTo>
                  <a:pt x="911919" y="222330"/>
                </a:lnTo>
                <a:lnTo>
                  <a:pt x="911191" y="222721"/>
                </a:lnTo>
                <a:lnTo>
                  <a:pt x="910447" y="223103"/>
                </a:lnTo>
                <a:lnTo>
                  <a:pt x="909687" y="223475"/>
                </a:lnTo>
                <a:lnTo>
                  <a:pt x="908911" y="223838"/>
                </a:lnTo>
                <a:lnTo>
                  <a:pt x="908119" y="224191"/>
                </a:lnTo>
                <a:lnTo>
                  <a:pt x="907310" y="224532"/>
                </a:lnTo>
                <a:lnTo>
                  <a:pt x="906486" y="224859"/>
                </a:lnTo>
                <a:lnTo>
                  <a:pt x="905647" y="225172"/>
                </a:lnTo>
                <a:lnTo>
                  <a:pt x="904792" y="225469"/>
                </a:lnTo>
                <a:lnTo>
                  <a:pt x="903921" y="225753"/>
                </a:lnTo>
                <a:lnTo>
                  <a:pt x="903035" y="226021"/>
                </a:lnTo>
                <a:lnTo>
                  <a:pt x="902133" y="226275"/>
                </a:lnTo>
                <a:lnTo>
                  <a:pt x="901215" y="226515"/>
                </a:lnTo>
                <a:lnTo>
                  <a:pt x="900282" y="226740"/>
                </a:lnTo>
                <a:lnTo>
                  <a:pt x="899334" y="226951"/>
                </a:lnTo>
                <a:lnTo>
                  <a:pt x="898369" y="227147"/>
                </a:lnTo>
                <a:lnTo>
                  <a:pt x="897389" y="227329"/>
                </a:lnTo>
                <a:lnTo>
                  <a:pt x="896394" y="227496"/>
                </a:lnTo>
                <a:lnTo>
                  <a:pt x="895383" y="227648"/>
                </a:lnTo>
                <a:lnTo>
                  <a:pt x="894356" y="227786"/>
                </a:lnTo>
                <a:lnTo>
                  <a:pt x="893314" y="227910"/>
                </a:lnTo>
                <a:lnTo>
                  <a:pt x="892256" y="228019"/>
                </a:lnTo>
                <a:lnTo>
                  <a:pt x="891182" y="228113"/>
                </a:lnTo>
                <a:lnTo>
                  <a:pt x="890093" y="228193"/>
                </a:lnTo>
                <a:lnTo>
                  <a:pt x="888988" y="228258"/>
                </a:lnTo>
                <a:lnTo>
                  <a:pt x="887868" y="228309"/>
                </a:lnTo>
                <a:lnTo>
                  <a:pt x="886732" y="228345"/>
                </a:lnTo>
                <a:lnTo>
                  <a:pt x="885581" y="228367"/>
                </a:lnTo>
                <a:lnTo>
                  <a:pt x="884414" y="228374"/>
                </a:lnTo>
                <a:lnTo>
                  <a:pt x="883536" y="228369"/>
                </a:lnTo>
                <a:lnTo>
                  <a:pt x="882658" y="228353"/>
                </a:lnTo>
                <a:lnTo>
                  <a:pt x="881780" y="228326"/>
                </a:lnTo>
                <a:lnTo>
                  <a:pt x="880902" y="228288"/>
                </a:lnTo>
                <a:lnTo>
                  <a:pt x="880024" y="228240"/>
                </a:lnTo>
                <a:lnTo>
                  <a:pt x="879146" y="228181"/>
                </a:lnTo>
                <a:lnTo>
                  <a:pt x="878268" y="228111"/>
                </a:lnTo>
                <a:lnTo>
                  <a:pt x="877390" y="228030"/>
                </a:lnTo>
                <a:lnTo>
                  <a:pt x="876512" y="227939"/>
                </a:lnTo>
                <a:lnTo>
                  <a:pt x="875634" y="227836"/>
                </a:lnTo>
                <a:lnTo>
                  <a:pt x="874756" y="227723"/>
                </a:lnTo>
                <a:lnTo>
                  <a:pt x="873878" y="227600"/>
                </a:lnTo>
                <a:lnTo>
                  <a:pt x="873000" y="227465"/>
                </a:lnTo>
                <a:lnTo>
                  <a:pt x="872122" y="227320"/>
                </a:lnTo>
                <a:lnTo>
                  <a:pt x="871244" y="227164"/>
                </a:lnTo>
                <a:lnTo>
                  <a:pt x="870366" y="226997"/>
                </a:lnTo>
                <a:lnTo>
                  <a:pt x="869488" y="226820"/>
                </a:lnTo>
                <a:lnTo>
                  <a:pt x="868610" y="226631"/>
                </a:lnTo>
                <a:lnTo>
                  <a:pt x="867732" y="226432"/>
                </a:lnTo>
                <a:lnTo>
                  <a:pt x="866854" y="226223"/>
                </a:lnTo>
                <a:lnTo>
                  <a:pt x="865976" y="226002"/>
                </a:lnTo>
                <a:lnTo>
                  <a:pt x="865098" y="225771"/>
                </a:lnTo>
                <a:lnTo>
                  <a:pt x="864220" y="225529"/>
                </a:lnTo>
                <a:lnTo>
                  <a:pt x="863342" y="225276"/>
                </a:lnTo>
                <a:lnTo>
                  <a:pt x="862470" y="225010"/>
                </a:lnTo>
                <a:lnTo>
                  <a:pt x="861608" y="224729"/>
                </a:lnTo>
                <a:lnTo>
                  <a:pt x="860758" y="224432"/>
                </a:lnTo>
                <a:lnTo>
                  <a:pt x="859919" y="224120"/>
                </a:lnTo>
                <a:lnTo>
                  <a:pt x="859090" y="223793"/>
                </a:lnTo>
                <a:lnTo>
                  <a:pt x="858273" y="223450"/>
                </a:lnTo>
                <a:lnTo>
                  <a:pt x="857467" y="223092"/>
                </a:lnTo>
                <a:lnTo>
                  <a:pt x="856672" y="222719"/>
                </a:lnTo>
                <a:lnTo>
                  <a:pt x="855887" y="222331"/>
                </a:lnTo>
                <a:lnTo>
                  <a:pt x="855114" y="221927"/>
                </a:lnTo>
                <a:lnTo>
                  <a:pt x="854352" y="221508"/>
                </a:lnTo>
                <a:lnTo>
                  <a:pt x="853601" y="221073"/>
                </a:lnTo>
                <a:lnTo>
                  <a:pt x="852861" y="220623"/>
                </a:lnTo>
                <a:lnTo>
                  <a:pt x="852132" y="220158"/>
                </a:lnTo>
                <a:lnTo>
                  <a:pt x="851414" y="219677"/>
                </a:lnTo>
                <a:lnTo>
                  <a:pt x="850707" y="219182"/>
                </a:lnTo>
                <a:lnTo>
                  <a:pt x="850011" y="218670"/>
                </a:lnTo>
                <a:lnTo>
                  <a:pt x="849326" y="218144"/>
                </a:lnTo>
                <a:lnTo>
                  <a:pt x="848652" y="217602"/>
                </a:lnTo>
                <a:lnTo>
                  <a:pt x="847989" y="217045"/>
                </a:lnTo>
                <a:lnTo>
                  <a:pt x="847337" y="216472"/>
                </a:lnTo>
                <a:lnTo>
                  <a:pt x="846696" y="215884"/>
                </a:lnTo>
                <a:lnTo>
                  <a:pt x="846066" y="215281"/>
                </a:lnTo>
                <a:lnTo>
                  <a:pt x="845447" y="214663"/>
                </a:lnTo>
                <a:lnTo>
                  <a:pt x="844845" y="214027"/>
                </a:lnTo>
                <a:lnTo>
                  <a:pt x="844267" y="213371"/>
                </a:lnTo>
                <a:lnTo>
                  <a:pt x="843710" y="212696"/>
                </a:lnTo>
                <a:lnTo>
                  <a:pt x="843177" y="212001"/>
                </a:lnTo>
                <a:lnTo>
                  <a:pt x="842667" y="211286"/>
                </a:lnTo>
                <a:lnTo>
                  <a:pt x="842179" y="210552"/>
                </a:lnTo>
                <a:lnTo>
                  <a:pt x="841715" y="209798"/>
                </a:lnTo>
                <a:lnTo>
                  <a:pt x="841273" y="209025"/>
                </a:lnTo>
                <a:lnTo>
                  <a:pt x="840854" y="208232"/>
                </a:lnTo>
                <a:lnTo>
                  <a:pt x="840458" y="207419"/>
                </a:lnTo>
                <a:lnTo>
                  <a:pt x="840084" y="206586"/>
                </a:lnTo>
                <a:lnTo>
                  <a:pt x="839734" y="205734"/>
                </a:lnTo>
                <a:lnTo>
                  <a:pt x="839407" y="204863"/>
                </a:lnTo>
                <a:lnTo>
                  <a:pt x="839102" y="203972"/>
                </a:lnTo>
                <a:lnTo>
                  <a:pt x="838820" y="203061"/>
                </a:lnTo>
                <a:lnTo>
                  <a:pt x="838561" y="202130"/>
                </a:lnTo>
                <a:lnTo>
                  <a:pt x="838325" y="201180"/>
                </a:lnTo>
                <a:lnTo>
                  <a:pt x="838112" y="200210"/>
                </a:lnTo>
                <a:lnTo>
                  <a:pt x="837922" y="199221"/>
                </a:lnTo>
                <a:lnTo>
                  <a:pt x="837754" y="198212"/>
                </a:lnTo>
                <a:lnTo>
                  <a:pt x="837610" y="197183"/>
                </a:lnTo>
                <a:lnTo>
                  <a:pt x="837488" y="196134"/>
                </a:lnTo>
                <a:lnTo>
                  <a:pt x="837389" y="195066"/>
                </a:lnTo>
                <a:lnTo>
                  <a:pt x="837313" y="193979"/>
                </a:lnTo>
                <a:lnTo>
                  <a:pt x="818721" y="193979"/>
                </a:lnTo>
                <a:lnTo>
                  <a:pt x="818734" y="195073"/>
                </a:lnTo>
                <a:lnTo>
                  <a:pt x="818773" y="196162"/>
                </a:lnTo>
                <a:lnTo>
                  <a:pt x="818838" y="197245"/>
                </a:lnTo>
                <a:lnTo>
                  <a:pt x="818930" y="198321"/>
                </a:lnTo>
                <a:lnTo>
                  <a:pt x="819047" y="199392"/>
                </a:lnTo>
                <a:lnTo>
                  <a:pt x="819191" y="200457"/>
                </a:lnTo>
                <a:lnTo>
                  <a:pt x="819360" y="201516"/>
                </a:lnTo>
                <a:lnTo>
                  <a:pt x="819556" y="202569"/>
                </a:lnTo>
                <a:lnTo>
                  <a:pt x="819778" y="203616"/>
                </a:lnTo>
                <a:lnTo>
                  <a:pt x="820026" y="204657"/>
                </a:lnTo>
                <a:lnTo>
                  <a:pt x="820300" y="205693"/>
                </a:lnTo>
                <a:lnTo>
                  <a:pt x="820600" y="206722"/>
                </a:lnTo>
                <a:lnTo>
                  <a:pt x="820926" y="207746"/>
                </a:lnTo>
                <a:lnTo>
                  <a:pt x="821278" y="208763"/>
                </a:lnTo>
                <a:lnTo>
                  <a:pt x="821656" y="209775"/>
                </a:lnTo>
                <a:lnTo>
                  <a:pt x="822061" y="210781"/>
                </a:lnTo>
                <a:lnTo>
                  <a:pt x="822491" y="211780"/>
                </a:lnTo>
                <a:lnTo>
                  <a:pt x="822948" y="212774"/>
                </a:lnTo>
                <a:lnTo>
                  <a:pt x="823431" y="213762"/>
                </a:lnTo>
                <a:lnTo>
                  <a:pt x="823939" y="214744"/>
                </a:lnTo>
                <a:lnTo>
                  <a:pt x="824474" y="215721"/>
                </a:lnTo>
                <a:lnTo>
                  <a:pt x="825035" y="216691"/>
                </a:lnTo>
                <a:lnTo>
                  <a:pt x="825622" y="217655"/>
                </a:lnTo>
                <a:lnTo>
                  <a:pt x="826235" y="218613"/>
                </a:lnTo>
                <a:lnTo>
                  <a:pt x="826874" y="219561"/>
                </a:lnTo>
                <a:lnTo>
                  <a:pt x="827538" y="220494"/>
                </a:lnTo>
                <a:lnTo>
                  <a:pt x="828227" y="221412"/>
                </a:lnTo>
                <a:lnTo>
                  <a:pt x="828940" y="222315"/>
                </a:lnTo>
                <a:lnTo>
                  <a:pt x="829679" y="223202"/>
                </a:lnTo>
                <a:lnTo>
                  <a:pt x="830443" y="224075"/>
                </a:lnTo>
                <a:lnTo>
                  <a:pt x="831232" y="224932"/>
                </a:lnTo>
                <a:lnTo>
                  <a:pt x="832045" y="225775"/>
                </a:lnTo>
                <a:lnTo>
                  <a:pt x="832884" y="226602"/>
                </a:lnTo>
                <a:lnTo>
                  <a:pt x="833748" y="227415"/>
                </a:lnTo>
                <a:lnTo>
                  <a:pt x="834637" y="228212"/>
                </a:lnTo>
                <a:lnTo>
                  <a:pt x="835551" y="228994"/>
                </a:lnTo>
                <a:lnTo>
                  <a:pt x="836490" y="229761"/>
                </a:lnTo>
                <a:lnTo>
                  <a:pt x="837454" y="230513"/>
                </a:lnTo>
                <a:lnTo>
                  <a:pt x="838443" y="231250"/>
                </a:lnTo>
                <a:lnTo>
                  <a:pt x="839457" y="231972"/>
                </a:lnTo>
                <a:lnTo>
                  <a:pt x="840495" y="232679"/>
                </a:lnTo>
                <a:lnTo>
                  <a:pt x="841559" y="233371"/>
                </a:lnTo>
                <a:lnTo>
                  <a:pt x="842648" y="234048"/>
                </a:lnTo>
                <a:lnTo>
                  <a:pt x="843762" y="234710"/>
                </a:lnTo>
                <a:lnTo>
                  <a:pt x="844901" y="235356"/>
                </a:lnTo>
                <a:lnTo>
                  <a:pt x="846065" y="235988"/>
                </a:lnTo>
                <a:lnTo>
                  <a:pt x="847255" y="236604"/>
                </a:lnTo>
                <a:lnTo>
                  <a:pt x="848469" y="237206"/>
                </a:lnTo>
                <a:lnTo>
                  <a:pt x="849706" y="237787"/>
                </a:lnTo>
                <a:lnTo>
                  <a:pt x="850967" y="238344"/>
                </a:lnTo>
                <a:lnTo>
                  <a:pt x="852250" y="238876"/>
                </a:lnTo>
                <a:lnTo>
                  <a:pt x="853556" y="239383"/>
                </a:lnTo>
                <a:lnTo>
                  <a:pt x="854884" y="239866"/>
                </a:lnTo>
                <a:lnTo>
                  <a:pt x="856235" y="240324"/>
                </a:lnTo>
                <a:lnTo>
                  <a:pt x="857608" y="240757"/>
                </a:lnTo>
                <a:lnTo>
                  <a:pt x="859004" y="241165"/>
                </a:lnTo>
                <a:lnTo>
                  <a:pt x="860423" y="241549"/>
                </a:lnTo>
                <a:lnTo>
                  <a:pt x="861864" y="241908"/>
                </a:lnTo>
                <a:lnTo>
                  <a:pt x="863328" y="242242"/>
                </a:lnTo>
                <a:lnTo>
                  <a:pt x="864814" y="242551"/>
                </a:lnTo>
                <a:lnTo>
                  <a:pt x="866323" y="242836"/>
                </a:lnTo>
                <a:lnTo>
                  <a:pt x="867855" y="243095"/>
                </a:lnTo>
                <a:lnTo>
                  <a:pt x="869409" y="243330"/>
                </a:lnTo>
                <a:lnTo>
                  <a:pt x="870986" y="243541"/>
                </a:lnTo>
                <a:lnTo>
                  <a:pt x="872585" y="243726"/>
                </a:lnTo>
                <a:lnTo>
                  <a:pt x="874207" y="243887"/>
                </a:lnTo>
                <a:lnTo>
                  <a:pt x="875852" y="244023"/>
                </a:lnTo>
                <a:lnTo>
                  <a:pt x="877519" y="244135"/>
                </a:lnTo>
                <a:lnTo>
                  <a:pt x="879209" y="244221"/>
                </a:lnTo>
                <a:lnTo>
                  <a:pt x="880921" y="244283"/>
                </a:lnTo>
                <a:lnTo>
                  <a:pt x="882656" y="244320"/>
                </a:lnTo>
                <a:lnTo>
                  <a:pt x="884414" y="244333"/>
                </a:lnTo>
                <a:lnTo>
                  <a:pt x="885584" y="244327"/>
                </a:lnTo>
                <a:lnTo>
                  <a:pt x="886745" y="244309"/>
                </a:lnTo>
                <a:lnTo>
                  <a:pt x="887896" y="244279"/>
                </a:lnTo>
                <a:lnTo>
                  <a:pt x="889038" y="244238"/>
                </a:lnTo>
                <a:lnTo>
                  <a:pt x="890170" y="244185"/>
                </a:lnTo>
                <a:lnTo>
                  <a:pt x="891294" y="244120"/>
                </a:lnTo>
                <a:lnTo>
                  <a:pt x="892407" y="244043"/>
                </a:lnTo>
                <a:lnTo>
                  <a:pt x="893512" y="243954"/>
                </a:lnTo>
                <a:lnTo>
                  <a:pt x="894607" y="243853"/>
                </a:lnTo>
                <a:lnTo>
                  <a:pt x="895692" y="243741"/>
                </a:lnTo>
                <a:lnTo>
                  <a:pt x="896768" y="243617"/>
                </a:lnTo>
                <a:lnTo>
                  <a:pt x="897835" y="243481"/>
                </a:lnTo>
                <a:lnTo>
                  <a:pt x="898892" y="243333"/>
                </a:lnTo>
                <a:lnTo>
                  <a:pt x="899940" y="243173"/>
                </a:lnTo>
                <a:lnTo>
                  <a:pt x="900978" y="243001"/>
                </a:lnTo>
                <a:lnTo>
                  <a:pt x="902007" y="242818"/>
                </a:lnTo>
                <a:lnTo>
                  <a:pt x="903027" y="242622"/>
                </a:lnTo>
                <a:lnTo>
                  <a:pt x="904037" y="242415"/>
                </a:lnTo>
                <a:lnTo>
                  <a:pt x="905038" y="242196"/>
                </a:lnTo>
                <a:lnTo>
                  <a:pt x="906029" y="241966"/>
                </a:lnTo>
                <a:lnTo>
                  <a:pt x="907011" y="241723"/>
                </a:lnTo>
                <a:lnTo>
                  <a:pt x="907984" y="241469"/>
                </a:lnTo>
                <a:lnTo>
                  <a:pt x="908947" y="241202"/>
                </a:lnTo>
                <a:lnTo>
                  <a:pt x="909900" y="240924"/>
                </a:lnTo>
                <a:lnTo>
                  <a:pt x="910844" y="240635"/>
                </a:lnTo>
                <a:lnTo>
                  <a:pt x="911776" y="240336"/>
                </a:lnTo>
                <a:lnTo>
                  <a:pt x="912696" y="240027"/>
                </a:lnTo>
                <a:lnTo>
                  <a:pt x="913606" y="239708"/>
                </a:lnTo>
                <a:lnTo>
                  <a:pt x="914504" y="239379"/>
                </a:lnTo>
                <a:lnTo>
                  <a:pt x="915391" y="239041"/>
                </a:lnTo>
                <a:lnTo>
                  <a:pt x="916266" y="238692"/>
                </a:lnTo>
                <a:lnTo>
                  <a:pt x="917131" y="238333"/>
                </a:lnTo>
                <a:lnTo>
                  <a:pt x="917984" y="237965"/>
                </a:lnTo>
                <a:lnTo>
                  <a:pt x="918825" y="237586"/>
                </a:lnTo>
                <a:lnTo>
                  <a:pt x="919656" y="237197"/>
                </a:lnTo>
                <a:lnTo>
                  <a:pt x="920475" y="236799"/>
                </a:lnTo>
                <a:lnTo>
                  <a:pt x="921282" y="236391"/>
                </a:lnTo>
                <a:lnTo>
                  <a:pt x="922079" y="235972"/>
                </a:lnTo>
                <a:lnTo>
                  <a:pt x="922864" y="235544"/>
                </a:lnTo>
                <a:lnTo>
                  <a:pt x="923638" y="235105"/>
                </a:lnTo>
                <a:lnTo>
                  <a:pt x="924401" y="234657"/>
                </a:lnTo>
                <a:lnTo>
                  <a:pt x="925152" y="234199"/>
                </a:lnTo>
                <a:lnTo>
                  <a:pt x="925892" y="233731"/>
                </a:lnTo>
                <a:lnTo>
                  <a:pt x="926620" y="233253"/>
                </a:lnTo>
                <a:lnTo>
                  <a:pt x="927338" y="232765"/>
                </a:lnTo>
                <a:lnTo>
                  <a:pt x="928044" y="232267"/>
                </a:lnTo>
                <a:lnTo>
                  <a:pt x="928739" y="231759"/>
                </a:lnTo>
                <a:lnTo>
                  <a:pt x="929422" y="231241"/>
                </a:lnTo>
                <a:lnTo>
                  <a:pt x="930093" y="230714"/>
                </a:lnTo>
                <a:lnTo>
                  <a:pt x="930752" y="230179"/>
                </a:lnTo>
                <a:lnTo>
                  <a:pt x="931396" y="229636"/>
                </a:lnTo>
                <a:lnTo>
                  <a:pt x="932028" y="229084"/>
                </a:lnTo>
                <a:lnTo>
                  <a:pt x="932647" y="228525"/>
                </a:lnTo>
                <a:lnTo>
                  <a:pt x="933252" y="227958"/>
                </a:lnTo>
                <a:lnTo>
                  <a:pt x="933844" y="227383"/>
                </a:lnTo>
                <a:lnTo>
                  <a:pt x="934423" y="226799"/>
                </a:lnTo>
                <a:lnTo>
                  <a:pt x="934989" y="226208"/>
                </a:lnTo>
                <a:lnTo>
                  <a:pt x="935542" y="225608"/>
                </a:lnTo>
                <a:lnTo>
                  <a:pt x="936081" y="225001"/>
                </a:lnTo>
                <a:lnTo>
                  <a:pt x="936607" y="224385"/>
                </a:lnTo>
                <a:lnTo>
                  <a:pt x="937120" y="223761"/>
                </a:lnTo>
                <a:lnTo>
                  <a:pt x="937620" y="223129"/>
                </a:lnTo>
                <a:lnTo>
                  <a:pt x="938107" y="222489"/>
                </a:lnTo>
                <a:lnTo>
                  <a:pt x="938581" y="221841"/>
                </a:lnTo>
                <a:lnTo>
                  <a:pt x="939041" y="221185"/>
                </a:lnTo>
                <a:lnTo>
                  <a:pt x="939488" y="220521"/>
                </a:lnTo>
                <a:lnTo>
                  <a:pt x="939922" y="219849"/>
                </a:lnTo>
                <a:lnTo>
                  <a:pt x="940343" y="219169"/>
                </a:lnTo>
                <a:lnTo>
                  <a:pt x="940751" y="218480"/>
                </a:lnTo>
                <a:lnTo>
                  <a:pt x="941145" y="217784"/>
                </a:lnTo>
                <a:lnTo>
                  <a:pt x="941526" y="217079"/>
                </a:lnTo>
                <a:lnTo>
                  <a:pt x="941894" y="216367"/>
                </a:lnTo>
                <a:lnTo>
                  <a:pt x="942248" y="215647"/>
                </a:lnTo>
                <a:lnTo>
                  <a:pt x="942587" y="214921"/>
                </a:lnTo>
                <a:lnTo>
                  <a:pt x="942911" y="214189"/>
                </a:lnTo>
                <a:lnTo>
                  <a:pt x="943220" y="213451"/>
                </a:lnTo>
                <a:lnTo>
                  <a:pt x="943514" y="212707"/>
                </a:lnTo>
                <a:lnTo>
                  <a:pt x="943792" y="211956"/>
                </a:lnTo>
                <a:lnTo>
                  <a:pt x="944056" y="211199"/>
                </a:lnTo>
                <a:lnTo>
                  <a:pt x="944305" y="210436"/>
                </a:lnTo>
                <a:lnTo>
                  <a:pt x="944538" y="209667"/>
                </a:lnTo>
                <a:lnTo>
                  <a:pt x="944756" y="208892"/>
                </a:lnTo>
                <a:lnTo>
                  <a:pt x="944960" y="208110"/>
                </a:lnTo>
                <a:lnTo>
                  <a:pt x="945148" y="207323"/>
                </a:lnTo>
                <a:lnTo>
                  <a:pt x="945321" y="206529"/>
                </a:lnTo>
                <a:lnTo>
                  <a:pt x="945479" y="205729"/>
                </a:lnTo>
                <a:lnTo>
                  <a:pt x="945623" y="204922"/>
                </a:lnTo>
                <a:lnTo>
                  <a:pt x="945751" y="204110"/>
                </a:lnTo>
                <a:lnTo>
                  <a:pt x="945864" y="203291"/>
                </a:lnTo>
                <a:lnTo>
                  <a:pt x="945962" y="202466"/>
                </a:lnTo>
                <a:lnTo>
                  <a:pt x="946044" y="201635"/>
                </a:lnTo>
                <a:lnTo>
                  <a:pt x="946112" y="200798"/>
                </a:lnTo>
                <a:lnTo>
                  <a:pt x="946165" y="199955"/>
                </a:lnTo>
                <a:lnTo>
                  <a:pt x="946203" y="199105"/>
                </a:lnTo>
                <a:lnTo>
                  <a:pt x="946225" y="198249"/>
                </a:lnTo>
                <a:lnTo>
                  <a:pt x="946233" y="197387"/>
                </a:lnTo>
                <a:lnTo>
                  <a:pt x="946222" y="196284"/>
                </a:lnTo>
                <a:lnTo>
                  <a:pt x="946189" y="195195"/>
                </a:lnTo>
                <a:lnTo>
                  <a:pt x="946135" y="194119"/>
                </a:lnTo>
                <a:lnTo>
                  <a:pt x="946058" y="193058"/>
                </a:lnTo>
                <a:lnTo>
                  <a:pt x="945960" y="192010"/>
                </a:lnTo>
                <a:lnTo>
                  <a:pt x="945840" y="190977"/>
                </a:lnTo>
                <a:lnTo>
                  <a:pt x="945699" y="189957"/>
                </a:lnTo>
                <a:lnTo>
                  <a:pt x="945535" y="188952"/>
                </a:lnTo>
                <a:lnTo>
                  <a:pt x="945350" y="187961"/>
                </a:lnTo>
                <a:lnTo>
                  <a:pt x="945143" y="186983"/>
                </a:lnTo>
                <a:lnTo>
                  <a:pt x="944914" y="186020"/>
                </a:lnTo>
                <a:lnTo>
                  <a:pt x="944664" y="185070"/>
                </a:lnTo>
                <a:lnTo>
                  <a:pt x="944392" y="184134"/>
                </a:lnTo>
                <a:lnTo>
                  <a:pt x="944097" y="183213"/>
                </a:lnTo>
                <a:lnTo>
                  <a:pt x="943782" y="182305"/>
                </a:lnTo>
                <a:lnTo>
                  <a:pt x="943444" y="181412"/>
                </a:lnTo>
                <a:lnTo>
                  <a:pt x="943084" y="180532"/>
                </a:lnTo>
                <a:lnTo>
                  <a:pt x="942703" y="179667"/>
                </a:lnTo>
                <a:lnTo>
                  <a:pt x="942300" y="178815"/>
                </a:lnTo>
                <a:lnTo>
                  <a:pt x="941875" y="177977"/>
                </a:lnTo>
                <a:lnTo>
                  <a:pt x="941428" y="177154"/>
                </a:lnTo>
                <a:lnTo>
                  <a:pt x="940960" y="176344"/>
                </a:lnTo>
                <a:lnTo>
                  <a:pt x="940470" y="175548"/>
                </a:lnTo>
                <a:lnTo>
                  <a:pt x="939958" y="174767"/>
                </a:lnTo>
                <a:lnTo>
                  <a:pt x="939423" y="173997"/>
                </a:lnTo>
                <a:lnTo>
                  <a:pt x="938866" y="173237"/>
                </a:lnTo>
                <a:lnTo>
                  <a:pt x="938285" y="172488"/>
                </a:lnTo>
                <a:lnTo>
                  <a:pt x="937681" y="171748"/>
                </a:lnTo>
                <a:lnTo>
                  <a:pt x="937054" y="171018"/>
                </a:lnTo>
                <a:lnTo>
                  <a:pt x="936404" y="170298"/>
                </a:lnTo>
                <a:lnTo>
                  <a:pt x="935731" y="169588"/>
                </a:lnTo>
                <a:lnTo>
                  <a:pt x="935034" y="168888"/>
                </a:lnTo>
                <a:lnTo>
                  <a:pt x="934315" y="168198"/>
                </a:lnTo>
                <a:lnTo>
                  <a:pt x="933572" y="167518"/>
                </a:lnTo>
                <a:lnTo>
                  <a:pt x="932806" y="166848"/>
                </a:lnTo>
                <a:lnTo>
                  <a:pt x="932017" y="166187"/>
                </a:lnTo>
                <a:lnTo>
                  <a:pt x="931205" y="165537"/>
                </a:lnTo>
                <a:lnTo>
                  <a:pt x="930370" y="164897"/>
                </a:lnTo>
                <a:lnTo>
                  <a:pt x="929512" y="164266"/>
                </a:lnTo>
                <a:lnTo>
                  <a:pt x="928630" y="163646"/>
                </a:lnTo>
                <a:lnTo>
                  <a:pt x="927726" y="163035"/>
                </a:lnTo>
                <a:lnTo>
                  <a:pt x="926798" y="162435"/>
                </a:lnTo>
                <a:lnTo>
                  <a:pt x="925847" y="161844"/>
                </a:lnTo>
                <a:lnTo>
                  <a:pt x="924873" y="161264"/>
                </a:lnTo>
                <a:lnTo>
                  <a:pt x="923876" y="160693"/>
                </a:lnTo>
                <a:lnTo>
                  <a:pt x="922856" y="160132"/>
                </a:lnTo>
                <a:lnTo>
                  <a:pt x="921812" y="159582"/>
                </a:lnTo>
                <a:lnTo>
                  <a:pt x="920746" y="159041"/>
                </a:lnTo>
                <a:lnTo>
                  <a:pt x="919655" y="158508"/>
                </a:lnTo>
                <a:lnTo>
                  <a:pt x="918539" y="157982"/>
                </a:lnTo>
                <a:lnTo>
                  <a:pt x="917397" y="157461"/>
                </a:lnTo>
                <a:lnTo>
                  <a:pt x="916229" y="156947"/>
                </a:lnTo>
                <a:lnTo>
                  <a:pt x="915036" y="156439"/>
                </a:lnTo>
                <a:lnTo>
                  <a:pt x="913817" y="155937"/>
                </a:lnTo>
                <a:lnTo>
                  <a:pt x="912573" y="155442"/>
                </a:lnTo>
                <a:lnTo>
                  <a:pt x="911303" y="154952"/>
                </a:lnTo>
                <a:lnTo>
                  <a:pt x="910008" y="154469"/>
                </a:lnTo>
                <a:lnTo>
                  <a:pt x="908687" y="153992"/>
                </a:lnTo>
                <a:lnTo>
                  <a:pt x="907341" y="153521"/>
                </a:lnTo>
                <a:lnTo>
                  <a:pt x="905969" y="153057"/>
                </a:lnTo>
                <a:lnTo>
                  <a:pt x="904571" y="152598"/>
                </a:lnTo>
                <a:lnTo>
                  <a:pt x="903148" y="152146"/>
                </a:lnTo>
                <a:lnTo>
                  <a:pt x="901700" y="151700"/>
                </a:lnTo>
                <a:lnTo>
                  <a:pt x="900226" y="151260"/>
                </a:lnTo>
                <a:lnTo>
                  <a:pt x="898726" y="150826"/>
                </a:lnTo>
                <a:lnTo>
                  <a:pt x="897201" y="150398"/>
                </a:lnTo>
                <a:lnTo>
                  <a:pt x="895650" y="149977"/>
                </a:lnTo>
                <a:lnTo>
                  <a:pt x="894073" y="149562"/>
                </a:lnTo>
                <a:lnTo>
                  <a:pt x="892471" y="149153"/>
                </a:lnTo>
                <a:lnTo>
                  <a:pt x="890844" y="148750"/>
                </a:lnTo>
                <a:lnTo>
                  <a:pt x="889191" y="148353"/>
                </a:lnTo>
                <a:lnTo>
                  <a:pt x="887512" y="147963"/>
                </a:lnTo>
                <a:lnTo>
                  <a:pt x="886359" y="147704"/>
                </a:lnTo>
                <a:lnTo>
                  <a:pt x="885224" y="147444"/>
                </a:lnTo>
                <a:lnTo>
                  <a:pt x="884106" y="147184"/>
                </a:lnTo>
                <a:lnTo>
                  <a:pt x="883006" y="146922"/>
                </a:lnTo>
                <a:lnTo>
                  <a:pt x="881924" y="146658"/>
                </a:lnTo>
                <a:lnTo>
                  <a:pt x="880860" y="146394"/>
                </a:lnTo>
                <a:lnTo>
                  <a:pt x="879813" y="146129"/>
                </a:lnTo>
                <a:lnTo>
                  <a:pt x="878784" y="145863"/>
                </a:lnTo>
                <a:lnTo>
                  <a:pt x="877773" y="145595"/>
                </a:lnTo>
                <a:lnTo>
                  <a:pt x="876780" y="145327"/>
                </a:lnTo>
                <a:lnTo>
                  <a:pt x="875804" y="145057"/>
                </a:lnTo>
                <a:lnTo>
                  <a:pt x="874846" y="144787"/>
                </a:lnTo>
                <a:lnTo>
                  <a:pt x="873906" y="144515"/>
                </a:lnTo>
                <a:lnTo>
                  <a:pt x="872984" y="144242"/>
                </a:lnTo>
                <a:lnTo>
                  <a:pt x="872079" y="143969"/>
                </a:lnTo>
                <a:lnTo>
                  <a:pt x="871192" y="143694"/>
                </a:lnTo>
                <a:lnTo>
                  <a:pt x="870323" y="143418"/>
                </a:lnTo>
                <a:lnTo>
                  <a:pt x="869472" y="143141"/>
                </a:lnTo>
                <a:lnTo>
                  <a:pt x="868638" y="142863"/>
                </a:lnTo>
                <a:lnTo>
                  <a:pt x="867823" y="142583"/>
                </a:lnTo>
                <a:lnTo>
                  <a:pt x="867024" y="142303"/>
                </a:lnTo>
                <a:lnTo>
                  <a:pt x="866244" y="142022"/>
                </a:lnTo>
                <a:lnTo>
                  <a:pt x="865482" y="141739"/>
                </a:lnTo>
                <a:lnTo>
                  <a:pt x="864737" y="141456"/>
                </a:lnTo>
                <a:lnTo>
                  <a:pt x="864008" y="141171"/>
                </a:lnTo>
                <a:lnTo>
                  <a:pt x="863293" y="140884"/>
                </a:lnTo>
                <a:lnTo>
                  <a:pt x="862592" y="140596"/>
                </a:lnTo>
                <a:lnTo>
                  <a:pt x="861905" y="140307"/>
                </a:lnTo>
                <a:lnTo>
                  <a:pt x="861232" y="140015"/>
                </a:lnTo>
                <a:lnTo>
                  <a:pt x="860573" y="139722"/>
                </a:lnTo>
                <a:lnTo>
                  <a:pt x="859928" y="139428"/>
                </a:lnTo>
                <a:lnTo>
                  <a:pt x="859297" y="139132"/>
                </a:lnTo>
                <a:lnTo>
                  <a:pt x="858680" y="138834"/>
                </a:lnTo>
                <a:lnTo>
                  <a:pt x="858077" y="138535"/>
                </a:lnTo>
                <a:lnTo>
                  <a:pt x="857488" y="138234"/>
                </a:lnTo>
                <a:lnTo>
                  <a:pt x="856913" y="137931"/>
                </a:lnTo>
                <a:lnTo>
                  <a:pt x="856351" y="137627"/>
                </a:lnTo>
                <a:lnTo>
                  <a:pt x="855804" y="137321"/>
                </a:lnTo>
                <a:lnTo>
                  <a:pt x="855271" y="137013"/>
                </a:lnTo>
                <a:lnTo>
                  <a:pt x="854752" y="136704"/>
                </a:lnTo>
                <a:lnTo>
                  <a:pt x="854247" y="136394"/>
                </a:lnTo>
                <a:lnTo>
                  <a:pt x="853756" y="136081"/>
                </a:lnTo>
                <a:lnTo>
                  <a:pt x="853279" y="135768"/>
                </a:lnTo>
                <a:lnTo>
                  <a:pt x="852815" y="135452"/>
                </a:lnTo>
                <a:lnTo>
                  <a:pt x="852366" y="135135"/>
                </a:lnTo>
                <a:lnTo>
                  <a:pt x="851931" y="134816"/>
                </a:lnTo>
                <a:lnTo>
                  <a:pt x="851510" y="134496"/>
                </a:lnTo>
                <a:lnTo>
                  <a:pt x="851102" y="134174"/>
                </a:lnTo>
                <a:lnTo>
                  <a:pt x="850708" y="133850"/>
                </a:lnTo>
                <a:lnTo>
                  <a:pt x="850323" y="133523"/>
                </a:lnTo>
                <a:lnTo>
                  <a:pt x="849950" y="133195"/>
                </a:lnTo>
                <a:lnTo>
                  <a:pt x="849588" y="132863"/>
                </a:lnTo>
                <a:lnTo>
                  <a:pt x="849236" y="132530"/>
                </a:lnTo>
                <a:lnTo>
                  <a:pt x="848895" y="132194"/>
                </a:lnTo>
                <a:lnTo>
                  <a:pt x="848564" y="131855"/>
                </a:lnTo>
                <a:lnTo>
                  <a:pt x="848245" y="131514"/>
                </a:lnTo>
                <a:lnTo>
                  <a:pt x="847936" y="131171"/>
                </a:lnTo>
                <a:lnTo>
                  <a:pt x="847638" y="130825"/>
                </a:lnTo>
                <a:lnTo>
                  <a:pt x="847351" y="130477"/>
                </a:lnTo>
                <a:lnTo>
                  <a:pt x="847074" y="130126"/>
                </a:lnTo>
                <a:lnTo>
                  <a:pt x="846808" y="129773"/>
                </a:lnTo>
                <a:lnTo>
                  <a:pt x="846553" y="129418"/>
                </a:lnTo>
                <a:lnTo>
                  <a:pt x="846309" y="129060"/>
                </a:lnTo>
                <a:lnTo>
                  <a:pt x="846076" y="128699"/>
                </a:lnTo>
                <a:lnTo>
                  <a:pt x="845853" y="128337"/>
                </a:lnTo>
                <a:lnTo>
                  <a:pt x="845641" y="127972"/>
                </a:lnTo>
                <a:lnTo>
                  <a:pt x="845440" y="127604"/>
                </a:lnTo>
                <a:lnTo>
                  <a:pt x="845249" y="127234"/>
                </a:lnTo>
                <a:lnTo>
                  <a:pt x="845070" y="126862"/>
                </a:lnTo>
                <a:lnTo>
                  <a:pt x="844901" y="126487"/>
                </a:lnTo>
                <a:lnTo>
                  <a:pt x="844743" y="126110"/>
                </a:lnTo>
                <a:lnTo>
                  <a:pt x="844595" y="125730"/>
                </a:lnTo>
                <a:lnTo>
                  <a:pt x="844456" y="125347"/>
                </a:lnTo>
                <a:lnTo>
                  <a:pt x="844323" y="124961"/>
                </a:lnTo>
                <a:lnTo>
                  <a:pt x="844196" y="124571"/>
                </a:lnTo>
                <a:lnTo>
                  <a:pt x="844074" y="124178"/>
                </a:lnTo>
                <a:lnTo>
                  <a:pt x="843959" y="123782"/>
                </a:lnTo>
                <a:lnTo>
                  <a:pt x="843850" y="123382"/>
                </a:lnTo>
                <a:lnTo>
                  <a:pt x="843746" y="122978"/>
                </a:lnTo>
                <a:lnTo>
                  <a:pt x="843648" y="122571"/>
                </a:lnTo>
                <a:lnTo>
                  <a:pt x="843557" y="122160"/>
                </a:lnTo>
                <a:lnTo>
                  <a:pt x="843471" y="121746"/>
                </a:lnTo>
                <a:lnTo>
                  <a:pt x="843391" y="121329"/>
                </a:lnTo>
                <a:lnTo>
                  <a:pt x="843317" y="120907"/>
                </a:lnTo>
                <a:lnTo>
                  <a:pt x="843249" y="120483"/>
                </a:lnTo>
                <a:lnTo>
                  <a:pt x="843187" y="120055"/>
                </a:lnTo>
                <a:lnTo>
                  <a:pt x="843131" y="119623"/>
                </a:lnTo>
                <a:lnTo>
                  <a:pt x="843080" y="119188"/>
                </a:lnTo>
                <a:lnTo>
                  <a:pt x="843036" y="118750"/>
                </a:lnTo>
                <a:lnTo>
                  <a:pt x="842997" y="118307"/>
                </a:lnTo>
                <a:lnTo>
                  <a:pt x="842965" y="117862"/>
                </a:lnTo>
                <a:lnTo>
                  <a:pt x="842938" y="117413"/>
                </a:lnTo>
                <a:lnTo>
                  <a:pt x="842918" y="116960"/>
                </a:lnTo>
                <a:lnTo>
                  <a:pt x="842903" y="116504"/>
                </a:lnTo>
                <a:lnTo>
                  <a:pt x="842894" y="116045"/>
                </a:lnTo>
                <a:lnTo>
                  <a:pt x="842891" y="115582"/>
                </a:lnTo>
                <a:lnTo>
                  <a:pt x="842898" y="114988"/>
                </a:lnTo>
                <a:lnTo>
                  <a:pt x="842919" y="114397"/>
                </a:lnTo>
                <a:lnTo>
                  <a:pt x="842955" y="113807"/>
                </a:lnTo>
                <a:lnTo>
                  <a:pt x="843005" y="113219"/>
                </a:lnTo>
                <a:lnTo>
                  <a:pt x="843069" y="112632"/>
                </a:lnTo>
                <a:lnTo>
                  <a:pt x="843148" y="112047"/>
                </a:lnTo>
                <a:lnTo>
                  <a:pt x="843240" y="111464"/>
                </a:lnTo>
                <a:lnTo>
                  <a:pt x="843347" y="110882"/>
                </a:lnTo>
                <a:lnTo>
                  <a:pt x="843468" y="110302"/>
                </a:lnTo>
                <a:lnTo>
                  <a:pt x="843604" y="109723"/>
                </a:lnTo>
                <a:lnTo>
                  <a:pt x="843753" y="109146"/>
                </a:lnTo>
                <a:lnTo>
                  <a:pt x="843917" y="108571"/>
                </a:lnTo>
                <a:lnTo>
                  <a:pt x="844096" y="107997"/>
                </a:lnTo>
                <a:lnTo>
                  <a:pt x="844288" y="107425"/>
                </a:lnTo>
                <a:lnTo>
                  <a:pt x="844495" y="106854"/>
                </a:lnTo>
                <a:lnTo>
                  <a:pt x="844716" y="106285"/>
                </a:lnTo>
                <a:lnTo>
                  <a:pt x="844951" y="105718"/>
                </a:lnTo>
                <a:lnTo>
                  <a:pt x="845200" y="105153"/>
                </a:lnTo>
                <a:lnTo>
                  <a:pt x="845464" y="104588"/>
                </a:lnTo>
                <a:lnTo>
                  <a:pt x="845742" y="104026"/>
                </a:lnTo>
                <a:lnTo>
                  <a:pt x="846034" y="103465"/>
                </a:lnTo>
                <a:lnTo>
                  <a:pt x="846341" y="102906"/>
                </a:lnTo>
                <a:lnTo>
                  <a:pt x="846662" y="102348"/>
                </a:lnTo>
                <a:lnTo>
                  <a:pt x="846997" y="101792"/>
                </a:lnTo>
                <a:lnTo>
                  <a:pt x="847347" y="101241"/>
                </a:lnTo>
                <a:lnTo>
                  <a:pt x="847714" y="100698"/>
                </a:lnTo>
                <a:lnTo>
                  <a:pt x="848098" y="100163"/>
                </a:lnTo>
                <a:lnTo>
                  <a:pt x="848499" y="99636"/>
                </a:lnTo>
                <a:lnTo>
                  <a:pt x="848916" y="99117"/>
                </a:lnTo>
                <a:lnTo>
                  <a:pt x="849350" y="98607"/>
                </a:lnTo>
                <a:lnTo>
                  <a:pt x="849800" y="98104"/>
                </a:lnTo>
                <a:lnTo>
                  <a:pt x="850268" y="97609"/>
                </a:lnTo>
                <a:lnTo>
                  <a:pt x="850751" y="97123"/>
                </a:lnTo>
                <a:lnTo>
                  <a:pt x="851252" y="96644"/>
                </a:lnTo>
                <a:lnTo>
                  <a:pt x="851769" y="96174"/>
                </a:lnTo>
                <a:lnTo>
                  <a:pt x="852303" y="95711"/>
                </a:lnTo>
                <a:lnTo>
                  <a:pt x="852854" y="95257"/>
                </a:lnTo>
                <a:lnTo>
                  <a:pt x="853421" y="94811"/>
                </a:lnTo>
                <a:lnTo>
                  <a:pt x="854005" y="94372"/>
                </a:lnTo>
                <a:lnTo>
                  <a:pt x="854606" y="93942"/>
                </a:lnTo>
                <a:lnTo>
                  <a:pt x="855223" y="93520"/>
                </a:lnTo>
                <a:lnTo>
                  <a:pt x="855857" y="93106"/>
                </a:lnTo>
                <a:lnTo>
                  <a:pt x="856508" y="92700"/>
                </a:lnTo>
                <a:lnTo>
                  <a:pt x="857175" y="92303"/>
                </a:lnTo>
                <a:lnTo>
                  <a:pt x="857859" y="91913"/>
                </a:lnTo>
                <a:lnTo>
                  <a:pt x="858560" y="91531"/>
                </a:lnTo>
                <a:lnTo>
                  <a:pt x="859277" y="91158"/>
                </a:lnTo>
                <a:lnTo>
                  <a:pt x="860011" y="90792"/>
                </a:lnTo>
                <a:lnTo>
                  <a:pt x="860763" y="90438"/>
                </a:lnTo>
                <a:lnTo>
                  <a:pt x="861534" y="90099"/>
                </a:lnTo>
                <a:lnTo>
                  <a:pt x="862324" y="89775"/>
                </a:lnTo>
                <a:lnTo>
                  <a:pt x="863134" y="89466"/>
                </a:lnTo>
                <a:lnTo>
                  <a:pt x="863962" y="89173"/>
                </a:lnTo>
                <a:lnTo>
                  <a:pt x="864809" y="88894"/>
                </a:lnTo>
                <a:lnTo>
                  <a:pt x="865676" y="88630"/>
                </a:lnTo>
                <a:lnTo>
                  <a:pt x="866562" y="88382"/>
                </a:lnTo>
                <a:lnTo>
                  <a:pt x="867466" y="88148"/>
                </a:lnTo>
                <a:lnTo>
                  <a:pt x="868390" y="87930"/>
                </a:lnTo>
                <a:lnTo>
                  <a:pt x="869333" y="87727"/>
                </a:lnTo>
                <a:lnTo>
                  <a:pt x="870295" y="87538"/>
                </a:lnTo>
                <a:lnTo>
                  <a:pt x="871276" y="87365"/>
                </a:lnTo>
                <a:lnTo>
                  <a:pt x="872276" y="87207"/>
                </a:lnTo>
                <a:lnTo>
                  <a:pt x="873296" y="87064"/>
                </a:lnTo>
                <a:lnTo>
                  <a:pt x="874334" y="86936"/>
                </a:lnTo>
                <a:lnTo>
                  <a:pt x="875392" y="86823"/>
                </a:lnTo>
                <a:lnTo>
                  <a:pt x="876468" y="86725"/>
                </a:lnTo>
                <a:lnTo>
                  <a:pt x="877564" y="86642"/>
                </a:lnTo>
                <a:lnTo>
                  <a:pt x="878679" y="86574"/>
                </a:lnTo>
                <a:lnTo>
                  <a:pt x="879813" y="86522"/>
                </a:lnTo>
                <a:lnTo>
                  <a:pt x="880966" y="86484"/>
                </a:lnTo>
                <a:lnTo>
                  <a:pt x="882138" y="86461"/>
                </a:lnTo>
                <a:lnTo>
                  <a:pt x="883329" y="86454"/>
                </a:lnTo>
                <a:lnTo>
                  <a:pt x="884484" y="86462"/>
                </a:lnTo>
                <a:lnTo>
                  <a:pt x="885623" y="86488"/>
                </a:lnTo>
                <a:lnTo>
                  <a:pt x="886748" y="86531"/>
                </a:lnTo>
                <a:lnTo>
                  <a:pt x="887859" y="86592"/>
                </a:lnTo>
                <a:lnTo>
                  <a:pt x="888954" y="86669"/>
                </a:lnTo>
                <a:lnTo>
                  <a:pt x="890035" y="86764"/>
                </a:lnTo>
                <a:lnTo>
                  <a:pt x="891101" y="86876"/>
                </a:lnTo>
                <a:lnTo>
                  <a:pt x="892152" y="87005"/>
                </a:lnTo>
                <a:lnTo>
                  <a:pt x="893188" y="87151"/>
                </a:lnTo>
                <a:lnTo>
                  <a:pt x="894209" y="87315"/>
                </a:lnTo>
                <a:lnTo>
                  <a:pt x="895216" y="87495"/>
                </a:lnTo>
                <a:lnTo>
                  <a:pt x="896208" y="87693"/>
                </a:lnTo>
                <a:lnTo>
                  <a:pt x="897185" y="87908"/>
                </a:lnTo>
                <a:lnTo>
                  <a:pt x="898147" y="88141"/>
                </a:lnTo>
                <a:lnTo>
                  <a:pt x="899095" y="88390"/>
                </a:lnTo>
                <a:lnTo>
                  <a:pt x="900028" y="88657"/>
                </a:lnTo>
                <a:lnTo>
                  <a:pt x="900945" y="88941"/>
                </a:lnTo>
                <a:lnTo>
                  <a:pt x="901849" y="89243"/>
                </a:lnTo>
                <a:lnTo>
                  <a:pt x="902737" y="89561"/>
                </a:lnTo>
                <a:lnTo>
                  <a:pt x="903610" y="89897"/>
                </a:lnTo>
                <a:lnTo>
                  <a:pt x="904469" y="90250"/>
                </a:lnTo>
                <a:lnTo>
                  <a:pt x="905313" y="90620"/>
                </a:lnTo>
                <a:lnTo>
                  <a:pt x="906142" y="91007"/>
                </a:lnTo>
                <a:lnTo>
                  <a:pt x="906957" y="91412"/>
                </a:lnTo>
                <a:lnTo>
                  <a:pt x="907755" y="91830"/>
                </a:lnTo>
                <a:lnTo>
                  <a:pt x="908538" y="92257"/>
                </a:lnTo>
                <a:lnTo>
                  <a:pt x="909305" y="92695"/>
                </a:lnTo>
                <a:lnTo>
                  <a:pt x="910055" y="93142"/>
                </a:lnTo>
                <a:lnTo>
                  <a:pt x="910790" y="93599"/>
                </a:lnTo>
                <a:lnTo>
                  <a:pt x="911508" y="94065"/>
                </a:lnTo>
                <a:lnTo>
                  <a:pt x="912210" y="94541"/>
                </a:lnTo>
                <a:lnTo>
                  <a:pt x="912896" y="95027"/>
                </a:lnTo>
                <a:lnTo>
                  <a:pt x="913566" y="95522"/>
                </a:lnTo>
                <a:lnTo>
                  <a:pt x="914219" y="96027"/>
                </a:lnTo>
                <a:lnTo>
                  <a:pt x="914857" y="96542"/>
                </a:lnTo>
                <a:lnTo>
                  <a:pt x="915478" y="97067"/>
                </a:lnTo>
                <a:lnTo>
                  <a:pt x="916083" y="97601"/>
                </a:lnTo>
                <a:lnTo>
                  <a:pt x="916672" y="98145"/>
                </a:lnTo>
                <a:lnTo>
                  <a:pt x="917245" y="98699"/>
                </a:lnTo>
                <a:lnTo>
                  <a:pt x="917802" y="99262"/>
                </a:lnTo>
                <a:lnTo>
                  <a:pt x="918343" y="99835"/>
                </a:lnTo>
                <a:lnTo>
                  <a:pt x="918867" y="100417"/>
                </a:lnTo>
                <a:lnTo>
                  <a:pt x="919376" y="101010"/>
                </a:lnTo>
                <a:lnTo>
                  <a:pt x="919868" y="101612"/>
                </a:lnTo>
                <a:lnTo>
                  <a:pt x="920344" y="102223"/>
                </a:lnTo>
                <a:lnTo>
                  <a:pt x="920804" y="102845"/>
                </a:lnTo>
                <a:lnTo>
                  <a:pt x="921248" y="103476"/>
                </a:lnTo>
                <a:lnTo>
                  <a:pt x="921675" y="104116"/>
                </a:lnTo>
                <a:lnTo>
                  <a:pt x="922086" y="104764"/>
                </a:lnTo>
                <a:lnTo>
                  <a:pt x="922480" y="105414"/>
                </a:lnTo>
                <a:lnTo>
                  <a:pt x="922856" y="106068"/>
                </a:lnTo>
                <a:lnTo>
                  <a:pt x="923214" y="106724"/>
                </a:lnTo>
                <a:lnTo>
                  <a:pt x="923555" y="107385"/>
                </a:lnTo>
                <a:lnTo>
                  <a:pt x="923878" y="108048"/>
                </a:lnTo>
                <a:lnTo>
                  <a:pt x="924184" y="108714"/>
                </a:lnTo>
                <a:lnTo>
                  <a:pt x="924473" y="109384"/>
                </a:lnTo>
                <a:lnTo>
                  <a:pt x="924744" y="110057"/>
                </a:lnTo>
                <a:lnTo>
                  <a:pt x="924997" y="110733"/>
                </a:lnTo>
                <a:lnTo>
                  <a:pt x="925233" y="111413"/>
                </a:lnTo>
                <a:lnTo>
                  <a:pt x="925452" y="112096"/>
                </a:lnTo>
                <a:lnTo>
                  <a:pt x="925653" y="112781"/>
                </a:lnTo>
                <a:lnTo>
                  <a:pt x="925837" y="113471"/>
                </a:lnTo>
                <a:lnTo>
                  <a:pt x="926003" y="114163"/>
                </a:lnTo>
                <a:lnTo>
                  <a:pt x="926151" y="114859"/>
                </a:lnTo>
                <a:lnTo>
                  <a:pt x="926282" y="115557"/>
                </a:lnTo>
                <a:lnTo>
                  <a:pt x="926396" y="116259"/>
                </a:lnTo>
                <a:lnTo>
                  <a:pt x="926492" y="116965"/>
                </a:lnTo>
                <a:lnTo>
                  <a:pt x="926571" y="117673"/>
                </a:lnTo>
                <a:lnTo>
                  <a:pt x="926632" y="118385"/>
                </a:lnTo>
                <a:lnTo>
                  <a:pt x="926676" y="119100"/>
                </a:lnTo>
                <a:lnTo>
                  <a:pt x="926702" y="119818"/>
                </a:lnTo>
                <a:lnTo>
                  <a:pt x="926711" y="120540"/>
                </a:lnTo>
                <a:lnTo>
                  <a:pt x="945303" y="120540"/>
                </a:lnTo>
                <a:lnTo>
                  <a:pt x="945290" y="119357"/>
                </a:lnTo>
                <a:lnTo>
                  <a:pt x="945251" y="118184"/>
                </a:lnTo>
                <a:lnTo>
                  <a:pt x="945187" y="117022"/>
                </a:lnTo>
                <a:lnTo>
                  <a:pt x="945096" y="115870"/>
                </a:lnTo>
                <a:lnTo>
                  <a:pt x="944980" y="114728"/>
                </a:lnTo>
                <a:lnTo>
                  <a:pt x="944838" y="113596"/>
                </a:lnTo>
                <a:lnTo>
                  <a:pt x="944670" y="112475"/>
                </a:lnTo>
                <a:lnTo>
                  <a:pt x="944477" y="111364"/>
                </a:lnTo>
                <a:lnTo>
                  <a:pt x="944257" y="110263"/>
                </a:lnTo>
                <a:lnTo>
                  <a:pt x="944012" y="109172"/>
                </a:lnTo>
                <a:lnTo>
                  <a:pt x="943741" y="108092"/>
                </a:lnTo>
                <a:lnTo>
                  <a:pt x="943444" y="107021"/>
                </a:lnTo>
                <a:lnTo>
                  <a:pt x="943121" y="105961"/>
                </a:lnTo>
                <a:lnTo>
                  <a:pt x="942772" y="104912"/>
                </a:lnTo>
                <a:lnTo>
                  <a:pt x="942398" y="103872"/>
                </a:lnTo>
                <a:lnTo>
                  <a:pt x="941998" y="102842"/>
                </a:lnTo>
                <a:lnTo>
                  <a:pt x="941572" y="101823"/>
                </a:lnTo>
                <a:lnTo>
                  <a:pt x="941120" y="100814"/>
                </a:lnTo>
                <a:lnTo>
                  <a:pt x="940642" y="99816"/>
                </a:lnTo>
                <a:lnTo>
                  <a:pt x="940139" y="98827"/>
                </a:lnTo>
                <a:lnTo>
                  <a:pt x="939609" y="97849"/>
                </a:lnTo>
                <a:lnTo>
                  <a:pt x="939054" y="96881"/>
                </a:lnTo>
                <a:lnTo>
                  <a:pt x="938473" y="95923"/>
                </a:lnTo>
                <a:lnTo>
                  <a:pt x="937866" y="94975"/>
                </a:lnTo>
                <a:lnTo>
                  <a:pt x="937235" y="94041"/>
                </a:lnTo>
                <a:lnTo>
                  <a:pt x="936583" y="93123"/>
                </a:lnTo>
                <a:lnTo>
                  <a:pt x="935908" y="92222"/>
                </a:lnTo>
                <a:lnTo>
                  <a:pt x="935211" y="91336"/>
                </a:lnTo>
                <a:lnTo>
                  <a:pt x="934492" y="90468"/>
                </a:lnTo>
                <a:lnTo>
                  <a:pt x="933751" y="89615"/>
                </a:lnTo>
                <a:lnTo>
                  <a:pt x="932988" y="88780"/>
                </a:lnTo>
                <a:lnTo>
                  <a:pt x="932202" y="87960"/>
                </a:lnTo>
                <a:lnTo>
                  <a:pt x="931395" y="87157"/>
                </a:lnTo>
                <a:lnTo>
                  <a:pt x="930566" y="86370"/>
                </a:lnTo>
                <a:lnTo>
                  <a:pt x="929715" y="85600"/>
                </a:lnTo>
                <a:lnTo>
                  <a:pt x="928841" y="84846"/>
                </a:lnTo>
                <a:lnTo>
                  <a:pt x="927946" y="84109"/>
                </a:lnTo>
                <a:lnTo>
                  <a:pt x="927028" y="83388"/>
                </a:lnTo>
                <a:lnTo>
                  <a:pt x="926089" y="82683"/>
                </a:lnTo>
                <a:lnTo>
                  <a:pt x="925127" y="81995"/>
                </a:lnTo>
                <a:lnTo>
                  <a:pt x="924143" y="81323"/>
                </a:lnTo>
                <a:lnTo>
                  <a:pt x="923138" y="80668"/>
                </a:lnTo>
                <a:lnTo>
                  <a:pt x="922110" y="80029"/>
                </a:lnTo>
                <a:lnTo>
                  <a:pt x="921060" y="79406"/>
                </a:lnTo>
                <a:lnTo>
                  <a:pt x="919988" y="78800"/>
                </a:lnTo>
                <a:lnTo>
                  <a:pt x="918894" y="78210"/>
                </a:lnTo>
                <a:lnTo>
                  <a:pt x="917778" y="77637"/>
                </a:lnTo>
                <a:lnTo>
                  <a:pt x="916640" y="77080"/>
                </a:lnTo>
                <a:lnTo>
                  <a:pt x="915481" y="76543"/>
                </a:lnTo>
                <a:lnTo>
                  <a:pt x="914302" y="76028"/>
                </a:lnTo>
                <a:lnTo>
                  <a:pt x="913103" y="75537"/>
                </a:lnTo>
                <a:lnTo>
                  <a:pt x="911884" y="75068"/>
                </a:lnTo>
                <a:lnTo>
                  <a:pt x="910646" y="74622"/>
                </a:lnTo>
                <a:lnTo>
                  <a:pt x="909387" y="74199"/>
                </a:lnTo>
                <a:lnTo>
                  <a:pt x="908109" y="73799"/>
                </a:lnTo>
                <a:lnTo>
                  <a:pt x="906810" y="73422"/>
                </a:lnTo>
                <a:lnTo>
                  <a:pt x="905492" y="73068"/>
                </a:lnTo>
                <a:lnTo>
                  <a:pt x="904154" y="72736"/>
                </a:lnTo>
                <a:lnTo>
                  <a:pt x="902796" y="72427"/>
                </a:lnTo>
                <a:lnTo>
                  <a:pt x="901418" y="72142"/>
                </a:lnTo>
                <a:lnTo>
                  <a:pt x="900020" y="71879"/>
                </a:lnTo>
                <a:lnTo>
                  <a:pt x="898602" y="71639"/>
                </a:lnTo>
                <a:lnTo>
                  <a:pt x="897164" y="71421"/>
                </a:lnTo>
                <a:lnTo>
                  <a:pt x="895707" y="71227"/>
                </a:lnTo>
                <a:lnTo>
                  <a:pt x="894229" y="71056"/>
                </a:lnTo>
                <a:lnTo>
                  <a:pt x="892732" y="70907"/>
                </a:lnTo>
                <a:lnTo>
                  <a:pt x="891214" y="70781"/>
                </a:lnTo>
                <a:lnTo>
                  <a:pt x="889677" y="70678"/>
                </a:lnTo>
                <a:lnTo>
                  <a:pt x="888120" y="70598"/>
                </a:lnTo>
                <a:lnTo>
                  <a:pt x="886543" y="70541"/>
                </a:lnTo>
                <a:lnTo>
                  <a:pt x="884946" y="70507"/>
                </a:lnTo>
                <a:lnTo>
                  <a:pt x="883329" y="70495"/>
                </a:lnTo>
                <a:lnTo>
                  <a:pt x="882198" y="70502"/>
                </a:lnTo>
                <a:lnTo>
                  <a:pt x="881075" y="70520"/>
                </a:lnTo>
                <a:lnTo>
                  <a:pt x="879963" y="70551"/>
                </a:lnTo>
                <a:lnTo>
                  <a:pt x="878860" y="70594"/>
                </a:lnTo>
                <a:lnTo>
                  <a:pt x="877766" y="70650"/>
                </a:lnTo>
                <a:lnTo>
                  <a:pt x="876681" y="70718"/>
                </a:lnTo>
                <a:lnTo>
                  <a:pt x="875606" y="70799"/>
                </a:lnTo>
                <a:lnTo>
                  <a:pt x="874541" y="70891"/>
                </a:lnTo>
                <a:lnTo>
                  <a:pt x="873485" y="70997"/>
                </a:lnTo>
                <a:lnTo>
                  <a:pt x="872438" y="71114"/>
                </a:lnTo>
                <a:lnTo>
                  <a:pt x="871400" y="71244"/>
                </a:lnTo>
                <a:lnTo>
                  <a:pt x="870373" y="71386"/>
                </a:lnTo>
                <a:lnTo>
                  <a:pt x="869354" y="71541"/>
                </a:lnTo>
                <a:lnTo>
                  <a:pt x="868345" y="71708"/>
                </a:lnTo>
                <a:lnTo>
                  <a:pt x="867345" y="71887"/>
                </a:lnTo>
                <a:lnTo>
                  <a:pt x="866355" y="72079"/>
                </a:lnTo>
                <a:lnTo>
                  <a:pt x="865374" y="72283"/>
                </a:lnTo>
                <a:lnTo>
                  <a:pt x="864403" y="72500"/>
                </a:lnTo>
                <a:lnTo>
                  <a:pt x="863441" y="72729"/>
                </a:lnTo>
                <a:lnTo>
                  <a:pt x="862488" y="72970"/>
                </a:lnTo>
                <a:lnTo>
                  <a:pt x="861545" y="73224"/>
                </a:lnTo>
                <a:lnTo>
                  <a:pt x="860611" y="73490"/>
                </a:lnTo>
                <a:lnTo>
                  <a:pt x="859687" y="73768"/>
                </a:lnTo>
                <a:lnTo>
                  <a:pt x="858772" y="74059"/>
                </a:lnTo>
                <a:lnTo>
                  <a:pt x="857867" y="74361"/>
                </a:lnTo>
                <a:lnTo>
                  <a:pt x="856974" y="74672"/>
                </a:lnTo>
                <a:lnTo>
                  <a:pt x="856092" y="74992"/>
                </a:lnTo>
                <a:lnTo>
                  <a:pt x="855221" y="75322"/>
                </a:lnTo>
                <a:lnTo>
                  <a:pt x="854362" y="75661"/>
                </a:lnTo>
                <a:lnTo>
                  <a:pt x="853514" y="76010"/>
                </a:lnTo>
                <a:lnTo>
                  <a:pt x="852677" y="76368"/>
                </a:lnTo>
                <a:lnTo>
                  <a:pt x="851851" y="76736"/>
                </a:lnTo>
                <a:lnTo>
                  <a:pt x="851037" y="77113"/>
                </a:lnTo>
                <a:lnTo>
                  <a:pt x="850234" y="77499"/>
                </a:lnTo>
                <a:lnTo>
                  <a:pt x="849443" y="77895"/>
                </a:lnTo>
                <a:lnTo>
                  <a:pt x="848662" y="78300"/>
                </a:lnTo>
                <a:lnTo>
                  <a:pt x="847893" y="78715"/>
                </a:lnTo>
                <a:lnTo>
                  <a:pt x="847135" y="79139"/>
                </a:lnTo>
                <a:lnTo>
                  <a:pt x="846389" y="79573"/>
                </a:lnTo>
                <a:lnTo>
                  <a:pt x="845654" y="80015"/>
                </a:lnTo>
                <a:lnTo>
                  <a:pt x="844930" y="80468"/>
                </a:lnTo>
                <a:lnTo>
                  <a:pt x="844218" y="80929"/>
                </a:lnTo>
                <a:lnTo>
                  <a:pt x="843516" y="81401"/>
                </a:lnTo>
                <a:lnTo>
                  <a:pt x="842826" y="81881"/>
                </a:lnTo>
                <a:lnTo>
                  <a:pt x="842148" y="82371"/>
                </a:lnTo>
                <a:lnTo>
                  <a:pt x="841480" y="82870"/>
                </a:lnTo>
                <a:lnTo>
                  <a:pt x="840824" y="83379"/>
                </a:lnTo>
                <a:lnTo>
                  <a:pt x="840180" y="83897"/>
                </a:lnTo>
                <a:lnTo>
                  <a:pt x="839547" y="84424"/>
                </a:lnTo>
                <a:lnTo>
                  <a:pt x="838926" y="84957"/>
                </a:lnTo>
                <a:lnTo>
                  <a:pt x="838318" y="85498"/>
                </a:lnTo>
                <a:lnTo>
                  <a:pt x="837722" y="86045"/>
                </a:lnTo>
                <a:lnTo>
                  <a:pt x="837139" y="86599"/>
                </a:lnTo>
                <a:lnTo>
                  <a:pt x="836568" y="87161"/>
                </a:lnTo>
                <a:lnTo>
                  <a:pt x="836009" y="87729"/>
                </a:lnTo>
                <a:lnTo>
                  <a:pt x="835463" y="88304"/>
                </a:lnTo>
                <a:lnTo>
                  <a:pt x="834929" y="88887"/>
                </a:lnTo>
                <a:lnTo>
                  <a:pt x="834407" y="89476"/>
                </a:lnTo>
                <a:lnTo>
                  <a:pt x="833898" y="90072"/>
                </a:lnTo>
                <a:lnTo>
                  <a:pt x="833401" y="90676"/>
                </a:lnTo>
                <a:lnTo>
                  <a:pt x="832917" y="91286"/>
                </a:lnTo>
                <a:lnTo>
                  <a:pt x="832445" y="91903"/>
                </a:lnTo>
                <a:lnTo>
                  <a:pt x="831985" y="92528"/>
                </a:lnTo>
                <a:lnTo>
                  <a:pt x="831538" y="93159"/>
                </a:lnTo>
                <a:lnTo>
                  <a:pt x="831103" y="93797"/>
                </a:lnTo>
                <a:lnTo>
                  <a:pt x="830680" y="94443"/>
                </a:lnTo>
                <a:lnTo>
                  <a:pt x="830270" y="95095"/>
                </a:lnTo>
                <a:lnTo>
                  <a:pt x="829872" y="95754"/>
                </a:lnTo>
                <a:lnTo>
                  <a:pt x="829487" y="96420"/>
                </a:lnTo>
                <a:lnTo>
                  <a:pt x="829114" y="97094"/>
                </a:lnTo>
                <a:lnTo>
                  <a:pt x="828753" y="97774"/>
                </a:lnTo>
                <a:lnTo>
                  <a:pt x="828404" y="98461"/>
                </a:lnTo>
                <a:lnTo>
                  <a:pt x="828069" y="99154"/>
                </a:lnTo>
                <a:lnTo>
                  <a:pt x="827749" y="99850"/>
                </a:lnTo>
                <a:lnTo>
                  <a:pt x="827442" y="100549"/>
                </a:lnTo>
                <a:lnTo>
                  <a:pt x="827150" y="101252"/>
                </a:lnTo>
                <a:lnTo>
                  <a:pt x="826872" y="101959"/>
                </a:lnTo>
                <a:lnTo>
                  <a:pt x="826608" y="102669"/>
                </a:lnTo>
                <a:lnTo>
                  <a:pt x="826359" y="103382"/>
                </a:lnTo>
                <a:lnTo>
                  <a:pt x="826123" y="104099"/>
                </a:lnTo>
                <a:lnTo>
                  <a:pt x="825903" y="104820"/>
                </a:lnTo>
                <a:lnTo>
                  <a:pt x="825696" y="105544"/>
                </a:lnTo>
                <a:lnTo>
                  <a:pt x="825503" y="106271"/>
                </a:lnTo>
                <a:lnTo>
                  <a:pt x="825325" y="107002"/>
                </a:lnTo>
                <a:lnTo>
                  <a:pt x="825161" y="107737"/>
                </a:lnTo>
                <a:lnTo>
                  <a:pt x="825012" y="108474"/>
                </a:lnTo>
                <a:lnTo>
                  <a:pt x="824876" y="109216"/>
                </a:lnTo>
                <a:lnTo>
                  <a:pt x="824755" y="109961"/>
                </a:lnTo>
                <a:lnTo>
                  <a:pt x="824648" y="110709"/>
                </a:lnTo>
                <a:lnTo>
                  <a:pt x="824555" y="111461"/>
                </a:lnTo>
                <a:lnTo>
                  <a:pt x="824477" y="112217"/>
                </a:lnTo>
                <a:lnTo>
                  <a:pt x="824413" y="112976"/>
                </a:lnTo>
                <a:lnTo>
                  <a:pt x="824363" y="113738"/>
                </a:lnTo>
                <a:lnTo>
                  <a:pt x="824327" y="114504"/>
                </a:lnTo>
                <a:lnTo>
                  <a:pt x="824306" y="115273"/>
                </a:lnTo>
                <a:lnTo>
                  <a:pt x="824299" y="116046"/>
                </a:lnTo>
                <a:lnTo>
                  <a:pt x="824305" y="116907"/>
                </a:lnTo>
                <a:lnTo>
                  <a:pt x="824326" y="117757"/>
                </a:lnTo>
                <a:lnTo>
                  <a:pt x="824359" y="118598"/>
                </a:lnTo>
                <a:lnTo>
                  <a:pt x="824406" y="119429"/>
                </a:lnTo>
                <a:lnTo>
                  <a:pt x="824467" y="120251"/>
                </a:lnTo>
                <a:lnTo>
                  <a:pt x="824541" y="121062"/>
                </a:lnTo>
                <a:lnTo>
                  <a:pt x="824628" y="121865"/>
                </a:lnTo>
                <a:lnTo>
                  <a:pt x="824729" y="122657"/>
                </a:lnTo>
                <a:lnTo>
                  <a:pt x="824843" y="123440"/>
                </a:lnTo>
                <a:lnTo>
                  <a:pt x="824971" y="124213"/>
                </a:lnTo>
                <a:lnTo>
                  <a:pt x="825112" y="124976"/>
                </a:lnTo>
                <a:lnTo>
                  <a:pt x="825267" y="125730"/>
                </a:lnTo>
                <a:lnTo>
                  <a:pt x="825435" y="126474"/>
                </a:lnTo>
                <a:lnTo>
                  <a:pt x="825617" y="127208"/>
                </a:lnTo>
                <a:lnTo>
                  <a:pt x="825812" y="127933"/>
                </a:lnTo>
                <a:lnTo>
                  <a:pt x="826020" y="128648"/>
                </a:lnTo>
                <a:lnTo>
                  <a:pt x="826242" y="129353"/>
                </a:lnTo>
                <a:lnTo>
                  <a:pt x="826477" y="130049"/>
                </a:lnTo>
                <a:lnTo>
                  <a:pt x="826726" y="130735"/>
                </a:lnTo>
                <a:lnTo>
                  <a:pt x="826989" y="131411"/>
                </a:lnTo>
                <a:lnTo>
                  <a:pt x="827264" y="132077"/>
                </a:lnTo>
                <a:lnTo>
                  <a:pt x="827553" y="132734"/>
                </a:lnTo>
                <a:lnTo>
                  <a:pt x="827856" y="133381"/>
                </a:lnTo>
                <a:lnTo>
                  <a:pt x="828172" y="134019"/>
                </a:lnTo>
                <a:lnTo>
                  <a:pt x="828501" y="134648"/>
                </a:lnTo>
                <a:lnTo>
                  <a:pt x="828842" y="135269"/>
                </a:lnTo>
                <a:lnTo>
                  <a:pt x="829196" y="135883"/>
                </a:lnTo>
                <a:lnTo>
                  <a:pt x="829562" y="136489"/>
                </a:lnTo>
                <a:lnTo>
                  <a:pt x="829941" y="137088"/>
                </a:lnTo>
                <a:lnTo>
                  <a:pt x="830331" y="137679"/>
                </a:lnTo>
                <a:lnTo>
                  <a:pt x="830735" y="138263"/>
                </a:lnTo>
                <a:lnTo>
                  <a:pt x="831150" y="138839"/>
                </a:lnTo>
                <a:lnTo>
                  <a:pt x="831578" y="139408"/>
                </a:lnTo>
                <a:lnTo>
                  <a:pt x="832019" y="139969"/>
                </a:lnTo>
                <a:lnTo>
                  <a:pt x="832471" y="140522"/>
                </a:lnTo>
                <a:lnTo>
                  <a:pt x="832936" y="141068"/>
                </a:lnTo>
                <a:lnTo>
                  <a:pt x="833414" y="141607"/>
                </a:lnTo>
                <a:lnTo>
                  <a:pt x="833904" y="142138"/>
                </a:lnTo>
                <a:lnTo>
                  <a:pt x="834406" y="142661"/>
                </a:lnTo>
                <a:lnTo>
                  <a:pt x="834920" y="143177"/>
                </a:lnTo>
                <a:lnTo>
                  <a:pt x="835447" y="143686"/>
                </a:lnTo>
                <a:lnTo>
                  <a:pt x="835987" y="144187"/>
                </a:lnTo>
                <a:lnTo>
                  <a:pt x="836538" y="144680"/>
                </a:lnTo>
                <a:lnTo>
                  <a:pt x="837102" y="145166"/>
                </a:lnTo>
                <a:lnTo>
                  <a:pt x="837679" y="145644"/>
                </a:lnTo>
                <a:lnTo>
                  <a:pt x="838268" y="146115"/>
                </a:lnTo>
                <a:lnTo>
                  <a:pt x="838869" y="146578"/>
                </a:lnTo>
                <a:lnTo>
                  <a:pt x="839482" y="147033"/>
                </a:lnTo>
                <a:lnTo>
                  <a:pt x="840108" y="147483"/>
                </a:lnTo>
                <a:lnTo>
                  <a:pt x="840746" y="147926"/>
                </a:lnTo>
                <a:lnTo>
                  <a:pt x="841396" y="148365"/>
                </a:lnTo>
                <a:lnTo>
                  <a:pt x="842058" y="148798"/>
                </a:lnTo>
                <a:lnTo>
                  <a:pt x="842732" y="149226"/>
                </a:lnTo>
                <a:lnTo>
                  <a:pt x="843419" y="149648"/>
                </a:lnTo>
                <a:lnTo>
                  <a:pt x="844117" y="150065"/>
                </a:lnTo>
                <a:lnTo>
                  <a:pt x="844828" y="150476"/>
                </a:lnTo>
                <a:lnTo>
                  <a:pt x="845550" y="150883"/>
                </a:lnTo>
                <a:lnTo>
                  <a:pt x="846285" y="151283"/>
                </a:lnTo>
                <a:lnTo>
                  <a:pt x="847032" y="151679"/>
                </a:lnTo>
                <a:lnTo>
                  <a:pt x="847791" y="152069"/>
                </a:lnTo>
                <a:lnTo>
                  <a:pt x="848562" y="152453"/>
                </a:lnTo>
                <a:lnTo>
                  <a:pt x="849345" y="152833"/>
                </a:lnTo>
                <a:lnTo>
                  <a:pt x="850140" y="153207"/>
                </a:lnTo>
                <a:lnTo>
                  <a:pt x="850948" y="153575"/>
                </a:lnTo>
                <a:lnTo>
                  <a:pt x="851767" y="153938"/>
                </a:lnTo>
                <a:lnTo>
                  <a:pt x="852599" y="154296"/>
                </a:lnTo>
                <a:lnTo>
                  <a:pt x="853442" y="154648"/>
                </a:lnTo>
                <a:lnTo>
                  <a:pt x="854298" y="154995"/>
                </a:lnTo>
                <a:lnTo>
                  <a:pt x="855166" y="155337"/>
                </a:lnTo>
                <a:lnTo>
                  <a:pt x="856046" y="155673"/>
                </a:lnTo>
                <a:lnTo>
                  <a:pt x="856938" y="156004"/>
                </a:lnTo>
                <a:lnTo>
                  <a:pt x="857842" y="156330"/>
                </a:lnTo>
                <a:lnTo>
                  <a:pt x="858758" y="156651"/>
                </a:lnTo>
                <a:lnTo>
                  <a:pt x="859685" y="156970"/>
                </a:lnTo>
                <a:lnTo>
                  <a:pt x="860623" y="157286"/>
                </a:lnTo>
                <a:lnTo>
                  <a:pt x="861571" y="157599"/>
                </a:lnTo>
                <a:lnTo>
                  <a:pt x="862531" y="157910"/>
                </a:lnTo>
                <a:lnTo>
                  <a:pt x="863502" y="158218"/>
                </a:lnTo>
                <a:lnTo>
                  <a:pt x="864484" y="158523"/>
                </a:lnTo>
                <a:lnTo>
                  <a:pt x="865477" y="158826"/>
                </a:lnTo>
                <a:lnTo>
                  <a:pt x="866481" y="159126"/>
                </a:lnTo>
                <a:lnTo>
                  <a:pt x="867496" y="159423"/>
                </a:lnTo>
                <a:lnTo>
                  <a:pt x="868522" y="159717"/>
                </a:lnTo>
                <a:lnTo>
                  <a:pt x="869559" y="160009"/>
                </a:lnTo>
                <a:lnTo>
                  <a:pt x="870607" y="160298"/>
                </a:lnTo>
                <a:lnTo>
                  <a:pt x="871666" y="160585"/>
                </a:lnTo>
                <a:lnTo>
                  <a:pt x="872737" y="160869"/>
                </a:lnTo>
                <a:lnTo>
                  <a:pt x="873818" y="161150"/>
                </a:lnTo>
                <a:lnTo>
                  <a:pt x="874910" y="161428"/>
                </a:lnTo>
                <a:lnTo>
                  <a:pt x="876013" y="161704"/>
                </a:lnTo>
                <a:lnTo>
                  <a:pt x="877127" y="161977"/>
                </a:lnTo>
                <a:lnTo>
                  <a:pt x="878253" y="162247"/>
                </a:lnTo>
                <a:lnTo>
                  <a:pt x="879389" y="162515"/>
                </a:lnTo>
                <a:lnTo>
                  <a:pt x="880536" y="162780"/>
                </a:lnTo>
                <a:lnTo>
                  <a:pt x="881695" y="163042"/>
                </a:lnTo>
                <a:lnTo>
                  <a:pt x="882864" y="163302"/>
                </a:lnTo>
                <a:lnTo>
                  <a:pt x="884398" y="163627"/>
                </a:lnTo>
                <a:lnTo>
                  <a:pt x="885901" y="163959"/>
                </a:lnTo>
                <a:lnTo>
                  <a:pt x="887373" y="164297"/>
                </a:lnTo>
                <a:lnTo>
                  <a:pt x="888814" y="164640"/>
                </a:lnTo>
                <a:lnTo>
                  <a:pt x="890224" y="164990"/>
                </a:lnTo>
                <a:lnTo>
                  <a:pt x="891603" y="165345"/>
                </a:lnTo>
                <a:lnTo>
                  <a:pt x="892952" y="165706"/>
                </a:lnTo>
                <a:lnTo>
                  <a:pt x="894269" y="166073"/>
                </a:lnTo>
                <a:lnTo>
                  <a:pt x="895556" y="166446"/>
                </a:lnTo>
                <a:lnTo>
                  <a:pt x="896811" y="166825"/>
                </a:lnTo>
                <a:lnTo>
                  <a:pt x="898036" y="167210"/>
                </a:lnTo>
                <a:lnTo>
                  <a:pt x="899229" y="167601"/>
                </a:lnTo>
                <a:lnTo>
                  <a:pt x="900392" y="167998"/>
                </a:lnTo>
                <a:lnTo>
                  <a:pt x="901524" y="168400"/>
                </a:lnTo>
                <a:lnTo>
                  <a:pt x="902624" y="168809"/>
                </a:lnTo>
                <a:lnTo>
                  <a:pt x="903694" y="169224"/>
                </a:lnTo>
                <a:lnTo>
                  <a:pt x="904733" y="169644"/>
                </a:lnTo>
                <a:lnTo>
                  <a:pt x="905741" y="170070"/>
                </a:lnTo>
                <a:lnTo>
                  <a:pt x="906718" y="170503"/>
                </a:lnTo>
                <a:lnTo>
                  <a:pt x="907665" y="170941"/>
                </a:lnTo>
                <a:lnTo>
                  <a:pt x="908580" y="171385"/>
                </a:lnTo>
                <a:lnTo>
                  <a:pt x="909464" y="171835"/>
                </a:lnTo>
                <a:lnTo>
                  <a:pt x="910317" y="172291"/>
                </a:lnTo>
                <a:lnTo>
                  <a:pt x="911140" y="172753"/>
                </a:lnTo>
                <a:lnTo>
                  <a:pt x="911936" y="173219"/>
                </a:lnTo>
                <a:lnTo>
                  <a:pt x="912710" y="173689"/>
                </a:lnTo>
                <a:lnTo>
                  <a:pt x="913463" y="174163"/>
                </a:lnTo>
                <a:lnTo>
                  <a:pt x="914193" y="174640"/>
                </a:lnTo>
                <a:lnTo>
                  <a:pt x="914902" y="175120"/>
                </a:lnTo>
                <a:lnTo>
                  <a:pt x="915589" y="175604"/>
                </a:lnTo>
                <a:lnTo>
                  <a:pt x="916255" y="176092"/>
                </a:lnTo>
                <a:lnTo>
                  <a:pt x="916898" y="176583"/>
                </a:lnTo>
                <a:lnTo>
                  <a:pt x="917520" y="177078"/>
                </a:lnTo>
                <a:lnTo>
                  <a:pt x="918120" y="177576"/>
                </a:lnTo>
                <a:lnTo>
                  <a:pt x="918698" y="178077"/>
                </a:lnTo>
                <a:lnTo>
                  <a:pt x="919255" y="178582"/>
                </a:lnTo>
                <a:lnTo>
                  <a:pt x="919789" y="179091"/>
                </a:lnTo>
                <a:lnTo>
                  <a:pt x="920302" y="179603"/>
                </a:lnTo>
                <a:lnTo>
                  <a:pt x="920793" y="180118"/>
                </a:lnTo>
                <a:lnTo>
                  <a:pt x="921262" y="180637"/>
                </a:lnTo>
                <a:lnTo>
                  <a:pt x="921710" y="181160"/>
                </a:lnTo>
                <a:lnTo>
                  <a:pt x="922135" y="181686"/>
                </a:lnTo>
                <a:lnTo>
                  <a:pt x="922539" y="182215"/>
                </a:lnTo>
                <a:lnTo>
                  <a:pt x="922921" y="182748"/>
                </a:lnTo>
                <a:lnTo>
                  <a:pt x="923282" y="183285"/>
                </a:lnTo>
                <a:lnTo>
                  <a:pt x="923620" y="183825"/>
                </a:lnTo>
                <a:lnTo>
                  <a:pt x="923937" y="184368"/>
                </a:lnTo>
                <a:lnTo>
                  <a:pt x="924232" y="184915"/>
                </a:lnTo>
                <a:lnTo>
                  <a:pt x="924510" y="185464"/>
                </a:lnTo>
                <a:lnTo>
                  <a:pt x="924776" y="186015"/>
                </a:lnTo>
                <a:lnTo>
                  <a:pt x="925031" y="186567"/>
                </a:lnTo>
                <a:lnTo>
                  <a:pt x="925273" y="187121"/>
                </a:lnTo>
                <a:lnTo>
                  <a:pt x="925504" y="187676"/>
                </a:lnTo>
                <a:lnTo>
                  <a:pt x="925723" y="188232"/>
                </a:lnTo>
                <a:lnTo>
                  <a:pt x="925930" y="188789"/>
                </a:lnTo>
                <a:lnTo>
                  <a:pt x="926126" y="189348"/>
                </a:lnTo>
                <a:lnTo>
                  <a:pt x="926309" y="189908"/>
                </a:lnTo>
                <a:lnTo>
                  <a:pt x="926481" y="190470"/>
                </a:lnTo>
                <a:lnTo>
                  <a:pt x="926640" y="191032"/>
                </a:lnTo>
                <a:lnTo>
                  <a:pt x="926788" y="191597"/>
                </a:lnTo>
                <a:lnTo>
                  <a:pt x="926924" y="192162"/>
                </a:lnTo>
                <a:lnTo>
                  <a:pt x="927049" y="192729"/>
                </a:lnTo>
                <a:lnTo>
                  <a:pt x="927161" y="193297"/>
                </a:lnTo>
                <a:lnTo>
                  <a:pt x="927262" y="193867"/>
                </a:lnTo>
                <a:lnTo>
                  <a:pt x="927350" y="194438"/>
                </a:lnTo>
                <a:lnTo>
                  <a:pt x="927427" y="195010"/>
                </a:lnTo>
                <a:lnTo>
                  <a:pt x="927492" y="195584"/>
                </a:lnTo>
                <a:lnTo>
                  <a:pt x="927546" y="196159"/>
                </a:lnTo>
                <a:lnTo>
                  <a:pt x="927587" y="196735"/>
                </a:lnTo>
                <a:lnTo>
                  <a:pt x="927617" y="197313"/>
                </a:lnTo>
                <a:lnTo>
                  <a:pt x="927635" y="197892"/>
                </a:lnTo>
                <a:lnTo>
                  <a:pt x="927640" y="198472"/>
                </a:lnTo>
                <a:lnTo>
                  <a:pt x="927632" y="199116"/>
                </a:lnTo>
                <a:lnTo>
                  <a:pt x="927606" y="199757"/>
                </a:lnTo>
                <a:lnTo>
                  <a:pt x="927563" y="200395"/>
                </a:lnTo>
                <a:lnTo>
                  <a:pt x="927503" y="201030"/>
                </a:lnTo>
                <a:lnTo>
                  <a:pt x="927425" y="201663"/>
                </a:lnTo>
                <a:close/>
                <a:moveTo>
                  <a:pt x="1006729" y="221949"/>
                </a:moveTo>
                <a:lnTo>
                  <a:pt x="1007364" y="222724"/>
                </a:lnTo>
                <a:lnTo>
                  <a:pt x="1008010" y="223487"/>
                </a:lnTo>
                <a:lnTo>
                  <a:pt x="1008668" y="224241"/>
                </a:lnTo>
                <a:lnTo>
                  <a:pt x="1009337" y="224984"/>
                </a:lnTo>
                <a:lnTo>
                  <a:pt x="1010017" y="225716"/>
                </a:lnTo>
                <a:lnTo>
                  <a:pt x="1010708" y="226438"/>
                </a:lnTo>
                <a:lnTo>
                  <a:pt x="1011412" y="227147"/>
                </a:lnTo>
                <a:lnTo>
                  <a:pt x="1012127" y="227843"/>
                </a:lnTo>
                <a:lnTo>
                  <a:pt x="1012853" y="228526"/>
                </a:lnTo>
                <a:lnTo>
                  <a:pt x="1013592" y="229194"/>
                </a:lnTo>
                <a:lnTo>
                  <a:pt x="1014342" y="229849"/>
                </a:lnTo>
                <a:lnTo>
                  <a:pt x="1015105" y="230490"/>
                </a:lnTo>
                <a:lnTo>
                  <a:pt x="1015879" y="231118"/>
                </a:lnTo>
                <a:lnTo>
                  <a:pt x="1016665" y="231731"/>
                </a:lnTo>
                <a:lnTo>
                  <a:pt x="1017463" y="232331"/>
                </a:lnTo>
                <a:lnTo>
                  <a:pt x="1018272" y="232918"/>
                </a:lnTo>
                <a:lnTo>
                  <a:pt x="1019094" y="233490"/>
                </a:lnTo>
                <a:lnTo>
                  <a:pt x="1019927" y="234049"/>
                </a:lnTo>
                <a:lnTo>
                  <a:pt x="1020772" y="234594"/>
                </a:lnTo>
                <a:lnTo>
                  <a:pt x="1021629" y="235125"/>
                </a:lnTo>
                <a:lnTo>
                  <a:pt x="1022498" y="235643"/>
                </a:lnTo>
                <a:lnTo>
                  <a:pt x="1023379" y="236147"/>
                </a:lnTo>
                <a:lnTo>
                  <a:pt x="1024271" y="236637"/>
                </a:lnTo>
                <a:lnTo>
                  <a:pt x="1025175" y="237114"/>
                </a:lnTo>
                <a:lnTo>
                  <a:pt x="1026092" y="237576"/>
                </a:lnTo>
                <a:lnTo>
                  <a:pt x="1027020" y="238026"/>
                </a:lnTo>
                <a:lnTo>
                  <a:pt x="1027959" y="238461"/>
                </a:lnTo>
                <a:lnTo>
                  <a:pt x="1028911" y="238883"/>
                </a:lnTo>
                <a:lnTo>
                  <a:pt x="1029875" y="239290"/>
                </a:lnTo>
                <a:lnTo>
                  <a:pt x="1030850" y="239685"/>
                </a:lnTo>
                <a:lnTo>
                  <a:pt x="1031837" y="240064"/>
                </a:lnTo>
                <a:lnTo>
                  <a:pt x="1032835" y="240427"/>
                </a:lnTo>
                <a:lnTo>
                  <a:pt x="1033845" y="240774"/>
                </a:lnTo>
                <a:lnTo>
                  <a:pt x="1034865" y="241105"/>
                </a:lnTo>
                <a:lnTo>
                  <a:pt x="1035897" y="241420"/>
                </a:lnTo>
                <a:lnTo>
                  <a:pt x="1036941" y="241718"/>
                </a:lnTo>
                <a:lnTo>
                  <a:pt x="1037996" y="242001"/>
                </a:lnTo>
                <a:lnTo>
                  <a:pt x="1039062" y="242267"/>
                </a:lnTo>
                <a:lnTo>
                  <a:pt x="1040139" y="242517"/>
                </a:lnTo>
                <a:lnTo>
                  <a:pt x="1041227" y="242751"/>
                </a:lnTo>
                <a:lnTo>
                  <a:pt x="1042327" y="242969"/>
                </a:lnTo>
                <a:lnTo>
                  <a:pt x="1043438" y="243171"/>
                </a:lnTo>
                <a:lnTo>
                  <a:pt x="1044561" y="243356"/>
                </a:lnTo>
                <a:lnTo>
                  <a:pt x="1045695" y="243526"/>
                </a:lnTo>
                <a:lnTo>
                  <a:pt x="1046840" y="243679"/>
                </a:lnTo>
                <a:lnTo>
                  <a:pt x="1047996" y="243816"/>
                </a:lnTo>
                <a:lnTo>
                  <a:pt x="1049164" y="243937"/>
                </a:lnTo>
                <a:lnTo>
                  <a:pt x="1050343" y="244042"/>
                </a:lnTo>
                <a:lnTo>
                  <a:pt x="1051533" y="244131"/>
                </a:lnTo>
                <a:lnTo>
                  <a:pt x="1052735" y="244204"/>
                </a:lnTo>
                <a:lnTo>
                  <a:pt x="1053947" y="244260"/>
                </a:lnTo>
                <a:lnTo>
                  <a:pt x="1055172" y="244300"/>
                </a:lnTo>
                <a:lnTo>
                  <a:pt x="1056407" y="244325"/>
                </a:lnTo>
                <a:lnTo>
                  <a:pt x="1057654" y="244333"/>
                </a:lnTo>
                <a:lnTo>
                  <a:pt x="1058926" y="244322"/>
                </a:lnTo>
                <a:lnTo>
                  <a:pt x="1060186" y="244289"/>
                </a:lnTo>
                <a:lnTo>
                  <a:pt x="1061434" y="244235"/>
                </a:lnTo>
                <a:lnTo>
                  <a:pt x="1062670" y="244158"/>
                </a:lnTo>
                <a:lnTo>
                  <a:pt x="1063894" y="244060"/>
                </a:lnTo>
                <a:lnTo>
                  <a:pt x="1065105" y="243941"/>
                </a:lnTo>
                <a:lnTo>
                  <a:pt x="1066305" y="243799"/>
                </a:lnTo>
                <a:lnTo>
                  <a:pt x="1067492" y="243635"/>
                </a:lnTo>
                <a:lnTo>
                  <a:pt x="1068667" y="243450"/>
                </a:lnTo>
                <a:lnTo>
                  <a:pt x="1069831" y="243243"/>
                </a:lnTo>
                <a:lnTo>
                  <a:pt x="1070982" y="243015"/>
                </a:lnTo>
                <a:lnTo>
                  <a:pt x="1072121" y="242764"/>
                </a:lnTo>
                <a:lnTo>
                  <a:pt x="1073248" y="242492"/>
                </a:lnTo>
                <a:lnTo>
                  <a:pt x="1074363" y="242197"/>
                </a:lnTo>
                <a:lnTo>
                  <a:pt x="1075465" y="241882"/>
                </a:lnTo>
                <a:lnTo>
                  <a:pt x="1076556" y="241544"/>
                </a:lnTo>
                <a:lnTo>
                  <a:pt x="1077634" y="241184"/>
                </a:lnTo>
                <a:lnTo>
                  <a:pt x="1078701" y="240803"/>
                </a:lnTo>
                <a:lnTo>
                  <a:pt x="1079755" y="240400"/>
                </a:lnTo>
                <a:lnTo>
                  <a:pt x="1080797" y="239975"/>
                </a:lnTo>
                <a:lnTo>
                  <a:pt x="1081827" y="239528"/>
                </a:lnTo>
                <a:lnTo>
                  <a:pt x="1082845" y="239060"/>
                </a:lnTo>
                <a:lnTo>
                  <a:pt x="1083851" y="238570"/>
                </a:lnTo>
                <a:lnTo>
                  <a:pt x="1084845" y="238058"/>
                </a:lnTo>
                <a:lnTo>
                  <a:pt x="1085826" y="237526"/>
                </a:lnTo>
                <a:lnTo>
                  <a:pt x="1086795" y="236977"/>
                </a:lnTo>
                <a:lnTo>
                  <a:pt x="1087751" y="236409"/>
                </a:lnTo>
                <a:lnTo>
                  <a:pt x="1088695" y="235824"/>
                </a:lnTo>
                <a:lnTo>
                  <a:pt x="1089625" y="235221"/>
                </a:lnTo>
                <a:lnTo>
                  <a:pt x="1090544" y="234601"/>
                </a:lnTo>
                <a:lnTo>
                  <a:pt x="1091449" y="233963"/>
                </a:lnTo>
                <a:lnTo>
                  <a:pt x="1092342" y="233306"/>
                </a:lnTo>
                <a:lnTo>
                  <a:pt x="1093222" y="232633"/>
                </a:lnTo>
                <a:lnTo>
                  <a:pt x="1094090" y="231941"/>
                </a:lnTo>
                <a:lnTo>
                  <a:pt x="1094945" y="231232"/>
                </a:lnTo>
                <a:lnTo>
                  <a:pt x="1095787" y="230505"/>
                </a:lnTo>
                <a:lnTo>
                  <a:pt x="1096617" y="229760"/>
                </a:lnTo>
                <a:lnTo>
                  <a:pt x="1097434" y="228997"/>
                </a:lnTo>
                <a:lnTo>
                  <a:pt x="1098238" y="228217"/>
                </a:lnTo>
                <a:lnTo>
                  <a:pt x="1099030" y="227419"/>
                </a:lnTo>
                <a:lnTo>
                  <a:pt x="1099809" y="226603"/>
                </a:lnTo>
                <a:lnTo>
                  <a:pt x="1100576" y="225770"/>
                </a:lnTo>
                <a:lnTo>
                  <a:pt x="1101329" y="224918"/>
                </a:lnTo>
                <a:lnTo>
                  <a:pt x="1102071" y="224049"/>
                </a:lnTo>
                <a:lnTo>
                  <a:pt x="1102799" y="223162"/>
                </a:lnTo>
                <a:lnTo>
                  <a:pt x="1103515" y="222258"/>
                </a:lnTo>
                <a:lnTo>
                  <a:pt x="1104218" y="221335"/>
                </a:lnTo>
                <a:lnTo>
                  <a:pt x="1104909" y="220395"/>
                </a:lnTo>
                <a:lnTo>
                  <a:pt x="1105586" y="219439"/>
                </a:lnTo>
                <a:lnTo>
                  <a:pt x="1106250" y="218468"/>
                </a:lnTo>
                <a:lnTo>
                  <a:pt x="1106900" y="217483"/>
                </a:lnTo>
                <a:lnTo>
                  <a:pt x="1107536" y="216483"/>
                </a:lnTo>
                <a:lnTo>
                  <a:pt x="1108159" y="215469"/>
                </a:lnTo>
                <a:lnTo>
                  <a:pt x="1108768" y="214440"/>
                </a:lnTo>
                <a:lnTo>
                  <a:pt x="1109363" y="213397"/>
                </a:lnTo>
                <a:lnTo>
                  <a:pt x="1109944" y="212339"/>
                </a:lnTo>
                <a:lnTo>
                  <a:pt x="1110512" y="211266"/>
                </a:lnTo>
                <a:lnTo>
                  <a:pt x="1111066" y="210179"/>
                </a:lnTo>
                <a:lnTo>
                  <a:pt x="1111606" y="209078"/>
                </a:lnTo>
                <a:lnTo>
                  <a:pt x="1112133" y="207962"/>
                </a:lnTo>
                <a:lnTo>
                  <a:pt x="1112646" y="206831"/>
                </a:lnTo>
                <a:lnTo>
                  <a:pt x="1113145" y="205686"/>
                </a:lnTo>
                <a:lnTo>
                  <a:pt x="1113630" y="204526"/>
                </a:lnTo>
                <a:lnTo>
                  <a:pt x="1114102" y="203352"/>
                </a:lnTo>
                <a:lnTo>
                  <a:pt x="1114560" y="202164"/>
                </a:lnTo>
                <a:lnTo>
                  <a:pt x="1115004" y="200961"/>
                </a:lnTo>
                <a:lnTo>
                  <a:pt x="1115434" y="199743"/>
                </a:lnTo>
                <a:lnTo>
                  <a:pt x="1115851" y="198511"/>
                </a:lnTo>
                <a:lnTo>
                  <a:pt x="1116254" y="197264"/>
                </a:lnTo>
                <a:lnTo>
                  <a:pt x="1116644" y="196003"/>
                </a:lnTo>
                <a:lnTo>
                  <a:pt x="1117019" y="194727"/>
                </a:lnTo>
                <a:lnTo>
                  <a:pt x="1117381" y="193437"/>
                </a:lnTo>
                <a:lnTo>
                  <a:pt x="1117729" y="192133"/>
                </a:lnTo>
                <a:lnTo>
                  <a:pt x="1118062" y="190819"/>
                </a:lnTo>
                <a:lnTo>
                  <a:pt x="1118380" y="189494"/>
                </a:lnTo>
                <a:lnTo>
                  <a:pt x="1118683" y="188158"/>
                </a:lnTo>
                <a:lnTo>
                  <a:pt x="1118972" y="186811"/>
                </a:lnTo>
                <a:lnTo>
                  <a:pt x="1119245" y="185453"/>
                </a:lnTo>
                <a:lnTo>
                  <a:pt x="1119504" y="184083"/>
                </a:lnTo>
                <a:lnTo>
                  <a:pt x="1119748" y="182703"/>
                </a:lnTo>
                <a:lnTo>
                  <a:pt x="1119978" y="181312"/>
                </a:lnTo>
                <a:lnTo>
                  <a:pt x="1120192" y="179909"/>
                </a:lnTo>
                <a:lnTo>
                  <a:pt x="1120392" y="178496"/>
                </a:lnTo>
                <a:lnTo>
                  <a:pt x="1120577" y="177071"/>
                </a:lnTo>
                <a:lnTo>
                  <a:pt x="1120747" y="175636"/>
                </a:lnTo>
                <a:lnTo>
                  <a:pt x="1120902" y="174190"/>
                </a:lnTo>
                <a:lnTo>
                  <a:pt x="1121043" y="172732"/>
                </a:lnTo>
                <a:lnTo>
                  <a:pt x="1121169" y="171264"/>
                </a:lnTo>
                <a:lnTo>
                  <a:pt x="1121280" y="169784"/>
                </a:lnTo>
                <a:lnTo>
                  <a:pt x="1121376" y="168293"/>
                </a:lnTo>
                <a:lnTo>
                  <a:pt x="1121457" y="166792"/>
                </a:lnTo>
                <a:lnTo>
                  <a:pt x="1121524" y="165279"/>
                </a:lnTo>
                <a:lnTo>
                  <a:pt x="1121575" y="163756"/>
                </a:lnTo>
                <a:lnTo>
                  <a:pt x="1121612" y="162221"/>
                </a:lnTo>
                <a:lnTo>
                  <a:pt x="1121635" y="160675"/>
                </a:lnTo>
                <a:lnTo>
                  <a:pt x="1121642" y="159118"/>
                </a:lnTo>
                <a:lnTo>
                  <a:pt x="1121642" y="155865"/>
                </a:lnTo>
                <a:lnTo>
                  <a:pt x="1121635" y="154245"/>
                </a:lnTo>
                <a:lnTo>
                  <a:pt x="1121612" y="152637"/>
                </a:lnTo>
                <a:lnTo>
                  <a:pt x="1121575" y="151044"/>
                </a:lnTo>
                <a:lnTo>
                  <a:pt x="1121524" y="149463"/>
                </a:lnTo>
                <a:lnTo>
                  <a:pt x="1121457" y="147895"/>
                </a:lnTo>
                <a:lnTo>
                  <a:pt x="1121376" y="146341"/>
                </a:lnTo>
                <a:lnTo>
                  <a:pt x="1121280" y="144800"/>
                </a:lnTo>
                <a:lnTo>
                  <a:pt x="1121169" y="143272"/>
                </a:lnTo>
                <a:lnTo>
                  <a:pt x="1121043" y="141757"/>
                </a:lnTo>
                <a:lnTo>
                  <a:pt x="1120902" y="140256"/>
                </a:lnTo>
                <a:lnTo>
                  <a:pt x="1120747" y="138767"/>
                </a:lnTo>
                <a:lnTo>
                  <a:pt x="1120577" y="137292"/>
                </a:lnTo>
                <a:lnTo>
                  <a:pt x="1120392" y="135830"/>
                </a:lnTo>
                <a:lnTo>
                  <a:pt x="1120192" y="134381"/>
                </a:lnTo>
                <a:lnTo>
                  <a:pt x="1119978" y="132945"/>
                </a:lnTo>
                <a:lnTo>
                  <a:pt x="1119748" y="131523"/>
                </a:lnTo>
                <a:lnTo>
                  <a:pt x="1119504" y="130113"/>
                </a:lnTo>
                <a:lnTo>
                  <a:pt x="1119245" y="128717"/>
                </a:lnTo>
                <a:lnTo>
                  <a:pt x="1118972" y="127334"/>
                </a:lnTo>
                <a:lnTo>
                  <a:pt x="1118683" y="125964"/>
                </a:lnTo>
                <a:lnTo>
                  <a:pt x="1118380" y="124608"/>
                </a:lnTo>
                <a:lnTo>
                  <a:pt x="1118062" y="123264"/>
                </a:lnTo>
                <a:lnTo>
                  <a:pt x="1117729" y="121934"/>
                </a:lnTo>
                <a:lnTo>
                  <a:pt x="1117381" y="120617"/>
                </a:lnTo>
                <a:lnTo>
                  <a:pt x="1117019" y="119314"/>
                </a:lnTo>
                <a:lnTo>
                  <a:pt x="1116644" y="118027"/>
                </a:lnTo>
                <a:lnTo>
                  <a:pt x="1116254" y="116756"/>
                </a:lnTo>
                <a:lnTo>
                  <a:pt x="1115851" y="115500"/>
                </a:lnTo>
                <a:lnTo>
                  <a:pt x="1115434" y="114260"/>
                </a:lnTo>
                <a:lnTo>
                  <a:pt x="1115004" y="113035"/>
                </a:lnTo>
                <a:lnTo>
                  <a:pt x="1114560" y="111826"/>
                </a:lnTo>
                <a:lnTo>
                  <a:pt x="1114102" y="110632"/>
                </a:lnTo>
                <a:lnTo>
                  <a:pt x="1113630" y="109454"/>
                </a:lnTo>
                <a:lnTo>
                  <a:pt x="1113145" y="108292"/>
                </a:lnTo>
                <a:lnTo>
                  <a:pt x="1112646" y="107145"/>
                </a:lnTo>
                <a:lnTo>
                  <a:pt x="1112133" y="106014"/>
                </a:lnTo>
                <a:lnTo>
                  <a:pt x="1111606" y="104899"/>
                </a:lnTo>
                <a:lnTo>
                  <a:pt x="1111066" y="103799"/>
                </a:lnTo>
                <a:lnTo>
                  <a:pt x="1110512" y="102715"/>
                </a:lnTo>
                <a:lnTo>
                  <a:pt x="1109944" y="101646"/>
                </a:lnTo>
                <a:lnTo>
                  <a:pt x="1109363" y="100593"/>
                </a:lnTo>
                <a:lnTo>
                  <a:pt x="1108768" y="99555"/>
                </a:lnTo>
                <a:lnTo>
                  <a:pt x="1108159" y="98534"/>
                </a:lnTo>
                <a:lnTo>
                  <a:pt x="1107536" y="97527"/>
                </a:lnTo>
                <a:lnTo>
                  <a:pt x="1106900" y="96537"/>
                </a:lnTo>
                <a:lnTo>
                  <a:pt x="1106250" y="95562"/>
                </a:lnTo>
                <a:lnTo>
                  <a:pt x="1105586" y="94602"/>
                </a:lnTo>
                <a:lnTo>
                  <a:pt x="1104909" y="93658"/>
                </a:lnTo>
                <a:lnTo>
                  <a:pt x="1104218" y="92731"/>
                </a:lnTo>
                <a:lnTo>
                  <a:pt x="1103514" y="91823"/>
                </a:lnTo>
                <a:lnTo>
                  <a:pt x="1102797" y="90932"/>
                </a:lnTo>
                <a:lnTo>
                  <a:pt x="1102066" y="90060"/>
                </a:lnTo>
                <a:lnTo>
                  <a:pt x="1101323" y="89207"/>
                </a:lnTo>
                <a:lnTo>
                  <a:pt x="1100566" y="88371"/>
                </a:lnTo>
                <a:lnTo>
                  <a:pt x="1099796" y="87554"/>
                </a:lnTo>
                <a:lnTo>
                  <a:pt x="1099013" y="86755"/>
                </a:lnTo>
                <a:lnTo>
                  <a:pt x="1098217" y="85974"/>
                </a:lnTo>
                <a:lnTo>
                  <a:pt x="1097407" y="85212"/>
                </a:lnTo>
                <a:lnTo>
                  <a:pt x="1096584" y="84468"/>
                </a:lnTo>
                <a:lnTo>
                  <a:pt x="1095748" y="83742"/>
                </a:lnTo>
                <a:lnTo>
                  <a:pt x="1094899" y="83035"/>
                </a:lnTo>
                <a:lnTo>
                  <a:pt x="1094037" y="82346"/>
                </a:lnTo>
                <a:lnTo>
                  <a:pt x="1093162" y="81675"/>
                </a:lnTo>
                <a:lnTo>
                  <a:pt x="1092273" y="81022"/>
                </a:lnTo>
                <a:lnTo>
                  <a:pt x="1091371" y="80388"/>
                </a:lnTo>
                <a:lnTo>
                  <a:pt x="1090456" y="79772"/>
                </a:lnTo>
                <a:lnTo>
                  <a:pt x="1089528" y="79175"/>
                </a:lnTo>
                <a:lnTo>
                  <a:pt x="1088587" y="78595"/>
                </a:lnTo>
                <a:lnTo>
                  <a:pt x="1087633" y="78034"/>
                </a:lnTo>
                <a:lnTo>
                  <a:pt x="1086665" y="77491"/>
                </a:lnTo>
                <a:lnTo>
                  <a:pt x="1085684" y="76967"/>
                </a:lnTo>
                <a:lnTo>
                  <a:pt x="1084690" y="76460"/>
                </a:lnTo>
                <a:lnTo>
                  <a:pt x="1083684" y="75974"/>
                </a:lnTo>
                <a:lnTo>
                  <a:pt x="1082666" y="75508"/>
                </a:lnTo>
                <a:lnTo>
                  <a:pt x="1081636" y="75062"/>
                </a:lnTo>
                <a:lnTo>
                  <a:pt x="1080595" y="74638"/>
                </a:lnTo>
                <a:lnTo>
                  <a:pt x="1079542" y="74234"/>
                </a:lnTo>
                <a:lnTo>
                  <a:pt x="1078478" y="73851"/>
                </a:lnTo>
                <a:lnTo>
                  <a:pt x="1077402" y="73488"/>
                </a:lnTo>
                <a:lnTo>
                  <a:pt x="1076315" y="73147"/>
                </a:lnTo>
                <a:lnTo>
                  <a:pt x="1075216" y="72826"/>
                </a:lnTo>
                <a:lnTo>
                  <a:pt x="1074105" y="72525"/>
                </a:lnTo>
                <a:lnTo>
                  <a:pt x="1072983" y="72246"/>
                </a:lnTo>
                <a:lnTo>
                  <a:pt x="1071850" y="71987"/>
                </a:lnTo>
                <a:lnTo>
                  <a:pt x="1070705" y="71749"/>
                </a:lnTo>
                <a:lnTo>
                  <a:pt x="1069548" y="71531"/>
                </a:lnTo>
                <a:lnTo>
                  <a:pt x="1068379" y="71334"/>
                </a:lnTo>
                <a:lnTo>
                  <a:pt x="1067199" y="71158"/>
                </a:lnTo>
                <a:lnTo>
                  <a:pt x="1066008" y="71003"/>
                </a:lnTo>
                <a:lnTo>
                  <a:pt x="1064805" y="70868"/>
                </a:lnTo>
                <a:lnTo>
                  <a:pt x="1063590" y="70754"/>
                </a:lnTo>
                <a:lnTo>
                  <a:pt x="1062364" y="70661"/>
                </a:lnTo>
                <a:lnTo>
                  <a:pt x="1061126" y="70589"/>
                </a:lnTo>
                <a:lnTo>
                  <a:pt x="1059877" y="70537"/>
                </a:lnTo>
                <a:lnTo>
                  <a:pt x="1058616" y="70506"/>
                </a:lnTo>
                <a:lnTo>
                  <a:pt x="1057344" y="70495"/>
                </a:lnTo>
                <a:lnTo>
                  <a:pt x="1056123" y="70504"/>
                </a:lnTo>
                <a:lnTo>
                  <a:pt x="1054913" y="70529"/>
                </a:lnTo>
                <a:lnTo>
                  <a:pt x="1053714" y="70571"/>
                </a:lnTo>
                <a:lnTo>
                  <a:pt x="1052526" y="70629"/>
                </a:lnTo>
                <a:lnTo>
                  <a:pt x="1051349" y="70704"/>
                </a:lnTo>
                <a:lnTo>
                  <a:pt x="1050183" y="70796"/>
                </a:lnTo>
                <a:lnTo>
                  <a:pt x="1049028" y="70904"/>
                </a:lnTo>
                <a:lnTo>
                  <a:pt x="1047884" y="71029"/>
                </a:lnTo>
                <a:lnTo>
                  <a:pt x="1046751" y="71171"/>
                </a:lnTo>
                <a:lnTo>
                  <a:pt x="1045630" y="71329"/>
                </a:lnTo>
                <a:lnTo>
                  <a:pt x="1044519" y="71504"/>
                </a:lnTo>
                <a:lnTo>
                  <a:pt x="1043419" y="71696"/>
                </a:lnTo>
                <a:lnTo>
                  <a:pt x="1042330" y="71905"/>
                </a:lnTo>
                <a:lnTo>
                  <a:pt x="1041253" y="72130"/>
                </a:lnTo>
                <a:lnTo>
                  <a:pt x="1040186" y="72372"/>
                </a:lnTo>
                <a:lnTo>
                  <a:pt x="1039130" y="72630"/>
                </a:lnTo>
                <a:lnTo>
                  <a:pt x="1038086" y="72905"/>
                </a:lnTo>
                <a:lnTo>
                  <a:pt x="1037052" y="73197"/>
                </a:lnTo>
                <a:lnTo>
                  <a:pt x="1036030" y="73506"/>
                </a:lnTo>
                <a:lnTo>
                  <a:pt x="1035018" y="73831"/>
                </a:lnTo>
                <a:lnTo>
                  <a:pt x="1034018" y="74173"/>
                </a:lnTo>
                <a:lnTo>
                  <a:pt x="1033028" y="74531"/>
                </a:lnTo>
                <a:lnTo>
                  <a:pt x="1032050" y="74907"/>
                </a:lnTo>
                <a:lnTo>
                  <a:pt x="1031082" y="75298"/>
                </a:lnTo>
                <a:lnTo>
                  <a:pt x="1030126" y="75706"/>
                </a:lnTo>
                <a:lnTo>
                  <a:pt x="1029182" y="76128"/>
                </a:lnTo>
                <a:lnTo>
                  <a:pt x="1028249" y="76565"/>
                </a:lnTo>
                <a:lnTo>
                  <a:pt x="1027327" y="77016"/>
                </a:lnTo>
                <a:lnTo>
                  <a:pt x="1026418" y="77481"/>
                </a:lnTo>
                <a:lnTo>
                  <a:pt x="1025519" y="77961"/>
                </a:lnTo>
                <a:lnTo>
                  <a:pt x="1024633" y="78456"/>
                </a:lnTo>
                <a:lnTo>
                  <a:pt x="1023757" y="78965"/>
                </a:lnTo>
                <a:lnTo>
                  <a:pt x="1022894" y="79489"/>
                </a:lnTo>
                <a:lnTo>
                  <a:pt x="1022042" y="80027"/>
                </a:lnTo>
                <a:lnTo>
                  <a:pt x="1021201" y="80580"/>
                </a:lnTo>
                <a:lnTo>
                  <a:pt x="1020373" y="81147"/>
                </a:lnTo>
                <a:lnTo>
                  <a:pt x="1019555" y="81729"/>
                </a:lnTo>
                <a:lnTo>
                  <a:pt x="1018749" y="82325"/>
                </a:lnTo>
                <a:lnTo>
                  <a:pt x="1017955" y="82936"/>
                </a:lnTo>
                <a:lnTo>
                  <a:pt x="1017173" y="83562"/>
                </a:lnTo>
                <a:lnTo>
                  <a:pt x="1016402" y="84202"/>
                </a:lnTo>
                <a:lnTo>
                  <a:pt x="1015642" y="84856"/>
                </a:lnTo>
                <a:lnTo>
                  <a:pt x="1014894" y="85525"/>
                </a:lnTo>
                <a:lnTo>
                  <a:pt x="1014158" y="86208"/>
                </a:lnTo>
                <a:lnTo>
                  <a:pt x="1013433" y="86906"/>
                </a:lnTo>
                <a:lnTo>
                  <a:pt x="1012720" y="87619"/>
                </a:lnTo>
                <a:lnTo>
                  <a:pt x="1012018" y="88346"/>
                </a:lnTo>
                <a:lnTo>
                  <a:pt x="1011328" y="89088"/>
                </a:lnTo>
                <a:lnTo>
                  <a:pt x="1010649" y="89842"/>
                </a:lnTo>
                <a:lnTo>
                  <a:pt x="1009980" y="90609"/>
                </a:lnTo>
                <a:lnTo>
                  <a:pt x="1009321" y="91388"/>
                </a:lnTo>
                <a:lnTo>
                  <a:pt x="1008673" y="92178"/>
                </a:lnTo>
                <a:lnTo>
                  <a:pt x="1008034" y="92980"/>
                </a:lnTo>
                <a:lnTo>
                  <a:pt x="1007406" y="93794"/>
                </a:lnTo>
                <a:lnTo>
                  <a:pt x="1006789" y="94620"/>
                </a:lnTo>
                <a:lnTo>
                  <a:pt x="1006181" y="95457"/>
                </a:lnTo>
                <a:lnTo>
                  <a:pt x="1005583" y="96307"/>
                </a:lnTo>
                <a:lnTo>
                  <a:pt x="1004996" y="97168"/>
                </a:lnTo>
                <a:lnTo>
                  <a:pt x="1004809" y="97452"/>
                </a:lnTo>
                <a:lnTo>
                  <a:pt x="1003891" y="73594"/>
                </a:lnTo>
                <a:lnTo>
                  <a:pt x="986539" y="73594"/>
                </a:lnTo>
                <a:lnTo>
                  <a:pt x="986539" y="305687"/>
                </a:lnTo>
                <a:lnTo>
                  <a:pt x="1005131" y="305687"/>
                </a:lnTo>
                <a:lnTo>
                  <a:pt x="1005131" y="219885"/>
                </a:lnTo>
                <a:lnTo>
                  <a:pt x="1005492" y="220369"/>
                </a:lnTo>
                <a:lnTo>
                  <a:pt x="1006105" y="221165"/>
                </a:lnTo>
                <a:lnTo>
                  <a:pt x="1006729" y="221949"/>
                </a:lnTo>
                <a:close/>
                <a:moveTo>
                  <a:pt x="1006217" y="116416"/>
                </a:moveTo>
                <a:lnTo>
                  <a:pt x="1006545" y="115721"/>
                </a:lnTo>
                <a:lnTo>
                  <a:pt x="1006881" y="115032"/>
                </a:lnTo>
                <a:lnTo>
                  <a:pt x="1007227" y="114347"/>
                </a:lnTo>
                <a:lnTo>
                  <a:pt x="1007582" y="113667"/>
                </a:lnTo>
                <a:lnTo>
                  <a:pt x="1007945" y="112991"/>
                </a:lnTo>
                <a:lnTo>
                  <a:pt x="1008318" y="112319"/>
                </a:lnTo>
                <a:lnTo>
                  <a:pt x="1008699" y="111653"/>
                </a:lnTo>
                <a:lnTo>
                  <a:pt x="1009089" y="110991"/>
                </a:lnTo>
                <a:lnTo>
                  <a:pt x="1009488" y="110333"/>
                </a:lnTo>
                <a:lnTo>
                  <a:pt x="1009896" y="109680"/>
                </a:lnTo>
                <a:lnTo>
                  <a:pt x="1010313" y="109032"/>
                </a:lnTo>
                <a:lnTo>
                  <a:pt x="1010739" y="108388"/>
                </a:lnTo>
                <a:lnTo>
                  <a:pt x="1011173" y="107749"/>
                </a:lnTo>
                <a:lnTo>
                  <a:pt x="1011617" y="107114"/>
                </a:lnTo>
                <a:lnTo>
                  <a:pt x="1012069" y="106484"/>
                </a:lnTo>
                <a:lnTo>
                  <a:pt x="1012530" y="105858"/>
                </a:lnTo>
                <a:lnTo>
                  <a:pt x="1013000" y="105238"/>
                </a:lnTo>
                <a:lnTo>
                  <a:pt x="1013479" y="104621"/>
                </a:lnTo>
                <a:lnTo>
                  <a:pt x="1013967" y="104009"/>
                </a:lnTo>
                <a:lnTo>
                  <a:pt x="1014464" y="103402"/>
                </a:lnTo>
                <a:lnTo>
                  <a:pt x="1014969" y="102799"/>
                </a:lnTo>
                <a:lnTo>
                  <a:pt x="1015485" y="102204"/>
                </a:lnTo>
                <a:lnTo>
                  <a:pt x="1016012" y="101618"/>
                </a:lnTo>
                <a:lnTo>
                  <a:pt x="1016550" y="101042"/>
                </a:lnTo>
                <a:lnTo>
                  <a:pt x="1017100" y="100475"/>
                </a:lnTo>
                <a:lnTo>
                  <a:pt x="1017660" y="99919"/>
                </a:lnTo>
                <a:lnTo>
                  <a:pt x="1018232" y="99372"/>
                </a:lnTo>
                <a:lnTo>
                  <a:pt x="1018816" y="98834"/>
                </a:lnTo>
                <a:lnTo>
                  <a:pt x="1019411" y="98306"/>
                </a:lnTo>
                <a:lnTo>
                  <a:pt x="1020017" y="97788"/>
                </a:lnTo>
                <a:lnTo>
                  <a:pt x="1020634" y="97280"/>
                </a:lnTo>
                <a:lnTo>
                  <a:pt x="1021263" y="96781"/>
                </a:lnTo>
                <a:lnTo>
                  <a:pt x="1021902" y="96292"/>
                </a:lnTo>
                <a:lnTo>
                  <a:pt x="1022554" y="95813"/>
                </a:lnTo>
                <a:lnTo>
                  <a:pt x="1023216" y="95343"/>
                </a:lnTo>
                <a:lnTo>
                  <a:pt x="1023890" y="94883"/>
                </a:lnTo>
                <a:lnTo>
                  <a:pt x="1024575" y="94433"/>
                </a:lnTo>
                <a:lnTo>
                  <a:pt x="1025272" y="93992"/>
                </a:lnTo>
                <a:lnTo>
                  <a:pt x="1025979" y="93561"/>
                </a:lnTo>
                <a:lnTo>
                  <a:pt x="1026698" y="93140"/>
                </a:lnTo>
                <a:lnTo>
                  <a:pt x="1027429" y="92729"/>
                </a:lnTo>
                <a:lnTo>
                  <a:pt x="1028170" y="92327"/>
                </a:lnTo>
                <a:lnTo>
                  <a:pt x="1028923" y="91935"/>
                </a:lnTo>
                <a:lnTo>
                  <a:pt x="1029687" y="91552"/>
                </a:lnTo>
                <a:lnTo>
                  <a:pt x="1030463" y="91179"/>
                </a:lnTo>
                <a:lnTo>
                  <a:pt x="1031251" y="90819"/>
                </a:lnTo>
                <a:lnTo>
                  <a:pt x="1032052" y="90474"/>
                </a:lnTo>
                <a:lnTo>
                  <a:pt x="1032868" y="90144"/>
                </a:lnTo>
                <a:lnTo>
                  <a:pt x="1033697" y="89830"/>
                </a:lnTo>
                <a:lnTo>
                  <a:pt x="1034540" y="89531"/>
                </a:lnTo>
                <a:lnTo>
                  <a:pt x="1035396" y="89247"/>
                </a:lnTo>
                <a:lnTo>
                  <a:pt x="1036267" y="88979"/>
                </a:lnTo>
                <a:lnTo>
                  <a:pt x="1037151" y="88726"/>
                </a:lnTo>
                <a:lnTo>
                  <a:pt x="1038048" y="88489"/>
                </a:lnTo>
                <a:lnTo>
                  <a:pt x="1038960" y="88266"/>
                </a:lnTo>
                <a:lnTo>
                  <a:pt x="1039885" y="88059"/>
                </a:lnTo>
                <a:lnTo>
                  <a:pt x="1040824" y="87868"/>
                </a:lnTo>
                <a:lnTo>
                  <a:pt x="1041777" y="87691"/>
                </a:lnTo>
                <a:lnTo>
                  <a:pt x="1042743" y="87530"/>
                </a:lnTo>
                <a:lnTo>
                  <a:pt x="1043723" y="87385"/>
                </a:lnTo>
                <a:lnTo>
                  <a:pt x="1044717" y="87254"/>
                </a:lnTo>
                <a:lnTo>
                  <a:pt x="1045724" y="87139"/>
                </a:lnTo>
                <a:lnTo>
                  <a:pt x="1046745" y="87040"/>
                </a:lnTo>
                <a:lnTo>
                  <a:pt x="1047780" y="86955"/>
                </a:lnTo>
                <a:lnTo>
                  <a:pt x="1048829" y="86886"/>
                </a:lnTo>
                <a:lnTo>
                  <a:pt x="1049891" y="86833"/>
                </a:lnTo>
                <a:lnTo>
                  <a:pt x="1050967" y="86794"/>
                </a:lnTo>
                <a:lnTo>
                  <a:pt x="1052057" y="86771"/>
                </a:lnTo>
                <a:lnTo>
                  <a:pt x="1053161" y="86764"/>
                </a:lnTo>
                <a:lnTo>
                  <a:pt x="1054226" y="86773"/>
                </a:lnTo>
                <a:lnTo>
                  <a:pt x="1055280" y="86800"/>
                </a:lnTo>
                <a:lnTo>
                  <a:pt x="1056321" y="86846"/>
                </a:lnTo>
                <a:lnTo>
                  <a:pt x="1057350" y="86910"/>
                </a:lnTo>
                <a:lnTo>
                  <a:pt x="1058368" y="86992"/>
                </a:lnTo>
                <a:lnTo>
                  <a:pt x="1059373" y="87093"/>
                </a:lnTo>
                <a:lnTo>
                  <a:pt x="1060366" y="87212"/>
                </a:lnTo>
                <a:lnTo>
                  <a:pt x="1061346" y="87349"/>
                </a:lnTo>
                <a:lnTo>
                  <a:pt x="1062315" y="87504"/>
                </a:lnTo>
                <a:lnTo>
                  <a:pt x="1063272" y="87678"/>
                </a:lnTo>
                <a:lnTo>
                  <a:pt x="1064216" y="87870"/>
                </a:lnTo>
                <a:lnTo>
                  <a:pt x="1065149" y="88081"/>
                </a:lnTo>
                <a:lnTo>
                  <a:pt x="1066069" y="88309"/>
                </a:lnTo>
                <a:lnTo>
                  <a:pt x="1066977" y="88556"/>
                </a:lnTo>
                <a:lnTo>
                  <a:pt x="1067873" y="88821"/>
                </a:lnTo>
                <a:lnTo>
                  <a:pt x="1068757" y="89105"/>
                </a:lnTo>
                <a:lnTo>
                  <a:pt x="1069629" y="89407"/>
                </a:lnTo>
                <a:lnTo>
                  <a:pt x="1070489" y="89727"/>
                </a:lnTo>
                <a:lnTo>
                  <a:pt x="1071337" y="90065"/>
                </a:lnTo>
                <a:lnTo>
                  <a:pt x="1072172" y="90422"/>
                </a:lnTo>
                <a:lnTo>
                  <a:pt x="1072996" y="90797"/>
                </a:lnTo>
                <a:lnTo>
                  <a:pt x="1073807" y="91190"/>
                </a:lnTo>
                <a:lnTo>
                  <a:pt x="1074607" y="91602"/>
                </a:lnTo>
                <a:lnTo>
                  <a:pt x="1075394" y="92031"/>
                </a:lnTo>
                <a:lnTo>
                  <a:pt x="1076169" y="92478"/>
                </a:lnTo>
                <a:lnTo>
                  <a:pt x="1076934" y="92938"/>
                </a:lnTo>
                <a:lnTo>
                  <a:pt x="1077686" y="93413"/>
                </a:lnTo>
                <a:lnTo>
                  <a:pt x="1078428" y="93901"/>
                </a:lnTo>
                <a:lnTo>
                  <a:pt x="1079158" y="94405"/>
                </a:lnTo>
                <a:lnTo>
                  <a:pt x="1079877" y="94922"/>
                </a:lnTo>
                <a:lnTo>
                  <a:pt x="1080585" y="95454"/>
                </a:lnTo>
                <a:lnTo>
                  <a:pt x="1081281" y="96000"/>
                </a:lnTo>
                <a:lnTo>
                  <a:pt x="1081966" y="96560"/>
                </a:lnTo>
                <a:lnTo>
                  <a:pt x="1082640" y="97134"/>
                </a:lnTo>
                <a:lnTo>
                  <a:pt x="1083303" y="97723"/>
                </a:lnTo>
                <a:lnTo>
                  <a:pt x="1083954" y="98326"/>
                </a:lnTo>
                <a:lnTo>
                  <a:pt x="1084594" y="98943"/>
                </a:lnTo>
                <a:lnTo>
                  <a:pt x="1085223" y="99574"/>
                </a:lnTo>
                <a:lnTo>
                  <a:pt x="1085840" y="100220"/>
                </a:lnTo>
                <a:lnTo>
                  <a:pt x="1086446" y="100880"/>
                </a:lnTo>
                <a:lnTo>
                  <a:pt x="1087041" y="101554"/>
                </a:lnTo>
                <a:lnTo>
                  <a:pt x="1087624" y="102243"/>
                </a:lnTo>
                <a:lnTo>
                  <a:pt x="1088196" y="102945"/>
                </a:lnTo>
                <a:lnTo>
                  <a:pt x="1088757" y="103662"/>
                </a:lnTo>
                <a:lnTo>
                  <a:pt x="1089307" y="104394"/>
                </a:lnTo>
                <a:lnTo>
                  <a:pt x="1089845" y="105139"/>
                </a:lnTo>
                <a:lnTo>
                  <a:pt x="1090372" y="105899"/>
                </a:lnTo>
                <a:lnTo>
                  <a:pt x="1090887" y="106673"/>
                </a:lnTo>
                <a:lnTo>
                  <a:pt x="1091392" y="107459"/>
                </a:lnTo>
                <a:lnTo>
                  <a:pt x="1091886" y="108257"/>
                </a:lnTo>
                <a:lnTo>
                  <a:pt x="1092369" y="109066"/>
                </a:lnTo>
                <a:lnTo>
                  <a:pt x="1092841" y="109886"/>
                </a:lnTo>
                <a:lnTo>
                  <a:pt x="1093303" y="110716"/>
                </a:lnTo>
                <a:lnTo>
                  <a:pt x="1093754" y="111558"/>
                </a:lnTo>
                <a:lnTo>
                  <a:pt x="1094194" y="112411"/>
                </a:lnTo>
                <a:lnTo>
                  <a:pt x="1094623" y="113275"/>
                </a:lnTo>
                <a:lnTo>
                  <a:pt x="1095042" y="114150"/>
                </a:lnTo>
                <a:lnTo>
                  <a:pt x="1095449" y="115036"/>
                </a:lnTo>
                <a:lnTo>
                  <a:pt x="1095846" y="115932"/>
                </a:lnTo>
                <a:lnTo>
                  <a:pt x="1096233" y="116840"/>
                </a:lnTo>
                <a:lnTo>
                  <a:pt x="1096608" y="117759"/>
                </a:lnTo>
                <a:lnTo>
                  <a:pt x="1096973" y="118689"/>
                </a:lnTo>
                <a:lnTo>
                  <a:pt x="1097327" y="119630"/>
                </a:lnTo>
                <a:lnTo>
                  <a:pt x="1097670" y="120583"/>
                </a:lnTo>
                <a:lnTo>
                  <a:pt x="1098003" y="121546"/>
                </a:lnTo>
                <a:lnTo>
                  <a:pt x="1098324" y="122520"/>
                </a:lnTo>
                <a:lnTo>
                  <a:pt x="1098635" y="123505"/>
                </a:lnTo>
                <a:lnTo>
                  <a:pt x="1098935" y="124501"/>
                </a:lnTo>
                <a:lnTo>
                  <a:pt x="1099225" y="125508"/>
                </a:lnTo>
                <a:lnTo>
                  <a:pt x="1099503" y="126527"/>
                </a:lnTo>
                <a:lnTo>
                  <a:pt x="1099771" y="127556"/>
                </a:lnTo>
                <a:lnTo>
                  <a:pt x="1100029" y="128596"/>
                </a:lnTo>
                <a:lnTo>
                  <a:pt x="1100275" y="129646"/>
                </a:lnTo>
                <a:lnTo>
                  <a:pt x="1100511" y="130703"/>
                </a:lnTo>
                <a:lnTo>
                  <a:pt x="1100737" y="131767"/>
                </a:lnTo>
                <a:lnTo>
                  <a:pt x="1100952" y="132840"/>
                </a:lnTo>
                <a:lnTo>
                  <a:pt x="1101156" y="133919"/>
                </a:lnTo>
                <a:lnTo>
                  <a:pt x="1101350" y="135007"/>
                </a:lnTo>
                <a:lnTo>
                  <a:pt x="1101534" y="136101"/>
                </a:lnTo>
                <a:lnTo>
                  <a:pt x="1101707" y="137204"/>
                </a:lnTo>
                <a:lnTo>
                  <a:pt x="1101870" y="138313"/>
                </a:lnTo>
                <a:lnTo>
                  <a:pt x="1102022" y="139431"/>
                </a:lnTo>
                <a:lnTo>
                  <a:pt x="1102163" y="140556"/>
                </a:lnTo>
                <a:lnTo>
                  <a:pt x="1102294" y="141688"/>
                </a:lnTo>
                <a:lnTo>
                  <a:pt x="1102415" y="142828"/>
                </a:lnTo>
                <a:lnTo>
                  <a:pt x="1102525" y="143976"/>
                </a:lnTo>
                <a:lnTo>
                  <a:pt x="1102625" y="145131"/>
                </a:lnTo>
                <a:lnTo>
                  <a:pt x="1102714" y="146293"/>
                </a:lnTo>
                <a:lnTo>
                  <a:pt x="1102793" y="147463"/>
                </a:lnTo>
                <a:lnTo>
                  <a:pt x="1102861" y="148641"/>
                </a:lnTo>
                <a:lnTo>
                  <a:pt x="1102919" y="149826"/>
                </a:lnTo>
                <a:lnTo>
                  <a:pt x="1102966" y="151019"/>
                </a:lnTo>
                <a:lnTo>
                  <a:pt x="1103003" y="152219"/>
                </a:lnTo>
                <a:lnTo>
                  <a:pt x="1103029" y="153427"/>
                </a:lnTo>
                <a:lnTo>
                  <a:pt x="1103045" y="154642"/>
                </a:lnTo>
                <a:lnTo>
                  <a:pt x="1103050" y="155865"/>
                </a:lnTo>
                <a:lnTo>
                  <a:pt x="1103050" y="159118"/>
                </a:lnTo>
                <a:lnTo>
                  <a:pt x="1103045" y="160329"/>
                </a:lnTo>
                <a:lnTo>
                  <a:pt x="1103029" y="161532"/>
                </a:lnTo>
                <a:lnTo>
                  <a:pt x="1103003" y="162729"/>
                </a:lnTo>
                <a:lnTo>
                  <a:pt x="1102966" y="163919"/>
                </a:lnTo>
                <a:lnTo>
                  <a:pt x="1102919" y="165103"/>
                </a:lnTo>
                <a:lnTo>
                  <a:pt x="1102861" y="166279"/>
                </a:lnTo>
                <a:lnTo>
                  <a:pt x="1102793" y="167449"/>
                </a:lnTo>
                <a:lnTo>
                  <a:pt x="1102714" y="168612"/>
                </a:lnTo>
                <a:lnTo>
                  <a:pt x="1102625" y="169769"/>
                </a:lnTo>
                <a:lnTo>
                  <a:pt x="1102525" y="170919"/>
                </a:lnTo>
                <a:lnTo>
                  <a:pt x="1102415" y="172062"/>
                </a:lnTo>
                <a:lnTo>
                  <a:pt x="1102294" y="173198"/>
                </a:lnTo>
                <a:lnTo>
                  <a:pt x="1102163" y="174328"/>
                </a:lnTo>
                <a:lnTo>
                  <a:pt x="1102022" y="175451"/>
                </a:lnTo>
                <a:lnTo>
                  <a:pt x="1101870" y="176567"/>
                </a:lnTo>
                <a:lnTo>
                  <a:pt x="1101707" y="177676"/>
                </a:lnTo>
                <a:lnTo>
                  <a:pt x="1101534" y="178779"/>
                </a:lnTo>
                <a:lnTo>
                  <a:pt x="1101350" y="179875"/>
                </a:lnTo>
                <a:lnTo>
                  <a:pt x="1101156" y="180964"/>
                </a:lnTo>
                <a:lnTo>
                  <a:pt x="1100952" y="182047"/>
                </a:lnTo>
                <a:lnTo>
                  <a:pt x="1100737" y="183122"/>
                </a:lnTo>
                <a:lnTo>
                  <a:pt x="1100511" y="184192"/>
                </a:lnTo>
                <a:lnTo>
                  <a:pt x="1100275" y="185254"/>
                </a:lnTo>
                <a:lnTo>
                  <a:pt x="1100029" y="186309"/>
                </a:lnTo>
                <a:lnTo>
                  <a:pt x="1099771" y="187356"/>
                </a:lnTo>
                <a:lnTo>
                  <a:pt x="1099503" y="188391"/>
                </a:lnTo>
                <a:lnTo>
                  <a:pt x="1099225" y="189415"/>
                </a:lnTo>
                <a:lnTo>
                  <a:pt x="1098935" y="190428"/>
                </a:lnTo>
                <a:lnTo>
                  <a:pt x="1098635" y="191430"/>
                </a:lnTo>
                <a:lnTo>
                  <a:pt x="1098324" y="192420"/>
                </a:lnTo>
                <a:lnTo>
                  <a:pt x="1098003" y="193399"/>
                </a:lnTo>
                <a:lnTo>
                  <a:pt x="1097670" y="194366"/>
                </a:lnTo>
                <a:lnTo>
                  <a:pt x="1097327" y="195322"/>
                </a:lnTo>
                <a:lnTo>
                  <a:pt x="1096973" y="196267"/>
                </a:lnTo>
                <a:lnTo>
                  <a:pt x="1096608" y="197201"/>
                </a:lnTo>
                <a:lnTo>
                  <a:pt x="1096233" y="198123"/>
                </a:lnTo>
                <a:lnTo>
                  <a:pt x="1095846" y="199034"/>
                </a:lnTo>
                <a:lnTo>
                  <a:pt x="1095449" y="199934"/>
                </a:lnTo>
                <a:lnTo>
                  <a:pt x="1095042" y="200823"/>
                </a:lnTo>
                <a:lnTo>
                  <a:pt x="1094623" y="201700"/>
                </a:lnTo>
                <a:lnTo>
                  <a:pt x="1094194" y="202566"/>
                </a:lnTo>
                <a:lnTo>
                  <a:pt x="1093754" y="203420"/>
                </a:lnTo>
                <a:lnTo>
                  <a:pt x="1093303" y="204263"/>
                </a:lnTo>
                <a:lnTo>
                  <a:pt x="1092841" y="205095"/>
                </a:lnTo>
                <a:lnTo>
                  <a:pt x="1092369" y="205916"/>
                </a:lnTo>
                <a:lnTo>
                  <a:pt x="1091886" y="206725"/>
                </a:lnTo>
                <a:lnTo>
                  <a:pt x="1091392" y="207523"/>
                </a:lnTo>
                <a:lnTo>
                  <a:pt x="1090887" y="208310"/>
                </a:lnTo>
                <a:lnTo>
                  <a:pt x="1090372" y="209084"/>
                </a:lnTo>
                <a:lnTo>
                  <a:pt x="1089845" y="209845"/>
                </a:lnTo>
                <a:lnTo>
                  <a:pt x="1089308" y="210591"/>
                </a:lnTo>
                <a:lnTo>
                  <a:pt x="1088759" y="211323"/>
                </a:lnTo>
                <a:lnTo>
                  <a:pt x="1088200" y="212041"/>
                </a:lnTo>
                <a:lnTo>
                  <a:pt x="1087629" y="212745"/>
                </a:lnTo>
                <a:lnTo>
                  <a:pt x="1087047" y="213436"/>
                </a:lnTo>
                <a:lnTo>
                  <a:pt x="1086454" y="214112"/>
                </a:lnTo>
                <a:lnTo>
                  <a:pt x="1085851" y="214774"/>
                </a:lnTo>
                <a:lnTo>
                  <a:pt x="1085236" y="215422"/>
                </a:lnTo>
                <a:lnTo>
                  <a:pt x="1084610" y="216056"/>
                </a:lnTo>
                <a:lnTo>
                  <a:pt x="1083973" y="216677"/>
                </a:lnTo>
                <a:lnTo>
                  <a:pt x="1083326" y="217283"/>
                </a:lnTo>
                <a:lnTo>
                  <a:pt x="1082667" y="217875"/>
                </a:lnTo>
                <a:lnTo>
                  <a:pt x="1081997" y="218454"/>
                </a:lnTo>
                <a:lnTo>
                  <a:pt x="1081316" y="219018"/>
                </a:lnTo>
                <a:lnTo>
                  <a:pt x="1080624" y="219568"/>
                </a:lnTo>
                <a:lnTo>
                  <a:pt x="1079921" y="220105"/>
                </a:lnTo>
                <a:lnTo>
                  <a:pt x="1079207" y="220627"/>
                </a:lnTo>
                <a:lnTo>
                  <a:pt x="1078482" y="221135"/>
                </a:lnTo>
                <a:lnTo>
                  <a:pt x="1077746" y="221630"/>
                </a:lnTo>
                <a:lnTo>
                  <a:pt x="1076999" y="222110"/>
                </a:lnTo>
                <a:lnTo>
                  <a:pt x="1076240" y="222577"/>
                </a:lnTo>
                <a:lnTo>
                  <a:pt x="1075471" y="223029"/>
                </a:lnTo>
                <a:lnTo>
                  <a:pt x="1074691" y="223465"/>
                </a:lnTo>
                <a:lnTo>
                  <a:pt x="1073898" y="223883"/>
                </a:lnTo>
                <a:lnTo>
                  <a:pt x="1073094" y="224282"/>
                </a:lnTo>
                <a:lnTo>
                  <a:pt x="1072278" y="224662"/>
                </a:lnTo>
                <a:lnTo>
                  <a:pt x="1071450" y="225024"/>
                </a:lnTo>
                <a:lnTo>
                  <a:pt x="1070610" y="225368"/>
                </a:lnTo>
                <a:lnTo>
                  <a:pt x="1069759" y="225692"/>
                </a:lnTo>
                <a:lnTo>
                  <a:pt x="1068895" y="225999"/>
                </a:lnTo>
                <a:lnTo>
                  <a:pt x="1068020" y="226286"/>
                </a:lnTo>
                <a:lnTo>
                  <a:pt x="1067133" y="226556"/>
                </a:lnTo>
                <a:lnTo>
                  <a:pt x="1066234" y="226806"/>
                </a:lnTo>
                <a:lnTo>
                  <a:pt x="1065323" y="227038"/>
                </a:lnTo>
                <a:lnTo>
                  <a:pt x="1064400" y="227252"/>
                </a:lnTo>
                <a:lnTo>
                  <a:pt x="1063466" y="227446"/>
                </a:lnTo>
                <a:lnTo>
                  <a:pt x="1062520" y="227623"/>
                </a:lnTo>
                <a:lnTo>
                  <a:pt x="1061562" y="227780"/>
                </a:lnTo>
                <a:lnTo>
                  <a:pt x="1060592" y="227920"/>
                </a:lnTo>
                <a:lnTo>
                  <a:pt x="1059610" y="228040"/>
                </a:lnTo>
                <a:lnTo>
                  <a:pt x="1058616" y="228142"/>
                </a:lnTo>
                <a:lnTo>
                  <a:pt x="1057611" y="228226"/>
                </a:lnTo>
                <a:lnTo>
                  <a:pt x="1056593" y="228291"/>
                </a:lnTo>
                <a:lnTo>
                  <a:pt x="1055564" y="228337"/>
                </a:lnTo>
                <a:lnTo>
                  <a:pt x="1054523" y="228365"/>
                </a:lnTo>
                <a:lnTo>
                  <a:pt x="1053471" y="228374"/>
                </a:lnTo>
                <a:lnTo>
                  <a:pt x="1052162" y="228364"/>
                </a:lnTo>
                <a:lnTo>
                  <a:pt x="1050871" y="228332"/>
                </a:lnTo>
                <a:lnTo>
                  <a:pt x="1049597" y="228280"/>
                </a:lnTo>
                <a:lnTo>
                  <a:pt x="1048340" y="228207"/>
                </a:lnTo>
                <a:lnTo>
                  <a:pt x="1047101" y="228112"/>
                </a:lnTo>
                <a:lnTo>
                  <a:pt x="1045879" y="227997"/>
                </a:lnTo>
                <a:lnTo>
                  <a:pt x="1044674" y="227860"/>
                </a:lnTo>
                <a:lnTo>
                  <a:pt x="1043486" y="227703"/>
                </a:lnTo>
                <a:lnTo>
                  <a:pt x="1042315" y="227525"/>
                </a:lnTo>
                <a:lnTo>
                  <a:pt x="1041162" y="227325"/>
                </a:lnTo>
                <a:lnTo>
                  <a:pt x="1040026" y="227105"/>
                </a:lnTo>
                <a:lnTo>
                  <a:pt x="1038907" y="226864"/>
                </a:lnTo>
                <a:lnTo>
                  <a:pt x="1037805" y="226602"/>
                </a:lnTo>
                <a:lnTo>
                  <a:pt x="1036720" y="226318"/>
                </a:lnTo>
                <a:lnTo>
                  <a:pt x="1035653" y="226014"/>
                </a:lnTo>
                <a:lnTo>
                  <a:pt x="1034603" y="225689"/>
                </a:lnTo>
                <a:lnTo>
                  <a:pt x="1033570" y="225343"/>
                </a:lnTo>
                <a:lnTo>
                  <a:pt x="1032554" y="224975"/>
                </a:lnTo>
                <a:lnTo>
                  <a:pt x="1031556" y="224587"/>
                </a:lnTo>
                <a:lnTo>
                  <a:pt x="1030575" y="224178"/>
                </a:lnTo>
                <a:lnTo>
                  <a:pt x="1029611" y="223748"/>
                </a:lnTo>
                <a:lnTo>
                  <a:pt x="1028664" y="223297"/>
                </a:lnTo>
                <a:lnTo>
                  <a:pt x="1027734" y="222825"/>
                </a:lnTo>
                <a:lnTo>
                  <a:pt x="1026822" y="222332"/>
                </a:lnTo>
                <a:lnTo>
                  <a:pt x="1025925" y="221822"/>
                </a:lnTo>
                <a:lnTo>
                  <a:pt x="1025044" y="221298"/>
                </a:lnTo>
                <a:lnTo>
                  <a:pt x="1024178" y="220761"/>
                </a:lnTo>
                <a:lnTo>
                  <a:pt x="1023327" y="220210"/>
                </a:lnTo>
                <a:lnTo>
                  <a:pt x="1022491" y="219646"/>
                </a:lnTo>
                <a:lnTo>
                  <a:pt x="1021670" y="219069"/>
                </a:lnTo>
                <a:lnTo>
                  <a:pt x="1020864" y="218478"/>
                </a:lnTo>
                <a:lnTo>
                  <a:pt x="1020073" y="217873"/>
                </a:lnTo>
                <a:lnTo>
                  <a:pt x="1019298" y="217255"/>
                </a:lnTo>
                <a:lnTo>
                  <a:pt x="1018537" y="216624"/>
                </a:lnTo>
                <a:lnTo>
                  <a:pt x="1017791" y="215979"/>
                </a:lnTo>
                <a:lnTo>
                  <a:pt x="1017061" y="215321"/>
                </a:lnTo>
                <a:lnTo>
                  <a:pt x="1016345" y="214649"/>
                </a:lnTo>
                <a:lnTo>
                  <a:pt x="1015645" y="213964"/>
                </a:lnTo>
                <a:lnTo>
                  <a:pt x="1014959" y="213266"/>
                </a:lnTo>
                <a:lnTo>
                  <a:pt x="1014289" y="212554"/>
                </a:lnTo>
                <a:lnTo>
                  <a:pt x="1013634" y="211828"/>
                </a:lnTo>
                <a:lnTo>
                  <a:pt x="1012994" y="211089"/>
                </a:lnTo>
                <a:lnTo>
                  <a:pt x="1012369" y="210337"/>
                </a:lnTo>
                <a:lnTo>
                  <a:pt x="1011759" y="209571"/>
                </a:lnTo>
                <a:lnTo>
                  <a:pt x="1011164" y="208792"/>
                </a:lnTo>
                <a:lnTo>
                  <a:pt x="1010584" y="207999"/>
                </a:lnTo>
                <a:lnTo>
                  <a:pt x="1010019" y="207193"/>
                </a:lnTo>
                <a:lnTo>
                  <a:pt x="1009469" y="206374"/>
                </a:lnTo>
                <a:lnTo>
                  <a:pt x="1008933" y="205544"/>
                </a:lnTo>
                <a:lnTo>
                  <a:pt x="1008409" y="204708"/>
                </a:lnTo>
                <a:lnTo>
                  <a:pt x="1007898" y="203866"/>
                </a:lnTo>
                <a:lnTo>
                  <a:pt x="1007399" y="203017"/>
                </a:lnTo>
                <a:lnTo>
                  <a:pt x="1006912" y="202161"/>
                </a:lnTo>
                <a:lnTo>
                  <a:pt x="1006438" y="201299"/>
                </a:lnTo>
                <a:lnTo>
                  <a:pt x="1005976" y="200431"/>
                </a:lnTo>
                <a:lnTo>
                  <a:pt x="1005527" y="199556"/>
                </a:lnTo>
                <a:lnTo>
                  <a:pt x="1005131" y="198758"/>
                </a:lnTo>
                <a:lnTo>
                  <a:pt x="1005131" y="118900"/>
                </a:lnTo>
                <a:lnTo>
                  <a:pt x="1005286" y="118525"/>
                </a:lnTo>
                <a:lnTo>
                  <a:pt x="1005587" y="117818"/>
                </a:lnTo>
                <a:lnTo>
                  <a:pt x="1005897" y="117114"/>
                </a:lnTo>
                <a:lnTo>
                  <a:pt x="1006217" y="116416"/>
                </a:lnTo>
                <a:close/>
                <a:moveTo>
                  <a:pt x="1487888" y="27011"/>
                </a:moveTo>
                <a:lnTo>
                  <a:pt x="1487952" y="27409"/>
                </a:lnTo>
                <a:lnTo>
                  <a:pt x="1488027" y="27802"/>
                </a:lnTo>
                <a:lnTo>
                  <a:pt x="1488114" y="28190"/>
                </a:lnTo>
                <a:lnTo>
                  <a:pt x="1488212" y="28572"/>
                </a:lnTo>
                <a:lnTo>
                  <a:pt x="1488322" y="28950"/>
                </a:lnTo>
                <a:lnTo>
                  <a:pt x="1488444" y="29322"/>
                </a:lnTo>
                <a:lnTo>
                  <a:pt x="1488577" y="29689"/>
                </a:lnTo>
                <a:lnTo>
                  <a:pt x="1488721" y="30052"/>
                </a:lnTo>
                <a:lnTo>
                  <a:pt x="1488877" y="30409"/>
                </a:lnTo>
                <a:lnTo>
                  <a:pt x="1489045" y="30761"/>
                </a:lnTo>
                <a:lnTo>
                  <a:pt x="1489224" y="31108"/>
                </a:lnTo>
                <a:lnTo>
                  <a:pt x="1489415" y="31449"/>
                </a:lnTo>
                <a:lnTo>
                  <a:pt x="1489618" y="31786"/>
                </a:lnTo>
                <a:lnTo>
                  <a:pt x="1489831" y="32117"/>
                </a:lnTo>
                <a:lnTo>
                  <a:pt x="1490057" y="32444"/>
                </a:lnTo>
                <a:lnTo>
                  <a:pt x="1490294" y="32765"/>
                </a:lnTo>
                <a:lnTo>
                  <a:pt x="1490543" y="33081"/>
                </a:lnTo>
                <a:lnTo>
                  <a:pt x="1490803" y="33392"/>
                </a:lnTo>
                <a:lnTo>
                  <a:pt x="1491075" y="33698"/>
                </a:lnTo>
                <a:lnTo>
                  <a:pt x="1491357" y="33995"/>
                </a:lnTo>
                <a:lnTo>
                  <a:pt x="1491649" y="34280"/>
                </a:lnTo>
                <a:lnTo>
                  <a:pt x="1491950" y="34552"/>
                </a:lnTo>
                <a:lnTo>
                  <a:pt x="1492261" y="34811"/>
                </a:lnTo>
                <a:lnTo>
                  <a:pt x="1492580" y="35057"/>
                </a:lnTo>
                <a:lnTo>
                  <a:pt x="1492910" y="35291"/>
                </a:lnTo>
                <a:lnTo>
                  <a:pt x="1493249" y="35513"/>
                </a:lnTo>
                <a:lnTo>
                  <a:pt x="1493597" y="35721"/>
                </a:lnTo>
                <a:lnTo>
                  <a:pt x="1493954" y="35917"/>
                </a:lnTo>
                <a:lnTo>
                  <a:pt x="1494322" y="36100"/>
                </a:lnTo>
                <a:lnTo>
                  <a:pt x="1494698" y="36271"/>
                </a:lnTo>
                <a:lnTo>
                  <a:pt x="1495084" y="36429"/>
                </a:lnTo>
                <a:lnTo>
                  <a:pt x="1495479" y="36575"/>
                </a:lnTo>
                <a:lnTo>
                  <a:pt x="1495884" y="36707"/>
                </a:lnTo>
                <a:lnTo>
                  <a:pt x="1496298" y="36827"/>
                </a:lnTo>
                <a:lnTo>
                  <a:pt x="1496721" y="36935"/>
                </a:lnTo>
                <a:lnTo>
                  <a:pt x="1497154" y="37030"/>
                </a:lnTo>
                <a:lnTo>
                  <a:pt x="1497597" y="37112"/>
                </a:lnTo>
                <a:lnTo>
                  <a:pt x="1498048" y="37181"/>
                </a:lnTo>
                <a:lnTo>
                  <a:pt x="1498510" y="37238"/>
                </a:lnTo>
                <a:lnTo>
                  <a:pt x="1498980" y="37282"/>
                </a:lnTo>
                <a:lnTo>
                  <a:pt x="1499460" y="37314"/>
                </a:lnTo>
                <a:lnTo>
                  <a:pt x="1499950" y="37333"/>
                </a:lnTo>
                <a:lnTo>
                  <a:pt x="1500448" y="37339"/>
                </a:lnTo>
                <a:lnTo>
                  <a:pt x="1500935" y="37333"/>
                </a:lnTo>
                <a:lnTo>
                  <a:pt x="1501413" y="37314"/>
                </a:lnTo>
                <a:lnTo>
                  <a:pt x="1501883" y="37282"/>
                </a:lnTo>
                <a:lnTo>
                  <a:pt x="1502344" y="37238"/>
                </a:lnTo>
                <a:lnTo>
                  <a:pt x="1502797" y="37181"/>
                </a:lnTo>
                <a:lnTo>
                  <a:pt x="1503242" y="37112"/>
                </a:lnTo>
                <a:lnTo>
                  <a:pt x="1503679" y="37030"/>
                </a:lnTo>
                <a:lnTo>
                  <a:pt x="1504107" y="36935"/>
                </a:lnTo>
                <a:lnTo>
                  <a:pt x="1504526" y="36827"/>
                </a:lnTo>
                <a:lnTo>
                  <a:pt x="1504938" y="36707"/>
                </a:lnTo>
                <a:lnTo>
                  <a:pt x="1505341" y="36575"/>
                </a:lnTo>
                <a:lnTo>
                  <a:pt x="1505736" y="36429"/>
                </a:lnTo>
                <a:lnTo>
                  <a:pt x="1506122" y="36271"/>
                </a:lnTo>
                <a:lnTo>
                  <a:pt x="1506500" y="36100"/>
                </a:lnTo>
                <a:lnTo>
                  <a:pt x="1506870" y="35917"/>
                </a:lnTo>
                <a:lnTo>
                  <a:pt x="1507231" y="35721"/>
                </a:lnTo>
                <a:lnTo>
                  <a:pt x="1507584" y="35513"/>
                </a:lnTo>
                <a:lnTo>
                  <a:pt x="1507929" y="35291"/>
                </a:lnTo>
                <a:lnTo>
                  <a:pt x="1508265" y="35057"/>
                </a:lnTo>
                <a:lnTo>
                  <a:pt x="1508593" y="34811"/>
                </a:lnTo>
                <a:lnTo>
                  <a:pt x="1508913" y="34552"/>
                </a:lnTo>
                <a:lnTo>
                  <a:pt x="1509224" y="34280"/>
                </a:lnTo>
                <a:lnTo>
                  <a:pt x="1509527" y="33995"/>
                </a:lnTo>
                <a:lnTo>
                  <a:pt x="1509822" y="33698"/>
                </a:lnTo>
                <a:lnTo>
                  <a:pt x="1510106" y="33392"/>
                </a:lnTo>
                <a:lnTo>
                  <a:pt x="1510379" y="33081"/>
                </a:lnTo>
                <a:lnTo>
                  <a:pt x="1510639" y="32765"/>
                </a:lnTo>
                <a:lnTo>
                  <a:pt x="1510887" y="32444"/>
                </a:lnTo>
                <a:lnTo>
                  <a:pt x="1511123" y="32117"/>
                </a:lnTo>
                <a:lnTo>
                  <a:pt x="1511347" y="31786"/>
                </a:lnTo>
                <a:lnTo>
                  <a:pt x="1511559" y="31449"/>
                </a:lnTo>
                <a:lnTo>
                  <a:pt x="1511759" y="31108"/>
                </a:lnTo>
                <a:lnTo>
                  <a:pt x="1511946" y="30761"/>
                </a:lnTo>
                <a:lnTo>
                  <a:pt x="1512122" y="30409"/>
                </a:lnTo>
                <a:lnTo>
                  <a:pt x="1512285" y="30052"/>
                </a:lnTo>
                <a:lnTo>
                  <a:pt x="1512437" y="29689"/>
                </a:lnTo>
                <a:lnTo>
                  <a:pt x="1512576" y="29322"/>
                </a:lnTo>
                <a:lnTo>
                  <a:pt x="1512703" y="28950"/>
                </a:lnTo>
                <a:lnTo>
                  <a:pt x="1512818" y="28572"/>
                </a:lnTo>
                <a:lnTo>
                  <a:pt x="1512921" y="28190"/>
                </a:lnTo>
                <a:lnTo>
                  <a:pt x="1513011" y="27802"/>
                </a:lnTo>
                <a:lnTo>
                  <a:pt x="1513090" y="27409"/>
                </a:lnTo>
                <a:lnTo>
                  <a:pt x="1513157" y="27011"/>
                </a:lnTo>
                <a:lnTo>
                  <a:pt x="1513211" y="26608"/>
                </a:lnTo>
                <a:lnTo>
                  <a:pt x="1513254" y="26200"/>
                </a:lnTo>
                <a:lnTo>
                  <a:pt x="1513284" y="25786"/>
                </a:lnTo>
                <a:lnTo>
                  <a:pt x="1513302" y="25368"/>
                </a:lnTo>
                <a:lnTo>
                  <a:pt x="1513308" y="24945"/>
                </a:lnTo>
                <a:lnTo>
                  <a:pt x="1513302" y="24508"/>
                </a:lnTo>
                <a:lnTo>
                  <a:pt x="1513284" y="24078"/>
                </a:lnTo>
                <a:lnTo>
                  <a:pt x="1513254" y="23653"/>
                </a:lnTo>
                <a:lnTo>
                  <a:pt x="1513211" y="23234"/>
                </a:lnTo>
                <a:lnTo>
                  <a:pt x="1513157" y="22820"/>
                </a:lnTo>
                <a:lnTo>
                  <a:pt x="1513090" y="22412"/>
                </a:lnTo>
                <a:lnTo>
                  <a:pt x="1513011" y="22010"/>
                </a:lnTo>
                <a:lnTo>
                  <a:pt x="1512921" y="21613"/>
                </a:lnTo>
                <a:lnTo>
                  <a:pt x="1512818" y="21222"/>
                </a:lnTo>
                <a:lnTo>
                  <a:pt x="1512703" y="20837"/>
                </a:lnTo>
                <a:lnTo>
                  <a:pt x="1512576" y="20457"/>
                </a:lnTo>
                <a:lnTo>
                  <a:pt x="1512437" y="20083"/>
                </a:lnTo>
                <a:lnTo>
                  <a:pt x="1512285" y="19715"/>
                </a:lnTo>
                <a:lnTo>
                  <a:pt x="1512122" y="19352"/>
                </a:lnTo>
                <a:lnTo>
                  <a:pt x="1511946" y="18995"/>
                </a:lnTo>
                <a:lnTo>
                  <a:pt x="1511759" y="18644"/>
                </a:lnTo>
                <a:lnTo>
                  <a:pt x="1511559" y="18298"/>
                </a:lnTo>
                <a:lnTo>
                  <a:pt x="1511347" y="17958"/>
                </a:lnTo>
                <a:lnTo>
                  <a:pt x="1511123" y="17623"/>
                </a:lnTo>
                <a:lnTo>
                  <a:pt x="1510887" y="17295"/>
                </a:lnTo>
                <a:lnTo>
                  <a:pt x="1510639" y="16971"/>
                </a:lnTo>
                <a:lnTo>
                  <a:pt x="1510379" y="16654"/>
                </a:lnTo>
                <a:lnTo>
                  <a:pt x="1510106" y="16342"/>
                </a:lnTo>
                <a:lnTo>
                  <a:pt x="1509822" y="16036"/>
                </a:lnTo>
                <a:lnTo>
                  <a:pt x="1509527" y="15739"/>
                </a:lnTo>
                <a:lnTo>
                  <a:pt x="1509224" y="15454"/>
                </a:lnTo>
                <a:lnTo>
                  <a:pt x="1508913" y="15182"/>
                </a:lnTo>
                <a:lnTo>
                  <a:pt x="1508593" y="14923"/>
                </a:lnTo>
                <a:lnTo>
                  <a:pt x="1508265" y="14677"/>
                </a:lnTo>
                <a:lnTo>
                  <a:pt x="1507929" y="14443"/>
                </a:lnTo>
                <a:lnTo>
                  <a:pt x="1507584" y="14222"/>
                </a:lnTo>
                <a:lnTo>
                  <a:pt x="1507231" y="14013"/>
                </a:lnTo>
                <a:lnTo>
                  <a:pt x="1506870" y="13817"/>
                </a:lnTo>
                <a:lnTo>
                  <a:pt x="1506500" y="13634"/>
                </a:lnTo>
                <a:lnTo>
                  <a:pt x="1506122" y="13463"/>
                </a:lnTo>
                <a:lnTo>
                  <a:pt x="1505736" y="13305"/>
                </a:lnTo>
                <a:lnTo>
                  <a:pt x="1505341" y="13160"/>
                </a:lnTo>
                <a:lnTo>
                  <a:pt x="1504938" y="13027"/>
                </a:lnTo>
                <a:lnTo>
                  <a:pt x="1504526" y="12907"/>
                </a:lnTo>
                <a:lnTo>
                  <a:pt x="1504107" y="12799"/>
                </a:lnTo>
                <a:lnTo>
                  <a:pt x="1503679" y="12705"/>
                </a:lnTo>
                <a:lnTo>
                  <a:pt x="1503242" y="12622"/>
                </a:lnTo>
                <a:lnTo>
                  <a:pt x="1502797" y="12553"/>
                </a:lnTo>
                <a:lnTo>
                  <a:pt x="1502344" y="12496"/>
                </a:lnTo>
                <a:lnTo>
                  <a:pt x="1501883" y="12452"/>
                </a:lnTo>
                <a:lnTo>
                  <a:pt x="1501413" y="12420"/>
                </a:lnTo>
                <a:lnTo>
                  <a:pt x="1500935" y="12401"/>
                </a:lnTo>
                <a:lnTo>
                  <a:pt x="1500448" y="12395"/>
                </a:lnTo>
                <a:lnTo>
                  <a:pt x="1499950" y="12401"/>
                </a:lnTo>
                <a:lnTo>
                  <a:pt x="1499460" y="12420"/>
                </a:lnTo>
                <a:lnTo>
                  <a:pt x="1498980" y="12452"/>
                </a:lnTo>
                <a:lnTo>
                  <a:pt x="1498510" y="12496"/>
                </a:lnTo>
                <a:lnTo>
                  <a:pt x="1498048" y="12553"/>
                </a:lnTo>
                <a:lnTo>
                  <a:pt x="1497597" y="12622"/>
                </a:lnTo>
                <a:lnTo>
                  <a:pt x="1497154" y="12705"/>
                </a:lnTo>
                <a:lnTo>
                  <a:pt x="1496721" y="12799"/>
                </a:lnTo>
                <a:lnTo>
                  <a:pt x="1496298" y="12907"/>
                </a:lnTo>
                <a:lnTo>
                  <a:pt x="1495884" y="13027"/>
                </a:lnTo>
                <a:lnTo>
                  <a:pt x="1495479" y="13160"/>
                </a:lnTo>
                <a:lnTo>
                  <a:pt x="1495084" y="13305"/>
                </a:lnTo>
                <a:lnTo>
                  <a:pt x="1494698" y="13463"/>
                </a:lnTo>
                <a:lnTo>
                  <a:pt x="1494322" y="13634"/>
                </a:lnTo>
                <a:lnTo>
                  <a:pt x="1493954" y="13817"/>
                </a:lnTo>
                <a:lnTo>
                  <a:pt x="1493597" y="14013"/>
                </a:lnTo>
                <a:lnTo>
                  <a:pt x="1493249" y="14222"/>
                </a:lnTo>
                <a:lnTo>
                  <a:pt x="1492910" y="14443"/>
                </a:lnTo>
                <a:lnTo>
                  <a:pt x="1492580" y="14677"/>
                </a:lnTo>
                <a:lnTo>
                  <a:pt x="1492261" y="14923"/>
                </a:lnTo>
                <a:lnTo>
                  <a:pt x="1491950" y="15182"/>
                </a:lnTo>
                <a:lnTo>
                  <a:pt x="1491649" y="15454"/>
                </a:lnTo>
                <a:lnTo>
                  <a:pt x="1491357" y="15739"/>
                </a:lnTo>
                <a:lnTo>
                  <a:pt x="1491075" y="16036"/>
                </a:lnTo>
                <a:lnTo>
                  <a:pt x="1490803" y="16342"/>
                </a:lnTo>
                <a:lnTo>
                  <a:pt x="1490543" y="16654"/>
                </a:lnTo>
                <a:lnTo>
                  <a:pt x="1490294" y="16971"/>
                </a:lnTo>
                <a:lnTo>
                  <a:pt x="1490057" y="17295"/>
                </a:lnTo>
                <a:lnTo>
                  <a:pt x="1489831" y="17623"/>
                </a:lnTo>
                <a:lnTo>
                  <a:pt x="1489618" y="17958"/>
                </a:lnTo>
                <a:lnTo>
                  <a:pt x="1489415" y="18298"/>
                </a:lnTo>
                <a:lnTo>
                  <a:pt x="1489224" y="18644"/>
                </a:lnTo>
                <a:lnTo>
                  <a:pt x="1489045" y="18995"/>
                </a:lnTo>
                <a:lnTo>
                  <a:pt x="1488877" y="19352"/>
                </a:lnTo>
                <a:lnTo>
                  <a:pt x="1488721" y="19715"/>
                </a:lnTo>
                <a:lnTo>
                  <a:pt x="1488577" y="20083"/>
                </a:lnTo>
                <a:lnTo>
                  <a:pt x="1488444" y="20457"/>
                </a:lnTo>
                <a:lnTo>
                  <a:pt x="1488322" y="20837"/>
                </a:lnTo>
                <a:lnTo>
                  <a:pt x="1488212" y="21222"/>
                </a:lnTo>
                <a:lnTo>
                  <a:pt x="1488114" y="21613"/>
                </a:lnTo>
                <a:lnTo>
                  <a:pt x="1488027" y="22010"/>
                </a:lnTo>
                <a:lnTo>
                  <a:pt x="1487952" y="22412"/>
                </a:lnTo>
                <a:lnTo>
                  <a:pt x="1487888" y="22820"/>
                </a:lnTo>
                <a:lnTo>
                  <a:pt x="1487836" y="23234"/>
                </a:lnTo>
                <a:lnTo>
                  <a:pt x="1487796" y="23653"/>
                </a:lnTo>
                <a:lnTo>
                  <a:pt x="1487767" y="24078"/>
                </a:lnTo>
                <a:lnTo>
                  <a:pt x="1487750" y="24508"/>
                </a:lnTo>
                <a:lnTo>
                  <a:pt x="1487744" y="24945"/>
                </a:lnTo>
                <a:lnTo>
                  <a:pt x="1487750" y="25368"/>
                </a:lnTo>
                <a:lnTo>
                  <a:pt x="1487767" y="25786"/>
                </a:lnTo>
                <a:lnTo>
                  <a:pt x="1487796" y="26200"/>
                </a:lnTo>
                <a:lnTo>
                  <a:pt x="1487836" y="26608"/>
                </a:lnTo>
                <a:lnTo>
                  <a:pt x="1487888" y="27011"/>
                </a:lnTo>
                <a:close/>
                <a:moveTo>
                  <a:pt x="1590086" y="49833"/>
                </a:moveTo>
                <a:lnTo>
                  <a:pt x="1590239" y="48388"/>
                </a:lnTo>
                <a:lnTo>
                  <a:pt x="1590425" y="46974"/>
                </a:lnTo>
                <a:lnTo>
                  <a:pt x="1590645" y="45593"/>
                </a:lnTo>
                <a:lnTo>
                  <a:pt x="1590900" y="44243"/>
                </a:lnTo>
                <a:lnTo>
                  <a:pt x="1591188" y="42924"/>
                </a:lnTo>
                <a:lnTo>
                  <a:pt x="1591510" y="41638"/>
                </a:lnTo>
                <a:lnTo>
                  <a:pt x="1591865" y="40383"/>
                </a:lnTo>
                <a:lnTo>
                  <a:pt x="1592255" y="39160"/>
                </a:lnTo>
                <a:lnTo>
                  <a:pt x="1592679" y="37969"/>
                </a:lnTo>
                <a:lnTo>
                  <a:pt x="1593136" y="36809"/>
                </a:lnTo>
                <a:lnTo>
                  <a:pt x="1593628" y="35681"/>
                </a:lnTo>
                <a:lnTo>
                  <a:pt x="1594153" y="34585"/>
                </a:lnTo>
                <a:lnTo>
                  <a:pt x="1594712" y="33521"/>
                </a:lnTo>
                <a:lnTo>
                  <a:pt x="1595305" y="32488"/>
                </a:lnTo>
                <a:lnTo>
                  <a:pt x="1595932" y="31487"/>
                </a:lnTo>
                <a:lnTo>
                  <a:pt x="1596593" y="30518"/>
                </a:lnTo>
                <a:lnTo>
                  <a:pt x="1597288" y="29580"/>
                </a:lnTo>
                <a:lnTo>
                  <a:pt x="1598017" y="28675"/>
                </a:lnTo>
                <a:lnTo>
                  <a:pt x="1598779" y="27801"/>
                </a:lnTo>
                <a:lnTo>
                  <a:pt x="1599576" y="26959"/>
                </a:lnTo>
                <a:lnTo>
                  <a:pt x="1600405" y="26150"/>
                </a:lnTo>
                <a:lnTo>
                  <a:pt x="1601265" y="25375"/>
                </a:lnTo>
                <a:lnTo>
                  <a:pt x="1602157" y="24635"/>
                </a:lnTo>
                <a:lnTo>
                  <a:pt x="1603079" y="23929"/>
                </a:lnTo>
                <a:lnTo>
                  <a:pt x="1604033" y="23257"/>
                </a:lnTo>
                <a:lnTo>
                  <a:pt x="1605018" y="22621"/>
                </a:lnTo>
                <a:lnTo>
                  <a:pt x="1606034" y="22018"/>
                </a:lnTo>
                <a:lnTo>
                  <a:pt x="1607082" y="21450"/>
                </a:lnTo>
                <a:lnTo>
                  <a:pt x="1608160" y="20916"/>
                </a:lnTo>
                <a:lnTo>
                  <a:pt x="1609270" y="20417"/>
                </a:lnTo>
                <a:lnTo>
                  <a:pt x="1610411" y="19952"/>
                </a:lnTo>
                <a:lnTo>
                  <a:pt x="1611583" y="19522"/>
                </a:lnTo>
                <a:lnTo>
                  <a:pt x="1612787" y="19126"/>
                </a:lnTo>
                <a:lnTo>
                  <a:pt x="1614021" y="18764"/>
                </a:lnTo>
                <a:lnTo>
                  <a:pt x="1615287" y="18437"/>
                </a:lnTo>
                <a:lnTo>
                  <a:pt x="1616584" y="18145"/>
                </a:lnTo>
                <a:lnTo>
                  <a:pt x="1617913" y="17886"/>
                </a:lnTo>
                <a:lnTo>
                  <a:pt x="1619272" y="17663"/>
                </a:lnTo>
                <a:lnTo>
                  <a:pt x="1620663" y="17473"/>
                </a:lnTo>
                <a:lnTo>
                  <a:pt x="1622085" y="17318"/>
                </a:lnTo>
                <a:lnTo>
                  <a:pt x="1623538" y="17198"/>
                </a:lnTo>
                <a:lnTo>
                  <a:pt x="1625022" y="17112"/>
                </a:lnTo>
                <a:lnTo>
                  <a:pt x="1626537" y="17060"/>
                </a:lnTo>
                <a:lnTo>
                  <a:pt x="1628084" y="17043"/>
                </a:lnTo>
                <a:lnTo>
                  <a:pt x="1629111" y="17047"/>
                </a:lnTo>
                <a:lnTo>
                  <a:pt x="1630126" y="17059"/>
                </a:lnTo>
                <a:lnTo>
                  <a:pt x="1631129" y="17079"/>
                </a:lnTo>
                <a:lnTo>
                  <a:pt x="1632121" y="17107"/>
                </a:lnTo>
                <a:lnTo>
                  <a:pt x="1633101" y="17144"/>
                </a:lnTo>
                <a:lnTo>
                  <a:pt x="1634068" y="17188"/>
                </a:lnTo>
                <a:lnTo>
                  <a:pt x="1635024" y="17241"/>
                </a:lnTo>
                <a:lnTo>
                  <a:pt x="1635968" y="17301"/>
                </a:lnTo>
                <a:lnTo>
                  <a:pt x="1636901" y="17370"/>
                </a:lnTo>
                <a:lnTo>
                  <a:pt x="1637821" y="17446"/>
                </a:lnTo>
                <a:lnTo>
                  <a:pt x="1638730" y="17531"/>
                </a:lnTo>
                <a:lnTo>
                  <a:pt x="1639627" y="17624"/>
                </a:lnTo>
                <a:lnTo>
                  <a:pt x="1640512" y="17725"/>
                </a:lnTo>
                <a:lnTo>
                  <a:pt x="1641385" y="17834"/>
                </a:lnTo>
                <a:lnTo>
                  <a:pt x="1642246" y="17951"/>
                </a:lnTo>
                <a:lnTo>
                  <a:pt x="1643095" y="18076"/>
                </a:lnTo>
                <a:lnTo>
                  <a:pt x="1643933" y="18209"/>
                </a:lnTo>
                <a:lnTo>
                  <a:pt x="1644759" y="18350"/>
                </a:lnTo>
                <a:lnTo>
                  <a:pt x="1645573" y="18499"/>
                </a:lnTo>
                <a:lnTo>
                  <a:pt x="1646375" y="18657"/>
                </a:lnTo>
                <a:lnTo>
                  <a:pt x="1647165" y="18822"/>
                </a:lnTo>
                <a:lnTo>
                  <a:pt x="1647944" y="18996"/>
                </a:lnTo>
                <a:lnTo>
                  <a:pt x="1648710" y="19177"/>
                </a:lnTo>
                <a:lnTo>
                  <a:pt x="1649465" y="19367"/>
                </a:lnTo>
                <a:lnTo>
                  <a:pt x="1650213" y="19563"/>
                </a:lnTo>
                <a:lnTo>
                  <a:pt x="1650957" y="19763"/>
                </a:lnTo>
                <a:lnTo>
                  <a:pt x="1651699" y="19967"/>
                </a:lnTo>
                <a:lnTo>
                  <a:pt x="1652439" y="20176"/>
                </a:lnTo>
                <a:lnTo>
                  <a:pt x="1653176" y="20389"/>
                </a:lnTo>
                <a:lnTo>
                  <a:pt x="1653910" y="20606"/>
                </a:lnTo>
                <a:lnTo>
                  <a:pt x="1654641" y="20828"/>
                </a:lnTo>
                <a:lnTo>
                  <a:pt x="1655370" y="21054"/>
                </a:lnTo>
                <a:lnTo>
                  <a:pt x="1656096" y="21284"/>
                </a:lnTo>
                <a:lnTo>
                  <a:pt x="1656819" y="21519"/>
                </a:lnTo>
                <a:lnTo>
                  <a:pt x="1657540" y="21758"/>
                </a:lnTo>
                <a:lnTo>
                  <a:pt x="1658258" y="22001"/>
                </a:lnTo>
                <a:lnTo>
                  <a:pt x="1658973" y="22248"/>
                </a:lnTo>
                <a:lnTo>
                  <a:pt x="1659685" y="22500"/>
                </a:lnTo>
                <a:lnTo>
                  <a:pt x="1660395" y="22756"/>
                </a:lnTo>
                <a:lnTo>
                  <a:pt x="1661102" y="23016"/>
                </a:lnTo>
                <a:lnTo>
                  <a:pt x="1661807" y="23281"/>
                </a:lnTo>
                <a:lnTo>
                  <a:pt x="1662509" y="23550"/>
                </a:lnTo>
                <a:lnTo>
                  <a:pt x="1663208" y="23823"/>
                </a:lnTo>
                <a:lnTo>
                  <a:pt x="1663904" y="24101"/>
                </a:lnTo>
                <a:lnTo>
                  <a:pt x="1664598" y="24383"/>
                </a:lnTo>
                <a:lnTo>
                  <a:pt x="1665289" y="24669"/>
                </a:lnTo>
                <a:lnTo>
                  <a:pt x="1665977" y="24960"/>
                </a:lnTo>
                <a:lnTo>
                  <a:pt x="1666663" y="25254"/>
                </a:lnTo>
                <a:lnTo>
                  <a:pt x="1669762" y="9141"/>
                </a:lnTo>
                <a:lnTo>
                  <a:pt x="1668845" y="8771"/>
                </a:lnTo>
                <a:lnTo>
                  <a:pt x="1667930" y="8407"/>
                </a:lnTo>
                <a:lnTo>
                  <a:pt x="1667016" y="8052"/>
                </a:lnTo>
                <a:lnTo>
                  <a:pt x="1666103" y="7704"/>
                </a:lnTo>
                <a:lnTo>
                  <a:pt x="1665191" y="7363"/>
                </a:lnTo>
                <a:lnTo>
                  <a:pt x="1664281" y="7030"/>
                </a:lnTo>
                <a:lnTo>
                  <a:pt x="1663371" y="6705"/>
                </a:lnTo>
                <a:lnTo>
                  <a:pt x="1662462" y="6387"/>
                </a:lnTo>
                <a:lnTo>
                  <a:pt x="1661555" y="6076"/>
                </a:lnTo>
                <a:lnTo>
                  <a:pt x="1660648" y="5773"/>
                </a:lnTo>
                <a:lnTo>
                  <a:pt x="1659743" y="5478"/>
                </a:lnTo>
                <a:lnTo>
                  <a:pt x="1658839" y="5190"/>
                </a:lnTo>
                <a:lnTo>
                  <a:pt x="1657935" y="4910"/>
                </a:lnTo>
                <a:lnTo>
                  <a:pt x="1657033" y="4637"/>
                </a:lnTo>
                <a:lnTo>
                  <a:pt x="1656132" y="4372"/>
                </a:lnTo>
                <a:lnTo>
                  <a:pt x="1655232" y="4114"/>
                </a:lnTo>
                <a:lnTo>
                  <a:pt x="1654333" y="3864"/>
                </a:lnTo>
                <a:lnTo>
                  <a:pt x="1653435" y="3622"/>
                </a:lnTo>
                <a:lnTo>
                  <a:pt x="1652538" y="3387"/>
                </a:lnTo>
                <a:lnTo>
                  <a:pt x="1651643" y="3159"/>
                </a:lnTo>
                <a:lnTo>
                  <a:pt x="1650748" y="2939"/>
                </a:lnTo>
                <a:lnTo>
                  <a:pt x="1649854" y="2726"/>
                </a:lnTo>
                <a:lnTo>
                  <a:pt x="1648962" y="2521"/>
                </a:lnTo>
                <a:lnTo>
                  <a:pt x="1648071" y="2324"/>
                </a:lnTo>
                <a:lnTo>
                  <a:pt x="1647180" y="2134"/>
                </a:lnTo>
                <a:lnTo>
                  <a:pt x="1646291" y="1953"/>
                </a:lnTo>
                <a:lnTo>
                  <a:pt x="1645403" y="1779"/>
                </a:lnTo>
                <a:lnTo>
                  <a:pt x="1644516" y="1614"/>
                </a:lnTo>
                <a:lnTo>
                  <a:pt x="1643630" y="1457"/>
                </a:lnTo>
                <a:lnTo>
                  <a:pt x="1642745" y="1307"/>
                </a:lnTo>
                <a:lnTo>
                  <a:pt x="1641861" y="1166"/>
                </a:lnTo>
                <a:lnTo>
                  <a:pt x="1640978" y="1033"/>
                </a:lnTo>
                <a:lnTo>
                  <a:pt x="1640096" y="908"/>
                </a:lnTo>
                <a:lnTo>
                  <a:pt x="1639216" y="791"/>
                </a:lnTo>
                <a:lnTo>
                  <a:pt x="1638336" y="682"/>
                </a:lnTo>
                <a:lnTo>
                  <a:pt x="1637458" y="581"/>
                </a:lnTo>
                <a:lnTo>
                  <a:pt x="1636580" y="488"/>
                </a:lnTo>
                <a:lnTo>
                  <a:pt x="1635704" y="403"/>
                </a:lnTo>
                <a:lnTo>
                  <a:pt x="1634828" y="327"/>
                </a:lnTo>
                <a:lnTo>
                  <a:pt x="1633954" y="258"/>
                </a:lnTo>
                <a:lnTo>
                  <a:pt x="1633081" y="198"/>
                </a:lnTo>
                <a:lnTo>
                  <a:pt x="1632209" y="145"/>
                </a:lnTo>
                <a:lnTo>
                  <a:pt x="1631338" y="101"/>
                </a:lnTo>
                <a:lnTo>
                  <a:pt x="1630468" y="65"/>
                </a:lnTo>
                <a:lnTo>
                  <a:pt x="1629599" y="36"/>
                </a:lnTo>
                <a:lnTo>
                  <a:pt x="1628732" y="16"/>
                </a:lnTo>
                <a:lnTo>
                  <a:pt x="1627865" y="4"/>
                </a:lnTo>
                <a:lnTo>
                  <a:pt x="1626999" y="0"/>
                </a:lnTo>
                <a:lnTo>
                  <a:pt x="1625574" y="11"/>
                </a:lnTo>
                <a:lnTo>
                  <a:pt x="1624166" y="45"/>
                </a:lnTo>
                <a:lnTo>
                  <a:pt x="1622774" y="100"/>
                </a:lnTo>
                <a:lnTo>
                  <a:pt x="1621398" y="179"/>
                </a:lnTo>
                <a:lnTo>
                  <a:pt x="1620039" y="279"/>
                </a:lnTo>
                <a:lnTo>
                  <a:pt x="1618696" y="402"/>
                </a:lnTo>
                <a:lnTo>
                  <a:pt x="1617369" y="547"/>
                </a:lnTo>
                <a:lnTo>
                  <a:pt x="1616059" y="714"/>
                </a:lnTo>
                <a:lnTo>
                  <a:pt x="1614766" y="904"/>
                </a:lnTo>
                <a:lnTo>
                  <a:pt x="1613488" y="1116"/>
                </a:lnTo>
                <a:lnTo>
                  <a:pt x="1612227" y="1351"/>
                </a:lnTo>
                <a:lnTo>
                  <a:pt x="1610983" y="1607"/>
                </a:lnTo>
                <a:lnTo>
                  <a:pt x="1609755" y="1887"/>
                </a:lnTo>
                <a:lnTo>
                  <a:pt x="1608543" y="2188"/>
                </a:lnTo>
                <a:lnTo>
                  <a:pt x="1607348" y="2512"/>
                </a:lnTo>
                <a:lnTo>
                  <a:pt x="1606169" y="2858"/>
                </a:lnTo>
                <a:lnTo>
                  <a:pt x="1605007" y="3226"/>
                </a:lnTo>
                <a:lnTo>
                  <a:pt x="1603861" y="3617"/>
                </a:lnTo>
                <a:lnTo>
                  <a:pt x="1602731" y="4030"/>
                </a:lnTo>
                <a:lnTo>
                  <a:pt x="1601618" y="4465"/>
                </a:lnTo>
                <a:lnTo>
                  <a:pt x="1600521" y="4923"/>
                </a:lnTo>
                <a:lnTo>
                  <a:pt x="1599441" y="5403"/>
                </a:lnTo>
                <a:lnTo>
                  <a:pt x="1598377" y="5905"/>
                </a:lnTo>
                <a:lnTo>
                  <a:pt x="1597329" y="6430"/>
                </a:lnTo>
                <a:lnTo>
                  <a:pt x="1596300" y="6976"/>
                </a:lnTo>
                <a:lnTo>
                  <a:pt x="1595290" y="7543"/>
                </a:lnTo>
                <a:lnTo>
                  <a:pt x="1594301" y="8132"/>
                </a:lnTo>
                <a:lnTo>
                  <a:pt x="1593331" y="8741"/>
                </a:lnTo>
                <a:lnTo>
                  <a:pt x="1592381" y="9371"/>
                </a:lnTo>
                <a:lnTo>
                  <a:pt x="1591451" y="10022"/>
                </a:lnTo>
                <a:lnTo>
                  <a:pt x="1590542" y="10695"/>
                </a:lnTo>
                <a:lnTo>
                  <a:pt x="1589651" y="11388"/>
                </a:lnTo>
                <a:lnTo>
                  <a:pt x="1588781" y="12102"/>
                </a:lnTo>
                <a:lnTo>
                  <a:pt x="1587931" y="12837"/>
                </a:lnTo>
                <a:lnTo>
                  <a:pt x="1587101" y="13593"/>
                </a:lnTo>
                <a:lnTo>
                  <a:pt x="1586290" y="14370"/>
                </a:lnTo>
                <a:lnTo>
                  <a:pt x="1585500" y="15168"/>
                </a:lnTo>
                <a:lnTo>
                  <a:pt x="1584729" y="15987"/>
                </a:lnTo>
                <a:lnTo>
                  <a:pt x="1583978" y="16827"/>
                </a:lnTo>
                <a:lnTo>
                  <a:pt x="1583247" y="17688"/>
                </a:lnTo>
                <a:lnTo>
                  <a:pt x="1582537" y="18570"/>
                </a:lnTo>
                <a:lnTo>
                  <a:pt x="1581845" y="19473"/>
                </a:lnTo>
                <a:lnTo>
                  <a:pt x="1581174" y="20397"/>
                </a:lnTo>
                <a:lnTo>
                  <a:pt x="1580523" y="21342"/>
                </a:lnTo>
                <a:lnTo>
                  <a:pt x="1579892" y="22308"/>
                </a:lnTo>
                <a:lnTo>
                  <a:pt x="1579280" y="23295"/>
                </a:lnTo>
                <a:lnTo>
                  <a:pt x="1578689" y="24303"/>
                </a:lnTo>
                <a:lnTo>
                  <a:pt x="1578117" y="25332"/>
                </a:lnTo>
                <a:lnTo>
                  <a:pt x="1577567" y="26381"/>
                </a:lnTo>
                <a:lnTo>
                  <a:pt x="1577041" y="27450"/>
                </a:lnTo>
                <a:lnTo>
                  <a:pt x="1576538" y="28538"/>
                </a:lnTo>
                <a:lnTo>
                  <a:pt x="1576058" y="29646"/>
                </a:lnTo>
                <a:lnTo>
                  <a:pt x="1575602" y="30774"/>
                </a:lnTo>
                <a:lnTo>
                  <a:pt x="1575169" y="31921"/>
                </a:lnTo>
                <a:lnTo>
                  <a:pt x="1574759" y="33088"/>
                </a:lnTo>
                <a:lnTo>
                  <a:pt x="1574373" y="34275"/>
                </a:lnTo>
                <a:lnTo>
                  <a:pt x="1574010" y="35481"/>
                </a:lnTo>
                <a:lnTo>
                  <a:pt x="1573671" y="36707"/>
                </a:lnTo>
                <a:lnTo>
                  <a:pt x="1573355" y="37953"/>
                </a:lnTo>
                <a:lnTo>
                  <a:pt x="1573063" y="39218"/>
                </a:lnTo>
                <a:lnTo>
                  <a:pt x="1572793" y="40503"/>
                </a:lnTo>
                <a:lnTo>
                  <a:pt x="1572548" y="41807"/>
                </a:lnTo>
                <a:lnTo>
                  <a:pt x="1572325" y="43131"/>
                </a:lnTo>
                <a:lnTo>
                  <a:pt x="1572127" y="44475"/>
                </a:lnTo>
                <a:lnTo>
                  <a:pt x="1571951" y="45838"/>
                </a:lnTo>
                <a:lnTo>
                  <a:pt x="1571799" y="47221"/>
                </a:lnTo>
                <a:lnTo>
                  <a:pt x="1571670" y="48624"/>
                </a:lnTo>
                <a:lnTo>
                  <a:pt x="1571565" y="50046"/>
                </a:lnTo>
                <a:lnTo>
                  <a:pt x="1571483" y="51488"/>
                </a:lnTo>
                <a:lnTo>
                  <a:pt x="1571424" y="52950"/>
                </a:lnTo>
                <a:lnTo>
                  <a:pt x="1571389" y="54431"/>
                </a:lnTo>
                <a:lnTo>
                  <a:pt x="1571378" y="55932"/>
                </a:lnTo>
                <a:lnTo>
                  <a:pt x="1571378" y="73594"/>
                </a:lnTo>
                <a:lnTo>
                  <a:pt x="1543489" y="73594"/>
                </a:lnTo>
                <a:lnTo>
                  <a:pt x="1543489" y="88778"/>
                </a:lnTo>
                <a:lnTo>
                  <a:pt x="1571378" y="88778"/>
                </a:lnTo>
                <a:lnTo>
                  <a:pt x="1571378" y="241234"/>
                </a:lnTo>
                <a:lnTo>
                  <a:pt x="1589815" y="241234"/>
                </a:lnTo>
                <a:lnTo>
                  <a:pt x="1589815" y="88778"/>
                </a:lnTo>
                <a:lnTo>
                  <a:pt x="1629168" y="88778"/>
                </a:lnTo>
                <a:lnTo>
                  <a:pt x="1629168" y="73594"/>
                </a:lnTo>
                <a:lnTo>
                  <a:pt x="1589815" y="73594"/>
                </a:lnTo>
                <a:lnTo>
                  <a:pt x="1589815" y="55932"/>
                </a:lnTo>
                <a:lnTo>
                  <a:pt x="1589832" y="54359"/>
                </a:lnTo>
                <a:lnTo>
                  <a:pt x="1589883" y="52819"/>
                </a:lnTo>
                <a:lnTo>
                  <a:pt x="1589967" y="51310"/>
                </a:lnTo>
                <a:lnTo>
                  <a:pt x="1590086" y="49833"/>
                </a:lnTo>
                <a:close/>
                <a:moveTo>
                  <a:pt x="2002948" y="96988"/>
                </a:moveTo>
                <a:lnTo>
                  <a:pt x="2002493" y="96307"/>
                </a:lnTo>
                <a:lnTo>
                  <a:pt x="2001906" y="95457"/>
                </a:lnTo>
                <a:lnTo>
                  <a:pt x="2001309" y="94620"/>
                </a:lnTo>
                <a:lnTo>
                  <a:pt x="2000701" y="93794"/>
                </a:lnTo>
                <a:lnTo>
                  <a:pt x="2000083" y="92980"/>
                </a:lnTo>
                <a:lnTo>
                  <a:pt x="1999453" y="92178"/>
                </a:lnTo>
                <a:lnTo>
                  <a:pt x="1998813" y="91388"/>
                </a:lnTo>
                <a:lnTo>
                  <a:pt x="1998162" y="90609"/>
                </a:lnTo>
                <a:lnTo>
                  <a:pt x="1997500" y="89842"/>
                </a:lnTo>
                <a:lnTo>
                  <a:pt x="1996828" y="89088"/>
                </a:lnTo>
                <a:lnTo>
                  <a:pt x="1996144" y="88346"/>
                </a:lnTo>
                <a:lnTo>
                  <a:pt x="1995450" y="87619"/>
                </a:lnTo>
                <a:lnTo>
                  <a:pt x="1994745" y="86906"/>
                </a:lnTo>
                <a:lnTo>
                  <a:pt x="1994028" y="86208"/>
                </a:lnTo>
                <a:lnTo>
                  <a:pt x="1993301" y="85525"/>
                </a:lnTo>
                <a:lnTo>
                  <a:pt x="1992562" y="84856"/>
                </a:lnTo>
                <a:lnTo>
                  <a:pt x="1991813" y="84202"/>
                </a:lnTo>
                <a:lnTo>
                  <a:pt x="1991052" y="83562"/>
                </a:lnTo>
                <a:lnTo>
                  <a:pt x="1990281" y="82936"/>
                </a:lnTo>
                <a:lnTo>
                  <a:pt x="1989498" y="82325"/>
                </a:lnTo>
                <a:lnTo>
                  <a:pt x="1988704" y="81729"/>
                </a:lnTo>
                <a:lnTo>
                  <a:pt x="1987900" y="81147"/>
                </a:lnTo>
                <a:lnTo>
                  <a:pt x="1987084" y="80580"/>
                </a:lnTo>
                <a:lnTo>
                  <a:pt x="1986257" y="80027"/>
                </a:lnTo>
                <a:lnTo>
                  <a:pt x="1985420" y="79489"/>
                </a:lnTo>
                <a:lnTo>
                  <a:pt x="1984571" y="78965"/>
                </a:lnTo>
                <a:lnTo>
                  <a:pt x="1983711" y="78456"/>
                </a:lnTo>
                <a:lnTo>
                  <a:pt x="1982840" y="77961"/>
                </a:lnTo>
                <a:lnTo>
                  <a:pt x="1981958" y="77481"/>
                </a:lnTo>
                <a:lnTo>
                  <a:pt x="1981065" y="77016"/>
                </a:lnTo>
                <a:lnTo>
                  <a:pt x="1980161" y="76565"/>
                </a:lnTo>
                <a:lnTo>
                  <a:pt x="1979246" y="76128"/>
                </a:lnTo>
                <a:lnTo>
                  <a:pt x="1978320" y="75706"/>
                </a:lnTo>
                <a:lnTo>
                  <a:pt x="1977383" y="75298"/>
                </a:lnTo>
                <a:lnTo>
                  <a:pt x="1976435" y="74907"/>
                </a:lnTo>
                <a:lnTo>
                  <a:pt x="1975475" y="74531"/>
                </a:lnTo>
                <a:lnTo>
                  <a:pt x="1974503" y="74173"/>
                </a:lnTo>
                <a:lnTo>
                  <a:pt x="1973519" y="73831"/>
                </a:lnTo>
                <a:lnTo>
                  <a:pt x="1972523" y="73506"/>
                </a:lnTo>
                <a:lnTo>
                  <a:pt x="1971515" y="73197"/>
                </a:lnTo>
                <a:lnTo>
                  <a:pt x="1970496" y="72905"/>
                </a:lnTo>
                <a:lnTo>
                  <a:pt x="1969465" y="72630"/>
                </a:lnTo>
                <a:lnTo>
                  <a:pt x="1968421" y="72372"/>
                </a:lnTo>
                <a:lnTo>
                  <a:pt x="1967366" y="72130"/>
                </a:lnTo>
                <a:lnTo>
                  <a:pt x="1966300" y="71905"/>
                </a:lnTo>
                <a:lnTo>
                  <a:pt x="1965221" y="71696"/>
                </a:lnTo>
                <a:lnTo>
                  <a:pt x="1964131" y="71504"/>
                </a:lnTo>
                <a:lnTo>
                  <a:pt x="1963028" y="71329"/>
                </a:lnTo>
                <a:lnTo>
                  <a:pt x="1961914" y="71171"/>
                </a:lnTo>
                <a:lnTo>
                  <a:pt x="1960788" y="71029"/>
                </a:lnTo>
                <a:lnTo>
                  <a:pt x="1959650" y="70904"/>
                </a:lnTo>
                <a:lnTo>
                  <a:pt x="1958501" y="70796"/>
                </a:lnTo>
                <a:lnTo>
                  <a:pt x="1957339" y="70704"/>
                </a:lnTo>
                <a:lnTo>
                  <a:pt x="1956166" y="70629"/>
                </a:lnTo>
                <a:lnTo>
                  <a:pt x="1954981" y="70571"/>
                </a:lnTo>
                <a:lnTo>
                  <a:pt x="1953784" y="70529"/>
                </a:lnTo>
                <a:lnTo>
                  <a:pt x="1952575" y="70504"/>
                </a:lnTo>
                <a:lnTo>
                  <a:pt x="1951354" y="70495"/>
                </a:lnTo>
                <a:lnTo>
                  <a:pt x="1950107" y="70506"/>
                </a:lnTo>
                <a:lnTo>
                  <a:pt x="1948871" y="70537"/>
                </a:lnTo>
                <a:lnTo>
                  <a:pt x="1947646" y="70589"/>
                </a:lnTo>
                <a:lnTo>
                  <a:pt x="1946431" y="70661"/>
                </a:lnTo>
                <a:lnTo>
                  <a:pt x="1945227" y="70754"/>
                </a:lnTo>
                <a:lnTo>
                  <a:pt x="1944034" y="70868"/>
                </a:lnTo>
                <a:lnTo>
                  <a:pt x="1942851" y="71003"/>
                </a:lnTo>
                <a:lnTo>
                  <a:pt x="1941680" y="71158"/>
                </a:lnTo>
                <a:lnTo>
                  <a:pt x="1940519" y="71334"/>
                </a:lnTo>
                <a:lnTo>
                  <a:pt x="1939368" y="71531"/>
                </a:lnTo>
                <a:lnTo>
                  <a:pt x="1938229" y="71749"/>
                </a:lnTo>
                <a:lnTo>
                  <a:pt x="1937100" y="71987"/>
                </a:lnTo>
                <a:lnTo>
                  <a:pt x="1935982" y="72246"/>
                </a:lnTo>
                <a:lnTo>
                  <a:pt x="1934875" y="72525"/>
                </a:lnTo>
                <a:lnTo>
                  <a:pt x="1933779" y="72826"/>
                </a:lnTo>
                <a:lnTo>
                  <a:pt x="1932693" y="73147"/>
                </a:lnTo>
                <a:lnTo>
                  <a:pt x="1931618" y="73488"/>
                </a:lnTo>
                <a:lnTo>
                  <a:pt x="1930554" y="73851"/>
                </a:lnTo>
                <a:lnTo>
                  <a:pt x="1929501" y="74234"/>
                </a:lnTo>
                <a:lnTo>
                  <a:pt x="1928458" y="74638"/>
                </a:lnTo>
                <a:lnTo>
                  <a:pt x="1927427" y="75062"/>
                </a:lnTo>
                <a:lnTo>
                  <a:pt x="1926406" y="75508"/>
                </a:lnTo>
                <a:lnTo>
                  <a:pt x="1925395" y="75974"/>
                </a:lnTo>
                <a:lnTo>
                  <a:pt x="1924396" y="76460"/>
                </a:lnTo>
                <a:lnTo>
                  <a:pt x="1923408" y="76967"/>
                </a:lnTo>
                <a:lnTo>
                  <a:pt x="1922432" y="77491"/>
                </a:lnTo>
                <a:lnTo>
                  <a:pt x="1921468" y="78034"/>
                </a:lnTo>
                <a:lnTo>
                  <a:pt x="1920516" y="78595"/>
                </a:lnTo>
                <a:lnTo>
                  <a:pt x="1919576" y="79175"/>
                </a:lnTo>
                <a:lnTo>
                  <a:pt x="1918649" y="79772"/>
                </a:lnTo>
                <a:lnTo>
                  <a:pt x="1917733" y="80388"/>
                </a:lnTo>
                <a:lnTo>
                  <a:pt x="1916830" y="81022"/>
                </a:lnTo>
                <a:lnTo>
                  <a:pt x="1915938" y="81675"/>
                </a:lnTo>
                <a:lnTo>
                  <a:pt x="1915059" y="82346"/>
                </a:lnTo>
                <a:lnTo>
                  <a:pt x="1914192" y="83035"/>
                </a:lnTo>
                <a:lnTo>
                  <a:pt x="1913337" y="83742"/>
                </a:lnTo>
                <a:lnTo>
                  <a:pt x="1912494" y="84468"/>
                </a:lnTo>
                <a:lnTo>
                  <a:pt x="1911664" y="85212"/>
                </a:lnTo>
                <a:lnTo>
                  <a:pt x="1910845" y="85974"/>
                </a:lnTo>
                <a:lnTo>
                  <a:pt x="1910038" y="86755"/>
                </a:lnTo>
                <a:lnTo>
                  <a:pt x="1909244" y="87554"/>
                </a:lnTo>
                <a:lnTo>
                  <a:pt x="1908462" y="88371"/>
                </a:lnTo>
                <a:lnTo>
                  <a:pt x="1907691" y="89207"/>
                </a:lnTo>
                <a:lnTo>
                  <a:pt x="1906933" y="90060"/>
                </a:lnTo>
                <a:lnTo>
                  <a:pt x="1906187" y="90932"/>
                </a:lnTo>
                <a:lnTo>
                  <a:pt x="1905453" y="91823"/>
                </a:lnTo>
                <a:lnTo>
                  <a:pt x="1904731" y="92731"/>
                </a:lnTo>
                <a:lnTo>
                  <a:pt x="1904022" y="93658"/>
                </a:lnTo>
                <a:lnTo>
                  <a:pt x="1903325" y="94602"/>
                </a:lnTo>
                <a:lnTo>
                  <a:pt x="1902642" y="95562"/>
                </a:lnTo>
                <a:lnTo>
                  <a:pt x="1901972" y="96537"/>
                </a:lnTo>
                <a:lnTo>
                  <a:pt x="1901317" y="97527"/>
                </a:lnTo>
                <a:lnTo>
                  <a:pt x="1900675" y="98534"/>
                </a:lnTo>
                <a:lnTo>
                  <a:pt x="1900047" y="99555"/>
                </a:lnTo>
                <a:lnTo>
                  <a:pt x="1899432" y="100593"/>
                </a:lnTo>
                <a:lnTo>
                  <a:pt x="1898831" y="101646"/>
                </a:lnTo>
                <a:lnTo>
                  <a:pt x="1898244" y="102715"/>
                </a:lnTo>
                <a:lnTo>
                  <a:pt x="1897671" y="103799"/>
                </a:lnTo>
                <a:lnTo>
                  <a:pt x="1897111" y="104899"/>
                </a:lnTo>
                <a:lnTo>
                  <a:pt x="1896565" y="106014"/>
                </a:lnTo>
                <a:lnTo>
                  <a:pt x="1896033" y="107145"/>
                </a:lnTo>
                <a:lnTo>
                  <a:pt x="1895515" y="108292"/>
                </a:lnTo>
                <a:lnTo>
                  <a:pt x="1895010" y="109454"/>
                </a:lnTo>
                <a:lnTo>
                  <a:pt x="1894519" y="110632"/>
                </a:lnTo>
                <a:lnTo>
                  <a:pt x="1894042" y="111826"/>
                </a:lnTo>
                <a:lnTo>
                  <a:pt x="1893578" y="113035"/>
                </a:lnTo>
                <a:lnTo>
                  <a:pt x="1893128" y="114260"/>
                </a:lnTo>
                <a:lnTo>
                  <a:pt x="1892692" y="115500"/>
                </a:lnTo>
                <a:lnTo>
                  <a:pt x="1892270" y="116756"/>
                </a:lnTo>
                <a:lnTo>
                  <a:pt x="1891861" y="118027"/>
                </a:lnTo>
                <a:lnTo>
                  <a:pt x="1891466" y="119314"/>
                </a:lnTo>
                <a:lnTo>
                  <a:pt x="1891085" y="120617"/>
                </a:lnTo>
                <a:lnTo>
                  <a:pt x="1890718" y="121934"/>
                </a:lnTo>
                <a:lnTo>
                  <a:pt x="1890367" y="123264"/>
                </a:lnTo>
                <a:lnTo>
                  <a:pt x="1890032" y="124608"/>
                </a:lnTo>
                <a:lnTo>
                  <a:pt x="1889712" y="125964"/>
                </a:lnTo>
                <a:lnTo>
                  <a:pt x="1889407" y="127334"/>
                </a:lnTo>
                <a:lnTo>
                  <a:pt x="1889119" y="128717"/>
                </a:lnTo>
                <a:lnTo>
                  <a:pt x="1888846" y="130113"/>
                </a:lnTo>
                <a:lnTo>
                  <a:pt x="1888588" y="131523"/>
                </a:lnTo>
                <a:lnTo>
                  <a:pt x="1888347" y="132945"/>
                </a:lnTo>
                <a:lnTo>
                  <a:pt x="1888120" y="134381"/>
                </a:lnTo>
                <a:lnTo>
                  <a:pt x="1887910" y="135830"/>
                </a:lnTo>
                <a:lnTo>
                  <a:pt x="1887715" y="137292"/>
                </a:lnTo>
                <a:lnTo>
                  <a:pt x="1887535" y="138767"/>
                </a:lnTo>
                <a:lnTo>
                  <a:pt x="1887372" y="140256"/>
                </a:lnTo>
                <a:lnTo>
                  <a:pt x="1887223" y="141757"/>
                </a:lnTo>
                <a:lnTo>
                  <a:pt x="1887091" y="143272"/>
                </a:lnTo>
                <a:lnTo>
                  <a:pt x="1886974" y="144800"/>
                </a:lnTo>
                <a:lnTo>
                  <a:pt x="1886872" y="146341"/>
                </a:lnTo>
                <a:lnTo>
                  <a:pt x="1886786" y="147895"/>
                </a:lnTo>
                <a:lnTo>
                  <a:pt x="1886716" y="149463"/>
                </a:lnTo>
                <a:lnTo>
                  <a:pt x="1886662" y="151044"/>
                </a:lnTo>
                <a:lnTo>
                  <a:pt x="1886623" y="152637"/>
                </a:lnTo>
                <a:lnTo>
                  <a:pt x="1886599" y="154245"/>
                </a:lnTo>
                <a:lnTo>
                  <a:pt x="1886591" y="155865"/>
                </a:lnTo>
                <a:lnTo>
                  <a:pt x="1886591" y="159118"/>
                </a:lnTo>
                <a:lnTo>
                  <a:pt x="1886599" y="160675"/>
                </a:lnTo>
                <a:lnTo>
                  <a:pt x="1886623" y="162221"/>
                </a:lnTo>
                <a:lnTo>
                  <a:pt x="1886662" y="163756"/>
                </a:lnTo>
                <a:lnTo>
                  <a:pt x="1886716" y="165279"/>
                </a:lnTo>
                <a:lnTo>
                  <a:pt x="1886786" y="166792"/>
                </a:lnTo>
                <a:lnTo>
                  <a:pt x="1886872" y="168293"/>
                </a:lnTo>
                <a:lnTo>
                  <a:pt x="1886974" y="169784"/>
                </a:lnTo>
                <a:lnTo>
                  <a:pt x="1887091" y="171264"/>
                </a:lnTo>
                <a:lnTo>
                  <a:pt x="1887223" y="172732"/>
                </a:lnTo>
                <a:lnTo>
                  <a:pt x="1887372" y="174190"/>
                </a:lnTo>
                <a:lnTo>
                  <a:pt x="1887535" y="175636"/>
                </a:lnTo>
                <a:lnTo>
                  <a:pt x="1887715" y="177071"/>
                </a:lnTo>
                <a:lnTo>
                  <a:pt x="1887910" y="178496"/>
                </a:lnTo>
                <a:lnTo>
                  <a:pt x="1888120" y="179909"/>
                </a:lnTo>
                <a:lnTo>
                  <a:pt x="1888347" y="181312"/>
                </a:lnTo>
                <a:lnTo>
                  <a:pt x="1888588" y="182703"/>
                </a:lnTo>
                <a:lnTo>
                  <a:pt x="1888846" y="184083"/>
                </a:lnTo>
                <a:lnTo>
                  <a:pt x="1889119" y="185453"/>
                </a:lnTo>
                <a:lnTo>
                  <a:pt x="1889407" y="186811"/>
                </a:lnTo>
                <a:lnTo>
                  <a:pt x="1889712" y="188158"/>
                </a:lnTo>
                <a:lnTo>
                  <a:pt x="1890032" y="189494"/>
                </a:lnTo>
                <a:lnTo>
                  <a:pt x="1890367" y="190819"/>
                </a:lnTo>
                <a:lnTo>
                  <a:pt x="1890718" y="192133"/>
                </a:lnTo>
                <a:lnTo>
                  <a:pt x="1891085" y="193437"/>
                </a:lnTo>
                <a:lnTo>
                  <a:pt x="1891466" y="194727"/>
                </a:lnTo>
                <a:lnTo>
                  <a:pt x="1891860" y="196003"/>
                </a:lnTo>
                <a:lnTo>
                  <a:pt x="1892268" y="197264"/>
                </a:lnTo>
                <a:lnTo>
                  <a:pt x="1892690" y="198511"/>
                </a:lnTo>
                <a:lnTo>
                  <a:pt x="1893125" y="199743"/>
                </a:lnTo>
                <a:lnTo>
                  <a:pt x="1893573" y="200961"/>
                </a:lnTo>
                <a:lnTo>
                  <a:pt x="1894035" y="202164"/>
                </a:lnTo>
                <a:lnTo>
                  <a:pt x="1894510" y="203352"/>
                </a:lnTo>
                <a:lnTo>
                  <a:pt x="1894999" y="204526"/>
                </a:lnTo>
                <a:lnTo>
                  <a:pt x="1895501" y="205686"/>
                </a:lnTo>
                <a:lnTo>
                  <a:pt x="1896017" y="206831"/>
                </a:lnTo>
                <a:lnTo>
                  <a:pt x="1896546" y="207962"/>
                </a:lnTo>
                <a:lnTo>
                  <a:pt x="1897089" y="209078"/>
                </a:lnTo>
                <a:lnTo>
                  <a:pt x="1897645" y="210179"/>
                </a:lnTo>
                <a:lnTo>
                  <a:pt x="1898214" y="211266"/>
                </a:lnTo>
                <a:lnTo>
                  <a:pt x="1898797" y="212339"/>
                </a:lnTo>
                <a:lnTo>
                  <a:pt x="1899393" y="213397"/>
                </a:lnTo>
                <a:lnTo>
                  <a:pt x="1900003" y="214440"/>
                </a:lnTo>
                <a:lnTo>
                  <a:pt x="1900626" y="215469"/>
                </a:lnTo>
                <a:lnTo>
                  <a:pt x="1901263" y="216483"/>
                </a:lnTo>
                <a:lnTo>
                  <a:pt x="1901913" y="217483"/>
                </a:lnTo>
                <a:lnTo>
                  <a:pt x="1902577" y="218468"/>
                </a:lnTo>
                <a:lnTo>
                  <a:pt x="1903254" y="219439"/>
                </a:lnTo>
                <a:lnTo>
                  <a:pt x="1903944" y="220395"/>
                </a:lnTo>
                <a:lnTo>
                  <a:pt x="1904648" y="221335"/>
                </a:lnTo>
                <a:lnTo>
                  <a:pt x="1905363" y="222258"/>
                </a:lnTo>
                <a:lnTo>
                  <a:pt x="1906092" y="223162"/>
                </a:lnTo>
                <a:lnTo>
                  <a:pt x="1906832" y="224049"/>
                </a:lnTo>
                <a:lnTo>
                  <a:pt x="1907585" y="224918"/>
                </a:lnTo>
                <a:lnTo>
                  <a:pt x="1908350" y="225770"/>
                </a:lnTo>
                <a:lnTo>
                  <a:pt x="1909128" y="226603"/>
                </a:lnTo>
                <a:lnTo>
                  <a:pt x="1909918" y="227419"/>
                </a:lnTo>
                <a:lnTo>
                  <a:pt x="1910720" y="228217"/>
                </a:lnTo>
                <a:lnTo>
                  <a:pt x="1911535" y="228997"/>
                </a:lnTo>
                <a:lnTo>
                  <a:pt x="1912362" y="229760"/>
                </a:lnTo>
                <a:lnTo>
                  <a:pt x="1913202" y="230505"/>
                </a:lnTo>
                <a:lnTo>
                  <a:pt x="1914053" y="231232"/>
                </a:lnTo>
                <a:lnTo>
                  <a:pt x="1914918" y="231941"/>
                </a:lnTo>
                <a:lnTo>
                  <a:pt x="1915794" y="232633"/>
                </a:lnTo>
                <a:lnTo>
                  <a:pt x="1916683" y="233306"/>
                </a:lnTo>
                <a:lnTo>
                  <a:pt x="1917585" y="233963"/>
                </a:lnTo>
                <a:lnTo>
                  <a:pt x="1918498" y="234601"/>
                </a:lnTo>
                <a:lnTo>
                  <a:pt x="1919425" y="235221"/>
                </a:lnTo>
                <a:lnTo>
                  <a:pt x="1920363" y="235824"/>
                </a:lnTo>
                <a:lnTo>
                  <a:pt x="1921314" y="236409"/>
                </a:lnTo>
                <a:lnTo>
                  <a:pt x="1922277" y="236977"/>
                </a:lnTo>
                <a:lnTo>
                  <a:pt x="1923253" y="237526"/>
                </a:lnTo>
                <a:lnTo>
                  <a:pt x="1924241" y="238058"/>
                </a:lnTo>
                <a:lnTo>
                  <a:pt x="1925240" y="238570"/>
                </a:lnTo>
                <a:lnTo>
                  <a:pt x="1926249" y="239060"/>
                </a:lnTo>
                <a:lnTo>
                  <a:pt x="1927269" y="239528"/>
                </a:lnTo>
                <a:lnTo>
                  <a:pt x="1928299" y="239975"/>
                </a:lnTo>
                <a:lnTo>
                  <a:pt x="1929339" y="240400"/>
                </a:lnTo>
                <a:lnTo>
                  <a:pt x="1930390" y="240803"/>
                </a:lnTo>
                <a:lnTo>
                  <a:pt x="1931450" y="241184"/>
                </a:lnTo>
                <a:lnTo>
                  <a:pt x="1932521" y="241544"/>
                </a:lnTo>
                <a:lnTo>
                  <a:pt x="1933602" y="241882"/>
                </a:lnTo>
                <a:lnTo>
                  <a:pt x="1934693" y="242197"/>
                </a:lnTo>
                <a:lnTo>
                  <a:pt x="1935795" y="242492"/>
                </a:lnTo>
                <a:lnTo>
                  <a:pt x="1936907" y="242764"/>
                </a:lnTo>
                <a:lnTo>
                  <a:pt x="1938029" y="243015"/>
                </a:lnTo>
                <a:lnTo>
                  <a:pt x="1939161" y="243243"/>
                </a:lnTo>
                <a:lnTo>
                  <a:pt x="1940303" y="243450"/>
                </a:lnTo>
                <a:lnTo>
                  <a:pt x="1941456" y="243635"/>
                </a:lnTo>
                <a:lnTo>
                  <a:pt x="1942619" y="243799"/>
                </a:lnTo>
                <a:lnTo>
                  <a:pt x="1943792" y="243941"/>
                </a:lnTo>
                <a:lnTo>
                  <a:pt x="1944975" y="244060"/>
                </a:lnTo>
                <a:lnTo>
                  <a:pt x="1946168" y="244158"/>
                </a:lnTo>
                <a:lnTo>
                  <a:pt x="1947372" y="244235"/>
                </a:lnTo>
                <a:lnTo>
                  <a:pt x="1948586" y="244289"/>
                </a:lnTo>
                <a:lnTo>
                  <a:pt x="1949810" y="244322"/>
                </a:lnTo>
                <a:lnTo>
                  <a:pt x="1951045" y="244333"/>
                </a:lnTo>
                <a:lnTo>
                  <a:pt x="1952291" y="244324"/>
                </a:lnTo>
                <a:lnTo>
                  <a:pt x="1953525" y="244299"/>
                </a:lnTo>
                <a:lnTo>
                  <a:pt x="1954747" y="244258"/>
                </a:lnTo>
                <a:lnTo>
                  <a:pt x="1955957" y="244199"/>
                </a:lnTo>
                <a:lnTo>
                  <a:pt x="1957155" y="244124"/>
                </a:lnTo>
                <a:lnTo>
                  <a:pt x="1958341" y="244033"/>
                </a:lnTo>
                <a:lnTo>
                  <a:pt x="1959515" y="243924"/>
                </a:lnTo>
                <a:lnTo>
                  <a:pt x="1960676" y="243799"/>
                </a:lnTo>
                <a:lnTo>
                  <a:pt x="1961826" y="243657"/>
                </a:lnTo>
                <a:lnTo>
                  <a:pt x="1962963" y="243499"/>
                </a:lnTo>
                <a:lnTo>
                  <a:pt x="1964089" y="243324"/>
                </a:lnTo>
                <a:lnTo>
                  <a:pt x="1965202" y="243132"/>
                </a:lnTo>
                <a:lnTo>
                  <a:pt x="1966303" y="242923"/>
                </a:lnTo>
                <a:lnTo>
                  <a:pt x="1967392" y="242698"/>
                </a:lnTo>
                <a:lnTo>
                  <a:pt x="1968469" y="242457"/>
                </a:lnTo>
                <a:lnTo>
                  <a:pt x="1969533" y="242198"/>
                </a:lnTo>
                <a:lnTo>
                  <a:pt x="1970586" y="241923"/>
                </a:lnTo>
                <a:lnTo>
                  <a:pt x="1971627" y="241631"/>
                </a:lnTo>
                <a:lnTo>
                  <a:pt x="1972655" y="241322"/>
                </a:lnTo>
                <a:lnTo>
                  <a:pt x="1973671" y="240997"/>
                </a:lnTo>
                <a:lnTo>
                  <a:pt x="1974676" y="240655"/>
                </a:lnTo>
                <a:lnTo>
                  <a:pt x="1975668" y="240297"/>
                </a:lnTo>
                <a:lnTo>
                  <a:pt x="1976648" y="239922"/>
                </a:lnTo>
                <a:lnTo>
                  <a:pt x="1977616" y="239530"/>
                </a:lnTo>
                <a:lnTo>
                  <a:pt x="1978572" y="239123"/>
                </a:lnTo>
                <a:lnTo>
                  <a:pt x="1979517" y="238702"/>
                </a:lnTo>
                <a:lnTo>
                  <a:pt x="1980449" y="238268"/>
                </a:lnTo>
                <a:lnTo>
                  <a:pt x="1981371" y="237821"/>
                </a:lnTo>
                <a:lnTo>
                  <a:pt x="1982281" y="237360"/>
                </a:lnTo>
                <a:lnTo>
                  <a:pt x="1983179" y="236886"/>
                </a:lnTo>
                <a:lnTo>
                  <a:pt x="1984066" y="236398"/>
                </a:lnTo>
                <a:lnTo>
                  <a:pt x="1984941" y="235897"/>
                </a:lnTo>
                <a:lnTo>
                  <a:pt x="1985804" y="235383"/>
                </a:lnTo>
                <a:lnTo>
                  <a:pt x="1986656" y="234855"/>
                </a:lnTo>
                <a:lnTo>
                  <a:pt x="1987497" y="234313"/>
                </a:lnTo>
                <a:lnTo>
                  <a:pt x="1988326" y="233758"/>
                </a:lnTo>
                <a:lnTo>
                  <a:pt x="1989143" y="233190"/>
                </a:lnTo>
                <a:lnTo>
                  <a:pt x="1989949" y="232608"/>
                </a:lnTo>
                <a:lnTo>
                  <a:pt x="1990743" y="232013"/>
                </a:lnTo>
                <a:lnTo>
                  <a:pt x="1991526" y="231404"/>
                </a:lnTo>
                <a:lnTo>
                  <a:pt x="1992297" y="230782"/>
                </a:lnTo>
                <a:lnTo>
                  <a:pt x="1993056" y="230146"/>
                </a:lnTo>
                <a:lnTo>
                  <a:pt x="1993804" y="229497"/>
                </a:lnTo>
                <a:lnTo>
                  <a:pt x="1994540" y="228835"/>
                </a:lnTo>
                <a:lnTo>
                  <a:pt x="1995265" y="228159"/>
                </a:lnTo>
                <a:lnTo>
                  <a:pt x="1995978" y="227470"/>
                </a:lnTo>
                <a:lnTo>
                  <a:pt x="1996680" y="226767"/>
                </a:lnTo>
                <a:lnTo>
                  <a:pt x="1997370" y="226050"/>
                </a:lnTo>
                <a:lnTo>
                  <a:pt x="1998049" y="225322"/>
                </a:lnTo>
                <a:lnTo>
                  <a:pt x="1998716" y="224582"/>
                </a:lnTo>
                <a:lnTo>
                  <a:pt x="1999372" y="223830"/>
                </a:lnTo>
                <a:lnTo>
                  <a:pt x="2000017" y="223068"/>
                </a:lnTo>
                <a:lnTo>
                  <a:pt x="2000650" y="222294"/>
                </a:lnTo>
                <a:lnTo>
                  <a:pt x="2001273" y="221509"/>
                </a:lnTo>
                <a:lnTo>
                  <a:pt x="2001883" y="220712"/>
                </a:lnTo>
                <a:lnTo>
                  <a:pt x="2002483" y="219905"/>
                </a:lnTo>
                <a:lnTo>
                  <a:pt x="2003071" y="219086"/>
                </a:lnTo>
                <a:lnTo>
                  <a:pt x="2003329" y="218714"/>
                </a:lnTo>
                <a:lnTo>
                  <a:pt x="2004187" y="241234"/>
                </a:lnTo>
                <a:lnTo>
                  <a:pt x="2021540" y="241234"/>
                </a:lnTo>
                <a:lnTo>
                  <a:pt x="2021540" y="3254"/>
                </a:lnTo>
                <a:lnTo>
                  <a:pt x="2002948" y="3254"/>
                </a:lnTo>
                <a:lnTo>
                  <a:pt x="2002948" y="96988"/>
                </a:lnTo>
                <a:close/>
                <a:moveTo>
                  <a:pt x="2001166" y="201209"/>
                </a:moveTo>
                <a:lnTo>
                  <a:pt x="2000680" y="202085"/>
                </a:lnTo>
                <a:lnTo>
                  <a:pt x="2000181" y="202954"/>
                </a:lnTo>
                <a:lnTo>
                  <a:pt x="1999669" y="203817"/>
                </a:lnTo>
                <a:lnTo>
                  <a:pt x="1999146" y="204672"/>
                </a:lnTo>
                <a:lnTo>
                  <a:pt x="1998610" y="205521"/>
                </a:lnTo>
                <a:lnTo>
                  <a:pt x="1998060" y="206360"/>
                </a:lnTo>
                <a:lnTo>
                  <a:pt x="1997495" y="207185"/>
                </a:lnTo>
                <a:lnTo>
                  <a:pt x="1996915" y="207996"/>
                </a:lnTo>
                <a:lnTo>
                  <a:pt x="1996320" y="208792"/>
                </a:lnTo>
                <a:lnTo>
                  <a:pt x="1995710" y="209575"/>
                </a:lnTo>
                <a:lnTo>
                  <a:pt x="1995085" y="210344"/>
                </a:lnTo>
                <a:lnTo>
                  <a:pt x="1994445" y="211099"/>
                </a:lnTo>
                <a:lnTo>
                  <a:pt x="1993789" y="211839"/>
                </a:lnTo>
                <a:lnTo>
                  <a:pt x="1993119" y="212566"/>
                </a:lnTo>
                <a:lnTo>
                  <a:pt x="1992434" y="213279"/>
                </a:lnTo>
                <a:lnTo>
                  <a:pt x="1991733" y="213978"/>
                </a:lnTo>
                <a:lnTo>
                  <a:pt x="1991018" y="214663"/>
                </a:lnTo>
                <a:lnTo>
                  <a:pt x="1990287" y="215333"/>
                </a:lnTo>
                <a:lnTo>
                  <a:pt x="1989542" y="215990"/>
                </a:lnTo>
                <a:lnTo>
                  <a:pt x="1988781" y="216633"/>
                </a:lnTo>
                <a:lnTo>
                  <a:pt x="1988005" y="217262"/>
                </a:lnTo>
                <a:lnTo>
                  <a:pt x="1987214" y="217877"/>
                </a:lnTo>
                <a:lnTo>
                  <a:pt x="1986408" y="218478"/>
                </a:lnTo>
                <a:lnTo>
                  <a:pt x="1985588" y="219065"/>
                </a:lnTo>
                <a:lnTo>
                  <a:pt x="1984751" y="219638"/>
                </a:lnTo>
                <a:lnTo>
                  <a:pt x="1983900" y="220197"/>
                </a:lnTo>
                <a:lnTo>
                  <a:pt x="1983034" y="220742"/>
                </a:lnTo>
                <a:lnTo>
                  <a:pt x="1982153" y="221273"/>
                </a:lnTo>
                <a:lnTo>
                  <a:pt x="1981257" y="221790"/>
                </a:lnTo>
                <a:lnTo>
                  <a:pt x="1980344" y="222289"/>
                </a:lnTo>
                <a:lnTo>
                  <a:pt x="1979414" y="222767"/>
                </a:lnTo>
                <a:lnTo>
                  <a:pt x="1978466" y="223224"/>
                </a:lnTo>
                <a:lnTo>
                  <a:pt x="1977500" y="223660"/>
                </a:lnTo>
                <a:lnTo>
                  <a:pt x="1976516" y="224074"/>
                </a:lnTo>
                <a:lnTo>
                  <a:pt x="1975515" y="224467"/>
                </a:lnTo>
                <a:lnTo>
                  <a:pt x="1974495" y="224839"/>
                </a:lnTo>
                <a:lnTo>
                  <a:pt x="1973458" y="225190"/>
                </a:lnTo>
                <a:lnTo>
                  <a:pt x="1972404" y="225519"/>
                </a:lnTo>
                <a:lnTo>
                  <a:pt x="1971331" y="225827"/>
                </a:lnTo>
                <a:lnTo>
                  <a:pt x="1970241" y="226114"/>
                </a:lnTo>
                <a:lnTo>
                  <a:pt x="1969133" y="226380"/>
                </a:lnTo>
                <a:lnTo>
                  <a:pt x="1968007" y="226624"/>
                </a:lnTo>
                <a:lnTo>
                  <a:pt x="1966864" y="226847"/>
                </a:lnTo>
                <a:lnTo>
                  <a:pt x="1965703" y="227049"/>
                </a:lnTo>
                <a:lnTo>
                  <a:pt x="1964524" y="227230"/>
                </a:lnTo>
                <a:lnTo>
                  <a:pt x="1963327" y="227389"/>
                </a:lnTo>
                <a:lnTo>
                  <a:pt x="1962113" y="227527"/>
                </a:lnTo>
                <a:lnTo>
                  <a:pt x="1960880" y="227644"/>
                </a:lnTo>
                <a:lnTo>
                  <a:pt x="1959630" y="227740"/>
                </a:lnTo>
                <a:lnTo>
                  <a:pt x="1958363" y="227814"/>
                </a:lnTo>
                <a:lnTo>
                  <a:pt x="1957077" y="227867"/>
                </a:lnTo>
                <a:lnTo>
                  <a:pt x="1955774" y="227899"/>
                </a:lnTo>
                <a:lnTo>
                  <a:pt x="1954453" y="227910"/>
                </a:lnTo>
                <a:lnTo>
                  <a:pt x="1953413" y="227901"/>
                </a:lnTo>
                <a:lnTo>
                  <a:pt x="1952384" y="227874"/>
                </a:lnTo>
                <a:lnTo>
                  <a:pt x="1951366" y="227828"/>
                </a:lnTo>
                <a:lnTo>
                  <a:pt x="1950360" y="227765"/>
                </a:lnTo>
                <a:lnTo>
                  <a:pt x="1949365" y="227684"/>
                </a:lnTo>
                <a:lnTo>
                  <a:pt x="1948382" y="227585"/>
                </a:lnTo>
                <a:lnTo>
                  <a:pt x="1947409" y="227468"/>
                </a:lnTo>
                <a:lnTo>
                  <a:pt x="1946448" y="227333"/>
                </a:lnTo>
                <a:lnTo>
                  <a:pt x="1945498" y="227180"/>
                </a:lnTo>
                <a:lnTo>
                  <a:pt x="1944560" y="227008"/>
                </a:lnTo>
                <a:lnTo>
                  <a:pt x="1943633" y="226819"/>
                </a:lnTo>
                <a:lnTo>
                  <a:pt x="1942717" y="226612"/>
                </a:lnTo>
                <a:lnTo>
                  <a:pt x="1941812" y="226387"/>
                </a:lnTo>
                <a:lnTo>
                  <a:pt x="1940919" y="226143"/>
                </a:lnTo>
                <a:lnTo>
                  <a:pt x="1940037" y="225882"/>
                </a:lnTo>
                <a:lnTo>
                  <a:pt x="1939166" y="225603"/>
                </a:lnTo>
                <a:lnTo>
                  <a:pt x="1938307" y="225305"/>
                </a:lnTo>
                <a:lnTo>
                  <a:pt x="1937459" y="224990"/>
                </a:lnTo>
                <a:lnTo>
                  <a:pt x="1936622" y="224657"/>
                </a:lnTo>
                <a:lnTo>
                  <a:pt x="1935796" y="224305"/>
                </a:lnTo>
                <a:lnTo>
                  <a:pt x="1934982" y="223936"/>
                </a:lnTo>
                <a:lnTo>
                  <a:pt x="1934179" y="223548"/>
                </a:lnTo>
                <a:lnTo>
                  <a:pt x="1933388" y="223143"/>
                </a:lnTo>
                <a:lnTo>
                  <a:pt x="1932607" y="222719"/>
                </a:lnTo>
                <a:lnTo>
                  <a:pt x="1931838" y="222279"/>
                </a:lnTo>
                <a:lnTo>
                  <a:pt x="1931080" y="221825"/>
                </a:lnTo>
                <a:lnTo>
                  <a:pt x="1930334" y="221356"/>
                </a:lnTo>
                <a:lnTo>
                  <a:pt x="1929599" y="220873"/>
                </a:lnTo>
                <a:lnTo>
                  <a:pt x="1928875" y="220375"/>
                </a:lnTo>
                <a:lnTo>
                  <a:pt x="1928163" y="219863"/>
                </a:lnTo>
                <a:lnTo>
                  <a:pt x="1927461" y="219336"/>
                </a:lnTo>
                <a:lnTo>
                  <a:pt x="1926771" y="218794"/>
                </a:lnTo>
                <a:lnTo>
                  <a:pt x="1926093" y="218238"/>
                </a:lnTo>
                <a:lnTo>
                  <a:pt x="1925425" y="217668"/>
                </a:lnTo>
                <a:lnTo>
                  <a:pt x="1924769" y="217083"/>
                </a:lnTo>
                <a:lnTo>
                  <a:pt x="1924125" y="216483"/>
                </a:lnTo>
                <a:lnTo>
                  <a:pt x="1923491" y="215869"/>
                </a:lnTo>
                <a:lnTo>
                  <a:pt x="1922869" y="215240"/>
                </a:lnTo>
                <a:lnTo>
                  <a:pt x="1922258" y="214597"/>
                </a:lnTo>
                <a:lnTo>
                  <a:pt x="1921658" y="213940"/>
                </a:lnTo>
                <a:lnTo>
                  <a:pt x="1921070" y="213267"/>
                </a:lnTo>
                <a:lnTo>
                  <a:pt x="1920493" y="212581"/>
                </a:lnTo>
                <a:lnTo>
                  <a:pt x="1919928" y="211879"/>
                </a:lnTo>
                <a:lnTo>
                  <a:pt x="1919373" y="211164"/>
                </a:lnTo>
                <a:lnTo>
                  <a:pt x="1918830" y="210433"/>
                </a:lnTo>
                <a:lnTo>
                  <a:pt x="1918298" y="209689"/>
                </a:lnTo>
                <a:lnTo>
                  <a:pt x="1917778" y="208929"/>
                </a:lnTo>
                <a:lnTo>
                  <a:pt x="1917269" y="208155"/>
                </a:lnTo>
                <a:lnTo>
                  <a:pt x="1916770" y="207369"/>
                </a:lnTo>
                <a:lnTo>
                  <a:pt x="1916283" y="206571"/>
                </a:lnTo>
                <a:lnTo>
                  <a:pt x="1915806" y="205762"/>
                </a:lnTo>
                <a:lnTo>
                  <a:pt x="1915341" y="204943"/>
                </a:lnTo>
                <a:lnTo>
                  <a:pt x="1914885" y="204112"/>
                </a:lnTo>
                <a:lnTo>
                  <a:pt x="1914441" y="203270"/>
                </a:lnTo>
                <a:lnTo>
                  <a:pt x="1914007" y="202417"/>
                </a:lnTo>
                <a:lnTo>
                  <a:pt x="1913585" y="201553"/>
                </a:lnTo>
                <a:lnTo>
                  <a:pt x="1913173" y="200679"/>
                </a:lnTo>
                <a:lnTo>
                  <a:pt x="1912771" y="199793"/>
                </a:lnTo>
                <a:lnTo>
                  <a:pt x="1912381" y="198896"/>
                </a:lnTo>
                <a:lnTo>
                  <a:pt x="1912001" y="197988"/>
                </a:lnTo>
                <a:lnTo>
                  <a:pt x="1911632" y="197069"/>
                </a:lnTo>
                <a:lnTo>
                  <a:pt x="1911274" y="196139"/>
                </a:lnTo>
                <a:lnTo>
                  <a:pt x="1910926" y="195198"/>
                </a:lnTo>
                <a:lnTo>
                  <a:pt x="1910589" y="194246"/>
                </a:lnTo>
                <a:lnTo>
                  <a:pt x="1910263" y="193283"/>
                </a:lnTo>
                <a:lnTo>
                  <a:pt x="1909948" y="192308"/>
                </a:lnTo>
                <a:lnTo>
                  <a:pt x="1909643" y="191323"/>
                </a:lnTo>
                <a:lnTo>
                  <a:pt x="1909350" y="190327"/>
                </a:lnTo>
                <a:lnTo>
                  <a:pt x="1909067" y="189320"/>
                </a:lnTo>
                <a:lnTo>
                  <a:pt x="1908795" y="188302"/>
                </a:lnTo>
                <a:lnTo>
                  <a:pt x="1908533" y="187272"/>
                </a:lnTo>
                <a:lnTo>
                  <a:pt x="1908282" y="186232"/>
                </a:lnTo>
                <a:lnTo>
                  <a:pt x="1908042" y="185183"/>
                </a:lnTo>
                <a:lnTo>
                  <a:pt x="1907812" y="184126"/>
                </a:lnTo>
                <a:lnTo>
                  <a:pt x="1907592" y="183063"/>
                </a:lnTo>
                <a:lnTo>
                  <a:pt x="1907383" y="181993"/>
                </a:lnTo>
                <a:lnTo>
                  <a:pt x="1907184" y="180916"/>
                </a:lnTo>
                <a:lnTo>
                  <a:pt x="1906995" y="179831"/>
                </a:lnTo>
                <a:lnTo>
                  <a:pt x="1906816" y="178740"/>
                </a:lnTo>
                <a:lnTo>
                  <a:pt x="1906647" y="177642"/>
                </a:lnTo>
                <a:lnTo>
                  <a:pt x="1906489" y="176536"/>
                </a:lnTo>
                <a:lnTo>
                  <a:pt x="1906340" y="175424"/>
                </a:lnTo>
                <a:lnTo>
                  <a:pt x="1906202" y="174305"/>
                </a:lnTo>
                <a:lnTo>
                  <a:pt x="1906075" y="173179"/>
                </a:lnTo>
                <a:lnTo>
                  <a:pt x="1905957" y="172046"/>
                </a:lnTo>
                <a:lnTo>
                  <a:pt x="1905850" y="170905"/>
                </a:lnTo>
                <a:lnTo>
                  <a:pt x="1905753" y="169758"/>
                </a:lnTo>
                <a:lnTo>
                  <a:pt x="1905666" y="168604"/>
                </a:lnTo>
                <a:lnTo>
                  <a:pt x="1905589" y="167443"/>
                </a:lnTo>
                <a:lnTo>
                  <a:pt x="1905523" y="166274"/>
                </a:lnTo>
                <a:lnTo>
                  <a:pt x="1905466" y="165099"/>
                </a:lnTo>
                <a:lnTo>
                  <a:pt x="1905420" y="163917"/>
                </a:lnTo>
                <a:lnTo>
                  <a:pt x="1905385" y="162728"/>
                </a:lnTo>
                <a:lnTo>
                  <a:pt x="1905359" y="161532"/>
                </a:lnTo>
                <a:lnTo>
                  <a:pt x="1905344" y="160329"/>
                </a:lnTo>
                <a:lnTo>
                  <a:pt x="1905339" y="159118"/>
                </a:lnTo>
                <a:lnTo>
                  <a:pt x="1905339" y="155865"/>
                </a:lnTo>
                <a:lnTo>
                  <a:pt x="1905344" y="154642"/>
                </a:lnTo>
                <a:lnTo>
                  <a:pt x="1905359" y="153427"/>
                </a:lnTo>
                <a:lnTo>
                  <a:pt x="1905385" y="152219"/>
                </a:lnTo>
                <a:lnTo>
                  <a:pt x="1905420" y="151019"/>
                </a:lnTo>
                <a:lnTo>
                  <a:pt x="1905466" y="149826"/>
                </a:lnTo>
                <a:lnTo>
                  <a:pt x="1905523" y="148641"/>
                </a:lnTo>
                <a:lnTo>
                  <a:pt x="1905589" y="147463"/>
                </a:lnTo>
                <a:lnTo>
                  <a:pt x="1905666" y="146293"/>
                </a:lnTo>
                <a:lnTo>
                  <a:pt x="1905753" y="145131"/>
                </a:lnTo>
                <a:lnTo>
                  <a:pt x="1905850" y="143976"/>
                </a:lnTo>
                <a:lnTo>
                  <a:pt x="1905957" y="142828"/>
                </a:lnTo>
                <a:lnTo>
                  <a:pt x="1906075" y="141688"/>
                </a:lnTo>
                <a:lnTo>
                  <a:pt x="1906202" y="140556"/>
                </a:lnTo>
                <a:lnTo>
                  <a:pt x="1906340" y="139431"/>
                </a:lnTo>
                <a:lnTo>
                  <a:pt x="1906489" y="138313"/>
                </a:lnTo>
                <a:lnTo>
                  <a:pt x="1906647" y="137204"/>
                </a:lnTo>
                <a:lnTo>
                  <a:pt x="1906816" y="136101"/>
                </a:lnTo>
                <a:lnTo>
                  <a:pt x="1906995" y="135007"/>
                </a:lnTo>
                <a:lnTo>
                  <a:pt x="1907184" y="133919"/>
                </a:lnTo>
                <a:lnTo>
                  <a:pt x="1907383" y="132840"/>
                </a:lnTo>
                <a:lnTo>
                  <a:pt x="1907592" y="131767"/>
                </a:lnTo>
                <a:lnTo>
                  <a:pt x="1907812" y="130703"/>
                </a:lnTo>
                <a:lnTo>
                  <a:pt x="1908042" y="129646"/>
                </a:lnTo>
                <a:lnTo>
                  <a:pt x="1908282" y="128596"/>
                </a:lnTo>
                <a:lnTo>
                  <a:pt x="1908533" y="127556"/>
                </a:lnTo>
                <a:lnTo>
                  <a:pt x="1908795" y="126527"/>
                </a:lnTo>
                <a:lnTo>
                  <a:pt x="1909067" y="125508"/>
                </a:lnTo>
                <a:lnTo>
                  <a:pt x="1909350" y="124501"/>
                </a:lnTo>
                <a:lnTo>
                  <a:pt x="1909643" y="123505"/>
                </a:lnTo>
                <a:lnTo>
                  <a:pt x="1909948" y="122520"/>
                </a:lnTo>
                <a:lnTo>
                  <a:pt x="1910263" y="121546"/>
                </a:lnTo>
                <a:lnTo>
                  <a:pt x="1910589" y="120583"/>
                </a:lnTo>
                <a:lnTo>
                  <a:pt x="1910926" y="119630"/>
                </a:lnTo>
                <a:lnTo>
                  <a:pt x="1911274" y="118689"/>
                </a:lnTo>
                <a:lnTo>
                  <a:pt x="1911632" y="117759"/>
                </a:lnTo>
                <a:lnTo>
                  <a:pt x="1912001" y="116840"/>
                </a:lnTo>
                <a:lnTo>
                  <a:pt x="1912381" y="115932"/>
                </a:lnTo>
                <a:lnTo>
                  <a:pt x="1912771" y="115036"/>
                </a:lnTo>
                <a:lnTo>
                  <a:pt x="1913173" y="114150"/>
                </a:lnTo>
                <a:lnTo>
                  <a:pt x="1913585" y="113275"/>
                </a:lnTo>
                <a:lnTo>
                  <a:pt x="1914007" y="112411"/>
                </a:lnTo>
                <a:lnTo>
                  <a:pt x="1914441" y="111558"/>
                </a:lnTo>
                <a:lnTo>
                  <a:pt x="1914885" y="110716"/>
                </a:lnTo>
                <a:lnTo>
                  <a:pt x="1915341" y="109886"/>
                </a:lnTo>
                <a:lnTo>
                  <a:pt x="1915806" y="109066"/>
                </a:lnTo>
                <a:lnTo>
                  <a:pt x="1916283" y="108257"/>
                </a:lnTo>
                <a:lnTo>
                  <a:pt x="1916770" y="107459"/>
                </a:lnTo>
                <a:lnTo>
                  <a:pt x="1917269" y="106673"/>
                </a:lnTo>
                <a:lnTo>
                  <a:pt x="1917778" y="105899"/>
                </a:lnTo>
                <a:lnTo>
                  <a:pt x="1918299" y="105139"/>
                </a:lnTo>
                <a:lnTo>
                  <a:pt x="1918831" y="104394"/>
                </a:lnTo>
                <a:lnTo>
                  <a:pt x="1919375" y="103662"/>
                </a:lnTo>
                <a:lnTo>
                  <a:pt x="1919931" y="102945"/>
                </a:lnTo>
                <a:lnTo>
                  <a:pt x="1920498" y="102243"/>
                </a:lnTo>
                <a:lnTo>
                  <a:pt x="1921077" y="101554"/>
                </a:lnTo>
                <a:lnTo>
                  <a:pt x="1921667" y="100880"/>
                </a:lnTo>
                <a:lnTo>
                  <a:pt x="1922269" y="100220"/>
                </a:lnTo>
                <a:lnTo>
                  <a:pt x="1922882" y="99574"/>
                </a:lnTo>
                <a:lnTo>
                  <a:pt x="1923507" y="98943"/>
                </a:lnTo>
                <a:lnTo>
                  <a:pt x="1924144" y="98326"/>
                </a:lnTo>
                <a:lnTo>
                  <a:pt x="1924792" y="97723"/>
                </a:lnTo>
                <a:lnTo>
                  <a:pt x="1925452" y="97134"/>
                </a:lnTo>
                <a:lnTo>
                  <a:pt x="1926123" y="96560"/>
                </a:lnTo>
                <a:lnTo>
                  <a:pt x="1926806" y="96000"/>
                </a:lnTo>
                <a:lnTo>
                  <a:pt x="1927500" y="95454"/>
                </a:lnTo>
                <a:lnTo>
                  <a:pt x="1928206" y="94922"/>
                </a:lnTo>
                <a:lnTo>
                  <a:pt x="1928924" y="94405"/>
                </a:lnTo>
                <a:lnTo>
                  <a:pt x="1929653" y="93901"/>
                </a:lnTo>
                <a:lnTo>
                  <a:pt x="1930393" y="93413"/>
                </a:lnTo>
                <a:lnTo>
                  <a:pt x="1931146" y="92938"/>
                </a:lnTo>
                <a:lnTo>
                  <a:pt x="1931909" y="92478"/>
                </a:lnTo>
                <a:lnTo>
                  <a:pt x="1932685" y="92031"/>
                </a:lnTo>
                <a:lnTo>
                  <a:pt x="1933472" y="91602"/>
                </a:lnTo>
                <a:lnTo>
                  <a:pt x="1934270" y="91190"/>
                </a:lnTo>
                <a:lnTo>
                  <a:pt x="1935080" y="90797"/>
                </a:lnTo>
                <a:lnTo>
                  <a:pt x="1935902" y="90422"/>
                </a:lnTo>
                <a:lnTo>
                  <a:pt x="1936735" y="90065"/>
                </a:lnTo>
                <a:lnTo>
                  <a:pt x="1937580" y="89727"/>
                </a:lnTo>
                <a:lnTo>
                  <a:pt x="1938436" y="89407"/>
                </a:lnTo>
                <a:lnTo>
                  <a:pt x="1939304" y="89105"/>
                </a:lnTo>
                <a:lnTo>
                  <a:pt x="1940183" y="88821"/>
                </a:lnTo>
                <a:lnTo>
                  <a:pt x="1941074" y="88556"/>
                </a:lnTo>
                <a:lnTo>
                  <a:pt x="1941977" y="88309"/>
                </a:lnTo>
                <a:lnTo>
                  <a:pt x="1942891" y="88081"/>
                </a:lnTo>
                <a:lnTo>
                  <a:pt x="1943817" y="87870"/>
                </a:lnTo>
                <a:lnTo>
                  <a:pt x="1944754" y="87678"/>
                </a:lnTo>
                <a:lnTo>
                  <a:pt x="1945703" y="87504"/>
                </a:lnTo>
                <a:lnTo>
                  <a:pt x="1946663" y="87349"/>
                </a:lnTo>
                <a:lnTo>
                  <a:pt x="1947635" y="87212"/>
                </a:lnTo>
                <a:lnTo>
                  <a:pt x="1948619" y="87093"/>
                </a:lnTo>
                <a:lnTo>
                  <a:pt x="1949614" y="86992"/>
                </a:lnTo>
                <a:lnTo>
                  <a:pt x="1950621" y="86910"/>
                </a:lnTo>
                <a:lnTo>
                  <a:pt x="1951639" y="86846"/>
                </a:lnTo>
                <a:lnTo>
                  <a:pt x="1952669" y="86800"/>
                </a:lnTo>
                <a:lnTo>
                  <a:pt x="1953710" y="86773"/>
                </a:lnTo>
                <a:lnTo>
                  <a:pt x="1954763" y="86764"/>
                </a:lnTo>
                <a:lnTo>
                  <a:pt x="1955866" y="86771"/>
                </a:lnTo>
                <a:lnTo>
                  <a:pt x="1956956" y="86794"/>
                </a:lnTo>
                <a:lnTo>
                  <a:pt x="1958032" y="86833"/>
                </a:lnTo>
                <a:lnTo>
                  <a:pt x="1959095" y="86886"/>
                </a:lnTo>
                <a:lnTo>
                  <a:pt x="1960143" y="86955"/>
                </a:lnTo>
                <a:lnTo>
                  <a:pt x="1961178" y="87040"/>
                </a:lnTo>
                <a:lnTo>
                  <a:pt x="1962199" y="87139"/>
                </a:lnTo>
                <a:lnTo>
                  <a:pt x="1963207" y="87254"/>
                </a:lnTo>
                <a:lnTo>
                  <a:pt x="1964201" y="87385"/>
                </a:lnTo>
                <a:lnTo>
                  <a:pt x="1965181" y="87530"/>
                </a:lnTo>
                <a:lnTo>
                  <a:pt x="1966147" y="87691"/>
                </a:lnTo>
                <a:lnTo>
                  <a:pt x="1967100" y="87868"/>
                </a:lnTo>
                <a:lnTo>
                  <a:pt x="1968039" y="88059"/>
                </a:lnTo>
                <a:lnTo>
                  <a:pt x="1968964" y="88266"/>
                </a:lnTo>
                <a:lnTo>
                  <a:pt x="1969875" y="88489"/>
                </a:lnTo>
                <a:lnTo>
                  <a:pt x="1970773" y="88726"/>
                </a:lnTo>
                <a:lnTo>
                  <a:pt x="1971657" y="88979"/>
                </a:lnTo>
                <a:lnTo>
                  <a:pt x="1972527" y="89247"/>
                </a:lnTo>
                <a:lnTo>
                  <a:pt x="1973384" y="89531"/>
                </a:lnTo>
                <a:lnTo>
                  <a:pt x="1974227" y="89830"/>
                </a:lnTo>
                <a:lnTo>
                  <a:pt x="1975056" y="90144"/>
                </a:lnTo>
                <a:lnTo>
                  <a:pt x="1975871" y="90474"/>
                </a:lnTo>
                <a:lnTo>
                  <a:pt x="1976673" y="90819"/>
                </a:lnTo>
                <a:lnTo>
                  <a:pt x="1977461" y="91179"/>
                </a:lnTo>
                <a:lnTo>
                  <a:pt x="1978236" y="91552"/>
                </a:lnTo>
                <a:lnTo>
                  <a:pt x="1979001" y="91935"/>
                </a:lnTo>
                <a:lnTo>
                  <a:pt x="1979753" y="92327"/>
                </a:lnTo>
                <a:lnTo>
                  <a:pt x="1980495" y="92729"/>
                </a:lnTo>
                <a:lnTo>
                  <a:pt x="1981225" y="93140"/>
                </a:lnTo>
                <a:lnTo>
                  <a:pt x="1981944" y="93561"/>
                </a:lnTo>
                <a:lnTo>
                  <a:pt x="1982652" y="93992"/>
                </a:lnTo>
                <a:lnTo>
                  <a:pt x="1983348" y="94433"/>
                </a:lnTo>
                <a:lnTo>
                  <a:pt x="1984034" y="94883"/>
                </a:lnTo>
                <a:lnTo>
                  <a:pt x="1984707" y="95343"/>
                </a:lnTo>
                <a:lnTo>
                  <a:pt x="1985370" y="95813"/>
                </a:lnTo>
                <a:lnTo>
                  <a:pt x="1986021" y="96292"/>
                </a:lnTo>
                <a:lnTo>
                  <a:pt x="1986661" y="96781"/>
                </a:lnTo>
                <a:lnTo>
                  <a:pt x="1987290" y="97280"/>
                </a:lnTo>
                <a:lnTo>
                  <a:pt x="1987907" y="97788"/>
                </a:lnTo>
                <a:lnTo>
                  <a:pt x="1988513" y="98306"/>
                </a:lnTo>
                <a:lnTo>
                  <a:pt x="1989108" y="98834"/>
                </a:lnTo>
                <a:lnTo>
                  <a:pt x="1989691" y="99372"/>
                </a:lnTo>
                <a:lnTo>
                  <a:pt x="1990263" y="99919"/>
                </a:lnTo>
                <a:lnTo>
                  <a:pt x="1990824" y="100475"/>
                </a:lnTo>
                <a:lnTo>
                  <a:pt x="1991374" y="101042"/>
                </a:lnTo>
                <a:lnTo>
                  <a:pt x="1991912" y="101618"/>
                </a:lnTo>
                <a:lnTo>
                  <a:pt x="1992439" y="102204"/>
                </a:lnTo>
                <a:lnTo>
                  <a:pt x="1992954" y="102799"/>
                </a:lnTo>
                <a:lnTo>
                  <a:pt x="1993460" y="103402"/>
                </a:lnTo>
                <a:lnTo>
                  <a:pt x="1993957" y="104009"/>
                </a:lnTo>
                <a:lnTo>
                  <a:pt x="1994444" y="104621"/>
                </a:lnTo>
                <a:lnTo>
                  <a:pt x="1994923" y="105238"/>
                </a:lnTo>
                <a:lnTo>
                  <a:pt x="1995393" y="105858"/>
                </a:lnTo>
                <a:lnTo>
                  <a:pt x="1995855" y="106484"/>
                </a:lnTo>
                <a:lnTo>
                  <a:pt x="1996307" y="107114"/>
                </a:lnTo>
                <a:lnTo>
                  <a:pt x="1996750" y="107749"/>
                </a:lnTo>
                <a:lnTo>
                  <a:pt x="1997185" y="108388"/>
                </a:lnTo>
                <a:lnTo>
                  <a:pt x="1997611" y="109032"/>
                </a:lnTo>
                <a:lnTo>
                  <a:pt x="1998027" y="109680"/>
                </a:lnTo>
                <a:lnTo>
                  <a:pt x="1998435" y="110333"/>
                </a:lnTo>
                <a:lnTo>
                  <a:pt x="1998834" y="110991"/>
                </a:lnTo>
                <a:lnTo>
                  <a:pt x="1999224" y="111653"/>
                </a:lnTo>
                <a:lnTo>
                  <a:pt x="1999606" y="112319"/>
                </a:lnTo>
                <a:lnTo>
                  <a:pt x="1999978" y="112991"/>
                </a:lnTo>
                <a:lnTo>
                  <a:pt x="2000342" y="113667"/>
                </a:lnTo>
                <a:lnTo>
                  <a:pt x="2000696" y="114347"/>
                </a:lnTo>
                <a:lnTo>
                  <a:pt x="2001042" y="115032"/>
                </a:lnTo>
                <a:lnTo>
                  <a:pt x="2001379" y="115721"/>
                </a:lnTo>
                <a:lnTo>
                  <a:pt x="2001707" y="116416"/>
                </a:lnTo>
                <a:lnTo>
                  <a:pt x="2002026" y="117114"/>
                </a:lnTo>
                <a:lnTo>
                  <a:pt x="2002336" y="117818"/>
                </a:lnTo>
                <a:lnTo>
                  <a:pt x="2002638" y="118525"/>
                </a:lnTo>
                <a:lnTo>
                  <a:pt x="2002932" y="119235"/>
                </a:lnTo>
                <a:lnTo>
                  <a:pt x="2002948" y="119274"/>
                </a:lnTo>
                <a:lnTo>
                  <a:pt x="2002948" y="197723"/>
                </a:lnTo>
                <a:lnTo>
                  <a:pt x="2002552" y="198541"/>
                </a:lnTo>
                <a:lnTo>
                  <a:pt x="2002102" y="199437"/>
                </a:lnTo>
                <a:lnTo>
                  <a:pt x="2001641" y="200326"/>
                </a:lnTo>
                <a:lnTo>
                  <a:pt x="2001166" y="201209"/>
                </a:lnTo>
                <a:close/>
                <a:moveTo>
                  <a:pt x="1289755" y="143038"/>
                </a:moveTo>
                <a:lnTo>
                  <a:pt x="1289703" y="141668"/>
                </a:lnTo>
                <a:lnTo>
                  <a:pt x="1289635" y="140307"/>
                </a:lnTo>
                <a:lnTo>
                  <a:pt x="1289552" y="138957"/>
                </a:lnTo>
                <a:lnTo>
                  <a:pt x="1289454" y="137617"/>
                </a:lnTo>
                <a:lnTo>
                  <a:pt x="1289341" y="136286"/>
                </a:lnTo>
                <a:lnTo>
                  <a:pt x="1289213" y="134966"/>
                </a:lnTo>
                <a:lnTo>
                  <a:pt x="1289070" y="133655"/>
                </a:lnTo>
                <a:lnTo>
                  <a:pt x="1288912" y="132355"/>
                </a:lnTo>
                <a:lnTo>
                  <a:pt x="1288739" y="131064"/>
                </a:lnTo>
                <a:lnTo>
                  <a:pt x="1288550" y="129784"/>
                </a:lnTo>
                <a:lnTo>
                  <a:pt x="1288347" y="128513"/>
                </a:lnTo>
                <a:lnTo>
                  <a:pt x="1288129" y="127252"/>
                </a:lnTo>
                <a:lnTo>
                  <a:pt x="1287895" y="126001"/>
                </a:lnTo>
                <a:lnTo>
                  <a:pt x="1287647" y="124760"/>
                </a:lnTo>
                <a:lnTo>
                  <a:pt x="1287383" y="123529"/>
                </a:lnTo>
                <a:lnTo>
                  <a:pt x="1287104" y="122308"/>
                </a:lnTo>
                <a:lnTo>
                  <a:pt x="1286811" y="121097"/>
                </a:lnTo>
                <a:lnTo>
                  <a:pt x="1286502" y="119896"/>
                </a:lnTo>
                <a:lnTo>
                  <a:pt x="1286178" y="118704"/>
                </a:lnTo>
                <a:lnTo>
                  <a:pt x="1285839" y="117523"/>
                </a:lnTo>
                <a:lnTo>
                  <a:pt x="1285485" y="116351"/>
                </a:lnTo>
                <a:lnTo>
                  <a:pt x="1285116" y="115191"/>
                </a:lnTo>
                <a:lnTo>
                  <a:pt x="1284733" y="114044"/>
                </a:lnTo>
                <a:lnTo>
                  <a:pt x="1284335" y="112910"/>
                </a:lnTo>
                <a:lnTo>
                  <a:pt x="1283923" y="111789"/>
                </a:lnTo>
                <a:lnTo>
                  <a:pt x="1283496" y="110680"/>
                </a:lnTo>
                <a:lnTo>
                  <a:pt x="1283054" y="109585"/>
                </a:lnTo>
                <a:lnTo>
                  <a:pt x="1282599" y="108502"/>
                </a:lnTo>
                <a:lnTo>
                  <a:pt x="1282128" y="107432"/>
                </a:lnTo>
                <a:lnTo>
                  <a:pt x="1281643" y="106376"/>
                </a:lnTo>
                <a:lnTo>
                  <a:pt x="1281144" y="105332"/>
                </a:lnTo>
                <a:lnTo>
                  <a:pt x="1280630" y="104301"/>
                </a:lnTo>
                <a:lnTo>
                  <a:pt x="1280101" y="103282"/>
                </a:lnTo>
                <a:lnTo>
                  <a:pt x="1279558" y="102277"/>
                </a:lnTo>
                <a:lnTo>
                  <a:pt x="1279000" y="101285"/>
                </a:lnTo>
                <a:lnTo>
                  <a:pt x="1278428" y="100305"/>
                </a:lnTo>
                <a:lnTo>
                  <a:pt x="1277842" y="99339"/>
                </a:lnTo>
                <a:lnTo>
                  <a:pt x="1277240" y="98385"/>
                </a:lnTo>
                <a:lnTo>
                  <a:pt x="1276625" y="97444"/>
                </a:lnTo>
                <a:lnTo>
                  <a:pt x="1275994" y="96516"/>
                </a:lnTo>
                <a:lnTo>
                  <a:pt x="1275350" y="95601"/>
                </a:lnTo>
                <a:lnTo>
                  <a:pt x="1274690" y="94699"/>
                </a:lnTo>
                <a:lnTo>
                  <a:pt x="1274017" y="93810"/>
                </a:lnTo>
                <a:lnTo>
                  <a:pt x="1273328" y="92934"/>
                </a:lnTo>
                <a:lnTo>
                  <a:pt x="1272625" y="92070"/>
                </a:lnTo>
                <a:lnTo>
                  <a:pt x="1271909" y="91221"/>
                </a:lnTo>
                <a:lnTo>
                  <a:pt x="1271179" y="90388"/>
                </a:lnTo>
                <a:lnTo>
                  <a:pt x="1270436" y="89572"/>
                </a:lnTo>
                <a:lnTo>
                  <a:pt x="1269679" y="88771"/>
                </a:lnTo>
                <a:lnTo>
                  <a:pt x="1268910" y="87987"/>
                </a:lnTo>
                <a:lnTo>
                  <a:pt x="1268127" y="87218"/>
                </a:lnTo>
                <a:lnTo>
                  <a:pt x="1267332" y="86466"/>
                </a:lnTo>
                <a:lnTo>
                  <a:pt x="1266523" y="85730"/>
                </a:lnTo>
                <a:lnTo>
                  <a:pt x="1265701" y="85010"/>
                </a:lnTo>
                <a:lnTo>
                  <a:pt x="1264865" y="84306"/>
                </a:lnTo>
                <a:lnTo>
                  <a:pt x="1264017" y="83618"/>
                </a:lnTo>
                <a:lnTo>
                  <a:pt x="1263155" y="82946"/>
                </a:lnTo>
                <a:lnTo>
                  <a:pt x="1262280" y="82290"/>
                </a:lnTo>
                <a:lnTo>
                  <a:pt x="1261392" y="81651"/>
                </a:lnTo>
                <a:lnTo>
                  <a:pt x="1260491" y="81027"/>
                </a:lnTo>
                <a:lnTo>
                  <a:pt x="1259576" y="80420"/>
                </a:lnTo>
                <a:lnTo>
                  <a:pt x="1258649" y="79829"/>
                </a:lnTo>
                <a:lnTo>
                  <a:pt x="1257708" y="79254"/>
                </a:lnTo>
                <a:lnTo>
                  <a:pt x="1256754" y="78695"/>
                </a:lnTo>
                <a:lnTo>
                  <a:pt x="1255787" y="78152"/>
                </a:lnTo>
                <a:lnTo>
                  <a:pt x="1254807" y="77625"/>
                </a:lnTo>
                <a:lnTo>
                  <a:pt x="1253813" y="77114"/>
                </a:lnTo>
                <a:lnTo>
                  <a:pt x="1252807" y="76619"/>
                </a:lnTo>
                <a:lnTo>
                  <a:pt x="1251787" y="76141"/>
                </a:lnTo>
                <a:lnTo>
                  <a:pt x="1250754" y="75680"/>
                </a:lnTo>
                <a:lnTo>
                  <a:pt x="1249708" y="75239"/>
                </a:lnTo>
                <a:lnTo>
                  <a:pt x="1248650" y="74818"/>
                </a:lnTo>
                <a:lnTo>
                  <a:pt x="1247580" y="74416"/>
                </a:lnTo>
                <a:lnTo>
                  <a:pt x="1246496" y="74034"/>
                </a:lnTo>
                <a:lnTo>
                  <a:pt x="1245400" y="73671"/>
                </a:lnTo>
                <a:lnTo>
                  <a:pt x="1244292" y="73328"/>
                </a:lnTo>
                <a:lnTo>
                  <a:pt x="1243171" y="73005"/>
                </a:lnTo>
                <a:lnTo>
                  <a:pt x="1242037" y="72701"/>
                </a:lnTo>
                <a:lnTo>
                  <a:pt x="1240890" y="72416"/>
                </a:lnTo>
                <a:lnTo>
                  <a:pt x="1239731" y="72152"/>
                </a:lnTo>
                <a:lnTo>
                  <a:pt x="1238559" y="71907"/>
                </a:lnTo>
                <a:lnTo>
                  <a:pt x="1237375" y="71681"/>
                </a:lnTo>
                <a:lnTo>
                  <a:pt x="1236177" y="71476"/>
                </a:lnTo>
                <a:lnTo>
                  <a:pt x="1234968" y="71289"/>
                </a:lnTo>
                <a:lnTo>
                  <a:pt x="1233745" y="71123"/>
                </a:lnTo>
                <a:lnTo>
                  <a:pt x="1232510" y="70976"/>
                </a:lnTo>
                <a:lnTo>
                  <a:pt x="1231263" y="70848"/>
                </a:lnTo>
                <a:lnTo>
                  <a:pt x="1230002" y="70741"/>
                </a:lnTo>
                <a:lnTo>
                  <a:pt x="1228729" y="70652"/>
                </a:lnTo>
                <a:lnTo>
                  <a:pt x="1227444" y="70584"/>
                </a:lnTo>
                <a:lnTo>
                  <a:pt x="1226145" y="70535"/>
                </a:lnTo>
                <a:lnTo>
                  <a:pt x="1224835" y="70505"/>
                </a:lnTo>
                <a:lnTo>
                  <a:pt x="1223511" y="70495"/>
                </a:lnTo>
                <a:lnTo>
                  <a:pt x="1222313" y="70506"/>
                </a:lnTo>
                <a:lnTo>
                  <a:pt x="1221120" y="70536"/>
                </a:lnTo>
                <a:lnTo>
                  <a:pt x="1219932" y="70587"/>
                </a:lnTo>
                <a:lnTo>
                  <a:pt x="1218749" y="70659"/>
                </a:lnTo>
                <a:lnTo>
                  <a:pt x="1217571" y="70751"/>
                </a:lnTo>
                <a:lnTo>
                  <a:pt x="1216398" y="70863"/>
                </a:lnTo>
                <a:lnTo>
                  <a:pt x="1215231" y="70996"/>
                </a:lnTo>
                <a:lnTo>
                  <a:pt x="1214069" y="71150"/>
                </a:lnTo>
                <a:lnTo>
                  <a:pt x="1212911" y="71323"/>
                </a:lnTo>
                <a:lnTo>
                  <a:pt x="1211759" y="71518"/>
                </a:lnTo>
                <a:lnTo>
                  <a:pt x="1210612" y="71732"/>
                </a:lnTo>
                <a:lnTo>
                  <a:pt x="1209470" y="71967"/>
                </a:lnTo>
                <a:lnTo>
                  <a:pt x="1208333" y="72223"/>
                </a:lnTo>
                <a:lnTo>
                  <a:pt x="1207201" y="72499"/>
                </a:lnTo>
                <a:lnTo>
                  <a:pt x="1206075" y="72795"/>
                </a:lnTo>
                <a:lnTo>
                  <a:pt x="1204953" y="73112"/>
                </a:lnTo>
                <a:lnTo>
                  <a:pt x="1203837" y="73449"/>
                </a:lnTo>
                <a:lnTo>
                  <a:pt x="1202725" y="73807"/>
                </a:lnTo>
                <a:lnTo>
                  <a:pt x="1201619" y="74185"/>
                </a:lnTo>
                <a:lnTo>
                  <a:pt x="1200518" y="74584"/>
                </a:lnTo>
                <a:lnTo>
                  <a:pt x="1199422" y="75003"/>
                </a:lnTo>
                <a:lnTo>
                  <a:pt x="1198331" y="75443"/>
                </a:lnTo>
                <a:lnTo>
                  <a:pt x="1197246" y="75903"/>
                </a:lnTo>
                <a:lnTo>
                  <a:pt x="1196165" y="76383"/>
                </a:lnTo>
                <a:lnTo>
                  <a:pt x="1195092" y="76883"/>
                </a:lnTo>
                <a:lnTo>
                  <a:pt x="1194029" y="77401"/>
                </a:lnTo>
                <a:lnTo>
                  <a:pt x="1192977" y="77938"/>
                </a:lnTo>
                <a:lnTo>
                  <a:pt x="1191934" y="78494"/>
                </a:lnTo>
                <a:lnTo>
                  <a:pt x="1190902" y="79068"/>
                </a:lnTo>
                <a:lnTo>
                  <a:pt x="1189880" y="79661"/>
                </a:lnTo>
                <a:lnTo>
                  <a:pt x="1188869" y="80272"/>
                </a:lnTo>
                <a:lnTo>
                  <a:pt x="1187867" y="80902"/>
                </a:lnTo>
                <a:lnTo>
                  <a:pt x="1186876" y="81550"/>
                </a:lnTo>
                <a:lnTo>
                  <a:pt x="1185895" y="82217"/>
                </a:lnTo>
                <a:lnTo>
                  <a:pt x="1184924" y="82903"/>
                </a:lnTo>
                <a:lnTo>
                  <a:pt x="1183964" y="83607"/>
                </a:lnTo>
                <a:lnTo>
                  <a:pt x="1183013" y="84329"/>
                </a:lnTo>
                <a:lnTo>
                  <a:pt x="1182073" y="85071"/>
                </a:lnTo>
                <a:lnTo>
                  <a:pt x="1181143" y="85830"/>
                </a:lnTo>
                <a:lnTo>
                  <a:pt x="1180224" y="86609"/>
                </a:lnTo>
                <a:lnTo>
                  <a:pt x="1179314" y="87406"/>
                </a:lnTo>
                <a:lnTo>
                  <a:pt x="1178415" y="88221"/>
                </a:lnTo>
                <a:lnTo>
                  <a:pt x="1177526" y="89055"/>
                </a:lnTo>
                <a:lnTo>
                  <a:pt x="1176647" y="89908"/>
                </a:lnTo>
                <a:lnTo>
                  <a:pt x="1175779" y="90779"/>
                </a:lnTo>
                <a:lnTo>
                  <a:pt x="1174921" y="91668"/>
                </a:lnTo>
                <a:lnTo>
                  <a:pt x="1174072" y="92577"/>
                </a:lnTo>
                <a:lnTo>
                  <a:pt x="1173235" y="93503"/>
                </a:lnTo>
                <a:lnTo>
                  <a:pt x="1172409" y="94447"/>
                </a:lnTo>
                <a:lnTo>
                  <a:pt x="1171598" y="95406"/>
                </a:lnTo>
                <a:lnTo>
                  <a:pt x="1170802" y="96381"/>
                </a:lnTo>
                <a:lnTo>
                  <a:pt x="1170020" y="97370"/>
                </a:lnTo>
                <a:lnTo>
                  <a:pt x="1169252" y="98375"/>
                </a:lnTo>
                <a:lnTo>
                  <a:pt x="1168499" y="99396"/>
                </a:lnTo>
                <a:lnTo>
                  <a:pt x="1167761" y="100431"/>
                </a:lnTo>
                <a:lnTo>
                  <a:pt x="1167037" y="101483"/>
                </a:lnTo>
                <a:lnTo>
                  <a:pt x="1166328" y="102549"/>
                </a:lnTo>
                <a:lnTo>
                  <a:pt x="1165633" y="103631"/>
                </a:lnTo>
                <a:lnTo>
                  <a:pt x="1164953" y="104728"/>
                </a:lnTo>
                <a:lnTo>
                  <a:pt x="1164287" y="105840"/>
                </a:lnTo>
                <a:lnTo>
                  <a:pt x="1163636" y="106968"/>
                </a:lnTo>
                <a:lnTo>
                  <a:pt x="1162999" y="108111"/>
                </a:lnTo>
                <a:lnTo>
                  <a:pt x="1162377" y="109269"/>
                </a:lnTo>
                <a:lnTo>
                  <a:pt x="1161769" y="110443"/>
                </a:lnTo>
                <a:lnTo>
                  <a:pt x="1161176" y="111632"/>
                </a:lnTo>
                <a:lnTo>
                  <a:pt x="1160598" y="112836"/>
                </a:lnTo>
                <a:lnTo>
                  <a:pt x="1160034" y="114056"/>
                </a:lnTo>
                <a:lnTo>
                  <a:pt x="1159484" y="115291"/>
                </a:lnTo>
                <a:lnTo>
                  <a:pt x="1158949" y="116541"/>
                </a:lnTo>
                <a:lnTo>
                  <a:pt x="1158429" y="117807"/>
                </a:lnTo>
                <a:lnTo>
                  <a:pt x="1157923" y="119088"/>
                </a:lnTo>
                <a:lnTo>
                  <a:pt x="1157431" y="120385"/>
                </a:lnTo>
                <a:lnTo>
                  <a:pt x="1156957" y="121695"/>
                </a:lnTo>
                <a:lnTo>
                  <a:pt x="1156503" y="123018"/>
                </a:lnTo>
                <a:lnTo>
                  <a:pt x="1156069" y="124355"/>
                </a:lnTo>
                <a:lnTo>
                  <a:pt x="1155656" y="125704"/>
                </a:lnTo>
                <a:lnTo>
                  <a:pt x="1155262" y="127066"/>
                </a:lnTo>
                <a:lnTo>
                  <a:pt x="1154889" y="128441"/>
                </a:lnTo>
                <a:lnTo>
                  <a:pt x="1154536" y="129829"/>
                </a:lnTo>
                <a:lnTo>
                  <a:pt x="1154203" y="131230"/>
                </a:lnTo>
                <a:lnTo>
                  <a:pt x="1153891" y="132644"/>
                </a:lnTo>
                <a:lnTo>
                  <a:pt x="1153598" y="134071"/>
                </a:lnTo>
                <a:lnTo>
                  <a:pt x="1153326" y="135510"/>
                </a:lnTo>
                <a:lnTo>
                  <a:pt x="1153074" y="136963"/>
                </a:lnTo>
                <a:lnTo>
                  <a:pt x="1152842" y="138428"/>
                </a:lnTo>
                <a:lnTo>
                  <a:pt x="1152630" y="139906"/>
                </a:lnTo>
                <a:lnTo>
                  <a:pt x="1152438" y="141398"/>
                </a:lnTo>
                <a:lnTo>
                  <a:pt x="1152267" y="142902"/>
                </a:lnTo>
                <a:lnTo>
                  <a:pt x="1152115" y="144419"/>
                </a:lnTo>
                <a:lnTo>
                  <a:pt x="1151984" y="145949"/>
                </a:lnTo>
                <a:lnTo>
                  <a:pt x="1151873" y="147492"/>
                </a:lnTo>
                <a:lnTo>
                  <a:pt x="1151782" y="149048"/>
                </a:lnTo>
                <a:lnTo>
                  <a:pt x="1151712" y="150616"/>
                </a:lnTo>
                <a:lnTo>
                  <a:pt x="1151661" y="152198"/>
                </a:lnTo>
                <a:lnTo>
                  <a:pt x="1151631" y="153792"/>
                </a:lnTo>
                <a:lnTo>
                  <a:pt x="1151621" y="155400"/>
                </a:lnTo>
                <a:lnTo>
                  <a:pt x="1151621" y="162062"/>
                </a:lnTo>
                <a:lnTo>
                  <a:pt x="1151631" y="163555"/>
                </a:lnTo>
                <a:lnTo>
                  <a:pt x="1151660" y="165038"/>
                </a:lnTo>
                <a:lnTo>
                  <a:pt x="1151708" y="166510"/>
                </a:lnTo>
                <a:lnTo>
                  <a:pt x="1151776" y="167973"/>
                </a:lnTo>
                <a:lnTo>
                  <a:pt x="1151863" y="169426"/>
                </a:lnTo>
                <a:lnTo>
                  <a:pt x="1151970" y="170869"/>
                </a:lnTo>
                <a:lnTo>
                  <a:pt x="1152096" y="172302"/>
                </a:lnTo>
                <a:lnTo>
                  <a:pt x="1152241" y="173725"/>
                </a:lnTo>
                <a:lnTo>
                  <a:pt x="1152405" y="175138"/>
                </a:lnTo>
                <a:lnTo>
                  <a:pt x="1152589" y="176542"/>
                </a:lnTo>
                <a:lnTo>
                  <a:pt x="1152793" y="177935"/>
                </a:lnTo>
                <a:lnTo>
                  <a:pt x="1153015" y="179318"/>
                </a:lnTo>
                <a:lnTo>
                  <a:pt x="1153258" y="180691"/>
                </a:lnTo>
                <a:lnTo>
                  <a:pt x="1153519" y="182055"/>
                </a:lnTo>
                <a:lnTo>
                  <a:pt x="1153800" y="183408"/>
                </a:lnTo>
                <a:lnTo>
                  <a:pt x="1154100" y="184752"/>
                </a:lnTo>
                <a:lnTo>
                  <a:pt x="1154420" y="186085"/>
                </a:lnTo>
                <a:lnTo>
                  <a:pt x="1154759" y="187409"/>
                </a:lnTo>
                <a:lnTo>
                  <a:pt x="1155117" y="188722"/>
                </a:lnTo>
                <a:lnTo>
                  <a:pt x="1155494" y="190026"/>
                </a:lnTo>
                <a:lnTo>
                  <a:pt x="1155891" y="191319"/>
                </a:lnTo>
                <a:lnTo>
                  <a:pt x="1156308" y="192603"/>
                </a:lnTo>
                <a:lnTo>
                  <a:pt x="1156744" y="193877"/>
                </a:lnTo>
                <a:lnTo>
                  <a:pt x="1157199" y="195141"/>
                </a:lnTo>
                <a:lnTo>
                  <a:pt x="1157671" y="196393"/>
                </a:lnTo>
                <a:lnTo>
                  <a:pt x="1158160" y="197630"/>
                </a:lnTo>
                <a:lnTo>
                  <a:pt x="1158663" y="198853"/>
                </a:lnTo>
                <a:lnTo>
                  <a:pt x="1159183" y="200062"/>
                </a:lnTo>
                <a:lnTo>
                  <a:pt x="1159718" y="201257"/>
                </a:lnTo>
                <a:lnTo>
                  <a:pt x="1160268" y="202437"/>
                </a:lnTo>
                <a:lnTo>
                  <a:pt x="1160835" y="203603"/>
                </a:lnTo>
                <a:lnTo>
                  <a:pt x="1161416" y="204755"/>
                </a:lnTo>
                <a:lnTo>
                  <a:pt x="1162014" y="205893"/>
                </a:lnTo>
                <a:lnTo>
                  <a:pt x="1162627" y="207016"/>
                </a:lnTo>
                <a:lnTo>
                  <a:pt x="1163255" y="208126"/>
                </a:lnTo>
                <a:lnTo>
                  <a:pt x="1163900" y="209221"/>
                </a:lnTo>
                <a:lnTo>
                  <a:pt x="1164560" y="210301"/>
                </a:lnTo>
                <a:lnTo>
                  <a:pt x="1165235" y="211368"/>
                </a:lnTo>
                <a:lnTo>
                  <a:pt x="1165926" y="212420"/>
                </a:lnTo>
                <a:lnTo>
                  <a:pt x="1166633" y="213458"/>
                </a:lnTo>
                <a:lnTo>
                  <a:pt x="1167355" y="214481"/>
                </a:lnTo>
                <a:lnTo>
                  <a:pt x="1168093" y="215491"/>
                </a:lnTo>
                <a:lnTo>
                  <a:pt x="1168846" y="216486"/>
                </a:lnTo>
                <a:lnTo>
                  <a:pt x="1169615" y="217467"/>
                </a:lnTo>
                <a:lnTo>
                  <a:pt x="1170400" y="218433"/>
                </a:lnTo>
                <a:lnTo>
                  <a:pt x="1171200" y="219385"/>
                </a:lnTo>
                <a:lnTo>
                  <a:pt x="1172016" y="220324"/>
                </a:lnTo>
                <a:lnTo>
                  <a:pt x="1172847" y="221247"/>
                </a:lnTo>
                <a:lnTo>
                  <a:pt x="1173693" y="222155"/>
                </a:lnTo>
                <a:lnTo>
                  <a:pt x="1174551" y="223046"/>
                </a:lnTo>
                <a:lnTo>
                  <a:pt x="1175423" y="223920"/>
                </a:lnTo>
                <a:lnTo>
                  <a:pt x="1176307" y="224776"/>
                </a:lnTo>
                <a:lnTo>
                  <a:pt x="1177205" y="225616"/>
                </a:lnTo>
                <a:lnTo>
                  <a:pt x="1178115" y="226438"/>
                </a:lnTo>
                <a:lnTo>
                  <a:pt x="1179038" y="227242"/>
                </a:lnTo>
                <a:lnTo>
                  <a:pt x="1179974" y="228030"/>
                </a:lnTo>
                <a:lnTo>
                  <a:pt x="1180923" y="228800"/>
                </a:lnTo>
                <a:lnTo>
                  <a:pt x="1181885" y="229554"/>
                </a:lnTo>
                <a:lnTo>
                  <a:pt x="1182860" y="230290"/>
                </a:lnTo>
                <a:lnTo>
                  <a:pt x="1183848" y="231008"/>
                </a:lnTo>
                <a:lnTo>
                  <a:pt x="1184848" y="231710"/>
                </a:lnTo>
                <a:lnTo>
                  <a:pt x="1185862" y="232394"/>
                </a:lnTo>
                <a:lnTo>
                  <a:pt x="1186888" y="233061"/>
                </a:lnTo>
                <a:lnTo>
                  <a:pt x="1187928" y="233711"/>
                </a:lnTo>
                <a:lnTo>
                  <a:pt x="1188980" y="234344"/>
                </a:lnTo>
                <a:lnTo>
                  <a:pt x="1190045" y="234959"/>
                </a:lnTo>
                <a:lnTo>
                  <a:pt x="1191123" y="235557"/>
                </a:lnTo>
                <a:lnTo>
                  <a:pt x="1192214" y="236138"/>
                </a:lnTo>
                <a:lnTo>
                  <a:pt x="1193318" y="236702"/>
                </a:lnTo>
                <a:lnTo>
                  <a:pt x="1194435" y="237249"/>
                </a:lnTo>
                <a:lnTo>
                  <a:pt x="1195565" y="237778"/>
                </a:lnTo>
                <a:lnTo>
                  <a:pt x="1196707" y="238290"/>
                </a:lnTo>
                <a:lnTo>
                  <a:pt x="1197861" y="238783"/>
                </a:lnTo>
                <a:lnTo>
                  <a:pt x="1199024" y="239255"/>
                </a:lnTo>
                <a:lnTo>
                  <a:pt x="1200196" y="239706"/>
                </a:lnTo>
                <a:lnTo>
                  <a:pt x="1201377" y="240137"/>
                </a:lnTo>
                <a:lnTo>
                  <a:pt x="1202567" y="240546"/>
                </a:lnTo>
                <a:lnTo>
                  <a:pt x="1203766" y="240934"/>
                </a:lnTo>
                <a:lnTo>
                  <a:pt x="1204975" y="241301"/>
                </a:lnTo>
                <a:lnTo>
                  <a:pt x="1206193" y="241647"/>
                </a:lnTo>
                <a:lnTo>
                  <a:pt x="1207420" y="241972"/>
                </a:lnTo>
                <a:lnTo>
                  <a:pt x="1208656" y="242277"/>
                </a:lnTo>
                <a:lnTo>
                  <a:pt x="1209901" y="242560"/>
                </a:lnTo>
                <a:lnTo>
                  <a:pt x="1211155" y="242822"/>
                </a:lnTo>
                <a:lnTo>
                  <a:pt x="1212418" y="243063"/>
                </a:lnTo>
                <a:lnTo>
                  <a:pt x="1213691" y="243284"/>
                </a:lnTo>
                <a:lnTo>
                  <a:pt x="1214973" y="243483"/>
                </a:lnTo>
                <a:lnTo>
                  <a:pt x="1216263" y="243661"/>
                </a:lnTo>
                <a:lnTo>
                  <a:pt x="1217563" y="243819"/>
                </a:lnTo>
                <a:lnTo>
                  <a:pt x="1218873" y="243955"/>
                </a:lnTo>
                <a:lnTo>
                  <a:pt x="1220191" y="244070"/>
                </a:lnTo>
                <a:lnTo>
                  <a:pt x="1221518" y="244165"/>
                </a:lnTo>
                <a:lnTo>
                  <a:pt x="1222855" y="244238"/>
                </a:lnTo>
                <a:lnTo>
                  <a:pt x="1224201" y="244291"/>
                </a:lnTo>
                <a:lnTo>
                  <a:pt x="1225556" y="244322"/>
                </a:lnTo>
                <a:lnTo>
                  <a:pt x="1226920" y="244333"/>
                </a:lnTo>
                <a:lnTo>
                  <a:pt x="1228165" y="244326"/>
                </a:lnTo>
                <a:lnTo>
                  <a:pt x="1229399" y="244304"/>
                </a:lnTo>
                <a:lnTo>
                  <a:pt x="1230619" y="244269"/>
                </a:lnTo>
                <a:lnTo>
                  <a:pt x="1231826" y="244219"/>
                </a:lnTo>
                <a:lnTo>
                  <a:pt x="1233020" y="244154"/>
                </a:lnTo>
                <a:lnTo>
                  <a:pt x="1234202" y="244076"/>
                </a:lnTo>
                <a:lnTo>
                  <a:pt x="1235370" y="243983"/>
                </a:lnTo>
                <a:lnTo>
                  <a:pt x="1236526" y="243876"/>
                </a:lnTo>
                <a:lnTo>
                  <a:pt x="1237668" y="243755"/>
                </a:lnTo>
                <a:lnTo>
                  <a:pt x="1238798" y="243620"/>
                </a:lnTo>
                <a:lnTo>
                  <a:pt x="1239915" y="243470"/>
                </a:lnTo>
                <a:lnTo>
                  <a:pt x="1241019" y="243306"/>
                </a:lnTo>
                <a:lnTo>
                  <a:pt x="1242110" y="243128"/>
                </a:lnTo>
                <a:lnTo>
                  <a:pt x="1243188" y="242936"/>
                </a:lnTo>
                <a:lnTo>
                  <a:pt x="1244253" y="242729"/>
                </a:lnTo>
                <a:lnTo>
                  <a:pt x="1245305" y="242508"/>
                </a:lnTo>
                <a:lnTo>
                  <a:pt x="1246345" y="242273"/>
                </a:lnTo>
                <a:lnTo>
                  <a:pt x="1247371" y="242023"/>
                </a:lnTo>
                <a:lnTo>
                  <a:pt x="1248385" y="241759"/>
                </a:lnTo>
                <a:lnTo>
                  <a:pt x="1249385" y="241481"/>
                </a:lnTo>
                <a:lnTo>
                  <a:pt x="1250373" y="241189"/>
                </a:lnTo>
                <a:lnTo>
                  <a:pt x="1251348" y="240883"/>
                </a:lnTo>
                <a:lnTo>
                  <a:pt x="1252310" y="240562"/>
                </a:lnTo>
                <a:lnTo>
                  <a:pt x="1253259" y="240227"/>
                </a:lnTo>
                <a:lnTo>
                  <a:pt x="1254195" y="239880"/>
                </a:lnTo>
                <a:lnTo>
                  <a:pt x="1255121" y="239524"/>
                </a:lnTo>
                <a:lnTo>
                  <a:pt x="1256035" y="239159"/>
                </a:lnTo>
                <a:lnTo>
                  <a:pt x="1256938" y="238785"/>
                </a:lnTo>
                <a:lnTo>
                  <a:pt x="1257830" y="238402"/>
                </a:lnTo>
                <a:lnTo>
                  <a:pt x="1258710" y="238009"/>
                </a:lnTo>
                <a:lnTo>
                  <a:pt x="1259579" y="237608"/>
                </a:lnTo>
                <a:lnTo>
                  <a:pt x="1260437" y="237197"/>
                </a:lnTo>
                <a:lnTo>
                  <a:pt x="1261284" y="236777"/>
                </a:lnTo>
                <a:lnTo>
                  <a:pt x="1262119" y="236348"/>
                </a:lnTo>
                <a:lnTo>
                  <a:pt x="1262943" y="235910"/>
                </a:lnTo>
                <a:lnTo>
                  <a:pt x="1263755" y="235463"/>
                </a:lnTo>
                <a:lnTo>
                  <a:pt x="1264557" y="235006"/>
                </a:lnTo>
                <a:lnTo>
                  <a:pt x="1265347" y="234541"/>
                </a:lnTo>
                <a:lnTo>
                  <a:pt x="1266125" y="234066"/>
                </a:lnTo>
                <a:lnTo>
                  <a:pt x="1266893" y="233582"/>
                </a:lnTo>
                <a:lnTo>
                  <a:pt x="1267649" y="233089"/>
                </a:lnTo>
                <a:lnTo>
                  <a:pt x="1268394" y="232587"/>
                </a:lnTo>
                <a:lnTo>
                  <a:pt x="1269127" y="232075"/>
                </a:lnTo>
                <a:lnTo>
                  <a:pt x="1269850" y="231555"/>
                </a:lnTo>
                <a:lnTo>
                  <a:pt x="1270560" y="231025"/>
                </a:lnTo>
                <a:lnTo>
                  <a:pt x="1271260" y="230486"/>
                </a:lnTo>
                <a:lnTo>
                  <a:pt x="1271948" y="229939"/>
                </a:lnTo>
                <a:lnTo>
                  <a:pt x="1272625" y="229381"/>
                </a:lnTo>
                <a:lnTo>
                  <a:pt x="1273293" y="228818"/>
                </a:lnTo>
                <a:lnTo>
                  <a:pt x="1273951" y="228249"/>
                </a:lnTo>
                <a:lnTo>
                  <a:pt x="1274601" y="227676"/>
                </a:lnTo>
                <a:lnTo>
                  <a:pt x="1275242" y="227098"/>
                </a:lnTo>
                <a:lnTo>
                  <a:pt x="1275875" y="226516"/>
                </a:lnTo>
                <a:lnTo>
                  <a:pt x="1276499" y="225929"/>
                </a:lnTo>
                <a:lnTo>
                  <a:pt x="1277114" y="225338"/>
                </a:lnTo>
                <a:lnTo>
                  <a:pt x="1277721" y="224742"/>
                </a:lnTo>
                <a:lnTo>
                  <a:pt x="1278319" y="224142"/>
                </a:lnTo>
                <a:lnTo>
                  <a:pt x="1278909" y="223536"/>
                </a:lnTo>
                <a:lnTo>
                  <a:pt x="1279490" y="222927"/>
                </a:lnTo>
                <a:lnTo>
                  <a:pt x="1280062" y="222313"/>
                </a:lnTo>
                <a:lnTo>
                  <a:pt x="1280626" y="221694"/>
                </a:lnTo>
                <a:lnTo>
                  <a:pt x="1281181" y="221070"/>
                </a:lnTo>
                <a:lnTo>
                  <a:pt x="1281728" y="220442"/>
                </a:lnTo>
                <a:lnTo>
                  <a:pt x="1282266" y="219810"/>
                </a:lnTo>
                <a:lnTo>
                  <a:pt x="1282795" y="219173"/>
                </a:lnTo>
                <a:lnTo>
                  <a:pt x="1283316" y="218531"/>
                </a:lnTo>
                <a:lnTo>
                  <a:pt x="1283828" y="217885"/>
                </a:lnTo>
                <a:lnTo>
                  <a:pt x="1284332" y="217234"/>
                </a:lnTo>
                <a:lnTo>
                  <a:pt x="1284827" y="216579"/>
                </a:lnTo>
                <a:lnTo>
                  <a:pt x="1285313" y="215919"/>
                </a:lnTo>
                <a:lnTo>
                  <a:pt x="1285791" y="215254"/>
                </a:lnTo>
                <a:lnTo>
                  <a:pt x="1286260" y="214585"/>
                </a:lnTo>
                <a:lnTo>
                  <a:pt x="1274640" y="205599"/>
                </a:lnTo>
                <a:lnTo>
                  <a:pt x="1273874" y="206582"/>
                </a:lnTo>
                <a:lnTo>
                  <a:pt x="1273099" y="207543"/>
                </a:lnTo>
                <a:lnTo>
                  <a:pt x="1272317" y="208481"/>
                </a:lnTo>
                <a:lnTo>
                  <a:pt x="1271526" y="209397"/>
                </a:lnTo>
                <a:lnTo>
                  <a:pt x="1270727" y="210291"/>
                </a:lnTo>
                <a:lnTo>
                  <a:pt x="1269919" y="211162"/>
                </a:lnTo>
                <a:lnTo>
                  <a:pt x="1269103" y="212011"/>
                </a:lnTo>
                <a:lnTo>
                  <a:pt x="1268279" y="212838"/>
                </a:lnTo>
                <a:lnTo>
                  <a:pt x="1267446" y="213642"/>
                </a:lnTo>
                <a:lnTo>
                  <a:pt x="1266605" y="214424"/>
                </a:lnTo>
                <a:lnTo>
                  <a:pt x="1265756" y="215184"/>
                </a:lnTo>
                <a:lnTo>
                  <a:pt x="1264898" y="215921"/>
                </a:lnTo>
                <a:lnTo>
                  <a:pt x="1264032" y="216637"/>
                </a:lnTo>
                <a:lnTo>
                  <a:pt x="1263158" y="217329"/>
                </a:lnTo>
                <a:lnTo>
                  <a:pt x="1262275" y="218000"/>
                </a:lnTo>
                <a:lnTo>
                  <a:pt x="1261384" y="218648"/>
                </a:lnTo>
                <a:lnTo>
                  <a:pt x="1260485" y="219274"/>
                </a:lnTo>
                <a:lnTo>
                  <a:pt x="1259577" y="219877"/>
                </a:lnTo>
                <a:lnTo>
                  <a:pt x="1258661" y="220458"/>
                </a:lnTo>
                <a:lnTo>
                  <a:pt x="1257737" y="221017"/>
                </a:lnTo>
                <a:lnTo>
                  <a:pt x="1256804" y="221554"/>
                </a:lnTo>
                <a:lnTo>
                  <a:pt x="1255863" y="222068"/>
                </a:lnTo>
                <a:lnTo>
                  <a:pt x="1254913" y="222560"/>
                </a:lnTo>
                <a:lnTo>
                  <a:pt x="1253956" y="223029"/>
                </a:lnTo>
                <a:lnTo>
                  <a:pt x="1252988" y="223478"/>
                </a:lnTo>
                <a:lnTo>
                  <a:pt x="1252010" y="223908"/>
                </a:lnTo>
                <a:lnTo>
                  <a:pt x="1251020" y="224318"/>
                </a:lnTo>
                <a:lnTo>
                  <a:pt x="1250020" y="224710"/>
                </a:lnTo>
                <a:lnTo>
                  <a:pt x="1249008" y="225082"/>
                </a:lnTo>
                <a:lnTo>
                  <a:pt x="1247986" y="225435"/>
                </a:lnTo>
                <a:lnTo>
                  <a:pt x="1246952" y="225770"/>
                </a:lnTo>
                <a:lnTo>
                  <a:pt x="1245908" y="226085"/>
                </a:lnTo>
                <a:lnTo>
                  <a:pt x="1244852" y="226381"/>
                </a:lnTo>
                <a:lnTo>
                  <a:pt x="1243785" y="226658"/>
                </a:lnTo>
                <a:lnTo>
                  <a:pt x="1242708" y="226916"/>
                </a:lnTo>
                <a:lnTo>
                  <a:pt x="1241619" y="227154"/>
                </a:lnTo>
                <a:lnTo>
                  <a:pt x="1240519" y="227374"/>
                </a:lnTo>
                <a:lnTo>
                  <a:pt x="1239409" y="227574"/>
                </a:lnTo>
                <a:lnTo>
                  <a:pt x="1238287" y="227756"/>
                </a:lnTo>
                <a:lnTo>
                  <a:pt x="1237154" y="227918"/>
                </a:lnTo>
                <a:lnTo>
                  <a:pt x="1236010" y="228061"/>
                </a:lnTo>
                <a:lnTo>
                  <a:pt x="1234855" y="228186"/>
                </a:lnTo>
                <a:lnTo>
                  <a:pt x="1233689" y="228291"/>
                </a:lnTo>
                <a:lnTo>
                  <a:pt x="1232512" y="228377"/>
                </a:lnTo>
                <a:lnTo>
                  <a:pt x="1231324" y="228443"/>
                </a:lnTo>
                <a:lnTo>
                  <a:pt x="1230125" y="228491"/>
                </a:lnTo>
                <a:lnTo>
                  <a:pt x="1228915" y="228520"/>
                </a:lnTo>
                <a:lnTo>
                  <a:pt x="1227694" y="228529"/>
                </a:lnTo>
                <a:lnTo>
                  <a:pt x="1226627" y="228520"/>
                </a:lnTo>
                <a:lnTo>
                  <a:pt x="1225567" y="228493"/>
                </a:lnTo>
                <a:lnTo>
                  <a:pt x="1224516" y="228448"/>
                </a:lnTo>
                <a:lnTo>
                  <a:pt x="1223472" y="228385"/>
                </a:lnTo>
                <a:lnTo>
                  <a:pt x="1222437" y="228304"/>
                </a:lnTo>
                <a:lnTo>
                  <a:pt x="1221410" y="228205"/>
                </a:lnTo>
                <a:lnTo>
                  <a:pt x="1220390" y="228088"/>
                </a:lnTo>
                <a:lnTo>
                  <a:pt x="1219379" y="227953"/>
                </a:lnTo>
                <a:lnTo>
                  <a:pt x="1218376" y="227799"/>
                </a:lnTo>
                <a:lnTo>
                  <a:pt x="1217381" y="227628"/>
                </a:lnTo>
                <a:lnTo>
                  <a:pt x="1216394" y="227439"/>
                </a:lnTo>
                <a:lnTo>
                  <a:pt x="1215416" y="227232"/>
                </a:lnTo>
                <a:lnTo>
                  <a:pt x="1214445" y="227006"/>
                </a:lnTo>
                <a:lnTo>
                  <a:pt x="1213482" y="226763"/>
                </a:lnTo>
                <a:lnTo>
                  <a:pt x="1212528" y="226502"/>
                </a:lnTo>
                <a:lnTo>
                  <a:pt x="1211581" y="226223"/>
                </a:lnTo>
                <a:lnTo>
                  <a:pt x="1210642" y="225925"/>
                </a:lnTo>
                <a:lnTo>
                  <a:pt x="1209712" y="225610"/>
                </a:lnTo>
                <a:lnTo>
                  <a:pt x="1208790" y="225276"/>
                </a:lnTo>
                <a:lnTo>
                  <a:pt x="1207875" y="224925"/>
                </a:lnTo>
                <a:lnTo>
                  <a:pt x="1206969" y="224555"/>
                </a:lnTo>
                <a:lnTo>
                  <a:pt x="1206071" y="224168"/>
                </a:lnTo>
                <a:lnTo>
                  <a:pt x="1205181" y="223763"/>
                </a:lnTo>
                <a:lnTo>
                  <a:pt x="1204299" y="223339"/>
                </a:lnTo>
                <a:lnTo>
                  <a:pt x="1203426" y="222900"/>
                </a:lnTo>
                <a:lnTo>
                  <a:pt x="1202564" y="222447"/>
                </a:lnTo>
                <a:lnTo>
                  <a:pt x="1201711" y="221981"/>
                </a:lnTo>
                <a:lnTo>
                  <a:pt x="1200869" y="221501"/>
                </a:lnTo>
                <a:lnTo>
                  <a:pt x="1200037" y="221008"/>
                </a:lnTo>
                <a:lnTo>
                  <a:pt x="1199215" y="220502"/>
                </a:lnTo>
                <a:lnTo>
                  <a:pt x="1198404" y="219982"/>
                </a:lnTo>
                <a:lnTo>
                  <a:pt x="1197602" y="219448"/>
                </a:lnTo>
                <a:lnTo>
                  <a:pt x="1196811" y="218902"/>
                </a:lnTo>
                <a:lnTo>
                  <a:pt x="1196030" y="218341"/>
                </a:lnTo>
                <a:lnTo>
                  <a:pt x="1195260" y="217768"/>
                </a:lnTo>
                <a:lnTo>
                  <a:pt x="1194499" y="217180"/>
                </a:lnTo>
                <a:lnTo>
                  <a:pt x="1193749" y="216580"/>
                </a:lnTo>
                <a:lnTo>
                  <a:pt x="1193009" y="215966"/>
                </a:lnTo>
                <a:lnTo>
                  <a:pt x="1192279" y="215338"/>
                </a:lnTo>
                <a:lnTo>
                  <a:pt x="1191560" y="214697"/>
                </a:lnTo>
                <a:lnTo>
                  <a:pt x="1190851" y="214043"/>
                </a:lnTo>
                <a:lnTo>
                  <a:pt x="1190152" y="213375"/>
                </a:lnTo>
                <a:lnTo>
                  <a:pt x="1189463" y="212693"/>
                </a:lnTo>
                <a:lnTo>
                  <a:pt x="1188784" y="211999"/>
                </a:lnTo>
                <a:lnTo>
                  <a:pt x="1188116" y="211290"/>
                </a:lnTo>
                <a:lnTo>
                  <a:pt x="1187457" y="210569"/>
                </a:lnTo>
                <a:lnTo>
                  <a:pt x="1186809" y="209834"/>
                </a:lnTo>
                <a:lnTo>
                  <a:pt x="1186172" y="209085"/>
                </a:lnTo>
                <a:lnTo>
                  <a:pt x="1185545" y="208324"/>
                </a:lnTo>
                <a:lnTo>
                  <a:pt x="1184930" y="207553"/>
                </a:lnTo>
                <a:lnTo>
                  <a:pt x="1184327" y="206772"/>
                </a:lnTo>
                <a:lnTo>
                  <a:pt x="1183736" y="205980"/>
                </a:lnTo>
                <a:lnTo>
                  <a:pt x="1183156" y="205177"/>
                </a:lnTo>
                <a:lnTo>
                  <a:pt x="1182589" y="204364"/>
                </a:lnTo>
                <a:lnTo>
                  <a:pt x="1182033" y="203541"/>
                </a:lnTo>
                <a:lnTo>
                  <a:pt x="1181489" y="202707"/>
                </a:lnTo>
                <a:lnTo>
                  <a:pt x="1180957" y="201862"/>
                </a:lnTo>
                <a:lnTo>
                  <a:pt x="1180437" y="201007"/>
                </a:lnTo>
                <a:lnTo>
                  <a:pt x="1179928" y="200142"/>
                </a:lnTo>
                <a:lnTo>
                  <a:pt x="1179432" y="199266"/>
                </a:lnTo>
                <a:lnTo>
                  <a:pt x="1178947" y="198380"/>
                </a:lnTo>
                <a:lnTo>
                  <a:pt x="1178474" y="197483"/>
                </a:lnTo>
                <a:lnTo>
                  <a:pt x="1178013" y="196575"/>
                </a:lnTo>
                <a:lnTo>
                  <a:pt x="1177564" y="195657"/>
                </a:lnTo>
                <a:lnTo>
                  <a:pt x="1177127" y="194729"/>
                </a:lnTo>
                <a:lnTo>
                  <a:pt x="1176701" y="193790"/>
                </a:lnTo>
                <a:lnTo>
                  <a:pt x="1176288" y="192841"/>
                </a:lnTo>
                <a:lnTo>
                  <a:pt x="1175886" y="191881"/>
                </a:lnTo>
                <a:lnTo>
                  <a:pt x="1175496" y="190910"/>
                </a:lnTo>
                <a:lnTo>
                  <a:pt x="1175117" y="189929"/>
                </a:lnTo>
                <a:lnTo>
                  <a:pt x="1174751" y="188938"/>
                </a:lnTo>
                <a:lnTo>
                  <a:pt x="1174397" y="187936"/>
                </a:lnTo>
                <a:lnTo>
                  <a:pt x="1174055" y="186926"/>
                </a:lnTo>
                <a:lnTo>
                  <a:pt x="1173728" y="185910"/>
                </a:lnTo>
                <a:lnTo>
                  <a:pt x="1173416" y="184888"/>
                </a:lnTo>
                <a:lnTo>
                  <a:pt x="1173118" y="183861"/>
                </a:lnTo>
                <a:lnTo>
                  <a:pt x="1172835" y="182827"/>
                </a:lnTo>
                <a:lnTo>
                  <a:pt x="1172566" y="181787"/>
                </a:lnTo>
                <a:lnTo>
                  <a:pt x="1172312" y="180742"/>
                </a:lnTo>
                <a:lnTo>
                  <a:pt x="1172073" y="179690"/>
                </a:lnTo>
                <a:lnTo>
                  <a:pt x="1171847" y="178633"/>
                </a:lnTo>
                <a:lnTo>
                  <a:pt x="1171637" y="177570"/>
                </a:lnTo>
                <a:lnTo>
                  <a:pt x="1171441" y="176500"/>
                </a:lnTo>
                <a:lnTo>
                  <a:pt x="1171259" y="175425"/>
                </a:lnTo>
                <a:lnTo>
                  <a:pt x="1171092" y="174344"/>
                </a:lnTo>
                <a:lnTo>
                  <a:pt x="1170940" y="173257"/>
                </a:lnTo>
                <a:lnTo>
                  <a:pt x="1170802" y="172164"/>
                </a:lnTo>
                <a:lnTo>
                  <a:pt x="1170678" y="171066"/>
                </a:lnTo>
                <a:lnTo>
                  <a:pt x="1170569" y="169961"/>
                </a:lnTo>
                <a:lnTo>
                  <a:pt x="1170475" y="168850"/>
                </a:lnTo>
                <a:lnTo>
                  <a:pt x="1170395" y="167734"/>
                </a:lnTo>
                <a:lnTo>
                  <a:pt x="1170329" y="166611"/>
                </a:lnTo>
                <a:lnTo>
                  <a:pt x="1170279" y="165483"/>
                </a:lnTo>
                <a:lnTo>
                  <a:pt x="1170242" y="164349"/>
                </a:lnTo>
                <a:lnTo>
                  <a:pt x="1170221" y="163208"/>
                </a:lnTo>
                <a:lnTo>
                  <a:pt x="1170213" y="162062"/>
                </a:lnTo>
                <a:lnTo>
                  <a:pt x="1170213" y="158499"/>
                </a:lnTo>
                <a:lnTo>
                  <a:pt x="1289823" y="158499"/>
                </a:lnTo>
                <a:lnTo>
                  <a:pt x="1289823" y="147208"/>
                </a:lnTo>
                <a:lnTo>
                  <a:pt x="1289816" y="145808"/>
                </a:lnTo>
                <a:lnTo>
                  <a:pt x="1289793" y="144418"/>
                </a:lnTo>
                <a:lnTo>
                  <a:pt x="1289755" y="143038"/>
                </a:lnTo>
                <a:close/>
                <a:moveTo>
                  <a:pt x="1171350" y="139579"/>
                </a:moveTo>
                <a:lnTo>
                  <a:pt x="1171531" y="138428"/>
                </a:lnTo>
                <a:lnTo>
                  <a:pt x="1171726" y="137286"/>
                </a:lnTo>
                <a:lnTo>
                  <a:pt x="1171935" y="136154"/>
                </a:lnTo>
                <a:lnTo>
                  <a:pt x="1172157" y="135031"/>
                </a:lnTo>
                <a:lnTo>
                  <a:pt x="1172392" y="133917"/>
                </a:lnTo>
                <a:lnTo>
                  <a:pt x="1172641" y="132813"/>
                </a:lnTo>
                <a:lnTo>
                  <a:pt x="1172903" y="131719"/>
                </a:lnTo>
                <a:lnTo>
                  <a:pt x="1173179" y="130633"/>
                </a:lnTo>
                <a:lnTo>
                  <a:pt x="1173468" y="129558"/>
                </a:lnTo>
                <a:lnTo>
                  <a:pt x="1173771" y="128491"/>
                </a:lnTo>
                <a:lnTo>
                  <a:pt x="1174087" y="127434"/>
                </a:lnTo>
                <a:lnTo>
                  <a:pt x="1174415" y="126388"/>
                </a:lnTo>
                <a:lnTo>
                  <a:pt x="1174754" y="125353"/>
                </a:lnTo>
                <a:lnTo>
                  <a:pt x="1175105" y="124331"/>
                </a:lnTo>
                <a:lnTo>
                  <a:pt x="1175466" y="123320"/>
                </a:lnTo>
                <a:lnTo>
                  <a:pt x="1175838" y="122321"/>
                </a:lnTo>
                <a:lnTo>
                  <a:pt x="1176222" y="121334"/>
                </a:lnTo>
                <a:lnTo>
                  <a:pt x="1176616" y="120358"/>
                </a:lnTo>
                <a:lnTo>
                  <a:pt x="1177022" y="119395"/>
                </a:lnTo>
                <a:lnTo>
                  <a:pt x="1177438" y="118443"/>
                </a:lnTo>
                <a:lnTo>
                  <a:pt x="1177866" y="117503"/>
                </a:lnTo>
                <a:lnTo>
                  <a:pt x="1178304" y="116575"/>
                </a:lnTo>
                <a:lnTo>
                  <a:pt x="1178754" y="115659"/>
                </a:lnTo>
                <a:lnTo>
                  <a:pt x="1179215" y="114755"/>
                </a:lnTo>
                <a:lnTo>
                  <a:pt x="1179686" y="113862"/>
                </a:lnTo>
                <a:lnTo>
                  <a:pt x="1180169" y="112982"/>
                </a:lnTo>
                <a:lnTo>
                  <a:pt x="1180663" y="112113"/>
                </a:lnTo>
                <a:lnTo>
                  <a:pt x="1181168" y="111256"/>
                </a:lnTo>
                <a:lnTo>
                  <a:pt x="1181683" y="110411"/>
                </a:lnTo>
                <a:lnTo>
                  <a:pt x="1182210" y="109577"/>
                </a:lnTo>
                <a:lnTo>
                  <a:pt x="1182748" y="108756"/>
                </a:lnTo>
                <a:lnTo>
                  <a:pt x="1183297" y="107946"/>
                </a:lnTo>
                <a:lnTo>
                  <a:pt x="1183857" y="107148"/>
                </a:lnTo>
                <a:lnTo>
                  <a:pt x="1184428" y="106362"/>
                </a:lnTo>
                <a:lnTo>
                  <a:pt x="1185010" y="105588"/>
                </a:lnTo>
                <a:lnTo>
                  <a:pt x="1185602" y="104827"/>
                </a:lnTo>
                <a:lnTo>
                  <a:pt x="1186203" y="104081"/>
                </a:lnTo>
                <a:lnTo>
                  <a:pt x="1186814" y="103350"/>
                </a:lnTo>
                <a:lnTo>
                  <a:pt x="1187435" y="102634"/>
                </a:lnTo>
                <a:lnTo>
                  <a:pt x="1188065" y="101932"/>
                </a:lnTo>
                <a:lnTo>
                  <a:pt x="1188704" y="101245"/>
                </a:lnTo>
                <a:lnTo>
                  <a:pt x="1189352" y="100573"/>
                </a:lnTo>
                <a:lnTo>
                  <a:pt x="1190011" y="99916"/>
                </a:lnTo>
                <a:lnTo>
                  <a:pt x="1190678" y="99273"/>
                </a:lnTo>
                <a:lnTo>
                  <a:pt x="1191355" y="98646"/>
                </a:lnTo>
                <a:lnTo>
                  <a:pt x="1192041" y="98033"/>
                </a:lnTo>
                <a:lnTo>
                  <a:pt x="1192737" y="97435"/>
                </a:lnTo>
                <a:lnTo>
                  <a:pt x="1193442" y="96852"/>
                </a:lnTo>
                <a:lnTo>
                  <a:pt x="1194157" y="96283"/>
                </a:lnTo>
                <a:lnTo>
                  <a:pt x="1194881" y="95729"/>
                </a:lnTo>
                <a:lnTo>
                  <a:pt x="1195614" y="95190"/>
                </a:lnTo>
                <a:lnTo>
                  <a:pt x="1196357" y="94666"/>
                </a:lnTo>
                <a:lnTo>
                  <a:pt x="1197109" y="94157"/>
                </a:lnTo>
                <a:lnTo>
                  <a:pt x="1197871" y="93662"/>
                </a:lnTo>
                <a:lnTo>
                  <a:pt x="1198642" y="93183"/>
                </a:lnTo>
                <a:lnTo>
                  <a:pt x="1199422" y="92718"/>
                </a:lnTo>
                <a:lnTo>
                  <a:pt x="1200212" y="92268"/>
                </a:lnTo>
                <a:lnTo>
                  <a:pt x="1201011" y="91832"/>
                </a:lnTo>
                <a:lnTo>
                  <a:pt x="1201820" y="91412"/>
                </a:lnTo>
                <a:lnTo>
                  <a:pt x="1202637" y="91007"/>
                </a:lnTo>
                <a:lnTo>
                  <a:pt x="1203462" y="90620"/>
                </a:lnTo>
                <a:lnTo>
                  <a:pt x="1204294" y="90250"/>
                </a:lnTo>
                <a:lnTo>
                  <a:pt x="1205134" y="89897"/>
                </a:lnTo>
                <a:lnTo>
                  <a:pt x="1205981" y="89561"/>
                </a:lnTo>
                <a:lnTo>
                  <a:pt x="1206836" y="89243"/>
                </a:lnTo>
                <a:lnTo>
                  <a:pt x="1207698" y="88941"/>
                </a:lnTo>
                <a:lnTo>
                  <a:pt x="1208568" y="88657"/>
                </a:lnTo>
                <a:lnTo>
                  <a:pt x="1209446" y="88390"/>
                </a:lnTo>
                <a:lnTo>
                  <a:pt x="1210331" y="88141"/>
                </a:lnTo>
                <a:lnTo>
                  <a:pt x="1211223" y="87908"/>
                </a:lnTo>
                <a:lnTo>
                  <a:pt x="1212123" y="87693"/>
                </a:lnTo>
                <a:lnTo>
                  <a:pt x="1213031" y="87495"/>
                </a:lnTo>
                <a:lnTo>
                  <a:pt x="1213946" y="87315"/>
                </a:lnTo>
                <a:lnTo>
                  <a:pt x="1214869" y="87151"/>
                </a:lnTo>
                <a:lnTo>
                  <a:pt x="1215799" y="87005"/>
                </a:lnTo>
                <a:lnTo>
                  <a:pt x="1216736" y="86876"/>
                </a:lnTo>
                <a:lnTo>
                  <a:pt x="1217682" y="86764"/>
                </a:lnTo>
                <a:lnTo>
                  <a:pt x="1218634" y="86669"/>
                </a:lnTo>
                <a:lnTo>
                  <a:pt x="1219595" y="86592"/>
                </a:lnTo>
                <a:lnTo>
                  <a:pt x="1220562" y="86531"/>
                </a:lnTo>
                <a:lnTo>
                  <a:pt x="1221538" y="86488"/>
                </a:lnTo>
                <a:lnTo>
                  <a:pt x="1222521" y="86462"/>
                </a:lnTo>
                <a:lnTo>
                  <a:pt x="1223511" y="86454"/>
                </a:lnTo>
                <a:lnTo>
                  <a:pt x="1224819" y="86467"/>
                </a:lnTo>
                <a:lnTo>
                  <a:pt x="1226108" y="86507"/>
                </a:lnTo>
                <a:lnTo>
                  <a:pt x="1227378" y="86575"/>
                </a:lnTo>
                <a:lnTo>
                  <a:pt x="1228630" y="86668"/>
                </a:lnTo>
                <a:lnTo>
                  <a:pt x="1229864" y="86789"/>
                </a:lnTo>
                <a:lnTo>
                  <a:pt x="1231079" y="86937"/>
                </a:lnTo>
                <a:lnTo>
                  <a:pt x="1232275" y="87111"/>
                </a:lnTo>
                <a:lnTo>
                  <a:pt x="1233453" y="87312"/>
                </a:lnTo>
                <a:lnTo>
                  <a:pt x="1234612" y="87540"/>
                </a:lnTo>
                <a:lnTo>
                  <a:pt x="1235752" y="87795"/>
                </a:lnTo>
                <a:lnTo>
                  <a:pt x="1236875" y="88077"/>
                </a:lnTo>
                <a:lnTo>
                  <a:pt x="1237978" y="88386"/>
                </a:lnTo>
                <a:lnTo>
                  <a:pt x="1239063" y="88721"/>
                </a:lnTo>
                <a:lnTo>
                  <a:pt x="1240129" y="89083"/>
                </a:lnTo>
                <a:lnTo>
                  <a:pt x="1241177" y="89472"/>
                </a:lnTo>
                <a:lnTo>
                  <a:pt x="1242206" y="89888"/>
                </a:lnTo>
                <a:lnTo>
                  <a:pt x="1243217" y="90331"/>
                </a:lnTo>
                <a:lnTo>
                  <a:pt x="1244209" y="90800"/>
                </a:lnTo>
                <a:lnTo>
                  <a:pt x="1245183" y="91297"/>
                </a:lnTo>
                <a:lnTo>
                  <a:pt x="1246138" y="91820"/>
                </a:lnTo>
                <a:lnTo>
                  <a:pt x="1247074" y="92370"/>
                </a:lnTo>
                <a:lnTo>
                  <a:pt x="1247992" y="92947"/>
                </a:lnTo>
                <a:lnTo>
                  <a:pt x="1248892" y="93551"/>
                </a:lnTo>
                <a:lnTo>
                  <a:pt x="1249772" y="94181"/>
                </a:lnTo>
                <a:lnTo>
                  <a:pt x="1250635" y="94833"/>
                </a:lnTo>
                <a:lnTo>
                  <a:pt x="1251480" y="95500"/>
                </a:lnTo>
                <a:lnTo>
                  <a:pt x="1252307" y="96183"/>
                </a:lnTo>
                <a:lnTo>
                  <a:pt x="1253117" y="96882"/>
                </a:lnTo>
                <a:lnTo>
                  <a:pt x="1253908" y="97597"/>
                </a:lnTo>
                <a:lnTo>
                  <a:pt x="1254682" y="98328"/>
                </a:lnTo>
                <a:lnTo>
                  <a:pt x="1255438" y="99074"/>
                </a:lnTo>
                <a:lnTo>
                  <a:pt x="1256176" y="99836"/>
                </a:lnTo>
                <a:lnTo>
                  <a:pt x="1256897" y="100614"/>
                </a:lnTo>
                <a:lnTo>
                  <a:pt x="1257600" y="101408"/>
                </a:lnTo>
                <a:lnTo>
                  <a:pt x="1258285" y="102218"/>
                </a:lnTo>
                <a:lnTo>
                  <a:pt x="1258952" y="103044"/>
                </a:lnTo>
                <a:lnTo>
                  <a:pt x="1259602" y="103885"/>
                </a:lnTo>
                <a:lnTo>
                  <a:pt x="1260234" y="104743"/>
                </a:lnTo>
                <a:lnTo>
                  <a:pt x="1260848" y="105616"/>
                </a:lnTo>
                <a:lnTo>
                  <a:pt x="1261444" y="106505"/>
                </a:lnTo>
                <a:lnTo>
                  <a:pt x="1262023" y="107410"/>
                </a:lnTo>
                <a:lnTo>
                  <a:pt x="1262584" y="108331"/>
                </a:lnTo>
                <a:lnTo>
                  <a:pt x="1263127" y="109267"/>
                </a:lnTo>
                <a:lnTo>
                  <a:pt x="1263652" y="110219"/>
                </a:lnTo>
                <a:lnTo>
                  <a:pt x="1264160" y="111188"/>
                </a:lnTo>
                <a:lnTo>
                  <a:pt x="1264649" y="112172"/>
                </a:lnTo>
                <a:lnTo>
                  <a:pt x="1265122" y="113171"/>
                </a:lnTo>
                <a:lnTo>
                  <a:pt x="1265576" y="114187"/>
                </a:lnTo>
                <a:lnTo>
                  <a:pt x="1266013" y="115214"/>
                </a:lnTo>
                <a:lnTo>
                  <a:pt x="1266432" y="116247"/>
                </a:lnTo>
                <a:lnTo>
                  <a:pt x="1266834" y="117286"/>
                </a:lnTo>
                <a:lnTo>
                  <a:pt x="1267218" y="118331"/>
                </a:lnTo>
                <a:lnTo>
                  <a:pt x="1267585" y="119382"/>
                </a:lnTo>
                <a:lnTo>
                  <a:pt x="1267934" y="120440"/>
                </a:lnTo>
                <a:lnTo>
                  <a:pt x="1268266" y="121504"/>
                </a:lnTo>
                <a:lnTo>
                  <a:pt x="1268580" y="122574"/>
                </a:lnTo>
                <a:lnTo>
                  <a:pt x="1268877" y="123650"/>
                </a:lnTo>
                <a:lnTo>
                  <a:pt x="1269156" y="124732"/>
                </a:lnTo>
                <a:lnTo>
                  <a:pt x="1269418" y="125820"/>
                </a:lnTo>
                <a:lnTo>
                  <a:pt x="1269662" y="126915"/>
                </a:lnTo>
                <a:lnTo>
                  <a:pt x="1269889" y="128016"/>
                </a:lnTo>
                <a:lnTo>
                  <a:pt x="1270099" y="129123"/>
                </a:lnTo>
                <a:lnTo>
                  <a:pt x="1270291" y="130236"/>
                </a:lnTo>
                <a:lnTo>
                  <a:pt x="1270465" y="131355"/>
                </a:lnTo>
                <a:lnTo>
                  <a:pt x="1270622" y="132480"/>
                </a:lnTo>
                <a:lnTo>
                  <a:pt x="1270761" y="133612"/>
                </a:lnTo>
                <a:lnTo>
                  <a:pt x="1270883" y="134750"/>
                </a:lnTo>
                <a:lnTo>
                  <a:pt x="1270988" y="135894"/>
                </a:lnTo>
                <a:lnTo>
                  <a:pt x="1271075" y="137044"/>
                </a:lnTo>
                <a:lnTo>
                  <a:pt x="1271144" y="138200"/>
                </a:lnTo>
                <a:lnTo>
                  <a:pt x="1271196" y="139362"/>
                </a:lnTo>
                <a:lnTo>
                  <a:pt x="1271231" y="140531"/>
                </a:lnTo>
                <a:lnTo>
                  <a:pt x="1271231" y="142540"/>
                </a:lnTo>
                <a:lnTo>
                  <a:pt x="1170951" y="142540"/>
                </a:lnTo>
                <a:lnTo>
                  <a:pt x="1171027" y="141909"/>
                </a:lnTo>
                <a:lnTo>
                  <a:pt x="1171182" y="140739"/>
                </a:lnTo>
                <a:lnTo>
                  <a:pt x="1171350" y="139579"/>
                </a:lnTo>
                <a:close/>
                <a:moveTo>
                  <a:pt x="1382204" y="228136"/>
                </a:moveTo>
                <a:lnTo>
                  <a:pt x="1381085" y="228031"/>
                </a:lnTo>
                <a:lnTo>
                  <a:pt x="1379980" y="227906"/>
                </a:lnTo>
                <a:lnTo>
                  <a:pt x="1378890" y="227763"/>
                </a:lnTo>
                <a:lnTo>
                  <a:pt x="1377815" y="227601"/>
                </a:lnTo>
                <a:lnTo>
                  <a:pt x="1376755" y="227419"/>
                </a:lnTo>
                <a:lnTo>
                  <a:pt x="1375710" y="227219"/>
                </a:lnTo>
                <a:lnTo>
                  <a:pt x="1374679" y="226999"/>
                </a:lnTo>
                <a:lnTo>
                  <a:pt x="1373663" y="226761"/>
                </a:lnTo>
                <a:lnTo>
                  <a:pt x="1372662" y="226503"/>
                </a:lnTo>
                <a:lnTo>
                  <a:pt x="1371676" y="226226"/>
                </a:lnTo>
                <a:lnTo>
                  <a:pt x="1370705" y="225930"/>
                </a:lnTo>
                <a:lnTo>
                  <a:pt x="1369748" y="225615"/>
                </a:lnTo>
                <a:lnTo>
                  <a:pt x="1368806" y="225281"/>
                </a:lnTo>
                <a:lnTo>
                  <a:pt x="1367879" y="224927"/>
                </a:lnTo>
                <a:lnTo>
                  <a:pt x="1366967" y="224555"/>
                </a:lnTo>
                <a:lnTo>
                  <a:pt x="1366069" y="224163"/>
                </a:lnTo>
                <a:lnTo>
                  <a:pt x="1365187" y="223753"/>
                </a:lnTo>
                <a:lnTo>
                  <a:pt x="1364319" y="223323"/>
                </a:lnTo>
                <a:lnTo>
                  <a:pt x="1363466" y="222874"/>
                </a:lnTo>
                <a:lnTo>
                  <a:pt x="1362627" y="222409"/>
                </a:lnTo>
                <a:lnTo>
                  <a:pt x="1361801" y="221930"/>
                </a:lnTo>
                <a:lnTo>
                  <a:pt x="1360989" y="221436"/>
                </a:lnTo>
                <a:lnTo>
                  <a:pt x="1360190" y="220929"/>
                </a:lnTo>
                <a:lnTo>
                  <a:pt x="1359405" y="220408"/>
                </a:lnTo>
                <a:lnTo>
                  <a:pt x="1358634" y="219872"/>
                </a:lnTo>
                <a:lnTo>
                  <a:pt x="1357875" y="219323"/>
                </a:lnTo>
                <a:lnTo>
                  <a:pt x="1357131" y="218760"/>
                </a:lnTo>
                <a:lnTo>
                  <a:pt x="1356399" y="218183"/>
                </a:lnTo>
                <a:lnTo>
                  <a:pt x="1355681" y="217591"/>
                </a:lnTo>
                <a:lnTo>
                  <a:pt x="1354977" y="216986"/>
                </a:lnTo>
                <a:lnTo>
                  <a:pt x="1354286" y="216367"/>
                </a:lnTo>
                <a:lnTo>
                  <a:pt x="1353608" y="215734"/>
                </a:lnTo>
                <a:lnTo>
                  <a:pt x="1352944" y="215087"/>
                </a:lnTo>
                <a:lnTo>
                  <a:pt x="1352293" y="214425"/>
                </a:lnTo>
                <a:lnTo>
                  <a:pt x="1351656" y="213750"/>
                </a:lnTo>
                <a:lnTo>
                  <a:pt x="1351032" y="213061"/>
                </a:lnTo>
                <a:lnTo>
                  <a:pt x="1350422" y="212358"/>
                </a:lnTo>
                <a:lnTo>
                  <a:pt x="1349825" y="211641"/>
                </a:lnTo>
                <a:lnTo>
                  <a:pt x="1349242" y="210910"/>
                </a:lnTo>
                <a:lnTo>
                  <a:pt x="1348672" y="210165"/>
                </a:lnTo>
                <a:lnTo>
                  <a:pt x="1348115" y="209406"/>
                </a:lnTo>
                <a:lnTo>
                  <a:pt x="1347572" y="208633"/>
                </a:lnTo>
                <a:lnTo>
                  <a:pt x="1347043" y="207845"/>
                </a:lnTo>
                <a:lnTo>
                  <a:pt x="1346526" y="207047"/>
                </a:lnTo>
                <a:lnTo>
                  <a:pt x="1346020" y="206239"/>
                </a:lnTo>
                <a:lnTo>
                  <a:pt x="1345527" y="205422"/>
                </a:lnTo>
                <a:lnTo>
                  <a:pt x="1345046" y="204596"/>
                </a:lnTo>
                <a:lnTo>
                  <a:pt x="1344576" y="203761"/>
                </a:lnTo>
                <a:lnTo>
                  <a:pt x="1344118" y="202917"/>
                </a:lnTo>
                <a:lnTo>
                  <a:pt x="1343672" y="202063"/>
                </a:lnTo>
                <a:lnTo>
                  <a:pt x="1343238" y="201200"/>
                </a:lnTo>
                <a:lnTo>
                  <a:pt x="1342816" y="200329"/>
                </a:lnTo>
                <a:lnTo>
                  <a:pt x="1342405" y="199448"/>
                </a:lnTo>
                <a:lnTo>
                  <a:pt x="1342007" y="198558"/>
                </a:lnTo>
                <a:lnTo>
                  <a:pt x="1341620" y="197658"/>
                </a:lnTo>
                <a:lnTo>
                  <a:pt x="1341245" y="196750"/>
                </a:lnTo>
                <a:lnTo>
                  <a:pt x="1340882" y="195833"/>
                </a:lnTo>
                <a:lnTo>
                  <a:pt x="1340530" y="194906"/>
                </a:lnTo>
                <a:lnTo>
                  <a:pt x="1340191" y="193970"/>
                </a:lnTo>
                <a:lnTo>
                  <a:pt x="1339863" y="193025"/>
                </a:lnTo>
                <a:lnTo>
                  <a:pt x="1339548" y="192071"/>
                </a:lnTo>
                <a:lnTo>
                  <a:pt x="1339244" y="191108"/>
                </a:lnTo>
                <a:lnTo>
                  <a:pt x="1338951" y="190136"/>
                </a:lnTo>
                <a:lnTo>
                  <a:pt x="1338671" y="189154"/>
                </a:lnTo>
                <a:lnTo>
                  <a:pt x="1338403" y="188163"/>
                </a:lnTo>
                <a:lnTo>
                  <a:pt x="1338146" y="187164"/>
                </a:lnTo>
                <a:lnTo>
                  <a:pt x="1337901" y="186155"/>
                </a:lnTo>
                <a:lnTo>
                  <a:pt x="1337667" y="185139"/>
                </a:lnTo>
                <a:lnTo>
                  <a:pt x="1337444" y="184119"/>
                </a:lnTo>
                <a:lnTo>
                  <a:pt x="1337230" y="183096"/>
                </a:lnTo>
                <a:lnTo>
                  <a:pt x="1337026" y="182068"/>
                </a:lnTo>
                <a:lnTo>
                  <a:pt x="1336831" y="181036"/>
                </a:lnTo>
                <a:lnTo>
                  <a:pt x="1336647" y="180001"/>
                </a:lnTo>
                <a:lnTo>
                  <a:pt x="1336473" y="178961"/>
                </a:lnTo>
                <a:lnTo>
                  <a:pt x="1336309" y="177917"/>
                </a:lnTo>
                <a:lnTo>
                  <a:pt x="1336155" y="176869"/>
                </a:lnTo>
                <a:lnTo>
                  <a:pt x="1336010" y="175817"/>
                </a:lnTo>
                <a:lnTo>
                  <a:pt x="1335876" y="174762"/>
                </a:lnTo>
                <a:lnTo>
                  <a:pt x="1335752" y="173702"/>
                </a:lnTo>
                <a:lnTo>
                  <a:pt x="1335637" y="172638"/>
                </a:lnTo>
                <a:lnTo>
                  <a:pt x="1335533" y="171570"/>
                </a:lnTo>
                <a:lnTo>
                  <a:pt x="1335438" y="170498"/>
                </a:lnTo>
                <a:lnTo>
                  <a:pt x="1335354" y="169422"/>
                </a:lnTo>
                <a:lnTo>
                  <a:pt x="1335279" y="168341"/>
                </a:lnTo>
                <a:lnTo>
                  <a:pt x="1335214" y="167257"/>
                </a:lnTo>
                <a:lnTo>
                  <a:pt x="1335159" y="166169"/>
                </a:lnTo>
                <a:lnTo>
                  <a:pt x="1335115" y="165077"/>
                </a:lnTo>
                <a:lnTo>
                  <a:pt x="1335080" y="163981"/>
                </a:lnTo>
                <a:lnTo>
                  <a:pt x="1335055" y="162880"/>
                </a:lnTo>
                <a:lnTo>
                  <a:pt x="1335040" y="161776"/>
                </a:lnTo>
                <a:lnTo>
                  <a:pt x="1335035" y="160668"/>
                </a:lnTo>
                <a:lnTo>
                  <a:pt x="1335035" y="154160"/>
                </a:lnTo>
                <a:lnTo>
                  <a:pt x="1335040" y="153052"/>
                </a:lnTo>
                <a:lnTo>
                  <a:pt x="1335055" y="151948"/>
                </a:lnTo>
                <a:lnTo>
                  <a:pt x="1335080" y="150848"/>
                </a:lnTo>
                <a:lnTo>
                  <a:pt x="1335115" y="149751"/>
                </a:lnTo>
                <a:lnTo>
                  <a:pt x="1335159" y="148659"/>
                </a:lnTo>
                <a:lnTo>
                  <a:pt x="1335214" y="147571"/>
                </a:lnTo>
                <a:lnTo>
                  <a:pt x="1335279" y="146487"/>
                </a:lnTo>
                <a:lnTo>
                  <a:pt x="1335354" y="145407"/>
                </a:lnTo>
                <a:lnTo>
                  <a:pt x="1335438" y="144331"/>
                </a:lnTo>
                <a:lnTo>
                  <a:pt x="1335533" y="143259"/>
                </a:lnTo>
                <a:lnTo>
                  <a:pt x="1335637" y="142191"/>
                </a:lnTo>
                <a:lnTo>
                  <a:pt x="1335752" y="141127"/>
                </a:lnTo>
                <a:lnTo>
                  <a:pt x="1335876" y="140067"/>
                </a:lnTo>
                <a:lnTo>
                  <a:pt x="1336010" y="139011"/>
                </a:lnTo>
                <a:lnTo>
                  <a:pt x="1336155" y="137959"/>
                </a:lnTo>
                <a:lnTo>
                  <a:pt x="1336309" y="136911"/>
                </a:lnTo>
                <a:lnTo>
                  <a:pt x="1336473" y="135867"/>
                </a:lnTo>
                <a:lnTo>
                  <a:pt x="1336647" y="134827"/>
                </a:lnTo>
                <a:lnTo>
                  <a:pt x="1336831" y="133792"/>
                </a:lnTo>
                <a:lnTo>
                  <a:pt x="1337026" y="132760"/>
                </a:lnTo>
                <a:lnTo>
                  <a:pt x="1337230" y="131732"/>
                </a:lnTo>
                <a:lnTo>
                  <a:pt x="1337444" y="130709"/>
                </a:lnTo>
                <a:lnTo>
                  <a:pt x="1337667" y="129689"/>
                </a:lnTo>
                <a:lnTo>
                  <a:pt x="1337901" y="128674"/>
                </a:lnTo>
                <a:lnTo>
                  <a:pt x="1338146" y="127665"/>
                </a:lnTo>
                <a:lnTo>
                  <a:pt x="1338403" y="126665"/>
                </a:lnTo>
                <a:lnTo>
                  <a:pt x="1338671" y="125674"/>
                </a:lnTo>
                <a:lnTo>
                  <a:pt x="1338951" y="124693"/>
                </a:lnTo>
                <a:lnTo>
                  <a:pt x="1339244" y="123720"/>
                </a:lnTo>
                <a:lnTo>
                  <a:pt x="1339548" y="122757"/>
                </a:lnTo>
                <a:lnTo>
                  <a:pt x="1339863" y="121803"/>
                </a:lnTo>
                <a:lnTo>
                  <a:pt x="1340191" y="120858"/>
                </a:lnTo>
                <a:lnTo>
                  <a:pt x="1340530" y="119922"/>
                </a:lnTo>
                <a:lnTo>
                  <a:pt x="1340882" y="118996"/>
                </a:lnTo>
                <a:lnTo>
                  <a:pt x="1341245" y="118078"/>
                </a:lnTo>
                <a:lnTo>
                  <a:pt x="1341620" y="117170"/>
                </a:lnTo>
                <a:lnTo>
                  <a:pt x="1342007" y="116270"/>
                </a:lnTo>
                <a:lnTo>
                  <a:pt x="1342405" y="115380"/>
                </a:lnTo>
                <a:lnTo>
                  <a:pt x="1342816" y="114499"/>
                </a:lnTo>
                <a:lnTo>
                  <a:pt x="1343238" y="113628"/>
                </a:lnTo>
                <a:lnTo>
                  <a:pt x="1343672" y="112765"/>
                </a:lnTo>
                <a:lnTo>
                  <a:pt x="1344118" y="111912"/>
                </a:lnTo>
                <a:lnTo>
                  <a:pt x="1344576" y="111067"/>
                </a:lnTo>
                <a:lnTo>
                  <a:pt x="1345046" y="110232"/>
                </a:lnTo>
                <a:lnTo>
                  <a:pt x="1345527" y="109406"/>
                </a:lnTo>
                <a:lnTo>
                  <a:pt x="1346020" y="108589"/>
                </a:lnTo>
                <a:lnTo>
                  <a:pt x="1346526" y="107781"/>
                </a:lnTo>
                <a:lnTo>
                  <a:pt x="1347043" y="106983"/>
                </a:lnTo>
                <a:lnTo>
                  <a:pt x="1347572" y="106196"/>
                </a:lnTo>
                <a:lnTo>
                  <a:pt x="1348115" y="105423"/>
                </a:lnTo>
                <a:lnTo>
                  <a:pt x="1348672" y="104664"/>
                </a:lnTo>
                <a:lnTo>
                  <a:pt x="1349242" y="103918"/>
                </a:lnTo>
                <a:lnTo>
                  <a:pt x="1349825" y="103187"/>
                </a:lnTo>
                <a:lnTo>
                  <a:pt x="1350422" y="102470"/>
                </a:lnTo>
                <a:lnTo>
                  <a:pt x="1351032" y="101767"/>
                </a:lnTo>
                <a:lnTo>
                  <a:pt x="1351656" y="101078"/>
                </a:lnTo>
                <a:lnTo>
                  <a:pt x="1352293" y="100403"/>
                </a:lnTo>
                <a:lnTo>
                  <a:pt x="1352944" y="99742"/>
                </a:lnTo>
                <a:lnTo>
                  <a:pt x="1353608" y="99094"/>
                </a:lnTo>
                <a:lnTo>
                  <a:pt x="1354286" y="98461"/>
                </a:lnTo>
                <a:lnTo>
                  <a:pt x="1354977" y="97842"/>
                </a:lnTo>
                <a:lnTo>
                  <a:pt x="1355681" y="97237"/>
                </a:lnTo>
                <a:lnTo>
                  <a:pt x="1356399" y="96646"/>
                </a:lnTo>
                <a:lnTo>
                  <a:pt x="1357131" y="96068"/>
                </a:lnTo>
                <a:lnTo>
                  <a:pt x="1357875" y="95505"/>
                </a:lnTo>
                <a:lnTo>
                  <a:pt x="1358634" y="94956"/>
                </a:lnTo>
                <a:lnTo>
                  <a:pt x="1359405" y="94421"/>
                </a:lnTo>
                <a:lnTo>
                  <a:pt x="1360190" y="93899"/>
                </a:lnTo>
                <a:lnTo>
                  <a:pt x="1360989" y="93392"/>
                </a:lnTo>
                <a:lnTo>
                  <a:pt x="1361801" y="92899"/>
                </a:lnTo>
                <a:lnTo>
                  <a:pt x="1362627" y="92419"/>
                </a:lnTo>
                <a:lnTo>
                  <a:pt x="1363466" y="91954"/>
                </a:lnTo>
                <a:lnTo>
                  <a:pt x="1364318" y="91505"/>
                </a:lnTo>
                <a:lnTo>
                  <a:pt x="1365186" y="91075"/>
                </a:lnTo>
                <a:lnTo>
                  <a:pt x="1366067" y="90665"/>
                </a:lnTo>
                <a:lnTo>
                  <a:pt x="1366962" y="90273"/>
                </a:lnTo>
                <a:lnTo>
                  <a:pt x="1367872" y="89901"/>
                </a:lnTo>
                <a:lnTo>
                  <a:pt x="1368796" y="89548"/>
                </a:lnTo>
                <a:lnTo>
                  <a:pt x="1369735" y="89213"/>
                </a:lnTo>
                <a:lnTo>
                  <a:pt x="1370687" y="88898"/>
                </a:lnTo>
                <a:lnTo>
                  <a:pt x="1371654" y="88602"/>
                </a:lnTo>
                <a:lnTo>
                  <a:pt x="1372635" y="88325"/>
                </a:lnTo>
                <a:lnTo>
                  <a:pt x="1373631" y="88068"/>
                </a:lnTo>
                <a:lnTo>
                  <a:pt x="1374640" y="87829"/>
                </a:lnTo>
                <a:lnTo>
                  <a:pt x="1375664" y="87609"/>
                </a:lnTo>
                <a:lnTo>
                  <a:pt x="1376702" y="87409"/>
                </a:lnTo>
                <a:lnTo>
                  <a:pt x="1377755" y="87227"/>
                </a:lnTo>
                <a:lnTo>
                  <a:pt x="1378821" y="87065"/>
                </a:lnTo>
                <a:lnTo>
                  <a:pt x="1379902" y="86922"/>
                </a:lnTo>
                <a:lnTo>
                  <a:pt x="1380998" y="86798"/>
                </a:lnTo>
                <a:lnTo>
                  <a:pt x="1382107" y="86693"/>
                </a:lnTo>
                <a:lnTo>
                  <a:pt x="1383231" y="86607"/>
                </a:lnTo>
                <a:lnTo>
                  <a:pt x="1384369" y="86540"/>
                </a:lnTo>
                <a:lnTo>
                  <a:pt x="1385521" y="86492"/>
                </a:lnTo>
                <a:lnTo>
                  <a:pt x="1386687" y="86463"/>
                </a:lnTo>
                <a:lnTo>
                  <a:pt x="1387868" y="86454"/>
                </a:lnTo>
                <a:lnTo>
                  <a:pt x="1388910" y="86463"/>
                </a:lnTo>
                <a:lnTo>
                  <a:pt x="1389944" y="86490"/>
                </a:lnTo>
                <a:lnTo>
                  <a:pt x="1390971" y="86536"/>
                </a:lnTo>
                <a:lnTo>
                  <a:pt x="1391991" y="86600"/>
                </a:lnTo>
                <a:lnTo>
                  <a:pt x="1393003" y="86682"/>
                </a:lnTo>
                <a:lnTo>
                  <a:pt x="1394007" y="86783"/>
                </a:lnTo>
                <a:lnTo>
                  <a:pt x="1395004" y="86902"/>
                </a:lnTo>
                <a:lnTo>
                  <a:pt x="1395993" y="87039"/>
                </a:lnTo>
                <a:lnTo>
                  <a:pt x="1396975" y="87195"/>
                </a:lnTo>
                <a:lnTo>
                  <a:pt x="1397949" y="87368"/>
                </a:lnTo>
                <a:lnTo>
                  <a:pt x="1398916" y="87560"/>
                </a:lnTo>
                <a:lnTo>
                  <a:pt x="1399875" y="87771"/>
                </a:lnTo>
                <a:lnTo>
                  <a:pt x="1400827" y="87999"/>
                </a:lnTo>
                <a:lnTo>
                  <a:pt x="1401771" y="88246"/>
                </a:lnTo>
                <a:lnTo>
                  <a:pt x="1402708" y="88512"/>
                </a:lnTo>
                <a:lnTo>
                  <a:pt x="1403637" y="88795"/>
                </a:lnTo>
                <a:lnTo>
                  <a:pt x="1404558" y="89097"/>
                </a:lnTo>
                <a:lnTo>
                  <a:pt x="1405472" y="89417"/>
                </a:lnTo>
                <a:lnTo>
                  <a:pt x="1406379" y="89755"/>
                </a:lnTo>
                <a:lnTo>
                  <a:pt x="1407278" y="90112"/>
                </a:lnTo>
                <a:lnTo>
                  <a:pt x="1408169" y="90487"/>
                </a:lnTo>
                <a:lnTo>
                  <a:pt x="1409053" y="90880"/>
                </a:lnTo>
                <a:lnTo>
                  <a:pt x="1409930" y="91292"/>
                </a:lnTo>
                <a:lnTo>
                  <a:pt x="1410798" y="91722"/>
                </a:lnTo>
                <a:lnTo>
                  <a:pt x="1411656" y="92168"/>
                </a:lnTo>
                <a:lnTo>
                  <a:pt x="1412500" y="92631"/>
                </a:lnTo>
                <a:lnTo>
                  <a:pt x="1413331" y="93109"/>
                </a:lnTo>
                <a:lnTo>
                  <a:pt x="1414147" y="93602"/>
                </a:lnTo>
                <a:lnTo>
                  <a:pt x="1414949" y="94112"/>
                </a:lnTo>
                <a:lnTo>
                  <a:pt x="1415737" y="94636"/>
                </a:lnTo>
                <a:lnTo>
                  <a:pt x="1416511" y="95177"/>
                </a:lnTo>
                <a:lnTo>
                  <a:pt x="1417271" y="95733"/>
                </a:lnTo>
                <a:lnTo>
                  <a:pt x="1418017" y="96304"/>
                </a:lnTo>
                <a:lnTo>
                  <a:pt x="1418750" y="96891"/>
                </a:lnTo>
                <a:lnTo>
                  <a:pt x="1419468" y="97494"/>
                </a:lnTo>
                <a:lnTo>
                  <a:pt x="1420172" y="98113"/>
                </a:lnTo>
                <a:lnTo>
                  <a:pt x="1420862" y="98747"/>
                </a:lnTo>
                <a:lnTo>
                  <a:pt x="1421538" y="99396"/>
                </a:lnTo>
                <a:lnTo>
                  <a:pt x="1422201" y="100061"/>
                </a:lnTo>
                <a:lnTo>
                  <a:pt x="1422849" y="100742"/>
                </a:lnTo>
                <a:lnTo>
                  <a:pt x="1423483" y="101439"/>
                </a:lnTo>
                <a:lnTo>
                  <a:pt x="1424103" y="102151"/>
                </a:lnTo>
                <a:lnTo>
                  <a:pt x="1424710" y="102878"/>
                </a:lnTo>
                <a:lnTo>
                  <a:pt x="1425302" y="103621"/>
                </a:lnTo>
                <a:lnTo>
                  <a:pt x="1425880" y="104380"/>
                </a:lnTo>
                <a:lnTo>
                  <a:pt x="1426445" y="105155"/>
                </a:lnTo>
                <a:lnTo>
                  <a:pt x="1426995" y="105945"/>
                </a:lnTo>
                <a:lnTo>
                  <a:pt x="1427531" y="106750"/>
                </a:lnTo>
                <a:lnTo>
                  <a:pt x="1428051" y="107570"/>
                </a:lnTo>
                <a:lnTo>
                  <a:pt x="1428551" y="108403"/>
                </a:lnTo>
                <a:lnTo>
                  <a:pt x="1429032" y="109249"/>
                </a:lnTo>
                <a:lnTo>
                  <a:pt x="1429494" y="110107"/>
                </a:lnTo>
                <a:lnTo>
                  <a:pt x="1429936" y="110979"/>
                </a:lnTo>
                <a:lnTo>
                  <a:pt x="1430359" y="111863"/>
                </a:lnTo>
                <a:lnTo>
                  <a:pt x="1430762" y="112760"/>
                </a:lnTo>
                <a:lnTo>
                  <a:pt x="1431146" y="113671"/>
                </a:lnTo>
                <a:lnTo>
                  <a:pt x="1431511" y="114594"/>
                </a:lnTo>
                <a:lnTo>
                  <a:pt x="1431857" y="115530"/>
                </a:lnTo>
                <a:lnTo>
                  <a:pt x="1432183" y="116479"/>
                </a:lnTo>
                <a:lnTo>
                  <a:pt x="1432489" y="117441"/>
                </a:lnTo>
                <a:lnTo>
                  <a:pt x="1432777" y="118416"/>
                </a:lnTo>
                <a:lnTo>
                  <a:pt x="1433044" y="119403"/>
                </a:lnTo>
                <a:lnTo>
                  <a:pt x="1433293" y="120404"/>
                </a:lnTo>
                <a:lnTo>
                  <a:pt x="1433522" y="121417"/>
                </a:lnTo>
                <a:lnTo>
                  <a:pt x="1433732" y="122444"/>
                </a:lnTo>
                <a:lnTo>
                  <a:pt x="1433922" y="123483"/>
                </a:lnTo>
                <a:lnTo>
                  <a:pt x="1434093" y="124536"/>
                </a:lnTo>
                <a:lnTo>
                  <a:pt x="1434245" y="125601"/>
                </a:lnTo>
                <a:lnTo>
                  <a:pt x="1434378" y="126679"/>
                </a:lnTo>
                <a:lnTo>
                  <a:pt x="1434490" y="127770"/>
                </a:lnTo>
                <a:lnTo>
                  <a:pt x="1434584" y="128874"/>
                </a:lnTo>
                <a:lnTo>
                  <a:pt x="1434658" y="129991"/>
                </a:lnTo>
                <a:lnTo>
                  <a:pt x="1452476" y="129991"/>
                </a:lnTo>
                <a:lnTo>
                  <a:pt x="1452398" y="128476"/>
                </a:lnTo>
                <a:lnTo>
                  <a:pt x="1452292" y="126978"/>
                </a:lnTo>
                <a:lnTo>
                  <a:pt x="1452159" y="125497"/>
                </a:lnTo>
                <a:lnTo>
                  <a:pt x="1451998" y="124034"/>
                </a:lnTo>
                <a:lnTo>
                  <a:pt x="1451810" y="122588"/>
                </a:lnTo>
                <a:lnTo>
                  <a:pt x="1451595" y="121159"/>
                </a:lnTo>
                <a:lnTo>
                  <a:pt x="1451352" y="119748"/>
                </a:lnTo>
                <a:lnTo>
                  <a:pt x="1451081" y="118353"/>
                </a:lnTo>
                <a:lnTo>
                  <a:pt x="1450784" y="116976"/>
                </a:lnTo>
                <a:lnTo>
                  <a:pt x="1450458" y="115616"/>
                </a:lnTo>
                <a:lnTo>
                  <a:pt x="1450106" y="114273"/>
                </a:lnTo>
                <a:lnTo>
                  <a:pt x="1449726" y="112948"/>
                </a:lnTo>
                <a:lnTo>
                  <a:pt x="1449318" y="111639"/>
                </a:lnTo>
                <a:lnTo>
                  <a:pt x="1448883" y="110348"/>
                </a:lnTo>
                <a:lnTo>
                  <a:pt x="1448421" y="109074"/>
                </a:lnTo>
                <a:lnTo>
                  <a:pt x="1447931" y="107818"/>
                </a:lnTo>
                <a:lnTo>
                  <a:pt x="1447414" y="106578"/>
                </a:lnTo>
                <a:lnTo>
                  <a:pt x="1446869" y="105356"/>
                </a:lnTo>
                <a:lnTo>
                  <a:pt x="1446297" y="104151"/>
                </a:lnTo>
                <a:lnTo>
                  <a:pt x="1445697" y="102963"/>
                </a:lnTo>
                <a:lnTo>
                  <a:pt x="1445070" y="101792"/>
                </a:lnTo>
                <a:lnTo>
                  <a:pt x="1444416" y="100639"/>
                </a:lnTo>
                <a:lnTo>
                  <a:pt x="1443734" y="99503"/>
                </a:lnTo>
                <a:lnTo>
                  <a:pt x="1443025" y="98384"/>
                </a:lnTo>
                <a:lnTo>
                  <a:pt x="1442292" y="97284"/>
                </a:lnTo>
                <a:lnTo>
                  <a:pt x="1441540" y="96205"/>
                </a:lnTo>
                <a:lnTo>
                  <a:pt x="1440769" y="95147"/>
                </a:lnTo>
                <a:lnTo>
                  <a:pt x="1439978" y="94110"/>
                </a:lnTo>
                <a:lnTo>
                  <a:pt x="1439168" y="93094"/>
                </a:lnTo>
                <a:lnTo>
                  <a:pt x="1438338" y="92099"/>
                </a:lnTo>
                <a:lnTo>
                  <a:pt x="1437489" y="91125"/>
                </a:lnTo>
                <a:lnTo>
                  <a:pt x="1436621" y="90172"/>
                </a:lnTo>
                <a:lnTo>
                  <a:pt x="1435733" y="89240"/>
                </a:lnTo>
                <a:lnTo>
                  <a:pt x="1434826" y="88329"/>
                </a:lnTo>
                <a:lnTo>
                  <a:pt x="1433900" y="87439"/>
                </a:lnTo>
                <a:lnTo>
                  <a:pt x="1432954" y="86570"/>
                </a:lnTo>
                <a:lnTo>
                  <a:pt x="1431989" y="85722"/>
                </a:lnTo>
                <a:lnTo>
                  <a:pt x="1431004" y="84895"/>
                </a:lnTo>
                <a:lnTo>
                  <a:pt x="1430001" y="84089"/>
                </a:lnTo>
                <a:lnTo>
                  <a:pt x="1428977" y="83303"/>
                </a:lnTo>
                <a:lnTo>
                  <a:pt x="1427935" y="82539"/>
                </a:lnTo>
                <a:lnTo>
                  <a:pt x="1426873" y="81796"/>
                </a:lnTo>
                <a:lnTo>
                  <a:pt x="1425792" y="81074"/>
                </a:lnTo>
                <a:lnTo>
                  <a:pt x="1424691" y="80373"/>
                </a:lnTo>
                <a:lnTo>
                  <a:pt x="1423571" y="79692"/>
                </a:lnTo>
                <a:lnTo>
                  <a:pt x="1422431" y="79033"/>
                </a:lnTo>
                <a:lnTo>
                  <a:pt x="1421273" y="78395"/>
                </a:lnTo>
                <a:lnTo>
                  <a:pt x="1420094" y="77777"/>
                </a:lnTo>
                <a:lnTo>
                  <a:pt x="1418900" y="77183"/>
                </a:lnTo>
                <a:lnTo>
                  <a:pt x="1417693" y="76614"/>
                </a:lnTo>
                <a:lnTo>
                  <a:pt x="1416473" y="76071"/>
                </a:lnTo>
                <a:lnTo>
                  <a:pt x="1415240" y="75552"/>
                </a:lnTo>
                <a:lnTo>
                  <a:pt x="1413994" y="75059"/>
                </a:lnTo>
                <a:lnTo>
                  <a:pt x="1412735" y="74592"/>
                </a:lnTo>
                <a:lnTo>
                  <a:pt x="1411463" y="74149"/>
                </a:lnTo>
                <a:lnTo>
                  <a:pt x="1410179" y="73732"/>
                </a:lnTo>
                <a:lnTo>
                  <a:pt x="1408881" y="73340"/>
                </a:lnTo>
                <a:lnTo>
                  <a:pt x="1407571" y="72973"/>
                </a:lnTo>
                <a:lnTo>
                  <a:pt x="1406247" y="72632"/>
                </a:lnTo>
                <a:lnTo>
                  <a:pt x="1404911" y="72316"/>
                </a:lnTo>
                <a:lnTo>
                  <a:pt x="1403562" y="72025"/>
                </a:lnTo>
                <a:lnTo>
                  <a:pt x="1402199" y="71760"/>
                </a:lnTo>
                <a:lnTo>
                  <a:pt x="1400824" y="71520"/>
                </a:lnTo>
                <a:lnTo>
                  <a:pt x="1399436" y="71305"/>
                </a:lnTo>
                <a:lnTo>
                  <a:pt x="1398036" y="71115"/>
                </a:lnTo>
                <a:lnTo>
                  <a:pt x="1396622" y="70951"/>
                </a:lnTo>
                <a:lnTo>
                  <a:pt x="1395195" y="70812"/>
                </a:lnTo>
                <a:lnTo>
                  <a:pt x="1393755" y="70698"/>
                </a:lnTo>
                <a:lnTo>
                  <a:pt x="1392303" y="70609"/>
                </a:lnTo>
                <a:lnTo>
                  <a:pt x="1390838" y="70546"/>
                </a:lnTo>
                <a:lnTo>
                  <a:pt x="1389359" y="70508"/>
                </a:lnTo>
                <a:lnTo>
                  <a:pt x="1387868" y="70495"/>
                </a:lnTo>
                <a:lnTo>
                  <a:pt x="1386404" y="70507"/>
                </a:lnTo>
                <a:lnTo>
                  <a:pt x="1384954" y="70540"/>
                </a:lnTo>
                <a:lnTo>
                  <a:pt x="1383520" y="70595"/>
                </a:lnTo>
                <a:lnTo>
                  <a:pt x="1382101" y="70672"/>
                </a:lnTo>
                <a:lnTo>
                  <a:pt x="1380697" y="70771"/>
                </a:lnTo>
                <a:lnTo>
                  <a:pt x="1379308" y="70892"/>
                </a:lnTo>
                <a:lnTo>
                  <a:pt x="1377934" y="71036"/>
                </a:lnTo>
                <a:lnTo>
                  <a:pt x="1376575" y="71201"/>
                </a:lnTo>
                <a:lnTo>
                  <a:pt x="1375231" y="71389"/>
                </a:lnTo>
                <a:lnTo>
                  <a:pt x="1373902" y="71598"/>
                </a:lnTo>
                <a:lnTo>
                  <a:pt x="1372589" y="71830"/>
                </a:lnTo>
                <a:lnTo>
                  <a:pt x="1371290" y="72084"/>
                </a:lnTo>
                <a:lnTo>
                  <a:pt x="1370006" y="72359"/>
                </a:lnTo>
                <a:lnTo>
                  <a:pt x="1368738" y="72657"/>
                </a:lnTo>
                <a:lnTo>
                  <a:pt x="1367484" y="72977"/>
                </a:lnTo>
                <a:lnTo>
                  <a:pt x="1366246" y="73319"/>
                </a:lnTo>
                <a:lnTo>
                  <a:pt x="1365023" y="73683"/>
                </a:lnTo>
                <a:lnTo>
                  <a:pt x="1363814" y="74069"/>
                </a:lnTo>
                <a:lnTo>
                  <a:pt x="1362621" y="74477"/>
                </a:lnTo>
                <a:lnTo>
                  <a:pt x="1361443" y="74907"/>
                </a:lnTo>
                <a:lnTo>
                  <a:pt x="1360280" y="75359"/>
                </a:lnTo>
                <a:lnTo>
                  <a:pt x="1359132" y="75833"/>
                </a:lnTo>
                <a:lnTo>
                  <a:pt x="1357999" y="76329"/>
                </a:lnTo>
                <a:lnTo>
                  <a:pt x="1356881" y="76848"/>
                </a:lnTo>
                <a:lnTo>
                  <a:pt x="1355778" y="77386"/>
                </a:lnTo>
                <a:lnTo>
                  <a:pt x="1354690" y="77942"/>
                </a:lnTo>
                <a:lnTo>
                  <a:pt x="1353618" y="78515"/>
                </a:lnTo>
                <a:lnTo>
                  <a:pt x="1352560" y="79105"/>
                </a:lnTo>
                <a:lnTo>
                  <a:pt x="1351517" y="79713"/>
                </a:lnTo>
                <a:lnTo>
                  <a:pt x="1350490" y="80339"/>
                </a:lnTo>
                <a:lnTo>
                  <a:pt x="1349477" y="80982"/>
                </a:lnTo>
                <a:lnTo>
                  <a:pt x="1348480" y="81642"/>
                </a:lnTo>
                <a:lnTo>
                  <a:pt x="1347498" y="82320"/>
                </a:lnTo>
                <a:lnTo>
                  <a:pt x="1346530" y="83016"/>
                </a:lnTo>
                <a:lnTo>
                  <a:pt x="1345578" y="83729"/>
                </a:lnTo>
                <a:lnTo>
                  <a:pt x="1344641" y="84459"/>
                </a:lnTo>
                <a:lnTo>
                  <a:pt x="1343719" y="85207"/>
                </a:lnTo>
                <a:lnTo>
                  <a:pt x="1342812" y="85972"/>
                </a:lnTo>
                <a:lnTo>
                  <a:pt x="1341920" y="86755"/>
                </a:lnTo>
                <a:lnTo>
                  <a:pt x="1341043" y="87556"/>
                </a:lnTo>
                <a:lnTo>
                  <a:pt x="1340181" y="88373"/>
                </a:lnTo>
                <a:lnTo>
                  <a:pt x="1339334" y="89209"/>
                </a:lnTo>
                <a:lnTo>
                  <a:pt x="1338503" y="90062"/>
                </a:lnTo>
                <a:lnTo>
                  <a:pt x="1337686" y="90932"/>
                </a:lnTo>
                <a:lnTo>
                  <a:pt x="1336885" y="91820"/>
                </a:lnTo>
                <a:lnTo>
                  <a:pt x="1336098" y="92725"/>
                </a:lnTo>
                <a:lnTo>
                  <a:pt x="1335327" y="93648"/>
                </a:lnTo>
                <a:lnTo>
                  <a:pt x="1334570" y="94588"/>
                </a:lnTo>
                <a:lnTo>
                  <a:pt x="1333829" y="95544"/>
                </a:lnTo>
                <a:lnTo>
                  <a:pt x="1333103" y="96513"/>
                </a:lnTo>
                <a:lnTo>
                  <a:pt x="1332393" y="97495"/>
                </a:lnTo>
                <a:lnTo>
                  <a:pt x="1331697" y="98491"/>
                </a:lnTo>
                <a:lnTo>
                  <a:pt x="1331018" y="99501"/>
                </a:lnTo>
                <a:lnTo>
                  <a:pt x="1330353" y="100524"/>
                </a:lnTo>
                <a:lnTo>
                  <a:pt x="1329704" y="101560"/>
                </a:lnTo>
                <a:lnTo>
                  <a:pt x="1329070" y="102610"/>
                </a:lnTo>
                <a:lnTo>
                  <a:pt x="1328452" y="103673"/>
                </a:lnTo>
                <a:lnTo>
                  <a:pt x="1327848" y="104750"/>
                </a:lnTo>
                <a:lnTo>
                  <a:pt x="1327260" y="105840"/>
                </a:lnTo>
                <a:lnTo>
                  <a:pt x="1326688" y="106944"/>
                </a:lnTo>
                <a:lnTo>
                  <a:pt x="1326131" y="108061"/>
                </a:lnTo>
                <a:lnTo>
                  <a:pt x="1325589" y="109192"/>
                </a:lnTo>
                <a:lnTo>
                  <a:pt x="1325062" y="110336"/>
                </a:lnTo>
                <a:lnTo>
                  <a:pt x="1324551" y="111493"/>
                </a:lnTo>
                <a:lnTo>
                  <a:pt x="1324055" y="112664"/>
                </a:lnTo>
                <a:lnTo>
                  <a:pt x="1323575" y="113848"/>
                </a:lnTo>
                <a:lnTo>
                  <a:pt x="1323109" y="115046"/>
                </a:lnTo>
                <a:lnTo>
                  <a:pt x="1322660" y="116257"/>
                </a:lnTo>
                <a:lnTo>
                  <a:pt x="1322225" y="117482"/>
                </a:lnTo>
                <a:lnTo>
                  <a:pt x="1321806" y="118720"/>
                </a:lnTo>
                <a:lnTo>
                  <a:pt x="1321402" y="119972"/>
                </a:lnTo>
                <a:lnTo>
                  <a:pt x="1321013" y="121237"/>
                </a:lnTo>
                <a:lnTo>
                  <a:pt x="1320640" y="122513"/>
                </a:lnTo>
                <a:lnTo>
                  <a:pt x="1320283" y="123797"/>
                </a:lnTo>
                <a:lnTo>
                  <a:pt x="1319942" y="125090"/>
                </a:lnTo>
                <a:lnTo>
                  <a:pt x="1319617" y="126390"/>
                </a:lnTo>
                <a:lnTo>
                  <a:pt x="1319307" y="127700"/>
                </a:lnTo>
                <a:lnTo>
                  <a:pt x="1319014" y="129017"/>
                </a:lnTo>
                <a:lnTo>
                  <a:pt x="1318736" y="130343"/>
                </a:lnTo>
                <a:lnTo>
                  <a:pt x="1318474" y="131678"/>
                </a:lnTo>
                <a:lnTo>
                  <a:pt x="1318228" y="133020"/>
                </a:lnTo>
                <a:lnTo>
                  <a:pt x="1317998" y="134371"/>
                </a:lnTo>
                <a:lnTo>
                  <a:pt x="1317784" y="135731"/>
                </a:lnTo>
                <a:lnTo>
                  <a:pt x="1317585" y="137098"/>
                </a:lnTo>
                <a:lnTo>
                  <a:pt x="1317403" y="138474"/>
                </a:lnTo>
                <a:lnTo>
                  <a:pt x="1317236" y="139859"/>
                </a:lnTo>
                <a:lnTo>
                  <a:pt x="1317086" y="141251"/>
                </a:lnTo>
                <a:lnTo>
                  <a:pt x="1316951" y="142652"/>
                </a:lnTo>
                <a:lnTo>
                  <a:pt x="1316832" y="144062"/>
                </a:lnTo>
                <a:lnTo>
                  <a:pt x="1316728" y="145479"/>
                </a:lnTo>
                <a:lnTo>
                  <a:pt x="1316641" y="146905"/>
                </a:lnTo>
                <a:lnTo>
                  <a:pt x="1316570" y="148340"/>
                </a:lnTo>
                <a:lnTo>
                  <a:pt x="1316514" y="149782"/>
                </a:lnTo>
                <a:lnTo>
                  <a:pt x="1316475" y="151233"/>
                </a:lnTo>
                <a:lnTo>
                  <a:pt x="1316451" y="152693"/>
                </a:lnTo>
                <a:lnTo>
                  <a:pt x="1316443" y="154160"/>
                </a:lnTo>
                <a:lnTo>
                  <a:pt x="1316443" y="160668"/>
                </a:lnTo>
                <a:lnTo>
                  <a:pt x="1316451" y="162135"/>
                </a:lnTo>
                <a:lnTo>
                  <a:pt x="1316475" y="163594"/>
                </a:lnTo>
                <a:lnTo>
                  <a:pt x="1316514" y="165045"/>
                </a:lnTo>
                <a:lnTo>
                  <a:pt x="1316570" y="166486"/>
                </a:lnTo>
                <a:lnTo>
                  <a:pt x="1316641" y="167920"/>
                </a:lnTo>
                <a:lnTo>
                  <a:pt x="1316728" y="169344"/>
                </a:lnTo>
                <a:lnTo>
                  <a:pt x="1316832" y="170760"/>
                </a:lnTo>
                <a:lnTo>
                  <a:pt x="1316951" y="172167"/>
                </a:lnTo>
                <a:lnTo>
                  <a:pt x="1317086" y="173566"/>
                </a:lnTo>
                <a:lnTo>
                  <a:pt x="1317236" y="174956"/>
                </a:lnTo>
                <a:lnTo>
                  <a:pt x="1317403" y="176338"/>
                </a:lnTo>
                <a:lnTo>
                  <a:pt x="1317585" y="177711"/>
                </a:lnTo>
                <a:lnTo>
                  <a:pt x="1317784" y="179075"/>
                </a:lnTo>
                <a:lnTo>
                  <a:pt x="1317998" y="180431"/>
                </a:lnTo>
                <a:lnTo>
                  <a:pt x="1318228" y="181778"/>
                </a:lnTo>
                <a:lnTo>
                  <a:pt x="1318474" y="183116"/>
                </a:lnTo>
                <a:lnTo>
                  <a:pt x="1318736" y="184446"/>
                </a:lnTo>
                <a:lnTo>
                  <a:pt x="1319014" y="185767"/>
                </a:lnTo>
                <a:lnTo>
                  <a:pt x="1319307" y="187080"/>
                </a:lnTo>
                <a:lnTo>
                  <a:pt x="1319617" y="188384"/>
                </a:lnTo>
                <a:lnTo>
                  <a:pt x="1319942" y="189679"/>
                </a:lnTo>
                <a:lnTo>
                  <a:pt x="1320283" y="190966"/>
                </a:lnTo>
                <a:lnTo>
                  <a:pt x="1320640" y="192244"/>
                </a:lnTo>
                <a:lnTo>
                  <a:pt x="1321013" y="193514"/>
                </a:lnTo>
                <a:lnTo>
                  <a:pt x="1321402" y="194773"/>
                </a:lnTo>
                <a:lnTo>
                  <a:pt x="1321806" y="196018"/>
                </a:lnTo>
                <a:lnTo>
                  <a:pt x="1322225" y="197251"/>
                </a:lnTo>
                <a:lnTo>
                  <a:pt x="1322660" y="198470"/>
                </a:lnTo>
                <a:lnTo>
                  <a:pt x="1323109" y="199676"/>
                </a:lnTo>
                <a:lnTo>
                  <a:pt x="1323575" y="200869"/>
                </a:lnTo>
                <a:lnTo>
                  <a:pt x="1324055" y="202048"/>
                </a:lnTo>
                <a:lnTo>
                  <a:pt x="1324551" y="203215"/>
                </a:lnTo>
                <a:lnTo>
                  <a:pt x="1325062" y="204368"/>
                </a:lnTo>
                <a:lnTo>
                  <a:pt x="1325589" y="205508"/>
                </a:lnTo>
                <a:lnTo>
                  <a:pt x="1326131" y="206635"/>
                </a:lnTo>
                <a:lnTo>
                  <a:pt x="1326688" y="207749"/>
                </a:lnTo>
                <a:lnTo>
                  <a:pt x="1327260" y="208849"/>
                </a:lnTo>
                <a:lnTo>
                  <a:pt x="1327848" y="209937"/>
                </a:lnTo>
                <a:lnTo>
                  <a:pt x="1328452" y="211011"/>
                </a:lnTo>
                <a:lnTo>
                  <a:pt x="1329070" y="212072"/>
                </a:lnTo>
                <a:lnTo>
                  <a:pt x="1329704" y="213120"/>
                </a:lnTo>
                <a:lnTo>
                  <a:pt x="1330353" y="214154"/>
                </a:lnTo>
                <a:lnTo>
                  <a:pt x="1331018" y="215176"/>
                </a:lnTo>
                <a:lnTo>
                  <a:pt x="1331697" y="216184"/>
                </a:lnTo>
                <a:lnTo>
                  <a:pt x="1332393" y="217179"/>
                </a:lnTo>
                <a:lnTo>
                  <a:pt x="1333103" y="218161"/>
                </a:lnTo>
                <a:lnTo>
                  <a:pt x="1333829" y="219130"/>
                </a:lnTo>
                <a:lnTo>
                  <a:pt x="1334570" y="220085"/>
                </a:lnTo>
                <a:lnTo>
                  <a:pt x="1335327" y="221026"/>
                </a:lnTo>
                <a:lnTo>
                  <a:pt x="1336099" y="221949"/>
                </a:lnTo>
                <a:lnTo>
                  <a:pt x="1336886" y="222855"/>
                </a:lnTo>
                <a:lnTo>
                  <a:pt x="1337688" y="223744"/>
                </a:lnTo>
                <a:lnTo>
                  <a:pt x="1338506" y="224615"/>
                </a:lnTo>
                <a:lnTo>
                  <a:pt x="1339339" y="225469"/>
                </a:lnTo>
                <a:lnTo>
                  <a:pt x="1340188" y="226306"/>
                </a:lnTo>
                <a:lnTo>
                  <a:pt x="1341052" y="227126"/>
                </a:lnTo>
                <a:lnTo>
                  <a:pt x="1341931" y="227929"/>
                </a:lnTo>
                <a:lnTo>
                  <a:pt x="1342825" y="228714"/>
                </a:lnTo>
                <a:lnTo>
                  <a:pt x="1343735" y="229483"/>
                </a:lnTo>
                <a:lnTo>
                  <a:pt x="1344660" y="230234"/>
                </a:lnTo>
                <a:lnTo>
                  <a:pt x="1345601" y="230967"/>
                </a:lnTo>
                <a:lnTo>
                  <a:pt x="1346557" y="231684"/>
                </a:lnTo>
                <a:lnTo>
                  <a:pt x="1347528" y="232383"/>
                </a:lnTo>
                <a:lnTo>
                  <a:pt x="1348514" y="233065"/>
                </a:lnTo>
                <a:lnTo>
                  <a:pt x="1349516" y="233730"/>
                </a:lnTo>
                <a:lnTo>
                  <a:pt x="1350533" y="234378"/>
                </a:lnTo>
                <a:lnTo>
                  <a:pt x="1351566" y="235009"/>
                </a:lnTo>
                <a:lnTo>
                  <a:pt x="1352614" y="235622"/>
                </a:lnTo>
                <a:lnTo>
                  <a:pt x="1353677" y="236218"/>
                </a:lnTo>
                <a:lnTo>
                  <a:pt x="1354755" y="236797"/>
                </a:lnTo>
                <a:lnTo>
                  <a:pt x="1355849" y="237358"/>
                </a:lnTo>
                <a:lnTo>
                  <a:pt x="1356958" y="237903"/>
                </a:lnTo>
                <a:lnTo>
                  <a:pt x="1358083" y="238428"/>
                </a:lnTo>
                <a:lnTo>
                  <a:pt x="1359222" y="238930"/>
                </a:lnTo>
                <a:lnTo>
                  <a:pt x="1360375" y="239410"/>
                </a:lnTo>
                <a:lnTo>
                  <a:pt x="1361544" y="239868"/>
                </a:lnTo>
                <a:lnTo>
                  <a:pt x="1362727" y="240303"/>
                </a:lnTo>
                <a:lnTo>
                  <a:pt x="1363926" y="240716"/>
                </a:lnTo>
                <a:lnTo>
                  <a:pt x="1365139" y="241107"/>
                </a:lnTo>
                <a:lnTo>
                  <a:pt x="1366366" y="241475"/>
                </a:lnTo>
                <a:lnTo>
                  <a:pt x="1367609" y="241821"/>
                </a:lnTo>
                <a:lnTo>
                  <a:pt x="1368866" y="242145"/>
                </a:lnTo>
                <a:lnTo>
                  <a:pt x="1370138" y="242446"/>
                </a:lnTo>
                <a:lnTo>
                  <a:pt x="1371425" y="242725"/>
                </a:lnTo>
                <a:lnTo>
                  <a:pt x="1372727" y="242982"/>
                </a:lnTo>
                <a:lnTo>
                  <a:pt x="1374044" y="243216"/>
                </a:lnTo>
                <a:lnTo>
                  <a:pt x="1375375" y="243429"/>
                </a:lnTo>
                <a:lnTo>
                  <a:pt x="1376721" y="243618"/>
                </a:lnTo>
                <a:lnTo>
                  <a:pt x="1378082" y="243786"/>
                </a:lnTo>
                <a:lnTo>
                  <a:pt x="1379458" y="243931"/>
                </a:lnTo>
                <a:lnTo>
                  <a:pt x="1380848" y="244054"/>
                </a:lnTo>
                <a:lnTo>
                  <a:pt x="1382254" y="244154"/>
                </a:lnTo>
                <a:lnTo>
                  <a:pt x="1383674" y="244232"/>
                </a:lnTo>
                <a:lnTo>
                  <a:pt x="1385109" y="244288"/>
                </a:lnTo>
                <a:lnTo>
                  <a:pt x="1386558" y="244322"/>
                </a:lnTo>
                <a:lnTo>
                  <a:pt x="1388023" y="244333"/>
                </a:lnTo>
                <a:lnTo>
                  <a:pt x="1389438" y="244320"/>
                </a:lnTo>
                <a:lnTo>
                  <a:pt x="1390845" y="244283"/>
                </a:lnTo>
                <a:lnTo>
                  <a:pt x="1392241" y="244221"/>
                </a:lnTo>
                <a:lnTo>
                  <a:pt x="1393629" y="244134"/>
                </a:lnTo>
                <a:lnTo>
                  <a:pt x="1395006" y="244023"/>
                </a:lnTo>
                <a:lnTo>
                  <a:pt x="1396375" y="243886"/>
                </a:lnTo>
                <a:lnTo>
                  <a:pt x="1397734" y="243725"/>
                </a:lnTo>
                <a:lnTo>
                  <a:pt x="1399084" y="243539"/>
                </a:lnTo>
                <a:lnTo>
                  <a:pt x="1400424" y="243328"/>
                </a:lnTo>
                <a:lnTo>
                  <a:pt x="1401755" y="243092"/>
                </a:lnTo>
                <a:lnTo>
                  <a:pt x="1403076" y="242831"/>
                </a:lnTo>
                <a:lnTo>
                  <a:pt x="1404388" y="242546"/>
                </a:lnTo>
                <a:lnTo>
                  <a:pt x="1405690" y="242236"/>
                </a:lnTo>
                <a:lnTo>
                  <a:pt x="1406984" y="241901"/>
                </a:lnTo>
                <a:lnTo>
                  <a:pt x="1408267" y="241541"/>
                </a:lnTo>
                <a:lnTo>
                  <a:pt x="1409542" y="241157"/>
                </a:lnTo>
                <a:lnTo>
                  <a:pt x="1410807" y="240747"/>
                </a:lnTo>
                <a:lnTo>
                  <a:pt x="1412062" y="240313"/>
                </a:lnTo>
                <a:lnTo>
                  <a:pt x="1413308" y="239854"/>
                </a:lnTo>
                <a:lnTo>
                  <a:pt x="1414545" y="239370"/>
                </a:lnTo>
                <a:lnTo>
                  <a:pt x="1415772" y="238861"/>
                </a:lnTo>
                <a:lnTo>
                  <a:pt x="1416990" y="238328"/>
                </a:lnTo>
                <a:lnTo>
                  <a:pt x="1418198" y="237769"/>
                </a:lnTo>
                <a:lnTo>
                  <a:pt x="1419397" y="237186"/>
                </a:lnTo>
                <a:lnTo>
                  <a:pt x="1420582" y="236582"/>
                </a:lnTo>
                <a:lnTo>
                  <a:pt x="1421749" y="235959"/>
                </a:lnTo>
                <a:lnTo>
                  <a:pt x="1422897" y="235317"/>
                </a:lnTo>
                <a:lnTo>
                  <a:pt x="1424026" y="234657"/>
                </a:lnTo>
                <a:lnTo>
                  <a:pt x="1425137" y="233979"/>
                </a:lnTo>
                <a:lnTo>
                  <a:pt x="1426229" y="233283"/>
                </a:lnTo>
                <a:lnTo>
                  <a:pt x="1427303" y="232568"/>
                </a:lnTo>
                <a:lnTo>
                  <a:pt x="1428358" y="231835"/>
                </a:lnTo>
                <a:lnTo>
                  <a:pt x="1429394" y="231084"/>
                </a:lnTo>
                <a:lnTo>
                  <a:pt x="1430412" y="230314"/>
                </a:lnTo>
                <a:lnTo>
                  <a:pt x="1431412" y="229526"/>
                </a:lnTo>
                <a:lnTo>
                  <a:pt x="1432392" y="228719"/>
                </a:lnTo>
                <a:lnTo>
                  <a:pt x="1433355" y="227895"/>
                </a:lnTo>
                <a:lnTo>
                  <a:pt x="1434298" y="227051"/>
                </a:lnTo>
                <a:lnTo>
                  <a:pt x="1435224" y="226190"/>
                </a:lnTo>
                <a:lnTo>
                  <a:pt x="1436130" y="225310"/>
                </a:lnTo>
                <a:lnTo>
                  <a:pt x="1437018" y="224412"/>
                </a:lnTo>
                <a:lnTo>
                  <a:pt x="1437888" y="223495"/>
                </a:lnTo>
                <a:lnTo>
                  <a:pt x="1438739" y="222561"/>
                </a:lnTo>
                <a:lnTo>
                  <a:pt x="1439571" y="221607"/>
                </a:lnTo>
                <a:lnTo>
                  <a:pt x="1440385" y="220636"/>
                </a:lnTo>
                <a:lnTo>
                  <a:pt x="1441180" y="219646"/>
                </a:lnTo>
                <a:lnTo>
                  <a:pt x="1441957" y="218638"/>
                </a:lnTo>
                <a:lnTo>
                  <a:pt x="1442715" y="217611"/>
                </a:lnTo>
                <a:lnTo>
                  <a:pt x="1443450" y="216569"/>
                </a:lnTo>
                <a:lnTo>
                  <a:pt x="1444156" y="215514"/>
                </a:lnTo>
                <a:lnTo>
                  <a:pt x="1444833" y="214447"/>
                </a:lnTo>
                <a:lnTo>
                  <a:pt x="1445482" y="213368"/>
                </a:lnTo>
                <a:lnTo>
                  <a:pt x="1446103" y="212276"/>
                </a:lnTo>
                <a:lnTo>
                  <a:pt x="1446695" y="211171"/>
                </a:lnTo>
                <a:lnTo>
                  <a:pt x="1447258" y="210055"/>
                </a:lnTo>
                <a:lnTo>
                  <a:pt x="1447793" y="208926"/>
                </a:lnTo>
                <a:lnTo>
                  <a:pt x="1448300" y="207784"/>
                </a:lnTo>
                <a:lnTo>
                  <a:pt x="1448778" y="206630"/>
                </a:lnTo>
                <a:lnTo>
                  <a:pt x="1449227" y="205464"/>
                </a:lnTo>
                <a:lnTo>
                  <a:pt x="1449648" y="204286"/>
                </a:lnTo>
                <a:lnTo>
                  <a:pt x="1450041" y="203095"/>
                </a:lnTo>
                <a:lnTo>
                  <a:pt x="1450405" y="201891"/>
                </a:lnTo>
                <a:lnTo>
                  <a:pt x="1450740" y="200675"/>
                </a:lnTo>
                <a:lnTo>
                  <a:pt x="1451047" y="199447"/>
                </a:lnTo>
                <a:lnTo>
                  <a:pt x="1451325" y="198207"/>
                </a:lnTo>
                <a:lnTo>
                  <a:pt x="1451575" y="196954"/>
                </a:lnTo>
                <a:lnTo>
                  <a:pt x="1451797" y="195688"/>
                </a:lnTo>
                <a:lnTo>
                  <a:pt x="1451990" y="194411"/>
                </a:lnTo>
                <a:lnTo>
                  <a:pt x="1452154" y="193121"/>
                </a:lnTo>
                <a:lnTo>
                  <a:pt x="1452290" y="191818"/>
                </a:lnTo>
                <a:lnTo>
                  <a:pt x="1452397" y="190503"/>
                </a:lnTo>
                <a:lnTo>
                  <a:pt x="1452476" y="189176"/>
                </a:lnTo>
                <a:lnTo>
                  <a:pt x="1434658" y="189176"/>
                </a:lnTo>
                <a:lnTo>
                  <a:pt x="1434571" y="190232"/>
                </a:lnTo>
                <a:lnTo>
                  <a:pt x="1434463" y="191273"/>
                </a:lnTo>
                <a:lnTo>
                  <a:pt x="1434335" y="192301"/>
                </a:lnTo>
                <a:lnTo>
                  <a:pt x="1434187" y="193315"/>
                </a:lnTo>
                <a:lnTo>
                  <a:pt x="1434019" y="194314"/>
                </a:lnTo>
                <a:lnTo>
                  <a:pt x="1433830" y="195300"/>
                </a:lnTo>
                <a:lnTo>
                  <a:pt x="1433622" y="196272"/>
                </a:lnTo>
                <a:lnTo>
                  <a:pt x="1433393" y="197229"/>
                </a:lnTo>
                <a:lnTo>
                  <a:pt x="1433144" y="198173"/>
                </a:lnTo>
                <a:lnTo>
                  <a:pt x="1432875" y="199102"/>
                </a:lnTo>
                <a:lnTo>
                  <a:pt x="1432586" y="200018"/>
                </a:lnTo>
                <a:lnTo>
                  <a:pt x="1432276" y="200919"/>
                </a:lnTo>
                <a:lnTo>
                  <a:pt x="1431947" y="201807"/>
                </a:lnTo>
                <a:lnTo>
                  <a:pt x="1431597" y="202680"/>
                </a:lnTo>
                <a:lnTo>
                  <a:pt x="1431227" y="203540"/>
                </a:lnTo>
                <a:lnTo>
                  <a:pt x="1430837" y="204385"/>
                </a:lnTo>
                <a:lnTo>
                  <a:pt x="1430426" y="205217"/>
                </a:lnTo>
                <a:lnTo>
                  <a:pt x="1429996" y="206034"/>
                </a:lnTo>
                <a:lnTo>
                  <a:pt x="1429545" y="206837"/>
                </a:lnTo>
                <a:lnTo>
                  <a:pt x="1429074" y="207627"/>
                </a:lnTo>
                <a:lnTo>
                  <a:pt x="1428583" y="208402"/>
                </a:lnTo>
                <a:lnTo>
                  <a:pt x="1428072" y="209163"/>
                </a:lnTo>
                <a:lnTo>
                  <a:pt x="1427541" y="209911"/>
                </a:lnTo>
                <a:lnTo>
                  <a:pt x="1426989" y="210644"/>
                </a:lnTo>
                <a:lnTo>
                  <a:pt x="1426421" y="211363"/>
                </a:lnTo>
                <a:lnTo>
                  <a:pt x="1425841" y="212067"/>
                </a:lnTo>
                <a:lnTo>
                  <a:pt x="1425248" y="212756"/>
                </a:lnTo>
                <a:lnTo>
                  <a:pt x="1424644" y="213431"/>
                </a:lnTo>
                <a:lnTo>
                  <a:pt x="1424026" y="214091"/>
                </a:lnTo>
                <a:lnTo>
                  <a:pt x="1423396" y="214737"/>
                </a:lnTo>
                <a:lnTo>
                  <a:pt x="1422754" y="215368"/>
                </a:lnTo>
                <a:lnTo>
                  <a:pt x="1422100" y="215984"/>
                </a:lnTo>
                <a:lnTo>
                  <a:pt x="1421433" y="216586"/>
                </a:lnTo>
                <a:lnTo>
                  <a:pt x="1420754" y="217174"/>
                </a:lnTo>
                <a:lnTo>
                  <a:pt x="1420062" y="217747"/>
                </a:lnTo>
                <a:lnTo>
                  <a:pt x="1419358" y="218305"/>
                </a:lnTo>
                <a:lnTo>
                  <a:pt x="1418642" y="218848"/>
                </a:lnTo>
                <a:lnTo>
                  <a:pt x="1417914" y="219378"/>
                </a:lnTo>
                <a:lnTo>
                  <a:pt x="1417172" y="219892"/>
                </a:lnTo>
                <a:lnTo>
                  <a:pt x="1416419" y="220392"/>
                </a:lnTo>
                <a:lnTo>
                  <a:pt x="1415653" y="220877"/>
                </a:lnTo>
                <a:lnTo>
                  <a:pt x="1414875" y="221348"/>
                </a:lnTo>
                <a:lnTo>
                  <a:pt x="1414085" y="221804"/>
                </a:lnTo>
                <a:lnTo>
                  <a:pt x="1413282" y="222246"/>
                </a:lnTo>
                <a:lnTo>
                  <a:pt x="1412466" y="222673"/>
                </a:lnTo>
                <a:lnTo>
                  <a:pt x="1411639" y="223086"/>
                </a:lnTo>
                <a:lnTo>
                  <a:pt x="1410799" y="223483"/>
                </a:lnTo>
                <a:lnTo>
                  <a:pt x="1409946" y="223867"/>
                </a:lnTo>
                <a:lnTo>
                  <a:pt x="1409085" y="224235"/>
                </a:lnTo>
                <a:lnTo>
                  <a:pt x="1408220" y="224587"/>
                </a:lnTo>
                <a:lnTo>
                  <a:pt x="1407350" y="224923"/>
                </a:lnTo>
                <a:lnTo>
                  <a:pt x="1406475" y="225244"/>
                </a:lnTo>
                <a:lnTo>
                  <a:pt x="1405596" y="225549"/>
                </a:lnTo>
                <a:lnTo>
                  <a:pt x="1404712" y="225839"/>
                </a:lnTo>
                <a:lnTo>
                  <a:pt x="1403824" y="226113"/>
                </a:lnTo>
                <a:lnTo>
                  <a:pt x="1402931" y="226371"/>
                </a:lnTo>
                <a:lnTo>
                  <a:pt x="1402034" y="226614"/>
                </a:lnTo>
                <a:lnTo>
                  <a:pt x="1401132" y="226841"/>
                </a:lnTo>
                <a:lnTo>
                  <a:pt x="1400225" y="227052"/>
                </a:lnTo>
                <a:lnTo>
                  <a:pt x="1399314" y="227247"/>
                </a:lnTo>
                <a:lnTo>
                  <a:pt x="1398398" y="227427"/>
                </a:lnTo>
                <a:lnTo>
                  <a:pt x="1397478" y="227592"/>
                </a:lnTo>
                <a:lnTo>
                  <a:pt x="1396553" y="227740"/>
                </a:lnTo>
                <a:lnTo>
                  <a:pt x="1395623" y="227874"/>
                </a:lnTo>
                <a:lnTo>
                  <a:pt x="1394689" y="227991"/>
                </a:lnTo>
                <a:lnTo>
                  <a:pt x="1393751" y="228093"/>
                </a:lnTo>
                <a:lnTo>
                  <a:pt x="1392807" y="228179"/>
                </a:lnTo>
                <a:lnTo>
                  <a:pt x="1391860" y="228249"/>
                </a:lnTo>
                <a:lnTo>
                  <a:pt x="1390907" y="228304"/>
                </a:lnTo>
                <a:lnTo>
                  <a:pt x="1389950" y="228343"/>
                </a:lnTo>
                <a:lnTo>
                  <a:pt x="1388989" y="228367"/>
                </a:lnTo>
                <a:lnTo>
                  <a:pt x="1388023" y="228374"/>
                </a:lnTo>
                <a:lnTo>
                  <a:pt x="1386830" y="228365"/>
                </a:lnTo>
                <a:lnTo>
                  <a:pt x="1385651" y="228336"/>
                </a:lnTo>
                <a:lnTo>
                  <a:pt x="1384487" y="228288"/>
                </a:lnTo>
                <a:lnTo>
                  <a:pt x="1383338" y="228222"/>
                </a:lnTo>
                <a:lnTo>
                  <a:pt x="1382204" y="228136"/>
                </a:lnTo>
                <a:close/>
                <a:moveTo>
                  <a:pt x="1857735" y="143038"/>
                </a:moveTo>
                <a:lnTo>
                  <a:pt x="1857682" y="141668"/>
                </a:lnTo>
                <a:lnTo>
                  <a:pt x="1857614" y="140307"/>
                </a:lnTo>
                <a:lnTo>
                  <a:pt x="1857532" y="138957"/>
                </a:lnTo>
                <a:lnTo>
                  <a:pt x="1857434" y="137617"/>
                </a:lnTo>
                <a:lnTo>
                  <a:pt x="1857321" y="136286"/>
                </a:lnTo>
                <a:lnTo>
                  <a:pt x="1857193" y="134966"/>
                </a:lnTo>
                <a:lnTo>
                  <a:pt x="1857050" y="133655"/>
                </a:lnTo>
                <a:lnTo>
                  <a:pt x="1856891" y="132355"/>
                </a:lnTo>
                <a:lnTo>
                  <a:pt x="1856718" y="131064"/>
                </a:lnTo>
                <a:lnTo>
                  <a:pt x="1856530" y="129784"/>
                </a:lnTo>
                <a:lnTo>
                  <a:pt x="1856327" y="128513"/>
                </a:lnTo>
                <a:lnTo>
                  <a:pt x="1856108" y="127252"/>
                </a:lnTo>
                <a:lnTo>
                  <a:pt x="1855875" y="126001"/>
                </a:lnTo>
                <a:lnTo>
                  <a:pt x="1855626" y="124760"/>
                </a:lnTo>
                <a:lnTo>
                  <a:pt x="1855363" y="123529"/>
                </a:lnTo>
                <a:lnTo>
                  <a:pt x="1855084" y="122308"/>
                </a:lnTo>
                <a:lnTo>
                  <a:pt x="1854790" y="121097"/>
                </a:lnTo>
                <a:lnTo>
                  <a:pt x="1854481" y="119896"/>
                </a:lnTo>
                <a:lnTo>
                  <a:pt x="1854157" y="118704"/>
                </a:lnTo>
                <a:lnTo>
                  <a:pt x="1853819" y="117523"/>
                </a:lnTo>
                <a:lnTo>
                  <a:pt x="1853465" y="116351"/>
                </a:lnTo>
                <a:lnTo>
                  <a:pt x="1853096" y="115191"/>
                </a:lnTo>
                <a:lnTo>
                  <a:pt x="1852713" y="114044"/>
                </a:lnTo>
                <a:lnTo>
                  <a:pt x="1852315" y="112910"/>
                </a:lnTo>
                <a:lnTo>
                  <a:pt x="1851902" y="111789"/>
                </a:lnTo>
                <a:lnTo>
                  <a:pt x="1851475" y="110680"/>
                </a:lnTo>
                <a:lnTo>
                  <a:pt x="1851034" y="109585"/>
                </a:lnTo>
                <a:lnTo>
                  <a:pt x="1850578" y="108502"/>
                </a:lnTo>
                <a:lnTo>
                  <a:pt x="1850108" y="107432"/>
                </a:lnTo>
                <a:lnTo>
                  <a:pt x="1849623" y="106376"/>
                </a:lnTo>
                <a:lnTo>
                  <a:pt x="1849123" y="105332"/>
                </a:lnTo>
                <a:lnTo>
                  <a:pt x="1848609" y="104301"/>
                </a:lnTo>
                <a:lnTo>
                  <a:pt x="1848081" y="103282"/>
                </a:lnTo>
                <a:lnTo>
                  <a:pt x="1847538" y="102277"/>
                </a:lnTo>
                <a:lnTo>
                  <a:pt x="1846980" y="101285"/>
                </a:lnTo>
                <a:lnTo>
                  <a:pt x="1846408" y="100305"/>
                </a:lnTo>
                <a:lnTo>
                  <a:pt x="1845821" y="99339"/>
                </a:lnTo>
                <a:lnTo>
                  <a:pt x="1845220" y="98385"/>
                </a:lnTo>
                <a:lnTo>
                  <a:pt x="1844604" y="97444"/>
                </a:lnTo>
                <a:lnTo>
                  <a:pt x="1843974" y="96516"/>
                </a:lnTo>
                <a:lnTo>
                  <a:pt x="1843329" y="95601"/>
                </a:lnTo>
                <a:lnTo>
                  <a:pt x="1842670" y="94699"/>
                </a:lnTo>
                <a:lnTo>
                  <a:pt x="1841996" y="93810"/>
                </a:lnTo>
                <a:lnTo>
                  <a:pt x="1841308" y="92934"/>
                </a:lnTo>
                <a:lnTo>
                  <a:pt x="1840605" y="92070"/>
                </a:lnTo>
                <a:lnTo>
                  <a:pt x="1839888" y="91221"/>
                </a:lnTo>
                <a:lnTo>
                  <a:pt x="1839158" y="90388"/>
                </a:lnTo>
                <a:lnTo>
                  <a:pt x="1838415" y="89572"/>
                </a:lnTo>
                <a:lnTo>
                  <a:pt x="1837659" y="88771"/>
                </a:lnTo>
                <a:lnTo>
                  <a:pt x="1836890" y="87987"/>
                </a:lnTo>
                <a:lnTo>
                  <a:pt x="1836107" y="87218"/>
                </a:lnTo>
                <a:lnTo>
                  <a:pt x="1835311" y="86466"/>
                </a:lnTo>
                <a:lnTo>
                  <a:pt x="1834502" y="85730"/>
                </a:lnTo>
                <a:lnTo>
                  <a:pt x="1833680" y="85010"/>
                </a:lnTo>
                <a:lnTo>
                  <a:pt x="1832845" y="84306"/>
                </a:lnTo>
                <a:lnTo>
                  <a:pt x="1831996" y="83618"/>
                </a:lnTo>
                <a:lnTo>
                  <a:pt x="1831135" y="82946"/>
                </a:lnTo>
                <a:lnTo>
                  <a:pt x="1830260" y="82290"/>
                </a:lnTo>
                <a:lnTo>
                  <a:pt x="1829372" y="81651"/>
                </a:lnTo>
                <a:lnTo>
                  <a:pt x="1828470" y="81027"/>
                </a:lnTo>
                <a:lnTo>
                  <a:pt x="1827556" y="80420"/>
                </a:lnTo>
                <a:lnTo>
                  <a:pt x="1826628" y="79829"/>
                </a:lnTo>
                <a:lnTo>
                  <a:pt x="1825688" y="79254"/>
                </a:lnTo>
                <a:lnTo>
                  <a:pt x="1824734" y="78695"/>
                </a:lnTo>
                <a:lnTo>
                  <a:pt x="1823767" y="78152"/>
                </a:lnTo>
                <a:lnTo>
                  <a:pt x="1822786" y="77625"/>
                </a:lnTo>
                <a:lnTo>
                  <a:pt x="1821793" y="77114"/>
                </a:lnTo>
                <a:lnTo>
                  <a:pt x="1820786" y="76619"/>
                </a:lnTo>
                <a:lnTo>
                  <a:pt x="1819766" y="76141"/>
                </a:lnTo>
                <a:lnTo>
                  <a:pt x="1818733" y="75680"/>
                </a:lnTo>
                <a:lnTo>
                  <a:pt x="1817688" y="75239"/>
                </a:lnTo>
                <a:lnTo>
                  <a:pt x="1816630" y="74818"/>
                </a:lnTo>
                <a:lnTo>
                  <a:pt x="1815559" y="74416"/>
                </a:lnTo>
                <a:lnTo>
                  <a:pt x="1814476" y="74034"/>
                </a:lnTo>
                <a:lnTo>
                  <a:pt x="1813380" y="73671"/>
                </a:lnTo>
                <a:lnTo>
                  <a:pt x="1812271" y="73328"/>
                </a:lnTo>
                <a:lnTo>
                  <a:pt x="1811150" y="73005"/>
                </a:lnTo>
                <a:lnTo>
                  <a:pt x="1810016" y="72701"/>
                </a:lnTo>
                <a:lnTo>
                  <a:pt x="1808870" y="72416"/>
                </a:lnTo>
                <a:lnTo>
                  <a:pt x="1807710" y="72152"/>
                </a:lnTo>
                <a:lnTo>
                  <a:pt x="1806539" y="71907"/>
                </a:lnTo>
                <a:lnTo>
                  <a:pt x="1805354" y="71681"/>
                </a:lnTo>
                <a:lnTo>
                  <a:pt x="1804157" y="71476"/>
                </a:lnTo>
                <a:lnTo>
                  <a:pt x="1802947" y="71289"/>
                </a:lnTo>
                <a:lnTo>
                  <a:pt x="1801725" y="71123"/>
                </a:lnTo>
                <a:lnTo>
                  <a:pt x="1800490" y="70976"/>
                </a:lnTo>
                <a:lnTo>
                  <a:pt x="1799242" y="70848"/>
                </a:lnTo>
                <a:lnTo>
                  <a:pt x="1797982" y="70741"/>
                </a:lnTo>
                <a:lnTo>
                  <a:pt x="1796709" y="70652"/>
                </a:lnTo>
                <a:lnTo>
                  <a:pt x="1795423" y="70584"/>
                </a:lnTo>
                <a:lnTo>
                  <a:pt x="1794125" y="70535"/>
                </a:lnTo>
                <a:lnTo>
                  <a:pt x="1792814" y="70505"/>
                </a:lnTo>
                <a:lnTo>
                  <a:pt x="1791491" y="70495"/>
                </a:lnTo>
                <a:lnTo>
                  <a:pt x="1790292" y="70506"/>
                </a:lnTo>
                <a:lnTo>
                  <a:pt x="1789099" y="70536"/>
                </a:lnTo>
                <a:lnTo>
                  <a:pt x="1787911" y="70587"/>
                </a:lnTo>
                <a:lnTo>
                  <a:pt x="1786728" y="70659"/>
                </a:lnTo>
                <a:lnTo>
                  <a:pt x="1785551" y="70751"/>
                </a:lnTo>
                <a:lnTo>
                  <a:pt x="1784378" y="70863"/>
                </a:lnTo>
                <a:lnTo>
                  <a:pt x="1783211" y="70996"/>
                </a:lnTo>
                <a:lnTo>
                  <a:pt x="1782048" y="71150"/>
                </a:lnTo>
                <a:lnTo>
                  <a:pt x="1780891" y="71323"/>
                </a:lnTo>
                <a:lnTo>
                  <a:pt x="1779739" y="71518"/>
                </a:lnTo>
                <a:lnTo>
                  <a:pt x="1778592" y="71732"/>
                </a:lnTo>
                <a:lnTo>
                  <a:pt x="1777450" y="71967"/>
                </a:lnTo>
                <a:lnTo>
                  <a:pt x="1776313" y="72223"/>
                </a:lnTo>
                <a:lnTo>
                  <a:pt x="1775181" y="72499"/>
                </a:lnTo>
                <a:lnTo>
                  <a:pt x="1774054" y="72795"/>
                </a:lnTo>
                <a:lnTo>
                  <a:pt x="1772933" y="73112"/>
                </a:lnTo>
                <a:lnTo>
                  <a:pt x="1771816" y="73449"/>
                </a:lnTo>
                <a:lnTo>
                  <a:pt x="1770705" y="73807"/>
                </a:lnTo>
                <a:lnTo>
                  <a:pt x="1769599" y="74185"/>
                </a:lnTo>
                <a:lnTo>
                  <a:pt x="1768498" y="74584"/>
                </a:lnTo>
                <a:lnTo>
                  <a:pt x="1767402" y="75003"/>
                </a:lnTo>
                <a:lnTo>
                  <a:pt x="1766311" y="75443"/>
                </a:lnTo>
                <a:lnTo>
                  <a:pt x="1765225" y="75903"/>
                </a:lnTo>
                <a:lnTo>
                  <a:pt x="1764144" y="76383"/>
                </a:lnTo>
                <a:lnTo>
                  <a:pt x="1763072" y="76883"/>
                </a:lnTo>
                <a:lnTo>
                  <a:pt x="1762009" y="77401"/>
                </a:lnTo>
                <a:lnTo>
                  <a:pt x="1760956" y="77938"/>
                </a:lnTo>
                <a:lnTo>
                  <a:pt x="1759914" y="78494"/>
                </a:lnTo>
                <a:lnTo>
                  <a:pt x="1758882" y="79068"/>
                </a:lnTo>
                <a:lnTo>
                  <a:pt x="1757860" y="79661"/>
                </a:lnTo>
                <a:lnTo>
                  <a:pt x="1756848" y="80272"/>
                </a:lnTo>
                <a:lnTo>
                  <a:pt x="1755847" y="80902"/>
                </a:lnTo>
                <a:lnTo>
                  <a:pt x="1754856" y="81550"/>
                </a:lnTo>
                <a:lnTo>
                  <a:pt x="1753875" y="82217"/>
                </a:lnTo>
                <a:lnTo>
                  <a:pt x="1752904" y="82903"/>
                </a:lnTo>
                <a:lnTo>
                  <a:pt x="1751943" y="83607"/>
                </a:lnTo>
                <a:lnTo>
                  <a:pt x="1750993" y="84329"/>
                </a:lnTo>
                <a:lnTo>
                  <a:pt x="1750053" y="85071"/>
                </a:lnTo>
                <a:lnTo>
                  <a:pt x="1749123" y="85830"/>
                </a:lnTo>
                <a:lnTo>
                  <a:pt x="1748203" y="86609"/>
                </a:lnTo>
                <a:lnTo>
                  <a:pt x="1747294" y="87406"/>
                </a:lnTo>
                <a:lnTo>
                  <a:pt x="1746395" y="88221"/>
                </a:lnTo>
                <a:lnTo>
                  <a:pt x="1745506" y="89055"/>
                </a:lnTo>
                <a:lnTo>
                  <a:pt x="1744627" y="89908"/>
                </a:lnTo>
                <a:lnTo>
                  <a:pt x="1743758" y="90779"/>
                </a:lnTo>
                <a:lnTo>
                  <a:pt x="1742900" y="91668"/>
                </a:lnTo>
                <a:lnTo>
                  <a:pt x="1742052" y="92577"/>
                </a:lnTo>
                <a:lnTo>
                  <a:pt x="1741214" y="93503"/>
                </a:lnTo>
                <a:lnTo>
                  <a:pt x="1740389" y="94447"/>
                </a:lnTo>
                <a:lnTo>
                  <a:pt x="1739578" y="95406"/>
                </a:lnTo>
                <a:lnTo>
                  <a:pt x="1738781" y="96381"/>
                </a:lnTo>
                <a:lnTo>
                  <a:pt x="1737999" y="97370"/>
                </a:lnTo>
                <a:lnTo>
                  <a:pt x="1737232" y="98375"/>
                </a:lnTo>
                <a:lnTo>
                  <a:pt x="1736479" y="99396"/>
                </a:lnTo>
                <a:lnTo>
                  <a:pt x="1735741" y="100431"/>
                </a:lnTo>
                <a:lnTo>
                  <a:pt x="1735017" y="101483"/>
                </a:lnTo>
                <a:lnTo>
                  <a:pt x="1734307" y="102549"/>
                </a:lnTo>
                <a:lnTo>
                  <a:pt x="1733613" y="103631"/>
                </a:lnTo>
                <a:lnTo>
                  <a:pt x="1732932" y="104728"/>
                </a:lnTo>
                <a:lnTo>
                  <a:pt x="1732267" y="105840"/>
                </a:lnTo>
                <a:lnTo>
                  <a:pt x="1731615" y="106968"/>
                </a:lnTo>
                <a:lnTo>
                  <a:pt x="1730979" y="108111"/>
                </a:lnTo>
                <a:lnTo>
                  <a:pt x="1730357" y="109269"/>
                </a:lnTo>
                <a:lnTo>
                  <a:pt x="1729749" y="110443"/>
                </a:lnTo>
                <a:lnTo>
                  <a:pt x="1729156" y="111632"/>
                </a:lnTo>
                <a:lnTo>
                  <a:pt x="1728577" y="112836"/>
                </a:lnTo>
                <a:lnTo>
                  <a:pt x="1728013" y="114056"/>
                </a:lnTo>
                <a:lnTo>
                  <a:pt x="1727464" y="115291"/>
                </a:lnTo>
                <a:lnTo>
                  <a:pt x="1726929" y="116541"/>
                </a:lnTo>
                <a:lnTo>
                  <a:pt x="1726408" y="117807"/>
                </a:lnTo>
                <a:lnTo>
                  <a:pt x="1725902" y="119088"/>
                </a:lnTo>
                <a:lnTo>
                  <a:pt x="1725411" y="120385"/>
                </a:lnTo>
                <a:lnTo>
                  <a:pt x="1724937" y="121695"/>
                </a:lnTo>
                <a:lnTo>
                  <a:pt x="1724483" y="123018"/>
                </a:lnTo>
                <a:lnTo>
                  <a:pt x="1724049" y="124355"/>
                </a:lnTo>
                <a:lnTo>
                  <a:pt x="1723635" y="125704"/>
                </a:lnTo>
                <a:lnTo>
                  <a:pt x="1723242" y="127066"/>
                </a:lnTo>
                <a:lnTo>
                  <a:pt x="1722869" y="128441"/>
                </a:lnTo>
                <a:lnTo>
                  <a:pt x="1722516" y="129829"/>
                </a:lnTo>
                <a:lnTo>
                  <a:pt x="1722183" y="131230"/>
                </a:lnTo>
                <a:lnTo>
                  <a:pt x="1721870" y="132644"/>
                </a:lnTo>
                <a:lnTo>
                  <a:pt x="1721578" y="134071"/>
                </a:lnTo>
                <a:lnTo>
                  <a:pt x="1721305" y="135510"/>
                </a:lnTo>
                <a:lnTo>
                  <a:pt x="1721053" y="136963"/>
                </a:lnTo>
                <a:lnTo>
                  <a:pt x="1720821" y="138428"/>
                </a:lnTo>
                <a:lnTo>
                  <a:pt x="1720609" y="139906"/>
                </a:lnTo>
                <a:lnTo>
                  <a:pt x="1720418" y="141398"/>
                </a:lnTo>
                <a:lnTo>
                  <a:pt x="1720246" y="142902"/>
                </a:lnTo>
                <a:lnTo>
                  <a:pt x="1720095" y="144419"/>
                </a:lnTo>
                <a:lnTo>
                  <a:pt x="1719964" y="145949"/>
                </a:lnTo>
                <a:lnTo>
                  <a:pt x="1719853" y="147492"/>
                </a:lnTo>
                <a:lnTo>
                  <a:pt x="1719762" y="149048"/>
                </a:lnTo>
                <a:lnTo>
                  <a:pt x="1719691" y="150616"/>
                </a:lnTo>
                <a:lnTo>
                  <a:pt x="1719641" y="152198"/>
                </a:lnTo>
                <a:lnTo>
                  <a:pt x="1719611" y="153792"/>
                </a:lnTo>
                <a:lnTo>
                  <a:pt x="1719601" y="155400"/>
                </a:lnTo>
                <a:lnTo>
                  <a:pt x="1719601" y="162062"/>
                </a:lnTo>
                <a:lnTo>
                  <a:pt x="1719610" y="163555"/>
                </a:lnTo>
                <a:lnTo>
                  <a:pt x="1719639" y="165038"/>
                </a:lnTo>
                <a:lnTo>
                  <a:pt x="1719688" y="166510"/>
                </a:lnTo>
                <a:lnTo>
                  <a:pt x="1719756" y="167973"/>
                </a:lnTo>
                <a:lnTo>
                  <a:pt x="1719843" y="169426"/>
                </a:lnTo>
                <a:lnTo>
                  <a:pt x="1719949" y="170869"/>
                </a:lnTo>
                <a:lnTo>
                  <a:pt x="1720075" y="172302"/>
                </a:lnTo>
                <a:lnTo>
                  <a:pt x="1720220" y="173725"/>
                </a:lnTo>
                <a:lnTo>
                  <a:pt x="1720385" y="175138"/>
                </a:lnTo>
                <a:lnTo>
                  <a:pt x="1720569" y="176542"/>
                </a:lnTo>
                <a:lnTo>
                  <a:pt x="1720772" y="177935"/>
                </a:lnTo>
                <a:lnTo>
                  <a:pt x="1720995" y="179318"/>
                </a:lnTo>
                <a:lnTo>
                  <a:pt x="1721237" y="180691"/>
                </a:lnTo>
                <a:lnTo>
                  <a:pt x="1721499" y="182055"/>
                </a:lnTo>
                <a:lnTo>
                  <a:pt x="1721779" y="183408"/>
                </a:lnTo>
                <a:lnTo>
                  <a:pt x="1722080" y="184752"/>
                </a:lnTo>
                <a:lnTo>
                  <a:pt x="1722399" y="186085"/>
                </a:lnTo>
                <a:lnTo>
                  <a:pt x="1722738" y="187409"/>
                </a:lnTo>
                <a:lnTo>
                  <a:pt x="1723096" y="188722"/>
                </a:lnTo>
                <a:lnTo>
                  <a:pt x="1723474" y="190026"/>
                </a:lnTo>
                <a:lnTo>
                  <a:pt x="1723871" y="191319"/>
                </a:lnTo>
                <a:lnTo>
                  <a:pt x="1724287" y="192603"/>
                </a:lnTo>
                <a:lnTo>
                  <a:pt x="1724723" y="193877"/>
                </a:lnTo>
                <a:lnTo>
                  <a:pt x="1725178" y="195141"/>
                </a:lnTo>
                <a:lnTo>
                  <a:pt x="1725651" y="196393"/>
                </a:lnTo>
                <a:lnTo>
                  <a:pt x="1726139" y="197630"/>
                </a:lnTo>
                <a:lnTo>
                  <a:pt x="1726643" y="198853"/>
                </a:lnTo>
                <a:lnTo>
                  <a:pt x="1727162" y="200062"/>
                </a:lnTo>
                <a:lnTo>
                  <a:pt x="1727697" y="201257"/>
                </a:lnTo>
                <a:lnTo>
                  <a:pt x="1728248" y="202437"/>
                </a:lnTo>
                <a:lnTo>
                  <a:pt x="1728814" y="203603"/>
                </a:lnTo>
                <a:lnTo>
                  <a:pt x="1729396" y="204755"/>
                </a:lnTo>
                <a:lnTo>
                  <a:pt x="1729993" y="205893"/>
                </a:lnTo>
                <a:lnTo>
                  <a:pt x="1730606" y="207016"/>
                </a:lnTo>
                <a:lnTo>
                  <a:pt x="1731235" y="208126"/>
                </a:lnTo>
                <a:lnTo>
                  <a:pt x="1731879" y="209221"/>
                </a:lnTo>
                <a:lnTo>
                  <a:pt x="1732539" y="210301"/>
                </a:lnTo>
                <a:lnTo>
                  <a:pt x="1733214" y="211368"/>
                </a:lnTo>
                <a:lnTo>
                  <a:pt x="1733906" y="212420"/>
                </a:lnTo>
                <a:lnTo>
                  <a:pt x="1734612" y="213458"/>
                </a:lnTo>
                <a:lnTo>
                  <a:pt x="1735334" y="214481"/>
                </a:lnTo>
                <a:lnTo>
                  <a:pt x="1736072" y="215491"/>
                </a:lnTo>
                <a:lnTo>
                  <a:pt x="1736826" y="216486"/>
                </a:lnTo>
                <a:lnTo>
                  <a:pt x="1737595" y="217467"/>
                </a:lnTo>
                <a:lnTo>
                  <a:pt x="1738379" y="218433"/>
                </a:lnTo>
                <a:lnTo>
                  <a:pt x="1739179" y="219385"/>
                </a:lnTo>
                <a:lnTo>
                  <a:pt x="1739995" y="220324"/>
                </a:lnTo>
                <a:lnTo>
                  <a:pt x="1740827" y="221247"/>
                </a:lnTo>
                <a:lnTo>
                  <a:pt x="1741672" y="222155"/>
                </a:lnTo>
                <a:lnTo>
                  <a:pt x="1742531" y="223046"/>
                </a:lnTo>
                <a:lnTo>
                  <a:pt x="1743403" y="223920"/>
                </a:lnTo>
                <a:lnTo>
                  <a:pt x="1744287" y="224776"/>
                </a:lnTo>
                <a:lnTo>
                  <a:pt x="1745184" y="225616"/>
                </a:lnTo>
                <a:lnTo>
                  <a:pt x="1746095" y="226438"/>
                </a:lnTo>
                <a:lnTo>
                  <a:pt x="1747018" y="227242"/>
                </a:lnTo>
                <a:lnTo>
                  <a:pt x="1747954" y="228030"/>
                </a:lnTo>
                <a:lnTo>
                  <a:pt x="1748903" y="228800"/>
                </a:lnTo>
                <a:lnTo>
                  <a:pt x="1749865" y="229554"/>
                </a:lnTo>
                <a:lnTo>
                  <a:pt x="1750839" y="230290"/>
                </a:lnTo>
                <a:lnTo>
                  <a:pt x="1751827" y="231008"/>
                </a:lnTo>
                <a:lnTo>
                  <a:pt x="1752828" y="231710"/>
                </a:lnTo>
                <a:lnTo>
                  <a:pt x="1753841" y="232394"/>
                </a:lnTo>
                <a:lnTo>
                  <a:pt x="1754868" y="233061"/>
                </a:lnTo>
                <a:lnTo>
                  <a:pt x="1755907" y="233711"/>
                </a:lnTo>
                <a:lnTo>
                  <a:pt x="1756959" y="234344"/>
                </a:lnTo>
                <a:lnTo>
                  <a:pt x="1758025" y="234959"/>
                </a:lnTo>
                <a:lnTo>
                  <a:pt x="1759103" y="235557"/>
                </a:lnTo>
                <a:lnTo>
                  <a:pt x="1760194" y="236138"/>
                </a:lnTo>
                <a:lnTo>
                  <a:pt x="1761298" y="236702"/>
                </a:lnTo>
                <a:lnTo>
                  <a:pt x="1762414" y="237249"/>
                </a:lnTo>
                <a:lnTo>
                  <a:pt x="1763544" y="237778"/>
                </a:lnTo>
                <a:lnTo>
                  <a:pt x="1764687" y="238290"/>
                </a:lnTo>
                <a:lnTo>
                  <a:pt x="1765840" y="238783"/>
                </a:lnTo>
                <a:lnTo>
                  <a:pt x="1767003" y="239255"/>
                </a:lnTo>
                <a:lnTo>
                  <a:pt x="1768175" y="239706"/>
                </a:lnTo>
                <a:lnTo>
                  <a:pt x="1769356" y="240137"/>
                </a:lnTo>
                <a:lnTo>
                  <a:pt x="1770547" y="240546"/>
                </a:lnTo>
                <a:lnTo>
                  <a:pt x="1771746" y="240934"/>
                </a:lnTo>
                <a:lnTo>
                  <a:pt x="1772955" y="241301"/>
                </a:lnTo>
                <a:lnTo>
                  <a:pt x="1774172" y="241647"/>
                </a:lnTo>
                <a:lnTo>
                  <a:pt x="1775399" y="241972"/>
                </a:lnTo>
                <a:lnTo>
                  <a:pt x="1776635" y="242277"/>
                </a:lnTo>
                <a:lnTo>
                  <a:pt x="1777880" y="242560"/>
                </a:lnTo>
                <a:lnTo>
                  <a:pt x="1779134" y="242822"/>
                </a:lnTo>
                <a:lnTo>
                  <a:pt x="1780398" y="243063"/>
                </a:lnTo>
                <a:lnTo>
                  <a:pt x="1781670" y="243284"/>
                </a:lnTo>
                <a:lnTo>
                  <a:pt x="1782952" y="243483"/>
                </a:lnTo>
                <a:lnTo>
                  <a:pt x="1784243" y="243661"/>
                </a:lnTo>
                <a:lnTo>
                  <a:pt x="1785543" y="243819"/>
                </a:lnTo>
                <a:lnTo>
                  <a:pt x="1786852" y="243955"/>
                </a:lnTo>
                <a:lnTo>
                  <a:pt x="1788170" y="244070"/>
                </a:lnTo>
                <a:lnTo>
                  <a:pt x="1789498" y="244165"/>
                </a:lnTo>
                <a:lnTo>
                  <a:pt x="1790834" y="244238"/>
                </a:lnTo>
                <a:lnTo>
                  <a:pt x="1792180" y="244291"/>
                </a:lnTo>
                <a:lnTo>
                  <a:pt x="1793535" y="244322"/>
                </a:lnTo>
                <a:lnTo>
                  <a:pt x="1794899" y="244333"/>
                </a:lnTo>
                <a:lnTo>
                  <a:pt x="1796145" y="244326"/>
                </a:lnTo>
                <a:lnTo>
                  <a:pt x="1797378" y="244304"/>
                </a:lnTo>
                <a:lnTo>
                  <a:pt x="1798598" y="244269"/>
                </a:lnTo>
                <a:lnTo>
                  <a:pt x="1799805" y="244219"/>
                </a:lnTo>
                <a:lnTo>
                  <a:pt x="1801000" y="244154"/>
                </a:lnTo>
                <a:lnTo>
                  <a:pt x="1802181" y="244076"/>
                </a:lnTo>
                <a:lnTo>
                  <a:pt x="1803350" y="243983"/>
                </a:lnTo>
                <a:lnTo>
                  <a:pt x="1804505" y="243876"/>
                </a:lnTo>
                <a:lnTo>
                  <a:pt x="1805648" y="243755"/>
                </a:lnTo>
                <a:lnTo>
                  <a:pt x="1806777" y="243620"/>
                </a:lnTo>
                <a:lnTo>
                  <a:pt x="1807894" y="243470"/>
                </a:lnTo>
                <a:lnTo>
                  <a:pt x="1808998" y="243306"/>
                </a:lnTo>
                <a:lnTo>
                  <a:pt x="1810089" y="243128"/>
                </a:lnTo>
                <a:lnTo>
                  <a:pt x="1811167" y="242936"/>
                </a:lnTo>
                <a:lnTo>
                  <a:pt x="1812232" y="242729"/>
                </a:lnTo>
                <a:lnTo>
                  <a:pt x="1813285" y="242508"/>
                </a:lnTo>
                <a:lnTo>
                  <a:pt x="1814324" y="242273"/>
                </a:lnTo>
                <a:lnTo>
                  <a:pt x="1815351" y="242023"/>
                </a:lnTo>
                <a:lnTo>
                  <a:pt x="1816364" y="241759"/>
                </a:lnTo>
                <a:lnTo>
                  <a:pt x="1817365" y="241481"/>
                </a:lnTo>
                <a:lnTo>
                  <a:pt x="1818352" y="241189"/>
                </a:lnTo>
                <a:lnTo>
                  <a:pt x="1819327" y="240883"/>
                </a:lnTo>
                <a:lnTo>
                  <a:pt x="1820289" y="240562"/>
                </a:lnTo>
                <a:lnTo>
                  <a:pt x="1821238" y="240227"/>
                </a:lnTo>
                <a:lnTo>
                  <a:pt x="1822175" y="239880"/>
                </a:lnTo>
                <a:lnTo>
                  <a:pt x="1823101" y="239524"/>
                </a:lnTo>
                <a:lnTo>
                  <a:pt x="1824015" y="239159"/>
                </a:lnTo>
                <a:lnTo>
                  <a:pt x="1824918" y="238785"/>
                </a:lnTo>
                <a:lnTo>
                  <a:pt x="1825809" y="238402"/>
                </a:lnTo>
                <a:lnTo>
                  <a:pt x="1826690" y="238009"/>
                </a:lnTo>
                <a:lnTo>
                  <a:pt x="1827559" y="237608"/>
                </a:lnTo>
                <a:lnTo>
                  <a:pt x="1828417" y="237197"/>
                </a:lnTo>
                <a:lnTo>
                  <a:pt x="1829263" y="236777"/>
                </a:lnTo>
                <a:lnTo>
                  <a:pt x="1830098" y="236348"/>
                </a:lnTo>
                <a:lnTo>
                  <a:pt x="1830922" y="235910"/>
                </a:lnTo>
                <a:lnTo>
                  <a:pt x="1831735" y="235463"/>
                </a:lnTo>
                <a:lnTo>
                  <a:pt x="1832536" y="235006"/>
                </a:lnTo>
                <a:lnTo>
                  <a:pt x="1833326" y="234541"/>
                </a:lnTo>
                <a:lnTo>
                  <a:pt x="1834105" y="234066"/>
                </a:lnTo>
                <a:lnTo>
                  <a:pt x="1834872" y="233582"/>
                </a:lnTo>
                <a:lnTo>
                  <a:pt x="1835628" y="233089"/>
                </a:lnTo>
                <a:lnTo>
                  <a:pt x="1836373" y="232587"/>
                </a:lnTo>
                <a:lnTo>
                  <a:pt x="1837107" y="232075"/>
                </a:lnTo>
                <a:lnTo>
                  <a:pt x="1837829" y="231555"/>
                </a:lnTo>
                <a:lnTo>
                  <a:pt x="1838540" y="231025"/>
                </a:lnTo>
                <a:lnTo>
                  <a:pt x="1839240" y="230486"/>
                </a:lnTo>
                <a:lnTo>
                  <a:pt x="1839928" y="229939"/>
                </a:lnTo>
                <a:lnTo>
                  <a:pt x="1840605" y="229381"/>
                </a:lnTo>
                <a:lnTo>
                  <a:pt x="1841272" y="228818"/>
                </a:lnTo>
                <a:lnTo>
                  <a:pt x="1841931" y="228249"/>
                </a:lnTo>
                <a:lnTo>
                  <a:pt x="1842580" y="227676"/>
                </a:lnTo>
                <a:lnTo>
                  <a:pt x="1843222" y="227098"/>
                </a:lnTo>
                <a:lnTo>
                  <a:pt x="1843854" y="226516"/>
                </a:lnTo>
                <a:lnTo>
                  <a:pt x="1844478" y="225929"/>
                </a:lnTo>
                <a:lnTo>
                  <a:pt x="1845094" y="225338"/>
                </a:lnTo>
                <a:lnTo>
                  <a:pt x="1845701" y="224742"/>
                </a:lnTo>
                <a:lnTo>
                  <a:pt x="1846299" y="224142"/>
                </a:lnTo>
                <a:lnTo>
                  <a:pt x="1846888" y="223536"/>
                </a:lnTo>
                <a:lnTo>
                  <a:pt x="1847469" y="222927"/>
                </a:lnTo>
                <a:lnTo>
                  <a:pt x="1848042" y="222313"/>
                </a:lnTo>
                <a:lnTo>
                  <a:pt x="1848606" y="221694"/>
                </a:lnTo>
                <a:lnTo>
                  <a:pt x="1849161" y="221070"/>
                </a:lnTo>
                <a:lnTo>
                  <a:pt x="1849707" y="220442"/>
                </a:lnTo>
                <a:lnTo>
                  <a:pt x="1850245" y="219810"/>
                </a:lnTo>
                <a:lnTo>
                  <a:pt x="1850775" y="219173"/>
                </a:lnTo>
                <a:lnTo>
                  <a:pt x="1851296" y="218531"/>
                </a:lnTo>
                <a:lnTo>
                  <a:pt x="1851808" y="217885"/>
                </a:lnTo>
                <a:lnTo>
                  <a:pt x="1852311" y="217234"/>
                </a:lnTo>
                <a:lnTo>
                  <a:pt x="1852806" y="216579"/>
                </a:lnTo>
                <a:lnTo>
                  <a:pt x="1853292" y="215919"/>
                </a:lnTo>
                <a:lnTo>
                  <a:pt x="1853770" y="215254"/>
                </a:lnTo>
                <a:lnTo>
                  <a:pt x="1854239" y="214585"/>
                </a:lnTo>
                <a:lnTo>
                  <a:pt x="1842619" y="205599"/>
                </a:lnTo>
                <a:lnTo>
                  <a:pt x="1841853" y="206582"/>
                </a:lnTo>
                <a:lnTo>
                  <a:pt x="1841079" y="207543"/>
                </a:lnTo>
                <a:lnTo>
                  <a:pt x="1840296" y="208481"/>
                </a:lnTo>
                <a:lnTo>
                  <a:pt x="1839505" y="209397"/>
                </a:lnTo>
                <a:lnTo>
                  <a:pt x="1838706" y="210291"/>
                </a:lnTo>
                <a:lnTo>
                  <a:pt x="1837898" y="211162"/>
                </a:lnTo>
                <a:lnTo>
                  <a:pt x="1837082" y="212011"/>
                </a:lnTo>
                <a:lnTo>
                  <a:pt x="1836258" y="212838"/>
                </a:lnTo>
                <a:lnTo>
                  <a:pt x="1835426" y="213642"/>
                </a:lnTo>
                <a:lnTo>
                  <a:pt x="1834585" y="214424"/>
                </a:lnTo>
                <a:lnTo>
                  <a:pt x="1833735" y="215184"/>
                </a:lnTo>
                <a:lnTo>
                  <a:pt x="1832878" y="215921"/>
                </a:lnTo>
                <a:lnTo>
                  <a:pt x="1832012" y="216637"/>
                </a:lnTo>
                <a:lnTo>
                  <a:pt x="1831137" y="217329"/>
                </a:lnTo>
                <a:lnTo>
                  <a:pt x="1830255" y="218000"/>
                </a:lnTo>
                <a:lnTo>
                  <a:pt x="1829364" y="218648"/>
                </a:lnTo>
                <a:lnTo>
                  <a:pt x="1828464" y="219274"/>
                </a:lnTo>
                <a:lnTo>
                  <a:pt x="1827557" y="219877"/>
                </a:lnTo>
                <a:lnTo>
                  <a:pt x="1826641" y="220458"/>
                </a:lnTo>
                <a:lnTo>
                  <a:pt x="1825716" y="221017"/>
                </a:lnTo>
                <a:lnTo>
                  <a:pt x="1824783" y="221554"/>
                </a:lnTo>
                <a:lnTo>
                  <a:pt x="1823842" y="222068"/>
                </a:lnTo>
                <a:lnTo>
                  <a:pt x="1822893" y="222560"/>
                </a:lnTo>
                <a:lnTo>
                  <a:pt x="1821935" y="223029"/>
                </a:lnTo>
                <a:lnTo>
                  <a:pt x="1820968" y="223478"/>
                </a:lnTo>
                <a:lnTo>
                  <a:pt x="1819989" y="223908"/>
                </a:lnTo>
                <a:lnTo>
                  <a:pt x="1819000" y="224318"/>
                </a:lnTo>
                <a:lnTo>
                  <a:pt x="1818000" y="224710"/>
                </a:lnTo>
                <a:lnTo>
                  <a:pt x="1816988" y="225082"/>
                </a:lnTo>
                <a:lnTo>
                  <a:pt x="1815965" y="225435"/>
                </a:lnTo>
                <a:lnTo>
                  <a:pt x="1814932" y="225770"/>
                </a:lnTo>
                <a:lnTo>
                  <a:pt x="1813887" y="226085"/>
                </a:lnTo>
                <a:lnTo>
                  <a:pt x="1812832" y="226381"/>
                </a:lnTo>
                <a:lnTo>
                  <a:pt x="1811765" y="226658"/>
                </a:lnTo>
                <a:lnTo>
                  <a:pt x="1810687" y="226916"/>
                </a:lnTo>
                <a:lnTo>
                  <a:pt x="1809599" y="227154"/>
                </a:lnTo>
                <a:lnTo>
                  <a:pt x="1808499" y="227374"/>
                </a:lnTo>
                <a:lnTo>
                  <a:pt x="1807388" y="227574"/>
                </a:lnTo>
                <a:lnTo>
                  <a:pt x="1806266" y="227756"/>
                </a:lnTo>
                <a:lnTo>
                  <a:pt x="1805133" y="227918"/>
                </a:lnTo>
                <a:lnTo>
                  <a:pt x="1803990" y="228061"/>
                </a:lnTo>
                <a:lnTo>
                  <a:pt x="1802835" y="228186"/>
                </a:lnTo>
                <a:lnTo>
                  <a:pt x="1801669" y="228291"/>
                </a:lnTo>
                <a:lnTo>
                  <a:pt x="1800492" y="228377"/>
                </a:lnTo>
                <a:lnTo>
                  <a:pt x="1799304" y="228443"/>
                </a:lnTo>
                <a:lnTo>
                  <a:pt x="1798105" y="228491"/>
                </a:lnTo>
                <a:lnTo>
                  <a:pt x="1796895" y="228520"/>
                </a:lnTo>
                <a:lnTo>
                  <a:pt x="1795674" y="228529"/>
                </a:lnTo>
                <a:lnTo>
                  <a:pt x="1794606" y="228520"/>
                </a:lnTo>
                <a:lnTo>
                  <a:pt x="1793547" y="228493"/>
                </a:lnTo>
                <a:lnTo>
                  <a:pt x="1792495" y="228448"/>
                </a:lnTo>
                <a:lnTo>
                  <a:pt x="1791452" y="228385"/>
                </a:lnTo>
                <a:lnTo>
                  <a:pt x="1790416" y="228304"/>
                </a:lnTo>
                <a:lnTo>
                  <a:pt x="1789389" y="228205"/>
                </a:lnTo>
                <a:lnTo>
                  <a:pt x="1788370" y="228088"/>
                </a:lnTo>
                <a:lnTo>
                  <a:pt x="1787359" y="227953"/>
                </a:lnTo>
                <a:lnTo>
                  <a:pt x="1786356" y="227799"/>
                </a:lnTo>
                <a:lnTo>
                  <a:pt x="1785361" y="227628"/>
                </a:lnTo>
                <a:lnTo>
                  <a:pt x="1784374" y="227439"/>
                </a:lnTo>
                <a:lnTo>
                  <a:pt x="1783395" y="227232"/>
                </a:lnTo>
                <a:lnTo>
                  <a:pt x="1782424" y="227006"/>
                </a:lnTo>
                <a:lnTo>
                  <a:pt x="1781462" y="226763"/>
                </a:lnTo>
                <a:lnTo>
                  <a:pt x="1780507" y="226502"/>
                </a:lnTo>
                <a:lnTo>
                  <a:pt x="1779561" y="226223"/>
                </a:lnTo>
                <a:lnTo>
                  <a:pt x="1778622" y="225925"/>
                </a:lnTo>
                <a:lnTo>
                  <a:pt x="1777692" y="225610"/>
                </a:lnTo>
                <a:lnTo>
                  <a:pt x="1776769" y="225276"/>
                </a:lnTo>
                <a:lnTo>
                  <a:pt x="1775855" y="224925"/>
                </a:lnTo>
                <a:lnTo>
                  <a:pt x="1774949" y="224555"/>
                </a:lnTo>
                <a:lnTo>
                  <a:pt x="1774051" y="224168"/>
                </a:lnTo>
                <a:lnTo>
                  <a:pt x="1773161" y="223763"/>
                </a:lnTo>
                <a:lnTo>
                  <a:pt x="1772279" y="223339"/>
                </a:lnTo>
                <a:lnTo>
                  <a:pt x="1771406" y="222900"/>
                </a:lnTo>
                <a:lnTo>
                  <a:pt x="1770543" y="222447"/>
                </a:lnTo>
                <a:lnTo>
                  <a:pt x="1769691" y="221981"/>
                </a:lnTo>
                <a:lnTo>
                  <a:pt x="1768848" y="221501"/>
                </a:lnTo>
                <a:lnTo>
                  <a:pt x="1768017" y="221008"/>
                </a:lnTo>
                <a:lnTo>
                  <a:pt x="1767195" y="220502"/>
                </a:lnTo>
                <a:lnTo>
                  <a:pt x="1766383" y="219982"/>
                </a:lnTo>
                <a:lnTo>
                  <a:pt x="1765582" y="219448"/>
                </a:lnTo>
                <a:lnTo>
                  <a:pt x="1764791" y="218902"/>
                </a:lnTo>
                <a:lnTo>
                  <a:pt x="1764010" y="218341"/>
                </a:lnTo>
                <a:lnTo>
                  <a:pt x="1763239" y="217768"/>
                </a:lnTo>
                <a:lnTo>
                  <a:pt x="1762479" y="217180"/>
                </a:lnTo>
                <a:lnTo>
                  <a:pt x="1761729" y="216580"/>
                </a:lnTo>
                <a:lnTo>
                  <a:pt x="1760989" y="215966"/>
                </a:lnTo>
                <a:lnTo>
                  <a:pt x="1760259" y="215338"/>
                </a:lnTo>
                <a:lnTo>
                  <a:pt x="1759539" y="214697"/>
                </a:lnTo>
                <a:lnTo>
                  <a:pt x="1758830" y="214043"/>
                </a:lnTo>
                <a:lnTo>
                  <a:pt x="1758131" y="213375"/>
                </a:lnTo>
                <a:lnTo>
                  <a:pt x="1757442" y="212693"/>
                </a:lnTo>
                <a:lnTo>
                  <a:pt x="1756764" y="211999"/>
                </a:lnTo>
                <a:lnTo>
                  <a:pt x="1756095" y="211290"/>
                </a:lnTo>
                <a:lnTo>
                  <a:pt x="1755437" y="210569"/>
                </a:lnTo>
                <a:lnTo>
                  <a:pt x="1754789" y="209834"/>
                </a:lnTo>
                <a:lnTo>
                  <a:pt x="1754151" y="209085"/>
                </a:lnTo>
                <a:lnTo>
                  <a:pt x="1753524" y="208324"/>
                </a:lnTo>
                <a:lnTo>
                  <a:pt x="1752910" y="207553"/>
                </a:lnTo>
                <a:lnTo>
                  <a:pt x="1752306" y="206772"/>
                </a:lnTo>
                <a:lnTo>
                  <a:pt x="1751715" y="205980"/>
                </a:lnTo>
                <a:lnTo>
                  <a:pt x="1751136" y="205177"/>
                </a:lnTo>
                <a:lnTo>
                  <a:pt x="1750568" y="204364"/>
                </a:lnTo>
                <a:lnTo>
                  <a:pt x="1750013" y="203541"/>
                </a:lnTo>
                <a:lnTo>
                  <a:pt x="1749469" y="202707"/>
                </a:lnTo>
                <a:lnTo>
                  <a:pt x="1748937" y="201862"/>
                </a:lnTo>
                <a:lnTo>
                  <a:pt x="1748416" y="201007"/>
                </a:lnTo>
                <a:lnTo>
                  <a:pt x="1747908" y="200142"/>
                </a:lnTo>
                <a:lnTo>
                  <a:pt x="1747411" y="199266"/>
                </a:lnTo>
                <a:lnTo>
                  <a:pt x="1746927" y="198380"/>
                </a:lnTo>
                <a:lnTo>
                  <a:pt x="1746454" y="197483"/>
                </a:lnTo>
                <a:lnTo>
                  <a:pt x="1745993" y="196575"/>
                </a:lnTo>
                <a:lnTo>
                  <a:pt x="1745544" y="195657"/>
                </a:lnTo>
                <a:lnTo>
                  <a:pt x="1745106" y="194729"/>
                </a:lnTo>
                <a:lnTo>
                  <a:pt x="1744681" y="193790"/>
                </a:lnTo>
                <a:lnTo>
                  <a:pt x="1744267" y="192841"/>
                </a:lnTo>
                <a:lnTo>
                  <a:pt x="1743865" y="191881"/>
                </a:lnTo>
                <a:lnTo>
                  <a:pt x="1743475" y="190910"/>
                </a:lnTo>
                <a:lnTo>
                  <a:pt x="1743097" y="189929"/>
                </a:lnTo>
                <a:lnTo>
                  <a:pt x="1742731" y="188938"/>
                </a:lnTo>
                <a:lnTo>
                  <a:pt x="1742376" y="187936"/>
                </a:lnTo>
                <a:lnTo>
                  <a:pt x="1742035" y="186926"/>
                </a:lnTo>
                <a:lnTo>
                  <a:pt x="1741708" y="185910"/>
                </a:lnTo>
                <a:lnTo>
                  <a:pt x="1741396" y="184888"/>
                </a:lnTo>
                <a:lnTo>
                  <a:pt x="1741098" y="183861"/>
                </a:lnTo>
                <a:lnTo>
                  <a:pt x="1740815" y="182827"/>
                </a:lnTo>
                <a:lnTo>
                  <a:pt x="1740546" y="181787"/>
                </a:lnTo>
                <a:lnTo>
                  <a:pt x="1740292" y="180742"/>
                </a:lnTo>
                <a:lnTo>
                  <a:pt x="1740052" y="179690"/>
                </a:lnTo>
                <a:lnTo>
                  <a:pt x="1739827" y="178633"/>
                </a:lnTo>
                <a:lnTo>
                  <a:pt x="1739616" y="177570"/>
                </a:lnTo>
                <a:lnTo>
                  <a:pt x="1739420" y="176500"/>
                </a:lnTo>
                <a:lnTo>
                  <a:pt x="1739239" y="175425"/>
                </a:lnTo>
                <a:lnTo>
                  <a:pt x="1739072" y="174344"/>
                </a:lnTo>
                <a:lnTo>
                  <a:pt x="1738919" y="173257"/>
                </a:lnTo>
                <a:lnTo>
                  <a:pt x="1738781" y="172164"/>
                </a:lnTo>
                <a:lnTo>
                  <a:pt x="1738658" y="171066"/>
                </a:lnTo>
                <a:lnTo>
                  <a:pt x="1738549" y="169961"/>
                </a:lnTo>
                <a:lnTo>
                  <a:pt x="1738454" y="168850"/>
                </a:lnTo>
                <a:lnTo>
                  <a:pt x="1738374" y="167734"/>
                </a:lnTo>
                <a:lnTo>
                  <a:pt x="1738309" y="166611"/>
                </a:lnTo>
                <a:lnTo>
                  <a:pt x="1738258" y="165483"/>
                </a:lnTo>
                <a:lnTo>
                  <a:pt x="1738222" y="164349"/>
                </a:lnTo>
                <a:lnTo>
                  <a:pt x="1738200" y="163208"/>
                </a:lnTo>
                <a:lnTo>
                  <a:pt x="1738193" y="162062"/>
                </a:lnTo>
                <a:lnTo>
                  <a:pt x="1738193" y="158499"/>
                </a:lnTo>
                <a:lnTo>
                  <a:pt x="1857803" y="158499"/>
                </a:lnTo>
                <a:lnTo>
                  <a:pt x="1857803" y="147208"/>
                </a:lnTo>
                <a:lnTo>
                  <a:pt x="1857795" y="145808"/>
                </a:lnTo>
                <a:lnTo>
                  <a:pt x="1857773" y="144418"/>
                </a:lnTo>
                <a:lnTo>
                  <a:pt x="1857735" y="143038"/>
                </a:lnTo>
                <a:close/>
                <a:moveTo>
                  <a:pt x="1739329" y="139579"/>
                </a:moveTo>
                <a:lnTo>
                  <a:pt x="1739511" y="138428"/>
                </a:lnTo>
                <a:lnTo>
                  <a:pt x="1739706" y="137286"/>
                </a:lnTo>
                <a:lnTo>
                  <a:pt x="1739914" y="136154"/>
                </a:lnTo>
                <a:lnTo>
                  <a:pt x="1740136" y="135031"/>
                </a:lnTo>
                <a:lnTo>
                  <a:pt x="1740372" y="133917"/>
                </a:lnTo>
                <a:lnTo>
                  <a:pt x="1740620" y="132813"/>
                </a:lnTo>
                <a:lnTo>
                  <a:pt x="1740883" y="131719"/>
                </a:lnTo>
                <a:lnTo>
                  <a:pt x="1741158" y="130633"/>
                </a:lnTo>
                <a:lnTo>
                  <a:pt x="1741448" y="129558"/>
                </a:lnTo>
                <a:lnTo>
                  <a:pt x="1741750" y="128491"/>
                </a:lnTo>
                <a:lnTo>
                  <a:pt x="1742066" y="127434"/>
                </a:lnTo>
                <a:lnTo>
                  <a:pt x="1742395" y="126388"/>
                </a:lnTo>
                <a:lnTo>
                  <a:pt x="1742734" y="125353"/>
                </a:lnTo>
                <a:lnTo>
                  <a:pt x="1743084" y="124331"/>
                </a:lnTo>
                <a:lnTo>
                  <a:pt x="1743446" y="123320"/>
                </a:lnTo>
                <a:lnTo>
                  <a:pt x="1743818" y="122321"/>
                </a:lnTo>
                <a:lnTo>
                  <a:pt x="1744201" y="121334"/>
                </a:lnTo>
                <a:lnTo>
                  <a:pt x="1744596" y="120358"/>
                </a:lnTo>
                <a:lnTo>
                  <a:pt x="1745001" y="119395"/>
                </a:lnTo>
                <a:lnTo>
                  <a:pt x="1745418" y="118443"/>
                </a:lnTo>
                <a:lnTo>
                  <a:pt x="1745845" y="117503"/>
                </a:lnTo>
                <a:lnTo>
                  <a:pt x="1746284" y="116575"/>
                </a:lnTo>
                <a:lnTo>
                  <a:pt x="1746734" y="115659"/>
                </a:lnTo>
                <a:lnTo>
                  <a:pt x="1747194" y="114755"/>
                </a:lnTo>
                <a:lnTo>
                  <a:pt x="1747666" y="113862"/>
                </a:lnTo>
                <a:lnTo>
                  <a:pt x="1748149" y="112982"/>
                </a:lnTo>
                <a:lnTo>
                  <a:pt x="1748642" y="112113"/>
                </a:lnTo>
                <a:lnTo>
                  <a:pt x="1749147" y="111256"/>
                </a:lnTo>
                <a:lnTo>
                  <a:pt x="1749663" y="110411"/>
                </a:lnTo>
                <a:lnTo>
                  <a:pt x="1750190" y="109577"/>
                </a:lnTo>
                <a:lnTo>
                  <a:pt x="1750728" y="108756"/>
                </a:lnTo>
                <a:lnTo>
                  <a:pt x="1751276" y="107946"/>
                </a:lnTo>
                <a:lnTo>
                  <a:pt x="1751836" y="107148"/>
                </a:lnTo>
                <a:lnTo>
                  <a:pt x="1752407" y="106362"/>
                </a:lnTo>
                <a:lnTo>
                  <a:pt x="1752989" y="105588"/>
                </a:lnTo>
                <a:lnTo>
                  <a:pt x="1753581" y="104827"/>
                </a:lnTo>
                <a:lnTo>
                  <a:pt x="1754183" y="104081"/>
                </a:lnTo>
                <a:lnTo>
                  <a:pt x="1754794" y="103350"/>
                </a:lnTo>
                <a:lnTo>
                  <a:pt x="1755414" y="102634"/>
                </a:lnTo>
                <a:lnTo>
                  <a:pt x="1756044" y="101932"/>
                </a:lnTo>
                <a:lnTo>
                  <a:pt x="1756683" y="101245"/>
                </a:lnTo>
                <a:lnTo>
                  <a:pt x="1757332" y="100573"/>
                </a:lnTo>
                <a:lnTo>
                  <a:pt x="1757990" y="99916"/>
                </a:lnTo>
                <a:lnTo>
                  <a:pt x="1758658" y="99273"/>
                </a:lnTo>
                <a:lnTo>
                  <a:pt x="1759335" y="98646"/>
                </a:lnTo>
                <a:lnTo>
                  <a:pt x="1760021" y="98033"/>
                </a:lnTo>
                <a:lnTo>
                  <a:pt x="1760717" y="97435"/>
                </a:lnTo>
                <a:lnTo>
                  <a:pt x="1761422" y="96852"/>
                </a:lnTo>
                <a:lnTo>
                  <a:pt x="1762136" y="96283"/>
                </a:lnTo>
                <a:lnTo>
                  <a:pt x="1762860" y="95729"/>
                </a:lnTo>
                <a:lnTo>
                  <a:pt x="1763594" y="95190"/>
                </a:lnTo>
                <a:lnTo>
                  <a:pt x="1764336" y="94666"/>
                </a:lnTo>
                <a:lnTo>
                  <a:pt x="1765089" y="94157"/>
                </a:lnTo>
                <a:lnTo>
                  <a:pt x="1765850" y="93662"/>
                </a:lnTo>
                <a:lnTo>
                  <a:pt x="1766621" y="93183"/>
                </a:lnTo>
                <a:lnTo>
                  <a:pt x="1767402" y="92718"/>
                </a:lnTo>
                <a:lnTo>
                  <a:pt x="1768192" y="92268"/>
                </a:lnTo>
                <a:lnTo>
                  <a:pt x="1768991" y="91832"/>
                </a:lnTo>
                <a:lnTo>
                  <a:pt x="1769800" y="91412"/>
                </a:lnTo>
                <a:lnTo>
                  <a:pt x="1770617" y="91007"/>
                </a:lnTo>
                <a:lnTo>
                  <a:pt x="1771442" y="90620"/>
                </a:lnTo>
                <a:lnTo>
                  <a:pt x="1772274" y="90250"/>
                </a:lnTo>
                <a:lnTo>
                  <a:pt x="1773114" y="89897"/>
                </a:lnTo>
                <a:lnTo>
                  <a:pt x="1773961" y="89561"/>
                </a:lnTo>
                <a:lnTo>
                  <a:pt x="1774816" y="89243"/>
                </a:lnTo>
                <a:lnTo>
                  <a:pt x="1775678" y="88941"/>
                </a:lnTo>
                <a:lnTo>
                  <a:pt x="1776548" y="88657"/>
                </a:lnTo>
                <a:lnTo>
                  <a:pt x="1777425" y="88390"/>
                </a:lnTo>
                <a:lnTo>
                  <a:pt x="1778310" y="88141"/>
                </a:lnTo>
                <a:lnTo>
                  <a:pt x="1779203" y="87908"/>
                </a:lnTo>
                <a:lnTo>
                  <a:pt x="1780103" y="87693"/>
                </a:lnTo>
                <a:lnTo>
                  <a:pt x="1781010" y="87495"/>
                </a:lnTo>
                <a:lnTo>
                  <a:pt x="1781925" y="87315"/>
                </a:lnTo>
                <a:lnTo>
                  <a:pt x="1782848" y="87151"/>
                </a:lnTo>
                <a:lnTo>
                  <a:pt x="1783778" y="87005"/>
                </a:lnTo>
                <a:lnTo>
                  <a:pt x="1784716" y="86876"/>
                </a:lnTo>
                <a:lnTo>
                  <a:pt x="1785661" y="86764"/>
                </a:lnTo>
                <a:lnTo>
                  <a:pt x="1786614" y="86669"/>
                </a:lnTo>
                <a:lnTo>
                  <a:pt x="1787574" y="86592"/>
                </a:lnTo>
                <a:lnTo>
                  <a:pt x="1788542" y="86531"/>
                </a:lnTo>
                <a:lnTo>
                  <a:pt x="1789517" y="86488"/>
                </a:lnTo>
                <a:lnTo>
                  <a:pt x="1790500" y="86462"/>
                </a:lnTo>
                <a:lnTo>
                  <a:pt x="1791491" y="86454"/>
                </a:lnTo>
                <a:lnTo>
                  <a:pt x="1792798" y="86467"/>
                </a:lnTo>
                <a:lnTo>
                  <a:pt x="1794087" y="86507"/>
                </a:lnTo>
                <a:lnTo>
                  <a:pt x="1795358" y="86575"/>
                </a:lnTo>
                <a:lnTo>
                  <a:pt x="1796610" y="86668"/>
                </a:lnTo>
                <a:lnTo>
                  <a:pt x="1797843" y="86789"/>
                </a:lnTo>
                <a:lnTo>
                  <a:pt x="1799058" y="86937"/>
                </a:lnTo>
                <a:lnTo>
                  <a:pt x="1800254" y="87111"/>
                </a:lnTo>
                <a:lnTo>
                  <a:pt x="1801432" y="87312"/>
                </a:lnTo>
                <a:lnTo>
                  <a:pt x="1802591" y="87540"/>
                </a:lnTo>
                <a:lnTo>
                  <a:pt x="1803732" y="87795"/>
                </a:lnTo>
                <a:lnTo>
                  <a:pt x="1804854" y="88077"/>
                </a:lnTo>
                <a:lnTo>
                  <a:pt x="1805958" y="88386"/>
                </a:lnTo>
                <a:lnTo>
                  <a:pt x="1807043" y="88721"/>
                </a:lnTo>
                <a:lnTo>
                  <a:pt x="1808109" y="89083"/>
                </a:lnTo>
                <a:lnTo>
                  <a:pt x="1809157" y="89472"/>
                </a:lnTo>
                <a:lnTo>
                  <a:pt x="1810186" y="89888"/>
                </a:lnTo>
                <a:lnTo>
                  <a:pt x="1811197" y="90331"/>
                </a:lnTo>
                <a:lnTo>
                  <a:pt x="1812189" y="90800"/>
                </a:lnTo>
                <a:lnTo>
                  <a:pt x="1813163" y="91297"/>
                </a:lnTo>
                <a:lnTo>
                  <a:pt x="1814118" y="91820"/>
                </a:lnTo>
                <a:lnTo>
                  <a:pt x="1815054" y="92370"/>
                </a:lnTo>
                <a:lnTo>
                  <a:pt x="1815972" y="92947"/>
                </a:lnTo>
                <a:lnTo>
                  <a:pt x="1816871" y="93551"/>
                </a:lnTo>
                <a:lnTo>
                  <a:pt x="1817752" y="94181"/>
                </a:lnTo>
                <a:lnTo>
                  <a:pt x="1818615" y="94833"/>
                </a:lnTo>
                <a:lnTo>
                  <a:pt x="1819460" y="95500"/>
                </a:lnTo>
                <a:lnTo>
                  <a:pt x="1820287" y="96183"/>
                </a:lnTo>
                <a:lnTo>
                  <a:pt x="1821096" y="96882"/>
                </a:lnTo>
                <a:lnTo>
                  <a:pt x="1821888" y="97597"/>
                </a:lnTo>
                <a:lnTo>
                  <a:pt x="1822662" y="98328"/>
                </a:lnTo>
                <a:lnTo>
                  <a:pt x="1823418" y="99074"/>
                </a:lnTo>
                <a:lnTo>
                  <a:pt x="1824156" y="99836"/>
                </a:lnTo>
                <a:lnTo>
                  <a:pt x="1824877" y="100614"/>
                </a:lnTo>
                <a:lnTo>
                  <a:pt x="1825580" y="101408"/>
                </a:lnTo>
                <a:lnTo>
                  <a:pt x="1826265" y="102218"/>
                </a:lnTo>
                <a:lnTo>
                  <a:pt x="1826932" y="103044"/>
                </a:lnTo>
                <a:lnTo>
                  <a:pt x="1827582" y="103885"/>
                </a:lnTo>
                <a:lnTo>
                  <a:pt x="1828213" y="104743"/>
                </a:lnTo>
                <a:lnTo>
                  <a:pt x="1828827" y="105616"/>
                </a:lnTo>
                <a:lnTo>
                  <a:pt x="1829424" y="106505"/>
                </a:lnTo>
                <a:lnTo>
                  <a:pt x="1830002" y="107410"/>
                </a:lnTo>
                <a:lnTo>
                  <a:pt x="1830563" y="108331"/>
                </a:lnTo>
                <a:lnTo>
                  <a:pt x="1831106" y="109267"/>
                </a:lnTo>
                <a:lnTo>
                  <a:pt x="1831632" y="110219"/>
                </a:lnTo>
                <a:lnTo>
                  <a:pt x="1832139" y="111188"/>
                </a:lnTo>
                <a:lnTo>
                  <a:pt x="1832629" y="112172"/>
                </a:lnTo>
                <a:lnTo>
                  <a:pt x="1833101" y="113171"/>
                </a:lnTo>
                <a:lnTo>
                  <a:pt x="1833555" y="114187"/>
                </a:lnTo>
                <a:lnTo>
                  <a:pt x="1833992" y="115214"/>
                </a:lnTo>
                <a:lnTo>
                  <a:pt x="1834411" y="116247"/>
                </a:lnTo>
                <a:lnTo>
                  <a:pt x="1834813" y="117286"/>
                </a:lnTo>
                <a:lnTo>
                  <a:pt x="1835197" y="118331"/>
                </a:lnTo>
                <a:lnTo>
                  <a:pt x="1835564" y="119382"/>
                </a:lnTo>
                <a:lnTo>
                  <a:pt x="1835913" y="120440"/>
                </a:lnTo>
                <a:lnTo>
                  <a:pt x="1836245" y="121504"/>
                </a:lnTo>
                <a:lnTo>
                  <a:pt x="1836559" y="122574"/>
                </a:lnTo>
                <a:lnTo>
                  <a:pt x="1836856" y="123650"/>
                </a:lnTo>
                <a:lnTo>
                  <a:pt x="1837136" y="124732"/>
                </a:lnTo>
                <a:lnTo>
                  <a:pt x="1837397" y="125820"/>
                </a:lnTo>
                <a:lnTo>
                  <a:pt x="1837642" y="126915"/>
                </a:lnTo>
                <a:lnTo>
                  <a:pt x="1837869" y="128016"/>
                </a:lnTo>
                <a:lnTo>
                  <a:pt x="1838078" y="129123"/>
                </a:lnTo>
                <a:lnTo>
                  <a:pt x="1838270" y="130236"/>
                </a:lnTo>
                <a:lnTo>
                  <a:pt x="1838444" y="131355"/>
                </a:lnTo>
                <a:lnTo>
                  <a:pt x="1838601" y="132480"/>
                </a:lnTo>
                <a:lnTo>
                  <a:pt x="1838741" y="133612"/>
                </a:lnTo>
                <a:lnTo>
                  <a:pt x="1838863" y="134750"/>
                </a:lnTo>
                <a:lnTo>
                  <a:pt x="1838967" y="135894"/>
                </a:lnTo>
                <a:lnTo>
                  <a:pt x="1839054" y="137044"/>
                </a:lnTo>
                <a:lnTo>
                  <a:pt x="1839124" y="138200"/>
                </a:lnTo>
                <a:lnTo>
                  <a:pt x="1839176" y="139362"/>
                </a:lnTo>
                <a:lnTo>
                  <a:pt x="1839211" y="140531"/>
                </a:lnTo>
                <a:lnTo>
                  <a:pt x="1839211" y="142540"/>
                </a:lnTo>
                <a:lnTo>
                  <a:pt x="1738931" y="142540"/>
                </a:lnTo>
                <a:lnTo>
                  <a:pt x="1739007" y="141909"/>
                </a:lnTo>
                <a:lnTo>
                  <a:pt x="1739161" y="140739"/>
                </a:lnTo>
                <a:lnTo>
                  <a:pt x="1739329" y="139579"/>
                </a:lnTo>
                <a:close/>
                <a:moveTo>
                  <a:pt x="1490997" y="73594"/>
                </a:moveTo>
                <a:lnTo>
                  <a:pt x="1490997" y="241234"/>
                </a:lnTo>
                <a:lnTo>
                  <a:pt x="1509590" y="241234"/>
                </a:lnTo>
                <a:lnTo>
                  <a:pt x="1509590" y="73594"/>
                </a:lnTo>
                <a:lnTo>
                  <a:pt x="1490997" y="73594"/>
                </a:lnTo>
                <a:close/>
                <a:moveTo>
                  <a:pt x="1661240" y="73594"/>
                </a:moveTo>
                <a:lnTo>
                  <a:pt x="1661240" y="241234"/>
                </a:lnTo>
                <a:lnTo>
                  <a:pt x="1679832" y="241234"/>
                </a:lnTo>
                <a:lnTo>
                  <a:pt x="1679832" y="73594"/>
                </a:lnTo>
                <a:lnTo>
                  <a:pt x="1661240" y="73594"/>
                </a:lnTo>
                <a:close/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Single-Turn">
            <a:extLst xmlns:a="http://schemas.openxmlformats.org/drawingml/2006/main">
              <a:ext uri="{FF2B5EF4-FFF2-40B4-BE49-F238E27FC236}">
                <a16:creationId xmlns:a16="http://schemas.microsoft.com/office/drawing/2014/main" id="{79A1922F-C014-458E-8A3F-3586358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488" y="233104"/>
            <a:ext cx="1524230" cy="304138"/>
          </a:xfrm>
          <a:custGeom xmlns:a="http://schemas.openxmlformats.org/drawingml/2006/main">
            <a:pathLst>
              <a:path w="1524230" h="304138">
                <a:moveTo>
                  <a:pt x="197707" y="23354"/>
                </a:moveTo>
                <a:lnTo>
                  <a:pt x="197759" y="23757"/>
                </a:lnTo>
                <a:lnTo>
                  <a:pt x="197822" y="24155"/>
                </a:lnTo>
                <a:lnTo>
                  <a:pt x="197897" y="24548"/>
                </a:lnTo>
                <a:lnTo>
                  <a:pt x="197984" y="24936"/>
                </a:lnTo>
                <a:lnTo>
                  <a:pt x="198082" y="25319"/>
                </a:lnTo>
                <a:lnTo>
                  <a:pt x="198192" y="25696"/>
                </a:lnTo>
                <a:lnTo>
                  <a:pt x="198314" y="26069"/>
                </a:lnTo>
                <a:lnTo>
                  <a:pt x="198447" y="26436"/>
                </a:lnTo>
                <a:lnTo>
                  <a:pt x="198591" y="26798"/>
                </a:lnTo>
                <a:lnTo>
                  <a:pt x="198748" y="27155"/>
                </a:lnTo>
                <a:lnTo>
                  <a:pt x="198915" y="27507"/>
                </a:lnTo>
                <a:lnTo>
                  <a:pt x="199095" y="27854"/>
                </a:lnTo>
                <a:lnTo>
                  <a:pt x="199285" y="28196"/>
                </a:lnTo>
                <a:lnTo>
                  <a:pt x="199488" y="28532"/>
                </a:lnTo>
                <a:lnTo>
                  <a:pt x="199702" y="28864"/>
                </a:lnTo>
                <a:lnTo>
                  <a:pt x="199927" y="29190"/>
                </a:lnTo>
                <a:lnTo>
                  <a:pt x="200164" y="29512"/>
                </a:lnTo>
                <a:lnTo>
                  <a:pt x="200413" y="29828"/>
                </a:lnTo>
                <a:lnTo>
                  <a:pt x="200673" y="30139"/>
                </a:lnTo>
                <a:lnTo>
                  <a:pt x="200945" y="30445"/>
                </a:lnTo>
                <a:lnTo>
                  <a:pt x="201227" y="30742"/>
                </a:lnTo>
                <a:lnTo>
                  <a:pt x="201519" y="31026"/>
                </a:lnTo>
                <a:lnTo>
                  <a:pt x="201820" y="31298"/>
                </a:lnTo>
                <a:lnTo>
                  <a:pt x="202131" y="31557"/>
                </a:lnTo>
                <a:lnTo>
                  <a:pt x="202451" y="31804"/>
                </a:lnTo>
                <a:lnTo>
                  <a:pt x="202780" y="32038"/>
                </a:lnTo>
                <a:lnTo>
                  <a:pt x="203119" y="32259"/>
                </a:lnTo>
                <a:lnTo>
                  <a:pt x="203467" y="32468"/>
                </a:lnTo>
                <a:lnTo>
                  <a:pt x="203825" y="32663"/>
                </a:lnTo>
                <a:lnTo>
                  <a:pt x="204192" y="32847"/>
                </a:lnTo>
                <a:lnTo>
                  <a:pt x="204568" y="33017"/>
                </a:lnTo>
                <a:lnTo>
                  <a:pt x="204954" y="33175"/>
                </a:lnTo>
                <a:lnTo>
                  <a:pt x="205349" y="33321"/>
                </a:lnTo>
                <a:lnTo>
                  <a:pt x="205754" y="33454"/>
                </a:lnTo>
                <a:lnTo>
                  <a:pt x="206168" y="33574"/>
                </a:lnTo>
                <a:lnTo>
                  <a:pt x="206592" y="33681"/>
                </a:lnTo>
                <a:lnTo>
                  <a:pt x="207025" y="33776"/>
                </a:lnTo>
                <a:lnTo>
                  <a:pt x="207467" y="33858"/>
                </a:lnTo>
                <a:lnTo>
                  <a:pt x="207919" y="33928"/>
                </a:lnTo>
                <a:lnTo>
                  <a:pt x="208380" y="33985"/>
                </a:lnTo>
                <a:lnTo>
                  <a:pt x="208850" y="34029"/>
                </a:lnTo>
                <a:lnTo>
                  <a:pt x="209330" y="34060"/>
                </a:lnTo>
                <a:lnTo>
                  <a:pt x="209820" y="34079"/>
                </a:lnTo>
                <a:lnTo>
                  <a:pt x="210319" y="34086"/>
                </a:lnTo>
                <a:lnTo>
                  <a:pt x="210805" y="34079"/>
                </a:lnTo>
                <a:lnTo>
                  <a:pt x="211283" y="34060"/>
                </a:lnTo>
                <a:lnTo>
                  <a:pt x="211753" y="34029"/>
                </a:lnTo>
                <a:lnTo>
                  <a:pt x="212215" y="33985"/>
                </a:lnTo>
                <a:lnTo>
                  <a:pt x="212668" y="33928"/>
                </a:lnTo>
                <a:lnTo>
                  <a:pt x="213112" y="33858"/>
                </a:lnTo>
                <a:lnTo>
                  <a:pt x="213549" y="33776"/>
                </a:lnTo>
                <a:lnTo>
                  <a:pt x="213977" y="33681"/>
                </a:lnTo>
                <a:lnTo>
                  <a:pt x="214397" y="33574"/>
                </a:lnTo>
                <a:lnTo>
                  <a:pt x="214808" y="33454"/>
                </a:lnTo>
                <a:lnTo>
                  <a:pt x="215211" y="33321"/>
                </a:lnTo>
                <a:lnTo>
                  <a:pt x="215606" y="33175"/>
                </a:lnTo>
                <a:lnTo>
                  <a:pt x="215992" y="33017"/>
                </a:lnTo>
                <a:lnTo>
                  <a:pt x="216370" y="32847"/>
                </a:lnTo>
                <a:lnTo>
                  <a:pt x="216740" y="32663"/>
                </a:lnTo>
                <a:lnTo>
                  <a:pt x="217101" y="32468"/>
                </a:lnTo>
                <a:lnTo>
                  <a:pt x="217454" y="32259"/>
                </a:lnTo>
                <a:lnTo>
                  <a:pt x="217799" y="32038"/>
                </a:lnTo>
                <a:lnTo>
                  <a:pt x="218136" y="31804"/>
                </a:lnTo>
                <a:lnTo>
                  <a:pt x="218464" y="31557"/>
                </a:lnTo>
                <a:lnTo>
                  <a:pt x="218783" y="31298"/>
                </a:lnTo>
                <a:lnTo>
                  <a:pt x="219095" y="31026"/>
                </a:lnTo>
                <a:lnTo>
                  <a:pt x="219398" y="30742"/>
                </a:lnTo>
                <a:lnTo>
                  <a:pt x="219692" y="30445"/>
                </a:lnTo>
                <a:lnTo>
                  <a:pt x="219977" y="30139"/>
                </a:lnTo>
                <a:lnTo>
                  <a:pt x="220249" y="29828"/>
                </a:lnTo>
                <a:lnTo>
                  <a:pt x="220509" y="29512"/>
                </a:lnTo>
                <a:lnTo>
                  <a:pt x="220757" y="29190"/>
                </a:lnTo>
                <a:lnTo>
                  <a:pt x="220994" y="28864"/>
                </a:lnTo>
                <a:lnTo>
                  <a:pt x="221217" y="28532"/>
                </a:lnTo>
                <a:lnTo>
                  <a:pt x="221429" y="28196"/>
                </a:lnTo>
                <a:lnTo>
                  <a:pt x="221629" y="27854"/>
                </a:lnTo>
                <a:lnTo>
                  <a:pt x="221817" y="27507"/>
                </a:lnTo>
                <a:lnTo>
                  <a:pt x="221992" y="27155"/>
                </a:lnTo>
                <a:lnTo>
                  <a:pt x="222156" y="26798"/>
                </a:lnTo>
                <a:lnTo>
                  <a:pt x="222307" y="26436"/>
                </a:lnTo>
                <a:lnTo>
                  <a:pt x="222446" y="26069"/>
                </a:lnTo>
                <a:lnTo>
                  <a:pt x="222573" y="25696"/>
                </a:lnTo>
                <a:lnTo>
                  <a:pt x="222688" y="25319"/>
                </a:lnTo>
                <a:lnTo>
                  <a:pt x="222791" y="24936"/>
                </a:lnTo>
                <a:lnTo>
                  <a:pt x="222882" y="24548"/>
                </a:lnTo>
                <a:lnTo>
                  <a:pt x="222960" y="24155"/>
                </a:lnTo>
                <a:lnTo>
                  <a:pt x="223027" y="23757"/>
                </a:lnTo>
                <a:lnTo>
                  <a:pt x="223082" y="23354"/>
                </a:lnTo>
                <a:lnTo>
                  <a:pt x="223124" y="22946"/>
                </a:lnTo>
                <a:lnTo>
                  <a:pt x="223154" y="22533"/>
                </a:lnTo>
                <a:lnTo>
                  <a:pt x="223172" y="22114"/>
                </a:lnTo>
                <a:lnTo>
                  <a:pt x="223178" y="21691"/>
                </a:lnTo>
                <a:lnTo>
                  <a:pt x="223172" y="21255"/>
                </a:lnTo>
                <a:lnTo>
                  <a:pt x="223154" y="20824"/>
                </a:lnTo>
                <a:lnTo>
                  <a:pt x="223124" y="20399"/>
                </a:lnTo>
                <a:lnTo>
                  <a:pt x="223082" y="19980"/>
                </a:lnTo>
                <a:lnTo>
                  <a:pt x="223027" y="19567"/>
                </a:lnTo>
                <a:lnTo>
                  <a:pt x="222960" y="19159"/>
                </a:lnTo>
                <a:lnTo>
                  <a:pt x="222882" y="18756"/>
                </a:lnTo>
                <a:lnTo>
                  <a:pt x="222791" y="18360"/>
                </a:lnTo>
                <a:lnTo>
                  <a:pt x="222688" y="17969"/>
                </a:lnTo>
                <a:lnTo>
                  <a:pt x="222573" y="17584"/>
                </a:lnTo>
                <a:lnTo>
                  <a:pt x="222446" y="17204"/>
                </a:lnTo>
                <a:lnTo>
                  <a:pt x="222307" y="16830"/>
                </a:lnTo>
                <a:lnTo>
                  <a:pt x="222156" y="16461"/>
                </a:lnTo>
                <a:lnTo>
                  <a:pt x="221992" y="16099"/>
                </a:lnTo>
                <a:lnTo>
                  <a:pt x="221817" y="15742"/>
                </a:lnTo>
                <a:lnTo>
                  <a:pt x="221629" y="15390"/>
                </a:lnTo>
                <a:lnTo>
                  <a:pt x="221429" y="15044"/>
                </a:lnTo>
                <a:lnTo>
                  <a:pt x="221217" y="14704"/>
                </a:lnTo>
                <a:lnTo>
                  <a:pt x="220994" y="14370"/>
                </a:lnTo>
                <a:lnTo>
                  <a:pt x="220757" y="14041"/>
                </a:lnTo>
                <a:lnTo>
                  <a:pt x="220509" y="13718"/>
                </a:lnTo>
                <a:lnTo>
                  <a:pt x="220249" y="13400"/>
                </a:lnTo>
                <a:lnTo>
                  <a:pt x="219977" y="13088"/>
                </a:lnTo>
                <a:lnTo>
                  <a:pt x="219692" y="12782"/>
                </a:lnTo>
                <a:lnTo>
                  <a:pt x="219398" y="12485"/>
                </a:lnTo>
                <a:lnTo>
                  <a:pt x="219095" y="12201"/>
                </a:lnTo>
                <a:lnTo>
                  <a:pt x="218783" y="11929"/>
                </a:lnTo>
                <a:lnTo>
                  <a:pt x="218464" y="11670"/>
                </a:lnTo>
                <a:lnTo>
                  <a:pt x="218136" y="11423"/>
                </a:lnTo>
                <a:lnTo>
                  <a:pt x="217799" y="11189"/>
                </a:lnTo>
                <a:lnTo>
                  <a:pt x="217454" y="10968"/>
                </a:lnTo>
                <a:lnTo>
                  <a:pt x="217101" y="10759"/>
                </a:lnTo>
                <a:lnTo>
                  <a:pt x="216740" y="10563"/>
                </a:lnTo>
                <a:lnTo>
                  <a:pt x="216370" y="10380"/>
                </a:lnTo>
                <a:lnTo>
                  <a:pt x="215992" y="10209"/>
                </a:lnTo>
                <a:lnTo>
                  <a:pt x="215606" y="10051"/>
                </a:lnTo>
                <a:lnTo>
                  <a:pt x="215211" y="9906"/>
                </a:lnTo>
                <a:lnTo>
                  <a:pt x="214808" y="9773"/>
                </a:lnTo>
                <a:lnTo>
                  <a:pt x="214397" y="9653"/>
                </a:lnTo>
                <a:lnTo>
                  <a:pt x="213977" y="9546"/>
                </a:lnTo>
                <a:lnTo>
                  <a:pt x="213549" y="9451"/>
                </a:lnTo>
                <a:lnTo>
                  <a:pt x="213112" y="9369"/>
                </a:lnTo>
                <a:lnTo>
                  <a:pt x="212668" y="9299"/>
                </a:lnTo>
                <a:lnTo>
                  <a:pt x="212215" y="9242"/>
                </a:lnTo>
                <a:lnTo>
                  <a:pt x="211753" y="9198"/>
                </a:lnTo>
                <a:lnTo>
                  <a:pt x="211283" y="9166"/>
                </a:lnTo>
                <a:lnTo>
                  <a:pt x="210805" y="9147"/>
                </a:lnTo>
                <a:lnTo>
                  <a:pt x="210319" y="9141"/>
                </a:lnTo>
                <a:lnTo>
                  <a:pt x="209820" y="9147"/>
                </a:lnTo>
                <a:lnTo>
                  <a:pt x="209330" y="9166"/>
                </a:lnTo>
                <a:lnTo>
                  <a:pt x="208850" y="9198"/>
                </a:lnTo>
                <a:lnTo>
                  <a:pt x="208380" y="9242"/>
                </a:lnTo>
                <a:lnTo>
                  <a:pt x="207919" y="9299"/>
                </a:lnTo>
                <a:lnTo>
                  <a:pt x="207467" y="9369"/>
                </a:lnTo>
                <a:lnTo>
                  <a:pt x="207025" y="9451"/>
                </a:lnTo>
                <a:lnTo>
                  <a:pt x="206592" y="9546"/>
                </a:lnTo>
                <a:lnTo>
                  <a:pt x="206168" y="9653"/>
                </a:lnTo>
                <a:lnTo>
                  <a:pt x="205754" y="9773"/>
                </a:lnTo>
                <a:lnTo>
                  <a:pt x="205349" y="9906"/>
                </a:lnTo>
                <a:lnTo>
                  <a:pt x="204954" y="10051"/>
                </a:lnTo>
                <a:lnTo>
                  <a:pt x="204568" y="10209"/>
                </a:lnTo>
                <a:lnTo>
                  <a:pt x="204192" y="10380"/>
                </a:lnTo>
                <a:lnTo>
                  <a:pt x="203825" y="10563"/>
                </a:lnTo>
                <a:lnTo>
                  <a:pt x="203467" y="10759"/>
                </a:lnTo>
                <a:lnTo>
                  <a:pt x="203119" y="10968"/>
                </a:lnTo>
                <a:lnTo>
                  <a:pt x="202780" y="11189"/>
                </a:lnTo>
                <a:lnTo>
                  <a:pt x="202451" y="11423"/>
                </a:lnTo>
                <a:lnTo>
                  <a:pt x="202131" y="11670"/>
                </a:lnTo>
                <a:lnTo>
                  <a:pt x="201820" y="11929"/>
                </a:lnTo>
                <a:lnTo>
                  <a:pt x="201519" y="12201"/>
                </a:lnTo>
                <a:lnTo>
                  <a:pt x="201227" y="12485"/>
                </a:lnTo>
                <a:lnTo>
                  <a:pt x="200945" y="12782"/>
                </a:lnTo>
                <a:lnTo>
                  <a:pt x="200673" y="13088"/>
                </a:lnTo>
                <a:lnTo>
                  <a:pt x="200413" y="13400"/>
                </a:lnTo>
                <a:lnTo>
                  <a:pt x="200164" y="13718"/>
                </a:lnTo>
                <a:lnTo>
                  <a:pt x="199927" y="14041"/>
                </a:lnTo>
                <a:lnTo>
                  <a:pt x="199702" y="14370"/>
                </a:lnTo>
                <a:lnTo>
                  <a:pt x="199488" y="14704"/>
                </a:lnTo>
                <a:lnTo>
                  <a:pt x="199285" y="15044"/>
                </a:lnTo>
                <a:lnTo>
                  <a:pt x="199095" y="15390"/>
                </a:lnTo>
                <a:lnTo>
                  <a:pt x="198915" y="15742"/>
                </a:lnTo>
                <a:lnTo>
                  <a:pt x="198748" y="16099"/>
                </a:lnTo>
                <a:lnTo>
                  <a:pt x="198591" y="16461"/>
                </a:lnTo>
                <a:lnTo>
                  <a:pt x="198447" y="16830"/>
                </a:lnTo>
                <a:lnTo>
                  <a:pt x="198314" y="17204"/>
                </a:lnTo>
                <a:lnTo>
                  <a:pt x="198192" y="17584"/>
                </a:lnTo>
                <a:lnTo>
                  <a:pt x="198082" y="17969"/>
                </a:lnTo>
                <a:lnTo>
                  <a:pt x="197984" y="18360"/>
                </a:lnTo>
                <a:lnTo>
                  <a:pt x="197897" y="18756"/>
                </a:lnTo>
                <a:lnTo>
                  <a:pt x="197822" y="19159"/>
                </a:lnTo>
                <a:lnTo>
                  <a:pt x="197759" y="19567"/>
                </a:lnTo>
                <a:lnTo>
                  <a:pt x="197707" y="19980"/>
                </a:lnTo>
                <a:lnTo>
                  <a:pt x="197666" y="20399"/>
                </a:lnTo>
                <a:lnTo>
                  <a:pt x="197637" y="20824"/>
                </a:lnTo>
                <a:lnTo>
                  <a:pt x="197620" y="21255"/>
                </a:lnTo>
                <a:lnTo>
                  <a:pt x="197614" y="21691"/>
                </a:lnTo>
                <a:lnTo>
                  <a:pt x="197620" y="22114"/>
                </a:lnTo>
                <a:lnTo>
                  <a:pt x="197637" y="22533"/>
                </a:lnTo>
                <a:lnTo>
                  <a:pt x="197666" y="22946"/>
                </a:lnTo>
                <a:lnTo>
                  <a:pt x="197707" y="23354"/>
                </a:lnTo>
                <a:close/>
                <a:moveTo>
                  <a:pt x="620348" y="0"/>
                </a:moveTo>
                <a:lnTo>
                  <a:pt x="620348" y="237980"/>
                </a:lnTo>
                <a:lnTo>
                  <a:pt x="638940" y="237980"/>
                </a:lnTo>
                <a:lnTo>
                  <a:pt x="638940" y="0"/>
                </a:lnTo>
                <a:lnTo>
                  <a:pt x="620348" y="0"/>
                </a:lnTo>
                <a:close/>
                <a:moveTo>
                  <a:pt x="142340" y="186505"/>
                </a:moveTo>
                <a:lnTo>
                  <a:pt x="142228" y="187514"/>
                </a:lnTo>
                <a:lnTo>
                  <a:pt x="142090" y="188512"/>
                </a:lnTo>
                <a:lnTo>
                  <a:pt x="141927" y="189500"/>
                </a:lnTo>
                <a:lnTo>
                  <a:pt x="141740" y="190476"/>
                </a:lnTo>
                <a:lnTo>
                  <a:pt x="141527" y="191441"/>
                </a:lnTo>
                <a:lnTo>
                  <a:pt x="141290" y="192394"/>
                </a:lnTo>
                <a:lnTo>
                  <a:pt x="141027" y="193337"/>
                </a:lnTo>
                <a:lnTo>
                  <a:pt x="140739" y="194269"/>
                </a:lnTo>
                <a:lnTo>
                  <a:pt x="140427" y="195190"/>
                </a:lnTo>
                <a:lnTo>
                  <a:pt x="140089" y="196100"/>
                </a:lnTo>
                <a:lnTo>
                  <a:pt x="139726" y="196999"/>
                </a:lnTo>
                <a:lnTo>
                  <a:pt x="139338" y="197887"/>
                </a:lnTo>
                <a:lnTo>
                  <a:pt x="138926" y="198763"/>
                </a:lnTo>
                <a:lnTo>
                  <a:pt x="138488" y="199629"/>
                </a:lnTo>
                <a:lnTo>
                  <a:pt x="138025" y="200484"/>
                </a:lnTo>
                <a:lnTo>
                  <a:pt x="137537" y="201327"/>
                </a:lnTo>
                <a:lnTo>
                  <a:pt x="137024" y="202160"/>
                </a:lnTo>
                <a:lnTo>
                  <a:pt x="136487" y="202982"/>
                </a:lnTo>
                <a:lnTo>
                  <a:pt x="135924" y="203792"/>
                </a:lnTo>
                <a:lnTo>
                  <a:pt x="135336" y="204592"/>
                </a:lnTo>
                <a:lnTo>
                  <a:pt x="134725" y="205378"/>
                </a:lnTo>
                <a:lnTo>
                  <a:pt x="134094" y="206150"/>
                </a:lnTo>
                <a:lnTo>
                  <a:pt x="133443" y="206907"/>
                </a:lnTo>
                <a:lnTo>
                  <a:pt x="132771" y="207650"/>
                </a:lnTo>
                <a:lnTo>
                  <a:pt x="132078" y="208377"/>
                </a:lnTo>
                <a:lnTo>
                  <a:pt x="131366" y="209090"/>
                </a:lnTo>
                <a:lnTo>
                  <a:pt x="130632" y="209788"/>
                </a:lnTo>
                <a:lnTo>
                  <a:pt x="129879" y="210471"/>
                </a:lnTo>
                <a:lnTo>
                  <a:pt x="129105" y="211139"/>
                </a:lnTo>
                <a:lnTo>
                  <a:pt x="128310" y="211793"/>
                </a:lnTo>
                <a:lnTo>
                  <a:pt x="127495" y="212431"/>
                </a:lnTo>
                <a:lnTo>
                  <a:pt x="126659" y="213055"/>
                </a:lnTo>
                <a:lnTo>
                  <a:pt x="125804" y="213664"/>
                </a:lnTo>
                <a:lnTo>
                  <a:pt x="124927" y="214259"/>
                </a:lnTo>
                <a:lnTo>
                  <a:pt x="124030" y="214838"/>
                </a:lnTo>
                <a:lnTo>
                  <a:pt x="123113" y="215403"/>
                </a:lnTo>
                <a:lnTo>
                  <a:pt x="122175" y="215953"/>
                </a:lnTo>
                <a:lnTo>
                  <a:pt x="121217" y="216488"/>
                </a:lnTo>
                <a:lnTo>
                  <a:pt x="120239" y="217008"/>
                </a:lnTo>
                <a:lnTo>
                  <a:pt x="119240" y="217514"/>
                </a:lnTo>
                <a:lnTo>
                  <a:pt x="118220" y="218005"/>
                </a:lnTo>
                <a:lnTo>
                  <a:pt x="117180" y="218481"/>
                </a:lnTo>
                <a:lnTo>
                  <a:pt x="116120" y="218942"/>
                </a:lnTo>
                <a:lnTo>
                  <a:pt x="115039" y="219388"/>
                </a:lnTo>
                <a:lnTo>
                  <a:pt x="113940" y="219818"/>
                </a:lnTo>
                <a:lnTo>
                  <a:pt x="112825" y="220230"/>
                </a:lnTo>
                <a:lnTo>
                  <a:pt x="111692" y="220623"/>
                </a:lnTo>
                <a:lnTo>
                  <a:pt x="110544" y="220998"/>
                </a:lnTo>
                <a:lnTo>
                  <a:pt x="109379" y="221354"/>
                </a:lnTo>
                <a:lnTo>
                  <a:pt x="108198" y="221693"/>
                </a:lnTo>
                <a:lnTo>
                  <a:pt x="107000" y="222013"/>
                </a:lnTo>
                <a:lnTo>
                  <a:pt x="105786" y="222315"/>
                </a:lnTo>
                <a:lnTo>
                  <a:pt x="104556" y="222598"/>
                </a:lnTo>
                <a:lnTo>
                  <a:pt x="103309" y="222863"/>
                </a:lnTo>
                <a:lnTo>
                  <a:pt x="102046" y="223110"/>
                </a:lnTo>
                <a:lnTo>
                  <a:pt x="100766" y="223339"/>
                </a:lnTo>
                <a:lnTo>
                  <a:pt x="99470" y="223549"/>
                </a:lnTo>
                <a:lnTo>
                  <a:pt x="98157" y="223741"/>
                </a:lnTo>
                <a:lnTo>
                  <a:pt x="96828" y="223915"/>
                </a:lnTo>
                <a:lnTo>
                  <a:pt x="95483" y="224071"/>
                </a:lnTo>
                <a:lnTo>
                  <a:pt x="94121" y="224208"/>
                </a:lnTo>
                <a:lnTo>
                  <a:pt x="92743" y="224327"/>
                </a:lnTo>
                <a:lnTo>
                  <a:pt x="91349" y="224427"/>
                </a:lnTo>
                <a:lnTo>
                  <a:pt x="89938" y="224510"/>
                </a:lnTo>
                <a:lnTo>
                  <a:pt x="88510" y="224574"/>
                </a:lnTo>
                <a:lnTo>
                  <a:pt x="87067" y="224619"/>
                </a:lnTo>
                <a:lnTo>
                  <a:pt x="85606" y="224647"/>
                </a:lnTo>
                <a:lnTo>
                  <a:pt x="84130" y="224656"/>
                </a:lnTo>
                <a:lnTo>
                  <a:pt x="83174" y="224651"/>
                </a:lnTo>
                <a:lnTo>
                  <a:pt x="82218" y="224637"/>
                </a:lnTo>
                <a:lnTo>
                  <a:pt x="81262" y="224613"/>
                </a:lnTo>
                <a:lnTo>
                  <a:pt x="80306" y="224580"/>
                </a:lnTo>
                <a:lnTo>
                  <a:pt x="79349" y="224538"/>
                </a:lnTo>
                <a:lnTo>
                  <a:pt x="78392" y="224486"/>
                </a:lnTo>
                <a:lnTo>
                  <a:pt x="77435" y="224425"/>
                </a:lnTo>
                <a:lnTo>
                  <a:pt x="76478" y="224354"/>
                </a:lnTo>
                <a:lnTo>
                  <a:pt x="75520" y="224274"/>
                </a:lnTo>
                <a:lnTo>
                  <a:pt x="74562" y="224184"/>
                </a:lnTo>
                <a:lnTo>
                  <a:pt x="73604" y="224085"/>
                </a:lnTo>
                <a:lnTo>
                  <a:pt x="72645" y="223977"/>
                </a:lnTo>
                <a:lnTo>
                  <a:pt x="71686" y="223859"/>
                </a:lnTo>
                <a:lnTo>
                  <a:pt x="70727" y="223732"/>
                </a:lnTo>
                <a:lnTo>
                  <a:pt x="69768" y="223595"/>
                </a:lnTo>
                <a:lnTo>
                  <a:pt x="68808" y="223449"/>
                </a:lnTo>
                <a:lnTo>
                  <a:pt x="67849" y="223293"/>
                </a:lnTo>
                <a:lnTo>
                  <a:pt x="66888" y="223128"/>
                </a:lnTo>
                <a:lnTo>
                  <a:pt x="65928" y="222954"/>
                </a:lnTo>
                <a:lnTo>
                  <a:pt x="64967" y="222770"/>
                </a:lnTo>
                <a:lnTo>
                  <a:pt x="64006" y="222576"/>
                </a:lnTo>
                <a:lnTo>
                  <a:pt x="63045" y="222374"/>
                </a:lnTo>
                <a:lnTo>
                  <a:pt x="62084" y="222161"/>
                </a:lnTo>
                <a:lnTo>
                  <a:pt x="61122" y="221940"/>
                </a:lnTo>
                <a:lnTo>
                  <a:pt x="60164" y="221707"/>
                </a:lnTo>
                <a:lnTo>
                  <a:pt x="59212" y="221464"/>
                </a:lnTo>
                <a:lnTo>
                  <a:pt x="58268" y="221208"/>
                </a:lnTo>
                <a:lnTo>
                  <a:pt x="57330" y="220942"/>
                </a:lnTo>
                <a:lnTo>
                  <a:pt x="56400" y="220664"/>
                </a:lnTo>
                <a:lnTo>
                  <a:pt x="55476" y="220375"/>
                </a:lnTo>
                <a:lnTo>
                  <a:pt x="54560" y="220075"/>
                </a:lnTo>
                <a:lnTo>
                  <a:pt x="53651" y="219763"/>
                </a:lnTo>
                <a:lnTo>
                  <a:pt x="52748" y="219440"/>
                </a:lnTo>
                <a:lnTo>
                  <a:pt x="51853" y="219106"/>
                </a:lnTo>
                <a:lnTo>
                  <a:pt x="50964" y="218760"/>
                </a:lnTo>
                <a:lnTo>
                  <a:pt x="50083" y="218403"/>
                </a:lnTo>
                <a:lnTo>
                  <a:pt x="49208" y="218034"/>
                </a:lnTo>
                <a:lnTo>
                  <a:pt x="48341" y="217655"/>
                </a:lnTo>
                <a:lnTo>
                  <a:pt x="47480" y="217264"/>
                </a:lnTo>
                <a:lnTo>
                  <a:pt x="46627" y="216861"/>
                </a:lnTo>
                <a:lnTo>
                  <a:pt x="45780" y="216448"/>
                </a:lnTo>
                <a:lnTo>
                  <a:pt x="44941" y="216023"/>
                </a:lnTo>
                <a:lnTo>
                  <a:pt x="44108" y="215586"/>
                </a:lnTo>
                <a:lnTo>
                  <a:pt x="43283" y="215138"/>
                </a:lnTo>
                <a:lnTo>
                  <a:pt x="42464" y="214679"/>
                </a:lnTo>
                <a:lnTo>
                  <a:pt x="41653" y="214209"/>
                </a:lnTo>
                <a:lnTo>
                  <a:pt x="40848" y="213727"/>
                </a:lnTo>
                <a:lnTo>
                  <a:pt x="40051" y="213234"/>
                </a:lnTo>
                <a:lnTo>
                  <a:pt x="39263" y="212729"/>
                </a:lnTo>
                <a:lnTo>
                  <a:pt x="38489" y="212210"/>
                </a:lnTo>
                <a:lnTo>
                  <a:pt x="37728" y="211678"/>
                </a:lnTo>
                <a:lnTo>
                  <a:pt x="36980" y="211132"/>
                </a:lnTo>
                <a:lnTo>
                  <a:pt x="36245" y="210572"/>
                </a:lnTo>
                <a:lnTo>
                  <a:pt x="35524" y="209999"/>
                </a:lnTo>
                <a:lnTo>
                  <a:pt x="34815" y="209413"/>
                </a:lnTo>
                <a:lnTo>
                  <a:pt x="34120" y="208813"/>
                </a:lnTo>
                <a:lnTo>
                  <a:pt x="33438" y="208200"/>
                </a:lnTo>
                <a:lnTo>
                  <a:pt x="32769" y="207573"/>
                </a:lnTo>
                <a:lnTo>
                  <a:pt x="32114" y="206933"/>
                </a:lnTo>
                <a:lnTo>
                  <a:pt x="31471" y="206279"/>
                </a:lnTo>
                <a:lnTo>
                  <a:pt x="30842" y="205612"/>
                </a:lnTo>
                <a:lnTo>
                  <a:pt x="30226" y="204931"/>
                </a:lnTo>
                <a:lnTo>
                  <a:pt x="29623" y="204237"/>
                </a:lnTo>
                <a:lnTo>
                  <a:pt x="29033" y="203529"/>
                </a:lnTo>
                <a:lnTo>
                  <a:pt x="28457" y="202808"/>
                </a:lnTo>
                <a:lnTo>
                  <a:pt x="27893" y="202074"/>
                </a:lnTo>
                <a:lnTo>
                  <a:pt x="27343" y="201325"/>
                </a:lnTo>
                <a:lnTo>
                  <a:pt x="26806" y="200564"/>
                </a:lnTo>
                <a:lnTo>
                  <a:pt x="26282" y="199789"/>
                </a:lnTo>
                <a:lnTo>
                  <a:pt x="25771" y="199000"/>
                </a:lnTo>
                <a:lnTo>
                  <a:pt x="25274" y="198198"/>
                </a:lnTo>
                <a:lnTo>
                  <a:pt x="24790" y="197383"/>
                </a:lnTo>
                <a:lnTo>
                  <a:pt x="24322" y="196553"/>
                </a:lnTo>
                <a:lnTo>
                  <a:pt x="23874" y="195707"/>
                </a:lnTo>
                <a:lnTo>
                  <a:pt x="23446" y="194846"/>
                </a:lnTo>
                <a:lnTo>
                  <a:pt x="23038" y="193970"/>
                </a:lnTo>
                <a:lnTo>
                  <a:pt x="22650" y="193079"/>
                </a:lnTo>
                <a:lnTo>
                  <a:pt x="22282" y="192172"/>
                </a:lnTo>
                <a:lnTo>
                  <a:pt x="21933" y="191250"/>
                </a:lnTo>
                <a:lnTo>
                  <a:pt x="21605" y="190312"/>
                </a:lnTo>
                <a:lnTo>
                  <a:pt x="21296" y="189359"/>
                </a:lnTo>
                <a:lnTo>
                  <a:pt x="21008" y="188391"/>
                </a:lnTo>
                <a:lnTo>
                  <a:pt x="20739" y="187407"/>
                </a:lnTo>
                <a:lnTo>
                  <a:pt x="20490" y="186408"/>
                </a:lnTo>
                <a:lnTo>
                  <a:pt x="20261" y="185393"/>
                </a:lnTo>
                <a:lnTo>
                  <a:pt x="20052" y="184363"/>
                </a:lnTo>
                <a:lnTo>
                  <a:pt x="19863" y="183318"/>
                </a:lnTo>
                <a:lnTo>
                  <a:pt x="19694" y="182257"/>
                </a:lnTo>
                <a:lnTo>
                  <a:pt x="19545" y="181181"/>
                </a:lnTo>
                <a:lnTo>
                  <a:pt x="19415" y="180089"/>
                </a:lnTo>
                <a:lnTo>
                  <a:pt x="19306" y="178983"/>
                </a:lnTo>
                <a:lnTo>
                  <a:pt x="19216" y="177860"/>
                </a:lnTo>
                <a:lnTo>
                  <a:pt x="19147" y="176723"/>
                </a:lnTo>
                <a:lnTo>
                  <a:pt x="19097" y="175570"/>
                </a:lnTo>
                <a:lnTo>
                  <a:pt x="19067" y="174401"/>
                </a:lnTo>
                <a:lnTo>
                  <a:pt x="19057" y="173217"/>
                </a:lnTo>
                <a:lnTo>
                  <a:pt x="0" y="173217"/>
                </a:lnTo>
                <a:lnTo>
                  <a:pt x="13" y="174709"/>
                </a:lnTo>
                <a:lnTo>
                  <a:pt x="51" y="176183"/>
                </a:lnTo>
                <a:lnTo>
                  <a:pt x="115" y="177639"/>
                </a:lnTo>
                <a:lnTo>
                  <a:pt x="204" y="179077"/>
                </a:lnTo>
                <a:lnTo>
                  <a:pt x="319" y="180497"/>
                </a:lnTo>
                <a:lnTo>
                  <a:pt x="460" y="181898"/>
                </a:lnTo>
                <a:lnTo>
                  <a:pt x="626" y="183282"/>
                </a:lnTo>
                <a:lnTo>
                  <a:pt x="818" y="184648"/>
                </a:lnTo>
                <a:lnTo>
                  <a:pt x="1035" y="185995"/>
                </a:lnTo>
                <a:lnTo>
                  <a:pt x="1278" y="187325"/>
                </a:lnTo>
                <a:lnTo>
                  <a:pt x="1546" y="188636"/>
                </a:lnTo>
                <a:lnTo>
                  <a:pt x="1840" y="189930"/>
                </a:lnTo>
                <a:lnTo>
                  <a:pt x="2159" y="191205"/>
                </a:lnTo>
                <a:lnTo>
                  <a:pt x="2504" y="192463"/>
                </a:lnTo>
                <a:lnTo>
                  <a:pt x="2875" y="193702"/>
                </a:lnTo>
                <a:lnTo>
                  <a:pt x="3271" y="194923"/>
                </a:lnTo>
                <a:lnTo>
                  <a:pt x="3692" y="196127"/>
                </a:lnTo>
                <a:lnTo>
                  <a:pt x="4140" y="197312"/>
                </a:lnTo>
                <a:lnTo>
                  <a:pt x="4612" y="198479"/>
                </a:lnTo>
                <a:lnTo>
                  <a:pt x="5111" y="199628"/>
                </a:lnTo>
                <a:lnTo>
                  <a:pt x="5635" y="200760"/>
                </a:lnTo>
                <a:lnTo>
                  <a:pt x="6184" y="201873"/>
                </a:lnTo>
                <a:lnTo>
                  <a:pt x="6759" y="202968"/>
                </a:lnTo>
                <a:lnTo>
                  <a:pt x="7359" y="204045"/>
                </a:lnTo>
                <a:lnTo>
                  <a:pt x="7981" y="205104"/>
                </a:lnTo>
                <a:lnTo>
                  <a:pt x="8620" y="206148"/>
                </a:lnTo>
                <a:lnTo>
                  <a:pt x="9277" y="207176"/>
                </a:lnTo>
                <a:lnTo>
                  <a:pt x="9950" y="208188"/>
                </a:lnTo>
                <a:lnTo>
                  <a:pt x="10641" y="209184"/>
                </a:lnTo>
                <a:lnTo>
                  <a:pt x="11349" y="210164"/>
                </a:lnTo>
                <a:lnTo>
                  <a:pt x="12074" y="211128"/>
                </a:lnTo>
                <a:lnTo>
                  <a:pt x="12817" y="212077"/>
                </a:lnTo>
                <a:lnTo>
                  <a:pt x="13576" y="213009"/>
                </a:lnTo>
                <a:lnTo>
                  <a:pt x="14353" y="213926"/>
                </a:lnTo>
                <a:lnTo>
                  <a:pt x="15147" y="214826"/>
                </a:lnTo>
                <a:lnTo>
                  <a:pt x="15958" y="215711"/>
                </a:lnTo>
                <a:lnTo>
                  <a:pt x="16787" y="216580"/>
                </a:lnTo>
                <a:lnTo>
                  <a:pt x="17632" y="217433"/>
                </a:lnTo>
                <a:lnTo>
                  <a:pt x="18495" y="218270"/>
                </a:lnTo>
                <a:lnTo>
                  <a:pt x="19375" y="219091"/>
                </a:lnTo>
                <a:lnTo>
                  <a:pt x="20273" y="219896"/>
                </a:lnTo>
                <a:lnTo>
                  <a:pt x="21187" y="220685"/>
                </a:lnTo>
                <a:lnTo>
                  <a:pt x="22119" y="221458"/>
                </a:lnTo>
                <a:lnTo>
                  <a:pt x="23068" y="222216"/>
                </a:lnTo>
                <a:lnTo>
                  <a:pt x="24034" y="222958"/>
                </a:lnTo>
                <a:lnTo>
                  <a:pt x="25018" y="223683"/>
                </a:lnTo>
                <a:lnTo>
                  <a:pt x="26018" y="224393"/>
                </a:lnTo>
                <a:lnTo>
                  <a:pt x="27036" y="225087"/>
                </a:lnTo>
                <a:lnTo>
                  <a:pt x="28067" y="225765"/>
                </a:lnTo>
                <a:lnTo>
                  <a:pt x="29107" y="226428"/>
                </a:lnTo>
                <a:lnTo>
                  <a:pt x="30155" y="227076"/>
                </a:lnTo>
                <a:lnTo>
                  <a:pt x="31213" y="227708"/>
                </a:lnTo>
                <a:lnTo>
                  <a:pt x="32279" y="228326"/>
                </a:lnTo>
                <a:lnTo>
                  <a:pt x="33355" y="228928"/>
                </a:lnTo>
                <a:lnTo>
                  <a:pt x="34439" y="229516"/>
                </a:lnTo>
                <a:lnTo>
                  <a:pt x="35532" y="230088"/>
                </a:lnTo>
                <a:lnTo>
                  <a:pt x="36634" y="230646"/>
                </a:lnTo>
                <a:lnTo>
                  <a:pt x="37744" y="231188"/>
                </a:lnTo>
                <a:lnTo>
                  <a:pt x="38864" y="231715"/>
                </a:lnTo>
                <a:lnTo>
                  <a:pt x="39993" y="232227"/>
                </a:lnTo>
                <a:lnTo>
                  <a:pt x="41130" y="232724"/>
                </a:lnTo>
                <a:lnTo>
                  <a:pt x="42276" y="233206"/>
                </a:lnTo>
                <a:lnTo>
                  <a:pt x="43431" y="233673"/>
                </a:lnTo>
                <a:lnTo>
                  <a:pt x="44595" y="234125"/>
                </a:lnTo>
                <a:lnTo>
                  <a:pt x="45768" y="234561"/>
                </a:lnTo>
                <a:lnTo>
                  <a:pt x="46950" y="234983"/>
                </a:lnTo>
                <a:lnTo>
                  <a:pt x="48141" y="235390"/>
                </a:lnTo>
                <a:lnTo>
                  <a:pt x="49340" y="235781"/>
                </a:lnTo>
                <a:lnTo>
                  <a:pt x="50549" y="236157"/>
                </a:lnTo>
                <a:lnTo>
                  <a:pt x="51766" y="236519"/>
                </a:lnTo>
                <a:lnTo>
                  <a:pt x="52992" y="236865"/>
                </a:lnTo>
                <a:lnTo>
                  <a:pt x="54227" y="237196"/>
                </a:lnTo>
                <a:lnTo>
                  <a:pt x="55467" y="237513"/>
                </a:lnTo>
                <a:lnTo>
                  <a:pt x="56707" y="237816"/>
                </a:lnTo>
                <a:lnTo>
                  <a:pt x="57948" y="238106"/>
                </a:lnTo>
                <a:lnTo>
                  <a:pt x="59190" y="238382"/>
                </a:lnTo>
                <a:lnTo>
                  <a:pt x="60431" y="238645"/>
                </a:lnTo>
                <a:lnTo>
                  <a:pt x="61674" y="238895"/>
                </a:lnTo>
                <a:lnTo>
                  <a:pt x="62917" y="239131"/>
                </a:lnTo>
                <a:lnTo>
                  <a:pt x="64160" y="239353"/>
                </a:lnTo>
                <a:lnTo>
                  <a:pt x="65404" y="239562"/>
                </a:lnTo>
                <a:lnTo>
                  <a:pt x="66649" y="239758"/>
                </a:lnTo>
                <a:lnTo>
                  <a:pt x="67894" y="239940"/>
                </a:lnTo>
                <a:lnTo>
                  <a:pt x="69140" y="240108"/>
                </a:lnTo>
                <a:lnTo>
                  <a:pt x="70386" y="240263"/>
                </a:lnTo>
                <a:lnTo>
                  <a:pt x="71633" y="240405"/>
                </a:lnTo>
                <a:lnTo>
                  <a:pt x="72880" y="240533"/>
                </a:lnTo>
                <a:lnTo>
                  <a:pt x="74128" y="240648"/>
                </a:lnTo>
                <a:lnTo>
                  <a:pt x="75376" y="240749"/>
                </a:lnTo>
                <a:lnTo>
                  <a:pt x="76625" y="240836"/>
                </a:lnTo>
                <a:lnTo>
                  <a:pt x="77875" y="240911"/>
                </a:lnTo>
                <a:lnTo>
                  <a:pt x="79125" y="240971"/>
                </a:lnTo>
                <a:lnTo>
                  <a:pt x="80375" y="241018"/>
                </a:lnTo>
                <a:lnTo>
                  <a:pt x="81626" y="241052"/>
                </a:lnTo>
                <a:lnTo>
                  <a:pt x="82878" y="241072"/>
                </a:lnTo>
                <a:lnTo>
                  <a:pt x="84130" y="241079"/>
                </a:lnTo>
                <a:lnTo>
                  <a:pt x="85532" y="241072"/>
                </a:lnTo>
                <a:lnTo>
                  <a:pt x="86926" y="241051"/>
                </a:lnTo>
                <a:lnTo>
                  <a:pt x="88309" y="241016"/>
                </a:lnTo>
                <a:lnTo>
                  <a:pt x="89684" y="240967"/>
                </a:lnTo>
                <a:lnTo>
                  <a:pt x="91049" y="240904"/>
                </a:lnTo>
                <a:lnTo>
                  <a:pt x="92404" y="240827"/>
                </a:lnTo>
                <a:lnTo>
                  <a:pt x="93750" y="240736"/>
                </a:lnTo>
                <a:lnTo>
                  <a:pt x="95087" y="240631"/>
                </a:lnTo>
                <a:lnTo>
                  <a:pt x="96414" y="240513"/>
                </a:lnTo>
                <a:lnTo>
                  <a:pt x="97732" y="240380"/>
                </a:lnTo>
                <a:lnTo>
                  <a:pt x="99041" y="240233"/>
                </a:lnTo>
                <a:lnTo>
                  <a:pt x="100340" y="240072"/>
                </a:lnTo>
                <a:lnTo>
                  <a:pt x="101630" y="239897"/>
                </a:lnTo>
                <a:lnTo>
                  <a:pt x="102910" y="239708"/>
                </a:lnTo>
                <a:lnTo>
                  <a:pt x="104181" y="239506"/>
                </a:lnTo>
                <a:lnTo>
                  <a:pt x="105442" y="239289"/>
                </a:lnTo>
                <a:lnTo>
                  <a:pt x="106694" y="239058"/>
                </a:lnTo>
                <a:lnTo>
                  <a:pt x="107937" y="238813"/>
                </a:lnTo>
                <a:lnTo>
                  <a:pt x="109170" y="238554"/>
                </a:lnTo>
                <a:lnTo>
                  <a:pt x="110393" y="238282"/>
                </a:lnTo>
                <a:lnTo>
                  <a:pt x="111608" y="237995"/>
                </a:lnTo>
                <a:lnTo>
                  <a:pt x="112813" y="237694"/>
                </a:lnTo>
                <a:lnTo>
                  <a:pt x="114008" y="237379"/>
                </a:lnTo>
                <a:lnTo>
                  <a:pt x="115194" y="237051"/>
                </a:lnTo>
                <a:lnTo>
                  <a:pt x="116369" y="236709"/>
                </a:lnTo>
                <a:lnTo>
                  <a:pt x="117531" y="236354"/>
                </a:lnTo>
                <a:lnTo>
                  <a:pt x="118680" y="235987"/>
                </a:lnTo>
                <a:lnTo>
                  <a:pt x="119817" y="235607"/>
                </a:lnTo>
                <a:lnTo>
                  <a:pt x="120940" y="235214"/>
                </a:lnTo>
                <a:lnTo>
                  <a:pt x="122050" y="234809"/>
                </a:lnTo>
                <a:lnTo>
                  <a:pt x="123148" y="234391"/>
                </a:lnTo>
                <a:lnTo>
                  <a:pt x="124232" y="233961"/>
                </a:lnTo>
                <a:lnTo>
                  <a:pt x="125304" y="233518"/>
                </a:lnTo>
                <a:lnTo>
                  <a:pt x="126363" y="233062"/>
                </a:lnTo>
                <a:lnTo>
                  <a:pt x="127408" y="232593"/>
                </a:lnTo>
                <a:lnTo>
                  <a:pt x="128441" y="232112"/>
                </a:lnTo>
                <a:lnTo>
                  <a:pt x="129461" y="231618"/>
                </a:lnTo>
                <a:lnTo>
                  <a:pt x="130468" y="231112"/>
                </a:lnTo>
                <a:lnTo>
                  <a:pt x="131462" y="230593"/>
                </a:lnTo>
                <a:lnTo>
                  <a:pt x="132444" y="230061"/>
                </a:lnTo>
                <a:lnTo>
                  <a:pt x="133412" y="229517"/>
                </a:lnTo>
                <a:lnTo>
                  <a:pt x="134367" y="228960"/>
                </a:lnTo>
                <a:lnTo>
                  <a:pt x="135310" y="228391"/>
                </a:lnTo>
                <a:lnTo>
                  <a:pt x="136240" y="227808"/>
                </a:lnTo>
                <a:lnTo>
                  <a:pt x="137156" y="227214"/>
                </a:lnTo>
                <a:lnTo>
                  <a:pt x="138060" y="226606"/>
                </a:lnTo>
                <a:lnTo>
                  <a:pt x="138951" y="225986"/>
                </a:lnTo>
                <a:lnTo>
                  <a:pt x="139829" y="225353"/>
                </a:lnTo>
                <a:lnTo>
                  <a:pt x="140692" y="224708"/>
                </a:lnTo>
                <a:lnTo>
                  <a:pt x="141539" y="224052"/>
                </a:lnTo>
                <a:lnTo>
                  <a:pt x="142370" y="223385"/>
                </a:lnTo>
                <a:lnTo>
                  <a:pt x="143184" y="222706"/>
                </a:lnTo>
                <a:lnTo>
                  <a:pt x="143981" y="222016"/>
                </a:lnTo>
                <a:lnTo>
                  <a:pt x="144763" y="221315"/>
                </a:lnTo>
                <a:lnTo>
                  <a:pt x="145528" y="220603"/>
                </a:lnTo>
                <a:lnTo>
                  <a:pt x="146276" y="219879"/>
                </a:lnTo>
                <a:lnTo>
                  <a:pt x="147008" y="219144"/>
                </a:lnTo>
                <a:lnTo>
                  <a:pt x="147724" y="218397"/>
                </a:lnTo>
                <a:lnTo>
                  <a:pt x="148423" y="217639"/>
                </a:lnTo>
                <a:lnTo>
                  <a:pt x="149106" y="216870"/>
                </a:lnTo>
                <a:lnTo>
                  <a:pt x="149772" y="216090"/>
                </a:lnTo>
                <a:lnTo>
                  <a:pt x="150422" y="215299"/>
                </a:lnTo>
                <a:lnTo>
                  <a:pt x="151056" y="214496"/>
                </a:lnTo>
                <a:lnTo>
                  <a:pt x="151673" y="213681"/>
                </a:lnTo>
                <a:lnTo>
                  <a:pt x="152274" y="212856"/>
                </a:lnTo>
                <a:lnTo>
                  <a:pt x="152858" y="212019"/>
                </a:lnTo>
                <a:lnTo>
                  <a:pt x="153426" y="211171"/>
                </a:lnTo>
                <a:lnTo>
                  <a:pt x="153978" y="210312"/>
                </a:lnTo>
                <a:lnTo>
                  <a:pt x="154513" y="209441"/>
                </a:lnTo>
                <a:lnTo>
                  <a:pt x="155031" y="208559"/>
                </a:lnTo>
                <a:lnTo>
                  <a:pt x="155534" y="207666"/>
                </a:lnTo>
                <a:lnTo>
                  <a:pt x="156020" y="206761"/>
                </a:lnTo>
                <a:lnTo>
                  <a:pt x="156487" y="205846"/>
                </a:lnTo>
                <a:lnTo>
                  <a:pt x="156935" y="204921"/>
                </a:lnTo>
                <a:lnTo>
                  <a:pt x="157363" y="203985"/>
                </a:lnTo>
                <a:lnTo>
                  <a:pt x="157771" y="203040"/>
                </a:lnTo>
                <a:lnTo>
                  <a:pt x="158159" y="202085"/>
                </a:lnTo>
                <a:lnTo>
                  <a:pt x="158528" y="201120"/>
                </a:lnTo>
                <a:lnTo>
                  <a:pt x="158876" y="200145"/>
                </a:lnTo>
                <a:lnTo>
                  <a:pt x="159204" y="199161"/>
                </a:lnTo>
                <a:lnTo>
                  <a:pt x="159513" y="198166"/>
                </a:lnTo>
                <a:lnTo>
                  <a:pt x="159802" y="197161"/>
                </a:lnTo>
                <a:lnTo>
                  <a:pt x="160070" y="196146"/>
                </a:lnTo>
                <a:lnTo>
                  <a:pt x="160319" y="195121"/>
                </a:lnTo>
                <a:lnTo>
                  <a:pt x="160548" y="194087"/>
                </a:lnTo>
                <a:lnTo>
                  <a:pt x="160757" y="193042"/>
                </a:lnTo>
                <a:lnTo>
                  <a:pt x="160946" y="191988"/>
                </a:lnTo>
                <a:lnTo>
                  <a:pt x="161115" y="190923"/>
                </a:lnTo>
                <a:lnTo>
                  <a:pt x="161265" y="189849"/>
                </a:lnTo>
                <a:lnTo>
                  <a:pt x="161394" y="188764"/>
                </a:lnTo>
                <a:lnTo>
                  <a:pt x="161503" y="187670"/>
                </a:lnTo>
                <a:lnTo>
                  <a:pt x="161593" y="186566"/>
                </a:lnTo>
                <a:lnTo>
                  <a:pt x="161663" y="185451"/>
                </a:lnTo>
                <a:lnTo>
                  <a:pt x="161712" y="184327"/>
                </a:lnTo>
                <a:lnTo>
                  <a:pt x="161742" y="183193"/>
                </a:lnTo>
                <a:lnTo>
                  <a:pt x="161752" y="182049"/>
                </a:lnTo>
                <a:lnTo>
                  <a:pt x="161744" y="180918"/>
                </a:lnTo>
                <a:lnTo>
                  <a:pt x="161718" y="179799"/>
                </a:lnTo>
                <a:lnTo>
                  <a:pt x="161675" y="178691"/>
                </a:lnTo>
                <a:lnTo>
                  <a:pt x="161615" y="177594"/>
                </a:lnTo>
                <a:lnTo>
                  <a:pt x="161537" y="176509"/>
                </a:lnTo>
                <a:lnTo>
                  <a:pt x="161442" y="175435"/>
                </a:lnTo>
                <a:lnTo>
                  <a:pt x="161331" y="174372"/>
                </a:lnTo>
                <a:lnTo>
                  <a:pt x="161201" y="173321"/>
                </a:lnTo>
                <a:lnTo>
                  <a:pt x="161055" y="172281"/>
                </a:lnTo>
                <a:lnTo>
                  <a:pt x="160892" y="171252"/>
                </a:lnTo>
                <a:lnTo>
                  <a:pt x="160711" y="170234"/>
                </a:lnTo>
                <a:lnTo>
                  <a:pt x="160513" y="169228"/>
                </a:lnTo>
                <a:lnTo>
                  <a:pt x="160298" y="168233"/>
                </a:lnTo>
                <a:lnTo>
                  <a:pt x="160065" y="167249"/>
                </a:lnTo>
                <a:lnTo>
                  <a:pt x="159816" y="166277"/>
                </a:lnTo>
                <a:lnTo>
                  <a:pt x="159549" y="165316"/>
                </a:lnTo>
                <a:lnTo>
                  <a:pt x="159265" y="164366"/>
                </a:lnTo>
                <a:lnTo>
                  <a:pt x="158963" y="163428"/>
                </a:lnTo>
                <a:lnTo>
                  <a:pt x="158645" y="162500"/>
                </a:lnTo>
                <a:lnTo>
                  <a:pt x="158309" y="161584"/>
                </a:lnTo>
                <a:lnTo>
                  <a:pt x="157956" y="160680"/>
                </a:lnTo>
                <a:lnTo>
                  <a:pt x="157586" y="159787"/>
                </a:lnTo>
                <a:lnTo>
                  <a:pt x="157199" y="158905"/>
                </a:lnTo>
                <a:lnTo>
                  <a:pt x="156794" y="158034"/>
                </a:lnTo>
                <a:lnTo>
                  <a:pt x="156373" y="157173"/>
                </a:lnTo>
                <a:lnTo>
                  <a:pt x="155936" y="156321"/>
                </a:lnTo>
                <a:lnTo>
                  <a:pt x="155482" y="155477"/>
                </a:lnTo>
                <a:lnTo>
                  <a:pt x="155013" y="154642"/>
                </a:lnTo>
                <a:lnTo>
                  <a:pt x="154527" y="153816"/>
                </a:lnTo>
                <a:lnTo>
                  <a:pt x="154025" y="152998"/>
                </a:lnTo>
                <a:lnTo>
                  <a:pt x="153507" y="152189"/>
                </a:lnTo>
                <a:lnTo>
                  <a:pt x="152973" y="151389"/>
                </a:lnTo>
                <a:lnTo>
                  <a:pt x="152422" y="150597"/>
                </a:lnTo>
                <a:lnTo>
                  <a:pt x="151856" y="149814"/>
                </a:lnTo>
                <a:lnTo>
                  <a:pt x="151273" y="149039"/>
                </a:lnTo>
                <a:lnTo>
                  <a:pt x="150674" y="148273"/>
                </a:lnTo>
                <a:lnTo>
                  <a:pt x="150060" y="147515"/>
                </a:lnTo>
                <a:lnTo>
                  <a:pt x="149428" y="146767"/>
                </a:lnTo>
                <a:lnTo>
                  <a:pt x="148781" y="146026"/>
                </a:lnTo>
                <a:lnTo>
                  <a:pt x="148118" y="145295"/>
                </a:lnTo>
                <a:lnTo>
                  <a:pt x="147439" y="144572"/>
                </a:lnTo>
                <a:lnTo>
                  <a:pt x="146743" y="143857"/>
                </a:lnTo>
                <a:lnTo>
                  <a:pt x="146031" y="143151"/>
                </a:lnTo>
                <a:lnTo>
                  <a:pt x="145303" y="142454"/>
                </a:lnTo>
                <a:lnTo>
                  <a:pt x="144559" y="141766"/>
                </a:lnTo>
                <a:lnTo>
                  <a:pt x="143799" y="141086"/>
                </a:lnTo>
                <a:lnTo>
                  <a:pt x="143023" y="140414"/>
                </a:lnTo>
                <a:lnTo>
                  <a:pt x="142230" y="139751"/>
                </a:lnTo>
                <a:lnTo>
                  <a:pt x="141423" y="139096"/>
                </a:lnTo>
                <a:lnTo>
                  <a:pt x="140600" y="138447"/>
                </a:lnTo>
                <a:lnTo>
                  <a:pt x="139762" y="137805"/>
                </a:lnTo>
                <a:lnTo>
                  <a:pt x="138910" y="137169"/>
                </a:lnTo>
                <a:lnTo>
                  <a:pt x="138043" y="136540"/>
                </a:lnTo>
                <a:lnTo>
                  <a:pt x="137161" y="135917"/>
                </a:lnTo>
                <a:lnTo>
                  <a:pt x="136265" y="135300"/>
                </a:lnTo>
                <a:lnTo>
                  <a:pt x="135353" y="134690"/>
                </a:lnTo>
                <a:lnTo>
                  <a:pt x="134427" y="134087"/>
                </a:lnTo>
                <a:lnTo>
                  <a:pt x="133486" y="133490"/>
                </a:lnTo>
                <a:lnTo>
                  <a:pt x="132530" y="132899"/>
                </a:lnTo>
                <a:lnTo>
                  <a:pt x="131559" y="132315"/>
                </a:lnTo>
                <a:lnTo>
                  <a:pt x="130574" y="131737"/>
                </a:lnTo>
                <a:lnTo>
                  <a:pt x="129574" y="131165"/>
                </a:lnTo>
                <a:lnTo>
                  <a:pt x="128559" y="130601"/>
                </a:lnTo>
                <a:lnTo>
                  <a:pt x="127529" y="130042"/>
                </a:lnTo>
                <a:lnTo>
                  <a:pt x="126484" y="129490"/>
                </a:lnTo>
                <a:lnTo>
                  <a:pt x="125425" y="128945"/>
                </a:lnTo>
                <a:lnTo>
                  <a:pt x="124351" y="128406"/>
                </a:lnTo>
                <a:lnTo>
                  <a:pt x="123262" y="127873"/>
                </a:lnTo>
                <a:lnTo>
                  <a:pt x="122158" y="127347"/>
                </a:lnTo>
                <a:lnTo>
                  <a:pt x="121039" y="126827"/>
                </a:lnTo>
                <a:lnTo>
                  <a:pt x="119906" y="126314"/>
                </a:lnTo>
                <a:lnTo>
                  <a:pt x="118758" y="125807"/>
                </a:lnTo>
                <a:lnTo>
                  <a:pt x="117595" y="125306"/>
                </a:lnTo>
                <a:lnTo>
                  <a:pt x="116418" y="124809"/>
                </a:lnTo>
                <a:lnTo>
                  <a:pt x="115227" y="124316"/>
                </a:lnTo>
                <a:lnTo>
                  <a:pt x="114021" y="123828"/>
                </a:lnTo>
                <a:lnTo>
                  <a:pt x="112802" y="123343"/>
                </a:lnTo>
                <a:lnTo>
                  <a:pt x="111568" y="122864"/>
                </a:lnTo>
                <a:lnTo>
                  <a:pt x="110320" y="122388"/>
                </a:lnTo>
                <a:lnTo>
                  <a:pt x="109057" y="121917"/>
                </a:lnTo>
                <a:lnTo>
                  <a:pt x="107780" y="121450"/>
                </a:lnTo>
                <a:lnTo>
                  <a:pt x="106489" y="120987"/>
                </a:lnTo>
                <a:lnTo>
                  <a:pt x="105184" y="120529"/>
                </a:lnTo>
                <a:lnTo>
                  <a:pt x="103865" y="120075"/>
                </a:lnTo>
                <a:lnTo>
                  <a:pt x="102531" y="119625"/>
                </a:lnTo>
                <a:lnTo>
                  <a:pt x="101183" y="119180"/>
                </a:lnTo>
                <a:lnTo>
                  <a:pt x="99821" y="118738"/>
                </a:lnTo>
                <a:lnTo>
                  <a:pt x="98444" y="118302"/>
                </a:lnTo>
                <a:lnTo>
                  <a:pt x="97053" y="117869"/>
                </a:lnTo>
                <a:lnTo>
                  <a:pt x="95648" y="117441"/>
                </a:lnTo>
                <a:lnTo>
                  <a:pt x="94229" y="117017"/>
                </a:lnTo>
                <a:lnTo>
                  <a:pt x="92795" y="116597"/>
                </a:lnTo>
                <a:lnTo>
                  <a:pt x="91348" y="116182"/>
                </a:lnTo>
                <a:lnTo>
                  <a:pt x="89886" y="115771"/>
                </a:lnTo>
                <a:lnTo>
                  <a:pt x="88409" y="115364"/>
                </a:lnTo>
                <a:lnTo>
                  <a:pt x="86919" y="114962"/>
                </a:lnTo>
                <a:lnTo>
                  <a:pt x="85508" y="114574"/>
                </a:lnTo>
                <a:lnTo>
                  <a:pt x="84115" y="114185"/>
                </a:lnTo>
                <a:lnTo>
                  <a:pt x="82741" y="113795"/>
                </a:lnTo>
                <a:lnTo>
                  <a:pt x="81386" y="113404"/>
                </a:lnTo>
                <a:lnTo>
                  <a:pt x="80049" y="113012"/>
                </a:lnTo>
                <a:lnTo>
                  <a:pt x="78731" y="112618"/>
                </a:lnTo>
                <a:lnTo>
                  <a:pt x="77432" y="112224"/>
                </a:lnTo>
                <a:lnTo>
                  <a:pt x="76151" y="111829"/>
                </a:lnTo>
                <a:lnTo>
                  <a:pt x="74888" y="111432"/>
                </a:lnTo>
                <a:lnTo>
                  <a:pt x="73644" y="111035"/>
                </a:lnTo>
                <a:lnTo>
                  <a:pt x="72419" y="110636"/>
                </a:lnTo>
                <a:lnTo>
                  <a:pt x="71212" y="110236"/>
                </a:lnTo>
                <a:lnTo>
                  <a:pt x="70024" y="109836"/>
                </a:lnTo>
                <a:lnTo>
                  <a:pt x="68854" y="109434"/>
                </a:lnTo>
                <a:lnTo>
                  <a:pt x="67703" y="109031"/>
                </a:lnTo>
                <a:lnTo>
                  <a:pt x="66570" y="108627"/>
                </a:lnTo>
                <a:lnTo>
                  <a:pt x="65456" y="108222"/>
                </a:lnTo>
                <a:lnTo>
                  <a:pt x="64361" y="107815"/>
                </a:lnTo>
                <a:lnTo>
                  <a:pt x="63284" y="107408"/>
                </a:lnTo>
                <a:lnTo>
                  <a:pt x="62226" y="107000"/>
                </a:lnTo>
                <a:lnTo>
                  <a:pt x="61186" y="106591"/>
                </a:lnTo>
                <a:lnTo>
                  <a:pt x="60165" y="106180"/>
                </a:lnTo>
                <a:lnTo>
                  <a:pt x="59162" y="105769"/>
                </a:lnTo>
                <a:lnTo>
                  <a:pt x="58178" y="105356"/>
                </a:lnTo>
                <a:lnTo>
                  <a:pt x="57212" y="104941"/>
                </a:lnTo>
                <a:lnTo>
                  <a:pt x="56261" y="104524"/>
                </a:lnTo>
                <a:lnTo>
                  <a:pt x="55328" y="104103"/>
                </a:lnTo>
                <a:lnTo>
                  <a:pt x="54410" y="103680"/>
                </a:lnTo>
                <a:lnTo>
                  <a:pt x="53509" y="103253"/>
                </a:lnTo>
                <a:lnTo>
                  <a:pt x="52625" y="102824"/>
                </a:lnTo>
                <a:lnTo>
                  <a:pt x="51757" y="102391"/>
                </a:lnTo>
                <a:lnTo>
                  <a:pt x="50905" y="101956"/>
                </a:lnTo>
                <a:lnTo>
                  <a:pt x="50069" y="101518"/>
                </a:lnTo>
                <a:lnTo>
                  <a:pt x="49251" y="101076"/>
                </a:lnTo>
                <a:lnTo>
                  <a:pt x="48448" y="100632"/>
                </a:lnTo>
                <a:lnTo>
                  <a:pt x="47662" y="100185"/>
                </a:lnTo>
                <a:lnTo>
                  <a:pt x="46892" y="99735"/>
                </a:lnTo>
                <a:lnTo>
                  <a:pt x="46139" y="99282"/>
                </a:lnTo>
                <a:lnTo>
                  <a:pt x="45402" y="98826"/>
                </a:lnTo>
                <a:lnTo>
                  <a:pt x="44682" y="98367"/>
                </a:lnTo>
                <a:lnTo>
                  <a:pt x="43978" y="97905"/>
                </a:lnTo>
                <a:lnTo>
                  <a:pt x="43290" y="97440"/>
                </a:lnTo>
                <a:lnTo>
                  <a:pt x="42619" y="96972"/>
                </a:lnTo>
                <a:lnTo>
                  <a:pt x="41964" y="96501"/>
                </a:lnTo>
                <a:lnTo>
                  <a:pt x="41325" y="96027"/>
                </a:lnTo>
                <a:lnTo>
                  <a:pt x="40703" y="95550"/>
                </a:lnTo>
                <a:lnTo>
                  <a:pt x="40098" y="95071"/>
                </a:lnTo>
                <a:lnTo>
                  <a:pt x="39508" y="94588"/>
                </a:lnTo>
                <a:lnTo>
                  <a:pt x="38934" y="94102"/>
                </a:lnTo>
                <a:lnTo>
                  <a:pt x="38373" y="93613"/>
                </a:lnTo>
                <a:lnTo>
                  <a:pt x="37826" y="93121"/>
                </a:lnTo>
                <a:lnTo>
                  <a:pt x="37292" y="92625"/>
                </a:lnTo>
                <a:lnTo>
                  <a:pt x="36772" y="92127"/>
                </a:lnTo>
                <a:lnTo>
                  <a:pt x="36265" y="91625"/>
                </a:lnTo>
                <a:lnTo>
                  <a:pt x="35771" y="91120"/>
                </a:lnTo>
                <a:lnTo>
                  <a:pt x="35291" y="90611"/>
                </a:lnTo>
                <a:lnTo>
                  <a:pt x="34824" y="90100"/>
                </a:lnTo>
                <a:lnTo>
                  <a:pt x="34371" y="89585"/>
                </a:lnTo>
                <a:lnTo>
                  <a:pt x="33931" y="89067"/>
                </a:lnTo>
                <a:lnTo>
                  <a:pt x="33505" y="88545"/>
                </a:lnTo>
                <a:lnTo>
                  <a:pt x="33092" y="88021"/>
                </a:lnTo>
                <a:lnTo>
                  <a:pt x="32692" y="87493"/>
                </a:lnTo>
                <a:lnTo>
                  <a:pt x="32306" y="86962"/>
                </a:lnTo>
                <a:lnTo>
                  <a:pt x="31934" y="86428"/>
                </a:lnTo>
                <a:lnTo>
                  <a:pt x="31575" y="85891"/>
                </a:lnTo>
                <a:lnTo>
                  <a:pt x="31229" y="85350"/>
                </a:lnTo>
                <a:lnTo>
                  <a:pt x="30897" y="84806"/>
                </a:lnTo>
                <a:lnTo>
                  <a:pt x="30578" y="84259"/>
                </a:lnTo>
                <a:lnTo>
                  <a:pt x="30273" y="83709"/>
                </a:lnTo>
                <a:lnTo>
                  <a:pt x="29981" y="83155"/>
                </a:lnTo>
                <a:lnTo>
                  <a:pt x="29703" y="82598"/>
                </a:lnTo>
                <a:lnTo>
                  <a:pt x="29438" y="82038"/>
                </a:lnTo>
                <a:lnTo>
                  <a:pt x="29185" y="81474"/>
                </a:lnTo>
                <a:lnTo>
                  <a:pt x="28943" y="80906"/>
                </a:lnTo>
                <a:lnTo>
                  <a:pt x="28711" y="80333"/>
                </a:lnTo>
                <a:lnTo>
                  <a:pt x="28491" y="79755"/>
                </a:lnTo>
                <a:lnTo>
                  <a:pt x="28281" y="79173"/>
                </a:lnTo>
                <a:lnTo>
                  <a:pt x="28082" y="78586"/>
                </a:lnTo>
                <a:lnTo>
                  <a:pt x="27894" y="77995"/>
                </a:lnTo>
                <a:lnTo>
                  <a:pt x="27716" y="77399"/>
                </a:lnTo>
                <a:lnTo>
                  <a:pt x="27549" y="76798"/>
                </a:lnTo>
                <a:lnTo>
                  <a:pt x="27393" y="76193"/>
                </a:lnTo>
                <a:lnTo>
                  <a:pt x="27248" y="75583"/>
                </a:lnTo>
                <a:lnTo>
                  <a:pt x="27114" y="74969"/>
                </a:lnTo>
                <a:lnTo>
                  <a:pt x="26990" y="74350"/>
                </a:lnTo>
                <a:lnTo>
                  <a:pt x="26877" y="73727"/>
                </a:lnTo>
                <a:lnTo>
                  <a:pt x="26775" y="73099"/>
                </a:lnTo>
                <a:lnTo>
                  <a:pt x="26683" y="72467"/>
                </a:lnTo>
                <a:lnTo>
                  <a:pt x="26603" y="71830"/>
                </a:lnTo>
                <a:lnTo>
                  <a:pt x="26533" y="71188"/>
                </a:lnTo>
                <a:lnTo>
                  <a:pt x="26473" y="70542"/>
                </a:lnTo>
                <a:lnTo>
                  <a:pt x="26425" y="69891"/>
                </a:lnTo>
                <a:lnTo>
                  <a:pt x="26387" y="69235"/>
                </a:lnTo>
                <a:lnTo>
                  <a:pt x="26360" y="68575"/>
                </a:lnTo>
                <a:lnTo>
                  <a:pt x="26344" y="67911"/>
                </a:lnTo>
                <a:lnTo>
                  <a:pt x="26339" y="67242"/>
                </a:lnTo>
                <a:lnTo>
                  <a:pt x="26350" y="66290"/>
                </a:lnTo>
                <a:lnTo>
                  <a:pt x="26383" y="65345"/>
                </a:lnTo>
                <a:lnTo>
                  <a:pt x="26438" y="64408"/>
                </a:lnTo>
                <a:lnTo>
                  <a:pt x="26515" y="63478"/>
                </a:lnTo>
                <a:lnTo>
                  <a:pt x="26615" y="62555"/>
                </a:lnTo>
                <a:lnTo>
                  <a:pt x="26736" y="61640"/>
                </a:lnTo>
                <a:lnTo>
                  <a:pt x="26879" y="60732"/>
                </a:lnTo>
                <a:lnTo>
                  <a:pt x="27045" y="59831"/>
                </a:lnTo>
                <a:lnTo>
                  <a:pt x="27232" y="58937"/>
                </a:lnTo>
                <a:lnTo>
                  <a:pt x="27442" y="58051"/>
                </a:lnTo>
                <a:lnTo>
                  <a:pt x="27673" y="57171"/>
                </a:lnTo>
                <a:lnTo>
                  <a:pt x="27927" y="56300"/>
                </a:lnTo>
                <a:lnTo>
                  <a:pt x="28203" y="55435"/>
                </a:lnTo>
                <a:lnTo>
                  <a:pt x="28501" y="54578"/>
                </a:lnTo>
                <a:lnTo>
                  <a:pt x="28820" y="53727"/>
                </a:lnTo>
                <a:lnTo>
                  <a:pt x="29162" y="52885"/>
                </a:lnTo>
                <a:lnTo>
                  <a:pt x="29526" y="52049"/>
                </a:lnTo>
                <a:lnTo>
                  <a:pt x="29912" y="51221"/>
                </a:lnTo>
                <a:lnTo>
                  <a:pt x="30320" y="50400"/>
                </a:lnTo>
                <a:lnTo>
                  <a:pt x="30750" y="49586"/>
                </a:lnTo>
                <a:lnTo>
                  <a:pt x="31202" y="48779"/>
                </a:lnTo>
                <a:lnTo>
                  <a:pt x="31677" y="47980"/>
                </a:lnTo>
                <a:lnTo>
                  <a:pt x="32173" y="47188"/>
                </a:lnTo>
                <a:lnTo>
                  <a:pt x="32691" y="46403"/>
                </a:lnTo>
                <a:lnTo>
                  <a:pt x="33232" y="45628"/>
                </a:lnTo>
                <a:lnTo>
                  <a:pt x="33794" y="44867"/>
                </a:lnTo>
                <a:lnTo>
                  <a:pt x="34377" y="44118"/>
                </a:lnTo>
                <a:lnTo>
                  <a:pt x="34983" y="43382"/>
                </a:lnTo>
                <a:lnTo>
                  <a:pt x="35610" y="42659"/>
                </a:lnTo>
                <a:lnTo>
                  <a:pt x="36260" y="41949"/>
                </a:lnTo>
                <a:lnTo>
                  <a:pt x="36931" y="41251"/>
                </a:lnTo>
                <a:lnTo>
                  <a:pt x="37623" y="40567"/>
                </a:lnTo>
                <a:lnTo>
                  <a:pt x="38338" y="39896"/>
                </a:lnTo>
                <a:lnTo>
                  <a:pt x="39074" y="39237"/>
                </a:lnTo>
                <a:lnTo>
                  <a:pt x="39832" y="38592"/>
                </a:lnTo>
                <a:lnTo>
                  <a:pt x="40612" y="37959"/>
                </a:lnTo>
                <a:lnTo>
                  <a:pt x="41414" y="37339"/>
                </a:lnTo>
                <a:lnTo>
                  <a:pt x="42238" y="36733"/>
                </a:lnTo>
                <a:lnTo>
                  <a:pt x="43083" y="36139"/>
                </a:lnTo>
                <a:lnTo>
                  <a:pt x="43950" y="35558"/>
                </a:lnTo>
                <a:lnTo>
                  <a:pt x="44839" y="34990"/>
                </a:lnTo>
                <a:lnTo>
                  <a:pt x="45749" y="34434"/>
                </a:lnTo>
                <a:lnTo>
                  <a:pt x="46682" y="33892"/>
                </a:lnTo>
                <a:lnTo>
                  <a:pt x="47636" y="33363"/>
                </a:lnTo>
                <a:lnTo>
                  <a:pt x="48612" y="32846"/>
                </a:lnTo>
                <a:lnTo>
                  <a:pt x="49610" y="32343"/>
                </a:lnTo>
                <a:lnTo>
                  <a:pt x="50629" y="31852"/>
                </a:lnTo>
                <a:lnTo>
                  <a:pt x="51671" y="31374"/>
                </a:lnTo>
                <a:lnTo>
                  <a:pt x="52733" y="30913"/>
                </a:lnTo>
                <a:lnTo>
                  <a:pt x="53817" y="30471"/>
                </a:lnTo>
                <a:lnTo>
                  <a:pt x="54921" y="30049"/>
                </a:lnTo>
                <a:lnTo>
                  <a:pt x="56046" y="29646"/>
                </a:lnTo>
                <a:lnTo>
                  <a:pt x="57191" y="29263"/>
                </a:lnTo>
                <a:lnTo>
                  <a:pt x="58357" y="28900"/>
                </a:lnTo>
                <a:lnTo>
                  <a:pt x="59544" y="28557"/>
                </a:lnTo>
                <a:lnTo>
                  <a:pt x="60752" y="28233"/>
                </a:lnTo>
                <a:lnTo>
                  <a:pt x="61980" y="27928"/>
                </a:lnTo>
                <a:lnTo>
                  <a:pt x="63229" y="27644"/>
                </a:lnTo>
                <a:lnTo>
                  <a:pt x="64499" y="27378"/>
                </a:lnTo>
                <a:lnTo>
                  <a:pt x="65789" y="27133"/>
                </a:lnTo>
                <a:lnTo>
                  <a:pt x="67100" y="26907"/>
                </a:lnTo>
                <a:lnTo>
                  <a:pt x="68432" y="26701"/>
                </a:lnTo>
                <a:lnTo>
                  <a:pt x="69785" y="26514"/>
                </a:lnTo>
                <a:lnTo>
                  <a:pt x="71158" y="26348"/>
                </a:lnTo>
                <a:lnTo>
                  <a:pt x="72552" y="26200"/>
                </a:lnTo>
                <a:lnTo>
                  <a:pt x="73967" y="26073"/>
                </a:lnTo>
                <a:lnTo>
                  <a:pt x="75402" y="25965"/>
                </a:lnTo>
                <a:lnTo>
                  <a:pt x="76859" y="25876"/>
                </a:lnTo>
                <a:lnTo>
                  <a:pt x="78335" y="25808"/>
                </a:lnTo>
                <a:lnTo>
                  <a:pt x="79833" y="25759"/>
                </a:lnTo>
                <a:lnTo>
                  <a:pt x="81351" y="25729"/>
                </a:lnTo>
                <a:lnTo>
                  <a:pt x="82890" y="25719"/>
                </a:lnTo>
                <a:lnTo>
                  <a:pt x="84430" y="25731"/>
                </a:lnTo>
                <a:lnTo>
                  <a:pt x="85950" y="25765"/>
                </a:lnTo>
                <a:lnTo>
                  <a:pt x="87450" y="25822"/>
                </a:lnTo>
                <a:lnTo>
                  <a:pt x="88931" y="25902"/>
                </a:lnTo>
                <a:lnTo>
                  <a:pt x="90392" y="26004"/>
                </a:lnTo>
                <a:lnTo>
                  <a:pt x="91833" y="26130"/>
                </a:lnTo>
                <a:lnTo>
                  <a:pt x="93255" y="26278"/>
                </a:lnTo>
                <a:lnTo>
                  <a:pt x="94657" y="26449"/>
                </a:lnTo>
                <a:lnTo>
                  <a:pt x="96039" y="26642"/>
                </a:lnTo>
                <a:lnTo>
                  <a:pt x="97402" y="26859"/>
                </a:lnTo>
                <a:lnTo>
                  <a:pt x="98745" y="27098"/>
                </a:lnTo>
                <a:lnTo>
                  <a:pt x="100069" y="27361"/>
                </a:lnTo>
                <a:lnTo>
                  <a:pt x="101373" y="27646"/>
                </a:lnTo>
                <a:lnTo>
                  <a:pt x="102657" y="27953"/>
                </a:lnTo>
                <a:lnTo>
                  <a:pt x="103922" y="28284"/>
                </a:lnTo>
                <a:lnTo>
                  <a:pt x="105167" y="28637"/>
                </a:lnTo>
                <a:lnTo>
                  <a:pt x="106392" y="29013"/>
                </a:lnTo>
                <a:lnTo>
                  <a:pt x="107598" y="29412"/>
                </a:lnTo>
                <a:lnTo>
                  <a:pt x="108784" y="29834"/>
                </a:lnTo>
                <a:lnTo>
                  <a:pt x="109950" y="30279"/>
                </a:lnTo>
                <a:lnTo>
                  <a:pt x="111097" y="30746"/>
                </a:lnTo>
                <a:lnTo>
                  <a:pt x="112224" y="31236"/>
                </a:lnTo>
                <a:lnTo>
                  <a:pt x="113332" y="31749"/>
                </a:lnTo>
                <a:lnTo>
                  <a:pt x="114420" y="32285"/>
                </a:lnTo>
                <a:lnTo>
                  <a:pt x="115487" y="32840"/>
                </a:lnTo>
                <a:lnTo>
                  <a:pt x="116534" y="33413"/>
                </a:lnTo>
                <a:lnTo>
                  <a:pt x="117559" y="34003"/>
                </a:lnTo>
                <a:lnTo>
                  <a:pt x="118564" y="34610"/>
                </a:lnTo>
                <a:lnTo>
                  <a:pt x="119548" y="35235"/>
                </a:lnTo>
                <a:lnTo>
                  <a:pt x="120510" y="35876"/>
                </a:lnTo>
                <a:lnTo>
                  <a:pt x="121452" y="36535"/>
                </a:lnTo>
                <a:lnTo>
                  <a:pt x="122373" y="37211"/>
                </a:lnTo>
                <a:lnTo>
                  <a:pt x="123273" y="37904"/>
                </a:lnTo>
                <a:lnTo>
                  <a:pt x="124151" y="38614"/>
                </a:lnTo>
                <a:lnTo>
                  <a:pt x="125009" y="39341"/>
                </a:lnTo>
                <a:lnTo>
                  <a:pt x="125846" y="40086"/>
                </a:lnTo>
                <a:lnTo>
                  <a:pt x="126662" y="40847"/>
                </a:lnTo>
                <a:lnTo>
                  <a:pt x="127457" y="41626"/>
                </a:lnTo>
                <a:lnTo>
                  <a:pt x="128231" y="42422"/>
                </a:lnTo>
                <a:lnTo>
                  <a:pt x="128983" y="43235"/>
                </a:lnTo>
                <a:lnTo>
                  <a:pt x="129715" y="44066"/>
                </a:lnTo>
                <a:lnTo>
                  <a:pt x="130426" y="44913"/>
                </a:lnTo>
                <a:lnTo>
                  <a:pt x="131116" y="45778"/>
                </a:lnTo>
                <a:lnTo>
                  <a:pt x="131785" y="46660"/>
                </a:lnTo>
                <a:lnTo>
                  <a:pt x="132433" y="47559"/>
                </a:lnTo>
                <a:lnTo>
                  <a:pt x="133060" y="48475"/>
                </a:lnTo>
                <a:lnTo>
                  <a:pt x="133666" y="49408"/>
                </a:lnTo>
                <a:lnTo>
                  <a:pt x="134251" y="50359"/>
                </a:lnTo>
                <a:lnTo>
                  <a:pt x="134814" y="51323"/>
                </a:lnTo>
                <a:lnTo>
                  <a:pt x="135353" y="52298"/>
                </a:lnTo>
                <a:lnTo>
                  <a:pt x="135867" y="53284"/>
                </a:lnTo>
                <a:lnTo>
                  <a:pt x="136358" y="54281"/>
                </a:lnTo>
                <a:lnTo>
                  <a:pt x="136825" y="55290"/>
                </a:lnTo>
                <a:lnTo>
                  <a:pt x="137268" y="56309"/>
                </a:lnTo>
                <a:lnTo>
                  <a:pt x="137687" y="57339"/>
                </a:lnTo>
                <a:lnTo>
                  <a:pt x="138082" y="58380"/>
                </a:lnTo>
                <a:lnTo>
                  <a:pt x="138453" y="59433"/>
                </a:lnTo>
                <a:lnTo>
                  <a:pt x="138800" y="60496"/>
                </a:lnTo>
                <a:lnTo>
                  <a:pt x="139123" y="61570"/>
                </a:lnTo>
                <a:lnTo>
                  <a:pt x="139422" y="62656"/>
                </a:lnTo>
                <a:lnTo>
                  <a:pt x="139698" y="63752"/>
                </a:lnTo>
                <a:lnTo>
                  <a:pt x="139949" y="64859"/>
                </a:lnTo>
                <a:lnTo>
                  <a:pt x="140176" y="65977"/>
                </a:lnTo>
                <a:lnTo>
                  <a:pt x="140380" y="67107"/>
                </a:lnTo>
                <a:lnTo>
                  <a:pt x="140559" y="68247"/>
                </a:lnTo>
                <a:lnTo>
                  <a:pt x="140715" y="69399"/>
                </a:lnTo>
                <a:lnTo>
                  <a:pt x="140847" y="70561"/>
                </a:lnTo>
                <a:lnTo>
                  <a:pt x="140954" y="71734"/>
                </a:lnTo>
                <a:lnTo>
                  <a:pt x="141038" y="72919"/>
                </a:lnTo>
                <a:lnTo>
                  <a:pt x="141098" y="74114"/>
                </a:lnTo>
                <a:lnTo>
                  <a:pt x="141134" y="75321"/>
                </a:lnTo>
                <a:lnTo>
                  <a:pt x="141146" y="76538"/>
                </a:lnTo>
                <a:lnTo>
                  <a:pt x="160203" y="76538"/>
                </a:lnTo>
                <a:lnTo>
                  <a:pt x="160187" y="74973"/>
                </a:lnTo>
                <a:lnTo>
                  <a:pt x="160137" y="73420"/>
                </a:lnTo>
                <a:lnTo>
                  <a:pt x="160055" y="71880"/>
                </a:lnTo>
                <a:lnTo>
                  <a:pt x="159940" y="70353"/>
                </a:lnTo>
                <a:lnTo>
                  <a:pt x="159793" y="68838"/>
                </a:lnTo>
                <a:lnTo>
                  <a:pt x="159612" y="67336"/>
                </a:lnTo>
                <a:lnTo>
                  <a:pt x="159399" y="65846"/>
                </a:lnTo>
                <a:lnTo>
                  <a:pt x="159153" y="64369"/>
                </a:lnTo>
                <a:lnTo>
                  <a:pt x="158874" y="62905"/>
                </a:lnTo>
                <a:lnTo>
                  <a:pt x="158562" y="61453"/>
                </a:lnTo>
                <a:lnTo>
                  <a:pt x="158218" y="60014"/>
                </a:lnTo>
                <a:lnTo>
                  <a:pt x="157840" y="58587"/>
                </a:lnTo>
                <a:lnTo>
                  <a:pt x="157430" y="57173"/>
                </a:lnTo>
                <a:lnTo>
                  <a:pt x="156987" y="55772"/>
                </a:lnTo>
                <a:lnTo>
                  <a:pt x="156511" y="54383"/>
                </a:lnTo>
                <a:lnTo>
                  <a:pt x="156002" y="53007"/>
                </a:lnTo>
                <a:lnTo>
                  <a:pt x="155461" y="51644"/>
                </a:lnTo>
                <a:lnTo>
                  <a:pt x="154887" y="50293"/>
                </a:lnTo>
                <a:lnTo>
                  <a:pt x="154280" y="48955"/>
                </a:lnTo>
                <a:lnTo>
                  <a:pt x="153640" y="47629"/>
                </a:lnTo>
                <a:lnTo>
                  <a:pt x="152967" y="46316"/>
                </a:lnTo>
                <a:lnTo>
                  <a:pt x="152261" y="45015"/>
                </a:lnTo>
                <a:lnTo>
                  <a:pt x="151523" y="43727"/>
                </a:lnTo>
                <a:lnTo>
                  <a:pt x="150752" y="42452"/>
                </a:lnTo>
                <a:lnTo>
                  <a:pt x="149951" y="41194"/>
                </a:lnTo>
                <a:lnTo>
                  <a:pt x="149122" y="39958"/>
                </a:lnTo>
                <a:lnTo>
                  <a:pt x="148266" y="38743"/>
                </a:lnTo>
                <a:lnTo>
                  <a:pt x="147382" y="37551"/>
                </a:lnTo>
                <a:lnTo>
                  <a:pt x="146471" y="36379"/>
                </a:lnTo>
                <a:lnTo>
                  <a:pt x="145533" y="35230"/>
                </a:lnTo>
                <a:lnTo>
                  <a:pt x="144567" y="34103"/>
                </a:lnTo>
                <a:lnTo>
                  <a:pt x="143573" y="32997"/>
                </a:lnTo>
                <a:lnTo>
                  <a:pt x="142552" y="31913"/>
                </a:lnTo>
                <a:lnTo>
                  <a:pt x="141504" y="30851"/>
                </a:lnTo>
                <a:lnTo>
                  <a:pt x="140429" y="29810"/>
                </a:lnTo>
                <a:lnTo>
                  <a:pt x="139325" y="28791"/>
                </a:lnTo>
                <a:lnTo>
                  <a:pt x="138195" y="27794"/>
                </a:lnTo>
                <a:lnTo>
                  <a:pt x="137037" y="26819"/>
                </a:lnTo>
                <a:lnTo>
                  <a:pt x="135851" y="25866"/>
                </a:lnTo>
                <a:lnTo>
                  <a:pt x="134639" y="24934"/>
                </a:lnTo>
                <a:lnTo>
                  <a:pt x="133398" y="24024"/>
                </a:lnTo>
                <a:lnTo>
                  <a:pt x="132131" y="23136"/>
                </a:lnTo>
                <a:lnTo>
                  <a:pt x="130835" y="22269"/>
                </a:lnTo>
                <a:lnTo>
                  <a:pt x="129513" y="21424"/>
                </a:lnTo>
                <a:lnTo>
                  <a:pt x="128163" y="20601"/>
                </a:lnTo>
                <a:lnTo>
                  <a:pt x="126785" y="19800"/>
                </a:lnTo>
                <a:lnTo>
                  <a:pt x="125380" y="19021"/>
                </a:lnTo>
                <a:lnTo>
                  <a:pt x="123948" y="18263"/>
                </a:lnTo>
                <a:lnTo>
                  <a:pt x="122491" y="17531"/>
                </a:lnTo>
                <a:lnTo>
                  <a:pt x="121012" y="16831"/>
                </a:lnTo>
                <a:lnTo>
                  <a:pt x="119511" y="16161"/>
                </a:lnTo>
                <a:lnTo>
                  <a:pt x="117987" y="15523"/>
                </a:lnTo>
                <a:lnTo>
                  <a:pt x="116442" y="14916"/>
                </a:lnTo>
                <a:lnTo>
                  <a:pt x="114875" y="14340"/>
                </a:lnTo>
                <a:lnTo>
                  <a:pt x="113285" y="13795"/>
                </a:lnTo>
                <a:lnTo>
                  <a:pt x="111674" y="13281"/>
                </a:lnTo>
                <a:lnTo>
                  <a:pt x="110040" y="12799"/>
                </a:lnTo>
                <a:lnTo>
                  <a:pt x="108385" y="12347"/>
                </a:lnTo>
                <a:lnTo>
                  <a:pt x="106707" y="11927"/>
                </a:lnTo>
                <a:lnTo>
                  <a:pt x="105007" y="11538"/>
                </a:lnTo>
                <a:lnTo>
                  <a:pt x="103286" y="11180"/>
                </a:lnTo>
                <a:lnTo>
                  <a:pt x="101542" y="10853"/>
                </a:lnTo>
                <a:lnTo>
                  <a:pt x="99776" y="10557"/>
                </a:lnTo>
                <a:lnTo>
                  <a:pt x="97988" y="10292"/>
                </a:lnTo>
                <a:lnTo>
                  <a:pt x="96178" y="10059"/>
                </a:lnTo>
                <a:lnTo>
                  <a:pt x="94346" y="9857"/>
                </a:lnTo>
                <a:lnTo>
                  <a:pt x="92492" y="9685"/>
                </a:lnTo>
                <a:lnTo>
                  <a:pt x="90616" y="9545"/>
                </a:lnTo>
                <a:lnTo>
                  <a:pt x="88717" y="9436"/>
                </a:lnTo>
                <a:lnTo>
                  <a:pt x="86797" y="9358"/>
                </a:lnTo>
                <a:lnTo>
                  <a:pt x="84855" y="9312"/>
                </a:lnTo>
                <a:lnTo>
                  <a:pt x="82890" y="9296"/>
                </a:lnTo>
                <a:lnTo>
                  <a:pt x="81513" y="9303"/>
                </a:lnTo>
                <a:lnTo>
                  <a:pt x="80146" y="9325"/>
                </a:lnTo>
                <a:lnTo>
                  <a:pt x="78788" y="9361"/>
                </a:lnTo>
                <a:lnTo>
                  <a:pt x="77440" y="9412"/>
                </a:lnTo>
                <a:lnTo>
                  <a:pt x="76100" y="9478"/>
                </a:lnTo>
                <a:lnTo>
                  <a:pt x="74771" y="9558"/>
                </a:lnTo>
                <a:lnTo>
                  <a:pt x="73450" y="9652"/>
                </a:lnTo>
                <a:lnTo>
                  <a:pt x="72140" y="9761"/>
                </a:lnTo>
                <a:lnTo>
                  <a:pt x="70838" y="9884"/>
                </a:lnTo>
                <a:lnTo>
                  <a:pt x="69546" y="10022"/>
                </a:lnTo>
                <a:lnTo>
                  <a:pt x="68263" y="10175"/>
                </a:lnTo>
                <a:lnTo>
                  <a:pt x="66990" y="10342"/>
                </a:lnTo>
                <a:lnTo>
                  <a:pt x="65726" y="10523"/>
                </a:lnTo>
                <a:lnTo>
                  <a:pt x="64472" y="10720"/>
                </a:lnTo>
                <a:lnTo>
                  <a:pt x="63227" y="10930"/>
                </a:lnTo>
                <a:lnTo>
                  <a:pt x="61991" y="11155"/>
                </a:lnTo>
                <a:lnTo>
                  <a:pt x="60765" y="11395"/>
                </a:lnTo>
                <a:lnTo>
                  <a:pt x="59548" y="11649"/>
                </a:lnTo>
                <a:lnTo>
                  <a:pt x="58341" y="11918"/>
                </a:lnTo>
                <a:lnTo>
                  <a:pt x="57143" y="12201"/>
                </a:lnTo>
                <a:lnTo>
                  <a:pt x="55955" y="12499"/>
                </a:lnTo>
                <a:lnTo>
                  <a:pt x="54775" y="12811"/>
                </a:lnTo>
                <a:lnTo>
                  <a:pt x="53606" y="13138"/>
                </a:lnTo>
                <a:lnTo>
                  <a:pt x="52446" y="13479"/>
                </a:lnTo>
                <a:lnTo>
                  <a:pt x="51296" y="13834"/>
                </a:lnTo>
                <a:lnTo>
                  <a:pt x="50160" y="14201"/>
                </a:lnTo>
                <a:lnTo>
                  <a:pt x="49037" y="14581"/>
                </a:lnTo>
                <a:lnTo>
                  <a:pt x="47927" y="14973"/>
                </a:lnTo>
                <a:lnTo>
                  <a:pt x="46829" y="15377"/>
                </a:lnTo>
                <a:lnTo>
                  <a:pt x="45745" y="15794"/>
                </a:lnTo>
                <a:lnTo>
                  <a:pt x="44673" y="16223"/>
                </a:lnTo>
                <a:lnTo>
                  <a:pt x="43614" y="16664"/>
                </a:lnTo>
                <a:lnTo>
                  <a:pt x="42568" y="17118"/>
                </a:lnTo>
                <a:lnTo>
                  <a:pt x="41536" y="17584"/>
                </a:lnTo>
                <a:lnTo>
                  <a:pt x="40516" y="18063"/>
                </a:lnTo>
                <a:lnTo>
                  <a:pt x="39508" y="18553"/>
                </a:lnTo>
                <a:lnTo>
                  <a:pt x="38514" y="19057"/>
                </a:lnTo>
                <a:lnTo>
                  <a:pt x="37533" y="19572"/>
                </a:lnTo>
                <a:lnTo>
                  <a:pt x="36565" y="20100"/>
                </a:lnTo>
                <a:lnTo>
                  <a:pt x="35609" y="20641"/>
                </a:lnTo>
                <a:lnTo>
                  <a:pt x="34667" y="21194"/>
                </a:lnTo>
                <a:lnTo>
                  <a:pt x="33737" y="21759"/>
                </a:lnTo>
                <a:lnTo>
                  <a:pt x="32820" y="22336"/>
                </a:lnTo>
                <a:lnTo>
                  <a:pt x="31917" y="22926"/>
                </a:lnTo>
                <a:lnTo>
                  <a:pt x="31026" y="23528"/>
                </a:lnTo>
                <a:lnTo>
                  <a:pt x="30148" y="24143"/>
                </a:lnTo>
                <a:lnTo>
                  <a:pt x="29283" y="24770"/>
                </a:lnTo>
                <a:lnTo>
                  <a:pt x="28431" y="25409"/>
                </a:lnTo>
                <a:lnTo>
                  <a:pt x="27593" y="26060"/>
                </a:lnTo>
                <a:lnTo>
                  <a:pt x="26771" y="26721"/>
                </a:lnTo>
                <a:lnTo>
                  <a:pt x="25965" y="27392"/>
                </a:lnTo>
                <a:lnTo>
                  <a:pt x="25175" y="28073"/>
                </a:lnTo>
                <a:lnTo>
                  <a:pt x="24401" y="28765"/>
                </a:lnTo>
                <a:lnTo>
                  <a:pt x="23642" y="29467"/>
                </a:lnTo>
                <a:lnTo>
                  <a:pt x="22900" y="30179"/>
                </a:lnTo>
                <a:lnTo>
                  <a:pt x="22173" y="30901"/>
                </a:lnTo>
                <a:lnTo>
                  <a:pt x="21462" y="31633"/>
                </a:lnTo>
                <a:lnTo>
                  <a:pt x="20767" y="32376"/>
                </a:lnTo>
                <a:lnTo>
                  <a:pt x="20088" y="33129"/>
                </a:lnTo>
                <a:lnTo>
                  <a:pt x="19425" y="33892"/>
                </a:lnTo>
                <a:lnTo>
                  <a:pt x="18778" y="34665"/>
                </a:lnTo>
                <a:lnTo>
                  <a:pt x="18146" y="35449"/>
                </a:lnTo>
                <a:lnTo>
                  <a:pt x="17531" y="36243"/>
                </a:lnTo>
                <a:lnTo>
                  <a:pt x="16931" y="37047"/>
                </a:lnTo>
                <a:lnTo>
                  <a:pt x="16347" y="37861"/>
                </a:lnTo>
                <a:lnTo>
                  <a:pt x="15779" y="38685"/>
                </a:lnTo>
                <a:lnTo>
                  <a:pt x="15227" y="39520"/>
                </a:lnTo>
                <a:lnTo>
                  <a:pt x="14691" y="40365"/>
                </a:lnTo>
                <a:lnTo>
                  <a:pt x="14171" y="41220"/>
                </a:lnTo>
                <a:lnTo>
                  <a:pt x="13666" y="42085"/>
                </a:lnTo>
                <a:lnTo>
                  <a:pt x="13177" y="42961"/>
                </a:lnTo>
                <a:lnTo>
                  <a:pt x="12705" y="43847"/>
                </a:lnTo>
                <a:lnTo>
                  <a:pt x="12250" y="44742"/>
                </a:lnTo>
                <a:lnTo>
                  <a:pt x="11814" y="45645"/>
                </a:lnTo>
                <a:lnTo>
                  <a:pt x="11397" y="46556"/>
                </a:lnTo>
                <a:lnTo>
                  <a:pt x="11000" y="47475"/>
                </a:lnTo>
                <a:lnTo>
                  <a:pt x="10623" y="48402"/>
                </a:lnTo>
                <a:lnTo>
                  <a:pt x="10264" y="49337"/>
                </a:lnTo>
                <a:lnTo>
                  <a:pt x="9926" y="50280"/>
                </a:lnTo>
                <a:lnTo>
                  <a:pt x="9606" y="51232"/>
                </a:lnTo>
                <a:lnTo>
                  <a:pt x="9306" y="52191"/>
                </a:lnTo>
                <a:lnTo>
                  <a:pt x="9025" y="53159"/>
                </a:lnTo>
                <a:lnTo>
                  <a:pt x="8764" y="54134"/>
                </a:lnTo>
                <a:lnTo>
                  <a:pt x="8521" y="55118"/>
                </a:lnTo>
                <a:lnTo>
                  <a:pt x="8299" y="56110"/>
                </a:lnTo>
                <a:lnTo>
                  <a:pt x="8095" y="57110"/>
                </a:lnTo>
                <a:lnTo>
                  <a:pt x="7911" y="58118"/>
                </a:lnTo>
                <a:lnTo>
                  <a:pt x="7747" y="59134"/>
                </a:lnTo>
                <a:lnTo>
                  <a:pt x="7602" y="60158"/>
                </a:lnTo>
                <a:lnTo>
                  <a:pt x="7476" y="61190"/>
                </a:lnTo>
                <a:lnTo>
                  <a:pt x="7369" y="62230"/>
                </a:lnTo>
                <a:lnTo>
                  <a:pt x="7282" y="63278"/>
                </a:lnTo>
                <a:lnTo>
                  <a:pt x="7214" y="64334"/>
                </a:lnTo>
                <a:lnTo>
                  <a:pt x="7166" y="65399"/>
                </a:lnTo>
                <a:lnTo>
                  <a:pt x="7137" y="66471"/>
                </a:lnTo>
                <a:lnTo>
                  <a:pt x="7127" y="67552"/>
                </a:lnTo>
                <a:lnTo>
                  <a:pt x="7136" y="68656"/>
                </a:lnTo>
                <a:lnTo>
                  <a:pt x="7163" y="69749"/>
                </a:lnTo>
                <a:lnTo>
                  <a:pt x="7207" y="70831"/>
                </a:lnTo>
                <a:lnTo>
                  <a:pt x="7269" y="71901"/>
                </a:lnTo>
                <a:lnTo>
                  <a:pt x="7349" y="72959"/>
                </a:lnTo>
                <a:lnTo>
                  <a:pt x="7447" y="74006"/>
                </a:lnTo>
                <a:lnTo>
                  <a:pt x="7562" y="75041"/>
                </a:lnTo>
                <a:lnTo>
                  <a:pt x="7695" y="76065"/>
                </a:lnTo>
                <a:lnTo>
                  <a:pt x="7846" y="77077"/>
                </a:lnTo>
                <a:lnTo>
                  <a:pt x="8015" y="78077"/>
                </a:lnTo>
                <a:lnTo>
                  <a:pt x="8201" y="79066"/>
                </a:lnTo>
                <a:lnTo>
                  <a:pt x="8405" y="80043"/>
                </a:lnTo>
                <a:lnTo>
                  <a:pt x="8627" y="81009"/>
                </a:lnTo>
                <a:lnTo>
                  <a:pt x="8867" y="81963"/>
                </a:lnTo>
                <a:lnTo>
                  <a:pt x="9124" y="82906"/>
                </a:lnTo>
                <a:lnTo>
                  <a:pt x="9399" y="83837"/>
                </a:lnTo>
                <a:lnTo>
                  <a:pt x="9692" y="84757"/>
                </a:lnTo>
                <a:lnTo>
                  <a:pt x="10003" y="85665"/>
                </a:lnTo>
                <a:lnTo>
                  <a:pt x="10331" y="86561"/>
                </a:lnTo>
                <a:lnTo>
                  <a:pt x="10678" y="87446"/>
                </a:lnTo>
                <a:lnTo>
                  <a:pt x="11042" y="88319"/>
                </a:lnTo>
                <a:lnTo>
                  <a:pt x="11423" y="89181"/>
                </a:lnTo>
                <a:lnTo>
                  <a:pt x="11823" y="90031"/>
                </a:lnTo>
                <a:lnTo>
                  <a:pt x="12240" y="90869"/>
                </a:lnTo>
                <a:lnTo>
                  <a:pt x="12674" y="91698"/>
                </a:lnTo>
                <a:lnTo>
                  <a:pt x="13124" y="92517"/>
                </a:lnTo>
                <a:lnTo>
                  <a:pt x="13590" y="93328"/>
                </a:lnTo>
                <a:lnTo>
                  <a:pt x="14071" y="94130"/>
                </a:lnTo>
                <a:lnTo>
                  <a:pt x="14569" y="94922"/>
                </a:lnTo>
                <a:lnTo>
                  <a:pt x="15082" y="95706"/>
                </a:lnTo>
                <a:lnTo>
                  <a:pt x="15611" y="96481"/>
                </a:lnTo>
                <a:lnTo>
                  <a:pt x="16156" y="97248"/>
                </a:lnTo>
                <a:lnTo>
                  <a:pt x="16717" y="98005"/>
                </a:lnTo>
                <a:lnTo>
                  <a:pt x="17294" y="98753"/>
                </a:lnTo>
                <a:lnTo>
                  <a:pt x="17887" y="99493"/>
                </a:lnTo>
                <a:lnTo>
                  <a:pt x="18495" y="100224"/>
                </a:lnTo>
                <a:lnTo>
                  <a:pt x="19120" y="100945"/>
                </a:lnTo>
                <a:lnTo>
                  <a:pt x="19760" y="101658"/>
                </a:lnTo>
                <a:lnTo>
                  <a:pt x="20416" y="102362"/>
                </a:lnTo>
                <a:lnTo>
                  <a:pt x="21088" y="103058"/>
                </a:lnTo>
                <a:lnTo>
                  <a:pt x="21776" y="103744"/>
                </a:lnTo>
                <a:lnTo>
                  <a:pt x="22480" y="104421"/>
                </a:lnTo>
                <a:lnTo>
                  <a:pt x="23200" y="105090"/>
                </a:lnTo>
                <a:lnTo>
                  <a:pt x="23935" y="105750"/>
                </a:lnTo>
                <a:lnTo>
                  <a:pt x="24687" y="106400"/>
                </a:lnTo>
                <a:lnTo>
                  <a:pt x="25454" y="107042"/>
                </a:lnTo>
                <a:lnTo>
                  <a:pt x="26237" y="107675"/>
                </a:lnTo>
                <a:lnTo>
                  <a:pt x="27036" y="108300"/>
                </a:lnTo>
                <a:lnTo>
                  <a:pt x="27850" y="108916"/>
                </a:lnTo>
                <a:lnTo>
                  <a:pt x="28678" y="109527"/>
                </a:lnTo>
                <a:lnTo>
                  <a:pt x="29519" y="110132"/>
                </a:lnTo>
                <a:lnTo>
                  <a:pt x="30374" y="110731"/>
                </a:lnTo>
                <a:lnTo>
                  <a:pt x="31242" y="111324"/>
                </a:lnTo>
                <a:lnTo>
                  <a:pt x="32125" y="111912"/>
                </a:lnTo>
                <a:lnTo>
                  <a:pt x="33021" y="112493"/>
                </a:lnTo>
                <a:lnTo>
                  <a:pt x="33931" y="113068"/>
                </a:lnTo>
                <a:lnTo>
                  <a:pt x="34854" y="113638"/>
                </a:lnTo>
                <a:lnTo>
                  <a:pt x="35792" y="114201"/>
                </a:lnTo>
                <a:lnTo>
                  <a:pt x="36743" y="114759"/>
                </a:lnTo>
                <a:lnTo>
                  <a:pt x="37707" y="115310"/>
                </a:lnTo>
                <a:lnTo>
                  <a:pt x="38686" y="115856"/>
                </a:lnTo>
                <a:lnTo>
                  <a:pt x="39678" y="116396"/>
                </a:lnTo>
                <a:lnTo>
                  <a:pt x="40684" y="116930"/>
                </a:lnTo>
                <a:lnTo>
                  <a:pt x="41703" y="117458"/>
                </a:lnTo>
                <a:lnTo>
                  <a:pt x="42737" y="117980"/>
                </a:lnTo>
                <a:lnTo>
                  <a:pt x="43784" y="118496"/>
                </a:lnTo>
                <a:lnTo>
                  <a:pt x="44844" y="119007"/>
                </a:lnTo>
                <a:lnTo>
                  <a:pt x="45919" y="119511"/>
                </a:lnTo>
                <a:lnTo>
                  <a:pt x="47007" y="120009"/>
                </a:lnTo>
                <a:lnTo>
                  <a:pt x="48109" y="120502"/>
                </a:lnTo>
                <a:lnTo>
                  <a:pt x="49225" y="120988"/>
                </a:lnTo>
                <a:lnTo>
                  <a:pt x="50354" y="121469"/>
                </a:lnTo>
                <a:lnTo>
                  <a:pt x="51496" y="121945"/>
                </a:lnTo>
                <a:lnTo>
                  <a:pt x="52649" y="122418"/>
                </a:lnTo>
                <a:lnTo>
                  <a:pt x="53813" y="122888"/>
                </a:lnTo>
                <a:lnTo>
                  <a:pt x="54989" y="123354"/>
                </a:lnTo>
                <a:lnTo>
                  <a:pt x="56176" y="123817"/>
                </a:lnTo>
                <a:lnTo>
                  <a:pt x="57374" y="124277"/>
                </a:lnTo>
                <a:lnTo>
                  <a:pt x="58584" y="124734"/>
                </a:lnTo>
                <a:lnTo>
                  <a:pt x="59805" y="125188"/>
                </a:lnTo>
                <a:lnTo>
                  <a:pt x="61037" y="125638"/>
                </a:lnTo>
                <a:lnTo>
                  <a:pt x="62281" y="126085"/>
                </a:lnTo>
                <a:lnTo>
                  <a:pt x="63536" y="126529"/>
                </a:lnTo>
                <a:lnTo>
                  <a:pt x="64802" y="126969"/>
                </a:lnTo>
                <a:lnTo>
                  <a:pt x="66079" y="127407"/>
                </a:lnTo>
                <a:lnTo>
                  <a:pt x="67368" y="127841"/>
                </a:lnTo>
                <a:lnTo>
                  <a:pt x="68668" y="128272"/>
                </a:lnTo>
                <a:lnTo>
                  <a:pt x="69979" y="128699"/>
                </a:lnTo>
                <a:lnTo>
                  <a:pt x="71302" y="129124"/>
                </a:lnTo>
                <a:lnTo>
                  <a:pt x="72636" y="129545"/>
                </a:lnTo>
                <a:lnTo>
                  <a:pt x="73981" y="129963"/>
                </a:lnTo>
                <a:lnTo>
                  <a:pt x="75337" y="130378"/>
                </a:lnTo>
                <a:lnTo>
                  <a:pt x="76705" y="130789"/>
                </a:lnTo>
                <a:lnTo>
                  <a:pt x="78084" y="131198"/>
                </a:lnTo>
                <a:lnTo>
                  <a:pt x="79474" y="131603"/>
                </a:lnTo>
                <a:lnTo>
                  <a:pt x="80876" y="132005"/>
                </a:lnTo>
                <a:lnTo>
                  <a:pt x="82338" y="132418"/>
                </a:lnTo>
                <a:lnTo>
                  <a:pt x="83780" y="132832"/>
                </a:lnTo>
                <a:lnTo>
                  <a:pt x="85201" y="133245"/>
                </a:lnTo>
                <a:lnTo>
                  <a:pt x="86602" y="133660"/>
                </a:lnTo>
                <a:lnTo>
                  <a:pt x="87983" y="134074"/>
                </a:lnTo>
                <a:lnTo>
                  <a:pt x="89344" y="134489"/>
                </a:lnTo>
                <a:lnTo>
                  <a:pt x="90685" y="134903"/>
                </a:lnTo>
                <a:lnTo>
                  <a:pt x="92006" y="135319"/>
                </a:lnTo>
                <a:lnTo>
                  <a:pt x="93306" y="135734"/>
                </a:lnTo>
                <a:lnTo>
                  <a:pt x="94586" y="136150"/>
                </a:lnTo>
                <a:lnTo>
                  <a:pt x="95846" y="136566"/>
                </a:lnTo>
                <a:lnTo>
                  <a:pt x="97086" y="136982"/>
                </a:lnTo>
                <a:lnTo>
                  <a:pt x="98306" y="137399"/>
                </a:lnTo>
                <a:lnTo>
                  <a:pt x="99505" y="137815"/>
                </a:lnTo>
                <a:lnTo>
                  <a:pt x="100685" y="138232"/>
                </a:lnTo>
                <a:lnTo>
                  <a:pt x="101844" y="138650"/>
                </a:lnTo>
                <a:lnTo>
                  <a:pt x="102983" y="139067"/>
                </a:lnTo>
                <a:lnTo>
                  <a:pt x="104102" y="139485"/>
                </a:lnTo>
                <a:lnTo>
                  <a:pt x="105201" y="139903"/>
                </a:lnTo>
                <a:lnTo>
                  <a:pt x="106279" y="140322"/>
                </a:lnTo>
                <a:lnTo>
                  <a:pt x="107337" y="140740"/>
                </a:lnTo>
                <a:lnTo>
                  <a:pt x="108376" y="141159"/>
                </a:lnTo>
                <a:lnTo>
                  <a:pt x="109393" y="141579"/>
                </a:lnTo>
                <a:lnTo>
                  <a:pt x="110391" y="141998"/>
                </a:lnTo>
                <a:lnTo>
                  <a:pt x="111371" y="142419"/>
                </a:lnTo>
                <a:lnTo>
                  <a:pt x="112333" y="142843"/>
                </a:lnTo>
                <a:lnTo>
                  <a:pt x="113279" y="143269"/>
                </a:lnTo>
                <a:lnTo>
                  <a:pt x="114209" y="143698"/>
                </a:lnTo>
                <a:lnTo>
                  <a:pt x="115121" y="144130"/>
                </a:lnTo>
                <a:lnTo>
                  <a:pt x="116017" y="144564"/>
                </a:lnTo>
                <a:lnTo>
                  <a:pt x="116897" y="145001"/>
                </a:lnTo>
                <a:lnTo>
                  <a:pt x="117759" y="145441"/>
                </a:lnTo>
                <a:lnTo>
                  <a:pt x="118605" y="145884"/>
                </a:lnTo>
                <a:lnTo>
                  <a:pt x="119435" y="146329"/>
                </a:lnTo>
                <a:lnTo>
                  <a:pt x="120247" y="146777"/>
                </a:lnTo>
                <a:lnTo>
                  <a:pt x="121043" y="147227"/>
                </a:lnTo>
                <a:lnTo>
                  <a:pt x="121822" y="147680"/>
                </a:lnTo>
                <a:lnTo>
                  <a:pt x="122585" y="148136"/>
                </a:lnTo>
                <a:lnTo>
                  <a:pt x="123331" y="148595"/>
                </a:lnTo>
                <a:lnTo>
                  <a:pt x="124060" y="149056"/>
                </a:lnTo>
                <a:lnTo>
                  <a:pt x="124773" y="149520"/>
                </a:lnTo>
                <a:lnTo>
                  <a:pt x="125468" y="149987"/>
                </a:lnTo>
                <a:lnTo>
                  <a:pt x="126148" y="150456"/>
                </a:lnTo>
                <a:lnTo>
                  <a:pt x="126810" y="150928"/>
                </a:lnTo>
                <a:lnTo>
                  <a:pt x="127456" y="151403"/>
                </a:lnTo>
                <a:lnTo>
                  <a:pt x="128085" y="151881"/>
                </a:lnTo>
                <a:lnTo>
                  <a:pt x="128698" y="152361"/>
                </a:lnTo>
                <a:lnTo>
                  <a:pt x="129293" y="152844"/>
                </a:lnTo>
                <a:lnTo>
                  <a:pt x="129874" y="153330"/>
                </a:lnTo>
                <a:lnTo>
                  <a:pt x="130441" y="153822"/>
                </a:lnTo>
                <a:lnTo>
                  <a:pt x="130994" y="154318"/>
                </a:lnTo>
                <a:lnTo>
                  <a:pt x="131533" y="154819"/>
                </a:lnTo>
                <a:lnTo>
                  <a:pt x="132059" y="155325"/>
                </a:lnTo>
                <a:lnTo>
                  <a:pt x="132571" y="155836"/>
                </a:lnTo>
                <a:lnTo>
                  <a:pt x="133070" y="156351"/>
                </a:lnTo>
                <a:lnTo>
                  <a:pt x="133554" y="156872"/>
                </a:lnTo>
                <a:lnTo>
                  <a:pt x="134025" y="157397"/>
                </a:lnTo>
                <a:lnTo>
                  <a:pt x="134482" y="157927"/>
                </a:lnTo>
                <a:lnTo>
                  <a:pt x="134926" y="158462"/>
                </a:lnTo>
                <a:lnTo>
                  <a:pt x="135355" y="159002"/>
                </a:lnTo>
                <a:lnTo>
                  <a:pt x="135771" y="159547"/>
                </a:lnTo>
                <a:lnTo>
                  <a:pt x="136173" y="160096"/>
                </a:lnTo>
                <a:lnTo>
                  <a:pt x="136562" y="160651"/>
                </a:lnTo>
                <a:lnTo>
                  <a:pt x="136937" y="161210"/>
                </a:lnTo>
                <a:lnTo>
                  <a:pt x="137298" y="161774"/>
                </a:lnTo>
                <a:lnTo>
                  <a:pt x="137645" y="162343"/>
                </a:lnTo>
                <a:lnTo>
                  <a:pt x="137979" y="162917"/>
                </a:lnTo>
                <a:lnTo>
                  <a:pt x="138299" y="163495"/>
                </a:lnTo>
                <a:lnTo>
                  <a:pt x="138605" y="164079"/>
                </a:lnTo>
                <a:lnTo>
                  <a:pt x="138898" y="164667"/>
                </a:lnTo>
                <a:lnTo>
                  <a:pt x="139177" y="165260"/>
                </a:lnTo>
                <a:lnTo>
                  <a:pt x="139442" y="165858"/>
                </a:lnTo>
                <a:lnTo>
                  <a:pt x="139694" y="166462"/>
                </a:lnTo>
                <a:lnTo>
                  <a:pt x="139937" y="167073"/>
                </a:lnTo>
                <a:lnTo>
                  <a:pt x="140168" y="167692"/>
                </a:lnTo>
                <a:lnTo>
                  <a:pt x="140388" y="168318"/>
                </a:lnTo>
                <a:lnTo>
                  <a:pt x="140598" y="168951"/>
                </a:lnTo>
                <a:lnTo>
                  <a:pt x="140797" y="169591"/>
                </a:lnTo>
                <a:lnTo>
                  <a:pt x="140986" y="170239"/>
                </a:lnTo>
                <a:lnTo>
                  <a:pt x="141163" y="170893"/>
                </a:lnTo>
                <a:lnTo>
                  <a:pt x="141330" y="171556"/>
                </a:lnTo>
                <a:lnTo>
                  <a:pt x="141486" y="172225"/>
                </a:lnTo>
                <a:lnTo>
                  <a:pt x="141631" y="172902"/>
                </a:lnTo>
                <a:lnTo>
                  <a:pt x="141766" y="173585"/>
                </a:lnTo>
                <a:lnTo>
                  <a:pt x="141889" y="174277"/>
                </a:lnTo>
                <a:lnTo>
                  <a:pt x="142002" y="174975"/>
                </a:lnTo>
                <a:lnTo>
                  <a:pt x="142105" y="175681"/>
                </a:lnTo>
                <a:lnTo>
                  <a:pt x="142196" y="176394"/>
                </a:lnTo>
                <a:lnTo>
                  <a:pt x="142277" y="177114"/>
                </a:lnTo>
                <a:lnTo>
                  <a:pt x="142347" y="177841"/>
                </a:lnTo>
                <a:lnTo>
                  <a:pt x="142406" y="178576"/>
                </a:lnTo>
                <a:lnTo>
                  <a:pt x="142454" y="179318"/>
                </a:lnTo>
                <a:lnTo>
                  <a:pt x="142492" y="180067"/>
                </a:lnTo>
                <a:lnTo>
                  <a:pt x="142519" y="180824"/>
                </a:lnTo>
                <a:lnTo>
                  <a:pt x="142535" y="181588"/>
                </a:lnTo>
                <a:lnTo>
                  <a:pt x="142540" y="182359"/>
                </a:lnTo>
                <a:lnTo>
                  <a:pt x="142528" y="183412"/>
                </a:lnTo>
                <a:lnTo>
                  <a:pt x="142490" y="184454"/>
                </a:lnTo>
                <a:lnTo>
                  <a:pt x="142428" y="185485"/>
                </a:lnTo>
                <a:lnTo>
                  <a:pt x="142340" y="186505"/>
                </a:lnTo>
                <a:close/>
                <a:moveTo>
                  <a:pt x="837043" y="130300"/>
                </a:moveTo>
                <a:lnTo>
                  <a:pt x="837043" y="146259"/>
                </a:lnTo>
                <a:lnTo>
                  <a:pt x="911257" y="146259"/>
                </a:lnTo>
                <a:lnTo>
                  <a:pt x="911257" y="130300"/>
                </a:lnTo>
                <a:lnTo>
                  <a:pt x="837043" y="130300"/>
                </a:lnTo>
                <a:close/>
                <a:moveTo>
                  <a:pt x="288227" y="120419"/>
                </a:moveTo>
                <a:lnTo>
                  <a:pt x="288574" y="119567"/>
                </a:lnTo>
                <a:lnTo>
                  <a:pt x="288931" y="118719"/>
                </a:lnTo>
                <a:lnTo>
                  <a:pt x="289300" y="117876"/>
                </a:lnTo>
                <a:lnTo>
                  <a:pt x="289680" y="117036"/>
                </a:lnTo>
                <a:lnTo>
                  <a:pt x="290070" y="116201"/>
                </a:lnTo>
                <a:lnTo>
                  <a:pt x="290472" y="115371"/>
                </a:lnTo>
                <a:lnTo>
                  <a:pt x="290885" y="114544"/>
                </a:lnTo>
                <a:lnTo>
                  <a:pt x="291308" y="113722"/>
                </a:lnTo>
                <a:lnTo>
                  <a:pt x="291743" y="112905"/>
                </a:lnTo>
                <a:lnTo>
                  <a:pt x="292189" y="112091"/>
                </a:lnTo>
                <a:lnTo>
                  <a:pt x="292646" y="111282"/>
                </a:lnTo>
                <a:lnTo>
                  <a:pt x="293114" y="110477"/>
                </a:lnTo>
                <a:lnTo>
                  <a:pt x="293593" y="109677"/>
                </a:lnTo>
                <a:lnTo>
                  <a:pt x="294083" y="108881"/>
                </a:lnTo>
                <a:lnTo>
                  <a:pt x="294584" y="108089"/>
                </a:lnTo>
                <a:lnTo>
                  <a:pt x="295096" y="107301"/>
                </a:lnTo>
                <a:lnTo>
                  <a:pt x="295619" y="106518"/>
                </a:lnTo>
                <a:lnTo>
                  <a:pt x="296153" y="105739"/>
                </a:lnTo>
                <a:lnTo>
                  <a:pt x="296698" y="104964"/>
                </a:lnTo>
                <a:lnTo>
                  <a:pt x="297254" y="104194"/>
                </a:lnTo>
                <a:lnTo>
                  <a:pt x="297821" y="103432"/>
                </a:lnTo>
                <a:lnTo>
                  <a:pt x="298400" y="102681"/>
                </a:lnTo>
                <a:lnTo>
                  <a:pt x="298990" y="101942"/>
                </a:lnTo>
                <a:lnTo>
                  <a:pt x="299591" y="101216"/>
                </a:lnTo>
                <a:lnTo>
                  <a:pt x="300204" y="100501"/>
                </a:lnTo>
                <a:lnTo>
                  <a:pt x="300827" y="99798"/>
                </a:lnTo>
                <a:lnTo>
                  <a:pt x="301462" y="99106"/>
                </a:lnTo>
                <a:lnTo>
                  <a:pt x="302109" y="98427"/>
                </a:lnTo>
                <a:lnTo>
                  <a:pt x="302766" y="97759"/>
                </a:lnTo>
                <a:lnTo>
                  <a:pt x="303435" y="97103"/>
                </a:lnTo>
                <a:lnTo>
                  <a:pt x="304116" y="96459"/>
                </a:lnTo>
                <a:lnTo>
                  <a:pt x="304807" y="95827"/>
                </a:lnTo>
                <a:lnTo>
                  <a:pt x="305510" y="95207"/>
                </a:lnTo>
                <a:lnTo>
                  <a:pt x="306224" y="94599"/>
                </a:lnTo>
                <a:lnTo>
                  <a:pt x="306950" y="94002"/>
                </a:lnTo>
                <a:lnTo>
                  <a:pt x="307686" y="93417"/>
                </a:lnTo>
                <a:lnTo>
                  <a:pt x="308434" y="92844"/>
                </a:lnTo>
                <a:lnTo>
                  <a:pt x="309194" y="92283"/>
                </a:lnTo>
                <a:lnTo>
                  <a:pt x="309964" y="91734"/>
                </a:lnTo>
                <a:lnTo>
                  <a:pt x="310746" y="91197"/>
                </a:lnTo>
                <a:lnTo>
                  <a:pt x="311540" y="90671"/>
                </a:lnTo>
                <a:lnTo>
                  <a:pt x="312344" y="90157"/>
                </a:lnTo>
                <a:lnTo>
                  <a:pt x="313160" y="89655"/>
                </a:lnTo>
                <a:lnTo>
                  <a:pt x="313987" y="89165"/>
                </a:lnTo>
                <a:lnTo>
                  <a:pt x="314826" y="88691"/>
                </a:lnTo>
                <a:lnTo>
                  <a:pt x="315676" y="88237"/>
                </a:lnTo>
                <a:lnTo>
                  <a:pt x="316537" y="87803"/>
                </a:lnTo>
                <a:lnTo>
                  <a:pt x="317411" y="87390"/>
                </a:lnTo>
                <a:lnTo>
                  <a:pt x="318296" y="86996"/>
                </a:lnTo>
                <a:lnTo>
                  <a:pt x="319192" y="86623"/>
                </a:lnTo>
                <a:lnTo>
                  <a:pt x="320100" y="86270"/>
                </a:lnTo>
                <a:lnTo>
                  <a:pt x="321019" y="85937"/>
                </a:lnTo>
                <a:lnTo>
                  <a:pt x="321951" y="85625"/>
                </a:lnTo>
                <a:lnTo>
                  <a:pt x="322893" y="85332"/>
                </a:lnTo>
                <a:lnTo>
                  <a:pt x="323847" y="85060"/>
                </a:lnTo>
                <a:lnTo>
                  <a:pt x="324813" y="84808"/>
                </a:lnTo>
                <a:lnTo>
                  <a:pt x="325791" y="84576"/>
                </a:lnTo>
                <a:lnTo>
                  <a:pt x="326779" y="84364"/>
                </a:lnTo>
                <a:lnTo>
                  <a:pt x="327780" y="84172"/>
                </a:lnTo>
                <a:lnTo>
                  <a:pt x="328792" y="84001"/>
                </a:lnTo>
                <a:lnTo>
                  <a:pt x="329816" y="83849"/>
                </a:lnTo>
                <a:lnTo>
                  <a:pt x="330851" y="83718"/>
                </a:lnTo>
                <a:lnTo>
                  <a:pt x="331898" y="83607"/>
                </a:lnTo>
                <a:lnTo>
                  <a:pt x="332956" y="83516"/>
                </a:lnTo>
                <a:lnTo>
                  <a:pt x="334026" y="83446"/>
                </a:lnTo>
                <a:lnTo>
                  <a:pt x="335107" y="83395"/>
                </a:lnTo>
                <a:lnTo>
                  <a:pt x="336200" y="83365"/>
                </a:lnTo>
                <a:lnTo>
                  <a:pt x="337305" y="83355"/>
                </a:lnTo>
                <a:lnTo>
                  <a:pt x="338306" y="83362"/>
                </a:lnTo>
                <a:lnTo>
                  <a:pt x="339296" y="83384"/>
                </a:lnTo>
                <a:lnTo>
                  <a:pt x="340275" y="83420"/>
                </a:lnTo>
                <a:lnTo>
                  <a:pt x="341243" y="83471"/>
                </a:lnTo>
                <a:lnTo>
                  <a:pt x="342199" y="83537"/>
                </a:lnTo>
                <a:lnTo>
                  <a:pt x="343144" y="83617"/>
                </a:lnTo>
                <a:lnTo>
                  <a:pt x="344078" y="83711"/>
                </a:lnTo>
                <a:lnTo>
                  <a:pt x="345000" y="83820"/>
                </a:lnTo>
                <a:lnTo>
                  <a:pt x="345911" y="83943"/>
                </a:lnTo>
                <a:lnTo>
                  <a:pt x="346811" y="84081"/>
                </a:lnTo>
                <a:lnTo>
                  <a:pt x="347699" y="84234"/>
                </a:lnTo>
                <a:lnTo>
                  <a:pt x="348576" y="84401"/>
                </a:lnTo>
                <a:lnTo>
                  <a:pt x="349442" y="84582"/>
                </a:lnTo>
                <a:lnTo>
                  <a:pt x="350297" y="84779"/>
                </a:lnTo>
                <a:lnTo>
                  <a:pt x="351140" y="84989"/>
                </a:lnTo>
                <a:lnTo>
                  <a:pt x="351972" y="85214"/>
                </a:lnTo>
                <a:lnTo>
                  <a:pt x="352793" y="85454"/>
                </a:lnTo>
                <a:lnTo>
                  <a:pt x="353602" y="85708"/>
                </a:lnTo>
                <a:lnTo>
                  <a:pt x="354400" y="85977"/>
                </a:lnTo>
                <a:lnTo>
                  <a:pt x="355187" y="86260"/>
                </a:lnTo>
                <a:lnTo>
                  <a:pt x="355962" y="86558"/>
                </a:lnTo>
                <a:lnTo>
                  <a:pt x="356727" y="86870"/>
                </a:lnTo>
                <a:lnTo>
                  <a:pt x="357480" y="87197"/>
                </a:lnTo>
                <a:lnTo>
                  <a:pt x="358221" y="87538"/>
                </a:lnTo>
                <a:lnTo>
                  <a:pt x="358950" y="87897"/>
                </a:lnTo>
                <a:lnTo>
                  <a:pt x="359665" y="88275"/>
                </a:lnTo>
                <a:lnTo>
                  <a:pt x="360366" y="88673"/>
                </a:lnTo>
                <a:lnTo>
                  <a:pt x="361053" y="89090"/>
                </a:lnTo>
                <a:lnTo>
                  <a:pt x="361726" y="89527"/>
                </a:lnTo>
                <a:lnTo>
                  <a:pt x="362385" y="89983"/>
                </a:lnTo>
                <a:lnTo>
                  <a:pt x="363030" y="90460"/>
                </a:lnTo>
                <a:lnTo>
                  <a:pt x="363661" y="90956"/>
                </a:lnTo>
                <a:lnTo>
                  <a:pt x="364278" y="91471"/>
                </a:lnTo>
                <a:lnTo>
                  <a:pt x="364881" y="92006"/>
                </a:lnTo>
                <a:lnTo>
                  <a:pt x="365470" y="92561"/>
                </a:lnTo>
                <a:lnTo>
                  <a:pt x="366045" y="93135"/>
                </a:lnTo>
                <a:lnTo>
                  <a:pt x="366606" y="93729"/>
                </a:lnTo>
                <a:lnTo>
                  <a:pt x="367154" y="94343"/>
                </a:lnTo>
                <a:lnTo>
                  <a:pt x="367687" y="94976"/>
                </a:lnTo>
                <a:lnTo>
                  <a:pt x="368206" y="95629"/>
                </a:lnTo>
                <a:lnTo>
                  <a:pt x="368711" y="96302"/>
                </a:lnTo>
                <a:lnTo>
                  <a:pt x="369202" y="96994"/>
                </a:lnTo>
                <a:lnTo>
                  <a:pt x="369679" y="97706"/>
                </a:lnTo>
                <a:lnTo>
                  <a:pt x="370142" y="98438"/>
                </a:lnTo>
                <a:lnTo>
                  <a:pt x="370592" y="99189"/>
                </a:lnTo>
                <a:lnTo>
                  <a:pt x="371027" y="99960"/>
                </a:lnTo>
                <a:lnTo>
                  <a:pt x="371448" y="100750"/>
                </a:lnTo>
                <a:lnTo>
                  <a:pt x="371855" y="101560"/>
                </a:lnTo>
                <a:lnTo>
                  <a:pt x="372247" y="102393"/>
                </a:lnTo>
                <a:lnTo>
                  <a:pt x="372623" y="103251"/>
                </a:lnTo>
                <a:lnTo>
                  <a:pt x="372981" y="104135"/>
                </a:lnTo>
                <a:lnTo>
                  <a:pt x="373323" y="105044"/>
                </a:lnTo>
                <a:lnTo>
                  <a:pt x="373648" y="105979"/>
                </a:lnTo>
                <a:lnTo>
                  <a:pt x="373957" y="106939"/>
                </a:lnTo>
                <a:lnTo>
                  <a:pt x="374249" y="107925"/>
                </a:lnTo>
                <a:lnTo>
                  <a:pt x="374524" y="108937"/>
                </a:lnTo>
                <a:lnTo>
                  <a:pt x="374782" y="109974"/>
                </a:lnTo>
                <a:lnTo>
                  <a:pt x="375024" y="111036"/>
                </a:lnTo>
                <a:lnTo>
                  <a:pt x="375249" y="112124"/>
                </a:lnTo>
                <a:lnTo>
                  <a:pt x="375458" y="113238"/>
                </a:lnTo>
                <a:lnTo>
                  <a:pt x="375649" y="114377"/>
                </a:lnTo>
                <a:lnTo>
                  <a:pt x="375825" y="115542"/>
                </a:lnTo>
                <a:lnTo>
                  <a:pt x="375983" y="116733"/>
                </a:lnTo>
                <a:lnTo>
                  <a:pt x="376125" y="117949"/>
                </a:lnTo>
                <a:lnTo>
                  <a:pt x="376250" y="119190"/>
                </a:lnTo>
                <a:lnTo>
                  <a:pt x="376358" y="120457"/>
                </a:lnTo>
                <a:lnTo>
                  <a:pt x="376450" y="121750"/>
                </a:lnTo>
                <a:lnTo>
                  <a:pt x="376525" y="123068"/>
                </a:lnTo>
                <a:lnTo>
                  <a:pt x="376583" y="124412"/>
                </a:lnTo>
                <a:lnTo>
                  <a:pt x="376625" y="125781"/>
                </a:lnTo>
                <a:lnTo>
                  <a:pt x="376650" y="127176"/>
                </a:lnTo>
                <a:lnTo>
                  <a:pt x="376658" y="128596"/>
                </a:lnTo>
                <a:lnTo>
                  <a:pt x="376658" y="237980"/>
                </a:lnTo>
                <a:lnTo>
                  <a:pt x="395251" y="237980"/>
                </a:lnTo>
                <a:lnTo>
                  <a:pt x="395251" y="128751"/>
                </a:lnTo>
                <a:lnTo>
                  <a:pt x="395244" y="127378"/>
                </a:lnTo>
                <a:lnTo>
                  <a:pt x="395225" y="126022"/>
                </a:lnTo>
                <a:lnTo>
                  <a:pt x="395194" y="124683"/>
                </a:lnTo>
                <a:lnTo>
                  <a:pt x="395149" y="123361"/>
                </a:lnTo>
                <a:lnTo>
                  <a:pt x="395093" y="122055"/>
                </a:lnTo>
                <a:lnTo>
                  <a:pt x="395023" y="120767"/>
                </a:lnTo>
                <a:lnTo>
                  <a:pt x="394941" y="119496"/>
                </a:lnTo>
                <a:lnTo>
                  <a:pt x="394846" y="118241"/>
                </a:lnTo>
                <a:lnTo>
                  <a:pt x="394739" y="117004"/>
                </a:lnTo>
                <a:lnTo>
                  <a:pt x="394618" y="115783"/>
                </a:lnTo>
                <a:lnTo>
                  <a:pt x="394486" y="114580"/>
                </a:lnTo>
                <a:lnTo>
                  <a:pt x="394340" y="113393"/>
                </a:lnTo>
                <a:lnTo>
                  <a:pt x="394182" y="112223"/>
                </a:lnTo>
                <a:lnTo>
                  <a:pt x="394012" y="111071"/>
                </a:lnTo>
                <a:lnTo>
                  <a:pt x="393828" y="109935"/>
                </a:lnTo>
                <a:lnTo>
                  <a:pt x="393632" y="108816"/>
                </a:lnTo>
                <a:lnTo>
                  <a:pt x="393424" y="107714"/>
                </a:lnTo>
                <a:lnTo>
                  <a:pt x="393203" y="106629"/>
                </a:lnTo>
                <a:lnTo>
                  <a:pt x="392969" y="105561"/>
                </a:lnTo>
                <a:lnTo>
                  <a:pt x="392722" y="104510"/>
                </a:lnTo>
                <a:lnTo>
                  <a:pt x="392463" y="103476"/>
                </a:lnTo>
                <a:lnTo>
                  <a:pt x="392191" y="102459"/>
                </a:lnTo>
                <a:lnTo>
                  <a:pt x="391907" y="101459"/>
                </a:lnTo>
                <a:lnTo>
                  <a:pt x="391610" y="100475"/>
                </a:lnTo>
                <a:lnTo>
                  <a:pt x="391301" y="99508"/>
                </a:lnTo>
                <a:lnTo>
                  <a:pt x="390980" y="98556"/>
                </a:lnTo>
                <a:lnTo>
                  <a:pt x="390649" y="97619"/>
                </a:lnTo>
                <a:lnTo>
                  <a:pt x="390306" y="96697"/>
                </a:lnTo>
                <a:lnTo>
                  <a:pt x="389951" y="95790"/>
                </a:lnTo>
                <a:lnTo>
                  <a:pt x="389586" y="94898"/>
                </a:lnTo>
                <a:lnTo>
                  <a:pt x="389209" y="94021"/>
                </a:lnTo>
                <a:lnTo>
                  <a:pt x="388821" y="93159"/>
                </a:lnTo>
                <a:lnTo>
                  <a:pt x="388421" y="92312"/>
                </a:lnTo>
                <a:lnTo>
                  <a:pt x="388011" y="91481"/>
                </a:lnTo>
                <a:lnTo>
                  <a:pt x="387589" y="90664"/>
                </a:lnTo>
                <a:lnTo>
                  <a:pt x="387155" y="89862"/>
                </a:lnTo>
                <a:lnTo>
                  <a:pt x="386711" y="89076"/>
                </a:lnTo>
                <a:lnTo>
                  <a:pt x="386255" y="88304"/>
                </a:lnTo>
                <a:lnTo>
                  <a:pt x="385787" y="87548"/>
                </a:lnTo>
                <a:lnTo>
                  <a:pt x="385309" y="86807"/>
                </a:lnTo>
                <a:lnTo>
                  <a:pt x="384819" y="86080"/>
                </a:lnTo>
                <a:lnTo>
                  <a:pt x="384318" y="85369"/>
                </a:lnTo>
                <a:lnTo>
                  <a:pt x="383806" y="84673"/>
                </a:lnTo>
                <a:lnTo>
                  <a:pt x="383282" y="83992"/>
                </a:lnTo>
                <a:lnTo>
                  <a:pt x="382747" y="83326"/>
                </a:lnTo>
                <a:lnTo>
                  <a:pt x="382201" y="82675"/>
                </a:lnTo>
                <a:lnTo>
                  <a:pt x="381643" y="82039"/>
                </a:lnTo>
                <a:lnTo>
                  <a:pt x="381074" y="81418"/>
                </a:lnTo>
                <a:lnTo>
                  <a:pt x="380494" y="80812"/>
                </a:lnTo>
                <a:lnTo>
                  <a:pt x="379904" y="80219"/>
                </a:lnTo>
                <a:lnTo>
                  <a:pt x="379303" y="79640"/>
                </a:lnTo>
                <a:lnTo>
                  <a:pt x="378692" y="79075"/>
                </a:lnTo>
                <a:lnTo>
                  <a:pt x="378070" y="78523"/>
                </a:lnTo>
                <a:lnTo>
                  <a:pt x="377438" y="77986"/>
                </a:lnTo>
                <a:lnTo>
                  <a:pt x="376795" y="77462"/>
                </a:lnTo>
                <a:lnTo>
                  <a:pt x="376142" y="76951"/>
                </a:lnTo>
                <a:lnTo>
                  <a:pt x="375478" y="76454"/>
                </a:lnTo>
                <a:lnTo>
                  <a:pt x="374804" y="75971"/>
                </a:lnTo>
                <a:lnTo>
                  <a:pt x="374119" y="75502"/>
                </a:lnTo>
                <a:lnTo>
                  <a:pt x="373424" y="75047"/>
                </a:lnTo>
                <a:lnTo>
                  <a:pt x="372718" y="74605"/>
                </a:lnTo>
                <a:lnTo>
                  <a:pt x="372002" y="74177"/>
                </a:lnTo>
                <a:lnTo>
                  <a:pt x="371276" y="73762"/>
                </a:lnTo>
                <a:lnTo>
                  <a:pt x="370538" y="73362"/>
                </a:lnTo>
                <a:lnTo>
                  <a:pt x="369791" y="72975"/>
                </a:lnTo>
                <a:lnTo>
                  <a:pt x="369033" y="72602"/>
                </a:lnTo>
                <a:lnTo>
                  <a:pt x="368264" y="72242"/>
                </a:lnTo>
                <a:lnTo>
                  <a:pt x="367485" y="71896"/>
                </a:lnTo>
                <a:lnTo>
                  <a:pt x="366695" y="71564"/>
                </a:lnTo>
                <a:lnTo>
                  <a:pt x="365895" y="71246"/>
                </a:lnTo>
                <a:lnTo>
                  <a:pt x="365085" y="70941"/>
                </a:lnTo>
                <a:lnTo>
                  <a:pt x="364264" y="70650"/>
                </a:lnTo>
                <a:lnTo>
                  <a:pt x="363433" y="70372"/>
                </a:lnTo>
                <a:lnTo>
                  <a:pt x="362593" y="70106"/>
                </a:lnTo>
                <a:lnTo>
                  <a:pt x="361743" y="69852"/>
                </a:lnTo>
                <a:lnTo>
                  <a:pt x="360885" y="69609"/>
                </a:lnTo>
                <a:lnTo>
                  <a:pt x="360018" y="69378"/>
                </a:lnTo>
                <a:lnTo>
                  <a:pt x="359141" y="69159"/>
                </a:lnTo>
                <a:lnTo>
                  <a:pt x="358255" y="68952"/>
                </a:lnTo>
                <a:lnTo>
                  <a:pt x="357360" y="68757"/>
                </a:lnTo>
                <a:lnTo>
                  <a:pt x="356456" y="68573"/>
                </a:lnTo>
                <a:lnTo>
                  <a:pt x="355543" y="68402"/>
                </a:lnTo>
                <a:lnTo>
                  <a:pt x="354621" y="68242"/>
                </a:lnTo>
                <a:lnTo>
                  <a:pt x="353689" y="68094"/>
                </a:lnTo>
                <a:lnTo>
                  <a:pt x="352749" y="67958"/>
                </a:lnTo>
                <a:lnTo>
                  <a:pt x="351799" y="67834"/>
                </a:lnTo>
                <a:lnTo>
                  <a:pt x="350840" y="67721"/>
                </a:lnTo>
                <a:lnTo>
                  <a:pt x="349872" y="67621"/>
                </a:lnTo>
                <a:lnTo>
                  <a:pt x="348895" y="67532"/>
                </a:lnTo>
                <a:lnTo>
                  <a:pt x="347908" y="67455"/>
                </a:lnTo>
                <a:lnTo>
                  <a:pt x="346913" y="67390"/>
                </a:lnTo>
                <a:lnTo>
                  <a:pt x="345908" y="67337"/>
                </a:lnTo>
                <a:lnTo>
                  <a:pt x="344894" y="67295"/>
                </a:lnTo>
                <a:lnTo>
                  <a:pt x="343871" y="67266"/>
                </a:lnTo>
                <a:lnTo>
                  <a:pt x="342839" y="67248"/>
                </a:lnTo>
                <a:lnTo>
                  <a:pt x="341798" y="67242"/>
                </a:lnTo>
                <a:lnTo>
                  <a:pt x="340602" y="67252"/>
                </a:lnTo>
                <a:lnTo>
                  <a:pt x="339414" y="67281"/>
                </a:lnTo>
                <a:lnTo>
                  <a:pt x="338234" y="67329"/>
                </a:lnTo>
                <a:lnTo>
                  <a:pt x="337064" y="67397"/>
                </a:lnTo>
                <a:lnTo>
                  <a:pt x="335902" y="67484"/>
                </a:lnTo>
                <a:lnTo>
                  <a:pt x="334748" y="67590"/>
                </a:lnTo>
                <a:lnTo>
                  <a:pt x="333604" y="67716"/>
                </a:lnTo>
                <a:lnTo>
                  <a:pt x="332467" y="67862"/>
                </a:lnTo>
                <a:lnTo>
                  <a:pt x="331340" y="68026"/>
                </a:lnTo>
                <a:lnTo>
                  <a:pt x="330221" y="68210"/>
                </a:lnTo>
                <a:lnTo>
                  <a:pt x="329111" y="68414"/>
                </a:lnTo>
                <a:lnTo>
                  <a:pt x="328009" y="68636"/>
                </a:lnTo>
                <a:lnTo>
                  <a:pt x="326916" y="68878"/>
                </a:lnTo>
                <a:lnTo>
                  <a:pt x="325831" y="69140"/>
                </a:lnTo>
                <a:lnTo>
                  <a:pt x="324755" y="69421"/>
                </a:lnTo>
                <a:lnTo>
                  <a:pt x="323688" y="69721"/>
                </a:lnTo>
                <a:lnTo>
                  <a:pt x="322629" y="70040"/>
                </a:lnTo>
                <a:lnTo>
                  <a:pt x="321579" y="70379"/>
                </a:lnTo>
                <a:lnTo>
                  <a:pt x="320537" y="70738"/>
                </a:lnTo>
                <a:lnTo>
                  <a:pt x="319505" y="71115"/>
                </a:lnTo>
                <a:lnTo>
                  <a:pt x="318480" y="71512"/>
                </a:lnTo>
                <a:lnTo>
                  <a:pt x="317465" y="71929"/>
                </a:lnTo>
                <a:lnTo>
                  <a:pt x="316457" y="72364"/>
                </a:lnTo>
                <a:lnTo>
                  <a:pt x="315459" y="72820"/>
                </a:lnTo>
                <a:lnTo>
                  <a:pt x="314470" y="73292"/>
                </a:lnTo>
                <a:lnTo>
                  <a:pt x="313493" y="73779"/>
                </a:lnTo>
                <a:lnTo>
                  <a:pt x="312526" y="74282"/>
                </a:lnTo>
                <a:lnTo>
                  <a:pt x="311571" y="74799"/>
                </a:lnTo>
                <a:lnTo>
                  <a:pt x="310626" y="75332"/>
                </a:lnTo>
                <a:lnTo>
                  <a:pt x="309693" y="75879"/>
                </a:lnTo>
                <a:lnTo>
                  <a:pt x="308770" y="76442"/>
                </a:lnTo>
                <a:lnTo>
                  <a:pt x="307859" y="77020"/>
                </a:lnTo>
                <a:lnTo>
                  <a:pt x="306958" y="77613"/>
                </a:lnTo>
                <a:lnTo>
                  <a:pt x="306069" y="78221"/>
                </a:lnTo>
                <a:lnTo>
                  <a:pt x="305190" y="78844"/>
                </a:lnTo>
                <a:lnTo>
                  <a:pt x="304323" y="79482"/>
                </a:lnTo>
                <a:lnTo>
                  <a:pt x="303467" y="80135"/>
                </a:lnTo>
                <a:lnTo>
                  <a:pt x="302621" y="80803"/>
                </a:lnTo>
                <a:lnTo>
                  <a:pt x="301787" y="81486"/>
                </a:lnTo>
                <a:lnTo>
                  <a:pt x="300964" y="82184"/>
                </a:lnTo>
                <a:lnTo>
                  <a:pt x="300152" y="82898"/>
                </a:lnTo>
                <a:lnTo>
                  <a:pt x="299351" y="83626"/>
                </a:lnTo>
                <a:lnTo>
                  <a:pt x="298560" y="84370"/>
                </a:lnTo>
                <a:lnTo>
                  <a:pt x="297781" y="85128"/>
                </a:lnTo>
                <a:lnTo>
                  <a:pt x="297013" y="85902"/>
                </a:lnTo>
                <a:lnTo>
                  <a:pt x="296256" y="86691"/>
                </a:lnTo>
                <a:lnTo>
                  <a:pt x="295510" y="87494"/>
                </a:lnTo>
                <a:lnTo>
                  <a:pt x="294775" y="88313"/>
                </a:lnTo>
                <a:lnTo>
                  <a:pt x="294052" y="89145"/>
                </a:lnTo>
                <a:lnTo>
                  <a:pt x="293341" y="89987"/>
                </a:lnTo>
                <a:lnTo>
                  <a:pt x="292644" y="90840"/>
                </a:lnTo>
                <a:lnTo>
                  <a:pt x="291958" y="91704"/>
                </a:lnTo>
                <a:lnTo>
                  <a:pt x="291286" y="92579"/>
                </a:lnTo>
                <a:lnTo>
                  <a:pt x="290626" y="93465"/>
                </a:lnTo>
                <a:lnTo>
                  <a:pt x="289978" y="94361"/>
                </a:lnTo>
                <a:lnTo>
                  <a:pt x="289344" y="95268"/>
                </a:lnTo>
                <a:lnTo>
                  <a:pt x="288722" y="96186"/>
                </a:lnTo>
                <a:lnTo>
                  <a:pt x="288112" y="97114"/>
                </a:lnTo>
                <a:lnTo>
                  <a:pt x="287516" y="98053"/>
                </a:lnTo>
                <a:lnTo>
                  <a:pt x="287101" y="98729"/>
                </a:lnTo>
                <a:lnTo>
                  <a:pt x="286486" y="70341"/>
                </a:lnTo>
                <a:lnTo>
                  <a:pt x="268824" y="70341"/>
                </a:lnTo>
                <a:lnTo>
                  <a:pt x="268824" y="237980"/>
                </a:lnTo>
                <a:lnTo>
                  <a:pt x="287261" y="237980"/>
                </a:lnTo>
                <a:lnTo>
                  <a:pt x="287261" y="122981"/>
                </a:lnTo>
                <a:lnTo>
                  <a:pt x="287567" y="122136"/>
                </a:lnTo>
                <a:lnTo>
                  <a:pt x="287891" y="121275"/>
                </a:lnTo>
                <a:lnTo>
                  <a:pt x="288227" y="120419"/>
                </a:lnTo>
                <a:close/>
                <a:moveTo>
                  <a:pt x="551220" y="92204"/>
                </a:moveTo>
                <a:lnTo>
                  <a:pt x="550623" y="91366"/>
                </a:lnTo>
                <a:lnTo>
                  <a:pt x="550015" y="90540"/>
                </a:lnTo>
                <a:lnTo>
                  <a:pt x="549397" y="89726"/>
                </a:lnTo>
                <a:lnTo>
                  <a:pt x="548767" y="88924"/>
                </a:lnTo>
                <a:lnTo>
                  <a:pt x="548127" y="88134"/>
                </a:lnTo>
                <a:lnTo>
                  <a:pt x="547476" y="87355"/>
                </a:lnTo>
                <a:lnTo>
                  <a:pt x="546814" y="86589"/>
                </a:lnTo>
                <a:lnTo>
                  <a:pt x="546142" y="85834"/>
                </a:lnTo>
                <a:lnTo>
                  <a:pt x="545459" y="85092"/>
                </a:lnTo>
                <a:lnTo>
                  <a:pt x="544764" y="84365"/>
                </a:lnTo>
                <a:lnTo>
                  <a:pt x="544059" y="83653"/>
                </a:lnTo>
                <a:lnTo>
                  <a:pt x="543342" y="82955"/>
                </a:lnTo>
                <a:lnTo>
                  <a:pt x="542615" y="82271"/>
                </a:lnTo>
                <a:lnTo>
                  <a:pt x="541876" y="81602"/>
                </a:lnTo>
                <a:lnTo>
                  <a:pt x="541127" y="80948"/>
                </a:lnTo>
                <a:lnTo>
                  <a:pt x="540366" y="80308"/>
                </a:lnTo>
                <a:lnTo>
                  <a:pt x="539595" y="79683"/>
                </a:lnTo>
                <a:lnTo>
                  <a:pt x="538812" y="79072"/>
                </a:lnTo>
                <a:lnTo>
                  <a:pt x="538019" y="78475"/>
                </a:lnTo>
                <a:lnTo>
                  <a:pt x="537214" y="77894"/>
                </a:lnTo>
                <a:lnTo>
                  <a:pt x="536398" y="77326"/>
                </a:lnTo>
                <a:lnTo>
                  <a:pt x="535571" y="76774"/>
                </a:lnTo>
                <a:lnTo>
                  <a:pt x="534734" y="76235"/>
                </a:lnTo>
                <a:lnTo>
                  <a:pt x="533885" y="75712"/>
                </a:lnTo>
                <a:lnTo>
                  <a:pt x="533025" y="75202"/>
                </a:lnTo>
                <a:lnTo>
                  <a:pt x="532154" y="74708"/>
                </a:lnTo>
                <a:lnTo>
                  <a:pt x="531272" y="74228"/>
                </a:lnTo>
                <a:lnTo>
                  <a:pt x="530380" y="73762"/>
                </a:lnTo>
                <a:lnTo>
                  <a:pt x="529476" y="73311"/>
                </a:lnTo>
                <a:lnTo>
                  <a:pt x="528561" y="72874"/>
                </a:lnTo>
                <a:lnTo>
                  <a:pt x="527635" y="72452"/>
                </a:lnTo>
                <a:lnTo>
                  <a:pt x="526698" y="72045"/>
                </a:lnTo>
                <a:lnTo>
                  <a:pt x="525749" y="71653"/>
                </a:lnTo>
                <a:lnTo>
                  <a:pt x="524789" y="71278"/>
                </a:lnTo>
                <a:lnTo>
                  <a:pt x="523817" y="70919"/>
                </a:lnTo>
                <a:lnTo>
                  <a:pt x="522833" y="70577"/>
                </a:lnTo>
                <a:lnTo>
                  <a:pt x="521837" y="70252"/>
                </a:lnTo>
                <a:lnTo>
                  <a:pt x="520830" y="69944"/>
                </a:lnTo>
                <a:lnTo>
                  <a:pt x="519810" y="69652"/>
                </a:lnTo>
                <a:lnTo>
                  <a:pt x="518779" y="69377"/>
                </a:lnTo>
                <a:lnTo>
                  <a:pt x="517736" y="69118"/>
                </a:lnTo>
                <a:lnTo>
                  <a:pt x="516681" y="68876"/>
                </a:lnTo>
                <a:lnTo>
                  <a:pt x="515614" y="68651"/>
                </a:lnTo>
                <a:lnTo>
                  <a:pt x="514535" y="68443"/>
                </a:lnTo>
                <a:lnTo>
                  <a:pt x="513445" y="68251"/>
                </a:lnTo>
                <a:lnTo>
                  <a:pt x="512342" y="68076"/>
                </a:lnTo>
                <a:lnTo>
                  <a:pt x="511228" y="67917"/>
                </a:lnTo>
                <a:lnTo>
                  <a:pt x="510102" y="67776"/>
                </a:lnTo>
                <a:lnTo>
                  <a:pt x="508965" y="67650"/>
                </a:lnTo>
                <a:lnTo>
                  <a:pt x="507815" y="67542"/>
                </a:lnTo>
                <a:lnTo>
                  <a:pt x="506653" y="67450"/>
                </a:lnTo>
                <a:lnTo>
                  <a:pt x="505480" y="67375"/>
                </a:lnTo>
                <a:lnTo>
                  <a:pt x="504295" y="67317"/>
                </a:lnTo>
                <a:lnTo>
                  <a:pt x="503098" y="67275"/>
                </a:lnTo>
                <a:lnTo>
                  <a:pt x="501889" y="67250"/>
                </a:lnTo>
                <a:lnTo>
                  <a:pt x="500669" y="67242"/>
                </a:lnTo>
                <a:lnTo>
                  <a:pt x="499409" y="67252"/>
                </a:lnTo>
                <a:lnTo>
                  <a:pt x="498160" y="67283"/>
                </a:lnTo>
                <a:lnTo>
                  <a:pt x="496922" y="67335"/>
                </a:lnTo>
                <a:lnTo>
                  <a:pt x="495696" y="67408"/>
                </a:lnTo>
                <a:lnTo>
                  <a:pt x="494480" y="67501"/>
                </a:lnTo>
                <a:lnTo>
                  <a:pt x="493275" y="67615"/>
                </a:lnTo>
                <a:lnTo>
                  <a:pt x="492082" y="67749"/>
                </a:lnTo>
                <a:lnTo>
                  <a:pt x="490899" y="67905"/>
                </a:lnTo>
                <a:lnTo>
                  <a:pt x="489727" y="68081"/>
                </a:lnTo>
                <a:lnTo>
                  <a:pt x="488567" y="68277"/>
                </a:lnTo>
                <a:lnTo>
                  <a:pt x="487417" y="68495"/>
                </a:lnTo>
                <a:lnTo>
                  <a:pt x="486279" y="68733"/>
                </a:lnTo>
                <a:lnTo>
                  <a:pt x="485152" y="68992"/>
                </a:lnTo>
                <a:lnTo>
                  <a:pt x="484035" y="69272"/>
                </a:lnTo>
                <a:lnTo>
                  <a:pt x="482930" y="69572"/>
                </a:lnTo>
                <a:lnTo>
                  <a:pt x="481835" y="69893"/>
                </a:lnTo>
                <a:lnTo>
                  <a:pt x="480752" y="70235"/>
                </a:lnTo>
                <a:lnTo>
                  <a:pt x="479680" y="70597"/>
                </a:lnTo>
                <a:lnTo>
                  <a:pt x="478618" y="70980"/>
                </a:lnTo>
                <a:lnTo>
                  <a:pt x="477568" y="71384"/>
                </a:lnTo>
                <a:lnTo>
                  <a:pt x="476529" y="71809"/>
                </a:lnTo>
                <a:lnTo>
                  <a:pt x="475501" y="72254"/>
                </a:lnTo>
                <a:lnTo>
                  <a:pt x="474484" y="72720"/>
                </a:lnTo>
                <a:lnTo>
                  <a:pt x="473477" y="73207"/>
                </a:lnTo>
                <a:lnTo>
                  <a:pt x="472483" y="73713"/>
                </a:lnTo>
                <a:lnTo>
                  <a:pt x="471501" y="74238"/>
                </a:lnTo>
                <a:lnTo>
                  <a:pt x="470532" y="74780"/>
                </a:lnTo>
                <a:lnTo>
                  <a:pt x="469576" y="75342"/>
                </a:lnTo>
                <a:lnTo>
                  <a:pt x="468632" y="75921"/>
                </a:lnTo>
                <a:lnTo>
                  <a:pt x="467701" y="76519"/>
                </a:lnTo>
                <a:lnTo>
                  <a:pt x="466783" y="77135"/>
                </a:lnTo>
                <a:lnTo>
                  <a:pt x="465877" y="77769"/>
                </a:lnTo>
                <a:lnTo>
                  <a:pt x="464984" y="78421"/>
                </a:lnTo>
                <a:lnTo>
                  <a:pt x="464103" y="79092"/>
                </a:lnTo>
                <a:lnTo>
                  <a:pt x="463235" y="79781"/>
                </a:lnTo>
                <a:lnTo>
                  <a:pt x="462380" y="80489"/>
                </a:lnTo>
                <a:lnTo>
                  <a:pt x="461538" y="81215"/>
                </a:lnTo>
                <a:lnTo>
                  <a:pt x="460708" y="81959"/>
                </a:lnTo>
                <a:lnTo>
                  <a:pt x="459890" y="82721"/>
                </a:lnTo>
                <a:lnTo>
                  <a:pt x="459086" y="83501"/>
                </a:lnTo>
                <a:lnTo>
                  <a:pt x="458294" y="84300"/>
                </a:lnTo>
                <a:lnTo>
                  <a:pt x="457514" y="85117"/>
                </a:lnTo>
                <a:lnTo>
                  <a:pt x="456748" y="85953"/>
                </a:lnTo>
                <a:lnTo>
                  <a:pt x="455993" y="86807"/>
                </a:lnTo>
                <a:lnTo>
                  <a:pt x="455252" y="87679"/>
                </a:lnTo>
                <a:lnTo>
                  <a:pt x="454523" y="88569"/>
                </a:lnTo>
                <a:lnTo>
                  <a:pt x="453807" y="89478"/>
                </a:lnTo>
                <a:lnTo>
                  <a:pt x="453103" y="90405"/>
                </a:lnTo>
                <a:lnTo>
                  <a:pt x="452413" y="91349"/>
                </a:lnTo>
                <a:lnTo>
                  <a:pt x="451737" y="92308"/>
                </a:lnTo>
                <a:lnTo>
                  <a:pt x="451074" y="93283"/>
                </a:lnTo>
                <a:lnTo>
                  <a:pt x="450424" y="94274"/>
                </a:lnTo>
                <a:lnTo>
                  <a:pt x="449789" y="95280"/>
                </a:lnTo>
                <a:lnTo>
                  <a:pt x="449167" y="96302"/>
                </a:lnTo>
                <a:lnTo>
                  <a:pt x="448559" y="97339"/>
                </a:lnTo>
                <a:lnTo>
                  <a:pt x="447965" y="98392"/>
                </a:lnTo>
                <a:lnTo>
                  <a:pt x="447384" y="99461"/>
                </a:lnTo>
                <a:lnTo>
                  <a:pt x="446817" y="100545"/>
                </a:lnTo>
                <a:lnTo>
                  <a:pt x="446264" y="101645"/>
                </a:lnTo>
                <a:lnTo>
                  <a:pt x="445725" y="102761"/>
                </a:lnTo>
                <a:lnTo>
                  <a:pt x="445199" y="103892"/>
                </a:lnTo>
                <a:lnTo>
                  <a:pt x="444687" y="105038"/>
                </a:lnTo>
                <a:lnTo>
                  <a:pt x="444189" y="106201"/>
                </a:lnTo>
                <a:lnTo>
                  <a:pt x="443704" y="107379"/>
                </a:lnTo>
                <a:lnTo>
                  <a:pt x="443233" y="108572"/>
                </a:lnTo>
                <a:lnTo>
                  <a:pt x="442776" y="109781"/>
                </a:lnTo>
                <a:lnTo>
                  <a:pt x="442333" y="111006"/>
                </a:lnTo>
                <a:lnTo>
                  <a:pt x="441903" y="112246"/>
                </a:lnTo>
                <a:lnTo>
                  <a:pt x="441487" y="113502"/>
                </a:lnTo>
                <a:lnTo>
                  <a:pt x="441085" y="114774"/>
                </a:lnTo>
                <a:lnTo>
                  <a:pt x="440696" y="116061"/>
                </a:lnTo>
                <a:lnTo>
                  <a:pt x="440321" y="117363"/>
                </a:lnTo>
                <a:lnTo>
                  <a:pt x="439961" y="118680"/>
                </a:lnTo>
                <a:lnTo>
                  <a:pt x="439616" y="120011"/>
                </a:lnTo>
                <a:lnTo>
                  <a:pt x="439286" y="121354"/>
                </a:lnTo>
                <a:lnTo>
                  <a:pt x="438972" y="122711"/>
                </a:lnTo>
                <a:lnTo>
                  <a:pt x="438673" y="124081"/>
                </a:lnTo>
                <a:lnTo>
                  <a:pt x="438389" y="125464"/>
                </a:lnTo>
                <a:lnTo>
                  <a:pt x="438121" y="126860"/>
                </a:lnTo>
                <a:lnTo>
                  <a:pt x="437868" y="128269"/>
                </a:lnTo>
                <a:lnTo>
                  <a:pt x="437631" y="129692"/>
                </a:lnTo>
                <a:lnTo>
                  <a:pt x="437408" y="131127"/>
                </a:lnTo>
                <a:lnTo>
                  <a:pt x="437201" y="132576"/>
                </a:lnTo>
                <a:lnTo>
                  <a:pt x="437010" y="134038"/>
                </a:lnTo>
                <a:lnTo>
                  <a:pt x="436833" y="135513"/>
                </a:lnTo>
                <a:lnTo>
                  <a:pt x="436672" y="137002"/>
                </a:lnTo>
                <a:lnTo>
                  <a:pt x="436527" y="138504"/>
                </a:lnTo>
                <a:lnTo>
                  <a:pt x="436396" y="140018"/>
                </a:lnTo>
                <a:lnTo>
                  <a:pt x="436281" y="141546"/>
                </a:lnTo>
                <a:lnTo>
                  <a:pt x="436182" y="143087"/>
                </a:lnTo>
                <a:lnTo>
                  <a:pt x="436097" y="144642"/>
                </a:lnTo>
                <a:lnTo>
                  <a:pt x="436028" y="146209"/>
                </a:lnTo>
                <a:lnTo>
                  <a:pt x="435975" y="147790"/>
                </a:lnTo>
                <a:lnTo>
                  <a:pt x="435936" y="149384"/>
                </a:lnTo>
                <a:lnTo>
                  <a:pt x="435913" y="150991"/>
                </a:lnTo>
                <a:lnTo>
                  <a:pt x="435906" y="152611"/>
                </a:lnTo>
                <a:lnTo>
                  <a:pt x="435906" y="155865"/>
                </a:lnTo>
                <a:lnTo>
                  <a:pt x="435913" y="157421"/>
                </a:lnTo>
                <a:lnTo>
                  <a:pt x="435936" y="158967"/>
                </a:lnTo>
                <a:lnTo>
                  <a:pt x="435975" y="160502"/>
                </a:lnTo>
                <a:lnTo>
                  <a:pt x="436028" y="162026"/>
                </a:lnTo>
                <a:lnTo>
                  <a:pt x="436097" y="163538"/>
                </a:lnTo>
                <a:lnTo>
                  <a:pt x="436182" y="165040"/>
                </a:lnTo>
                <a:lnTo>
                  <a:pt x="436281" y="166530"/>
                </a:lnTo>
                <a:lnTo>
                  <a:pt x="436396" y="168010"/>
                </a:lnTo>
                <a:lnTo>
                  <a:pt x="436527" y="169478"/>
                </a:lnTo>
                <a:lnTo>
                  <a:pt x="436672" y="170936"/>
                </a:lnTo>
                <a:lnTo>
                  <a:pt x="436833" y="172382"/>
                </a:lnTo>
                <a:lnTo>
                  <a:pt x="437010" y="173818"/>
                </a:lnTo>
                <a:lnTo>
                  <a:pt x="437201" y="175242"/>
                </a:lnTo>
                <a:lnTo>
                  <a:pt x="437408" y="176656"/>
                </a:lnTo>
                <a:lnTo>
                  <a:pt x="437631" y="178058"/>
                </a:lnTo>
                <a:lnTo>
                  <a:pt x="437868" y="179449"/>
                </a:lnTo>
                <a:lnTo>
                  <a:pt x="438121" y="180830"/>
                </a:lnTo>
                <a:lnTo>
                  <a:pt x="438389" y="182199"/>
                </a:lnTo>
                <a:lnTo>
                  <a:pt x="438673" y="183557"/>
                </a:lnTo>
                <a:lnTo>
                  <a:pt x="438972" y="184904"/>
                </a:lnTo>
                <a:lnTo>
                  <a:pt x="439286" y="186240"/>
                </a:lnTo>
                <a:lnTo>
                  <a:pt x="439616" y="187566"/>
                </a:lnTo>
                <a:lnTo>
                  <a:pt x="439961" y="188880"/>
                </a:lnTo>
                <a:lnTo>
                  <a:pt x="440321" y="190183"/>
                </a:lnTo>
                <a:lnTo>
                  <a:pt x="440696" y="191473"/>
                </a:lnTo>
                <a:lnTo>
                  <a:pt x="441085" y="192749"/>
                </a:lnTo>
                <a:lnTo>
                  <a:pt x="441487" y="194010"/>
                </a:lnTo>
                <a:lnTo>
                  <a:pt x="441903" y="195257"/>
                </a:lnTo>
                <a:lnTo>
                  <a:pt x="442333" y="196489"/>
                </a:lnTo>
                <a:lnTo>
                  <a:pt x="442776" y="197707"/>
                </a:lnTo>
                <a:lnTo>
                  <a:pt x="443233" y="198910"/>
                </a:lnTo>
                <a:lnTo>
                  <a:pt x="443704" y="200099"/>
                </a:lnTo>
                <a:lnTo>
                  <a:pt x="444189" y="201273"/>
                </a:lnTo>
                <a:lnTo>
                  <a:pt x="444687" y="202432"/>
                </a:lnTo>
                <a:lnTo>
                  <a:pt x="445199" y="203577"/>
                </a:lnTo>
                <a:lnTo>
                  <a:pt x="445725" y="204708"/>
                </a:lnTo>
                <a:lnTo>
                  <a:pt x="446264" y="205824"/>
                </a:lnTo>
                <a:lnTo>
                  <a:pt x="446817" y="206926"/>
                </a:lnTo>
                <a:lnTo>
                  <a:pt x="447384" y="208013"/>
                </a:lnTo>
                <a:lnTo>
                  <a:pt x="447965" y="209085"/>
                </a:lnTo>
                <a:lnTo>
                  <a:pt x="448559" y="210143"/>
                </a:lnTo>
                <a:lnTo>
                  <a:pt x="449167" y="211186"/>
                </a:lnTo>
                <a:lnTo>
                  <a:pt x="449789" y="212215"/>
                </a:lnTo>
                <a:lnTo>
                  <a:pt x="450424" y="213229"/>
                </a:lnTo>
                <a:lnTo>
                  <a:pt x="451074" y="214229"/>
                </a:lnTo>
                <a:lnTo>
                  <a:pt x="451737" y="215215"/>
                </a:lnTo>
                <a:lnTo>
                  <a:pt x="452413" y="216185"/>
                </a:lnTo>
                <a:lnTo>
                  <a:pt x="453103" y="217142"/>
                </a:lnTo>
                <a:lnTo>
                  <a:pt x="453807" y="218082"/>
                </a:lnTo>
                <a:lnTo>
                  <a:pt x="454523" y="219004"/>
                </a:lnTo>
                <a:lnTo>
                  <a:pt x="455251" y="219909"/>
                </a:lnTo>
                <a:lnTo>
                  <a:pt x="455991" y="220795"/>
                </a:lnTo>
                <a:lnTo>
                  <a:pt x="456744" y="221665"/>
                </a:lnTo>
                <a:lnTo>
                  <a:pt x="457509" y="222516"/>
                </a:lnTo>
                <a:lnTo>
                  <a:pt x="458287" y="223349"/>
                </a:lnTo>
                <a:lnTo>
                  <a:pt x="459077" y="224165"/>
                </a:lnTo>
                <a:lnTo>
                  <a:pt x="459879" y="224963"/>
                </a:lnTo>
                <a:lnTo>
                  <a:pt x="460694" y="225744"/>
                </a:lnTo>
                <a:lnTo>
                  <a:pt x="461521" y="226506"/>
                </a:lnTo>
                <a:lnTo>
                  <a:pt x="462361" y="227251"/>
                </a:lnTo>
                <a:lnTo>
                  <a:pt x="463213" y="227978"/>
                </a:lnTo>
                <a:lnTo>
                  <a:pt x="464077" y="228687"/>
                </a:lnTo>
                <a:lnTo>
                  <a:pt x="464954" y="229379"/>
                </a:lnTo>
                <a:lnTo>
                  <a:pt x="465843" y="230053"/>
                </a:lnTo>
                <a:lnTo>
                  <a:pt x="466744" y="230709"/>
                </a:lnTo>
                <a:lnTo>
                  <a:pt x="467658" y="231347"/>
                </a:lnTo>
                <a:lnTo>
                  <a:pt x="468584" y="231968"/>
                </a:lnTo>
                <a:lnTo>
                  <a:pt x="469522" y="232571"/>
                </a:lnTo>
                <a:lnTo>
                  <a:pt x="470473" y="233156"/>
                </a:lnTo>
                <a:lnTo>
                  <a:pt x="471436" y="233723"/>
                </a:lnTo>
                <a:lnTo>
                  <a:pt x="472412" y="234272"/>
                </a:lnTo>
                <a:lnTo>
                  <a:pt x="473400" y="234804"/>
                </a:lnTo>
                <a:lnTo>
                  <a:pt x="474400" y="235316"/>
                </a:lnTo>
                <a:lnTo>
                  <a:pt x="475410" y="235806"/>
                </a:lnTo>
                <a:lnTo>
                  <a:pt x="476431" y="236275"/>
                </a:lnTo>
                <a:lnTo>
                  <a:pt x="477463" y="236722"/>
                </a:lnTo>
                <a:lnTo>
                  <a:pt x="478505" y="237146"/>
                </a:lnTo>
                <a:lnTo>
                  <a:pt x="479559" y="237549"/>
                </a:lnTo>
                <a:lnTo>
                  <a:pt x="480623" y="237931"/>
                </a:lnTo>
                <a:lnTo>
                  <a:pt x="481698" y="238290"/>
                </a:lnTo>
                <a:lnTo>
                  <a:pt x="482783" y="238628"/>
                </a:lnTo>
                <a:lnTo>
                  <a:pt x="483880" y="238944"/>
                </a:lnTo>
                <a:lnTo>
                  <a:pt x="484987" y="239238"/>
                </a:lnTo>
                <a:lnTo>
                  <a:pt x="486105" y="239510"/>
                </a:lnTo>
                <a:lnTo>
                  <a:pt x="487233" y="239761"/>
                </a:lnTo>
                <a:lnTo>
                  <a:pt x="488373" y="239990"/>
                </a:lnTo>
                <a:lnTo>
                  <a:pt x="489523" y="240197"/>
                </a:lnTo>
                <a:lnTo>
                  <a:pt x="490684" y="240382"/>
                </a:lnTo>
                <a:lnTo>
                  <a:pt x="491856" y="240545"/>
                </a:lnTo>
                <a:lnTo>
                  <a:pt x="493038" y="240687"/>
                </a:lnTo>
                <a:lnTo>
                  <a:pt x="494231" y="240807"/>
                </a:lnTo>
                <a:lnTo>
                  <a:pt x="495435" y="240905"/>
                </a:lnTo>
                <a:lnTo>
                  <a:pt x="496650" y="240981"/>
                </a:lnTo>
                <a:lnTo>
                  <a:pt x="497875" y="241035"/>
                </a:lnTo>
                <a:lnTo>
                  <a:pt x="499112" y="241068"/>
                </a:lnTo>
                <a:lnTo>
                  <a:pt x="500359" y="241079"/>
                </a:lnTo>
                <a:lnTo>
                  <a:pt x="501605" y="241071"/>
                </a:lnTo>
                <a:lnTo>
                  <a:pt x="502839" y="241046"/>
                </a:lnTo>
                <a:lnTo>
                  <a:pt x="504061" y="241004"/>
                </a:lnTo>
                <a:lnTo>
                  <a:pt x="505271" y="240946"/>
                </a:lnTo>
                <a:lnTo>
                  <a:pt x="506469" y="240871"/>
                </a:lnTo>
                <a:lnTo>
                  <a:pt x="507655" y="240779"/>
                </a:lnTo>
                <a:lnTo>
                  <a:pt x="508829" y="240670"/>
                </a:lnTo>
                <a:lnTo>
                  <a:pt x="509991" y="240545"/>
                </a:lnTo>
                <a:lnTo>
                  <a:pt x="511140" y="240404"/>
                </a:lnTo>
                <a:lnTo>
                  <a:pt x="512277" y="240245"/>
                </a:lnTo>
                <a:lnTo>
                  <a:pt x="513403" y="240070"/>
                </a:lnTo>
                <a:lnTo>
                  <a:pt x="514516" y="239878"/>
                </a:lnTo>
                <a:lnTo>
                  <a:pt x="515617" y="239670"/>
                </a:lnTo>
                <a:lnTo>
                  <a:pt x="516706" y="239445"/>
                </a:lnTo>
                <a:lnTo>
                  <a:pt x="517783" y="239203"/>
                </a:lnTo>
                <a:lnTo>
                  <a:pt x="518848" y="238944"/>
                </a:lnTo>
                <a:lnTo>
                  <a:pt x="519900" y="238669"/>
                </a:lnTo>
                <a:lnTo>
                  <a:pt x="520941" y="238377"/>
                </a:lnTo>
                <a:lnTo>
                  <a:pt x="521969" y="238069"/>
                </a:lnTo>
                <a:lnTo>
                  <a:pt x="522986" y="237744"/>
                </a:lnTo>
                <a:lnTo>
                  <a:pt x="523990" y="237402"/>
                </a:lnTo>
                <a:lnTo>
                  <a:pt x="524982" y="237043"/>
                </a:lnTo>
                <a:lnTo>
                  <a:pt x="525962" y="236668"/>
                </a:lnTo>
                <a:lnTo>
                  <a:pt x="526930" y="236276"/>
                </a:lnTo>
                <a:lnTo>
                  <a:pt x="527886" y="235869"/>
                </a:lnTo>
                <a:lnTo>
                  <a:pt x="528831" y="235449"/>
                </a:lnTo>
                <a:lnTo>
                  <a:pt x="529764" y="235015"/>
                </a:lnTo>
                <a:lnTo>
                  <a:pt x="530685" y="234567"/>
                </a:lnTo>
                <a:lnTo>
                  <a:pt x="531595" y="234107"/>
                </a:lnTo>
                <a:lnTo>
                  <a:pt x="532493" y="233632"/>
                </a:lnTo>
                <a:lnTo>
                  <a:pt x="533380" y="233145"/>
                </a:lnTo>
                <a:lnTo>
                  <a:pt x="534255" y="232644"/>
                </a:lnTo>
                <a:lnTo>
                  <a:pt x="535119" y="232129"/>
                </a:lnTo>
                <a:lnTo>
                  <a:pt x="535971" y="231601"/>
                </a:lnTo>
                <a:lnTo>
                  <a:pt x="536811" y="231060"/>
                </a:lnTo>
                <a:lnTo>
                  <a:pt x="537640" y="230505"/>
                </a:lnTo>
                <a:lnTo>
                  <a:pt x="538457" y="229936"/>
                </a:lnTo>
                <a:lnTo>
                  <a:pt x="539263" y="229355"/>
                </a:lnTo>
                <a:lnTo>
                  <a:pt x="540057" y="228759"/>
                </a:lnTo>
                <a:lnTo>
                  <a:pt x="540840" y="228151"/>
                </a:lnTo>
                <a:lnTo>
                  <a:pt x="541611" y="227528"/>
                </a:lnTo>
                <a:lnTo>
                  <a:pt x="542370" y="226893"/>
                </a:lnTo>
                <a:lnTo>
                  <a:pt x="543118" y="226244"/>
                </a:lnTo>
                <a:lnTo>
                  <a:pt x="543855" y="225581"/>
                </a:lnTo>
                <a:lnTo>
                  <a:pt x="544579" y="224905"/>
                </a:lnTo>
                <a:lnTo>
                  <a:pt x="545293" y="224216"/>
                </a:lnTo>
                <a:lnTo>
                  <a:pt x="545994" y="223513"/>
                </a:lnTo>
                <a:lnTo>
                  <a:pt x="546684" y="222797"/>
                </a:lnTo>
                <a:lnTo>
                  <a:pt x="547363" y="222068"/>
                </a:lnTo>
                <a:lnTo>
                  <a:pt x="548030" y="221328"/>
                </a:lnTo>
                <a:lnTo>
                  <a:pt x="548686" y="220577"/>
                </a:lnTo>
                <a:lnTo>
                  <a:pt x="549331" y="219814"/>
                </a:lnTo>
                <a:lnTo>
                  <a:pt x="549965" y="219040"/>
                </a:lnTo>
                <a:lnTo>
                  <a:pt x="550587" y="218255"/>
                </a:lnTo>
                <a:lnTo>
                  <a:pt x="551198" y="217459"/>
                </a:lnTo>
                <a:lnTo>
                  <a:pt x="551797" y="216651"/>
                </a:lnTo>
                <a:lnTo>
                  <a:pt x="552262" y="216004"/>
                </a:lnTo>
                <a:lnTo>
                  <a:pt x="552262" y="235187"/>
                </a:lnTo>
                <a:lnTo>
                  <a:pt x="552252" y="236569"/>
                </a:lnTo>
                <a:lnTo>
                  <a:pt x="552222" y="237934"/>
                </a:lnTo>
                <a:lnTo>
                  <a:pt x="552171" y="239283"/>
                </a:lnTo>
                <a:lnTo>
                  <a:pt x="552101" y="240615"/>
                </a:lnTo>
                <a:lnTo>
                  <a:pt x="552010" y="241931"/>
                </a:lnTo>
                <a:lnTo>
                  <a:pt x="551899" y="243230"/>
                </a:lnTo>
                <a:lnTo>
                  <a:pt x="551768" y="244512"/>
                </a:lnTo>
                <a:lnTo>
                  <a:pt x="551616" y="245778"/>
                </a:lnTo>
                <a:lnTo>
                  <a:pt x="551445" y="247027"/>
                </a:lnTo>
                <a:lnTo>
                  <a:pt x="551253" y="248259"/>
                </a:lnTo>
                <a:lnTo>
                  <a:pt x="551041" y="249475"/>
                </a:lnTo>
                <a:lnTo>
                  <a:pt x="550809" y="250674"/>
                </a:lnTo>
                <a:lnTo>
                  <a:pt x="550557" y="251857"/>
                </a:lnTo>
                <a:lnTo>
                  <a:pt x="550285" y="253023"/>
                </a:lnTo>
                <a:lnTo>
                  <a:pt x="549992" y="254172"/>
                </a:lnTo>
                <a:lnTo>
                  <a:pt x="549680" y="255305"/>
                </a:lnTo>
                <a:lnTo>
                  <a:pt x="549347" y="256421"/>
                </a:lnTo>
                <a:lnTo>
                  <a:pt x="548994" y="257520"/>
                </a:lnTo>
                <a:lnTo>
                  <a:pt x="548621" y="258603"/>
                </a:lnTo>
                <a:lnTo>
                  <a:pt x="548227" y="259669"/>
                </a:lnTo>
                <a:lnTo>
                  <a:pt x="547814" y="260719"/>
                </a:lnTo>
                <a:lnTo>
                  <a:pt x="547380" y="261751"/>
                </a:lnTo>
                <a:lnTo>
                  <a:pt x="546926" y="262768"/>
                </a:lnTo>
                <a:lnTo>
                  <a:pt x="546452" y="263767"/>
                </a:lnTo>
                <a:lnTo>
                  <a:pt x="545959" y="264749"/>
                </a:lnTo>
                <a:lnTo>
                  <a:pt x="545447" y="265711"/>
                </a:lnTo>
                <a:lnTo>
                  <a:pt x="544917" y="266654"/>
                </a:lnTo>
                <a:lnTo>
                  <a:pt x="544369" y="267578"/>
                </a:lnTo>
                <a:lnTo>
                  <a:pt x="543802" y="268483"/>
                </a:lnTo>
                <a:lnTo>
                  <a:pt x="543218" y="269368"/>
                </a:lnTo>
                <a:lnTo>
                  <a:pt x="542615" y="270234"/>
                </a:lnTo>
                <a:lnTo>
                  <a:pt x="541993" y="271080"/>
                </a:lnTo>
                <a:lnTo>
                  <a:pt x="541354" y="271907"/>
                </a:lnTo>
                <a:lnTo>
                  <a:pt x="540696" y="272715"/>
                </a:lnTo>
                <a:lnTo>
                  <a:pt x="540019" y="273503"/>
                </a:lnTo>
                <a:lnTo>
                  <a:pt x="539325" y="274273"/>
                </a:lnTo>
                <a:lnTo>
                  <a:pt x="538612" y="275023"/>
                </a:lnTo>
                <a:lnTo>
                  <a:pt x="537881" y="275753"/>
                </a:lnTo>
                <a:lnTo>
                  <a:pt x="537132" y="276464"/>
                </a:lnTo>
                <a:lnTo>
                  <a:pt x="536364" y="277156"/>
                </a:lnTo>
                <a:lnTo>
                  <a:pt x="535578" y="277829"/>
                </a:lnTo>
                <a:lnTo>
                  <a:pt x="534774" y="278482"/>
                </a:lnTo>
                <a:lnTo>
                  <a:pt x="533951" y="279116"/>
                </a:lnTo>
                <a:lnTo>
                  <a:pt x="533110" y="279731"/>
                </a:lnTo>
                <a:lnTo>
                  <a:pt x="532251" y="280326"/>
                </a:lnTo>
                <a:lnTo>
                  <a:pt x="531374" y="280902"/>
                </a:lnTo>
                <a:lnTo>
                  <a:pt x="530478" y="281459"/>
                </a:lnTo>
                <a:lnTo>
                  <a:pt x="529564" y="281996"/>
                </a:lnTo>
                <a:lnTo>
                  <a:pt x="528632" y="282514"/>
                </a:lnTo>
                <a:lnTo>
                  <a:pt x="527684" y="283009"/>
                </a:lnTo>
                <a:lnTo>
                  <a:pt x="526718" y="283482"/>
                </a:lnTo>
                <a:lnTo>
                  <a:pt x="525736" y="283933"/>
                </a:lnTo>
                <a:lnTo>
                  <a:pt x="524736" y="284362"/>
                </a:lnTo>
                <a:lnTo>
                  <a:pt x="523720" y="284769"/>
                </a:lnTo>
                <a:lnTo>
                  <a:pt x="522687" y="285154"/>
                </a:lnTo>
                <a:lnTo>
                  <a:pt x="521636" y="285517"/>
                </a:lnTo>
                <a:lnTo>
                  <a:pt x="520569" y="285859"/>
                </a:lnTo>
                <a:lnTo>
                  <a:pt x="519485" y="286178"/>
                </a:lnTo>
                <a:lnTo>
                  <a:pt x="518384" y="286475"/>
                </a:lnTo>
                <a:lnTo>
                  <a:pt x="517266" y="286750"/>
                </a:lnTo>
                <a:lnTo>
                  <a:pt x="516131" y="287003"/>
                </a:lnTo>
                <a:lnTo>
                  <a:pt x="514979" y="287234"/>
                </a:lnTo>
                <a:lnTo>
                  <a:pt x="513810" y="287443"/>
                </a:lnTo>
                <a:lnTo>
                  <a:pt x="512624" y="287630"/>
                </a:lnTo>
                <a:lnTo>
                  <a:pt x="511422" y="287795"/>
                </a:lnTo>
                <a:lnTo>
                  <a:pt x="510202" y="287938"/>
                </a:lnTo>
                <a:lnTo>
                  <a:pt x="508965" y="288059"/>
                </a:lnTo>
                <a:lnTo>
                  <a:pt x="507712" y="288158"/>
                </a:lnTo>
                <a:lnTo>
                  <a:pt x="506441" y="288235"/>
                </a:lnTo>
                <a:lnTo>
                  <a:pt x="505154" y="288290"/>
                </a:lnTo>
                <a:lnTo>
                  <a:pt x="503849" y="288323"/>
                </a:lnTo>
                <a:lnTo>
                  <a:pt x="502528" y="288334"/>
                </a:lnTo>
                <a:lnTo>
                  <a:pt x="501408" y="288324"/>
                </a:lnTo>
                <a:lnTo>
                  <a:pt x="500294" y="288294"/>
                </a:lnTo>
                <a:lnTo>
                  <a:pt x="499187" y="288243"/>
                </a:lnTo>
                <a:lnTo>
                  <a:pt x="498086" y="288173"/>
                </a:lnTo>
                <a:lnTo>
                  <a:pt x="496992" y="288082"/>
                </a:lnTo>
                <a:lnTo>
                  <a:pt x="495904" y="287971"/>
                </a:lnTo>
                <a:lnTo>
                  <a:pt x="494823" y="287840"/>
                </a:lnTo>
                <a:lnTo>
                  <a:pt x="493748" y="287689"/>
                </a:lnTo>
                <a:lnTo>
                  <a:pt x="492680" y="287517"/>
                </a:lnTo>
                <a:lnTo>
                  <a:pt x="491618" y="287326"/>
                </a:lnTo>
                <a:lnTo>
                  <a:pt x="490562" y="287114"/>
                </a:lnTo>
                <a:lnTo>
                  <a:pt x="489513" y="286882"/>
                </a:lnTo>
                <a:lnTo>
                  <a:pt x="488471" y="286630"/>
                </a:lnTo>
                <a:lnTo>
                  <a:pt x="487435" y="286357"/>
                </a:lnTo>
                <a:lnTo>
                  <a:pt x="486405" y="286065"/>
                </a:lnTo>
                <a:lnTo>
                  <a:pt x="485382" y="285752"/>
                </a:lnTo>
                <a:lnTo>
                  <a:pt x="484365" y="285419"/>
                </a:lnTo>
                <a:lnTo>
                  <a:pt x="483355" y="285066"/>
                </a:lnTo>
                <a:lnTo>
                  <a:pt x="482351" y="284693"/>
                </a:lnTo>
                <a:lnTo>
                  <a:pt x="481353" y="284300"/>
                </a:lnTo>
                <a:lnTo>
                  <a:pt x="480362" y="283886"/>
                </a:lnTo>
                <a:lnTo>
                  <a:pt x="479378" y="283452"/>
                </a:lnTo>
                <a:lnTo>
                  <a:pt x="478400" y="282998"/>
                </a:lnTo>
                <a:lnTo>
                  <a:pt x="477428" y="282524"/>
                </a:lnTo>
                <a:lnTo>
                  <a:pt x="476463" y="282028"/>
                </a:lnTo>
                <a:lnTo>
                  <a:pt x="475502" y="281509"/>
                </a:lnTo>
                <a:lnTo>
                  <a:pt x="474547" y="280966"/>
                </a:lnTo>
                <a:lnTo>
                  <a:pt x="473598" y="280400"/>
                </a:lnTo>
                <a:lnTo>
                  <a:pt x="472654" y="279811"/>
                </a:lnTo>
                <a:lnTo>
                  <a:pt x="471715" y="279198"/>
                </a:lnTo>
                <a:lnTo>
                  <a:pt x="470782" y="278562"/>
                </a:lnTo>
                <a:lnTo>
                  <a:pt x="469854" y="277902"/>
                </a:lnTo>
                <a:lnTo>
                  <a:pt x="468931" y="277219"/>
                </a:lnTo>
                <a:lnTo>
                  <a:pt x="468014" y="276512"/>
                </a:lnTo>
                <a:lnTo>
                  <a:pt x="467102" y="275783"/>
                </a:lnTo>
                <a:lnTo>
                  <a:pt x="466196" y="275029"/>
                </a:lnTo>
                <a:lnTo>
                  <a:pt x="465294" y="274253"/>
                </a:lnTo>
                <a:lnTo>
                  <a:pt x="464399" y="273452"/>
                </a:lnTo>
                <a:lnTo>
                  <a:pt x="463508" y="272629"/>
                </a:lnTo>
                <a:lnTo>
                  <a:pt x="462623" y="271782"/>
                </a:lnTo>
                <a:lnTo>
                  <a:pt x="461744" y="270912"/>
                </a:lnTo>
                <a:lnTo>
                  <a:pt x="460870" y="270018"/>
                </a:lnTo>
                <a:lnTo>
                  <a:pt x="460001" y="269101"/>
                </a:lnTo>
                <a:lnTo>
                  <a:pt x="459137" y="268160"/>
                </a:lnTo>
                <a:lnTo>
                  <a:pt x="458279" y="267197"/>
                </a:lnTo>
                <a:lnTo>
                  <a:pt x="457427" y="266209"/>
                </a:lnTo>
                <a:lnTo>
                  <a:pt x="456579" y="265199"/>
                </a:lnTo>
                <a:lnTo>
                  <a:pt x="455737" y="264164"/>
                </a:lnTo>
                <a:lnTo>
                  <a:pt x="445202" y="275475"/>
                </a:lnTo>
                <a:lnTo>
                  <a:pt x="445775" y="276270"/>
                </a:lnTo>
                <a:lnTo>
                  <a:pt x="446358" y="277054"/>
                </a:lnTo>
                <a:lnTo>
                  <a:pt x="446951" y="277827"/>
                </a:lnTo>
                <a:lnTo>
                  <a:pt x="447554" y="278588"/>
                </a:lnTo>
                <a:lnTo>
                  <a:pt x="448167" y="279339"/>
                </a:lnTo>
                <a:lnTo>
                  <a:pt x="448790" y="280079"/>
                </a:lnTo>
                <a:lnTo>
                  <a:pt x="449422" y="280808"/>
                </a:lnTo>
                <a:lnTo>
                  <a:pt x="450065" y="281526"/>
                </a:lnTo>
                <a:lnTo>
                  <a:pt x="450718" y="282232"/>
                </a:lnTo>
                <a:lnTo>
                  <a:pt x="451380" y="282928"/>
                </a:lnTo>
                <a:lnTo>
                  <a:pt x="452053" y="283613"/>
                </a:lnTo>
                <a:lnTo>
                  <a:pt x="452736" y="284287"/>
                </a:lnTo>
                <a:lnTo>
                  <a:pt x="453428" y="284949"/>
                </a:lnTo>
                <a:lnTo>
                  <a:pt x="454130" y="285601"/>
                </a:lnTo>
                <a:lnTo>
                  <a:pt x="454843" y="286241"/>
                </a:lnTo>
                <a:lnTo>
                  <a:pt x="455565" y="286871"/>
                </a:lnTo>
                <a:lnTo>
                  <a:pt x="456298" y="287490"/>
                </a:lnTo>
                <a:lnTo>
                  <a:pt x="457040" y="288097"/>
                </a:lnTo>
                <a:lnTo>
                  <a:pt x="457792" y="288694"/>
                </a:lnTo>
                <a:lnTo>
                  <a:pt x="458554" y="289279"/>
                </a:lnTo>
                <a:lnTo>
                  <a:pt x="459326" y="289853"/>
                </a:lnTo>
                <a:lnTo>
                  <a:pt x="460108" y="290417"/>
                </a:lnTo>
                <a:lnTo>
                  <a:pt x="460900" y="290969"/>
                </a:lnTo>
                <a:lnTo>
                  <a:pt x="461702" y="291510"/>
                </a:lnTo>
                <a:lnTo>
                  <a:pt x="462511" y="292040"/>
                </a:lnTo>
                <a:lnTo>
                  <a:pt x="463325" y="292559"/>
                </a:lnTo>
                <a:lnTo>
                  <a:pt x="464143" y="293066"/>
                </a:lnTo>
                <a:lnTo>
                  <a:pt x="464965" y="293561"/>
                </a:lnTo>
                <a:lnTo>
                  <a:pt x="465791" y="294045"/>
                </a:lnTo>
                <a:lnTo>
                  <a:pt x="466622" y="294517"/>
                </a:lnTo>
                <a:lnTo>
                  <a:pt x="467456" y="294978"/>
                </a:lnTo>
                <a:lnTo>
                  <a:pt x="468296" y="295427"/>
                </a:lnTo>
                <a:lnTo>
                  <a:pt x="469139" y="295864"/>
                </a:lnTo>
                <a:lnTo>
                  <a:pt x="469987" y="296290"/>
                </a:lnTo>
                <a:lnTo>
                  <a:pt x="470839" y="296705"/>
                </a:lnTo>
                <a:lnTo>
                  <a:pt x="471696" y="297107"/>
                </a:lnTo>
                <a:lnTo>
                  <a:pt x="472556" y="297499"/>
                </a:lnTo>
                <a:lnTo>
                  <a:pt x="473422" y="297878"/>
                </a:lnTo>
                <a:lnTo>
                  <a:pt x="474291" y="298246"/>
                </a:lnTo>
                <a:lnTo>
                  <a:pt x="475165" y="298603"/>
                </a:lnTo>
                <a:lnTo>
                  <a:pt x="476042" y="298948"/>
                </a:lnTo>
                <a:lnTo>
                  <a:pt x="476925" y="299281"/>
                </a:lnTo>
                <a:lnTo>
                  <a:pt x="477811" y="299603"/>
                </a:lnTo>
                <a:lnTo>
                  <a:pt x="478702" y="299914"/>
                </a:lnTo>
                <a:lnTo>
                  <a:pt x="479597" y="300212"/>
                </a:lnTo>
                <a:lnTo>
                  <a:pt x="480497" y="300499"/>
                </a:lnTo>
                <a:lnTo>
                  <a:pt x="481401" y="300775"/>
                </a:lnTo>
                <a:lnTo>
                  <a:pt x="482309" y="301039"/>
                </a:lnTo>
                <a:lnTo>
                  <a:pt x="483218" y="301292"/>
                </a:lnTo>
                <a:lnTo>
                  <a:pt x="484127" y="301534"/>
                </a:lnTo>
                <a:lnTo>
                  <a:pt x="485033" y="301765"/>
                </a:lnTo>
                <a:lnTo>
                  <a:pt x="485939" y="301986"/>
                </a:lnTo>
                <a:lnTo>
                  <a:pt x="486843" y="302196"/>
                </a:lnTo>
                <a:lnTo>
                  <a:pt x="487746" y="302395"/>
                </a:lnTo>
                <a:lnTo>
                  <a:pt x="488648" y="302583"/>
                </a:lnTo>
                <a:lnTo>
                  <a:pt x="489548" y="302760"/>
                </a:lnTo>
                <a:lnTo>
                  <a:pt x="490446" y="302927"/>
                </a:lnTo>
                <a:lnTo>
                  <a:pt x="491344" y="303083"/>
                </a:lnTo>
                <a:lnTo>
                  <a:pt x="492240" y="303228"/>
                </a:lnTo>
                <a:lnTo>
                  <a:pt x="493135" y="303363"/>
                </a:lnTo>
                <a:lnTo>
                  <a:pt x="494028" y="303487"/>
                </a:lnTo>
                <a:lnTo>
                  <a:pt x="494920" y="303600"/>
                </a:lnTo>
                <a:lnTo>
                  <a:pt x="495811" y="303702"/>
                </a:lnTo>
                <a:lnTo>
                  <a:pt x="496701" y="303793"/>
                </a:lnTo>
                <a:lnTo>
                  <a:pt x="497589" y="303874"/>
                </a:lnTo>
                <a:lnTo>
                  <a:pt x="498475" y="303944"/>
                </a:lnTo>
                <a:lnTo>
                  <a:pt x="499361" y="304003"/>
                </a:lnTo>
                <a:lnTo>
                  <a:pt x="500245" y="304052"/>
                </a:lnTo>
                <a:lnTo>
                  <a:pt x="501127" y="304089"/>
                </a:lnTo>
                <a:lnTo>
                  <a:pt x="502009" y="304116"/>
                </a:lnTo>
                <a:lnTo>
                  <a:pt x="502889" y="304132"/>
                </a:lnTo>
                <a:lnTo>
                  <a:pt x="503767" y="304138"/>
                </a:lnTo>
                <a:lnTo>
                  <a:pt x="505450" y="304123"/>
                </a:lnTo>
                <a:lnTo>
                  <a:pt x="507114" y="304080"/>
                </a:lnTo>
                <a:lnTo>
                  <a:pt x="508760" y="304008"/>
                </a:lnTo>
                <a:lnTo>
                  <a:pt x="510389" y="303908"/>
                </a:lnTo>
                <a:lnTo>
                  <a:pt x="511999" y="303779"/>
                </a:lnTo>
                <a:lnTo>
                  <a:pt x="513591" y="303621"/>
                </a:lnTo>
                <a:lnTo>
                  <a:pt x="515165" y="303434"/>
                </a:lnTo>
                <a:lnTo>
                  <a:pt x="516722" y="303219"/>
                </a:lnTo>
                <a:lnTo>
                  <a:pt x="518260" y="302975"/>
                </a:lnTo>
                <a:lnTo>
                  <a:pt x="519780" y="302702"/>
                </a:lnTo>
                <a:lnTo>
                  <a:pt x="521282" y="302400"/>
                </a:lnTo>
                <a:lnTo>
                  <a:pt x="522766" y="302070"/>
                </a:lnTo>
                <a:lnTo>
                  <a:pt x="524232" y="301711"/>
                </a:lnTo>
                <a:lnTo>
                  <a:pt x="525680" y="301324"/>
                </a:lnTo>
                <a:lnTo>
                  <a:pt x="527110" y="300907"/>
                </a:lnTo>
                <a:lnTo>
                  <a:pt x="528522" y="300462"/>
                </a:lnTo>
                <a:lnTo>
                  <a:pt x="529916" y="299988"/>
                </a:lnTo>
                <a:lnTo>
                  <a:pt x="531292" y="299486"/>
                </a:lnTo>
                <a:lnTo>
                  <a:pt x="532650" y="298955"/>
                </a:lnTo>
                <a:lnTo>
                  <a:pt x="533990" y="298395"/>
                </a:lnTo>
                <a:lnTo>
                  <a:pt x="535312" y="297806"/>
                </a:lnTo>
                <a:lnTo>
                  <a:pt x="536616" y="297189"/>
                </a:lnTo>
                <a:lnTo>
                  <a:pt x="537902" y="296543"/>
                </a:lnTo>
                <a:lnTo>
                  <a:pt x="539170" y="295868"/>
                </a:lnTo>
                <a:lnTo>
                  <a:pt x="540417" y="295166"/>
                </a:lnTo>
                <a:lnTo>
                  <a:pt x="541640" y="294439"/>
                </a:lnTo>
                <a:lnTo>
                  <a:pt x="542840" y="293686"/>
                </a:lnTo>
                <a:lnTo>
                  <a:pt x="544016" y="292907"/>
                </a:lnTo>
                <a:lnTo>
                  <a:pt x="545168" y="292102"/>
                </a:lnTo>
                <a:lnTo>
                  <a:pt x="546297" y="291272"/>
                </a:lnTo>
                <a:lnTo>
                  <a:pt x="547402" y="290415"/>
                </a:lnTo>
                <a:lnTo>
                  <a:pt x="548483" y="289533"/>
                </a:lnTo>
                <a:lnTo>
                  <a:pt x="549541" y="288626"/>
                </a:lnTo>
                <a:lnTo>
                  <a:pt x="550575" y="287692"/>
                </a:lnTo>
                <a:lnTo>
                  <a:pt x="551585" y="286733"/>
                </a:lnTo>
                <a:lnTo>
                  <a:pt x="552572" y="285748"/>
                </a:lnTo>
                <a:lnTo>
                  <a:pt x="553535" y="284737"/>
                </a:lnTo>
                <a:lnTo>
                  <a:pt x="554474" y="283700"/>
                </a:lnTo>
                <a:lnTo>
                  <a:pt x="555390" y="282638"/>
                </a:lnTo>
                <a:lnTo>
                  <a:pt x="556282" y="281549"/>
                </a:lnTo>
                <a:lnTo>
                  <a:pt x="557150" y="280435"/>
                </a:lnTo>
                <a:lnTo>
                  <a:pt x="557995" y="279296"/>
                </a:lnTo>
                <a:lnTo>
                  <a:pt x="558816" y="278130"/>
                </a:lnTo>
                <a:lnTo>
                  <a:pt x="559613" y="276939"/>
                </a:lnTo>
                <a:lnTo>
                  <a:pt x="560386" y="275722"/>
                </a:lnTo>
                <a:lnTo>
                  <a:pt x="561136" y="274479"/>
                </a:lnTo>
                <a:lnTo>
                  <a:pt x="561863" y="273210"/>
                </a:lnTo>
                <a:lnTo>
                  <a:pt x="562565" y="271916"/>
                </a:lnTo>
                <a:lnTo>
                  <a:pt x="563242" y="270599"/>
                </a:lnTo>
                <a:lnTo>
                  <a:pt x="563889" y="269261"/>
                </a:lnTo>
                <a:lnTo>
                  <a:pt x="564508" y="267902"/>
                </a:lnTo>
                <a:lnTo>
                  <a:pt x="565098" y="266523"/>
                </a:lnTo>
                <a:lnTo>
                  <a:pt x="565659" y="265123"/>
                </a:lnTo>
                <a:lnTo>
                  <a:pt x="566192" y="263703"/>
                </a:lnTo>
                <a:lnTo>
                  <a:pt x="566695" y="262262"/>
                </a:lnTo>
                <a:lnTo>
                  <a:pt x="567170" y="260800"/>
                </a:lnTo>
                <a:lnTo>
                  <a:pt x="567616" y="259317"/>
                </a:lnTo>
                <a:lnTo>
                  <a:pt x="568034" y="257814"/>
                </a:lnTo>
                <a:lnTo>
                  <a:pt x="568422" y="256291"/>
                </a:lnTo>
                <a:lnTo>
                  <a:pt x="568782" y="254746"/>
                </a:lnTo>
                <a:lnTo>
                  <a:pt x="569113" y="253181"/>
                </a:lnTo>
                <a:lnTo>
                  <a:pt x="569415" y="251595"/>
                </a:lnTo>
                <a:lnTo>
                  <a:pt x="569689" y="249989"/>
                </a:lnTo>
                <a:lnTo>
                  <a:pt x="569933" y="248362"/>
                </a:lnTo>
                <a:lnTo>
                  <a:pt x="570149" y="246714"/>
                </a:lnTo>
                <a:lnTo>
                  <a:pt x="570336" y="245045"/>
                </a:lnTo>
                <a:lnTo>
                  <a:pt x="570494" y="243356"/>
                </a:lnTo>
                <a:lnTo>
                  <a:pt x="570624" y="241646"/>
                </a:lnTo>
                <a:lnTo>
                  <a:pt x="570725" y="239916"/>
                </a:lnTo>
                <a:lnTo>
                  <a:pt x="570797" y="238165"/>
                </a:lnTo>
                <a:lnTo>
                  <a:pt x="570840" y="236393"/>
                </a:lnTo>
                <a:lnTo>
                  <a:pt x="570854" y="234601"/>
                </a:lnTo>
                <a:lnTo>
                  <a:pt x="570854" y="70341"/>
                </a:lnTo>
                <a:lnTo>
                  <a:pt x="553656" y="70341"/>
                </a:lnTo>
                <a:lnTo>
                  <a:pt x="552741" y="94469"/>
                </a:lnTo>
                <a:lnTo>
                  <a:pt x="552382" y="93914"/>
                </a:lnTo>
                <a:lnTo>
                  <a:pt x="551807" y="93053"/>
                </a:lnTo>
                <a:lnTo>
                  <a:pt x="551220" y="92204"/>
                </a:lnTo>
                <a:close/>
                <a:moveTo>
                  <a:pt x="550577" y="197073"/>
                </a:moveTo>
                <a:lnTo>
                  <a:pt x="550113" y="197955"/>
                </a:lnTo>
                <a:lnTo>
                  <a:pt x="549637" y="198831"/>
                </a:lnTo>
                <a:lnTo>
                  <a:pt x="549149" y="199700"/>
                </a:lnTo>
                <a:lnTo>
                  <a:pt x="548649" y="200563"/>
                </a:lnTo>
                <a:lnTo>
                  <a:pt x="548137" y="201419"/>
                </a:lnTo>
                <a:lnTo>
                  <a:pt x="547614" y="202268"/>
                </a:lnTo>
                <a:lnTo>
                  <a:pt x="547077" y="203107"/>
                </a:lnTo>
                <a:lnTo>
                  <a:pt x="546525" y="203931"/>
                </a:lnTo>
                <a:lnTo>
                  <a:pt x="545957" y="204742"/>
                </a:lnTo>
                <a:lnTo>
                  <a:pt x="545374" y="205539"/>
                </a:lnTo>
                <a:lnTo>
                  <a:pt x="544775" y="206321"/>
                </a:lnTo>
                <a:lnTo>
                  <a:pt x="544162" y="207090"/>
                </a:lnTo>
                <a:lnTo>
                  <a:pt x="543533" y="207845"/>
                </a:lnTo>
                <a:lnTo>
                  <a:pt x="542888" y="208586"/>
                </a:lnTo>
                <a:lnTo>
                  <a:pt x="542229" y="209313"/>
                </a:lnTo>
                <a:lnTo>
                  <a:pt x="541554" y="210025"/>
                </a:lnTo>
                <a:lnTo>
                  <a:pt x="540863" y="210724"/>
                </a:lnTo>
                <a:lnTo>
                  <a:pt x="540158" y="211409"/>
                </a:lnTo>
                <a:lnTo>
                  <a:pt x="539437" y="212080"/>
                </a:lnTo>
                <a:lnTo>
                  <a:pt x="538700" y="212737"/>
                </a:lnTo>
                <a:lnTo>
                  <a:pt x="537949" y="213380"/>
                </a:lnTo>
                <a:lnTo>
                  <a:pt x="537182" y="214008"/>
                </a:lnTo>
                <a:lnTo>
                  <a:pt x="536399" y="214623"/>
                </a:lnTo>
                <a:lnTo>
                  <a:pt x="535602" y="215224"/>
                </a:lnTo>
                <a:lnTo>
                  <a:pt x="534789" y="215811"/>
                </a:lnTo>
                <a:lnTo>
                  <a:pt x="533960" y="216384"/>
                </a:lnTo>
                <a:lnTo>
                  <a:pt x="533117" y="216943"/>
                </a:lnTo>
                <a:lnTo>
                  <a:pt x="532258" y="217488"/>
                </a:lnTo>
                <a:lnTo>
                  <a:pt x="531383" y="218019"/>
                </a:lnTo>
                <a:lnTo>
                  <a:pt x="530494" y="218536"/>
                </a:lnTo>
                <a:lnTo>
                  <a:pt x="529587" y="219035"/>
                </a:lnTo>
                <a:lnTo>
                  <a:pt x="528663" y="219513"/>
                </a:lnTo>
                <a:lnTo>
                  <a:pt x="527720" y="219970"/>
                </a:lnTo>
                <a:lnTo>
                  <a:pt x="526760" y="220406"/>
                </a:lnTo>
                <a:lnTo>
                  <a:pt x="525782" y="220820"/>
                </a:lnTo>
                <a:lnTo>
                  <a:pt x="524785" y="221213"/>
                </a:lnTo>
                <a:lnTo>
                  <a:pt x="523771" y="221585"/>
                </a:lnTo>
                <a:lnTo>
                  <a:pt x="522738" y="221936"/>
                </a:lnTo>
                <a:lnTo>
                  <a:pt x="521688" y="222265"/>
                </a:lnTo>
                <a:lnTo>
                  <a:pt x="520619" y="222573"/>
                </a:lnTo>
                <a:lnTo>
                  <a:pt x="519533" y="222860"/>
                </a:lnTo>
                <a:lnTo>
                  <a:pt x="518428" y="223126"/>
                </a:lnTo>
                <a:lnTo>
                  <a:pt x="517305" y="223370"/>
                </a:lnTo>
                <a:lnTo>
                  <a:pt x="516165" y="223593"/>
                </a:lnTo>
                <a:lnTo>
                  <a:pt x="515006" y="223795"/>
                </a:lnTo>
                <a:lnTo>
                  <a:pt x="513829" y="223976"/>
                </a:lnTo>
                <a:lnTo>
                  <a:pt x="512635" y="224135"/>
                </a:lnTo>
                <a:lnTo>
                  <a:pt x="511422" y="224273"/>
                </a:lnTo>
                <a:lnTo>
                  <a:pt x="510191" y="224390"/>
                </a:lnTo>
                <a:lnTo>
                  <a:pt x="508943" y="224486"/>
                </a:lnTo>
                <a:lnTo>
                  <a:pt x="507676" y="224560"/>
                </a:lnTo>
                <a:lnTo>
                  <a:pt x="506391" y="224613"/>
                </a:lnTo>
                <a:lnTo>
                  <a:pt x="505088" y="224645"/>
                </a:lnTo>
                <a:lnTo>
                  <a:pt x="503767" y="224656"/>
                </a:lnTo>
                <a:lnTo>
                  <a:pt x="502714" y="224647"/>
                </a:lnTo>
                <a:lnTo>
                  <a:pt x="501673" y="224620"/>
                </a:lnTo>
                <a:lnTo>
                  <a:pt x="500644" y="224575"/>
                </a:lnTo>
                <a:lnTo>
                  <a:pt x="499627" y="224512"/>
                </a:lnTo>
                <a:lnTo>
                  <a:pt x="498622" y="224431"/>
                </a:lnTo>
                <a:lnTo>
                  <a:pt x="497628" y="224332"/>
                </a:lnTo>
                <a:lnTo>
                  <a:pt x="496646" y="224214"/>
                </a:lnTo>
                <a:lnTo>
                  <a:pt x="495676" y="224079"/>
                </a:lnTo>
                <a:lnTo>
                  <a:pt x="494718" y="223926"/>
                </a:lnTo>
                <a:lnTo>
                  <a:pt x="493772" y="223755"/>
                </a:lnTo>
                <a:lnTo>
                  <a:pt x="492837" y="223566"/>
                </a:lnTo>
                <a:lnTo>
                  <a:pt x="491915" y="223358"/>
                </a:lnTo>
                <a:lnTo>
                  <a:pt x="491004" y="223133"/>
                </a:lnTo>
                <a:lnTo>
                  <a:pt x="490105" y="222890"/>
                </a:lnTo>
                <a:lnTo>
                  <a:pt x="489218" y="222628"/>
                </a:lnTo>
                <a:lnTo>
                  <a:pt x="488343" y="222349"/>
                </a:lnTo>
                <a:lnTo>
                  <a:pt x="487479" y="222052"/>
                </a:lnTo>
                <a:lnTo>
                  <a:pt x="486628" y="221736"/>
                </a:lnTo>
                <a:lnTo>
                  <a:pt x="485788" y="221403"/>
                </a:lnTo>
                <a:lnTo>
                  <a:pt x="484960" y="221052"/>
                </a:lnTo>
                <a:lnTo>
                  <a:pt x="484144" y="220682"/>
                </a:lnTo>
                <a:lnTo>
                  <a:pt x="483340" y="220295"/>
                </a:lnTo>
                <a:lnTo>
                  <a:pt x="482547" y="219889"/>
                </a:lnTo>
                <a:lnTo>
                  <a:pt x="481766" y="219466"/>
                </a:lnTo>
                <a:lnTo>
                  <a:pt x="480997" y="219026"/>
                </a:lnTo>
                <a:lnTo>
                  <a:pt x="480240" y="218572"/>
                </a:lnTo>
                <a:lnTo>
                  <a:pt x="479493" y="218103"/>
                </a:lnTo>
                <a:lnTo>
                  <a:pt x="478758" y="217619"/>
                </a:lnTo>
                <a:lnTo>
                  <a:pt x="478034" y="217121"/>
                </a:lnTo>
                <a:lnTo>
                  <a:pt x="477322" y="216609"/>
                </a:lnTo>
                <a:lnTo>
                  <a:pt x="476621" y="216082"/>
                </a:lnTo>
                <a:lnTo>
                  <a:pt x="475931" y="215541"/>
                </a:lnTo>
                <a:lnTo>
                  <a:pt x="475252" y="214985"/>
                </a:lnTo>
                <a:lnTo>
                  <a:pt x="474585" y="214414"/>
                </a:lnTo>
                <a:lnTo>
                  <a:pt x="473929" y="213829"/>
                </a:lnTo>
                <a:lnTo>
                  <a:pt x="473284" y="213229"/>
                </a:lnTo>
                <a:lnTo>
                  <a:pt x="472650" y="212615"/>
                </a:lnTo>
                <a:lnTo>
                  <a:pt x="472028" y="211987"/>
                </a:lnTo>
                <a:lnTo>
                  <a:pt x="471417" y="211344"/>
                </a:lnTo>
                <a:lnTo>
                  <a:pt x="470818" y="210686"/>
                </a:lnTo>
                <a:lnTo>
                  <a:pt x="470229" y="210014"/>
                </a:lnTo>
                <a:lnTo>
                  <a:pt x="469652" y="209327"/>
                </a:lnTo>
                <a:lnTo>
                  <a:pt x="469087" y="208626"/>
                </a:lnTo>
                <a:lnTo>
                  <a:pt x="468532" y="207910"/>
                </a:lnTo>
                <a:lnTo>
                  <a:pt x="467989" y="207180"/>
                </a:lnTo>
                <a:lnTo>
                  <a:pt x="467458" y="206435"/>
                </a:lnTo>
                <a:lnTo>
                  <a:pt x="466937" y="205676"/>
                </a:lnTo>
                <a:lnTo>
                  <a:pt x="466428" y="204902"/>
                </a:lnTo>
                <a:lnTo>
                  <a:pt x="465930" y="204115"/>
                </a:lnTo>
                <a:lnTo>
                  <a:pt x="465442" y="203317"/>
                </a:lnTo>
                <a:lnTo>
                  <a:pt x="464966" y="202509"/>
                </a:lnTo>
                <a:lnTo>
                  <a:pt x="464500" y="201689"/>
                </a:lnTo>
                <a:lnTo>
                  <a:pt x="464045" y="200858"/>
                </a:lnTo>
                <a:lnTo>
                  <a:pt x="463600" y="200016"/>
                </a:lnTo>
                <a:lnTo>
                  <a:pt x="463167" y="199164"/>
                </a:lnTo>
                <a:lnTo>
                  <a:pt x="462744" y="198300"/>
                </a:lnTo>
                <a:lnTo>
                  <a:pt x="462332" y="197425"/>
                </a:lnTo>
                <a:lnTo>
                  <a:pt x="461930" y="196539"/>
                </a:lnTo>
                <a:lnTo>
                  <a:pt x="461540" y="195642"/>
                </a:lnTo>
                <a:lnTo>
                  <a:pt x="461160" y="194734"/>
                </a:lnTo>
                <a:lnTo>
                  <a:pt x="460791" y="193815"/>
                </a:lnTo>
                <a:lnTo>
                  <a:pt x="460433" y="192885"/>
                </a:lnTo>
                <a:lnTo>
                  <a:pt x="460085" y="191944"/>
                </a:lnTo>
                <a:lnTo>
                  <a:pt x="459748" y="190992"/>
                </a:lnTo>
                <a:lnTo>
                  <a:pt x="459422" y="190029"/>
                </a:lnTo>
                <a:lnTo>
                  <a:pt x="459107" y="189055"/>
                </a:lnTo>
                <a:lnTo>
                  <a:pt x="458803" y="188070"/>
                </a:lnTo>
                <a:lnTo>
                  <a:pt x="458509" y="187073"/>
                </a:lnTo>
                <a:lnTo>
                  <a:pt x="458226" y="186066"/>
                </a:lnTo>
                <a:lnTo>
                  <a:pt x="457954" y="185048"/>
                </a:lnTo>
                <a:lnTo>
                  <a:pt x="457692" y="184019"/>
                </a:lnTo>
                <a:lnTo>
                  <a:pt x="457442" y="182978"/>
                </a:lnTo>
                <a:lnTo>
                  <a:pt x="457201" y="181929"/>
                </a:lnTo>
                <a:lnTo>
                  <a:pt x="456971" y="180873"/>
                </a:lnTo>
                <a:lnTo>
                  <a:pt x="456752" y="179809"/>
                </a:lnTo>
                <a:lnTo>
                  <a:pt x="456542" y="178739"/>
                </a:lnTo>
                <a:lnTo>
                  <a:pt x="456343" y="177662"/>
                </a:lnTo>
                <a:lnTo>
                  <a:pt x="456154" y="176578"/>
                </a:lnTo>
                <a:lnTo>
                  <a:pt x="455975" y="175486"/>
                </a:lnTo>
                <a:lnTo>
                  <a:pt x="455806" y="174388"/>
                </a:lnTo>
                <a:lnTo>
                  <a:pt x="455648" y="173283"/>
                </a:lnTo>
                <a:lnTo>
                  <a:pt x="455500" y="172171"/>
                </a:lnTo>
                <a:lnTo>
                  <a:pt x="455362" y="171051"/>
                </a:lnTo>
                <a:lnTo>
                  <a:pt x="455234" y="169925"/>
                </a:lnTo>
                <a:lnTo>
                  <a:pt x="455116" y="168792"/>
                </a:lnTo>
                <a:lnTo>
                  <a:pt x="455009" y="167652"/>
                </a:lnTo>
                <a:lnTo>
                  <a:pt x="454912" y="166504"/>
                </a:lnTo>
                <a:lnTo>
                  <a:pt x="454825" y="165350"/>
                </a:lnTo>
                <a:lnTo>
                  <a:pt x="454748" y="164189"/>
                </a:lnTo>
                <a:lnTo>
                  <a:pt x="454682" y="163021"/>
                </a:lnTo>
                <a:lnTo>
                  <a:pt x="454626" y="161846"/>
                </a:lnTo>
                <a:lnTo>
                  <a:pt x="454580" y="160663"/>
                </a:lnTo>
                <a:lnTo>
                  <a:pt x="454544" y="159474"/>
                </a:lnTo>
                <a:lnTo>
                  <a:pt x="454518" y="158278"/>
                </a:lnTo>
                <a:lnTo>
                  <a:pt x="454503" y="157075"/>
                </a:lnTo>
                <a:lnTo>
                  <a:pt x="454498" y="155865"/>
                </a:lnTo>
                <a:lnTo>
                  <a:pt x="454498" y="152611"/>
                </a:lnTo>
                <a:lnTo>
                  <a:pt x="454503" y="151388"/>
                </a:lnTo>
                <a:lnTo>
                  <a:pt x="454518" y="150173"/>
                </a:lnTo>
                <a:lnTo>
                  <a:pt x="454544" y="148965"/>
                </a:lnTo>
                <a:lnTo>
                  <a:pt x="454580" y="147765"/>
                </a:lnTo>
                <a:lnTo>
                  <a:pt x="454626" y="146572"/>
                </a:lnTo>
                <a:lnTo>
                  <a:pt x="454682" y="145387"/>
                </a:lnTo>
                <a:lnTo>
                  <a:pt x="454748" y="144210"/>
                </a:lnTo>
                <a:lnTo>
                  <a:pt x="454825" y="143040"/>
                </a:lnTo>
                <a:lnTo>
                  <a:pt x="454912" y="141877"/>
                </a:lnTo>
                <a:lnTo>
                  <a:pt x="455009" y="140722"/>
                </a:lnTo>
                <a:lnTo>
                  <a:pt x="455116" y="139574"/>
                </a:lnTo>
                <a:lnTo>
                  <a:pt x="455234" y="138435"/>
                </a:lnTo>
                <a:lnTo>
                  <a:pt x="455362" y="137302"/>
                </a:lnTo>
                <a:lnTo>
                  <a:pt x="455500" y="136177"/>
                </a:lnTo>
                <a:lnTo>
                  <a:pt x="455648" y="135060"/>
                </a:lnTo>
                <a:lnTo>
                  <a:pt x="455806" y="133950"/>
                </a:lnTo>
                <a:lnTo>
                  <a:pt x="455975" y="132848"/>
                </a:lnTo>
                <a:lnTo>
                  <a:pt x="456154" y="131753"/>
                </a:lnTo>
                <a:lnTo>
                  <a:pt x="456343" y="130666"/>
                </a:lnTo>
                <a:lnTo>
                  <a:pt x="456542" y="129586"/>
                </a:lnTo>
                <a:lnTo>
                  <a:pt x="456752" y="128514"/>
                </a:lnTo>
                <a:lnTo>
                  <a:pt x="456971" y="127449"/>
                </a:lnTo>
                <a:lnTo>
                  <a:pt x="457201" y="126392"/>
                </a:lnTo>
                <a:lnTo>
                  <a:pt x="457442" y="125343"/>
                </a:lnTo>
                <a:lnTo>
                  <a:pt x="457692" y="124302"/>
                </a:lnTo>
                <a:lnTo>
                  <a:pt x="457954" y="123273"/>
                </a:lnTo>
                <a:lnTo>
                  <a:pt x="458226" y="122255"/>
                </a:lnTo>
                <a:lnTo>
                  <a:pt x="458509" y="121247"/>
                </a:lnTo>
                <a:lnTo>
                  <a:pt x="458803" y="120251"/>
                </a:lnTo>
                <a:lnTo>
                  <a:pt x="459107" y="119266"/>
                </a:lnTo>
                <a:lnTo>
                  <a:pt x="459422" y="118292"/>
                </a:lnTo>
                <a:lnTo>
                  <a:pt x="459748" y="117329"/>
                </a:lnTo>
                <a:lnTo>
                  <a:pt x="460085" y="116377"/>
                </a:lnTo>
                <a:lnTo>
                  <a:pt x="460433" y="115436"/>
                </a:lnTo>
                <a:lnTo>
                  <a:pt x="460791" y="114506"/>
                </a:lnTo>
                <a:lnTo>
                  <a:pt x="461160" y="113587"/>
                </a:lnTo>
                <a:lnTo>
                  <a:pt x="461540" y="112679"/>
                </a:lnTo>
                <a:lnTo>
                  <a:pt x="461930" y="111782"/>
                </a:lnTo>
                <a:lnTo>
                  <a:pt x="462332" y="110896"/>
                </a:lnTo>
                <a:lnTo>
                  <a:pt x="462744" y="110021"/>
                </a:lnTo>
                <a:lnTo>
                  <a:pt x="463167" y="109157"/>
                </a:lnTo>
                <a:lnTo>
                  <a:pt x="463600" y="108304"/>
                </a:lnTo>
                <a:lnTo>
                  <a:pt x="464045" y="107463"/>
                </a:lnTo>
                <a:lnTo>
                  <a:pt x="464500" y="106632"/>
                </a:lnTo>
                <a:lnTo>
                  <a:pt x="464966" y="105812"/>
                </a:lnTo>
                <a:lnTo>
                  <a:pt x="465442" y="105004"/>
                </a:lnTo>
                <a:lnTo>
                  <a:pt x="465930" y="104206"/>
                </a:lnTo>
                <a:lnTo>
                  <a:pt x="466428" y="103419"/>
                </a:lnTo>
                <a:lnTo>
                  <a:pt x="466937" y="102645"/>
                </a:lnTo>
                <a:lnTo>
                  <a:pt x="467458" y="101885"/>
                </a:lnTo>
                <a:lnTo>
                  <a:pt x="467991" y="101140"/>
                </a:lnTo>
                <a:lnTo>
                  <a:pt x="468535" y="100409"/>
                </a:lnTo>
                <a:lnTo>
                  <a:pt x="469090" y="99692"/>
                </a:lnTo>
                <a:lnTo>
                  <a:pt x="469657" y="98989"/>
                </a:lnTo>
                <a:lnTo>
                  <a:pt x="470236" y="98301"/>
                </a:lnTo>
                <a:lnTo>
                  <a:pt x="470826" y="97626"/>
                </a:lnTo>
                <a:lnTo>
                  <a:pt x="471428" y="96966"/>
                </a:lnTo>
                <a:lnTo>
                  <a:pt x="472042" y="96321"/>
                </a:lnTo>
                <a:lnTo>
                  <a:pt x="472667" y="95689"/>
                </a:lnTo>
                <a:lnTo>
                  <a:pt x="473303" y="95072"/>
                </a:lnTo>
                <a:lnTo>
                  <a:pt x="473951" y="94469"/>
                </a:lnTo>
                <a:lnTo>
                  <a:pt x="474611" y="93880"/>
                </a:lnTo>
                <a:lnTo>
                  <a:pt x="475282" y="93306"/>
                </a:lnTo>
                <a:lnTo>
                  <a:pt x="475965" y="92746"/>
                </a:lnTo>
                <a:lnTo>
                  <a:pt x="476659" y="92200"/>
                </a:lnTo>
                <a:lnTo>
                  <a:pt x="477365" y="91668"/>
                </a:lnTo>
                <a:lnTo>
                  <a:pt x="478083" y="91151"/>
                </a:lnTo>
                <a:lnTo>
                  <a:pt x="478812" y="90648"/>
                </a:lnTo>
                <a:lnTo>
                  <a:pt x="479553" y="90159"/>
                </a:lnTo>
                <a:lnTo>
                  <a:pt x="480305" y="89684"/>
                </a:lnTo>
                <a:lnTo>
                  <a:pt x="481069" y="89224"/>
                </a:lnTo>
                <a:lnTo>
                  <a:pt x="481844" y="88778"/>
                </a:lnTo>
                <a:lnTo>
                  <a:pt x="482631" y="88348"/>
                </a:lnTo>
                <a:lnTo>
                  <a:pt x="483430" y="87936"/>
                </a:lnTo>
                <a:lnTo>
                  <a:pt x="484242" y="87543"/>
                </a:lnTo>
                <a:lnTo>
                  <a:pt x="485065" y="87168"/>
                </a:lnTo>
                <a:lnTo>
                  <a:pt x="485901" y="86812"/>
                </a:lnTo>
                <a:lnTo>
                  <a:pt x="486749" y="86473"/>
                </a:lnTo>
                <a:lnTo>
                  <a:pt x="487608" y="86153"/>
                </a:lnTo>
                <a:lnTo>
                  <a:pt x="488480" y="85851"/>
                </a:lnTo>
                <a:lnTo>
                  <a:pt x="489364" y="85568"/>
                </a:lnTo>
                <a:lnTo>
                  <a:pt x="490260" y="85303"/>
                </a:lnTo>
                <a:lnTo>
                  <a:pt x="491169" y="85056"/>
                </a:lnTo>
                <a:lnTo>
                  <a:pt x="492089" y="84827"/>
                </a:lnTo>
                <a:lnTo>
                  <a:pt x="493021" y="84617"/>
                </a:lnTo>
                <a:lnTo>
                  <a:pt x="493966" y="84425"/>
                </a:lnTo>
                <a:lnTo>
                  <a:pt x="494923" y="84251"/>
                </a:lnTo>
                <a:lnTo>
                  <a:pt x="495891" y="84095"/>
                </a:lnTo>
                <a:lnTo>
                  <a:pt x="496872" y="83958"/>
                </a:lnTo>
                <a:lnTo>
                  <a:pt x="497865" y="83839"/>
                </a:lnTo>
                <a:lnTo>
                  <a:pt x="498870" y="83739"/>
                </a:lnTo>
                <a:lnTo>
                  <a:pt x="499887" y="83656"/>
                </a:lnTo>
                <a:lnTo>
                  <a:pt x="500917" y="83592"/>
                </a:lnTo>
                <a:lnTo>
                  <a:pt x="501958" y="83547"/>
                </a:lnTo>
                <a:lnTo>
                  <a:pt x="503012" y="83519"/>
                </a:lnTo>
                <a:lnTo>
                  <a:pt x="504077" y="83510"/>
                </a:lnTo>
                <a:lnTo>
                  <a:pt x="505181" y="83518"/>
                </a:lnTo>
                <a:lnTo>
                  <a:pt x="506270" y="83541"/>
                </a:lnTo>
                <a:lnTo>
                  <a:pt x="507345" y="83579"/>
                </a:lnTo>
                <a:lnTo>
                  <a:pt x="508407" y="83633"/>
                </a:lnTo>
                <a:lnTo>
                  <a:pt x="509454" y="83702"/>
                </a:lnTo>
                <a:lnTo>
                  <a:pt x="510488" y="83786"/>
                </a:lnTo>
                <a:lnTo>
                  <a:pt x="511507" y="83886"/>
                </a:lnTo>
                <a:lnTo>
                  <a:pt x="512512" y="84001"/>
                </a:lnTo>
                <a:lnTo>
                  <a:pt x="513504" y="84131"/>
                </a:lnTo>
                <a:lnTo>
                  <a:pt x="514481" y="84277"/>
                </a:lnTo>
                <a:lnTo>
                  <a:pt x="515445" y="84438"/>
                </a:lnTo>
                <a:lnTo>
                  <a:pt x="516394" y="84614"/>
                </a:lnTo>
                <a:lnTo>
                  <a:pt x="517330" y="84806"/>
                </a:lnTo>
                <a:lnTo>
                  <a:pt x="518252" y="85013"/>
                </a:lnTo>
                <a:lnTo>
                  <a:pt x="519159" y="85235"/>
                </a:lnTo>
                <a:lnTo>
                  <a:pt x="520053" y="85473"/>
                </a:lnTo>
                <a:lnTo>
                  <a:pt x="520932" y="85726"/>
                </a:lnTo>
                <a:lnTo>
                  <a:pt x="521798" y="85994"/>
                </a:lnTo>
                <a:lnTo>
                  <a:pt x="522649" y="86277"/>
                </a:lnTo>
                <a:lnTo>
                  <a:pt x="523487" y="86576"/>
                </a:lnTo>
                <a:lnTo>
                  <a:pt x="524311" y="86891"/>
                </a:lnTo>
                <a:lnTo>
                  <a:pt x="525120" y="87220"/>
                </a:lnTo>
                <a:lnTo>
                  <a:pt x="525916" y="87565"/>
                </a:lnTo>
                <a:lnTo>
                  <a:pt x="526698" y="87926"/>
                </a:lnTo>
                <a:lnTo>
                  <a:pt x="527467" y="88298"/>
                </a:lnTo>
                <a:lnTo>
                  <a:pt x="528225" y="88681"/>
                </a:lnTo>
                <a:lnTo>
                  <a:pt x="528972" y="89073"/>
                </a:lnTo>
                <a:lnTo>
                  <a:pt x="529708" y="89475"/>
                </a:lnTo>
                <a:lnTo>
                  <a:pt x="530433" y="89887"/>
                </a:lnTo>
                <a:lnTo>
                  <a:pt x="531147" y="90308"/>
                </a:lnTo>
                <a:lnTo>
                  <a:pt x="531850" y="90739"/>
                </a:lnTo>
                <a:lnTo>
                  <a:pt x="532542" y="91179"/>
                </a:lnTo>
                <a:lnTo>
                  <a:pt x="533223" y="91630"/>
                </a:lnTo>
                <a:lnTo>
                  <a:pt x="533893" y="92090"/>
                </a:lnTo>
                <a:lnTo>
                  <a:pt x="534552" y="92559"/>
                </a:lnTo>
                <a:lnTo>
                  <a:pt x="535200" y="93039"/>
                </a:lnTo>
                <a:lnTo>
                  <a:pt x="535837" y="93528"/>
                </a:lnTo>
                <a:lnTo>
                  <a:pt x="536462" y="94026"/>
                </a:lnTo>
                <a:lnTo>
                  <a:pt x="537077" y="94535"/>
                </a:lnTo>
                <a:lnTo>
                  <a:pt x="537681" y="95053"/>
                </a:lnTo>
                <a:lnTo>
                  <a:pt x="538274" y="95580"/>
                </a:lnTo>
                <a:lnTo>
                  <a:pt x="538855" y="96118"/>
                </a:lnTo>
                <a:lnTo>
                  <a:pt x="539426" y="96665"/>
                </a:lnTo>
                <a:lnTo>
                  <a:pt x="539986" y="97222"/>
                </a:lnTo>
                <a:lnTo>
                  <a:pt x="540534" y="97788"/>
                </a:lnTo>
                <a:lnTo>
                  <a:pt x="541072" y="98364"/>
                </a:lnTo>
                <a:lnTo>
                  <a:pt x="541598" y="98950"/>
                </a:lnTo>
                <a:lnTo>
                  <a:pt x="542114" y="99546"/>
                </a:lnTo>
                <a:lnTo>
                  <a:pt x="542619" y="100148"/>
                </a:lnTo>
                <a:lnTo>
                  <a:pt x="543115" y="100756"/>
                </a:lnTo>
                <a:lnTo>
                  <a:pt x="543603" y="101368"/>
                </a:lnTo>
                <a:lnTo>
                  <a:pt x="544081" y="101984"/>
                </a:lnTo>
                <a:lnTo>
                  <a:pt x="544549" y="102605"/>
                </a:lnTo>
                <a:lnTo>
                  <a:pt x="545009" y="103230"/>
                </a:lnTo>
                <a:lnTo>
                  <a:pt x="545460" y="103860"/>
                </a:lnTo>
                <a:lnTo>
                  <a:pt x="545901" y="104495"/>
                </a:lnTo>
                <a:lnTo>
                  <a:pt x="546333" y="105134"/>
                </a:lnTo>
                <a:lnTo>
                  <a:pt x="546756" y="105778"/>
                </a:lnTo>
                <a:lnTo>
                  <a:pt x="547170" y="106427"/>
                </a:lnTo>
                <a:lnTo>
                  <a:pt x="547575" y="107080"/>
                </a:lnTo>
                <a:lnTo>
                  <a:pt x="547971" y="107737"/>
                </a:lnTo>
                <a:lnTo>
                  <a:pt x="548357" y="108399"/>
                </a:lnTo>
                <a:lnTo>
                  <a:pt x="548735" y="109066"/>
                </a:lnTo>
                <a:lnTo>
                  <a:pt x="549103" y="109737"/>
                </a:lnTo>
                <a:lnTo>
                  <a:pt x="549462" y="110413"/>
                </a:lnTo>
                <a:lnTo>
                  <a:pt x="549812" y="111093"/>
                </a:lnTo>
                <a:lnTo>
                  <a:pt x="550153" y="111778"/>
                </a:lnTo>
                <a:lnTo>
                  <a:pt x="550485" y="112468"/>
                </a:lnTo>
                <a:lnTo>
                  <a:pt x="550807" y="113162"/>
                </a:lnTo>
                <a:lnTo>
                  <a:pt x="551120" y="113861"/>
                </a:lnTo>
                <a:lnTo>
                  <a:pt x="551425" y="114564"/>
                </a:lnTo>
                <a:lnTo>
                  <a:pt x="551720" y="115272"/>
                </a:lnTo>
                <a:lnTo>
                  <a:pt x="552007" y="115981"/>
                </a:lnTo>
                <a:lnTo>
                  <a:pt x="552262" y="116623"/>
                </a:lnTo>
                <a:lnTo>
                  <a:pt x="552262" y="193592"/>
                </a:lnTo>
                <a:lnTo>
                  <a:pt x="551899" y="194384"/>
                </a:lnTo>
                <a:lnTo>
                  <a:pt x="551470" y="195287"/>
                </a:lnTo>
                <a:lnTo>
                  <a:pt x="551029" y="196183"/>
                </a:lnTo>
                <a:lnTo>
                  <a:pt x="550577" y="197073"/>
                </a:lnTo>
                <a:close/>
                <a:moveTo>
                  <a:pt x="817326" y="139784"/>
                </a:moveTo>
                <a:lnTo>
                  <a:pt x="817274" y="138414"/>
                </a:lnTo>
                <a:lnTo>
                  <a:pt x="817206" y="137054"/>
                </a:lnTo>
                <a:lnTo>
                  <a:pt x="817123" y="135703"/>
                </a:lnTo>
                <a:lnTo>
                  <a:pt x="817025" y="134363"/>
                </a:lnTo>
                <a:lnTo>
                  <a:pt x="816912" y="133033"/>
                </a:lnTo>
                <a:lnTo>
                  <a:pt x="816784" y="131712"/>
                </a:lnTo>
                <a:lnTo>
                  <a:pt x="816641" y="130402"/>
                </a:lnTo>
                <a:lnTo>
                  <a:pt x="816483" y="129101"/>
                </a:lnTo>
                <a:lnTo>
                  <a:pt x="816310" y="127811"/>
                </a:lnTo>
                <a:lnTo>
                  <a:pt x="816121" y="126530"/>
                </a:lnTo>
                <a:lnTo>
                  <a:pt x="815918" y="125259"/>
                </a:lnTo>
                <a:lnTo>
                  <a:pt x="815700" y="123998"/>
                </a:lnTo>
                <a:lnTo>
                  <a:pt x="815466" y="122747"/>
                </a:lnTo>
                <a:lnTo>
                  <a:pt x="815218" y="121506"/>
                </a:lnTo>
                <a:lnTo>
                  <a:pt x="814954" y="120275"/>
                </a:lnTo>
                <a:lnTo>
                  <a:pt x="814675" y="119054"/>
                </a:lnTo>
                <a:lnTo>
                  <a:pt x="814382" y="117843"/>
                </a:lnTo>
                <a:lnTo>
                  <a:pt x="814073" y="116642"/>
                </a:lnTo>
                <a:lnTo>
                  <a:pt x="813749" y="115451"/>
                </a:lnTo>
                <a:lnTo>
                  <a:pt x="813410" y="114269"/>
                </a:lnTo>
                <a:lnTo>
                  <a:pt x="813056" y="113098"/>
                </a:lnTo>
                <a:lnTo>
                  <a:pt x="812687" y="111938"/>
                </a:lnTo>
                <a:lnTo>
                  <a:pt x="812304" y="110791"/>
                </a:lnTo>
                <a:lnTo>
                  <a:pt x="811906" y="109656"/>
                </a:lnTo>
                <a:lnTo>
                  <a:pt x="811494" y="108535"/>
                </a:lnTo>
                <a:lnTo>
                  <a:pt x="811067" y="107427"/>
                </a:lnTo>
                <a:lnTo>
                  <a:pt x="810625" y="106331"/>
                </a:lnTo>
                <a:lnTo>
                  <a:pt x="810170" y="105249"/>
                </a:lnTo>
                <a:lnTo>
                  <a:pt x="809699" y="104179"/>
                </a:lnTo>
                <a:lnTo>
                  <a:pt x="809214" y="103122"/>
                </a:lnTo>
                <a:lnTo>
                  <a:pt x="808715" y="102078"/>
                </a:lnTo>
                <a:lnTo>
                  <a:pt x="808201" y="101047"/>
                </a:lnTo>
                <a:lnTo>
                  <a:pt x="807672" y="100029"/>
                </a:lnTo>
                <a:lnTo>
                  <a:pt x="807129" y="99024"/>
                </a:lnTo>
                <a:lnTo>
                  <a:pt x="806571" y="98031"/>
                </a:lnTo>
                <a:lnTo>
                  <a:pt x="805999" y="97052"/>
                </a:lnTo>
                <a:lnTo>
                  <a:pt x="805413" y="96085"/>
                </a:lnTo>
                <a:lnTo>
                  <a:pt x="804811" y="95131"/>
                </a:lnTo>
                <a:lnTo>
                  <a:pt x="804196" y="94191"/>
                </a:lnTo>
                <a:lnTo>
                  <a:pt x="803565" y="93263"/>
                </a:lnTo>
                <a:lnTo>
                  <a:pt x="802921" y="92348"/>
                </a:lnTo>
                <a:lnTo>
                  <a:pt x="802261" y="91446"/>
                </a:lnTo>
                <a:lnTo>
                  <a:pt x="801588" y="90556"/>
                </a:lnTo>
                <a:lnTo>
                  <a:pt x="800899" y="89680"/>
                </a:lnTo>
                <a:lnTo>
                  <a:pt x="800196" y="88817"/>
                </a:lnTo>
                <a:lnTo>
                  <a:pt x="799480" y="87968"/>
                </a:lnTo>
                <a:lnTo>
                  <a:pt x="798750" y="87135"/>
                </a:lnTo>
                <a:lnTo>
                  <a:pt x="798007" y="86318"/>
                </a:lnTo>
                <a:lnTo>
                  <a:pt x="797250" y="85517"/>
                </a:lnTo>
                <a:lnTo>
                  <a:pt x="796481" y="84733"/>
                </a:lnTo>
                <a:lnTo>
                  <a:pt x="795698" y="83965"/>
                </a:lnTo>
                <a:lnTo>
                  <a:pt x="794903" y="83212"/>
                </a:lnTo>
                <a:lnTo>
                  <a:pt x="794094" y="82476"/>
                </a:lnTo>
                <a:lnTo>
                  <a:pt x="793272" y="81756"/>
                </a:lnTo>
                <a:lnTo>
                  <a:pt x="792436" y="81052"/>
                </a:lnTo>
                <a:lnTo>
                  <a:pt x="791588" y="80364"/>
                </a:lnTo>
                <a:lnTo>
                  <a:pt x="790726" y="79692"/>
                </a:lnTo>
                <a:lnTo>
                  <a:pt x="789851" y="79037"/>
                </a:lnTo>
                <a:lnTo>
                  <a:pt x="788963" y="78397"/>
                </a:lnTo>
                <a:lnTo>
                  <a:pt x="788062" y="77774"/>
                </a:lnTo>
                <a:lnTo>
                  <a:pt x="787147" y="77166"/>
                </a:lnTo>
                <a:lnTo>
                  <a:pt x="786220" y="76575"/>
                </a:lnTo>
                <a:lnTo>
                  <a:pt x="785279" y="76000"/>
                </a:lnTo>
                <a:lnTo>
                  <a:pt x="784325" y="75441"/>
                </a:lnTo>
                <a:lnTo>
                  <a:pt x="783358" y="74898"/>
                </a:lnTo>
                <a:lnTo>
                  <a:pt x="782378" y="74371"/>
                </a:lnTo>
                <a:lnTo>
                  <a:pt x="781384" y="73860"/>
                </a:lnTo>
                <a:lnTo>
                  <a:pt x="780377" y="73366"/>
                </a:lnTo>
                <a:lnTo>
                  <a:pt x="779358" y="72887"/>
                </a:lnTo>
                <a:lnTo>
                  <a:pt x="778325" y="72427"/>
                </a:lnTo>
                <a:lnTo>
                  <a:pt x="777279" y="71986"/>
                </a:lnTo>
                <a:lnTo>
                  <a:pt x="776221" y="71564"/>
                </a:lnTo>
                <a:lnTo>
                  <a:pt x="775151" y="71162"/>
                </a:lnTo>
                <a:lnTo>
                  <a:pt x="774067" y="70780"/>
                </a:lnTo>
                <a:lnTo>
                  <a:pt x="772971" y="70417"/>
                </a:lnTo>
                <a:lnTo>
                  <a:pt x="771863" y="70074"/>
                </a:lnTo>
                <a:lnTo>
                  <a:pt x="770742" y="69751"/>
                </a:lnTo>
                <a:lnTo>
                  <a:pt x="769608" y="69447"/>
                </a:lnTo>
                <a:lnTo>
                  <a:pt x="768461" y="69163"/>
                </a:lnTo>
                <a:lnTo>
                  <a:pt x="767302" y="68898"/>
                </a:lnTo>
                <a:lnTo>
                  <a:pt x="766130" y="68653"/>
                </a:lnTo>
                <a:lnTo>
                  <a:pt x="764946" y="68428"/>
                </a:lnTo>
                <a:lnTo>
                  <a:pt x="763748" y="68222"/>
                </a:lnTo>
                <a:lnTo>
                  <a:pt x="762539" y="68036"/>
                </a:lnTo>
                <a:lnTo>
                  <a:pt x="761316" y="67869"/>
                </a:lnTo>
                <a:lnTo>
                  <a:pt x="760081" y="67722"/>
                </a:lnTo>
                <a:lnTo>
                  <a:pt x="758834" y="67595"/>
                </a:lnTo>
                <a:lnTo>
                  <a:pt x="757573" y="67487"/>
                </a:lnTo>
                <a:lnTo>
                  <a:pt x="756300" y="67399"/>
                </a:lnTo>
                <a:lnTo>
                  <a:pt x="755015" y="67330"/>
                </a:lnTo>
                <a:lnTo>
                  <a:pt x="753716" y="67281"/>
                </a:lnTo>
                <a:lnTo>
                  <a:pt x="752405" y="67252"/>
                </a:lnTo>
                <a:lnTo>
                  <a:pt x="751082" y="67242"/>
                </a:lnTo>
                <a:lnTo>
                  <a:pt x="749884" y="67252"/>
                </a:lnTo>
                <a:lnTo>
                  <a:pt x="748691" y="67283"/>
                </a:lnTo>
                <a:lnTo>
                  <a:pt x="747503" y="67334"/>
                </a:lnTo>
                <a:lnTo>
                  <a:pt x="746320" y="67405"/>
                </a:lnTo>
                <a:lnTo>
                  <a:pt x="745142" y="67497"/>
                </a:lnTo>
                <a:lnTo>
                  <a:pt x="743969" y="67610"/>
                </a:lnTo>
                <a:lnTo>
                  <a:pt x="742802" y="67743"/>
                </a:lnTo>
                <a:lnTo>
                  <a:pt x="741640" y="67896"/>
                </a:lnTo>
                <a:lnTo>
                  <a:pt x="740482" y="68070"/>
                </a:lnTo>
                <a:lnTo>
                  <a:pt x="739330" y="68264"/>
                </a:lnTo>
                <a:lnTo>
                  <a:pt x="738183" y="68479"/>
                </a:lnTo>
                <a:lnTo>
                  <a:pt x="737041" y="68714"/>
                </a:lnTo>
                <a:lnTo>
                  <a:pt x="735904" y="68969"/>
                </a:lnTo>
                <a:lnTo>
                  <a:pt x="734772" y="69245"/>
                </a:lnTo>
                <a:lnTo>
                  <a:pt x="733646" y="69542"/>
                </a:lnTo>
                <a:lnTo>
                  <a:pt x="732524" y="69859"/>
                </a:lnTo>
                <a:lnTo>
                  <a:pt x="731408" y="70196"/>
                </a:lnTo>
                <a:lnTo>
                  <a:pt x="730296" y="70554"/>
                </a:lnTo>
                <a:lnTo>
                  <a:pt x="729190" y="70932"/>
                </a:lnTo>
                <a:lnTo>
                  <a:pt x="728089" y="71330"/>
                </a:lnTo>
                <a:lnTo>
                  <a:pt x="726993" y="71749"/>
                </a:lnTo>
                <a:lnTo>
                  <a:pt x="725902" y="72189"/>
                </a:lnTo>
                <a:lnTo>
                  <a:pt x="724817" y="72649"/>
                </a:lnTo>
                <a:lnTo>
                  <a:pt x="723736" y="73129"/>
                </a:lnTo>
                <a:lnTo>
                  <a:pt x="722663" y="73629"/>
                </a:lnTo>
                <a:lnTo>
                  <a:pt x="721600" y="74148"/>
                </a:lnTo>
                <a:lnTo>
                  <a:pt x="720548" y="74685"/>
                </a:lnTo>
                <a:lnTo>
                  <a:pt x="719505" y="75240"/>
                </a:lnTo>
                <a:lnTo>
                  <a:pt x="718473" y="75815"/>
                </a:lnTo>
                <a:lnTo>
                  <a:pt x="717451" y="76407"/>
                </a:lnTo>
                <a:lnTo>
                  <a:pt x="716440" y="77018"/>
                </a:lnTo>
                <a:lnTo>
                  <a:pt x="715438" y="77648"/>
                </a:lnTo>
                <a:lnTo>
                  <a:pt x="714447" y="78297"/>
                </a:lnTo>
                <a:lnTo>
                  <a:pt x="713466" y="78964"/>
                </a:lnTo>
                <a:lnTo>
                  <a:pt x="712495" y="79649"/>
                </a:lnTo>
                <a:lnTo>
                  <a:pt x="711535" y="80353"/>
                </a:lnTo>
                <a:lnTo>
                  <a:pt x="710584" y="81076"/>
                </a:lnTo>
                <a:lnTo>
                  <a:pt x="709644" y="81817"/>
                </a:lnTo>
                <a:lnTo>
                  <a:pt x="708714" y="82577"/>
                </a:lnTo>
                <a:lnTo>
                  <a:pt x="707795" y="83355"/>
                </a:lnTo>
                <a:lnTo>
                  <a:pt x="706885" y="84152"/>
                </a:lnTo>
                <a:lnTo>
                  <a:pt x="705986" y="84967"/>
                </a:lnTo>
                <a:lnTo>
                  <a:pt x="705097" y="85801"/>
                </a:lnTo>
                <a:lnTo>
                  <a:pt x="704218" y="86654"/>
                </a:lnTo>
                <a:lnTo>
                  <a:pt x="703350" y="87525"/>
                </a:lnTo>
                <a:lnTo>
                  <a:pt x="702492" y="88415"/>
                </a:lnTo>
                <a:lnTo>
                  <a:pt x="701643" y="89323"/>
                </a:lnTo>
                <a:lnTo>
                  <a:pt x="700806" y="90250"/>
                </a:lnTo>
                <a:lnTo>
                  <a:pt x="699980" y="91193"/>
                </a:lnTo>
                <a:lnTo>
                  <a:pt x="699169" y="92153"/>
                </a:lnTo>
                <a:lnTo>
                  <a:pt x="698373" y="93127"/>
                </a:lnTo>
                <a:lnTo>
                  <a:pt x="697591" y="94117"/>
                </a:lnTo>
                <a:lnTo>
                  <a:pt x="696823" y="95122"/>
                </a:lnTo>
                <a:lnTo>
                  <a:pt x="696070" y="96142"/>
                </a:lnTo>
                <a:lnTo>
                  <a:pt x="695332" y="97178"/>
                </a:lnTo>
                <a:lnTo>
                  <a:pt x="694608" y="98229"/>
                </a:lnTo>
                <a:lnTo>
                  <a:pt x="693899" y="99295"/>
                </a:lnTo>
                <a:lnTo>
                  <a:pt x="693204" y="100377"/>
                </a:lnTo>
                <a:lnTo>
                  <a:pt x="692524" y="101474"/>
                </a:lnTo>
                <a:lnTo>
                  <a:pt x="691858" y="102586"/>
                </a:lnTo>
                <a:lnTo>
                  <a:pt x="691207" y="103714"/>
                </a:lnTo>
                <a:lnTo>
                  <a:pt x="690570" y="104857"/>
                </a:lnTo>
                <a:lnTo>
                  <a:pt x="689948" y="106016"/>
                </a:lnTo>
                <a:lnTo>
                  <a:pt x="689340" y="107189"/>
                </a:lnTo>
                <a:lnTo>
                  <a:pt x="688747" y="108378"/>
                </a:lnTo>
                <a:lnTo>
                  <a:pt x="688169" y="109583"/>
                </a:lnTo>
                <a:lnTo>
                  <a:pt x="687605" y="110802"/>
                </a:lnTo>
                <a:lnTo>
                  <a:pt x="687055" y="112037"/>
                </a:lnTo>
                <a:lnTo>
                  <a:pt x="686520" y="113288"/>
                </a:lnTo>
                <a:lnTo>
                  <a:pt x="686000" y="114554"/>
                </a:lnTo>
                <a:lnTo>
                  <a:pt x="685494" y="115835"/>
                </a:lnTo>
                <a:lnTo>
                  <a:pt x="685002" y="117131"/>
                </a:lnTo>
                <a:lnTo>
                  <a:pt x="684528" y="118441"/>
                </a:lnTo>
                <a:lnTo>
                  <a:pt x="684074" y="119765"/>
                </a:lnTo>
                <a:lnTo>
                  <a:pt x="683640" y="121101"/>
                </a:lnTo>
                <a:lnTo>
                  <a:pt x="683227" y="122450"/>
                </a:lnTo>
                <a:lnTo>
                  <a:pt x="682833" y="123813"/>
                </a:lnTo>
                <a:lnTo>
                  <a:pt x="682460" y="125188"/>
                </a:lnTo>
                <a:lnTo>
                  <a:pt x="682107" y="126576"/>
                </a:lnTo>
                <a:lnTo>
                  <a:pt x="681774" y="127976"/>
                </a:lnTo>
                <a:lnTo>
                  <a:pt x="681462" y="129390"/>
                </a:lnTo>
                <a:lnTo>
                  <a:pt x="681169" y="130817"/>
                </a:lnTo>
                <a:lnTo>
                  <a:pt x="680897" y="132256"/>
                </a:lnTo>
                <a:lnTo>
                  <a:pt x="680645" y="133709"/>
                </a:lnTo>
                <a:lnTo>
                  <a:pt x="680413" y="135174"/>
                </a:lnTo>
                <a:lnTo>
                  <a:pt x="680201" y="136653"/>
                </a:lnTo>
                <a:lnTo>
                  <a:pt x="680009" y="138144"/>
                </a:lnTo>
                <a:lnTo>
                  <a:pt x="679838" y="139648"/>
                </a:lnTo>
                <a:lnTo>
                  <a:pt x="679686" y="141165"/>
                </a:lnTo>
                <a:lnTo>
                  <a:pt x="679555" y="142695"/>
                </a:lnTo>
                <a:lnTo>
                  <a:pt x="679444" y="144238"/>
                </a:lnTo>
                <a:lnTo>
                  <a:pt x="679353" y="145794"/>
                </a:lnTo>
                <a:lnTo>
                  <a:pt x="679283" y="147363"/>
                </a:lnTo>
                <a:lnTo>
                  <a:pt x="679232" y="148944"/>
                </a:lnTo>
                <a:lnTo>
                  <a:pt x="679202" y="150539"/>
                </a:lnTo>
                <a:lnTo>
                  <a:pt x="679192" y="152146"/>
                </a:lnTo>
                <a:lnTo>
                  <a:pt x="679192" y="158809"/>
                </a:lnTo>
                <a:lnTo>
                  <a:pt x="679202" y="160301"/>
                </a:lnTo>
                <a:lnTo>
                  <a:pt x="679231" y="161784"/>
                </a:lnTo>
                <a:lnTo>
                  <a:pt x="679279" y="163257"/>
                </a:lnTo>
                <a:lnTo>
                  <a:pt x="679347" y="164720"/>
                </a:lnTo>
                <a:lnTo>
                  <a:pt x="679434" y="166173"/>
                </a:lnTo>
                <a:lnTo>
                  <a:pt x="679541" y="167616"/>
                </a:lnTo>
                <a:lnTo>
                  <a:pt x="679667" y="169049"/>
                </a:lnTo>
                <a:lnTo>
                  <a:pt x="679812" y="170472"/>
                </a:lnTo>
                <a:lnTo>
                  <a:pt x="679976" y="171885"/>
                </a:lnTo>
                <a:lnTo>
                  <a:pt x="680160" y="173288"/>
                </a:lnTo>
                <a:lnTo>
                  <a:pt x="680364" y="174681"/>
                </a:lnTo>
                <a:lnTo>
                  <a:pt x="680586" y="176064"/>
                </a:lnTo>
                <a:lnTo>
                  <a:pt x="680829" y="177438"/>
                </a:lnTo>
                <a:lnTo>
                  <a:pt x="681090" y="178801"/>
                </a:lnTo>
                <a:lnTo>
                  <a:pt x="681371" y="180154"/>
                </a:lnTo>
                <a:lnTo>
                  <a:pt x="681671" y="181498"/>
                </a:lnTo>
                <a:lnTo>
                  <a:pt x="681991" y="182831"/>
                </a:lnTo>
                <a:lnTo>
                  <a:pt x="682329" y="184155"/>
                </a:lnTo>
                <a:lnTo>
                  <a:pt x="682688" y="185469"/>
                </a:lnTo>
                <a:lnTo>
                  <a:pt x="683065" y="186772"/>
                </a:lnTo>
                <a:lnTo>
                  <a:pt x="683462" y="188066"/>
                </a:lnTo>
                <a:lnTo>
                  <a:pt x="683879" y="189350"/>
                </a:lnTo>
                <a:lnTo>
                  <a:pt x="684315" y="190623"/>
                </a:lnTo>
                <a:lnTo>
                  <a:pt x="684770" y="191887"/>
                </a:lnTo>
                <a:lnTo>
                  <a:pt x="685242" y="193139"/>
                </a:lnTo>
                <a:lnTo>
                  <a:pt x="685731" y="194376"/>
                </a:lnTo>
                <a:lnTo>
                  <a:pt x="686234" y="195600"/>
                </a:lnTo>
                <a:lnTo>
                  <a:pt x="686754" y="196808"/>
                </a:lnTo>
                <a:lnTo>
                  <a:pt x="687289" y="198003"/>
                </a:lnTo>
                <a:lnTo>
                  <a:pt x="687839" y="199184"/>
                </a:lnTo>
                <a:lnTo>
                  <a:pt x="688406" y="200350"/>
                </a:lnTo>
                <a:lnTo>
                  <a:pt x="688987" y="201502"/>
                </a:lnTo>
                <a:lnTo>
                  <a:pt x="689585" y="202639"/>
                </a:lnTo>
                <a:lnTo>
                  <a:pt x="690198" y="203763"/>
                </a:lnTo>
                <a:lnTo>
                  <a:pt x="690826" y="204872"/>
                </a:lnTo>
                <a:lnTo>
                  <a:pt x="691471" y="205967"/>
                </a:lnTo>
                <a:lnTo>
                  <a:pt x="692130" y="207048"/>
                </a:lnTo>
                <a:lnTo>
                  <a:pt x="692806" y="208114"/>
                </a:lnTo>
                <a:lnTo>
                  <a:pt x="693497" y="209166"/>
                </a:lnTo>
                <a:lnTo>
                  <a:pt x="694204" y="210204"/>
                </a:lnTo>
                <a:lnTo>
                  <a:pt x="694926" y="211228"/>
                </a:lnTo>
                <a:lnTo>
                  <a:pt x="695664" y="212237"/>
                </a:lnTo>
                <a:lnTo>
                  <a:pt x="696417" y="213232"/>
                </a:lnTo>
                <a:lnTo>
                  <a:pt x="697186" y="214213"/>
                </a:lnTo>
                <a:lnTo>
                  <a:pt x="697971" y="215179"/>
                </a:lnTo>
                <a:lnTo>
                  <a:pt x="698771" y="216132"/>
                </a:lnTo>
                <a:lnTo>
                  <a:pt x="699587" y="217070"/>
                </a:lnTo>
                <a:lnTo>
                  <a:pt x="700418" y="217994"/>
                </a:lnTo>
                <a:lnTo>
                  <a:pt x="701264" y="218902"/>
                </a:lnTo>
                <a:lnTo>
                  <a:pt x="702122" y="219793"/>
                </a:lnTo>
                <a:lnTo>
                  <a:pt x="702994" y="220666"/>
                </a:lnTo>
                <a:lnTo>
                  <a:pt x="703878" y="221523"/>
                </a:lnTo>
                <a:lnTo>
                  <a:pt x="704776" y="222362"/>
                </a:lnTo>
                <a:lnTo>
                  <a:pt x="705686" y="223184"/>
                </a:lnTo>
                <a:lnTo>
                  <a:pt x="706609" y="223989"/>
                </a:lnTo>
                <a:lnTo>
                  <a:pt x="707545" y="224776"/>
                </a:lnTo>
                <a:lnTo>
                  <a:pt x="708494" y="225547"/>
                </a:lnTo>
                <a:lnTo>
                  <a:pt x="709456" y="226300"/>
                </a:lnTo>
                <a:lnTo>
                  <a:pt x="710431" y="227036"/>
                </a:lnTo>
                <a:lnTo>
                  <a:pt x="711419" y="227755"/>
                </a:lnTo>
                <a:lnTo>
                  <a:pt x="712419" y="228456"/>
                </a:lnTo>
                <a:lnTo>
                  <a:pt x="713433" y="229140"/>
                </a:lnTo>
                <a:lnTo>
                  <a:pt x="714459" y="229808"/>
                </a:lnTo>
                <a:lnTo>
                  <a:pt x="715499" y="230457"/>
                </a:lnTo>
                <a:lnTo>
                  <a:pt x="716551" y="231090"/>
                </a:lnTo>
                <a:lnTo>
                  <a:pt x="717616" y="231705"/>
                </a:lnTo>
                <a:lnTo>
                  <a:pt x="718694" y="232304"/>
                </a:lnTo>
                <a:lnTo>
                  <a:pt x="719785" y="232885"/>
                </a:lnTo>
                <a:lnTo>
                  <a:pt x="720889" y="233449"/>
                </a:lnTo>
                <a:lnTo>
                  <a:pt x="722006" y="233995"/>
                </a:lnTo>
                <a:lnTo>
                  <a:pt x="723136" y="234524"/>
                </a:lnTo>
                <a:lnTo>
                  <a:pt x="724278" y="235037"/>
                </a:lnTo>
                <a:lnTo>
                  <a:pt x="725432" y="235530"/>
                </a:lnTo>
                <a:lnTo>
                  <a:pt x="726595" y="236002"/>
                </a:lnTo>
                <a:lnTo>
                  <a:pt x="727767" y="236453"/>
                </a:lnTo>
                <a:lnTo>
                  <a:pt x="728948" y="236883"/>
                </a:lnTo>
                <a:lnTo>
                  <a:pt x="730138" y="237292"/>
                </a:lnTo>
                <a:lnTo>
                  <a:pt x="731337" y="237680"/>
                </a:lnTo>
                <a:lnTo>
                  <a:pt x="732546" y="238047"/>
                </a:lnTo>
                <a:lnTo>
                  <a:pt x="733764" y="238394"/>
                </a:lnTo>
                <a:lnTo>
                  <a:pt x="734990" y="238719"/>
                </a:lnTo>
                <a:lnTo>
                  <a:pt x="736226" y="239023"/>
                </a:lnTo>
                <a:lnTo>
                  <a:pt x="737472" y="239306"/>
                </a:lnTo>
                <a:lnTo>
                  <a:pt x="738726" y="239568"/>
                </a:lnTo>
                <a:lnTo>
                  <a:pt x="739989" y="239810"/>
                </a:lnTo>
                <a:lnTo>
                  <a:pt x="741262" y="240030"/>
                </a:lnTo>
                <a:lnTo>
                  <a:pt x="742544" y="240229"/>
                </a:lnTo>
                <a:lnTo>
                  <a:pt x="743834" y="240408"/>
                </a:lnTo>
                <a:lnTo>
                  <a:pt x="745134" y="240565"/>
                </a:lnTo>
                <a:lnTo>
                  <a:pt x="746444" y="240701"/>
                </a:lnTo>
                <a:lnTo>
                  <a:pt x="747762" y="240817"/>
                </a:lnTo>
                <a:lnTo>
                  <a:pt x="749089" y="240911"/>
                </a:lnTo>
                <a:lnTo>
                  <a:pt x="750426" y="240985"/>
                </a:lnTo>
                <a:lnTo>
                  <a:pt x="751772" y="241037"/>
                </a:lnTo>
                <a:lnTo>
                  <a:pt x="753127" y="241069"/>
                </a:lnTo>
                <a:lnTo>
                  <a:pt x="754491" y="241079"/>
                </a:lnTo>
                <a:lnTo>
                  <a:pt x="755736" y="241072"/>
                </a:lnTo>
                <a:lnTo>
                  <a:pt x="756969" y="241051"/>
                </a:lnTo>
                <a:lnTo>
                  <a:pt x="758190" y="241015"/>
                </a:lnTo>
                <a:lnTo>
                  <a:pt x="759397" y="240965"/>
                </a:lnTo>
                <a:lnTo>
                  <a:pt x="760591" y="240901"/>
                </a:lnTo>
                <a:lnTo>
                  <a:pt x="761772" y="240822"/>
                </a:lnTo>
                <a:lnTo>
                  <a:pt x="762941" y="240730"/>
                </a:lnTo>
                <a:lnTo>
                  <a:pt x="764097" y="240623"/>
                </a:lnTo>
                <a:lnTo>
                  <a:pt x="765239" y="240502"/>
                </a:lnTo>
                <a:lnTo>
                  <a:pt x="766369" y="240366"/>
                </a:lnTo>
                <a:lnTo>
                  <a:pt x="767486" y="240217"/>
                </a:lnTo>
                <a:lnTo>
                  <a:pt x="768590" y="240053"/>
                </a:lnTo>
                <a:lnTo>
                  <a:pt x="769681" y="239874"/>
                </a:lnTo>
                <a:lnTo>
                  <a:pt x="770759" y="239682"/>
                </a:lnTo>
                <a:lnTo>
                  <a:pt x="771824" y="239475"/>
                </a:lnTo>
                <a:lnTo>
                  <a:pt x="772876" y="239254"/>
                </a:lnTo>
                <a:lnTo>
                  <a:pt x="773916" y="239019"/>
                </a:lnTo>
                <a:lnTo>
                  <a:pt x="774942" y="238770"/>
                </a:lnTo>
                <a:lnTo>
                  <a:pt x="775956" y="238506"/>
                </a:lnTo>
                <a:lnTo>
                  <a:pt x="776956" y="238228"/>
                </a:lnTo>
                <a:lnTo>
                  <a:pt x="777944" y="237936"/>
                </a:lnTo>
                <a:lnTo>
                  <a:pt x="778919" y="237629"/>
                </a:lnTo>
                <a:lnTo>
                  <a:pt x="779881" y="237308"/>
                </a:lnTo>
                <a:lnTo>
                  <a:pt x="780830" y="236973"/>
                </a:lnTo>
                <a:lnTo>
                  <a:pt x="781766" y="236627"/>
                </a:lnTo>
                <a:lnTo>
                  <a:pt x="782692" y="236271"/>
                </a:lnTo>
                <a:lnTo>
                  <a:pt x="783606" y="235906"/>
                </a:lnTo>
                <a:lnTo>
                  <a:pt x="784509" y="235532"/>
                </a:lnTo>
                <a:lnTo>
                  <a:pt x="785401" y="235148"/>
                </a:lnTo>
                <a:lnTo>
                  <a:pt x="786281" y="234756"/>
                </a:lnTo>
                <a:lnTo>
                  <a:pt x="787150" y="234354"/>
                </a:lnTo>
                <a:lnTo>
                  <a:pt x="788008" y="233943"/>
                </a:lnTo>
                <a:lnTo>
                  <a:pt x="788855" y="233524"/>
                </a:lnTo>
                <a:lnTo>
                  <a:pt x="789690" y="233095"/>
                </a:lnTo>
                <a:lnTo>
                  <a:pt x="790514" y="232656"/>
                </a:lnTo>
                <a:lnTo>
                  <a:pt x="791326" y="232209"/>
                </a:lnTo>
                <a:lnTo>
                  <a:pt x="792128" y="231753"/>
                </a:lnTo>
                <a:lnTo>
                  <a:pt x="792918" y="231287"/>
                </a:lnTo>
                <a:lnTo>
                  <a:pt x="793696" y="230812"/>
                </a:lnTo>
                <a:lnTo>
                  <a:pt x="794464" y="230328"/>
                </a:lnTo>
                <a:lnTo>
                  <a:pt x="795220" y="229835"/>
                </a:lnTo>
                <a:lnTo>
                  <a:pt x="795965" y="229333"/>
                </a:lnTo>
                <a:lnTo>
                  <a:pt x="796698" y="228822"/>
                </a:lnTo>
                <a:lnTo>
                  <a:pt x="797420" y="228301"/>
                </a:lnTo>
                <a:lnTo>
                  <a:pt x="798131" y="227772"/>
                </a:lnTo>
                <a:lnTo>
                  <a:pt x="798831" y="227233"/>
                </a:lnTo>
                <a:lnTo>
                  <a:pt x="799519" y="226685"/>
                </a:lnTo>
                <a:lnTo>
                  <a:pt x="800196" y="226128"/>
                </a:lnTo>
                <a:lnTo>
                  <a:pt x="800863" y="225564"/>
                </a:lnTo>
                <a:lnTo>
                  <a:pt x="801522" y="224995"/>
                </a:lnTo>
                <a:lnTo>
                  <a:pt x="802172" y="224422"/>
                </a:lnTo>
                <a:lnTo>
                  <a:pt x="802813" y="223845"/>
                </a:lnTo>
                <a:lnTo>
                  <a:pt x="803446" y="223262"/>
                </a:lnTo>
                <a:lnTo>
                  <a:pt x="804070" y="222676"/>
                </a:lnTo>
                <a:lnTo>
                  <a:pt x="804685" y="222084"/>
                </a:lnTo>
                <a:lnTo>
                  <a:pt x="805292" y="221488"/>
                </a:lnTo>
                <a:lnTo>
                  <a:pt x="805890" y="220888"/>
                </a:lnTo>
                <a:lnTo>
                  <a:pt x="806480" y="220283"/>
                </a:lnTo>
                <a:lnTo>
                  <a:pt x="807061" y="219673"/>
                </a:lnTo>
                <a:lnTo>
                  <a:pt x="807633" y="219059"/>
                </a:lnTo>
                <a:lnTo>
                  <a:pt x="808197" y="218440"/>
                </a:lnTo>
                <a:lnTo>
                  <a:pt x="808752" y="217817"/>
                </a:lnTo>
                <a:lnTo>
                  <a:pt x="809299" y="217189"/>
                </a:lnTo>
                <a:lnTo>
                  <a:pt x="809837" y="216556"/>
                </a:lnTo>
                <a:lnTo>
                  <a:pt x="810366" y="215919"/>
                </a:lnTo>
                <a:lnTo>
                  <a:pt x="810887" y="215278"/>
                </a:lnTo>
                <a:lnTo>
                  <a:pt x="811399" y="214631"/>
                </a:lnTo>
                <a:lnTo>
                  <a:pt x="811903" y="213980"/>
                </a:lnTo>
                <a:lnTo>
                  <a:pt x="812398" y="213325"/>
                </a:lnTo>
                <a:lnTo>
                  <a:pt x="812884" y="212665"/>
                </a:lnTo>
                <a:lnTo>
                  <a:pt x="813362" y="212001"/>
                </a:lnTo>
                <a:lnTo>
                  <a:pt x="813831" y="211332"/>
                </a:lnTo>
                <a:lnTo>
                  <a:pt x="802211" y="202345"/>
                </a:lnTo>
                <a:lnTo>
                  <a:pt x="801445" y="203328"/>
                </a:lnTo>
                <a:lnTo>
                  <a:pt x="800670" y="204289"/>
                </a:lnTo>
                <a:lnTo>
                  <a:pt x="799888" y="205227"/>
                </a:lnTo>
                <a:lnTo>
                  <a:pt x="799097" y="206143"/>
                </a:lnTo>
                <a:lnTo>
                  <a:pt x="798298" y="207037"/>
                </a:lnTo>
                <a:lnTo>
                  <a:pt x="797490" y="207908"/>
                </a:lnTo>
                <a:lnTo>
                  <a:pt x="796674" y="208757"/>
                </a:lnTo>
                <a:lnTo>
                  <a:pt x="795850" y="209584"/>
                </a:lnTo>
                <a:lnTo>
                  <a:pt x="795017" y="210389"/>
                </a:lnTo>
                <a:lnTo>
                  <a:pt x="794176" y="211171"/>
                </a:lnTo>
                <a:lnTo>
                  <a:pt x="793327" y="211930"/>
                </a:lnTo>
                <a:lnTo>
                  <a:pt x="792469" y="212668"/>
                </a:lnTo>
                <a:lnTo>
                  <a:pt x="791603" y="213383"/>
                </a:lnTo>
                <a:lnTo>
                  <a:pt x="790729" y="214076"/>
                </a:lnTo>
                <a:lnTo>
                  <a:pt x="789846" y="214746"/>
                </a:lnTo>
                <a:lnTo>
                  <a:pt x="788955" y="215394"/>
                </a:lnTo>
                <a:lnTo>
                  <a:pt x="788056" y="216020"/>
                </a:lnTo>
                <a:lnTo>
                  <a:pt x="787148" y="216624"/>
                </a:lnTo>
                <a:lnTo>
                  <a:pt x="786232" y="217205"/>
                </a:lnTo>
                <a:lnTo>
                  <a:pt x="785308" y="217763"/>
                </a:lnTo>
                <a:lnTo>
                  <a:pt x="784375" y="218300"/>
                </a:lnTo>
                <a:lnTo>
                  <a:pt x="783434" y="218814"/>
                </a:lnTo>
                <a:lnTo>
                  <a:pt x="782484" y="219306"/>
                </a:lnTo>
                <a:lnTo>
                  <a:pt x="781527" y="219775"/>
                </a:lnTo>
                <a:lnTo>
                  <a:pt x="780559" y="220224"/>
                </a:lnTo>
                <a:lnTo>
                  <a:pt x="779581" y="220654"/>
                </a:lnTo>
                <a:lnTo>
                  <a:pt x="778591" y="221065"/>
                </a:lnTo>
                <a:lnTo>
                  <a:pt x="777591" y="221456"/>
                </a:lnTo>
                <a:lnTo>
                  <a:pt x="776579" y="221829"/>
                </a:lnTo>
                <a:lnTo>
                  <a:pt x="775557" y="222182"/>
                </a:lnTo>
                <a:lnTo>
                  <a:pt x="774523" y="222516"/>
                </a:lnTo>
                <a:lnTo>
                  <a:pt x="773479" y="222831"/>
                </a:lnTo>
                <a:lnTo>
                  <a:pt x="772423" y="223127"/>
                </a:lnTo>
                <a:lnTo>
                  <a:pt x="771356" y="223404"/>
                </a:lnTo>
                <a:lnTo>
                  <a:pt x="770279" y="223662"/>
                </a:lnTo>
                <a:lnTo>
                  <a:pt x="769190" y="223901"/>
                </a:lnTo>
                <a:lnTo>
                  <a:pt x="768090" y="224120"/>
                </a:lnTo>
                <a:lnTo>
                  <a:pt x="766979" y="224321"/>
                </a:lnTo>
                <a:lnTo>
                  <a:pt x="765858" y="224502"/>
                </a:lnTo>
                <a:lnTo>
                  <a:pt x="764725" y="224665"/>
                </a:lnTo>
                <a:lnTo>
                  <a:pt x="763581" y="224808"/>
                </a:lnTo>
                <a:lnTo>
                  <a:pt x="762426" y="224932"/>
                </a:lnTo>
                <a:lnTo>
                  <a:pt x="761260" y="225037"/>
                </a:lnTo>
                <a:lnTo>
                  <a:pt x="760083" y="225123"/>
                </a:lnTo>
                <a:lnTo>
                  <a:pt x="758895" y="225190"/>
                </a:lnTo>
                <a:lnTo>
                  <a:pt x="757696" y="225237"/>
                </a:lnTo>
                <a:lnTo>
                  <a:pt x="756486" y="225266"/>
                </a:lnTo>
                <a:lnTo>
                  <a:pt x="755265" y="225276"/>
                </a:lnTo>
                <a:lnTo>
                  <a:pt x="754198" y="225267"/>
                </a:lnTo>
                <a:lnTo>
                  <a:pt x="753138" y="225240"/>
                </a:lnTo>
                <a:lnTo>
                  <a:pt x="752087" y="225195"/>
                </a:lnTo>
                <a:lnTo>
                  <a:pt x="751043" y="225132"/>
                </a:lnTo>
                <a:lnTo>
                  <a:pt x="750008" y="225050"/>
                </a:lnTo>
                <a:lnTo>
                  <a:pt x="748981" y="224951"/>
                </a:lnTo>
                <a:lnTo>
                  <a:pt x="747961" y="224834"/>
                </a:lnTo>
                <a:lnTo>
                  <a:pt x="746950" y="224699"/>
                </a:lnTo>
                <a:lnTo>
                  <a:pt x="745947" y="224546"/>
                </a:lnTo>
                <a:lnTo>
                  <a:pt x="744952" y="224375"/>
                </a:lnTo>
                <a:lnTo>
                  <a:pt x="743965" y="224185"/>
                </a:lnTo>
                <a:lnTo>
                  <a:pt x="742987" y="223978"/>
                </a:lnTo>
                <a:lnTo>
                  <a:pt x="742016" y="223753"/>
                </a:lnTo>
                <a:lnTo>
                  <a:pt x="741053" y="223510"/>
                </a:lnTo>
                <a:lnTo>
                  <a:pt x="740099" y="223248"/>
                </a:lnTo>
                <a:lnTo>
                  <a:pt x="739152" y="222969"/>
                </a:lnTo>
                <a:lnTo>
                  <a:pt x="738213" y="222672"/>
                </a:lnTo>
                <a:lnTo>
                  <a:pt x="737283" y="222356"/>
                </a:lnTo>
                <a:lnTo>
                  <a:pt x="736361" y="222023"/>
                </a:lnTo>
                <a:lnTo>
                  <a:pt x="735446" y="221671"/>
                </a:lnTo>
                <a:lnTo>
                  <a:pt x="734540" y="221302"/>
                </a:lnTo>
                <a:lnTo>
                  <a:pt x="733642" y="220914"/>
                </a:lnTo>
                <a:lnTo>
                  <a:pt x="732752" y="220509"/>
                </a:lnTo>
                <a:lnTo>
                  <a:pt x="731870" y="220085"/>
                </a:lnTo>
                <a:lnTo>
                  <a:pt x="730997" y="219646"/>
                </a:lnTo>
                <a:lnTo>
                  <a:pt x="730135" y="219193"/>
                </a:lnTo>
                <a:lnTo>
                  <a:pt x="729282" y="218727"/>
                </a:lnTo>
                <a:lnTo>
                  <a:pt x="728440" y="218248"/>
                </a:lnTo>
                <a:lnTo>
                  <a:pt x="727608" y="217755"/>
                </a:lnTo>
                <a:lnTo>
                  <a:pt x="726786" y="217248"/>
                </a:lnTo>
                <a:lnTo>
                  <a:pt x="725975" y="216728"/>
                </a:lnTo>
                <a:lnTo>
                  <a:pt x="725173" y="216195"/>
                </a:lnTo>
                <a:lnTo>
                  <a:pt x="724382" y="215648"/>
                </a:lnTo>
                <a:lnTo>
                  <a:pt x="723601" y="215088"/>
                </a:lnTo>
                <a:lnTo>
                  <a:pt x="722831" y="214514"/>
                </a:lnTo>
                <a:lnTo>
                  <a:pt x="722070" y="213927"/>
                </a:lnTo>
                <a:lnTo>
                  <a:pt x="721320" y="213326"/>
                </a:lnTo>
                <a:lnTo>
                  <a:pt x="720580" y="212712"/>
                </a:lnTo>
                <a:lnTo>
                  <a:pt x="719850" y="212084"/>
                </a:lnTo>
                <a:lnTo>
                  <a:pt x="719131" y="211443"/>
                </a:lnTo>
                <a:lnTo>
                  <a:pt x="718422" y="210789"/>
                </a:lnTo>
                <a:lnTo>
                  <a:pt x="717722" y="210121"/>
                </a:lnTo>
                <a:lnTo>
                  <a:pt x="717034" y="209440"/>
                </a:lnTo>
                <a:lnTo>
                  <a:pt x="716355" y="208745"/>
                </a:lnTo>
                <a:lnTo>
                  <a:pt x="715687" y="208037"/>
                </a:lnTo>
                <a:lnTo>
                  <a:pt x="715028" y="207315"/>
                </a:lnTo>
                <a:lnTo>
                  <a:pt x="714380" y="206580"/>
                </a:lnTo>
                <a:lnTo>
                  <a:pt x="713743" y="205831"/>
                </a:lnTo>
                <a:lnTo>
                  <a:pt x="713116" y="205071"/>
                </a:lnTo>
                <a:lnTo>
                  <a:pt x="712501" y="204300"/>
                </a:lnTo>
                <a:lnTo>
                  <a:pt x="711898" y="203518"/>
                </a:lnTo>
                <a:lnTo>
                  <a:pt x="711307" y="202726"/>
                </a:lnTo>
                <a:lnTo>
                  <a:pt x="710727" y="201924"/>
                </a:lnTo>
                <a:lnTo>
                  <a:pt x="710160" y="201111"/>
                </a:lnTo>
                <a:lnTo>
                  <a:pt x="709604" y="200287"/>
                </a:lnTo>
                <a:lnTo>
                  <a:pt x="709060" y="199453"/>
                </a:lnTo>
                <a:lnTo>
                  <a:pt x="708528" y="198609"/>
                </a:lnTo>
                <a:lnTo>
                  <a:pt x="708008" y="197754"/>
                </a:lnTo>
                <a:lnTo>
                  <a:pt x="707499" y="196888"/>
                </a:lnTo>
                <a:lnTo>
                  <a:pt x="707003" y="196012"/>
                </a:lnTo>
                <a:lnTo>
                  <a:pt x="706518" y="195126"/>
                </a:lnTo>
                <a:lnTo>
                  <a:pt x="706045" y="194229"/>
                </a:lnTo>
                <a:lnTo>
                  <a:pt x="705584" y="193322"/>
                </a:lnTo>
                <a:lnTo>
                  <a:pt x="705135" y="192404"/>
                </a:lnTo>
                <a:lnTo>
                  <a:pt x="704698" y="191475"/>
                </a:lnTo>
                <a:lnTo>
                  <a:pt x="704272" y="190536"/>
                </a:lnTo>
                <a:lnTo>
                  <a:pt x="703858" y="189587"/>
                </a:lnTo>
                <a:lnTo>
                  <a:pt x="703457" y="188627"/>
                </a:lnTo>
                <a:lnTo>
                  <a:pt x="703067" y="187657"/>
                </a:lnTo>
                <a:lnTo>
                  <a:pt x="702688" y="186676"/>
                </a:lnTo>
                <a:lnTo>
                  <a:pt x="702322" y="185685"/>
                </a:lnTo>
                <a:lnTo>
                  <a:pt x="701968" y="184683"/>
                </a:lnTo>
                <a:lnTo>
                  <a:pt x="701626" y="183673"/>
                </a:lnTo>
                <a:lnTo>
                  <a:pt x="701299" y="182657"/>
                </a:lnTo>
                <a:lnTo>
                  <a:pt x="700987" y="181635"/>
                </a:lnTo>
                <a:lnTo>
                  <a:pt x="700689" y="180607"/>
                </a:lnTo>
                <a:lnTo>
                  <a:pt x="700406" y="179573"/>
                </a:lnTo>
                <a:lnTo>
                  <a:pt x="700137" y="178534"/>
                </a:lnTo>
                <a:lnTo>
                  <a:pt x="699883" y="177488"/>
                </a:lnTo>
                <a:lnTo>
                  <a:pt x="699643" y="176437"/>
                </a:lnTo>
                <a:lnTo>
                  <a:pt x="699418" y="175379"/>
                </a:lnTo>
                <a:lnTo>
                  <a:pt x="699208" y="174316"/>
                </a:lnTo>
                <a:lnTo>
                  <a:pt x="699012" y="173247"/>
                </a:lnTo>
                <a:lnTo>
                  <a:pt x="698830" y="172172"/>
                </a:lnTo>
                <a:lnTo>
                  <a:pt x="698663" y="171091"/>
                </a:lnTo>
                <a:lnTo>
                  <a:pt x="698511" y="170004"/>
                </a:lnTo>
                <a:lnTo>
                  <a:pt x="698373" y="168911"/>
                </a:lnTo>
                <a:lnTo>
                  <a:pt x="698249" y="167812"/>
                </a:lnTo>
                <a:lnTo>
                  <a:pt x="698140" y="166707"/>
                </a:lnTo>
                <a:lnTo>
                  <a:pt x="698046" y="165597"/>
                </a:lnTo>
                <a:lnTo>
                  <a:pt x="697966" y="164480"/>
                </a:lnTo>
                <a:lnTo>
                  <a:pt x="697900" y="163358"/>
                </a:lnTo>
                <a:lnTo>
                  <a:pt x="697850" y="162229"/>
                </a:lnTo>
                <a:lnTo>
                  <a:pt x="697813" y="161095"/>
                </a:lnTo>
                <a:lnTo>
                  <a:pt x="697792" y="159955"/>
                </a:lnTo>
                <a:lnTo>
                  <a:pt x="697784" y="158809"/>
                </a:lnTo>
                <a:lnTo>
                  <a:pt x="697784" y="155245"/>
                </a:lnTo>
                <a:lnTo>
                  <a:pt x="817394" y="155245"/>
                </a:lnTo>
                <a:lnTo>
                  <a:pt x="817394" y="143954"/>
                </a:lnTo>
                <a:lnTo>
                  <a:pt x="817387" y="142554"/>
                </a:lnTo>
                <a:lnTo>
                  <a:pt x="817364" y="141164"/>
                </a:lnTo>
                <a:lnTo>
                  <a:pt x="817326" y="139784"/>
                </a:lnTo>
                <a:close/>
                <a:moveTo>
                  <a:pt x="698921" y="136325"/>
                </a:moveTo>
                <a:lnTo>
                  <a:pt x="699102" y="135174"/>
                </a:lnTo>
                <a:lnTo>
                  <a:pt x="699297" y="134032"/>
                </a:lnTo>
                <a:lnTo>
                  <a:pt x="699506" y="132900"/>
                </a:lnTo>
                <a:lnTo>
                  <a:pt x="699728" y="131777"/>
                </a:lnTo>
                <a:lnTo>
                  <a:pt x="699963" y="130664"/>
                </a:lnTo>
                <a:lnTo>
                  <a:pt x="700212" y="129560"/>
                </a:lnTo>
                <a:lnTo>
                  <a:pt x="700474" y="128465"/>
                </a:lnTo>
                <a:lnTo>
                  <a:pt x="700750" y="127380"/>
                </a:lnTo>
                <a:lnTo>
                  <a:pt x="701039" y="126304"/>
                </a:lnTo>
                <a:lnTo>
                  <a:pt x="701342" y="125237"/>
                </a:lnTo>
                <a:lnTo>
                  <a:pt x="701658" y="124181"/>
                </a:lnTo>
                <a:lnTo>
                  <a:pt x="701986" y="123134"/>
                </a:lnTo>
                <a:lnTo>
                  <a:pt x="702325" y="122100"/>
                </a:lnTo>
                <a:lnTo>
                  <a:pt x="702676" y="121077"/>
                </a:lnTo>
                <a:lnTo>
                  <a:pt x="703037" y="120066"/>
                </a:lnTo>
                <a:lnTo>
                  <a:pt x="703409" y="119067"/>
                </a:lnTo>
                <a:lnTo>
                  <a:pt x="703793" y="118080"/>
                </a:lnTo>
                <a:lnTo>
                  <a:pt x="704187" y="117105"/>
                </a:lnTo>
                <a:lnTo>
                  <a:pt x="704593" y="116141"/>
                </a:lnTo>
                <a:lnTo>
                  <a:pt x="705009" y="115189"/>
                </a:lnTo>
                <a:lnTo>
                  <a:pt x="705437" y="114250"/>
                </a:lnTo>
                <a:lnTo>
                  <a:pt x="705875" y="113322"/>
                </a:lnTo>
                <a:lnTo>
                  <a:pt x="706325" y="112405"/>
                </a:lnTo>
                <a:lnTo>
                  <a:pt x="706786" y="111501"/>
                </a:lnTo>
                <a:lnTo>
                  <a:pt x="707257" y="110609"/>
                </a:lnTo>
                <a:lnTo>
                  <a:pt x="707740" y="109728"/>
                </a:lnTo>
                <a:lnTo>
                  <a:pt x="708234" y="108859"/>
                </a:lnTo>
                <a:lnTo>
                  <a:pt x="708739" y="108002"/>
                </a:lnTo>
                <a:lnTo>
                  <a:pt x="709254" y="107157"/>
                </a:lnTo>
                <a:lnTo>
                  <a:pt x="709781" y="106324"/>
                </a:lnTo>
                <a:lnTo>
                  <a:pt x="710319" y="105502"/>
                </a:lnTo>
                <a:lnTo>
                  <a:pt x="710868" y="104693"/>
                </a:lnTo>
                <a:lnTo>
                  <a:pt x="711428" y="103895"/>
                </a:lnTo>
                <a:lnTo>
                  <a:pt x="711999" y="103109"/>
                </a:lnTo>
                <a:lnTo>
                  <a:pt x="712581" y="102335"/>
                </a:lnTo>
                <a:lnTo>
                  <a:pt x="713173" y="101574"/>
                </a:lnTo>
                <a:lnTo>
                  <a:pt x="713774" y="100828"/>
                </a:lnTo>
                <a:lnTo>
                  <a:pt x="714385" y="100097"/>
                </a:lnTo>
                <a:lnTo>
                  <a:pt x="715006" y="99380"/>
                </a:lnTo>
                <a:lnTo>
                  <a:pt x="715636" y="98678"/>
                </a:lnTo>
                <a:lnTo>
                  <a:pt x="716275" y="97992"/>
                </a:lnTo>
                <a:lnTo>
                  <a:pt x="716923" y="97320"/>
                </a:lnTo>
                <a:lnTo>
                  <a:pt x="717582" y="96662"/>
                </a:lnTo>
                <a:lnTo>
                  <a:pt x="718249" y="96020"/>
                </a:lnTo>
                <a:lnTo>
                  <a:pt x="718926" y="95392"/>
                </a:lnTo>
                <a:lnTo>
                  <a:pt x="719612" y="94779"/>
                </a:lnTo>
                <a:lnTo>
                  <a:pt x="720308" y="94181"/>
                </a:lnTo>
                <a:lnTo>
                  <a:pt x="721013" y="93598"/>
                </a:lnTo>
                <a:lnTo>
                  <a:pt x="721728" y="93029"/>
                </a:lnTo>
                <a:lnTo>
                  <a:pt x="722452" y="92476"/>
                </a:lnTo>
                <a:lnTo>
                  <a:pt x="723185" y="91937"/>
                </a:lnTo>
                <a:lnTo>
                  <a:pt x="723928" y="91413"/>
                </a:lnTo>
                <a:lnTo>
                  <a:pt x="724680" y="90903"/>
                </a:lnTo>
                <a:lnTo>
                  <a:pt x="725442" y="90409"/>
                </a:lnTo>
                <a:lnTo>
                  <a:pt x="726213" y="89929"/>
                </a:lnTo>
                <a:lnTo>
                  <a:pt x="726993" y="89464"/>
                </a:lnTo>
                <a:lnTo>
                  <a:pt x="727783" y="89014"/>
                </a:lnTo>
                <a:lnTo>
                  <a:pt x="728582" y="88579"/>
                </a:lnTo>
                <a:lnTo>
                  <a:pt x="729391" y="88158"/>
                </a:lnTo>
                <a:lnTo>
                  <a:pt x="730208" y="87754"/>
                </a:lnTo>
                <a:lnTo>
                  <a:pt x="731033" y="87366"/>
                </a:lnTo>
                <a:lnTo>
                  <a:pt x="731865" y="86996"/>
                </a:lnTo>
                <a:lnTo>
                  <a:pt x="732705" y="86643"/>
                </a:lnTo>
                <a:lnTo>
                  <a:pt x="733552" y="86307"/>
                </a:lnTo>
                <a:lnTo>
                  <a:pt x="734407" y="85989"/>
                </a:lnTo>
                <a:lnTo>
                  <a:pt x="735269" y="85688"/>
                </a:lnTo>
                <a:lnTo>
                  <a:pt x="736139" y="85404"/>
                </a:lnTo>
                <a:lnTo>
                  <a:pt x="737017" y="85137"/>
                </a:lnTo>
                <a:lnTo>
                  <a:pt x="737902" y="84887"/>
                </a:lnTo>
                <a:lnTo>
                  <a:pt x="738794" y="84655"/>
                </a:lnTo>
                <a:lnTo>
                  <a:pt x="739694" y="84440"/>
                </a:lnTo>
                <a:lnTo>
                  <a:pt x="740602" y="84242"/>
                </a:lnTo>
                <a:lnTo>
                  <a:pt x="741517" y="84061"/>
                </a:lnTo>
                <a:lnTo>
                  <a:pt x="742439" y="83897"/>
                </a:lnTo>
                <a:lnTo>
                  <a:pt x="743370" y="83751"/>
                </a:lnTo>
                <a:lnTo>
                  <a:pt x="744307" y="83622"/>
                </a:lnTo>
                <a:lnTo>
                  <a:pt x="745253" y="83510"/>
                </a:lnTo>
                <a:lnTo>
                  <a:pt x="746205" y="83415"/>
                </a:lnTo>
                <a:lnTo>
                  <a:pt x="747166" y="83338"/>
                </a:lnTo>
                <a:lnTo>
                  <a:pt x="748133" y="83278"/>
                </a:lnTo>
                <a:lnTo>
                  <a:pt x="749109" y="83235"/>
                </a:lnTo>
                <a:lnTo>
                  <a:pt x="750092" y="83209"/>
                </a:lnTo>
                <a:lnTo>
                  <a:pt x="751082" y="83200"/>
                </a:lnTo>
                <a:lnTo>
                  <a:pt x="752390" y="83214"/>
                </a:lnTo>
                <a:lnTo>
                  <a:pt x="753679" y="83254"/>
                </a:lnTo>
                <a:lnTo>
                  <a:pt x="754949" y="83321"/>
                </a:lnTo>
                <a:lnTo>
                  <a:pt x="756201" y="83415"/>
                </a:lnTo>
                <a:lnTo>
                  <a:pt x="757435" y="83536"/>
                </a:lnTo>
                <a:lnTo>
                  <a:pt x="758650" y="83683"/>
                </a:lnTo>
                <a:lnTo>
                  <a:pt x="759846" y="83858"/>
                </a:lnTo>
                <a:lnTo>
                  <a:pt x="761024" y="84059"/>
                </a:lnTo>
                <a:lnTo>
                  <a:pt x="762183" y="84287"/>
                </a:lnTo>
                <a:lnTo>
                  <a:pt x="763323" y="84542"/>
                </a:lnTo>
                <a:lnTo>
                  <a:pt x="764446" y="84823"/>
                </a:lnTo>
                <a:lnTo>
                  <a:pt x="765549" y="85132"/>
                </a:lnTo>
                <a:lnTo>
                  <a:pt x="766634" y="85467"/>
                </a:lnTo>
                <a:lnTo>
                  <a:pt x="767700" y="85830"/>
                </a:lnTo>
                <a:lnTo>
                  <a:pt x="768748" y="86219"/>
                </a:lnTo>
                <a:lnTo>
                  <a:pt x="769777" y="86635"/>
                </a:lnTo>
                <a:lnTo>
                  <a:pt x="770788" y="87077"/>
                </a:lnTo>
                <a:lnTo>
                  <a:pt x="771780" y="87547"/>
                </a:lnTo>
                <a:lnTo>
                  <a:pt x="772754" y="88043"/>
                </a:lnTo>
                <a:lnTo>
                  <a:pt x="773709" y="88566"/>
                </a:lnTo>
                <a:lnTo>
                  <a:pt x="774645" y="89116"/>
                </a:lnTo>
                <a:lnTo>
                  <a:pt x="775563" y="89693"/>
                </a:lnTo>
                <a:lnTo>
                  <a:pt x="776463" y="90297"/>
                </a:lnTo>
                <a:lnTo>
                  <a:pt x="777343" y="90928"/>
                </a:lnTo>
                <a:lnTo>
                  <a:pt x="778206" y="91579"/>
                </a:lnTo>
                <a:lnTo>
                  <a:pt x="779051" y="92246"/>
                </a:lnTo>
                <a:lnTo>
                  <a:pt x="779878" y="92929"/>
                </a:lnTo>
                <a:lnTo>
                  <a:pt x="780687" y="93628"/>
                </a:lnTo>
                <a:lnTo>
                  <a:pt x="781479" y="94343"/>
                </a:lnTo>
                <a:lnTo>
                  <a:pt x="782253" y="95074"/>
                </a:lnTo>
                <a:lnTo>
                  <a:pt x="783009" y="95820"/>
                </a:lnTo>
                <a:lnTo>
                  <a:pt x="783747" y="96583"/>
                </a:lnTo>
                <a:lnTo>
                  <a:pt x="784468" y="97361"/>
                </a:lnTo>
                <a:lnTo>
                  <a:pt x="785171" y="98155"/>
                </a:lnTo>
                <a:lnTo>
                  <a:pt x="785856" y="98965"/>
                </a:lnTo>
                <a:lnTo>
                  <a:pt x="786523" y="99790"/>
                </a:lnTo>
                <a:lnTo>
                  <a:pt x="787173" y="100632"/>
                </a:lnTo>
                <a:lnTo>
                  <a:pt x="787805" y="101489"/>
                </a:lnTo>
                <a:lnTo>
                  <a:pt x="788419" y="102362"/>
                </a:lnTo>
                <a:lnTo>
                  <a:pt x="789015" y="103251"/>
                </a:lnTo>
                <a:lnTo>
                  <a:pt x="789594" y="104156"/>
                </a:lnTo>
                <a:lnTo>
                  <a:pt x="790155" y="105077"/>
                </a:lnTo>
                <a:lnTo>
                  <a:pt x="790698" y="106013"/>
                </a:lnTo>
                <a:lnTo>
                  <a:pt x="791223" y="106966"/>
                </a:lnTo>
                <a:lnTo>
                  <a:pt x="791731" y="107934"/>
                </a:lnTo>
                <a:lnTo>
                  <a:pt x="792220" y="108918"/>
                </a:lnTo>
                <a:lnTo>
                  <a:pt x="792693" y="109918"/>
                </a:lnTo>
                <a:lnTo>
                  <a:pt x="793147" y="110934"/>
                </a:lnTo>
                <a:lnTo>
                  <a:pt x="793584" y="111960"/>
                </a:lnTo>
                <a:lnTo>
                  <a:pt x="794003" y="112993"/>
                </a:lnTo>
                <a:lnTo>
                  <a:pt x="794404" y="114032"/>
                </a:lnTo>
                <a:lnTo>
                  <a:pt x="794789" y="115077"/>
                </a:lnTo>
                <a:lnTo>
                  <a:pt x="795155" y="116129"/>
                </a:lnTo>
                <a:lnTo>
                  <a:pt x="795505" y="117186"/>
                </a:lnTo>
                <a:lnTo>
                  <a:pt x="795837" y="118250"/>
                </a:lnTo>
                <a:lnTo>
                  <a:pt x="796151" y="119320"/>
                </a:lnTo>
                <a:lnTo>
                  <a:pt x="796448" y="120396"/>
                </a:lnTo>
                <a:lnTo>
                  <a:pt x="796727" y="121478"/>
                </a:lnTo>
                <a:lnTo>
                  <a:pt x="796989" y="122567"/>
                </a:lnTo>
                <a:lnTo>
                  <a:pt x="797233" y="123661"/>
                </a:lnTo>
                <a:lnTo>
                  <a:pt x="797460" y="124762"/>
                </a:lnTo>
                <a:lnTo>
                  <a:pt x="797670" y="125869"/>
                </a:lnTo>
                <a:lnTo>
                  <a:pt x="797861" y="126982"/>
                </a:lnTo>
                <a:lnTo>
                  <a:pt x="798036" y="128101"/>
                </a:lnTo>
                <a:lnTo>
                  <a:pt x="798193" y="129227"/>
                </a:lnTo>
                <a:lnTo>
                  <a:pt x="798332" y="130358"/>
                </a:lnTo>
                <a:lnTo>
                  <a:pt x="798454" y="131496"/>
                </a:lnTo>
                <a:lnTo>
                  <a:pt x="798559" y="132640"/>
                </a:lnTo>
                <a:lnTo>
                  <a:pt x="798646" y="133790"/>
                </a:lnTo>
                <a:lnTo>
                  <a:pt x="798715" y="134946"/>
                </a:lnTo>
                <a:lnTo>
                  <a:pt x="798767" y="136109"/>
                </a:lnTo>
                <a:lnTo>
                  <a:pt x="798802" y="137277"/>
                </a:lnTo>
                <a:lnTo>
                  <a:pt x="798802" y="139287"/>
                </a:lnTo>
                <a:lnTo>
                  <a:pt x="698522" y="139287"/>
                </a:lnTo>
                <a:lnTo>
                  <a:pt x="698598" y="138656"/>
                </a:lnTo>
                <a:lnTo>
                  <a:pt x="698753" y="137486"/>
                </a:lnTo>
                <a:lnTo>
                  <a:pt x="698921" y="136325"/>
                </a:lnTo>
                <a:close/>
                <a:moveTo>
                  <a:pt x="200868" y="70341"/>
                </a:moveTo>
                <a:lnTo>
                  <a:pt x="200868" y="237980"/>
                </a:lnTo>
                <a:lnTo>
                  <a:pt x="219460" y="237980"/>
                </a:lnTo>
                <a:lnTo>
                  <a:pt x="219460" y="70341"/>
                </a:lnTo>
                <a:lnTo>
                  <a:pt x="200868" y="70341"/>
                </a:lnTo>
                <a:close/>
                <a:moveTo>
                  <a:pt x="1100678" y="12395"/>
                </a:moveTo>
                <a:lnTo>
                  <a:pt x="1023365" y="12395"/>
                </a:lnTo>
                <a:lnTo>
                  <a:pt x="1004463" y="12395"/>
                </a:lnTo>
                <a:lnTo>
                  <a:pt x="927305" y="12395"/>
                </a:lnTo>
                <a:lnTo>
                  <a:pt x="927305" y="28818"/>
                </a:lnTo>
                <a:lnTo>
                  <a:pt x="1004463" y="28818"/>
                </a:lnTo>
                <a:lnTo>
                  <a:pt x="1004463" y="237980"/>
                </a:lnTo>
                <a:lnTo>
                  <a:pt x="1023365" y="237980"/>
                </a:lnTo>
                <a:lnTo>
                  <a:pt x="1023365" y="28818"/>
                </a:lnTo>
                <a:lnTo>
                  <a:pt x="1100678" y="28818"/>
                </a:lnTo>
                <a:lnTo>
                  <a:pt x="1100678" y="12395"/>
                </a:lnTo>
                <a:close/>
                <a:moveTo>
                  <a:pt x="1311351" y="119920"/>
                </a:moveTo>
                <a:lnTo>
                  <a:pt x="1311627" y="119059"/>
                </a:lnTo>
                <a:lnTo>
                  <a:pt x="1311913" y="118207"/>
                </a:lnTo>
                <a:lnTo>
                  <a:pt x="1312209" y="117365"/>
                </a:lnTo>
                <a:lnTo>
                  <a:pt x="1312515" y="116531"/>
                </a:lnTo>
                <a:lnTo>
                  <a:pt x="1312831" y="115705"/>
                </a:lnTo>
                <a:lnTo>
                  <a:pt x="1313157" y="114889"/>
                </a:lnTo>
                <a:lnTo>
                  <a:pt x="1313493" y="114082"/>
                </a:lnTo>
                <a:lnTo>
                  <a:pt x="1313839" y="113283"/>
                </a:lnTo>
                <a:lnTo>
                  <a:pt x="1314194" y="112494"/>
                </a:lnTo>
                <a:lnTo>
                  <a:pt x="1314560" y="111713"/>
                </a:lnTo>
                <a:lnTo>
                  <a:pt x="1314936" y="110941"/>
                </a:lnTo>
                <a:lnTo>
                  <a:pt x="1315321" y="110178"/>
                </a:lnTo>
                <a:lnTo>
                  <a:pt x="1315717" y="109424"/>
                </a:lnTo>
                <a:lnTo>
                  <a:pt x="1316122" y="108679"/>
                </a:lnTo>
                <a:lnTo>
                  <a:pt x="1316538" y="107943"/>
                </a:lnTo>
                <a:lnTo>
                  <a:pt x="1316963" y="107215"/>
                </a:lnTo>
                <a:lnTo>
                  <a:pt x="1317399" y="106497"/>
                </a:lnTo>
                <a:lnTo>
                  <a:pt x="1317844" y="105787"/>
                </a:lnTo>
                <a:lnTo>
                  <a:pt x="1318299" y="105086"/>
                </a:lnTo>
                <a:lnTo>
                  <a:pt x="1318764" y="104394"/>
                </a:lnTo>
                <a:lnTo>
                  <a:pt x="1319240" y="103711"/>
                </a:lnTo>
                <a:lnTo>
                  <a:pt x="1319725" y="103037"/>
                </a:lnTo>
                <a:lnTo>
                  <a:pt x="1320220" y="102371"/>
                </a:lnTo>
                <a:lnTo>
                  <a:pt x="1320725" y="101715"/>
                </a:lnTo>
                <a:lnTo>
                  <a:pt x="1321240" y="101069"/>
                </a:lnTo>
                <a:lnTo>
                  <a:pt x="1321766" y="100435"/>
                </a:lnTo>
                <a:lnTo>
                  <a:pt x="1322302" y="99812"/>
                </a:lnTo>
                <a:lnTo>
                  <a:pt x="1322849" y="99202"/>
                </a:lnTo>
                <a:lnTo>
                  <a:pt x="1323406" y="98603"/>
                </a:lnTo>
                <a:lnTo>
                  <a:pt x="1323973" y="98016"/>
                </a:lnTo>
                <a:lnTo>
                  <a:pt x="1324552" y="97441"/>
                </a:lnTo>
                <a:lnTo>
                  <a:pt x="1325140" y="96877"/>
                </a:lnTo>
                <a:lnTo>
                  <a:pt x="1325740" y="96326"/>
                </a:lnTo>
                <a:lnTo>
                  <a:pt x="1326349" y="95786"/>
                </a:lnTo>
                <a:lnTo>
                  <a:pt x="1326969" y="95259"/>
                </a:lnTo>
                <a:lnTo>
                  <a:pt x="1327600" y="94743"/>
                </a:lnTo>
                <a:lnTo>
                  <a:pt x="1328241" y="94239"/>
                </a:lnTo>
                <a:lnTo>
                  <a:pt x="1328893" y="93747"/>
                </a:lnTo>
                <a:lnTo>
                  <a:pt x="1329555" y="93266"/>
                </a:lnTo>
                <a:lnTo>
                  <a:pt x="1330227" y="92798"/>
                </a:lnTo>
                <a:lnTo>
                  <a:pt x="1330910" y="92341"/>
                </a:lnTo>
                <a:lnTo>
                  <a:pt x="1331604" y="91896"/>
                </a:lnTo>
                <a:lnTo>
                  <a:pt x="1332308" y="91463"/>
                </a:lnTo>
                <a:lnTo>
                  <a:pt x="1333023" y="91042"/>
                </a:lnTo>
                <a:lnTo>
                  <a:pt x="1333748" y="90632"/>
                </a:lnTo>
                <a:lnTo>
                  <a:pt x="1334483" y="90235"/>
                </a:lnTo>
                <a:lnTo>
                  <a:pt x="1335229" y="89849"/>
                </a:lnTo>
                <a:lnTo>
                  <a:pt x="1335986" y="89475"/>
                </a:lnTo>
                <a:lnTo>
                  <a:pt x="1336752" y="89115"/>
                </a:lnTo>
                <a:lnTo>
                  <a:pt x="1337529" y="88770"/>
                </a:lnTo>
                <a:lnTo>
                  <a:pt x="1338315" y="88440"/>
                </a:lnTo>
                <a:lnTo>
                  <a:pt x="1339110" y="88126"/>
                </a:lnTo>
                <a:lnTo>
                  <a:pt x="1339916" y="87827"/>
                </a:lnTo>
                <a:lnTo>
                  <a:pt x="1340731" y="87543"/>
                </a:lnTo>
                <a:lnTo>
                  <a:pt x="1341555" y="87275"/>
                </a:lnTo>
                <a:lnTo>
                  <a:pt x="1342390" y="87022"/>
                </a:lnTo>
                <a:lnTo>
                  <a:pt x="1343234" y="86784"/>
                </a:lnTo>
                <a:lnTo>
                  <a:pt x="1344088" y="86562"/>
                </a:lnTo>
                <a:lnTo>
                  <a:pt x="1344951" y="86355"/>
                </a:lnTo>
                <a:lnTo>
                  <a:pt x="1345824" y="86163"/>
                </a:lnTo>
                <a:lnTo>
                  <a:pt x="1346707" y="85987"/>
                </a:lnTo>
                <a:lnTo>
                  <a:pt x="1347599" y="85826"/>
                </a:lnTo>
                <a:lnTo>
                  <a:pt x="1348502" y="85680"/>
                </a:lnTo>
                <a:lnTo>
                  <a:pt x="1349414" y="85550"/>
                </a:lnTo>
                <a:lnTo>
                  <a:pt x="1350335" y="85435"/>
                </a:lnTo>
                <a:lnTo>
                  <a:pt x="1351266" y="85335"/>
                </a:lnTo>
                <a:lnTo>
                  <a:pt x="1352207" y="85251"/>
                </a:lnTo>
                <a:lnTo>
                  <a:pt x="1353158" y="85182"/>
                </a:lnTo>
                <a:lnTo>
                  <a:pt x="1354118" y="85128"/>
                </a:lnTo>
                <a:lnTo>
                  <a:pt x="1355088" y="85090"/>
                </a:lnTo>
                <a:lnTo>
                  <a:pt x="1356068" y="85067"/>
                </a:lnTo>
                <a:lnTo>
                  <a:pt x="1357057" y="85059"/>
                </a:lnTo>
                <a:lnTo>
                  <a:pt x="1357353" y="85060"/>
                </a:lnTo>
                <a:lnTo>
                  <a:pt x="1357647" y="85062"/>
                </a:lnTo>
                <a:lnTo>
                  <a:pt x="1357938" y="85064"/>
                </a:lnTo>
                <a:lnTo>
                  <a:pt x="1358228" y="85068"/>
                </a:lnTo>
                <a:lnTo>
                  <a:pt x="1358515" y="85073"/>
                </a:lnTo>
                <a:lnTo>
                  <a:pt x="1358800" y="85079"/>
                </a:lnTo>
                <a:lnTo>
                  <a:pt x="1359083" y="85086"/>
                </a:lnTo>
                <a:lnTo>
                  <a:pt x="1359364" y="85094"/>
                </a:lnTo>
                <a:lnTo>
                  <a:pt x="1359642" y="85103"/>
                </a:lnTo>
                <a:lnTo>
                  <a:pt x="1359919" y="85113"/>
                </a:lnTo>
                <a:lnTo>
                  <a:pt x="1360193" y="85124"/>
                </a:lnTo>
                <a:lnTo>
                  <a:pt x="1360466" y="85137"/>
                </a:lnTo>
                <a:lnTo>
                  <a:pt x="1360736" y="85150"/>
                </a:lnTo>
                <a:lnTo>
                  <a:pt x="1361004" y="85165"/>
                </a:lnTo>
                <a:lnTo>
                  <a:pt x="1361269" y="85180"/>
                </a:lnTo>
                <a:lnTo>
                  <a:pt x="1361533" y="85197"/>
                </a:lnTo>
                <a:lnTo>
                  <a:pt x="1361794" y="85215"/>
                </a:lnTo>
                <a:lnTo>
                  <a:pt x="1362054" y="85234"/>
                </a:lnTo>
                <a:lnTo>
                  <a:pt x="1362311" y="85254"/>
                </a:lnTo>
                <a:lnTo>
                  <a:pt x="1362566" y="85275"/>
                </a:lnTo>
                <a:lnTo>
                  <a:pt x="1362819" y="85297"/>
                </a:lnTo>
                <a:lnTo>
                  <a:pt x="1363069" y="85320"/>
                </a:lnTo>
                <a:lnTo>
                  <a:pt x="1363318" y="85344"/>
                </a:lnTo>
                <a:lnTo>
                  <a:pt x="1363564" y="85369"/>
                </a:lnTo>
                <a:lnTo>
                  <a:pt x="1363810" y="85395"/>
                </a:lnTo>
                <a:lnTo>
                  <a:pt x="1364055" y="85422"/>
                </a:lnTo>
                <a:lnTo>
                  <a:pt x="1364300" y="85449"/>
                </a:lnTo>
                <a:lnTo>
                  <a:pt x="1364546" y="85477"/>
                </a:lnTo>
                <a:lnTo>
                  <a:pt x="1364791" y="85505"/>
                </a:lnTo>
                <a:lnTo>
                  <a:pt x="1365036" y="85534"/>
                </a:lnTo>
                <a:lnTo>
                  <a:pt x="1365281" y="85563"/>
                </a:lnTo>
                <a:lnTo>
                  <a:pt x="1365527" y="85593"/>
                </a:lnTo>
                <a:lnTo>
                  <a:pt x="1365772" y="85623"/>
                </a:lnTo>
                <a:lnTo>
                  <a:pt x="1366017" y="85654"/>
                </a:lnTo>
                <a:lnTo>
                  <a:pt x="1366263" y="85686"/>
                </a:lnTo>
                <a:lnTo>
                  <a:pt x="1366508" y="85718"/>
                </a:lnTo>
                <a:lnTo>
                  <a:pt x="1366753" y="85750"/>
                </a:lnTo>
                <a:lnTo>
                  <a:pt x="1366999" y="85783"/>
                </a:lnTo>
                <a:lnTo>
                  <a:pt x="1367244" y="85817"/>
                </a:lnTo>
                <a:lnTo>
                  <a:pt x="1367489" y="85851"/>
                </a:lnTo>
                <a:lnTo>
                  <a:pt x="1367735" y="85886"/>
                </a:lnTo>
                <a:lnTo>
                  <a:pt x="1367980" y="85921"/>
                </a:lnTo>
                <a:lnTo>
                  <a:pt x="1368225" y="85957"/>
                </a:lnTo>
                <a:lnTo>
                  <a:pt x="1368471" y="85993"/>
                </a:lnTo>
                <a:lnTo>
                  <a:pt x="1368716" y="86030"/>
                </a:lnTo>
                <a:lnTo>
                  <a:pt x="1368961" y="86068"/>
                </a:lnTo>
                <a:lnTo>
                  <a:pt x="1369206" y="86105"/>
                </a:lnTo>
                <a:lnTo>
                  <a:pt x="1369452" y="86144"/>
                </a:lnTo>
                <a:lnTo>
                  <a:pt x="1370072" y="69101"/>
                </a:lnTo>
                <a:lnTo>
                  <a:pt x="1369914" y="69037"/>
                </a:lnTo>
                <a:lnTo>
                  <a:pt x="1369750" y="68974"/>
                </a:lnTo>
                <a:lnTo>
                  <a:pt x="1369581" y="68911"/>
                </a:lnTo>
                <a:lnTo>
                  <a:pt x="1369407" y="68849"/>
                </a:lnTo>
                <a:lnTo>
                  <a:pt x="1369226" y="68788"/>
                </a:lnTo>
                <a:lnTo>
                  <a:pt x="1369040" y="68728"/>
                </a:lnTo>
                <a:lnTo>
                  <a:pt x="1368849" y="68669"/>
                </a:lnTo>
                <a:lnTo>
                  <a:pt x="1368651" y="68610"/>
                </a:lnTo>
                <a:lnTo>
                  <a:pt x="1368448" y="68553"/>
                </a:lnTo>
                <a:lnTo>
                  <a:pt x="1368240" y="68496"/>
                </a:lnTo>
                <a:lnTo>
                  <a:pt x="1368026" y="68440"/>
                </a:lnTo>
                <a:lnTo>
                  <a:pt x="1367806" y="68384"/>
                </a:lnTo>
                <a:lnTo>
                  <a:pt x="1367580" y="68330"/>
                </a:lnTo>
                <a:lnTo>
                  <a:pt x="1367349" y="68276"/>
                </a:lnTo>
                <a:lnTo>
                  <a:pt x="1367112" y="68224"/>
                </a:lnTo>
                <a:lnTo>
                  <a:pt x="1366870" y="68171"/>
                </a:lnTo>
                <a:lnTo>
                  <a:pt x="1366621" y="68120"/>
                </a:lnTo>
                <a:lnTo>
                  <a:pt x="1366368" y="68070"/>
                </a:lnTo>
                <a:lnTo>
                  <a:pt x="1366108" y="68020"/>
                </a:lnTo>
                <a:lnTo>
                  <a:pt x="1365843" y="67971"/>
                </a:lnTo>
                <a:lnTo>
                  <a:pt x="1365572" y="67923"/>
                </a:lnTo>
                <a:lnTo>
                  <a:pt x="1365296" y="67876"/>
                </a:lnTo>
                <a:lnTo>
                  <a:pt x="1365014" y="67830"/>
                </a:lnTo>
                <a:lnTo>
                  <a:pt x="1364726" y="67784"/>
                </a:lnTo>
                <a:lnTo>
                  <a:pt x="1364436" y="67740"/>
                </a:lnTo>
                <a:lnTo>
                  <a:pt x="1364146" y="67697"/>
                </a:lnTo>
                <a:lnTo>
                  <a:pt x="1363856" y="67657"/>
                </a:lnTo>
                <a:lnTo>
                  <a:pt x="1363566" y="67618"/>
                </a:lnTo>
                <a:lnTo>
                  <a:pt x="1363277" y="67582"/>
                </a:lnTo>
                <a:lnTo>
                  <a:pt x="1362988" y="67547"/>
                </a:lnTo>
                <a:lnTo>
                  <a:pt x="1362699" y="67514"/>
                </a:lnTo>
                <a:lnTo>
                  <a:pt x="1362411" y="67483"/>
                </a:lnTo>
                <a:lnTo>
                  <a:pt x="1362123" y="67454"/>
                </a:lnTo>
                <a:lnTo>
                  <a:pt x="1361835" y="67426"/>
                </a:lnTo>
                <a:lnTo>
                  <a:pt x="1361547" y="67401"/>
                </a:lnTo>
                <a:lnTo>
                  <a:pt x="1361260" y="67377"/>
                </a:lnTo>
                <a:lnTo>
                  <a:pt x="1360972" y="67356"/>
                </a:lnTo>
                <a:lnTo>
                  <a:pt x="1360686" y="67336"/>
                </a:lnTo>
                <a:lnTo>
                  <a:pt x="1360399" y="67318"/>
                </a:lnTo>
                <a:lnTo>
                  <a:pt x="1360113" y="67302"/>
                </a:lnTo>
                <a:lnTo>
                  <a:pt x="1359827" y="67288"/>
                </a:lnTo>
                <a:lnTo>
                  <a:pt x="1359541" y="67276"/>
                </a:lnTo>
                <a:lnTo>
                  <a:pt x="1359255" y="67265"/>
                </a:lnTo>
                <a:lnTo>
                  <a:pt x="1358970" y="67257"/>
                </a:lnTo>
                <a:lnTo>
                  <a:pt x="1358685" y="67250"/>
                </a:lnTo>
                <a:lnTo>
                  <a:pt x="1358400" y="67246"/>
                </a:lnTo>
                <a:lnTo>
                  <a:pt x="1358116" y="67243"/>
                </a:lnTo>
                <a:lnTo>
                  <a:pt x="1357832" y="67242"/>
                </a:lnTo>
                <a:lnTo>
                  <a:pt x="1356612" y="67252"/>
                </a:lnTo>
                <a:lnTo>
                  <a:pt x="1355406" y="67283"/>
                </a:lnTo>
                <a:lnTo>
                  <a:pt x="1354214" y="67334"/>
                </a:lnTo>
                <a:lnTo>
                  <a:pt x="1353035" y="67405"/>
                </a:lnTo>
                <a:lnTo>
                  <a:pt x="1351870" y="67497"/>
                </a:lnTo>
                <a:lnTo>
                  <a:pt x="1350719" y="67610"/>
                </a:lnTo>
                <a:lnTo>
                  <a:pt x="1349582" y="67743"/>
                </a:lnTo>
                <a:lnTo>
                  <a:pt x="1348458" y="67896"/>
                </a:lnTo>
                <a:lnTo>
                  <a:pt x="1347348" y="68070"/>
                </a:lnTo>
                <a:lnTo>
                  <a:pt x="1346252" y="68264"/>
                </a:lnTo>
                <a:lnTo>
                  <a:pt x="1345169" y="68479"/>
                </a:lnTo>
                <a:lnTo>
                  <a:pt x="1344101" y="68714"/>
                </a:lnTo>
                <a:lnTo>
                  <a:pt x="1343045" y="68969"/>
                </a:lnTo>
                <a:lnTo>
                  <a:pt x="1342004" y="69245"/>
                </a:lnTo>
                <a:lnTo>
                  <a:pt x="1340976" y="69542"/>
                </a:lnTo>
                <a:lnTo>
                  <a:pt x="1339962" y="69859"/>
                </a:lnTo>
                <a:lnTo>
                  <a:pt x="1338962" y="70196"/>
                </a:lnTo>
                <a:lnTo>
                  <a:pt x="1337976" y="70554"/>
                </a:lnTo>
                <a:lnTo>
                  <a:pt x="1337003" y="70932"/>
                </a:lnTo>
                <a:lnTo>
                  <a:pt x="1336044" y="71330"/>
                </a:lnTo>
                <a:lnTo>
                  <a:pt x="1335099" y="71749"/>
                </a:lnTo>
                <a:lnTo>
                  <a:pt x="1334167" y="72189"/>
                </a:lnTo>
                <a:lnTo>
                  <a:pt x="1333249" y="72649"/>
                </a:lnTo>
                <a:lnTo>
                  <a:pt x="1332345" y="73129"/>
                </a:lnTo>
                <a:lnTo>
                  <a:pt x="1331454" y="73628"/>
                </a:lnTo>
                <a:lnTo>
                  <a:pt x="1330577" y="74143"/>
                </a:lnTo>
                <a:lnTo>
                  <a:pt x="1329712" y="74675"/>
                </a:lnTo>
                <a:lnTo>
                  <a:pt x="1328861" y="75223"/>
                </a:lnTo>
                <a:lnTo>
                  <a:pt x="1328023" y="75788"/>
                </a:lnTo>
                <a:lnTo>
                  <a:pt x="1327198" y="76368"/>
                </a:lnTo>
                <a:lnTo>
                  <a:pt x="1326386" y="76966"/>
                </a:lnTo>
                <a:lnTo>
                  <a:pt x="1325588" y="77579"/>
                </a:lnTo>
                <a:lnTo>
                  <a:pt x="1324803" y="78210"/>
                </a:lnTo>
                <a:lnTo>
                  <a:pt x="1324031" y="78856"/>
                </a:lnTo>
                <a:lnTo>
                  <a:pt x="1323272" y="79519"/>
                </a:lnTo>
                <a:lnTo>
                  <a:pt x="1322526" y="80198"/>
                </a:lnTo>
                <a:lnTo>
                  <a:pt x="1321793" y="80894"/>
                </a:lnTo>
                <a:lnTo>
                  <a:pt x="1321074" y="81606"/>
                </a:lnTo>
                <a:lnTo>
                  <a:pt x="1320368" y="82335"/>
                </a:lnTo>
                <a:lnTo>
                  <a:pt x="1319675" y="83080"/>
                </a:lnTo>
                <a:lnTo>
                  <a:pt x="1318995" y="83841"/>
                </a:lnTo>
                <a:lnTo>
                  <a:pt x="1318328" y="84619"/>
                </a:lnTo>
                <a:lnTo>
                  <a:pt x="1317675" y="85413"/>
                </a:lnTo>
                <a:lnTo>
                  <a:pt x="1317034" y="86224"/>
                </a:lnTo>
                <a:lnTo>
                  <a:pt x="1316407" y="87051"/>
                </a:lnTo>
                <a:lnTo>
                  <a:pt x="1315793" y="87894"/>
                </a:lnTo>
                <a:lnTo>
                  <a:pt x="1315192" y="88754"/>
                </a:lnTo>
                <a:lnTo>
                  <a:pt x="1314605" y="89630"/>
                </a:lnTo>
                <a:lnTo>
                  <a:pt x="1314030" y="90520"/>
                </a:lnTo>
                <a:lnTo>
                  <a:pt x="1313467" y="91423"/>
                </a:lnTo>
                <a:lnTo>
                  <a:pt x="1312917" y="92338"/>
                </a:lnTo>
                <a:lnTo>
                  <a:pt x="1312380" y="93264"/>
                </a:lnTo>
                <a:lnTo>
                  <a:pt x="1311854" y="94203"/>
                </a:lnTo>
                <a:lnTo>
                  <a:pt x="1311341" y="95154"/>
                </a:lnTo>
                <a:lnTo>
                  <a:pt x="1310841" y="96117"/>
                </a:lnTo>
                <a:lnTo>
                  <a:pt x="1310561" y="96677"/>
                </a:lnTo>
                <a:lnTo>
                  <a:pt x="1310267" y="70341"/>
                </a:lnTo>
                <a:lnTo>
                  <a:pt x="1292139" y="70341"/>
                </a:lnTo>
                <a:lnTo>
                  <a:pt x="1292139" y="237980"/>
                </a:lnTo>
                <a:lnTo>
                  <a:pt x="1310576" y="237980"/>
                </a:lnTo>
                <a:lnTo>
                  <a:pt x="1310576" y="122560"/>
                </a:lnTo>
                <a:lnTo>
                  <a:pt x="1310581" y="122542"/>
                </a:lnTo>
                <a:lnTo>
                  <a:pt x="1310828" y="121662"/>
                </a:lnTo>
                <a:lnTo>
                  <a:pt x="1311085" y="120788"/>
                </a:lnTo>
                <a:lnTo>
                  <a:pt x="1311351" y="119920"/>
                </a:lnTo>
                <a:close/>
                <a:moveTo>
                  <a:pt x="1417553" y="119567"/>
                </a:moveTo>
                <a:lnTo>
                  <a:pt x="1417910" y="118719"/>
                </a:lnTo>
                <a:lnTo>
                  <a:pt x="1418279" y="117876"/>
                </a:lnTo>
                <a:lnTo>
                  <a:pt x="1418658" y="117036"/>
                </a:lnTo>
                <a:lnTo>
                  <a:pt x="1419049" y="116201"/>
                </a:lnTo>
                <a:lnTo>
                  <a:pt x="1419451" y="115371"/>
                </a:lnTo>
                <a:lnTo>
                  <a:pt x="1419864" y="114544"/>
                </a:lnTo>
                <a:lnTo>
                  <a:pt x="1420287" y="113722"/>
                </a:lnTo>
                <a:lnTo>
                  <a:pt x="1420722" y="112905"/>
                </a:lnTo>
                <a:lnTo>
                  <a:pt x="1421168" y="112091"/>
                </a:lnTo>
                <a:lnTo>
                  <a:pt x="1421625" y="111282"/>
                </a:lnTo>
                <a:lnTo>
                  <a:pt x="1422093" y="110477"/>
                </a:lnTo>
                <a:lnTo>
                  <a:pt x="1422572" y="109677"/>
                </a:lnTo>
                <a:lnTo>
                  <a:pt x="1423062" y="108881"/>
                </a:lnTo>
                <a:lnTo>
                  <a:pt x="1423563" y="108089"/>
                </a:lnTo>
                <a:lnTo>
                  <a:pt x="1424075" y="107301"/>
                </a:lnTo>
                <a:lnTo>
                  <a:pt x="1424598" y="106518"/>
                </a:lnTo>
                <a:lnTo>
                  <a:pt x="1425132" y="105739"/>
                </a:lnTo>
                <a:lnTo>
                  <a:pt x="1425677" y="104964"/>
                </a:lnTo>
                <a:lnTo>
                  <a:pt x="1426233" y="104194"/>
                </a:lnTo>
                <a:lnTo>
                  <a:pt x="1426800" y="103432"/>
                </a:lnTo>
                <a:lnTo>
                  <a:pt x="1427379" y="102681"/>
                </a:lnTo>
                <a:lnTo>
                  <a:pt x="1427969" y="101942"/>
                </a:lnTo>
                <a:lnTo>
                  <a:pt x="1428570" y="101216"/>
                </a:lnTo>
                <a:lnTo>
                  <a:pt x="1429182" y="100501"/>
                </a:lnTo>
                <a:lnTo>
                  <a:pt x="1429806" y="99798"/>
                </a:lnTo>
                <a:lnTo>
                  <a:pt x="1430441" y="99106"/>
                </a:lnTo>
                <a:lnTo>
                  <a:pt x="1431088" y="98427"/>
                </a:lnTo>
                <a:lnTo>
                  <a:pt x="1431745" y="97759"/>
                </a:lnTo>
                <a:lnTo>
                  <a:pt x="1432414" y="97103"/>
                </a:lnTo>
                <a:lnTo>
                  <a:pt x="1433095" y="96459"/>
                </a:lnTo>
                <a:lnTo>
                  <a:pt x="1433786" y="95827"/>
                </a:lnTo>
                <a:lnTo>
                  <a:pt x="1434489" y="95207"/>
                </a:lnTo>
                <a:lnTo>
                  <a:pt x="1435203" y="94599"/>
                </a:lnTo>
                <a:lnTo>
                  <a:pt x="1435929" y="94002"/>
                </a:lnTo>
                <a:lnTo>
                  <a:pt x="1436665" y="93417"/>
                </a:lnTo>
                <a:lnTo>
                  <a:pt x="1437413" y="92844"/>
                </a:lnTo>
                <a:lnTo>
                  <a:pt x="1438173" y="92283"/>
                </a:lnTo>
                <a:lnTo>
                  <a:pt x="1438943" y="91734"/>
                </a:lnTo>
                <a:lnTo>
                  <a:pt x="1439725" y="91197"/>
                </a:lnTo>
                <a:lnTo>
                  <a:pt x="1440519" y="90671"/>
                </a:lnTo>
                <a:lnTo>
                  <a:pt x="1441323" y="90157"/>
                </a:lnTo>
                <a:lnTo>
                  <a:pt x="1442139" y="89655"/>
                </a:lnTo>
                <a:lnTo>
                  <a:pt x="1442966" y="89165"/>
                </a:lnTo>
                <a:lnTo>
                  <a:pt x="1443805" y="88691"/>
                </a:lnTo>
                <a:lnTo>
                  <a:pt x="1444655" y="88237"/>
                </a:lnTo>
                <a:lnTo>
                  <a:pt x="1445516" y="87803"/>
                </a:lnTo>
                <a:lnTo>
                  <a:pt x="1446390" y="87390"/>
                </a:lnTo>
                <a:lnTo>
                  <a:pt x="1447275" y="86996"/>
                </a:lnTo>
                <a:lnTo>
                  <a:pt x="1448171" y="86623"/>
                </a:lnTo>
                <a:lnTo>
                  <a:pt x="1449079" y="86270"/>
                </a:lnTo>
                <a:lnTo>
                  <a:pt x="1449998" y="85937"/>
                </a:lnTo>
                <a:lnTo>
                  <a:pt x="1450929" y="85625"/>
                </a:lnTo>
                <a:lnTo>
                  <a:pt x="1451872" y="85332"/>
                </a:lnTo>
                <a:lnTo>
                  <a:pt x="1452826" y="85060"/>
                </a:lnTo>
                <a:lnTo>
                  <a:pt x="1453792" y="84808"/>
                </a:lnTo>
                <a:lnTo>
                  <a:pt x="1454770" y="84576"/>
                </a:lnTo>
                <a:lnTo>
                  <a:pt x="1455758" y="84364"/>
                </a:lnTo>
                <a:lnTo>
                  <a:pt x="1456759" y="84172"/>
                </a:lnTo>
                <a:lnTo>
                  <a:pt x="1457771" y="84001"/>
                </a:lnTo>
                <a:lnTo>
                  <a:pt x="1458795" y="83849"/>
                </a:lnTo>
                <a:lnTo>
                  <a:pt x="1459830" y="83718"/>
                </a:lnTo>
                <a:lnTo>
                  <a:pt x="1460877" y="83607"/>
                </a:lnTo>
                <a:lnTo>
                  <a:pt x="1461935" y="83516"/>
                </a:lnTo>
                <a:lnTo>
                  <a:pt x="1463005" y="83446"/>
                </a:lnTo>
                <a:lnTo>
                  <a:pt x="1464086" y="83395"/>
                </a:lnTo>
                <a:lnTo>
                  <a:pt x="1465179" y="83365"/>
                </a:lnTo>
                <a:lnTo>
                  <a:pt x="1466284" y="83355"/>
                </a:lnTo>
                <a:lnTo>
                  <a:pt x="1467285" y="83362"/>
                </a:lnTo>
                <a:lnTo>
                  <a:pt x="1468275" y="83384"/>
                </a:lnTo>
                <a:lnTo>
                  <a:pt x="1469254" y="83420"/>
                </a:lnTo>
                <a:lnTo>
                  <a:pt x="1470222" y="83471"/>
                </a:lnTo>
                <a:lnTo>
                  <a:pt x="1471178" y="83537"/>
                </a:lnTo>
                <a:lnTo>
                  <a:pt x="1472123" y="83617"/>
                </a:lnTo>
                <a:lnTo>
                  <a:pt x="1473057" y="83711"/>
                </a:lnTo>
                <a:lnTo>
                  <a:pt x="1473979" y="83820"/>
                </a:lnTo>
                <a:lnTo>
                  <a:pt x="1474890" y="83943"/>
                </a:lnTo>
                <a:lnTo>
                  <a:pt x="1475790" y="84081"/>
                </a:lnTo>
                <a:lnTo>
                  <a:pt x="1476678" y="84234"/>
                </a:lnTo>
                <a:lnTo>
                  <a:pt x="1477555" y="84401"/>
                </a:lnTo>
                <a:lnTo>
                  <a:pt x="1478421" y="84582"/>
                </a:lnTo>
                <a:lnTo>
                  <a:pt x="1479276" y="84779"/>
                </a:lnTo>
                <a:lnTo>
                  <a:pt x="1480119" y="84989"/>
                </a:lnTo>
                <a:lnTo>
                  <a:pt x="1480951" y="85214"/>
                </a:lnTo>
                <a:lnTo>
                  <a:pt x="1481772" y="85454"/>
                </a:lnTo>
                <a:lnTo>
                  <a:pt x="1482581" y="85708"/>
                </a:lnTo>
                <a:lnTo>
                  <a:pt x="1483379" y="85977"/>
                </a:lnTo>
                <a:lnTo>
                  <a:pt x="1484166" y="86260"/>
                </a:lnTo>
                <a:lnTo>
                  <a:pt x="1484941" y="86558"/>
                </a:lnTo>
                <a:lnTo>
                  <a:pt x="1485706" y="86870"/>
                </a:lnTo>
                <a:lnTo>
                  <a:pt x="1486458" y="87197"/>
                </a:lnTo>
                <a:lnTo>
                  <a:pt x="1487200" y="87538"/>
                </a:lnTo>
                <a:lnTo>
                  <a:pt x="1487929" y="87897"/>
                </a:lnTo>
                <a:lnTo>
                  <a:pt x="1488644" y="88275"/>
                </a:lnTo>
                <a:lnTo>
                  <a:pt x="1489345" y="88673"/>
                </a:lnTo>
                <a:lnTo>
                  <a:pt x="1490032" y="89090"/>
                </a:lnTo>
                <a:lnTo>
                  <a:pt x="1490705" y="89527"/>
                </a:lnTo>
                <a:lnTo>
                  <a:pt x="1491364" y="89983"/>
                </a:lnTo>
                <a:lnTo>
                  <a:pt x="1492009" y="90460"/>
                </a:lnTo>
                <a:lnTo>
                  <a:pt x="1492640" y="90956"/>
                </a:lnTo>
                <a:lnTo>
                  <a:pt x="1493257" y="91471"/>
                </a:lnTo>
                <a:lnTo>
                  <a:pt x="1493860" y="92006"/>
                </a:lnTo>
                <a:lnTo>
                  <a:pt x="1494449" y="92561"/>
                </a:lnTo>
                <a:lnTo>
                  <a:pt x="1495024" y="93135"/>
                </a:lnTo>
                <a:lnTo>
                  <a:pt x="1495585" y="93729"/>
                </a:lnTo>
                <a:lnTo>
                  <a:pt x="1496132" y="94343"/>
                </a:lnTo>
                <a:lnTo>
                  <a:pt x="1496666" y="94976"/>
                </a:lnTo>
                <a:lnTo>
                  <a:pt x="1497185" y="95629"/>
                </a:lnTo>
                <a:lnTo>
                  <a:pt x="1497690" y="96302"/>
                </a:lnTo>
                <a:lnTo>
                  <a:pt x="1498181" y="96994"/>
                </a:lnTo>
                <a:lnTo>
                  <a:pt x="1498658" y="97706"/>
                </a:lnTo>
                <a:lnTo>
                  <a:pt x="1499121" y="98438"/>
                </a:lnTo>
                <a:lnTo>
                  <a:pt x="1499571" y="99189"/>
                </a:lnTo>
                <a:lnTo>
                  <a:pt x="1500006" y="99960"/>
                </a:lnTo>
                <a:lnTo>
                  <a:pt x="1500427" y="100750"/>
                </a:lnTo>
                <a:lnTo>
                  <a:pt x="1500834" y="101560"/>
                </a:lnTo>
                <a:lnTo>
                  <a:pt x="1501226" y="102393"/>
                </a:lnTo>
                <a:lnTo>
                  <a:pt x="1501601" y="103251"/>
                </a:lnTo>
                <a:lnTo>
                  <a:pt x="1501960" y="104135"/>
                </a:lnTo>
                <a:lnTo>
                  <a:pt x="1502302" y="105044"/>
                </a:lnTo>
                <a:lnTo>
                  <a:pt x="1502627" y="105979"/>
                </a:lnTo>
                <a:lnTo>
                  <a:pt x="1502936" y="106939"/>
                </a:lnTo>
                <a:lnTo>
                  <a:pt x="1503227" y="107925"/>
                </a:lnTo>
                <a:lnTo>
                  <a:pt x="1503503" y="108937"/>
                </a:lnTo>
                <a:lnTo>
                  <a:pt x="1503761" y="109974"/>
                </a:lnTo>
                <a:lnTo>
                  <a:pt x="1504003" y="111036"/>
                </a:lnTo>
                <a:lnTo>
                  <a:pt x="1504228" y="112124"/>
                </a:lnTo>
                <a:lnTo>
                  <a:pt x="1504437" y="113238"/>
                </a:lnTo>
                <a:lnTo>
                  <a:pt x="1504628" y="114377"/>
                </a:lnTo>
                <a:lnTo>
                  <a:pt x="1504803" y="115542"/>
                </a:lnTo>
                <a:lnTo>
                  <a:pt x="1504962" y="116733"/>
                </a:lnTo>
                <a:lnTo>
                  <a:pt x="1505104" y="117949"/>
                </a:lnTo>
                <a:lnTo>
                  <a:pt x="1505229" y="119190"/>
                </a:lnTo>
                <a:lnTo>
                  <a:pt x="1505337" y="120457"/>
                </a:lnTo>
                <a:lnTo>
                  <a:pt x="1505429" y="121750"/>
                </a:lnTo>
                <a:lnTo>
                  <a:pt x="1505504" y="123068"/>
                </a:lnTo>
                <a:lnTo>
                  <a:pt x="1505562" y="124412"/>
                </a:lnTo>
                <a:lnTo>
                  <a:pt x="1505604" y="125781"/>
                </a:lnTo>
                <a:lnTo>
                  <a:pt x="1505629" y="127176"/>
                </a:lnTo>
                <a:lnTo>
                  <a:pt x="1505637" y="128596"/>
                </a:lnTo>
                <a:lnTo>
                  <a:pt x="1505637" y="237980"/>
                </a:lnTo>
                <a:lnTo>
                  <a:pt x="1524230" y="237980"/>
                </a:lnTo>
                <a:lnTo>
                  <a:pt x="1524230" y="128751"/>
                </a:lnTo>
                <a:lnTo>
                  <a:pt x="1524223" y="127378"/>
                </a:lnTo>
                <a:lnTo>
                  <a:pt x="1524204" y="126022"/>
                </a:lnTo>
                <a:lnTo>
                  <a:pt x="1524173" y="124683"/>
                </a:lnTo>
                <a:lnTo>
                  <a:pt x="1524128" y="123361"/>
                </a:lnTo>
                <a:lnTo>
                  <a:pt x="1524072" y="122055"/>
                </a:lnTo>
                <a:lnTo>
                  <a:pt x="1524002" y="120767"/>
                </a:lnTo>
                <a:lnTo>
                  <a:pt x="1523920" y="119496"/>
                </a:lnTo>
                <a:lnTo>
                  <a:pt x="1523825" y="118241"/>
                </a:lnTo>
                <a:lnTo>
                  <a:pt x="1523718" y="117004"/>
                </a:lnTo>
                <a:lnTo>
                  <a:pt x="1523597" y="115783"/>
                </a:lnTo>
                <a:lnTo>
                  <a:pt x="1523465" y="114580"/>
                </a:lnTo>
                <a:lnTo>
                  <a:pt x="1523319" y="113393"/>
                </a:lnTo>
                <a:lnTo>
                  <a:pt x="1523161" y="112223"/>
                </a:lnTo>
                <a:lnTo>
                  <a:pt x="1522991" y="111071"/>
                </a:lnTo>
                <a:lnTo>
                  <a:pt x="1522807" y="109935"/>
                </a:lnTo>
                <a:lnTo>
                  <a:pt x="1522611" y="108816"/>
                </a:lnTo>
                <a:lnTo>
                  <a:pt x="1522403" y="107714"/>
                </a:lnTo>
                <a:lnTo>
                  <a:pt x="1522181" y="106629"/>
                </a:lnTo>
                <a:lnTo>
                  <a:pt x="1521948" y="105561"/>
                </a:lnTo>
                <a:lnTo>
                  <a:pt x="1521701" y="104510"/>
                </a:lnTo>
                <a:lnTo>
                  <a:pt x="1521442" y="103476"/>
                </a:lnTo>
                <a:lnTo>
                  <a:pt x="1521170" y="102459"/>
                </a:lnTo>
                <a:lnTo>
                  <a:pt x="1520886" y="101459"/>
                </a:lnTo>
                <a:lnTo>
                  <a:pt x="1520589" y="100475"/>
                </a:lnTo>
                <a:lnTo>
                  <a:pt x="1520279" y="99508"/>
                </a:lnTo>
                <a:lnTo>
                  <a:pt x="1519959" y="98556"/>
                </a:lnTo>
                <a:lnTo>
                  <a:pt x="1519627" y="97619"/>
                </a:lnTo>
                <a:lnTo>
                  <a:pt x="1519285" y="96697"/>
                </a:lnTo>
                <a:lnTo>
                  <a:pt x="1518930" y="95790"/>
                </a:lnTo>
                <a:lnTo>
                  <a:pt x="1518565" y="94898"/>
                </a:lnTo>
                <a:lnTo>
                  <a:pt x="1518188" y="94021"/>
                </a:lnTo>
                <a:lnTo>
                  <a:pt x="1517800" y="93159"/>
                </a:lnTo>
                <a:lnTo>
                  <a:pt x="1517400" y="92312"/>
                </a:lnTo>
                <a:lnTo>
                  <a:pt x="1516990" y="91481"/>
                </a:lnTo>
                <a:lnTo>
                  <a:pt x="1516568" y="90664"/>
                </a:lnTo>
                <a:lnTo>
                  <a:pt x="1516134" y="89862"/>
                </a:lnTo>
                <a:lnTo>
                  <a:pt x="1515690" y="89076"/>
                </a:lnTo>
                <a:lnTo>
                  <a:pt x="1515234" y="88304"/>
                </a:lnTo>
                <a:lnTo>
                  <a:pt x="1514766" y="87548"/>
                </a:lnTo>
                <a:lnTo>
                  <a:pt x="1514288" y="86807"/>
                </a:lnTo>
                <a:lnTo>
                  <a:pt x="1513798" y="86080"/>
                </a:lnTo>
                <a:lnTo>
                  <a:pt x="1513297" y="85369"/>
                </a:lnTo>
                <a:lnTo>
                  <a:pt x="1512785" y="84673"/>
                </a:lnTo>
                <a:lnTo>
                  <a:pt x="1512261" y="83992"/>
                </a:lnTo>
                <a:lnTo>
                  <a:pt x="1511726" y="83326"/>
                </a:lnTo>
                <a:lnTo>
                  <a:pt x="1511179" y="82675"/>
                </a:lnTo>
                <a:lnTo>
                  <a:pt x="1510622" y="82039"/>
                </a:lnTo>
                <a:lnTo>
                  <a:pt x="1510053" y="81418"/>
                </a:lnTo>
                <a:lnTo>
                  <a:pt x="1509473" y="80812"/>
                </a:lnTo>
                <a:lnTo>
                  <a:pt x="1508883" y="80219"/>
                </a:lnTo>
                <a:lnTo>
                  <a:pt x="1508282" y="79640"/>
                </a:lnTo>
                <a:lnTo>
                  <a:pt x="1507671" y="79075"/>
                </a:lnTo>
                <a:lnTo>
                  <a:pt x="1507049" y="78523"/>
                </a:lnTo>
                <a:lnTo>
                  <a:pt x="1506417" y="77986"/>
                </a:lnTo>
                <a:lnTo>
                  <a:pt x="1505774" y="77462"/>
                </a:lnTo>
                <a:lnTo>
                  <a:pt x="1505121" y="76951"/>
                </a:lnTo>
                <a:lnTo>
                  <a:pt x="1504457" y="76454"/>
                </a:lnTo>
                <a:lnTo>
                  <a:pt x="1503783" y="75971"/>
                </a:lnTo>
                <a:lnTo>
                  <a:pt x="1503098" y="75502"/>
                </a:lnTo>
                <a:lnTo>
                  <a:pt x="1502403" y="75047"/>
                </a:lnTo>
                <a:lnTo>
                  <a:pt x="1501697" y="74605"/>
                </a:lnTo>
                <a:lnTo>
                  <a:pt x="1500981" y="74177"/>
                </a:lnTo>
                <a:lnTo>
                  <a:pt x="1500255" y="73762"/>
                </a:lnTo>
                <a:lnTo>
                  <a:pt x="1499517" y="73362"/>
                </a:lnTo>
                <a:lnTo>
                  <a:pt x="1498770" y="72975"/>
                </a:lnTo>
                <a:lnTo>
                  <a:pt x="1498012" y="72602"/>
                </a:lnTo>
                <a:lnTo>
                  <a:pt x="1497243" y="72242"/>
                </a:lnTo>
                <a:lnTo>
                  <a:pt x="1496464" y="71896"/>
                </a:lnTo>
                <a:lnTo>
                  <a:pt x="1495674" y="71564"/>
                </a:lnTo>
                <a:lnTo>
                  <a:pt x="1494874" y="71246"/>
                </a:lnTo>
                <a:lnTo>
                  <a:pt x="1494064" y="70941"/>
                </a:lnTo>
                <a:lnTo>
                  <a:pt x="1493242" y="70650"/>
                </a:lnTo>
                <a:lnTo>
                  <a:pt x="1492412" y="70372"/>
                </a:lnTo>
                <a:lnTo>
                  <a:pt x="1491572" y="70106"/>
                </a:lnTo>
                <a:lnTo>
                  <a:pt x="1490722" y="69852"/>
                </a:lnTo>
                <a:lnTo>
                  <a:pt x="1489864" y="69609"/>
                </a:lnTo>
                <a:lnTo>
                  <a:pt x="1488997" y="69378"/>
                </a:lnTo>
                <a:lnTo>
                  <a:pt x="1488120" y="69159"/>
                </a:lnTo>
                <a:lnTo>
                  <a:pt x="1487234" y="68952"/>
                </a:lnTo>
                <a:lnTo>
                  <a:pt x="1486339" y="68757"/>
                </a:lnTo>
                <a:lnTo>
                  <a:pt x="1485435" y="68573"/>
                </a:lnTo>
                <a:lnTo>
                  <a:pt x="1484522" y="68402"/>
                </a:lnTo>
                <a:lnTo>
                  <a:pt x="1483600" y="68242"/>
                </a:lnTo>
                <a:lnTo>
                  <a:pt x="1482668" y="68094"/>
                </a:lnTo>
                <a:lnTo>
                  <a:pt x="1481728" y="67958"/>
                </a:lnTo>
                <a:lnTo>
                  <a:pt x="1480778" y="67834"/>
                </a:lnTo>
                <a:lnTo>
                  <a:pt x="1479819" y="67721"/>
                </a:lnTo>
                <a:lnTo>
                  <a:pt x="1478851" y="67621"/>
                </a:lnTo>
                <a:lnTo>
                  <a:pt x="1477874" y="67532"/>
                </a:lnTo>
                <a:lnTo>
                  <a:pt x="1476887" y="67455"/>
                </a:lnTo>
                <a:lnTo>
                  <a:pt x="1475892" y="67390"/>
                </a:lnTo>
                <a:lnTo>
                  <a:pt x="1474887" y="67337"/>
                </a:lnTo>
                <a:lnTo>
                  <a:pt x="1473873" y="67295"/>
                </a:lnTo>
                <a:lnTo>
                  <a:pt x="1472850" y="67266"/>
                </a:lnTo>
                <a:lnTo>
                  <a:pt x="1471818" y="67248"/>
                </a:lnTo>
                <a:lnTo>
                  <a:pt x="1470777" y="67242"/>
                </a:lnTo>
                <a:lnTo>
                  <a:pt x="1469580" y="67252"/>
                </a:lnTo>
                <a:lnTo>
                  <a:pt x="1468393" y="67281"/>
                </a:lnTo>
                <a:lnTo>
                  <a:pt x="1467213" y="67329"/>
                </a:lnTo>
                <a:lnTo>
                  <a:pt x="1466043" y="67397"/>
                </a:lnTo>
                <a:lnTo>
                  <a:pt x="1464881" y="67484"/>
                </a:lnTo>
                <a:lnTo>
                  <a:pt x="1463727" y="67590"/>
                </a:lnTo>
                <a:lnTo>
                  <a:pt x="1462583" y="67716"/>
                </a:lnTo>
                <a:lnTo>
                  <a:pt x="1461446" y="67862"/>
                </a:lnTo>
                <a:lnTo>
                  <a:pt x="1460319" y="68026"/>
                </a:lnTo>
                <a:lnTo>
                  <a:pt x="1459200" y="68210"/>
                </a:lnTo>
                <a:lnTo>
                  <a:pt x="1458089" y="68414"/>
                </a:lnTo>
                <a:lnTo>
                  <a:pt x="1456988" y="68636"/>
                </a:lnTo>
                <a:lnTo>
                  <a:pt x="1455895" y="68878"/>
                </a:lnTo>
                <a:lnTo>
                  <a:pt x="1454810" y="69140"/>
                </a:lnTo>
                <a:lnTo>
                  <a:pt x="1453734" y="69421"/>
                </a:lnTo>
                <a:lnTo>
                  <a:pt x="1452667" y="69721"/>
                </a:lnTo>
                <a:lnTo>
                  <a:pt x="1451608" y="70040"/>
                </a:lnTo>
                <a:lnTo>
                  <a:pt x="1450558" y="70379"/>
                </a:lnTo>
                <a:lnTo>
                  <a:pt x="1449516" y="70738"/>
                </a:lnTo>
                <a:lnTo>
                  <a:pt x="1448483" y="71115"/>
                </a:lnTo>
                <a:lnTo>
                  <a:pt x="1447459" y="71512"/>
                </a:lnTo>
                <a:lnTo>
                  <a:pt x="1446443" y="71929"/>
                </a:lnTo>
                <a:lnTo>
                  <a:pt x="1445436" y="72364"/>
                </a:lnTo>
                <a:lnTo>
                  <a:pt x="1444438" y="72820"/>
                </a:lnTo>
                <a:lnTo>
                  <a:pt x="1443449" y="73292"/>
                </a:lnTo>
                <a:lnTo>
                  <a:pt x="1442472" y="73779"/>
                </a:lnTo>
                <a:lnTo>
                  <a:pt x="1441505" y="74282"/>
                </a:lnTo>
                <a:lnTo>
                  <a:pt x="1440549" y="74799"/>
                </a:lnTo>
                <a:lnTo>
                  <a:pt x="1439605" y="75332"/>
                </a:lnTo>
                <a:lnTo>
                  <a:pt x="1438671" y="75879"/>
                </a:lnTo>
                <a:lnTo>
                  <a:pt x="1437749" y="76442"/>
                </a:lnTo>
                <a:lnTo>
                  <a:pt x="1436838" y="77020"/>
                </a:lnTo>
                <a:lnTo>
                  <a:pt x="1435937" y="77613"/>
                </a:lnTo>
                <a:lnTo>
                  <a:pt x="1435048" y="78221"/>
                </a:lnTo>
                <a:lnTo>
                  <a:pt x="1434169" y="78844"/>
                </a:lnTo>
                <a:lnTo>
                  <a:pt x="1433302" y="79482"/>
                </a:lnTo>
                <a:lnTo>
                  <a:pt x="1432446" y="80135"/>
                </a:lnTo>
                <a:lnTo>
                  <a:pt x="1431600" y="80803"/>
                </a:lnTo>
                <a:lnTo>
                  <a:pt x="1430766" y="81486"/>
                </a:lnTo>
                <a:lnTo>
                  <a:pt x="1429943" y="82184"/>
                </a:lnTo>
                <a:lnTo>
                  <a:pt x="1429131" y="82898"/>
                </a:lnTo>
                <a:lnTo>
                  <a:pt x="1428330" y="83626"/>
                </a:lnTo>
                <a:lnTo>
                  <a:pt x="1427539" y="84370"/>
                </a:lnTo>
                <a:lnTo>
                  <a:pt x="1426760" y="85128"/>
                </a:lnTo>
                <a:lnTo>
                  <a:pt x="1425992" y="85902"/>
                </a:lnTo>
                <a:lnTo>
                  <a:pt x="1425235" y="86691"/>
                </a:lnTo>
                <a:lnTo>
                  <a:pt x="1424489" y="87494"/>
                </a:lnTo>
                <a:lnTo>
                  <a:pt x="1423754" y="88313"/>
                </a:lnTo>
                <a:lnTo>
                  <a:pt x="1423031" y="89145"/>
                </a:lnTo>
                <a:lnTo>
                  <a:pt x="1422320" y="89987"/>
                </a:lnTo>
                <a:lnTo>
                  <a:pt x="1421623" y="90840"/>
                </a:lnTo>
                <a:lnTo>
                  <a:pt x="1420937" y="91704"/>
                </a:lnTo>
                <a:lnTo>
                  <a:pt x="1420265" y="92579"/>
                </a:lnTo>
                <a:lnTo>
                  <a:pt x="1419605" y="93465"/>
                </a:lnTo>
                <a:lnTo>
                  <a:pt x="1418957" y="94361"/>
                </a:lnTo>
                <a:lnTo>
                  <a:pt x="1418323" y="95268"/>
                </a:lnTo>
                <a:lnTo>
                  <a:pt x="1417701" y="96186"/>
                </a:lnTo>
                <a:lnTo>
                  <a:pt x="1417091" y="97114"/>
                </a:lnTo>
                <a:lnTo>
                  <a:pt x="1416495" y="98053"/>
                </a:lnTo>
                <a:lnTo>
                  <a:pt x="1416080" y="98729"/>
                </a:lnTo>
                <a:lnTo>
                  <a:pt x="1415465" y="70341"/>
                </a:lnTo>
                <a:lnTo>
                  <a:pt x="1397802" y="70341"/>
                </a:lnTo>
                <a:lnTo>
                  <a:pt x="1397802" y="237980"/>
                </a:lnTo>
                <a:lnTo>
                  <a:pt x="1416240" y="237980"/>
                </a:lnTo>
                <a:lnTo>
                  <a:pt x="1416240" y="122981"/>
                </a:lnTo>
                <a:lnTo>
                  <a:pt x="1416546" y="122136"/>
                </a:lnTo>
                <a:lnTo>
                  <a:pt x="1416870" y="121275"/>
                </a:lnTo>
                <a:lnTo>
                  <a:pt x="1417206" y="120419"/>
                </a:lnTo>
                <a:lnTo>
                  <a:pt x="1417553" y="119567"/>
                </a:lnTo>
                <a:close/>
                <a:moveTo>
                  <a:pt x="1225308" y="191412"/>
                </a:moveTo>
                <a:lnTo>
                  <a:pt x="1225219" y="191700"/>
                </a:lnTo>
                <a:lnTo>
                  <a:pt x="1224861" y="192803"/>
                </a:lnTo>
                <a:lnTo>
                  <a:pt x="1224485" y="193900"/>
                </a:lnTo>
                <a:lnTo>
                  <a:pt x="1224092" y="194989"/>
                </a:lnTo>
                <a:lnTo>
                  <a:pt x="1223681" y="196070"/>
                </a:lnTo>
                <a:lnTo>
                  <a:pt x="1223249" y="197140"/>
                </a:lnTo>
                <a:lnTo>
                  <a:pt x="1222794" y="198191"/>
                </a:lnTo>
                <a:lnTo>
                  <a:pt x="1222315" y="199225"/>
                </a:lnTo>
                <a:lnTo>
                  <a:pt x="1221813" y="200241"/>
                </a:lnTo>
                <a:lnTo>
                  <a:pt x="1221287" y="201239"/>
                </a:lnTo>
                <a:lnTo>
                  <a:pt x="1220737" y="202219"/>
                </a:lnTo>
                <a:lnTo>
                  <a:pt x="1220163" y="203182"/>
                </a:lnTo>
                <a:lnTo>
                  <a:pt x="1219566" y="204127"/>
                </a:lnTo>
                <a:lnTo>
                  <a:pt x="1218945" y="205054"/>
                </a:lnTo>
                <a:lnTo>
                  <a:pt x="1218301" y="205964"/>
                </a:lnTo>
                <a:lnTo>
                  <a:pt x="1217633" y="206855"/>
                </a:lnTo>
                <a:lnTo>
                  <a:pt x="1216941" y="207729"/>
                </a:lnTo>
                <a:lnTo>
                  <a:pt x="1216226" y="208585"/>
                </a:lnTo>
                <a:lnTo>
                  <a:pt x="1215486" y="209424"/>
                </a:lnTo>
                <a:lnTo>
                  <a:pt x="1214723" y="210245"/>
                </a:lnTo>
                <a:lnTo>
                  <a:pt x="1213937" y="211047"/>
                </a:lnTo>
                <a:lnTo>
                  <a:pt x="1213127" y="211833"/>
                </a:lnTo>
                <a:lnTo>
                  <a:pt x="1212293" y="212600"/>
                </a:lnTo>
                <a:lnTo>
                  <a:pt x="1211435" y="213350"/>
                </a:lnTo>
                <a:lnTo>
                  <a:pt x="1210554" y="214082"/>
                </a:lnTo>
                <a:lnTo>
                  <a:pt x="1209649" y="214796"/>
                </a:lnTo>
                <a:lnTo>
                  <a:pt x="1208721" y="215492"/>
                </a:lnTo>
                <a:lnTo>
                  <a:pt x="1207769" y="216171"/>
                </a:lnTo>
                <a:lnTo>
                  <a:pt x="1206793" y="216832"/>
                </a:lnTo>
                <a:lnTo>
                  <a:pt x="1205790" y="217470"/>
                </a:lnTo>
                <a:lnTo>
                  <a:pt x="1204758" y="218081"/>
                </a:lnTo>
                <a:lnTo>
                  <a:pt x="1203695" y="218666"/>
                </a:lnTo>
                <a:lnTo>
                  <a:pt x="1202603" y="219222"/>
                </a:lnTo>
                <a:lnTo>
                  <a:pt x="1201481" y="219752"/>
                </a:lnTo>
                <a:lnTo>
                  <a:pt x="1200329" y="220255"/>
                </a:lnTo>
                <a:lnTo>
                  <a:pt x="1199147" y="220730"/>
                </a:lnTo>
                <a:lnTo>
                  <a:pt x="1197936" y="221179"/>
                </a:lnTo>
                <a:lnTo>
                  <a:pt x="1196694" y="221600"/>
                </a:lnTo>
                <a:lnTo>
                  <a:pt x="1195423" y="221994"/>
                </a:lnTo>
                <a:lnTo>
                  <a:pt x="1194122" y="222360"/>
                </a:lnTo>
                <a:lnTo>
                  <a:pt x="1192790" y="222700"/>
                </a:lnTo>
                <a:lnTo>
                  <a:pt x="1191430" y="223012"/>
                </a:lnTo>
                <a:lnTo>
                  <a:pt x="1190039" y="223298"/>
                </a:lnTo>
                <a:lnTo>
                  <a:pt x="1188618" y="223556"/>
                </a:lnTo>
                <a:lnTo>
                  <a:pt x="1187168" y="223787"/>
                </a:lnTo>
                <a:lnTo>
                  <a:pt x="1185687" y="223990"/>
                </a:lnTo>
                <a:lnTo>
                  <a:pt x="1184177" y="224167"/>
                </a:lnTo>
                <a:lnTo>
                  <a:pt x="1182637" y="224316"/>
                </a:lnTo>
                <a:lnTo>
                  <a:pt x="1181067" y="224439"/>
                </a:lnTo>
                <a:lnTo>
                  <a:pt x="1179467" y="224534"/>
                </a:lnTo>
                <a:lnTo>
                  <a:pt x="1177838" y="224602"/>
                </a:lnTo>
                <a:lnTo>
                  <a:pt x="1176178" y="224642"/>
                </a:lnTo>
                <a:lnTo>
                  <a:pt x="1174489" y="224656"/>
                </a:lnTo>
                <a:lnTo>
                  <a:pt x="1173819" y="224652"/>
                </a:lnTo>
                <a:lnTo>
                  <a:pt x="1173154" y="224640"/>
                </a:lnTo>
                <a:lnTo>
                  <a:pt x="1172492" y="224620"/>
                </a:lnTo>
                <a:lnTo>
                  <a:pt x="1171833" y="224591"/>
                </a:lnTo>
                <a:lnTo>
                  <a:pt x="1171179" y="224555"/>
                </a:lnTo>
                <a:lnTo>
                  <a:pt x="1170528" y="224511"/>
                </a:lnTo>
                <a:lnTo>
                  <a:pt x="1169881" y="224458"/>
                </a:lnTo>
                <a:lnTo>
                  <a:pt x="1169238" y="224398"/>
                </a:lnTo>
                <a:lnTo>
                  <a:pt x="1168599" y="224329"/>
                </a:lnTo>
                <a:lnTo>
                  <a:pt x="1167963" y="224252"/>
                </a:lnTo>
                <a:lnTo>
                  <a:pt x="1167331" y="224168"/>
                </a:lnTo>
                <a:lnTo>
                  <a:pt x="1166703" y="224075"/>
                </a:lnTo>
                <a:lnTo>
                  <a:pt x="1166079" y="223974"/>
                </a:lnTo>
                <a:lnTo>
                  <a:pt x="1165458" y="223865"/>
                </a:lnTo>
                <a:lnTo>
                  <a:pt x="1164842" y="223748"/>
                </a:lnTo>
                <a:lnTo>
                  <a:pt x="1164229" y="223623"/>
                </a:lnTo>
                <a:lnTo>
                  <a:pt x="1163619" y="223490"/>
                </a:lnTo>
                <a:lnTo>
                  <a:pt x="1163014" y="223349"/>
                </a:lnTo>
                <a:lnTo>
                  <a:pt x="1162412" y="223199"/>
                </a:lnTo>
                <a:lnTo>
                  <a:pt x="1161814" y="223042"/>
                </a:lnTo>
                <a:lnTo>
                  <a:pt x="1161220" y="222877"/>
                </a:lnTo>
                <a:lnTo>
                  <a:pt x="1160630" y="222703"/>
                </a:lnTo>
                <a:lnTo>
                  <a:pt x="1160043" y="222522"/>
                </a:lnTo>
                <a:lnTo>
                  <a:pt x="1159460" y="222332"/>
                </a:lnTo>
                <a:lnTo>
                  <a:pt x="1158882" y="222133"/>
                </a:lnTo>
                <a:lnTo>
                  <a:pt x="1158309" y="221924"/>
                </a:lnTo>
                <a:lnTo>
                  <a:pt x="1157742" y="221704"/>
                </a:lnTo>
                <a:lnTo>
                  <a:pt x="1157181" y="221473"/>
                </a:lnTo>
                <a:lnTo>
                  <a:pt x="1156626" y="221232"/>
                </a:lnTo>
                <a:lnTo>
                  <a:pt x="1156076" y="220981"/>
                </a:lnTo>
                <a:lnTo>
                  <a:pt x="1155531" y="220719"/>
                </a:lnTo>
                <a:lnTo>
                  <a:pt x="1154993" y="220447"/>
                </a:lnTo>
                <a:lnTo>
                  <a:pt x="1154460" y="220164"/>
                </a:lnTo>
                <a:lnTo>
                  <a:pt x="1153932" y="219871"/>
                </a:lnTo>
                <a:lnTo>
                  <a:pt x="1153411" y="219567"/>
                </a:lnTo>
                <a:lnTo>
                  <a:pt x="1152895" y="219253"/>
                </a:lnTo>
                <a:lnTo>
                  <a:pt x="1152384" y="218928"/>
                </a:lnTo>
                <a:lnTo>
                  <a:pt x="1151880" y="218592"/>
                </a:lnTo>
                <a:lnTo>
                  <a:pt x="1151380" y="218247"/>
                </a:lnTo>
                <a:lnTo>
                  <a:pt x="1150887" y="217890"/>
                </a:lnTo>
                <a:lnTo>
                  <a:pt x="1150399" y="217524"/>
                </a:lnTo>
                <a:lnTo>
                  <a:pt x="1149917" y="217146"/>
                </a:lnTo>
                <a:lnTo>
                  <a:pt x="1149441" y="216759"/>
                </a:lnTo>
                <a:lnTo>
                  <a:pt x="1148970" y="216360"/>
                </a:lnTo>
                <a:lnTo>
                  <a:pt x="1148504" y="215952"/>
                </a:lnTo>
                <a:lnTo>
                  <a:pt x="1148045" y="215533"/>
                </a:lnTo>
                <a:lnTo>
                  <a:pt x="1147591" y="215103"/>
                </a:lnTo>
                <a:lnTo>
                  <a:pt x="1147143" y="214663"/>
                </a:lnTo>
                <a:lnTo>
                  <a:pt x="1146701" y="214211"/>
                </a:lnTo>
                <a:lnTo>
                  <a:pt x="1146268" y="213746"/>
                </a:lnTo>
                <a:lnTo>
                  <a:pt x="1145843" y="213268"/>
                </a:lnTo>
                <a:lnTo>
                  <a:pt x="1145426" y="212778"/>
                </a:lnTo>
                <a:lnTo>
                  <a:pt x="1145016" y="212274"/>
                </a:lnTo>
                <a:lnTo>
                  <a:pt x="1144615" y="211758"/>
                </a:lnTo>
                <a:lnTo>
                  <a:pt x="1144222" y="211228"/>
                </a:lnTo>
                <a:lnTo>
                  <a:pt x="1143837" y="210686"/>
                </a:lnTo>
                <a:lnTo>
                  <a:pt x="1143461" y="210131"/>
                </a:lnTo>
                <a:lnTo>
                  <a:pt x="1143092" y="209563"/>
                </a:lnTo>
                <a:lnTo>
                  <a:pt x="1142731" y="208982"/>
                </a:lnTo>
                <a:lnTo>
                  <a:pt x="1142378" y="208388"/>
                </a:lnTo>
                <a:lnTo>
                  <a:pt x="1142034" y="207781"/>
                </a:lnTo>
                <a:lnTo>
                  <a:pt x="1141697" y="207161"/>
                </a:lnTo>
                <a:lnTo>
                  <a:pt x="1141369" y="206529"/>
                </a:lnTo>
                <a:lnTo>
                  <a:pt x="1141049" y="205883"/>
                </a:lnTo>
                <a:lnTo>
                  <a:pt x="1140736" y="205224"/>
                </a:lnTo>
                <a:lnTo>
                  <a:pt x="1140432" y="204553"/>
                </a:lnTo>
                <a:lnTo>
                  <a:pt x="1140136" y="203869"/>
                </a:lnTo>
                <a:lnTo>
                  <a:pt x="1139848" y="203172"/>
                </a:lnTo>
                <a:lnTo>
                  <a:pt x="1139568" y="202461"/>
                </a:lnTo>
                <a:lnTo>
                  <a:pt x="1139296" y="201738"/>
                </a:lnTo>
                <a:lnTo>
                  <a:pt x="1139032" y="201003"/>
                </a:lnTo>
                <a:lnTo>
                  <a:pt x="1138776" y="200254"/>
                </a:lnTo>
                <a:lnTo>
                  <a:pt x="1138530" y="199491"/>
                </a:lnTo>
                <a:lnTo>
                  <a:pt x="1138294" y="198713"/>
                </a:lnTo>
                <a:lnTo>
                  <a:pt x="1138068" y="197921"/>
                </a:lnTo>
                <a:lnTo>
                  <a:pt x="1137853" y="197114"/>
                </a:lnTo>
                <a:lnTo>
                  <a:pt x="1137649" y="196292"/>
                </a:lnTo>
                <a:lnTo>
                  <a:pt x="1137454" y="195456"/>
                </a:lnTo>
                <a:lnTo>
                  <a:pt x="1137271" y="194604"/>
                </a:lnTo>
                <a:lnTo>
                  <a:pt x="1137098" y="193738"/>
                </a:lnTo>
                <a:lnTo>
                  <a:pt x="1136935" y="192857"/>
                </a:lnTo>
                <a:lnTo>
                  <a:pt x="1136783" y="191961"/>
                </a:lnTo>
                <a:lnTo>
                  <a:pt x="1136641" y="191050"/>
                </a:lnTo>
                <a:lnTo>
                  <a:pt x="1136510" y="190125"/>
                </a:lnTo>
                <a:lnTo>
                  <a:pt x="1136390" y="189185"/>
                </a:lnTo>
                <a:lnTo>
                  <a:pt x="1136280" y="188230"/>
                </a:lnTo>
                <a:lnTo>
                  <a:pt x="1136180" y="187260"/>
                </a:lnTo>
                <a:lnTo>
                  <a:pt x="1136091" y="186275"/>
                </a:lnTo>
                <a:lnTo>
                  <a:pt x="1136012" y="185276"/>
                </a:lnTo>
                <a:lnTo>
                  <a:pt x="1135944" y="184261"/>
                </a:lnTo>
                <a:lnTo>
                  <a:pt x="1135886" y="183232"/>
                </a:lnTo>
                <a:lnTo>
                  <a:pt x="1135839" y="182189"/>
                </a:lnTo>
                <a:lnTo>
                  <a:pt x="1135802" y="181130"/>
                </a:lnTo>
                <a:lnTo>
                  <a:pt x="1135776" y="180057"/>
                </a:lnTo>
                <a:lnTo>
                  <a:pt x="1135760" y="178968"/>
                </a:lnTo>
                <a:lnTo>
                  <a:pt x="1135755" y="177866"/>
                </a:lnTo>
                <a:lnTo>
                  <a:pt x="1135755" y="70341"/>
                </a:lnTo>
                <a:lnTo>
                  <a:pt x="1117318" y="70341"/>
                </a:lnTo>
                <a:lnTo>
                  <a:pt x="1117318" y="177556"/>
                </a:lnTo>
                <a:lnTo>
                  <a:pt x="1117325" y="178980"/>
                </a:lnTo>
                <a:lnTo>
                  <a:pt x="1117345" y="180386"/>
                </a:lnTo>
                <a:lnTo>
                  <a:pt x="1117379" y="181775"/>
                </a:lnTo>
                <a:lnTo>
                  <a:pt x="1117427" y="183146"/>
                </a:lnTo>
                <a:lnTo>
                  <a:pt x="1117489" y="184499"/>
                </a:lnTo>
                <a:lnTo>
                  <a:pt x="1117565" y="185835"/>
                </a:lnTo>
                <a:lnTo>
                  <a:pt x="1117654" y="187153"/>
                </a:lnTo>
                <a:lnTo>
                  <a:pt x="1117757" y="188453"/>
                </a:lnTo>
                <a:lnTo>
                  <a:pt x="1117873" y="189735"/>
                </a:lnTo>
                <a:lnTo>
                  <a:pt x="1118004" y="191000"/>
                </a:lnTo>
                <a:lnTo>
                  <a:pt x="1118148" y="192246"/>
                </a:lnTo>
                <a:lnTo>
                  <a:pt x="1118305" y="193475"/>
                </a:lnTo>
                <a:lnTo>
                  <a:pt x="1118477" y="194686"/>
                </a:lnTo>
                <a:lnTo>
                  <a:pt x="1118662" y="195880"/>
                </a:lnTo>
                <a:lnTo>
                  <a:pt x="1118861" y="197056"/>
                </a:lnTo>
                <a:lnTo>
                  <a:pt x="1119074" y="198214"/>
                </a:lnTo>
                <a:lnTo>
                  <a:pt x="1119300" y="199354"/>
                </a:lnTo>
                <a:lnTo>
                  <a:pt x="1119540" y="200476"/>
                </a:lnTo>
                <a:lnTo>
                  <a:pt x="1119794" y="201581"/>
                </a:lnTo>
                <a:lnTo>
                  <a:pt x="1120061" y="202668"/>
                </a:lnTo>
                <a:lnTo>
                  <a:pt x="1120343" y="203737"/>
                </a:lnTo>
                <a:lnTo>
                  <a:pt x="1120638" y="204789"/>
                </a:lnTo>
                <a:lnTo>
                  <a:pt x="1120946" y="205822"/>
                </a:lnTo>
                <a:lnTo>
                  <a:pt x="1121269" y="206838"/>
                </a:lnTo>
                <a:lnTo>
                  <a:pt x="1121604" y="207838"/>
                </a:lnTo>
                <a:lnTo>
                  <a:pt x="1121950" y="208821"/>
                </a:lnTo>
                <a:lnTo>
                  <a:pt x="1122308" y="209788"/>
                </a:lnTo>
                <a:lnTo>
                  <a:pt x="1122678" y="210740"/>
                </a:lnTo>
                <a:lnTo>
                  <a:pt x="1123059" y="211675"/>
                </a:lnTo>
                <a:lnTo>
                  <a:pt x="1123452" y="212595"/>
                </a:lnTo>
                <a:lnTo>
                  <a:pt x="1123857" y="213499"/>
                </a:lnTo>
                <a:lnTo>
                  <a:pt x="1124273" y="214387"/>
                </a:lnTo>
                <a:lnTo>
                  <a:pt x="1124700" y="215259"/>
                </a:lnTo>
                <a:lnTo>
                  <a:pt x="1125139" y="216116"/>
                </a:lnTo>
                <a:lnTo>
                  <a:pt x="1125590" y="216956"/>
                </a:lnTo>
                <a:lnTo>
                  <a:pt x="1126052" y="217781"/>
                </a:lnTo>
                <a:lnTo>
                  <a:pt x="1126526" y="218589"/>
                </a:lnTo>
                <a:lnTo>
                  <a:pt x="1127011" y="219382"/>
                </a:lnTo>
                <a:lnTo>
                  <a:pt x="1127508" y="220159"/>
                </a:lnTo>
                <a:lnTo>
                  <a:pt x="1128017" y="220920"/>
                </a:lnTo>
                <a:lnTo>
                  <a:pt x="1128537" y="221666"/>
                </a:lnTo>
                <a:lnTo>
                  <a:pt x="1129069" y="222395"/>
                </a:lnTo>
                <a:lnTo>
                  <a:pt x="1129612" y="223108"/>
                </a:lnTo>
                <a:lnTo>
                  <a:pt x="1130167" y="223806"/>
                </a:lnTo>
                <a:lnTo>
                  <a:pt x="1130733" y="224488"/>
                </a:lnTo>
                <a:lnTo>
                  <a:pt x="1131311" y="225154"/>
                </a:lnTo>
                <a:lnTo>
                  <a:pt x="1131900" y="225804"/>
                </a:lnTo>
                <a:lnTo>
                  <a:pt x="1132501" y="226438"/>
                </a:lnTo>
                <a:lnTo>
                  <a:pt x="1133113" y="227057"/>
                </a:lnTo>
                <a:lnTo>
                  <a:pt x="1133735" y="227663"/>
                </a:lnTo>
                <a:lnTo>
                  <a:pt x="1134367" y="228255"/>
                </a:lnTo>
                <a:lnTo>
                  <a:pt x="1135008" y="228833"/>
                </a:lnTo>
                <a:lnTo>
                  <a:pt x="1135660" y="229397"/>
                </a:lnTo>
                <a:lnTo>
                  <a:pt x="1136321" y="229948"/>
                </a:lnTo>
                <a:lnTo>
                  <a:pt x="1136993" y="230485"/>
                </a:lnTo>
                <a:lnTo>
                  <a:pt x="1137674" y="231008"/>
                </a:lnTo>
                <a:lnTo>
                  <a:pt x="1138366" y="231518"/>
                </a:lnTo>
                <a:lnTo>
                  <a:pt x="1139067" y="232014"/>
                </a:lnTo>
                <a:lnTo>
                  <a:pt x="1139779" y="232496"/>
                </a:lnTo>
                <a:lnTo>
                  <a:pt x="1140500" y="232964"/>
                </a:lnTo>
                <a:lnTo>
                  <a:pt x="1141231" y="233419"/>
                </a:lnTo>
                <a:lnTo>
                  <a:pt x="1141972" y="233860"/>
                </a:lnTo>
                <a:lnTo>
                  <a:pt x="1142723" y="234287"/>
                </a:lnTo>
                <a:lnTo>
                  <a:pt x="1143485" y="234701"/>
                </a:lnTo>
                <a:lnTo>
                  <a:pt x="1144256" y="235101"/>
                </a:lnTo>
                <a:lnTo>
                  <a:pt x="1145037" y="235487"/>
                </a:lnTo>
                <a:lnTo>
                  <a:pt x="1145828" y="235859"/>
                </a:lnTo>
                <a:lnTo>
                  <a:pt x="1146628" y="236218"/>
                </a:lnTo>
                <a:lnTo>
                  <a:pt x="1147439" y="236563"/>
                </a:lnTo>
                <a:lnTo>
                  <a:pt x="1148260" y="236894"/>
                </a:lnTo>
                <a:lnTo>
                  <a:pt x="1149091" y="237212"/>
                </a:lnTo>
                <a:lnTo>
                  <a:pt x="1149932" y="237516"/>
                </a:lnTo>
                <a:lnTo>
                  <a:pt x="1150781" y="237806"/>
                </a:lnTo>
                <a:lnTo>
                  <a:pt x="1151637" y="238085"/>
                </a:lnTo>
                <a:lnTo>
                  <a:pt x="1152501" y="238351"/>
                </a:lnTo>
                <a:lnTo>
                  <a:pt x="1153372" y="238604"/>
                </a:lnTo>
                <a:lnTo>
                  <a:pt x="1154251" y="238846"/>
                </a:lnTo>
                <a:lnTo>
                  <a:pt x="1155136" y="239075"/>
                </a:lnTo>
                <a:lnTo>
                  <a:pt x="1156029" y="239291"/>
                </a:lnTo>
                <a:lnTo>
                  <a:pt x="1156929" y="239495"/>
                </a:lnTo>
                <a:lnTo>
                  <a:pt x="1157837" y="239687"/>
                </a:lnTo>
                <a:lnTo>
                  <a:pt x="1158752" y="239866"/>
                </a:lnTo>
                <a:lnTo>
                  <a:pt x="1159674" y="240034"/>
                </a:lnTo>
                <a:lnTo>
                  <a:pt x="1160603" y="240188"/>
                </a:lnTo>
                <a:lnTo>
                  <a:pt x="1161539" y="240330"/>
                </a:lnTo>
                <a:lnTo>
                  <a:pt x="1162483" y="240460"/>
                </a:lnTo>
                <a:lnTo>
                  <a:pt x="1163434" y="240578"/>
                </a:lnTo>
                <a:lnTo>
                  <a:pt x="1164392" y="240683"/>
                </a:lnTo>
                <a:lnTo>
                  <a:pt x="1165358" y="240776"/>
                </a:lnTo>
                <a:lnTo>
                  <a:pt x="1166330" y="240856"/>
                </a:lnTo>
                <a:lnTo>
                  <a:pt x="1167311" y="240924"/>
                </a:lnTo>
                <a:lnTo>
                  <a:pt x="1168298" y="240980"/>
                </a:lnTo>
                <a:lnTo>
                  <a:pt x="1169292" y="241023"/>
                </a:lnTo>
                <a:lnTo>
                  <a:pt x="1170294" y="241054"/>
                </a:lnTo>
                <a:lnTo>
                  <a:pt x="1171303" y="241073"/>
                </a:lnTo>
                <a:lnTo>
                  <a:pt x="1172320" y="241079"/>
                </a:lnTo>
                <a:lnTo>
                  <a:pt x="1173783" y="241070"/>
                </a:lnTo>
                <a:lnTo>
                  <a:pt x="1175228" y="241041"/>
                </a:lnTo>
                <a:lnTo>
                  <a:pt x="1176655" y="240993"/>
                </a:lnTo>
                <a:lnTo>
                  <a:pt x="1178065" y="240926"/>
                </a:lnTo>
                <a:lnTo>
                  <a:pt x="1179457" y="240840"/>
                </a:lnTo>
                <a:lnTo>
                  <a:pt x="1180831" y="240735"/>
                </a:lnTo>
                <a:lnTo>
                  <a:pt x="1182188" y="240611"/>
                </a:lnTo>
                <a:lnTo>
                  <a:pt x="1183527" y="240468"/>
                </a:lnTo>
                <a:lnTo>
                  <a:pt x="1184848" y="240306"/>
                </a:lnTo>
                <a:lnTo>
                  <a:pt x="1186151" y="240124"/>
                </a:lnTo>
                <a:lnTo>
                  <a:pt x="1187436" y="239924"/>
                </a:lnTo>
                <a:lnTo>
                  <a:pt x="1188704" y="239704"/>
                </a:lnTo>
                <a:lnTo>
                  <a:pt x="1189954" y="239465"/>
                </a:lnTo>
                <a:lnTo>
                  <a:pt x="1191186" y="239207"/>
                </a:lnTo>
                <a:lnTo>
                  <a:pt x="1192401" y="238931"/>
                </a:lnTo>
                <a:lnTo>
                  <a:pt x="1193597" y="238635"/>
                </a:lnTo>
                <a:lnTo>
                  <a:pt x="1194776" y="238319"/>
                </a:lnTo>
                <a:lnTo>
                  <a:pt x="1195938" y="237985"/>
                </a:lnTo>
                <a:lnTo>
                  <a:pt x="1197081" y="237632"/>
                </a:lnTo>
                <a:lnTo>
                  <a:pt x="1198207" y="237259"/>
                </a:lnTo>
                <a:lnTo>
                  <a:pt x="1199315" y="236868"/>
                </a:lnTo>
                <a:lnTo>
                  <a:pt x="1200405" y="236457"/>
                </a:lnTo>
                <a:lnTo>
                  <a:pt x="1201477" y="236028"/>
                </a:lnTo>
                <a:lnTo>
                  <a:pt x="1202532" y="235579"/>
                </a:lnTo>
                <a:lnTo>
                  <a:pt x="1203570" y="235113"/>
                </a:lnTo>
                <a:lnTo>
                  <a:pt x="1204591" y="234632"/>
                </a:lnTo>
                <a:lnTo>
                  <a:pt x="1205597" y="234136"/>
                </a:lnTo>
                <a:lnTo>
                  <a:pt x="1206586" y="233625"/>
                </a:lnTo>
                <a:lnTo>
                  <a:pt x="1207559" y="233099"/>
                </a:lnTo>
                <a:lnTo>
                  <a:pt x="1208516" y="232558"/>
                </a:lnTo>
                <a:lnTo>
                  <a:pt x="1209457" y="232001"/>
                </a:lnTo>
                <a:lnTo>
                  <a:pt x="1210382" y="231430"/>
                </a:lnTo>
                <a:lnTo>
                  <a:pt x="1211291" y="230844"/>
                </a:lnTo>
                <a:lnTo>
                  <a:pt x="1212183" y="230242"/>
                </a:lnTo>
                <a:lnTo>
                  <a:pt x="1213060" y="229626"/>
                </a:lnTo>
                <a:lnTo>
                  <a:pt x="1213920" y="228994"/>
                </a:lnTo>
                <a:lnTo>
                  <a:pt x="1214764" y="228347"/>
                </a:lnTo>
                <a:lnTo>
                  <a:pt x="1215592" y="227686"/>
                </a:lnTo>
                <a:lnTo>
                  <a:pt x="1216404" y="227009"/>
                </a:lnTo>
                <a:lnTo>
                  <a:pt x="1217199" y="226317"/>
                </a:lnTo>
                <a:lnTo>
                  <a:pt x="1217979" y="225610"/>
                </a:lnTo>
                <a:lnTo>
                  <a:pt x="1218742" y="224888"/>
                </a:lnTo>
                <a:lnTo>
                  <a:pt x="1219489" y="224151"/>
                </a:lnTo>
                <a:lnTo>
                  <a:pt x="1220220" y="223399"/>
                </a:lnTo>
                <a:lnTo>
                  <a:pt x="1220935" y="222632"/>
                </a:lnTo>
                <a:lnTo>
                  <a:pt x="1221634" y="221850"/>
                </a:lnTo>
                <a:lnTo>
                  <a:pt x="1222317" y="221053"/>
                </a:lnTo>
                <a:lnTo>
                  <a:pt x="1222983" y="220240"/>
                </a:lnTo>
                <a:lnTo>
                  <a:pt x="1223635" y="219414"/>
                </a:lnTo>
                <a:lnTo>
                  <a:pt x="1224271" y="218576"/>
                </a:lnTo>
                <a:lnTo>
                  <a:pt x="1224894" y="217725"/>
                </a:lnTo>
                <a:lnTo>
                  <a:pt x="1225501" y="216862"/>
                </a:lnTo>
                <a:lnTo>
                  <a:pt x="1225655" y="216634"/>
                </a:lnTo>
                <a:lnTo>
                  <a:pt x="1226082" y="237980"/>
                </a:lnTo>
                <a:lnTo>
                  <a:pt x="1244055" y="237980"/>
                </a:lnTo>
                <a:lnTo>
                  <a:pt x="1244055" y="70341"/>
                </a:lnTo>
                <a:lnTo>
                  <a:pt x="1225308" y="70341"/>
                </a:lnTo>
                <a:lnTo>
                  <a:pt x="1225308" y="191412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Fully-Speciﬁed">
            <a:extLst xmlns:a="http://schemas.openxmlformats.org/drawingml/2006/main">
              <a:ext uri="{FF2B5EF4-FFF2-40B4-BE49-F238E27FC236}">
                <a16:creationId xmlns:a16="http://schemas.microsoft.com/office/drawing/2014/main" id="{B39D6963-05E2-477D-9786-D6A94E85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82" y="609587"/>
            <a:ext cx="1948959" cy="307391"/>
          </a:xfrm>
          <a:custGeom xmlns:a="http://schemas.openxmlformats.org/drawingml/2006/main">
            <a:pathLst>
              <a:path w="1948959" h="307391">
                <a:moveTo>
                  <a:pt x="19057" y="15648"/>
                </a:moveTo>
                <a:lnTo>
                  <a:pt x="12860" y="15648"/>
                </a:lnTo>
                <a:lnTo>
                  <a:pt x="0" y="15648"/>
                </a:lnTo>
                <a:lnTo>
                  <a:pt x="0" y="241234"/>
                </a:lnTo>
                <a:lnTo>
                  <a:pt x="19057" y="241234"/>
                </a:lnTo>
                <a:lnTo>
                  <a:pt x="19057" y="135878"/>
                </a:lnTo>
                <a:lnTo>
                  <a:pt x="124103" y="135878"/>
                </a:lnTo>
                <a:lnTo>
                  <a:pt x="124103" y="119300"/>
                </a:lnTo>
                <a:lnTo>
                  <a:pt x="19057" y="119300"/>
                </a:lnTo>
                <a:lnTo>
                  <a:pt x="19057" y="32072"/>
                </a:lnTo>
                <a:lnTo>
                  <a:pt x="139751" y="32072"/>
                </a:lnTo>
                <a:lnTo>
                  <a:pt x="139751" y="15648"/>
                </a:lnTo>
                <a:lnTo>
                  <a:pt x="19057" y="15648"/>
                </a:lnTo>
                <a:close/>
                <a:moveTo>
                  <a:pt x="346869" y="3254"/>
                </a:moveTo>
                <a:lnTo>
                  <a:pt x="346869" y="241234"/>
                </a:lnTo>
                <a:lnTo>
                  <a:pt x="365461" y="241234"/>
                </a:lnTo>
                <a:lnTo>
                  <a:pt x="365461" y="3254"/>
                </a:lnTo>
                <a:lnTo>
                  <a:pt x="346869" y="3254"/>
                </a:lnTo>
                <a:close/>
                <a:moveTo>
                  <a:pt x="417311" y="3254"/>
                </a:moveTo>
                <a:lnTo>
                  <a:pt x="417311" y="241234"/>
                </a:lnTo>
                <a:lnTo>
                  <a:pt x="435903" y="241234"/>
                </a:lnTo>
                <a:lnTo>
                  <a:pt x="435903" y="3254"/>
                </a:lnTo>
                <a:lnTo>
                  <a:pt x="417311" y="3254"/>
                </a:lnTo>
                <a:close/>
                <a:moveTo>
                  <a:pt x="859244" y="191766"/>
                </a:moveTo>
                <a:lnTo>
                  <a:pt x="859081" y="192753"/>
                </a:lnTo>
                <a:lnTo>
                  <a:pt x="858894" y="193729"/>
                </a:lnTo>
                <a:lnTo>
                  <a:pt x="858681" y="194694"/>
                </a:lnTo>
                <a:lnTo>
                  <a:pt x="858444" y="195648"/>
                </a:lnTo>
                <a:lnTo>
                  <a:pt x="858181" y="196591"/>
                </a:lnTo>
                <a:lnTo>
                  <a:pt x="857893" y="197523"/>
                </a:lnTo>
                <a:lnTo>
                  <a:pt x="857580" y="198444"/>
                </a:lnTo>
                <a:lnTo>
                  <a:pt x="857243" y="199354"/>
                </a:lnTo>
                <a:lnTo>
                  <a:pt x="856880" y="200252"/>
                </a:lnTo>
                <a:lnTo>
                  <a:pt x="856492" y="201140"/>
                </a:lnTo>
                <a:lnTo>
                  <a:pt x="856080" y="202017"/>
                </a:lnTo>
                <a:lnTo>
                  <a:pt x="855642" y="202883"/>
                </a:lnTo>
                <a:lnTo>
                  <a:pt x="855179" y="203737"/>
                </a:lnTo>
                <a:lnTo>
                  <a:pt x="854691" y="204581"/>
                </a:lnTo>
                <a:lnTo>
                  <a:pt x="854178" y="205414"/>
                </a:lnTo>
                <a:lnTo>
                  <a:pt x="853641" y="206235"/>
                </a:lnTo>
                <a:lnTo>
                  <a:pt x="853078" y="207046"/>
                </a:lnTo>
                <a:lnTo>
                  <a:pt x="852490" y="207845"/>
                </a:lnTo>
                <a:lnTo>
                  <a:pt x="851879" y="208632"/>
                </a:lnTo>
                <a:lnTo>
                  <a:pt x="851248" y="209404"/>
                </a:lnTo>
                <a:lnTo>
                  <a:pt x="850597" y="210161"/>
                </a:lnTo>
                <a:lnTo>
                  <a:pt x="849925" y="210903"/>
                </a:lnTo>
                <a:lnTo>
                  <a:pt x="849232" y="211631"/>
                </a:lnTo>
                <a:lnTo>
                  <a:pt x="848520" y="212343"/>
                </a:lnTo>
                <a:lnTo>
                  <a:pt x="847786" y="213041"/>
                </a:lnTo>
                <a:lnTo>
                  <a:pt x="847033" y="213724"/>
                </a:lnTo>
                <a:lnTo>
                  <a:pt x="846259" y="214393"/>
                </a:lnTo>
                <a:lnTo>
                  <a:pt x="845464" y="215046"/>
                </a:lnTo>
                <a:lnTo>
                  <a:pt x="844649" y="215685"/>
                </a:lnTo>
                <a:lnTo>
                  <a:pt x="843813" y="216309"/>
                </a:lnTo>
                <a:lnTo>
                  <a:pt x="842958" y="216918"/>
                </a:lnTo>
                <a:lnTo>
                  <a:pt x="842081" y="217512"/>
                </a:lnTo>
                <a:lnTo>
                  <a:pt x="841184" y="218092"/>
                </a:lnTo>
                <a:lnTo>
                  <a:pt x="840267" y="218657"/>
                </a:lnTo>
                <a:lnTo>
                  <a:pt x="839329" y="219206"/>
                </a:lnTo>
                <a:lnTo>
                  <a:pt x="838371" y="219742"/>
                </a:lnTo>
                <a:lnTo>
                  <a:pt x="837393" y="220262"/>
                </a:lnTo>
                <a:lnTo>
                  <a:pt x="836394" y="220767"/>
                </a:lnTo>
                <a:lnTo>
                  <a:pt x="835374" y="221258"/>
                </a:lnTo>
                <a:lnTo>
                  <a:pt x="834334" y="221734"/>
                </a:lnTo>
                <a:lnTo>
                  <a:pt x="833274" y="222195"/>
                </a:lnTo>
                <a:lnTo>
                  <a:pt x="832193" y="222642"/>
                </a:lnTo>
                <a:lnTo>
                  <a:pt x="831094" y="223072"/>
                </a:lnTo>
                <a:lnTo>
                  <a:pt x="829978" y="223483"/>
                </a:lnTo>
                <a:lnTo>
                  <a:pt x="828846" y="223876"/>
                </a:lnTo>
                <a:lnTo>
                  <a:pt x="827698" y="224251"/>
                </a:lnTo>
                <a:lnTo>
                  <a:pt x="826533" y="224608"/>
                </a:lnTo>
                <a:lnTo>
                  <a:pt x="825352" y="224946"/>
                </a:lnTo>
                <a:lnTo>
                  <a:pt x="824154" y="225267"/>
                </a:lnTo>
                <a:lnTo>
                  <a:pt x="822940" y="225568"/>
                </a:lnTo>
                <a:lnTo>
                  <a:pt x="821710" y="225852"/>
                </a:lnTo>
                <a:lnTo>
                  <a:pt x="820463" y="226117"/>
                </a:lnTo>
                <a:lnTo>
                  <a:pt x="819200" y="226364"/>
                </a:lnTo>
                <a:lnTo>
                  <a:pt x="817920" y="226593"/>
                </a:lnTo>
                <a:lnTo>
                  <a:pt x="816624" y="226803"/>
                </a:lnTo>
                <a:lnTo>
                  <a:pt x="815311" y="226995"/>
                </a:lnTo>
                <a:lnTo>
                  <a:pt x="813982" y="227169"/>
                </a:lnTo>
                <a:lnTo>
                  <a:pt x="812637" y="227324"/>
                </a:lnTo>
                <a:lnTo>
                  <a:pt x="811275" y="227461"/>
                </a:lnTo>
                <a:lnTo>
                  <a:pt x="809897" y="227580"/>
                </a:lnTo>
                <a:lnTo>
                  <a:pt x="808503" y="227681"/>
                </a:lnTo>
                <a:lnTo>
                  <a:pt x="807092" y="227763"/>
                </a:lnTo>
                <a:lnTo>
                  <a:pt x="805664" y="227827"/>
                </a:lnTo>
                <a:lnTo>
                  <a:pt x="804221" y="227873"/>
                </a:lnTo>
                <a:lnTo>
                  <a:pt x="802760" y="227900"/>
                </a:lnTo>
                <a:lnTo>
                  <a:pt x="801284" y="227910"/>
                </a:lnTo>
                <a:lnTo>
                  <a:pt x="800328" y="227905"/>
                </a:lnTo>
                <a:lnTo>
                  <a:pt x="799372" y="227891"/>
                </a:lnTo>
                <a:lnTo>
                  <a:pt x="798416" y="227867"/>
                </a:lnTo>
                <a:lnTo>
                  <a:pt x="797460" y="227834"/>
                </a:lnTo>
                <a:lnTo>
                  <a:pt x="796503" y="227792"/>
                </a:lnTo>
                <a:lnTo>
                  <a:pt x="795546" y="227740"/>
                </a:lnTo>
                <a:lnTo>
                  <a:pt x="794589" y="227679"/>
                </a:lnTo>
                <a:lnTo>
                  <a:pt x="793632" y="227608"/>
                </a:lnTo>
                <a:lnTo>
                  <a:pt x="792674" y="227528"/>
                </a:lnTo>
                <a:lnTo>
                  <a:pt x="791716" y="227438"/>
                </a:lnTo>
                <a:lnTo>
                  <a:pt x="790758" y="227339"/>
                </a:lnTo>
                <a:lnTo>
                  <a:pt x="789799" y="227231"/>
                </a:lnTo>
                <a:lnTo>
                  <a:pt x="788840" y="227113"/>
                </a:lnTo>
                <a:lnTo>
                  <a:pt x="787881" y="226985"/>
                </a:lnTo>
                <a:lnTo>
                  <a:pt x="786922" y="226849"/>
                </a:lnTo>
                <a:lnTo>
                  <a:pt x="785962" y="226702"/>
                </a:lnTo>
                <a:lnTo>
                  <a:pt x="785003" y="226547"/>
                </a:lnTo>
                <a:lnTo>
                  <a:pt x="784042" y="226382"/>
                </a:lnTo>
                <a:lnTo>
                  <a:pt x="783082" y="226207"/>
                </a:lnTo>
                <a:lnTo>
                  <a:pt x="782121" y="226023"/>
                </a:lnTo>
                <a:lnTo>
                  <a:pt x="781160" y="225830"/>
                </a:lnTo>
                <a:lnTo>
                  <a:pt x="780199" y="225627"/>
                </a:lnTo>
                <a:lnTo>
                  <a:pt x="779238" y="225415"/>
                </a:lnTo>
                <a:lnTo>
                  <a:pt x="778276" y="225193"/>
                </a:lnTo>
                <a:lnTo>
                  <a:pt x="777317" y="224961"/>
                </a:lnTo>
                <a:lnTo>
                  <a:pt x="776366" y="224717"/>
                </a:lnTo>
                <a:lnTo>
                  <a:pt x="775422" y="224462"/>
                </a:lnTo>
                <a:lnTo>
                  <a:pt x="774484" y="224196"/>
                </a:lnTo>
                <a:lnTo>
                  <a:pt x="773554" y="223918"/>
                </a:lnTo>
                <a:lnTo>
                  <a:pt x="772630" y="223629"/>
                </a:lnTo>
                <a:lnTo>
                  <a:pt x="771714" y="223328"/>
                </a:lnTo>
                <a:lnTo>
                  <a:pt x="770805" y="223017"/>
                </a:lnTo>
                <a:lnTo>
                  <a:pt x="769902" y="222694"/>
                </a:lnTo>
                <a:lnTo>
                  <a:pt x="769007" y="222359"/>
                </a:lnTo>
                <a:lnTo>
                  <a:pt x="768118" y="222014"/>
                </a:lnTo>
                <a:lnTo>
                  <a:pt x="767237" y="221656"/>
                </a:lnTo>
                <a:lnTo>
                  <a:pt x="766362" y="221288"/>
                </a:lnTo>
                <a:lnTo>
                  <a:pt x="765495" y="220908"/>
                </a:lnTo>
                <a:lnTo>
                  <a:pt x="764634" y="220517"/>
                </a:lnTo>
                <a:lnTo>
                  <a:pt x="763781" y="220115"/>
                </a:lnTo>
                <a:lnTo>
                  <a:pt x="762934" y="219701"/>
                </a:lnTo>
                <a:lnTo>
                  <a:pt x="762095" y="219276"/>
                </a:lnTo>
                <a:lnTo>
                  <a:pt x="761262" y="218840"/>
                </a:lnTo>
                <a:lnTo>
                  <a:pt x="760437" y="218392"/>
                </a:lnTo>
                <a:lnTo>
                  <a:pt x="759618" y="217933"/>
                </a:lnTo>
                <a:lnTo>
                  <a:pt x="758807" y="217463"/>
                </a:lnTo>
                <a:lnTo>
                  <a:pt x="758002" y="216981"/>
                </a:lnTo>
                <a:lnTo>
                  <a:pt x="757205" y="216488"/>
                </a:lnTo>
                <a:lnTo>
                  <a:pt x="756417" y="215983"/>
                </a:lnTo>
                <a:lnTo>
                  <a:pt x="755643" y="215464"/>
                </a:lnTo>
                <a:lnTo>
                  <a:pt x="754882" y="214931"/>
                </a:lnTo>
                <a:lnTo>
                  <a:pt x="754134" y="214385"/>
                </a:lnTo>
                <a:lnTo>
                  <a:pt x="753399" y="213826"/>
                </a:lnTo>
                <a:lnTo>
                  <a:pt x="752678" y="213253"/>
                </a:lnTo>
                <a:lnTo>
                  <a:pt x="751969" y="212667"/>
                </a:lnTo>
                <a:lnTo>
                  <a:pt x="751274" y="212067"/>
                </a:lnTo>
                <a:lnTo>
                  <a:pt x="750592" y="211454"/>
                </a:lnTo>
                <a:lnTo>
                  <a:pt x="749923" y="210827"/>
                </a:lnTo>
                <a:lnTo>
                  <a:pt x="749268" y="210187"/>
                </a:lnTo>
                <a:lnTo>
                  <a:pt x="748625" y="209533"/>
                </a:lnTo>
                <a:lnTo>
                  <a:pt x="747996" y="208866"/>
                </a:lnTo>
                <a:lnTo>
                  <a:pt x="747380" y="208185"/>
                </a:lnTo>
                <a:lnTo>
                  <a:pt x="746777" y="207491"/>
                </a:lnTo>
                <a:lnTo>
                  <a:pt x="746187" y="206783"/>
                </a:lnTo>
                <a:lnTo>
                  <a:pt x="745611" y="206062"/>
                </a:lnTo>
                <a:lnTo>
                  <a:pt x="745047" y="205327"/>
                </a:lnTo>
                <a:lnTo>
                  <a:pt x="744497" y="204579"/>
                </a:lnTo>
                <a:lnTo>
                  <a:pt x="743960" y="203817"/>
                </a:lnTo>
                <a:lnTo>
                  <a:pt x="743436" y="203042"/>
                </a:lnTo>
                <a:lnTo>
                  <a:pt x="742925" y="202254"/>
                </a:lnTo>
                <a:lnTo>
                  <a:pt x="742428" y="201452"/>
                </a:lnTo>
                <a:lnTo>
                  <a:pt x="741944" y="200636"/>
                </a:lnTo>
                <a:lnTo>
                  <a:pt x="741476" y="199806"/>
                </a:lnTo>
                <a:lnTo>
                  <a:pt x="741028" y="198961"/>
                </a:lnTo>
                <a:lnTo>
                  <a:pt x="740600" y="198100"/>
                </a:lnTo>
                <a:lnTo>
                  <a:pt x="740192" y="197224"/>
                </a:lnTo>
                <a:lnTo>
                  <a:pt x="739804" y="196332"/>
                </a:lnTo>
                <a:lnTo>
                  <a:pt x="739436" y="195426"/>
                </a:lnTo>
                <a:lnTo>
                  <a:pt x="739087" y="194503"/>
                </a:lnTo>
                <a:lnTo>
                  <a:pt x="738759" y="193566"/>
                </a:lnTo>
                <a:lnTo>
                  <a:pt x="738450" y="192613"/>
                </a:lnTo>
                <a:lnTo>
                  <a:pt x="738162" y="191644"/>
                </a:lnTo>
                <a:lnTo>
                  <a:pt x="737893" y="190660"/>
                </a:lnTo>
                <a:lnTo>
                  <a:pt x="737644" y="189661"/>
                </a:lnTo>
                <a:lnTo>
                  <a:pt x="737415" y="188647"/>
                </a:lnTo>
                <a:lnTo>
                  <a:pt x="737206" y="187617"/>
                </a:lnTo>
                <a:lnTo>
                  <a:pt x="737017" y="186571"/>
                </a:lnTo>
                <a:lnTo>
                  <a:pt x="736848" y="185511"/>
                </a:lnTo>
                <a:lnTo>
                  <a:pt x="736699" y="184435"/>
                </a:lnTo>
                <a:lnTo>
                  <a:pt x="736569" y="183343"/>
                </a:lnTo>
                <a:lnTo>
                  <a:pt x="736460" y="182236"/>
                </a:lnTo>
                <a:lnTo>
                  <a:pt x="736370" y="181114"/>
                </a:lnTo>
                <a:lnTo>
                  <a:pt x="736301" y="179976"/>
                </a:lnTo>
                <a:lnTo>
                  <a:pt x="736251" y="178823"/>
                </a:lnTo>
                <a:lnTo>
                  <a:pt x="736221" y="177655"/>
                </a:lnTo>
                <a:lnTo>
                  <a:pt x="736211" y="176471"/>
                </a:lnTo>
                <a:lnTo>
                  <a:pt x="717154" y="176471"/>
                </a:lnTo>
                <a:lnTo>
                  <a:pt x="717167" y="177963"/>
                </a:lnTo>
                <a:lnTo>
                  <a:pt x="717205" y="179437"/>
                </a:lnTo>
                <a:lnTo>
                  <a:pt x="717269" y="180893"/>
                </a:lnTo>
                <a:lnTo>
                  <a:pt x="717358" y="182331"/>
                </a:lnTo>
                <a:lnTo>
                  <a:pt x="717473" y="183750"/>
                </a:lnTo>
                <a:lnTo>
                  <a:pt x="717614" y="185152"/>
                </a:lnTo>
                <a:lnTo>
                  <a:pt x="717780" y="186536"/>
                </a:lnTo>
                <a:lnTo>
                  <a:pt x="717972" y="187901"/>
                </a:lnTo>
                <a:lnTo>
                  <a:pt x="718189" y="189249"/>
                </a:lnTo>
                <a:lnTo>
                  <a:pt x="718432" y="190579"/>
                </a:lnTo>
                <a:lnTo>
                  <a:pt x="718700" y="191890"/>
                </a:lnTo>
                <a:lnTo>
                  <a:pt x="718994" y="193184"/>
                </a:lnTo>
                <a:lnTo>
                  <a:pt x="719313" y="194459"/>
                </a:lnTo>
                <a:lnTo>
                  <a:pt x="719658" y="195716"/>
                </a:lnTo>
                <a:lnTo>
                  <a:pt x="720029" y="196956"/>
                </a:lnTo>
                <a:lnTo>
                  <a:pt x="720425" y="198177"/>
                </a:lnTo>
                <a:lnTo>
                  <a:pt x="720846" y="199380"/>
                </a:lnTo>
                <a:lnTo>
                  <a:pt x="721294" y="200566"/>
                </a:lnTo>
                <a:lnTo>
                  <a:pt x="721766" y="201733"/>
                </a:lnTo>
                <a:lnTo>
                  <a:pt x="722265" y="202882"/>
                </a:lnTo>
                <a:lnTo>
                  <a:pt x="722789" y="204013"/>
                </a:lnTo>
                <a:lnTo>
                  <a:pt x="723338" y="205126"/>
                </a:lnTo>
                <a:lnTo>
                  <a:pt x="723913" y="206221"/>
                </a:lnTo>
                <a:lnTo>
                  <a:pt x="724513" y="207298"/>
                </a:lnTo>
                <a:lnTo>
                  <a:pt x="725135" y="208358"/>
                </a:lnTo>
                <a:lnTo>
                  <a:pt x="725774" y="209402"/>
                </a:lnTo>
                <a:lnTo>
                  <a:pt x="726431" y="210430"/>
                </a:lnTo>
                <a:lnTo>
                  <a:pt x="727104" y="211442"/>
                </a:lnTo>
                <a:lnTo>
                  <a:pt x="727795" y="212438"/>
                </a:lnTo>
                <a:lnTo>
                  <a:pt x="728503" y="213418"/>
                </a:lnTo>
                <a:lnTo>
                  <a:pt x="729228" y="214382"/>
                </a:lnTo>
                <a:lnTo>
                  <a:pt x="729971" y="215330"/>
                </a:lnTo>
                <a:lnTo>
                  <a:pt x="730730" y="216263"/>
                </a:lnTo>
                <a:lnTo>
                  <a:pt x="731507" y="217179"/>
                </a:lnTo>
                <a:lnTo>
                  <a:pt x="732301" y="218080"/>
                </a:lnTo>
                <a:lnTo>
                  <a:pt x="733112" y="218964"/>
                </a:lnTo>
                <a:lnTo>
                  <a:pt x="733941" y="219833"/>
                </a:lnTo>
                <a:lnTo>
                  <a:pt x="734786" y="220686"/>
                </a:lnTo>
                <a:lnTo>
                  <a:pt x="735649" y="221523"/>
                </a:lnTo>
                <a:lnTo>
                  <a:pt x="736529" y="222344"/>
                </a:lnTo>
                <a:lnTo>
                  <a:pt x="737427" y="223149"/>
                </a:lnTo>
                <a:lnTo>
                  <a:pt x="738341" y="223939"/>
                </a:lnTo>
                <a:lnTo>
                  <a:pt x="739273" y="224712"/>
                </a:lnTo>
                <a:lnTo>
                  <a:pt x="740222" y="225470"/>
                </a:lnTo>
                <a:lnTo>
                  <a:pt x="741188" y="226211"/>
                </a:lnTo>
                <a:lnTo>
                  <a:pt x="742172" y="226937"/>
                </a:lnTo>
                <a:lnTo>
                  <a:pt x="743172" y="227647"/>
                </a:lnTo>
                <a:lnTo>
                  <a:pt x="744190" y="228340"/>
                </a:lnTo>
                <a:lnTo>
                  <a:pt x="745221" y="229018"/>
                </a:lnTo>
                <a:lnTo>
                  <a:pt x="746261" y="229681"/>
                </a:lnTo>
                <a:lnTo>
                  <a:pt x="747309" y="230329"/>
                </a:lnTo>
                <a:lnTo>
                  <a:pt x="748367" y="230962"/>
                </a:lnTo>
                <a:lnTo>
                  <a:pt x="749433" y="231580"/>
                </a:lnTo>
                <a:lnTo>
                  <a:pt x="750509" y="232182"/>
                </a:lnTo>
                <a:lnTo>
                  <a:pt x="751593" y="232770"/>
                </a:lnTo>
                <a:lnTo>
                  <a:pt x="752686" y="233342"/>
                </a:lnTo>
                <a:lnTo>
                  <a:pt x="753788" y="233899"/>
                </a:lnTo>
                <a:lnTo>
                  <a:pt x="754898" y="234442"/>
                </a:lnTo>
                <a:lnTo>
                  <a:pt x="756018" y="234969"/>
                </a:lnTo>
                <a:lnTo>
                  <a:pt x="757147" y="235481"/>
                </a:lnTo>
                <a:lnTo>
                  <a:pt x="758284" y="235978"/>
                </a:lnTo>
                <a:lnTo>
                  <a:pt x="759430" y="236460"/>
                </a:lnTo>
                <a:lnTo>
                  <a:pt x="760585" y="236927"/>
                </a:lnTo>
                <a:lnTo>
                  <a:pt x="761749" y="237378"/>
                </a:lnTo>
                <a:lnTo>
                  <a:pt x="762922" y="237815"/>
                </a:lnTo>
                <a:lnTo>
                  <a:pt x="764104" y="238237"/>
                </a:lnTo>
                <a:lnTo>
                  <a:pt x="765295" y="238643"/>
                </a:lnTo>
                <a:lnTo>
                  <a:pt x="766494" y="239035"/>
                </a:lnTo>
                <a:lnTo>
                  <a:pt x="767703" y="239411"/>
                </a:lnTo>
                <a:lnTo>
                  <a:pt x="768920" y="239772"/>
                </a:lnTo>
                <a:lnTo>
                  <a:pt x="770146" y="240119"/>
                </a:lnTo>
                <a:lnTo>
                  <a:pt x="771381" y="240450"/>
                </a:lnTo>
                <a:lnTo>
                  <a:pt x="772621" y="240766"/>
                </a:lnTo>
                <a:lnTo>
                  <a:pt x="773861" y="241070"/>
                </a:lnTo>
                <a:lnTo>
                  <a:pt x="775102" y="241360"/>
                </a:lnTo>
                <a:lnTo>
                  <a:pt x="776344" y="241636"/>
                </a:lnTo>
                <a:lnTo>
                  <a:pt x="777585" y="241899"/>
                </a:lnTo>
                <a:lnTo>
                  <a:pt x="778828" y="242148"/>
                </a:lnTo>
                <a:lnTo>
                  <a:pt x="780071" y="242384"/>
                </a:lnTo>
                <a:lnTo>
                  <a:pt x="781314" y="242607"/>
                </a:lnTo>
                <a:lnTo>
                  <a:pt x="782558" y="242816"/>
                </a:lnTo>
                <a:lnTo>
                  <a:pt x="783803" y="243011"/>
                </a:lnTo>
                <a:lnTo>
                  <a:pt x="785048" y="243193"/>
                </a:lnTo>
                <a:lnTo>
                  <a:pt x="786294" y="243362"/>
                </a:lnTo>
                <a:lnTo>
                  <a:pt x="787540" y="243517"/>
                </a:lnTo>
                <a:lnTo>
                  <a:pt x="788787" y="243659"/>
                </a:lnTo>
                <a:lnTo>
                  <a:pt x="790034" y="243787"/>
                </a:lnTo>
                <a:lnTo>
                  <a:pt x="791282" y="243901"/>
                </a:lnTo>
                <a:lnTo>
                  <a:pt x="792530" y="244002"/>
                </a:lnTo>
                <a:lnTo>
                  <a:pt x="793779" y="244090"/>
                </a:lnTo>
                <a:lnTo>
                  <a:pt x="795029" y="244164"/>
                </a:lnTo>
                <a:lnTo>
                  <a:pt x="796278" y="244225"/>
                </a:lnTo>
                <a:lnTo>
                  <a:pt x="797529" y="244272"/>
                </a:lnTo>
                <a:lnTo>
                  <a:pt x="798780" y="244306"/>
                </a:lnTo>
                <a:lnTo>
                  <a:pt x="800032" y="244326"/>
                </a:lnTo>
                <a:lnTo>
                  <a:pt x="801284" y="244333"/>
                </a:lnTo>
                <a:lnTo>
                  <a:pt x="802686" y="244326"/>
                </a:lnTo>
                <a:lnTo>
                  <a:pt x="804080" y="244305"/>
                </a:lnTo>
                <a:lnTo>
                  <a:pt x="805463" y="244270"/>
                </a:lnTo>
                <a:lnTo>
                  <a:pt x="806838" y="244221"/>
                </a:lnTo>
                <a:lnTo>
                  <a:pt x="808203" y="244158"/>
                </a:lnTo>
                <a:lnTo>
                  <a:pt x="809558" y="244081"/>
                </a:lnTo>
                <a:lnTo>
                  <a:pt x="810904" y="243990"/>
                </a:lnTo>
                <a:lnTo>
                  <a:pt x="812241" y="243885"/>
                </a:lnTo>
                <a:lnTo>
                  <a:pt x="813568" y="243766"/>
                </a:lnTo>
                <a:lnTo>
                  <a:pt x="814886" y="243633"/>
                </a:lnTo>
                <a:lnTo>
                  <a:pt x="816195" y="243486"/>
                </a:lnTo>
                <a:lnTo>
                  <a:pt x="817494" y="243326"/>
                </a:lnTo>
                <a:lnTo>
                  <a:pt x="818783" y="243151"/>
                </a:lnTo>
                <a:lnTo>
                  <a:pt x="820064" y="242962"/>
                </a:lnTo>
                <a:lnTo>
                  <a:pt x="821335" y="242759"/>
                </a:lnTo>
                <a:lnTo>
                  <a:pt x="822596" y="242542"/>
                </a:lnTo>
                <a:lnTo>
                  <a:pt x="823848" y="242312"/>
                </a:lnTo>
                <a:lnTo>
                  <a:pt x="825091" y="242067"/>
                </a:lnTo>
                <a:lnTo>
                  <a:pt x="826324" y="241808"/>
                </a:lnTo>
                <a:lnTo>
                  <a:pt x="827547" y="241535"/>
                </a:lnTo>
                <a:lnTo>
                  <a:pt x="828762" y="241249"/>
                </a:lnTo>
                <a:lnTo>
                  <a:pt x="829967" y="240948"/>
                </a:lnTo>
                <a:lnTo>
                  <a:pt x="831162" y="240633"/>
                </a:lnTo>
                <a:lnTo>
                  <a:pt x="832348" y="240304"/>
                </a:lnTo>
                <a:lnTo>
                  <a:pt x="833523" y="239962"/>
                </a:lnTo>
                <a:lnTo>
                  <a:pt x="834685" y="239608"/>
                </a:lnTo>
                <a:lnTo>
                  <a:pt x="835834" y="239240"/>
                </a:lnTo>
                <a:lnTo>
                  <a:pt x="836970" y="238860"/>
                </a:lnTo>
                <a:lnTo>
                  <a:pt x="838094" y="238468"/>
                </a:lnTo>
                <a:lnTo>
                  <a:pt x="839204" y="238063"/>
                </a:lnTo>
                <a:lnTo>
                  <a:pt x="840302" y="237645"/>
                </a:lnTo>
                <a:lnTo>
                  <a:pt x="841386" y="237214"/>
                </a:lnTo>
                <a:lnTo>
                  <a:pt x="842458" y="236771"/>
                </a:lnTo>
                <a:lnTo>
                  <a:pt x="843516" y="236315"/>
                </a:lnTo>
                <a:lnTo>
                  <a:pt x="844562" y="235847"/>
                </a:lnTo>
                <a:lnTo>
                  <a:pt x="845595" y="235366"/>
                </a:lnTo>
                <a:lnTo>
                  <a:pt x="846615" y="234872"/>
                </a:lnTo>
                <a:lnTo>
                  <a:pt x="847622" y="234366"/>
                </a:lnTo>
                <a:lnTo>
                  <a:pt x="848616" y="233847"/>
                </a:lnTo>
                <a:lnTo>
                  <a:pt x="849598" y="233315"/>
                </a:lnTo>
                <a:lnTo>
                  <a:pt x="850566" y="232771"/>
                </a:lnTo>
                <a:lnTo>
                  <a:pt x="851521" y="232214"/>
                </a:lnTo>
                <a:lnTo>
                  <a:pt x="852464" y="231644"/>
                </a:lnTo>
                <a:lnTo>
                  <a:pt x="853394" y="231062"/>
                </a:lnTo>
                <a:lnTo>
                  <a:pt x="854310" y="230467"/>
                </a:lnTo>
                <a:lnTo>
                  <a:pt x="855214" y="229860"/>
                </a:lnTo>
                <a:lnTo>
                  <a:pt x="856105" y="229240"/>
                </a:lnTo>
                <a:lnTo>
                  <a:pt x="856983" y="228607"/>
                </a:lnTo>
                <a:lnTo>
                  <a:pt x="857846" y="227962"/>
                </a:lnTo>
                <a:lnTo>
                  <a:pt x="858693" y="227306"/>
                </a:lnTo>
                <a:lnTo>
                  <a:pt x="859524" y="226639"/>
                </a:lnTo>
                <a:lnTo>
                  <a:pt x="860338" y="225960"/>
                </a:lnTo>
                <a:lnTo>
                  <a:pt x="861135" y="225270"/>
                </a:lnTo>
                <a:lnTo>
                  <a:pt x="861917" y="224569"/>
                </a:lnTo>
                <a:lnTo>
                  <a:pt x="862682" y="223856"/>
                </a:lnTo>
                <a:lnTo>
                  <a:pt x="863430" y="223132"/>
                </a:lnTo>
                <a:lnTo>
                  <a:pt x="864162" y="222397"/>
                </a:lnTo>
                <a:lnTo>
                  <a:pt x="864878" y="221651"/>
                </a:lnTo>
                <a:lnTo>
                  <a:pt x="865577" y="220893"/>
                </a:lnTo>
                <a:lnTo>
                  <a:pt x="866260" y="220124"/>
                </a:lnTo>
                <a:lnTo>
                  <a:pt x="866926" y="219344"/>
                </a:lnTo>
                <a:lnTo>
                  <a:pt x="867576" y="218552"/>
                </a:lnTo>
                <a:lnTo>
                  <a:pt x="868210" y="217749"/>
                </a:lnTo>
                <a:lnTo>
                  <a:pt x="868827" y="216935"/>
                </a:lnTo>
                <a:lnTo>
                  <a:pt x="869428" y="216109"/>
                </a:lnTo>
                <a:lnTo>
                  <a:pt x="870012" y="215273"/>
                </a:lnTo>
                <a:lnTo>
                  <a:pt x="870580" y="214425"/>
                </a:lnTo>
                <a:lnTo>
                  <a:pt x="871132" y="213565"/>
                </a:lnTo>
                <a:lnTo>
                  <a:pt x="871667" y="212694"/>
                </a:lnTo>
                <a:lnTo>
                  <a:pt x="872185" y="211812"/>
                </a:lnTo>
                <a:lnTo>
                  <a:pt x="872688" y="210919"/>
                </a:lnTo>
                <a:lnTo>
                  <a:pt x="873174" y="210015"/>
                </a:lnTo>
                <a:lnTo>
                  <a:pt x="873641" y="209099"/>
                </a:lnTo>
                <a:lnTo>
                  <a:pt x="874089" y="208174"/>
                </a:lnTo>
                <a:lnTo>
                  <a:pt x="874517" y="207239"/>
                </a:lnTo>
                <a:lnTo>
                  <a:pt x="874925" y="206294"/>
                </a:lnTo>
                <a:lnTo>
                  <a:pt x="875313" y="205339"/>
                </a:lnTo>
                <a:lnTo>
                  <a:pt x="875682" y="204374"/>
                </a:lnTo>
                <a:lnTo>
                  <a:pt x="876030" y="203399"/>
                </a:lnTo>
                <a:lnTo>
                  <a:pt x="876358" y="202414"/>
                </a:lnTo>
                <a:lnTo>
                  <a:pt x="876667" y="201419"/>
                </a:lnTo>
                <a:lnTo>
                  <a:pt x="876956" y="200415"/>
                </a:lnTo>
                <a:lnTo>
                  <a:pt x="877224" y="199400"/>
                </a:lnTo>
                <a:lnTo>
                  <a:pt x="877473" y="198375"/>
                </a:lnTo>
                <a:lnTo>
                  <a:pt x="877702" y="197340"/>
                </a:lnTo>
                <a:lnTo>
                  <a:pt x="877911" y="196296"/>
                </a:lnTo>
                <a:lnTo>
                  <a:pt x="878100" y="195241"/>
                </a:lnTo>
                <a:lnTo>
                  <a:pt x="878269" y="194177"/>
                </a:lnTo>
                <a:lnTo>
                  <a:pt x="878419" y="193102"/>
                </a:lnTo>
                <a:lnTo>
                  <a:pt x="878548" y="192018"/>
                </a:lnTo>
                <a:lnTo>
                  <a:pt x="878657" y="190924"/>
                </a:lnTo>
                <a:lnTo>
                  <a:pt x="878747" y="189819"/>
                </a:lnTo>
                <a:lnTo>
                  <a:pt x="878817" y="188705"/>
                </a:lnTo>
                <a:lnTo>
                  <a:pt x="878866" y="187581"/>
                </a:lnTo>
                <a:lnTo>
                  <a:pt x="878896" y="186447"/>
                </a:lnTo>
                <a:lnTo>
                  <a:pt x="878906" y="185302"/>
                </a:lnTo>
                <a:lnTo>
                  <a:pt x="878898" y="184172"/>
                </a:lnTo>
                <a:lnTo>
                  <a:pt x="878872" y="183053"/>
                </a:lnTo>
                <a:lnTo>
                  <a:pt x="878829" y="181945"/>
                </a:lnTo>
                <a:lnTo>
                  <a:pt x="878769" y="180848"/>
                </a:lnTo>
                <a:lnTo>
                  <a:pt x="878691" y="179763"/>
                </a:lnTo>
                <a:lnTo>
                  <a:pt x="878596" y="178689"/>
                </a:lnTo>
                <a:lnTo>
                  <a:pt x="878484" y="177626"/>
                </a:lnTo>
                <a:lnTo>
                  <a:pt x="878355" y="176574"/>
                </a:lnTo>
                <a:lnTo>
                  <a:pt x="878209" y="175534"/>
                </a:lnTo>
                <a:lnTo>
                  <a:pt x="878046" y="174505"/>
                </a:lnTo>
                <a:lnTo>
                  <a:pt x="877865" y="173488"/>
                </a:lnTo>
                <a:lnTo>
                  <a:pt x="877667" y="172482"/>
                </a:lnTo>
                <a:lnTo>
                  <a:pt x="877452" y="171487"/>
                </a:lnTo>
                <a:lnTo>
                  <a:pt x="877219" y="170503"/>
                </a:lnTo>
                <a:lnTo>
                  <a:pt x="876970" y="169530"/>
                </a:lnTo>
                <a:lnTo>
                  <a:pt x="876703" y="168569"/>
                </a:lnTo>
                <a:lnTo>
                  <a:pt x="876419" y="167620"/>
                </a:lnTo>
                <a:lnTo>
                  <a:pt x="876117" y="166681"/>
                </a:lnTo>
                <a:lnTo>
                  <a:pt x="875799" y="165754"/>
                </a:lnTo>
                <a:lnTo>
                  <a:pt x="875463" y="164838"/>
                </a:lnTo>
                <a:lnTo>
                  <a:pt x="875110" y="163933"/>
                </a:lnTo>
                <a:lnTo>
                  <a:pt x="874740" y="163040"/>
                </a:lnTo>
                <a:lnTo>
                  <a:pt x="874353" y="162158"/>
                </a:lnTo>
                <a:lnTo>
                  <a:pt x="873948" y="161287"/>
                </a:lnTo>
                <a:lnTo>
                  <a:pt x="873527" y="160427"/>
                </a:lnTo>
                <a:lnTo>
                  <a:pt x="873090" y="159575"/>
                </a:lnTo>
                <a:lnTo>
                  <a:pt x="872636" y="158731"/>
                </a:lnTo>
                <a:lnTo>
                  <a:pt x="872167" y="157896"/>
                </a:lnTo>
                <a:lnTo>
                  <a:pt x="871681" y="157070"/>
                </a:lnTo>
                <a:lnTo>
                  <a:pt x="871179" y="156252"/>
                </a:lnTo>
                <a:lnTo>
                  <a:pt x="870661" y="155443"/>
                </a:lnTo>
                <a:lnTo>
                  <a:pt x="870127" y="154642"/>
                </a:lnTo>
                <a:lnTo>
                  <a:pt x="869576" y="153851"/>
                </a:lnTo>
                <a:lnTo>
                  <a:pt x="869010" y="153067"/>
                </a:lnTo>
                <a:lnTo>
                  <a:pt x="868427" y="152293"/>
                </a:lnTo>
                <a:lnTo>
                  <a:pt x="867828" y="151527"/>
                </a:lnTo>
                <a:lnTo>
                  <a:pt x="867213" y="150769"/>
                </a:lnTo>
                <a:lnTo>
                  <a:pt x="866582" y="150020"/>
                </a:lnTo>
                <a:lnTo>
                  <a:pt x="865935" y="149280"/>
                </a:lnTo>
                <a:lnTo>
                  <a:pt x="865272" y="148548"/>
                </a:lnTo>
                <a:lnTo>
                  <a:pt x="864593" y="147825"/>
                </a:lnTo>
                <a:lnTo>
                  <a:pt x="863897" y="147111"/>
                </a:lnTo>
                <a:lnTo>
                  <a:pt x="863185" y="146405"/>
                </a:lnTo>
                <a:lnTo>
                  <a:pt x="862457" y="145708"/>
                </a:lnTo>
                <a:lnTo>
                  <a:pt x="861713" y="145019"/>
                </a:lnTo>
                <a:lnTo>
                  <a:pt x="860953" y="144339"/>
                </a:lnTo>
                <a:lnTo>
                  <a:pt x="860177" y="143668"/>
                </a:lnTo>
                <a:lnTo>
                  <a:pt x="859384" y="143005"/>
                </a:lnTo>
                <a:lnTo>
                  <a:pt x="858577" y="142350"/>
                </a:lnTo>
                <a:lnTo>
                  <a:pt x="857754" y="141701"/>
                </a:lnTo>
                <a:lnTo>
                  <a:pt x="856916" y="141059"/>
                </a:lnTo>
                <a:lnTo>
                  <a:pt x="856064" y="140423"/>
                </a:lnTo>
                <a:lnTo>
                  <a:pt x="855197" y="139793"/>
                </a:lnTo>
                <a:lnTo>
                  <a:pt x="854315" y="139170"/>
                </a:lnTo>
                <a:lnTo>
                  <a:pt x="853418" y="138554"/>
                </a:lnTo>
                <a:lnTo>
                  <a:pt x="852507" y="137944"/>
                </a:lnTo>
                <a:lnTo>
                  <a:pt x="851581" y="137340"/>
                </a:lnTo>
                <a:lnTo>
                  <a:pt x="850640" y="136743"/>
                </a:lnTo>
                <a:lnTo>
                  <a:pt x="849684" y="136152"/>
                </a:lnTo>
                <a:lnTo>
                  <a:pt x="848713" y="135568"/>
                </a:lnTo>
                <a:lnTo>
                  <a:pt x="847728" y="134990"/>
                </a:lnTo>
                <a:lnTo>
                  <a:pt x="846728" y="134419"/>
                </a:lnTo>
                <a:lnTo>
                  <a:pt x="845713" y="133854"/>
                </a:lnTo>
                <a:lnTo>
                  <a:pt x="844683" y="133296"/>
                </a:lnTo>
                <a:lnTo>
                  <a:pt x="843638" y="132744"/>
                </a:lnTo>
                <a:lnTo>
                  <a:pt x="842579" y="132198"/>
                </a:lnTo>
                <a:lnTo>
                  <a:pt x="841505" y="131659"/>
                </a:lnTo>
                <a:lnTo>
                  <a:pt x="840416" y="131127"/>
                </a:lnTo>
                <a:lnTo>
                  <a:pt x="839312" y="130601"/>
                </a:lnTo>
                <a:lnTo>
                  <a:pt x="838193" y="130081"/>
                </a:lnTo>
                <a:lnTo>
                  <a:pt x="837060" y="129568"/>
                </a:lnTo>
                <a:lnTo>
                  <a:pt x="835912" y="129061"/>
                </a:lnTo>
                <a:lnTo>
                  <a:pt x="834749" y="128560"/>
                </a:lnTo>
                <a:lnTo>
                  <a:pt x="833572" y="128062"/>
                </a:lnTo>
                <a:lnTo>
                  <a:pt x="832381" y="127570"/>
                </a:lnTo>
                <a:lnTo>
                  <a:pt x="831175" y="127081"/>
                </a:lnTo>
                <a:lnTo>
                  <a:pt x="829956" y="126597"/>
                </a:lnTo>
                <a:lnTo>
                  <a:pt x="828722" y="126117"/>
                </a:lnTo>
                <a:lnTo>
                  <a:pt x="827474" y="125642"/>
                </a:lnTo>
                <a:lnTo>
                  <a:pt x="826211" y="125170"/>
                </a:lnTo>
                <a:lnTo>
                  <a:pt x="824934" y="124703"/>
                </a:lnTo>
                <a:lnTo>
                  <a:pt x="823643" y="124241"/>
                </a:lnTo>
                <a:lnTo>
                  <a:pt x="822338" y="123782"/>
                </a:lnTo>
                <a:lnTo>
                  <a:pt x="821019" y="123328"/>
                </a:lnTo>
                <a:lnTo>
                  <a:pt x="819685" y="122879"/>
                </a:lnTo>
                <a:lnTo>
                  <a:pt x="818337" y="122433"/>
                </a:lnTo>
                <a:lnTo>
                  <a:pt x="816975" y="121992"/>
                </a:lnTo>
                <a:lnTo>
                  <a:pt x="815598" y="121555"/>
                </a:lnTo>
                <a:lnTo>
                  <a:pt x="814207" y="121123"/>
                </a:lnTo>
                <a:lnTo>
                  <a:pt x="812802" y="120694"/>
                </a:lnTo>
                <a:lnTo>
                  <a:pt x="811383" y="120271"/>
                </a:lnTo>
                <a:lnTo>
                  <a:pt x="809949" y="119851"/>
                </a:lnTo>
                <a:lnTo>
                  <a:pt x="808502" y="119436"/>
                </a:lnTo>
                <a:lnTo>
                  <a:pt x="807039" y="119025"/>
                </a:lnTo>
                <a:lnTo>
                  <a:pt x="805563" y="118618"/>
                </a:lnTo>
                <a:lnTo>
                  <a:pt x="804073" y="118216"/>
                </a:lnTo>
                <a:lnTo>
                  <a:pt x="802662" y="117828"/>
                </a:lnTo>
                <a:lnTo>
                  <a:pt x="801269" y="117439"/>
                </a:lnTo>
                <a:lnTo>
                  <a:pt x="799895" y="117049"/>
                </a:lnTo>
                <a:lnTo>
                  <a:pt x="798540" y="116658"/>
                </a:lnTo>
                <a:lnTo>
                  <a:pt x="797203" y="116265"/>
                </a:lnTo>
                <a:lnTo>
                  <a:pt x="795885" y="115872"/>
                </a:lnTo>
                <a:lnTo>
                  <a:pt x="794586" y="115478"/>
                </a:lnTo>
                <a:lnTo>
                  <a:pt x="793305" y="115082"/>
                </a:lnTo>
                <a:lnTo>
                  <a:pt x="792042" y="114686"/>
                </a:lnTo>
                <a:lnTo>
                  <a:pt x="790798" y="114288"/>
                </a:lnTo>
                <a:lnTo>
                  <a:pt x="789573" y="113890"/>
                </a:lnTo>
                <a:lnTo>
                  <a:pt x="788366" y="113490"/>
                </a:lnTo>
                <a:lnTo>
                  <a:pt x="787178" y="113089"/>
                </a:lnTo>
                <a:lnTo>
                  <a:pt x="786008" y="112687"/>
                </a:lnTo>
                <a:lnTo>
                  <a:pt x="784857" y="112284"/>
                </a:lnTo>
                <a:lnTo>
                  <a:pt x="783724" y="111880"/>
                </a:lnTo>
                <a:lnTo>
                  <a:pt x="782610" y="111475"/>
                </a:lnTo>
                <a:lnTo>
                  <a:pt x="781515" y="111069"/>
                </a:lnTo>
                <a:lnTo>
                  <a:pt x="780438" y="110662"/>
                </a:lnTo>
                <a:lnTo>
                  <a:pt x="779380" y="110254"/>
                </a:lnTo>
                <a:lnTo>
                  <a:pt x="778340" y="109844"/>
                </a:lnTo>
                <a:lnTo>
                  <a:pt x="777319" y="109434"/>
                </a:lnTo>
                <a:lnTo>
                  <a:pt x="776316" y="109022"/>
                </a:lnTo>
                <a:lnTo>
                  <a:pt x="775332" y="108610"/>
                </a:lnTo>
                <a:lnTo>
                  <a:pt x="774366" y="108195"/>
                </a:lnTo>
                <a:lnTo>
                  <a:pt x="773415" y="107777"/>
                </a:lnTo>
                <a:lnTo>
                  <a:pt x="772482" y="107357"/>
                </a:lnTo>
                <a:lnTo>
                  <a:pt x="771564" y="106933"/>
                </a:lnTo>
                <a:lnTo>
                  <a:pt x="770663" y="106507"/>
                </a:lnTo>
                <a:lnTo>
                  <a:pt x="769779" y="106077"/>
                </a:lnTo>
                <a:lnTo>
                  <a:pt x="768911" y="105645"/>
                </a:lnTo>
                <a:lnTo>
                  <a:pt x="768059" y="105210"/>
                </a:lnTo>
                <a:lnTo>
                  <a:pt x="767223" y="104771"/>
                </a:lnTo>
                <a:lnTo>
                  <a:pt x="766405" y="104330"/>
                </a:lnTo>
                <a:lnTo>
                  <a:pt x="765602" y="103886"/>
                </a:lnTo>
                <a:lnTo>
                  <a:pt x="764816" y="103439"/>
                </a:lnTo>
                <a:lnTo>
                  <a:pt x="764046" y="102988"/>
                </a:lnTo>
                <a:lnTo>
                  <a:pt x="763293" y="102535"/>
                </a:lnTo>
                <a:lnTo>
                  <a:pt x="762556" y="102079"/>
                </a:lnTo>
                <a:lnTo>
                  <a:pt x="761836" y="101620"/>
                </a:lnTo>
                <a:lnTo>
                  <a:pt x="761131" y="101158"/>
                </a:lnTo>
                <a:lnTo>
                  <a:pt x="760444" y="100693"/>
                </a:lnTo>
                <a:lnTo>
                  <a:pt x="759773" y="100225"/>
                </a:lnTo>
                <a:lnTo>
                  <a:pt x="759118" y="99755"/>
                </a:lnTo>
                <a:lnTo>
                  <a:pt x="758479" y="99281"/>
                </a:lnTo>
                <a:lnTo>
                  <a:pt x="757857" y="98804"/>
                </a:lnTo>
                <a:lnTo>
                  <a:pt x="757252" y="98324"/>
                </a:lnTo>
                <a:lnTo>
                  <a:pt x="756662" y="97842"/>
                </a:lnTo>
                <a:lnTo>
                  <a:pt x="756088" y="97356"/>
                </a:lnTo>
                <a:lnTo>
                  <a:pt x="755527" y="96867"/>
                </a:lnTo>
                <a:lnTo>
                  <a:pt x="754980" y="96374"/>
                </a:lnTo>
                <a:lnTo>
                  <a:pt x="754446" y="95879"/>
                </a:lnTo>
                <a:lnTo>
                  <a:pt x="753926" y="95380"/>
                </a:lnTo>
                <a:lnTo>
                  <a:pt x="753418" y="94878"/>
                </a:lnTo>
                <a:lnTo>
                  <a:pt x="752925" y="94373"/>
                </a:lnTo>
                <a:lnTo>
                  <a:pt x="752445" y="93865"/>
                </a:lnTo>
                <a:lnTo>
                  <a:pt x="751978" y="93353"/>
                </a:lnTo>
                <a:lnTo>
                  <a:pt x="751525" y="92838"/>
                </a:lnTo>
                <a:lnTo>
                  <a:pt x="751085" y="92320"/>
                </a:lnTo>
                <a:lnTo>
                  <a:pt x="750659" y="91799"/>
                </a:lnTo>
                <a:lnTo>
                  <a:pt x="750246" y="91275"/>
                </a:lnTo>
                <a:lnTo>
                  <a:pt x="749846" y="90747"/>
                </a:lnTo>
                <a:lnTo>
                  <a:pt x="749460" y="90216"/>
                </a:lnTo>
                <a:lnTo>
                  <a:pt x="749088" y="89682"/>
                </a:lnTo>
                <a:lnTo>
                  <a:pt x="748729" y="89144"/>
                </a:lnTo>
                <a:lnTo>
                  <a:pt x="748383" y="88604"/>
                </a:lnTo>
                <a:lnTo>
                  <a:pt x="748051" y="88060"/>
                </a:lnTo>
                <a:lnTo>
                  <a:pt x="747732" y="87513"/>
                </a:lnTo>
                <a:lnTo>
                  <a:pt x="747427" y="86962"/>
                </a:lnTo>
                <a:lnTo>
                  <a:pt x="747135" y="86409"/>
                </a:lnTo>
                <a:lnTo>
                  <a:pt x="746857" y="85852"/>
                </a:lnTo>
                <a:lnTo>
                  <a:pt x="746592" y="85292"/>
                </a:lnTo>
                <a:lnTo>
                  <a:pt x="746339" y="84728"/>
                </a:lnTo>
                <a:lnTo>
                  <a:pt x="746097" y="84159"/>
                </a:lnTo>
                <a:lnTo>
                  <a:pt x="745865" y="83586"/>
                </a:lnTo>
                <a:lnTo>
                  <a:pt x="745645" y="83009"/>
                </a:lnTo>
                <a:lnTo>
                  <a:pt x="745435" y="82426"/>
                </a:lnTo>
                <a:lnTo>
                  <a:pt x="745236" y="81840"/>
                </a:lnTo>
                <a:lnTo>
                  <a:pt x="745048" y="81248"/>
                </a:lnTo>
                <a:lnTo>
                  <a:pt x="744870" y="80652"/>
                </a:lnTo>
                <a:lnTo>
                  <a:pt x="744703" y="80052"/>
                </a:lnTo>
                <a:lnTo>
                  <a:pt x="744547" y="79447"/>
                </a:lnTo>
                <a:lnTo>
                  <a:pt x="744402" y="78837"/>
                </a:lnTo>
                <a:lnTo>
                  <a:pt x="744268" y="78223"/>
                </a:lnTo>
                <a:lnTo>
                  <a:pt x="744144" y="77604"/>
                </a:lnTo>
                <a:lnTo>
                  <a:pt x="744031" y="76981"/>
                </a:lnTo>
                <a:lnTo>
                  <a:pt x="743929" y="76353"/>
                </a:lnTo>
                <a:lnTo>
                  <a:pt x="743837" y="75720"/>
                </a:lnTo>
                <a:lnTo>
                  <a:pt x="743757" y="75083"/>
                </a:lnTo>
                <a:lnTo>
                  <a:pt x="743687" y="74441"/>
                </a:lnTo>
                <a:lnTo>
                  <a:pt x="743627" y="73795"/>
                </a:lnTo>
                <a:lnTo>
                  <a:pt x="743579" y="73144"/>
                </a:lnTo>
                <a:lnTo>
                  <a:pt x="743541" y="72489"/>
                </a:lnTo>
                <a:lnTo>
                  <a:pt x="743514" y="71829"/>
                </a:lnTo>
                <a:lnTo>
                  <a:pt x="743498" y="71165"/>
                </a:lnTo>
                <a:lnTo>
                  <a:pt x="743493" y="70495"/>
                </a:lnTo>
                <a:lnTo>
                  <a:pt x="743504" y="69544"/>
                </a:lnTo>
                <a:lnTo>
                  <a:pt x="743537" y="68599"/>
                </a:lnTo>
                <a:lnTo>
                  <a:pt x="743592" y="67662"/>
                </a:lnTo>
                <a:lnTo>
                  <a:pt x="743669" y="66732"/>
                </a:lnTo>
                <a:lnTo>
                  <a:pt x="743769" y="65809"/>
                </a:lnTo>
                <a:lnTo>
                  <a:pt x="743890" y="64894"/>
                </a:lnTo>
                <a:lnTo>
                  <a:pt x="744033" y="63985"/>
                </a:lnTo>
                <a:lnTo>
                  <a:pt x="744199" y="63084"/>
                </a:lnTo>
                <a:lnTo>
                  <a:pt x="744386" y="62191"/>
                </a:lnTo>
                <a:lnTo>
                  <a:pt x="744596" y="61304"/>
                </a:lnTo>
                <a:lnTo>
                  <a:pt x="744827" y="60425"/>
                </a:lnTo>
                <a:lnTo>
                  <a:pt x="745081" y="59553"/>
                </a:lnTo>
                <a:lnTo>
                  <a:pt x="745357" y="58689"/>
                </a:lnTo>
                <a:lnTo>
                  <a:pt x="745655" y="57831"/>
                </a:lnTo>
                <a:lnTo>
                  <a:pt x="745974" y="56981"/>
                </a:lnTo>
                <a:lnTo>
                  <a:pt x="746316" y="56138"/>
                </a:lnTo>
                <a:lnTo>
                  <a:pt x="746680" y="55303"/>
                </a:lnTo>
                <a:lnTo>
                  <a:pt x="747066" y="54474"/>
                </a:lnTo>
                <a:lnTo>
                  <a:pt x="747474" y="53653"/>
                </a:lnTo>
                <a:lnTo>
                  <a:pt x="747904" y="52839"/>
                </a:lnTo>
                <a:lnTo>
                  <a:pt x="748356" y="52033"/>
                </a:lnTo>
                <a:lnTo>
                  <a:pt x="748831" y="51233"/>
                </a:lnTo>
                <a:lnTo>
                  <a:pt x="749327" y="50441"/>
                </a:lnTo>
                <a:lnTo>
                  <a:pt x="749845" y="49657"/>
                </a:lnTo>
                <a:lnTo>
                  <a:pt x="750386" y="48882"/>
                </a:lnTo>
                <a:lnTo>
                  <a:pt x="750948" y="48120"/>
                </a:lnTo>
                <a:lnTo>
                  <a:pt x="751531" y="47371"/>
                </a:lnTo>
                <a:lnTo>
                  <a:pt x="752137" y="46635"/>
                </a:lnTo>
                <a:lnTo>
                  <a:pt x="752764" y="45912"/>
                </a:lnTo>
                <a:lnTo>
                  <a:pt x="753414" y="45202"/>
                </a:lnTo>
                <a:lnTo>
                  <a:pt x="754085" y="44505"/>
                </a:lnTo>
                <a:lnTo>
                  <a:pt x="754777" y="43821"/>
                </a:lnTo>
                <a:lnTo>
                  <a:pt x="755492" y="43149"/>
                </a:lnTo>
                <a:lnTo>
                  <a:pt x="756228" y="42491"/>
                </a:lnTo>
                <a:lnTo>
                  <a:pt x="756986" y="41845"/>
                </a:lnTo>
                <a:lnTo>
                  <a:pt x="757766" y="41213"/>
                </a:lnTo>
                <a:lnTo>
                  <a:pt x="758568" y="40593"/>
                </a:lnTo>
                <a:lnTo>
                  <a:pt x="759392" y="39986"/>
                </a:lnTo>
                <a:lnTo>
                  <a:pt x="760237" y="39392"/>
                </a:lnTo>
                <a:lnTo>
                  <a:pt x="761104" y="38811"/>
                </a:lnTo>
                <a:lnTo>
                  <a:pt x="761993" y="38243"/>
                </a:lnTo>
                <a:lnTo>
                  <a:pt x="762903" y="37688"/>
                </a:lnTo>
                <a:lnTo>
                  <a:pt x="763836" y="37146"/>
                </a:lnTo>
                <a:lnTo>
                  <a:pt x="764790" y="36616"/>
                </a:lnTo>
                <a:lnTo>
                  <a:pt x="765766" y="36100"/>
                </a:lnTo>
                <a:lnTo>
                  <a:pt x="766764" y="35596"/>
                </a:lnTo>
                <a:lnTo>
                  <a:pt x="767783" y="35106"/>
                </a:lnTo>
                <a:lnTo>
                  <a:pt x="768825" y="34628"/>
                </a:lnTo>
                <a:lnTo>
                  <a:pt x="769887" y="34167"/>
                </a:lnTo>
                <a:lnTo>
                  <a:pt x="770971" y="33725"/>
                </a:lnTo>
                <a:lnTo>
                  <a:pt x="772075" y="33303"/>
                </a:lnTo>
                <a:lnTo>
                  <a:pt x="773200" y="32900"/>
                </a:lnTo>
                <a:lnTo>
                  <a:pt x="774345" y="32517"/>
                </a:lnTo>
                <a:lnTo>
                  <a:pt x="775511" y="32154"/>
                </a:lnTo>
                <a:lnTo>
                  <a:pt x="776698" y="31810"/>
                </a:lnTo>
                <a:lnTo>
                  <a:pt x="777906" y="31486"/>
                </a:lnTo>
                <a:lnTo>
                  <a:pt x="779134" y="31182"/>
                </a:lnTo>
                <a:lnTo>
                  <a:pt x="780383" y="30897"/>
                </a:lnTo>
                <a:lnTo>
                  <a:pt x="781653" y="30632"/>
                </a:lnTo>
                <a:lnTo>
                  <a:pt x="782943" y="30387"/>
                </a:lnTo>
                <a:lnTo>
                  <a:pt x="784254" y="30161"/>
                </a:lnTo>
                <a:lnTo>
                  <a:pt x="785586" y="29955"/>
                </a:lnTo>
                <a:lnTo>
                  <a:pt x="786939" y="29768"/>
                </a:lnTo>
                <a:lnTo>
                  <a:pt x="788312" y="29601"/>
                </a:lnTo>
                <a:lnTo>
                  <a:pt x="789706" y="29454"/>
                </a:lnTo>
                <a:lnTo>
                  <a:pt x="791121" y="29326"/>
                </a:lnTo>
                <a:lnTo>
                  <a:pt x="792556" y="29218"/>
                </a:lnTo>
                <a:lnTo>
                  <a:pt x="794013" y="29130"/>
                </a:lnTo>
                <a:lnTo>
                  <a:pt x="795489" y="29061"/>
                </a:lnTo>
                <a:lnTo>
                  <a:pt x="796987" y="29012"/>
                </a:lnTo>
                <a:lnTo>
                  <a:pt x="798505" y="28983"/>
                </a:lnTo>
                <a:lnTo>
                  <a:pt x="800044" y="28973"/>
                </a:lnTo>
                <a:lnTo>
                  <a:pt x="801584" y="28984"/>
                </a:lnTo>
                <a:lnTo>
                  <a:pt x="803104" y="29018"/>
                </a:lnTo>
                <a:lnTo>
                  <a:pt x="804604" y="29075"/>
                </a:lnTo>
                <a:lnTo>
                  <a:pt x="806085" y="29155"/>
                </a:lnTo>
                <a:lnTo>
                  <a:pt x="807546" y="29258"/>
                </a:lnTo>
                <a:lnTo>
                  <a:pt x="808987" y="29383"/>
                </a:lnTo>
                <a:lnTo>
                  <a:pt x="810409" y="29531"/>
                </a:lnTo>
                <a:lnTo>
                  <a:pt x="811811" y="29702"/>
                </a:lnTo>
                <a:lnTo>
                  <a:pt x="813193" y="29896"/>
                </a:lnTo>
                <a:lnTo>
                  <a:pt x="814556" y="30113"/>
                </a:lnTo>
                <a:lnTo>
                  <a:pt x="815899" y="30352"/>
                </a:lnTo>
                <a:lnTo>
                  <a:pt x="817223" y="30614"/>
                </a:lnTo>
                <a:lnTo>
                  <a:pt x="818527" y="30899"/>
                </a:lnTo>
                <a:lnTo>
                  <a:pt x="819811" y="31207"/>
                </a:lnTo>
                <a:lnTo>
                  <a:pt x="821076" y="31537"/>
                </a:lnTo>
                <a:lnTo>
                  <a:pt x="822320" y="31891"/>
                </a:lnTo>
                <a:lnTo>
                  <a:pt x="823546" y="32267"/>
                </a:lnTo>
                <a:lnTo>
                  <a:pt x="824752" y="32666"/>
                </a:lnTo>
                <a:lnTo>
                  <a:pt x="825938" y="33088"/>
                </a:lnTo>
                <a:lnTo>
                  <a:pt x="827104" y="33532"/>
                </a:lnTo>
                <a:lnTo>
                  <a:pt x="828251" y="33999"/>
                </a:lnTo>
                <a:lnTo>
                  <a:pt x="829378" y="34490"/>
                </a:lnTo>
                <a:lnTo>
                  <a:pt x="830486" y="35003"/>
                </a:lnTo>
                <a:lnTo>
                  <a:pt x="831574" y="35538"/>
                </a:lnTo>
                <a:lnTo>
                  <a:pt x="832641" y="36094"/>
                </a:lnTo>
                <a:lnTo>
                  <a:pt x="833688" y="36667"/>
                </a:lnTo>
                <a:lnTo>
                  <a:pt x="834713" y="37257"/>
                </a:lnTo>
                <a:lnTo>
                  <a:pt x="835718" y="37864"/>
                </a:lnTo>
                <a:lnTo>
                  <a:pt x="836702" y="38488"/>
                </a:lnTo>
                <a:lnTo>
                  <a:pt x="837664" y="39130"/>
                </a:lnTo>
                <a:lnTo>
                  <a:pt x="838606" y="39789"/>
                </a:lnTo>
                <a:lnTo>
                  <a:pt x="839527" y="40464"/>
                </a:lnTo>
                <a:lnTo>
                  <a:pt x="840427" y="41157"/>
                </a:lnTo>
                <a:lnTo>
                  <a:pt x="841305" y="41868"/>
                </a:lnTo>
                <a:lnTo>
                  <a:pt x="842163" y="42595"/>
                </a:lnTo>
                <a:lnTo>
                  <a:pt x="843000" y="43339"/>
                </a:lnTo>
                <a:lnTo>
                  <a:pt x="843816" y="44101"/>
                </a:lnTo>
                <a:lnTo>
                  <a:pt x="844611" y="44880"/>
                </a:lnTo>
                <a:lnTo>
                  <a:pt x="845385" y="45676"/>
                </a:lnTo>
                <a:lnTo>
                  <a:pt x="846137" y="46489"/>
                </a:lnTo>
                <a:lnTo>
                  <a:pt x="846869" y="47319"/>
                </a:lnTo>
                <a:lnTo>
                  <a:pt x="847580" y="48167"/>
                </a:lnTo>
                <a:lnTo>
                  <a:pt x="848270" y="49032"/>
                </a:lnTo>
                <a:lnTo>
                  <a:pt x="848939" y="49913"/>
                </a:lnTo>
                <a:lnTo>
                  <a:pt x="849587" y="50812"/>
                </a:lnTo>
                <a:lnTo>
                  <a:pt x="850214" y="51729"/>
                </a:lnTo>
                <a:lnTo>
                  <a:pt x="850820" y="52662"/>
                </a:lnTo>
                <a:lnTo>
                  <a:pt x="851405" y="53612"/>
                </a:lnTo>
                <a:lnTo>
                  <a:pt x="851968" y="54577"/>
                </a:lnTo>
                <a:lnTo>
                  <a:pt x="852506" y="55552"/>
                </a:lnTo>
                <a:lnTo>
                  <a:pt x="853021" y="56538"/>
                </a:lnTo>
                <a:lnTo>
                  <a:pt x="853512" y="57535"/>
                </a:lnTo>
                <a:lnTo>
                  <a:pt x="853979" y="58543"/>
                </a:lnTo>
                <a:lnTo>
                  <a:pt x="854422" y="59563"/>
                </a:lnTo>
                <a:lnTo>
                  <a:pt x="854841" y="60593"/>
                </a:lnTo>
                <a:lnTo>
                  <a:pt x="855236" y="61634"/>
                </a:lnTo>
                <a:lnTo>
                  <a:pt x="855607" y="62686"/>
                </a:lnTo>
                <a:lnTo>
                  <a:pt x="855954" y="63750"/>
                </a:lnTo>
                <a:lnTo>
                  <a:pt x="856277" y="64824"/>
                </a:lnTo>
                <a:lnTo>
                  <a:pt x="856576" y="65909"/>
                </a:lnTo>
                <a:lnTo>
                  <a:pt x="856852" y="67005"/>
                </a:lnTo>
                <a:lnTo>
                  <a:pt x="857103" y="68113"/>
                </a:lnTo>
                <a:lnTo>
                  <a:pt x="857330" y="69231"/>
                </a:lnTo>
                <a:lnTo>
                  <a:pt x="857534" y="70360"/>
                </a:lnTo>
                <a:lnTo>
                  <a:pt x="857713" y="71501"/>
                </a:lnTo>
                <a:lnTo>
                  <a:pt x="857869" y="72652"/>
                </a:lnTo>
                <a:lnTo>
                  <a:pt x="858001" y="73815"/>
                </a:lnTo>
                <a:lnTo>
                  <a:pt x="858108" y="74988"/>
                </a:lnTo>
                <a:lnTo>
                  <a:pt x="858192" y="76172"/>
                </a:lnTo>
                <a:lnTo>
                  <a:pt x="858252" y="77368"/>
                </a:lnTo>
                <a:lnTo>
                  <a:pt x="858288" y="78574"/>
                </a:lnTo>
                <a:lnTo>
                  <a:pt x="858300" y="79792"/>
                </a:lnTo>
                <a:lnTo>
                  <a:pt x="877357" y="79792"/>
                </a:lnTo>
                <a:lnTo>
                  <a:pt x="877341" y="78226"/>
                </a:lnTo>
                <a:lnTo>
                  <a:pt x="877291" y="76674"/>
                </a:lnTo>
                <a:lnTo>
                  <a:pt x="877209" y="75134"/>
                </a:lnTo>
                <a:lnTo>
                  <a:pt x="877094" y="73606"/>
                </a:lnTo>
                <a:lnTo>
                  <a:pt x="876947" y="72091"/>
                </a:lnTo>
                <a:lnTo>
                  <a:pt x="876766" y="70589"/>
                </a:lnTo>
                <a:lnTo>
                  <a:pt x="876553" y="69100"/>
                </a:lnTo>
                <a:lnTo>
                  <a:pt x="876307" y="67623"/>
                </a:lnTo>
                <a:lnTo>
                  <a:pt x="876028" y="66158"/>
                </a:lnTo>
                <a:lnTo>
                  <a:pt x="875716" y="64707"/>
                </a:lnTo>
                <a:lnTo>
                  <a:pt x="875372" y="63267"/>
                </a:lnTo>
                <a:lnTo>
                  <a:pt x="874994" y="61841"/>
                </a:lnTo>
                <a:lnTo>
                  <a:pt x="874584" y="60427"/>
                </a:lnTo>
                <a:lnTo>
                  <a:pt x="874141" y="59026"/>
                </a:lnTo>
                <a:lnTo>
                  <a:pt x="873665" y="57637"/>
                </a:lnTo>
                <a:lnTo>
                  <a:pt x="873156" y="56261"/>
                </a:lnTo>
                <a:lnTo>
                  <a:pt x="872615" y="54897"/>
                </a:lnTo>
                <a:lnTo>
                  <a:pt x="872041" y="53546"/>
                </a:lnTo>
                <a:lnTo>
                  <a:pt x="871434" y="52208"/>
                </a:lnTo>
                <a:lnTo>
                  <a:pt x="870794" y="50882"/>
                </a:lnTo>
                <a:lnTo>
                  <a:pt x="870121" y="49569"/>
                </a:lnTo>
                <a:lnTo>
                  <a:pt x="869415" y="48269"/>
                </a:lnTo>
                <a:lnTo>
                  <a:pt x="868677" y="46981"/>
                </a:lnTo>
                <a:lnTo>
                  <a:pt x="867906" y="45706"/>
                </a:lnTo>
                <a:lnTo>
                  <a:pt x="867105" y="44448"/>
                </a:lnTo>
                <a:lnTo>
                  <a:pt x="866276" y="43211"/>
                </a:lnTo>
                <a:lnTo>
                  <a:pt x="865420" y="41997"/>
                </a:lnTo>
                <a:lnTo>
                  <a:pt x="864536" y="40804"/>
                </a:lnTo>
                <a:lnTo>
                  <a:pt x="863625" y="39633"/>
                </a:lnTo>
                <a:lnTo>
                  <a:pt x="862686" y="38484"/>
                </a:lnTo>
                <a:lnTo>
                  <a:pt x="861721" y="37356"/>
                </a:lnTo>
                <a:lnTo>
                  <a:pt x="860727" y="36251"/>
                </a:lnTo>
                <a:lnTo>
                  <a:pt x="859706" y="35166"/>
                </a:lnTo>
                <a:lnTo>
                  <a:pt x="858658" y="34104"/>
                </a:lnTo>
                <a:lnTo>
                  <a:pt x="857582" y="33064"/>
                </a:lnTo>
                <a:lnTo>
                  <a:pt x="856479" y="32045"/>
                </a:lnTo>
                <a:lnTo>
                  <a:pt x="855349" y="31048"/>
                </a:lnTo>
                <a:lnTo>
                  <a:pt x="854191" y="30073"/>
                </a:lnTo>
                <a:lnTo>
                  <a:pt x="853005" y="29119"/>
                </a:lnTo>
                <a:lnTo>
                  <a:pt x="851793" y="28187"/>
                </a:lnTo>
                <a:lnTo>
                  <a:pt x="850552" y="27277"/>
                </a:lnTo>
                <a:lnTo>
                  <a:pt x="849285" y="26389"/>
                </a:lnTo>
                <a:lnTo>
                  <a:pt x="847989" y="25523"/>
                </a:lnTo>
                <a:lnTo>
                  <a:pt x="846667" y="24678"/>
                </a:lnTo>
                <a:lnTo>
                  <a:pt x="845317" y="23855"/>
                </a:lnTo>
                <a:lnTo>
                  <a:pt x="843939" y="23054"/>
                </a:lnTo>
                <a:lnTo>
                  <a:pt x="842534" y="22274"/>
                </a:lnTo>
                <a:lnTo>
                  <a:pt x="841102" y="21517"/>
                </a:lnTo>
                <a:lnTo>
                  <a:pt x="839645" y="20785"/>
                </a:lnTo>
                <a:lnTo>
                  <a:pt x="838166" y="20084"/>
                </a:lnTo>
                <a:lnTo>
                  <a:pt x="836665" y="19415"/>
                </a:lnTo>
                <a:lnTo>
                  <a:pt x="835141" y="18777"/>
                </a:lnTo>
                <a:lnTo>
                  <a:pt x="833596" y="18170"/>
                </a:lnTo>
                <a:lnTo>
                  <a:pt x="832029" y="17594"/>
                </a:lnTo>
                <a:lnTo>
                  <a:pt x="830439" y="17049"/>
                </a:lnTo>
                <a:lnTo>
                  <a:pt x="828828" y="16535"/>
                </a:lnTo>
                <a:lnTo>
                  <a:pt x="827194" y="16052"/>
                </a:lnTo>
                <a:lnTo>
                  <a:pt x="825539" y="15601"/>
                </a:lnTo>
                <a:lnTo>
                  <a:pt x="823861" y="15181"/>
                </a:lnTo>
                <a:lnTo>
                  <a:pt x="822161" y="14791"/>
                </a:lnTo>
                <a:lnTo>
                  <a:pt x="820439" y="14433"/>
                </a:lnTo>
                <a:lnTo>
                  <a:pt x="818696" y="14106"/>
                </a:lnTo>
                <a:lnTo>
                  <a:pt x="816930" y="13811"/>
                </a:lnTo>
                <a:lnTo>
                  <a:pt x="815142" y="13546"/>
                </a:lnTo>
                <a:lnTo>
                  <a:pt x="813332" y="13313"/>
                </a:lnTo>
                <a:lnTo>
                  <a:pt x="811500" y="13110"/>
                </a:lnTo>
                <a:lnTo>
                  <a:pt x="809646" y="12939"/>
                </a:lnTo>
                <a:lnTo>
                  <a:pt x="807770" y="12799"/>
                </a:lnTo>
                <a:lnTo>
                  <a:pt x="805871" y="12690"/>
                </a:lnTo>
                <a:lnTo>
                  <a:pt x="803951" y="12612"/>
                </a:lnTo>
                <a:lnTo>
                  <a:pt x="802009" y="12565"/>
                </a:lnTo>
                <a:lnTo>
                  <a:pt x="800044" y="12550"/>
                </a:lnTo>
                <a:lnTo>
                  <a:pt x="798667" y="12557"/>
                </a:lnTo>
                <a:lnTo>
                  <a:pt x="797300" y="12579"/>
                </a:lnTo>
                <a:lnTo>
                  <a:pt x="795942" y="12615"/>
                </a:lnTo>
                <a:lnTo>
                  <a:pt x="794594" y="12666"/>
                </a:lnTo>
                <a:lnTo>
                  <a:pt x="793254" y="12731"/>
                </a:lnTo>
                <a:lnTo>
                  <a:pt x="791925" y="12811"/>
                </a:lnTo>
                <a:lnTo>
                  <a:pt x="790604" y="12906"/>
                </a:lnTo>
                <a:lnTo>
                  <a:pt x="789293" y="13015"/>
                </a:lnTo>
                <a:lnTo>
                  <a:pt x="787992" y="13138"/>
                </a:lnTo>
                <a:lnTo>
                  <a:pt x="786700" y="13276"/>
                </a:lnTo>
                <a:lnTo>
                  <a:pt x="785417" y="13429"/>
                </a:lnTo>
                <a:lnTo>
                  <a:pt x="784144" y="13596"/>
                </a:lnTo>
                <a:lnTo>
                  <a:pt x="782880" y="13777"/>
                </a:lnTo>
                <a:lnTo>
                  <a:pt x="781626" y="13973"/>
                </a:lnTo>
                <a:lnTo>
                  <a:pt x="780381" y="14184"/>
                </a:lnTo>
                <a:lnTo>
                  <a:pt x="779145" y="14409"/>
                </a:lnTo>
                <a:lnTo>
                  <a:pt x="777919" y="14649"/>
                </a:lnTo>
                <a:lnTo>
                  <a:pt x="776702" y="14903"/>
                </a:lnTo>
                <a:lnTo>
                  <a:pt x="775495" y="15172"/>
                </a:lnTo>
                <a:lnTo>
                  <a:pt x="774297" y="15455"/>
                </a:lnTo>
                <a:lnTo>
                  <a:pt x="773109" y="15753"/>
                </a:lnTo>
                <a:lnTo>
                  <a:pt x="771929" y="16065"/>
                </a:lnTo>
                <a:lnTo>
                  <a:pt x="770760" y="16392"/>
                </a:lnTo>
                <a:lnTo>
                  <a:pt x="769600" y="16733"/>
                </a:lnTo>
                <a:lnTo>
                  <a:pt x="768450" y="17088"/>
                </a:lnTo>
                <a:lnTo>
                  <a:pt x="767314" y="17455"/>
                </a:lnTo>
                <a:lnTo>
                  <a:pt x="766191" y="17834"/>
                </a:lnTo>
                <a:lnTo>
                  <a:pt x="765081" y="18226"/>
                </a:lnTo>
                <a:lnTo>
                  <a:pt x="763983" y="18631"/>
                </a:lnTo>
                <a:lnTo>
                  <a:pt x="762899" y="19047"/>
                </a:lnTo>
                <a:lnTo>
                  <a:pt x="761827" y="19476"/>
                </a:lnTo>
                <a:lnTo>
                  <a:pt x="760768" y="19918"/>
                </a:lnTo>
                <a:lnTo>
                  <a:pt x="759722" y="20372"/>
                </a:lnTo>
                <a:lnTo>
                  <a:pt x="758690" y="20838"/>
                </a:lnTo>
                <a:lnTo>
                  <a:pt x="757670" y="21316"/>
                </a:lnTo>
                <a:lnTo>
                  <a:pt x="756662" y="21807"/>
                </a:lnTo>
                <a:lnTo>
                  <a:pt x="755668" y="22310"/>
                </a:lnTo>
                <a:lnTo>
                  <a:pt x="754687" y="22826"/>
                </a:lnTo>
                <a:lnTo>
                  <a:pt x="753719" y="23354"/>
                </a:lnTo>
                <a:lnTo>
                  <a:pt x="752763" y="23894"/>
                </a:lnTo>
                <a:lnTo>
                  <a:pt x="751821" y="24447"/>
                </a:lnTo>
                <a:lnTo>
                  <a:pt x="750891" y="25012"/>
                </a:lnTo>
                <a:lnTo>
                  <a:pt x="749974" y="25590"/>
                </a:lnTo>
                <a:lnTo>
                  <a:pt x="749071" y="26180"/>
                </a:lnTo>
                <a:lnTo>
                  <a:pt x="748180" y="26782"/>
                </a:lnTo>
                <a:lnTo>
                  <a:pt x="747302" y="27397"/>
                </a:lnTo>
                <a:lnTo>
                  <a:pt x="746437" y="28024"/>
                </a:lnTo>
                <a:lnTo>
                  <a:pt x="745585" y="28663"/>
                </a:lnTo>
                <a:lnTo>
                  <a:pt x="744747" y="29314"/>
                </a:lnTo>
                <a:lnTo>
                  <a:pt x="743925" y="29975"/>
                </a:lnTo>
                <a:lnTo>
                  <a:pt x="743119" y="30646"/>
                </a:lnTo>
                <a:lnTo>
                  <a:pt x="742329" y="31327"/>
                </a:lnTo>
                <a:lnTo>
                  <a:pt x="741555" y="32019"/>
                </a:lnTo>
                <a:lnTo>
                  <a:pt x="740796" y="32720"/>
                </a:lnTo>
                <a:lnTo>
                  <a:pt x="740054" y="33432"/>
                </a:lnTo>
                <a:lnTo>
                  <a:pt x="739327" y="34155"/>
                </a:lnTo>
                <a:lnTo>
                  <a:pt x="738616" y="34887"/>
                </a:lnTo>
                <a:lnTo>
                  <a:pt x="737921" y="35630"/>
                </a:lnTo>
                <a:lnTo>
                  <a:pt x="737242" y="36383"/>
                </a:lnTo>
                <a:lnTo>
                  <a:pt x="736579" y="37146"/>
                </a:lnTo>
                <a:lnTo>
                  <a:pt x="735932" y="37919"/>
                </a:lnTo>
                <a:lnTo>
                  <a:pt x="735300" y="38703"/>
                </a:lnTo>
                <a:lnTo>
                  <a:pt x="734685" y="39496"/>
                </a:lnTo>
                <a:lnTo>
                  <a:pt x="734085" y="40300"/>
                </a:lnTo>
                <a:lnTo>
                  <a:pt x="733501" y="41115"/>
                </a:lnTo>
                <a:lnTo>
                  <a:pt x="732933" y="41939"/>
                </a:lnTo>
                <a:lnTo>
                  <a:pt x="732381" y="42774"/>
                </a:lnTo>
                <a:lnTo>
                  <a:pt x="731845" y="43619"/>
                </a:lnTo>
                <a:lnTo>
                  <a:pt x="731324" y="44474"/>
                </a:lnTo>
                <a:lnTo>
                  <a:pt x="730820" y="45339"/>
                </a:lnTo>
                <a:lnTo>
                  <a:pt x="730331" y="46215"/>
                </a:lnTo>
                <a:lnTo>
                  <a:pt x="729859" y="47100"/>
                </a:lnTo>
                <a:lnTo>
                  <a:pt x="729404" y="47995"/>
                </a:lnTo>
                <a:lnTo>
                  <a:pt x="728968" y="48898"/>
                </a:lnTo>
                <a:lnTo>
                  <a:pt x="728551" y="49809"/>
                </a:lnTo>
                <a:lnTo>
                  <a:pt x="728154" y="50728"/>
                </a:lnTo>
                <a:lnTo>
                  <a:pt x="727777" y="51656"/>
                </a:lnTo>
                <a:lnTo>
                  <a:pt x="727418" y="52591"/>
                </a:lnTo>
                <a:lnTo>
                  <a:pt x="727080" y="53534"/>
                </a:lnTo>
                <a:lnTo>
                  <a:pt x="726760" y="54486"/>
                </a:lnTo>
                <a:lnTo>
                  <a:pt x="726460" y="55445"/>
                </a:lnTo>
                <a:lnTo>
                  <a:pt x="726179" y="56413"/>
                </a:lnTo>
                <a:lnTo>
                  <a:pt x="725917" y="57388"/>
                </a:lnTo>
                <a:lnTo>
                  <a:pt x="725675" y="58372"/>
                </a:lnTo>
                <a:lnTo>
                  <a:pt x="725453" y="59364"/>
                </a:lnTo>
                <a:lnTo>
                  <a:pt x="725249" y="60363"/>
                </a:lnTo>
                <a:lnTo>
                  <a:pt x="725065" y="61371"/>
                </a:lnTo>
                <a:lnTo>
                  <a:pt x="724901" y="62387"/>
                </a:lnTo>
                <a:lnTo>
                  <a:pt x="724755" y="63411"/>
                </a:lnTo>
                <a:lnTo>
                  <a:pt x="724630" y="64443"/>
                </a:lnTo>
                <a:lnTo>
                  <a:pt x="724523" y="65483"/>
                </a:lnTo>
                <a:lnTo>
                  <a:pt x="724436" y="66532"/>
                </a:lnTo>
                <a:lnTo>
                  <a:pt x="724368" y="67588"/>
                </a:lnTo>
                <a:lnTo>
                  <a:pt x="724320" y="68652"/>
                </a:lnTo>
                <a:lnTo>
                  <a:pt x="724291" y="69725"/>
                </a:lnTo>
                <a:lnTo>
                  <a:pt x="724281" y="70805"/>
                </a:lnTo>
                <a:lnTo>
                  <a:pt x="724290" y="71910"/>
                </a:lnTo>
                <a:lnTo>
                  <a:pt x="724316" y="73003"/>
                </a:lnTo>
                <a:lnTo>
                  <a:pt x="724361" y="74084"/>
                </a:lnTo>
                <a:lnTo>
                  <a:pt x="724423" y="75154"/>
                </a:lnTo>
                <a:lnTo>
                  <a:pt x="724503" y="76213"/>
                </a:lnTo>
                <a:lnTo>
                  <a:pt x="724601" y="77259"/>
                </a:lnTo>
                <a:lnTo>
                  <a:pt x="724716" y="78295"/>
                </a:lnTo>
                <a:lnTo>
                  <a:pt x="724849" y="79318"/>
                </a:lnTo>
                <a:lnTo>
                  <a:pt x="725000" y="80330"/>
                </a:lnTo>
                <a:lnTo>
                  <a:pt x="725169" y="81331"/>
                </a:lnTo>
                <a:lnTo>
                  <a:pt x="725355" y="82320"/>
                </a:lnTo>
                <a:lnTo>
                  <a:pt x="725559" y="83297"/>
                </a:lnTo>
                <a:lnTo>
                  <a:pt x="725781" y="84263"/>
                </a:lnTo>
                <a:lnTo>
                  <a:pt x="726021" y="85217"/>
                </a:lnTo>
                <a:lnTo>
                  <a:pt x="726278" y="86160"/>
                </a:lnTo>
                <a:lnTo>
                  <a:pt x="726553" y="87091"/>
                </a:lnTo>
                <a:lnTo>
                  <a:pt x="726846" y="88010"/>
                </a:lnTo>
                <a:lnTo>
                  <a:pt x="727157" y="88918"/>
                </a:lnTo>
                <a:lnTo>
                  <a:pt x="727485" y="89815"/>
                </a:lnTo>
                <a:lnTo>
                  <a:pt x="727832" y="90699"/>
                </a:lnTo>
                <a:lnTo>
                  <a:pt x="728196" y="91573"/>
                </a:lnTo>
                <a:lnTo>
                  <a:pt x="728577" y="92434"/>
                </a:lnTo>
                <a:lnTo>
                  <a:pt x="728977" y="93285"/>
                </a:lnTo>
                <a:lnTo>
                  <a:pt x="729394" y="94123"/>
                </a:lnTo>
                <a:lnTo>
                  <a:pt x="729828" y="94951"/>
                </a:lnTo>
                <a:lnTo>
                  <a:pt x="730278" y="95771"/>
                </a:lnTo>
                <a:lnTo>
                  <a:pt x="730743" y="96581"/>
                </a:lnTo>
                <a:lnTo>
                  <a:pt x="731225" y="97383"/>
                </a:lnTo>
                <a:lnTo>
                  <a:pt x="731723" y="98176"/>
                </a:lnTo>
                <a:lnTo>
                  <a:pt x="732236" y="98960"/>
                </a:lnTo>
                <a:lnTo>
                  <a:pt x="732765" y="99735"/>
                </a:lnTo>
                <a:lnTo>
                  <a:pt x="733310" y="100501"/>
                </a:lnTo>
                <a:lnTo>
                  <a:pt x="733871" y="101259"/>
                </a:lnTo>
                <a:lnTo>
                  <a:pt x="734448" y="102007"/>
                </a:lnTo>
                <a:lnTo>
                  <a:pt x="735041" y="102747"/>
                </a:lnTo>
                <a:lnTo>
                  <a:pt x="735649" y="103477"/>
                </a:lnTo>
                <a:lnTo>
                  <a:pt x="736274" y="104199"/>
                </a:lnTo>
                <a:lnTo>
                  <a:pt x="736914" y="104912"/>
                </a:lnTo>
                <a:lnTo>
                  <a:pt x="737570" y="105616"/>
                </a:lnTo>
                <a:lnTo>
                  <a:pt x="738242" y="106311"/>
                </a:lnTo>
                <a:lnTo>
                  <a:pt x="738930" y="106998"/>
                </a:lnTo>
                <a:lnTo>
                  <a:pt x="739634" y="107675"/>
                </a:lnTo>
                <a:lnTo>
                  <a:pt x="740354" y="108344"/>
                </a:lnTo>
                <a:lnTo>
                  <a:pt x="741089" y="109003"/>
                </a:lnTo>
                <a:lnTo>
                  <a:pt x="741841" y="109654"/>
                </a:lnTo>
                <a:lnTo>
                  <a:pt x="742608" y="110296"/>
                </a:lnTo>
                <a:lnTo>
                  <a:pt x="743391" y="110929"/>
                </a:lnTo>
                <a:lnTo>
                  <a:pt x="744190" y="111553"/>
                </a:lnTo>
                <a:lnTo>
                  <a:pt x="745004" y="112170"/>
                </a:lnTo>
                <a:lnTo>
                  <a:pt x="745832" y="112781"/>
                </a:lnTo>
                <a:lnTo>
                  <a:pt x="746673" y="113386"/>
                </a:lnTo>
                <a:lnTo>
                  <a:pt x="747528" y="113985"/>
                </a:lnTo>
                <a:lnTo>
                  <a:pt x="748396" y="114578"/>
                </a:lnTo>
                <a:lnTo>
                  <a:pt x="749279" y="115165"/>
                </a:lnTo>
                <a:lnTo>
                  <a:pt x="750175" y="115746"/>
                </a:lnTo>
                <a:lnTo>
                  <a:pt x="751085" y="116322"/>
                </a:lnTo>
                <a:lnTo>
                  <a:pt x="752008" y="116891"/>
                </a:lnTo>
                <a:lnTo>
                  <a:pt x="752946" y="117455"/>
                </a:lnTo>
                <a:lnTo>
                  <a:pt x="753897" y="118012"/>
                </a:lnTo>
                <a:lnTo>
                  <a:pt x="754861" y="118564"/>
                </a:lnTo>
                <a:lnTo>
                  <a:pt x="755840" y="119110"/>
                </a:lnTo>
                <a:lnTo>
                  <a:pt x="756832" y="119650"/>
                </a:lnTo>
                <a:lnTo>
                  <a:pt x="757838" y="120184"/>
                </a:lnTo>
                <a:lnTo>
                  <a:pt x="758857" y="120712"/>
                </a:lnTo>
                <a:lnTo>
                  <a:pt x="759891" y="121234"/>
                </a:lnTo>
                <a:lnTo>
                  <a:pt x="760938" y="121750"/>
                </a:lnTo>
                <a:lnTo>
                  <a:pt x="761998" y="122260"/>
                </a:lnTo>
                <a:lnTo>
                  <a:pt x="763073" y="122765"/>
                </a:lnTo>
                <a:lnTo>
                  <a:pt x="764161" y="123263"/>
                </a:lnTo>
                <a:lnTo>
                  <a:pt x="765263" y="123756"/>
                </a:lnTo>
                <a:lnTo>
                  <a:pt x="766379" y="124242"/>
                </a:lnTo>
                <a:lnTo>
                  <a:pt x="767508" y="124723"/>
                </a:lnTo>
                <a:lnTo>
                  <a:pt x="768650" y="125199"/>
                </a:lnTo>
                <a:lnTo>
                  <a:pt x="769803" y="125672"/>
                </a:lnTo>
                <a:lnTo>
                  <a:pt x="770967" y="126141"/>
                </a:lnTo>
                <a:lnTo>
                  <a:pt x="772143" y="126608"/>
                </a:lnTo>
                <a:lnTo>
                  <a:pt x="773330" y="127071"/>
                </a:lnTo>
                <a:lnTo>
                  <a:pt x="774528" y="127531"/>
                </a:lnTo>
                <a:lnTo>
                  <a:pt x="775738" y="127988"/>
                </a:lnTo>
                <a:lnTo>
                  <a:pt x="776959" y="128441"/>
                </a:lnTo>
                <a:lnTo>
                  <a:pt x="778191" y="128891"/>
                </a:lnTo>
                <a:lnTo>
                  <a:pt x="779435" y="129339"/>
                </a:lnTo>
                <a:lnTo>
                  <a:pt x="780689" y="129782"/>
                </a:lnTo>
                <a:lnTo>
                  <a:pt x="781956" y="130223"/>
                </a:lnTo>
                <a:lnTo>
                  <a:pt x="783233" y="130660"/>
                </a:lnTo>
                <a:lnTo>
                  <a:pt x="784522" y="131094"/>
                </a:lnTo>
                <a:lnTo>
                  <a:pt x="785822" y="131525"/>
                </a:lnTo>
                <a:lnTo>
                  <a:pt x="787133" y="131953"/>
                </a:lnTo>
                <a:lnTo>
                  <a:pt x="788456" y="132378"/>
                </a:lnTo>
                <a:lnTo>
                  <a:pt x="789790" y="132799"/>
                </a:lnTo>
                <a:lnTo>
                  <a:pt x="791135" y="133217"/>
                </a:lnTo>
                <a:lnTo>
                  <a:pt x="792491" y="133632"/>
                </a:lnTo>
                <a:lnTo>
                  <a:pt x="793859" y="134043"/>
                </a:lnTo>
                <a:lnTo>
                  <a:pt x="795238" y="134451"/>
                </a:lnTo>
                <a:lnTo>
                  <a:pt x="796628" y="134857"/>
                </a:lnTo>
                <a:lnTo>
                  <a:pt x="798030" y="135258"/>
                </a:lnTo>
                <a:lnTo>
                  <a:pt x="799492" y="135672"/>
                </a:lnTo>
                <a:lnTo>
                  <a:pt x="800934" y="136085"/>
                </a:lnTo>
                <a:lnTo>
                  <a:pt x="802355" y="136499"/>
                </a:lnTo>
                <a:lnTo>
                  <a:pt x="803756" y="136913"/>
                </a:lnTo>
                <a:lnTo>
                  <a:pt x="805137" y="137328"/>
                </a:lnTo>
                <a:lnTo>
                  <a:pt x="806498" y="137742"/>
                </a:lnTo>
                <a:lnTo>
                  <a:pt x="807839" y="138157"/>
                </a:lnTo>
                <a:lnTo>
                  <a:pt x="809160" y="138572"/>
                </a:lnTo>
                <a:lnTo>
                  <a:pt x="810460" y="138988"/>
                </a:lnTo>
                <a:lnTo>
                  <a:pt x="811740" y="139403"/>
                </a:lnTo>
                <a:lnTo>
                  <a:pt x="813000" y="139819"/>
                </a:lnTo>
                <a:lnTo>
                  <a:pt x="814240" y="140236"/>
                </a:lnTo>
                <a:lnTo>
                  <a:pt x="815460" y="140652"/>
                </a:lnTo>
                <a:lnTo>
                  <a:pt x="816659" y="141069"/>
                </a:lnTo>
                <a:lnTo>
                  <a:pt x="817839" y="141486"/>
                </a:lnTo>
                <a:lnTo>
                  <a:pt x="818998" y="141903"/>
                </a:lnTo>
                <a:lnTo>
                  <a:pt x="820137" y="142321"/>
                </a:lnTo>
                <a:lnTo>
                  <a:pt x="821256" y="142739"/>
                </a:lnTo>
                <a:lnTo>
                  <a:pt x="822355" y="143157"/>
                </a:lnTo>
                <a:lnTo>
                  <a:pt x="823433" y="143575"/>
                </a:lnTo>
                <a:lnTo>
                  <a:pt x="824491" y="143994"/>
                </a:lnTo>
                <a:lnTo>
                  <a:pt x="825529" y="144413"/>
                </a:lnTo>
                <a:lnTo>
                  <a:pt x="826547" y="144832"/>
                </a:lnTo>
                <a:lnTo>
                  <a:pt x="827545" y="145252"/>
                </a:lnTo>
                <a:lnTo>
                  <a:pt x="828525" y="145673"/>
                </a:lnTo>
                <a:lnTo>
                  <a:pt x="829487" y="146096"/>
                </a:lnTo>
                <a:lnTo>
                  <a:pt x="830433" y="146523"/>
                </a:lnTo>
                <a:lnTo>
                  <a:pt x="831363" y="146952"/>
                </a:lnTo>
                <a:lnTo>
                  <a:pt x="832275" y="147383"/>
                </a:lnTo>
                <a:lnTo>
                  <a:pt x="833171" y="147818"/>
                </a:lnTo>
                <a:lnTo>
                  <a:pt x="834051" y="148255"/>
                </a:lnTo>
                <a:lnTo>
                  <a:pt x="834913" y="148695"/>
                </a:lnTo>
                <a:lnTo>
                  <a:pt x="835759" y="149137"/>
                </a:lnTo>
                <a:lnTo>
                  <a:pt x="836589" y="149582"/>
                </a:lnTo>
                <a:lnTo>
                  <a:pt x="837401" y="150030"/>
                </a:lnTo>
                <a:lnTo>
                  <a:pt x="838197" y="150481"/>
                </a:lnTo>
                <a:lnTo>
                  <a:pt x="838976" y="150934"/>
                </a:lnTo>
                <a:lnTo>
                  <a:pt x="839739" y="151390"/>
                </a:lnTo>
                <a:lnTo>
                  <a:pt x="840485" y="151849"/>
                </a:lnTo>
                <a:lnTo>
                  <a:pt x="841214" y="152310"/>
                </a:lnTo>
                <a:lnTo>
                  <a:pt x="841927" y="152774"/>
                </a:lnTo>
                <a:lnTo>
                  <a:pt x="842622" y="153241"/>
                </a:lnTo>
                <a:lnTo>
                  <a:pt x="843302" y="153710"/>
                </a:lnTo>
                <a:lnTo>
                  <a:pt x="843964" y="154182"/>
                </a:lnTo>
                <a:lnTo>
                  <a:pt x="844610" y="154657"/>
                </a:lnTo>
                <a:lnTo>
                  <a:pt x="845239" y="155134"/>
                </a:lnTo>
                <a:lnTo>
                  <a:pt x="845852" y="155614"/>
                </a:lnTo>
                <a:lnTo>
                  <a:pt x="846447" y="156097"/>
                </a:lnTo>
                <a:lnTo>
                  <a:pt x="847028" y="156584"/>
                </a:lnTo>
                <a:lnTo>
                  <a:pt x="847595" y="157075"/>
                </a:lnTo>
                <a:lnTo>
                  <a:pt x="848148" y="157571"/>
                </a:lnTo>
                <a:lnTo>
                  <a:pt x="848687" y="158073"/>
                </a:lnTo>
                <a:lnTo>
                  <a:pt x="849213" y="158579"/>
                </a:lnTo>
                <a:lnTo>
                  <a:pt x="849725" y="159089"/>
                </a:lnTo>
                <a:lnTo>
                  <a:pt x="850223" y="159605"/>
                </a:lnTo>
                <a:lnTo>
                  <a:pt x="850708" y="160125"/>
                </a:lnTo>
                <a:lnTo>
                  <a:pt x="851179" y="160651"/>
                </a:lnTo>
                <a:lnTo>
                  <a:pt x="851636" y="161181"/>
                </a:lnTo>
                <a:lnTo>
                  <a:pt x="852079" y="161716"/>
                </a:lnTo>
                <a:lnTo>
                  <a:pt x="852509" y="162256"/>
                </a:lnTo>
                <a:lnTo>
                  <a:pt x="852925" y="162801"/>
                </a:lnTo>
                <a:lnTo>
                  <a:pt x="853327" y="163350"/>
                </a:lnTo>
                <a:lnTo>
                  <a:pt x="853716" y="163904"/>
                </a:lnTo>
                <a:lnTo>
                  <a:pt x="854091" y="164464"/>
                </a:lnTo>
                <a:lnTo>
                  <a:pt x="854452" y="165028"/>
                </a:lnTo>
                <a:lnTo>
                  <a:pt x="854799" y="165597"/>
                </a:lnTo>
                <a:lnTo>
                  <a:pt x="855133" y="166170"/>
                </a:lnTo>
                <a:lnTo>
                  <a:pt x="855453" y="166749"/>
                </a:lnTo>
                <a:lnTo>
                  <a:pt x="855759" y="167332"/>
                </a:lnTo>
                <a:lnTo>
                  <a:pt x="856052" y="167921"/>
                </a:lnTo>
                <a:lnTo>
                  <a:pt x="856331" y="168514"/>
                </a:lnTo>
                <a:lnTo>
                  <a:pt x="856596" y="169112"/>
                </a:lnTo>
                <a:lnTo>
                  <a:pt x="856848" y="169716"/>
                </a:lnTo>
                <a:lnTo>
                  <a:pt x="857091" y="170327"/>
                </a:lnTo>
                <a:lnTo>
                  <a:pt x="857322" y="170945"/>
                </a:lnTo>
                <a:lnTo>
                  <a:pt x="857542" y="171571"/>
                </a:lnTo>
                <a:lnTo>
                  <a:pt x="857752" y="172204"/>
                </a:lnTo>
                <a:lnTo>
                  <a:pt x="857951" y="172845"/>
                </a:lnTo>
                <a:lnTo>
                  <a:pt x="858140" y="173492"/>
                </a:lnTo>
                <a:lnTo>
                  <a:pt x="858317" y="174147"/>
                </a:lnTo>
                <a:lnTo>
                  <a:pt x="858484" y="174809"/>
                </a:lnTo>
                <a:lnTo>
                  <a:pt x="858640" y="175479"/>
                </a:lnTo>
                <a:lnTo>
                  <a:pt x="858785" y="176155"/>
                </a:lnTo>
                <a:lnTo>
                  <a:pt x="858920" y="176839"/>
                </a:lnTo>
                <a:lnTo>
                  <a:pt x="859043" y="177530"/>
                </a:lnTo>
                <a:lnTo>
                  <a:pt x="859156" y="178229"/>
                </a:lnTo>
                <a:lnTo>
                  <a:pt x="859259" y="178934"/>
                </a:lnTo>
                <a:lnTo>
                  <a:pt x="859350" y="179647"/>
                </a:lnTo>
                <a:lnTo>
                  <a:pt x="859431" y="180367"/>
                </a:lnTo>
                <a:lnTo>
                  <a:pt x="859501" y="181095"/>
                </a:lnTo>
                <a:lnTo>
                  <a:pt x="859560" y="181830"/>
                </a:lnTo>
                <a:lnTo>
                  <a:pt x="859608" y="182572"/>
                </a:lnTo>
                <a:lnTo>
                  <a:pt x="859646" y="183321"/>
                </a:lnTo>
                <a:lnTo>
                  <a:pt x="859673" y="184077"/>
                </a:lnTo>
                <a:lnTo>
                  <a:pt x="859689" y="184841"/>
                </a:lnTo>
                <a:lnTo>
                  <a:pt x="859694" y="185612"/>
                </a:lnTo>
                <a:lnTo>
                  <a:pt x="859682" y="186665"/>
                </a:lnTo>
                <a:lnTo>
                  <a:pt x="859644" y="187708"/>
                </a:lnTo>
                <a:lnTo>
                  <a:pt x="859582" y="188739"/>
                </a:lnTo>
                <a:lnTo>
                  <a:pt x="859494" y="189759"/>
                </a:lnTo>
                <a:lnTo>
                  <a:pt x="859382" y="190768"/>
                </a:lnTo>
                <a:lnTo>
                  <a:pt x="859244" y="191766"/>
                </a:lnTo>
                <a:close/>
                <a:moveTo>
                  <a:pt x="620044" y="149512"/>
                </a:moveTo>
                <a:lnTo>
                  <a:pt x="694258" y="149512"/>
                </a:lnTo>
                <a:lnTo>
                  <a:pt x="694258" y="133554"/>
                </a:lnTo>
                <a:lnTo>
                  <a:pt x="620044" y="133554"/>
                </a:lnTo>
                <a:lnTo>
                  <a:pt x="620044" y="149512"/>
                </a:lnTo>
                <a:close/>
                <a:moveTo>
                  <a:pt x="522481" y="260659"/>
                </a:moveTo>
                <a:lnTo>
                  <a:pt x="522182" y="261474"/>
                </a:lnTo>
                <a:lnTo>
                  <a:pt x="521879" y="262278"/>
                </a:lnTo>
                <a:lnTo>
                  <a:pt x="521573" y="263072"/>
                </a:lnTo>
                <a:lnTo>
                  <a:pt x="521263" y="263854"/>
                </a:lnTo>
                <a:lnTo>
                  <a:pt x="520949" y="264625"/>
                </a:lnTo>
                <a:lnTo>
                  <a:pt x="520631" y="265386"/>
                </a:lnTo>
                <a:lnTo>
                  <a:pt x="520310" y="266135"/>
                </a:lnTo>
                <a:lnTo>
                  <a:pt x="519985" y="266874"/>
                </a:lnTo>
                <a:lnTo>
                  <a:pt x="519656" y="267601"/>
                </a:lnTo>
                <a:lnTo>
                  <a:pt x="519323" y="268318"/>
                </a:lnTo>
                <a:lnTo>
                  <a:pt x="518987" y="269023"/>
                </a:lnTo>
                <a:lnTo>
                  <a:pt x="518646" y="269718"/>
                </a:lnTo>
                <a:lnTo>
                  <a:pt x="518302" y="270402"/>
                </a:lnTo>
                <a:lnTo>
                  <a:pt x="517954" y="271074"/>
                </a:lnTo>
                <a:lnTo>
                  <a:pt x="517603" y="271736"/>
                </a:lnTo>
                <a:lnTo>
                  <a:pt x="517248" y="272387"/>
                </a:lnTo>
                <a:lnTo>
                  <a:pt x="516888" y="273027"/>
                </a:lnTo>
                <a:lnTo>
                  <a:pt x="516526" y="273655"/>
                </a:lnTo>
                <a:lnTo>
                  <a:pt x="516159" y="274273"/>
                </a:lnTo>
                <a:lnTo>
                  <a:pt x="515789" y="274880"/>
                </a:lnTo>
                <a:lnTo>
                  <a:pt x="515414" y="275476"/>
                </a:lnTo>
                <a:lnTo>
                  <a:pt x="515037" y="276061"/>
                </a:lnTo>
                <a:lnTo>
                  <a:pt x="514655" y="276635"/>
                </a:lnTo>
                <a:lnTo>
                  <a:pt x="514269" y="277198"/>
                </a:lnTo>
                <a:lnTo>
                  <a:pt x="513878" y="277750"/>
                </a:lnTo>
                <a:lnTo>
                  <a:pt x="513479" y="278291"/>
                </a:lnTo>
                <a:lnTo>
                  <a:pt x="513072" y="278819"/>
                </a:lnTo>
                <a:lnTo>
                  <a:pt x="512658" y="279337"/>
                </a:lnTo>
                <a:lnTo>
                  <a:pt x="512235" y="279843"/>
                </a:lnTo>
                <a:lnTo>
                  <a:pt x="511805" y="280337"/>
                </a:lnTo>
                <a:lnTo>
                  <a:pt x="511367" y="280820"/>
                </a:lnTo>
                <a:lnTo>
                  <a:pt x="510921" y="281292"/>
                </a:lnTo>
                <a:lnTo>
                  <a:pt x="510467" y="281752"/>
                </a:lnTo>
                <a:lnTo>
                  <a:pt x="510006" y="282200"/>
                </a:lnTo>
                <a:lnTo>
                  <a:pt x="509537" y="282637"/>
                </a:lnTo>
                <a:lnTo>
                  <a:pt x="509060" y="283063"/>
                </a:lnTo>
                <a:lnTo>
                  <a:pt x="508575" y="283477"/>
                </a:lnTo>
                <a:lnTo>
                  <a:pt x="508082" y="283880"/>
                </a:lnTo>
                <a:lnTo>
                  <a:pt x="507582" y="284271"/>
                </a:lnTo>
                <a:lnTo>
                  <a:pt x="507074" y="284650"/>
                </a:lnTo>
                <a:lnTo>
                  <a:pt x="506557" y="285018"/>
                </a:lnTo>
                <a:lnTo>
                  <a:pt x="506034" y="285375"/>
                </a:lnTo>
                <a:lnTo>
                  <a:pt x="505502" y="285720"/>
                </a:lnTo>
                <a:lnTo>
                  <a:pt x="504963" y="286054"/>
                </a:lnTo>
                <a:lnTo>
                  <a:pt x="504415" y="286376"/>
                </a:lnTo>
                <a:lnTo>
                  <a:pt x="503860" y="286687"/>
                </a:lnTo>
                <a:lnTo>
                  <a:pt x="503297" y="286986"/>
                </a:lnTo>
                <a:lnTo>
                  <a:pt x="502727" y="287274"/>
                </a:lnTo>
                <a:lnTo>
                  <a:pt x="502147" y="287550"/>
                </a:lnTo>
                <a:lnTo>
                  <a:pt x="501556" y="287814"/>
                </a:lnTo>
                <a:lnTo>
                  <a:pt x="500953" y="288067"/>
                </a:lnTo>
                <a:lnTo>
                  <a:pt x="500340" y="288308"/>
                </a:lnTo>
                <a:lnTo>
                  <a:pt x="499716" y="288537"/>
                </a:lnTo>
                <a:lnTo>
                  <a:pt x="499081" y="288755"/>
                </a:lnTo>
                <a:lnTo>
                  <a:pt x="498435" y="288960"/>
                </a:lnTo>
                <a:lnTo>
                  <a:pt x="497777" y="289154"/>
                </a:lnTo>
                <a:lnTo>
                  <a:pt x="497109" y="289336"/>
                </a:lnTo>
                <a:lnTo>
                  <a:pt x="496430" y="289507"/>
                </a:lnTo>
                <a:lnTo>
                  <a:pt x="495739" y="289665"/>
                </a:lnTo>
                <a:lnTo>
                  <a:pt x="495038" y="289812"/>
                </a:lnTo>
                <a:lnTo>
                  <a:pt x="494326" y="289947"/>
                </a:lnTo>
                <a:lnTo>
                  <a:pt x="493602" y="290071"/>
                </a:lnTo>
                <a:lnTo>
                  <a:pt x="492868" y="290182"/>
                </a:lnTo>
                <a:lnTo>
                  <a:pt x="492122" y="290282"/>
                </a:lnTo>
                <a:lnTo>
                  <a:pt x="491366" y="290370"/>
                </a:lnTo>
                <a:lnTo>
                  <a:pt x="490598" y="290447"/>
                </a:lnTo>
                <a:lnTo>
                  <a:pt x="489820" y="290511"/>
                </a:lnTo>
                <a:lnTo>
                  <a:pt x="489030" y="290564"/>
                </a:lnTo>
                <a:lnTo>
                  <a:pt x="488229" y="290605"/>
                </a:lnTo>
                <a:lnTo>
                  <a:pt x="487418" y="290635"/>
                </a:lnTo>
                <a:lnTo>
                  <a:pt x="486595" y="290652"/>
                </a:lnTo>
                <a:lnTo>
                  <a:pt x="485761" y="290658"/>
                </a:lnTo>
                <a:lnTo>
                  <a:pt x="485655" y="290658"/>
                </a:lnTo>
                <a:lnTo>
                  <a:pt x="485541" y="290656"/>
                </a:lnTo>
                <a:lnTo>
                  <a:pt x="485420" y="290653"/>
                </a:lnTo>
                <a:lnTo>
                  <a:pt x="485292" y="290650"/>
                </a:lnTo>
                <a:lnTo>
                  <a:pt x="485157" y="290645"/>
                </a:lnTo>
                <a:lnTo>
                  <a:pt x="485016" y="290639"/>
                </a:lnTo>
                <a:lnTo>
                  <a:pt x="484867" y="290632"/>
                </a:lnTo>
                <a:lnTo>
                  <a:pt x="484711" y="290624"/>
                </a:lnTo>
                <a:lnTo>
                  <a:pt x="484548" y="290615"/>
                </a:lnTo>
                <a:lnTo>
                  <a:pt x="484379" y="290605"/>
                </a:lnTo>
                <a:lnTo>
                  <a:pt x="484202" y="290593"/>
                </a:lnTo>
                <a:lnTo>
                  <a:pt x="484018" y="290581"/>
                </a:lnTo>
                <a:lnTo>
                  <a:pt x="483828" y="290567"/>
                </a:lnTo>
                <a:lnTo>
                  <a:pt x="483630" y="290553"/>
                </a:lnTo>
                <a:lnTo>
                  <a:pt x="483425" y="290537"/>
                </a:lnTo>
                <a:lnTo>
                  <a:pt x="483213" y="290521"/>
                </a:lnTo>
                <a:lnTo>
                  <a:pt x="482995" y="290503"/>
                </a:lnTo>
                <a:lnTo>
                  <a:pt x="482769" y="290484"/>
                </a:lnTo>
                <a:lnTo>
                  <a:pt x="482536" y="290464"/>
                </a:lnTo>
                <a:lnTo>
                  <a:pt x="482297" y="290443"/>
                </a:lnTo>
                <a:lnTo>
                  <a:pt x="482050" y="290421"/>
                </a:lnTo>
                <a:lnTo>
                  <a:pt x="481796" y="290398"/>
                </a:lnTo>
                <a:lnTo>
                  <a:pt x="481536" y="290374"/>
                </a:lnTo>
                <a:lnTo>
                  <a:pt x="481268" y="290348"/>
                </a:lnTo>
                <a:lnTo>
                  <a:pt x="481000" y="290323"/>
                </a:lnTo>
                <a:lnTo>
                  <a:pt x="480737" y="290297"/>
                </a:lnTo>
                <a:lnTo>
                  <a:pt x="480479" y="290271"/>
                </a:lnTo>
                <a:lnTo>
                  <a:pt x="480227" y="290245"/>
                </a:lnTo>
                <a:lnTo>
                  <a:pt x="479980" y="290219"/>
                </a:lnTo>
                <a:lnTo>
                  <a:pt x="479738" y="290193"/>
                </a:lnTo>
                <a:lnTo>
                  <a:pt x="479502" y="290168"/>
                </a:lnTo>
                <a:lnTo>
                  <a:pt x="479271" y="290142"/>
                </a:lnTo>
                <a:lnTo>
                  <a:pt x="479046" y="290116"/>
                </a:lnTo>
                <a:lnTo>
                  <a:pt x="478826" y="290090"/>
                </a:lnTo>
                <a:lnTo>
                  <a:pt x="478611" y="290064"/>
                </a:lnTo>
                <a:lnTo>
                  <a:pt x="478402" y="290039"/>
                </a:lnTo>
                <a:lnTo>
                  <a:pt x="478198" y="290013"/>
                </a:lnTo>
                <a:lnTo>
                  <a:pt x="478000" y="289987"/>
                </a:lnTo>
                <a:lnTo>
                  <a:pt x="477806" y="289961"/>
                </a:lnTo>
                <a:lnTo>
                  <a:pt x="477619" y="289935"/>
                </a:lnTo>
                <a:lnTo>
                  <a:pt x="477436" y="289909"/>
                </a:lnTo>
                <a:lnTo>
                  <a:pt x="477259" y="289884"/>
                </a:lnTo>
                <a:lnTo>
                  <a:pt x="477088" y="289858"/>
                </a:lnTo>
                <a:lnTo>
                  <a:pt x="476921" y="289832"/>
                </a:lnTo>
                <a:lnTo>
                  <a:pt x="476761" y="289806"/>
                </a:lnTo>
                <a:lnTo>
                  <a:pt x="476605" y="289780"/>
                </a:lnTo>
                <a:lnTo>
                  <a:pt x="476455" y="289755"/>
                </a:lnTo>
                <a:lnTo>
                  <a:pt x="476310" y="289729"/>
                </a:lnTo>
                <a:lnTo>
                  <a:pt x="476465" y="305222"/>
                </a:lnTo>
                <a:lnTo>
                  <a:pt x="476638" y="305287"/>
                </a:lnTo>
                <a:lnTo>
                  <a:pt x="476819" y="305351"/>
                </a:lnTo>
                <a:lnTo>
                  <a:pt x="477010" y="305415"/>
                </a:lnTo>
                <a:lnTo>
                  <a:pt x="477210" y="305478"/>
                </a:lnTo>
                <a:lnTo>
                  <a:pt x="477419" y="305542"/>
                </a:lnTo>
                <a:lnTo>
                  <a:pt x="477637" y="305605"/>
                </a:lnTo>
                <a:lnTo>
                  <a:pt x="477864" y="305668"/>
                </a:lnTo>
                <a:lnTo>
                  <a:pt x="478101" y="305730"/>
                </a:lnTo>
                <a:lnTo>
                  <a:pt x="478346" y="305792"/>
                </a:lnTo>
                <a:lnTo>
                  <a:pt x="478601" y="305854"/>
                </a:lnTo>
                <a:lnTo>
                  <a:pt x="478865" y="305916"/>
                </a:lnTo>
                <a:lnTo>
                  <a:pt x="479138" y="305978"/>
                </a:lnTo>
                <a:lnTo>
                  <a:pt x="479420" y="306039"/>
                </a:lnTo>
                <a:lnTo>
                  <a:pt x="479711" y="306100"/>
                </a:lnTo>
                <a:lnTo>
                  <a:pt x="480012" y="306160"/>
                </a:lnTo>
                <a:lnTo>
                  <a:pt x="480321" y="306221"/>
                </a:lnTo>
                <a:lnTo>
                  <a:pt x="480640" y="306281"/>
                </a:lnTo>
                <a:lnTo>
                  <a:pt x="480968" y="306341"/>
                </a:lnTo>
                <a:lnTo>
                  <a:pt x="481305" y="306400"/>
                </a:lnTo>
                <a:lnTo>
                  <a:pt x="481651" y="306460"/>
                </a:lnTo>
                <a:lnTo>
                  <a:pt x="482007" y="306519"/>
                </a:lnTo>
                <a:lnTo>
                  <a:pt x="482371" y="306577"/>
                </a:lnTo>
                <a:lnTo>
                  <a:pt x="482745" y="306636"/>
                </a:lnTo>
                <a:lnTo>
                  <a:pt x="483127" y="306694"/>
                </a:lnTo>
                <a:lnTo>
                  <a:pt x="483512" y="306751"/>
                </a:lnTo>
                <a:lnTo>
                  <a:pt x="483890" y="306805"/>
                </a:lnTo>
                <a:lnTo>
                  <a:pt x="484263" y="306857"/>
                </a:lnTo>
                <a:lnTo>
                  <a:pt x="484629" y="306907"/>
                </a:lnTo>
                <a:lnTo>
                  <a:pt x="484990" y="306954"/>
                </a:lnTo>
                <a:lnTo>
                  <a:pt x="485345" y="306999"/>
                </a:lnTo>
                <a:lnTo>
                  <a:pt x="485694" y="307041"/>
                </a:lnTo>
                <a:lnTo>
                  <a:pt x="486037" y="307081"/>
                </a:lnTo>
                <a:lnTo>
                  <a:pt x="486374" y="307119"/>
                </a:lnTo>
                <a:lnTo>
                  <a:pt x="486705" y="307154"/>
                </a:lnTo>
                <a:lnTo>
                  <a:pt x="487030" y="307187"/>
                </a:lnTo>
                <a:lnTo>
                  <a:pt x="487349" y="307217"/>
                </a:lnTo>
                <a:lnTo>
                  <a:pt x="487663" y="307245"/>
                </a:lnTo>
                <a:lnTo>
                  <a:pt x="487970" y="307270"/>
                </a:lnTo>
                <a:lnTo>
                  <a:pt x="488272" y="307293"/>
                </a:lnTo>
                <a:lnTo>
                  <a:pt x="488567" y="307314"/>
                </a:lnTo>
                <a:lnTo>
                  <a:pt x="488857" y="307332"/>
                </a:lnTo>
                <a:lnTo>
                  <a:pt x="489141" y="307348"/>
                </a:lnTo>
                <a:lnTo>
                  <a:pt x="489419" y="307361"/>
                </a:lnTo>
                <a:lnTo>
                  <a:pt x="489691" y="307372"/>
                </a:lnTo>
                <a:lnTo>
                  <a:pt x="489957" y="307380"/>
                </a:lnTo>
                <a:lnTo>
                  <a:pt x="490217" y="307386"/>
                </a:lnTo>
                <a:lnTo>
                  <a:pt x="490471" y="307390"/>
                </a:lnTo>
                <a:lnTo>
                  <a:pt x="490719" y="307391"/>
                </a:lnTo>
                <a:lnTo>
                  <a:pt x="491669" y="307384"/>
                </a:lnTo>
                <a:lnTo>
                  <a:pt x="492606" y="307363"/>
                </a:lnTo>
                <a:lnTo>
                  <a:pt x="493531" y="307328"/>
                </a:lnTo>
                <a:lnTo>
                  <a:pt x="494444" y="307278"/>
                </a:lnTo>
                <a:lnTo>
                  <a:pt x="495345" y="307214"/>
                </a:lnTo>
                <a:lnTo>
                  <a:pt x="496234" y="307136"/>
                </a:lnTo>
                <a:lnTo>
                  <a:pt x="497111" y="307044"/>
                </a:lnTo>
                <a:lnTo>
                  <a:pt x="497975" y="306938"/>
                </a:lnTo>
                <a:lnTo>
                  <a:pt x="498828" y="306817"/>
                </a:lnTo>
                <a:lnTo>
                  <a:pt x="499668" y="306683"/>
                </a:lnTo>
                <a:lnTo>
                  <a:pt x="500497" y="306534"/>
                </a:lnTo>
                <a:lnTo>
                  <a:pt x="501313" y="306371"/>
                </a:lnTo>
                <a:lnTo>
                  <a:pt x="502117" y="306194"/>
                </a:lnTo>
                <a:lnTo>
                  <a:pt x="502909" y="306002"/>
                </a:lnTo>
                <a:lnTo>
                  <a:pt x="503689" y="305797"/>
                </a:lnTo>
                <a:lnTo>
                  <a:pt x="504457" y="305577"/>
                </a:lnTo>
                <a:lnTo>
                  <a:pt x="505213" y="305343"/>
                </a:lnTo>
                <a:lnTo>
                  <a:pt x="505956" y="305095"/>
                </a:lnTo>
                <a:lnTo>
                  <a:pt x="506688" y="304833"/>
                </a:lnTo>
                <a:lnTo>
                  <a:pt x="507407" y="304557"/>
                </a:lnTo>
                <a:lnTo>
                  <a:pt x="508114" y="304266"/>
                </a:lnTo>
                <a:lnTo>
                  <a:pt x="508810" y="303962"/>
                </a:lnTo>
                <a:lnTo>
                  <a:pt x="509493" y="303643"/>
                </a:lnTo>
                <a:lnTo>
                  <a:pt x="510164" y="303310"/>
                </a:lnTo>
                <a:lnTo>
                  <a:pt x="510824" y="302966"/>
                </a:lnTo>
                <a:lnTo>
                  <a:pt x="511475" y="302614"/>
                </a:lnTo>
                <a:lnTo>
                  <a:pt x="512117" y="302254"/>
                </a:lnTo>
                <a:lnTo>
                  <a:pt x="512750" y="301887"/>
                </a:lnTo>
                <a:lnTo>
                  <a:pt x="513374" y="301511"/>
                </a:lnTo>
                <a:lnTo>
                  <a:pt x="513989" y="301127"/>
                </a:lnTo>
                <a:lnTo>
                  <a:pt x="514594" y="300735"/>
                </a:lnTo>
                <a:lnTo>
                  <a:pt x="515190" y="300335"/>
                </a:lnTo>
                <a:lnTo>
                  <a:pt x="515778" y="299927"/>
                </a:lnTo>
                <a:lnTo>
                  <a:pt x="516356" y="299511"/>
                </a:lnTo>
                <a:lnTo>
                  <a:pt x="516925" y="299088"/>
                </a:lnTo>
                <a:lnTo>
                  <a:pt x="517484" y="298656"/>
                </a:lnTo>
                <a:lnTo>
                  <a:pt x="518035" y="298216"/>
                </a:lnTo>
                <a:lnTo>
                  <a:pt x="518576" y="297768"/>
                </a:lnTo>
                <a:lnTo>
                  <a:pt x="519109" y="297312"/>
                </a:lnTo>
                <a:lnTo>
                  <a:pt x="519632" y="296848"/>
                </a:lnTo>
                <a:lnTo>
                  <a:pt x="520146" y="296376"/>
                </a:lnTo>
                <a:lnTo>
                  <a:pt x="520651" y="295896"/>
                </a:lnTo>
                <a:lnTo>
                  <a:pt x="521147" y="295407"/>
                </a:lnTo>
                <a:lnTo>
                  <a:pt x="521633" y="294911"/>
                </a:lnTo>
                <a:lnTo>
                  <a:pt x="522111" y="294407"/>
                </a:lnTo>
                <a:lnTo>
                  <a:pt x="522579" y="293895"/>
                </a:lnTo>
                <a:lnTo>
                  <a:pt x="523038" y="293375"/>
                </a:lnTo>
                <a:lnTo>
                  <a:pt x="523488" y="292847"/>
                </a:lnTo>
                <a:lnTo>
                  <a:pt x="523930" y="292313"/>
                </a:lnTo>
                <a:lnTo>
                  <a:pt x="524365" y="291778"/>
                </a:lnTo>
                <a:lnTo>
                  <a:pt x="524793" y="291241"/>
                </a:lnTo>
                <a:lnTo>
                  <a:pt x="525214" y="290701"/>
                </a:lnTo>
                <a:lnTo>
                  <a:pt x="525628" y="290159"/>
                </a:lnTo>
                <a:lnTo>
                  <a:pt x="526035" y="289615"/>
                </a:lnTo>
                <a:lnTo>
                  <a:pt x="526435" y="289069"/>
                </a:lnTo>
                <a:lnTo>
                  <a:pt x="526828" y="288520"/>
                </a:lnTo>
                <a:lnTo>
                  <a:pt x="527214" y="287970"/>
                </a:lnTo>
                <a:lnTo>
                  <a:pt x="527593" y="287417"/>
                </a:lnTo>
                <a:lnTo>
                  <a:pt x="527965" y="286863"/>
                </a:lnTo>
                <a:lnTo>
                  <a:pt x="528330" y="286306"/>
                </a:lnTo>
                <a:lnTo>
                  <a:pt x="528688" y="285747"/>
                </a:lnTo>
                <a:lnTo>
                  <a:pt x="529039" y="285185"/>
                </a:lnTo>
                <a:lnTo>
                  <a:pt x="529383" y="284622"/>
                </a:lnTo>
                <a:lnTo>
                  <a:pt x="529720" y="284056"/>
                </a:lnTo>
                <a:lnTo>
                  <a:pt x="530050" y="283489"/>
                </a:lnTo>
                <a:lnTo>
                  <a:pt x="530373" y="282919"/>
                </a:lnTo>
                <a:lnTo>
                  <a:pt x="530689" y="282347"/>
                </a:lnTo>
                <a:lnTo>
                  <a:pt x="530998" y="281773"/>
                </a:lnTo>
                <a:lnTo>
                  <a:pt x="531300" y="281196"/>
                </a:lnTo>
                <a:lnTo>
                  <a:pt x="531595" y="280618"/>
                </a:lnTo>
                <a:lnTo>
                  <a:pt x="531883" y="280037"/>
                </a:lnTo>
                <a:lnTo>
                  <a:pt x="532164" y="279455"/>
                </a:lnTo>
                <a:lnTo>
                  <a:pt x="532440" y="278873"/>
                </a:lnTo>
                <a:lnTo>
                  <a:pt x="532712" y="278297"/>
                </a:lnTo>
                <a:lnTo>
                  <a:pt x="532979" y="277725"/>
                </a:lnTo>
                <a:lnTo>
                  <a:pt x="533242" y="277157"/>
                </a:lnTo>
                <a:lnTo>
                  <a:pt x="533502" y="276594"/>
                </a:lnTo>
                <a:lnTo>
                  <a:pt x="533757" y="276036"/>
                </a:lnTo>
                <a:lnTo>
                  <a:pt x="534009" y="275482"/>
                </a:lnTo>
                <a:lnTo>
                  <a:pt x="534256" y="274932"/>
                </a:lnTo>
                <a:lnTo>
                  <a:pt x="534499" y="274388"/>
                </a:lnTo>
                <a:lnTo>
                  <a:pt x="534739" y="273847"/>
                </a:lnTo>
                <a:lnTo>
                  <a:pt x="534974" y="273311"/>
                </a:lnTo>
                <a:lnTo>
                  <a:pt x="535205" y="272780"/>
                </a:lnTo>
                <a:lnTo>
                  <a:pt x="535432" y="272254"/>
                </a:lnTo>
                <a:lnTo>
                  <a:pt x="535655" y="271731"/>
                </a:lnTo>
                <a:lnTo>
                  <a:pt x="535874" y="271214"/>
                </a:lnTo>
                <a:lnTo>
                  <a:pt x="536089" y="270701"/>
                </a:lnTo>
                <a:lnTo>
                  <a:pt x="536300" y="270192"/>
                </a:lnTo>
                <a:lnTo>
                  <a:pt x="536507" y="269688"/>
                </a:lnTo>
                <a:lnTo>
                  <a:pt x="536710" y="269189"/>
                </a:lnTo>
                <a:lnTo>
                  <a:pt x="536909" y="268694"/>
                </a:lnTo>
                <a:lnTo>
                  <a:pt x="537104" y="268203"/>
                </a:lnTo>
                <a:lnTo>
                  <a:pt x="537295" y="267718"/>
                </a:lnTo>
                <a:lnTo>
                  <a:pt x="537482" y="267236"/>
                </a:lnTo>
                <a:lnTo>
                  <a:pt x="537665" y="266760"/>
                </a:lnTo>
                <a:lnTo>
                  <a:pt x="608470" y="73594"/>
                </a:lnTo>
                <a:lnTo>
                  <a:pt x="588483" y="73594"/>
                </a:lnTo>
                <a:lnTo>
                  <a:pt x="539748" y="213450"/>
                </a:lnTo>
                <a:lnTo>
                  <a:pt x="487466" y="73594"/>
                </a:lnTo>
                <a:lnTo>
                  <a:pt x="467324" y="73594"/>
                </a:lnTo>
                <a:lnTo>
                  <a:pt x="530612" y="238707"/>
                </a:lnTo>
                <a:lnTo>
                  <a:pt x="522481" y="260659"/>
                </a:lnTo>
                <a:close/>
                <a:moveTo>
                  <a:pt x="277868" y="194666"/>
                </a:moveTo>
                <a:lnTo>
                  <a:pt x="277780" y="194954"/>
                </a:lnTo>
                <a:lnTo>
                  <a:pt x="277421" y="196057"/>
                </a:lnTo>
                <a:lnTo>
                  <a:pt x="277045" y="197153"/>
                </a:lnTo>
                <a:lnTo>
                  <a:pt x="276652" y="198242"/>
                </a:lnTo>
                <a:lnTo>
                  <a:pt x="276241" y="199324"/>
                </a:lnTo>
                <a:lnTo>
                  <a:pt x="275810" y="200393"/>
                </a:lnTo>
                <a:lnTo>
                  <a:pt x="275355" y="201445"/>
                </a:lnTo>
                <a:lnTo>
                  <a:pt x="274876" y="202478"/>
                </a:lnTo>
                <a:lnTo>
                  <a:pt x="274373" y="203494"/>
                </a:lnTo>
                <a:lnTo>
                  <a:pt x="273847" y="204493"/>
                </a:lnTo>
                <a:lnTo>
                  <a:pt x="273297" y="205473"/>
                </a:lnTo>
                <a:lnTo>
                  <a:pt x="272724" y="206436"/>
                </a:lnTo>
                <a:lnTo>
                  <a:pt x="272127" y="207381"/>
                </a:lnTo>
                <a:lnTo>
                  <a:pt x="271506" y="208308"/>
                </a:lnTo>
                <a:lnTo>
                  <a:pt x="270861" y="209217"/>
                </a:lnTo>
                <a:lnTo>
                  <a:pt x="270193" y="210109"/>
                </a:lnTo>
                <a:lnTo>
                  <a:pt x="269501" y="210983"/>
                </a:lnTo>
                <a:lnTo>
                  <a:pt x="268786" y="211839"/>
                </a:lnTo>
                <a:lnTo>
                  <a:pt x="268047" y="212678"/>
                </a:lnTo>
                <a:lnTo>
                  <a:pt x="267284" y="213498"/>
                </a:lnTo>
                <a:lnTo>
                  <a:pt x="266497" y="214301"/>
                </a:lnTo>
                <a:lnTo>
                  <a:pt x="265687" y="215086"/>
                </a:lnTo>
                <a:lnTo>
                  <a:pt x="264853" y="215854"/>
                </a:lnTo>
                <a:lnTo>
                  <a:pt x="263996" y="216603"/>
                </a:lnTo>
                <a:lnTo>
                  <a:pt x="263115" y="217335"/>
                </a:lnTo>
                <a:lnTo>
                  <a:pt x="262210" y="218049"/>
                </a:lnTo>
                <a:lnTo>
                  <a:pt x="261281" y="218746"/>
                </a:lnTo>
                <a:lnTo>
                  <a:pt x="260329" y="219424"/>
                </a:lnTo>
                <a:lnTo>
                  <a:pt x="259353" y="220085"/>
                </a:lnTo>
                <a:lnTo>
                  <a:pt x="258351" y="220724"/>
                </a:lnTo>
                <a:lnTo>
                  <a:pt x="257318" y="221335"/>
                </a:lnTo>
                <a:lnTo>
                  <a:pt x="256256" y="221919"/>
                </a:lnTo>
                <a:lnTo>
                  <a:pt x="255164" y="222476"/>
                </a:lnTo>
                <a:lnTo>
                  <a:pt x="254041" y="223006"/>
                </a:lnTo>
                <a:lnTo>
                  <a:pt x="252890" y="223508"/>
                </a:lnTo>
                <a:lnTo>
                  <a:pt x="251708" y="223984"/>
                </a:lnTo>
                <a:lnTo>
                  <a:pt x="250496" y="224432"/>
                </a:lnTo>
                <a:lnTo>
                  <a:pt x="249255" y="224853"/>
                </a:lnTo>
                <a:lnTo>
                  <a:pt x="247983" y="225247"/>
                </a:lnTo>
                <a:lnTo>
                  <a:pt x="246682" y="225614"/>
                </a:lnTo>
                <a:lnTo>
                  <a:pt x="245351" y="225954"/>
                </a:lnTo>
                <a:lnTo>
                  <a:pt x="243990" y="226266"/>
                </a:lnTo>
                <a:lnTo>
                  <a:pt x="242599" y="226551"/>
                </a:lnTo>
                <a:lnTo>
                  <a:pt x="241179" y="226809"/>
                </a:lnTo>
                <a:lnTo>
                  <a:pt x="239728" y="227040"/>
                </a:lnTo>
                <a:lnTo>
                  <a:pt x="238248" y="227244"/>
                </a:lnTo>
                <a:lnTo>
                  <a:pt x="236738" y="227421"/>
                </a:lnTo>
                <a:lnTo>
                  <a:pt x="235197" y="227570"/>
                </a:lnTo>
                <a:lnTo>
                  <a:pt x="233628" y="227692"/>
                </a:lnTo>
                <a:lnTo>
                  <a:pt x="232028" y="227787"/>
                </a:lnTo>
                <a:lnTo>
                  <a:pt x="230398" y="227855"/>
                </a:lnTo>
                <a:lnTo>
                  <a:pt x="228739" y="227896"/>
                </a:lnTo>
                <a:lnTo>
                  <a:pt x="227049" y="227910"/>
                </a:lnTo>
                <a:lnTo>
                  <a:pt x="226380" y="227906"/>
                </a:lnTo>
                <a:lnTo>
                  <a:pt x="225714" y="227893"/>
                </a:lnTo>
                <a:lnTo>
                  <a:pt x="225052" y="227873"/>
                </a:lnTo>
                <a:lnTo>
                  <a:pt x="224394" y="227845"/>
                </a:lnTo>
                <a:lnTo>
                  <a:pt x="223739" y="227809"/>
                </a:lnTo>
                <a:lnTo>
                  <a:pt x="223089" y="227764"/>
                </a:lnTo>
                <a:lnTo>
                  <a:pt x="222442" y="227712"/>
                </a:lnTo>
                <a:lnTo>
                  <a:pt x="221799" y="227651"/>
                </a:lnTo>
                <a:lnTo>
                  <a:pt x="221159" y="227583"/>
                </a:lnTo>
                <a:lnTo>
                  <a:pt x="220524" y="227506"/>
                </a:lnTo>
                <a:lnTo>
                  <a:pt x="219892" y="227421"/>
                </a:lnTo>
                <a:lnTo>
                  <a:pt x="219264" y="227329"/>
                </a:lnTo>
                <a:lnTo>
                  <a:pt x="218639" y="227228"/>
                </a:lnTo>
                <a:lnTo>
                  <a:pt x="218019" y="227119"/>
                </a:lnTo>
                <a:lnTo>
                  <a:pt x="217402" y="227002"/>
                </a:lnTo>
                <a:lnTo>
                  <a:pt x="216789" y="226877"/>
                </a:lnTo>
                <a:lnTo>
                  <a:pt x="216180" y="226744"/>
                </a:lnTo>
                <a:lnTo>
                  <a:pt x="215574" y="226602"/>
                </a:lnTo>
                <a:lnTo>
                  <a:pt x="214973" y="226453"/>
                </a:lnTo>
                <a:lnTo>
                  <a:pt x="214375" y="226296"/>
                </a:lnTo>
                <a:lnTo>
                  <a:pt x="213781" y="226130"/>
                </a:lnTo>
                <a:lnTo>
                  <a:pt x="213190" y="225957"/>
                </a:lnTo>
                <a:lnTo>
                  <a:pt x="212603" y="225775"/>
                </a:lnTo>
                <a:lnTo>
                  <a:pt x="212021" y="225586"/>
                </a:lnTo>
                <a:lnTo>
                  <a:pt x="211442" y="225387"/>
                </a:lnTo>
                <a:lnTo>
                  <a:pt x="210870" y="225177"/>
                </a:lnTo>
                <a:lnTo>
                  <a:pt x="210303" y="224957"/>
                </a:lnTo>
                <a:lnTo>
                  <a:pt x="209742" y="224727"/>
                </a:lnTo>
                <a:lnTo>
                  <a:pt x="209186" y="224486"/>
                </a:lnTo>
                <a:lnTo>
                  <a:pt x="208636" y="224235"/>
                </a:lnTo>
                <a:lnTo>
                  <a:pt x="208092" y="223973"/>
                </a:lnTo>
                <a:lnTo>
                  <a:pt x="207553" y="223701"/>
                </a:lnTo>
                <a:lnTo>
                  <a:pt x="207020" y="223418"/>
                </a:lnTo>
                <a:lnTo>
                  <a:pt x="206493" y="223124"/>
                </a:lnTo>
                <a:lnTo>
                  <a:pt x="205971" y="222821"/>
                </a:lnTo>
                <a:lnTo>
                  <a:pt x="205455" y="222506"/>
                </a:lnTo>
                <a:lnTo>
                  <a:pt x="204945" y="222181"/>
                </a:lnTo>
                <a:lnTo>
                  <a:pt x="204440" y="221846"/>
                </a:lnTo>
                <a:lnTo>
                  <a:pt x="203941" y="221500"/>
                </a:lnTo>
                <a:lnTo>
                  <a:pt x="203447" y="221144"/>
                </a:lnTo>
                <a:lnTo>
                  <a:pt x="202960" y="220777"/>
                </a:lnTo>
                <a:lnTo>
                  <a:pt x="202478" y="220400"/>
                </a:lnTo>
                <a:lnTo>
                  <a:pt x="202001" y="220012"/>
                </a:lnTo>
                <a:lnTo>
                  <a:pt x="201530" y="219614"/>
                </a:lnTo>
                <a:lnTo>
                  <a:pt x="201065" y="219205"/>
                </a:lnTo>
                <a:lnTo>
                  <a:pt x="200605" y="218786"/>
                </a:lnTo>
                <a:lnTo>
                  <a:pt x="200151" y="218356"/>
                </a:lnTo>
                <a:lnTo>
                  <a:pt x="199703" y="217916"/>
                </a:lnTo>
                <a:lnTo>
                  <a:pt x="199262" y="217464"/>
                </a:lnTo>
                <a:lnTo>
                  <a:pt x="198828" y="217000"/>
                </a:lnTo>
                <a:lnTo>
                  <a:pt x="198403" y="216522"/>
                </a:lnTo>
                <a:lnTo>
                  <a:pt x="197986" y="216031"/>
                </a:lnTo>
                <a:lnTo>
                  <a:pt x="197577" y="215528"/>
                </a:lnTo>
                <a:lnTo>
                  <a:pt x="197176" y="215011"/>
                </a:lnTo>
                <a:lnTo>
                  <a:pt x="196783" y="214482"/>
                </a:lnTo>
                <a:lnTo>
                  <a:pt x="196398" y="213940"/>
                </a:lnTo>
                <a:lnTo>
                  <a:pt x="196021" y="213384"/>
                </a:lnTo>
                <a:lnTo>
                  <a:pt x="195652" y="212816"/>
                </a:lnTo>
                <a:lnTo>
                  <a:pt x="195292" y="212235"/>
                </a:lnTo>
                <a:lnTo>
                  <a:pt x="194939" y="211641"/>
                </a:lnTo>
                <a:lnTo>
                  <a:pt x="194594" y="211035"/>
                </a:lnTo>
                <a:lnTo>
                  <a:pt x="194258" y="210415"/>
                </a:lnTo>
                <a:lnTo>
                  <a:pt x="193929" y="209782"/>
                </a:lnTo>
                <a:lnTo>
                  <a:pt x="193609" y="209137"/>
                </a:lnTo>
                <a:lnTo>
                  <a:pt x="193297" y="208478"/>
                </a:lnTo>
                <a:lnTo>
                  <a:pt x="192993" y="207807"/>
                </a:lnTo>
                <a:lnTo>
                  <a:pt x="192696" y="207122"/>
                </a:lnTo>
                <a:lnTo>
                  <a:pt x="192408" y="206425"/>
                </a:lnTo>
                <a:lnTo>
                  <a:pt x="192128" y="205715"/>
                </a:lnTo>
                <a:lnTo>
                  <a:pt x="191856" y="204992"/>
                </a:lnTo>
                <a:lnTo>
                  <a:pt x="191593" y="204256"/>
                </a:lnTo>
                <a:lnTo>
                  <a:pt x="191337" y="203507"/>
                </a:lnTo>
                <a:lnTo>
                  <a:pt x="191090" y="202745"/>
                </a:lnTo>
                <a:lnTo>
                  <a:pt x="190854" y="201967"/>
                </a:lnTo>
                <a:lnTo>
                  <a:pt x="190629" y="201175"/>
                </a:lnTo>
                <a:lnTo>
                  <a:pt x="190414" y="200368"/>
                </a:lnTo>
                <a:lnTo>
                  <a:pt x="190209" y="199546"/>
                </a:lnTo>
                <a:lnTo>
                  <a:pt x="190015" y="198709"/>
                </a:lnTo>
                <a:lnTo>
                  <a:pt x="189831" y="197858"/>
                </a:lnTo>
                <a:lnTo>
                  <a:pt x="189658" y="196991"/>
                </a:lnTo>
                <a:lnTo>
                  <a:pt x="189496" y="196110"/>
                </a:lnTo>
                <a:lnTo>
                  <a:pt x="189344" y="195214"/>
                </a:lnTo>
                <a:lnTo>
                  <a:pt x="189202" y="194304"/>
                </a:lnTo>
                <a:lnTo>
                  <a:pt x="189071" y="193378"/>
                </a:lnTo>
                <a:lnTo>
                  <a:pt x="188950" y="192438"/>
                </a:lnTo>
                <a:lnTo>
                  <a:pt x="188840" y="191483"/>
                </a:lnTo>
                <a:lnTo>
                  <a:pt x="188740" y="190513"/>
                </a:lnTo>
                <a:lnTo>
                  <a:pt x="188651" y="189529"/>
                </a:lnTo>
                <a:lnTo>
                  <a:pt x="188572" y="188529"/>
                </a:lnTo>
                <a:lnTo>
                  <a:pt x="188504" y="187515"/>
                </a:lnTo>
                <a:lnTo>
                  <a:pt x="188447" y="186486"/>
                </a:lnTo>
                <a:lnTo>
                  <a:pt x="188399" y="185442"/>
                </a:lnTo>
                <a:lnTo>
                  <a:pt x="188363" y="184384"/>
                </a:lnTo>
                <a:lnTo>
                  <a:pt x="188336" y="183310"/>
                </a:lnTo>
                <a:lnTo>
                  <a:pt x="188321" y="182222"/>
                </a:lnTo>
                <a:lnTo>
                  <a:pt x="188315" y="181119"/>
                </a:lnTo>
                <a:lnTo>
                  <a:pt x="188315" y="73594"/>
                </a:lnTo>
                <a:lnTo>
                  <a:pt x="169878" y="73594"/>
                </a:lnTo>
                <a:lnTo>
                  <a:pt x="169878" y="180809"/>
                </a:lnTo>
                <a:lnTo>
                  <a:pt x="169885" y="182234"/>
                </a:lnTo>
                <a:lnTo>
                  <a:pt x="169906" y="183640"/>
                </a:lnTo>
                <a:lnTo>
                  <a:pt x="169940" y="185029"/>
                </a:lnTo>
                <a:lnTo>
                  <a:pt x="169988" y="186400"/>
                </a:lnTo>
                <a:lnTo>
                  <a:pt x="170050" y="187753"/>
                </a:lnTo>
                <a:lnTo>
                  <a:pt x="170125" y="189089"/>
                </a:lnTo>
                <a:lnTo>
                  <a:pt x="170214" y="190406"/>
                </a:lnTo>
                <a:lnTo>
                  <a:pt x="170317" y="191706"/>
                </a:lnTo>
                <a:lnTo>
                  <a:pt x="170434" y="192989"/>
                </a:lnTo>
                <a:lnTo>
                  <a:pt x="170564" y="194253"/>
                </a:lnTo>
                <a:lnTo>
                  <a:pt x="170708" y="195500"/>
                </a:lnTo>
                <a:lnTo>
                  <a:pt x="170866" y="196729"/>
                </a:lnTo>
                <a:lnTo>
                  <a:pt x="171037" y="197940"/>
                </a:lnTo>
                <a:lnTo>
                  <a:pt x="171223" y="199134"/>
                </a:lnTo>
                <a:lnTo>
                  <a:pt x="171421" y="200309"/>
                </a:lnTo>
                <a:lnTo>
                  <a:pt x="171634" y="201467"/>
                </a:lnTo>
                <a:lnTo>
                  <a:pt x="171860" y="202608"/>
                </a:lnTo>
                <a:lnTo>
                  <a:pt x="172101" y="203730"/>
                </a:lnTo>
                <a:lnTo>
                  <a:pt x="172354" y="204835"/>
                </a:lnTo>
                <a:lnTo>
                  <a:pt x="172622" y="205922"/>
                </a:lnTo>
                <a:lnTo>
                  <a:pt x="172903" y="206991"/>
                </a:lnTo>
                <a:lnTo>
                  <a:pt x="173198" y="208042"/>
                </a:lnTo>
                <a:lnTo>
                  <a:pt x="173507" y="209076"/>
                </a:lnTo>
                <a:lnTo>
                  <a:pt x="173829" y="210092"/>
                </a:lnTo>
                <a:lnTo>
                  <a:pt x="174164" y="211091"/>
                </a:lnTo>
                <a:lnTo>
                  <a:pt x="174511" y="212074"/>
                </a:lnTo>
                <a:lnTo>
                  <a:pt x="174869" y="213042"/>
                </a:lnTo>
                <a:lnTo>
                  <a:pt x="175239" y="213993"/>
                </a:lnTo>
                <a:lnTo>
                  <a:pt x="175620" y="214929"/>
                </a:lnTo>
                <a:lnTo>
                  <a:pt x="176013" y="215849"/>
                </a:lnTo>
                <a:lnTo>
                  <a:pt x="176417" y="216753"/>
                </a:lnTo>
                <a:lnTo>
                  <a:pt x="176833" y="217641"/>
                </a:lnTo>
                <a:lnTo>
                  <a:pt x="177261" y="218513"/>
                </a:lnTo>
                <a:lnTo>
                  <a:pt x="177700" y="219369"/>
                </a:lnTo>
                <a:lnTo>
                  <a:pt x="178150" y="220210"/>
                </a:lnTo>
                <a:lnTo>
                  <a:pt x="178613" y="221034"/>
                </a:lnTo>
                <a:lnTo>
                  <a:pt x="179086" y="221843"/>
                </a:lnTo>
                <a:lnTo>
                  <a:pt x="179572" y="222636"/>
                </a:lnTo>
                <a:lnTo>
                  <a:pt x="180069" y="223413"/>
                </a:lnTo>
                <a:lnTo>
                  <a:pt x="180577" y="224174"/>
                </a:lnTo>
                <a:lnTo>
                  <a:pt x="181097" y="224919"/>
                </a:lnTo>
                <a:lnTo>
                  <a:pt x="181629" y="225648"/>
                </a:lnTo>
                <a:lnTo>
                  <a:pt x="182172" y="226362"/>
                </a:lnTo>
                <a:lnTo>
                  <a:pt x="182727" y="227060"/>
                </a:lnTo>
                <a:lnTo>
                  <a:pt x="183293" y="227741"/>
                </a:lnTo>
                <a:lnTo>
                  <a:pt x="183871" y="228407"/>
                </a:lnTo>
                <a:lnTo>
                  <a:pt x="184461" y="229057"/>
                </a:lnTo>
                <a:lnTo>
                  <a:pt x="185062" y="229691"/>
                </a:lnTo>
                <a:lnTo>
                  <a:pt x="185674" y="230311"/>
                </a:lnTo>
                <a:lnTo>
                  <a:pt x="186295" y="230916"/>
                </a:lnTo>
                <a:lnTo>
                  <a:pt x="186927" y="231508"/>
                </a:lnTo>
                <a:lnTo>
                  <a:pt x="187569" y="232086"/>
                </a:lnTo>
                <a:lnTo>
                  <a:pt x="188220" y="232651"/>
                </a:lnTo>
                <a:lnTo>
                  <a:pt x="188882" y="233202"/>
                </a:lnTo>
                <a:lnTo>
                  <a:pt x="189553" y="233739"/>
                </a:lnTo>
                <a:lnTo>
                  <a:pt x="190235" y="234262"/>
                </a:lnTo>
                <a:lnTo>
                  <a:pt x="190926" y="234772"/>
                </a:lnTo>
                <a:lnTo>
                  <a:pt x="191628" y="235267"/>
                </a:lnTo>
                <a:lnTo>
                  <a:pt x="192339" y="235750"/>
                </a:lnTo>
                <a:lnTo>
                  <a:pt x="193060" y="236218"/>
                </a:lnTo>
                <a:lnTo>
                  <a:pt x="193792" y="236673"/>
                </a:lnTo>
                <a:lnTo>
                  <a:pt x="194533" y="237114"/>
                </a:lnTo>
                <a:lnTo>
                  <a:pt x="195284" y="237541"/>
                </a:lnTo>
                <a:lnTo>
                  <a:pt x="196045" y="237955"/>
                </a:lnTo>
                <a:lnTo>
                  <a:pt x="196816" y="238354"/>
                </a:lnTo>
                <a:lnTo>
                  <a:pt x="197597" y="238741"/>
                </a:lnTo>
                <a:lnTo>
                  <a:pt x="198388" y="239113"/>
                </a:lnTo>
                <a:lnTo>
                  <a:pt x="199189" y="239472"/>
                </a:lnTo>
                <a:lnTo>
                  <a:pt x="200000" y="239817"/>
                </a:lnTo>
                <a:lnTo>
                  <a:pt x="200821" y="240148"/>
                </a:lnTo>
                <a:lnTo>
                  <a:pt x="201651" y="240465"/>
                </a:lnTo>
                <a:lnTo>
                  <a:pt x="202492" y="240769"/>
                </a:lnTo>
                <a:lnTo>
                  <a:pt x="203341" y="241060"/>
                </a:lnTo>
                <a:lnTo>
                  <a:pt x="204198" y="241338"/>
                </a:lnTo>
                <a:lnTo>
                  <a:pt x="205062" y="241604"/>
                </a:lnTo>
                <a:lnTo>
                  <a:pt x="205933" y="241858"/>
                </a:lnTo>
                <a:lnTo>
                  <a:pt x="206811" y="242099"/>
                </a:lnTo>
                <a:lnTo>
                  <a:pt x="207697" y="242328"/>
                </a:lnTo>
                <a:lnTo>
                  <a:pt x="208590" y="242545"/>
                </a:lnTo>
                <a:lnTo>
                  <a:pt x="209490" y="242749"/>
                </a:lnTo>
                <a:lnTo>
                  <a:pt x="210397" y="242941"/>
                </a:lnTo>
                <a:lnTo>
                  <a:pt x="211312" y="243120"/>
                </a:lnTo>
                <a:lnTo>
                  <a:pt x="212234" y="243287"/>
                </a:lnTo>
                <a:lnTo>
                  <a:pt x="213163" y="243442"/>
                </a:lnTo>
                <a:lnTo>
                  <a:pt x="214100" y="243584"/>
                </a:lnTo>
                <a:lnTo>
                  <a:pt x="215043" y="243714"/>
                </a:lnTo>
                <a:lnTo>
                  <a:pt x="215994" y="243832"/>
                </a:lnTo>
                <a:lnTo>
                  <a:pt x="216953" y="243937"/>
                </a:lnTo>
                <a:lnTo>
                  <a:pt x="217918" y="244030"/>
                </a:lnTo>
                <a:lnTo>
                  <a:pt x="218891" y="244110"/>
                </a:lnTo>
                <a:lnTo>
                  <a:pt x="219871" y="244178"/>
                </a:lnTo>
                <a:lnTo>
                  <a:pt x="220858" y="244234"/>
                </a:lnTo>
                <a:lnTo>
                  <a:pt x="221853" y="244277"/>
                </a:lnTo>
                <a:lnTo>
                  <a:pt x="222855" y="244308"/>
                </a:lnTo>
                <a:lnTo>
                  <a:pt x="223864" y="244327"/>
                </a:lnTo>
                <a:lnTo>
                  <a:pt x="224880" y="244333"/>
                </a:lnTo>
                <a:lnTo>
                  <a:pt x="226343" y="244323"/>
                </a:lnTo>
                <a:lnTo>
                  <a:pt x="227788" y="244295"/>
                </a:lnTo>
                <a:lnTo>
                  <a:pt x="229216" y="244247"/>
                </a:lnTo>
                <a:lnTo>
                  <a:pt x="230626" y="244180"/>
                </a:lnTo>
                <a:lnTo>
                  <a:pt x="232018" y="244094"/>
                </a:lnTo>
                <a:lnTo>
                  <a:pt x="233392" y="243989"/>
                </a:lnTo>
                <a:lnTo>
                  <a:pt x="234748" y="243865"/>
                </a:lnTo>
                <a:lnTo>
                  <a:pt x="236087" y="243722"/>
                </a:lnTo>
                <a:lnTo>
                  <a:pt x="237408" y="243559"/>
                </a:lnTo>
                <a:lnTo>
                  <a:pt x="238711" y="243378"/>
                </a:lnTo>
                <a:lnTo>
                  <a:pt x="239997" y="243177"/>
                </a:lnTo>
                <a:lnTo>
                  <a:pt x="241265" y="242958"/>
                </a:lnTo>
                <a:lnTo>
                  <a:pt x="242515" y="242719"/>
                </a:lnTo>
                <a:lnTo>
                  <a:pt x="243747" y="242461"/>
                </a:lnTo>
                <a:lnTo>
                  <a:pt x="244961" y="242184"/>
                </a:lnTo>
                <a:lnTo>
                  <a:pt x="246158" y="241888"/>
                </a:lnTo>
                <a:lnTo>
                  <a:pt x="247337" y="241573"/>
                </a:lnTo>
                <a:lnTo>
                  <a:pt x="248498" y="241239"/>
                </a:lnTo>
                <a:lnTo>
                  <a:pt x="249642" y="240886"/>
                </a:lnTo>
                <a:lnTo>
                  <a:pt x="250767" y="240513"/>
                </a:lnTo>
                <a:lnTo>
                  <a:pt x="251875" y="240122"/>
                </a:lnTo>
                <a:lnTo>
                  <a:pt x="252965" y="239711"/>
                </a:lnTo>
                <a:lnTo>
                  <a:pt x="254038" y="239281"/>
                </a:lnTo>
                <a:lnTo>
                  <a:pt x="255093" y="238832"/>
                </a:lnTo>
                <a:lnTo>
                  <a:pt x="256130" y="238367"/>
                </a:lnTo>
                <a:lnTo>
                  <a:pt x="257152" y="237886"/>
                </a:lnTo>
                <a:lnTo>
                  <a:pt x="258157" y="237390"/>
                </a:lnTo>
                <a:lnTo>
                  <a:pt x="259147" y="236879"/>
                </a:lnTo>
                <a:lnTo>
                  <a:pt x="260120" y="236352"/>
                </a:lnTo>
                <a:lnTo>
                  <a:pt x="261077" y="235811"/>
                </a:lnTo>
                <a:lnTo>
                  <a:pt x="262018" y="235255"/>
                </a:lnTo>
                <a:lnTo>
                  <a:pt x="262943" y="234684"/>
                </a:lnTo>
                <a:lnTo>
                  <a:pt x="263851" y="234097"/>
                </a:lnTo>
                <a:lnTo>
                  <a:pt x="264744" y="233496"/>
                </a:lnTo>
                <a:lnTo>
                  <a:pt x="265620" y="232879"/>
                </a:lnTo>
                <a:lnTo>
                  <a:pt x="266480" y="232248"/>
                </a:lnTo>
                <a:lnTo>
                  <a:pt x="267324" y="231601"/>
                </a:lnTo>
                <a:lnTo>
                  <a:pt x="268152" y="230939"/>
                </a:lnTo>
                <a:lnTo>
                  <a:pt x="268964" y="230263"/>
                </a:lnTo>
                <a:lnTo>
                  <a:pt x="269760" y="229571"/>
                </a:lnTo>
                <a:lnTo>
                  <a:pt x="270539" y="228864"/>
                </a:lnTo>
                <a:lnTo>
                  <a:pt x="271303" y="228142"/>
                </a:lnTo>
                <a:lnTo>
                  <a:pt x="272050" y="227405"/>
                </a:lnTo>
                <a:lnTo>
                  <a:pt x="272781" y="226653"/>
                </a:lnTo>
                <a:lnTo>
                  <a:pt x="273496" y="225886"/>
                </a:lnTo>
                <a:lnTo>
                  <a:pt x="274195" y="225104"/>
                </a:lnTo>
                <a:lnTo>
                  <a:pt x="274877" y="224306"/>
                </a:lnTo>
                <a:lnTo>
                  <a:pt x="275544" y="223494"/>
                </a:lnTo>
                <a:lnTo>
                  <a:pt x="276195" y="222668"/>
                </a:lnTo>
                <a:lnTo>
                  <a:pt x="276832" y="221829"/>
                </a:lnTo>
                <a:lnTo>
                  <a:pt x="277454" y="220979"/>
                </a:lnTo>
                <a:lnTo>
                  <a:pt x="278062" y="220115"/>
                </a:lnTo>
                <a:lnTo>
                  <a:pt x="278216" y="219888"/>
                </a:lnTo>
                <a:lnTo>
                  <a:pt x="278643" y="241234"/>
                </a:lnTo>
                <a:lnTo>
                  <a:pt x="296615" y="241234"/>
                </a:lnTo>
                <a:lnTo>
                  <a:pt x="296615" y="73594"/>
                </a:lnTo>
                <a:lnTo>
                  <a:pt x="277868" y="73594"/>
                </a:lnTo>
                <a:lnTo>
                  <a:pt x="277868" y="194666"/>
                </a:lnTo>
                <a:close/>
                <a:moveTo>
                  <a:pt x="931626" y="73594"/>
                </a:moveTo>
                <a:lnTo>
                  <a:pt x="914273" y="73594"/>
                </a:lnTo>
                <a:lnTo>
                  <a:pt x="914273" y="305687"/>
                </a:lnTo>
                <a:lnTo>
                  <a:pt x="932866" y="305687"/>
                </a:lnTo>
                <a:lnTo>
                  <a:pt x="932866" y="219885"/>
                </a:lnTo>
                <a:lnTo>
                  <a:pt x="933227" y="220369"/>
                </a:lnTo>
                <a:lnTo>
                  <a:pt x="933840" y="221165"/>
                </a:lnTo>
                <a:lnTo>
                  <a:pt x="934463" y="221949"/>
                </a:lnTo>
                <a:lnTo>
                  <a:pt x="935098" y="222724"/>
                </a:lnTo>
                <a:lnTo>
                  <a:pt x="935745" y="223487"/>
                </a:lnTo>
                <a:lnTo>
                  <a:pt x="936402" y="224241"/>
                </a:lnTo>
                <a:lnTo>
                  <a:pt x="937071" y="224984"/>
                </a:lnTo>
                <a:lnTo>
                  <a:pt x="937752" y="225716"/>
                </a:lnTo>
                <a:lnTo>
                  <a:pt x="938443" y="226438"/>
                </a:lnTo>
                <a:lnTo>
                  <a:pt x="939146" y="227147"/>
                </a:lnTo>
                <a:lnTo>
                  <a:pt x="939861" y="227843"/>
                </a:lnTo>
                <a:lnTo>
                  <a:pt x="940588" y="228526"/>
                </a:lnTo>
                <a:lnTo>
                  <a:pt x="941327" y="229194"/>
                </a:lnTo>
                <a:lnTo>
                  <a:pt x="942077" y="229849"/>
                </a:lnTo>
                <a:lnTo>
                  <a:pt x="942840" y="230490"/>
                </a:lnTo>
                <a:lnTo>
                  <a:pt x="943614" y="231118"/>
                </a:lnTo>
                <a:lnTo>
                  <a:pt x="944400" y="231731"/>
                </a:lnTo>
                <a:lnTo>
                  <a:pt x="945197" y="232331"/>
                </a:lnTo>
                <a:lnTo>
                  <a:pt x="946007" y="232918"/>
                </a:lnTo>
                <a:lnTo>
                  <a:pt x="946829" y="233490"/>
                </a:lnTo>
                <a:lnTo>
                  <a:pt x="947662" y="234049"/>
                </a:lnTo>
                <a:lnTo>
                  <a:pt x="948507" y="234594"/>
                </a:lnTo>
                <a:lnTo>
                  <a:pt x="949364" y="235125"/>
                </a:lnTo>
                <a:lnTo>
                  <a:pt x="950233" y="235643"/>
                </a:lnTo>
                <a:lnTo>
                  <a:pt x="951113" y="236147"/>
                </a:lnTo>
                <a:lnTo>
                  <a:pt x="952006" y="236637"/>
                </a:lnTo>
                <a:lnTo>
                  <a:pt x="952910" y="237114"/>
                </a:lnTo>
                <a:lnTo>
                  <a:pt x="953826" y="237576"/>
                </a:lnTo>
                <a:lnTo>
                  <a:pt x="954754" y="238026"/>
                </a:lnTo>
                <a:lnTo>
                  <a:pt x="955694" y="238461"/>
                </a:lnTo>
                <a:lnTo>
                  <a:pt x="956646" y="238883"/>
                </a:lnTo>
                <a:lnTo>
                  <a:pt x="957609" y="239290"/>
                </a:lnTo>
                <a:lnTo>
                  <a:pt x="958585" y="239685"/>
                </a:lnTo>
                <a:lnTo>
                  <a:pt x="959572" y="240064"/>
                </a:lnTo>
                <a:lnTo>
                  <a:pt x="960570" y="240427"/>
                </a:lnTo>
                <a:lnTo>
                  <a:pt x="961579" y="240774"/>
                </a:lnTo>
                <a:lnTo>
                  <a:pt x="962600" y="241105"/>
                </a:lnTo>
                <a:lnTo>
                  <a:pt x="963632" y="241420"/>
                </a:lnTo>
                <a:lnTo>
                  <a:pt x="964676" y="241718"/>
                </a:lnTo>
                <a:lnTo>
                  <a:pt x="965730" y="242001"/>
                </a:lnTo>
                <a:lnTo>
                  <a:pt x="966796" y="242267"/>
                </a:lnTo>
                <a:lnTo>
                  <a:pt x="967874" y="242517"/>
                </a:lnTo>
                <a:lnTo>
                  <a:pt x="968962" y="242751"/>
                </a:lnTo>
                <a:lnTo>
                  <a:pt x="970062" y="242969"/>
                </a:lnTo>
                <a:lnTo>
                  <a:pt x="971173" y="243171"/>
                </a:lnTo>
                <a:lnTo>
                  <a:pt x="972296" y="243356"/>
                </a:lnTo>
                <a:lnTo>
                  <a:pt x="973430" y="243526"/>
                </a:lnTo>
                <a:lnTo>
                  <a:pt x="974575" y="243679"/>
                </a:lnTo>
                <a:lnTo>
                  <a:pt x="975731" y="243816"/>
                </a:lnTo>
                <a:lnTo>
                  <a:pt x="976899" y="243937"/>
                </a:lnTo>
                <a:lnTo>
                  <a:pt x="978078" y="244042"/>
                </a:lnTo>
                <a:lnTo>
                  <a:pt x="979268" y="244131"/>
                </a:lnTo>
                <a:lnTo>
                  <a:pt x="980469" y="244204"/>
                </a:lnTo>
                <a:lnTo>
                  <a:pt x="981682" y="244260"/>
                </a:lnTo>
                <a:lnTo>
                  <a:pt x="982906" y="244300"/>
                </a:lnTo>
                <a:lnTo>
                  <a:pt x="984142" y="244325"/>
                </a:lnTo>
                <a:lnTo>
                  <a:pt x="985389" y="244333"/>
                </a:lnTo>
                <a:lnTo>
                  <a:pt x="986661" y="244322"/>
                </a:lnTo>
                <a:lnTo>
                  <a:pt x="987921" y="244289"/>
                </a:lnTo>
                <a:lnTo>
                  <a:pt x="989169" y="244235"/>
                </a:lnTo>
                <a:lnTo>
                  <a:pt x="990405" y="244158"/>
                </a:lnTo>
                <a:lnTo>
                  <a:pt x="991628" y="244060"/>
                </a:lnTo>
                <a:lnTo>
                  <a:pt x="992840" y="243941"/>
                </a:lnTo>
                <a:lnTo>
                  <a:pt x="994040" y="243799"/>
                </a:lnTo>
                <a:lnTo>
                  <a:pt x="995227" y="243635"/>
                </a:lnTo>
                <a:lnTo>
                  <a:pt x="996402" y="243450"/>
                </a:lnTo>
                <a:lnTo>
                  <a:pt x="997565" y="243243"/>
                </a:lnTo>
                <a:lnTo>
                  <a:pt x="998717" y="243015"/>
                </a:lnTo>
                <a:lnTo>
                  <a:pt x="999856" y="242764"/>
                </a:lnTo>
                <a:lnTo>
                  <a:pt x="1000983" y="242492"/>
                </a:lnTo>
                <a:lnTo>
                  <a:pt x="1002097" y="242197"/>
                </a:lnTo>
                <a:lnTo>
                  <a:pt x="1003200" y="241882"/>
                </a:lnTo>
                <a:lnTo>
                  <a:pt x="1004291" y="241544"/>
                </a:lnTo>
                <a:lnTo>
                  <a:pt x="1005369" y="241184"/>
                </a:lnTo>
                <a:lnTo>
                  <a:pt x="1006436" y="240803"/>
                </a:lnTo>
                <a:lnTo>
                  <a:pt x="1007490" y="240400"/>
                </a:lnTo>
                <a:lnTo>
                  <a:pt x="1008532" y="239975"/>
                </a:lnTo>
                <a:lnTo>
                  <a:pt x="1009562" y="239528"/>
                </a:lnTo>
                <a:lnTo>
                  <a:pt x="1010580" y="239060"/>
                </a:lnTo>
                <a:lnTo>
                  <a:pt x="1011586" y="238570"/>
                </a:lnTo>
                <a:lnTo>
                  <a:pt x="1012580" y="238058"/>
                </a:lnTo>
                <a:lnTo>
                  <a:pt x="1013561" y="237526"/>
                </a:lnTo>
                <a:lnTo>
                  <a:pt x="1014530" y="236977"/>
                </a:lnTo>
                <a:lnTo>
                  <a:pt x="1015486" y="236409"/>
                </a:lnTo>
                <a:lnTo>
                  <a:pt x="1016429" y="235824"/>
                </a:lnTo>
                <a:lnTo>
                  <a:pt x="1017360" y="235221"/>
                </a:lnTo>
                <a:lnTo>
                  <a:pt x="1018278" y="234601"/>
                </a:lnTo>
                <a:lnTo>
                  <a:pt x="1019184" y="233963"/>
                </a:lnTo>
                <a:lnTo>
                  <a:pt x="1020077" y="233306"/>
                </a:lnTo>
                <a:lnTo>
                  <a:pt x="1020957" y="232633"/>
                </a:lnTo>
                <a:lnTo>
                  <a:pt x="1021825" y="231941"/>
                </a:lnTo>
                <a:lnTo>
                  <a:pt x="1022680" y="231232"/>
                </a:lnTo>
                <a:lnTo>
                  <a:pt x="1023522" y="230505"/>
                </a:lnTo>
                <a:lnTo>
                  <a:pt x="1024352" y="229760"/>
                </a:lnTo>
                <a:lnTo>
                  <a:pt x="1025169" y="228997"/>
                </a:lnTo>
                <a:lnTo>
                  <a:pt x="1025973" y="228217"/>
                </a:lnTo>
                <a:lnTo>
                  <a:pt x="1026765" y="227419"/>
                </a:lnTo>
                <a:lnTo>
                  <a:pt x="1027544" y="226603"/>
                </a:lnTo>
                <a:lnTo>
                  <a:pt x="1028310" y="225770"/>
                </a:lnTo>
                <a:lnTo>
                  <a:pt x="1029064" y="224918"/>
                </a:lnTo>
                <a:lnTo>
                  <a:pt x="1029805" y="224049"/>
                </a:lnTo>
                <a:lnTo>
                  <a:pt x="1030534" y="223162"/>
                </a:lnTo>
                <a:lnTo>
                  <a:pt x="1031250" y="222258"/>
                </a:lnTo>
                <a:lnTo>
                  <a:pt x="1031953" y="221335"/>
                </a:lnTo>
                <a:lnTo>
                  <a:pt x="1032644" y="220395"/>
                </a:lnTo>
                <a:lnTo>
                  <a:pt x="1033321" y="219439"/>
                </a:lnTo>
                <a:lnTo>
                  <a:pt x="1033985" y="218468"/>
                </a:lnTo>
                <a:lnTo>
                  <a:pt x="1034635" y="217483"/>
                </a:lnTo>
                <a:lnTo>
                  <a:pt x="1035271" y="216483"/>
                </a:lnTo>
                <a:lnTo>
                  <a:pt x="1035894" y="215469"/>
                </a:lnTo>
                <a:lnTo>
                  <a:pt x="1036503" y="214440"/>
                </a:lnTo>
                <a:lnTo>
                  <a:pt x="1037098" y="213397"/>
                </a:lnTo>
                <a:lnTo>
                  <a:pt x="1037679" y="212339"/>
                </a:lnTo>
                <a:lnTo>
                  <a:pt x="1038247" y="211266"/>
                </a:lnTo>
                <a:lnTo>
                  <a:pt x="1038801" y="210179"/>
                </a:lnTo>
                <a:lnTo>
                  <a:pt x="1039341" y="209078"/>
                </a:lnTo>
                <a:lnTo>
                  <a:pt x="1039868" y="207962"/>
                </a:lnTo>
                <a:lnTo>
                  <a:pt x="1040380" y="206831"/>
                </a:lnTo>
                <a:lnTo>
                  <a:pt x="1040880" y="205686"/>
                </a:lnTo>
                <a:lnTo>
                  <a:pt x="1041365" y="204526"/>
                </a:lnTo>
                <a:lnTo>
                  <a:pt x="1041837" y="203352"/>
                </a:lnTo>
                <a:lnTo>
                  <a:pt x="1042295" y="202164"/>
                </a:lnTo>
                <a:lnTo>
                  <a:pt x="1042739" y="200961"/>
                </a:lnTo>
                <a:lnTo>
                  <a:pt x="1043169" y="199743"/>
                </a:lnTo>
                <a:lnTo>
                  <a:pt x="1043586" y="198511"/>
                </a:lnTo>
                <a:lnTo>
                  <a:pt x="1043989" y="197264"/>
                </a:lnTo>
                <a:lnTo>
                  <a:pt x="1044378" y="196003"/>
                </a:lnTo>
                <a:lnTo>
                  <a:pt x="1044754" y="194727"/>
                </a:lnTo>
                <a:lnTo>
                  <a:pt x="1045116" y="193437"/>
                </a:lnTo>
                <a:lnTo>
                  <a:pt x="1045464" y="192133"/>
                </a:lnTo>
                <a:lnTo>
                  <a:pt x="1045797" y="190819"/>
                </a:lnTo>
                <a:lnTo>
                  <a:pt x="1046115" y="189494"/>
                </a:lnTo>
                <a:lnTo>
                  <a:pt x="1046418" y="188158"/>
                </a:lnTo>
                <a:lnTo>
                  <a:pt x="1046706" y="186811"/>
                </a:lnTo>
                <a:lnTo>
                  <a:pt x="1046980" y="185453"/>
                </a:lnTo>
                <a:lnTo>
                  <a:pt x="1047239" y="184083"/>
                </a:lnTo>
                <a:lnTo>
                  <a:pt x="1047483" y="182703"/>
                </a:lnTo>
                <a:lnTo>
                  <a:pt x="1047712" y="181312"/>
                </a:lnTo>
                <a:lnTo>
                  <a:pt x="1047927" y="179909"/>
                </a:lnTo>
                <a:lnTo>
                  <a:pt x="1048127" y="178496"/>
                </a:lnTo>
                <a:lnTo>
                  <a:pt x="1048312" y="177071"/>
                </a:lnTo>
                <a:lnTo>
                  <a:pt x="1048482" y="175636"/>
                </a:lnTo>
                <a:lnTo>
                  <a:pt x="1048637" y="174190"/>
                </a:lnTo>
                <a:lnTo>
                  <a:pt x="1048778" y="172732"/>
                </a:lnTo>
                <a:lnTo>
                  <a:pt x="1048903" y="171264"/>
                </a:lnTo>
                <a:lnTo>
                  <a:pt x="1049014" y="169784"/>
                </a:lnTo>
                <a:lnTo>
                  <a:pt x="1049110" y="168293"/>
                </a:lnTo>
                <a:lnTo>
                  <a:pt x="1049192" y="166792"/>
                </a:lnTo>
                <a:lnTo>
                  <a:pt x="1049258" y="165279"/>
                </a:lnTo>
                <a:lnTo>
                  <a:pt x="1049310" y="163756"/>
                </a:lnTo>
                <a:lnTo>
                  <a:pt x="1049347" y="162221"/>
                </a:lnTo>
                <a:lnTo>
                  <a:pt x="1049369" y="160675"/>
                </a:lnTo>
                <a:lnTo>
                  <a:pt x="1049377" y="159118"/>
                </a:lnTo>
                <a:lnTo>
                  <a:pt x="1049377" y="155865"/>
                </a:lnTo>
                <a:lnTo>
                  <a:pt x="1049369" y="154245"/>
                </a:lnTo>
                <a:lnTo>
                  <a:pt x="1049347" y="152637"/>
                </a:lnTo>
                <a:lnTo>
                  <a:pt x="1049310" y="151044"/>
                </a:lnTo>
                <a:lnTo>
                  <a:pt x="1049258" y="149463"/>
                </a:lnTo>
                <a:lnTo>
                  <a:pt x="1049192" y="147895"/>
                </a:lnTo>
                <a:lnTo>
                  <a:pt x="1049110" y="146341"/>
                </a:lnTo>
                <a:lnTo>
                  <a:pt x="1049014" y="144800"/>
                </a:lnTo>
                <a:lnTo>
                  <a:pt x="1048903" y="143272"/>
                </a:lnTo>
                <a:lnTo>
                  <a:pt x="1048778" y="141757"/>
                </a:lnTo>
                <a:lnTo>
                  <a:pt x="1048637" y="140256"/>
                </a:lnTo>
                <a:lnTo>
                  <a:pt x="1048482" y="138767"/>
                </a:lnTo>
                <a:lnTo>
                  <a:pt x="1048312" y="137292"/>
                </a:lnTo>
                <a:lnTo>
                  <a:pt x="1048127" y="135830"/>
                </a:lnTo>
                <a:lnTo>
                  <a:pt x="1047927" y="134381"/>
                </a:lnTo>
                <a:lnTo>
                  <a:pt x="1047712" y="132945"/>
                </a:lnTo>
                <a:lnTo>
                  <a:pt x="1047483" y="131523"/>
                </a:lnTo>
                <a:lnTo>
                  <a:pt x="1047239" y="130113"/>
                </a:lnTo>
                <a:lnTo>
                  <a:pt x="1046980" y="128717"/>
                </a:lnTo>
                <a:lnTo>
                  <a:pt x="1046706" y="127334"/>
                </a:lnTo>
                <a:lnTo>
                  <a:pt x="1046418" y="125964"/>
                </a:lnTo>
                <a:lnTo>
                  <a:pt x="1046115" y="124608"/>
                </a:lnTo>
                <a:lnTo>
                  <a:pt x="1045797" y="123264"/>
                </a:lnTo>
                <a:lnTo>
                  <a:pt x="1045464" y="121934"/>
                </a:lnTo>
                <a:lnTo>
                  <a:pt x="1045116" y="120617"/>
                </a:lnTo>
                <a:lnTo>
                  <a:pt x="1044754" y="119314"/>
                </a:lnTo>
                <a:lnTo>
                  <a:pt x="1044378" y="118027"/>
                </a:lnTo>
                <a:lnTo>
                  <a:pt x="1043989" y="116756"/>
                </a:lnTo>
                <a:lnTo>
                  <a:pt x="1043586" y="115500"/>
                </a:lnTo>
                <a:lnTo>
                  <a:pt x="1043169" y="114260"/>
                </a:lnTo>
                <a:lnTo>
                  <a:pt x="1042739" y="113035"/>
                </a:lnTo>
                <a:lnTo>
                  <a:pt x="1042295" y="111826"/>
                </a:lnTo>
                <a:lnTo>
                  <a:pt x="1041837" y="110632"/>
                </a:lnTo>
                <a:lnTo>
                  <a:pt x="1041365" y="109454"/>
                </a:lnTo>
                <a:lnTo>
                  <a:pt x="1040880" y="108292"/>
                </a:lnTo>
                <a:lnTo>
                  <a:pt x="1040380" y="107145"/>
                </a:lnTo>
                <a:lnTo>
                  <a:pt x="1039868" y="106014"/>
                </a:lnTo>
                <a:lnTo>
                  <a:pt x="1039341" y="104899"/>
                </a:lnTo>
                <a:lnTo>
                  <a:pt x="1038801" y="103799"/>
                </a:lnTo>
                <a:lnTo>
                  <a:pt x="1038247" y="102715"/>
                </a:lnTo>
                <a:lnTo>
                  <a:pt x="1037679" y="101646"/>
                </a:lnTo>
                <a:lnTo>
                  <a:pt x="1037098" y="100593"/>
                </a:lnTo>
                <a:lnTo>
                  <a:pt x="1036503" y="99555"/>
                </a:lnTo>
                <a:lnTo>
                  <a:pt x="1035894" y="98534"/>
                </a:lnTo>
                <a:lnTo>
                  <a:pt x="1035271" y="97527"/>
                </a:lnTo>
                <a:lnTo>
                  <a:pt x="1034635" y="96537"/>
                </a:lnTo>
                <a:lnTo>
                  <a:pt x="1033985" y="95562"/>
                </a:lnTo>
                <a:lnTo>
                  <a:pt x="1033321" y="94602"/>
                </a:lnTo>
                <a:lnTo>
                  <a:pt x="1032644" y="93658"/>
                </a:lnTo>
                <a:lnTo>
                  <a:pt x="1031953" y="92731"/>
                </a:lnTo>
                <a:lnTo>
                  <a:pt x="1031249" y="91823"/>
                </a:lnTo>
                <a:lnTo>
                  <a:pt x="1030532" y="90932"/>
                </a:lnTo>
                <a:lnTo>
                  <a:pt x="1029801" y="90060"/>
                </a:lnTo>
                <a:lnTo>
                  <a:pt x="1029058" y="89207"/>
                </a:lnTo>
                <a:lnTo>
                  <a:pt x="1028301" y="88371"/>
                </a:lnTo>
                <a:lnTo>
                  <a:pt x="1027531" y="87554"/>
                </a:lnTo>
                <a:lnTo>
                  <a:pt x="1026748" y="86755"/>
                </a:lnTo>
                <a:lnTo>
                  <a:pt x="1025951" y="85974"/>
                </a:lnTo>
                <a:lnTo>
                  <a:pt x="1025142" y="85212"/>
                </a:lnTo>
                <a:lnTo>
                  <a:pt x="1024319" y="84468"/>
                </a:lnTo>
                <a:lnTo>
                  <a:pt x="1023483" y="83742"/>
                </a:lnTo>
                <a:lnTo>
                  <a:pt x="1022634" y="83035"/>
                </a:lnTo>
                <a:lnTo>
                  <a:pt x="1021772" y="82346"/>
                </a:lnTo>
                <a:lnTo>
                  <a:pt x="1020897" y="81675"/>
                </a:lnTo>
                <a:lnTo>
                  <a:pt x="1020008" y="81022"/>
                </a:lnTo>
                <a:lnTo>
                  <a:pt x="1019106" y="80388"/>
                </a:lnTo>
                <a:lnTo>
                  <a:pt x="1018191" y="79772"/>
                </a:lnTo>
                <a:lnTo>
                  <a:pt x="1017263" y="79175"/>
                </a:lnTo>
                <a:lnTo>
                  <a:pt x="1016322" y="78595"/>
                </a:lnTo>
                <a:lnTo>
                  <a:pt x="1015367" y="78034"/>
                </a:lnTo>
                <a:lnTo>
                  <a:pt x="1014400" y="77491"/>
                </a:lnTo>
                <a:lnTo>
                  <a:pt x="1013419" y="76967"/>
                </a:lnTo>
                <a:lnTo>
                  <a:pt x="1012425" y="76460"/>
                </a:lnTo>
                <a:lnTo>
                  <a:pt x="1011418" y="75974"/>
                </a:lnTo>
                <a:lnTo>
                  <a:pt x="1010400" y="75508"/>
                </a:lnTo>
                <a:lnTo>
                  <a:pt x="1009371" y="75062"/>
                </a:lnTo>
                <a:lnTo>
                  <a:pt x="1008330" y="74638"/>
                </a:lnTo>
                <a:lnTo>
                  <a:pt x="1007277" y="74234"/>
                </a:lnTo>
                <a:lnTo>
                  <a:pt x="1006213" y="73851"/>
                </a:lnTo>
                <a:lnTo>
                  <a:pt x="1005137" y="73488"/>
                </a:lnTo>
                <a:lnTo>
                  <a:pt x="1004050" y="73147"/>
                </a:lnTo>
                <a:lnTo>
                  <a:pt x="1002951" y="72826"/>
                </a:lnTo>
                <a:lnTo>
                  <a:pt x="1001840" y="72525"/>
                </a:lnTo>
                <a:lnTo>
                  <a:pt x="1000718" y="72246"/>
                </a:lnTo>
                <a:lnTo>
                  <a:pt x="999584" y="71987"/>
                </a:lnTo>
                <a:lnTo>
                  <a:pt x="998439" y="71749"/>
                </a:lnTo>
                <a:lnTo>
                  <a:pt x="997283" y="71531"/>
                </a:lnTo>
                <a:lnTo>
                  <a:pt x="996114" y="71334"/>
                </a:lnTo>
                <a:lnTo>
                  <a:pt x="994934" y="71158"/>
                </a:lnTo>
                <a:lnTo>
                  <a:pt x="993743" y="71003"/>
                </a:lnTo>
                <a:lnTo>
                  <a:pt x="992540" y="70868"/>
                </a:lnTo>
                <a:lnTo>
                  <a:pt x="991325" y="70754"/>
                </a:lnTo>
                <a:lnTo>
                  <a:pt x="990099" y="70661"/>
                </a:lnTo>
                <a:lnTo>
                  <a:pt x="988861" y="70589"/>
                </a:lnTo>
                <a:lnTo>
                  <a:pt x="987612" y="70537"/>
                </a:lnTo>
                <a:lnTo>
                  <a:pt x="986351" y="70506"/>
                </a:lnTo>
                <a:lnTo>
                  <a:pt x="985079" y="70495"/>
                </a:lnTo>
                <a:lnTo>
                  <a:pt x="983858" y="70504"/>
                </a:lnTo>
                <a:lnTo>
                  <a:pt x="982648" y="70529"/>
                </a:lnTo>
                <a:lnTo>
                  <a:pt x="981449" y="70571"/>
                </a:lnTo>
                <a:lnTo>
                  <a:pt x="980261" y="70629"/>
                </a:lnTo>
                <a:lnTo>
                  <a:pt x="979084" y="70704"/>
                </a:lnTo>
                <a:lnTo>
                  <a:pt x="977918" y="70796"/>
                </a:lnTo>
                <a:lnTo>
                  <a:pt x="976763" y="70904"/>
                </a:lnTo>
                <a:lnTo>
                  <a:pt x="975619" y="71029"/>
                </a:lnTo>
                <a:lnTo>
                  <a:pt x="974486" y="71171"/>
                </a:lnTo>
                <a:lnTo>
                  <a:pt x="973364" y="71329"/>
                </a:lnTo>
                <a:lnTo>
                  <a:pt x="972254" y="71504"/>
                </a:lnTo>
                <a:lnTo>
                  <a:pt x="971154" y="71696"/>
                </a:lnTo>
                <a:lnTo>
                  <a:pt x="970065" y="71905"/>
                </a:lnTo>
                <a:lnTo>
                  <a:pt x="968987" y="72130"/>
                </a:lnTo>
                <a:lnTo>
                  <a:pt x="967921" y="72372"/>
                </a:lnTo>
                <a:lnTo>
                  <a:pt x="966865" y="72630"/>
                </a:lnTo>
                <a:lnTo>
                  <a:pt x="965821" y="72905"/>
                </a:lnTo>
                <a:lnTo>
                  <a:pt x="964787" y="73197"/>
                </a:lnTo>
                <a:lnTo>
                  <a:pt x="963764" y="73506"/>
                </a:lnTo>
                <a:lnTo>
                  <a:pt x="962753" y="73831"/>
                </a:lnTo>
                <a:lnTo>
                  <a:pt x="961752" y="74173"/>
                </a:lnTo>
                <a:lnTo>
                  <a:pt x="960763" y="74531"/>
                </a:lnTo>
                <a:lnTo>
                  <a:pt x="959785" y="74907"/>
                </a:lnTo>
                <a:lnTo>
                  <a:pt x="958817" y="75298"/>
                </a:lnTo>
                <a:lnTo>
                  <a:pt x="957861" y="75706"/>
                </a:lnTo>
                <a:lnTo>
                  <a:pt x="956917" y="76128"/>
                </a:lnTo>
                <a:lnTo>
                  <a:pt x="955984" y="76565"/>
                </a:lnTo>
                <a:lnTo>
                  <a:pt x="955062" y="77016"/>
                </a:lnTo>
                <a:lnTo>
                  <a:pt x="954152" y="77481"/>
                </a:lnTo>
                <a:lnTo>
                  <a:pt x="953254" y="77961"/>
                </a:lnTo>
                <a:lnTo>
                  <a:pt x="952367" y="78456"/>
                </a:lnTo>
                <a:lnTo>
                  <a:pt x="951492" y="78965"/>
                </a:lnTo>
                <a:lnTo>
                  <a:pt x="950629" y="79489"/>
                </a:lnTo>
                <a:lnTo>
                  <a:pt x="949777" y="80027"/>
                </a:lnTo>
                <a:lnTo>
                  <a:pt x="948936" y="80580"/>
                </a:lnTo>
                <a:lnTo>
                  <a:pt x="948107" y="81147"/>
                </a:lnTo>
                <a:lnTo>
                  <a:pt x="947290" y="81729"/>
                </a:lnTo>
                <a:lnTo>
                  <a:pt x="946484" y="82325"/>
                </a:lnTo>
                <a:lnTo>
                  <a:pt x="945690" y="82936"/>
                </a:lnTo>
                <a:lnTo>
                  <a:pt x="944907" y="83562"/>
                </a:lnTo>
                <a:lnTo>
                  <a:pt x="944136" y="84202"/>
                </a:lnTo>
                <a:lnTo>
                  <a:pt x="943377" y="84856"/>
                </a:lnTo>
                <a:lnTo>
                  <a:pt x="942629" y="85525"/>
                </a:lnTo>
                <a:lnTo>
                  <a:pt x="941893" y="86208"/>
                </a:lnTo>
                <a:lnTo>
                  <a:pt x="941168" y="86906"/>
                </a:lnTo>
                <a:lnTo>
                  <a:pt x="940455" y="87619"/>
                </a:lnTo>
                <a:lnTo>
                  <a:pt x="939753" y="88346"/>
                </a:lnTo>
                <a:lnTo>
                  <a:pt x="939063" y="89088"/>
                </a:lnTo>
                <a:lnTo>
                  <a:pt x="938384" y="89842"/>
                </a:lnTo>
                <a:lnTo>
                  <a:pt x="937715" y="90609"/>
                </a:lnTo>
                <a:lnTo>
                  <a:pt x="937056" y="91388"/>
                </a:lnTo>
                <a:lnTo>
                  <a:pt x="936408" y="92178"/>
                </a:lnTo>
                <a:lnTo>
                  <a:pt x="935769" y="92980"/>
                </a:lnTo>
                <a:lnTo>
                  <a:pt x="935141" y="93794"/>
                </a:lnTo>
                <a:lnTo>
                  <a:pt x="934523" y="94620"/>
                </a:lnTo>
                <a:lnTo>
                  <a:pt x="933916" y="95457"/>
                </a:lnTo>
                <a:lnTo>
                  <a:pt x="933318" y="96307"/>
                </a:lnTo>
                <a:lnTo>
                  <a:pt x="932731" y="97168"/>
                </a:lnTo>
                <a:lnTo>
                  <a:pt x="932544" y="97452"/>
                </a:lnTo>
                <a:lnTo>
                  <a:pt x="931626" y="73594"/>
                </a:lnTo>
                <a:close/>
                <a:moveTo>
                  <a:pt x="932866" y="118900"/>
                </a:moveTo>
                <a:lnTo>
                  <a:pt x="933020" y="118525"/>
                </a:lnTo>
                <a:lnTo>
                  <a:pt x="933322" y="117818"/>
                </a:lnTo>
                <a:lnTo>
                  <a:pt x="933632" y="117114"/>
                </a:lnTo>
                <a:lnTo>
                  <a:pt x="933951" y="116416"/>
                </a:lnTo>
                <a:lnTo>
                  <a:pt x="934279" y="115721"/>
                </a:lnTo>
                <a:lnTo>
                  <a:pt x="934616" y="115032"/>
                </a:lnTo>
                <a:lnTo>
                  <a:pt x="934962" y="114347"/>
                </a:lnTo>
                <a:lnTo>
                  <a:pt x="935317" y="113667"/>
                </a:lnTo>
                <a:lnTo>
                  <a:pt x="935680" y="112991"/>
                </a:lnTo>
                <a:lnTo>
                  <a:pt x="936053" y="112319"/>
                </a:lnTo>
                <a:lnTo>
                  <a:pt x="936434" y="111653"/>
                </a:lnTo>
                <a:lnTo>
                  <a:pt x="936824" y="110991"/>
                </a:lnTo>
                <a:lnTo>
                  <a:pt x="937223" y="110333"/>
                </a:lnTo>
                <a:lnTo>
                  <a:pt x="937631" y="109680"/>
                </a:lnTo>
                <a:lnTo>
                  <a:pt x="938048" y="109032"/>
                </a:lnTo>
                <a:lnTo>
                  <a:pt x="938473" y="108388"/>
                </a:lnTo>
                <a:lnTo>
                  <a:pt x="938908" y="107749"/>
                </a:lnTo>
                <a:lnTo>
                  <a:pt x="939351" y="107114"/>
                </a:lnTo>
                <a:lnTo>
                  <a:pt x="939804" y="106484"/>
                </a:lnTo>
                <a:lnTo>
                  <a:pt x="940265" y="105858"/>
                </a:lnTo>
                <a:lnTo>
                  <a:pt x="940735" y="105238"/>
                </a:lnTo>
                <a:lnTo>
                  <a:pt x="941214" y="104621"/>
                </a:lnTo>
                <a:lnTo>
                  <a:pt x="941702" y="104009"/>
                </a:lnTo>
                <a:lnTo>
                  <a:pt x="942198" y="103402"/>
                </a:lnTo>
                <a:lnTo>
                  <a:pt x="942704" y="102799"/>
                </a:lnTo>
                <a:lnTo>
                  <a:pt x="943220" y="102204"/>
                </a:lnTo>
                <a:lnTo>
                  <a:pt x="943747" y="101618"/>
                </a:lnTo>
                <a:lnTo>
                  <a:pt x="944285" y="101042"/>
                </a:lnTo>
                <a:lnTo>
                  <a:pt x="944834" y="100475"/>
                </a:lnTo>
                <a:lnTo>
                  <a:pt x="945395" y="99919"/>
                </a:lnTo>
                <a:lnTo>
                  <a:pt x="945967" y="99372"/>
                </a:lnTo>
                <a:lnTo>
                  <a:pt x="946551" y="98834"/>
                </a:lnTo>
                <a:lnTo>
                  <a:pt x="947145" y="98306"/>
                </a:lnTo>
                <a:lnTo>
                  <a:pt x="947751" y="97788"/>
                </a:lnTo>
                <a:lnTo>
                  <a:pt x="948369" y="97280"/>
                </a:lnTo>
                <a:lnTo>
                  <a:pt x="948997" y="96781"/>
                </a:lnTo>
                <a:lnTo>
                  <a:pt x="949637" y="96292"/>
                </a:lnTo>
                <a:lnTo>
                  <a:pt x="950288" y="95813"/>
                </a:lnTo>
                <a:lnTo>
                  <a:pt x="950951" y="95343"/>
                </a:lnTo>
                <a:lnTo>
                  <a:pt x="951625" y="94883"/>
                </a:lnTo>
                <a:lnTo>
                  <a:pt x="952310" y="94433"/>
                </a:lnTo>
                <a:lnTo>
                  <a:pt x="953006" y="93992"/>
                </a:lnTo>
                <a:lnTo>
                  <a:pt x="953714" y="93561"/>
                </a:lnTo>
                <a:lnTo>
                  <a:pt x="954433" y="93140"/>
                </a:lnTo>
                <a:lnTo>
                  <a:pt x="955163" y="92729"/>
                </a:lnTo>
                <a:lnTo>
                  <a:pt x="955905" y="92327"/>
                </a:lnTo>
                <a:lnTo>
                  <a:pt x="956658" y="91935"/>
                </a:lnTo>
                <a:lnTo>
                  <a:pt x="957422" y="91552"/>
                </a:lnTo>
                <a:lnTo>
                  <a:pt x="958197" y="91179"/>
                </a:lnTo>
                <a:lnTo>
                  <a:pt x="958985" y="90819"/>
                </a:lnTo>
                <a:lnTo>
                  <a:pt x="959787" y="90474"/>
                </a:lnTo>
                <a:lnTo>
                  <a:pt x="960603" y="90144"/>
                </a:lnTo>
                <a:lnTo>
                  <a:pt x="961432" y="89830"/>
                </a:lnTo>
                <a:lnTo>
                  <a:pt x="962275" y="89531"/>
                </a:lnTo>
                <a:lnTo>
                  <a:pt x="963131" y="89247"/>
                </a:lnTo>
                <a:lnTo>
                  <a:pt x="964001" y="88979"/>
                </a:lnTo>
                <a:lnTo>
                  <a:pt x="964885" y="88726"/>
                </a:lnTo>
                <a:lnTo>
                  <a:pt x="965783" y="88489"/>
                </a:lnTo>
                <a:lnTo>
                  <a:pt x="966695" y="88266"/>
                </a:lnTo>
                <a:lnTo>
                  <a:pt x="967620" y="88059"/>
                </a:lnTo>
                <a:lnTo>
                  <a:pt x="968559" y="87868"/>
                </a:lnTo>
                <a:lnTo>
                  <a:pt x="969511" y="87691"/>
                </a:lnTo>
                <a:lnTo>
                  <a:pt x="970478" y="87530"/>
                </a:lnTo>
                <a:lnTo>
                  <a:pt x="971458" y="87385"/>
                </a:lnTo>
                <a:lnTo>
                  <a:pt x="972451" y="87254"/>
                </a:lnTo>
                <a:lnTo>
                  <a:pt x="973459" y="87139"/>
                </a:lnTo>
                <a:lnTo>
                  <a:pt x="974480" y="87040"/>
                </a:lnTo>
                <a:lnTo>
                  <a:pt x="975515" y="86955"/>
                </a:lnTo>
                <a:lnTo>
                  <a:pt x="976564" y="86886"/>
                </a:lnTo>
                <a:lnTo>
                  <a:pt x="977626" y="86833"/>
                </a:lnTo>
                <a:lnTo>
                  <a:pt x="978702" y="86794"/>
                </a:lnTo>
                <a:lnTo>
                  <a:pt x="979792" y="86771"/>
                </a:lnTo>
                <a:lnTo>
                  <a:pt x="980895" y="86764"/>
                </a:lnTo>
                <a:lnTo>
                  <a:pt x="981961" y="86773"/>
                </a:lnTo>
                <a:lnTo>
                  <a:pt x="983015" y="86800"/>
                </a:lnTo>
                <a:lnTo>
                  <a:pt x="984056" y="86846"/>
                </a:lnTo>
                <a:lnTo>
                  <a:pt x="985085" y="86910"/>
                </a:lnTo>
                <a:lnTo>
                  <a:pt x="986102" y="86992"/>
                </a:lnTo>
                <a:lnTo>
                  <a:pt x="987107" y="87093"/>
                </a:lnTo>
                <a:lnTo>
                  <a:pt x="988100" y="87212"/>
                </a:lnTo>
                <a:lnTo>
                  <a:pt x="989081" y="87349"/>
                </a:lnTo>
                <a:lnTo>
                  <a:pt x="990050" y="87504"/>
                </a:lnTo>
                <a:lnTo>
                  <a:pt x="991007" y="87678"/>
                </a:lnTo>
                <a:lnTo>
                  <a:pt x="991951" y="87870"/>
                </a:lnTo>
                <a:lnTo>
                  <a:pt x="992884" y="88081"/>
                </a:lnTo>
                <a:lnTo>
                  <a:pt x="993804" y="88309"/>
                </a:lnTo>
                <a:lnTo>
                  <a:pt x="994712" y="88556"/>
                </a:lnTo>
                <a:lnTo>
                  <a:pt x="995608" y="88821"/>
                </a:lnTo>
                <a:lnTo>
                  <a:pt x="996492" y="89105"/>
                </a:lnTo>
                <a:lnTo>
                  <a:pt x="997364" y="89407"/>
                </a:lnTo>
                <a:lnTo>
                  <a:pt x="998224" y="89727"/>
                </a:lnTo>
                <a:lnTo>
                  <a:pt x="999072" y="90065"/>
                </a:lnTo>
                <a:lnTo>
                  <a:pt x="999907" y="90422"/>
                </a:lnTo>
                <a:lnTo>
                  <a:pt x="1000731" y="90797"/>
                </a:lnTo>
                <a:lnTo>
                  <a:pt x="1001542" y="91190"/>
                </a:lnTo>
                <a:lnTo>
                  <a:pt x="1002341" y="91602"/>
                </a:lnTo>
                <a:lnTo>
                  <a:pt x="1003129" y="92031"/>
                </a:lnTo>
                <a:lnTo>
                  <a:pt x="1003904" y="92478"/>
                </a:lnTo>
                <a:lnTo>
                  <a:pt x="1004668" y="92938"/>
                </a:lnTo>
                <a:lnTo>
                  <a:pt x="1005421" y="93413"/>
                </a:lnTo>
                <a:lnTo>
                  <a:pt x="1006163" y="93901"/>
                </a:lnTo>
                <a:lnTo>
                  <a:pt x="1006893" y="94405"/>
                </a:lnTo>
                <a:lnTo>
                  <a:pt x="1007612" y="94922"/>
                </a:lnTo>
                <a:lnTo>
                  <a:pt x="1008320" y="95454"/>
                </a:lnTo>
                <a:lnTo>
                  <a:pt x="1009016" y="96000"/>
                </a:lnTo>
                <a:lnTo>
                  <a:pt x="1009701" y="96560"/>
                </a:lnTo>
                <a:lnTo>
                  <a:pt x="1010375" y="97134"/>
                </a:lnTo>
                <a:lnTo>
                  <a:pt x="1011038" y="97723"/>
                </a:lnTo>
                <a:lnTo>
                  <a:pt x="1011689" y="98326"/>
                </a:lnTo>
                <a:lnTo>
                  <a:pt x="1012329" y="98943"/>
                </a:lnTo>
                <a:lnTo>
                  <a:pt x="1012957" y="99574"/>
                </a:lnTo>
                <a:lnTo>
                  <a:pt x="1013575" y="100220"/>
                </a:lnTo>
                <a:lnTo>
                  <a:pt x="1014181" y="100880"/>
                </a:lnTo>
                <a:lnTo>
                  <a:pt x="1014775" y="101554"/>
                </a:lnTo>
                <a:lnTo>
                  <a:pt x="1015359" y="102243"/>
                </a:lnTo>
                <a:lnTo>
                  <a:pt x="1015931" y="102945"/>
                </a:lnTo>
                <a:lnTo>
                  <a:pt x="1016492" y="103662"/>
                </a:lnTo>
                <a:lnTo>
                  <a:pt x="1017041" y="104394"/>
                </a:lnTo>
                <a:lnTo>
                  <a:pt x="1017580" y="105139"/>
                </a:lnTo>
                <a:lnTo>
                  <a:pt x="1018107" y="105899"/>
                </a:lnTo>
                <a:lnTo>
                  <a:pt x="1018622" y="106673"/>
                </a:lnTo>
                <a:lnTo>
                  <a:pt x="1019127" y="107459"/>
                </a:lnTo>
                <a:lnTo>
                  <a:pt x="1019621" y="108257"/>
                </a:lnTo>
                <a:lnTo>
                  <a:pt x="1020104" y="109066"/>
                </a:lnTo>
                <a:lnTo>
                  <a:pt x="1020576" y="109886"/>
                </a:lnTo>
                <a:lnTo>
                  <a:pt x="1021038" y="110716"/>
                </a:lnTo>
                <a:lnTo>
                  <a:pt x="1021488" y="111558"/>
                </a:lnTo>
                <a:lnTo>
                  <a:pt x="1021929" y="112411"/>
                </a:lnTo>
                <a:lnTo>
                  <a:pt x="1022358" y="113275"/>
                </a:lnTo>
                <a:lnTo>
                  <a:pt x="1022776" y="114150"/>
                </a:lnTo>
                <a:lnTo>
                  <a:pt x="1023184" y="115036"/>
                </a:lnTo>
                <a:lnTo>
                  <a:pt x="1023581" y="115932"/>
                </a:lnTo>
                <a:lnTo>
                  <a:pt x="1023967" y="116840"/>
                </a:lnTo>
                <a:lnTo>
                  <a:pt x="1024343" y="117759"/>
                </a:lnTo>
                <a:lnTo>
                  <a:pt x="1024708" y="118689"/>
                </a:lnTo>
                <a:lnTo>
                  <a:pt x="1025062" y="119630"/>
                </a:lnTo>
                <a:lnTo>
                  <a:pt x="1025405" y="120583"/>
                </a:lnTo>
                <a:lnTo>
                  <a:pt x="1025737" y="121546"/>
                </a:lnTo>
                <a:lnTo>
                  <a:pt x="1026059" y="122520"/>
                </a:lnTo>
                <a:lnTo>
                  <a:pt x="1026370" y="123505"/>
                </a:lnTo>
                <a:lnTo>
                  <a:pt x="1026670" y="124501"/>
                </a:lnTo>
                <a:lnTo>
                  <a:pt x="1026960" y="125508"/>
                </a:lnTo>
                <a:lnTo>
                  <a:pt x="1027238" y="126527"/>
                </a:lnTo>
                <a:lnTo>
                  <a:pt x="1027506" y="127556"/>
                </a:lnTo>
                <a:lnTo>
                  <a:pt x="1027763" y="128596"/>
                </a:lnTo>
                <a:lnTo>
                  <a:pt x="1028010" y="129646"/>
                </a:lnTo>
                <a:lnTo>
                  <a:pt x="1028246" y="130703"/>
                </a:lnTo>
                <a:lnTo>
                  <a:pt x="1028471" y="131767"/>
                </a:lnTo>
                <a:lnTo>
                  <a:pt x="1028686" y="132840"/>
                </a:lnTo>
                <a:lnTo>
                  <a:pt x="1028891" y="133919"/>
                </a:lnTo>
                <a:lnTo>
                  <a:pt x="1029085" y="135007"/>
                </a:lnTo>
                <a:lnTo>
                  <a:pt x="1029269" y="136101"/>
                </a:lnTo>
                <a:lnTo>
                  <a:pt x="1029442" y="137204"/>
                </a:lnTo>
                <a:lnTo>
                  <a:pt x="1029604" y="138313"/>
                </a:lnTo>
                <a:lnTo>
                  <a:pt x="1029757" y="139431"/>
                </a:lnTo>
                <a:lnTo>
                  <a:pt x="1029898" y="140556"/>
                </a:lnTo>
                <a:lnTo>
                  <a:pt x="1030029" y="141688"/>
                </a:lnTo>
                <a:lnTo>
                  <a:pt x="1030150" y="142828"/>
                </a:lnTo>
                <a:lnTo>
                  <a:pt x="1030260" y="143976"/>
                </a:lnTo>
                <a:lnTo>
                  <a:pt x="1030360" y="145131"/>
                </a:lnTo>
                <a:lnTo>
                  <a:pt x="1030449" y="146293"/>
                </a:lnTo>
                <a:lnTo>
                  <a:pt x="1030528" y="147463"/>
                </a:lnTo>
                <a:lnTo>
                  <a:pt x="1030596" y="148641"/>
                </a:lnTo>
                <a:lnTo>
                  <a:pt x="1030653" y="149826"/>
                </a:lnTo>
                <a:lnTo>
                  <a:pt x="1030701" y="151019"/>
                </a:lnTo>
                <a:lnTo>
                  <a:pt x="1030737" y="152219"/>
                </a:lnTo>
                <a:lnTo>
                  <a:pt x="1030764" y="153427"/>
                </a:lnTo>
                <a:lnTo>
                  <a:pt x="1030779" y="154642"/>
                </a:lnTo>
                <a:lnTo>
                  <a:pt x="1030785" y="155865"/>
                </a:lnTo>
                <a:lnTo>
                  <a:pt x="1030785" y="159118"/>
                </a:lnTo>
                <a:lnTo>
                  <a:pt x="1030779" y="160329"/>
                </a:lnTo>
                <a:lnTo>
                  <a:pt x="1030764" y="161532"/>
                </a:lnTo>
                <a:lnTo>
                  <a:pt x="1030737" y="162729"/>
                </a:lnTo>
                <a:lnTo>
                  <a:pt x="1030701" y="163919"/>
                </a:lnTo>
                <a:lnTo>
                  <a:pt x="1030653" y="165103"/>
                </a:lnTo>
                <a:lnTo>
                  <a:pt x="1030596" y="166279"/>
                </a:lnTo>
                <a:lnTo>
                  <a:pt x="1030528" y="167449"/>
                </a:lnTo>
                <a:lnTo>
                  <a:pt x="1030449" y="168612"/>
                </a:lnTo>
                <a:lnTo>
                  <a:pt x="1030360" y="169769"/>
                </a:lnTo>
                <a:lnTo>
                  <a:pt x="1030260" y="170919"/>
                </a:lnTo>
                <a:lnTo>
                  <a:pt x="1030150" y="172062"/>
                </a:lnTo>
                <a:lnTo>
                  <a:pt x="1030029" y="173198"/>
                </a:lnTo>
                <a:lnTo>
                  <a:pt x="1029898" y="174328"/>
                </a:lnTo>
                <a:lnTo>
                  <a:pt x="1029757" y="175451"/>
                </a:lnTo>
                <a:lnTo>
                  <a:pt x="1029604" y="176567"/>
                </a:lnTo>
                <a:lnTo>
                  <a:pt x="1029442" y="177676"/>
                </a:lnTo>
                <a:lnTo>
                  <a:pt x="1029269" y="178779"/>
                </a:lnTo>
                <a:lnTo>
                  <a:pt x="1029085" y="179875"/>
                </a:lnTo>
                <a:lnTo>
                  <a:pt x="1028891" y="180964"/>
                </a:lnTo>
                <a:lnTo>
                  <a:pt x="1028686" y="182047"/>
                </a:lnTo>
                <a:lnTo>
                  <a:pt x="1028471" y="183122"/>
                </a:lnTo>
                <a:lnTo>
                  <a:pt x="1028246" y="184192"/>
                </a:lnTo>
                <a:lnTo>
                  <a:pt x="1028010" y="185254"/>
                </a:lnTo>
                <a:lnTo>
                  <a:pt x="1027763" y="186309"/>
                </a:lnTo>
                <a:lnTo>
                  <a:pt x="1027506" y="187356"/>
                </a:lnTo>
                <a:lnTo>
                  <a:pt x="1027238" y="188391"/>
                </a:lnTo>
                <a:lnTo>
                  <a:pt x="1026960" y="189415"/>
                </a:lnTo>
                <a:lnTo>
                  <a:pt x="1026670" y="190428"/>
                </a:lnTo>
                <a:lnTo>
                  <a:pt x="1026370" y="191430"/>
                </a:lnTo>
                <a:lnTo>
                  <a:pt x="1026059" y="192420"/>
                </a:lnTo>
                <a:lnTo>
                  <a:pt x="1025737" y="193399"/>
                </a:lnTo>
                <a:lnTo>
                  <a:pt x="1025405" y="194366"/>
                </a:lnTo>
                <a:lnTo>
                  <a:pt x="1025062" y="195322"/>
                </a:lnTo>
                <a:lnTo>
                  <a:pt x="1024708" y="196267"/>
                </a:lnTo>
                <a:lnTo>
                  <a:pt x="1024343" y="197201"/>
                </a:lnTo>
                <a:lnTo>
                  <a:pt x="1023967" y="198123"/>
                </a:lnTo>
                <a:lnTo>
                  <a:pt x="1023581" y="199034"/>
                </a:lnTo>
                <a:lnTo>
                  <a:pt x="1023184" y="199934"/>
                </a:lnTo>
                <a:lnTo>
                  <a:pt x="1022776" y="200823"/>
                </a:lnTo>
                <a:lnTo>
                  <a:pt x="1022358" y="201700"/>
                </a:lnTo>
                <a:lnTo>
                  <a:pt x="1021929" y="202566"/>
                </a:lnTo>
                <a:lnTo>
                  <a:pt x="1021488" y="203420"/>
                </a:lnTo>
                <a:lnTo>
                  <a:pt x="1021038" y="204263"/>
                </a:lnTo>
                <a:lnTo>
                  <a:pt x="1020576" y="205095"/>
                </a:lnTo>
                <a:lnTo>
                  <a:pt x="1020104" y="205916"/>
                </a:lnTo>
                <a:lnTo>
                  <a:pt x="1019621" y="206725"/>
                </a:lnTo>
                <a:lnTo>
                  <a:pt x="1019127" y="207523"/>
                </a:lnTo>
                <a:lnTo>
                  <a:pt x="1018622" y="208310"/>
                </a:lnTo>
                <a:lnTo>
                  <a:pt x="1018107" y="209084"/>
                </a:lnTo>
                <a:lnTo>
                  <a:pt x="1017580" y="209845"/>
                </a:lnTo>
                <a:lnTo>
                  <a:pt x="1017043" y="210591"/>
                </a:lnTo>
                <a:lnTo>
                  <a:pt x="1016494" y="211323"/>
                </a:lnTo>
                <a:lnTo>
                  <a:pt x="1015934" y="212041"/>
                </a:lnTo>
                <a:lnTo>
                  <a:pt x="1015364" y="212745"/>
                </a:lnTo>
                <a:lnTo>
                  <a:pt x="1014782" y="213436"/>
                </a:lnTo>
                <a:lnTo>
                  <a:pt x="1014189" y="214112"/>
                </a:lnTo>
                <a:lnTo>
                  <a:pt x="1013586" y="214774"/>
                </a:lnTo>
                <a:lnTo>
                  <a:pt x="1012971" y="215422"/>
                </a:lnTo>
                <a:lnTo>
                  <a:pt x="1012345" y="216056"/>
                </a:lnTo>
                <a:lnTo>
                  <a:pt x="1011708" y="216677"/>
                </a:lnTo>
                <a:lnTo>
                  <a:pt x="1011060" y="217283"/>
                </a:lnTo>
                <a:lnTo>
                  <a:pt x="1010401" y="217875"/>
                </a:lnTo>
                <a:lnTo>
                  <a:pt x="1009732" y="218454"/>
                </a:lnTo>
                <a:lnTo>
                  <a:pt x="1009051" y="219018"/>
                </a:lnTo>
                <a:lnTo>
                  <a:pt x="1008359" y="219568"/>
                </a:lnTo>
                <a:lnTo>
                  <a:pt x="1007656" y="220105"/>
                </a:lnTo>
                <a:lnTo>
                  <a:pt x="1006942" y="220627"/>
                </a:lnTo>
                <a:lnTo>
                  <a:pt x="1006217" y="221135"/>
                </a:lnTo>
                <a:lnTo>
                  <a:pt x="1005481" y="221630"/>
                </a:lnTo>
                <a:lnTo>
                  <a:pt x="1004733" y="222110"/>
                </a:lnTo>
                <a:lnTo>
                  <a:pt x="1003975" y="222577"/>
                </a:lnTo>
                <a:lnTo>
                  <a:pt x="1003206" y="223029"/>
                </a:lnTo>
                <a:lnTo>
                  <a:pt x="1002426" y="223465"/>
                </a:lnTo>
                <a:lnTo>
                  <a:pt x="1001633" y="223883"/>
                </a:lnTo>
                <a:lnTo>
                  <a:pt x="1000829" y="224282"/>
                </a:lnTo>
                <a:lnTo>
                  <a:pt x="1000013" y="224662"/>
                </a:lnTo>
                <a:lnTo>
                  <a:pt x="999185" y="225024"/>
                </a:lnTo>
                <a:lnTo>
                  <a:pt x="998345" y="225368"/>
                </a:lnTo>
                <a:lnTo>
                  <a:pt x="997493" y="225692"/>
                </a:lnTo>
                <a:lnTo>
                  <a:pt x="996630" y="225999"/>
                </a:lnTo>
                <a:lnTo>
                  <a:pt x="995755" y="226286"/>
                </a:lnTo>
                <a:lnTo>
                  <a:pt x="994868" y="226556"/>
                </a:lnTo>
                <a:lnTo>
                  <a:pt x="993969" y="226806"/>
                </a:lnTo>
                <a:lnTo>
                  <a:pt x="993058" y="227038"/>
                </a:lnTo>
                <a:lnTo>
                  <a:pt x="992135" y="227252"/>
                </a:lnTo>
                <a:lnTo>
                  <a:pt x="991201" y="227446"/>
                </a:lnTo>
                <a:lnTo>
                  <a:pt x="990254" y="227623"/>
                </a:lnTo>
                <a:lnTo>
                  <a:pt x="989296" y="227780"/>
                </a:lnTo>
                <a:lnTo>
                  <a:pt x="988326" y="227920"/>
                </a:lnTo>
                <a:lnTo>
                  <a:pt x="987345" y="228040"/>
                </a:lnTo>
                <a:lnTo>
                  <a:pt x="986351" y="228142"/>
                </a:lnTo>
                <a:lnTo>
                  <a:pt x="985346" y="228226"/>
                </a:lnTo>
                <a:lnTo>
                  <a:pt x="984328" y="228291"/>
                </a:lnTo>
                <a:lnTo>
                  <a:pt x="983299" y="228337"/>
                </a:lnTo>
                <a:lnTo>
                  <a:pt x="982258" y="228365"/>
                </a:lnTo>
                <a:lnTo>
                  <a:pt x="981205" y="228374"/>
                </a:lnTo>
                <a:lnTo>
                  <a:pt x="979897" y="228364"/>
                </a:lnTo>
                <a:lnTo>
                  <a:pt x="978606" y="228332"/>
                </a:lnTo>
                <a:lnTo>
                  <a:pt x="977332" y="228280"/>
                </a:lnTo>
                <a:lnTo>
                  <a:pt x="976075" y="228207"/>
                </a:lnTo>
                <a:lnTo>
                  <a:pt x="974836" y="228112"/>
                </a:lnTo>
                <a:lnTo>
                  <a:pt x="973613" y="227997"/>
                </a:lnTo>
                <a:lnTo>
                  <a:pt x="972408" y="227860"/>
                </a:lnTo>
                <a:lnTo>
                  <a:pt x="971221" y="227703"/>
                </a:lnTo>
                <a:lnTo>
                  <a:pt x="970050" y="227525"/>
                </a:lnTo>
                <a:lnTo>
                  <a:pt x="968897" y="227325"/>
                </a:lnTo>
                <a:lnTo>
                  <a:pt x="967760" y="227105"/>
                </a:lnTo>
                <a:lnTo>
                  <a:pt x="966641" y="226864"/>
                </a:lnTo>
                <a:lnTo>
                  <a:pt x="965540" y="226602"/>
                </a:lnTo>
                <a:lnTo>
                  <a:pt x="964455" y="226318"/>
                </a:lnTo>
                <a:lnTo>
                  <a:pt x="963388" y="226014"/>
                </a:lnTo>
                <a:lnTo>
                  <a:pt x="962338" y="225689"/>
                </a:lnTo>
                <a:lnTo>
                  <a:pt x="961305" y="225343"/>
                </a:lnTo>
                <a:lnTo>
                  <a:pt x="960289" y="224975"/>
                </a:lnTo>
                <a:lnTo>
                  <a:pt x="959291" y="224587"/>
                </a:lnTo>
                <a:lnTo>
                  <a:pt x="958309" y="224178"/>
                </a:lnTo>
                <a:lnTo>
                  <a:pt x="957345" y="223748"/>
                </a:lnTo>
                <a:lnTo>
                  <a:pt x="956398" y="223297"/>
                </a:lnTo>
                <a:lnTo>
                  <a:pt x="955469" y="222825"/>
                </a:lnTo>
                <a:lnTo>
                  <a:pt x="954556" y="222332"/>
                </a:lnTo>
                <a:lnTo>
                  <a:pt x="953660" y="221822"/>
                </a:lnTo>
                <a:lnTo>
                  <a:pt x="952779" y="221298"/>
                </a:lnTo>
                <a:lnTo>
                  <a:pt x="951913" y="220761"/>
                </a:lnTo>
                <a:lnTo>
                  <a:pt x="951062" y="220210"/>
                </a:lnTo>
                <a:lnTo>
                  <a:pt x="950226" y="219646"/>
                </a:lnTo>
                <a:lnTo>
                  <a:pt x="949405" y="219069"/>
                </a:lnTo>
                <a:lnTo>
                  <a:pt x="948599" y="218478"/>
                </a:lnTo>
                <a:lnTo>
                  <a:pt x="947808" y="217873"/>
                </a:lnTo>
                <a:lnTo>
                  <a:pt x="947032" y="217255"/>
                </a:lnTo>
                <a:lnTo>
                  <a:pt x="946272" y="216624"/>
                </a:lnTo>
                <a:lnTo>
                  <a:pt x="945526" y="215979"/>
                </a:lnTo>
                <a:lnTo>
                  <a:pt x="944796" y="215321"/>
                </a:lnTo>
                <a:lnTo>
                  <a:pt x="944080" y="214649"/>
                </a:lnTo>
                <a:lnTo>
                  <a:pt x="943380" y="213964"/>
                </a:lnTo>
                <a:lnTo>
                  <a:pt x="942694" y="213266"/>
                </a:lnTo>
                <a:lnTo>
                  <a:pt x="942024" y="212554"/>
                </a:lnTo>
                <a:lnTo>
                  <a:pt x="941369" y="211828"/>
                </a:lnTo>
                <a:lnTo>
                  <a:pt x="940729" y="211089"/>
                </a:lnTo>
                <a:lnTo>
                  <a:pt x="940103" y="210337"/>
                </a:lnTo>
                <a:lnTo>
                  <a:pt x="939493" y="209571"/>
                </a:lnTo>
                <a:lnTo>
                  <a:pt x="938898" y="208792"/>
                </a:lnTo>
                <a:lnTo>
                  <a:pt x="938318" y="207999"/>
                </a:lnTo>
                <a:lnTo>
                  <a:pt x="937754" y="207193"/>
                </a:lnTo>
                <a:lnTo>
                  <a:pt x="937204" y="206374"/>
                </a:lnTo>
                <a:lnTo>
                  <a:pt x="936668" y="205544"/>
                </a:lnTo>
                <a:lnTo>
                  <a:pt x="936144" y="204708"/>
                </a:lnTo>
                <a:lnTo>
                  <a:pt x="935633" y="203866"/>
                </a:lnTo>
                <a:lnTo>
                  <a:pt x="935134" y="203017"/>
                </a:lnTo>
                <a:lnTo>
                  <a:pt x="934647" y="202161"/>
                </a:lnTo>
                <a:lnTo>
                  <a:pt x="934173" y="201299"/>
                </a:lnTo>
                <a:lnTo>
                  <a:pt x="933711" y="200431"/>
                </a:lnTo>
                <a:lnTo>
                  <a:pt x="933262" y="199556"/>
                </a:lnTo>
                <a:lnTo>
                  <a:pt x="932866" y="198758"/>
                </a:lnTo>
                <a:lnTo>
                  <a:pt x="932866" y="118900"/>
                </a:lnTo>
                <a:close/>
                <a:moveTo>
                  <a:pt x="1416258" y="27011"/>
                </a:moveTo>
                <a:lnTo>
                  <a:pt x="1416321" y="27409"/>
                </a:lnTo>
                <a:lnTo>
                  <a:pt x="1416397" y="27802"/>
                </a:lnTo>
                <a:lnTo>
                  <a:pt x="1416483" y="28190"/>
                </a:lnTo>
                <a:lnTo>
                  <a:pt x="1416582" y="28572"/>
                </a:lnTo>
                <a:lnTo>
                  <a:pt x="1416692" y="28950"/>
                </a:lnTo>
                <a:lnTo>
                  <a:pt x="1416813" y="29322"/>
                </a:lnTo>
                <a:lnTo>
                  <a:pt x="1416946" y="29689"/>
                </a:lnTo>
                <a:lnTo>
                  <a:pt x="1417091" y="30052"/>
                </a:lnTo>
                <a:lnTo>
                  <a:pt x="1417247" y="30409"/>
                </a:lnTo>
                <a:lnTo>
                  <a:pt x="1417414" y="30761"/>
                </a:lnTo>
                <a:lnTo>
                  <a:pt x="1417594" y="31108"/>
                </a:lnTo>
                <a:lnTo>
                  <a:pt x="1417785" y="31449"/>
                </a:lnTo>
                <a:lnTo>
                  <a:pt x="1417987" y="31786"/>
                </a:lnTo>
                <a:lnTo>
                  <a:pt x="1418201" y="32117"/>
                </a:lnTo>
                <a:lnTo>
                  <a:pt x="1418426" y="32444"/>
                </a:lnTo>
                <a:lnTo>
                  <a:pt x="1418664" y="32765"/>
                </a:lnTo>
                <a:lnTo>
                  <a:pt x="1418912" y="33081"/>
                </a:lnTo>
                <a:lnTo>
                  <a:pt x="1419172" y="33392"/>
                </a:lnTo>
                <a:lnTo>
                  <a:pt x="1419444" y="33698"/>
                </a:lnTo>
                <a:lnTo>
                  <a:pt x="1419727" y="33995"/>
                </a:lnTo>
                <a:lnTo>
                  <a:pt x="1420018" y="34280"/>
                </a:lnTo>
                <a:lnTo>
                  <a:pt x="1420319" y="34552"/>
                </a:lnTo>
                <a:lnTo>
                  <a:pt x="1420630" y="34811"/>
                </a:lnTo>
                <a:lnTo>
                  <a:pt x="1420950" y="35057"/>
                </a:lnTo>
                <a:lnTo>
                  <a:pt x="1421279" y="35291"/>
                </a:lnTo>
                <a:lnTo>
                  <a:pt x="1421618" y="35513"/>
                </a:lnTo>
                <a:lnTo>
                  <a:pt x="1421966" y="35721"/>
                </a:lnTo>
                <a:lnTo>
                  <a:pt x="1422324" y="35917"/>
                </a:lnTo>
                <a:lnTo>
                  <a:pt x="1422691" y="36100"/>
                </a:lnTo>
                <a:lnTo>
                  <a:pt x="1423067" y="36271"/>
                </a:lnTo>
                <a:lnTo>
                  <a:pt x="1423453" y="36429"/>
                </a:lnTo>
                <a:lnTo>
                  <a:pt x="1423849" y="36575"/>
                </a:lnTo>
                <a:lnTo>
                  <a:pt x="1424253" y="36707"/>
                </a:lnTo>
                <a:lnTo>
                  <a:pt x="1424667" y="36827"/>
                </a:lnTo>
                <a:lnTo>
                  <a:pt x="1425091" y="36935"/>
                </a:lnTo>
                <a:lnTo>
                  <a:pt x="1425524" y="37030"/>
                </a:lnTo>
                <a:lnTo>
                  <a:pt x="1425966" y="37112"/>
                </a:lnTo>
                <a:lnTo>
                  <a:pt x="1426418" y="37181"/>
                </a:lnTo>
                <a:lnTo>
                  <a:pt x="1426879" y="37238"/>
                </a:lnTo>
                <a:lnTo>
                  <a:pt x="1427350" y="37282"/>
                </a:lnTo>
                <a:lnTo>
                  <a:pt x="1427830" y="37314"/>
                </a:lnTo>
                <a:lnTo>
                  <a:pt x="1428319" y="37333"/>
                </a:lnTo>
                <a:lnTo>
                  <a:pt x="1428818" y="37339"/>
                </a:lnTo>
                <a:lnTo>
                  <a:pt x="1429304" y="37333"/>
                </a:lnTo>
                <a:lnTo>
                  <a:pt x="1429782" y="37314"/>
                </a:lnTo>
                <a:lnTo>
                  <a:pt x="1430252" y="37282"/>
                </a:lnTo>
                <a:lnTo>
                  <a:pt x="1430714" y="37238"/>
                </a:lnTo>
                <a:lnTo>
                  <a:pt x="1431167" y="37181"/>
                </a:lnTo>
                <a:lnTo>
                  <a:pt x="1431612" y="37112"/>
                </a:lnTo>
                <a:lnTo>
                  <a:pt x="1432048" y="37030"/>
                </a:lnTo>
                <a:lnTo>
                  <a:pt x="1432476" y="36935"/>
                </a:lnTo>
                <a:lnTo>
                  <a:pt x="1432896" y="36827"/>
                </a:lnTo>
                <a:lnTo>
                  <a:pt x="1433307" y="36707"/>
                </a:lnTo>
                <a:lnTo>
                  <a:pt x="1433710" y="36575"/>
                </a:lnTo>
                <a:lnTo>
                  <a:pt x="1434105" y="36429"/>
                </a:lnTo>
                <a:lnTo>
                  <a:pt x="1434491" y="36271"/>
                </a:lnTo>
                <a:lnTo>
                  <a:pt x="1434869" y="36100"/>
                </a:lnTo>
                <a:lnTo>
                  <a:pt x="1435239" y="35917"/>
                </a:lnTo>
                <a:lnTo>
                  <a:pt x="1435601" y="35721"/>
                </a:lnTo>
                <a:lnTo>
                  <a:pt x="1435954" y="35513"/>
                </a:lnTo>
                <a:lnTo>
                  <a:pt x="1436298" y="35291"/>
                </a:lnTo>
                <a:lnTo>
                  <a:pt x="1436635" y="35057"/>
                </a:lnTo>
                <a:lnTo>
                  <a:pt x="1436963" y="34811"/>
                </a:lnTo>
                <a:lnTo>
                  <a:pt x="1437282" y="34552"/>
                </a:lnTo>
                <a:lnTo>
                  <a:pt x="1437594" y="34280"/>
                </a:lnTo>
                <a:lnTo>
                  <a:pt x="1437897" y="33995"/>
                </a:lnTo>
                <a:lnTo>
                  <a:pt x="1438191" y="33698"/>
                </a:lnTo>
                <a:lnTo>
                  <a:pt x="1438476" y="33392"/>
                </a:lnTo>
                <a:lnTo>
                  <a:pt x="1438748" y="33081"/>
                </a:lnTo>
                <a:lnTo>
                  <a:pt x="1439008" y="32765"/>
                </a:lnTo>
                <a:lnTo>
                  <a:pt x="1439257" y="32444"/>
                </a:lnTo>
                <a:lnTo>
                  <a:pt x="1439493" y="32117"/>
                </a:lnTo>
                <a:lnTo>
                  <a:pt x="1439717" y="31786"/>
                </a:lnTo>
                <a:lnTo>
                  <a:pt x="1439928" y="31449"/>
                </a:lnTo>
                <a:lnTo>
                  <a:pt x="1440128" y="31108"/>
                </a:lnTo>
                <a:lnTo>
                  <a:pt x="1440316" y="30761"/>
                </a:lnTo>
                <a:lnTo>
                  <a:pt x="1440491" y="30409"/>
                </a:lnTo>
                <a:lnTo>
                  <a:pt x="1440655" y="30052"/>
                </a:lnTo>
                <a:lnTo>
                  <a:pt x="1440806" y="29689"/>
                </a:lnTo>
                <a:lnTo>
                  <a:pt x="1440945" y="29322"/>
                </a:lnTo>
                <a:lnTo>
                  <a:pt x="1441072" y="28950"/>
                </a:lnTo>
                <a:lnTo>
                  <a:pt x="1441187" y="28572"/>
                </a:lnTo>
                <a:lnTo>
                  <a:pt x="1441290" y="28190"/>
                </a:lnTo>
                <a:lnTo>
                  <a:pt x="1441381" y="27802"/>
                </a:lnTo>
                <a:lnTo>
                  <a:pt x="1441460" y="27409"/>
                </a:lnTo>
                <a:lnTo>
                  <a:pt x="1441526" y="27011"/>
                </a:lnTo>
                <a:lnTo>
                  <a:pt x="1441581" y="26608"/>
                </a:lnTo>
                <a:lnTo>
                  <a:pt x="1441623" y="26200"/>
                </a:lnTo>
                <a:lnTo>
                  <a:pt x="1441653" y="25786"/>
                </a:lnTo>
                <a:lnTo>
                  <a:pt x="1441671" y="25368"/>
                </a:lnTo>
                <a:lnTo>
                  <a:pt x="1441677" y="24945"/>
                </a:lnTo>
                <a:lnTo>
                  <a:pt x="1441671" y="24508"/>
                </a:lnTo>
                <a:lnTo>
                  <a:pt x="1441653" y="24078"/>
                </a:lnTo>
                <a:lnTo>
                  <a:pt x="1441623" y="23653"/>
                </a:lnTo>
                <a:lnTo>
                  <a:pt x="1441581" y="23234"/>
                </a:lnTo>
                <a:lnTo>
                  <a:pt x="1441526" y="22820"/>
                </a:lnTo>
                <a:lnTo>
                  <a:pt x="1441460" y="22412"/>
                </a:lnTo>
                <a:lnTo>
                  <a:pt x="1441381" y="22010"/>
                </a:lnTo>
                <a:lnTo>
                  <a:pt x="1441290" y="21613"/>
                </a:lnTo>
                <a:lnTo>
                  <a:pt x="1441187" y="21222"/>
                </a:lnTo>
                <a:lnTo>
                  <a:pt x="1441072" y="20837"/>
                </a:lnTo>
                <a:lnTo>
                  <a:pt x="1440945" y="20457"/>
                </a:lnTo>
                <a:lnTo>
                  <a:pt x="1440806" y="20083"/>
                </a:lnTo>
                <a:lnTo>
                  <a:pt x="1440655" y="19715"/>
                </a:lnTo>
                <a:lnTo>
                  <a:pt x="1440491" y="19352"/>
                </a:lnTo>
                <a:lnTo>
                  <a:pt x="1440316" y="18995"/>
                </a:lnTo>
                <a:lnTo>
                  <a:pt x="1440128" y="18644"/>
                </a:lnTo>
                <a:lnTo>
                  <a:pt x="1439928" y="18298"/>
                </a:lnTo>
                <a:lnTo>
                  <a:pt x="1439717" y="17958"/>
                </a:lnTo>
                <a:lnTo>
                  <a:pt x="1439493" y="17623"/>
                </a:lnTo>
                <a:lnTo>
                  <a:pt x="1439257" y="17295"/>
                </a:lnTo>
                <a:lnTo>
                  <a:pt x="1439008" y="16971"/>
                </a:lnTo>
                <a:lnTo>
                  <a:pt x="1438748" y="16654"/>
                </a:lnTo>
                <a:lnTo>
                  <a:pt x="1438476" y="16342"/>
                </a:lnTo>
                <a:lnTo>
                  <a:pt x="1438191" y="16036"/>
                </a:lnTo>
                <a:lnTo>
                  <a:pt x="1437897" y="15739"/>
                </a:lnTo>
                <a:lnTo>
                  <a:pt x="1437594" y="15454"/>
                </a:lnTo>
                <a:lnTo>
                  <a:pt x="1437282" y="15182"/>
                </a:lnTo>
                <a:lnTo>
                  <a:pt x="1436963" y="14923"/>
                </a:lnTo>
                <a:lnTo>
                  <a:pt x="1436635" y="14677"/>
                </a:lnTo>
                <a:lnTo>
                  <a:pt x="1436298" y="14443"/>
                </a:lnTo>
                <a:lnTo>
                  <a:pt x="1435954" y="14222"/>
                </a:lnTo>
                <a:lnTo>
                  <a:pt x="1435601" y="14013"/>
                </a:lnTo>
                <a:lnTo>
                  <a:pt x="1435239" y="13817"/>
                </a:lnTo>
                <a:lnTo>
                  <a:pt x="1434869" y="13634"/>
                </a:lnTo>
                <a:lnTo>
                  <a:pt x="1434491" y="13463"/>
                </a:lnTo>
                <a:lnTo>
                  <a:pt x="1434105" y="13305"/>
                </a:lnTo>
                <a:lnTo>
                  <a:pt x="1433710" y="13160"/>
                </a:lnTo>
                <a:lnTo>
                  <a:pt x="1433307" y="13027"/>
                </a:lnTo>
                <a:lnTo>
                  <a:pt x="1432896" y="12907"/>
                </a:lnTo>
                <a:lnTo>
                  <a:pt x="1432476" y="12799"/>
                </a:lnTo>
                <a:lnTo>
                  <a:pt x="1432048" y="12705"/>
                </a:lnTo>
                <a:lnTo>
                  <a:pt x="1431612" y="12622"/>
                </a:lnTo>
                <a:lnTo>
                  <a:pt x="1431167" y="12553"/>
                </a:lnTo>
                <a:lnTo>
                  <a:pt x="1430714" y="12496"/>
                </a:lnTo>
                <a:lnTo>
                  <a:pt x="1430252" y="12452"/>
                </a:lnTo>
                <a:lnTo>
                  <a:pt x="1429782" y="12420"/>
                </a:lnTo>
                <a:lnTo>
                  <a:pt x="1429304" y="12401"/>
                </a:lnTo>
                <a:lnTo>
                  <a:pt x="1428818" y="12395"/>
                </a:lnTo>
                <a:lnTo>
                  <a:pt x="1428319" y="12401"/>
                </a:lnTo>
                <a:lnTo>
                  <a:pt x="1427830" y="12420"/>
                </a:lnTo>
                <a:lnTo>
                  <a:pt x="1427350" y="12452"/>
                </a:lnTo>
                <a:lnTo>
                  <a:pt x="1426879" y="12496"/>
                </a:lnTo>
                <a:lnTo>
                  <a:pt x="1426418" y="12553"/>
                </a:lnTo>
                <a:lnTo>
                  <a:pt x="1425966" y="12622"/>
                </a:lnTo>
                <a:lnTo>
                  <a:pt x="1425524" y="12705"/>
                </a:lnTo>
                <a:lnTo>
                  <a:pt x="1425091" y="12799"/>
                </a:lnTo>
                <a:lnTo>
                  <a:pt x="1424667" y="12907"/>
                </a:lnTo>
                <a:lnTo>
                  <a:pt x="1424253" y="13027"/>
                </a:lnTo>
                <a:lnTo>
                  <a:pt x="1423849" y="13160"/>
                </a:lnTo>
                <a:lnTo>
                  <a:pt x="1423453" y="13305"/>
                </a:lnTo>
                <a:lnTo>
                  <a:pt x="1423067" y="13463"/>
                </a:lnTo>
                <a:lnTo>
                  <a:pt x="1422691" y="13634"/>
                </a:lnTo>
                <a:lnTo>
                  <a:pt x="1422324" y="13817"/>
                </a:lnTo>
                <a:lnTo>
                  <a:pt x="1421966" y="14013"/>
                </a:lnTo>
                <a:lnTo>
                  <a:pt x="1421618" y="14222"/>
                </a:lnTo>
                <a:lnTo>
                  <a:pt x="1421279" y="14443"/>
                </a:lnTo>
                <a:lnTo>
                  <a:pt x="1420950" y="14677"/>
                </a:lnTo>
                <a:lnTo>
                  <a:pt x="1420630" y="14923"/>
                </a:lnTo>
                <a:lnTo>
                  <a:pt x="1420319" y="15182"/>
                </a:lnTo>
                <a:lnTo>
                  <a:pt x="1420018" y="15454"/>
                </a:lnTo>
                <a:lnTo>
                  <a:pt x="1419727" y="15739"/>
                </a:lnTo>
                <a:lnTo>
                  <a:pt x="1419444" y="16036"/>
                </a:lnTo>
                <a:lnTo>
                  <a:pt x="1419172" y="16342"/>
                </a:lnTo>
                <a:lnTo>
                  <a:pt x="1418912" y="16654"/>
                </a:lnTo>
                <a:lnTo>
                  <a:pt x="1418664" y="16971"/>
                </a:lnTo>
                <a:lnTo>
                  <a:pt x="1418426" y="17295"/>
                </a:lnTo>
                <a:lnTo>
                  <a:pt x="1418201" y="17623"/>
                </a:lnTo>
                <a:lnTo>
                  <a:pt x="1417987" y="17958"/>
                </a:lnTo>
                <a:lnTo>
                  <a:pt x="1417785" y="18298"/>
                </a:lnTo>
                <a:lnTo>
                  <a:pt x="1417594" y="18644"/>
                </a:lnTo>
                <a:lnTo>
                  <a:pt x="1417414" y="18995"/>
                </a:lnTo>
                <a:lnTo>
                  <a:pt x="1417247" y="19352"/>
                </a:lnTo>
                <a:lnTo>
                  <a:pt x="1417091" y="19715"/>
                </a:lnTo>
                <a:lnTo>
                  <a:pt x="1416946" y="20083"/>
                </a:lnTo>
                <a:lnTo>
                  <a:pt x="1416813" y="20457"/>
                </a:lnTo>
                <a:lnTo>
                  <a:pt x="1416692" y="20837"/>
                </a:lnTo>
                <a:lnTo>
                  <a:pt x="1416582" y="21222"/>
                </a:lnTo>
                <a:lnTo>
                  <a:pt x="1416483" y="21613"/>
                </a:lnTo>
                <a:lnTo>
                  <a:pt x="1416397" y="22010"/>
                </a:lnTo>
                <a:lnTo>
                  <a:pt x="1416321" y="22412"/>
                </a:lnTo>
                <a:lnTo>
                  <a:pt x="1416258" y="22820"/>
                </a:lnTo>
                <a:lnTo>
                  <a:pt x="1416206" y="23234"/>
                </a:lnTo>
                <a:lnTo>
                  <a:pt x="1416165" y="23653"/>
                </a:lnTo>
                <a:lnTo>
                  <a:pt x="1416136" y="24078"/>
                </a:lnTo>
                <a:lnTo>
                  <a:pt x="1416119" y="24508"/>
                </a:lnTo>
                <a:lnTo>
                  <a:pt x="1416113" y="24945"/>
                </a:lnTo>
                <a:lnTo>
                  <a:pt x="1416119" y="25368"/>
                </a:lnTo>
                <a:lnTo>
                  <a:pt x="1416136" y="25786"/>
                </a:lnTo>
                <a:lnTo>
                  <a:pt x="1416165" y="26200"/>
                </a:lnTo>
                <a:lnTo>
                  <a:pt x="1416206" y="26608"/>
                </a:lnTo>
                <a:lnTo>
                  <a:pt x="1416258" y="27011"/>
                </a:lnTo>
                <a:close/>
                <a:moveTo>
                  <a:pt x="1517504" y="49833"/>
                </a:moveTo>
                <a:lnTo>
                  <a:pt x="1517656" y="48388"/>
                </a:lnTo>
                <a:lnTo>
                  <a:pt x="1517843" y="46974"/>
                </a:lnTo>
                <a:lnTo>
                  <a:pt x="1518063" y="45593"/>
                </a:lnTo>
                <a:lnTo>
                  <a:pt x="1518317" y="44243"/>
                </a:lnTo>
                <a:lnTo>
                  <a:pt x="1518605" y="42924"/>
                </a:lnTo>
                <a:lnTo>
                  <a:pt x="1518927" y="41638"/>
                </a:lnTo>
                <a:lnTo>
                  <a:pt x="1519283" y="40383"/>
                </a:lnTo>
                <a:lnTo>
                  <a:pt x="1519673" y="39160"/>
                </a:lnTo>
                <a:lnTo>
                  <a:pt x="1520096" y="37969"/>
                </a:lnTo>
                <a:lnTo>
                  <a:pt x="1520554" y="36809"/>
                </a:lnTo>
                <a:lnTo>
                  <a:pt x="1521045" y="35681"/>
                </a:lnTo>
                <a:lnTo>
                  <a:pt x="1521571" y="34585"/>
                </a:lnTo>
                <a:lnTo>
                  <a:pt x="1522130" y="33521"/>
                </a:lnTo>
                <a:lnTo>
                  <a:pt x="1522723" y="32488"/>
                </a:lnTo>
                <a:lnTo>
                  <a:pt x="1523350" y="31487"/>
                </a:lnTo>
                <a:lnTo>
                  <a:pt x="1524011" y="30518"/>
                </a:lnTo>
                <a:lnTo>
                  <a:pt x="1524706" y="29580"/>
                </a:lnTo>
                <a:lnTo>
                  <a:pt x="1525434" y="28675"/>
                </a:lnTo>
                <a:lnTo>
                  <a:pt x="1526197" y="27801"/>
                </a:lnTo>
                <a:lnTo>
                  <a:pt x="1526993" y="26959"/>
                </a:lnTo>
                <a:lnTo>
                  <a:pt x="1527822" y="26150"/>
                </a:lnTo>
                <a:lnTo>
                  <a:pt x="1528683" y="25375"/>
                </a:lnTo>
                <a:lnTo>
                  <a:pt x="1529574" y="24635"/>
                </a:lnTo>
                <a:lnTo>
                  <a:pt x="1530497" y="23929"/>
                </a:lnTo>
                <a:lnTo>
                  <a:pt x="1531451" y="23257"/>
                </a:lnTo>
                <a:lnTo>
                  <a:pt x="1532436" y="22621"/>
                </a:lnTo>
                <a:lnTo>
                  <a:pt x="1533452" y="22018"/>
                </a:lnTo>
                <a:lnTo>
                  <a:pt x="1534499" y="21450"/>
                </a:lnTo>
                <a:lnTo>
                  <a:pt x="1535578" y="20916"/>
                </a:lnTo>
                <a:lnTo>
                  <a:pt x="1536688" y="20417"/>
                </a:lnTo>
                <a:lnTo>
                  <a:pt x="1537829" y="19952"/>
                </a:lnTo>
                <a:lnTo>
                  <a:pt x="1539001" y="19522"/>
                </a:lnTo>
                <a:lnTo>
                  <a:pt x="1540204" y="19126"/>
                </a:lnTo>
                <a:lnTo>
                  <a:pt x="1541439" y="18764"/>
                </a:lnTo>
                <a:lnTo>
                  <a:pt x="1542705" y="18437"/>
                </a:lnTo>
                <a:lnTo>
                  <a:pt x="1544002" y="18145"/>
                </a:lnTo>
                <a:lnTo>
                  <a:pt x="1545330" y="17886"/>
                </a:lnTo>
                <a:lnTo>
                  <a:pt x="1546690" y="17663"/>
                </a:lnTo>
                <a:lnTo>
                  <a:pt x="1548080" y="17473"/>
                </a:lnTo>
                <a:lnTo>
                  <a:pt x="1549502" y="17318"/>
                </a:lnTo>
                <a:lnTo>
                  <a:pt x="1550955" y="17198"/>
                </a:lnTo>
                <a:lnTo>
                  <a:pt x="1552439" y="17112"/>
                </a:lnTo>
                <a:lnTo>
                  <a:pt x="1553955" y="17060"/>
                </a:lnTo>
                <a:lnTo>
                  <a:pt x="1555502" y="17043"/>
                </a:lnTo>
                <a:lnTo>
                  <a:pt x="1556528" y="17047"/>
                </a:lnTo>
                <a:lnTo>
                  <a:pt x="1557544" y="17059"/>
                </a:lnTo>
                <a:lnTo>
                  <a:pt x="1558547" y="17079"/>
                </a:lnTo>
                <a:lnTo>
                  <a:pt x="1559538" y="17107"/>
                </a:lnTo>
                <a:lnTo>
                  <a:pt x="1560518" y="17144"/>
                </a:lnTo>
                <a:lnTo>
                  <a:pt x="1561486" y="17188"/>
                </a:lnTo>
                <a:lnTo>
                  <a:pt x="1562442" y="17241"/>
                </a:lnTo>
                <a:lnTo>
                  <a:pt x="1563386" y="17301"/>
                </a:lnTo>
                <a:lnTo>
                  <a:pt x="1564318" y="17370"/>
                </a:lnTo>
                <a:lnTo>
                  <a:pt x="1565239" y="17446"/>
                </a:lnTo>
                <a:lnTo>
                  <a:pt x="1566147" y="17531"/>
                </a:lnTo>
                <a:lnTo>
                  <a:pt x="1567044" y="17624"/>
                </a:lnTo>
                <a:lnTo>
                  <a:pt x="1567929" y="17725"/>
                </a:lnTo>
                <a:lnTo>
                  <a:pt x="1568802" y="17834"/>
                </a:lnTo>
                <a:lnTo>
                  <a:pt x="1569664" y="17951"/>
                </a:lnTo>
                <a:lnTo>
                  <a:pt x="1570513" y="18076"/>
                </a:lnTo>
                <a:lnTo>
                  <a:pt x="1571351" y="18209"/>
                </a:lnTo>
                <a:lnTo>
                  <a:pt x="1572176" y="18350"/>
                </a:lnTo>
                <a:lnTo>
                  <a:pt x="1572990" y="18499"/>
                </a:lnTo>
                <a:lnTo>
                  <a:pt x="1573792" y="18657"/>
                </a:lnTo>
                <a:lnTo>
                  <a:pt x="1574583" y="18822"/>
                </a:lnTo>
                <a:lnTo>
                  <a:pt x="1575361" y="18996"/>
                </a:lnTo>
                <a:lnTo>
                  <a:pt x="1576128" y="19177"/>
                </a:lnTo>
                <a:lnTo>
                  <a:pt x="1576883" y="19367"/>
                </a:lnTo>
                <a:lnTo>
                  <a:pt x="1577630" y="19563"/>
                </a:lnTo>
                <a:lnTo>
                  <a:pt x="1578375" y="19763"/>
                </a:lnTo>
                <a:lnTo>
                  <a:pt x="1579117" y="19967"/>
                </a:lnTo>
                <a:lnTo>
                  <a:pt x="1579856" y="20176"/>
                </a:lnTo>
                <a:lnTo>
                  <a:pt x="1580593" y="20389"/>
                </a:lnTo>
                <a:lnTo>
                  <a:pt x="1581327" y="20606"/>
                </a:lnTo>
                <a:lnTo>
                  <a:pt x="1582059" y="20828"/>
                </a:lnTo>
                <a:lnTo>
                  <a:pt x="1582787" y="21054"/>
                </a:lnTo>
                <a:lnTo>
                  <a:pt x="1583513" y="21284"/>
                </a:lnTo>
                <a:lnTo>
                  <a:pt x="1584237" y="21519"/>
                </a:lnTo>
                <a:lnTo>
                  <a:pt x="1584957" y="21758"/>
                </a:lnTo>
                <a:lnTo>
                  <a:pt x="1585675" y="22001"/>
                </a:lnTo>
                <a:lnTo>
                  <a:pt x="1586390" y="22248"/>
                </a:lnTo>
                <a:lnTo>
                  <a:pt x="1587103" y="22500"/>
                </a:lnTo>
                <a:lnTo>
                  <a:pt x="1587813" y="22756"/>
                </a:lnTo>
                <a:lnTo>
                  <a:pt x="1588520" y="23016"/>
                </a:lnTo>
                <a:lnTo>
                  <a:pt x="1589224" y="23281"/>
                </a:lnTo>
                <a:lnTo>
                  <a:pt x="1589926" y="23550"/>
                </a:lnTo>
                <a:lnTo>
                  <a:pt x="1590625" y="23823"/>
                </a:lnTo>
                <a:lnTo>
                  <a:pt x="1591322" y="24101"/>
                </a:lnTo>
                <a:lnTo>
                  <a:pt x="1592015" y="24383"/>
                </a:lnTo>
                <a:lnTo>
                  <a:pt x="1592706" y="24669"/>
                </a:lnTo>
                <a:lnTo>
                  <a:pt x="1593395" y="24960"/>
                </a:lnTo>
                <a:lnTo>
                  <a:pt x="1594080" y="25254"/>
                </a:lnTo>
                <a:lnTo>
                  <a:pt x="1597179" y="9141"/>
                </a:lnTo>
                <a:lnTo>
                  <a:pt x="1596263" y="8771"/>
                </a:lnTo>
                <a:lnTo>
                  <a:pt x="1595348" y="8407"/>
                </a:lnTo>
                <a:lnTo>
                  <a:pt x="1594434" y="8052"/>
                </a:lnTo>
                <a:lnTo>
                  <a:pt x="1593521" y="7704"/>
                </a:lnTo>
                <a:lnTo>
                  <a:pt x="1592609" y="7363"/>
                </a:lnTo>
                <a:lnTo>
                  <a:pt x="1591698" y="7030"/>
                </a:lnTo>
                <a:lnTo>
                  <a:pt x="1590789" y="6705"/>
                </a:lnTo>
                <a:lnTo>
                  <a:pt x="1589880" y="6387"/>
                </a:lnTo>
                <a:lnTo>
                  <a:pt x="1588972" y="6076"/>
                </a:lnTo>
                <a:lnTo>
                  <a:pt x="1588066" y="5773"/>
                </a:lnTo>
                <a:lnTo>
                  <a:pt x="1587160" y="5478"/>
                </a:lnTo>
                <a:lnTo>
                  <a:pt x="1586256" y="5190"/>
                </a:lnTo>
                <a:lnTo>
                  <a:pt x="1585353" y="4910"/>
                </a:lnTo>
                <a:lnTo>
                  <a:pt x="1584451" y="4637"/>
                </a:lnTo>
                <a:lnTo>
                  <a:pt x="1583550" y="4372"/>
                </a:lnTo>
                <a:lnTo>
                  <a:pt x="1582650" y="4114"/>
                </a:lnTo>
                <a:lnTo>
                  <a:pt x="1581751" y="3864"/>
                </a:lnTo>
                <a:lnTo>
                  <a:pt x="1580853" y="3622"/>
                </a:lnTo>
                <a:lnTo>
                  <a:pt x="1579956" y="3387"/>
                </a:lnTo>
                <a:lnTo>
                  <a:pt x="1579060" y="3159"/>
                </a:lnTo>
                <a:lnTo>
                  <a:pt x="1578166" y="2939"/>
                </a:lnTo>
                <a:lnTo>
                  <a:pt x="1577272" y="2726"/>
                </a:lnTo>
                <a:lnTo>
                  <a:pt x="1576380" y="2521"/>
                </a:lnTo>
                <a:lnTo>
                  <a:pt x="1575488" y="2324"/>
                </a:lnTo>
                <a:lnTo>
                  <a:pt x="1574598" y="2134"/>
                </a:lnTo>
                <a:lnTo>
                  <a:pt x="1573709" y="1953"/>
                </a:lnTo>
                <a:lnTo>
                  <a:pt x="1572820" y="1779"/>
                </a:lnTo>
                <a:lnTo>
                  <a:pt x="1571933" y="1614"/>
                </a:lnTo>
                <a:lnTo>
                  <a:pt x="1571047" y="1457"/>
                </a:lnTo>
                <a:lnTo>
                  <a:pt x="1570162" y="1307"/>
                </a:lnTo>
                <a:lnTo>
                  <a:pt x="1569278" y="1166"/>
                </a:lnTo>
                <a:lnTo>
                  <a:pt x="1568396" y="1033"/>
                </a:lnTo>
                <a:lnTo>
                  <a:pt x="1567514" y="908"/>
                </a:lnTo>
                <a:lnTo>
                  <a:pt x="1566633" y="791"/>
                </a:lnTo>
                <a:lnTo>
                  <a:pt x="1565754" y="682"/>
                </a:lnTo>
                <a:lnTo>
                  <a:pt x="1564875" y="581"/>
                </a:lnTo>
                <a:lnTo>
                  <a:pt x="1563998" y="488"/>
                </a:lnTo>
                <a:lnTo>
                  <a:pt x="1563121" y="403"/>
                </a:lnTo>
                <a:lnTo>
                  <a:pt x="1562246" y="327"/>
                </a:lnTo>
                <a:lnTo>
                  <a:pt x="1561372" y="258"/>
                </a:lnTo>
                <a:lnTo>
                  <a:pt x="1560499" y="198"/>
                </a:lnTo>
                <a:lnTo>
                  <a:pt x="1559627" y="145"/>
                </a:lnTo>
                <a:lnTo>
                  <a:pt x="1558756" y="101"/>
                </a:lnTo>
                <a:lnTo>
                  <a:pt x="1557886" y="65"/>
                </a:lnTo>
                <a:lnTo>
                  <a:pt x="1557017" y="36"/>
                </a:lnTo>
                <a:lnTo>
                  <a:pt x="1556149" y="16"/>
                </a:lnTo>
                <a:lnTo>
                  <a:pt x="1555283" y="4"/>
                </a:lnTo>
                <a:lnTo>
                  <a:pt x="1554417" y="0"/>
                </a:lnTo>
                <a:lnTo>
                  <a:pt x="1552992" y="11"/>
                </a:lnTo>
                <a:lnTo>
                  <a:pt x="1551583" y="45"/>
                </a:lnTo>
                <a:lnTo>
                  <a:pt x="1550191" y="100"/>
                </a:lnTo>
                <a:lnTo>
                  <a:pt x="1548816" y="179"/>
                </a:lnTo>
                <a:lnTo>
                  <a:pt x="1547456" y="279"/>
                </a:lnTo>
                <a:lnTo>
                  <a:pt x="1546113" y="402"/>
                </a:lnTo>
                <a:lnTo>
                  <a:pt x="1544787" y="547"/>
                </a:lnTo>
                <a:lnTo>
                  <a:pt x="1543477" y="714"/>
                </a:lnTo>
                <a:lnTo>
                  <a:pt x="1542183" y="904"/>
                </a:lnTo>
                <a:lnTo>
                  <a:pt x="1540906" y="1116"/>
                </a:lnTo>
                <a:lnTo>
                  <a:pt x="1539645" y="1351"/>
                </a:lnTo>
                <a:lnTo>
                  <a:pt x="1538401" y="1607"/>
                </a:lnTo>
                <a:lnTo>
                  <a:pt x="1537172" y="1887"/>
                </a:lnTo>
                <a:lnTo>
                  <a:pt x="1535961" y="2188"/>
                </a:lnTo>
                <a:lnTo>
                  <a:pt x="1534766" y="2512"/>
                </a:lnTo>
                <a:lnTo>
                  <a:pt x="1533587" y="2858"/>
                </a:lnTo>
                <a:lnTo>
                  <a:pt x="1532424" y="3226"/>
                </a:lnTo>
                <a:lnTo>
                  <a:pt x="1531278" y="3617"/>
                </a:lnTo>
                <a:lnTo>
                  <a:pt x="1530149" y="4030"/>
                </a:lnTo>
                <a:lnTo>
                  <a:pt x="1529036" y="4465"/>
                </a:lnTo>
                <a:lnTo>
                  <a:pt x="1527939" y="4923"/>
                </a:lnTo>
                <a:lnTo>
                  <a:pt x="1526858" y="5403"/>
                </a:lnTo>
                <a:lnTo>
                  <a:pt x="1525794" y="5905"/>
                </a:lnTo>
                <a:lnTo>
                  <a:pt x="1524747" y="6430"/>
                </a:lnTo>
                <a:lnTo>
                  <a:pt x="1523717" y="6976"/>
                </a:lnTo>
                <a:lnTo>
                  <a:pt x="1522708" y="7543"/>
                </a:lnTo>
                <a:lnTo>
                  <a:pt x="1521718" y="8132"/>
                </a:lnTo>
                <a:lnTo>
                  <a:pt x="1520749" y="8741"/>
                </a:lnTo>
                <a:lnTo>
                  <a:pt x="1519799" y="9371"/>
                </a:lnTo>
                <a:lnTo>
                  <a:pt x="1518869" y="10022"/>
                </a:lnTo>
                <a:lnTo>
                  <a:pt x="1517959" y="10695"/>
                </a:lnTo>
                <a:lnTo>
                  <a:pt x="1517069" y="11388"/>
                </a:lnTo>
                <a:lnTo>
                  <a:pt x="1516199" y="12102"/>
                </a:lnTo>
                <a:lnTo>
                  <a:pt x="1515349" y="12837"/>
                </a:lnTo>
                <a:lnTo>
                  <a:pt x="1514518" y="13593"/>
                </a:lnTo>
                <a:lnTo>
                  <a:pt x="1513708" y="14370"/>
                </a:lnTo>
                <a:lnTo>
                  <a:pt x="1512917" y="15168"/>
                </a:lnTo>
                <a:lnTo>
                  <a:pt x="1512147" y="15987"/>
                </a:lnTo>
                <a:lnTo>
                  <a:pt x="1511396" y="16827"/>
                </a:lnTo>
                <a:lnTo>
                  <a:pt x="1510665" y="17688"/>
                </a:lnTo>
                <a:lnTo>
                  <a:pt x="1509954" y="18570"/>
                </a:lnTo>
                <a:lnTo>
                  <a:pt x="1509263" y="19473"/>
                </a:lnTo>
                <a:lnTo>
                  <a:pt x="1508592" y="20397"/>
                </a:lnTo>
                <a:lnTo>
                  <a:pt x="1507941" y="21342"/>
                </a:lnTo>
                <a:lnTo>
                  <a:pt x="1507309" y="22308"/>
                </a:lnTo>
                <a:lnTo>
                  <a:pt x="1506698" y="23295"/>
                </a:lnTo>
                <a:lnTo>
                  <a:pt x="1506107" y="24303"/>
                </a:lnTo>
                <a:lnTo>
                  <a:pt x="1505535" y="25332"/>
                </a:lnTo>
                <a:lnTo>
                  <a:pt x="1504985" y="26381"/>
                </a:lnTo>
                <a:lnTo>
                  <a:pt x="1504458" y="27450"/>
                </a:lnTo>
                <a:lnTo>
                  <a:pt x="1503955" y="28538"/>
                </a:lnTo>
                <a:lnTo>
                  <a:pt x="1503476" y="29646"/>
                </a:lnTo>
                <a:lnTo>
                  <a:pt x="1503019" y="30774"/>
                </a:lnTo>
                <a:lnTo>
                  <a:pt x="1502586" y="31921"/>
                </a:lnTo>
                <a:lnTo>
                  <a:pt x="1502177" y="33088"/>
                </a:lnTo>
                <a:lnTo>
                  <a:pt x="1501791" y="34275"/>
                </a:lnTo>
                <a:lnTo>
                  <a:pt x="1501428" y="35481"/>
                </a:lnTo>
                <a:lnTo>
                  <a:pt x="1501089" y="36707"/>
                </a:lnTo>
                <a:lnTo>
                  <a:pt x="1500773" y="37953"/>
                </a:lnTo>
                <a:lnTo>
                  <a:pt x="1500480" y="39218"/>
                </a:lnTo>
                <a:lnTo>
                  <a:pt x="1500211" y="40503"/>
                </a:lnTo>
                <a:lnTo>
                  <a:pt x="1499965" y="41807"/>
                </a:lnTo>
                <a:lnTo>
                  <a:pt x="1499743" y="43131"/>
                </a:lnTo>
                <a:lnTo>
                  <a:pt x="1499544" y="44475"/>
                </a:lnTo>
                <a:lnTo>
                  <a:pt x="1499369" y="45838"/>
                </a:lnTo>
                <a:lnTo>
                  <a:pt x="1499216" y="47221"/>
                </a:lnTo>
                <a:lnTo>
                  <a:pt x="1499088" y="48624"/>
                </a:lnTo>
                <a:lnTo>
                  <a:pt x="1498982" y="50046"/>
                </a:lnTo>
                <a:lnTo>
                  <a:pt x="1498901" y="51488"/>
                </a:lnTo>
                <a:lnTo>
                  <a:pt x="1498842" y="52950"/>
                </a:lnTo>
                <a:lnTo>
                  <a:pt x="1498807" y="54431"/>
                </a:lnTo>
                <a:lnTo>
                  <a:pt x="1498795" y="55932"/>
                </a:lnTo>
                <a:lnTo>
                  <a:pt x="1498795" y="73594"/>
                </a:lnTo>
                <a:lnTo>
                  <a:pt x="1470907" y="73594"/>
                </a:lnTo>
                <a:lnTo>
                  <a:pt x="1470907" y="88778"/>
                </a:lnTo>
                <a:lnTo>
                  <a:pt x="1498795" y="88778"/>
                </a:lnTo>
                <a:lnTo>
                  <a:pt x="1498795" y="241234"/>
                </a:lnTo>
                <a:lnTo>
                  <a:pt x="1517233" y="241234"/>
                </a:lnTo>
                <a:lnTo>
                  <a:pt x="1517233" y="88778"/>
                </a:lnTo>
                <a:lnTo>
                  <a:pt x="1556586" y="88778"/>
                </a:lnTo>
                <a:lnTo>
                  <a:pt x="1556586" y="73594"/>
                </a:lnTo>
                <a:lnTo>
                  <a:pt x="1517233" y="73594"/>
                </a:lnTo>
                <a:lnTo>
                  <a:pt x="1517233" y="55932"/>
                </a:lnTo>
                <a:lnTo>
                  <a:pt x="1517249" y="54359"/>
                </a:lnTo>
                <a:lnTo>
                  <a:pt x="1517300" y="52819"/>
                </a:lnTo>
                <a:lnTo>
                  <a:pt x="1517385" y="51310"/>
                </a:lnTo>
                <a:lnTo>
                  <a:pt x="1517504" y="49833"/>
                </a:lnTo>
                <a:close/>
                <a:moveTo>
                  <a:pt x="1930367" y="96988"/>
                </a:moveTo>
                <a:lnTo>
                  <a:pt x="1929911" y="96307"/>
                </a:lnTo>
                <a:lnTo>
                  <a:pt x="1929325" y="95457"/>
                </a:lnTo>
                <a:lnTo>
                  <a:pt x="1928728" y="94620"/>
                </a:lnTo>
                <a:lnTo>
                  <a:pt x="1928120" y="93794"/>
                </a:lnTo>
                <a:lnTo>
                  <a:pt x="1927501" y="92980"/>
                </a:lnTo>
                <a:lnTo>
                  <a:pt x="1926872" y="92178"/>
                </a:lnTo>
                <a:lnTo>
                  <a:pt x="1926232" y="91388"/>
                </a:lnTo>
                <a:lnTo>
                  <a:pt x="1925581" y="90609"/>
                </a:lnTo>
                <a:lnTo>
                  <a:pt x="1924919" y="89842"/>
                </a:lnTo>
                <a:lnTo>
                  <a:pt x="1924247" y="89088"/>
                </a:lnTo>
                <a:lnTo>
                  <a:pt x="1923563" y="88346"/>
                </a:lnTo>
                <a:lnTo>
                  <a:pt x="1922869" y="87619"/>
                </a:lnTo>
                <a:lnTo>
                  <a:pt x="1922163" y="86906"/>
                </a:lnTo>
                <a:lnTo>
                  <a:pt x="1921447" y="86208"/>
                </a:lnTo>
                <a:lnTo>
                  <a:pt x="1920720" y="85525"/>
                </a:lnTo>
                <a:lnTo>
                  <a:pt x="1919981" y="84856"/>
                </a:lnTo>
                <a:lnTo>
                  <a:pt x="1919232" y="84202"/>
                </a:lnTo>
                <a:lnTo>
                  <a:pt x="1918471" y="83562"/>
                </a:lnTo>
                <a:lnTo>
                  <a:pt x="1917699" y="82936"/>
                </a:lnTo>
                <a:lnTo>
                  <a:pt x="1916917" y="82325"/>
                </a:lnTo>
                <a:lnTo>
                  <a:pt x="1916123" y="81729"/>
                </a:lnTo>
                <a:lnTo>
                  <a:pt x="1915318" y="81147"/>
                </a:lnTo>
                <a:lnTo>
                  <a:pt x="1914503" y="80580"/>
                </a:lnTo>
                <a:lnTo>
                  <a:pt x="1913676" y="80027"/>
                </a:lnTo>
                <a:lnTo>
                  <a:pt x="1912838" y="79489"/>
                </a:lnTo>
                <a:lnTo>
                  <a:pt x="1911989" y="78965"/>
                </a:lnTo>
                <a:lnTo>
                  <a:pt x="1911130" y="78456"/>
                </a:lnTo>
                <a:lnTo>
                  <a:pt x="1910259" y="77961"/>
                </a:lnTo>
                <a:lnTo>
                  <a:pt x="1909377" y="77481"/>
                </a:lnTo>
                <a:lnTo>
                  <a:pt x="1908484" y="77016"/>
                </a:lnTo>
                <a:lnTo>
                  <a:pt x="1907580" y="76565"/>
                </a:lnTo>
                <a:lnTo>
                  <a:pt x="1906665" y="76128"/>
                </a:lnTo>
                <a:lnTo>
                  <a:pt x="1905739" y="75706"/>
                </a:lnTo>
                <a:lnTo>
                  <a:pt x="1904802" y="75298"/>
                </a:lnTo>
                <a:lnTo>
                  <a:pt x="1903854" y="74907"/>
                </a:lnTo>
                <a:lnTo>
                  <a:pt x="1902894" y="74531"/>
                </a:lnTo>
                <a:lnTo>
                  <a:pt x="1901921" y="74173"/>
                </a:lnTo>
                <a:lnTo>
                  <a:pt x="1900937" y="73831"/>
                </a:lnTo>
                <a:lnTo>
                  <a:pt x="1899942" y="73506"/>
                </a:lnTo>
                <a:lnTo>
                  <a:pt x="1898934" y="73197"/>
                </a:lnTo>
                <a:lnTo>
                  <a:pt x="1897915" y="72905"/>
                </a:lnTo>
                <a:lnTo>
                  <a:pt x="1896883" y="72630"/>
                </a:lnTo>
                <a:lnTo>
                  <a:pt x="1895840" y="72372"/>
                </a:lnTo>
                <a:lnTo>
                  <a:pt x="1894785" y="72130"/>
                </a:lnTo>
                <a:lnTo>
                  <a:pt x="1893718" y="71905"/>
                </a:lnTo>
                <a:lnTo>
                  <a:pt x="1892640" y="71696"/>
                </a:lnTo>
                <a:lnTo>
                  <a:pt x="1891549" y="71504"/>
                </a:lnTo>
                <a:lnTo>
                  <a:pt x="1890447" y="71329"/>
                </a:lnTo>
                <a:lnTo>
                  <a:pt x="1889333" y="71171"/>
                </a:lnTo>
                <a:lnTo>
                  <a:pt x="1888207" y="71029"/>
                </a:lnTo>
                <a:lnTo>
                  <a:pt x="1887069" y="70904"/>
                </a:lnTo>
                <a:lnTo>
                  <a:pt x="1885920" y="70796"/>
                </a:lnTo>
                <a:lnTo>
                  <a:pt x="1884758" y="70704"/>
                </a:lnTo>
                <a:lnTo>
                  <a:pt x="1883585" y="70629"/>
                </a:lnTo>
                <a:lnTo>
                  <a:pt x="1882400" y="70571"/>
                </a:lnTo>
                <a:lnTo>
                  <a:pt x="1881203" y="70529"/>
                </a:lnTo>
                <a:lnTo>
                  <a:pt x="1879994" y="70504"/>
                </a:lnTo>
                <a:lnTo>
                  <a:pt x="1878773" y="70495"/>
                </a:lnTo>
                <a:lnTo>
                  <a:pt x="1877526" y="70506"/>
                </a:lnTo>
                <a:lnTo>
                  <a:pt x="1876290" y="70537"/>
                </a:lnTo>
                <a:lnTo>
                  <a:pt x="1875064" y="70589"/>
                </a:lnTo>
                <a:lnTo>
                  <a:pt x="1873850" y="70661"/>
                </a:lnTo>
                <a:lnTo>
                  <a:pt x="1872646" y="70754"/>
                </a:lnTo>
                <a:lnTo>
                  <a:pt x="1871452" y="70868"/>
                </a:lnTo>
                <a:lnTo>
                  <a:pt x="1870270" y="71003"/>
                </a:lnTo>
                <a:lnTo>
                  <a:pt x="1869098" y="71158"/>
                </a:lnTo>
                <a:lnTo>
                  <a:pt x="1867937" y="71334"/>
                </a:lnTo>
                <a:lnTo>
                  <a:pt x="1866787" y="71531"/>
                </a:lnTo>
                <a:lnTo>
                  <a:pt x="1865648" y="71749"/>
                </a:lnTo>
                <a:lnTo>
                  <a:pt x="1864519" y="71987"/>
                </a:lnTo>
                <a:lnTo>
                  <a:pt x="1863401" y="72246"/>
                </a:lnTo>
                <a:lnTo>
                  <a:pt x="1862294" y="72525"/>
                </a:lnTo>
                <a:lnTo>
                  <a:pt x="1861198" y="72826"/>
                </a:lnTo>
                <a:lnTo>
                  <a:pt x="1860112" y="73147"/>
                </a:lnTo>
                <a:lnTo>
                  <a:pt x="1859037" y="73488"/>
                </a:lnTo>
                <a:lnTo>
                  <a:pt x="1857973" y="73851"/>
                </a:lnTo>
                <a:lnTo>
                  <a:pt x="1856920" y="74234"/>
                </a:lnTo>
                <a:lnTo>
                  <a:pt x="1855877" y="74638"/>
                </a:lnTo>
                <a:lnTo>
                  <a:pt x="1854845" y="75062"/>
                </a:lnTo>
                <a:lnTo>
                  <a:pt x="1853824" y="75508"/>
                </a:lnTo>
                <a:lnTo>
                  <a:pt x="1852814" y="75974"/>
                </a:lnTo>
                <a:lnTo>
                  <a:pt x="1851814" y="76460"/>
                </a:lnTo>
                <a:lnTo>
                  <a:pt x="1850826" y="76967"/>
                </a:lnTo>
                <a:lnTo>
                  <a:pt x="1849850" y="77491"/>
                </a:lnTo>
                <a:lnTo>
                  <a:pt x="1848886" y="78034"/>
                </a:lnTo>
                <a:lnTo>
                  <a:pt x="1847935" y="78595"/>
                </a:lnTo>
                <a:lnTo>
                  <a:pt x="1846995" y="79175"/>
                </a:lnTo>
                <a:lnTo>
                  <a:pt x="1846067" y="79772"/>
                </a:lnTo>
                <a:lnTo>
                  <a:pt x="1845152" y="80388"/>
                </a:lnTo>
                <a:lnTo>
                  <a:pt x="1844248" y="81022"/>
                </a:lnTo>
                <a:lnTo>
                  <a:pt x="1843357" y="81675"/>
                </a:lnTo>
                <a:lnTo>
                  <a:pt x="1842478" y="82346"/>
                </a:lnTo>
                <a:lnTo>
                  <a:pt x="1841611" y="83035"/>
                </a:lnTo>
                <a:lnTo>
                  <a:pt x="1840756" y="83742"/>
                </a:lnTo>
                <a:lnTo>
                  <a:pt x="1839913" y="84468"/>
                </a:lnTo>
                <a:lnTo>
                  <a:pt x="1839082" y="85212"/>
                </a:lnTo>
                <a:lnTo>
                  <a:pt x="1838264" y="85974"/>
                </a:lnTo>
                <a:lnTo>
                  <a:pt x="1837457" y="86755"/>
                </a:lnTo>
                <a:lnTo>
                  <a:pt x="1836663" y="87554"/>
                </a:lnTo>
                <a:lnTo>
                  <a:pt x="1835880" y="88371"/>
                </a:lnTo>
                <a:lnTo>
                  <a:pt x="1835110" y="89207"/>
                </a:lnTo>
                <a:lnTo>
                  <a:pt x="1834352" y="90060"/>
                </a:lnTo>
                <a:lnTo>
                  <a:pt x="1833606" y="90932"/>
                </a:lnTo>
                <a:lnTo>
                  <a:pt x="1832872" y="91823"/>
                </a:lnTo>
                <a:lnTo>
                  <a:pt x="1832150" y="92731"/>
                </a:lnTo>
                <a:lnTo>
                  <a:pt x="1831440" y="93658"/>
                </a:lnTo>
                <a:lnTo>
                  <a:pt x="1830744" y="94602"/>
                </a:lnTo>
                <a:lnTo>
                  <a:pt x="1830061" y="95562"/>
                </a:lnTo>
                <a:lnTo>
                  <a:pt x="1829391" y="96537"/>
                </a:lnTo>
                <a:lnTo>
                  <a:pt x="1828736" y="97527"/>
                </a:lnTo>
                <a:lnTo>
                  <a:pt x="1828094" y="98534"/>
                </a:lnTo>
                <a:lnTo>
                  <a:pt x="1827465" y="99555"/>
                </a:lnTo>
                <a:lnTo>
                  <a:pt x="1826851" y="100593"/>
                </a:lnTo>
                <a:lnTo>
                  <a:pt x="1826250" y="101646"/>
                </a:lnTo>
                <a:lnTo>
                  <a:pt x="1825663" y="102715"/>
                </a:lnTo>
                <a:lnTo>
                  <a:pt x="1825090" y="103799"/>
                </a:lnTo>
                <a:lnTo>
                  <a:pt x="1824530" y="104899"/>
                </a:lnTo>
                <a:lnTo>
                  <a:pt x="1823984" y="106014"/>
                </a:lnTo>
                <a:lnTo>
                  <a:pt x="1823452" y="107145"/>
                </a:lnTo>
                <a:lnTo>
                  <a:pt x="1822934" y="108292"/>
                </a:lnTo>
                <a:lnTo>
                  <a:pt x="1822429" y="109454"/>
                </a:lnTo>
                <a:lnTo>
                  <a:pt x="1821938" y="110632"/>
                </a:lnTo>
                <a:lnTo>
                  <a:pt x="1821460" y="111826"/>
                </a:lnTo>
                <a:lnTo>
                  <a:pt x="1820997" y="113035"/>
                </a:lnTo>
                <a:lnTo>
                  <a:pt x="1820547" y="114260"/>
                </a:lnTo>
                <a:lnTo>
                  <a:pt x="1820111" y="115500"/>
                </a:lnTo>
                <a:lnTo>
                  <a:pt x="1819688" y="116756"/>
                </a:lnTo>
                <a:lnTo>
                  <a:pt x="1819280" y="118027"/>
                </a:lnTo>
                <a:lnTo>
                  <a:pt x="1818885" y="119314"/>
                </a:lnTo>
                <a:lnTo>
                  <a:pt x="1818503" y="120617"/>
                </a:lnTo>
                <a:lnTo>
                  <a:pt x="1818137" y="121934"/>
                </a:lnTo>
                <a:lnTo>
                  <a:pt x="1817786" y="123264"/>
                </a:lnTo>
                <a:lnTo>
                  <a:pt x="1817450" y="124608"/>
                </a:lnTo>
                <a:lnTo>
                  <a:pt x="1817130" y="125964"/>
                </a:lnTo>
                <a:lnTo>
                  <a:pt x="1816826" y="127334"/>
                </a:lnTo>
                <a:lnTo>
                  <a:pt x="1816538" y="128717"/>
                </a:lnTo>
                <a:lnTo>
                  <a:pt x="1816265" y="130113"/>
                </a:lnTo>
                <a:lnTo>
                  <a:pt x="1816007" y="131523"/>
                </a:lnTo>
                <a:lnTo>
                  <a:pt x="1815765" y="132945"/>
                </a:lnTo>
                <a:lnTo>
                  <a:pt x="1815539" y="134381"/>
                </a:lnTo>
                <a:lnTo>
                  <a:pt x="1815329" y="135830"/>
                </a:lnTo>
                <a:lnTo>
                  <a:pt x="1815134" y="137292"/>
                </a:lnTo>
                <a:lnTo>
                  <a:pt x="1814954" y="138767"/>
                </a:lnTo>
                <a:lnTo>
                  <a:pt x="1814790" y="140256"/>
                </a:lnTo>
                <a:lnTo>
                  <a:pt x="1814642" y="141757"/>
                </a:lnTo>
                <a:lnTo>
                  <a:pt x="1814509" y="143272"/>
                </a:lnTo>
                <a:lnTo>
                  <a:pt x="1814392" y="144800"/>
                </a:lnTo>
                <a:lnTo>
                  <a:pt x="1814291" y="146341"/>
                </a:lnTo>
                <a:lnTo>
                  <a:pt x="1814205" y="147895"/>
                </a:lnTo>
                <a:lnTo>
                  <a:pt x="1814135" y="149463"/>
                </a:lnTo>
                <a:lnTo>
                  <a:pt x="1814080" y="151044"/>
                </a:lnTo>
                <a:lnTo>
                  <a:pt x="1814041" y="152637"/>
                </a:lnTo>
                <a:lnTo>
                  <a:pt x="1814018" y="154245"/>
                </a:lnTo>
                <a:lnTo>
                  <a:pt x="1814010" y="155865"/>
                </a:lnTo>
                <a:lnTo>
                  <a:pt x="1814010" y="159118"/>
                </a:lnTo>
                <a:lnTo>
                  <a:pt x="1814018" y="160675"/>
                </a:lnTo>
                <a:lnTo>
                  <a:pt x="1814041" y="162221"/>
                </a:lnTo>
                <a:lnTo>
                  <a:pt x="1814080" y="163756"/>
                </a:lnTo>
                <a:lnTo>
                  <a:pt x="1814135" y="165279"/>
                </a:lnTo>
                <a:lnTo>
                  <a:pt x="1814205" y="166792"/>
                </a:lnTo>
                <a:lnTo>
                  <a:pt x="1814291" y="168293"/>
                </a:lnTo>
                <a:lnTo>
                  <a:pt x="1814392" y="169784"/>
                </a:lnTo>
                <a:lnTo>
                  <a:pt x="1814509" y="171264"/>
                </a:lnTo>
                <a:lnTo>
                  <a:pt x="1814642" y="172732"/>
                </a:lnTo>
                <a:lnTo>
                  <a:pt x="1814790" y="174190"/>
                </a:lnTo>
                <a:lnTo>
                  <a:pt x="1814954" y="175636"/>
                </a:lnTo>
                <a:lnTo>
                  <a:pt x="1815134" y="177071"/>
                </a:lnTo>
                <a:lnTo>
                  <a:pt x="1815329" y="178496"/>
                </a:lnTo>
                <a:lnTo>
                  <a:pt x="1815539" y="179909"/>
                </a:lnTo>
                <a:lnTo>
                  <a:pt x="1815765" y="181312"/>
                </a:lnTo>
                <a:lnTo>
                  <a:pt x="1816007" y="182703"/>
                </a:lnTo>
                <a:lnTo>
                  <a:pt x="1816265" y="184083"/>
                </a:lnTo>
                <a:lnTo>
                  <a:pt x="1816538" y="185453"/>
                </a:lnTo>
                <a:lnTo>
                  <a:pt x="1816826" y="186811"/>
                </a:lnTo>
                <a:lnTo>
                  <a:pt x="1817130" y="188158"/>
                </a:lnTo>
                <a:lnTo>
                  <a:pt x="1817450" y="189494"/>
                </a:lnTo>
                <a:lnTo>
                  <a:pt x="1817786" y="190819"/>
                </a:lnTo>
                <a:lnTo>
                  <a:pt x="1818137" y="192133"/>
                </a:lnTo>
                <a:lnTo>
                  <a:pt x="1818503" y="193437"/>
                </a:lnTo>
                <a:lnTo>
                  <a:pt x="1818885" y="194727"/>
                </a:lnTo>
                <a:lnTo>
                  <a:pt x="1819279" y="196003"/>
                </a:lnTo>
                <a:lnTo>
                  <a:pt x="1819687" y="197264"/>
                </a:lnTo>
                <a:lnTo>
                  <a:pt x="1820109" y="198511"/>
                </a:lnTo>
                <a:lnTo>
                  <a:pt x="1820544" y="199743"/>
                </a:lnTo>
                <a:lnTo>
                  <a:pt x="1820992" y="200961"/>
                </a:lnTo>
                <a:lnTo>
                  <a:pt x="1821454" y="202164"/>
                </a:lnTo>
                <a:lnTo>
                  <a:pt x="1821929" y="203352"/>
                </a:lnTo>
                <a:lnTo>
                  <a:pt x="1822418" y="204526"/>
                </a:lnTo>
                <a:lnTo>
                  <a:pt x="1822920" y="205686"/>
                </a:lnTo>
                <a:lnTo>
                  <a:pt x="1823436" y="206831"/>
                </a:lnTo>
                <a:lnTo>
                  <a:pt x="1823965" y="207962"/>
                </a:lnTo>
                <a:lnTo>
                  <a:pt x="1824507" y="209078"/>
                </a:lnTo>
                <a:lnTo>
                  <a:pt x="1825063" y="210179"/>
                </a:lnTo>
                <a:lnTo>
                  <a:pt x="1825633" y="211266"/>
                </a:lnTo>
                <a:lnTo>
                  <a:pt x="1826216" y="212339"/>
                </a:lnTo>
                <a:lnTo>
                  <a:pt x="1826812" y="213397"/>
                </a:lnTo>
                <a:lnTo>
                  <a:pt x="1827422" y="214440"/>
                </a:lnTo>
                <a:lnTo>
                  <a:pt x="1828045" y="215469"/>
                </a:lnTo>
                <a:lnTo>
                  <a:pt x="1828682" y="216483"/>
                </a:lnTo>
                <a:lnTo>
                  <a:pt x="1829332" y="217483"/>
                </a:lnTo>
                <a:lnTo>
                  <a:pt x="1829995" y="218468"/>
                </a:lnTo>
                <a:lnTo>
                  <a:pt x="1830672" y="219439"/>
                </a:lnTo>
                <a:lnTo>
                  <a:pt x="1831363" y="220395"/>
                </a:lnTo>
                <a:lnTo>
                  <a:pt x="1832066" y="221335"/>
                </a:lnTo>
                <a:lnTo>
                  <a:pt x="1832782" y="222258"/>
                </a:lnTo>
                <a:lnTo>
                  <a:pt x="1833510" y="223162"/>
                </a:lnTo>
                <a:lnTo>
                  <a:pt x="1834251" y="224049"/>
                </a:lnTo>
                <a:lnTo>
                  <a:pt x="1835004" y="224918"/>
                </a:lnTo>
                <a:lnTo>
                  <a:pt x="1835769" y="225770"/>
                </a:lnTo>
                <a:lnTo>
                  <a:pt x="1836547" y="226603"/>
                </a:lnTo>
                <a:lnTo>
                  <a:pt x="1837337" y="227419"/>
                </a:lnTo>
                <a:lnTo>
                  <a:pt x="1838139" y="228217"/>
                </a:lnTo>
                <a:lnTo>
                  <a:pt x="1838954" y="228997"/>
                </a:lnTo>
                <a:lnTo>
                  <a:pt x="1839781" y="229760"/>
                </a:lnTo>
                <a:lnTo>
                  <a:pt x="1840620" y="230505"/>
                </a:lnTo>
                <a:lnTo>
                  <a:pt x="1841472" y="231232"/>
                </a:lnTo>
                <a:lnTo>
                  <a:pt x="1842336" y="231941"/>
                </a:lnTo>
                <a:lnTo>
                  <a:pt x="1843213" y="232633"/>
                </a:lnTo>
                <a:lnTo>
                  <a:pt x="1844102" y="233306"/>
                </a:lnTo>
                <a:lnTo>
                  <a:pt x="1845003" y="233963"/>
                </a:lnTo>
                <a:lnTo>
                  <a:pt x="1845917" y="234601"/>
                </a:lnTo>
                <a:lnTo>
                  <a:pt x="1846843" y="235221"/>
                </a:lnTo>
                <a:lnTo>
                  <a:pt x="1847782" y="235824"/>
                </a:lnTo>
                <a:lnTo>
                  <a:pt x="1848733" y="236409"/>
                </a:lnTo>
                <a:lnTo>
                  <a:pt x="1849696" y="236977"/>
                </a:lnTo>
                <a:lnTo>
                  <a:pt x="1850671" y="237526"/>
                </a:lnTo>
                <a:lnTo>
                  <a:pt x="1851659" y="238058"/>
                </a:lnTo>
                <a:lnTo>
                  <a:pt x="1852659" y="238570"/>
                </a:lnTo>
                <a:lnTo>
                  <a:pt x="1853668" y="239060"/>
                </a:lnTo>
                <a:lnTo>
                  <a:pt x="1854688" y="239528"/>
                </a:lnTo>
                <a:lnTo>
                  <a:pt x="1855718" y="239975"/>
                </a:lnTo>
                <a:lnTo>
                  <a:pt x="1856758" y="240400"/>
                </a:lnTo>
                <a:lnTo>
                  <a:pt x="1857808" y="240803"/>
                </a:lnTo>
                <a:lnTo>
                  <a:pt x="1858869" y="241184"/>
                </a:lnTo>
                <a:lnTo>
                  <a:pt x="1859940" y="241544"/>
                </a:lnTo>
                <a:lnTo>
                  <a:pt x="1861021" y="241882"/>
                </a:lnTo>
                <a:lnTo>
                  <a:pt x="1862112" y="242197"/>
                </a:lnTo>
                <a:lnTo>
                  <a:pt x="1863214" y="242492"/>
                </a:lnTo>
                <a:lnTo>
                  <a:pt x="1864325" y="242764"/>
                </a:lnTo>
                <a:lnTo>
                  <a:pt x="1865447" y="243015"/>
                </a:lnTo>
                <a:lnTo>
                  <a:pt x="1866580" y="243243"/>
                </a:lnTo>
                <a:lnTo>
                  <a:pt x="1867722" y="243450"/>
                </a:lnTo>
                <a:lnTo>
                  <a:pt x="1868874" y="243635"/>
                </a:lnTo>
                <a:lnTo>
                  <a:pt x="1870037" y="243799"/>
                </a:lnTo>
                <a:lnTo>
                  <a:pt x="1871210" y="243941"/>
                </a:lnTo>
                <a:lnTo>
                  <a:pt x="1872394" y="244060"/>
                </a:lnTo>
                <a:lnTo>
                  <a:pt x="1873587" y="244158"/>
                </a:lnTo>
                <a:lnTo>
                  <a:pt x="1874791" y="244235"/>
                </a:lnTo>
                <a:lnTo>
                  <a:pt x="1876005" y="244289"/>
                </a:lnTo>
                <a:lnTo>
                  <a:pt x="1877229" y="244322"/>
                </a:lnTo>
                <a:lnTo>
                  <a:pt x="1878463" y="244333"/>
                </a:lnTo>
                <a:lnTo>
                  <a:pt x="1879710" y="244324"/>
                </a:lnTo>
                <a:lnTo>
                  <a:pt x="1880944" y="244299"/>
                </a:lnTo>
                <a:lnTo>
                  <a:pt x="1882166" y="244258"/>
                </a:lnTo>
                <a:lnTo>
                  <a:pt x="1883376" y="244199"/>
                </a:lnTo>
                <a:lnTo>
                  <a:pt x="1884574" y="244124"/>
                </a:lnTo>
                <a:lnTo>
                  <a:pt x="1885760" y="244033"/>
                </a:lnTo>
                <a:lnTo>
                  <a:pt x="1886933" y="243924"/>
                </a:lnTo>
                <a:lnTo>
                  <a:pt x="1888095" y="243799"/>
                </a:lnTo>
                <a:lnTo>
                  <a:pt x="1889245" y="243657"/>
                </a:lnTo>
                <a:lnTo>
                  <a:pt x="1890382" y="243499"/>
                </a:lnTo>
                <a:lnTo>
                  <a:pt x="1891507" y="243324"/>
                </a:lnTo>
                <a:lnTo>
                  <a:pt x="1892620" y="243132"/>
                </a:lnTo>
                <a:lnTo>
                  <a:pt x="1893722" y="242923"/>
                </a:lnTo>
                <a:lnTo>
                  <a:pt x="1894811" y="242698"/>
                </a:lnTo>
                <a:lnTo>
                  <a:pt x="1895887" y="242457"/>
                </a:lnTo>
                <a:lnTo>
                  <a:pt x="1896952" y="242198"/>
                </a:lnTo>
                <a:lnTo>
                  <a:pt x="1898005" y="241923"/>
                </a:lnTo>
                <a:lnTo>
                  <a:pt x="1899045" y="241631"/>
                </a:lnTo>
                <a:lnTo>
                  <a:pt x="1900074" y="241322"/>
                </a:lnTo>
                <a:lnTo>
                  <a:pt x="1901090" y="240997"/>
                </a:lnTo>
                <a:lnTo>
                  <a:pt x="1902094" y="240655"/>
                </a:lnTo>
                <a:lnTo>
                  <a:pt x="1903087" y="240297"/>
                </a:lnTo>
                <a:lnTo>
                  <a:pt x="1904067" y="239922"/>
                </a:lnTo>
                <a:lnTo>
                  <a:pt x="1905035" y="239530"/>
                </a:lnTo>
                <a:lnTo>
                  <a:pt x="1905991" y="239123"/>
                </a:lnTo>
                <a:lnTo>
                  <a:pt x="1906935" y="238702"/>
                </a:lnTo>
                <a:lnTo>
                  <a:pt x="1907868" y="238268"/>
                </a:lnTo>
                <a:lnTo>
                  <a:pt x="1908790" y="237821"/>
                </a:lnTo>
                <a:lnTo>
                  <a:pt x="1909699" y="237360"/>
                </a:lnTo>
                <a:lnTo>
                  <a:pt x="1910598" y="236886"/>
                </a:lnTo>
                <a:lnTo>
                  <a:pt x="1911484" y="236398"/>
                </a:lnTo>
                <a:lnTo>
                  <a:pt x="1912360" y="235897"/>
                </a:lnTo>
                <a:lnTo>
                  <a:pt x="1913223" y="235383"/>
                </a:lnTo>
                <a:lnTo>
                  <a:pt x="1914075" y="234855"/>
                </a:lnTo>
                <a:lnTo>
                  <a:pt x="1914916" y="234313"/>
                </a:lnTo>
                <a:lnTo>
                  <a:pt x="1915745" y="233758"/>
                </a:lnTo>
                <a:lnTo>
                  <a:pt x="1916562" y="233190"/>
                </a:lnTo>
                <a:lnTo>
                  <a:pt x="1917368" y="232608"/>
                </a:lnTo>
                <a:lnTo>
                  <a:pt x="1918162" y="232013"/>
                </a:lnTo>
                <a:lnTo>
                  <a:pt x="1918944" y="231404"/>
                </a:lnTo>
                <a:lnTo>
                  <a:pt x="1919715" y="230782"/>
                </a:lnTo>
                <a:lnTo>
                  <a:pt x="1920475" y="230146"/>
                </a:lnTo>
                <a:lnTo>
                  <a:pt x="1921223" y="229497"/>
                </a:lnTo>
                <a:lnTo>
                  <a:pt x="1921959" y="228835"/>
                </a:lnTo>
                <a:lnTo>
                  <a:pt x="1922684" y="228159"/>
                </a:lnTo>
                <a:lnTo>
                  <a:pt x="1923397" y="227470"/>
                </a:lnTo>
                <a:lnTo>
                  <a:pt x="1924099" y="226767"/>
                </a:lnTo>
                <a:lnTo>
                  <a:pt x="1924789" y="226050"/>
                </a:lnTo>
                <a:lnTo>
                  <a:pt x="1925468" y="225322"/>
                </a:lnTo>
                <a:lnTo>
                  <a:pt x="1926135" y="224582"/>
                </a:lnTo>
                <a:lnTo>
                  <a:pt x="1926791" y="223830"/>
                </a:lnTo>
                <a:lnTo>
                  <a:pt x="1927436" y="223068"/>
                </a:lnTo>
                <a:lnTo>
                  <a:pt x="1928069" y="222294"/>
                </a:lnTo>
                <a:lnTo>
                  <a:pt x="1928691" y="221509"/>
                </a:lnTo>
                <a:lnTo>
                  <a:pt x="1929302" y="220712"/>
                </a:lnTo>
                <a:lnTo>
                  <a:pt x="1929902" y="219905"/>
                </a:lnTo>
                <a:lnTo>
                  <a:pt x="1930490" y="219086"/>
                </a:lnTo>
                <a:lnTo>
                  <a:pt x="1930748" y="218714"/>
                </a:lnTo>
                <a:lnTo>
                  <a:pt x="1931606" y="241234"/>
                </a:lnTo>
                <a:lnTo>
                  <a:pt x="1948959" y="241234"/>
                </a:lnTo>
                <a:lnTo>
                  <a:pt x="1948959" y="3254"/>
                </a:lnTo>
                <a:lnTo>
                  <a:pt x="1930367" y="3254"/>
                </a:lnTo>
                <a:lnTo>
                  <a:pt x="1930367" y="96988"/>
                </a:lnTo>
                <a:close/>
                <a:moveTo>
                  <a:pt x="1928585" y="201209"/>
                </a:moveTo>
                <a:lnTo>
                  <a:pt x="1928098" y="202085"/>
                </a:lnTo>
                <a:lnTo>
                  <a:pt x="1927599" y="202954"/>
                </a:lnTo>
                <a:lnTo>
                  <a:pt x="1927088" y="203817"/>
                </a:lnTo>
                <a:lnTo>
                  <a:pt x="1926564" y="204672"/>
                </a:lnTo>
                <a:lnTo>
                  <a:pt x="1926028" y="205521"/>
                </a:lnTo>
                <a:lnTo>
                  <a:pt x="1925479" y="206360"/>
                </a:lnTo>
                <a:lnTo>
                  <a:pt x="1924914" y="207185"/>
                </a:lnTo>
                <a:lnTo>
                  <a:pt x="1924334" y="207996"/>
                </a:lnTo>
                <a:lnTo>
                  <a:pt x="1923739" y="208792"/>
                </a:lnTo>
                <a:lnTo>
                  <a:pt x="1923129" y="209575"/>
                </a:lnTo>
                <a:lnTo>
                  <a:pt x="1922504" y="210344"/>
                </a:lnTo>
                <a:lnTo>
                  <a:pt x="1921863" y="211099"/>
                </a:lnTo>
                <a:lnTo>
                  <a:pt x="1921208" y="211839"/>
                </a:lnTo>
                <a:lnTo>
                  <a:pt x="1920538" y="212566"/>
                </a:lnTo>
                <a:lnTo>
                  <a:pt x="1919852" y="213279"/>
                </a:lnTo>
                <a:lnTo>
                  <a:pt x="1919152" y="213978"/>
                </a:lnTo>
                <a:lnTo>
                  <a:pt x="1918437" y="214663"/>
                </a:lnTo>
                <a:lnTo>
                  <a:pt x="1917706" y="215333"/>
                </a:lnTo>
                <a:lnTo>
                  <a:pt x="1916960" y="215990"/>
                </a:lnTo>
                <a:lnTo>
                  <a:pt x="1916200" y="216633"/>
                </a:lnTo>
                <a:lnTo>
                  <a:pt x="1915424" y="217262"/>
                </a:lnTo>
                <a:lnTo>
                  <a:pt x="1914633" y="217877"/>
                </a:lnTo>
                <a:lnTo>
                  <a:pt x="1913827" y="218478"/>
                </a:lnTo>
                <a:lnTo>
                  <a:pt x="1913006" y="219065"/>
                </a:lnTo>
                <a:lnTo>
                  <a:pt x="1912170" y="219638"/>
                </a:lnTo>
                <a:lnTo>
                  <a:pt x="1911319" y="220197"/>
                </a:lnTo>
                <a:lnTo>
                  <a:pt x="1910453" y="220742"/>
                </a:lnTo>
                <a:lnTo>
                  <a:pt x="1909572" y="221273"/>
                </a:lnTo>
                <a:lnTo>
                  <a:pt x="1908676" y="221790"/>
                </a:lnTo>
                <a:lnTo>
                  <a:pt x="1907763" y="222289"/>
                </a:lnTo>
                <a:lnTo>
                  <a:pt x="1906833" y="222767"/>
                </a:lnTo>
                <a:lnTo>
                  <a:pt x="1905884" y="223224"/>
                </a:lnTo>
                <a:lnTo>
                  <a:pt x="1904918" y="223660"/>
                </a:lnTo>
                <a:lnTo>
                  <a:pt x="1903935" y="224074"/>
                </a:lnTo>
                <a:lnTo>
                  <a:pt x="1902933" y="224467"/>
                </a:lnTo>
                <a:lnTo>
                  <a:pt x="1901914" y="224839"/>
                </a:lnTo>
                <a:lnTo>
                  <a:pt x="1900877" y="225190"/>
                </a:lnTo>
                <a:lnTo>
                  <a:pt x="1899823" y="225519"/>
                </a:lnTo>
                <a:lnTo>
                  <a:pt x="1898750" y="225827"/>
                </a:lnTo>
                <a:lnTo>
                  <a:pt x="1897660" y="226114"/>
                </a:lnTo>
                <a:lnTo>
                  <a:pt x="1896552" y="226380"/>
                </a:lnTo>
                <a:lnTo>
                  <a:pt x="1895426" y="226624"/>
                </a:lnTo>
                <a:lnTo>
                  <a:pt x="1894283" y="226847"/>
                </a:lnTo>
                <a:lnTo>
                  <a:pt x="1893122" y="227049"/>
                </a:lnTo>
                <a:lnTo>
                  <a:pt x="1891943" y="227230"/>
                </a:lnTo>
                <a:lnTo>
                  <a:pt x="1890746" y="227389"/>
                </a:lnTo>
                <a:lnTo>
                  <a:pt x="1889531" y="227527"/>
                </a:lnTo>
                <a:lnTo>
                  <a:pt x="1888299" y="227644"/>
                </a:lnTo>
                <a:lnTo>
                  <a:pt x="1887049" y="227740"/>
                </a:lnTo>
                <a:lnTo>
                  <a:pt x="1885782" y="227814"/>
                </a:lnTo>
                <a:lnTo>
                  <a:pt x="1884496" y="227867"/>
                </a:lnTo>
                <a:lnTo>
                  <a:pt x="1883193" y="227899"/>
                </a:lnTo>
                <a:lnTo>
                  <a:pt x="1881872" y="227910"/>
                </a:lnTo>
                <a:lnTo>
                  <a:pt x="1880832" y="227901"/>
                </a:lnTo>
                <a:lnTo>
                  <a:pt x="1879803" y="227874"/>
                </a:lnTo>
                <a:lnTo>
                  <a:pt x="1878785" y="227828"/>
                </a:lnTo>
                <a:lnTo>
                  <a:pt x="1877779" y="227765"/>
                </a:lnTo>
                <a:lnTo>
                  <a:pt x="1876784" y="227684"/>
                </a:lnTo>
                <a:lnTo>
                  <a:pt x="1875800" y="227585"/>
                </a:lnTo>
                <a:lnTo>
                  <a:pt x="1874828" y="227468"/>
                </a:lnTo>
                <a:lnTo>
                  <a:pt x="1873867" y="227333"/>
                </a:lnTo>
                <a:lnTo>
                  <a:pt x="1872917" y="227180"/>
                </a:lnTo>
                <a:lnTo>
                  <a:pt x="1871979" y="227008"/>
                </a:lnTo>
                <a:lnTo>
                  <a:pt x="1871051" y="226819"/>
                </a:lnTo>
                <a:lnTo>
                  <a:pt x="1870135" y="226612"/>
                </a:lnTo>
                <a:lnTo>
                  <a:pt x="1869231" y="226387"/>
                </a:lnTo>
                <a:lnTo>
                  <a:pt x="1868338" y="226143"/>
                </a:lnTo>
                <a:lnTo>
                  <a:pt x="1867456" y="225882"/>
                </a:lnTo>
                <a:lnTo>
                  <a:pt x="1866585" y="225603"/>
                </a:lnTo>
                <a:lnTo>
                  <a:pt x="1865725" y="225305"/>
                </a:lnTo>
                <a:lnTo>
                  <a:pt x="1864877" y="224990"/>
                </a:lnTo>
                <a:lnTo>
                  <a:pt x="1864041" y="224657"/>
                </a:lnTo>
                <a:lnTo>
                  <a:pt x="1863215" y="224305"/>
                </a:lnTo>
                <a:lnTo>
                  <a:pt x="1862401" y="223936"/>
                </a:lnTo>
                <a:lnTo>
                  <a:pt x="1861598" y="223548"/>
                </a:lnTo>
                <a:lnTo>
                  <a:pt x="1860806" y="223143"/>
                </a:lnTo>
                <a:lnTo>
                  <a:pt x="1860026" y="222719"/>
                </a:lnTo>
                <a:lnTo>
                  <a:pt x="1859257" y="222279"/>
                </a:lnTo>
                <a:lnTo>
                  <a:pt x="1858499" y="221825"/>
                </a:lnTo>
                <a:lnTo>
                  <a:pt x="1857753" y="221356"/>
                </a:lnTo>
                <a:lnTo>
                  <a:pt x="1857018" y="220873"/>
                </a:lnTo>
                <a:lnTo>
                  <a:pt x="1856294" y="220375"/>
                </a:lnTo>
                <a:lnTo>
                  <a:pt x="1855581" y="219863"/>
                </a:lnTo>
                <a:lnTo>
                  <a:pt x="1854880" y="219336"/>
                </a:lnTo>
                <a:lnTo>
                  <a:pt x="1854190" y="218794"/>
                </a:lnTo>
                <a:lnTo>
                  <a:pt x="1853511" y="218238"/>
                </a:lnTo>
                <a:lnTo>
                  <a:pt x="1852844" y="217668"/>
                </a:lnTo>
                <a:lnTo>
                  <a:pt x="1852188" y="217083"/>
                </a:lnTo>
                <a:lnTo>
                  <a:pt x="1851543" y="216483"/>
                </a:lnTo>
                <a:lnTo>
                  <a:pt x="1850910" y="215869"/>
                </a:lnTo>
                <a:lnTo>
                  <a:pt x="1850288" y="215240"/>
                </a:lnTo>
                <a:lnTo>
                  <a:pt x="1849677" y="214597"/>
                </a:lnTo>
                <a:lnTo>
                  <a:pt x="1849077" y="213940"/>
                </a:lnTo>
                <a:lnTo>
                  <a:pt x="1848489" y="213267"/>
                </a:lnTo>
                <a:lnTo>
                  <a:pt x="1847912" y="212581"/>
                </a:lnTo>
                <a:lnTo>
                  <a:pt x="1847346" y="211879"/>
                </a:lnTo>
                <a:lnTo>
                  <a:pt x="1846792" y="211164"/>
                </a:lnTo>
                <a:lnTo>
                  <a:pt x="1846249" y="210433"/>
                </a:lnTo>
                <a:lnTo>
                  <a:pt x="1845717" y="209689"/>
                </a:lnTo>
                <a:lnTo>
                  <a:pt x="1845197" y="208929"/>
                </a:lnTo>
                <a:lnTo>
                  <a:pt x="1844687" y="208155"/>
                </a:lnTo>
                <a:lnTo>
                  <a:pt x="1844189" y="207369"/>
                </a:lnTo>
                <a:lnTo>
                  <a:pt x="1843702" y="206571"/>
                </a:lnTo>
                <a:lnTo>
                  <a:pt x="1843225" y="205762"/>
                </a:lnTo>
                <a:lnTo>
                  <a:pt x="1842759" y="204943"/>
                </a:lnTo>
                <a:lnTo>
                  <a:pt x="1842304" y="204112"/>
                </a:lnTo>
                <a:lnTo>
                  <a:pt x="1841860" y="203270"/>
                </a:lnTo>
                <a:lnTo>
                  <a:pt x="1841426" y="202417"/>
                </a:lnTo>
                <a:lnTo>
                  <a:pt x="1841003" y="201553"/>
                </a:lnTo>
                <a:lnTo>
                  <a:pt x="1840591" y="200679"/>
                </a:lnTo>
                <a:lnTo>
                  <a:pt x="1840190" y="199793"/>
                </a:lnTo>
                <a:lnTo>
                  <a:pt x="1839799" y="198896"/>
                </a:lnTo>
                <a:lnTo>
                  <a:pt x="1839420" y="197988"/>
                </a:lnTo>
                <a:lnTo>
                  <a:pt x="1839051" y="197069"/>
                </a:lnTo>
                <a:lnTo>
                  <a:pt x="1838692" y="196139"/>
                </a:lnTo>
                <a:lnTo>
                  <a:pt x="1838345" y="195198"/>
                </a:lnTo>
                <a:lnTo>
                  <a:pt x="1838008" y="194246"/>
                </a:lnTo>
                <a:lnTo>
                  <a:pt x="1837682" y="193283"/>
                </a:lnTo>
                <a:lnTo>
                  <a:pt x="1837367" y="192308"/>
                </a:lnTo>
                <a:lnTo>
                  <a:pt x="1837062" y="191323"/>
                </a:lnTo>
                <a:lnTo>
                  <a:pt x="1836768" y="190327"/>
                </a:lnTo>
                <a:lnTo>
                  <a:pt x="1836486" y="189320"/>
                </a:lnTo>
                <a:lnTo>
                  <a:pt x="1836213" y="188302"/>
                </a:lnTo>
                <a:lnTo>
                  <a:pt x="1835952" y="187272"/>
                </a:lnTo>
                <a:lnTo>
                  <a:pt x="1835701" y="186232"/>
                </a:lnTo>
                <a:lnTo>
                  <a:pt x="1835461" y="185183"/>
                </a:lnTo>
                <a:lnTo>
                  <a:pt x="1835231" y="184126"/>
                </a:lnTo>
                <a:lnTo>
                  <a:pt x="1835011" y="183063"/>
                </a:lnTo>
                <a:lnTo>
                  <a:pt x="1834802" y="181993"/>
                </a:lnTo>
                <a:lnTo>
                  <a:pt x="1834602" y="180916"/>
                </a:lnTo>
                <a:lnTo>
                  <a:pt x="1834413" y="179831"/>
                </a:lnTo>
                <a:lnTo>
                  <a:pt x="1834234" y="178740"/>
                </a:lnTo>
                <a:lnTo>
                  <a:pt x="1834066" y="177642"/>
                </a:lnTo>
                <a:lnTo>
                  <a:pt x="1833907" y="176536"/>
                </a:lnTo>
                <a:lnTo>
                  <a:pt x="1833759" y="175424"/>
                </a:lnTo>
                <a:lnTo>
                  <a:pt x="1833621" y="174305"/>
                </a:lnTo>
                <a:lnTo>
                  <a:pt x="1833493" y="173179"/>
                </a:lnTo>
                <a:lnTo>
                  <a:pt x="1833376" y="172046"/>
                </a:lnTo>
                <a:lnTo>
                  <a:pt x="1833268" y="170905"/>
                </a:lnTo>
                <a:lnTo>
                  <a:pt x="1833171" y="169758"/>
                </a:lnTo>
                <a:lnTo>
                  <a:pt x="1833084" y="168604"/>
                </a:lnTo>
                <a:lnTo>
                  <a:pt x="1833008" y="167443"/>
                </a:lnTo>
                <a:lnTo>
                  <a:pt x="1832941" y="166274"/>
                </a:lnTo>
                <a:lnTo>
                  <a:pt x="1832885" y="165099"/>
                </a:lnTo>
                <a:lnTo>
                  <a:pt x="1832839" y="163917"/>
                </a:lnTo>
                <a:lnTo>
                  <a:pt x="1832803" y="162728"/>
                </a:lnTo>
                <a:lnTo>
                  <a:pt x="1832778" y="161532"/>
                </a:lnTo>
                <a:lnTo>
                  <a:pt x="1832763" y="160329"/>
                </a:lnTo>
                <a:lnTo>
                  <a:pt x="1832757" y="159118"/>
                </a:lnTo>
                <a:lnTo>
                  <a:pt x="1832757" y="155865"/>
                </a:lnTo>
                <a:lnTo>
                  <a:pt x="1832763" y="154642"/>
                </a:lnTo>
                <a:lnTo>
                  <a:pt x="1832778" y="153427"/>
                </a:lnTo>
                <a:lnTo>
                  <a:pt x="1832803" y="152219"/>
                </a:lnTo>
                <a:lnTo>
                  <a:pt x="1832839" y="151019"/>
                </a:lnTo>
                <a:lnTo>
                  <a:pt x="1832885" y="149826"/>
                </a:lnTo>
                <a:lnTo>
                  <a:pt x="1832941" y="148641"/>
                </a:lnTo>
                <a:lnTo>
                  <a:pt x="1833008" y="147463"/>
                </a:lnTo>
                <a:lnTo>
                  <a:pt x="1833084" y="146293"/>
                </a:lnTo>
                <a:lnTo>
                  <a:pt x="1833171" y="145131"/>
                </a:lnTo>
                <a:lnTo>
                  <a:pt x="1833268" y="143976"/>
                </a:lnTo>
                <a:lnTo>
                  <a:pt x="1833376" y="142828"/>
                </a:lnTo>
                <a:lnTo>
                  <a:pt x="1833493" y="141688"/>
                </a:lnTo>
                <a:lnTo>
                  <a:pt x="1833621" y="140556"/>
                </a:lnTo>
                <a:lnTo>
                  <a:pt x="1833759" y="139431"/>
                </a:lnTo>
                <a:lnTo>
                  <a:pt x="1833907" y="138313"/>
                </a:lnTo>
                <a:lnTo>
                  <a:pt x="1834066" y="137204"/>
                </a:lnTo>
                <a:lnTo>
                  <a:pt x="1834234" y="136101"/>
                </a:lnTo>
                <a:lnTo>
                  <a:pt x="1834413" y="135007"/>
                </a:lnTo>
                <a:lnTo>
                  <a:pt x="1834602" y="133919"/>
                </a:lnTo>
                <a:lnTo>
                  <a:pt x="1834802" y="132840"/>
                </a:lnTo>
                <a:lnTo>
                  <a:pt x="1835011" y="131767"/>
                </a:lnTo>
                <a:lnTo>
                  <a:pt x="1835231" y="130703"/>
                </a:lnTo>
                <a:lnTo>
                  <a:pt x="1835461" y="129646"/>
                </a:lnTo>
                <a:lnTo>
                  <a:pt x="1835701" y="128596"/>
                </a:lnTo>
                <a:lnTo>
                  <a:pt x="1835952" y="127556"/>
                </a:lnTo>
                <a:lnTo>
                  <a:pt x="1836213" y="126527"/>
                </a:lnTo>
                <a:lnTo>
                  <a:pt x="1836486" y="125508"/>
                </a:lnTo>
                <a:lnTo>
                  <a:pt x="1836768" y="124501"/>
                </a:lnTo>
                <a:lnTo>
                  <a:pt x="1837062" y="123505"/>
                </a:lnTo>
                <a:lnTo>
                  <a:pt x="1837367" y="122520"/>
                </a:lnTo>
                <a:lnTo>
                  <a:pt x="1837682" y="121546"/>
                </a:lnTo>
                <a:lnTo>
                  <a:pt x="1838008" y="120583"/>
                </a:lnTo>
                <a:lnTo>
                  <a:pt x="1838345" y="119630"/>
                </a:lnTo>
                <a:lnTo>
                  <a:pt x="1838692" y="118689"/>
                </a:lnTo>
                <a:lnTo>
                  <a:pt x="1839051" y="117759"/>
                </a:lnTo>
                <a:lnTo>
                  <a:pt x="1839420" y="116840"/>
                </a:lnTo>
                <a:lnTo>
                  <a:pt x="1839799" y="115932"/>
                </a:lnTo>
                <a:lnTo>
                  <a:pt x="1840190" y="115036"/>
                </a:lnTo>
                <a:lnTo>
                  <a:pt x="1840591" y="114150"/>
                </a:lnTo>
                <a:lnTo>
                  <a:pt x="1841003" y="113275"/>
                </a:lnTo>
                <a:lnTo>
                  <a:pt x="1841426" y="112411"/>
                </a:lnTo>
                <a:lnTo>
                  <a:pt x="1841860" y="111558"/>
                </a:lnTo>
                <a:lnTo>
                  <a:pt x="1842304" y="110716"/>
                </a:lnTo>
                <a:lnTo>
                  <a:pt x="1842759" y="109886"/>
                </a:lnTo>
                <a:lnTo>
                  <a:pt x="1843225" y="109066"/>
                </a:lnTo>
                <a:lnTo>
                  <a:pt x="1843702" y="108257"/>
                </a:lnTo>
                <a:lnTo>
                  <a:pt x="1844189" y="107459"/>
                </a:lnTo>
                <a:lnTo>
                  <a:pt x="1844687" y="106673"/>
                </a:lnTo>
                <a:lnTo>
                  <a:pt x="1845197" y="105899"/>
                </a:lnTo>
                <a:lnTo>
                  <a:pt x="1845718" y="105139"/>
                </a:lnTo>
                <a:lnTo>
                  <a:pt x="1846250" y="104394"/>
                </a:lnTo>
                <a:lnTo>
                  <a:pt x="1846794" y="103662"/>
                </a:lnTo>
                <a:lnTo>
                  <a:pt x="1847350" y="102945"/>
                </a:lnTo>
                <a:lnTo>
                  <a:pt x="1847917" y="102243"/>
                </a:lnTo>
                <a:lnTo>
                  <a:pt x="1848496" y="101554"/>
                </a:lnTo>
                <a:lnTo>
                  <a:pt x="1849086" y="100880"/>
                </a:lnTo>
                <a:lnTo>
                  <a:pt x="1849688" y="100220"/>
                </a:lnTo>
                <a:lnTo>
                  <a:pt x="1850301" y="99574"/>
                </a:lnTo>
                <a:lnTo>
                  <a:pt x="1850926" y="98943"/>
                </a:lnTo>
                <a:lnTo>
                  <a:pt x="1851563" y="98326"/>
                </a:lnTo>
                <a:lnTo>
                  <a:pt x="1852211" y="97723"/>
                </a:lnTo>
                <a:lnTo>
                  <a:pt x="1852870" y="97134"/>
                </a:lnTo>
                <a:lnTo>
                  <a:pt x="1853542" y="96560"/>
                </a:lnTo>
                <a:lnTo>
                  <a:pt x="1854225" y="96000"/>
                </a:lnTo>
                <a:lnTo>
                  <a:pt x="1854919" y="95454"/>
                </a:lnTo>
                <a:lnTo>
                  <a:pt x="1855625" y="94922"/>
                </a:lnTo>
                <a:lnTo>
                  <a:pt x="1856342" y="94405"/>
                </a:lnTo>
                <a:lnTo>
                  <a:pt x="1857071" y="93901"/>
                </a:lnTo>
                <a:lnTo>
                  <a:pt x="1857812" y="93413"/>
                </a:lnTo>
                <a:lnTo>
                  <a:pt x="1858564" y="92938"/>
                </a:lnTo>
                <a:lnTo>
                  <a:pt x="1859328" y="92478"/>
                </a:lnTo>
                <a:lnTo>
                  <a:pt x="1860103" y="92031"/>
                </a:lnTo>
                <a:lnTo>
                  <a:pt x="1860890" y="91602"/>
                </a:lnTo>
                <a:lnTo>
                  <a:pt x="1861689" y="91190"/>
                </a:lnTo>
                <a:lnTo>
                  <a:pt x="1862499" y="90797"/>
                </a:lnTo>
                <a:lnTo>
                  <a:pt x="1863320" y="90422"/>
                </a:lnTo>
                <a:lnTo>
                  <a:pt x="1864154" y="90065"/>
                </a:lnTo>
                <a:lnTo>
                  <a:pt x="1864998" y="89727"/>
                </a:lnTo>
                <a:lnTo>
                  <a:pt x="1865855" y="89407"/>
                </a:lnTo>
                <a:lnTo>
                  <a:pt x="1866723" y="89105"/>
                </a:lnTo>
                <a:lnTo>
                  <a:pt x="1867602" y="88821"/>
                </a:lnTo>
                <a:lnTo>
                  <a:pt x="1868493" y="88556"/>
                </a:lnTo>
                <a:lnTo>
                  <a:pt x="1869396" y="88309"/>
                </a:lnTo>
                <a:lnTo>
                  <a:pt x="1870310" y="88081"/>
                </a:lnTo>
                <a:lnTo>
                  <a:pt x="1871236" y="87870"/>
                </a:lnTo>
                <a:lnTo>
                  <a:pt x="1872173" y="87678"/>
                </a:lnTo>
                <a:lnTo>
                  <a:pt x="1873122" y="87504"/>
                </a:lnTo>
                <a:lnTo>
                  <a:pt x="1874082" y="87349"/>
                </a:lnTo>
                <a:lnTo>
                  <a:pt x="1875054" y="87212"/>
                </a:lnTo>
                <a:lnTo>
                  <a:pt x="1876038" y="87093"/>
                </a:lnTo>
                <a:lnTo>
                  <a:pt x="1877033" y="86992"/>
                </a:lnTo>
                <a:lnTo>
                  <a:pt x="1878039" y="86910"/>
                </a:lnTo>
                <a:lnTo>
                  <a:pt x="1879058" y="86846"/>
                </a:lnTo>
                <a:lnTo>
                  <a:pt x="1880087" y="86800"/>
                </a:lnTo>
                <a:lnTo>
                  <a:pt x="1881129" y="86773"/>
                </a:lnTo>
                <a:lnTo>
                  <a:pt x="1882182" y="86764"/>
                </a:lnTo>
                <a:lnTo>
                  <a:pt x="1883285" y="86771"/>
                </a:lnTo>
                <a:lnTo>
                  <a:pt x="1884375" y="86794"/>
                </a:lnTo>
                <a:lnTo>
                  <a:pt x="1885451" y="86833"/>
                </a:lnTo>
                <a:lnTo>
                  <a:pt x="1886513" y="86886"/>
                </a:lnTo>
                <a:lnTo>
                  <a:pt x="1887562" y="86955"/>
                </a:lnTo>
                <a:lnTo>
                  <a:pt x="1888597" y="87040"/>
                </a:lnTo>
                <a:lnTo>
                  <a:pt x="1889618" y="87139"/>
                </a:lnTo>
                <a:lnTo>
                  <a:pt x="1890626" y="87254"/>
                </a:lnTo>
                <a:lnTo>
                  <a:pt x="1891619" y="87385"/>
                </a:lnTo>
                <a:lnTo>
                  <a:pt x="1892599" y="87530"/>
                </a:lnTo>
                <a:lnTo>
                  <a:pt x="1893566" y="87691"/>
                </a:lnTo>
                <a:lnTo>
                  <a:pt x="1894518" y="87868"/>
                </a:lnTo>
                <a:lnTo>
                  <a:pt x="1895457" y="88059"/>
                </a:lnTo>
                <a:lnTo>
                  <a:pt x="1896382" y="88266"/>
                </a:lnTo>
                <a:lnTo>
                  <a:pt x="1897294" y="88489"/>
                </a:lnTo>
                <a:lnTo>
                  <a:pt x="1898192" y="88726"/>
                </a:lnTo>
                <a:lnTo>
                  <a:pt x="1899076" y="88979"/>
                </a:lnTo>
                <a:lnTo>
                  <a:pt x="1899946" y="89247"/>
                </a:lnTo>
                <a:lnTo>
                  <a:pt x="1900803" y="89531"/>
                </a:lnTo>
                <a:lnTo>
                  <a:pt x="1901645" y="89830"/>
                </a:lnTo>
                <a:lnTo>
                  <a:pt x="1902475" y="90144"/>
                </a:lnTo>
                <a:lnTo>
                  <a:pt x="1903290" y="90474"/>
                </a:lnTo>
                <a:lnTo>
                  <a:pt x="1904092" y="90819"/>
                </a:lnTo>
                <a:lnTo>
                  <a:pt x="1904880" y="91179"/>
                </a:lnTo>
                <a:lnTo>
                  <a:pt x="1905655" y="91552"/>
                </a:lnTo>
                <a:lnTo>
                  <a:pt x="1906419" y="91935"/>
                </a:lnTo>
                <a:lnTo>
                  <a:pt x="1907172" y="92327"/>
                </a:lnTo>
                <a:lnTo>
                  <a:pt x="1907914" y="92729"/>
                </a:lnTo>
                <a:lnTo>
                  <a:pt x="1908644" y="93140"/>
                </a:lnTo>
                <a:lnTo>
                  <a:pt x="1909363" y="93561"/>
                </a:lnTo>
                <a:lnTo>
                  <a:pt x="1910071" y="93992"/>
                </a:lnTo>
                <a:lnTo>
                  <a:pt x="1910767" y="94433"/>
                </a:lnTo>
                <a:lnTo>
                  <a:pt x="1911452" y="94883"/>
                </a:lnTo>
                <a:lnTo>
                  <a:pt x="1912126" y="95343"/>
                </a:lnTo>
                <a:lnTo>
                  <a:pt x="1912789" y="95813"/>
                </a:lnTo>
                <a:lnTo>
                  <a:pt x="1913440" y="96292"/>
                </a:lnTo>
                <a:lnTo>
                  <a:pt x="1914080" y="96781"/>
                </a:lnTo>
                <a:lnTo>
                  <a:pt x="1914708" y="97280"/>
                </a:lnTo>
                <a:lnTo>
                  <a:pt x="1915326" y="97788"/>
                </a:lnTo>
                <a:lnTo>
                  <a:pt x="1915932" y="98306"/>
                </a:lnTo>
                <a:lnTo>
                  <a:pt x="1916526" y="98834"/>
                </a:lnTo>
                <a:lnTo>
                  <a:pt x="1917110" y="99372"/>
                </a:lnTo>
                <a:lnTo>
                  <a:pt x="1917682" y="99919"/>
                </a:lnTo>
                <a:lnTo>
                  <a:pt x="1918243" y="100475"/>
                </a:lnTo>
                <a:lnTo>
                  <a:pt x="1918792" y="101042"/>
                </a:lnTo>
                <a:lnTo>
                  <a:pt x="1919331" y="101618"/>
                </a:lnTo>
                <a:lnTo>
                  <a:pt x="1919858" y="102204"/>
                </a:lnTo>
                <a:lnTo>
                  <a:pt x="1920373" y="102799"/>
                </a:lnTo>
                <a:lnTo>
                  <a:pt x="1920879" y="103402"/>
                </a:lnTo>
                <a:lnTo>
                  <a:pt x="1921375" y="104009"/>
                </a:lnTo>
                <a:lnTo>
                  <a:pt x="1921863" y="104621"/>
                </a:lnTo>
                <a:lnTo>
                  <a:pt x="1922342" y="105238"/>
                </a:lnTo>
                <a:lnTo>
                  <a:pt x="1922812" y="105858"/>
                </a:lnTo>
                <a:lnTo>
                  <a:pt x="1923273" y="106484"/>
                </a:lnTo>
                <a:lnTo>
                  <a:pt x="1923726" y="107114"/>
                </a:lnTo>
                <a:lnTo>
                  <a:pt x="1924169" y="107749"/>
                </a:lnTo>
                <a:lnTo>
                  <a:pt x="1924604" y="108388"/>
                </a:lnTo>
                <a:lnTo>
                  <a:pt x="1925029" y="109032"/>
                </a:lnTo>
                <a:lnTo>
                  <a:pt x="1925446" y="109680"/>
                </a:lnTo>
                <a:lnTo>
                  <a:pt x="1925854" y="110333"/>
                </a:lnTo>
                <a:lnTo>
                  <a:pt x="1926253" y="110991"/>
                </a:lnTo>
                <a:lnTo>
                  <a:pt x="1926643" y="111653"/>
                </a:lnTo>
                <a:lnTo>
                  <a:pt x="1927025" y="112319"/>
                </a:lnTo>
                <a:lnTo>
                  <a:pt x="1927397" y="112991"/>
                </a:lnTo>
                <a:lnTo>
                  <a:pt x="1927760" y="113667"/>
                </a:lnTo>
                <a:lnTo>
                  <a:pt x="1928115" y="114347"/>
                </a:lnTo>
                <a:lnTo>
                  <a:pt x="1928461" y="115032"/>
                </a:lnTo>
                <a:lnTo>
                  <a:pt x="1928798" y="115721"/>
                </a:lnTo>
                <a:lnTo>
                  <a:pt x="1929126" y="116416"/>
                </a:lnTo>
                <a:lnTo>
                  <a:pt x="1929445" y="117114"/>
                </a:lnTo>
                <a:lnTo>
                  <a:pt x="1929755" y="117818"/>
                </a:lnTo>
                <a:lnTo>
                  <a:pt x="1930057" y="118525"/>
                </a:lnTo>
                <a:lnTo>
                  <a:pt x="1930351" y="119235"/>
                </a:lnTo>
                <a:lnTo>
                  <a:pt x="1930367" y="119274"/>
                </a:lnTo>
                <a:lnTo>
                  <a:pt x="1930367" y="197723"/>
                </a:lnTo>
                <a:lnTo>
                  <a:pt x="1929971" y="198541"/>
                </a:lnTo>
                <a:lnTo>
                  <a:pt x="1929521" y="199437"/>
                </a:lnTo>
                <a:lnTo>
                  <a:pt x="1929059" y="200326"/>
                </a:lnTo>
                <a:lnTo>
                  <a:pt x="1928585" y="201209"/>
                </a:lnTo>
                <a:close/>
                <a:moveTo>
                  <a:pt x="1218443" y="143038"/>
                </a:moveTo>
                <a:lnTo>
                  <a:pt x="1218390" y="141668"/>
                </a:lnTo>
                <a:lnTo>
                  <a:pt x="1218322" y="140307"/>
                </a:lnTo>
                <a:lnTo>
                  <a:pt x="1218239" y="138957"/>
                </a:lnTo>
                <a:lnTo>
                  <a:pt x="1218141" y="137617"/>
                </a:lnTo>
                <a:lnTo>
                  <a:pt x="1218028" y="136286"/>
                </a:lnTo>
                <a:lnTo>
                  <a:pt x="1217900" y="134966"/>
                </a:lnTo>
                <a:lnTo>
                  <a:pt x="1217757" y="133655"/>
                </a:lnTo>
                <a:lnTo>
                  <a:pt x="1217599" y="132355"/>
                </a:lnTo>
                <a:lnTo>
                  <a:pt x="1217426" y="131064"/>
                </a:lnTo>
                <a:lnTo>
                  <a:pt x="1217238" y="129784"/>
                </a:lnTo>
                <a:lnTo>
                  <a:pt x="1217034" y="128513"/>
                </a:lnTo>
                <a:lnTo>
                  <a:pt x="1216816" y="127252"/>
                </a:lnTo>
                <a:lnTo>
                  <a:pt x="1216582" y="126001"/>
                </a:lnTo>
                <a:lnTo>
                  <a:pt x="1216334" y="124760"/>
                </a:lnTo>
                <a:lnTo>
                  <a:pt x="1216070" y="123529"/>
                </a:lnTo>
                <a:lnTo>
                  <a:pt x="1215792" y="122308"/>
                </a:lnTo>
                <a:lnTo>
                  <a:pt x="1215498" y="121097"/>
                </a:lnTo>
                <a:lnTo>
                  <a:pt x="1215189" y="119896"/>
                </a:lnTo>
                <a:lnTo>
                  <a:pt x="1214865" y="118704"/>
                </a:lnTo>
                <a:lnTo>
                  <a:pt x="1214526" y="117523"/>
                </a:lnTo>
                <a:lnTo>
                  <a:pt x="1214172" y="116351"/>
                </a:lnTo>
                <a:lnTo>
                  <a:pt x="1213803" y="115191"/>
                </a:lnTo>
                <a:lnTo>
                  <a:pt x="1213420" y="114044"/>
                </a:lnTo>
                <a:lnTo>
                  <a:pt x="1213022" y="112910"/>
                </a:lnTo>
                <a:lnTo>
                  <a:pt x="1212610" y="111789"/>
                </a:lnTo>
                <a:lnTo>
                  <a:pt x="1212183" y="110680"/>
                </a:lnTo>
                <a:lnTo>
                  <a:pt x="1211742" y="109585"/>
                </a:lnTo>
                <a:lnTo>
                  <a:pt x="1211286" y="108502"/>
                </a:lnTo>
                <a:lnTo>
                  <a:pt x="1210815" y="107432"/>
                </a:lnTo>
                <a:lnTo>
                  <a:pt x="1210330" y="106376"/>
                </a:lnTo>
                <a:lnTo>
                  <a:pt x="1209831" y="105332"/>
                </a:lnTo>
                <a:lnTo>
                  <a:pt x="1209317" y="104301"/>
                </a:lnTo>
                <a:lnTo>
                  <a:pt x="1208788" y="103282"/>
                </a:lnTo>
                <a:lnTo>
                  <a:pt x="1208245" y="102277"/>
                </a:lnTo>
                <a:lnTo>
                  <a:pt x="1207688" y="101285"/>
                </a:lnTo>
                <a:lnTo>
                  <a:pt x="1207115" y="100305"/>
                </a:lnTo>
                <a:lnTo>
                  <a:pt x="1206529" y="99339"/>
                </a:lnTo>
                <a:lnTo>
                  <a:pt x="1205928" y="98385"/>
                </a:lnTo>
                <a:lnTo>
                  <a:pt x="1205312" y="97444"/>
                </a:lnTo>
                <a:lnTo>
                  <a:pt x="1204682" y="96516"/>
                </a:lnTo>
                <a:lnTo>
                  <a:pt x="1204037" y="95601"/>
                </a:lnTo>
                <a:lnTo>
                  <a:pt x="1203378" y="94699"/>
                </a:lnTo>
                <a:lnTo>
                  <a:pt x="1202704" y="93810"/>
                </a:lnTo>
                <a:lnTo>
                  <a:pt x="1202015" y="92934"/>
                </a:lnTo>
                <a:lnTo>
                  <a:pt x="1201313" y="92070"/>
                </a:lnTo>
                <a:lnTo>
                  <a:pt x="1200596" y="91221"/>
                </a:lnTo>
                <a:lnTo>
                  <a:pt x="1199866" y="90388"/>
                </a:lnTo>
                <a:lnTo>
                  <a:pt x="1199123" y="89572"/>
                </a:lnTo>
                <a:lnTo>
                  <a:pt x="1198367" y="88771"/>
                </a:lnTo>
                <a:lnTo>
                  <a:pt x="1197597" y="87987"/>
                </a:lnTo>
                <a:lnTo>
                  <a:pt x="1196815" y="87218"/>
                </a:lnTo>
                <a:lnTo>
                  <a:pt x="1196019" y="86466"/>
                </a:lnTo>
                <a:lnTo>
                  <a:pt x="1195210" y="85730"/>
                </a:lnTo>
                <a:lnTo>
                  <a:pt x="1194388" y="85010"/>
                </a:lnTo>
                <a:lnTo>
                  <a:pt x="1193552" y="84306"/>
                </a:lnTo>
                <a:lnTo>
                  <a:pt x="1192704" y="83618"/>
                </a:lnTo>
                <a:lnTo>
                  <a:pt x="1191842" y="82946"/>
                </a:lnTo>
                <a:lnTo>
                  <a:pt x="1190967" y="82290"/>
                </a:lnTo>
                <a:lnTo>
                  <a:pt x="1190079" y="81651"/>
                </a:lnTo>
                <a:lnTo>
                  <a:pt x="1189178" y="81027"/>
                </a:lnTo>
                <a:lnTo>
                  <a:pt x="1188264" y="80420"/>
                </a:lnTo>
                <a:lnTo>
                  <a:pt x="1187336" y="79829"/>
                </a:lnTo>
                <a:lnTo>
                  <a:pt x="1186395" y="79254"/>
                </a:lnTo>
                <a:lnTo>
                  <a:pt x="1185441" y="78695"/>
                </a:lnTo>
                <a:lnTo>
                  <a:pt x="1184474" y="78152"/>
                </a:lnTo>
                <a:lnTo>
                  <a:pt x="1183494" y="77625"/>
                </a:lnTo>
                <a:lnTo>
                  <a:pt x="1182500" y="77114"/>
                </a:lnTo>
                <a:lnTo>
                  <a:pt x="1181494" y="76619"/>
                </a:lnTo>
                <a:lnTo>
                  <a:pt x="1180474" y="76141"/>
                </a:lnTo>
                <a:lnTo>
                  <a:pt x="1179441" y="75680"/>
                </a:lnTo>
                <a:lnTo>
                  <a:pt x="1178396" y="75239"/>
                </a:lnTo>
                <a:lnTo>
                  <a:pt x="1177338" y="74818"/>
                </a:lnTo>
                <a:lnTo>
                  <a:pt x="1176267" y="74416"/>
                </a:lnTo>
                <a:lnTo>
                  <a:pt x="1175184" y="74034"/>
                </a:lnTo>
                <a:lnTo>
                  <a:pt x="1174088" y="73671"/>
                </a:lnTo>
                <a:lnTo>
                  <a:pt x="1172979" y="73328"/>
                </a:lnTo>
                <a:lnTo>
                  <a:pt x="1171858" y="73005"/>
                </a:lnTo>
                <a:lnTo>
                  <a:pt x="1170724" y="72701"/>
                </a:lnTo>
                <a:lnTo>
                  <a:pt x="1169577" y="72416"/>
                </a:lnTo>
                <a:lnTo>
                  <a:pt x="1168418" y="72152"/>
                </a:lnTo>
                <a:lnTo>
                  <a:pt x="1167246" y="71907"/>
                </a:lnTo>
                <a:lnTo>
                  <a:pt x="1166062" y="71681"/>
                </a:lnTo>
                <a:lnTo>
                  <a:pt x="1164865" y="71476"/>
                </a:lnTo>
                <a:lnTo>
                  <a:pt x="1163655" y="71289"/>
                </a:lnTo>
                <a:lnTo>
                  <a:pt x="1162433" y="71123"/>
                </a:lnTo>
                <a:lnTo>
                  <a:pt x="1161197" y="70976"/>
                </a:lnTo>
                <a:lnTo>
                  <a:pt x="1159950" y="70848"/>
                </a:lnTo>
                <a:lnTo>
                  <a:pt x="1158689" y="70741"/>
                </a:lnTo>
                <a:lnTo>
                  <a:pt x="1157416" y="70652"/>
                </a:lnTo>
                <a:lnTo>
                  <a:pt x="1156131" y="70584"/>
                </a:lnTo>
                <a:lnTo>
                  <a:pt x="1154833" y="70535"/>
                </a:lnTo>
                <a:lnTo>
                  <a:pt x="1153522" y="70505"/>
                </a:lnTo>
                <a:lnTo>
                  <a:pt x="1152198" y="70495"/>
                </a:lnTo>
                <a:lnTo>
                  <a:pt x="1151000" y="70506"/>
                </a:lnTo>
                <a:lnTo>
                  <a:pt x="1149807" y="70536"/>
                </a:lnTo>
                <a:lnTo>
                  <a:pt x="1148619" y="70587"/>
                </a:lnTo>
                <a:lnTo>
                  <a:pt x="1147436" y="70659"/>
                </a:lnTo>
                <a:lnTo>
                  <a:pt x="1146258" y="70751"/>
                </a:lnTo>
                <a:lnTo>
                  <a:pt x="1145086" y="70863"/>
                </a:lnTo>
                <a:lnTo>
                  <a:pt x="1143918" y="70996"/>
                </a:lnTo>
                <a:lnTo>
                  <a:pt x="1142756" y="71150"/>
                </a:lnTo>
                <a:lnTo>
                  <a:pt x="1141598" y="71323"/>
                </a:lnTo>
                <a:lnTo>
                  <a:pt x="1140446" y="71518"/>
                </a:lnTo>
                <a:lnTo>
                  <a:pt x="1139299" y="71732"/>
                </a:lnTo>
                <a:lnTo>
                  <a:pt x="1138157" y="71967"/>
                </a:lnTo>
                <a:lnTo>
                  <a:pt x="1137020" y="72223"/>
                </a:lnTo>
                <a:lnTo>
                  <a:pt x="1135889" y="72499"/>
                </a:lnTo>
                <a:lnTo>
                  <a:pt x="1134762" y="72795"/>
                </a:lnTo>
                <a:lnTo>
                  <a:pt x="1133640" y="73112"/>
                </a:lnTo>
                <a:lnTo>
                  <a:pt x="1132524" y="73449"/>
                </a:lnTo>
                <a:lnTo>
                  <a:pt x="1131413" y="73807"/>
                </a:lnTo>
                <a:lnTo>
                  <a:pt x="1130306" y="74185"/>
                </a:lnTo>
                <a:lnTo>
                  <a:pt x="1129205" y="74584"/>
                </a:lnTo>
                <a:lnTo>
                  <a:pt x="1128109" y="75003"/>
                </a:lnTo>
                <a:lnTo>
                  <a:pt x="1127019" y="75443"/>
                </a:lnTo>
                <a:lnTo>
                  <a:pt x="1125933" y="75903"/>
                </a:lnTo>
                <a:lnTo>
                  <a:pt x="1124852" y="76383"/>
                </a:lnTo>
                <a:lnTo>
                  <a:pt x="1123779" y="76883"/>
                </a:lnTo>
                <a:lnTo>
                  <a:pt x="1122716" y="77401"/>
                </a:lnTo>
                <a:lnTo>
                  <a:pt x="1121664" y="77938"/>
                </a:lnTo>
                <a:lnTo>
                  <a:pt x="1120622" y="78494"/>
                </a:lnTo>
                <a:lnTo>
                  <a:pt x="1119589" y="79068"/>
                </a:lnTo>
                <a:lnTo>
                  <a:pt x="1118568" y="79661"/>
                </a:lnTo>
                <a:lnTo>
                  <a:pt x="1117556" y="80272"/>
                </a:lnTo>
                <a:lnTo>
                  <a:pt x="1116554" y="80902"/>
                </a:lnTo>
                <a:lnTo>
                  <a:pt x="1115563" y="81550"/>
                </a:lnTo>
                <a:lnTo>
                  <a:pt x="1114582" y="82217"/>
                </a:lnTo>
                <a:lnTo>
                  <a:pt x="1113612" y="82903"/>
                </a:lnTo>
                <a:lnTo>
                  <a:pt x="1112651" y="83607"/>
                </a:lnTo>
                <a:lnTo>
                  <a:pt x="1111701" y="84329"/>
                </a:lnTo>
                <a:lnTo>
                  <a:pt x="1110761" y="85071"/>
                </a:lnTo>
                <a:lnTo>
                  <a:pt x="1109831" y="85830"/>
                </a:lnTo>
                <a:lnTo>
                  <a:pt x="1108911" y="86609"/>
                </a:lnTo>
                <a:lnTo>
                  <a:pt x="1108002" y="87406"/>
                </a:lnTo>
                <a:lnTo>
                  <a:pt x="1107102" y="88221"/>
                </a:lnTo>
                <a:lnTo>
                  <a:pt x="1106213" y="89055"/>
                </a:lnTo>
                <a:lnTo>
                  <a:pt x="1105335" y="89908"/>
                </a:lnTo>
                <a:lnTo>
                  <a:pt x="1104466" y="90779"/>
                </a:lnTo>
                <a:lnTo>
                  <a:pt x="1103608" y="91668"/>
                </a:lnTo>
                <a:lnTo>
                  <a:pt x="1102760" y="92577"/>
                </a:lnTo>
                <a:lnTo>
                  <a:pt x="1101922" y="93503"/>
                </a:lnTo>
                <a:lnTo>
                  <a:pt x="1101096" y="94447"/>
                </a:lnTo>
                <a:lnTo>
                  <a:pt x="1100285" y="95406"/>
                </a:lnTo>
                <a:lnTo>
                  <a:pt x="1099489" y="96381"/>
                </a:lnTo>
                <a:lnTo>
                  <a:pt x="1098707" y="97370"/>
                </a:lnTo>
                <a:lnTo>
                  <a:pt x="1097939" y="98375"/>
                </a:lnTo>
                <a:lnTo>
                  <a:pt x="1097187" y="99396"/>
                </a:lnTo>
                <a:lnTo>
                  <a:pt x="1096448" y="100431"/>
                </a:lnTo>
                <a:lnTo>
                  <a:pt x="1095724" y="101483"/>
                </a:lnTo>
                <a:lnTo>
                  <a:pt x="1095015" y="102549"/>
                </a:lnTo>
                <a:lnTo>
                  <a:pt x="1094320" y="103631"/>
                </a:lnTo>
                <a:lnTo>
                  <a:pt x="1093640" y="104728"/>
                </a:lnTo>
                <a:lnTo>
                  <a:pt x="1092974" y="105840"/>
                </a:lnTo>
                <a:lnTo>
                  <a:pt x="1092323" y="106968"/>
                </a:lnTo>
                <a:lnTo>
                  <a:pt x="1091686" y="108111"/>
                </a:lnTo>
                <a:lnTo>
                  <a:pt x="1091064" y="109269"/>
                </a:lnTo>
                <a:lnTo>
                  <a:pt x="1090457" y="110443"/>
                </a:lnTo>
                <a:lnTo>
                  <a:pt x="1089863" y="111632"/>
                </a:lnTo>
                <a:lnTo>
                  <a:pt x="1089285" y="112836"/>
                </a:lnTo>
                <a:lnTo>
                  <a:pt x="1088721" y="114056"/>
                </a:lnTo>
                <a:lnTo>
                  <a:pt x="1088171" y="115291"/>
                </a:lnTo>
                <a:lnTo>
                  <a:pt x="1087636" y="116541"/>
                </a:lnTo>
                <a:lnTo>
                  <a:pt x="1087116" y="117807"/>
                </a:lnTo>
                <a:lnTo>
                  <a:pt x="1086610" y="119088"/>
                </a:lnTo>
                <a:lnTo>
                  <a:pt x="1086118" y="120385"/>
                </a:lnTo>
                <a:lnTo>
                  <a:pt x="1085644" y="121695"/>
                </a:lnTo>
                <a:lnTo>
                  <a:pt x="1085190" y="123018"/>
                </a:lnTo>
                <a:lnTo>
                  <a:pt x="1084757" y="124355"/>
                </a:lnTo>
                <a:lnTo>
                  <a:pt x="1084343" y="125704"/>
                </a:lnTo>
                <a:lnTo>
                  <a:pt x="1083950" y="127066"/>
                </a:lnTo>
                <a:lnTo>
                  <a:pt x="1083576" y="128441"/>
                </a:lnTo>
                <a:lnTo>
                  <a:pt x="1083223" y="129829"/>
                </a:lnTo>
                <a:lnTo>
                  <a:pt x="1082891" y="131230"/>
                </a:lnTo>
                <a:lnTo>
                  <a:pt x="1082578" y="132644"/>
                </a:lnTo>
                <a:lnTo>
                  <a:pt x="1082285" y="134071"/>
                </a:lnTo>
                <a:lnTo>
                  <a:pt x="1082013" y="135510"/>
                </a:lnTo>
                <a:lnTo>
                  <a:pt x="1081761" y="136963"/>
                </a:lnTo>
                <a:lnTo>
                  <a:pt x="1081529" y="138428"/>
                </a:lnTo>
                <a:lnTo>
                  <a:pt x="1081317" y="139906"/>
                </a:lnTo>
                <a:lnTo>
                  <a:pt x="1081125" y="141398"/>
                </a:lnTo>
                <a:lnTo>
                  <a:pt x="1080954" y="142902"/>
                </a:lnTo>
                <a:lnTo>
                  <a:pt x="1080803" y="144419"/>
                </a:lnTo>
                <a:lnTo>
                  <a:pt x="1080671" y="145949"/>
                </a:lnTo>
                <a:lnTo>
                  <a:pt x="1080560" y="147492"/>
                </a:lnTo>
                <a:lnTo>
                  <a:pt x="1080470" y="149048"/>
                </a:lnTo>
                <a:lnTo>
                  <a:pt x="1080399" y="150616"/>
                </a:lnTo>
                <a:lnTo>
                  <a:pt x="1080349" y="152198"/>
                </a:lnTo>
                <a:lnTo>
                  <a:pt x="1080318" y="153792"/>
                </a:lnTo>
                <a:lnTo>
                  <a:pt x="1080308" y="155400"/>
                </a:lnTo>
                <a:lnTo>
                  <a:pt x="1080308" y="162062"/>
                </a:lnTo>
                <a:lnTo>
                  <a:pt x="1080318" y="163555"/>
                </a:lnTo>
                <a:lnTo>
                  <a:pt x="1080347" y="165038"/>
                </a:lnTo>
                <a:lnTo>
                  <a:pt x="1080395" y="166510"/>
                </a:lnTo>
                <a:lnTo>
                  <a:pt x="1080463" y="167973"/>
                </a:lnTo>
                <a:lnTo>
                  <a:pt x="1080550" y="169426"/>
                </a:lnTo>
                <a:lnTo>
                  <a:pt x="1080657" y="170869"/>
                </a:lnTo>
                <a:lnTo>
                  <a:pt x="1080783" y="172302"/>
                </a:lnTo>
                <a:lnTo>
                  <a:pt x="1080928" y="173725"/>
                </a:lnTo>
                <a:lnTo>
                  <a:pt x="1081093" y="175138"/>
                </a:lnTo>
                <a:lnTo>
                  <a:pt x="1081277" y="176542"/>
                </a:lnTo>
                <a:lnTo>
                  <a:pt x="1081480" y="177935"/>
                </a:lnTo>
                <a:lnTo>
                  <a:pt x="1081703" y="179318"/>
                </a:lnTo>
                <a:lnTo>
                  <a:pt x="1081945" y="180691"/>
                </a:lnTo>
                <a:lnTo>
                  <a:pt x="1082206" y="182055"/>
                </a:lnTo>
                <a:lnTo>
                  <a:pt x="1082487" y="183408"/>
                </a:lnTo>
                <a:lnTo>
                  <a:pt x="1082787" y="184752"/>
                </a:lnTo>
                <a:lnTo>
                  <a:pt x="1083107" y="186085"/>
                </a:lnTo>
                <a:lnTo>
                  <a:pt x="1083446" y="187409"/>
                </a:lnTo>
                <a:lnTo>
                  <a:pt x="1083804" y="188722"/>
                </a:lnTo>
                <a:lnTo>
                  <a:pt x="1084182" y="190026"/>
                </a:lnTo>
                <a:lnTo>
                  <a:pt x="1084579" y="191319"/>
                </a:lnTo>
                <a:lnTo>
                  <a:pt x="1084995" y="192603"/>
                </a:lnTo>
                <a:lnTo>
                  <a:pt x="1085431" y="193877"/>
                </a:lnTo>
                <a:lnTo>
                  <a:pt x="1085886" y="195141"/>
                </a:lnTo>
                <a:lnTo>
                  <a:pt x="1086359" y="196393"/>
                </a:lnTo>
                <a:lnTo>
                  <a:pt x="1086847" y="197630"/>
                </a:lnTo>
                <a:lnTo>
                  <a:pt x="1087351" y="198853"/>
                </a:lnTo>
                <a:lnTo>
                  <a:pt x="1087870" y="200062"/>
                </a:lnTo>
                <a:lnTo>
                  <a:pt x="1088405" y="201257"/>
                </a:lnTo>
                <a:lnTo>
                  <a:pt x="1088956" y="202437"/>
                </a:lnTo>
                <a:lnTo>
                  <a:pt x="1089522" y="203603"/>
                </a:lnTo>
                <a:lnTo>
                  <a:pt x="1090104" y="204755"/>
                </a:lnTo>
                <a:lnTo>
                  <a:pt x="1090701" y="205893"/>
                </a:lnTo>
                <a:lnTo>
                  <a:pt x="1091314" y="207016"/>
                </a:lnTo>
                <a:lnTo>
                  <a:pt x="1091943" y="208126"/>
                </a:lnTo>
                <a:lnTo>
                  <a:pt x="1092587" y="209221"/>
                </a:lnTo>
                <a:lnTo>
                  <a:pt x="1093247" y="210301"/>
                </a:lnTo>
                <a:lnTo>
                  <a:pt x="1093922" y="211368"/>
                </a:lnTo>
                <a:lnTo>
                  <a:pt x="1094613" y="212420"/>
                </a:lnTo>
                <a:lnTo>
                  <a:pt x="1095320" y="213458"/>
                </a:lnTo>
                <a:lnTo>
                  <a:pt x="1096042" y="214481"/>
                </a:lnTo>
                <a:lnTo>
                  <a:pt x="1096780" y="215491"/>
                </a:lnTo>
                <a:lnTo>
                  <a:pt x="1097533" y="216486"/>
                </a:lnTo>
                <a:lnTo>
                  <a:pt x="1098302" y="217467"/>
                </a:lnTo>
                <a:lnTo>
                  <a:pt x="1099087" y="218433"/>
                </a:lnTo>
                <a:lnTo>
                  <a:pt x="1099887" y="219385"/>
                </a:lnTo>
                <a:lnTo>
                  <a:pt x="1100703" y="220324"/>
                </a:lnTo>
                <a:lnTo>
                  <a:pt x="1101534" y="221247"/>
                </a:lnTo>
                <a:lnTo>
                  <a:pt x="1102380" y="222155"/>
                </a:lnTo>
                <a:lnTo>
                  <a:pt x="1103239" y="223046"/>
                </a:lnTo>
                <a:lnTo>
                  <a:pt x="1104110" y="223920"/>
                </a:lnTo>
                <a:lnTo>
                  <a:pt x="1104995" y="224776"/>
                </a:lnTo>
                <a:lnTo>
                  <a:pt x="1105892" y="225616"/>
                </a:lnTo>
                <a:lnTo>
                  <a:pt x="1106802" y="226438"/>
                </a:lnTo>
                <a:lnTo>
                  <a:pt x="1107725" y="227242"/>
                </a:lnTo>
                <a:lnTo>
                  <a:pt x="1108661" y="228030"/>
                </a:lnTo>
                <a:lnTo>
                  <a:pt x="1109610" y="228800"/>
                </a:lnTo>
                <a:lnTo>
                  <a:pt x="1110572" y="229554"/>
                </a:lnTo>
                <a:lnTo>
                  <a:pt x="1111547" y="230290"/>
                </a:lnTo>
                <a:lnTo>
                  <a:pt x="1112535" y="231008"/>
                </a:lnTo>
                <a:lnTo>
                  <a:pt x="1113535" y="231710"/>
                </a:lnTo>
                <a:lnTo>
                  <a:pt x="1114549" y="232394"/>
                </a:lnTo>
                <a:lnTo>
                  <a:pt x="1115575" y="233061"/>
                </a:lnTo>
                <a:lnTo>
                  <a:pt x="1116615" y="233711"/>
                </a:lnTo>
                <a:lnTo>
                  <a:pt x="1117667" y="234344"/>
                </a:lnTo>
                <a:lnTo>
                  <a:pt x="1118732" y="234959"/>
                </a:lnTo>
                <a:lnTo>
                  <a:pt x="1119810" y="235557"/>
                </a:lnTo>
                <a:lnTo>
                  <a:pt x="1120901" y="236138"/>
                </a:lnTo>
                <a:lnTo>
                  <a:pt x="1122005" y="236702"/>
                </a:lnTo>
                <a:lnTo>
                  <a:pt x="1123122" y="237249"/>
                </a:lnTo>
                <a:lnTo>
                  <a:pt x="1124252" y="237778"/>
                </a:lnTo>
                <a:lnTo>
                  <a:pt x="1125394" y="238290"/>
                </a:lnTo>
                <a:lnTo>
                  <a:pt x="1126548" y="238783"/>
                </a:lnTo>
                <a:lnTo>
                  <a:pt x="1127711" y="239255"/>
                </a:lnTo>
                <a:lnTo>
                  <a:pt x="1128883" y="239706"/>
                </a:lnTo>
                <a:lnTo>
                  <a:pt x="1130064" y="240137"/>
                </a:lnTo>
                <a:lnTo>
                  <a:pt x="1131254" y="240546"/>
                </a:lnTo>
                <a:lnTo>
                  <a:pt x="1132454" y="240934"/>
                </a:lnTo>
                <a:lnTo>
                  <a:pt x="1133662" y="241301"/>
                </a:lnTo>
                <a:lnTo>
                  <a:pt x="1134880" y="241647"/>
                </a:lnTo>
                <a:lnTo>
                  <a:pt x="1136107" y="241972"/>
                </a:lnTo>
                <a:lnTo>
                  <a:pt x="1137343" y="242277"/>
                </a:lnTo>
                <a:lnTo>
                  <a:pt x="1138588" y="242560"/>
                </a:lnTo>
                <a:lnTo>
                  <a:pt x="1139842" y="242822"/>
                </a:lnTo>
                <a:lnTo>
                  <a:pt x="1141106" y="243063"/>
                </a:lnTo>
                <a:lnTo>
                  <a:pt x="1142378" y="243284"/>
                </a:lnTo>
                <a:lnTo>
                  <a:pt x="1143660" y="243483"/>
                </a:lnTo>
                <a:lnTo>
                  <a:pt x="1144951" y="243661"/>
                </a:lnTo>
                <a:lnTo>
                  <a:pt x="1146251" y="243819"/>
                </a:lnTo>
                <a:lnTo>
                  <a:pt x="1147560" y="243955"/>
                </a:lnTo>
                <a:lnTo>
                  <a:pt x="1148878" y="244070"/>
                </a:lnTo>
                <a:lnTo>
                  <a:pt x="1150206" y="244165"/>
                </a:lnTo>
                <a:lnTo>
                  <a:pt x="1151542" y="244238"/>
                </a:lnTo>
                <a:lnTo>
                  <a:pt x="1152888" y="244291"/>
                </a:lnTo>
                <a:lnTo>
                  <a:pt x="1154243" y="244322"/>
                </a:lnTo>
                <a:lnTo>
                  <a:pt x="1155607" y="244333"/>
                </a:lnTo>
                <a:lnTo>
                  <a:pt x="1156853" y="244326"/>
                </a:lnTo>
                <a:lnTo>
                  <a:pt x="1158086" y="244304"/>
                </a:lnTo>
                <a:lnTo>
                  <a:pt x="1159306" y="244269"/>
                </a:lnTo>
                <a:lnTo>
                  <a:pt x="1160513" y="244219"/>
                </a:lnTo>
                <a:lnTo>
                  <a:pt x="1161707" y="244154"/>
                </a:lnTo>
                <a:lnTo>
                  <a:pt x="1162889" y="244076"/>
                </a:lnTo>
                <a:lnTo>
                  <a:pt x="1164057" y="243983"/>
                </a:lnTo>
                <a:lnTo>
                  <a:pt x="1165213" y="243876"/>
                </a:lnTo>
                <a:lnTo>
                  <a:pt x="1166355" y="243755"/>
                </a:lnTo>
                <a:lnTo>
                  <a:pt x="1167485" y="243620"/>
                </a:lnTo>
                <a:lnTo>
                  <a:pt x="1168602" y="243470"/>
                </a:lnTo>
                <a:lnTo>
                  <a:pt x="1169706" y="243306"/>
                </a:lnTo>
                <a:lnTo>
                  <a:pt x="1170797" y="243128"/>
                </a:lnTo>
                <a:lnTo>
                  <a:pt x="1171875" y="242936"/>
                </a:lnTo>
                <a:lnTo>
                  <a:pt x="1172940" y="242729"/>
                </a:lnTo>
                <a:lnTo>
                  <a:pt x="1173992" y="242508"/>
                </a:lnTo>
                <a:lnTo>
                  <a:pt x="1175032" y="242273"/>
                </a:lnTo>
                <a:lnTo>
                  <a:pt x="1176058" y="242023"/>
                </a:lnTo>
                <a:lnTo>
                  <a:pt x="1177072" y="241759"/>
                </a:lnTo>
                <a:lnTo>
                  <a:pt x="1178072" y="241481"/>
                </a:lnTo>
                <a:lnTo>
                  <a:pt x="1179060" y="241189"/>
                </a:lnTo>
                <a:lnTo>
                  <a:pt x="1180035" y="240883"/>
                </a:lnTo>
                <a:lnTo>
                  <a:pt x="1180997" y="240562"/>
                </a:lnTo>
                <a:lnTo>
                  <a:pt x="1181946" y="240227"/>
                </a:lnTo>
                <a:lnTo>
                  <a:pt x="1182883" y="239880"/>
                </a:lnTo>
                <a:lnTo>
                  <a:pt x="1183808" y="239524"/>
                </a:lnTo>
                <a:lnTo>
                  <a:pt x="1184722" y="239159"/>
                </a:lnTo>
                <a:lnTo>
                  <a:pt x="1185625" y="238785"/>
                </a:lnTo>
                <a:lnTo>
                  <a:pt x="1186517" y="238402"/>
                </a:lnTo>
                <a:lnTo>
                  <a:pt x="1187398" y="238009"/>
                </a:lnTo>
                <a:lnTo>
                  <a:pt x="1188267" y="237608"/>
                </a:lnTo>
                <a:lnTo>
                  <a:pt x="1189124" y="237197"/>
                </a:lnTo>
                <a:lnTo>
                  <a:pt x="1189971" y="236777"/>
                </a:lnTo>
                <a:lnTo>
                  <a:pt x="1190806" y="236348"/>
                </a:lnTo>
                <a:lnTo>
                  <a:pt x="1191630" y="235910"/>
                </a:lnTo>
                <a:lnTo>
                  <a:pt x="1192443" y="235463"/>
                </a:lnTo>
                <a:lnTo>
                  <a:pt x="1193244" y="235006"/>
                </a:lnTo>
                <a:lnTo>
                  <a:pt x="1194034" y="234541"/>
                </a:lnTo>
                <a:lnTo>
                  <a:pt x="1194813" y="234066"/>
                </a:lnTo>
                <a:lnTo>
                  <a:pt x="1195580" y="233582"/>
                </a:lnTo>
                <a:lnTo>
                  <a:pt x="1196336" y="233089"/>
                </a:lnTo>
                <a:lnTo>
                  <a:pt x="1197081" y="232587"/>
                </a:lnTo>
                <a:lnTo>
                  <a:pt x="1197814" y="232075"/>
                </a:lnTo>
                <a:lnTo>
                  <a:pt x="1198537" y="231555"/>
                </a:lnTo>
                <a:lnTo>
                  <a:pt x="1199248" y="231025"/>
                </a:lnTo>
                <a:lnTo>
                  <a:pt x="1199947" y="230486"/>
                </a:lnTo>
                <a:lnTo>
                  <a:pt x="1200636" y="229939"/>
                </a:lnTo>
                <a:lnTo>
                  <a:pt x="1201313" y="229381"/>
                </a:lnTo>
                <a:lnTo>
                  <a:pt x="1201980" y="228818"/>
                </a:lnTo>
                <a:lnTo>
                  <a:pt x="1202638" y="228249"/>
                </a:lnTo>
                <a:lnTo>
                  <a:pt x="1203288" y="227676"/>
                </a:lnTo>
                <a:lnTo>
                  <a:pt x="1203929" y="227098"/>
                </a:lnTo>
                <a:lnTo>
                  <a:pt x="1204562" y="226516"/>
                </a:lnTo>
                <a:lnTo>
                  <a:pt x="1205186" y="225929"/>
                </a:lnTo>
                <a:lnTo>
                  <a:pt x="1205801" y="225338"/>
                </a:lnTo>
                <a:lnTo>
                  <a:pt x="1206408" y="224742"/>
                </a:lnTo>
                <a:lnTo>
                  <a:pt x="1207006" y="224142"/>
                </a:lnTo>
                <a:lnTo>
                  <a:pt x="1207596" y="223536"/>
                </a:lnTo>
                <a:lnTo>
                  <a:pt x="1208177" y="222927"/>
                </a:lnTo>
                <a:lnTo>
                  <a:pt x="1208750" y="222313"/>
                </a:lnTo>
                <a:lnTo>
                  <a:pt x="1209313" y="221694"/>
                </a:lnTo>
                <a:lnTo>
                  <a:pt x="1209868" y="221070"/>
                </a:lnTo>
                <a:lnTo>
                  <a:pt x="1210415" y="220442"/>
                </a:lnTo>
                <a:lnTo>
                  <a:pt x="1210953" y="219810"/>
                </a:lnTo>
                <a:lnTo>
                  <a:pt x="1211482" y="219173"/>
                </a:lnTo>
                <a:lnTo>
                  <a:pt x="1212003" y="218531"/>
                </a:lnTo>
                <a:lnTo>
                  <a:pt x="1212515" y="217885"/>
                </a:lnTo>
                <a:lnTo>
                  <a:pt x="1213019" y="217234"/>
                </a:lnTo>
                <a:lnTo>
                  <a:pt x="1213514" y="216579"/>
                </a:lnTo>
                <a:lnTo>
                  <a:pt x="1214000" y="215919"/>
                </a:lnTo>
                <a:lnTo>
                  <a:pt x="1214478" y="215254"/>
                </a:lnTo>
                <a:lnTo>
                  <a:pt x="1214947" y="214585"/>
                </a:lnTo>
                <a:lnTo>
                  <a:pt x="1203327" y="205599"/>
                </a:lnTo>
                <a:lnTo>
                  <a:pt x="1202561" y="206582"/>
                </a:lnTo>
                <a:lnTo>
                  <a:pt x="1201787" y="207543"/>
                </a:lnTo>
                <a:lnTo>
                  <a:pt x="1201004" y="208481"/>
                </a:lnTo>
                <a:lnTo>
                  <a:pt x="1200213" y="209397"/>
                </a:lnTo>
                <a:lnTo>
                  <a:pt x="1199414" y="210291"/>
                </a:lnTo>
                <a:lnTo>
                  <a:pt x="1198606" y="211162"/>
                </a:lnTo>
                <a:lnTo>
                  <a:pt x="1197790" y="212011"/>
                </a:lnTo>
                <a:lnTo>
                  <a:pt x="1196966" y="212838"/>
                </a:lnTo>
                <a:lnTo>
                  <a:pt x="1196133" y="213642"/>
                </a:lnTo>
                <a:lnTo>
                  <a:pt x="1195292" y="214424"/>
                </a:lnTo>
                <a:lnTo>
                  <a:pt x="1194443" y="215184"/>
                </a:lnTo>
                <a:lnTo>
                  <a:pt x="1193585" y="215921"/>
                </a:lnTo>
                <a:lnTo>
                  <a:pt x="1192719" y="216637"/>
                </a:lnTo>
                <a:lnTo>
                  <a:pt x="1191845" y="217329"/>
                </a:lnTo>
                <a:lnTo>
                  <a:pt x="1190962" y="218000"/>
                </a:lnTo>
                <a:lnTo>
                  <a:pt x="1190071" y="218648"/>
                </a:lnTo>
                <a:lnTo>
                  <a:pt x="1189172" y="219274"/>
                </a:lnTo>
                <a:lnTo>
                  <a:pt x="1188264" y="219877"/>
                </a:lnTo>
                <a:lnTo>
                  <a:pt x="1187348" y="220458"/>
                </a:lnTo>
                <a:lnTo>
                  <a:pt x="1186424" y="221017"/>
                </a:lnTo>
                <a:lnTo>
                  <a:pt x="1185491" y="221554"/>
                </a:lnTo>
                <a:lnTo>
                  <a:pt x="1184550" y="222068"/>
                </a:lnTo>
                <a:lnTo>
                  <a:pt x="1183601" y="222560"/>
                </a:lnTo>
                <a:lnTo>
                  <a:pt x="1182643" y="223029"/>
                </a:lnTo>
                <a:lnTo>
                  <a:pt x="1181676" y="223478"/>
                </a:lnTo>
                <a:lnTo>
                  <a:pt x="1180697" y="223908"/>
                </a:lnTo>
                <a:lnTo>
                  <a:pt x="1179708" y="224318"/>
                </a:lnTo>
                <a:lnTo>
                  <a:pt x="1178707" y="224710"/>
                </a:lnTo>
                <a:lnTo>
                  <a:pt x="1177696" y="225082"/>
                </a:lnTo>
                <a:lnTo>
                  <a:pt x="1176673" y="225435"/>
                </a:lnTo>
                <a:lnTo>
                  <a:pt x="1175640" y="225770"/>
                </a:lnTo>
                <a:lnTo>
                  <a:pt x="1174595" y="226085"/>
                </a:lnTo>
                <a:lnTo>
                  <a:pt x="1173539" y="226381"/>
                </a:lnTo>
                <a:lnTo>
                  <a:pt x="1172473" y="226658"/>
                </a:lnTo>
                <a:lnTo>
                  <a:pt x="1171395" y="226916"/>
                </a:lnTo>
                <a:lnTo>
                  <a:pt x="1170306" y="227154"/>
                </a:lnTo>
                <a:lnTo>
                  <a:pt x="1169206" y="227374"/>
                </a:lnTo>
                <a:lnTo>
                  <a:pt x="1168096" y="227574"/>
                </a:lnTo>
                <a:lnTo>
                  <a:pt x="1166974" y="227756"/>
                </a:lnTo>
                <a:lnTo>
                  <a:pt x="1165841" y="227918"/>
                </a:lnTo>
                <a:lnTo>
                  <a:pt x="1164697" y="228061"/>
                </a:lnTo>
                <a:lnTo>
                  <a:pt x="1163542" y="228186"/>
                </a:lnTo>
                <a:lnTo>
                  <a:pt x="1162376" y="228291"/>
                </a:lnTo>
                <a:lnTo>
                  <a:pt x="1161199" y="228377"/>
                </a:lnTo>
                <a:lnTo>
                  <a:pt x="1160012" y="228443"/>
                </a:lnTo>
                <a:lnTo>
                  <a:pt x="1158813" y="228491"/>
                </a:lnTo>
                <a:lnTo>
                  <a:pt x="1157602" y="228520"/>
                </a:lnTo>
                <a:lnTo>
                  <a:pt x="1156381" y="228529"/>
                </a:lnTo>
                <a:lnTo>
                  <a:pt x="1155314" y="228520"/>
                </a:lnTo>
                <a:lnTo>
                  <a:pt x="1154254" y="228493"/>
                </a:lnTo>
                <a:lnTo>
                  <a:pt x="1153203" y="228448"/>
                </a:lnTo>
                <a:lnTo>
                  <a:pt x="1152159" y="228385"/>
                </a:lnTo>
                <a:lnTo>
                  <a:pt x="1151124" y="228304"/>
                </a:lnTo>
                <a:lnTo>
                  <a:pt x="1150097" y="228205"/>
                </a:lnTo>
                <a:lnTo>
                  <a:pt x="1149078" y="228088"/>
                </a:lnTo>
                <a:lnTo>
                  <a:pt x="1148067" y="227953"/>
                </a:lnTo>
                <a:lnTo>
                  <a:pt x="1147064" y="227799"/>
                </a:lnTo>
                <a:lnTo>
                  <a:pt x="1146069" y="227628"/>
                </a:lnTo>
                <a:lnTo>
                  <a:pt x="1145082" y="227439"/>
                </a:lnTo>
                <a:lnTo>
                  <a:pt x="1144103" y="227232"/>
                </a:lnTo>
                <a:lnTo>
                  <a:pt x="1143132" y="227006"/>
                </a:lnTo>
                <a:lnTo>
                  <a:pt x="1142169" y="226763"/>
                </a:lnTo>
                <a:lnTo>
                  <a:pt x="1141215" y="226502"/>
                </a:lnTo>
                <a:lnTo>
                  <a:pt x="1140268" y="226223"/>
                </a:lnTo>
                <a:lnTo>
                  <a:pt x="1139330" y="225925"/>
                </a:lnTo>
                <a:lnTo>
                  <a:pt x="1138399" y="225610"/>
                </a:lnTo>
                <a:lnTo>
                  <a:pt x="1137477" y="225276"/>
                </a:lnTo>
                <a:lnTo>
                  <a:pt x="1136563" y="224925"/>
                </a:lnTo>
                <a:lnTo>
                  <a:pt x="1135656" y="224555"/>
                </a:lnTo>
                <a:lnTo>
                  <a:pt x="1134758" y="224168"/>
                </a:lnTo>
                <a:lnTo>
                  <a:pt x="1133868" y="223763"/>
                </a:lnTo>
                <a:lnTo>
                  <a:pt x="1132986" y="223339"/>
                </a:lnTo>
                <a:lnTo>
                  <a:pt x="1132113" y="222900"/>
                </a:lnTo>
                <a:lnTo>
                  <a:pt x="1131251" y="222447"/>
                </a:lnTo>
                <a:lnTo>
                  <a:pt x="1130398" y="221981"/>
                </a:lnTo>
                <a:lnTo>
                  <a:pt x="1129556" y="221501"/>
                </a:lnTo>
                <a:lnTo>
                  <a:pt x="1128724" y="221008"/>
                </a:lnTo>
                <a:lnTo>
                  <a:pt x="1127902" y="220502"/>
                </a:lnTo>
                <a:lnTo>
                  <a:pt x="1127091" y="219982"/>
                </a:lnTo>
                <a:lnTo>
                  <a:pt x="1126290" y="219448"/>
                </a:lnTo>
                <a:lnTo>
                  <a:pt x="1125499" y="218902"/>
                </a:lnTo>
                <a:lnTo>
                  <a:pt x="1124718" y="218341"/>
                </a:lnTo>
                <a:lnTo>
                  <a:pt x="1123947" y="217768"/>
                </a:lnTo>
                <a:lnTo>
                  <a:pt x="1123187" y="217180"/>
                </a:lnTo>
                <a:lnTo>
                  <a:pt x="1122436" y="216580"/>
                </a:lnTo>
                <a:lnTo>
                  <a:pt x="1121696" y="215966"/>
                </a:lnTo>
                <a:lnTo>
                  <a:pt x="1120967" y="215338"/>
                </a:lnTo>
                <a:lnTo>
                  <a:pt x="1120247" y="214697"/>
                </a:lnTo>
                <a:lnTo>
                  <a:pt x="1119538" y="214043"/>
                </a:lnTo>
                <a:lnTo>
                  <a:pt x="1118839" y="213375"/>
                </a:lnTo>
                <a:lnTo>
                  <a:pt x="1118150" y="212693"/>
                </a:lnTo>
                <a:lnTo>
                  <a:pt x="1117471" y="211999"/>
                </a:lnTo>
                <a:lnTo>
                  <a:pt x="1116803" y="211290"/>
                </a:lnTo>
                <a:lnTo>
                  <a:pt x="1116145" y="210569"/>
                </a:lnTo>
                <a:lnTo>
                  <a:pt x="1115497" y="209834"/>
                </a:lnTo>
                <a:lnTo>
                  <a:pt x="1114859" y="209085"/>
                </a:lnTo>
                <a:lnTo>
                  <a:pt x="1114232" y="208324"/>
                </a:lnTo>
                <a:lnTo>
                  <a:pt x="1113617" y="207553"/>
                </a:lnTo>
                <a:lnTo>
                  <a:pt x="1113014" y="206772"/>
                </a:lnTo>
                <a:lnTo>
                  <a:pt x="1112423" y="205980"/>
                </a:lnTo>
                <a:lnTo>
                  <a:pt x="1111843" y="205177"/>
                </a:lnTo>
                <a:lnTo>
                  <a:pt x="1111276" y="204364"/>
                </a:lnTo>
                <a:lnTo>
                  <a:pt x="1110720" y="203541"/>
                </a:lnTo>
                <a:lnTo>
                  <a:pt x="1110176" y="202707"/>
                </a:lnTo>
                <a:lnTo>
                  <a:pt x="1109644" y="201862"/>
                </a:lnTo>
                <a:lnTo>
                  <a:pt x="1109124" y="201007"/>
                </a:lnTo>
                <a:lnTo>
                  <a:pt x="1108616" y="200142"/>
                </a:lnTo>
                <a:lnTo>
                  <a:pt x="1108119" y="199266"/>
                </a:lnTo>
                <a:lnTo>
                  <a:pt x="1107634" y="198380"/>
                </a:lnTo>
                <a:lnTo>
                  <a:pt x="1107162" y="197483"/>
                </a:lnTo>
                <a:lnTo>
                  <a:pt x="1106701" y="196575"/>
                </a:lnTo>
                <a:lnTo>
                  <a:pt x="1106251" y="195657"/>
                </a:lnTo>
                <a:lnTo>
                  <a:pt x="1105814" y="194729"/>
                </a:lnTo>
                <a:lnTo>
                  <a:pt x="1105388" y="193790"/>
                </a:lnTo>
                <a:lnTo>
                  <a:pt x="1104975" y="192841"/>
                </a:lnTo>
                <a:lnTo>
                  <a:pt x="1104573" y="191881"/>
                </a:lnTo>
                <a:lnTo>
                  <a:pt x="1104183" y="190910"/>
                </a:lnTo>
                <a:lnTo>
                  <a:pt x="1103805" y="189929"/>
                </a:lnTo>
                <a:lnTo>
                  <a:pt x="1103438" y="188938"/>
                </a:lnTo>
                <a:lnTo>
                  <a:pt x="1103084" y="187936"/>
                </a:lnTo>
                <a:lnTo>
                  <a:pt x="1102742" y="186926"/>
                </a:lnTo>
                <a:lnTo>
                  <a:pt x="1102416" y="185910"/>
                </a:lnTo>
                <a:lnTo>
                  <a:pt x="1102103" y="184888"/>
                </a:lnTo>
                <a:lnTo>
                  <a:pt x="1101806" y="183861"/>
                </a:lnTo>
                <a:lnTo>
                  <a:pt x="1101522" y="182827"/>
                </a:lnTo>
                <a:lnTo>
                  <a:pt x="1101254" y="181787"/>
                </a:lnTo>
                <a:lnTo>
                  <a:pt x="1100999" y="180742"/>
                </a:lnTo>
                <a:lnTo>
                  <a:pt x="1100760" y="179690"/>
                </a:lnTo>
                <a:lnTo>
                  <a:pt x="1100535" y="178633"/>
                </a:lnTo>
                <a:lnTo>
                  <a:pt x="1100324" y="177570"/>
                </a:lnTo>
                <a:lnTo>
                  <a:pt x="1100128" y="176500"/>
                </a:lnTo>
                <a:lnTo>
                  <a:pt x="1099946" y="175425"/>
                </a:lnTo>
                <a:lnTo>
                  <a:pt x="1099779" y="174344"/>
                </a:lnTo>
                <a:lnTo>
                  <a:pt x="1099627" y="173257"/>
                </a:lnTo>
                <a:lnTo>
                  <a:pt x="1099489" y="172164"/>
                </a:lnTo>
                <a:lnTo>
                  <a:pt x="1099365" y="171066"/>
                </a:lnTo>
                <a:lnTo>
                  <a:pt x="1099256" y="169961"/>
                </a:lnTo>
                <a:lnTo>
                  <a:pt x="1099162" y="168850"/>
                </a:lnTo>
                <a:lnTo>
                  <a:pt x="1099082" y="167734"/>
                </a:lnTo>
                <a:lnTo>
                  <a:pt x="1099017" y="166611"/>
                </a:lnTo>
                <a:lnTo>
                  <a:pt x="1098966" y="165483"/>
                </a:lnTo>
                <a:lnTo>
                  <a:pt x="1098930" y="164349"/>
                </a:lnTo>
                <a:lnTo>
                  <a:pt x="1098908" y="163208"/>
                </a:lnTo>
                <a:lnTo>
                  <a:pt x="1098900" y="162062"/>
                </a:lnTo>
                <a:lnTo>
                  <a:pt x="1098900" y="158499"/>
                </a:lnTo>
                <a:lnTo>
                  <a:pt x="1218510" y="158499"/>
                </a:lnTo>
                <a:lnTo>
                  <a:pt x="1218510" y="147208"/>
                </a:lnTo>
                <a:lnTo>
                  <a:pt x="1218503" y="145808"/>
                </a:lnTo>
                <a:lnTo>
                  <a:pt x="1218480" y="144418"/>
                </a:lnTo>
                <a:lnTo>
                  <a:pt x="1218443" y="143038"/>
                </a:lnTo>
                <a:close/>
                <a:moveTo>
                  <a:pt x="1100037" y="139579"/>
                </a:moveTo>
                <a:lnTo>
                  <a:pt x="1100219" y="138428"/>
                </a:lnTo>
                <a:lnTo>
                  <a:pt x="1100414" y="137286"/>
                </a:lnTo>
                <a:lnTo>
                  <a:pt x="1100622" y="136154"/>
                </a:lnTo>
                <a:lnTo>
                  <a:pt x="1100844" y="135031"/>
                </a:lnTo>
                <a:lnTo>
                  <a:pt x="1101079" y="133917"/>
                </a:lnTo>
                <a:lnTo>
                  <a:pt x="1101328" y="132813"/>
                </a:lnTo>
                <a:lnTo>
                  <a:pt x="1101590" y="131719"/>
                </a:lnTo>
                <a:lnTo>
                  <a:pt x="1101866" y="130633"/>
                </a:lnTo>
                <a:lnTo>
                  <a:pt x="1102155" y="129558"/>
                </a:lnTo>
                <a:lnTo>
                  <a:pt x="1102458" y="128491"/>
                </a:lnTo>
                <a:lnTo>
                  <a:pt x="1102774" y="127434"/>
                </a:lnTo>
                <a:lnTo>
                  <a:pt x="1103102" y="126388"/>
                </a:lnTo>
                <a:lnTo>
                  <a:pt x="1103441" y="125353"/>
                </a:lnTo>
                <a:lnTo>
                  <a:pt x="1103792" y="124331"/>
                </a:lnTo>
                <a:lnTo>
                  <a:pt x="1104153" y="123320"/>
                </a:lnTo>
                <a:lnTo>
                  <a:pt x="1104526" y="122321"/>
                </a:lnTo>
                <a:lnTo>
                  <a:pt x="1104909" y="121334"/>
                </a:lnTo>
                <a:lnTo>
                  <a:pt x="1105304" y="120358"/>
                </a:lnTo>
                <a:lnTo>
                  <a:pt x="1105709" y="119395"/>
                </a:lnTo>
                <a:lnTo>
                  <a:pt x="1106126" y="118443"/>
                </a:lnTo>
                <a:lnTo>
                  <a:pt x="1106553" y="117503"/>
                </a:lnTo>
                <a:lnTo>
                  <a:pt x="1106992" y="116575"/>
                </a:lnTo>
                <a:lnTo>
                  <a:pt x="1107441" y="115659"/>
                </a:lnTo>
                <a:lnTo>
                  <a:pt x="1107902" y="114755"/>
                </a:lnTo>
                <a:lnTo>
                  <a:pt x="1108374" y="113862"/>
                </a:lnTo>
                <a:lnTo>
                  <a:pt x="1108856" y="112982"/>
                </a:lnTo>
                <a:lnTo>
                  <a:pt x="1109350" y="112113"/>
                </a:lnTo>
                <a:lnTo>
                  <a:pt x="1109855" y="111256"/>
                </a:lnTo>
                <a:lnTo>
                  <a:pt x="1110371" y="110411"/>
                </a:lnTo>
                <a:lnTo>
                  <a:pt x="1110897" y="109577"/>
                </a:lnTo>
                <a:lnTo>
                  <a:pt x="1111435" y="108756"/>
                </a:lnTo>
                <a:lnTo>
                  <a:pt x="1111984" y="107946"/>
                </a:lnTo>
                <a:lnTo>
                  <a:pt x="1112544" y="107148"/>
                </a:lnTo>
                <a:lnTo>
                  <a:pt x="1113115" y="106362"/>
                </a:lnTo>
                <a:lnTo>
                  <a:pt x="1113697" y="105588"/>
                </a:lnTo>
                <a:lnTo>
                  <a:pt x="1114289" y="104827"/>
                </a:lnTo>
                <a:lnTo>
                  <a:pt x="1114891" y="104081"/>
                </a:lnTo>
                <a:lnTo>
                  <a:pt x="1115502" y="103350"/>
                </a:lnTo>
                <a:lnTo>
                  <a:pt x="1116122" y="102634"/>
                </a:lnTo>
                <a:lnTo>
                  <a:pt x="1116752" y="101932"/>
                </a:lnTo>
                <a:lnTo>
                  <a:pt x="1117391" y="101245"/>
                </a:lnTo>
                <a:lnTo>
                  <a:pt x="1118040" y="100573"/>
                </a:lnTo>
                <a:lnTo>
                  <a:pt x="1118698" y="99916"/>
                </a:lnTo>
                <a:lnTo>
                  <a:pt x="1119365" y="99273"/>
                </a:lnTo>
                <a:lnTo>
                  <a:pt x="1120042" y="98646"/>
                </a:lnTo>
                <a:lnTo>
                  <a:pt x="1120728" y="98033"/>
                </a:lnTo>
                <a:lnTo>
                  <a:pt x="1121424" y="97435"/>
                </a:lnTo>
                <a:lnTo>
                  <a:pt x="1122129" y="96852"/>
                </a:lnTo>
                <a:lnTo>
                  <a:pt x="1122844" y="96283"/>
                </a:lnTo>
                <a:lnTo>
                  <a:pt x="1123568" y="95729"/>
                </a:lnTo>
                <a:lnTo>
                  <a:pt x="1124301" y="95190"/>
                </a:lnTo>
                <a:lnTo>
                  <a:pt x="1125044" y="94666"/>
                </a:lnTo>
                <a:lnTo>
                  <a:pt x="1125796" y="94157"/>
                </a:lnTo>
                <a:lnTo>
                  <a:pt x="1126558" y="93662"/>
                </a:lnTo>
                <a:lnTo>
                  <a:pt x="1127329" y="93183"/>
                </a:lnTo>
                <a:lnTo>
                  <a:pt x="1128109" y="92718"/>
                </a:lnTo>
                <a:lnTo>
                  <a:pt x="1128899" y="92268"/>
                </a:lnTo>
                <a:lnTo>
                  <a:pt x="1129699" y="91832"/>
                </a:lnTo>
                <a:lnTo>
                  <a:pt x="1130507" y="91412"/>
                </a:lnTo>
                <a:lnTo>
                  <a:pt x="1131324" y="91007"/>
                </a:lnTo>
                <a:lnTo>
                  <a:pt x="1132149" y="90620"/>
                </a:lnTo>
                <a:lnTo>
                  <a:pt x="1132981" y="90250"/>
                </a:lnTo>
                <a:lnTo>
                  <a:pt x="1133821" y="89897"/>
                </a:lnTo>
                <a:lnTo>
                  <a:pt x="1134668" y="89561"/>
                </a:lnTo>
                <a:lnTo>
                  <a:pt x="1135523" y="89243"/>
                </a:lnTo>
                <a:lnTo>
                  <a:pt x="1136386" y="88941"/>
                </a:lnTo>
                <a:lnTo>
                  <a:pt x="1137256" y="88657"/>
                </a:lnTo>
                <a:lnTo>
                  <a:pt x="1138133" y="88390"/>
                </a:lnTo>
                <a:lnTo>
                  <a:pt x="1139018" y="88141"/>
                </a:lnTo>
                <a:lnTo>
                  <a:pt x="1139910" y="87908"/>
                </a:lnTo>
                <a:lnTo>
                  <a:pt x="1140810" y="87693"/>
                </a:lnTo>
                <a:lnTo>
                  <a:pt x="1141718" y="87495"/>
                </a:lnTo>
                <a:lnTo>
                  <a:pt x="1142633" y="87315"/>
                </a:lnTo>
                <a:lnTo>
                  <a:pt x="1143556" y="87151"/>
                </a:lnTo>
                <a:lnTo>
                  <a:pt x="1144486" y="87005"/>
                </a:lnTo>
                <a:lnTo>
                  <a:pt x="1145424" y="86876"/>
                </a:lnTo>
                <a:lnTo>
                  <a:pt x="1146369" y="86764"/>
                </a:lnTo>
                <a:lnTo>
                  <a:pt x="1147321" y="86669"/>
                </a:lnTo>
                <a:lnTo>
                  <a:pt x="1148282" y="86592"/>
                </a:lnTo>
                <a:lnTo>
                  <a:pt x="1149250" y="86531"/>
                </a:lnTo>
                <a:lnTo>
                  <a:pt x="1150225" y="86488"/>
                </a:lnTo>
                <a:lnTo>
                  <a:pt x="1151208" y="86462"/>
                </a:lnTo>
                <a:lnTo>
                  <a:pt x="1152198" y="86454"/>
                </a:lnTo>
                <a:lnTo>
                  <a:pt x="1153506" y="86467"/>
                </a:lnTo>
                <a:lnTo>
                  <a:pt x="1154795" y="86507"/>
                </a:lnTo>
                <a:lnTo>
                  <a:pt x="1156066" y="86575"/>
                </a:lnTo>
                <a:lnTo>
                  <a:pt x="1157317" y="86668"/>
                </a:lnTo>
                <a:lnTo>
                  <a:pt x="1158551" y="86789"/>
                </a:lnTo>
                <a:lnTo>
                  <a:pt x="1159766" y="86937"/>
                </a:lnTo>
                <a:lnTo>
                  <a:pt x="1160962" y="87111"/>
                </a:lnTo>
                <a:lnTo>
                  <a:pt x="1162140" y="87312"/>
                </a:lnTo>
                <a:lnTo>
                  <a:pt x="1163299" y="87540"/>
                </a:lnTo>
                <a:lnTo>
                  <a:pt x="1164440" y="87795"/>
                </a:lnTo>
                <a:lnTo>
                  <a:pt x="1165562" y="88077"/>
                </a:lnTo>
                <a:lnTo>
                  <a:pt x="1166665" y="88386"/>
                </a:lnTo>
                <a:lnTo>
                  <a:pt x="1167750" y="88721"/>
                </a:lnTo>
                <a:lnTo>
                  <a:pt x="1168817" y="89083"/>
                </a:lnTo>
                <a:lnTo>
                  <a:pt x="1169864" y="89472"/>
                </a:lnTo>
                <a:lnTo>
                  <a:pt x="1170894" y="89888"/>
                </a:lnTo>
                <a:lnTo>
                  <a:pt x="1171904" y="90331"/>
                </a:lnTo>
                <a:lnTo>
                  <a:pt x="1172897" y="90800"/>
                </a:lnTo>
                <a:lnTo>
                  <a:pt x="1173870" y="91297"/>
                </a:lnTo>
                <a:lnTo>
                  <a:pt x="1174825" y="91820"/>
                </a:lnTo>
                <a:lnTo>
                  <a:pt x="1175762" y="92370"/>
                </a:lnTo>
                <a:lnTo>
                  <a:pt x="1176680" y="92947"/>
                </a:lnTo>
                <a:lnTo>
                  <a:pt x="1177579" y="93551"/>
                </a:lnTo>
                <a:lnTo>
                  <a:pt x="1178460" y="94181"/>
                </a:lnTo>
                <a:lnTo>
                  <a:pt x="1179322" y="94833"/>
                </a:lnTo>
                <a:lnTo>
                  <a:pt x="1180167" y="95500"/>
                </a:lnTo>
                <a:lnTo>
                  <a:pt x="1180994" y="96183"/>
                </a:lnTo>
                <a:lnTo>
                  <a:pt x="1181804" y="96882"/>
                </a:lnTo>
                <a:lnTo>
                  <a:pt x="1182595" y="97597"/>
                </a:lnTo>
                <a:lnTo>
                  <a:pt x="1183369" y="98328"/>
                </a:lnTo>
                <a:lnTo>
                  <a:pt x="1184125" y="99074"/>
                </a:lnTo>
                <a:lnTo>
                  <a:pt x="1184864" y="99836"/>
                </a:lnTo>
                <a:lnTo>
                  <a:pt x="1185584" y="100614"/>
                </a:lnTo>
                <a:lnTo>
                  <a:pt x="1186287" y="101408"/>
                </a:lnTo>
                <a:lnTo>
                  <a:pt x="1186972" y="102218"/>
                </a:lnTo>
                <a:lnTo>
                  <a:pt x="1187640" y="103044"/>
                </a:lnTo>
                <a:lnTo>
                  <a:pt x="1188289" y="103885"/>
                </a:lnTo>
                <a:lnTo>
                  <a:pt x="1188921" y="104743"/>
                </a:lnTo>
                <a:lnTo>
                  <a:pt x="1189535" y="105616"/>
                </a:lnTo>
                <a:lnTo>
                  <a:pt x="1190131" y="106505"/>
                </a:lnTo>
                <a:lnTo>
                  <a:pt x="1190710" y="107410"/>
                </a:lnTo>
                <a:lnTo>
                  <a:pt x="1191271" y="108331"/>
                </a:lnTo>
                <a:lnTo>
                  <a:pt x="1191814" y="109267"/>
                </a:lnTo>
                <a:lnTo>
                  <a:pt x="1192339" y="110219"/>
                </a:lnTo>
                <a:lnTo>
                  <a:pt x="1192847" y="111188"/>
                </a:lnTo>
                <a:lnTo>
                  <a:pt x="1193337" y="112172"/>
                </a:lnTo>
                <a:lnTo>
                  <a:pt x="1193809" y="113171"/>
                </a:lnTo>
                <a:lnTo>
                  <a:pt x="1194263" y="114187"/>
                </a:lnTo>
                <a:lnTo>
                  <a:pt x="1194700" y="115214"/>
                </a:lnTo>
                <a:lnTo>
                  <a:pt x="1195119" y="116247"/>
                </a:lnTo>
                <a:lnTo>
                  <a:pt x="1195521" y="117286"/>
                </a:lnTo>
                <a:lnTo>
                  <a:pt x="1195905" y="118331"/>
                </a:lnTo>
                <a:lnTo>
                  <a:pt x="1196272" y="119382"/>
                </a:lnTo>
                <a:lnTo>
                  <a:pt x="1196621" y="120440"/>
                </a:lnTo>
                <a:lnTo>
                  <a:pt x="1196953" y="121504"/>
                </a:lnTo>
                <a:lnTo>
                  <a:pt x="1197267" y="122574"/>
                </a:lnTo>
                <a:lnTo>
                  <a:pt x="1197564" y="123650"/>
                </a:lnTo>
                <a:lnTo>
                  <a:pt x="1197843" y="124732"/>
                </a:lnTo>
                <a:lnTo>
                  <a:pt x="1198105" y="125820"/>
                </a:lnTo>
                <a:lnTo>
                  <a:pt x="1198349" y="126915"/>
                </a:lnTo>
                <a:lnTo>
                  <a:pt x="1198576" y="128016"/>
                </a:lnTo>
                <a:lnTo>
                  <a:pt x="1198786" y="129123"/>
                </a:lnTo>
                <a:lnTo>
                  <a:pt x="1198978" y="130236"/>
                </a:lnTo>
                <a:lnTo>
                  <a:pt x="1199152" y="131355"/>
                </a:lnTo>
                <a:lnTo>
                  <a:pt x="1199309" y="132480"/>
                </a:lnTo>
                <a:lnTo>
                  <a:pt x="1199449" y="133612"/>
                </a:lnTo>
                <a:lnTo>
                  <a:pt x="1199571" y="134750"/>
                </a:lnTo>
                <a:lnTo>
                  <a:pt x="1199675" y="135894"/>
                </a:lnTo>
                <a:lnTo>
                  <a:pt x="1199762" y="137044"/>
                </a:lnTo>
                <a:lnTo>
                  <a:pt x="1199832" y="138200"/>
                </a:lnTo>
                <a:lnTo>
                  <a:pt x="1199884" y="139362"/>
                </a:lnTo>
                <a:lnTo>
                  <a:pt x="1199918" y="140531"/>
                </a:lnTo>
                <a:lnTo>
                  <a:pt x="1199918" y="142540"/>
                </a:lnTo>
                <a:lnTo>
                  <a:pt x="1099639" y="142540"/>
                </a:lnTo>
                <a:lnTo>
                  <a:pt x="1099714" y="141909"/>
                </a:lnTo>
                <a:lnTo>
                  <a:pt x="1099869" y="140739"/>
                </a:lnTo>
                <a:lnTo>
                  <a:pt x="1100037" y="139579"/>
                </a:lnTo>
                <a:close/>
                <a:moveTo>
                  <a:pt x="1309623" y="228136"/>
                </a:moveTo>
                <a:lnTo>
                  <a:pt x="1308503" y="228031"/>
                </a:lnTo>
                <a:lnTo>
                  <a:pt x="1307399" y="227906"/>
                </a:lnTo>
                <a:lnTo>
                  <a:pt x="1306309" y="227763"/>
                </a:lnTo>
                <a:lnTo>
                  <a:pt x="1305234" y="227601"/>
                </a:lnTo>
                <a:lnTo>
                  <a:pt x="1304174" y="227419"/>
                </a:lnTo>
                <a:lnTo>
                  <a:pt x="1303128" y="227219"/>
                </a:lnTo>
                <a:lnTo>
                  <a:pt x="1302098" y="226999"/>
                </a:lnTo>
                <a:lnTo>
                  <a:pt x="1301082" y="226761"/>
                </a:lnTo>
                <a:lnTo>
                  <a:pt x="1300081" y="226503"/>
                </a:lnTo>
                <a:lnTo>
                  <a:pt x="1299094" y="226226"/>
                </a:lnTo>
                <a:lnTo>
                  <a:pt x="1298123" y="225930"/>
                </a:lnTo>
                <a:lnTo>
                  <a:pt x="1297166" y="225615"/>
                </a:lnTo>
                <a:lnTo>
                  <a:pt x="1296225" y="225281"/>
                </a:lnTo>
                <a:lnTo>
                  <a:pt x="1295297" y="224927"/>
                </a:lnTo>
                <a:lnTo>
                  <a:pt x="1294385" y="224555"/>
                </a:lnTo>
                <a:lnTo>
                  <a:pt x="1293488" y="224163"/>
                </a:lnTo>
                <a:lnTo>
                  <a:pt x="1292605" y="223753"/>
                </a:lnTo>
                <a:lnTo>
                  <a:pt x="1291737" y="223323"/>
                </a:lnTo>
                <a:lnTo>
                  <a:pt x="1290884" y="222874"/>
                </a:lnTo>
                <a:lnTo>
                  <a:pt x="1290045" y="222409"/>
                </a:lnTo>
                <a:lnTo>
                  <a:pt x="1289220" y="221930"/>
                </a:lnTo>
                <a:lnTo>
                  <a:pt x="1288408" y="221436"/>
                </a:lnTo>
                <a:lnTo>
                  <a:pt x="1287609" y="220929"/>
                </a:lnTo>
                <a:lnTo>
                  <a:pt x="1286824" y="220408"/>
                </a:lnTo>
                <a:lnTo>
                  <a:pt x="1286052" y="219872"/>
                </a:lnTo>
                <a:lnTo>
                  <a:pt x="1285294" y="219323"/>
                </a:lnTo>
                <a:lnTo>
                  <a:pt x="1284549" y="218760"/>
                </a:lnTo>
                <a:lnTo>
                  <a:pt x="1283818" y="218183"/>
                </a:lnTo>
                <a:lnTo>
                  <a:pt x="1283100" y="217591"/>
                </a:lnTo>
                <a:lnTo>
                  <a:pt x="1282395" y="216986"/>
                </a:lnTo>
                <a:lnTo>
                  <a:pt x="1281704" y="216367"/>
                </a:lnTo>
                <a:lnTo>
                  <a:pt x="1281027" y="215734"/>
                </a:lnTo>
                <a:lnTo>
                  <a:pt x="1280363" y="215087"/>
                </a:lnTo>
                <a:lnTo>
                  <a:pt x="1279712" y="214425"/>
                </a:lnTo>
                <a:lnTo>
                  <a:pt x="1279075" y="213750"/>
                </a:lnTo>
                <a:lnTo>
                  <a:pt x="1278451" y="213061"/>
                </a:lnTo>
                <a:lnTo>
                  <a:pt x="1277841" y="212358"/>
                </a:lnTo>
                <a:lnTo>
                  <a:pt x="1277244" y="211641"/>
                </a:lnTo>
                <a:lnTo>
                  <a:pt x="1276660" y="210910"/>
                </a:lnTo>
                <a:lnTo>
                  <a:pt x="1276090" y="210165"/>
                </a:lnTo>
                <a:lnTo>
                  <a:pt x="1275534" y="209406"/>
                </a:lnTo>
                <a:lnTo>
                  <a:pt x="1274991" y="208633"/>
                </a:lnTo>
                <a:lnTo>
                  <a:pt x="1274461" y="207845"/>
                </a:lnTo>
                <a:lnTo>
                  <a:pt x="1273944" y="207047"/>
                </a:lnTo>
                <a:lnTo>
                  <a:pt x="1273439" y="206239"/>
                </a:lnTo>
                <a:lnTo>
                  <a:pt x="1272946" y="205422"/>
                </a:lnTo>
                <a:lnTo>
                  <a:pt x="1272464" y="204596"/>
                </a:lnTo>
                <a:lnTo>
                  <a:pt x="1271994" y="203761"/>
                </a:lnTo>
                <a:lnTo>
                  <a:pt x="1271537" y="202917"/>
                </a:lnTo>
                <a:lnTo>
                  <a:pt x="1271091" y="202063"/>
                </a:lnTo>
                <a:lnTo>
                  <a:pt x="1270656" y="201200"/>
                </a:lnTo>
                <a:lnTo>
                  <a:pt x="1270234" y="200329"/>
                </a:lnTo>
                <a:lnTo>
                  <a:pt x="1269824" y="199448"/>
                </a:lnTo>
                <a:lnTo>
                  <a:pt x="1269425" y="198558"/>
                </a:lnTo>
                <a:lnTo>
                  <a:pt x="1269038" y="197658"/>
                </a:lnTo>
                <a:lnTo>
                  <a:pt x="1268663" y="196750"/>
                </a:lnTo>
                <a:lnTo>
                  <a:pt x="1268300" y="195833"/>
                </a:lnTo>
                <a:lnTo>
                  <a:pt x="1267949" y="194906"/>
                </a:lnTo>
                <a:lnTo>
                  <a:pt x="1267609" y="193970"/>
                </a:lnTo>
                <a:lnTo>
                  <a:pt x="1267282" y="193025"/>
                </a:lnTo>
                <a:lnTo>
                  <a:pt x="1266966" y="192071"/>
                </a:lnTo>
                <a:lnTo>
                  <a:pt x="1266662" y="191108"/>
                </a:lnTo>
                <a:lnTo>
                  <a:pt x="1266370" y="190136"/>
                </a:lnTo>
                <a:lnTo>
                  <a:pt x="1266090" y="189154"/>
                </a:lnTo>
                <a:lnTo>
                  <a:pt x="1265821" y="188163"/>
                </a:lnTo>
                <a:lnTo>
                  <a:pt x="1265565" y="187164"/>
                </a:lnTo>
                <a:lnTo>
                  <a:pt x="1265320" y="186155"/>
                </a:lnTo>
                <a:lnTo>
                  <a:pt x="1265086" y="185139"/>
                </a:lnTo>
                <a:lnTo>
                  <a:pt x="1264862" y="184119"/>
                </a:lnTo>
                <a:lnTo>
                  <a:pt x="1264648" y="183096"/>
                </a:lnTo>
                <a:lnTo>
                  <a:pt x="1264444" y="182068"/>
                </a:lnTo>
                <a:lnTo>
                  <a:pt x="1264250" y="181036"/>
                </a:lnTo>
                <a:lnTo>
                  <a:pt x="1264066" y="180001"/>
                </a:lnTo>
                <a:lnTo>
                  <a:pt x="1263892" y="178961"/>
                </a:lnTo>
                <a:lnTo>
                  <a:pt x="1263727" y="177917"/>
                </a:lnTo>
                <a:lnTo>
                  <a:pt x="1263573" y="176869"/>
                </a:lnTo>
                <a:lnTo>
                  <a:pt x="1263429" y="175817"/>
                </a:lnTo>
                <a:lnTo>
                  <a:pt x="1263294" y="174762"/>
                </a:lnTo>
                <a:lnTo>
                  <a:pt x="1263170" y="173702"/>
                </a:lnTo>
                <a:lnTo>
                  <a:pt x="1263056" y="172638"/>
                </a:lnTo>
                <a:lnTo>
                  <a:pt x="1262951" y="171570"/>
                </a:lnTo>
                <a:lnTo>
                  <a:pt x="1262857" y="170498"/>
                </a:lnTo>
                <a:lnTo>
                  <a:pt x="1262772" y="169422"/>
                </a:lnTo>
                <a:lnTo>
                  <a:pt x="1262697" y="168341"/>
                </a:lnTo>
                <a:lnTo>
                  <a:pt x="1262633" y="167257"/>
                </a:lnTo>
                <a:lnTo>
                  <a:pt x="1262578" y="166169"/>
                </a:lnTo>
                <a:lnTo>
                  <a:pt x="1262533" y="165077"/>
                </a:lnTo>
                <a:lnTo>
                  <a:pt x="1262498" y="163981"/>
                </a:lnTo>
                <a:lnTo>
                  <a:pt x="1262473" y="162880"/>
                </a:lnTo>
                <a:lnTo>
                  <a:pt x="1262458" y="161776"/>
                </a:lnTo>
                <a:lnTo>
                  <a:pt x="1262454" y="160668"/>
                </a:lnTo>
                <a:lnTo>
                  <a:pt x="1262454" y="154160"/>
                </a:lnTo>
                <a:lnTo>
                  <a:pt x="1262458" y="153052"/>
                </a:lnTo>
                <a:lnTo>
                  <a:pt x="1262473" y="151948"/>
                </a:lnTo>
                <a:lnTo>
                  <a:pt x="1262498" y="150848"/>
                </a:lnTo>
                <a:lnTo>
                  <a:pt x="1262533" y="149751"/>
                </a:lnTo>
                <a:lnTo>
                  <a:pt x="1262578" y="148659"/>
                </a:lnTo>
                <a:lnTo>
                  <a:pt x="1262633" y="147571"/>
                </a:lnTo>
                <a:lnTo>
                  <a:pt x="1262697" y="146487"/>
                </a:lnTo>
                <a:lnTo>
                  <a:pt x="1262772" y="145407"/>
                </a:lnTo>
                <a:lnTo>
                  <a:pt x="1262857" y="144331"/>
                </a:lnTo>
                <a:lnTo>
                  <a:pt x="1262951" y="143259"/>
                </a:lnTo>
                <a:lnTo>
                  <a:pt x="1263056" y="142191"/>
                </a:lnTo>
                <a:lnTo>
                  <a:pt x="1263170" y="141127"/>
                </a:lnTo>
                <a:lnTo>
                  <a:pt x="1263294" y="140067"/>
                </a:lnTo>
                <a:lnTo>
                  <a:pt x="1263429" y="139011"/>
                </a:lnTo>
                <a:lnTo>
                  <a:pt x="1263573" y="137959"/>
                </a:lnTo>
                <a:lnTo>
                  <a:pt x="1263727" y="136911"/>
                </a:lnTo>
                <a:lnTo>
                  <a:pt x="1263892" y="135867"/>
                </a:lnTo>
                <a:lnTo>
                  <a:pt x="1264066" y="134827"/>
                </a:lnTo>
                <a:lnTo>
                  <a:pt x="1264250" y="133792"/>
                </a:lnTo>
                <a:lnTo>
                  <a:pt x="1264444" y="132760"/>
                </a:lnTo>
                <a:lnTo>
                  <a:pt x="1264648" y="131732"/>
                </a:lnTo>
                <a:lnTo>
                  <a:pt x="1264862" y="130709"/>
                </a:lnTo>
                <a:lnTo>
                  <a:pt x="1265086" y="129689"/>
                </a:lnTo>
                <a:lnTo>
                  <a:pt x="1265320" y="128674"/>
                </a:lnTo>
                <a:lnTo>
                  <a:pt x="1265565" y="127665"/>
                </a:lnTo>
                <a:lnTo>
                  <a:pt x="1265821" y="126665"/>
                </a:lnTo>
                <a:lnTo>
                  <a:pt x="1266090" y="125674"/>
                </a:lnTo>
                <a:lnTo>
                  <a:pt x="1266370" y="124693"/>
                </a:lnTo>
                <a:lnTo>
                  <a:pt x="1266662" y="123720"/>
                </a:lnTo>
                <a:lnTo>
                  <a:pt x="1266966" y="122757"/>
                </a:lnTo>
                <a:lnTo>
                  <a:pt x="1267282" y="121803"/>
                </a:lnTo>
                <a:lnTo>
                  <a:pt x="1267609" y="120858"/>
                </a:lnTo>
                <a:lnTo>
                  <a:pt x="1267949" y="119922"/>
                </a:lnTo>
                <a:lnTo>
                  <a:pt x="1268300" y="118996"/>
                </a:lnTo>
                <a:lnTo>
                  <a:pt x="1268663" y="118078"/>
                </a:lnTo>
                <a:lnTo>
                  <a:pt x="1269038" y="117170"/>
                </a:lnTo>
                <a:lnTo>
                  <a:pt x="1269425" y="116270"/>
                </a:lnTo>
                <a:lnTo>
                  <a:pt x="1269824" y="115380"/>
                </a:lnTo>
                <a:lnTo>
                  <a:pt x="1270234" y="114499"/>
                </a:lnTo>
                <a:lnTo>
                  <a:pt x="1270656" y="113628"/>
                </a:lnTo>
                <a:lnTo>
                  <a:pt x="1271091" y="112765"/>
                </a:lnTo>
                <a:lnTo>
                  <a:pt x="1271537" y="111912"/>
                </a:lnTo>
                <a:lnTo>
                  <a:pt x="1271994" y="111067"/>
                </a:lnTo>
                <a:lnTo>
                  <a:pt x="1272464" y="110232"/>
                </a:lnTo>
                <a:lnTo>
                  <a:pt x="1272946" y="109406"/>
                </a:lnTo>
                <a:lnTo>
                  <a:pt x="1273439" y="108589"/>
                </a:lnTo>
                <a:lnTo>
                  <a:pt x="1273944" y="107781"/>
                </a:lnTo>
                <a:lnTo>
                  <a:pt x="1274461" y="106983"/>
                </a:lnTo>
                <a:lnTo>
                  <a:pt x="1274991" y="106196"/>
                </a:lnTo>
                <a:lnTo>
                  <a:pt x="1275534" y="105423"/>
                </a:lnTo>
                <a:lnTo>
                  <a:pt x="1276090" y="104664"/>
                </a:lnTo>
                <a:lnTo>
                  <a:pt x="1276660" y="103918"/>
                </a:lnTo>
                <a:lnTo>
                  <a:pt x="1277244" y="103187"/>
                </a:lnTo>
                <a:lnTo>
                  <a:pt x="1277841" y="102470"/>
                </a:lnTo>
                <a:lnTo>
                  <a:pt x="1278451" y="101767"/>
                </a:lnTo>
                <a:lnTo>
                  <a:pt x="1279075" y="101078"/>
                </a:lnTo>
                <a:lnTo>
                  <a:pt x="1279712" y="100403"/>
                </a:lnTo>
                <a:lnTo>
                  <a:pt x="1280363" y="99742"/>
                </a:lnTo>
                <a:lnTo>
                  <a:pt x="1281027" y="99094"/>
                </a:lnTo>
                <a:lnTo>
                  <a:pt x="1281704" y="98461"/>
                </a:lnTo>
                <a:lnTo>
                  <a:pt x="1282395" y="97842"/>
                </a:lnTo>
                <a:lnTo>
                  <a:pt x="1283100" y="97237"/>
                </a:lnTo>
                <a:lnTo>
                  <a:pt x="1283818" y="96646"/>
                </a:lnTo>
                <a:lnTo>
                  <a:pt x="1284549" y="96068"/>
                </a:lnTo>
                <a:lnTo>
                  <a:pt x="1285294" y="95505"/>
                </a:lnTo>
                <a:lnTo>
                  <a:pt x="1286052" y="94956"/>
                </a:lnTo>
                <a:lnTo>
                  <a:pt x="1286824" y="94421"/>
                </a:lnTo>
                <a:lnTo>
                  <a:pt x="1287609" y="93899"/>
                </a:lnTo>
                <a:lnTo>
                  <a:pt x="1288408" y="93392"/>
                </a:lnTo>
                <a:lnTo>
                  <a:pt x="1289220" y="92899"/>
                </a:lnTo>
                <a:lnTo>
                  <a:pt x="1290045" y="92419"/>
                </a:lnTo>
                <a:lnTo>
                  <a:pt x="1290884" y="91954"/>
                </a:lnTo>
                <a:lnTo>
                  <a:pt x="1291737" y="91505"/>
                </a:lnTo>
                <a:lnTo>
                  <a:pt x="1292604" y="91075"/>
                </a:lnTo>
                <a:lnTo>
                  <a:pt x="1293485" y="90665"/>
                </a:lnTo>
                <a:lnTo>
                  <a:pt x="1294381" y="90273"/>
                </a:lnTo>
                <a:lnTo>
                  <a:pt x="1295291" y="89901"/>
                </a:lnTo>
                <a:lnTo>
                  <a:pt x="1296215" y="89548"/>
                </a:lnTo>
                <a:lnTo>
                  <a:pt x="1297153" y="89213"/>
                </a:lnTo>
                <a:lnTo>
                  <a:pt x="1298106" y="88898"/>
                </a:lnTo>
                <a:lnTo>
                  <a:pt x="1299073" y="88602"/>
                </a:lnTo>
                <a:lnTo>
                  <a:pt x="1300054" y="88325"/>
                </a:lnTo>
                <a:lnTo>
                  <a:pt x="1301049" y="88068"/>
                </a:lnTo>
                <a:lnTo>
                  <a:pt x="1302059" y="87829"/>
                </a:lnTo>
                <a:lnTo>
                  <a:pt x="1303083" y="87609"/>
                </a:lnTo>
                <a:lnTo>
                  <a:pt x="1304121" y="87409"/>
                </a:lnTo>
                <a:lnTo>
                  <a:pt x="1305173" y="87227"/>
                </a:lnTo>
                <a:lnTo>
                  <a:pt x="1306240" y="87065"/>
                </a:lnTo>
                <a:lnTo>
                  <a:pt x="1307321" y="86922"/>
                </a:lnTo>
                <a:lnTo>
                  <a:pt x="1308416" y="86798"/>
                </a:lnTo>
                <a:lnTo>
                  <a:pt x="1309525" y="86693"/>
                </a:lnTo>
                <a:lnTo>
                  <a:pt x="1310649" y="86607"/>
                </a:lnTo>
                <a:lnTo>
                  <a:pt x="1311787" y="86540"/>
                </a:lnTo>
                <a:lnTo>
                  <a:pt x="1312939" y="86492"/>
                </a:lnTo>
                <a:lnTo>
                  <a:pt x="1314106" y="86463"/>
                </a:lnTo>
                <a:lnTo>
                  <a:pt x="1315286" y="86454"/>
                </a:lnTo>
                <a:lnTo>
                  <a:pt x="1316328" y="86463"/>
                </a:lnTo>
                <a:lnTo>
                  <a:pt x="1317363" y="86490"/>
                </a:lnTo>
                <a:lnTo>
                  <a:pt x="1318390" y="86536"/>
                </a:lnTo>
                <a:lnTo>
                  <a:pt x="1319409" y="86600"/>
                </a:lnTo>
                <a:lnTo>
                  <a:pt x="1320421" y="86682"/>
                </a:lnTo>
                <a:lnTo>
                  <a:pt x="1321426" y="86783"/>
                </a:lnTo>
                <a:lnTo>
                  <a:pt x="1322423" y="86902"/>
                </a:lnTo>
                <a:lnTo>
                  <a:pt x="1323412" y="87039"/>
                </a:lnTo>
                <a:lnTo>
                  <a:pt x="1324394" y="87195"/>
                </a:lnTo>
                <a:lnTo>
                  <a:pt x="1325368" y="87368"/>
                </a:lnTo>
                <a:lnTo>
                  <a:pt x="1326335" y="87560"/>
                </a:lnTo>
                <a:lnTo>
                  <a:pt x="1327294" y="87771"/>
                </a:lnTo>
                <a:lnTo>
                  <a:pt x="1328246" y="87999"/>
                </a:lnTo>
                <a:lnTo>
                  <a:pt x="1329190" y="88246"/>
                </a:lnTo>
                <a:lnTo>
                  <a:pt x="1330126" y="88512"/>
                </a:lnTo>
                <a:lnTo>
                  <a:pt x="1331055" y="88795"/>
                </a:lnTo>
                <a:lnTo>
                  <a:pt x="1331977" y="89097"/>
                </a:lnTo>
                <a:lnTo>
                  <a:pt x="1332891" y="89417"/>
                </a:lnTo>
                <a:lnTo>
                  <a:pt x="1333797" y="89755"/>
                </a:lnTo>
                <a:lnTo>
                  <a:pt x="1334696" y="90112"/>
                </a:lnTo>
                <a:lnTo>
                  <a:pt x="1335588" y="90487"/>
                </a:lnTo>
                <a:lnTo>
                  <a:pt x="1336472" y="90880"/>
                </a:lnTo>
                <a:lnTo>
                  <a:pt x="1337348" y="91292"/>
                </a:lnTo>
                <a:lnTo>
                  <a:pt x="1338217" y="91722"/>
                </a:lnTo>
                <a:lnTo>
                  <a:pt x="1339075" y="92168"/>
                </a:lnTo>
                <a:lnTo>
                  <a:pt x="1339919" y="92631"/>
                </a:lnTo>
                <a:lnTo>
                  <a:pt x="1340749" y="93109"/>
                </a:lnTo>
                <a:lnTo>
                  <a:pt x="1341565" y="93602"/>
                </a:lnTo>
                <a:lnTo>
                  <a:pt x="1342367" y="94112"/>
                </a:lnTo>
                <a:lnTo>
                  <a:pt x="1343155" y="94636"/>
                </a:lnTo>
                <a:lnTo>
                  <a:pt x="1343929" y="95177"/>
                </a:lnTo>
                <a:lnTo>
                  <a:pt x="1344690" y="95733"/>
                </a:lnTo>
                <a:lnTo>
                  <a:pt x="1345436" y="96304"/>
                </a:lnTo>
                <a:lnTo>
                  <a:pt x="1346168" y="96891"/>
                </a:lnTo>
                <a:lnTo>
                  <a:pt x="1346886" y="97494"/>
                </a:lnTo>
                <a:lnTo>
                  <a:pt x="1347590" y="98113"/>
                </a:lnTo>
                <a:lnTo>
                  <a:pt x="1348281" y="98747"/>
                </a:lnTo>
                <a:lnTo>
                  <a:pt x="1348957" y="99396"/>
                </a:lnTo>
                <a:lnTo>
                  <a:pt x="1349619" y="100061"/>
                </a:lnTo>
                <a:lnTo>
                  <a:pt x="1350267" y="100742"/>
                </a:lnTo>
                <a:lnTo>
                  <a:pt x="1350902" y="101439"/>
                </a:lnTo>
                <a:lnTo>
                  <a:pt x="1351522" y="102151"/>
                </a:lnTo>
                <a:lnTo>
                  <a:pt x="1352128" y="102878"/>
                </a:lnTo>
                <a:lnTo>
                  <a:pt x="1352720" y="103621"/>
                </a:lnTo>
                <a:lnTo>
                  <a:pt x="1353299" y="104380"/>
                </a:lnTo>
                <a:lnTo>
                  <a:pt x="1353863" y="105155"/>
                </a:lnTo>
                <a:lnTo>
                  <a:pt x="1354413" y="105945"/>
                </a:lnTo>
                <a:lnTo>
                  <a:pt x="1354950" y="106750"/>
                </a:lnTo>
                <a:lnTo>
                  <a:pt x="1355469" y="107570"/>
                </a:lnTo>
                <a:lnTo>
                  <a:pt x="1355970" y="108403"/>
                </a:lnTo>
                <a:lnTo>
                  <a:pt x="1356451" y="109249"/>
                </a:lnTo>
                <a:lnTo>
                  <a:pt x="1356912" y="110107"/>
                </a:lnTo>
                <a:lnTo>
                  <a:pt x="1357355" y="110979"/>
                </a:lnTo>
                <a:lnTo>
                  <a:pt x="1357777" y="111863"/>
                </a:lnTo>
                <a:lnTo>
                  <a:pt x="1358181" y="112760"/>
                </a:lnTo>
                <a:lnTo>
                  <a:pt x="1358565" y="113671"/>
                </a:lnTo>
                <a:lnTo>
                  <a:pt x="1358930" y="114594"/>
                </a:lnTo>
                <a:lnTo>
                  <a:pt x="1359275" y="115530"/>
                </a:lnTo>
                <a:lnTo>
                  <a:pt x="1359601" y="116479"/>
                </a:lnTo>
                <a:lnTo>
                  <a:pt x="1359908" y="117441"/>
                </a:lnTo>
                <a:lnTo>
                  <a:pt x="1360195" y="118416"/>
                </a:lnTo>
                <a:lnTo>
                  <a:pt x="1360463" y="119403"/>
                </a:lnTo>
                <a:lnTo>
                  <a:pt x="1360711" y="120404"/>
                </a:lnTo>
                <a:lnTo>
                  <a:pt x="1360941" y="121417"/>
                </a:lnTo>
                <a:lnTo>
                  <a:pt x="1361150" y="122444"/>
                </a:lnTo>
                <a:lnTo>
                  <a:pt x="1361341" y="123483"/>
                </a:lnTo>
                <a:lnTo>
                  <a:pt x="1361512" y="124536"/>
                </a:lnTo>
                <a:lnTo>
                  <a:pt x="1361664" y="125601"/>
                </a:lnTo>
                <a:lnTo>
                  <a:pt x="1361796" y="126679"/>
                </a:lnTo>
                <a:lnTo>
                  <a:pt x="1361909" y="127770"/>
                </a:lnTo>
                <a:lnTo>
                  <a:pt x="1362003" y="128874"/>
                </a:lnTo>
                <a:lnTo>
                  <a:pt x="1362077" y="129991"/>
                </a:lnTo>
                <a:lnTo>
                  <a:pt x="1379894" y="129991"/>
                </a:lnTo>
                <a:lnTo>
                  <a:pt x="1379816" y="128476"/>
                </a:lnTo>
                <a:lnTo>
                  <a:pt x="1379710" y="126978"/>
                </a:lnTo>
                <a:lnTo>
                  <a:pt x="1379577" y="125497"/>
                </a:lnTo>
                <a:lnTo>
                  <a:pt x="1379417" y="124034"/>
                </a:lnTo>
                <a:lnTo>
                  <a:pt x="1379229" y="122588"/>
                </a:lnTo>
                <a:lnTo>
                  <a:pt x="1379013" y="121159"/>
                </a:lnTo>
                <a:lnTo>
                  <a:pt x="1378770" y="119748"/>
                </a:lnTo>
                <a:lnTo>
                  <a:pt x="1378500" y="118353"/>
                </a:lnTo>
                <a:lnTo>
                  <a:pt x="1378202" y="116976"/>
                </a:lnTo>
                <a:lnTo>
                  <a:pt x="1377877" y="115616"/>
                </a:lnTo>
                <a:lnTo>
                  <a:pt x="1377524" y="114273"/>
                </a:lnTo>
                <a:lnTo>
                  <a:pt x="1377144" y="112948"/>
                </a:lnTo>
                <a:lnTo>
                  <a:pt x="1376737" y="111639"/>
                </a:lnTo>
                <a:lnTo>
                  <a:pt x="1376302" y="110348"/>
                </a:lnTo>
                <a:lnTo>
                  <a:pt x="1375839" y="109074"/>
                </a:lnTo>
                <a:lnTo>
                  <a:pt x="1375350" y="107818"/>
                </a:lnTo>
                <a:lnTo>
                  <a:pt x="1374832" y="106578"/>
                </a:lnTo>
                <a:lnTo>
                  <a:pt x="1374288" y="105356"/>
                </a:lnTo>
                <a:lnTo>
                  <a:pt x="1373716" y="104151"/>
                </a:lnTo>
                <a:lnTo>
                  <a:pt x="1373116" y="102963"/>
                </a:lnTo>
                <a:lnTo>
                  <a:pt x="1372489" y="101792"/>
                </a:lnTo>
                <a:lnTo>
                  <a:pt x="1371834" y="100639"/>
                </a:lnTo>
                <a:lnTo>
                  <a:pt x="1371153" y="99503"/>
                </a:lnTo>
                <a:lnTo>
                  <a:pt x="1370443" y="98384"/>
                </a:lnTo>
                <a:lnTo>
                  <a:pt x="1369711" y="97284"/>
                </a:lnTo>
                <a:lnTo>
                  <a:pt x="1368959" y="96205"/>
                </a:lnTo>
                <a:lnTo>
                  <a:pt x="1368187" y="95147"/>
                </a:lnTo>
                <a:lnTo>
                  <a:pt x="1367396" y="94110"/>
                </a:lnTo>
                <a:lnTo>
                  <a:pt x="1366586" y="93094"/>
                </a:lnTo>
                <a:lnTo>
                  <a:pt x="1365757" y="92099"/>
                </a:lnTo>
                <a:lnTo>
                  <a:pt x="1364908" y="91125"/>
                </a:lnTo>
                <a:lnTo>
                  <a:pt x="1364039" y="90172"/>
                </a:lnTo>
                <a:lnTo>
                  <a:pt x="1363152" y="89240"/>
                </a:lnTo>
                <a:lnTo>
                  <a:pt x="1362245" y="88329"/>
                </a:lnTo>
                <a:lnTo>
                  <a:pt x="1361318" y="87439"/>
                </a:lnTo>
                <a:lnTo>
                  <a:pt x="1360373" y="86570"/>
                </a:lnTo>
                <a:lnTo>
                  <a:pt x="1359407" y="85722"/>
                </a:lnTo>
                <a:lnTo>
                  <a:pt x="1358423" y="84895"/>
                </a:lnTo>
                <a:lnTo>
                  <a:pt x="1357419" y="84089"/>
                </a:lnTo>
                <a:lnTo>
                  <a:pt x="1356396" y="83303"/>
                </a:lnTo>
                <a:lnTo>
                  <a:pt x="1355353" y="82539"/>
                </a:lnTo>
                <a:lnTo>
                  <a:pt x="1354291" y="81796"/>
                </a:lnTo>
                <a:lnTo>
                  <a:pt x="1353210" y="81074"/>
                </a:lnTo>
                <a:lnTo>
                  <a:pt x="1352109" y="80373"/>
                </a:lnTo>
                <a:lnTo>
                  <a:pt x="1350989" y="79692"/>
                </a:lnTo>
                <a:lnTo>
                  <a:pt x="1349850" y="79033"/>
                </a:lnTo>
                <a:lnTo>
                  <a:pt x="1348691" y="78395"/>
                </a:lnTo>
                <a:lnTo>
                  <a:pt x="1347513" y="77777"/>
                </a:lnTo>
                <a:lnTo>
                  <a:pt x="1346319" y="77183"/>
                </a:lnTo>
                <a:lnTo>
                  <a:pt x="1345111" y="76614"/>
                </a:lnTo>
                <a:lnTo>
                  <a:pt x="1343891" y="76071"/>
                </a:lnTo>
                <a:lnTo>
                  <a:pt x="1342658" y="75552"/>
                </a:lnTo>
                <a:lnTo>
                  <a:pt x="1341412" y="75059"/>
                </a:lnTo>
                <a:lnTo>
                  <a:pt x="1340153" y="74592"/>
                </a:lnTo>
                <a:lnTo>
                  <a:pt x="1338882" y="74149"/>
                </a:lnTo>
                <a:lnTo>
                  <a:pt x="1337597" y="73732"/>
                </a:lnTo>
                <a:lnTo>
                  <a:pt x="1336299" y="73340"/>
                </a:lnTo>
                <a:lnTo>
                  <a:pt x="1334989" y="72973"/>
                </a:lnTo>
                <a:lnTo>
                  <a:pt x="1333666" y="72632"/>
                </a:lnTo>
                <a:lnTo>
                  <a:pt x="1332329" y="72316"/>
                </a:lnTo>
                <a:lnTo>
                  <a:pt x="1330980" y="72025"/>
                </a:lnTo>
                <a:lnTo>
                  <a:pt x="1329618" y="71760"/>
                </a:lnTo>
                <a:lnTo>
                  <a:pt x="1328243" y="71520"/>
                </a:lnTo>
                <a:lnTo>
                  <a:pt x="1326855" y="71305"/>
                </a:lnTo>
                <a:lnTo>
                  <a:pt x="1325454" y="71115"/>
                </a:lnTo>
                <a:lnTo>
                  <a:pt x="1324040" y="70951"/>
                </a:lnTo>
                <a:lnTo>
                  <a:pt x="1322614" y="70812"/>
                </a:lnTo>
                <a:lnTo>
                  <a:pt x="1321174" y="70698"/>
                </a:lnTo>
                <a:lnTo>
                  <a:pt x="1319721" y="70609"/>
                </a:lnTo>
                <a:lnTo>
                  <a:pt x="1318256" y="70546"/>
                </a:lnTo>
                <a:lnTo>
                  <a:pt x="1316778" y="70508"/>
                </a:lnTo>
                <a:lnTo>
                  <a:pt x="1315286" y="70495"/>
                </a:lnTo>
                <a:lnTo>
                  <a:pt x="1313822" y="70507"/>
                </a:lnTo>
                <a:lnTo>
                  <a:pt x="1312373" y="70540"/>
                </a:lnTo>
                <a:lnTo>
                  <a:pt x="1310939" y="70595"/>
                </a:lnTo>
                <a:lnTo>
                  <a:pt x="1309519" y="70672"/>
                </a:lnTo>
                <a:lnTo>
                  <a:pt x="1308115" y="70771"/>
                </a:lnTo>
                <a:lnTo>
                  <a:pt x="1306726" y="70892"/>
                </a:lnTo>
                <a:lnTo>
                  <a:pt x="1305352" y="71036"/>
                </a:lnTo>
                <a:lnTo>
                  <a:pt x="1303993" y="71201"/>
                </a:lnTo>
                <a:lnTo>
                  <a:pt x="1302650" y="71389"/>
                </a:lnTo>
                <a:lnTo>
                  <a:pt x="1301321" y="71598"/>
                </a:lnTo>
                <a:lnTo>
                  <a:pt x="1300007" y="71830"/>
                </a:lnTo>
                <a:lnTo>
                  <a:pt x="1298708" y="72084"/>
                </a:lnTo>
                <a:lnTo>
                  <a:pt x="1297425" y="72359"/>
                </a:lnTo>
                <a:lnTo>
                  <a:pt x="1296156" y="72657"/>
                </a:lnTo>
                <a:lnTo>
                  <a:pt x="1294903" y="72977"/>
                </a:lnTo>
                <a:lnTo>
                  <a:pt x="1293664" y="73319"/>
                </a:lnTo>
                <a:lnTo>
                  <a:pt x="1292441" y="73683"/>
                </a:lnTo>
                <a:lnTo>
                  <a:pt x="1291233" y="74069"/>
                </a:lnTo>
                <a:lnTo>
                  <a:pt x="1290040" y="74477"/>
                </a:lnTo>
                <a:lnTo>
                  <a:pt x="1288861" y="74907"/>
                </a:lnTo>
                <a:lnTo>
                  <a:pt x="1287698" y="75359"/>
                </a:lnTo>
                <a:lnTo>
                  <a:pt x="1286550" y="75833"/>
                </a:lnTo>
                <a:lnTo>
                  <a:pt x="1285417" y="76329"/>
                </a:lnTo>
                <a:lnTo>
                  <a:pt x="1284299" y="76848"/>
                </a:lnTo>
                <a:lnTo>
                  <a:pt x="1283197" y="77386"/>
                </a:lnTo>
                <a:lnTo>
                  <a:pt x="1282109" y="77942"/>
                </a:lnTo>
                <a:lnTo>
                  <a:pt x="1281036" y="78515"/>
                </a:lnTo>
                <a:lnTo>
                  <a:pt x="1279978" y="79105"/>
                </a:lnTo>
                <a:lnTo>
                  <a:pt x="1278936" y="79713"/>
                </a:lnTo>
                <a:lnTo>
                  <a:pt x="1277908" y="80339"/>
                </a:lnTo>
                <a:lnTo>
                  <a:pt x="1276896" y="80982"/>
                </a:lnTo>
                <a:lnTo>
                  <a:pt x="1275898" y="81642"/>
                </a:lnTo>
                <a:lnTo>
                  <a:pt x="1274916" y="82320"/>
                </a:lnTo>
                <a:lnTo>
                  <a:pt x="1273949" y="83016"/>
                </a:lnTo>
                <a:lnTo>
                  <a:pt x="1272997" y="83729"/>
                </a:lnTo>
                <a:lnTo>
                  <a:pt x="1272059" y="84459"/>
                </a:lnTo>
                <a:lnTo>
                  <a:pt x="1271137" y="85207"/>
                </a:lnTo>
                <a:lnTo>
                  <a:pt x="1270230" y="85972"/>
                </a:lnTo>
                <a:lnTo>
                  <a:pt x="1269338" y="86755"/>
                </a:lnTo>
                <a:lnTo>
                  <a:pt x="1268462" y="87556"/>
                </a:lnTo>
                <a:lnTo>
                  <a:pt x="1267600" y="88373"/>
                </a:lnTo>
                <a:lnTo>
                  <a:pt x="1266753" y="89209"/>
                </a:lnTo>
                <a:lnTo>
                  <a:pt x="1265921" y="90062"/>
                </a:lnTo>
                <a:lnTo>
                  <a:pt x="1265105" y="90932"/>
                </a:lnTo>
                <a:lnTo>
                  <a:pt x="1264303" y="91820"/>
                </a:lnTo>
                <a:lnTo>
                  <a:pt x="1263517" y="92725"/>
                </a:lnTo>
                <a:lnTo>
                  <a:pt x="1262745" y="93648"/>
                </a:lnTo>
                <a:lnTo>
                  <a:pt x="1261989" y="94588"/>
                </a:lnTo>
                <a:lnTo>
                  <a:pt x="1261248" y="95544"/>
                </a:lnTo>
                <a:lnTo>
                  <a:pt x="1260522" y="96513"/>
                </a:lnTo>
                <a:lnTo>
                  <a:pt x="1259811" y="97495"/>
                </a:lnTo>
                <a:lnTo>
                  <a:pt x="1259116" y="98491"/>
                </a:lnTo>
                <a:lnTo>
                  <a:pt x="1258436" y="99501"/>
                </a:lnTo>
                <a:lnTo>
                  <a:pt x="1257772" y="100524"/>
                </a:lnTo>
                <a:lnTo>
                  <a:pt x="1257122" y="101560"/>
                </a:lnTo>
                <a:lnTo>
                  <a:pt x="1256489" y="102610"/>
                </a:lnTo>
                <a:lnTo>
                  <a:pt x="1255870" y="103673"/>
                </a:lnTo>
                <a:lnTo>
                  <a:pt x="1255267" y="104750"/>
                </a:lnTo>
                <a:lnTo>
                  <a:pt x="1254679" y="105840"/>
                </a:lnTo>
                <a:lnTo>
                  <a:pt x="1254106" y="106944"/>
                </a:lnTo>
                <a:lnTo>
                  <a:pt x="1253549" y="108061"/>
                </a:lnTo>
                <a:lnTo>
                  <a:pt x="1253007" y="109192"/>
                </a:lnTo>
                <a:lnTo>
                  <a:pt x="1252481" y="110336"/>
                </a:lnTo>
                <a:lnTo>
                  <a:pt x="1251970" y="111493"/>
                </a:lnTo>
                <a:lnTo>
                  <a:pt x="1251474" y="112664"/>
                </a:lnTo>
                <a:lnTo>
                  <a:pt x="1250993" y="113848"/>
                </a:lnTo>
                <a:lnTo>
                  <a:pt x="1250528" y="115046"/>
                </a:lnTo>
                <a:lnTo>
                  <a:pt x="1250078" y="116257"/>
                </a:lnTo>
                <a:lnTo>
                  <a:pt x="1249644" y="117482"/>
                </a:lnTo>
                <a:lnTo>
                  <a:pt x="1249224" y="118720"/>
                </a:lnTo>
                <a:lnTo>
                  <a:pt x="1248820" y="119972"/>
                </a:lnTo>
                <a:lnTo>
                  <a:pt x="1248432" y="121237"/>
                </a:lnTo>
                <a:lnTo>
                  <a:pt x="1248059" y="122513"/>
                </a:lnTo>
                <a:lnTo>
                  <a:pt x="1247702" y="123797"/>
                </a:lnTo>
                <a:lnTo>
                  <a:pt x="1247361" y="125090"/>
                </a:lnTo>
                <a:lnTo>
                  <a:pt x="1247035" y="126390"/>
                </a:lnTo>
                <a:lnTo>
                  <a:pt x="1246726" y="127700"/>
                </a:lnTo>
                <a:lnTo>
                  <a:pt x="1246432" y="129017"/>
                </a:lnTo>
                <a:lnTo>
                  <a:pt x="1246155" y="130343"/>
                </a:lnTo>
                <a:lnTo>
                  <a:pt x="1245893" y="131678"/>
                </a:lnTo>
                <a:lnTo>
                  <a:pt x="1245647" y="133020"/>
                </a:lnTo>
                <a:lnTo>
                  <a:pt x="1245417" y="134371"/>
                </a:lnTo>
                <a:lnTo>
                  <a:pt x="1245202" y="135731"/>
                </a:lnTo>
                <a:lnTo>
                  <a:pt x="1245004" y="137098"/>
                </a:lnTo>
                <a:lnTo>
                  <a:pt x="1244821" y="138474"/>
                </a:lnTo>
                <a:lnTo>
                  <a:pt x="1244655" y="139859"/>
                </a:lnTo>
                <a:lnTo>
                  <a:pt x="1244504" y="141251"/>
                </a:lnTo>
                <a:lnTo>
                  <a:pt x="1244369" y="142652"/>
                </a:lnTo>
                <a:lnTo>
                  <a:pt x="1244250" y="144062"/>
                </a:lnTo>
                <a:lnTo>
                  <a:pt x="1244147" y="145479"/>
                </a:lnTo>
                <a:lnTo>
                  <a:pt x="1244060" y="146905"/>
                </a:lnTo>
                <a:lnTo>
                  <a:pt x="1243988" y="148340"/>
                </a:lnTo>
                <a:lnTo>
                  <a:pt x="1243933" y="149782"/>
                </a:lnTo>
                <a:lnTo>
                  <a:pt x="1243893" y="151233"/>
                </a:lnTo>
                <a:lnTo>
                  <a:pt x="1243869" y="152693"/>
                </a:lnTo>
                <a:lnTo>
                  <a:pt x="1243861" y="154160"/>
                </a:lnTo>
                <a:lnTo>
                  <a:pt x="1243861" y="160668"/>
                </a:lnTo>
                <a:lnTo>
                  <a:pt x="1243869" y="162135"/>
                </a:lnTo>
                <a:lnTo>
                  <a:pt x="1243893" y="163594"/>
                </a:lnTo>
                <a:lnTo>
                  <a:pt x="1243933" y="165045"/>
                </a:lnTo>
                <a:lnTo>
                  <a:pt x="1243988" y="166486"/>
                </a:lnTo>
                <a:lnTo>
                  <a:pt x="1244060" y="167920"/>
                </a:lnTo>
                <a:lnTo>
                  <a:pt x="1244147" y="169344"/>
                </a:lnTo>
                <a:lnTo>
                  <a:pt x="1244250" y="170760"/>
                </a:lnTo>
                <a:lnTo>
                  <a:pt x="1244369" y="172167"/>
                </a:lnTo>
                <a:lnTo>
                  <a:pt x="1244504" y="173566"/>
                </a:lnTo>
                <a:lnTo>
                  <a:pt x="1244655" y="174956"/>
                </a:lnTo>
                <a:lnTo>
                  <a:pt x="1244821" y="176338"/>
                </a:lnTo>
                <a:lnTo>
                  <a:pt x="1245004" y="177711"/>
                </a:lnTo>
                <a:lnTo>
                  <a:pt x="1245202" y="179075"/>
                </a:lnTo>
                <a:lnTo>
                  <a:pt x="1245417" y="180431"/>
                </a:lnTo>
                <a:lnTo>
                  <a:pt x="1245647" y="181778"/>
                </a:lnTo>
                <a:lnTo>
                  <a:pt x="1245893" y="183116"/>
                </a:lnTo>
                <a:lnTo>
                  <a:pt x="1246155" y="184446"/>
                </a:lnTo>
                <a:lnTo>
                  <a:pt x="1246432" y="185767"/>
                </a:lnTo>
                <a:lnTo>
                  <a:pt x="1246726" y="187080"/>
                </a:lnTo>
                <a:lnTo>
                  <a:pt x="1247035" y="188384"/>
                </a:lnTo>
                <a:lnTo>
                  <a:pt x="1247361" y="189679"/>
                </a:lnTo>
                <a:lnTo>
                  <a:pt x="1247702" y="190966"/>
                </a:lnTo>
                <a:lnTo>
                  <a:pt x="1248059" y="192244"/>
                </a:lnTo>
                <a:lnTo>
                  <a:pt x="1248432" y="193514"/>
                </a:lnTo>
                <a:lnTo>
                  <a:pt x="1248820" y="194773"/>
                </a:lnTo>
                <a:lnTo>
                  <a:pt x="1249224" y="196018"/>
                </a:lnTo>
                <a:lnTo>
                  <a:pt x="1249644" y="197251"/>
                </a:lnTo>
                <a:lnTo>
                  <a:pt x="1250078" y="198470"/>
                </a:lnTo>
                <a:lnTo>
                  <a:pt x="1250528" y="199676"/>
                </a:lnTo>
                <a:lnTo>
                  <a:pt x="1250993" y="200869"/>
                </a:lnTo>
                <a:lnTo>
                  <a:pt x="1251474" y="202048"/>
                </a:lnTo>
                <a:lnTo>
                  <a:pt x="1251970" y="203215"/>
                </a:lnTo>
                <a:lnTo>
                  <a:pt x="1252481" y="204368"/>
                </a:lnTo>
                <a:lnTo>
                  <a:pt x="1253007" y="205508"/>
                </a:lnTo>
                <a:lnTo>
                  <a:pt x="1253549" y="206635"/>
                </a:lnTo>
                <a:lnTo>
                  <a:pt x="1254106" y="207749"/>
                </a:lnTo>
                <a:lnTo>
                  <a:pt x="1254679" y="208849"/>
                </a:lnTo>
                <a:lnTo>
                  <a:pt x="1255267" y="209937"/>
                </a:lnTo>
                <a:lnTo>
                  <a:pt x="1255870" y="211011"/>
                </a:lnTo>
                <a:lnTo>
                  <a:pt x="1256489" y="212072"/>
                </a:lnTo>
                <a:lnTo>
                  <a:pt x="1257122" y="213120"/>
                </a:lnTo>
                <a:lnTo>
                  <a:pt x="1257772" y="214154"/>
                </a:lnTo>
                <a:lnTo>
                  <a:pt x="1258436" y="215176"/>
                </a:lnTo>
                <a:lnTo>
                  <a:pt x="1259116" y="216184"/>
                </a:lnTo>
                <a:lnTo>
                  <a:pt x="1259811" y="217179"/>
                </a:lnTo>
                <a:lnTo>
                  <a:pt x="1260522" y="218161"/>
                </a:lnTo>
                <a:lnTo>
                  <a:pt x="1261248" y="219130"/>
                </a:lnTo>
                <a:lnTo>
                  <a:pt x="1261989" y="220085"/>
                </a:lnTo>
                <a:lnTo>
                  <a:pt x="1262745" y="221026"/>
                </a:lnTo>
                <a:lnTo>
                  <a:pt x="1263517" y="221949"/>
                </a:lnTo>
                <a:lnTo>
                  <a:pt x="1264304" y="222855"/>
                </a:lnTo>
                <a:lnTo>
                  <a:pt x="1265107" y="223744"/>
                </a:lnTo>
                <a:lnTo>
                  <a:pt x="1265925" y="224615"/>
                </a:lnTo>
                <a:lnTo>
                  <a:pt x="1266758" y="225469"/>
                </a:lnTo>
                <a:lnTo>
                  <a:pt x="1267606" y="226306"/>
                </a:lnTo>
                <a:lnTo>
                  <a:pt x="1268470" y="227126"/>
                </a:lnTo>
                <a:lnTo>
                  <a:pt x="1269349" y="227929"/>
                </a:lnTo>
                <a:lnTo>
                  <a:pt x="1270244" y="228714"/>
                </a:lnTo>
                <a:lnTo>
                  <a:pt x="1271154" y="229483"/>
                </a:lnTo>
                <a:lnTo>
                  <a:pt x="1272079" y="230234"/>
                </a:lnTo>
                <a:lnTo>
                  <a:pt x="1273019" y="230967"/>
                </a:lnTo>
                <a:lnTo>
                  <a:pt x="1273975" y="231684"/>
                </a:lnTo>
                <a:lnTo>
                  <a:pt x="1274946" y="232383"/>
                </a:lnTo>
                <a:lnTo>
                  <a:pt x="1275933" y="233065"/>
                </a:lnTo>
                <a:lnTo>
                  <a:pt x="1276935" y="233730"/>
                </a:lnTo>
                <a:lnTo>
                  <a:pt x="1277952" y="234378"/>
                </a:lnTo>
                <a:lnTo>
                  <a:pt x="1278984" y="235009"/>
                </a:lnTo>
                <a:lnTo>
                  <a:pt x="1280032" y="235622"/>
                </a:lnTo>
                <a:lnTo>
                  <a:pt x="1281095" y="236218"/>
                </a:lnTo>
                <a:lnTo>
                  <a:pt x="1282174" y="236797"/>
                </a:lnTo>
                <a:lnTo>
                  <a:pt x="1283268" y="237358"/>
                </a:lnTo>
                <a:lnTo>
                  <a:pt x="1284377" y="237903"/>
                </a:lnTo>
                <a:lnTo>
                  <a:pt x="1285501" y="238428"/>
                </a:lnTo>
                <a:lnTo>
                  <a:pt x="1286640" y="238930"/>
                </a:lnTo>
                <a:lnTo>
                  <a:pt x="1287794" y="239410"/>
                </a:lnTo>
                <a:lnTo>
                  <a:pt x="1288962" y="239868"/>
                </a:lnTo>
                <a:lnTo>
                  <a:pt x="1290146" y="240303"/>
                </a:lnTo>
                <a:lnTo>
                  <a:pt x="1291344" y="240716"/>
                </a:lnTo>
                <a:lnTo>
                  <a:pt x="1292557" y="241107"/>
                </a:lnTo>
                <a:lnTo>
                  <a:pt x="1293785" y="241475"/>
                </a:lnTo>
                <a:lnTo>
                  <a:pt x="1295027" y="241821"/>
                </a:lnTo>
                <a:lnTo>
                  <a:pt x="1296285" y="242145"/>
                </a:lnTo>
                <a:lnTo>
                  <a:pt x="1297557" y="242446"/>
                </a:lnTo>
                <a:lnTo>
                  <a:pt x="1298844" y="242725"/>
                </a:lnTo>
                <a:lnTo>
                  <a:pt x="1300146" y="242982"/>
                </a:lnTo>
                <a:lnTo>
                  <a:pt x="1301462" y="243216"/>
                </a:lnTo>
                <a:lnTo>
                  <a:pt x="1302794" y="243429"/>
                </a:lnTo>
                <a:lnTo>
                  <a:pt x="1304140" y="243618"/>
                </a:lnTo>
                <a:lnTo>
                  <a:pt x="1305501" y="243786"/>
                </a:lnTo>
                <a:lnTo>
                  <a:pt x="1306876" y="243931"/>
                </a:lnTo>
                <a:lnTo>
                  <a:pt x="1308267" y="244054"/>
                </a:lnTo>
                <a:lnTo>
                  <a:pt x="1309672" y="244154"/>
                </a:lnTo>
                <a:lnTo>
                  <a:pt x="1311092" y="244232"/>
                </a:lnTo>
                <a:lnTo>
                  <a:pt x="1312527" y="244288"/>
                </a:lnTo>
                <a:lnTo>
                  <a:pt x="1313977" y="244322"/>
                </a:lnTo>
                <a:lnTo>
                  <a:pt x="1315441" y="244333"/>
                </a:lnTo>
                <a:lnTo>
                  <a:pt x="1316857" y="244320"/>
                </a:lnTo>
                <a:lnTo>
                  <a:pt x="1318263" y="244283"/>
                </a:lnTo>
                <a:lnTo>
                  <a:pt x="1319660" y="244221"/>
                </a:lnTo>
                <a:lnTo>
                  <a:pt x="1321047" y="244134"/>
                </a:lnTo>
                <a:lnTo>
                  <a:pt x="1322425" y="244023"/>
                </a:lnTo>
                <a:lnTo>
                  <a:pt x="1323793" y="243886"/>
                </a:lnTo>
                <a:lnTo>
                  <a:pt x="1325152" y="243725"/>
                </a:lnTo>
                <a:lnTo>
                  <a:pt x="1326502" y="243539"/>
                </a:lnTo>
                <a:lnTo>
                  <a:pt x="1327842" y="243328"/>
                </a:lnTo>
                <a:lnTo>
                  <a:pt x="1329173" y="243092"/>
                </a:lnTo>
                <a:lnTo>
                  <a:pt x="1330494" y="242831"/>
                </a:lnTo>
                <a:lnTo>
                  <a:pt x="1331806" y="242546"/>
                </a:lnTo>
                <a:lnTo>
                  <a:pt x="1333109" y="242236"/>
                </a:lnTo>
                <a:lnTo>
                  <a:pt x="1334402" y="241901"/>
                </a:lnTo>
                <a:lnTo>
                  <a:pt x="1335686" y="241541"/>
                </a:lnTo>
                <a:lnTo>
                  <a:pt x="1336960" y="241157"/>
                </a:lnTo>
                <a:lnTo>
                  <a:pt x="1338225" y="240747"/>
                </a:lnTo>
                <a:lnTo>
                  <a:pt x="1339480" y="240313"/>
                </a:lnTo>
                <a:lnTo>
                  <a:pt x="1340727" y="239854"/>
                </a:lnTo>
                <a:lnTo>
                  <a:pt x="1341963" y="239370"/>
                </a:lnTo>
                <a:lnTo>
                  <a:pt x="1343190" y="238861"/>
                </a:lnTo>
                <a:lnTo>
                  <a:pt x="1344408" y="238328"/>
                </a:lnTo>
                <a:lnTo>
                  <a:pt x="1345617" y="237769"/>
                </a:lnTo>
                <a:lnTo>
                  <a:pt x="1346816" y="237186"/>
                </a:lnTo>
                <a:lnTo>
                  <a:pt x="1348001" y="236582"/>
                </a:lnTo>
                <a:lnTo>
                  <a:pt x="1349167" y="235959"/>
                </a:lnTo>
                <a:lnTo>
                  <a:pt x="1350315" y="235317"/>
                </a:lnTo>
                <a:lnTo>
                  <a:pt x="1351444" y="234657"/>
                </a:lnTo>
                <a:lnTo>
                  <a:pt x="1352555" y="233979"/>
                </a:lnTo>
                <a:lnTo>
                  <a:pt x="1353647" y="233283"/>
                </a:lnTo>
                <a:lnTo>
                  <a:pt x="1354721" y="232568"/>
                </a:lnTo>
                <a:lnTo>
                  <a:pt x="1355776" y="231835"/>
                </a:lnTo>
                <a:lnTo>
                  <a:pt x="1356813" y="231084"/>
                </a:lnTo>
                <a:lnTo>
                  <a:pt x="1357831" y="230314"/>
                </a:lnTo>
                <a:lnTo>
                  <a:pt x="1358830" y="229526"/>
                </a:lnTo>
                <a:lnTo>
                  <a:pt x="1359811" y="228719"/>
                </a:lnTo>
                <a:lnTo>
                  <a:pt x="1360773" y="227895"/>
                </a:lnTo>
                <a:lnTo>
                  <a:pt x="1361717" y="227051"/>
                </a:lnTo>
                <a:lnTo>
                  <a:pt x="1362642" y="226190"/>
                </a:lnTo>
                <a:lnTo>
                  <a:pt x="1363549" y="225310"/>
                </a:lnTo>
                <a:lnTo>
                  <a:pt x="1364437" y="224412"/>
                </a:lnTo>
                <a:lnTo>
                  <a:pt x="1365306" y="223495"/>
                </a:lnTo>
                <a:lnTo>
                  <a:pt x="1366157" y="222561"/>
                </a:lnTo>
                <a:lnTo>
                  <a:pt x="1366990" y="221607"/>
                </a:lnTo>
                <a:lnTo>
                  <a:pt x="1367803" y="220636"/>
                </a:lnTo>
                <a:lnTo>
                  <a:pt x="1368599" y="219646"/>
                </a:lnTo>
                <a:lnTo>
                  <a:pt x="1369375" y="218638"/>
                </a:lnTo>
                <a:lnTo>
                  <a:pt x="1370133" y="217611"/>
                </a:lnTo>
                <a:lnTo>
                  <a:pt x="1370868" y="216569"/>
                </a:lnTo>
                <a:lnTo>
                  <a:pt x="1371574" y="215514"/>
                </a:lnTo>
                <a:lnTo>
                  <a:pt x="1372252" y="214447"/>
                </a:lnTo>
                <a:lnTo>
                  <a:pt x="1372901" y="213368"/>
                </a:lnTo>
                <a:lnTo>
                  <a:pt x="1373521" y="212276"/>
                </a:lnTo>
                <a:lnTo>
                  <a:pt x="1374113" y="211171"/>
                </a:lnTo>
                <a:lnTo>
                  <a:pt x="1374677" y="210055"/>
                </a:lnTo>
                <a:lnTo>
                  <a:pt x="1375212" y="208926"/>
                </a:lnTo>
                <a:lnTo>
                  <a:pt x="1375718" y="207784"/>
                </a:lnTo>
                <a:lnTo>
                  <a:pt x="1376196" y="206630"/>
                </a:lnTo>
                <a:lnTo>
                  <a:pt x="1376646" y="205464"/>
                </a:lnTo>
                <a:lnTo>
                  <a:pt x="1377067" y="204286"/>
                </a:lnTo>
                <a:lnTo>
                  <a:pt x="1377459" y="203095"/>
                </a:lnTo>
                <a:lnTo>
                  <a:pt x="1377823" y="201891"/>
                </a:lnTo>
                <a:lnTo>
                  <a:pt x="1378159" y="200675"/>
                </a:lnTo>
                <a:lnTo>
                  <a:pt x="1378466" y="199447"/>
                </a:lnTo>
                <a:lnTo>
                  <a:pt x="1378744" y="198207"/>
                </a:lnTo>
                <a:lnTo>
                  <a:pt x="1378994" y="196954"/>
                </a:lnTo>
                <a:lnTo>
                  <a:pt x="1379215" y="195688"/>
                </a:lnTo>
                <a:lnTo>
                  <a:pt x="1379408" y="194411"/>
                </a:lnTo>
                <a:lnTo>
                  <a:pt x="1379572" y="193121"/>
                </a:lnTo>
                <a:lnTo>
                  <a:pt x="1379708" y="191818"/>
                </a:lnTo>
                <a:lnTo>
                  <a:pt x="1379816" y="190503"/>
                </a:lnTo>
                <a:lnTo>
                  <a:pt x="1379894" y="189176"/>
                </a:lnTo>
                <a:lnTo>
                  <a:pt x="1362077" y="189176"/>
                </a:lnTo>
                <a:lnTo>
                  <a:pt x="1361989" y="190232"/>
                </a:lnTo>
                <a:lnTo>
                  <a:pt x="1361882" y="191273"/>
                </a:lnTo>
                <a:lnTo>
                  <a:pt x="1361754" y="192301"/>
                </a:lnTo>
                <a:lnTo>
                  <a:pt x="1361606" y="193315"/>
                </a:lnTo>
                <a:lnTo>
                  <a:pt x="1361437" y="194314"/>
                </a:lnTo>
                <a:lnTo>
                  <a:pt x="1361249" y="195300"/>
                </a:lnTo>
                <a:lnTo>
                  <a:pt x="1361040" y="196272"/>
                </a:lnTo>
                <a:lnTo>
                  <a:pt x="1360812" y="197229"/>
                </a:lnTo>
                <a:lnTo>
                  <a:pt x="1360563" y="198173"/>
                </a:lnTo>
                <a:lnTo>
                  <a:pt x="1360293" y="199102"/>
                </a:lnTo>
                <a:lnTo>
                  <a:pt x="1360004" y="200018"/>
                </a:lnTo>
                <a:lnTo>
                  <a:pt x="1359695" y="200919"/>
                </a:lnTo>
                <a:lnTo>
                  <a:pt x="1359365" y="201807"/>
                </a:lnTo>
                <a:lnTo>
                  <a:pt x="1359015" y="202680"/>
                </a:lnTo>
                <a:lnTo>
                  <a:pt x="1358645" y="203540"/>
                </a:lnTo>
                <a:lnTo>
                  <a:pt x="1358255" y="204385"/>
                </a:lnTo>
                <a:lnTo>
                  <a:pt x="1357845" y="205217"/>
                </a:lnTo>
                <a:lnTo>
                  <a:pt x="1357414" y="206034"/>
                </a:lnTo>
                <a:lnTo>
                  <a:pt x="1356964" y="206837"/>
                </a:lnTo>
                <a:lnTo>
                  <a:pt x="1356493" y="207627"/>
                </a:lnTo>
                <a:lnTo>
                  <a:pt x="1356002" y="208402"/>
                </a:lnTo>
                <a:lnTo>
                  <a:pt x="1355490" y="209163"/>
                </a:lnTo>
                <a:lnTo>
                  <a:pt x="1354959" y="209911"/>
                </a:lnTo>
                <a:lnTo>
                  <a:pt x="1354408" y="210644"/>
                </a:lnTo>
                <a:lnTo>
                  <a:pt x="1353840" y="211363"/>
                </a:lnTo>
                <a:lnTo>
                  <a:pt x="1353259" y="212067"/>
                </a:lnTo>
                <a:lnTo>
                  <a:pt x="1352667" y="212756"/>
                </a:lnTo>
                <a:lnTo>
                  <a:pt x="1352062" y="213431"/>
                </a:lnTo>
                <a:lnTo>
                  <a:pt x="1351445" y="214091"/>
                </a:lnTo>
                <a:lnTo>
                  <a:pt x="1350815" y="214737"/>
                </a:lnTo>
                <a:lnTo>
                  <a:pt x="1350173" y="215368"/>
                </a:lnTo>
                <a:lnTo>
                  <a:pt x="1349518" y="215984"/>
                </a:lnTo>
                <a:lnTo>
                  <a:pt x="1348852" y="216586"/>
                </a:lnTo>
                <a:lnTo>
                  <a:pt x="1348172" y="217174"/>
                </a:lnTo>
                <a:lnTo>
                  <a:pt x="1347481" y="217747"/>
                </a:lnTo>
                <a:lnTo>
                  <a:pt x="1346777" y="218305"/>
                </a:lnTo>
                <a:lnTo>
                  <a:pt x="1346061" y="218848"/>
                </a:lnTo>
                <a:lnTo>
                  <a:pt x="1345332" y="219378"/>
                </a:lnTo>
                <a:lnTo>
                  <a:pt x="1344591" y="219892"/>
                </a:lnTo>
                <a:lnTo>
                  <a:pt x="1343837" y="220392"/>
                </a:lnTo>
                <a:lnTo>
                  <a:pt x="1343072" y="220877"/>
                </a:lnTo>
                <a:lnTo>
                  <a:pt x="1342294" y="221348"/>
                </a:lnTo>
                <a:lnTo>
                  <a:pt x="1341503" y="221804"/>
                </a:lnTo>
                <a:lnTo>
                  <a:pt x="1340700" y="222246"/>
                </a:lnTo>
                <a:lnTo>
                  <a:pt x="1339885" y="222673"/>
                </a:lnTo>
                <a:lnTo>
                  <a:pt x="1339057" y="223086"/>
                </a:lnTo>
                <a:lnTo>
                  <a:pt x="1338217" y="223483"/>
                </a:lnTo>
                <a:lnTo>
                  <a:pt x="1337365" y="223867"/>
                </a:lnTo>
                <a:lnTo>
                  <a:pt x="1336504" y="224235"/>
                </a:lnTo>
                <a:lnTo>
                  <a:pt x="1335638" y="224587"/>
                </a:lnTo>
                <a:lnTo>
                  <a:pt x="1334768" y="224923"/>
                </a:lnTo>
                <a:lnTo>
                  <a:pt x="1333894" y="225244"/>
                </a:lnTo>
                <a:lnTo>
                  <a:pt x="1333015" y="225549"/>
                </a:lnTo>
                <a:lnTo>
                  <a:pt x="1332131" y="225839"/>
                </a:lnTo>
                <a:lnTo>
                  <a:pt x="1331242" y="226113"/>
                </a:lnTo>
                <a:lnTo>
                  <a:pt x="1330350" y="226371"/>
                </a:lnTo>
                <a:lnTo>
                  <a:pt x="1329452" y="226614"/>
                </a:lnTo>
                <a:lnTo>
                  <a:pt x="1328550" y="226841"/>
                </a:lnTo>
                <a:lnTo>
                  <a:pt x="1327643" y="227052"/>
                </a:lnTo>
                <a:lnTo>
                  <a:pt x="1326732" y="227247"/>
                </a:lnTo>
                <a:lnTo>
                  <a:pt x="1325816" y="227427"/>
                </a:lnTo>
                <a:lnTo>
                  <a:pt x="1324896" y="227592"/>
                </a:lnTo>
                <a:lnTo>
                  <a:pt x="1323971" y="227740"/>
                </a:lnTo>
                <a:lnTo>
                  <a:pt x="1323042" y="227874"/>
                </a:lnTo>
                <a:lnTo>
                  <a:pt x="1322108" y="227991"/>
                </a:lnTo>
                <a:lnTo>
                  <a:pt x="1321169" y="228093"/>
                </a:lnTo>
                <a:lnTo>
                  <a:pt x="1320226" y="228179"/>
                </a:lnTo>
                <a:lnTo>
                  <a:pt x="1319278" y="228249"/>
                </a:lnTo>
                <a:lnTo>
                  <a:pt x="1318326" y="228304"/>
                </a:lnTo>
                <a:lnTo>
                  <a:pt x="1317369" y="228343"/>
                </a:lnTo>
                <a:lnTo>
                  <a:pt x="1316407" y="228367"/>
                </a:lnTo>
                <a:lnTo>
                  <a:pt x="1315441" y="228374"/>
                </a:lnTo>
                <a:lnTo>
                  <a:pt x="1314248" y="228365"/>
                </a:lnTo>
                <a:lnTo>
                  <a:pt x="1313069" y="228336"/>
                </a:lnTo>
                <a:lnTo>
                  <a:pt x="1311906" y="228288"/>
                </a:lnTo>
                <a:lnTo>
                  <a:pt x="1310757" y="228222"/>
                </a:lnTo>
                <a:lnTo>
                  <a:pt x="1309623" y="228136"/>
                </a:lnTo>
                <a:close/>
                <a:moveTo>
                  <a:pt x="1786105" y="143038"/>
                </a:moveTo>
                <a:lnTo>
                  <a:pt x="1786052" y="141668"/>
                </a:lnTo>
                <a:lnTo>
                  <a:pt x="1785985" y="140307"/>
                </a:lnTo>
                <a:lnTo>
                  <a:pt x="1785902" y="138957"/>
                </a:lnTo>
                <a:lnTo>
                  <a:pt x="1785804" y="137617"/>
                </a:lnTo>
                <a:lnTo>
                  <a:pt x="1785691" y="136286"/>
                </a:lnTo>
                <a:lnTo>
                  <a:pt x="1785563" y="134966"/>
                </a:lnTo>
                <a:lnTo>
                  <a:pt x="1785420" y="133655"/>
                </a:lnTo>
                <a:lnTo>
                  <a:pt x="1785261" y="132355"/>
                </a:lnTo>
                <a:lnTo>
                  <a:pt x="1785088" y="131064"/>
                </a:lnTo>
                <a:lnTo>
                  <a:pt x="1784900" y="129784"/>
                </a:lnTo>
                <a:lnTo>
                  <a:pt x="1784697" y="128513"/>
                </a:lnTo>
                <a:lnTo>
                  <a:pt x="1784478" y="127252"/>
                </a:lnTo>
                <a:lnTo>
                  <a:pt x="1784245" y="126001"/>
                </a:lnTo>
                <a:lnTo>
                  <a:pt x="1783996" y="124760"/>
                </a:lnTo>
                <a:lnTo>
                  <a:pt x="1783733" y="123529"/>
                </a:lnTo>
                <a:lnTo>
                  <a:pt x="1783454" y="122308"/>
                </a:lnTo>
                <a:lnTo>
                  <a:pt x="1783160" y="121097"/>
                </a:lnTo>
                <a:lnTo>
                  <a:pt x="1782851" y="119896"/>
                </a:lnTo>
                <a:lnTo>
                  <a:pt x="1782528" y="118704"/>
                </a:lnTo>
                <a:lnTo>
                  <a:pt x="1782189" y="117523"/>
                </a:lnTo>
                <a:lnTo>
                  <a:pt x="1781835" y="116351"/>
                </a:lnTo>
                <a:lnTo>
                  <a:pt x="1781466" y="115191"/>
                </a:lnTo>
                <a:lnTo>
                  <a:pt x="1781083" y="114044"/>
                </a:lnTo>
                <a:lnTo>
                  <a:pt x="1780685" y="112910"/>
                </a:lnTo>
                <a:lnTo>
                  <a:pt x="1780272" y="111789"/>
                </a:lnTo>
                <a:lnTo>
                  <a:pt x="1779845" y="110680"/>
                </a:lnTo>
                <a:lnTo>
                  <a:pt x="1779404" y="109585"/>
                </a:lnTo>
                <a:lnTo>
                  <a:pt x="1778948" y="108502"/>
                </a:lnTo>
                <a:lnTo>
                  <a:pt x="1778478" y="107432"/>
                </a:lnTo>
                <a:lnTo>
                  <a:pt x="1777993" y="106376"/>
                </a:lnTo>
                <a:lnTo>
                  <a:pt x="1777493" y="105332"/>
                </a:lnTo>
                <a:lnTo>
                  <a:pt x="1776979" y="104301"/>
                </a:lnTo>
                <a:lnTo>
                  <a:pt x="1776451" y="103282"/>
                </a:lnTo>
                <a:lnTo>
                  <a:pt x="1775908" y="102277"/>
                </a:lnTo>
                <a:lnTo>
                  <a:pt x="1775350" y="101285"/>
                </a:lnTo>
                <a:lnTo>
                  <a:pt x="1774778" y="100305"/>
                </a:lnTo>
                <a:lnTo>
                  <a:pt x="1774191" y="99339"/>
                </a:lnTo>
                <a:lnTo>
                  <a:pt x="1773590" y="98385"/>
                </a:lnTo>
                <a:lnTo>
                  <a:pt x="1772974" y="97444"/>
                </a:lnTo>
                <a:lnTo>
                  <a:pt x="1772344" y="96516"/>
                </a:lnTo>
                <a:lnTo>
                  <a:pt x="1771699" y="95601"/>
                </a:lnTo>
                <a:lnTo>
                  <a:pt x="1771040" y="94699"/>
                </a:lnTo>
                <a:lnTo>
                  <a:pt x="1770366" y="93810"/>
                </a:lnTo>
                <a:lnTo>
                  <a:pt x="1769678" y="92934"/>
                </a:lnTo>
                <a:lnTo>
                  <a:pt x="1768975" y="92070"/>
                </a:lnTo>
                <a:lnTo>
                  <a:pt x="1768258" y="91221"/>
                </a:lnTo>
                <a:lnTo>
                  <a:pt x="1767528" y="90388"/>
                </a:lnTo>
                <a:lnTo>
                  <a:pt x="1766785" y="89572"/>
                </a:lnTo>
                <a:lnTo>
                  <a:pt x="1766029" y="88771"/>
                </a:lnTo>
                <a:lnTo>
                  <a:pt x="1765260" y="87987"/>
                </a:lnTo>
                <a:lnTo>
                  <a:pt x="1764477" y="87218"/>
                </a:lnTo>
                <a:lnTo>
                  <a:pt x="1763681" y="86466"/>
                </a:lnTo>
                <a:lnTo>
                  <a:pt x="1762872" y="85730"/>
                </a:lnTo>
                <a:lnTo>
                  <a:pt x="1762050" y="85010"/>
                </a:lnTo>
                <a:lnTo>
                  <a:pt x="1761215" y="84306"/>
                </a:lnTo>
                <a:lnTo>
                  <a:pt x="1760366" y="83618"/>
                </a:lnTo>
                <a:lnTo>
                  <a:pt x="1759505" y="82946"/>
                </a:lnTo>
                <a:lnTo>
                  <a:pt x="1758630" y="82290"/>
                </a:lnTo>
                <a:lnTo>
                  <a:pt x="1757742" y="81651"/>
                </a:lnTo>
                <a:lnTo>
                  <a:pt x="1756840" y="81027"/>
                </a:lnTo>
                <a:lnTo>
                  <a:pt x="1755926" y="80420"/>
                </a:lnTo>
                <a:lnTo>
                  <a:pt x="1754998" y="79829"/>
                </a:lnTo>
                <a:lnTo>
                  <a:pt x="1754058" y="79254"/>
                </a:lnTo>
                <a:lnTo>
                  <a:pt x="1753104" y="78695"/>
                </a:lnTo>
                <a:lnTo>
                  <a:pt x="1752137" y="78152"/>
                </a:lnTo>
                <a:lnTo>
                  <a:pt x="1751156" y="77625"/>
                </a:lnTo>
                <a:lnTo>
                  <a:pt x="1750163" y="77114"/>
                </a:lnTo>
                <a:lnTo>
                  <a:pt x="1749156" y="76619"/>
                </a:lnTo>
                <a:lnTo>
                  <a:pt x="1748136" y="76141"/>
                </a:lnTo>
                <a:lnTo>
                  <a:pt x="1747103" y="75680"/>
                </a:lnTo>
                <a:lnTo>
                  <a:pt x="1746058" y="75239"/>
                </a:lnTo>
                <a:lnTo>
                  <a:pt x="1745000" y="74818"/>
                </a:lnTo>
                <a:lnTo>
                  <a:pt x="1743929" y="74416"/>
                </a:lnTo>
                <a:lnTo>
                  <a:pt x="1742846" y="74034"/>
                </a:lnTo>
                <a:lnTo>
                  <a:pt x="1741750" y="73671"/>
                </a:lnTo>
                <a:lnTo>
                  <a:pt x="1740641" y="73328"/>
                </a:lnTo>
                <a:lnTo>
                  <a:pt x="1739520" y="73005"/>
                </a:lnTo>
                <a:lnTo>
                  <a:pt x="1738386" y="72701"/>
                </a:lnTo>
                <a:lnTo>
                  <a:pt x="1737240" y="72416"/>
                </a:lnTo>
                <a:lnTo>
                  <a:pt x="1736080" y="72152"/>
                </a:lnTo>
                <a:lnTo>
                  <a:pt x="1734909" y="71907"/>
                </a:lnTo>
                <a:lnTo>
                  <a:pt x="1733724" y="71681"/>
                </a:lnTo>
                <a:lnTo>
                  <a:pt x="1732527" y="71476"/>
                </a:lnTo>
                <a:lnTo>
                  <a:pt x="1731317" y="71289"/>
                </a:lnTo>
                <a:lnTo>
                  <a:pt x="1730095" y="71123"/>
                </a:lnTo>
                <a:lnTo>
                  <a:pt x="1728860" y="70976"/>
                </a:lnTo>
                <a:lnTo>
                  <a:pt x="1727612" y="70848"/>
                </a:lnTo>
                <a:lnTo>
                  <a:pt x="1726352" y="70741"/>
                </a:lnTo>
                <a:lnTo>
                  <a:pt x="1725079" y="70652"/>
                </a:lnTo>
                <a:lnTo>
                  <a:pt x="1723793" y="70584"/>
                </a:lnTo>
                <a:lnTo>
                  <a:pt x="1722495" y="70535"/>
                </a:lnTo>
                <a:lnTo>
                  <a:pt x="1721184" y="70505"/>
                </a:lnTo>
                <a:lnTo>
                  <a:pt x="1719861" y="70495"/>
                </a:lnTo>
                <a:lnTo>
                  <a:pt x="1718662" y="70506"/>
                </a:lnTo>
                <a:lnTo>
                  <a:pt x="1717469" y="70536"/>
                </a:lnTo>
                <a:lnTo>
                  <a:pt x="1716281" y="70587"/>
                </a:lnTo>
                <a:lnTo>
                  <a:pt x="1715098" y="70659"/>
                </a:lnTo>
                <a:lnTo>
                  <a:pt x="1713921" y="70751"/>
                </a:lnTo>
                <a:lnTo>
                  <a:pt x="1712748" y="70863"/>
                </a:lnTo>
                <a:lnTo>
                  <a:pt x="1711581" y="70996"/>
                </a:lnTo>
                <a:lnTo>
                  <a:pt x="1710418" y="71150"/>
                </a:lnTo>
                <a:lnTo>
                  <a:pt x="1709261" y="71323"/>
                </a:lnTo>
                <a:lnTo>
                  <a:pt x="1708109" y="71518"/>
                </a:lnTo>
                <a:lnTo>
                  <a:pt x="1706962" y="71732"/>
                </a:lnTo>
                <a:lnTo>
                  <a:pt x="1705820" y="71967"/>
                </a:lnTo>
                <a:lnTo>
                  <a:pt x="1704683" y="72223"/>
                </a:lnTo>
                <a:lnTo>
                  <a:pt x="1703551" y="72499"/>
                </a:lnTo>
                <a:lnTo>
                  <a:pt x="1702424" y="72795"/>
                </a:lnTo>
                <a:lnTo>
                  <a:pt x="1701303" y="73112"/>
                </a:lnTo>
                <a:lnTo>
                  <a:pt x="1700186" y="73449"/>
                </a:lnTo>
                <a:lnTo>
                  <a:pt x="1699075" y="73807"/>
                </a:lnTo>
                <a:lnTo>
                  <a:pt x="1697969" y="74185"/>
                </a:lnTo>
                <a:lnTo>
                  <a:pt x="1696868" y="74584"/>
                </a:lnTo>
                <a:lnTo>
                  <a:pt x="1695772" y="75003"/>
                </a:lnTo>
                <a:lnTo>
                  <a:pt x="1694681" y="75443"/>
                </a:lnTo>
                <a:lnTo>
                  <a:pt x="1693595" y="75903"/>
                </a:lnTo>
                <a:lnTo>
                  <a:pt x="1692515" y="76383"/>
                </a:lnTo>
                <a:lnTo>
                  <a:pt x="1691442" y="76883"/>
                </a:lnTo>
                <a:lnTo>
                  <a:pt x="1690379" y="77401"/>
                </a:lnTo>
                <a:lnTo>
                  <a:pt x="1689326" y="77938"/>
                </a:lnTo>
                <a:lnTo>
                  <a:pt x="1688284" y="78494"/>
                </a:lnTo>
                <a:lnTo>
                  <a:pt x="1687252" y="79068"/>
                </a:lnTo>
                <a:lnTo>
                  <a:pt x="1686230" y="79661"/>
                </a:lnTo>
                <a:lnTo>
                  <a:pt x="1685218" y="80272"/>
                </a:lnTo>
                <a:lnTo>
                  <a:pt x="1684217" y="80902"/>
                </a:lnTo>
                <a:lnTo>
                  <a:pt x="1683226" y="81550"/>
                </a:lnTo>
                <a:lnTo>
                  <a:pt x="1682245" y="82217"/>
                </a:lnTo>
                <a:lnTo>
                  <a:pt x="1681274" y="82903"/>
                </a:lnTo>
                <a:lnTo>
                  <a:pt x="1680313" y="83607"/>
                </a:lnTo>
                <a:lnTo>
                  <a:pt x="1679363" y="84329"/>
                </a:lnTo>
                <a:lnTo>
                  <a:pt x="1678423" y="85071"/>
                </a:lnTo>
                <a:lnTo>
                  <a:pt x="1677493" y="85830"/>
                </a:lnTo>
                <a:lnTo>
                  <a:pt x="1676573" y="86609"/>
                </a:lnTo>
                <a:lnTo>
                  <a:pt x="1675664" y="87406"/>
                </a:lnTo>
                <a:lnTo>
                  <a:pt x="1674765" y="88221"/>
                </a:lnTo>
                <a:lnTo>
                  <a:pt x="1673876" y="89055"/>
                </a:lnTo>
                <a:lnTo>
                  <a:pt x="1672997" y="89908"/>
                </a:lnTo>
                <a:lnTo>
                  <a:pt x="1672128" y="90779"/>
                </a:lnTo>
                <a:lnTo>
                  <a:pt x="1671270" y="91668"/>
                </a:lnTo>
                <a:lnTo>
                  <a:pt x="1670422" y="92577"/>
                </a:lnTo>
                <a:lnTo>
                  <a:pt x="1669584" y="93503"/>
                </a:lnTo>
                <a:lnTo>
                  <a:pt x="1668759" y="94447"/>
                </a:lnTo>
                <a:lnTo>
                  <a:pt x="1667948" y="95406"/>
                </a:lnTo>
                <a:lnTo>
                  <a:pt x="1667151" y="96381"/>
                </a:lnTo>
                <a:lnTo>
                  <a:pt x="1666369" y="97370"/>
                </a:lnTo>
                <a:lnTo>
                  <a:pt x="1665602" y="98375"/>
                </a:lnTo>
                <a:lnTo>
                  <a:pt x="1664849" y="99396"/>
                </a:lnTo>
                <a:lnTo>
                  <a:pt x="1664111" y="100431"/>
                </a:lnTo>
                <a:lnTo>
                  <a:pt x="1663387" y="101483"/>
                </a:lnTo>
                <a:lnTo>
                  <a:pt x="1662677" y="102549"/>
                </a:lnTo>
                <a:lnTo>
                  <a:pt x="1661983" y="103631"/>
                </a:lnTo>
                <a:lnTo>
                  <a:pt x="1661302" y="104728"/>
                </a:lnTo>
                <a:lnTo>
                  <a:pt x="1660637" y="105840"/>
                </a:lnTo>
                <a:lnTo>
                  <a:pt x="1659985" y="106968"/>
                </a:lnTo>
                <a:lnTo>
                  <a:pt x="1659349" y="108111"/>
                </a:lnTo>
                <a:lnTo>
                  <a:pt x="1658727" y="109269"/>
                </a:lnTo>
                <a:lnTo>
                  <a:pt x="1658119" y="110443"/>
                </a:lnTo>
                <a:lnTo>
                  <a:pt x="1657526" y="111632"/>
                </a:lnTo>
                <a:lnTo>
                  <a:pt x="1656947" y="112836"/>
                </a:lnTo>
                <a:lnTo>
                  <a:pt x="1656383" y="114056"/>
                </a:lnTo>
                <a:lnTo>
                  <a:pt x="1655834" y="115291"/>
                </a:lnTo>
                <a:lnTo>
                  <a:pt x="1655299" y="116541"/>
                </a:lnTo>
                <a:lnTo>
                  <a:pt x="1654778" y="117807"/>
                </a:lnTo>
                <a:lnTo>
                  <a:pt x="1654272" y="119088"/>
                </a:lnTo>
                <a:lnTo>
                  <a:pt x="1653781" y="120385"/>
                </a:lnTo>
                <a:lnTo>
                  <a:pt x="1653307" y="121695"/>
                </a:lnTo>
                <a:lnTo>
                  <a:pt x="1652853" y="123018"/>
                </a:lnTo>
                <a:lnTo>
                  <a:pt x="1652419" y="124355"/>
                </a:lnTo>
                <a:lnTo>
                  <a:pt x="1652005" y="125704"/>
                </a:lnTo>
                <a:lnTo>
                  <a:pt x="1651612" y="127066"/>
                </a:lnTo>
                <a:lnTo>
                  <a:pt x="1651239" y="128441"/>
                </a:lnTo>
                <a:lnTo>
                  <a:pt x="1650886" y="129829"/>
                </a:lnTo>
                <a:lnTo>
                  <a:pt x="1650553" y="131230"/>
                </a:lnTo>
                <a:lnTo>
                  <a:pt x="1650240" y="132644"/>
                </a:lnTo>
                <a:lnTo>
                  <a:pt x="1649948" y="134071"/>
                </a:lnTo>
                <a:lnTo>
                  <a:pt x="1649675" y="135510"/>
                </a:lnTo>
                <a:lnTo>
                  <a:pt x="1649423" y="136963"/>
                </a:lnTo>
                <a:lnTo>
                  <a:pt x="1649191" y="138428"/>
                </a:lnTo>
                <a:lnTo>
                  <a:pt x="1648979" y="139906"/>
                </a:lnTo>
                <a:lnTo>
                  <a:pt x="1648788" y="141398"/>
                </a:lnTo>
                <a:lnTo>
                  <a:pt x="1648616" y="142902"/>
                </a:lnTo>
                <a:lnTo>
                  <a:pt x="1648465" y="144419"/>
                </a:lnTo>
                <a:lnTo>
                  <a:pt x="1648334" y="145949"/>
                </a:lnTo>
                <a:lnTo>
                  <a:pt x="1648223" y="147492"/>
                </a:lnTo>
                <a:lnTo>
                  <a:pt x="1648132" y="149048"/>
                </a:lnTo>
                <a:lnTo>
                  <a:pt x="1648061" y="150616"/>
                </a:lnTo>
                <a:lnTo>
                  <a:pt x="1648011" y="152198"/>
                </a:lnTo>
                <a:lnTo>
                  <a:pt x="1647981" y="153792"/>
                </a:lnTo>
                <a:lnTo>
                  <a:pt x="1647971" y="155400"/>
                </a:lnTo>
                <a:lnTo>
                  <a:pt x="1647971" y="162062"/>
                </a:lnTo>
                <a:lnTo>
                  <a:pt x="1647980" y="163555"/>
                </a:lnTo>
                <a:lnTo>
                  <a:pt x="1648009" y="165038"/>
                </a:lnTo>
                <a:lnTo>
                  <a:pt x="1648058" y="166510"/>
                </a:lnTo>
                <a:lnTo>
                  <a:pt x="1648126" y="167973"/>
                </a:lnTo>
                <a:lnTo>
                  <a:pt x="1648213" y="169426"/>
                </a:lnTo>
                <a:lnTo>
                  <a:pt x="1648319" y="170869"/>
                </a:lnTo>
                <a:lnTo>
                  <a:pt x="1648445" y="172302"/>
                </a:lnTo>
                <a:lnTo>
                  <a:pt x="1648590" y="173725"/>
                </a:lnTo>
                <a:lnTo>
                  <a:pt x="1648755" y="175138"/>
                </a:lnTo>
                <a:lnTo>
                  <a:pt x="1648939" y="176542"/>
                </a:lnTo>
                <a:lnTo>
                  <a:pt x="1649142" y="177935"/>
                </a:lnTo>
                <a:lnTo>
                  <a:pt x="1649365" y="179318"/>
                </a:lnTo>
                <a:lnTo>
                  <a:pt x="1649607" y="180691"/>
                </a:lnTo>
                <a:lnTo>
                  <a:pt x="1649869" y="182055"/>
                </a:lnTo>
                <a:lnTo>
                  <a:pt x="1650149" y="183408"/>
                </a:lnTo>
                <a:lnTo>
                  <a:pt x="1650450" y="184752"/>
                </a:lnTo>
                <a:lnTo>
                  <a:pt x="1650769" y="186085"/>
                </a:lnTo>
                <a:lnTo>
                  <a:pt x="1651108" y="187409"/>
                </a:lnTo>
                <a:lnTo>
                  <a:pt x="1651466" y="188722"/>
                </a:lnTo>
                <a:lnTo>
                  <a:pt x="1651844" y="190026"/>
                </a:lnTo>
                <a:lnTo>
                  <a:pt x="1652241" y="191319"/>
                </a:lnTo>
                <a:lnTo>
                  <a:pt x="1652657" y="192603"/>
                </a:lnTo>
                <a:lnTo>
                  <a:pt x="1653093" y="193877"/>
                </a:lnTo>
                <a:lnTo>
                  <a:pt x="1653548" y="195141"/>
                </a:lnTo>
                <a:lnTo>
                  <a:pt x="1654021" y="196393"/>
                </a:lnTo>
                <a:lnTo>
                  <a:pt x="1654509" y="197630"/>
                </a:lnTo>
                <a:lnTo>
                  <a:pt x="1655013" y="198853"/>
                </a:lnTo>
                <a:lnTo>
                  <a:pt x="1655532" y="200062"/>
                </a:lnTo>
                <a:lnTo>
                  <a:pt x="1656067" y="201257"/>
                </a:lnTo>
                <a:lnTo>
                  <a:pt x="1656618" y="202437"/>
                </a:lnTo>
                <a:lnTo>
                  <a:pt x="1657184" y="203603"/>
                </a:lnTo>
                <a:lnTo>
                  <a:pt x="1657766" y="204755"/>
                </a:lnTo>
                <a:lnTo>
                  <a:pt x="1658363" y="205893"/>
                </a:lnTo>
                <a:lnTo>
                  <a:pt x="1658976" y="207016"/>
                </a:lnTo>
                <a:lnTo>
                  <a:pt x="1659605" y="208126"/>
                </a:lnTo>
                <a:lnTo>
                  <a:pt x="1660249" y="209221"/>
                </a:lnTo>
                <a:lnTo>
                  <a:pt x="1660909" y="210301"/>
                </a:lnTo>
                <a:lnTo>
                  <a:pt x="1661585" y="211368"/>
                </a:lnTo>
                <a:lnTo>
                  <a:pt x="1662276" y="212420"/>
                </a:lnTo>
                <a:lnTo>
                  <a:pt x="1662982" y="213458"/>
                </a:lnTo>
                <a:lnTo>
                  <a:pt x="1663704" y="214481"/>
                </a:lnTo>
                <a:lnTo>
                  <a:pt x="1664442" y="215491"/>
                </a:lnTo>
                <a:lnTo>
                  <a:pt x="1665196" y="216486"/>
                </a:lnTo>
                <a:lnTo>
                  <a:pt x="1665965" y="217467"/>
                </a:lnTo>
                <a:lnTo>
                  <a:pt x="1666749" y="218433"/>
                </a:lnTo>
                <a:lnTo>
                  <a:pt x="1667550" y="219385"/>
                </a:lnTo>
                <a:lnTo>
                  <a:pt x="1668365" y="220324"/>
                </a:lnTo>
                <a:lnTo>
                  <a:pt x="1669197" y="221247"/>
                </a:lnTo>
                <a:lnTo>
                  <a:pt x="1670042" y="222155"/>
                </a:lnTo>
                <a:lnTo>
                  <a:pt x="1670901" y="223046"/>
                </a:lnTo>
                <a:lnTo>
                  <a:pt x="1671773" y="223920"/>
                </a:lnTo>
                <a:lnTo>
                  <a:pt x="1672657" y="224776"/>
                </a:lnTo>
                <a:lnTo>
                  <a:pt x="1673554" y="225616"/>
                </a:lnTo>
                <a:lnTo>
                  <a:pt x="1674465" y="226438"/>
                </a:lnTo>
                <a:lnTo>
                  <a:pt x="1675388" y="227242"/>
                </a:lnTo>
                <a:lnTo>
                  <a:pt x="1676324" y="228030"/>
                </a:lnTo>
                <a:lnTo>
                  <a:pt x="1677273" y="228800"/>
                </a:lnTo>
                <a:lnTo>
                  <a:pt x="1678235" y="229554"/>
                </a:lnTo>
                <a:lnTo>
                  <a:pt x="1679209" y="230290"/>
                </a:lnTo>
                <a:lnTo>
                  <a:pt x="1680197" y="231008"/>
                </a:lnTo>
                <a:lnTo>
                  <a:pt x="1681198" y="231710"/>
                </a:lnTo>
                <a:lnTo>
                  <a:pt x="1682211" y="232394"/>
                </a:lnTo>
                <a:lnTo>
                  <a:pt x="1683238" y="233061"/>
                </a:lnTo>
                <a:lnTo>
                  <a:pt x="1684277" y="233711"/>
                </a:lnTo>
                <a:lnTo>
                  <a:pt x="1685329" y="234344"/>
                </a:lnTo>
                <a:lnTo>
                  <a:pt x="1686395" y="234959"/>
                </a:lnTo>
                <a:lnTo>
                  <a:pt x="1687473" y="235557"/>
                </a:lnTo>
                <a:lnTo>
                  <a:pt x="1688564" y="236138"/>
                </a:lnTo>
                <a:lnTo>
                  <a:pt x="1689668" y="236702"/>
                </a:lnTo>
                <a:lnTo>
                  <a:pt x="1690784" y="237249"/>
                </a:lnTo>
                <a:lnTo>
                  <a:pt x="1691914" y="237778"/>
                </a:lnTo>
                <a:lnTo>
                  <a:pt x="1693057" y="238290"/>
                </a:lnTo>
                <a:lnTo>
                  <a:pt x="1694210" y="238783"/>
                </a:lnTo>
                <a:lnTo>
                  <a:pt x="1695373" y="239255"/>
                </a:lnTo>
                <a:lnTo>
                  <a:pt x="1696545" y="239706"/>
                </a:lnTo>
                <a:lnTo>
                  <a:pt x="1697726" y="240137"/>
                </a:lnTo>
                <a:lnTo>
                  <a:pt x="1698917" y="240546"/>
                </a:lnTo>
                <a:lnTo>
                  <a:pt x="1700116" y="240934"/>
                </a:lnTo>
                <a:lnTo>
                  <a:pt x="1701325" y="241301"/>
                </a:lnTo>
                <a:lnTo>
                  <a:pt x="1702542" y="241647"/>
                </a:lnTo>
                <a:lnTo>
                  <a:pt x="1703769" y="241972"/>
                </a:lnTo>
                <a:lnTo>
                  <a:pt x="1705005" y="242277"/>
                </a:lnTo>
                <a:lnTo>
                  <a:pt x="1706250" y="242560"/>
                </a:lnTo>
                <a:lnTo>
                  <a:pt x="1707504" y="242822"/>
                </a:lnTo>
                <a:lnTo>
                  <a:pt x="1708768" y="243063"/>
                </a:lnTo>
                <a:lnTo>
                  <a:pt x="1710040" y="243284"/>
                </a:lnTo>
                <a:lnTo>
                  <a:pt x="1711322" y="243483"/>
                </a:lnTo>
                <a:lnTo>
                  <a:pt x="1712613" y="243661"/>
                </a:lnTo>
                <a:lnTo>
                  <a:pt x="1713913" y="243819"/>
                </a:lnTo>
                <a:lnTo>
                  <a:pt x="1715222" y="243955"/>
                </a:lnTo>
                <a:lnTo>
                  <a:pt x="1716540" y="244070"/>
                </a:lnTo>
                <a:lnTo>
                  <a:pt x="1717868" y="244165"/>
                </a:lnTo>
                <a:lnTo>
                  <a:pt x="1719205" y="244238"/>
                </a:lnTo>
                <a:lnTo>
                  <a:pt x="1720550" y="244291"/>
                </a:lnTo>
                <a:lnTo>
                  <a:pt x="1721905" y="244322"/>
                </a:lnTo>
                <a:lnTo>
                  <a:pt x="1723269" y="244333"/>
                </a:lnTo>
                <a:lnTo>
                  <a:pt x="1724515" y="244326"/>
                </a:lnTo>
                <a:lnTo>
                  <a:pt x="1725748" y="244304"/>
                </a:lnTo>
                <a:lnTo>
                  <a:pt x="1726968" y="244269"/>
                </a:lnTo>
                <a:lnTo>
                  <a:pt x="1728175" y="244219"/>
                </a:lnTo>
                <a:lnTo>
                  <a:pt x="1729370" y="244154"/>
                </a:lnTo>
                <a:lnTo>
                  <a:pt x="1730551" y="244076"/>
                </a:lnTo>
                <a:lnTo>
                  <a:pt x="1731720" y="243983"/>
                </a:lnTo>
                <a:lnTo>
                  <a:pt x="1732875" y="243876"/>
                </a:lnTo>
                <a:lnTo>
                  <a:pt x="1734018" y="243755"/>
                </a:lnTo>
                <a:lnTo>
                  <a:pt x="1735147" y="243620"/>
                </a:lnTo>
                <a:lnTo>
                  <a:pt x="1736264" y="243470"/>
                </a:lnTo>
                <a:lnTo>
                  <a:pt x="1737368" y="243306"/>
                </a:lnTo>
                <a:lnTo>
                  <a:pt x="1738459" y="243128"/>
                </a:lnTo>
                <a:lnTo>
                  <a:pt x="1739537" y="242936"/>
                </a:lnTo>
                <a:lnTo>
                  <a:pt x="1740602" y="242729"/>
                </a:lnTo>
                <a:lnTo>
                  <a:pt x="1741655" y="242508"/>
                </a:lnTo>
                <a:lnTo>
                  <a:pt x="1742694" y="242273"/>
                </a:lnTo>
                <a:lnTo>
                  <a:pt x="1743721" y="242023"/>
                </a:lnTo>
                <a:lnTo>
                  <a:pt x="1744734" y="241759"/>
                </a:lnTo>
                <a:lnTo>
                  <a:pt x="1745735" y="241481"/>
                </a:lnTo>
                <a:lnTo>
                  <a:pt x="1746722" y="241189"/>
                </a:lnTo>
                <a:lnTo>
                  <a:pt x="1747697" y="240883"/>
                </a:lnTo>
                <a:lnTo>
                  <a:pt x="1748659" y="240562"/>
                </a:lnTo>
                <a:lnTo>
                  <a:pt x="1749608" y="240227"/>
                </a:lnTo>
                <a:lnTo>
                  <a:pt x="1750545" y="239880"/>
                </a:lnTo>
                <a:lnTo>
                  <a:pt x="1751471" y="239524"/>
                </a:lnTo>
                <a:lnTo>
                  <a:pt x="1752385" y="239159"/>
                </a:lnTo>
                <a:lnTo>
                  <a:pt x="1753288" y="238785"/>
                </a:lnTo>
                <a:lnTo>
                  <a:pt x="1754179" y="238402"/>
                </a:lnTo>
                <a:lnTo>
                  <a:pt x="1755060" y="238009"/>
                </a:lnTo>
                <a:lnTo>
                  <a:pt x="1755929" y="237608"/>
                </a:lnTo>
                <a:lnTo>
                  <a:pt x="1756787" y="237197"/>
                </a:lnTo>
                <a:lnTo>
                  <a:pt x="1757633" y="236777"/>
                </a:lnTo>
                <a:lnTo>
                  <a:pt x="1758468" y="236348"/>
                </a:lnTo>
                <a:lnTo>
                  <a:pt x="1759292" y="235910"/>
                </a:lnTo>
                <a:lnTo>
                  <a:pt x="1760105" y="235463"/>
                </a:lnTo>
                <a:lnTo>
                  <a:pt x="1760906" y="235006"/>
                </a:lnTo>
                <a:lnTo>
                  <a:pt x="1761696" y="234541"/>
                </a:lnTo>
                <a:lnTo>
                  <a:pt x="1762475" y="234066"/>
                </a:lnTo>
                <a:lnTo>
                  <a:pt x="1763242" y="233582"/>
                </a:lnTo>
                <a:lnTo>
                  <a:pt x="1763999" y="233089"/>
                </a:lnTo>
                <a:lnTo>
                  <a:pt x="1764743" y="232587"/>
                </a:lnTo>
                <a:lnTo>
                  <a:pt x="1765477" y="232075"/>
                </a:lnTo>
                <a:lnTo>
                  <a:pt x="1766199" y="231555"/>
                </a:lnTo>
                <a:lnTo>
                  <a:pt x="1766910" y="231025"/>
                </a:lnTo>
                <a:lnTo>
                  <a:pt x="1767610" y="230486"/>
                </a:lnTo>
                <a:lnTo>
                  <a:pt x="1768298" y="229939"/>
                </a:lnTo>
                <a:lnTo>
                  <a:pt x="1768975" y="229381"/>
                </a:lnTo>
                <a:lnTo>
                  <a:pt x="1769642" y="228818"/>
                </a:lnTo>
                <a:lnTo>
                  <a:pt x="1770301" y="228249"/>
                </a:lnTo>
                <a:lnTo>
                  <a:pt x="1770950" y="227676"/>
                </a:lnTo>
                <a:lnTo>
                  <a:pt x="1771592" y="227098"/>
                </a:lnTo>
                <a:lnTo>
                  <a:pt x="1772224" y="226516"/>
                </a:lnTo>
                <a:lnTo>
                  <a:pt x="1772848" y="225929"/>
                </a:lnTo>
                <a:lnTo>
                  <a:pt x="1773464" y="225338"/>
                </a:lnTo>
                <a:lnTo>
                  <a:pt x="1774071" y="224742"/>
                </a:lnTo>
                <a:lnTo>
                  <a:pt x="1774669" y="224142"/>
                </a:lnTo>
                <a:lnTo>
                  <a:pt x="1775258" y="223536"/>
                </a:lnTo>
                <a:lnTo>
                  <a:pt x="1775839" y="222927"/>
                </a:lnTo>
                <a:lnTo>
                  <a:pt x="1776412" y="222313"/>
                </a:lnTo>
                <a:lnTo>
                  <a:pt x="1776976" y="221694"/>
                </a:lnTo>
                <a:lnTo>
                  <a:pt x="1777531" y="221070"/>
                </a:lnTo>
                <a:lnTo>
                  <a:pt x="1778077" y="220442"/>
                </a:lnTo>
                <a:lnTo>
                  <a:pt x="1778615" y="219810"/>
                </a:lnTo>
                <a:lnTo>
                  <a:pt x="1779145" y="219173"/>
                </a:lnTo>
                <a:lnTo>
                  <a:pt x="1779666" y="218531"/>
                </a:lnTo>
                <a:lnTo>
                  <a:pt x="1780178" y="217885"/>
                </a:lnTo>
                <a:lnTo>
                  <a:pt x="1780681" y="217234"/>
                </a:lnTo>
                <a:lnTo>
                  <a:pt x="1781176" y="216579"/>
                </a:lnTo>
                <a:lnTo>
                  <a:pt x="1781662" y="215919"/>
                </a:lnTo>
                <a:lnTo>
                  <a:pt x="1782140" y="215254"/>
                </a:lnTo>
                <a:lnTo>
                  <a:pt x="1782609" y="214585"/>
                </a:lnTo>
                <a:lnTo>
                  <a:pt x="1770989" y="205599"/>
                </a:lnTo>
                <a:lnTo>
                  <a:pt x="1770223" y="206582"/>
                </a:lnTo>
                <a:lnTo>
                  <a:pt x="1769449" y="207543"/>
                </a:lnTo>
                <a:lnTo>
                  <a:pt x="1768666" y="208481"/>
                </a:lnTo>
                <a:lnTo>
                  <a:pt x="1767875" y="209397"/>
                </a:lnTo>
                <a:lnTo>
                  <a:pt x="1767076" y="210291"/>
                </a:lnTo>
                <a:lnTo>
                  <a:pt x="1766268" y="211162"/>
                </a:lnTo>
                <a:lnTo>
                  <a:pt x="1765453" y="212011"/>
                </a:lnTo>
                <a:lnTo>
                  <a:pt x="1764628" y="212838"/>
                </a:lnTo>
                <a:lnTo>
                  <a:pt x="1763796" y="213642"/>
                </a:lnTo>
                <a:lnTo>
                  <a:pt x="1762955" y="214424"/>
                </a:lnTo>
                <a:lnTo>
                  <a:pt x="1762105" y="215184"/>
                </a:lnTo>
                <a:lnTo>
                  <a:pt x="1761248" y="215921"/>
                </a:lnTo>
                <a:lnTo>
                  <a:pt x="1760382" y="216637"/>
                </a:lnTo>
                <a:lnTo>
                  <a:pt x="1759507" y="217329"/>
                </a:lnTo>
                <a:lnTo>
                  <a:pt x="1758625" y="218000"/>
                </a:lnTo>
                <a:lnTo>
                  <a:pt x="1757734" y="218648"/>
                </a:lnTo>
                <a:lnTo>
                  <a:pt x="1756834" y="219274"/>
                </a:lnTo>
                <a:lnTo>
                  <a:pt x="1755927" y="219877"/>
                </a:lnTo>
                <a:lnTo>
                  <a:pt x="1755011" y="220458"/>
                </a:lnTo>
                <a:lnTo>
                  <a:pt x="1754086" y="221017"/>
                </a:lnTo>
                <a:lnTo>
                  <a:pt x="1753153" y="221554"/>
                </a:lnTo>
                <a:lnTo>
                  <a:pt x="1752212" y="222068"/>
                </a:lnTo>
                <a:lnTo>
                  <a:pt x="1751263" y="222560"/>
                </a:lnTo>
                <a:lnTo>
                  <a:pt x="1750305" y="223029"/>
                </a:lnTo>
                <a:lnTo>
                  <a:pt x="1749338" y="223478"/>
                </a:lnTo>
                <a:lnTo>
                  <a:pt x="1748359" y="223908"/>
                </a:lnTo>
                <a:lnTo>
                  <a:pt x="1747370" y="224318"/>
                </a:lnTo>
                <a:lnTo>
                  <a:pt x="1746370" y="224710"/>
                </a:lnTo>
                <a:lnTo>
                  <a:pt x="1745358" y="225082"/>
                </a:lnTo>
                <a:lnTo>
                  <a:pt x="1744335" y="225435"/>
                </a:lnTo>
                <a:lnTo>
                  <a:pt x="1743302" y="225770"/>
                </a:lnTo>
                <a:lnTo>
                  <a:pt x="1742257" y="226085"/>
                </a:lnTo>
                <a:lnTo>
                  <a:pt x="1741202" y="226381"/>
                </a:lnTo>
                <a:lnTo>
                  <a:pt x="1740135" y="226658"/>
                </a:lnTo>
                <a:lnTo>
                  <a:pt x="1739057" y="226916"/>
                </a:lnTo>
                <a:lnTo>
                  <a:pt x="1737969" y="227154"/>
                </a:lnTo>
                <a:lnTo>
                  <a:pt x="1736869" y="227374"/>
                </a:lnTo>
                <a:lnTo>
                  <a:pt x="1735758" y="227574"/>
                </a:lnTo>
                <a:lnTo>
                  <a:pt x="1734636" y="227756"/>
                </a:lnTo>
                <a:lnTo>
                  <a:pt x="1733503" y="227918"/>
                </a:lnTo>
                <a:lnTo>
                  <a:pt x="1732360" y="228061"/>
                </a:lnTo>
                <a:lnTo>
                  <a:pt x="1731205" y="228186"/>
                </a:lnTo>
                <a:lnTo>
                  <a:pt x="1730039" y="228291"/>
                </a:lnTo>
                <a:lnTo>
                  <a:pt x="1728862" y="228377"/>
                </a:lnTo>
                <a:lnTo>
                  <a:pt x="1727674" y="228443"/>
                </a:lnTo>
                <a:lnTo>
                  <a:pt x="1726475" y="228491"/>
                </a:lnTo>
                <a:lnTo>
                  <a:pt x="1725265" y="228520"/>
                </a:lnTo>
                <a:lnTo>
                  <a:pt x="1724044" y="228529"/>
                </a:lnTo>
                <a:lnTo>
                  <a:pt x="1722976" y="228520"/>
                </a:lnTo>
                <a:lnTo>
                  <a:pt x="1721917" y="228493"/>
                </a:lnTo>
                <a:lnTo>
                  <a:pt x="1720865" y="228448"/>
                </a:lnTo>
                <a:lnTo>
                  <a:pt x="1719822" y="228385"/>
                </a:lnTo>
                <a:lnTo>
                  <a:pt x="1718787" y="228304"/>
                </a:lnTo>
                <a:lnTo>
                  <a:pt x="1717759" y="228205"/>
                </a:lnTo>
                <a:lnTo>
                  <a:pt x="1716740" y="228088"/>
                </a:lnTo>
                <a:lnTo>
                  <a:pt x="1715729" y="227953"/>
                </a:lnTo>
                <a:lnTo>
                  <a:pt x="1714726" y="227799"/>
                </a:lnTo>
                <a:lnTo>
                  <a:pt x="1713731" y="227628"/>
                </a:lnTo>
                <a:lnTo>
                  <a:pt x="1712744" y="227439"/>
                </a:lnTo>
                <a:lnTo>
                  <a:pt x="1711765" y="227232"/>
                </a:lnTo>
                <a:lnTo>
                  <a:pt x="1710794" y="227006"/>
                </a:lnTo>
                <a:lnTo>
                  <a:pt x="1709832" y="226763"/>
                </a:lnTo>
                <a:lnTo>
                  <a:pt x="1708877" y="226502"/>
                </a:lnTo>
                <a:lnTo>
                  <a:pt x="1707931" y="226223"/>
                </a:lnTo>
                <a:lnTo>
                  <a:pt x="1706992" y="225925"/>
                </a:lnTo>
                <a:lnTo>
                  <a:pt x="1706062" y="225610"/>
                </a:lnTo>
                <a:lnTo>
                  <a:pt x="1705139" y="225276"/>
                </a:lnTo>
                <a:lnTo>
                  <a:pt x="1704225" y="224925"/>
                </a:lnTo>
                <a:lnTo>
                  <a:pt x="1703319" y="224555"/>
                </a:lnTo>
                <a:lnTo>
                  <a:pt x="1702421" y="224168"/>
                </a:lnTo>
                <a:lnTo>
                  <a:pt x="1701531" y="223763"/>
                </a:lnTo>
                <a:lnTo>
                  <a:pt x="1700649" y="223339"/>
                </a:lnTo>
                <a:lnTo>
                  <a:pt x="1699776" y="222900"/>
                </a:lnTo>
                <a:lnTo>
                  <a:pt x="1698913" y="222447"/>
                </a:lnTo>
                <a:lnTo>
                  <a:pt x="1698061" y="221981"/>
                </a:lnTo>
                <a:lnTo>
                  <a:pt x="1697219" y="221501"/>
                </a:lnTo>
                <a:lnTo>
                  <a:pt x="1696387" y="221008"/>
                </a:lnTo>
                <a:lnTo>
                  <a:pt x="1695565" y="220502"/>
                </a:lnTo>
                <a:lnTo>
                  <a:pt x="1694753" y="219982"/>
                </a:lnTo>
                <a:lnTo>
                  <a:pt x="1693952" y="219448"/>
                </a:lnTo>
                <a:lnTo>
                  <a:pt x="1693161" y="218902"/>
                </a:lnTo>
                <a:lnTo>
                  <a:pt x="1692380" y="218341"/>
                </a:lnTo>
                <a:lnTo>
                  <a:pt x="1691609" y="217768"/>
                </a:lnTo>
                <a:lnTo>
                  <a:pt x="1690849" y="217180"/>
                </a:lnTo>
                <a:lnTo>
                  <a:pt x="1690099" y="216580"/>
                </a:lnTo>
                <a:lnTo>
                  <a:pt x="1689359" y="215966"/>
                </a:lnTo>
                <a:lnTo>
                  <a:pt x="1688629" y="215338"/>
                </a:lnTo>
                <a:lnTo>
                  <a:pt x="1687909" y="214697"/>
                </a:lnTo>
                <a:lnTo>
                  <a:pt x="1687200" y="214043"/>
                </a:lnTo>
                <a:lnTo>
                  <a:pt x="1686501" y="213375"/>
                </a:lnTo>
                <a:lnTo>
                  <a:pt x="1685812" y="212693"/>
                </a:lnTo>
                <a:lnTo>
                  <a:pt x="1685134" y="211999"/>
                </a:lnTo>
                <a:lnTo>
                  <a:pt x="1684465" y="211290"/>
                </a:lnTo>
                <a:lnTo>
                  <a:pt x="1683807" y="210569"/>
                </a:lnTo>
                <a:lnTo>
                  <a:pt x="1683159" y="209834"/>
                </a:lnTo>
                <a:lnTo>
                  <a:pt x="1682521" y="209085"/>
                </a:lnTo>
                <a:lnTo>
                  <a:pt x="1681894" y="208324"/>
                </a:lnTo>
                <a:lnTo>
                  <a:pt x="1681280" y="207553"/>
                </a:lnTo>
                <a:lnTo>
                  <a:pt x="1680676" y="206772"/>
                </a:lnTo>
                <a:lnTo>
                  <a:pt x="1680085" y="205980"/>
                </a:lnTo>
                <a:lnTo>
                  <a:pt x="1679506" y="205177"/>
                </a:lnTo>
                <a:lnTo>
                  <a:pt x="1678938" y="204364"/>
                </a:lnTo>
                <a:lnTo>
                  <a:pt x="1678383" y="203541"/>
                </a:lnTo>
                <a:lnTo>
                  <a:pt x="1677839" y="202707"/>
                </a:lnTo>
                <a:lnTo>
                  <a:pt x="1677307" y="201862"/>
                </a:lnTo>
                <a:lnTo>
                  <a:pt x="1676786" y="201007"/>
                </a:lnTo>
                <a:lnTo>
                  <a:pt x="1676278" y="200142"/>
                </a:lnTo>
                <a:lnTo>
                  <a:pt x="1675782" y="199266"/>
                </a:lnTo>
                <a:lnTo>
                  <a:pt x="1675297" y="198380"/>
                </a:lnTo>
                <a:lnTo>
                  <a:pt x="1674824" y="197483"/>
                </a:lnTo>
                <a:lnTo>
                  <a:pt x="1674363" y="196575"/>
                </a:lnTo>
                <a:lnTo>
                  <a:pt x="1673914" y="195657"/>
                </a:lnTo>
                <a:lnTo>
                  <a:pt x="1673476" y="194729"/>
                </a:lnTo>
                <a:lnTo>
                  <a:pt x="1673051" y="193790"/>
                </a:lnTo>
                <a:lnTo>
                  <a:pt x="1672637" y="192841"/>
                </a:lnTo>
                <a:lnTo>
                  <a:pt x="1672235" y="191881"/>
                </a:lnTo>
                <a:lnTo>
                  <a:pt x="1671845" y="190910"/>
                </a:lnTo>
                <a:lnTo>
                  <a:pt x="1671467" y="189929"/>
                </a:lnTo>
                <a:lnTo>
                  <a:pt x="1671101" y="188938"/>
                </a:lnTo>
                <a:lnTo>
                  <a:pt x="1670746" y="187936"/>
                </a:lnTo>
                <a:lnTo>
                  <a:pt x="1670405" y="186926"/>
                </a:lnTo>
                <a:lnTo>
                  <a:pt x="1670078" y="185910"/>
                </a:lnTo>
                <a:lnTo>
                  <a:pt x="1669766" y="184888"/>
                </a:lnTo>
                <a:lnTo>
                  <a:pt x="1669468" y="183861"/>
                </a:lnTo>
                <a:lnTo>
                  <a:pt x="1669185" y="182827"/>
                </a:lnTo>
                <a:lnTo>
                  <a:pt x="1668916" y="181787"/>
                </a:lnTo>
                <a:lnTo>
                  <a:pt x="1668662" y="180742"/>
                </a:lnTo>
                <a:lnTo>
                  <a:pt x="1668422" y="179690"/>
                </a:lnTo>
                <a:lnTo>
                  <a:pt x="1668197" y="178633"/>
                </a:lnTo>
                <a:lnTo>
                  <a:pt x="1667986" y="177570"/>
                </a:lnTo>
                <a:lnTo>
                  <a:pt x="1667790" y="176500"/>
                </a:lnTo>
                <a:lnTo>
                  <a:pt x="1667609" y="175425"/>
                </a:lnTo>
                <a:lnTo>
                  <a:pt x="1667442" y="174344"/>
                </a:lnTo>
                <a:lnTo>
                  <a:pt x="1667289" y="173257"/>
                </a:lnTo>
                <a:lnTo>
                  <a:pt x="1667151" y="172164"/>
                </a:lnTo>
                <a:lnTo>
                  <a:pt x="1667028" y="171066"/>
                </a:lnTo>
                <a:lnTo>
                  <a:pt x="1666919" y="169961"/>
                </a:lnTo>
                <a:lnTo>
                  <a:pt x="1666824" y="168850"/>
                </a:lnTo>
                <a:lnTo>
                  <a:pt x="1666744" y="167734"/>
                </a:lnTo>
                <a:lnTo>
                  <a:pt x="1666679" y="166611"/>
                </a:lnTo>
                <a:lnTo>
                  <a:pt x="1666628" y="165483"/>
                </a:lnTo>
                <a:lnTo>
                  <a:pt x="1666592" y="164349"/>
                </a:lnTo>
                <a:lnTo>
                  <a:pt x="1666570" y="163208"/>
                </a:lnTo>
                <a:lnTo>
                  <a:pt x="1666563" y="162062"/>
                </a:lnTo>
                <a:lnTo>
                  <a:pt x="1666563" y="158499"/>
                </a:lnTo>
                <a:lnTo>
                  <a:pt x="1786173" y="158499"/>
                </a:lnTo>
                <a:lnTo>
                  <a:pt x="1786173" y="147208"/>
                </a:lnTo>
                <a:lnTo>
                  <a:pt x="1786165" y="145808"/>
                </a:lnTo>
                <a:lnTo>
                  <a:pt x="1786143" y="144418"/>
                </a:lnTo>
                <a:lnTo>
                  <a:pt x="1786105" y="143038"/>
                </a:lnTo>
                <a:close/>
                <a:moveTo>
                  <a:pt x="1667699" y="139579"/>
                </a:moveTo>
                <a:lnTo>
                  <a:pt x="1667881" y="138428"/>
                </a:lnTo>
                <a:lnTo>
                  <a:pt x="1668076" y="137286"/>
                </a:lnTo>
                <a:lnTo>
                  <a:pt x="1668284" y="136154"/>
                </a:lnTo>
                <a:lnTo>
                  <a:pt x="1668506" y="135031"/>
                </a:lnTo>
                <a:lnTo>
                  <a:pt x="1668742" y="133917"/>
                </a:lnTo>
                <a:lnTo>
                  <a:pt x="1668990" y="132813"/>
                </a:lnTo>
                <a:lnTo>
                  <a:pt x="1669253" y="131719"/>
                </a:lnTo>
                <a:lnTo>
                  <a:pt x="1669528" y="130633"/>
                </a:lnTo>
                <a:lnTo>
                  <a:pt x="1669818" y="129558"/>
                </a:lnTo>
                <a:lnTo>
                  <a:pt x="1670120" y="128491"/>
                </a:lnTo>
                <a:lnTo>
                  <a:pt x="1670436" y="127434"/>
                </a:lnTo>
                <a:lnTo>
                  <a:pt x="1670765" y="126388"/>
                </a:lnTo>
                <a:lnTo>
                  <a:pt x="1671104" y="125353"/>
                </a:lnTo>
                <a:lnTo>
                  <a:pt x="1671454" y="124331"/>
                </a:lnTo>
                <a:lnTo>
                  <a:pt x="1671816" y="123320"/>
                </a:lnTo>
                <a:lnTo>
                  <a:pt x="1672188" y="122321"/>
                </a:lnTo>
                <a:lnTo>
                  <a:pt x="1672571" y="121334"/>
                </a:lnTo>
                <a:lnTo>
                  <a:pt x="1672966" y="120358"/>
                </a:lnTo>
                <a:lnTo>
                  <a:pt x="1673371" y="119395"/>
                </a:lnTo>
                <a:lnTo>
                  <a:pt x="1673788" y="118443"/>
                </a:lnTo>
                <a:lnTo>
                  <a:pt x="1674215" y="117503"/>
                </a:lnTo>
                <a:lnTo>
                  <a:pt x="1674654" y="116575"/>
                </a:lnTo>
                <a:lnTo>
                  <a:pt x="1675104" y="115659"/>
                </a:lnTo>
                <a:lnTo>
                  <a:pt x="1675564" y="114755"/>
                </a:lnTo>
                <a:lnTo>
                  <a:pt x="1676036" y="113862"/>
                </a:lnTo>
                <a:lnTo>
                  <a:pt x="1676519" y="112982"/>
                </a:lnTo>
                <a:lnTo>
                  <a:pt x="1677012" y="112113"/>
                </a:lnTo>
                <a:lnTo>
                  <a:pt x="1677517" y="111256"/>
                </a:lnTo>
                <a:lnTo>
                  <a:pt x="1678033" y="110411"/>
                </a:lnTo>
                <a:lnTo>
                  <a:pt x="1678560" y="109577"/>
                </a:lnTo>
                <a:lnTo>
                  <a:pt x="1679098" y="108756"/>
                </a:lnTo>
                <a:lnTo>
                  <a:pt x="1679646" y="107946"/>
                </a:lnTo>
                <a:lnTo>
                  <a:pt x="1680206" y="107148"/>
                </a:lnTo>
                <a:lnTo>
                  <a:pt x="1680777" y="106362"/>
                </a:lnTo>
                <a:lnTo>
                  <a:pt x="1681359" y="105588"/>
                </a:lnTo>
                <a:lnTo>
                  <a:pt x="1681951" y="104827"/>
                </a:lnTo>
                <a:lnTo>
                  <a:pt x="1682553" y="104081"/>
                </a:lnTo>
                <a:lnTo>
                  <a:pt x="1683164" y="103350"/>
                </a:lnTo>
                <a:lnTo>
                  <a:pt x="1683784" y="102634"/>
                </a:lnTo>
                <a:lnTo>
                  <a:pt x="1684414" y="101932"/>
                </a:lnTo>
                <a:lnTo>
                  <a:pt x="1685053" y="101245"/>
                </a:lnTo>
                <a:lnTo>
                  <a:pt x="1685702" y="100573"/>
                </a:lnTo>
                <a:lnTo>
                  <a:pt x="1686360" y="99916"/>
                </a:lnTo>
                <a:lnTo>
                  <a:pt x="1687028" y="99273"/>
                </a:lnTo>
                <a:lnTo>
                  <a:pt x="1687705" y="98646"/>
                </a:lnTo>
                <a:lnTo>
                  <a:pt x="1688391" y="98033"/>
                </a:lnTo>
                <a:lnTo>
                  <a:pt x="1689087" y="97435"/>
                </a:lnTo>
                <a:lnTo>
                  <a:pt x="1689792" y="96852"/>
                </a:lnTo>
                <a:lnTo>
                  <a:pt x="1690506" y="96283"/>
                </a:lnTo>
                <a:lnTo>
                  <a:pt x="1691230" y="95729"/>
                </a:lnTo>
                <a:lnTo>
                  <a:pt x="1691964" y="95190"/>
                </a:lnTo>
                <a:lnTo>
                  <a:pt x="1692706" y="94666"/>
                </a:lnTo>
                <a:lnTo>
                  <a:pt x="1693459" y="94157"/>
                </a:lnTo>
                <a:lnTo>
                  <a:pt x="1694220" y="93662"/>
                </a:lnTo>
                <a:lnTo>
                  <a:pt x="1694991" y="93183"/>
                </a:lnTo>
                <a:lnTo>
                  <a:pt x="1695772" y="92718"/>
                </a:lnTo>
                <a:lnTo>
                  <a:pt x="1696562" y="92268"/>
                </a:lnTo>
                <a:lnTo>
                  <a:pt x="1697361" y="91832"/>
                </a:lnTo>
                <a:lnTo>
                  <a:pt x="1698170" y="91412"/>
                </a:lnTo>
                <a:lnTo>
                  <a:pt x="1698987" y="91007"/>
                </a:lnTo>
                <a:lnTo>
                  <a:pt x="1699812" y="90620"/>
                </a:lnTo>
                <a:lnTo>
                  <a:pt x="1700644" y="90250"/>
                </a:lnTo>
                <a:lnTo>
                  <a:pt x="1701484" y="89897"/>
                </a:lnTo>
                <a:lnTo>
                  <a:pt x="1702331" y="89561"/>
                </a:lnTo>
                <a:lnTo>
                  <a:pt x="1703186" y="89243"/>
                </a:lnTo>
                <a:lnTo>
                  <a:pt x="1704048" y="88941"/>
                </a:lnTo>
                <a:lnTo>
                  <a:pt x="1704918" y="88657"/>
                </a:lnTo>
                <a:lnTo>
                  <a:pt x="1705795" y="88390"/>
                </a:lnTo>
                <a:lnTo>
                  <a:pt x="1706680" y="88141"/>
                </a:lnTo>
                <a:lnTo>
                  <a:pt x="1707573" y="87908"/>
                </a:lnTo>
                <a:lnTo>
                  <a:pt x="1708473" y="87693"/>
                </a:lnTo>
                <a:lnTo>
                  <a:pt x="1709380" y="87495"/>
                </a:lnTo>
                <a:lnTo>
                  <a:pt x="1710295" y="87315"/>
                </a:lnTo>
                <a:lnTo>
                  <a:pt x="1711218" y="87151"/>
                </a:lnTo>
                <a:lnTo>
                  <a:pt x="1712148" y="87005"/>
                </a:lnTo>
                <a:lnTo>
                  <a:pt x="1713086" y="86876"/>
                </a:lnTo>
                <a:lnTo>
                  <a:pt x="1714031" y="86764"/>
                </a:lnTo>
                <a:lnTo>
                  <a:pt x="1714984" y="86669"/>
                </a:lnTo>
                <a:lnTo>
                  <a:pt x="1715944" y="86592"/>
                </a:lnTo>
                <a:lnTo>
                  <a:pt x="1716912" y="86531"/>
                </a:lnTo>
                <a:lnTo>
                  <a:pt x="1717887" y="86488"/>
                </a:lnTo>
                <a:lnTo>
                  <a:pt x="1718870" y="86462"/>
                </a:lnTo>
                <a:lnTo>
                  <a:pt x="1719861" y="86454"/>
                </a:lnTo>
                <a:lnTo>
                  <a:pt x="1721168" y="86467"/>
                </a:lnTo>
                <a:lnTo>
                  <a:pt x="1722457" y="86507"/>
                </a:lnTo>
                <a:lnTo>
                  <a:pt x="1723728" y="86575"/>
                </a:lnTo>
                <a:lnTo>
                  <a:pt x="1724980" y="86668"/>
                </a:lnTo>
                <a:lnTo>
                  <a:pt x="1726213" y="86789"/>
                </a:lnTo>
                <a:lnTo>
                  <a:pt x="1727428" y="86937"/>
                </a:lnTo>
                <a:lnTo>
                  <a:pt x="1728624" y="87111"/>
                </a:lnTo>
                <a:lnTo>
                  <a:pt x="1729802" y="87312"/>
                </a:lnTo>
                <a:lnTo>
                  <a:pt x="1730961" y="87540"/>
                </a:lnTo>
                <a:lnTo>
                  <a:pt x="1732102" y="87795"/>
                </a:lnTo>
                <a:lnTo>
                  <a:pt x="1733224" y="88077"/>
                </a:lnTo>
                <a:lnTo>
                  <a:pt x="1734328" y="88386"/>
                </a:lnTo>
                <a:lnTo>
                  <a:pt x="1735413" y="88721"/>
                </a:lnTo>
                <a:lnTo>
                  <a:pt x="1736479" y="89083"/>
                </a:lnTo>
                <a:lnTo>
                  <a:pt x="1737527" y="89472"/>
                </a:lnTo>
                <a:lnTo>
                  <a:pt x="1738556" y="89888"/>
                </a:lnTo>
                <a:lnTo>
                  <a:pt x="1739567" y="90331"/>
                </a:lnTo>
                <a:lnTo>
                  <a:pt x="1740559" y="90800"/>
                </a:lnTo>
                <a:lnTo>
                  <a:pt x="1741533" y="91297"/>
                </a:lnTo>
                <a:lnTo>
                  <a:pt x="1742488" y="91820"/>
                </a:lnTo>
                <a:lnTo>
                  <a:pt x="1743424" y="92370"/>
                </a:lnTo>
                <a:lnTo>
                  <a:pt x="1744342" y="92947"/>
                </a:lnTo>
                <a:lnTo>
                  <a:pt x="1745241" y="93551"/>
                </a:lnTo>
                <a:lnTo>
                  <a:pt x="1746122" y="94181"/>
                </a:lnTo>
                <a:lnTo>
                  <a:pt x="1746985" y="94833"/>
                </a:lnTo>
                <a:lnTo>
                  <a:pt x="1747830" y="95500"/>
                </a:lnTo>
                <a:lnTo>
                  <a:pt x="1748657" y="96183"/>
                </a:lnTo>
                <a:lnTo>
                  <a:pt x="1749466" y="96882"/>
                </a:lnTo>
                <a:lnTo>
                  <a:pt x="1750258" y="97597"/>
                </a:lnTo>
                <a:lnTo>
                  <a:pt x="1751032" y="98328"/>
                </a:lnTo>
                <a:lnTo>
                  <a:pt x="1751788" y="99074"/>
                </a:lnTo>
                <a:lnTo>
                  <a:pt x="1752526" y="99836"/>
                </a:lnTo>
                <a:lnTo>
                  <a:pt x="1753247" y="100614"/>
                </a:lnTo>
                <a:lnTo>
                  <a:pt x="1753950" y="101408"/>
                </a:lnTo>
                <a:lnTo>
                  <a:pt x="1754635" y="102218"/>
                </a:lnTo>
                <a:lnTo>
                  <a:pt x="1755302" y="103044"/>
                </a:lnTo>
                <a:lnTo>
                  <a:pt x="1755952" y="103885"/>
                </a:lnTo>
                <a:lnTo>
                  <a:pt x="1756583" y="104743"/>
                </a:lnTo>
                <a:lnTo>
                  <a:pt x="1757198" y="105616"/>
                </a:lnTo>
                <a:lnTo>
                  <a:pt x="1757794" y="106505"/>
                </a:lnTo>
                <a:lnTo>
                  <a:pt x="1758372" y="107410"/>
                </a:lnTo>
                <a:lnTo>
                  <a:pt x="1758933" y="108331"/>
                </a:lnTo>
                <a:lnTo>
                  <a:pt x="1759476" y="109267"/>
                </a:lnTo>
                <a:lnTo>
                  <a:pt x="1760002" y="110219"/>
                </a:lnTo>
                <a:lnTo>
                  <a:pt x="1760509" y="111188"/>
                </a:lnTo>
                <a:lnTo>
                  <a:pt x="1760999" y="112172"/>
                </a:lnTo>
                <a:lnTo>
                  <a:pt x="1761471" y="113171"/>
                </a:lnTo>
                <a:lnTo>
                  <a:pt x="1761925" y="114187"/>
                </a:lnTo>
                <a:lnTo>
                  <a:pt x="1762362" y="115214"/>
                </a:lnTo>
                <a:lnTo>
                  <a:pt x="1762781" y="116247"/>
                </a:lnTo>
                <a:lnTo>
                  <a:pt x="1763183" y="117286"/>
                </a:lnTo>
                <a:lnTo>
                  <a:pt x="1763567" y="118331"/>
                </a:lnTo>
                <a:lnTo>
                  <a:pt x="1763934" y="119382"/>
                </a:lnTo>
                <a:lnTo>
                  <a:pt x="1764283" y="120440"/>
                </a:lnTo>
                <a:lnTo>
                  <a:pt x="1764615" y="121504"/>
                </a:lnTo>
                <a:lnTo>
                  <a:pt x="1764929" y="122574"/>
                </a:lnTo>
                <a:lnTo>
                  <a:pt x="1765226" y="123650"/>
                </a:lnTo>
                <a:lnTo>
                  <a:pt x="1765506" y="124732"/>
                </a:lnTo>
                <a:lnTo>
                  <a:pt x="1765767" y="125820"/>
                </a:lnTo>
                <a:lnTo>
                  <a:pt x="1766012" y="126915"/>
                </a:lnTo>
                <a:lnTo>
                  <a:pt x="1766239" y="128016"/>
                </a:lnTo>
                <a:lnTo>
                  <a:pt x="1766448" y="129123"/>
                </a:lnTo>
                <a:lnTo>
                  <a:pt x="1766640" y="130236"/>
                </a:lnTo>
                <a:lnTo>
                  <a:pt x="1766815" y="131355"/>
                </a:lnTo>
                <a:lnTo>
                  <a:pt x="1766971" y="132480"/>
                </a:lnTo>
                <a:lnTo>
                  <a:pt x="1767111" y="133612"/>
                </a:lnTo>
                <a:lnTo>
                  <a:pt x="1767233" y="134750"/>
                </a:lnTo>
                <a:lnTo>
                  <a:pt x="1767337" y="135894"/>
                </a:lnTo>
                <a:lnTo>
                  <a:pt x="1767424" y="137044"/>
                </a:lnTo>
                <a:lnTo>
                  <a:pt x="1767494" y="138200"/>
                </a:lnTo>
                <a:lnTo>
                  <a:pt x="1767546" y="139362"/>
                </a:lnTo>
                <a:lnTo>
                  <a:pt x="1767581" y="140531"/>
                </a:lnTo>
                <a:lnTo>
                  <a:pt x="1767581" y="142540"/>
                </a:lnTo>
                <a:lnTo>
                  <a:pt x="1667301" y="142540"/>
                </a:lnTo>
                <a:lnTo>
                  <a:pt x="1667377" y="141909"/>
                </a:lnTo>
                <a:lnTo>
                  <a:pt x="1667531" y="140739"/>
                </a:lnTo>
                <a:lnTo>
                  <a:pt x="1667699" y="139579"/>
                </a:lnTo>
                <a:close/>
                <a:moveTo>
                  <a:pt x="1419367" y="73594"/>
                </a:moveTo>
                <a:lnTo>
                  <a:pt x="1419367" y="241234"/>
                </a:lnTo>
                <a:lnTo>
                  <a:pt x="1437959" y="241234"/>
                </a:lnTo>
                <a:lnTo>
                  <a:pt x="1437959" y="73594"/>
                </a:lnTo>
                <a:lnTo>
                  <a:pt x="1419367" y="73594"/>
                </a:lnTo>
                <a:close/>
                <a:moveTo>
                  <a:pt x="1588658" y="73594"/>
                </a:moveTo>
                <a:lnTo>
                  <a:pt x="1588658" y="241234"/>
                </a:lnTo>
                <a:lnTo>
                  <a:pt x="1607250" y="241234"/>
                </a:lnTo>
                <a:lnTo>
                  <a:pt x="1607250" y="73594"/>
                </a:lnTo>
                <a:lnTo>
                  <a:pt x="1588658" y="73594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CD52F-6346-4834-897E-96F4FA8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89" y="3592682"/>
            <a:ext cx="1891538" cy="967219"/>
          </a:xfrm>
          <a:custGeom xmlns:a="http://schemas.openxmlformats.org/drawingml/2006/main">
            <a:pathLst>
              <a:path w="1891538" h="967219">
                <a:moveTo>
                  <a:pt x="0" y="161206"/>
                </a:moveTo>
                <a:cubicBezTo>
                  <a:pt x="0" y="72183"/>
                  <a:pt x="72183" y="0"/>
                  <a:pt x="161206" y="0"/>
                </a:cubicBezTo>
                <a:lnTo>
                  <a:pt x="1730331" y="0"/>
                </a:lnTo>
                <a:cubicBezTo>
                  <a:pt x="1773106" y="0"/>
                  <a:pt x="1814098" y="16973"/>
                  <a:pt x="1844332" y="47206"/>
                </a:cubicBezTo>
                <a:cubicBezTo>
                  <a:pt x="1874565" y="77440"/>
                  <a:pt x="1891538" y="118458"/>
                  <a:pt x="1891538" y="161206"/>
                </a:cubicBezTo>
                <a:lnTo>
                  <a:pt x="1891538" y="806013"/>
                </a:lnTo>
                <a:cubicBezTo>
                  <a:pt x="1891538" y="895036"/>
                  <a:pt x="1819355" y="967219"/>
                  <a:pt x="1730331" y="967219"/>
                </a:cubicBezTo>
                <a:lnTo>
                  <a:pt x="161206" y="967219"/>
                </a:lnTo>
                <a:cubicBezTo>
                  <a:pt x="72183" y="967219"/>
                  <a:pt x="0" y="895036"/>
                  <a:pt x="0" y="806013"/>
                </a:cubicBezTo>
                <a:lnTo>
                  <a:pt x="0" y="161206"/>
                </a:lnTo>
                <a:close/>
                <a:moveTo>
                  <a:pt x="0" y="16120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C5D21-C429-4A71-831A-243F609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89" y="3592682"/>
            <a:ext cx="1891538" cy="967219"/>
          </a:xfrm>
          <a:custGeom xmlns:a="http://schemas.openxmlformats.org/drawingml/2006/main">
            <a:pathLst>
              <a:path w="1891538" h="967219" fill="none">
                <a:moveTo>
                  <a:pt x="0" y="161206"/>
                </a:moveTo>
                <a:cubicBezTo>
                  <a:pt x="0" y="72183"/>
                  <a:pt x="72183" y="0"/>
                  <a:pt x="161206" y="0"/>
                </a:cubicBezTo>
                <a:lnTo>
                  <a:pt x="1730331" y="0"/>
                </a:lnTo>
                <a:cubicBezTo>
                  <a:pt x="1773106" y="0"/>
                  <a:pt x="1814098" y="16973"/>
                  <a:pt x="1844332" y="47206"/>
                </a:cubicBezTo>
                <a:cubicBezTo>
                  <a:pt x="1874565" y="77440"/>
                  <a:pt x="1891538" y="118458"/>
                  <a:pt x="1891538" y="161206"/>
                </a:cubicBezTo>
                <a:lnTo>
                  <a:pt x="1891538" y="806013"/>
                </a:lnTo>
                <a:cubicBezTo>
                  <a:pt x="1891538" y="895036"/>
                  <a:pt x="1819355" y="967219"/>
                  <a:pt x="1730331" y="967219"/>
                </a:cubicBezTo>
                <a:lnTo>
                  <a:pt x="161206" y="967219"/>
                </a:lnTo>
                <a:cubicBezTo>
                  <a:pt x="72183" y="967219"/>
                  <a:pt x="0" y="895036"/>
                  <a:pt x="0" y="806013"/>
                </a:cubicBezTo>
                <a:lnTo>
                  <a:pt x="0" y="161206"/>
                </a:lnTo>
                <a:close/>
                <a:moveTo>
                  <a:pt x="0" y="161206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68" name="Text Single-turn">
            <a:extLst xmlns:a="http://schemas.openxmlformats.org/drawingml/2006/main">
              <a:ext uri="{FF2B5EF4-FFF2-40B4-BE49-F238E27FC236}">
                <a16:creationId xmlns:a16="http://schemas.microsoft.com/office/drawing/2014/main" id="{99829D58-2632-4C06-8BD8-C535DA4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521" y="1345327"/>
            <a:ext cx="1010117" cy="211413"/>
          </a:xfrm>
          <a:custGeom xmlns:a="http://schemas.openxmlformats.org/drawingml/2006/main">
            <a:pathLst>
              <a:path w="1010117" h="211413">
                <a:moveTo>
                  <a:pt x="137430" y="16234"/>
                </a:moveTo>
                <a:lnTo>
                  <a:pt x="137466" y="16514"/>
                </a:lnTo>
                <a:lnTo>
                  <a:pt x="137511" y="16791"/>
                </a:lnTo>
                <a:lnTo>
                  <a:pt x="137563" y="17064"/>
                </a:lnTo>
                <a:lnTo>
                  <a:pt x="137623" y="17334"/>
                </a:lnTo>
                <a:lnTo>
                  <a:pt x="137692" y="17599"/>
                </a:lnTo>
                <a:lnTo>
                  <a:pt x="137768" y="17862"/>
                </a:lnTo>
                <a:lnTo>
                  <a:pt x="137852" y="18121"/>
                </a:lnTo>
                <a:lnTo>
                  <a:pt x="137945" y="18376"/>
                </a:lnTo>
                <a:lnTo>
                  <a:pt x="138045" y="18628"/>
                </a:lnTo>
                <a:lnTo>
                  <a:pt x="138154" y="18876"/>
                </a:lnTo>
                <a:lnTo>
                  <a:pt x="138270" y="19121"/>
                </a:lnTo>
                <a:lnTo>
                  <a:pt x="138395" y="19362"/>
                </a:lnTo>
                <a:lnTo>
                  <a:pt x="138528" y="19599"/>
                </a:lnTo>
                <a:lnTo>
                  <a:pt x="138668" y="19833"/>
                </a:lnTo>
                <a:lnTo>
                  <a:pt x="138817" y="20064"/>
                </a:lnTo>
                <a:lnTo>
                  <a:pt x="138974" y="20291"/>
                </a:lnTo>
                <a:lnTo>
                  <a:pt x="139139" y="20514"/>
                </a:lnTo>
                <a:lnTo>
                  <a:pt x="139312" y="20734"/>
                </a:lnTo>
                <a:lnTo>
                  <a:pt x="139493" y="20950"/>
                </a:lnTo>
                <a:lnTo>
                  <a:pt x="139682" y="21163"/>
                </a:lnTo>
                <a:lnTo>
                  <a:pt x="139878" y="21369"/>
                </a:lnTo>
                <a:lnTo>
                  <a:pt x="140081" y="21567"/>
                </a:lnTo>
                <a:lnTo>
                  <a:pt x="140290" y="21756"/>
                </a:lnTo>
                <a:lnTo>
                  <a:pt x="140506" y="21936"/>
                </a:lnTo>
                <a:lnTo>
                  <a:pt x="140728" y="22108"/>
                </a:lnTo>
                <a:lnTo>
                  <a:pt x="140957" y="22270"/>
                </a:lnTo>
                <a:lnTo>
                  <a:pt x="141193" y="22424"/>
                </a:lnTo>
                <a:lnTo>
                  <a:pt x="141435" y="22569"/>
                </a:lnTo>
                <a:lnTo>
                  <a:pt x="141683" y="22705"/>
                </a:lnTo>
                <a:lnTo>
                  <a:pt x="141938" y="22833"/>
                </a:lnTo>
                <a:lnTo>
                  <a:pt x="142200" y="22951"/>
                </a:lnTo>
                <a:lnTo>
                  <a:pt x="142468" y="23061"/>
                </a:lnTo>
                <a:lnTo>
                  <a:pt x="142743" y="23162"/>
                </a:lnTo>
                <a:lnTo>
                  <a:pt x="143024" y="23254"/>
                </a:lnTo>
                <a:lnTo>
                  <a:pt x="143312" y="23338"/>
                </a:lnTo>
                <a:lnTo>
                  <a:pt x="143607" y="23413"/>
                </a:lnTo>
                <a:lnTo>
                  <a:pt x="143907" y="23478"/>
                </a:lnTo>
                <a:lnTo>
                  <a:pt x="144215" y="23536"/>
                </a:lnTo>
                <a:lnTo>
                  <a:pt x="144529" y="23584"/>
                </a:lnTo>
                <a:lnTo>
                  <a:pt x="144850" y="23623"/>
                </a:lnTo>
                <a:lnTo>
                  <a:pt x="145177" y="23654"/>
                </a:lnTo>
                <a:lnTo>
                  <a:pt x="145510" y="23676"/>
                </a:lnTo>
                <a:lnTo>
                  <a:pt x="145851" y="23689"/>
                </a:lnTo>
                <a:lnTo>
                  <a:pt x="146197" y="23694"/>
                </a:lnTo>
                <a:lnTo>
                  <a:pt x="146535" y="23689"/>
                </a:lnTo>
                <a:lnTo>
                  <a:pt x="146868" y="23676"/>
                </a:lnTo>
                <a:lnTo>
                  <a:pt x="147194" y="23654"/>
                </a:lnTo>
                <a:lnTo>
                  <a:pt x="147515" y="23623"/>
                </a:lnTo>
                <a:lnTo>
                  <a:pt x="147830" y="23584"/>
                </a:lnTo>
                <a:lnTo>
                  <a:pt x="148139" y="23536"/>
                </a:lnTo>
                <a:lnTo>
                  <a:pt x="148443" y="23478"/>
                </a:lnTo>
                <a:lnTo>
                  <a:pt x="148740" y="23413"/>
                </a:lnTo>
                <a:lnTo>
                  <a:pt x="149032" y="23338"/>
                </a:lnTo>
                <a:lnTo>
                  <a:pt x="149318" y="23254"/>
                </a:lnTo>
                <a:lnTo>
                  <a:pt x="149598" y="23162"/>
                </a:lnTo>
                <a:lnTo>
                  <a:pt x="149872" y="23061"/>
                </a:lnTo>
                <a:lnTo>
                  <a:pt x="150141" y="22951"/>
                </a:lnTo>
                <a:lnTo>
                  <a:pt x="150404" y="22833"/>
                </a:lnTo>
                <a:lnTo>
                  <a:pt x="150661" y="22705"/>
                </a:lnTo>
                <a:lnTo>
                  <a:pt x="150912" y="22569"/>
                </a:lnTo>
                <a:lnTo>
                  <a:pt x="151157" y="22424"/>
                </a:lnTo>
                <a:lnTo>
                  <a:pt x="151397" y="22270"/>
                </a:lnTo>
                <a:lnTo>
                  <a:pt x="151631" y="22108"/>
                </a:lnTo>
                <a:lnTo>
                  <a:pt x="151859" y="21936"/>
                </a:lnTo>
                <a:lnTo>
                  <a:pt x="152081" y="21756"/>
                </a:lnTo>
                <a:lnTo>
                  <a:pt x="152298" y="21567"/>
                </a:lnTo>
                <a:lnTo>
                  <a:pt x="152508" y="21369"/>
                </a:lnTo>
                <a:lnTo>
                  <a:pt x="152713" y="21163"/>
                </a:lnTo>
                <a:lnTo>
                  <a:pt x="152911" y="20950"/>
                </a:lnTo>
                <a:lnTo>
                  <a:pt x="153100" y="20734"/>
                </a:lnTo>
                <a:lnTo>
                  <a:pt x="153281" y="20514"/>
                </a:lnTo>
                <a:lnTo>
                  <a:pt x="153453" y="20291"/>
                </a:lnTo>
                <a:lnTo>
                  <a:pt x="153618" y="20064"/>
                </a:lnTo>
                <a:lnTo>
                  <a:pt x="153773" y="19833"/>
                </a:lnTo>
                <a:lnTo>
                  <a:pt x="153920" y="19599"/>
                </a:lnTo>
                <a:lnTo>
                  <a:pt x="154059" y="19362"/>
                </a:lnTo>
                <a:lnTo>
                  <a:pt x="154190" y="19121"/>
                </a:lnTo>
                <a:lnTo>
                  <a:pt x="154312" y="18876"/>
                </a:lnTo>
                <a:lnTo>
                  <a:pt x="154425" y="18628"/>
                </a:lnTo>
                <a:lnTo>
                  <a:pt x="154530" y="18376"/>
                </a:lnTo>
                <a:lnTo>
                  <a:pt x="154627" y="18121"/>
                </a:lnTo>
                <a:lnTo>
                  <a:pt x="154716" y="17862"/>
                </a:lnTo>
                <a:lnTo>
                  <a:pt x="154796" y="17599"/>
                </a:lnTo>
                <a:lnTo>
                  <a:pt x="154867" y="17334"/>
                </a:lnTo>
                <a:lnTo>
                  <a:pt x="154930" y="17064"/>
                </a:lnTo>
                <a:lnTo>
                  <a:pt x="154985" y="16791"/>
                </a:lnTo>
                <a:lnTo>
                  <a:pt x="155031" y="16514"/>
                </a:lnTo>
                <a:lnTo>
                  <a:pt x="155069" y="16234"/>
                </a:lnTo>
                <a:lnTo>
                  <a:pt x="155098" y="15950"/>
                </a:lnTo>
                <a:lnTo>
                  <a:pt x="155119" y="15663"/>
                </a:lnTo>
                <a:lnTo>
                  <a:pt x="155132" y="15372"/>
                </a:lnTo>
                <a:lnTo>
                  <a:pt x="155136" y="15078"/>
                </a:lnTo>
                <a:lnTo>
                  <a:pt x="155132" y="14775"/>
                </a:lnTo>
                <a:lnTo>
                  <a:pt x="155119" y="14475"/>
                </a:lnTo>
                <a:lnTo>
                  <a:pt x="155098" y="14180"/>
                </a:lnTo>
                <a:lnTo>
                  <a:pt x="155069" y="13889"/>
                </a:lnTo>
                <a:lnTo>
                  <a:pt x="155031" y="13601"/>
                </a:lnTo>
                <a:lnTo>
                  <a:pt x="154985" y="13318"/>
                </a:lnTo>
                <a:lnTo>
                  <a:pt x="154930" y="13038"/>
                </a:lnTo>
                <a:lnTo>
                  <a:pt x="154867" y="12762"/>
                </a:lnTo>
                <a:lnTo>
                  <a:pt x="154796" y="12491"/>
                </a:lnTo>
                <a:lnTo>
                  <a:pt x="154716" y="12223"/>
                </a:lnTo>
                <a:lnTo>
                  <a:pt x="154627" y="11959"/>
                </a:lnTo>
                <a:lnTo>
                  <a:pt x="154530" y="11699"/>
                </a:lnTo>
                <a:lnTo>
                  <a:pt x="154425" y="11443"/>
                </a:lnTo>
                <a:lnTo>
                  <a:pt x="154312" y="11191"/>
                </a:lnTo>
                <a:lnTo>
                  <a:pt x="154190" y="10942"/>
                </a:lnTo>
                <a:lnTo>
                  <a:pt x="154059" y="10698"/>
                </a:lnTo>
                <a:lnTo>
                  <a:pt x="153920" y="10458"/>
                </a:lnTo>
                <a:lnTo>
                  <a:pt x="153773" y="10221"/>
                </a:lnTo>
                <a:lnTo>
                  <a:pt x="153618" y="9989"/>
                </a:lnTo>
                <a:lnTo>
                  <a:pt x="153453" y="9760"/>
                </a:lnTo>
                <a:lnTo>
                  <a:pt x="153281" y="9536"/>
                </a:lnTo>
                <a:lnTo>
                  <a:pt x="153100" y="9315"/>
                </a:lnTo>
                <a:lnTo>
                  <a:pt x="152911" y="9098"/>
                </a:lnTo>
                <a:lnTo>
                  <a:pt x="152713" y="8885"/>
                </a:lnTo>
                <a:lnTo>
                  <a:pt x="152508" y="8679"/>
                </a:lnTo>
                <a:lnTo>
                  <a:pt x="152298" y="8481"/>
                </a:lnTo>
                <a:lnTo>
                  <a:pt x="152081" y="8292"/>
                </a:lnTo>
                <a:lnTo>
                  <a:pt x="151859" y="8112"/>
                </a:lnTo>
                <a:lnTo>
                  <a:pt x="151631" y="7940"/>
                </a:lnTo>
                <a:lnTo>
                  <a:pt x="151397" y="7778"/>
                </a:lnTo>
                <a:lnTo>
                  <a:pt x="151157" y="7624"/>
                </a:lnTo>
                <a:lnTo>
                  <a:pt x="150912" y="7479"/>
                </a:lnTo>
                <a:lnTo>
                  <a:pt x="150661" y="7343"/>
                </a:lnTo>
                <a:lnTo>
                  <a:pt x="150404" y="7215"/>
                </a:lnTo>
                <a:lnTo>
                  <a:pt x="150141" y="7097"/>
                </a:lnTo>
                <a:lnTo>
                  <a:pt x="149872" y="6987"/>
                </a:lnTo>
                <a:lnTo>
                  <a:pt x="149598" y="6886"/>
                </a:lnTo>
                <a:lnTo>
                  <a:pt x="149318" y="6794"/>
                </a:lnTo>
                <a:lnTo>
                  <a:pt x="149032" y="6710"/>
                </a:lnTo>
                <a:lnTo>
                  <a:pt x="148740" y="6635"/>
                </a:lnTo>
                <a:lnTo>
                  <a:pt x="148443" y="6570"/>
                </a:lnTo>
                <a:lnTo>
                  <a:pt x="148139" y="6512"/>
                </a:lnTo>
                <a:lnTo>
                  <a:pt x="147830" y="6464"/>
                </a:lnTo>
                <a:lnTo>
                  <a:pt x="147515" y="6425"/>
                </a:lnTo>
                <a:lnTo>
                  <a:pt x="147194" y="6394"/>
                </a:lnTo>
                <a:lnTo>
                  <a:pt x="146868" y="6372"/>
                </a:lnTo>
                <a:lnTo>
                  <a:pt x="146535" y="6359"/>
                </a:lnTo>
                <a:lnTo>
                  <a:pt x="146197" y="6354"/>
                </a:lnTo>
                <a:lnTo>
                  <a:pt x="145851" y="6359"/>
                </a:lnTo>
                <a:lnTo>
                  <a:pt x="145510" y="6372"/>
                </a:lnTo>
                <a:lnTo>
                  <a:pt x="145177" y="6394"/>
                </a:lnTo>
                <a:lnTo>
                  <a:pt x="144850" y="6425"/>
                </a:lnTo>
                <a:lnTo>
                  <a:pt x="144529" y="6464"/>
                </a:lnTo>
                <a:lnTo>
                  <a:pt x="144215" y="6512"/>
                </a:lnTo>
                <a:lnTo>
                  <a:pt x="143907" y="6570"/>
                </a:lnTo>
                <a:lnTo>
                  <a:pt x="143607" y="6635"/>
                </a:lnTo>
                <a:lnTo>
                  <a:pt x="143312" y="6710"/>
                </a:lnTo>
                <a:lnTo>
                  <a:pt x="143024" y="6794"/>
                </a:lnTo>
                <a:lnTo>
                  <a:pt x="142743" y="6886"/>
                </a:lnTo>
                <a:lnTo>
                  <a:pt x="142468" y="6987"/>
                </a:lnTo>
                <a:lnTo>
                  <a:pt x="142200" y="7097"/>
                </a:lnTo>
                <a:lnTo>
                  <a:pt x="141938" y="7215"/>
                </a:lnTo>
                <a:lnTo>
                  <a:pt x="141683" y="7343"/>
                </a:lnTo>
                <a:lnTo>
                  <a:pt x="141435" y="7479"/>
                </a:lnTo>
                <a:lnTo>
                  <a:pt x="141193" y="7624"/>
                </a:lnTo>
                <a:lnTo>
                  <a:pt x="140957" y="7778"/>
                </a:lnTo>
                <a:lnTo>
                  <a:pt x="140728" y="7940"/>
                </a:lnTo>
                <a:lnTo>
                  <a:pt x="140506" y="8112"/>
                </a:lnTo>
                <a:lnTo>
                  <a:pt x="140290" y="8292"/>
                </a:lnTo>
                <a:lnTo>
                  <a:pt x="140081" y="8481"/>
                </a:lnTo>
                <a:lnTo>
                  <a:pt x="139878" y="8679"/>
                </a:lnTo>
                <a:lnTo>
                  <a:pt x="139682" y="8885"/>
                </a:lnTo>
                <a:lnTo>
                  <a:pt x="139493" y="9098"/>
                </a:lnTo>
                <a:lnTo>
                  <a:pt x="139312" y="9315"/>
                </a:lnTo>
                <a:lnTo>
                  <a:pt x="139139" y="9536"/>
                </a:lnTo>
                <a:lnTo>
                  <a:pt x="138974" y="9760"/>
                </a:lnTo>
                <a:lnTo>
                  <a:pt x="138817" y="9989"/>
                </a:lnTo>
                <a:lnTo>
                  <a:pt x="138668" y="10221"/>
                </a:lnTo>
                <a:lnTo>
                  <a:pt x="138528" y="10458"/>
                </a:lnTo>
                <a:lnTo>
                  <a:pt x="138395" y="10698"/>
                </a:lnTo>
                <a:lnTo>
                  <a:pt x="138270" y="10942"/>
                </a:lnTo>
                <a:lnTo>
                  <a:pt x="138154" y="11191"/>
                </a:lnTo>
                <a:lnTo>
                  <a:pt x="138045" y="11443"/>
                </a:lnTo>
                <a:lnTo>
                  <a:pt x="137945" y="11699"/>
                </a:lnTo>
                <a:lnTo>
                  <a:pt x="137852" y="11959"/>
                </a:lnTo>
                <a:lnTo>
                  <a:pt x="137768" y="12223"/>
                </a:lnTo>
                <a:lnTo>
                  <a:pt x="137692" y="12491"/>
                </a:lnTo>
                <a:lnTo>
                  <a:pt x="137623" y="12762"/>
                </a:lnTo>
                <a:lnTo>
                  <a:pt x="137563" y="13038"/>
                </a:lnTo>
                <a:lnTo>
                  <a:pt x="137511" y="13318"/>
                </a:lnTo>
                <a:lnTo>
                  <a:pt x="137466" y="13601"/>
                </a:lnTo>
                <a:lnTo>
                  <a:pt x="137430" y="13889"/>
                </a:lnTo>
                <a:lnTo>
                  <a:pt x="137402" y="14180"/>
                </a:lnTo>
                <a:lnTo>
                  <a:pt x="137382" y="14475"/>
                </a:lnTo>
                <a:lnTo>
                  <a:pt x="137370" y="14775"/>
                </a:lnTo>
                <a:lnTo>
                  <a:pt x="137366" y="15078"/>
                </a:lnTo>
                <a:lnTo>
                  <a:pt x="137370" y="15372"/>
                </a:lnTo>
                <a:lnTo>
                  <a:pt x="137382" y="15663"/>
                </a:lnTo>
                <a:lnTo>
                  <a:pt x="137402" y="15950"/>
                </a:lnTo>
                <a:lnTo>
                  <a:pt x="137430" y="16234"/>
                </a:lnTo>
                <a:close/>
                <a:moveTo>
                  <a:pt x="431658" y="0"/>
                </a:moveTo>
                <a:lnTo>
                  <a:pt x="431658" y="165425"/>
                </a:lnTo>
                <a:lnTo>
                  <a:pt x="444582" y="165425"/>
                </a:lnTo>
                <a:lnTo>
                  <a:pt x="444582" y="0"/>
                </a:lnTo>
                <a:lnTo>
                  <a:pt x="431658" y="0"/>
                </a:lnTo>
                <a:close/>
                <a:moveTo>
                  <a:pt x="200340" y="84301"/>
                </a:moveTo>
                <a:lnTo>
                  <a:pt x="200573" y="83706"/>
                </a:lnTo>
                <a:lnTo>
                  <a:pt x="200814" y="83114"/>
                </a:lnTo>
                <a:lnTo>
                  <a:pt x="201063" y="82524"/>
                </a:lnTo>
                <a:lnTo>
                  <a:pt x="201319" y="81938"/>
                </a:lnTo>
                <a:lnTo>
                  <a:pt x="201583" y="81354"/>
                </a:lnTo>
                <a:lnTo>
                  <a:pt x="201854" y="80774"/>
                </a:lnTo>
                <a:lnTo>
                  <a:pt x="202134" y="80197"/>
                </a:lnTo>
                <a:lnTo>
                  <a:pt x="202421" y="79622"/>
                </a:lnTo>
                <a:lnTo>
                  <a:pt x="202715" y="79051"/>
                </a:lnTo>
                <a:lnTo>
                  <a:pt x="203017" y="78483"/>
                </a:lnTo>
                <a:lnTo>
                  <a:pt x="203327" y="77917"/>
                </a:lnTo>
                <a:lnTo>
                  <a:pt x="203645" y="77355"/>
                </a:lnTo>
                <a:lnTo>
                  <a:pt x="203970" y="76795"/>
                </a:lnTo>
                <a:lnTo>
                  <a:pt x="204303" y="76239"/>
                </a:lnTo>
                <a:lnTo>
                  <a:pt x="204644" y="75685"/>
                </a:lnTo>
                <a:lnTo>
                  <a:pt x="204992" y="75135"/>
                </a:lnTo>
                <a:lnTo>
                  <a:pt x="205348" y="74587"/>
                </a:lnTo>
                <a:lnTo>
                  <a:pt x="205711" y="74043"/>
                </a:lnTo>
                <a:lnTo>
                  <a:pt x="206083" y="73501"/>
                </a:lnTo>
                <a:lnTo>
                  <a:pt x="206462" y="72963"/>
                </a:lnTo>
                <a:lnTo>
                  <a:pt x="206848" y="72427"/>
                </a:lnTo>
                <a:lnTo>
                  <a:pt x="207242" y="71898"/>
                </a:lnTo>
                <a:lnTo>
                  <a:pt x="207645" y="71376"/>
                </a:lnTo>
                <a:lnTo>
                  <a:pt x="208055" y="70862"/>
                </a:lnTo>
                <a:lnTo>
                  <a:pt x="208473" y="70357"/>
                </a:lnTo>
                <a:lnTo>
                  <a:pt x="208898" y="69860"/>
                </a:lnTo>
                <a:lnTo>
                  <a:pt x="209332" y="69371"/>
                </a:lnTo>
                <a:lnTo>
                  <a:pt x="209773" y="68891"/>
                </a:lnTo>
                <a:lnTo>
                  <a:pt x="210223" y="68419"/>
                </a:lnTo>
                <a:lnTo>
                  <a:pt x="210680" y="67955"/>
                </a:lnTo>
                <a:lnTo>
                  <a:pt x="211145" y="67499"/>
                </a:lnTo>
                <a:lnTo>
                  <a:pt x="211618" y="67051"/>
                </a:lnTo>
                <a:lnTo>
                  <a:pt x="212098" y="66612"/>
                </a:lnTo>
                <a:lnTo>
                  <a:pt x="212587" y="66181"/>
                </a:lnTo>
                <a:lnTo>
                  <a:pt x="213083" y="65758"/>
                </a:lnTo>
                <a:lnTo>
                  <a:pt x="213588" y="65343"/>
                </a:lnTo>
                <a:lnTo>
                  <a:pt x="214100" y="64936"/>
                </a:lnTo>
                <a:lnTo>
                  <a:pt x="214620" y="64538"/>
                </a:lnTo>
                <a:lnTo>
                  <a:pt x="215148" y="64148"/>
                </a:lnTo>
                <a:lnTo>
                  <a:pt x="215683" y="63766"/>
                </a:lnTo>
                <a:lnTo>
                  <a:pt x="216227" y="63393"/>
                </a:lnTo>
                <a:lnTo>
                  <a:pt x="216778" y="63027"/>
                </a:lnTo>
                <a:lnTo>
                  <a:pt x="217338" y="62670"/>
                </a:lnTo>
                <a:lnTo>
                  <a:pt x="217905" y="62321"/>
                </a:lnTo>
                <a:lnTo>
                  <a:pt x="218480" y="61981"/>
                </a:lnTo>
                <a:lnTo>
                  <a:pt x="219063" y="61651"/>
                </a:lnTo>
                <a:lnTo>
                  <a:pt x="219653" y="61336"/>
                </a:lnTo>
                <a:lnTo>
                  <a:pt x="220252" y="61034"/>
                </a:lnTo>
                <a:lnTo>
                  <a:pt x="220859" y="60747"/>
                </a:lnTo>
                <a:lnTo>
                  <a:pt x="221475" y="60473"/>
                </a:lnTo>
                <a:lnTo>
                  <a:pt x="222098" y="60214"/>
                </a:lnTo>
                <a:lnTo>
                  <a:pt x="222729" y="59968"/>
                </a:lnTo>
                <a:lnTo>
                  <a:pt x="223368" y="59737"/>
                </a:lnTo>
                <a:lnTo>
                  <a:pt x="224015" y="59520"/>
                </a:lnTo>
                <a:lnTo>
                  <a:pt x="224670" y="59316"/>
                </a:lnTo>
                <a:lnTo>
                  <a:pt x="225334" y="59127"/>
                </a:lnTo>
                <a:lnTo>
                  <a:pt x="226005" y="58952"/>
                </a:lnTo>
                <a:lnTo>
                  <a:pt x="226684" y="58790"/>
                </a:lnTo>
                <a:lnTo>
                  <a:pt x="227372" y="58643"/>
                </a:lnTo>
                <a:lnTo>
                  <a:pt x="228067" y="58510"/>
                </a:lnTo>
                <a:lnTo>
                  <a:pt x="228771" y="58391"/>
                </a:lnTo>
                <a:lnTo>
                  <a:pt x="229482" y="58286"/>
                </a:lnTo>
                <a:lnTo>
                  <a:pt x="230202" y="58194"/>
                </a:lnTo>
                <a:lnTo>
                  <a:pt x="230930" y="58117"/>
                </a:lnTo>
                <a:lnTo>
                  <a:pt x="231665" y="58054"/>
                </a:lnTo>
                <a:lnTo>
                  <a:pt x="232409" y="58005"/>
                </a:lnTo>
                <a:lnTo>
                  <a:pt x="233161" y="57970"/>
                </a:lnTo>
                <a:lnTo>
                  <a:pt x="233920" y="57949"/>
                </a:lnTo>
                <a:lnTo>
                  <a:pt x="234688" y="57942"/>
                </a:lnTo>
                <a:lnTo>
                  <a:pt x="235384" y="57947"/>
                </a:lnTo>
                <a:lnTo>
                  <a:pt x="236073" y="57962"/>
                </a:lnTo>
                <a:lnTo>
                  <a:pt x="236753" y="57987"/>
                </a:lnTo>
                <a:lnTo>
                  <a:pt x="237426" y="58023"/>
                </a:lnTo>
                <a:lnTo>
                  <a:pt x="238090" y="58068"/>
                </a:lnTo>
                <a:lnTo>
                  <a:pt x="238747" y="58124"/>
                </a:lnTo>
                <a:lnTo>
                  <a:pt x="239396" y="58189"/>
                </a:lnTo>
                <a:lnTo>
                  <a:pt x="240037" y="58265"/>
                </a:lnTo>
                <a:lnTo>
                  <a:pt x="240671" y="58351"/>
                </a:lnTo>
                <a:lnTo>
                  <a:pt x="241296" y="58447"/>
                </a:lnTo>
                <a:lnTo>
                  <a:pt x="241914" y="58553"/>
                </a:lnTo>
                <a:lnTo>
                  <a:pt x="242523" y="58669"/>
                </a:lnTo>
                <a:lnTo>
                  <a:pt x="243125" y="58795"/>
                </a:lnTo>
                <a:lnTo>
                  <a:pt x="243719" y="58931"/>
                </a:lnTo>
                <a:lnTo>
                  <a:pt x="244305" y="59078"/>
                </a:lnTo>
                <a:lnTo>
                  <a:pt x="244884" y="59234"/>
                </a:lnTo>
                <a:lnTo>
                  <a:pt x="245454" y="59401"/>
                </a:lnTo>
                <a:lnTo>
                  <a:pt x="246017" y="59578"/>
                </a:lnTo>
                <a:lnTo>
                  <a:pt x="246572" y="59764"/>
                </a:lnTo>
                <a:lnTo>
                  <a:pt x="247119" y="59961"/>
                </a:lnTo>
                <a:lnTo>
                  <a:pt x="247658" y="60168"/>
                </a:lnTo>
                <a:lnTo>
                  <a:pt x="248189" y="60385"/>
                </a:lnTo>
                <a:lnTo>
                  <a:pt x="248712" y="60613"/>
                </a:lnTo>
                <a:lnTo>
                  <a:pt x="249228" y="60850"/>
                </a:lnTo>
                <a:lnTo>
                  <a:pt x="249734" y="61099"/>
                </a:lnTo>
                <a:lnTo>
                  <a:pt x="250231" y="61362"/>
                </a:lnTo>
                <a:lnTo>
                  <a:pt x="250719" y="61638"/>
                </a:lnTo>
                <a:lnTo>
                  <a:pt x="251196" y="61928"/>
                </a:lnTo>
                <a:lnTo>
                  <a:pt x="251664" y="62232"/>
                </a:lnTo>
                <a:lnTo>
                  <a:pt x="252122" y="62549"/>
                </a:lnTo>
                <a:lnTo>
                  <a:pt x="252570" y="62880"/>
                </a:lnTo>
                <a:lnTo>
                  <a:pt x="253009" y="63225"/>
                </a:lnTo>
                <a:lnTo>
                  <a:pt x="253438" y="63584"/>
                </a:lnTo>
                <a:lnTo>
                  <a:pt x="253857" y="63956"/>
                </a:lnTo>
                <a:lnTo>
                  <a:pt x="254267" y="64341"/>
                </a:lnTo>
                <a:lnTo>
                  <a:pt x="254666" y="64740"/>
                </a:lnTo>
                <a:lnTo>
                  <a:pt x="255056" y="65153"/>
                </a:lnTo>
                <a:lnTo>
                  <a:pt x="255437" y="65580"/>
                </a:lnTo>
                <a:lnTo>
                  <a:pt x="255807" y="66020"/>
                </a:lnTo>
                <a:lnTo>
                  <a:pt x="256168" y="66474"/>
                </a:lnTo>
                <a:lnTo>
                  <a:pt x="256519" y="66942"/>
                </a:lnTo>
                <a:lnTo>
                  <a:pt x="256861" y="67423"/>
                </a:lnTo>
                <a:lnTo>
                  <a:pt x="257192" y="67918"/>
                </a:lnTo>
                <a:lnTo>
                  <a:pt x="257514" y="68426"/>
                </a:lnTo>
                <a:lnTo>
                  <a:pt x="257827" y="68948"/>
                </a:lnTo>
                <a:lnTo>
                  <a:pt x="258129" y="69484"/>
                </a:lnTo>
                <a:lnTo>
                  <a:pt x="258422" y="70033"/>
                </a:lnTo>
                <a:lnTo>
                  <a:pt x="258705" y="70597"/>
                </a:lnTo>
                <a:lnTo>
                  <a:pt x="258978" y="71175"/>
                </a:lnTo>
                <a:lnTo>
                  <a:pt x="259238" y="71772"/>
                </a:lnTo>
                <a:lnTo>
                  <a:pt x="259488" y="72386"/>
                </a:lnTo>
                <a:lnTo>
                  <a:pt x="259725" y="73018"/>
                </a:lnTo>
                <a:lnTo>
                  <a:pt x="259951" y="73668"/>
                </a:lnTo>
                <a:lnTo>
                  <a:pt x="260166" y="74336"/>
                </a:lnTo>
                <a:lnTo>
                  <a:pt x="260369" y="75021"/>
                </a:lnTo>
                <a:lnTo>
                  <a:pt x="260560" y="75724"/>
                </a:lnTo>
                <a:lnTo>
                  <a:pt x="260740" y="76445"/>
                </a:lnTo>
                <a:lnTo>
                  <a:pt x="260908" y="77184"/>
                </a:lnTo>
                <a:lnTo>
                  <a:pt x="261064" y="77940"/>
                </a:lnTo>
                <a:lnTo>
                  <a:pt x="261209" y="78714"/>
                </a:lnTo>
                <a:lnTo>
                  <a:pt x="261342" y="79506"/>
                </a:lnTo>
                <a:lnTo>
                  <a:pt x="261464" y="80316"/>
                </a:lnTo>
                <a:lnTo>
                  <a:pt x="261574" y="81143"/>
                </a:lnTo>
                <a:lnTo>
                  <a:pt x="261673" y="81989"/>
                </a:lnTo>
                <a:lnTo>
                  <a:pt x="261760" y="82852"/>
                </a:lnTo>
                <a:lnTo>
                  <a:pt x="261835" y="83732"/>
                </a:lnTo>
                <a:lnTo>
                  <a:pt x="261899" y="84631"/>
                </a:lnTo>
                <a:lnTo>
                  <a:pt x="261951" y="85547"/>
                </a:lnTo>
                <a:lnTo>
                  <a:pt x="261992" y="86481"/>
                </a:lnTo>
                <a:lnTo>
                  <a:pt x="262021" y="87433"/>
                </a:lnTo>
                <a:lnTo>
                  <a:pt x="262038" y="88403"/>
                </a:lnTo>
                <a:lnTo>
                  <a:pt x="262044" y="89390"/>
                </a:lnTo>
                <a:lnTo>
                  <a:pt x="262044" y="165425"/>
                </a:lnTo>
                <a:lnTo>
                  <a:pt x="274968" y="165425"/>
                </a:lnTo>
                <a:lnTo>
                  <a:pt x="274968" y="89498"/>
                </a:lnTo>
                <a:lnTo>
                  <a:pt x="274963" y="88543"/>
                </a:lnTo>
                <a:lnTo>
                  <a:pt x="274950" y="87601"/>
                </a:lnTo>
                <a:lnTo>
                  <a:pt x="274928" y="86670"/>
                </a:lnTo>
                <a:lnTo>
                  <a:pt x="274897" y="85751"/>
                </a:lnTo>
                <a:lnTo>
                  <a:pt x="274858" y="84843"/>
                </a:lnTo>
                <a:lnTo>
                  <a:pt x="274809" y="83948"/>
                </a:lnTo>
                <a:lnTo>
                  <a:pt x="274752" y="83064"/>
                </a:lnTo>
                <a:lnTo>
                  <a:pt x="274686" y="82192"/>
                </a:lnTo>
                <a:lnTo>
                  <a:pt x="274612" y="81332"/>
                </a:lnTo>
                <a:lnTo>
                  <a:pt x="274528" y="80484"/>
                </a:lnTo>
                <a:lnTo>
                  <a:pt x="274436" y="79647"/>
                </a:lnTo>
                <a:lnTo>
                  <a:pt x="274335" y="78822"/>
                </a:lnTo>
                <a:lnTo>
                  <a:pt x="274225" y="78009"/>
                </a:lnTo>
                <a:lnTo>
                  <a:pt x="274106" y="77208"/>
                </a:lnTo>
                <a:lnTo>
                  <a:pt x="273979" y="76418"/>
                </a:lnTo>
                <a:lnTo>
                  <a:pt x="273843" y="75640"/>
                </a:lnTo>
                <a:lnTo>
                  <a:pt x="273698" y="74875"/>
                </a:lnTo>
                <a:lnTo>
                  <a:pt x="273544" y="74120"/>
                </a:lnTo>
                <a:lnTo>
                  <a:pt x="273381" y="73378"/>
                </a:lnTo>
                <a:lnTo>
                  <a:pt x="273210" y="72647"/>
                </a:lnTo>
                <a:lnTo>
                  <a:pt x="273030" y="71928"/>
                </a:lnTo>
                <a:lnTo>
                  <a:pt x="272841" y="71221"/>
                </a:lnTo>
                <a:lnTo>
                  <a:pt x="272643" y="70526"/>
                </a:lnTo>
                <a:lnTo>
                  <a:pt x="272437" y="69843"/>
                </a:lnTo>
                <a:lnTo>
                  <a:pt x="272222" y="69170"/>
                </a:lnTo>
                <a:lnTo>
                  <a:pt x="271999" y="68508"/>
                </a:lnTo>
                <a:lnTo>
                  <a:pt x="271769" y="67857"/>
                </a:lnTo>
                <a:lnTo>
                  <a:pt x="271530" y="67216"/>
                </a:lnTo>
                <a:lnTo>
                  <a:pt x="271284" y="66586"/>
                </a:lnTo>
                <a:lnTo>
                  <a:pt x="271030" y="65966"/>
                </a:lnTo>
                <a:lnTo>
                  <a:pt x="270768" y="65356"/>
                </a:lnTo>
                <a:lnTo>
                  <a:pt x="270498" y="64757"/>
                </a:lnTo>
                <a:lnTo>
                  <a:pt x="270220" y="64168"/>
                </a:lnTo>
                <a:lnTo>
                  <a:pt x="269935" y="63590"/>
                </a:lnTo>
                <a:lnTo>
                  <a:pt x="269642" y="63023"/>
                </a:lnTo>
                <a:lnTo>
                  <a:pt x="269340" y="62465"/>
                </a:lnTo>
                <a:lnTo>
                  <a:pt x="269031" y="61919"/>
                </a:lnTo>
                <a:lnTo>
                  <a:pt x="268714" y="61382"/>
                </a:lnTo>
                <a:lnTo>
                  <a:pt x="268390" y="60857"/>
                </a:lnTo>
                <a:lnTo>
                  <a:pt x="268057" y="60341"/>
                </a:lnTo>
                <a:lnTo>
                  <a:pt x="267716" y="59836"/>
                </a:lnTo>
                <a:lnTo>
                  <a:pt x="267368" y="59342"/>
                </a:lnTo>
                <a:lnTo>
                  <a:pt x="267012" y="58858"/>
                </a:lnTo>
                <a:lnTo>
                  <a:pt x="266648" y="58385"/>
                </a:lnTo>
                <a:lnTo>
                  <a:pt x="266276" y="57922"/>
                </a:lnTo>
                <a:lnTo>
                  <a:pt x="265896" y="57469"/>
                </a:lnTo>
                <a:lnTo>
                  <a:pt x="265509" y="57027"/>
                </a:lnTo>
                <a:lnTo>
                  <a:pt x="265113" y="56596"/>
                </a:lnTo>
                <a:lnTo>
                  <a:pt x="264710" y="56174"/>
                </a:lnTo>
                <a:lnTo>
                  <a:pt x="264300" y="55762"/>
                </a:lnTo>
                <a:lnTo>
                  <a:pt x="263882" y="55360"/>
                </a:lnTo>
                <a:lnTo>
                  <a:pt x="263457" y="54967"/>
                </a:lnTo>
                <a:lnTo>
                  <a:pt x="263025" y="54583"/>
                </a:lnTo>
                <a:lnTo>
                  <a:pt x="262586" y="54210"/>
                </a:lnTo>
                <a:lnTo>
                  <a:pt x="262139" y="53845"/>
                </a:lnTo>
                <a:lnTo>
                  <a:pt x="261685" y="53490"/>
                </a:lnTo>
                <a:lnTo>
                  <a:pt x="261223" y="53145"/>
                </a:lnTo>
                <a:lnTo>
                  <a:pt x="260755" y="52809"/>
                </a:lnTo>
                <a:lnTo>
                  <a:pt x="260279" y="52483"/>
                </a:lnTo>
                <a:lnTo>
                  <a:pt x="259796" y="52167"/>
                </a:lnTo>
                <a:lnTo>
                  <a:pt x="259305" y="51860"/>
                </a:lnTo>
                <a:lnTo>
                  <a:pt x="258807" y="51562"/>
                </a:lnTo>
                <a:lnTo>
                  <a:pt x="258302" y="51274"/>
                </a:lnTo>
                <a:lnTo>
                  <a:pt x="257790" y="50995"/>
                </a:lnTo>
                <a:lnTo>
                  <a:pt x="257270" y="50726"/>
                </a:lnTo>
                <a:lnTo>
                  <a:pt x="256743" y="50467"/>
                </a:lnTo>
                <a:lnTo>
                  <a:pt x="256209" y="50217"/>
                </a:lnTo>
                <a:lnTo>
                  <a:pt x="255667" y="49977"/>
                </a:lnTo>
                <a:lnTo>
                  <a:pt x="255118" y="49746"/>
                </a:lnTo>
                <a:lnTo>
                  <a:pt x="254562" y="49525"/>
                </a:lnTo>
                <a:lnTo>
                  <a:pt x="253999" y="49313"/>
                </a:lnTo>
                <a:lnTo>
                  <a:pt x="253428" y="49111"/>
                </a:lnTo>
                <a:lnTo>
                  <a:pt x="252850" y="48917"/>
                </a:lnTo>
                <a:lnTo>
                  <a:pt x="252266" y="48732"/>
                </a:lnTo>
                <a:lnTo>
                  <a:pt x="251676" y="48555"/>
                </a:lnTo>
                <a:lnTo>
                  <a:pt x="251079" y="48387"/>
                </a:lnTo>
                <a:lnTo>
                  <a:pt x="250476" y="48226"/>
                </a:lnTo>
                <a:lnTo>
                  <a:pt x="249867" y="48074"/>
                </a:lnTo>
                <a:lnTo>
                  <a:pt x="249251" y="47930"/>
                </a:lnTo>
                <a:lnTo>
                  <a:pt x="248629" y="47794"/>
                </a:lnTo>
                <a:lnTo>
                  <a:pt x="248001" y="47667"/>
                </a:lnTo>
                <a:lnTo>
                  <a:pt x="247366" y="47548"/>
                </a:lnTo>
                <a:lnTo>
                  <a:pt x="246725" y="47436"/>
                </a:lnTo>
                <a:lnTo>
                  <a:pt x="246077" y="47334"/>
                </a:lnTo>
                <a:lnTo>
                  <a:pt x="245424" y="47239"/>
                </a:lnTo>
                <a:lnTo>
                  <a:pt x="244763" y="47153"/>
                </a:lnTo>
                <a:lnTo>
                  <a:pt x="244097" y="47074"/>
                </a:lnTo>
                <a:lnTo>
                  <a:pt x="243424" y="47005"/>
                </a:lnTo>
                <a:lnTo>
                  <a:pt x="242745" y="46943"/>
                </a:lnTo>
                <a:lnTo>
                  <a:pt x="242059" y="46889"/>
                </a:lnTo>
                <a:lnTo>
                  <a:pt x="241367" y="46844"/>
                </a:lnTo>
                <a:lnTo>
                  <a:pt x="240669" y="46807"/>
                </a:lnTo>
                <a:lnTo>
                  <a:pt x="239964" y="46778"/>
                </a:lnTo>
                <a:lnTo>
                  <a:pt x="239253" y="46758"/>
                </a:lnTo>
                <a:lnTo>
                  <a:pt x="238535" y="46745"/>
                </a:lnTo>
                <a:lnTo>
                  <a:pt x="237812" y="46741"/>
                </a:lnTo>
                <a:lnTo>
                  <a:pt x="236980" y="46748"/>
                </a:lnTo>
                <a:lnTo>
                  <a:pt x="236154" y="46768"/>
                </a:lnTo>
                <a:lnTo>
                  <a:pt x="235334" y="46802"/>
                </a:lnTo>
                <a:lnTo>
                  <a:pt x="234521" y="46849"/>
                </a:lnTo>
                <a:lnTo>
                  <a:pt x="233713" y="46910"/>
                </a:lnTo>
                <a:lnTo>
                  <a:pt x="232911" y="46984"/>
                </a:lnTo>
                <a:lnTo>
                  <a:pt x="232115" y="47071"/>
                </a:lnTo>
                <a:lnTo>
                  <a:pt x="231326" y="47172"/>
                </a:lnTo>
                <a:lnTo>
                  <a:pt x="230542" y="47287"/>
                </a:lnTo>
                <a:lnTo>
                  <a:pt x="229764" y="47414"/>
                </a:lnTo>
                <a:lnTo>
                  <a:pt x="228992" y="47556"/>
                </a:lnTo>
                <a:lnTo>
                  <a:pt x="228226" y="47711"/>
                </a:lnTo>
                <a:lnTo>
                  <a:pt x="227466" y="47879"/>
                </a:lnTo>
                <a:lnTo>
                  <a:pt x="226713" y="48061"/>
                </a:lnTo>
                <a:lnTo>
                  <a:pt x="225965" y="48256"/>
                </a:lnTo>
                <a:lnTo>
                  <a:pt x="225223" y="48464"/>
                </a:lnTo>
                <a:lnTo>
                  <a:pt x="224487" y="48687"/>
                </a:lnTo>
                <a:lnTo>
                  <a:pt x="223757" y="48922"/>
                </a:lnTo>
                <a:lnTo>
                  <a:pt x="223033" y="49171"/>
                </a:lnTo>
                <a:lnTo>
                  <a:pt x="222315" y="49434"/>
                </a:lnTo>
                <a:lnTo>
                  <a:pt x="221603" y="49710"/>
                </a:lnTo>
                <a:lnTo>
                  <a:pt x="220897" y="49999"/>
                </a:lnTo>
                <a:lnTo>
                  <a:pt x="220197" y="50302"/>
                </a:lnTo>
                <a:lnTo>
                  <a:pt x="219503" y="50618"/>
                </a:lnTo>
                <a:lnTo>
                  <a:pt x="218816" y="50947"/>
                </a:lnTo>
                <a:lnTo>
                  <a:pt x="218136" y="51286"/>
                </a:lnTo>
                <a:lnTo>
                  <a:pt x="217464" y="51635"/>
                </a:lnTo>
                <a:lnTo>
                  <a:pt x="216800" y="51995"/>
                </a:lnTo>
                <a:lnTo>
                  <a:pt x="216143" y="52365"/>
                </a:lnTo>
                <a:lnTo>
                  <a:pt x="215494" y="52745"/>
                </a:lnTo>
                <a:lnTo>
                  <a:pt x="214853" y="53137"/>
                </a:lnTo>
                <a:lnTo>
                  <a:pt x="214220" y="53538"/>
                </a:lnTo>
                <a:lnTo>
                  <a:pt x="213594" y="53950"/>
                </a:lnTo>
                <a:lnTo>
                  <a:pt x="212975" y="54373"/>
                </a:lnTo>
                <a:lnTo>
                  <a:pt x="212365" y="54806"/>
                </a:lnTo>
                <a:lnTo>
                  <a:pt x="211762" y="55249"/>
                </a:lnTo>
                <a:lnTo>
                  <a:pt x="211167" y="55703"/>
                </a:lnTo>
                <a:lnTo>
                  <a:pt x="210579" y="56168"/>
                </a:lnTo>
                <a:lnTo>
                  <a:pt x="209999" y="56643"/>
                </a:lnTo>
                <a:lnTo>
                  <a:pt x="209427" y="57128"/>
                </a:lnTo>
                <a:lnTo>
                  <a:pt x="208862" y="57624"/>
                </a:lnTo>
                <a:lnTo>
                  <a:pt x="208305" y="58130"/>
                </a:lnTo>
                <a:lnTo>
                  <a:pt x="207756" y="58647"/>
                </a:lnTo>
                <a:lnTo>
                  <a:pt x="207215" y="59175"/>
                </a:lnTo>
                <a:lnTo>
                  <a:pt x="206681" y="59712"/>
                </a:lnTo>
                <a:lnTo>
                  <a:pt x="206154" y="60260"/>
                </a:lnTo>
                <a:lnTo>
                  <a:pt x="205636" y="60819"/>
                </a:lnTo>
                <a:lnTo>
                  <a:pt x="205125" y="61388"/>
                </a:lnTo>
                <a:lnTo>
                  <a:pt x="204622" y="61966"/>
                </a:lnTo>
                <a:lnTo>
                  <a:pt x="204128" y="62552"/>
                </a:lnTo>
                <a:lnTo>
                  <a:pt x="203643" y="63145"/>
                </a:lnTo>
                <a:lnTo>
                  <a:pt x="203167" y="63746"/>
                </a:lnTo>
                <a:lnTo>
                  <a:pt x="202699" y="64354"/>
                </a:lnTo>
                <a:lnTo>
                  <a:pt x="202241" y="64969"/>
                </a:lnTo>
                <a:lnTo>
                  <a:pt x="201791" y="65592"/>
                </a:lnTo>
                <a:lnTo>
                  <a:pt x="201350" y="66223"/>
                </a:lnTo>
                <a:lnTo>
                  <a:pt x="200917" y="66861"/>
                </a:lnTo>
                <a:lnTo>
                  <a:pt x="200494" y="67506"/>
                </a:lnTo>
                <a:lnTo>
                  <a:pt x="200079" y="68159"/>
                </a:lnTo>
                <a:lnTo>
                  <a:pt x="199790" y="68628"/>
                </a:lnTo>
                <a:lnTo>
                  <a:pt x="199363" y="48895"/>
                </a:lnTo>
                <a:lnTo>
                  <a:pt x="187085" y="48895"/>
                </a:lnTo>
                <a:lnTo>
                  <a:pt x="187085" y="165425"/>
                </a:lnTo>
                <a:lnTo>
                  <a:pt x="199902" y="165425"/>
                </a:lnTo>
                <a:lnTo>
                  <a:pt x="199902" y="85487"/>
                </a:lnTo>
                <a:lnTo>
                  <a:pt x="200114" y="84900"/>
                </a:lnTo>
                <a:lnTo>
                  <a:pt x="200340" y="84301"/>
                </a:lnTo>
                <a:close/>
                <a:moveTo>
                  <a:pt x="98866" y="130345"/>
                </a:moveTo>
                <a:lnTo>
                  <a:pt x="98770" y="131039"/>
                </a:lnTo>
                <a:lnTo>
                  <a:pt x="98657" y="131725"/>
                </a:lnTo>
                <a:lnTo>
                  <a:pt x="98526" y="132404"/>
                </a:lnTo>
                <a:lnTo>
                  <a:pt x="98379" y="133074"/>
                </a:lnTo>
                <a:lnTo>
                  <a:pt x="98213" y="133738"/>
                </a:lnTo>
                <a:lnTo>
                  <a:pt x="98031" y="134393"/>
                </a:lnTo>
                <a:lnTo>
                  <a:pt x="97831" y="135041"/>
                </a:lnTo>
                <a:lnTo>
                  <a:pt x="97614" y="135681"/>
                </a:lnTo>
                <a:lnTo>
                  <a:pt x="97379" y="136313"/>
                </a:lnTo>
                <a:lnTo>
                  <a:pt x="97127" y="136938"/>
                </a:lnTo>
                <a:lnTo>
                  <a:pt x="96857" y="137555"/>
                </a:lnTo>
                <a:lnTo>
                  <a:pt x="96570" y="138165"/>
                </a:lnTo>
                <a:lnTo>
                  <a:pt x="96266" y="138767"/>
                </a:lnTo>
                <a:lnTo>
                  <a:pt x="95944" y="139361"/>
                </a:lnTo>
                <a:lnTo>
                  <a:pt x="95605" y="139947"/>
                </a:lnTo>
                <a:lnTo>
                  <a:pt x="95249" y="140526"/>
                </a:lnTo>
                <a:lnTo>
                  <a:pt x="94875" y="141097"/>
                </a:lnTo>
                <a:lnTo>
                  <a:pt x="94484" y="141660"/>
                </a:lnTo>
                <a:lnTo>
                  <a:pt x="94075" y="142216"/>
                </a:lnTo>
                <a:lnTo>
                  <a:pt x="93650" y="142763"/>
                </a:lnTo>
                <a:lnTo>
                  <a:pt x="93212" y="143300"/>
                </a:lnTo>
                <a:lnTo>
                  <a:pt x="92759" y="143826"/>
                </a:lnTo>
                <a:lnTo>
                  <a:pt x="92292" y="144342"/>
                </a:lnTo>
                <a:lnTo>
                  <a:pt x="91811" y="144848"/>
                </a:lnTo>
                <a:lnTo>
                  <a:pt x="91315" y="145343"/>
                </a:lnTo>
                <a:lnTo>
                  <a:pt x="90805" y="145828"/>
                </a:lnTo>
                <a:lnTo>
                  <a:pt x="90282" y="146303"/>
                </a:lnTo>
                <a:lnTo>
                  <a:pt x="89743" y="146767"/>
                </a:lnTo>
                <a:lnTo>
                  <a:pt x="89191" y="147222"/>
                </a:lnTo>
                <a:lnTo>
                  <a:pt x="88625" y="147666"/>
                </a:lnTo>
                <a:lnTo>
                  <a:pt x="88044" y="148099"/>
                </a:lnTo>
                <a:lnTo>
                  <a:pt x="87449" y="148523"/>
                </a:lnTo>
                <a:lnTo>
                  <a:pt x="86840" y="148936"/>
                </a:lnTo>
                <a:lnTo>
                  <a:pt x="86216" y="149339"/>
                </a:lnTo>
                <a:lnTo>
                  <a:pt x="85579" y="149731"/>
                </a:lnTo>
                <a:lnTo>
                  <a:pt x="84927" y="150114"/>
                </a:lnTo>
                <a:lnTo>
                  <a:pt x="84261" y="150486"/>
                </a:lnTo>
                <a:lnTo>
                  <a:pt x="83581" y="150847"/>
                </a:lnTo>
                <a:lnTo>
                  <a:pt x="82886" y="151199"/>
                </a:lnTo>
                <a:lnTo>
                  <a:pt x="82178" y="151540"/>
                </a:lnTo>
                <a:lnTo>
                  <a:pt x="81455" y="151871"/>
                </a:lnTo>
                <a:lnTo>
                  <a:pt x="80718" y="152191"/>
                </a:lnTo>
                <a:lnTo>
                  <a:pt x="79966" y="152502"/>
                </a:lnTo>
                <a:lnTo>
                  <a:pt x="79202" y="152800"/>
                </a:lnTo>
                <a:lnTo>
                  <a:pt x="78427" y="153086"/>
                </a:lnTo>
                <a:lnTo>
                  <a:pt x="77640" y="153360"/>
                </a:lnTo>
                <a:lnTo>
                  <a:pt x="76842" y="153620"/>
                </a:lnTo>
                <a:lnTo>
                  <a:pt x="76032" y="153868"/>
                </a:lnTo>
                <a:lnTo>
                  <a:pt x="75211" y="154104"/>
                </a:lnTo>
                <a:lnTo>
                  <a:pt x="74378" y="154326"/>
                </a:lnTo>
                <a:lnTo>
                  <a:pt x="73534" y="154536"/>
                </a:lnTo>
                <a:lnTo>
                  <a:pt x="72679" y="154733"/>
                </a:lnTo>
                <a:lnTo>
                  <a:pt x="71812" y="154917"/>
                </a:lnTo>
                <a:lnTo>
                  <a:pt x="70934" y="155089"/>
                </a:lnTo>
                <a:lnTo>
                  <a:pt x="70045" y="155248"/>
                </a:lnTo>
                <a:lnTo>
                  <a:pt x="69144" y="155394"/>
                </a:lnTo>
                <a:lnTo>
                  <a:pt x="68231" y="155528"/>
                </a:lnTo>
                <a:lnTo>
                  <a:pt x="67308" y="155648"/>
                </a:lnTo>
                <a:lnTo>
                  <a:pt x="66372" y="155756"/>
                </a:lnTo>
                <a:lnTo>
                  <a:pt x="65426" y="155852"/>
                </a:lnTo>
                <a:lnTo>
                  <a:pt x="64468" y="155934"/>
                </a:lnTo>
                <a:lnTo>
                  <a:pt x="63498" y="156004"/>
                </a:lnTo>
                <a:lnTo>
                  <a:pt x="62518" y="156062"/>
                </a:lnTo>
                <a:lnTo>
                  <a:pt x="61525" y="156106"/>
                </a:lnTo>
                <a:lnTo>
                  <a:pt x="60522" y="156138"/>
                </a:lnTo>
                <a:lnTo>
                  <a:pt x="59507" y="156157"/>
                </a:lnTo>
                <a:lnTo>
                  <a:pt x="58480" y="156163"/>
                </a:lnTo>
                <a:lnTo>
                  <a:pt x="57816" y="156160"/>
                </a:lnTo>
                <a:lnTo>
                  <a:pt x="57152" y="156150"/>
                </a:lnTo>
                <a:lnTo>
                  <a:pt x="56487" y="156134"/>
                </a:lnTo>
                <a:lnTo>
                  <a:pt x="55822" y="156111"/>
                </a:lnTo>
                <a:lnTo>
                  <a:pt x="55157" y="156081"/>
                </a:lnTo>
                <a:lnTo>
                  <a:pt x="54492" y="156045"/>
                </a:lnTo>
                <a:lnTo>
                  <a:pt x="53827" y="156003"/>
                </a:lnTo>
                <a:lnTo>
                  <a:pt x="53161" y="155953"/>
                </a:lnTo>
                <a:lnTo>
                  <a:pt x="52496" y="155898"/>
                </a:lnTo>
                <a:lnTo>
                  <a:pt x="51830" y="155835"/>
                </a:lnTo>
                <a:lnTo>
                  <a:pt x="51164" y="155767"/>
                </a:lnTo>
                <a:lnTo>
                  <a:pt x="50497" y="155691"/>
                </a:lnTo>
                <a:lnTo>
                  <a:pt x="49831" y="155609"/>
                </a:lnTo>
                <a:lnTo>
                  <a:pt x="49164" y="155521"/>
                </a:lnTo>
                <a:lnTo>
                  <a:pt x="48497" y="155426"/>
                </a:lnTo>
                <a:lnTo>
                  <a:pt x="47830" y="155324"/>
                </a:lnTo>
                <a:lnTo>
                  <a:pt x="47163" y="155216"/>
                </a:lnTo>
                <a:lnTo>
                  <a:pt x="46496" y="155101"/>
                </a:lnTo>
                <a:lnTo>
                  <a:pt x="45828" y="154980"/>
                </a:lnTo>
                <a:lnTo>
                  <a:pt x="45160" y="154852"/>
                </a:lnTo>
                <a:lnTo>
                  <a:pt x="44492" y="154718"/>
                </a:lnTo>
                <a:lnTo>
                  <a:pt x="43824" y="154577"/>
                </a:lnTo>
                <a:lnTo>
                  <a:pt x="43156" y="154429"/>
                </a:lnTo>
                <a:lnTo>
                  <a:pt x="42487" y="154275"/>
                </a:lnTo>
                <a:lnTo>
                  <a:pt x="41821" y="154114"/>
                </a:lnTo>
                <a:lnTo>
                  <a:pt x="41160" y="153944"/>
                </a:lnTo>
                <a:lnTo>
                  <a:pt x="40503" y="153767"/>
                </a:lnTo>
                <a:lnTo>
                  <a:pt x="39852" y="153582"/>
                </a:lnTo>
                <a:lnTo>
                  <a:pt x="39205" y="153389"/>
                </a:lnTo>
                <a:lnTo>
                  <a:pt x="38563" y="153188"/>
                </a:lnTo>
                <a:lnTo>
                  <a:pt x="37926" y="152979"/>
                </a:lnTo>
                <a:lnTo>
                  <a:pt x="37294" y="152762"/>
                </a:lnTo>
                <a:lnTo>
                  <a:pt x="36666" y="152538"/>
                </a:lnTo>
                <a:lnTo>
                  <a:pt x="36044" y="152305"/>
                </a:lnTo>
                <a:lnTo>
                  <a:pt x="35426" y="152065"/>
                </a:lnTo>
                <a:lnTo>
                  <a:pt x="34814" y="151817"/>
                </a:lnTo>
                <a:lnTo>
                  <a:pt x="34206" y="151561"/>
                </a:lnTo>
                <a:lnTo>
                  <a:pt x="33603" y="151297"/>
                </a:lnTo>
                <a:lnTo>
                  <a:pt x="33005" y="151025"/>
                </a:lnTo>
                <a:lnTo>
                  <a:pt x="32411" y="150745"/>
                </a:lnTo>
                <a:lnTo>
                  <a:pt x="31823" y="150457"/>
                </a:lnTo>
                <a:lnTo>
                  <a:pt x="31239" y="150162"/>
                </a:lnTo>
                <a:lnTo>
                  <a:pt x="30661" y="149859"/>
                </a:lnTo>
                <a:lnTo>
                  <a:pt x="30087" y="149547"/>
                </a:lnTo>
                <a:lnTo>
                  <a:pt x="29518" y="149228"/>
                </a:lnTo>
                <a:lnTo>
                  <a:pt x="28954" y="148901"/>
                </a:lnTo>
                <a:lnTo>
                  <a:pt x="28395" y="148567"/>
                </a:lnTo>
                <a:lnTo>
                  <a:pt x="27840" y="148224"/>
                </a:lnTo>
                <a:lnTo>
                  <a:pt x="27293" y="147873"/>
                </a:lnTo>
                <a:lnTo>
                  <a:pt x="26755" y="147512"/>
                </a:lnTo>
                <a:lnTo>
                  <a:pt x="26226" y="147142"/>
                </a:lnTo>
                <a:lnTo>
                  <a:pt x="25706" y="146762"/>
                </a:lnTo>
                <a:lnTo>
                  <a:pt x="25195" y="146373"/>
                </a:lnTo>
                <a:lnTo>
                  <a:pt x="24693" y="145975"/>
                </a:lnTo>
                <a:lnTo>
                  <a:pt x="24201" y="145568"/>
                </a:lnTo>
                <a:lnTo>
                  <a:pt x="23718" y="145151"/>
                </a:lnTo>
                <a:lnTo>
                  <a:pt x="23244" y="144724"/>
                </a:lnTo>
                <a:lnTo>
                  <a:pt x="22779" y="144289"/>
                </a:lnTo>
                <a:lnTo>
                  <a:pt x="22323" y="143844"/>
                </a:lnTo>
                <a:lnTo>
                  <a:pt x="21876" y="143389"/>
                </a:lnTo>
                <a:lnTo>
                  <a:pt x="21439" y="142925"/>
                </a:lnTo>
                <a:lnTo>
                  <a:pt x="21011" y="142452"/>
                </a:lnTo>
                <a:lnTo>
                  <a:pt x="20592" y="141970"/>
                </a:lnTo>
                <a:lnTo>
                  <a:pt x="20182" y="141478"/>
                </a:lnTo>
                <a:lnTo>
                  <a:pt x="19781" y="140976"/>
                </a:lnTo>
                <a:lnTo>
                  <a:pt x="19389" y="140466"/>
                </a:lnTo>
                <a:lnTo>
                  <a:pt x="19007" y="139946"/>
                </a:lnTo>
                <a:lnTo>
                  <a:pt x="18633" y="139416"/>
                </a:lnTo>
                <a:lnTo>
                  <a:pt x="18269" y="138878"/>
                </a:lnTo>
                <a:lnTo>
                  <a:pt x="17914" y="138329"/>
                </a:lnTo>
                <a:lnTo>
                  <a:pt x="17568" y="137772"/>
                </a:lnTo>
                <a:lnTo>
                  <a:pt x="17232" y="137205"/>
                </a:lnTo>
                <a:lnTo>
                  <a:pt x="16907" y="136628"/>
                </a:lnTo>
                <a:lnTo>
                  <a:pt x="16595" y="136040"/>
                </a:lnTo>
                <a:lnTo>
                  <a:pt x="16298" y="135442"/>
                </a:lnTo>
                <a:lnTo>
                  <a:pt x="16014" y="134833"/>
                </a:lnTo>
                <a:lnTo>
                  <a:pt x="15744" y="134213"/>
                </a:lnTo>
                <a:lnTo>
                  <a:pt x="15488" y="133583"/>
                </a:lnTo>
                <a:lnTo>
                  <a:pt x="15246" y="132942"/>
                </a:lnTo>
                <a:lnTo>
                  <a:pt x="15018" y="132290"/>
                </a:lnTo>
                <a:lnTo>
                  <a:pt x="14804" y="131628"/>
                </a:lnTo>
                <a:lnTo>
                  <a:pt x="14603" y="130954"/>
                </a:lnTo>
                <a:lnTo>
                  <a:pt x="14416" y="130271"/>
                </a:lnTo>
                <a:lnTo>
                  <a:pt x="14243" y="129576"/>
                </a:lnTo>
                <a:lnTo>
                  <a:pt x="14084" y="128871"/>
                </a:lnTo>
                <a:lnTo>
                  <a:pt x="13939" y="128155"/>
                </a:lnTo>
                <a:lnTo>
                  <a:pt x="13807" y="127428"/>
                </a:lnTo>
                <a:lnTo>
                  <a:pt x="13690" y="126691"/>
                </a:lnTo>
                <a:lnTo>
                  <a:pt x="13586" y="125943"/>
                </a:lnTo>
                <a:lnTo>
                  <a:pt x="13496" y="125184"/>
                </a:lnTo>
                <a:lnTo>
                  <a:pt x="13420" y="124415"/>
                </a:lnTo>
                <a:lnTo>
                  <a:pt x="13358" y="123635"/>
                </a:lnTo>
                <a:lnTo>
                  <a:pt x="13309" y="122844"/>
                </a:lnTo>
                <a:lnTo>
                  <a:pt x="13275" y="122042"/>
                </a:lnTo>
                <a:lnTo>
                  <a:pt x="13254" y="121230"/>
                </a:lnTo>
                <a:lnTo>
                  <a:pt x="13247" y="120407"/>
                </a:lnTo>
                <a:lnTo>
                  <a:pt x="0" y="120407"/>
                </a:lnTo>
                <a:lnTo>
                  <a:pt x="9" y="121444"/>
                </a:lnTo>
                <a:lnTo>
                  <a:pt x="36" y="122469"/>
                </a:lnTo>
                <a:lnTo>
                  <a:pt x="80" y="123481"/>
                </a:lnTo>
                <a:lnTo>
                  <a:pt x="142" y="124480"/>
                </a:lnTo>
                <a:lnTo>
                  <a:pt x="222" y="125467"/>
                </a:lnTo>
                <a:lnTo>
                  <a:pt x="320" y="126442"/>
                </a:lnTo>
                <a:lnTo>
                  <a:pt x="435" y="127403"/>
                </a:lnTo>
                <a:lnTo>
                  <a:pt x="568" y="128353"/>
                </a:lnTo>
                <a:lnTo>
                  <a:pt x="719" y="129289"/>
                </a:lnTo>
                <a:lnTo>
                  <a:pt x="888" y="130214"/>
                </a:lnTo>
                <a:lnTo>
                  <a:pt x="1075" y="131125"/>
                </a:lnTo>
                <a:lnTo>
                  <a:pt x="1279" y="132024"/>
                </a:lnTo>
                <a:lnTo>
                  <a:pt x="1501" y="132911"/>
                </a:lnTo>
                <a:lnTo>
                  <a:pt x="1741" y="133785"/>
                </a:lnTo>
                <a:lnTo>
                  <a:pt x="1998" y="134647"/>
                </a:lnTo>
                <a:lnTo>
                  <a:pt x="2274" y="135496"/>
                </a:lnTo>
                <a:lnTo>
                  <a:pt x="2567" y="136332"/>
                </a:lnTo>
                <a:lnTo>
                  <a:pt x="2878" y="137156"/>
                </a:lnTo>
                <a:lnTo>
                  <a:pt x="3206" y="137967"/>
                </a:lnTo>
                <a:lnTo>
                  <a:pt x="3553" y="138766"/>
                </a:lnTo>
                <a:lnTo>
                  <a:pt x="3917" y="139552"/>
                </a:lnTo>
                <a:lnTo>
                  <a:pt x="4299" y="140326"/>
                </a:lnTo>
                <a:lnTo>
                  <a:pt x="4698" y="141087"/>
                </a:lnTo>
                <a:lnTo>
                  <a:pt x="5116" y="141836"/>
                </a:lnTo>
                <a:lnTo>
                  <a:pt x="5548" y="142573"/>
                </a:lnTo>
                <a:lnTo>
                  <a:pt x="5992" y="143298"/>
                </a:lnTo>
                <a:lnTo>
                  <a:pt x="6448" y="144013"/>
                </a:lnTo>
                <a:lnTo>
                  <a:pt x="6917" y="144716"/>
                </a:lnTo>
                <a:lnTo>
                  <a:pt x="7397" y="145408"/>
                </a:lnTo>
                <a:lnTo>
                  <a:pt x="7889" y="146090"/>
                </a:lnTo>
                <a:lnTo>
                  <a:pt x="8393" y="146760"/>
                </a:lnTo>
                <a:lnTo>
                  <a:pt x="8909" y="147419"/>
                </a:lnTo>
                <a:lnTo>
                  <a:pt x="9437" y="148067"/>
                </a:lnTo>
                <a:lnTo>
                  <a:pt x="9977" y="148704"/>
                </a:lnTo>
                <a:lnTo>
                  <a:pt x="10529" y="149330"/>
                </a:lnTo>
                <a:lnTo>
                  <a:pt x="11093" y="149945"/>
                </a:lnTo>
                <a:lnTo>
                  <a:pt x="11669" y="150549"/>
                </a:lnTo>
                <a:lnTo>
                  <a:pt x="12257" y="151142"/>
                </a:lnTo>
                <a:lnTo>
                  <a:pt x="12857" y="151724"/>
                </a:lnTo>
                <a:lnTo>
                  <a:pt x="13468" y="152295"/>
                </a:lnTo>
                <a:lnTo>
                  <a:pt x="14092" y="152854"/>
                </a:lnTo>
                <a:lnTo>
                  <a:pt x="14728" y="153403"/>
                </a:lnTo>
                <a:lnTo>
                  <a:pt x="15376" y="153941"/>
                </a:lnTo>
                <a:lnTo>
                  <a:pt x="16035" y="154467"/>
                </a:lnTo>
                <a:lnTo>
                  <a:pt x="16707" y="154983"/>
                </a:lnTo>
                <a:lnTo>
                  <a:pt x="17390" y="155487"/>
                </a:lnTo>
                <a:lnTo>
                  <a:pt x="18086" y="155980"/>
                </a:lnTo>
                <a:lnTo>
                  <a:pt x="18793" y="156463"/>
                </a:lnTo>
                <a:lnTo>
                  <a:pt x="19510" y="156934"/>
                </a:lnTo>
                <a:lnTo>
                  <a:pt x="20233" y="157395"/>
                </a:lnTo>
                <a:lnTo>
                  <a:pt x="20962" y="157845"/>
                </a:lnTo>
                <a:lnTo>
                  <a:pt x="21697" y="158285"/>
                </a:lnTo>
                <a:lnTo>
                  <a:pt x="22438" y="158714"/>
                </a:lnTo>
                <a:lnTo>
                  <a:pt x="23186" y="159133"/>
                </a:lnTo>
                <a:lnTo>
                  <a:pt x="23939" y="159542"/>
                </a:lnTo>
                <a:lnTo>
                  <a:pt x="24699" y="159939"/>
                </a:lnTo>
                <a:lnTo>
                  <a:pt x="25465" y="160327"/>
                </a:lnTo>
                <a:lnTo>
                  <a:pt x="26237" y="160704"/>
                </a:lnTo>
                <a:lnTo>
                  <a:pt x="27015" y="161070"/>
                </a:lnTo>
                <a:lnTo>
                  <a:pt x="27800" y="161426"/>
                </a:lnTo>
                <a:lnTo>
                  <a:pt x="28590" y="161772"/>
                </a:lnTo>
                <a:lnTo>
                  <a:pt x="29387" y="162107"/>
                </a:lnTo>
                <a:lnTo>
                  <a:pt x="30190" y="162431"/>
                </a:lnTo>
                <a:lnTo>
                  <a:pt x="30999" y="162745"/>
                </a:lnTo>
                <a:lnTo>
                  <a:pt x="31815" y="163049"/>
                </a:lnTo>
                <a:lnTo>
                  <a:pt x="32636" y="163342"/>
                </a:lnTo>
                <a:lnTo>
                  <a:pt x="33464" y="163624"/>
                </a:lnTo>
                <a:lnTo>
                  <a:pt x="34298" y="163897"/>
                </a:lnTo>
                <a:lnTo>
                  <a:pt x="35138" y="164158"/>
                </a:lnTo>
                <a:lnTo>
                  <a:pt x="35984" y="164409"/>
                </a:lnTo>
                <a:lnTo>
                  <a:pt x="36836" y="164650"/>
                </a:lnTo>
                <a:lnTo>
                  <a:pt x="37695" y="164880"/>
                </a:lnTo>
                <a:lnTo>
                  <a:pt x="38556" y="165100"/>
                </a:lnTo>
                <a:lnTo>
                  <a:pt x="39419" y="165311"/>
                </a:lnTo>
                <a:lnTo>
                  <a:pt x="40281" y="165513"/>
                </a:lnTo>
                <a:lnTo>
                  <a:pt x="41144" y="165705"/>
                </a:lnTo>
                <a:lnTo>
                  <a:pt x="42007" y="165888"/>
                </a:lnTo>
                <a:lnTo>
                  <a:pt x="42871" y="166061"/>
                </a:lnTo>
                <a:lnTo>
                  <a:pt x="43735" y="166225"/>
                </a:lnTo>
                <a:lnTo>
                  <a:pt x="44599" y="166380"/>
                </a:lnTo>
                <a:lnTo>
                  <a:pt x="45464" y="166525"/>
                </a:lnTo>
                <a:lnTo>
                  <a:pt x="46329" y="166661"/>
                </a:lnTo>
                <a:lnTo>
                  <a:pt x="47195" y="166787"/>
                </a:lnTo>
                <a:lnTo>
                  <a:pt x="48061" y="166905"/>
                </a:lnTo>
                <a:lnTo>
                  <a:pt x="48927" y="167012"/>
                </a:lnTo>
                <a:lnTo>
                  <a:pt x="49793" y="167111"/>
                </a:lnTo>
                <a:lnTo>
                  <a:pt x="50661" y="167200"/>
                </a:lnTo>
                <a:lnTo>
                  <a:pt x="51528" y="167279"/>
                </a:lnTo>
                <a:lnTo>
                  <a:pt x="52396" y="167350"/>
                </a:lnTo>
                <a:lnTo>
                  <a:pt x="53264" y="167411"/>
                </a:lnTo>
                <a:lnTo>
                  <a:pt x="54132" y="167462"/>
                </a:lnTo>
                <a:lnTo>
                  <a:pt x="55001" y="167504"/>
                </a:lnTo>
                <a:lnTo>
                  <a:pt x="55870" y="167537"/>
                </a:lnTo>
                <a:lnTo>
                  <a:pt x="56740" y="167561"/>
                </a:lnTo>
                <a:lnTo>
                  <a:pt x="57610" y="167575"/>
                </a:lnTo>
                <a:lnTo>
                  <a:pt x="58480" y="167579"/>
                </a:lnTo>
                <a:lnTo>
                  <a:pt x="59455" y="167574"/>
                </a:lnTo>
                <a:lnTo>
                  <a:pt x="60424" y="167560"/>
                </a:lnTo>
                <a:lnTo>
                  <a:pt x="61386" y="167536"/>
                </a:lnTo>
                <a:lnTo>
                  <a:pt x="62341" y="167502"/>
                </a:lnTo>
                <a:lnTo>
                  <a:pt x="63290" y="167458"/>
                </a:lnTo>
                <a:lnTo>
                  <a:pt x="64232" y="167404"/>
                </a:lnTo>
                <a:lnTo>
                  <a:pt x="65168" y="167341"/>
                </a:lnTo>
                <a:lnTo>
                  <a:pt x="66097" y="167268"/>
                </a:lnTo>
                <a:lnTo>
                  <a:pt x="67020" y="167186"/>
                </a:lnTo>
                <a:lnTo>
                  <a:pt x="67936" y="167093"/>
                </a:lnTo>
                <a:lnTo>
                  <a:pt x="68845" y="166991"/>
                </a:lnTo>
                <a:lnTo>
                  <a:pt x="69748" y="166879"/>
                </a:lnTo>
                <a:lnTo>
                  <a:pt x="70645" y="166758"/>
                </a:lnTo>
                <a:lnTo>
                  <a:pt x="71535" y="166627"/>
                </a:lnTo>
                <a:lnTo>
                  <a:pt x="72418" y="166486"/>
                </a:lnTo>
                <a:lnTo>
                  <a:pt x="73295" y="166335"/>
                </a:lnTo>
                <a:lnTo>
                  <a:pt x="74165" y="166174"/>
                </a:lnTo>
                <a:lnTo>
                  <a:pt x="75029" y="166004"/>
                </a:lnTo>
                <a:lnTo>
                  <a:pt x="75886" y="165824"/>
                </a:lnTo>
                <a:lnTo>
                  <a:pt x="76737" y="165635"/>
                </a:lnTo>
                <a:lnTo>
                  <a:pt x="77581" y="165435"/>
                </a:lnTo>
                <a:lnTo>
                  <a:pt x="78419" y="165226"/>
                </a:lnTo>
                <a:lnTo>
                  <a:pt x="79250" y="165008"/>
                </a:lnTo>
                <a:lnTo>
                  <a:pt x="80074" y="164779"/>
                </a:lnTo>
                <a:lnTo>
                  <a:pt x="80891" y="164541"/>
                </a:lnTo>
                <a:lnTo>
                  <a:pt x="81699" y="164295"/>
                </a:lnTo>
                <a:lnTo>
                  <a:pt x="82497" y="164040"/>
                </a:lnTo>
                <a:lnTo>
                  <a:pt x="83287" y="163775"/>
                </a:lnTo>
                <a:lnTo>
                  <a:pt x="84068" y="163503"/>
                </a:lnTo>
                <a:lnTo>
                  <a:pt x="84840" y="163221"/>
                </a:lnTo>
                <a:lnTo>
                  <a:pt x="85603" y="162930"/>
                </a:lnTo>
                <a:lnTo>
                  <a:pt x="86356" y="162631"/>
                </a:lnTo>
                <a:lnTo>
                  <a:pt x="87101" y="162323"/>
                </a:lnTo>
                <a:lnTo>
                  <a:pt x="87837" y="162006"/>
                </a:lnTo>
                <a:lnTo>
                  <a:pt x="88564" y="161681"/>
                </a:lnTo>
                <a:lnTo>
                  <a:pt x="89282" y="161346"/>
                </a:lnTo>
                <a:lnTo>
                  <a:pt x="89991" y="161003"/>
                </a:lnTo>
                <a:lnTo>
                  <a:pt x="90691" y="160651"/>
                </a:lnTo>
                <a:lnTo>
                  <a:pt x="91382" y="160290"/>
                </a:lnTo>
                <a:lnTo>
                  <a:pt x="92065" y="159921"/>
                </a:lnTo>
                <a:lnTo>
                  <a:pt x="92738" y="159542"/>
                </a:lnTo>
                <a:lnTo>
                  <a:pt x="93402" y="159155"/>
                </a:lnTo>
                <a:lnTo>
                  <a:pt x="94057" y="158759"/>
                </a:lnTo>
                <a:lnTo>
                  <a:pt x="94703" y="158355"/>
                </a:lnTo>
                <a:lnTo>
                  <a:pt x="95340" y="157941"/>
                </a:lnTo>
                <a:lnTo>
                  <a:pt x="95969" y="157519"/>
                </a:lnTo>
                <a:lnTo>
                  <a:pt x="96588" y="157088"/>
                </a:lnTo>
                <a:lnTo>
                  <a:pt x="97198" y="156648"/>
                </a:lnTo>
                <a:lnTo>
                  <a:pt x="97798" y="156200"/>
                </a:lnTo>
                <a:lnTo>
                  <a:pt x="98387" y="155744"/>
                </a:lnTo>
                <a:lnTo>
                  <a:pt x="98964" y="155280"/>
                </a:lnTo>
                <a:lnTo>
                  <a:pt x="99530" y="154808"/>
                </a:lnTo>
                <a:lnTo>
                  <a:pt x="100085" y="154328"/>
                </a:lnTo>
                <a:lnTo>
                  <a:pt x="100628" y="153841"/>
                </a:lnTo>
                <a:lnTo>
                  <a:pt x="101159" y="153346"/>
                </a:lnTo>
                <a:lnTo>
                  <a:pt x="101680" y="152843"/>
                </a:lnTo>
                <a:lnTo>
                  <a:pt x="102188" y="152332"/>
                </a:lnTo>
                <a:lnTo>
                  <a:pt x="102686" y="151813"/>
                </a:lnTo>
                <a:lnTo>
                  <a:pt x="103172" y="151286"/>
                </a:lnTo>
                <a:lnTo>
                  <a:pt x="103647" y="150751"/>
                </a:lnTo>
                <a:lnTo>
                  <a:pt x="104110" y="150209"/>
                </a:lnTo>
                <a:lnTo>
                  <a:pt x="104562" y="149659"/>
                </a:lnTo>
                <a:lnTo>
                  <a:pt x="105002" y="149101"/>
                </a:lnTo>
                <a:lnTo>
                  <a:pt x="105431" y="148535"/>
                </a:lnTo>
                <a:lnTo>
                  <a:pt x="105849" y="147961"/>
                </a:lnTo>
                <a:lnTo>
                  <a:pt x="106255" y="147379"/>
                </a:lnTo>
                <a:lnTo>
                  <a:pt x="106650" y="146790"/>
                </a:lnTo>
                <a:lnTo>
                  <a:pt x="107033" y="146192"/>
                </a:lnTo>
                <a:lnTo>
                  <a:pt x="107405" y="145587"/>
                </a:lnTo>
                <a:lnTo>
                  <a:pt x="107766" y="144974"/>
                </a:lnTo>
                <a:lnTo>
                  <a:pt x="108115" y="144353"/>
                </a:lnTo>
                <a:lnTo>
                  <a:pt x="108453" y="143724"/>
                </a:lnTo>
                <a:lnTo>
                  <a:pt x="108778" y="143088"/>
                </a:lnTo>
                <a:lnTo>
                  <a:pt x="109089" y="142445"/>
                </a:lnTo>
                <a:lnTo>
                  <a:pt x="109387" y="141795"/>
                </a:lnTo>
                <a:lnTo>
                  <a:pt x="109670" y="141138"/>
                </a:lnTo>
                <a:lnTo>
                  <a:pt x="109940" y="140474"/>
                </a:lnTo>
                <a:lnTo>
                  <a:pt x="110196" y="139803"/>
                </a:lnTo>
                <a:lnTo>
                  <a:pt x="110438" y="139125"/>
                </a:lnTo>
                <a:lnTo>
                  <a:pt x="110667" y="138441"/>
                </a:lnTo>
                <a:lnTo>
                  <a:pt x="110881" y="137749"/>
                </a:lnTo>
                <a:lnTo>
                  <a:pt x="111082" y="137051"/>
                </a:lnTo>
                <a:lnTo>
                  <a:pt x="111268" y="136345"/>
                </a:lnTo>
                <a:lnTo>
                  <a:pt x="111441" y="135633"/>
                </a:lnTo>
                <a:lnTo>
                  <a:pt x="111600" y="134914"/>
                </a:lnTo>
                <a:lnTo>
                  <a:pt x="111746" y="134188"/>
                </a:lnTo>
                <a:lnTo>
                  <a:pt x="111877" y="133455"/>
                </a:lnTo>
                <a:lnTo>
                  <a:pt x="111995" y="132715"/>
                </a:lnTo>
                <a:lnTo>
                  <a:pt x="112099" y="131968"/>
                </a:lnTo>
                <a:lnTo>
                  <a:pt x="112189" y="131214"/>
                </a:lnTo>
                <a:lnTo>
                  <a:pt x="112265" y="130453"/>
                </a:lnTo>
                <a:lnTo>
                  <a:pt x="112327" y="129686"/>
                </a:lnTo>
                <a:lnTo>
                  <a:pt x="112375" y="128911"/>
                </a:lnTo>
                <a:lnTo>
                  <a:pt x="112410" y="128130"/>
                </a:lnTo>
                <a:lnTo>
                  <a:pt x="112431" y="127341"/>
                </a:lnTo>
                <a:lnTo>
                  <a:pt x="112438" y="126546"/>
                </a:lnTo>
                <a:lnTo>
                  <a:pt x="112432" y="125760"/>
                </a:lnTo>
                <a:lnTo>
                  <a:pt x="112414" y="124982"/>
                </a:lnTo>
                <a:lnTo>
                  <a:pt x="112384" y="124212"/>
                </a:lnTo>
                <a:lnTo>
                  <a:pt x="112342" y="123450"/>
                </a:lnTo>
                <a:lnTo>
                  <a:pt x="112288" y="122695"/>
                </a:lnTo>
                <a:lnTo>
                  <a:pt x="112222" y="121949"/>
                </a:lnTo>
                <a:lnTo>
                  <a:pt x="112144" y="121210"/>
                </a:lnTo>
                <a:lnTo>
                  <a:pt x="112055" y="120479"/>
                </a:lnTo>
                <a:lnTo>
                  <a:pt x="111953" y="119756"/>
                </a:lnTo>
                <a:lnTo>
                  <a:pt x="111839" y="119041"/>
                </a:lnTo>
                <a:lnTo>
                  <a:pt x="111714" y="118334"/>
                </a:lnTo>
                <a:lnTo>
                  <a:pt x="111576" y="117634"/>
                </a:lnTo>
                <a:lnTo>
                  <a:pt x="111426" y="116942"/>
                </a:lnTo>
                <a:lnTo>
                  <a:pt x="111265" y="116259"/>
                </a:lnTo>
                <a:lnTo>
                  <a:pt x="111091" y="115583"/>
                </a:lnTo>
                <a:lnTo>
                  <a:pt x="110906" y="114915"/>
                </a:lnTo>
                <a:lnTo>
                  <a:pt x="110708" y="114254"/>
                </a:lnTo>
                <a:lnTo>
                  <a:pt x="110499" y="113602"/>
                </a:lnTo>
                <a:lnTo>
                  <a:pt x="110278" y="112958"/>
                </a:lnTo>
                <a:lnTo>
                  <a:pt x="110044" y="112321"/>
                </a:lnTo>
                <a:lnTo>
                  <a:pt x="109799" y="111692"/>
                </a:lnTo>
                <a:lnTo>
                  <a:pt x="109542" y="111071"/>
                </a:lnTo>
                <a:lnTo>
                  <a:pt x="109272" y="110458"/>
                </a:lnTo>
                <a:lnTo>
                  <a:pt x="108991" y="109853"/>
                </a:lnTo>
                <a:lnTo>
                  <a:pt x="108698" y="109254"/>
                </a:lnTo>
                <a:lnTo>
                  <a:pt x="108394" y="108662"/>
                </a:lnTo>
                <a:lnTo>
                  <a:pt x="108079" y="108076"/>
                </a:lnTo>
                <a:lnTo>
                  <a:pt x="107753" y="107495"/>
                </a:lnTo>
                <a:lnTo>
                  <a:pt x="107415" y="106921"/>
                </a:lnTo>
                <a:lnTo>
                  <a:pt x="107066" y="106353"/>
                </a:lnTo>
                <a:lnTo>
                  <a:pt x="106706" y="105790"/>
                </a:lnTo>
                <a:lnTo>
                  <a:pt x="106335" y="105234"/>
                </a:lnTo>
                <a:lnTo>
                  <a:pt x="105952" y="104683"/>
                </a:lnTo>
                <a:lnTo>
                  <a:pt x="105558" y="104139"/>
                </a:lnTo>
                <a:lnTo>
                  <a:pt x="105153" y="103600"/>
                </a:lnTo>
                <a:lnTo>
                  <a:pt x="104737" y="103068"/>
                </a:lnTo>
                <a:lnTo>
                  <a:pt x="104310" y="102541"/>
                </a:lnTo>
                <a:lnTo>
                  <a:pt x="103871" y="102021"/>
                </a:lnTo>
                <a:lnTo>
                  <a:pt x="103421" y="101506"/>
                </a:lnTo>
                <a:lnTo>
                  <a:pt x="102960" y="100998"/>
                </a:lnTo>
                <a:lnTo>
                  <a:pt x="102488" y="100495"/>
                </a:lnTo>
                <a:lnTo>
                  <a:pt x="102004" y="99998"/>
                </a:lnTo>
                <a:lnTo>
                  <a:pt x="101509" y="99508"/>
                </a:lnTo>
                <a:lnTo>
                  <a:pt x="101004" y="99023"/>
                </a:lnTo>
                <a:lnTo>
                  <a:pt x="100486" y="98544"/>
                </a:lnTo>
                <a:lnTo>
                  <a:pt x="99958" y="98072"/>
                </a:lnTo>
                <a:lnTo>
                  <a:pt x="99418" y="97605"/>
                </a:lnTo>
                <a:lnTo>
                  <a:pt x="98868" y="97144"/>
                </a:lnTo>
                <a:lnTo>
                  <a:pt x="98306" y="96689"/>
                </a:lnTo>
                <a:lnTo>
                  <a:pt x="97734" y="96238"/>
                </a:lnTo>
                <a:lnTo>
                  <a:pt x="97152" y="95791"/>
                </a:lnTo>
                <a:lnTo>
                  <a:pt x="96559" y="95349"/>
                </a:lnTo>
                <a:lnTo>
                  <a:pt x="95957" y="94912"/>
                </a:lnTo>
                <a:lnTo>
                  <a:pt x="95344" y="94479"/>
                </a:lnTo>
                <a:lnTo>
                  <a:pt x="94720" y="94050"/>
                </a:lnTo>
                <a:lnTo>
                  <a:pt x="94087" y="93626"/>
                </a:lnTo>
                <a:lnTo>
                  <a:pt x="93443" y="93207"/>
                </a:lnTo>
                <a:lnTo>
                  <a:pt x="92789" y="92791"/>
                </a:lnTo>
                <a:lnTo>
                  <a:pt x="92124" y="92381"/>
                </a:lnTo>
                <a:lnTo>
                  <a:pt x="91450" y="91975"/>
                </a:lnTo>
                <a:lnTo>
                  <a:pt x="90765" y="91573"/>
                </a:lnTo>
                <a:lnTo>
                  <a:pt x="90069" y="91176"/>
                </a:lnTo>
                <a:lnTo>
                  <a:pt x="89364" y="90783"/>
                </a:lnTo>
                <a:lnTo>
                  <a:pt x="88648" y="90395"/>
                </a:lnTo>
                <a:lnTo>
                  <a:pt x="87922" y="90012"/>
                </a:lnTo>
                <a:lnTo>
                  <a:pt x="87186" y="89632"/>
                </a:lnTo>
                <a:lnTo>
                  <a:pt x="86439" y="89258"/>
                </a:lnTo>
                <a:lnTo>
                  <a:pt x="85682" y="88887"/>
                </a:lnTo>
                <a:lnTo>
                  <a:pt x="84915" y="88522"/>
                </a:lnTo>
                <a:lnTo>
                  <a:pt x="84137" y="88160"/>
                </a:lnTo>
                <a:lnTo>
                  <a:pt x="83349" y="87804"/>
                </a:lnTo>
                <a:lnTo>
                  <a:pt x="82551" y="87451"/>
                </a:lnTo>
                <a:lnTo>
                  <a:pt x="81743" y="87103"/>
                </a:lnTo>
                <a:lnTo>
                  <a:pt x="80925" y="86757"/>
                </a:lnTo>
                <a:lnTo>
                  <a:pt x="80097" y="86415"/>
                </a:lnTo>
                <a:lnTo>
                  <a:pt x="79259" y="86075"/>
                </a:lnTo>
                <a:lnTo>
                  <a:pt x="78411" y="85739"/>
                </a:lnTo>
                <a:lnTo>
                  <a:pt x="77553" y="85405"/>
                </a:lnTo>
                <a:lnTo>
                  <a:pt x="76686" y="85075"/>
                </a:lnTo>
                <a:lnTo>
                  <a:pt x="75808" y="84747"/>
                </a:lnTo>
                <a:lnTo>
                  <a:pt x="74921" y="84422"/>
                </a:lnTo>
                <a:lnTo>
                  <a:pt x="74023" y="84101"/>
                </a:lnTo>
                <a:lnTo>
                  <a:pt x="73116" y="83782"/>
                </a:lnTo>
                <a:lnTo>
                  <a:pt x="72199" y="83467"/>
                </a:lnTo>
                <a:lnTo>
                  <a:pt x="71271" y="83154"/>
                </a:lnTo>
                <a:lnTo>
                  <a:pt x="70334" y="82844"/>
                </a:lnTo>
                <a:lnTo>
                  <a:pt x="69387" y="82538"/>
                </a:lnTo>
                <a:lnTo>
                  <a:pt x="68431" y="82234"/>
                </a:lnTo>
                <a:lnTo>
                  <a:pt x="67464" y="81933"/>
                </a:lnTo>
                <a:lnTo>
                  <a:pt x="66487" y="81636"/>
                </a:lnTo>
                <a:lnTo>
                  <a:pt x="65501" y="81341"/>
                </a:lnTo>
                <a:lnTo>
                  <a:pt x="64504" y="81049"/>
                </a:lnTo>
                <a:lnTo>
                  <a:pt x="63498" y="80761"/>
                </a:lnTo>
                <a:lnTo>
                  <a:pt x="62481" y="80475"/>
                </a:lnTo>
                <a:lnTo>
                  <a:pt x="61455" y="80192"/>
                </a:lnTo>
                <a:lnTo>
                  <a:pt x="60419" y="79913"/>
                </a:lnTo>
                <a:lnTo>
                  <a:pt x="59438" y="79643"/>
                </a:lnTo>
                <a:lnTo>
                  <a:pt x="58470" y="79373"/>
                </a:lnTo>
                <a:lnTo>
                  <a:pt x="57515" y="79101"/>
                </a:lnTo>
                <a:lnTo>
                  <a:pt x="56573" y="78830"/>
                </a:lnTo>
                <a:lnTo>
                  <a:pt x="55644" y="78557"/>
                </a:lnTo>
                <a:lnTo>
                  <a:pt x="54728" y="78284"/>
                </a:lnTo>
                <a:lnTo>
                  <a:pt x="53824" y="78009"/>
                </a:lnTo>
                <a:lnTo>
                  <a:pt x="52934" y="77735"/>
                </a:lnTo>
                <a:lnTo>
                  <a:pt x="52056" y="77459"/>
                </a:lnTo>
                <a:lnTo>
                  <a:pt x="51192" y="77183"/>
                </a:lnTo>
                <a:lnTo>
                  <a:pt x="50340" y="76906"/>
                </a:lnTo>
                <a:lnTo>
                  <a:pt x="49501" y="76628"/>
                </a:lnTo>
                <a:lnTo>
                  <a:pt x="48675" y="76349"/>
                </a:lnTo>
                <a:lnTo>
                  <a:pt x="47862" y="76070"/>
                </a:lnTo>
                <a:lnTo>
                  <a:pt x="47062" y="75790"/>
                </a:lnTo>
                <a:lnTo>
                  <a:pt x="46275" y="75509"/>
                </a:lnTo>
                <a:lnTo>
                  <a:pt x="45500" y="75227"/>
                </a:lnTo>
                <a:lnTo>
                  <a:pt x="44739" y="74945"/>
                </a:lnTo>
                <a:lnTo>
                  <a:pt x="43990" y="74662"/>
                </a:lnTo>
                <a:lnTo>
                  <a:pt x="43255" y="74378"/>
                </a:lnTo>
                <a:lnTo>
                  <a:pt x="42532" y="74093"/>
                </a:lnTo>
                <a:lnTo>
                  <a:pt x="41822" y="73808"/>
                </a:lnTo>
                <a:lnTo>
                  <a:pt x="41125" y="73522"/>
                </a:lnTo>
                <a:lnTo>
                  <a:pt x="40441" y="73235"/>
                </a:lnTo>
                <a:lnTo>
                  <a:pt x="39769" y="72947"/>
                </a:lnTo>
                <a:lnTo>
                  <a:pt x="39109" y="72657"/>
                </a:lnTo>
                <a:lnTo>
                  <a:pt x="38459" y="72364"/>
                </a:lnTo>
                <a:lnTo>
                  <a:pt x="37822" y="72070"/>
                </a:lnTo>
                <a:lnTo>
                  <a:pt x="37195" y="71773"/>
                </a:lnTo>
                <a:lnTo>
                  <a:pt x="36581" y="71475"/>
                </a:lnTo>
                <a:lnTo>
                  <a:pt x="35977" y="71174"/>
                </a:lnTo>
                <a:lnTo>
                  <a:pt x="35385" y="70872"/>
                </a:lnTo>
                <a:lnTo>
                  <a:pt x="34804" y="70567"/>
                </a:lnTo>
                <a:lnTo>
                  <a:pt x="34235" y="70260"/>
                </a:lnTo>
                <a:lnTo>
                  <a:pt x="33677" y="69952"/>
                </a:lnTo>
                <a:lnTo>
                  <a:pt x="33131" y="69641"/>
                </a:lnTo>
                <a:lnTo>
                  <a:pt x="32596" y="69328"/>
                </a:lnTo>
                <a:lnTo>
                  <a:pt x="32072" y="69013"/>
                </a:lnTo>
                <a:lnTo>
                  <a:pt x="31560" y="68696"/>
                </a:lnTo>
                <a:lnTo>
                  <a:pt x="31059" y="68377"/>
                </a:lnTo>
                <a:lnTo>
                  <a:pt x="30570" y="68056"/>
                </a:lnTo>
                <a:lnTo>
                  <a:pt x="30092" y="67732"/>
                </a:lnTo>
                <a:lnTo>
                  <a:pt x="29625" y="67407"/>
                </a:lnTo>
                <a:lnTo>
                  <a:pt x="29170" y="67080"/>
                </a:lnTo>
                <a:lnTo>
                  <a:pt x="28726" y="66751"/>
                </a:lnTo>
                <a:lnTo>
                  <a:pt x="28294" y="66419"/>
                </a:lnTo>
                <a:lnTo>
                  <a:pt x="27873" y="66086"/>
                </a:lnTo>
                <a:lnTo>
                  <a:pt x="27463" y="65750"/>
                </a:lnTo>
                <a:lnTo>
                  <a:pt x="27064" y="65412"/>
                </a:lnTo>
                <a:lnTo>
                  <a:pt x="26674" y="65073"/>
                </a:lnTo>
                <a:lnTo>
                  <a:pt x="26294" y="64730"/>
                </a:lnTo>
                <a:lnTo>
                  <a:pt x="25923" y="64386"/>
                </a:lnTo>
                <a:lnTo>
                  <a:pt x="25561" y="64039"/>
                </a:lnTo>
                <a:lnTo>
                  <a:pt x="25208" y="63690"/>
                </a:lnTo>
                <a:lnTo>
                  <a:pt x="24865" y="63339"/>
                </a:lnTo>
                <a:lnTo>
                  <a:pt x="24531" y="62986"/>
                </a:lnTo>
                <a:lnTo>
                  <a:pt x="24207" y="62630"/>
                </a:lnTo>
                <a:lnTo>
                  <a:pt x="23892" y="62272"/>
                </a:lnTo>
                <a:lnTo>
                  <a:pt x="23586" y="61912"/>
                </a:lnTo>
                <a:lnTo>
                  <a:pt x="23290" y="61550"/>
                </a:lnTo>
                <a:lnTo>
                  <a:pt x="23003" y="61185"/>
                </a:lnTo>
                <a:lnTo>
                  <a:pt x="22725" y="60818"/>
                </a:lnTo>
                <a:lnTo>
                  <a:pt x="22457" y="60449"/>
                </a:lnTo>
                <a:lnTo>
                  <a:pt x="22198" y="60078"/>
                </a:lnTo>
                <a:lnTo>
                  <a:pt x="21948" y="59704"/>
                </a:lnTo>
                <a:lnTo>
                  <a:pt x="21708" y="59329"/>
                </a:lnTo>
                <a:lnTo>
                  <a:pt x="21477" y="58951"/>
                </a:lnTo>
                <a:lnTo>
                  <a:pt x="21256" y="58570"/>
                </a:lnTo>
                <a:lnTo>
                  <a:pt x="21043" y="58188"/>
                </a:lnTo>
                <a:lnTo>
                  <a:pt x="20840" y="57803"/>
                </a:lnTo>
                <a:lnTo>
                  <a:pt x="20647" y="57416"/>
                </a:lnTo>
                <a:lnTo>
                  <a:pt x="20463" y="57027"/>
                </a:lnTo>
                <a:lnTo>
                  <a:pt x="20287" y="56635"/>
                </a:lnTo>
                <a:lnTo>
                  <a:pt x="20119" y="56239"/>
                </a:lnTo>
                <a:lnTo>
                  <a:pt x="19958" y="55841"/>
                </a:lnTo>
                <a:lnTo>
                  <a:pt x="19805" y="55439"/>
                </a:lnTo>
                <a:lnTo>
                  <a:pt x="19659" y="55035"/>
                </a:lnTo>
                <a:lnTo>
                  <a:pt x="19520" y="54627"/>
                </a:lnTo>
                <a:lnTo>
                  <a:pt x="19390" y="54216"/>
                </a:lnTo>
                <a:lnTo>
                  <a:pt x="19266" y="53802"/>
                </a:lnTo>
                <a:lnTo>
                  <a:pt x="19150" y="53384"/>
                </a:lnTo>
                <a:lnTo>
                  <a:pt x="19042" y="52963"/>
                </a:lnTo>
                <a:lnTo>
                  <a:pt x="18941" y="52540"/>
                </a:lnTo>
                <a:lnTo>
                  <a:pt x="18847" y="52113"/>
                </a:lnTo>
                <a:lnTo>
                  <a:pt x="18761" y="51683"/>
                </a:lnTo>
                <a:lnTo>
                  <a:pt x="18683" y="51249"/>
                </a:lnTo>
                <a:lnTo>
                  <a:pt x="18612" y="50813"/>
                </a:lnTo>
                <a:lnTo>
                  <a:pt x="18548" y="50373"/>
                </a:lnTo>
                <a:lnTo>
                  <a:pt x="18492" y="49930"/>
                </a:lnTo>
                <a:lnTo>
                  <a:pt x="18443" y="49484"/>
                </a:lnTo>
                <a:lnTo>
                  <a:pt x="18402" y="49035"/>
                </a:lnTo>
                <a:lnTo>
                  <a:pt x="18369" y="48583"/>
                </a:lnTo>
                <a:lnTo>
                  <a:pt x="18342" y="48127"/>
                </a:lnTo>
                <a:lnTo>
                  <a:pt x="18324" y="47668"/>
                </a:lnTo>
                <a:lnTo>
                  <a:pt x="18313" y="47206"/>
                </a:lnTo>
                <a:lnTo>
                  <a:pt x="18309" y="46741"/>
                </a:lnTo>
                <a:lnTo>
                  <a:pt x="18316" y="46080"/>
                </a:lnTo>
                <a:lnTo>
                  <a:pt x="18339" y="45423"/>
                </a:lnTo>
                <a:lnTo>
                  <a:pt x="18378" y="44772"/>
                </a:lnTo>
                <a:lnTo>
                  <a:pt x="18431" y="44125"/>
                </a:lnTo>
                <a:lnTo>
                  <a:pt x="18500" y="43484"/>
                </a:lnTo>
                <a:lnTo>
                  <a:pt x="18585" y="42847"/>
                </a:lnTo>
                <a:lnTo>
                  <a:pt x="18684" y="42216"/>
                </a:lnTo>
                <a:lnTo>
                  <a:pt x="18799" y="41590"/>
                </a:lnTo>
                <a:lnTo>
                  <a:pt x="18930" y="40968"/>
                </a:lnTo>
                <a:lnTo>
                  <a:pt x="19075" y="40352"/>
                </a:lnTo>
                <a:lnTo>
                  <a:pt x="19236" y="39741"/>
                </a:lnTo>
                <a:lnTo>
                  <a:pt x="19413" y="39135"/>
                </a:lnTo>
                <a:lnTo>
                  <a:pt x="19604" y="38534"/>
                </a:lnTo>
                <a:lnTo>
                  <a:pt x="19811" y="37938"/>
                </a:lnTo>
                <a:lnTo>
                  <a:pt x="20034" y="37347"/>
                </a:lnTo>
                <a:lnTo>
                  <a:pt x="20271" y="36761"/>
                </a:lnTo>
                <a:lnTo>
                  <a:pt x="20524" y="36180"/>
                </a:lnTo>
                <a:lnTo>
                  <a:pt x="20793" y="35605"/>
                </a:lnTo>
                <a:lnTo>
                  <a:pt x="21076" y="35034"/>
                </a:lnTo>
                <a:lnTo>
                  <a:pt x="21375" y="34468"/>
                </a:lnTo>
                <a:lnTo>
                  <a:pt x="21690" y="33907"/>
                </a:lnTo>
                <a:lnTo>
                  <a:pt x="22019" y="33352"/>
                </a:lnTo>
                <a:lnTo>
                  <a:pt x="22364" y="32801"/>
                </a:lnTo>
                <a:lnTo>
                  <a:pt x="22724" y="32256"/>
                </a:lnTo>
                <a:lnTo>
                  <a:pt x="23100" y="31717"/>
                </a:lnTo>
                <a:lnTo>
                  <a:pt x="23491" y="31188"/>
                </a:lnTo>
                <a:lnTo>
                  <a:pt x="23897" y="30667"/>
                </a:lnTo>
                <a:lnTo>
                  <a:pt x="24317" y="30156"/>
                </a:lnTo>
                <a:lnTo>
                  <a:pt x="24754" y="29653"/>
                </a:lnTo>
                <a:lnTo>
                  <a:pt x="25205" y="29159"/>
                </a:lnTo>
                <a:lnTo>
                  <a:pt x="25671" y="28675"/>
                </a:lnTo>
                <a:lnTo>
                  <a:pt x="26153" y="28199"/>
                </a:lnTo>
                <a:lnTo>
                  <a:pt x="26650" y="27732"/>
                </a:lnTo>
                <a:lnTo>
                  <a:pt x="27161" y="27275"/>
                </a:lnTo>
                <a:lnTo>
                  <a:pt x="27688" y="26826"/>
                </a:lnTo>
                <a:lnTo>
                  <a:pt x="28231" y="26386"/>
                </a:lnTo>
                <a:lnTo>
                  <a:pt x="28788" y="25955"/>
                </a:lnTo>
                <a:lnTo>
                  <a:pt x="29360" y="25534"/>
                </a:lnTo>
                <a:lnTo>
                  <a:pt x="29948" y="25121"/>
                </a:lnTo>
                <a:lnTo>
                  <a:pt x="30551" y="24717"/>
                </a:lnTo>
                <a:lnTo>
                  <a:pt x="31168" y="24322"/>
                </a:lnTo>
                <a:lnTo>
                  <a:pt x="31801" y="23936"/>
                </a:lnTo>
                <a:lnTo>
                  <a:pt x="32450" y="23559"/>
                </a:lnTo>
                <a:lnTo>
                  <a:pt x="33113" y="23191"/>
                </a:lnTo>
                <a:lnTo>
                  <a:pt x="33791" y="22832"/>
                </a:lnTo>
                <a:lnTo>
                  <a:pt x="34485" y="22482"/>
                </a:lnTo>
                <a:lnTo>
                  <a:pt x="35194" y="22141"/>
                </a:lnTo>
                <a:lnTo>
                  <a:pt x="35918" y="21809"/>
                </a:lnTo>
                <a:lnTo>
                  <a:pt x="36656" y="21488"/>
                </a:lnTo>
                <a:lnTo>
                  <a:pt x="37409" y="21181"/>
                </a:lnTo>
                <a:lnTo>
                  <a:pt x="38177" y="20888"/>
                </a:lnTo>
                <a:lnTo>
                  <a:pt x="38959" y="20608"/>
                </a:lnTo>
                <a:lnTo>
                  <a:pt x="39755" y="20342"/>
                </a:lnTo>
                <a:lnTo>
                  <a:pt x="40565" y="20089"/>
                </a:lnTo>
                <a:lnTo>
                  <a:pt x="41390" y="19850"/>
                </a:lnTo>
                <a:lnTo>
                  <a:pt x="42230" y="19625"/>
                </a:lnTo>
                <a:lnTo>
                  <a:pt x="43084" y="19414"/>
                </a:lnTo>
                <a:lnTo>
                  <a:pt x="43952" y="19216"/>
                </a:lnTo>
                <a:lnTo>
                  <a:pt x="44835" y="19031"/>
                </a:lnTo>
                <a:lnTo>
                  <a:pt x="45732" y="18861"/>
                </a:lnTo>
                <a:lnTo>
                  <a:pt x="46643" y="18704"/>
                </a:lnTo>
                <a:lnTo>
                  <a:pt x="47569" y="18560"/>
                </a:lnTo>
                <a:lnTo>
                  <a:pt x="48509" y="18431"/>
                </a:lnTo>
                <a:lnTo>
                  <a:pt x="49464" y="18315"/>
                </a:lnTo>
                <a:lnTo>
                  <a:pt x="50433" y="18212"/>
                </a:lnTo>
                <a:lnTo>
                  <a:pt x="51416" y="18124"/>
                </a:lnTo>
                <a:lnTo>
                  <a:pt x="52414" y="18049"/>
                </a:lnTo>
                <a:lnTo>
                  <a:pt x="53426" y="17987"/>
                </a:lnTo>
                <a:lnTo>
                  <a:pt x="54453" y="17939"/>
                </a:lnTo>
                <a:lnTo>
                  <a:pt x="55494" y="17905"/>
                </a:lnTo>
                <a:lnTo>
                  <a:pt x="56549" y="17885"/>
                </a:lnTo>
                <a:lnTo>
                  <a:pt x="57619" y="17878"/>
                </a:lnTo>
                <a:lnTo>
                  <a:pt x="58689" y="17886"/>
                </a:lnTo>
                <a:lnTo>
                  <a:pt x="59746" y="17910"/>
                </a:lnTo>
                <a:lnTo>
                  <a:pt x="60788" y="17949"/>
                </a:lnTo>
                <a:lnTo>
                  <a:pt x="61818" y="18005"/>
                </a:lnTo>
                <a:lnTo>
                  <a:pt x="62833" y="18076"/>
                </a:lnTo>
                <a:lnTo>
                  <a:pt x="63835" y="18163"/>
                </a:lnTo>
                <a:lnTo>
                  <a:pt x="64823" y="18266"/>
                </a:lnTo>
                <a:lnTo>
                  <a:pt x="65798" y="18385"/>
                </a:lnTo>
                <a:lnTo>
                  <a:pt x="66759" y="18520"/>
                </a:lnTo>
                <a:lnTo>
                  <a:pt x="67706" y="18670"/>
                </a:lnTo>
                <a:lnTo>
                  <a:pt x="68640" y="18837"/>
                </a:lnTo>
                <a:lnTo>
                  <a:pt x="69560" y="19019"/>
                </a:lnTo>
                <a:lnTo>
                  <a:pt x="70466" y="19217"/>
                </a:lnTo>
                <a:lnTo>
                  <a:pt x="71359" y="19431"/>
                </a:lnTo>
                <a:lnTo>
                  <a:pt x="72238" y="19661"/>
                </a:lnTo>
                <a:lnTo>
                  <a:pt x="73104" y="19906"/>
                </a:lnTo>
                <a:lnTo>
                  <a:pt x="73955" y="20168"/>
                </a:lnTo>
                <a:lnTo>
                  <a:pt x="74793" y="20445"/>
                </a:lnTo>
                <a:lnTo>
                  <a:pt x="75618" y="20738"/>
                </a:lnTo>
                <a:lnTo>
                  <a:pt x="76429" y="21047"/>
                </a:lnTo>
                <a:lnTo>
                  <a:pt x="77226" y="21372"/>
                </a:lnTo>
                <a:lnTo>
                  <a:pt x="78009" y="21713"/>
                </a:lnTo>
                <a:lnTo>
                  <a:pt x="78779" y="22069"/>
                </a:lnTo>
                <a:lnTo>
                  <a:pt x="79536" y="22442"/>
                </a:lnTo>
                <a:lnTo>
                  <a:pt x="80278" y="22828"/>
                </a:lnTo>
                <a:lnTo>
                  <a:pt x="81005" y="23226"/>
                </a:lnTo>
                <a:lnTo>
                  <a:pt x="81718" y="23636"/>
                </a:lnTo>
                <a:lnTo>
                  <a:pt x="82417" y="24058"/>
                </a:lnTo>
                <a:lnTo>
                  <a:pt x="83100" y="24492"/>
                </a:lnTo>
                <a:lnTo>
                  <a:pt x="83769" y="24938"/>
                </a:lnTo>
                <a:lnTo>
                  <a:pt x="84424" y="25396"/>
                </a:lnTo>
                <a:lnTo>
                  <a:pt x="85064" y="25866"/>
                </a:lnTo>
                <a:lnTo>
                  <a:pt x="85690" y="26348"/>
                </a:lnTo>
                <a:lnTo>
                  <a:pt x="86300" y="26841"/>
                </a:lnTo>
                <a:lnTo>
                  <a:pt x="86897" y="27347"/>
                </a:lnTo>
                <a:lnTo>
                  <a:pt x="87478" y="27865"/>
                </a:lnTo>
                <a:lnTo>
                  <a:pt x="88045" y="28394"/>
                </a:lnTo>
                <a:lnTo>
                  <a:pt x="88598" y="28935"/>
                </a:lnTo>
                <a:lnTo>
                  <a:pt x="89136" y="29489"/>
                </a:lnTo>
                <a:lnTo>
                  <a:pt x="89659" y="30054"/>
                </a:lnTo>
                <a:lnTo>
                  <a:pt x="90168" y="30631"/>
                </a:lnTo>
                <a:lnTo>
                  <a:pt x="90662" y="31220"/>
                </a:lnTo>
                <a:lnTo>
                  <a:pt x="91142" y="31821"/>
                </a:lnTo>
                <a:lnTo>
                  <a:pt x="91607" y="32434"/>
                </a:lnTo>
                <a:lnTo>
                  <a:pt x="92057" y="33059"/>
                </a:lnTo>
                <a:lnTo>
                  <a:pt x="92493" y="33696"/>
                </a:lnTo>
                <a:lnTo>
                  <a:pt x="92914" y="34345"/>
                </a:lnTo>
                <a:lnTo>
                  <a:pt x="93321" y="35005"/>
                </a:lnTo>
                <a:lnTo>
                  <a:pt x="93712" y="35676"/>
                </a:lnTo>
                <a:lnTo>
                  <a:pt x="94087" y="36354"/>
                </a:lnTo>
                <a:lnTo>
                  <a:pt x="94444" y="37039"/>
                </a:lnTo>
                <a:lnTo>
                  <a:pt x="94785" y="37732"/>
                </a:lnTo>
                <a:lnTo>
                  <a:pt x="95110" y="38433"/>
                </a:lnTo>
                <a:lnTo>
                  <a:pt x="95418" y="39142"/>
                </a:lnTo>
                <a:lnTo>
                  <a:pt x="95709" y="39858"/>
                </a:lnTo>
                <a:lnTo>
                  <a:pt x="95984" y="40582"/>
                </a:lnTo>
                <a:lnTo>
                  <a:pt x="96242" y="41313"/>
                </a:lnTo>
                <a:lnTo>
                  <a:pt x="96483" y="42052"/>
                </a:lnTo>
                <a:lnTo>
                  <a:pt x="96707" y="42799"/>
                </a:lnTo>
                <a:lnTo>
                  <a:pt x="96915" y="43553"/>
                </a:lnTo>
                <a:lnTo>
                  <a:pt x="97107" y="44315"/>
                </a:lnTo>
                <a:lnTo>
                  <a:pt x="97282" y="45085"/>
                </a:lnTo>
                <a:lnTo>
                  <a:pt x="97440" y="45862"/>
                </a:lnTo>
                <a:lnTo>
                  <a:pt x="97581" y="46647"/>
                </a:lnTo>
                <a:lnTo>
                  <a:pt x="97706" y="47440"/>
                </a:lnTo>
                <a:lnTo>
                  <a:pt x="97814" y="48240"/>
                </a:lnTo>
                <a:lnTo>
                  <a:pt x="97906" y="49048"/>
                </a:lnTo>
                <a:lnTo>
                  <a:pt x="97980" y="49864"/>
                </a:lnTo>
                <a:lnTo>
                  <a:pt x="98039" y="50687"/>
                </a:lnTo>
                <a:lnTo>
                  <a:pt x="98080" y="51518"/>
                </a:lnTo>
                <a:lnTo>
                  <a:pt x="98105" y="52357"/>
                </a:lnTo>
                <a:lnTo>
                  <a:pt x="98114" y="53203"/>
                </a:lnTo>
                <a:lnTo>
                  <a:pt x="111361" y="53203"/>
                </a:lnTo>
                <a:lnTo>
                  <a:pt x="111349" y="52115"/>
                </a:lnTo>
                <a:lnTo>
                  <a:pt x="111315" y="51036"/>
                </a:lnTo>
                <a:lnTo>
                  <a:pt x="111258" y="49965"/>
                </a:lnTo>
                <a:lnTo>
                  <a:pt x="111178" y="48904"/>
                </a:lnTo>
                <a:lnTo>
                  <a:pt x="111075" y="47851"/>
                </a:lnTo>
                <a:lnTo>
                  <a:pt x="110950" y="46806"/>
                </a:lnTo>
                <a:lnTo>
                  <a:pt x="110802" y="45771"/>
                </a:lnTo>
                <a:lnTo>
                  <a:pt x="110631" y="44744"/>
                </a:lnTo>
                <a:lnTo>
                  <a:pt x="110437" y="43726"/>
                </a:lnTo>
                <a:lnTo>
                  <a:pt x="110220" y="42717"/>
                </a:lnTo>
                <a:lnTo>
                  <a:pt x="109980" y="41717"/>
                </a:lnTo>
                <a:lnTo>
                  <a:pt x="109718" y="40725"/>
                </a:lnTo>
                <a:lnTo>
                  <a:pt x="109433" y="39742"/>
                </a:lnTo>
                <a:lnTo>
                  <a:pt x="109125" y="38768"/>
                </a:lnTo>
                <a:lnTo>
                  <a:pt x="108794" y="37803"/>
                </a:lnTo>
                <a:lnTo>
                  <a:pt x="108441" y="36846"/>
                </a:lnTo>
                <a:lnTo>
                  <a:pt x="108064" y="35899"/>
                </a:lnTo>
                <a:lnTo>
                  <a:pt x="107665" y="34960"/>
                </a:lnTo>
                <a:lnTo>
                  <a:pt x="107243" y="34029"/>
                </a:lnTo>
                <a:lnTo>
                  <a:pt x="106798" y="33108"/>
                </a:lnTo>
                <a:lnTo>
                  <a:pt x="106331" y="32195"/>
                </a:lnTo>
                <a:lnTo>
                  <a:pt x="105840" y="31291"/>
                </a:lnTo>
                <a:lnTo>
                  <a:pt x="105327" y="30396"/>
                </a:lnTo>
                <a:lnTo>
                  <a:pt x="104791" y="29509"/>
                </a:lnTo>
                <a:lnTo>
                  <a:pt x="104234" y="28635"/>
                </a:lnTo>
                <a:lnTo>
                  <a:pt x="103658" y="27776"/>
                </a:lnTo>
                <a:lnTo>
                  <a:pt x="103063" y="26931"/>
                </a:lnTo>
                <a:lnTo>
                  <a:pt x="102448" y="26102"/>
                </a:lnTo>
                <a:lnTo>
                  <a:pt x="101815" y="25288"/>
                </a:lnTo>
                <a:lnTo>
                  <a:pt x="101163" y="24489"/>
                </a:lnTo>
                <a:lnTo>
                  <a:pt x="100491" y="23705"/>
                </a:lnTo>
                <a:lnTo>
                  <a:pt x="99801" y="22937"/>
                </a:lnTo>
                <a:lnTo>
                  <a:pt x="99091" y="22183"/>
                </a:lnTo>
                <a:lnTo>
                  <a:pt x="98363" y="21445"/>
                </a:lnTo>
                <a:lnTo>
                  <a:pt x="97615" y="20722"/>
                </a:lnTo>
                <a:lnTo>
                  <a:pt x="96848" y="20013"/>
                </a:lnTo>
                <a:lnTo>
                  <a:pt x="96062" y="19320"/>
                </a:lnTo>
                <a:lnTo>
                  <a:pt x="95257" y="18643"/>
                </a:lnTo>
                <a:lnTo>
                  <a:pt x="94433" y="17980"/>
                </a:lnTo>
                <a:lnTo>
                  <a:pt x="93590" y="17332"/>
                </a:lnTo>
                <a:lnTo>
                  <a:pt x="92728" y="16699"/>
                </a:lnTo>
                <a:lnTo>
                  <a:pt x="91847" y="16082"/>
                </a:lnTo>
                <a:lnTo>
                  <a:pt x="90947" y="15480"/>
                </a:lnTo>
                <a:lnTo>
                  <a:pt x="90027" y="14893"/>
                </a:lnTo>
                <a:lnTo>
                  <a:pt x="89089" y="14320"/>
                </a:lnTo>
                <a:lnTo>
                  <a:pt x="88131" y="13764"/>
                </a:lnTo>
                <a:lnTo>
                  <a:pt x="87155" y="13222"/>
                </a:lnTo>
                <a:lnTo>
                  <a:pt x="86159" y="12695"/>
                </a:lnTo>
                <a:lnTo>
                  <a:pt x="85146" y="12186"/>
                </a:lnTo>
                <a:lnTo>
                  <a:pt x="84118" y="11699"/>
                </a:lnTo>
                <a:lnTo>
                  <a:pt x="83074" y="11234"/>
                </a:lnTo>
                <a:lnTo>
                  <a:pt x="82016" y="10790"/>
                </a:lnTo>
                <a:lnTo>
                  <a:pt x="80941" y="10368"/>
                </a:lnTo>
                <a:lnTo>
                  <a:pt x="79852" y="9968"/>
                </a:lnTo>
                <a:lnTo>
                  <a:pt x="78747" y="9589"/>
                </a:lnTo>
                <a:lnTo>
                  <a:pt x="77627" y="9232"/>
                </a:lnTo>
                <a:lnTo>
                  <a:pt x="76491" y="8897"/>
                </a:lnTo>
                <a:lnTo>
                  <a:pt x="75341" y="8583"/>
                </a:lnTo>
                <a:lnTo>
                  <a:pt x="74174" y="8291"/>
                </a:lnTo>
                <a:lnTo>
                  <a:pt x="72993" y="8020"/>
                </a:lnTo>
                <a:lnTo>
                  <a:pt x="71796" y="7771"/>
                </a:lnTo>
                <a:lnTo>
                  <a:pt x="70584" y="7544"/>
                </a:lnTo>
                <a:lnTo>
                  <a:pt x="69356" y="7338"/>
                </a:lnTo>
                <a:lnTo>
                  <a:pt x="68114" y="7154"/>
                </a:lnTo>
                <a:lnTo>
                  <a:pt x="66855" y="6992"/>
                </a:lnTo>
                <a:lnTo>
                  <a:pt x="65582" y="6851"/>
                </a:lnTo>
                <a:lnTo>
                  <a:pt x="64293" y="6732"/>
                </a:lnTo>
                <a:lnTo>
                  <a:pt x="62989" y="6635"/>
                </a:lnTo>
                <a:lnTo>
                  <a:pt x="61669" y="6559"/>
                </a:lnTo>
                <a:lnTo>
                  <a:pt x="60335" y="6505"/>
                </a:lnTo>
                <a:lnTo>
                  <a:pt x="58984" y="6473"/>
                </a:lnTo>
                <a:lnTo>
                  <a:pt x="57619" y="6462"/>
                </a:lnTo>
                <a:lnTo>
                  <a:pt x="56662" y="6467"/>
                </a:lnTo>
                <a:lnTo>
                  <a:pt x="55711" y="6482"/>
                </a:lnTo>
                <a:lnTo>
                  <a:pt x="54767" y="6507"/>
                </a:lnTo>
                <a:lnTo>
                  <a:pt x="53830" y="6543"/>
                </a:lnTo>
                <a:lnTo>
                  <a:pt x="52899" y="6588"/>
                </a:lnTo>
                <a:lnTo>
                  <a:pt x="51975" y="6644"/>
                </a:lnTo>
                <a:lnTo>
                  <a:pt x="51057" y="6709"/>
                </a:lnTo>
                <a:lnTo>
                  <a:pt x="50146" y="6785"/>
                </a:lnTo>
                <a:lnTo>
                  <a:pt x="49241" y="6871"/>
                </a:lnTo>
                <a:lnTo>
                  <a:pt x="48343" y="6967"/>
                </a:lnTo>
                <a:lnTo>
                  <a:pt x="47451" y="7073"/>
                </a:lnTo>
                <a:lnTo>
                  <a:pt x="46566" y="7189"/>
                </a:lnTo>
                <a:lnTo>
                  <a:pt x="45688" y="7315"/>
                </a:lnTo>
                <a:lnTo>
                  <a:pt x="44816" y="7451"/>
                </a:lnTo>
                <a:lnTo>
                  <a:pt x="43950" y="7598"/>
                </a:lnTo>
                <a:lnTo>
                  <a:pt x="43091" y="7754"/>
                </a:lnTo>
                <a:lnTo>
                  <a:pt x="42239" y="7921"/>
                </a:lnTo>
                <a:lnTo>
                  <a:pt x="41393" y="8098"/>
                </a:lnTo>
                <a:lnTo>
                  <a:pt x="40554" y="8284"/>
                </a:lnTo>
                <a:lnTo>
                  <a:pt x="39721" y="8481"/>
                </a:lnTo>
                <a:lnTo>
                  <a:pt x="38895" y="8688"/>
                </a:lnTo>
                <a:lnTo>
                  <a:pt x="38076" y="8905"/>
                </a:lnTo>
                <a:lnTo>
                  <a:pt x="37263" y="9133"/>
                </a:lnTo>
                <a:lnTo>
                  <a:pt x="36456" y="9370"/>
                </a:lnTo>
                <a:lnTo>
                  <a:pt x="35657" y="9616"/>
                </a:lnTo>
                <a:lnTo>
                  <a:pt x="34867" y="9872"/>
                </a:lnTo>
                <a:lnTo>
                  <a:pt x="34087" y="10135"/>
                </a:lnTo>
                <a:lnTo>
                  <a:pt x="33315" y="10408"/>
                </a:lnTo>
                <a:lnTo>
                  <a:pt x="32552" y="10689"/>
                </a:lnTo>
                <a:lnTo>
                  <a:pt x="31798" y="10979"/>
                </a:lnTo>
                <a:lnTo>
                  <a:pt x="31053" y="11277"/>
                </a:lnTo>
                <a:lnTo>
                  <a:pt x="30317" y="11584"/>
                </a:lnTo>
                <a:lnTo>
                  <a:pt x="29590" y="11899"/>
                </a:lnTo>
                <a:lnTo>
                  <a:pt x="28872" y="12223"/>
                </a:lnTo>
                <a:lnTo>
                  <a:pt x="28163" y="12556"/>
                </a:lnTo>
                <a:lnTo>
                  <a:pt x="27463" y="12897"/>
                </a:lnTo>
                <a:lnTo>
                  <a:pt x="26772" y="13247"/>
                </a:lnTo>
                <a:lnTo>
                  <a:pt x="26090" y="13605"/>
                </a:lnTo>
                <a:lnTo>
                  <a:pt x="25417" y="13972"/>
                </a:lnTo>
                <a:lnTo>
                  <a:pt x="24753" y="14348"/>
                </a:lnTo>
                <a:lnTo>
                  <a:pt x="24098" y="14732"/>
                </a:lnTo>
                <a:lnTo>
                  <a:pt x="23451" y="15125"/>
                </a:lnTo>
                <a:lnTo>
                  <a:pt x="22814" y="15526"/>
                </a:lnTo>
                <a:lnTo>
                  <a:pt x="22186" y="15936"/>
                </a:lnTo>
                <a:lnTo>
                  <a:pt x="21567" y="16355"/>
                </a:lnTo>
                <a:lnTo>
                  <a:pt x="20956" y="16782"/>
                </a:lnTo>
                <a:lnTo>
                  <a:pt x="20355" y="17218"/>
                </a:lnTo>
                <a:lnTo>
                  <a:pt x="19763" y="17663"/>
                </a:lnTo>
                <a:lnTo>
                  <a:pt x="19180" y="18115"/>
                </a:lnTo>
                <a:lnTo>
                  <a:pt x="18609" y="18574"/>
                </a:lnTo>
                <a:lnTo>
                  <a:pt x="18049" y="19041"/>
                </a:lnTo>
                <a:lnTo>
                  <a:pt x="17500" y="19514"/>
                </a:lnTo>
                <a:lnTo>
                  <a:pt x="16961" y="19995"/>
                </a:lnTo>
                <a:lnTo>
                  <a:pt x="16434" y="20483"/>
                </a:lnTo>
                <a:lnTo>
                  <a:pt x="15918" y="20978"/>
                </a:lnTo>
                <a:lnTo>
                  <a:pt x="15413" y="21480"/>
                </a:lnTo>
                <a:lnTo>
                  <a:pt x="14919" y="21989"/>
                </a:lnTo>
                <a:lnTo>
                  <a:pt x="14436" y="22505"/>
                </a:lnTo>
                <a:lnTo>
                  <a:pt x="13964" y="23029"/>
                </a:lnTo>
                <a:lnTo>
                  <a:pt x="13503" y="23559"/>
                </a:lnTo>
                <a:lnTo>
                  <a:pt x="13053" y="24097"/>
                </a:lnTo>
                <a:lnTo>
                  <a:pt x="12614" y="24641"/>
                </a:lnTo>
                <a:lnTo>
                  <a:pt x="12186" y="25193"/>
                </a:lnTo>
                <a:lnTo>
                  <a:pt x="11769" y="25752"/>
                </a:lnTo>
                <a:lnTo>
                  <a:pt x="11363" y="26318"/>
                </a:lnTo>
                <a:lnTo>
                  <a:pt x="10968" y="26891"/>
                </a:lnTo>
                <a:lnTo>
                  <a:pt x="10585" y="27471"/>
                </a:lnTo>
                <a:lnTo>
                  <a:pt x="10212" y="28059"/>
                </a:lnTo>
                <a:lnTo>
                  <a:pt x="9850" y="28653"/>
                </a:lnTo>
                <a:lnTo>
                  <a:pt x="9500" y="29254"/>
                </a:lnTo>
                <a:lnTo>
                  <a:pt x="9160" y="29863"/>
                </a:lnTo>
                <a:lnTo>
                  <a:pt x="8831" y="30479"/>
                </a:lnTo>
                <a:lnTo>
                  <a:pt x="8515" y="31101"/>
                </a:lnTo>
                <a:lnTo>
                  <a:pt x="8212" y="31729"/>
                </a:lnTo>
                <a:lnTo>
                  <a:pt x="7923" y="32362"/>
                </a:lnTo>
                <a:lnTo>
                  <a:pt x="7647" y="33001"/>
                </a:lnTo>
                <a:lnTo>
                  <a:pt x="7384" y="33645"/>
                </a:lnTo>
                <a:lnTo>
                  <a:pt x="7135" y="34295"/>
                </a:lnTo>
                <a:lnTo>
                  <a:pt x="6899" y="34951"/>
                </a:lnTo>
                <a:lnTo>
                  <a:pt x="6677" y="35612"/>
                </a:lnTo>
                <a:lnTo>
                  <a:pt x="6469" y="36279"/>
                </a:lnTo>
                <a:lnTo>
                  <a:pt x="6273" y="36952"/>
                </a:lnTo>
                <a:lnTo>
                  <a:pt x="6092" y="37630"/>
                </a:lnTo>
                <a:lnTo>
                  <a:pt x="5923" y="38314"/>
                </a:lnTo>
                <a:lnTo>
                  <a:pt x="5769" y="39003"/>
                </a:lnTo>
                <a:lnTo>
                  <a:pt x="5627" y="39698"/>
                </a:lnTo>
                <a:lnTo>
                  <a:pt x="5499" y="40399"/>
                </a:lnTo>
                <a:lnTo>
                  <a:pt x="5385" y="41105"/>
                </a:lnTo>
                <a:lnTo>
                  <a:pt x="5284" y="41817"/>
                </a:lnTo>
                <a:lnTo>
                  <a:pt x="5196" y="42534"/>
                </a:lnTo>
                <a:lnTo>
                  <a:pt x="5122" y="43257"/>
                </a:lnTo>
                <a:lnTo>
                  <a:pt x="5062" y="43986"/>
                </a:lnTo>
                <a:lnTo>
                  <a:pt x="5015" y="44720"/>
                </a:lnTo>
                <a:lnTo>
                  <a:pt x="4981" y="45460"/>
                </a:lnTo>
                <a:lnTo>
                  <a:pt x="4961" y="46206"/>
                </a:lnTo>
                <a:lnTo>
                  <a:pt x="4954" y="46957"/>
                </a:lnTo>
                <a:lnTo>
                  <a:pt x="4960" y="47724"/>
                </a:lnTo>
                <a:lnTo>
                  <a:pt x="4979" y="48484"/>
                </a:lnTo>
                <a:lnTo>
                  <a:pt x="5010" y="49236"/>
                </a:lnTo>
                <a:lnTo>
                  <a:pt x="5053" y="49980"/>
                </a:lnTo>
                <a:lnTo>
                  <a:pt x="5108" y="50715"/>
                </a:lnTo>
                <a:lnTo>
                  <a:pt x="5176" y="51443"/>
                </a:lnTo>
                <a:lnTo>
                  <a:pt x="5256" y="52163"/>
                </a:lnTo>
                <a:lnTo>
                  <a:pt x="5349" y="52874"/>
                </a:lnTo>
                <a:lnTo>
                  <a:pt x="5454" y="53578"/>
                </a:lnTo>
                <a:lnTo>
                  <a:pt x="5571" y="54273"/>
                </a:lnTo>
                <a:lnTo>
                  <a:pt x="5701" y="54961"/>
                </a:lnTo>
                <a:lnTo>
                  <a:pt x="5843" y="55640"/>
                </a:lnTo>
                <a:lnTo>
                  <a:pt x="5997" y="56311"/>
                </a:lnTo>
                <a:lnTo>
                  <a:pt x="6164" y="56975"/>
                </a:lnTo>
                <a:lnTo>
                  <a:pt x="6342" y="57630"/>
                </a:lnTo>
                <a:lnTo>
                  <a:pt x="6534" y="58277"/>
                </a:lnTo>
                <a:lnTo>
                  <a:pt x="6737" y="58916"/>
                </a:lnTo>
                <a:lnTo>
                  <a:pt x="6953" y="59547"/>
                </a:lnTo>
                <a:lnTo>
                  <a:pt x="7182" y="60170"/>
                </a:lnTo>
                <a:lnTo>
                  <a:pt x="7422" y="60786"/>
                </a:lnTo>
                <a:lnTo>
                  <a:pt x="7675" y="61393"/>
                </a:lnTo>
                <a:lnTo>
                  <a:pt x="7941" y="61992"/>
                </a:lnTo>
                <a:lnTo>
                  <a:pt x="8218" y="62582"/>
                </a:lnTo>
                <a:lnTo>
                  <a:pt x="8508" y="63165"/>
                </a:lnTo>
                <a:lnTo>
                  <a:pt x="8810" y="63741"/>
                </a:lnTo>
                <a:lnTo>
                  <a:pt x="9123" y="64311"/>
                </a:lnTo>
                <a:lnTo>
                  <a:pt x="9446" y="64874"/>
                </a:lnTo>
                <a:lnTo>
                  <a:pt x="9781" y="65432"/>
                </a:lnTo>
                <a:lnTo>
                  <a:pt x="10127" y="65983"/>
                </a:lnTo>
                <a:lnTo>
                  <a:pt x="10484" y="66528"/>
                </a:lnTo>
                <a:lnTo>
                  <a:pt x="10852" y="67066"/>
                </a:lnTo>
                <a:lnTo>
                  <a:pt x="11231" y="67599"/>
                </a:lnTo>
                <a:lnTo>
                  <a:pt x="11621" y="68125"/>
                </a:lnTo>
                <a:lnTo>
                  <a:pt x="12022" y="68646"/>
                </a:lnTo>
                <a:lnTo>
                  <a:pt x="12434" y="69160"/>
                </a:lnTo>
                <a:lnTo>
                  <a:pt x="12857" y="69668"/>
                </a:lnTo>
                <a:lnTo>
                  <a:pt x="13291" y="70169"/>
                </a:lnTo>
                <a:lnTo>
                  <a:pt x="13736" y="70665"/>
                </a:lnTo>
                <a:lnTo>
                  <a:pt x="14192" y="71154"/>
                </a:lnTo>
                <a:lnTo>
                  <a:pt x="14659" y="71638"/>
                </a:lnTo>
                <a:lnTo>
                  <a:pt x="15137" y="72115"/>
                </a:lnTo>
                <a:lnTo>
                  <a:pt x="15626" y="72586"/>
                </a:lnTo>
                <a:lnTo>
                  <a:pt x="16127" y="73050"/>
                </a:lnTo>
                <a:lnTo>
                  <a:pt x="16638" y="73509"/>
                </a:lnTo>
                <a:lnTo>
                  <a:pt x="17160" y="73961"/>
                </a:lnTo>
                <a:lnTo>
                  <a:pt x="17694" y="74408"/>
                </a:lnTo>
                <a:lnTo>
                  <a:pt x="18238" y="74848"/>
                </a:lnTo>
                <a:lnTo>
                  <a:pt x="18793" y="75281"/>
                </a:lnTo>
                <a:lnTo>
                  <a:pt x="19359" y="75710"/>
                </a:lnTo>
                <a:lnTo>
                  <a:pt x="19934" y="76135"/>
                </a:lnTo>
                <a:lnTo>
                  <a:pt x="20519" y="76555"/>
                </a:lnTo>
                <a:lnTo>
                  <a:pt x="21113" y="76972"/>
                </a:lnTo>
                <a:lnTo>
                  <a:pt x="21717" y="77384"/>
                </a:lnTo>
                <a:lnTo>
                  <a:pt x="22331" y="77792"/>
                </a:lnTo>
                <a:lnTo>
                  <a:pt x="22954" y="78196"/>
                </a:lnTo>
                <a:lnTo>
                  <a:pt x="23586" y="78596"/>
                </a:lnTo>
                <a:lnTo>
                  <a:pt x="24228" y="78992"/>
                </a:lnTo>
                <a:lnTo>
                  <a:pt x="24880" y="79384"/>
                </a:lnTo>
                <a:lnTo>
                  <a:pt x="25541" y="79771"/>
                </a:lnTo>
                <a:lnTo>
                  <a:pt x="26211" y="80155"/>
                </a:lnTo>
                <a:lnTo>
                  <a:pt x="26891" y="80534"/>
                </a:lnTo>
                <a:lnTo>
                  <a:pt x="27581" y="80909"/>
                </a:lnTo>
                <a:lnTo>
                  <a:pt x="28280" y="81281"/>
                </a:lnTo>
                <a:lnTo>
                  <a:pt x="28989" y="81648"/>
                </a:lnTo>
                <a:lnTo>
                  <a:pt x="29707" y="82011"/>
                </a:lnTo>
                <a:lnTo>
                  <a:pt x="30435" y="82369"/>
                </a:lnTo>
                <a:lnTo>
                  <a:pt x="31172" y="82724"/>
                </a:lnTo>
                <a:lnTo>
                  <a:pt x="31919" y="83075"/>
                </a:lnTo>
                <a:lnTo>
                  <a:pt x="32676" y="83421"/>
                </a:lnTo>
                <a:lnTo>
                  <a:pt x="33442" y="83763"/>
                </a:lnTo>
                <a:lnTo>
                  <a:pt x="34217" y="84102"/>
                </a:lnTo>
                <a:lnTo>
                  <a:pt x="35002" y="84436"/>
                </a:lnTo>
                <a:lnTo>
                  <a:pt x="35796" y="84767"/>
                </a:lnTo>
                <a:lnTo>
                  <a:pt x="36597" y="85096"/>
                </a:lnTo>
                <a:lnTo>
                  <a:pt x="37407" y="85422"/>
                </a:lnTo>
                <a:lnTo>
                  <a:pt x="38224" y="85746"/>
                </a:lnTo>
                <a:lnTo>
                  <a:pt x="39049" y="86068"/>
                </a:lnTo>
                <a:lnTo>
                  <a:pt x="39882" y="86388"/>
                </a:lnTo>
                <a:lnTo>
                  <a:pt x="40723" y="86705"/>
                </a:lnTo>
                <a:lnTo>
                  <a:pt x="41572" y="87021"/>
                </a:lnTo>
                <a:lnTo>
                  <a:pt x="42428" y="87334"/>
                </a:lnTo>
                <a:lnTo>
                  <a:pt x="43293" y="87644"/>
                </a:lnTo>
                <a:lnTo>
                  <a:pt x="44165" y="87953"/>
                </a:lnTo>
                <a:lnTo>
                  <a:pt x="45045" y="88259"/>
                </a:lnTo>
                <a:lnTo>
                  <a:pt x="45933" y="88563"/>
                </a:lnTo>
                <a:lnTo>
                  <a:pt x="46829" y="88865"/>
                </a:lnTo>
                <a:lnTo>
                  <a:pt x="47732" y="89165"/>
                </a:lnTo>
                <a:lnTo>
                  <a:pt x="48644" y="89462"/>
                </a:lnTo>
                <a:lnTo>
                  <a:pt x="49563" y="89757"/>
                </a:lnTo>
                <a:lnTo>
                  <a:pt x="50491" y="90050"/>
                </a:lnTo>
                <a:lnTo>
                  <a:pt x="51426" y="90340"/>
                </a:lnTo>
                <a:lnTo>
                  <a:pt x="52369" y="90629"/>
                </a:lnTo>
                <a:lnTo>
                  <a:pt x="53319" y="90915"/>
                </a:lnTo>
                <a:lnTo>
                  <a:pt x="54278" y="91198"/>
                </a:lnTo>
                <a:lnTo>
                  <a:pt x="55244" y="91480"/>
                </a:lnTo>
                <a:lnTo>
                  <a:pt x="56219" y="91759"/>
                </a:lnTo>
                <a:lnTo>
                  <a:pt x="57235" y="92047"/>
                </a:lnTo>
                <a:lnTo>
                  <a:pt x="58237" y="92334"/>
                </a:lnTo>
                <a:lnTo>
                  <a:pt x="59225" y="92622"/>
                </a:lnTo>
                <a:lnTo>
                  <a:pt x="60199" y="92910"/>
                </a:lnTo>
                <a:lnTo>
                  <a:pt x="61159" y="93198"/>
                </a:lnTo>
                <a:lnTo>
                  <a:pt x="62105" y="93486"/>
                </a:lnTo>
                <a:lnTo>
                  <a:pt x="63037" y="93774"/>
                </a:lnTo>
                <a:lnTo>
                  <a:pt x="63955" y="94063"/>
                </a:lnTo>
                <a:lnTo>
                  <a:pt x="64859" y="94352"/>
                </a:lnTo>
                <a:lnTo>
                  <a:pt x="65749" y="94641"/>
                </a:lnTo>
                <a:lnTo>
                  <a:pt x="66625" y="94930"/>
                </a:lnTo>
                <a:lnTo>
                  <a:pt x="67487" y="95219"/>
                </a:lnTo>
                <a:lnTo>
                  <a:pt x="68335" y="95509"/>
                </a:lnTo>
                <a:lnTo>
                  <a:pt x="69168" y="95798"/>
                </a:lnTo>
                <a:lnTo>
                  <a:pt x="69988" y="96088"/>
                </a:lnTo>
                <a:lnTo>
                  <a:pt x="70794" y="96378"/>
                </a:lnTo>
                <a:lnTo>
                  <a:pt x="71586" y="96669"/>
                </a:lnTo>
                <a:lnTo>
                  <a:pt x="72364" y="96959"/>
                </a:lnTo>
                <a:lnTo>
                  <a:pt x="73127" y="97250"/>
                </a:lnTo>
                <a:lnTo>
                  <a:pt x="73877" y="97541"/>
                </a:lnTo>
                <a:lnTo>
                  <a:pt x="74613" y="97832"/>
                </a:lnTo>
                <a:lnTo>
                  <a:pt x="75334" y="98123"/>
                </a:lnTo>
                <a:lnTo>
                  <a:pt x="76042" y="98414"/>
                </a:lnTo>
                <a:lnTo>
                  <a:pt x="76735" y="98706"/>
                </a:lnTo>
                <a:lnTo>
                  <a:pt x="77416" y="98999"/>
                </a:lnTo>
                <a:lnTo>
                  <a:pt x="78085" y="99293"/>
                </a:lnTo>
                <a:lnTo>
                  <a:pt x="78743" y="99589"/>
                </a:lnTo>
                <a:lnTo>
                  <a:pt x="79389" y="99888"/>
                </a:lnTo>
                <a:lnTo>
                  <a:pt x="80023" y="100188"/>
                </a:lnTo>
                <a:lnTo>
                  <a:pt x="80646" y="100490"/>
                </a:lnTo>
                <a:lnTo>
                  <a:pt x="81257" y="100794"/>
                </a:lnTo>
                <a:lnTo>
                  <a:pt x="81857" y="101099"/>
                </a:lnTo>
                <a:lnTo>
                  <a:pt x="82445" y="101407"/>
                </a:lnTo>
                <a:lnTo>
                  <a:pt x="83022" y="101716"/>
                </a:lnTo>
                <a:lnTo>
                  <a:pt x="83586" y="102028"/>
                </a:lnTo>
                <a:lnTo>
                  <a:pt x="84140" y="102341"/>
                </a:lnTo>
                <a:lnTo>
                  <a:pt x="84681" y="102656"/>
                </a:lnTo>
                <a:lnTo>
                  <a:pt x="85211" y="102973"/>
                </a:lnTo>
                <a:lnTo>
                  <a:pt x="85730" y="103292"/>
                </a:lnTo>
                <a:lnTo>
                  <a:pt x="86237" y="103612"/>
                </a:lnTo>
                <a:lnTo>
                  <a:pt x="86732" y="103935"/>
                </a:lnTo>
                <a:lnTo>
                  <a:pt x="87216" y="104259"/>
                </a:lnTo>
                <a:lnTo>
                  <a:pt x="87688" y="104585"/>
                </a:lnTo>
                <a:lnTo>
                  <a:pt x="88148" y="104914"/>
                </a:lnTo>
                <a:lnTo>
                  <a:pt x="88597" y="105244"/>
                </a:lnTo>
                <a:lnTo>
                  <a:pt x="89035" y="105575"/>
                </a:lnTo>
                <a:lnTo>
                  <a:pt x="89461" y="105909"/>
                </a:lnTo>
                <a:lnTo>
                  <a:pt x="89875" y="106245"/>
                </a:lnTo>
                <a:lnTo>
                  <a:pt x="90278" y="106583"/>
                </a:lnTo>
                <a:lnTo>
                  <a:pt x="90672" y="106925"/>
                </a:lnTo>
                <a:lnTo>
                  <a:pt x="91057" y="107270"/>
                </a:lnTo>
                <a:lnTo>
                  <a:pt x="91432" y="107618"/>
                </a:lnTo>
                <a:lnTo>
                  <a:pt x="91797" y="107970"/>
                </a:lnTo>
                <a:lnTo>
                  <a:pt x="92153" y="108325"/>
                </a:lnTo>
                <a:lnTo>
                  <a:pt x="92500" y="108683"/>
                </a:lnTo>
                <a:lnTo>
                  <a:pt x="92836" y="109045"/>
                </a:lnTo>
                <a:lnTo>
                  <a:pt x="93164" y="109410"/>
                </a:lnTo>
                <a:lnTo>
                  <a:pt x="93481" y="109779"/>
                </a:lnTo>
                <a:lnTo>
                  <a:pt x="93790" y="110151"/>
                </a:lnTo>
                <a:lnTo>
                  <a:pt x="94088" y="110526"/>
                </a:lnTo>
                <a:lnTo>
                  <a:pt x="94378" y="110905"/>
                </a:lnTo>
                <a:lnTo>
                  <a:pt x="94657" y="111287"/>
                </a:lnTo>
                <a:lnTo>
                  <a:pt x="94927" y="111672"/>
                </a:lnTo>
                <a:lnTo>
                  <a:pt x="95188" y="112061"/>
                </a:lnTo>
                <a:lnTo>
                  <a:pt x="95439" y="112453"/>
                </a:lnTo>
                <a:lnTo>
                  <a:pt x="95680" y="112848"/>
                </a:lnTo>
                <a:lnTo>
                  <a:pt x="95912" y="113247"/>
                </a:lnTo>
                <a:lnTo>
                  <a:pt x="96135" y="113649"/>
                </a:lnTo>
                <a:lnTo>
                  <a:pt x="96348" y="114055"/>
                </a:lnTo>
                <a:lnTo>
                  <a:pt x="96551" y="114464"/>
                </a:lnTo>
                <a:lnTo>
                  <a:pt x="96745" y="114876"/>
                </a:lnTo>
                <a:lnTo>
                  <a:pt x="96929" y="115292"/>
                </a:lnTo>
                <a:lnTo>
                  <a:pt x="97105" y="115711"/>
                </a:lnTo>
                <a:lnTo>
                  <a:pt x="97273" y="116136"/>
                </a:lnTo>
                <a:lnTo>
                  <a:pt x="97434" y="116566"/>
                </a:lnTo>
                <a:lnTo>
                  <a:pt x="97587" y="117001"/>
                </a:lnTo>
                <a:lnTo>
                  <a:pt x="97733" y="117441"/>
                </a:lnTo>
                <a:lnTo>
                  <a:pt x="97871" y="117886"/>
                </a:lnTo>
                <a:lnTo>
                  <a:pt x="98002" y="118337"/>
                </a:lnTo>
                <a:lnTo>
                  <a:pt x="98126" y="118792"/>
                </a:lnTo>
                <a:lnTo>
                  <a:pt x="98242" y="119252"/>
                </a:lnTo>
                <a:lnTo>
                  <a:pt x="98350" y="119717"/>
                </a:lnTo>
                <a:lnTo>
                  <a:pt x="98451" y="120188"/>
                </a:lnTo>
                <a:lnTo>
                  <a:pt x="98544" y="120663"/>
                </a:lnTo>
                <a:lnTo>
                  <a:pt x="98630" y="121143"/>
                </a:lnTo>
                <a:lnTo>
                  <a:pt x="98709" y="121629"/>
                </a:lnTo>
                <a:lnTo>
                  <a:pt x="98780" y="122120"/>
                </a:lnTo>
                <a:lnTo>
                  <a:pt x="98844" y="122615"/>
                </a:lnTo>
                <a:lnTo>
                  <a:pt x="98900" y="123116"/>
                </a:lnTo>
                <a:lnTo>
                  <a:pt x="98948" y="123621"/>
                </a:lnTo>
                <a:lnTo>
                  <a:pt x="98989" y="124132"/>
                </a:lnTo>
                <a:lnTo>
                  <a:pt x="99023" y="124648"/>
                </a:lnTo>
                <a:lnTo>
                  <a:pt x="99049" y="125169"/>
                </a:lnTo>
                <a:lnTo>
                  <a:pt x="99068" y="125695"/>
                </a:lnTo>
                <a:lnTo>
                  <a:pt x="99079" y="126226"/>
                </a:lnTo>
                <a:lnTo>
                  <a:pt x="99083" y="126761"/>
                </a:lnTo>
                <a:lnTo>
                  <a:pt x="99074" y="127494"/>
                </a:lnTo>
                <a:lnTo>
                  <a:pt x="99048" y="128218"/>
                </a:lnTo>
                <a:lnTo>
                  <a:pt x="99005" y="128935"/>
                </a:lnTo>
                <a:lnTo>
                  <a:pt x="98944" y="129644"/>
                </a:lnTo>
                <a:lnTo>
                  <a:pt x="98866" y="130345"/>
                </a:lnTo>
                <a:close/>
                <a:moveTo>
                  <a:pt x="582287" y="90575"/>
                </a:moveTo>
                <a:lnTo>
                  <a:pt x="582287" y="101668"/>
                </a:lnTo>
                <a:lnTo>
                  <a:pt x="633875" y="101668"/>
                </a:lnTo>
                <a:lnTo>
                  <a:pt x="633875" y="90575"/>
                </a:lnTo>
                <a:lnTo>
                  <a:pt x="582287" y="90575"/>
                </a:lnTo>
                <a:close/>
                <a:moveTo>
                  <a:pt x="383385" y="64093"/>
                </a:moveTo>
                <a:lnTo>
                  <a:pt x="382970" y="63511"/>
                </a:lnTo>
                <a:lnTo>
                  <a:pt x="382548" y="62936"/>
                </a:lnTo>
                <a:lnTo>
                  <a:pt x="382118" y="62371"/>
                </a:lnTo>
                <a:lnTo>
                  <a:pt x="381680" y="61813"/>
                </a:lnTo>
                <a:lnTo>
                  <a:pt x="381235" y="61264"/>
                </a:lnTo>
                <a:lnTo>
                  <a:pt x="380783" y="60723"/>
                </a:lnTo>
                <a:lnTo>
                  <a:pt x="380323" y="60190"/>
                </a:lnTo>
                <a:lnTo>
                  <a:pt x="379855" y="59665"/>
                </a:lnTo>
                <a:lnTo>
                  <a:pt x="379380" y="59150"/>
                </a:lnTo>
                <a:lnTo>
                  <a:pt x="378898" y="58644"/>
                </a:lnTo>
                <a:lnTo>
                  <a:pt x="378407" y="58149"/>
                </a:lnTo>
                <a:lnTo>
                  <a:pt x="377909" y="57664"/>
                </a:lnTo>
                <a:lnTo>
                  <a:pt x="377404" y="57189"/>
                </a:lnTo>
                <a:lnTo>
                  <a:pt x="376890" y="56724"/>
                </a:lnTo>
                <a:lnTo>
                  <a:pt x="376369" y="56269"/>
                </a:lnTo>
                <a:lnTo>
                  <a:pt x="375841" y="55824"/>
                </a:lnTo>
                <a:lnTo>
                  <a:pt x="375304" y="55389"/>
                </a:lnTo>
                <a:lnTo>
                  <a:pt x="374760" y="54965"/>
                </a:lnTo>
                <a:lnTo>
                  <a:pt x="374209" y="54550"/>
                </a:lnTo>
                <a:lnTo>
                  <a:pt x="373649" y="54146"/>
                </a:lnTo>
                <a:lnTo>
                  <a:pt x="373082" y="53751"/>
                </a:lnTo>
                <a:lnTo>
                  <a:pt x="372507" y="53367"/>
                </a:lnTo>
                <a:lnTo>
                  <a:pt x="371925" y="52993"/>
                </a:lnTo>
                <a:lnTo>
                  <a:pt x="371335" y="52629"/>
                </a:lnTo>
                <a:lnTo>
                  <a:pt x="370737" y="52275"/>
                </a:lnTo>
                <a:lnTo>
                  <a:pt x="370132" y="51931"/>
                </a:lnTo>
                <a:lnTo>
                  <a:pt x="369519" y="51597"/>
                </a:lnTo>
                <a:lnTo>
                  <a:pt x="368898" y="51274"/>
                </a:lnTo>
                <a:lnTo>
                  <a:pt x="368270" y="50960"/>
                </a:lnTo>
                <a:lnTo>
                  <a:pt x="367634" y="50657"/>
                </a:lnTo>
                <a:lnTo>
                  <a:pt x="366990" y="50363"/>
                </a:lnTo>
                <a:lnTo>
                  <a:pt x="366339" y="50080"/>
                </a:lnTo>
                <a:lnTo>
                  <a:pt x="365680" y="49808"/>
                </a:lnTo>
                <a:lnTo>
                  <a:pt x="365012" y="49547"/>
                </a:lnTo>
                <a:lnTo>
                  <a:pt x="364337" y="49297"/>
                </a:lnTo>
                <a:lnTo>
                  <a:pt x="363653" y="49060"/>
                </a:lnTo>
                <a:lnTo>
                  <a:pt x="362960" y="48834"/>
                </a:lnTo>
                <a:lnTo>
                  <a:pt x="362260" y="48619"/>
                </a:lnTo>
                <a:lnTo>
                  <a:pt x="361551" y="48416"/>
                </a:lnTo>
                <a:lnTo>
                  <a:pt x="360835" y="48225"/>
                </a:lnTo>
                <a:lnTo>
                  <a:pt x="360109" y="48045"/>
                </a:lnTo>
                <a:lnTo>
                  <a:pt x="359376" y="47877"/>
                </a:lnTo>
                <a:lnTo>
                  <a:pt x="358635" y="47721"/>
                </a:lnTo>
                <a:lnTo>
                  <a:pt x="357885" y="47576"/>
                </a:lnTo>
                <a:lnTo>
                  <a:pt x="357127" y="47443"/>
                </a:lnTo>
                <a:lnTo>
                  <a:pt x="356361" y="47321"/>
                </a:lnTo>
                <a:lnTo>
                  <a:pt x="355586" y="47211"/>
                </a:lnTo>
                <a:lnTo>
                  <a:pt x="354803" y="47112"/>
                </a:lnTo>
                <a:lnTo>
                  <a:pt x="354012" y="47025"/>
                </a:lnTo>
                <a:lnTo>
                  <a:pt x="353213" y="46950"/>
                </a:lnTo>
                <a:lnTo>
                  <a:pt x="352406" y="46886"/>
                </a:lnTo>
                <a:lnTo>
                  <a:pt x="351590" y="46834"/>
                </a:lnTo>
                <a:lnTo>
                  <a:pt x="350767" y="46793"/>
                </a:lnTo>
                <a:lnTo>
                  <a:pt x="349934" y="46764"/>
                </a:lnTo>
                <a:lnTo>
                  <a:pt x="349094" y="46747"/>
                </a:lnTo>
                <a:lnTo>
                  <a:pt x="348246" y="46741"/>
                </a:lnTo>
                <a:lnTo>
                  <a:pt x="347370" y="46748"/>
                </a:lnTo>
                <a:lnTo>
                  <a:pt x="346502" y="46770"/>
                </a:lnTo>
                <a:lnTo>
                  <a:pt x="345642" y="46806"/>
                </a:lnTo>
                <a:lnTo>
                  <a:pt x="344789" y="46856"/>
                </a:lnTo>
                <a:lnTo>
                  <a:pt x="343944" y="46921"/>
                </a:lnTo>
                <a:lnTo>
                  <a:pt x="343106" y="47000"/>
                </a:lnTo>
                <a:lnTo>
                  <a:pt x="342277" y="47094"/>
                </a:lnTo>
                <a:lnTo>
                  <a:pt x="341455" y="47202"/>
                </a:lnTo>
                <a:lnTo>
                  <a:pt x="340640" y="47324"/>
                </a:lnTo>
                <a:lnTo>
                  <a:pt x="339834" y="47461"/>
                </a:lnTo>
                <a:lnTo>
                  <a:pt x="339035" y="47612"/>
                </a:lnTo>
                <a:lnTo>
                  <a:pt x="338243" y="47778"/>
                </a:lnTo>
                <a:lnTo>
                  <a:pt x="337459" y="47958"/>
                </a:lnTo>
                <a:lnTo>
                  <a:pt x="336683" y="48152"/>
                </a:lnTo>
                <a:lnTo>
                  <a:pt x="335915" y="48361"/>
                </a:lnTo>
                <a:lnTo>
                  <a:pt x="335154" y="48584"/>
                </a:lnTo>
                <a:lnTo>
                  <a:pt x="334401" y="48822"/>
                </a:lnTo>
                <a:lnTo>
                  <a:pt x="333656" y="49074"/>
                </a:lnTo>
                <a:lnTo>
                  <a:pt x="332918" y="49340"/>
                </a:lnTo>
                <a:lnTo>
                  <a:pt x="332188" y="49621"/>
                </a:lnTo>
                <a:lnTo>
                  <a:pt x="331466" y="49916"/>
                </a:lnTo>
                <a:lnTo>
                  <a:pt x="330751" y="50225"/>
                </a:lnTo>
                <a:lnTo>
                  <a:pt x="330044" y="50549"/>
                </a:lnTo>
                <a:lnTo>
                  <a:pt x="329345" y="50888"/>
                </a:lnTo>
                <a:lnTo>
                  <a:pt x="328653" y="51240"/>
                </a:lnTo>
                <a:lnTo>
                  <a:pt x="327971" y="51604"/>
                </a:lnTo>
                <a:lnTo>
                  <a:pt x="327297" y="51982"/>
                </a:lnTo>
                <a:lnTo>
                  <a:pt x="326633" y="52372"/>
                </a:lnTo>
                <a:lnTo>
                  <a:pt x="325977" y="52774"/>
                </a:lnTo>
                <a:lnTo>
                  <a:pt x="325329" y="53190"/>
                </a:lnTo>
                <a:lnTo>
                  <a:pt x="324691" y="53618"/>
                </a:lnTo>
                <a:lnTo>
                  <a:pt x="324061" y="54059"/>
                </a:lnTo>
                <a:lnTo>
                  <a:pt x="323440" y="54512"/>
                </a:lnTo>
                <a:lnTo>
                  <a:pt x="322828" y="54979"/>
                </a:lnTo>
                <a:lnTo>
                  <a:pt x="322225" y="55458"/>
                </a:lnTo>
                <a:lnTo>
                  <a:pt x="321631" y="55950"/>
                </a:lnTo>
                <a:lnTo>
                  <a:pt x="321045" y="56454"/>
                </a:lnTo>
                <a:lnTo>
                  <a:pt x="320468" y="56971"/>
                </a:lnTo>
                <a:lnTo>
                  <a:pt x="319900" y="57501"/>
                </a:lnTo>
                <a:lnTo>
                  <a:pt x="319341" y="58044"/>
                </a:lnTo>
                <a:lnTo>
                  <a:pt x="318790" y="58599"/>
                </a:lnTo>
                <a:lnTo>
                  <a:pt x="318248" y="59167"/>
                </a:lnTo>
                <a:lnTo>
                  <a:pt x="317715" y="59748"/>
                </a:lnTo>
                <a:lnTo>
                  <a:pt x="317191" y="60341"/>
                </a:lnTo>
                <a:lnTo>
                  <a:pt x="316676" y="60947"/>
                </a:lnTo>
                <a:lnTo>
                  <a:pt x="316169" y="61566"/>
                </a:lnTo>
                <a:lnTo>
                  <a:pt x="315671" y="62198"/>
                </a:lnTo>
                <a:lnTo>
                  <a:pt x="315182" y="62842"/>
                </a:lnTo>
                <a:lnTo>
                  <a:pt x="314702" y="63498"/>
                </a:lnTo>
                <a:lnTo>
                  <a:pt x="314232" y="64165"/>
                </a:lnTo>
                <a:lnTo>
                  <a:pt x="313771" y="64843"/>
                </a:lnTo>
                <a:lnTo>
                  <a:pt x="313320" y="65532"/>
                </a:lnTo>
                <a:lnTo>
                  <a:pt x="312878" y="66231"/>
                </a:lnTo>
                <a:lnTo>
                  <a:pt x="312446" y="66942"/>
                </a:lnTo>
                <a:lnTo>
                  <a:pt x="312023" y="67663"/>
                </a:lnTo>
                <a:lnTo>
                  <a:pt x="311610" y="68395"/>
                </a:lnTo>
                <a:lnTo>
                  <a:pt x="311207" y="69138"/>
                </a:lnTo>
                <a:lnTo>
                  <a:pt x="310813" y="69891"/>
                </a:lnTo>
                <a:lnTo>
                  <a:pt x="310428" y="70656"/>
                </a:lnTo>
                <a:lnTo>
                  <a:pt x="310053" y="71431"/>
                </a:lnTo>
                <a:lnTo>
                  <a:pt x="309688" y="72217"/>
                </a:lnTo>
                <a:lnTo>
                  <a:pt x="309332" y="73015"/>
                </a:lnTo>
                <a:lnTo>
                  <a:pt x="308985" y="73822"/>
                </a:lnTo>
                <a:lnTo>
                  <a:pt x="308648" y="74641"/>
                </a:lnTo>
                <a:lnTo>
                  <a:pt x="308321" y="75471"/>
                </a:lnTo>
                <a:lnTo>
                  <a:pt x="308003" y="76311"/>
                </a:lnTo>
                <a:lnTo>
                  <a:pt x="307695" y="77163"/>
                </a:lnTo>
                <a:lnTo>
                  <a:pt x="307396" y="78025"/>
                </a:lnTo>
                <a:lnTo>
                  <a:pt x="307107" y="78898"/>
                </a:lnTo>
                <a:lnTo>
                  <a:pt x="306828" y="79782"/>
                </a:lnTo>
                <a:lnTo>
                  <a:pt x="306558" y="80676"/>
                </a:lnTo>
                <a:lnTo>
                  <a:pt x="306297" y="81582"/>
                </a:lnTo>
                <a:lnTo>
                  <a:pt x="306047" y="82497"/>
                </a:lnTo>
                <a:lnTo>
                  <a:pt x="305807" y="83422"/>
                </a:lnTo>
                <a:lnTo>
                  <a:pt x="305578" y="84356"/>
                </a:lnTo>
                <a:lnTo>
                  <a:pt x="305359" y="85299"/>
                </a:lnTo>
                <a:lnTo>
                  <a:pt x="305151" y="86251"/>
                </a:lnTo>
                <a:lnTo>
                  <a:pt x="304954" y="87212"/>
                </a:lnTo>
                <a:lnTo>
                  <a:pt x="304768" y="88183"/>
                </a:lnTo>
                <a:lnTo>
                  <a:pt x="304592" y="89163"/>
                </a:lnTo>
                <a:lnTo>
                  <a:pt x="304427" y="90151"/>
                </a:lnTo>
                <a:lnTo>
                  <a:pt x="304272" y="91149"/>
                </a:lnTo>
                <a:lnTo>
                  <a:pt x="304128" y="92157"/>
                </a:lnTo>
                <a:lnTo>
                  <a:pt x="303995" y="93173"/>
                </a:lnTo>
                <a:lnTo>
                  <a:pt x="303872" y="94198"/>
                </a:lnTo>
                <a:lnTo>
                  <a:pt x="303760" y="95233"/>
                </a:lnTo>
                <a:lnTo>
                  <a:pt x="303659" y="96277"/>
                </a:lnTo>
                <a:lnTo>
                  <a:pt x="303569" y="97330"/>
                </a:lnTo>
                <a:lnTo>
                  <a:pt x="303489" y="98392"/>
                </a:lnTo>
                <a:lnTo>
                  <a:pt x="303419" y="99463"/>
                </a:lnTo>
                <a:lnTo>
                  <a:pt x="303361" y="100544"/>
                </a:lnTo>
                <a:lnTo>
                  <a:pt x="303313" y="101633"/>
                </a:lnTo>
                <a:lnTo>
                  <a:pt x="303276" y="102732"/>
                </a:lnTo>
                <a:lnTo>
                  <a:pt x="303249" y="103840"/>
                </a:lnTo>
                <a:lnTo>
                  <a:pt x="303233" y="104957"/>
                </a:lnTo>
                <a:lnTo>
                  <a:pt x="303228" y="106083"/>
                </a:lnTo>
                <a:lnTo>
                  <a:pt x="303228" y="108345"/>
                </a:lnTo>
                <a:lnTo>
                  <a:pt x="303233" y="109427"/>
                </a:lnTo>
                <a:lnTo>
                  <a:pt x="303249" y="110502"/>
                </a:lnTo>
                <a:lnTo>
                  <a:pt x="303276" y="111568"/>
                </a:lnTo>
                <a:lnTo>
                  <a:pt x="303313" y="112628"/>
                </a:lnTo>
                <a:lnTo>
                  <a:pt x="303361" y="113679"/>
                </a:lnTo>
                <a:lnTo>
                  <a:pt x="303419" y="114723"/>
                </a:lnTo>
                <a:lnTo>
                  <a:pt x="303489" y="115759"/>
                </a:lnTo>
                <a:lnTo>
                  <a:pt x="303569" y="116787"/>
                </a:lnTo>
                <a:lnTo>
                  <a:pt x="303659" y="117808"/>
                </a:lnTo>
                <a:lnTo>
                  <a:pt x="303760" y="118821"/>
                </a:lnTo>
                <a:lnTo>
                  <a:pt x="303872" y="119827"/>
                </a:lnTo>
                <a:lnTo>
                  <a:pt x="303995" y="120825"/>
                </a:lnTo>
                <a:lnTo>
                  <a:pt x="304128" y="121815"/>
                </a:lnTo>
                <a:lnTo>
                  <a:pt x="304272" y="122797"/>
                </a:lnTo>
                <a:lnTo>
                  <a:pt x="304427" y="123772"/>
                </a:lnTo>
                <a:lnTo>
                  <a:pt x="304592" y="124739"/>
                </a:lnTo>
                <a:lnTo>
                  <a:pt x="304768" y="125699"/>
                </a:lnTo>
                <a:lnTo>
                  <a:pt x="304954" y="126650"/>
                </a:lnTo>
                <a:lnTo>
                  <a:pt x="305151" y="127595"/>
                </a:lnTo>
                <a:lnTo>
                  <a:pt x="305359" y="128531"/>
                </a:lnTo>
                <a:lnTo>
                  <a:pt x="305578" y="129460"/>
                </a:lnTo>
                <a:lnTo>
                  <a:pt x="305807" y="130381"/>
                </a:lnTo>
                <a:lnTo>
                  <a:pt x="306047" y="131294"/>
                </a:lnTo>
                <a:lnTo>
                  <a:pt x="306297" y="132200"/>
                </a:lnTo>
                <a:lnTo>
                  <a:pt x="306558" y="133097"/>
                </a:lnTo>
                <a:lnTo>
                  <a:pt x="306828" y="133984"/>
                </a:lnTo>
                <a:lnTo>
                  <a:pt x="307107" y="134861"/>
                </a:lnTo>
                <a:lnTo>
                  <a:pt x="307396" y="135727"/>
                </a:lnTo>
                <a:lnTo>
                  <a:pt x="307695" y="136584"/>
                </a:lnTo>
                <a:lnTo>
                  <a:pt x="308003" y="137430"/>
                </a:lnTo>
                <a:lnTo>
                  <a:pt x="308321" y="138267"/>
                </a:lnTo>
                <a:lnTo>
                  <a:pt x="308648" y="139093"/>
                </a:lnTo>
                <a:lnTo>
                  <a:pt x="308985" y="139909"/>
                </a:lnTo>
                <a:lnTo>
                  <a:pt x="309332" y="140715"/>
                </a:lnTo>
                <a:lnTo>
                  <a:pt x="309688" y="141511"/>
                </a:lnTo>
                <a:lnTo>
                  <a:pt x="310053" y="142297"/>
                </a:lnTo>
                <a:lnTo>
                  <a:pt x="310428" y="143073"/>
                </a:lnTo>
                <a:lnTo>
                  <a:pt x="310813" y="143838"/>
                </a:lnTo>
                <a:lnTo>
                  <a:pt x="311207" y="144594"/>
                </a:lnTo>
                <a:lnTo>
                  <a:pt x="311610" y="145340"/>
                </a:lnTo>
                <a:lnTo>
                  <a:pt x="312023" y="146075"/>
                </a:lnTo>
                <a:lnTo>
                  <a:pt x="312446" y="146800"/>
                </a:lnTo>
                <a:lnTo>
                  <a:pt x="312878" y="147515"/>
                </a:lnTo>
                <a:lnTo>
                  <a:pt x="313320" y="148220"/>
                </a:lnTo>
                <a:lnTo>
                  <a:pt x="313771" y="148915"/>
                </a:lnTo>
                <a:lnTo>
                  <a:pt x="314232" y="149600"/>
                </a:lnTo>
                <a:lnTo>
                  <a:pt x="314702" y="150275"/>
                </a:lnTo>
                <a:lnTo>
                  <a:pt x="315182" y="150940"/>
                </a:lnTo>
                <a:lnTo>
                  <a:pt x="315671" y="151593"/>
                </a:lnTo>
                <a:lnTo>
                  <a:pt x="316169" y="152235"/>
                </a:lnTo>
                <a:lnTo>
                  <a:pt x="316675" y="152863"/>
                </a:lnTo>
                <a:lnTo>
                  <a:pt x="317190" y="153480"/>
                </a:lnTo>
                <a:lnTo>
                  <a:pt x="317713" y="154084"/>
                </a:lnTo>
                <a:lnTo>
                  <a:pt x="318245" y="154676"/>
                </a:lnTo>
                <a:lnTo>
                  <a:pt x="318785" y="155255"/>
                </a:lnTo>
                <a:lnTo>
                  <a:pt x="319335" y="155822"/>
                </a:lnTo>
                <a:lnTo>
                  <a:pt x="319892" y="156377"/>
                </a:lnTo>
                <a:lnTo>
                  <a:pt x="320459" y="156919"/>
                </a:lnTo>
                <a:lnTo>
                  <a:pt x="321034" y="157449"/>
                </a:lnTo>
                <a:lnTo>
                  <a:pt x="321617" y="157967"/>
                </a:lnTo>
                <a:lnTo>
                  <a:pt x="322209" y="158473"/>
                </a:lnTo>
                <a:lnTo>
                  <a:pt x="322810" y="158966"/>
                </a:lnTo>
                <a:lnTo>
                  <a:pt x="323419" y="159446"/>
                </a:lnTo>
                <a:lnTo>
                  <a:pt x="324037" y="159915"/>
                </a:lnTo>
                <a:lnTo>
                  <a:pt x="324664" y="160371"/>
                </a:lnTo>
                <a:lnTo>
                  <a:pt x="325299" y="160815"/>
                </a:lnTo>
                <a:lnTo>
                  <a:pt x="325943" y="161246"/>
                </a:lnTo>
                <a:lnTo>
                  <a:pt x="326595" y="161665"/>
                </a:lnTo>
                <a:lnTo>
                  <a:pt x="327256" y="162072"/>
                </a:lnTo>
                <a:lnTo>
                  <a:pt x="327926" y="162466"/>
                </a:lnTo>
                <a:lnTo>
                  <a:pt x="328604" y="162848"/>
                </a:lnTo>
                <a:lnTo>
                  <a:pt x="329291" y="163218"/>
                </a:lnTo>
                <a:lnTo>
                  <a:pt x="329986" y="163573"/>
                </a:lnTo>
                <a:lnTo>
                  <a:pt x="330688" y="163914"/>
                </a:lnTo>
                <a:lnTo>
                  <a:pt x="331398" y="164240"/>
                </a:lnTo>
                <a:lnTo>
                  <a:pt x="332115" y="164550"/>
                </a:lnTo>
                <a:lnTo>
                  <a:pt x="332840" y="164846"/>
                </a:lnTo>
                <a:lnTo>
                  <a:pt x="333572" y="165126"/>
                </a:lnTo>
                <a:lnTo>
                  <a:pt x="334311" y="165391"/>
                </a:lnTo>
                <a:lnTo>
                  <a:pt x="335059" y="165641"/>
                </a:lnTo>
                <a:lnTo>
                  <a:pt x="335813" y="165876"/>
                </a:lnTo>
                <a:lnTo>
                  <a:pt x="336575" y="166095"/>
                </a:lnTo>
                <a:lnTo>
                  <a:pt x="337345" y="166300"/>
                </a:lnTo>
                <a:lnTo>
                  <a:pt x="338122" y="166489"/>
                </a:lnTo>
                <a:lnTo>
                  <a:pt x="338907" y="166663"/>
                </a:lnTo>
                <a:lnTo>
                  <a:pt x="339699" y="166822"/>
                </a:lnTo>
                <a:lnTo>
                  <a:pt x="340498" y="166966"/>
                </a:lnTo>
                <a:lnTo>
                  <a:pt x="341305" y="167095"/>
                </a:lnTo>
                <a:lnTo>
                  <a:pt x="342120" y="167208"/>
                </a:lnTo>
                <a:lnTo>
                  <a:pt x="342942" y="167307"/>
                </a:lnTo>
                <a:lnTo>
                  <a:pt x="343771" y="167390"/>
                </a:lnTo>
                <a:lnTo>
                  <a:pt x="344608" y="167458"/>
                </a:lnTo>
                <a:lnTo>
                  <a:pt x="345452" y="167511"/>
                </a:lnTo>
                <a:lnTo>
                  <a:pt x="346304" y="167549"/>
                </a:lnTo>
                <a:lnTo>
                  <a:pt x="347163" y="167572"/>
                </a:lnTo>
                <a:lnTo>
                  <a:pt x="348030" y="167579"/>
                </a:lnTo>
                <a:lnTo>
                  <a:pt x="348897" y="167574"/>
                </a:lnTo>
                <a:lnTo>
                  <a:pt x="349755" y="167556"/>
                </a:lnTo>
                <a:lnTo>
                  <a:pt x="350604" y="167527"/>
                </a:lnTo>
                <a:lnTo>
                  <a:pt x="351445" y="167487"/>
                </a:lnTo>
                <a:lnTo>
                  <a:pt x="352278" y="167434"/>
                </a:lnTo>
                <a:lnTo>
                  <a:pt x="353102" y="167371"/>
                </a:lnTo>
                <a:lnTo>
                  <a:pt x="353918" y="167295"/>
                </a:lnTo>
                <a:lnTo>
                  <a:pt x="354726" y="167208"/>
                </a:lnTo>
                <a:lnTo>
                  <a:pt x="355525" y="167110"/>
                </a:lnTo>
                <a:lnTo>
                  <a:pt x="356315" y="167000"/>
                </a:lnTo>
                <a:lnTo>
                  <a:pt x="357097" y="166878"/>
                </a:lnTo>
                <a:lnTo>
                  <a:pt x="357871" y="166745"/>
                </a:lnTo>
                <a:lnTo>
                  <a:pt x="358637" y="166600"/>
                </a:lnTo>
                <a:lnTo>
                  <a:pt x="359394" y="166443"/>
                </a:lnTo>
                <a:lnTo>
                  <a:pt x="360142" y="166275"/>
                </a:lnTo>
                <a:lnTo>
                  <a:pt x="360882" y="166095"/>
                </a:lnTo>
                <a:lnTo>
                  <a:pt x="361614" y="165904"/>
                </a:lnTo>
                <a:lnTo>
                  <a:pt x="362337" y="165701"/>
                </a:lnTo>
                <a:lnTo>
                  <a:pt x="363052" y="165487"/>
                </a:lnTo>
                <a:lnTo>
                  <a:pt x="363759" y="165261"/>
                </a:lnTo>
                <a:lnTo>
                  <a:pt x="364457" y="165023"/>
                </a:lnTo>
                <a:lnTo>
                  <a:pt x="365147" y="164774"/>
                </a:lnTo>
                <a:lnTo>
                  <a:pt x="365828" y="164513"/>
                </a:lnTo>
                <a:lnTo>
                  <a:pt x="366501" y="164241"/>
                </a:lnTo>
                <a:lnTo>
                  <a:pt x="367165" y="163958"/>
                </a:lnTo>
                <a:lnTo>
                  <a:pt x="367822" y="163666"/>
                </a:lnTo>
                <a:lnTo>
                  <a:pt x="368470" y="163364"/>
                </a:lnTo>
                <a:lnTo>
                  <a:pt x="369111" y="163053"/>
                </a:lnTo>
                <a:lnTo>
                  <a:pt x="369743" y="162733"/>
                </a:lnTo>
                <a:lnTo>
                  <a:pt x="370368" y="162403"/>
                </a:lnTo>
                <a:lnTo>
                  <a:pt x="370984" y="162064"/>
                </a:lnTo>
                <a:lnTo>
                  <a:pt x="371592" y="161716"/>
                </a:lnTo>
                <a:lnTo>
                  <a:pt x="372193" y="161358"/>
                </a:lnTo>
                <a:lnTo>
                  <a:pt x="372785" y="160991"/>
                </a:lnTo>
                <a:lnTo>
                  <a:pt x="373369" y="160615"/>
                </a:lnTo>
                <a:lnTo>
                  <a:pt x="373945" y="160229"/>
                </a:lnTo>
                <a:lnTo>
                  <a:pt x="374513" y="159834"/>
                </a:lnTo>
                <a:lnTo>
                  <a:pt x="375074" y="159429"/>
                </a:lnTo>
                <a:lnTo>
                  <a:pt x="375626" y="159016"/>
                </a:lnTo>
                <a:lnTo>
                  <a:pt x="376170" y="158592"/>
                </a:lnTo>
                <a:lnTo>
                  <a:pt x="376706" y="158160"/>
                </a:lnTo>
                <a:lnTo>
                  <a:pt x="377234" y="157718"/>
                </a:lnTo>
                <a:lnTo>
                  <a:pt x="377753" y="157267"/>
                </a:lnTo>
                <a:lnTo>
                  <a:pt x="378265" y="156806"/>
                </a:lnTo>
                <a:lnTo>
                  <a:pt x="378769" y="156337"/>
                </a:lnTo>
                <a:lnTo>
                  <a:pt x="379265" y="155857"/>
                </a:lnTo>
                <a:lnTo>
                  <a:pt x="379753" y="155369"/>
                </a:lnTo>
                <a:lnTo>
                  <a:pt x="380232" y="154871"/>
                </a:lnTo>
                <a:lnTo>
                  <a:pt x="380704" y="154364"/>
                </a:lnTo>
                <a:lnTo>
                  <a:pt x="381168" y="153850"/>
                </a:lnTo>
                <a:lnTo>
                  <a:pt x="381624" y="153328"/>
                </a:lnTo>
                <a:lnTo>
                  <a:pt x="382072" y="152798"/>
                </a:lnTo>
                <a:lnTo>
                  <a:pt x="382512" y="152260"/>
                </a:lnTo>
                <a:lnTo>
                  <a:pt x="382945" y="151714"/>
                </a:lnTo>
                <a:lnTo>
                  <a:pt x="383370" y="151160"/>
                </a:lnTo>
                <a:lnTo>
                  <a:pt x="383786" y="150599"/>
                </a:lnTo>
                <a:lnTo>
                  <a:pt x="384109" y="150149"/>
                </a:lnTo>
                <a:lnTo>
                  <a:pt x="384109" y="163483"/>
                </a:lnTo>
                <a:lnTo>
                  <a:pt x="384102" y="164444"/>
                </a:lnTo>
                <a:lnTo>
                  <a:pt x="384081" y="165393"/>
                </a:lnTo>
                <a:lnTo>
                  <a:pt x="384046" y="166331"/>
                </a:lnTo>
                <a:lnTo>
                  <a:pt x="383997" y="167257"/>
                </a:lnTo>
                <a:lnTo>
                  <a:pt x="383934" y="168171"/>
                </a:lnTo>
                <a:lnTo>
                  <a:pt x="383857" y="169074"/>
                </a:lnTo>
                <a:lnTo>
                  <a:pt x="383766" y="169966"/>
                </a:lnTo>
                <a:lnTo>
                  <a:pt x="383661" y="170845"/>
                </a:lnTo>
                <a:lnTo>
                  <a:pt x="383541" y="171714"/>
                </a:lnTo>
                <a:lnTo>
                  <a:pt x="383408" y="172570"/>
                </a:lnTo>
                <a:lnTo>
                  <a:pt x="383261" y="173416"/>
                </a:lnTo>
                <a:lnTo>
                  <a:pt x="383100" y="174249"/>
                </a:lnTo>
                <a:lnTo>
                  <a:pt x="382924" y="175071"/>
                </a:lnTo>
                <a:lnTo>
                  <a:pt x="382735" y="175882"/>
                </a:lnTo>
                <a:lnTo>
                  <a:pt x="382532" y="176680"/>
                </a:lnTo>
                <a:lnTo>
                  <a:pt x="382314" y="177468"/>
                </a:lnTo>
                <a:lnTo>
                  <a:pt x="382083" y="178244"/>
                </a:lnTo>
                <a:lnTo>
                  <a:pt x="381838" y="179008"/>
                </a:lnTo>
                <a:lnTo>
                  <a:pt x="381578" y="179760"/>
                </a:lnTo>
                <a:lnTo>
                  <a:pt x="381305" y="180502"/>
                </a:lnTo>
                <a:lnTo>
                  <a:pt x="381017" y="181231"/>
                </a:lnTo>
                <a:lnTo>
                  <a:pt x="380716" y="181949"/>
                </a:lnTo>
                <a:lnTo>
                  <a:pt x="380400" y="182656"/>
                </a:lnTo>
                <a:lnTo>
                  <a:pt x="380071" y="183350"/>
                </a:lnTo>
                <a:lnTo>
                  <a:pt x="379728" y="184033"/>
                </a:lnTo>
                <a:lnTo>
                  <a:pt x="379372" y="184702"/>
                </a:lnTo>
                <a:lnTo>
                  <a:pt x="379004" y="185357"/>
                </a:lnTo>
                <a:lnTo>
                  <a:pt x="378623" y="185999"/>
                </a:lnTo>
                <a:lnTo>
                  <a:pt x="378229" y="186628"/>
                </a:lnTo>
                <a:lnTo>
                  <a:pt x="377822" y="187243"/>
                </a:lnTo>
                <a:lnTo>
                  <a:pt x="377403" y="187845"/>
                </a:lnTo>
                <a:lnTo>
                  <a:pt x="376971" y="188434"/>
                </a:lnTo>
                <a:lnTo>
                  <a:pt x="376527" y="189009"/>
                </a:lnTo>
                <a:lnTo>
                  <a:pt x="376069" y="189570"/>
                </a:lnTo>
                <a:lnTo>
                  <a:pt x="375599" y="190118"/>
                </a:lnTo>
                <a:lnTo>
                  <a:pt x="375117" y="190653"/>
                </a:lnTo>
                <a:lnTo>
                  <a:pt x="374621" y="191174"/>
                </a:lnTo>
                <a:lnTo>
                  <a:pt x="374113" y="191682"/>
                </a:lnTo>
                <a:lnTo>
                  <a:pt x="373592" y="192176"/>
                </a:lnTo>
                <a:lnTo>
                  <a:pt x="373058" y="192657"/>
                </a:lnTo>
                <a:lnTo>
                  <a:pt x="372512" y="193125"/>
                </a:lnTo>
                <a:lnTo>
                  <a:pt x="371953" y="193579"/>
                </a:lnTo>
                <a:lnTo>
                  <a:pt x="371381" y="194020"/>
                </a:lnTo>
                <a:lnTo>
                  <a:pt x="370797" y="194447"/>
                </a:lnTo>
                <a:lnTo>
                  <a:pt x="370199" y="194861"/>
                </a:lnTo>
                <a:lnTo>
                  <a:pt x="369590" y="195261"/>
                </a:lnTo>
                <a:lnTo>
                  <a:pt x="368967" y="195648"/>
                </a:lnTo>
                <a:lnTo>
                  <a:pt x="368332" y="196022"/>
                </a:lnTo>
                <a:lnTo>
                  <a:pt x="367684" y="196381"/>
                </a:lnTo>
                <a:lnTo>
                  <a:pt x="367025" y="196726"/>
                </a:lnTo>
                <a:lnTo>
                  <a:pt x="366353" y="197054"/>
                </a:lnTo>
                <a:lnTo>
                  <a:pt x="365670" y="197368"/>
                </a:lnTo>
                <a:lnTo>
                  <a:pt x="364976" y="197666"/>
                </a:lnTo>
                <a:lnTo>
                  <a:pt x="364269" y="197949"/>
                </a:lnTo>
                <a:lnTo>
                  <a:pt x="363551" y="198217"/>
                </a:lnTo>
                <a:lnTo>
                  <a:pt x="362821" y="198469"/>
                </a:lnTo>
                <a:lnTo>
                  <a:pt x="362079" y="198707"/>
                </a:lnTo>
                <a:lnTo>
                  <a:pt x="361326" y="198928"/>
                </a:lnTo>
                <a:lnTo>
                  <a:pt x="360560" y="199135"/>
                </a:lnTo>
                <a:lnTo>
                  <a:pt x="359783" y="199326"/>
                </a:lnTo>
                <a:lnTo>
                  <a:pt x="358994" y="199502"/>
                </a:lnTo>
                <a:lnTo>
                  <a:pt x="358193" y="199663"/>
                </a:lnTo>
                <a:lnTo>
                  <a:pt x="357381" y="199808"/>
                </a:lnTo>
                <a:lnTo>
                  <a:pt x="356556" y="199938"/>
                </a:lnTo>
                <a:lnTo>
                  <a:pt x="355720" y="200053"/>
                </a:lnTo>
                <a:lnTo>
                  <a:pt x="354873" y="200152"/>
                </a:lnTo>
                <a:lnTo>
                  <a:pt x="354013" y="200236"/>
                </a:lnTo>
                <a:lnTo>
                  <a:pt x="353142" y="200305"/>
                </a:lnTo>
                <a:lnTo>
                  <a:pt x="352258" y="200359"/>
                </a:lnTo>
                <a:lnTo>
                  <a:pt x="351363" y="200397"/>
                </a:lnTo>
                <a:lnTo>
                  <a:pt x="350457" y="200420"/>
                </a:lnTo>
                <a:lnTo>
                  <a:pt x="349538" y="200427"/>
                </a:lnTo>
                <a:lnTo>
                  <a:pt x="348760" y="200420"/>
                </a:lnTo>
                <a:lnTo>
                  <a:pt x="347985" y="200399"/>
                </a:lnTo>
                <a:lnTo>
                  <a:pt x="347216" y="200364"/>
                </a:lnTo>
                <a:lnTo>
                  <a:pt x="346451" y="200315"/>
                </a:lnTo>
                <a:lnTo>
                  <a:pt x="345690" y="200252"/>
                </a:lnTo>
                <a:lnTo>
                  <a:pt x="344934" y="200175"/>
                </a:lnTo>
                <a:lnTo>
                  <a:pt x="344182" y="200084"/>
                </a:lnTo>
                <a:lnTo>
                  <a:pt x="343435" y="199979"/>
                </a:lnTo>
                <a:lnTo>
                  <a:pt x="342692" y="199860"/>
                </a:lnTo>
                <a:lnTo>
                  <a:pt x="341954" y="199726"/>
                </a:lnTo>
                <a:lnTo>
                  <a:pt x="341221" y="199579"/>
                </a:lnTo>
                <a:lnTo>
                  <a:pt x="340491" y="199418"/>
                </a:lnTo>
                <a:lnTo>
                  <a:pt x="339767" y="199243"/>
                </a:lnTo>
                <a:lnTo>
                  <a:pt x="339046" y="199053"/>
                </a:lnTo>
                <a:lnTo>
                  <a:pt x="338331" y="198850"/>
                </a:lnTo>
                <a:lnTo>
                  <a:pt x="337619" y="198632"/>
                </a:lnTo>
                <a:lnTo>
                  <a:pt x="336913" y="198401"/>
                </a:lnTo>
                <a:lnTo>
                  <a:pt x="336210" y="198156"/>
                </a:lnTo>
                <a:lnTo>
                  <a:pt x="335513" y="197896"/>
                </a:lnTo>
                <a:lnTo>
                  <a:pt x="334819" y="197623"/>
                </a:lnTo>
                <a:lnTo>
                  <a:pt x="334130" y="197335"/>
                </a:lnTo>
                <a:lnTo>
                  <a:pt x="333446" y="197034"/>
                </a:lnTo>
                <a:lnTo>
                  <a:pt x="332766" y="196718"/>
                </a:lnTo>
                <a:lnTo>
                  <a:pt x="332091" y="196389"/>
                </a:lnTo>
                <a:lnTo>
                  <a:pt x="331420" y="196044"/>
                </a:lnTo>
                <a:lnTo>
                  <a:pt x="330752" y="195683"/>
                </a:lnTo>
                <a:lnTo>
                  <a:pt x="330088" y="195306"/>
                </a:lnTo>
                <a:lnTo>
                  <a:pt x="329428" y="194912"/>
                </a:lnTo>
                <a:lnTo>
                  <a:pt x="328772" y="194503"/>
                </a:lnTo>
                <a:lnTo>
                  <a:pt x="328119" y="194077"/>
                </a:lnTo>
                <a:lnTo>
                  <a:pt x="327471" y="193634"/>
                </a:lnTo>
                <a:lnTo>
                  <a:pt x="326826" y="193176"/>
                </a:lnTo>
                <a:lnTo>
                  <a:pt x="326184" y="192701"/>
                </a:lnTo>
                <a:lnTo>
                  <a:pt x="325547" y="192210"/>
                </a:lnTo>
                <a:lnTo>
                  <a:pt x="324913" y="191702"/>
                </a:lnTo>
                <a:lnTo>
                  <a:pt x="324283" y="191179"/>
                </a:lnTo>
                <a:lnTo>
                  <a:pt x="323656" y="190639"/>
                </a:lnTo>
                <a:lnTo>
                  <a:pt x="323034" y="190083"/>
                </a:lnTo>
                <a:lnTo>
                  <a:pt x="322415" y="189510"/>
                </a:lnTo>
                <a:lnTo>
                  <a:pt x="321800" y="188922"/>
                </a:lnTo>
                <a:lnTo>
                  <a:pt x="321188" y="188317"/>
                </a:lnTo>
                <a:lnTo>
                  <a:pt x="320581" y="187695"/>
                </a:lnTo>
                <a:lnTo>
                  <a:pt x="319977" y="187058"/>
                </a:lnTo>
                <a:lnTo>
                  <a:pt x="319376" y="186404"/>
                </a:lnTo>
                <a:lnTo>
                  <a:pt x="318780" y="185734"/>
                </a:lnTo>
                <a:lnTo>
                  <a:pt x="318187" y="185048"/>
                </a:lnTo>
                <a:lnTo>
                  <a:pt x="317598" y="184345"/>
                </a:lnTo>
                <a:lnTo>
                  <a:pt x="317013" y="183626"/>
                </a:lnTo>
                <a:lnTo>
                  <a:pt x="309690" y="191488"/>
                </a:lnTo>
                <a:lnTo>
                  <a:pt x="310088" y="192041"/>
                </a:lnTo>
                <a:lnTo>
                  <a:pt x="310493" y="192586"/>
                </a:lnTo>
                <a:lnTo>
                  <a:pt x="310905" y="193123"/>
                </a:lnTo>
                <a:lnTo>
                  <a:pt x="311324" y="193653"/>
                </a:lnTo>
                <a:lnTo>
                  <a:pt x="311750" y="194175"/>
                </a:lnTo>
                <a:lnTo>
                  <a:pt x="312183" y="194689"/>
                </a:lnTo>
                <a:lnTo>
                  <a:pt x="312623" y="195196"/>
                </a:lnTo>
                <a:lnTo>
                  <a:pt x="313070" y="195695"/>
                </a:lnTo>
                <a:lnTo>
                  <a:pt x="313524" y="196186"/>
                </a:lnTo>
                <a:lnTo>
                  <a:pt x="313984" y="196670"/>
                </a:lnTo>
                <a:lnTo>
                  <a:pt x="314452" y="197146"/>
                </a:lnTo>
                <a:lnTo>
                  <a:pt x="314926" y="197614"/>
                </a:lnTo>
                <a:lnTo>
                  <a:pt x="315408" y="198074"/>
                </a:lnTo>
                <a:lnTo>
                  <a:pt x="315896" y="198527"/>
                </a:lnTo>
                <a:lnTo>
                  <a:pt x="316391" y="198973"/>
                </a:lnTo>
                <a:lnTo>
                  <a:pt x="316893" y="199410"/>
                </a:lnTo>
                <a:lnTo>
                  <a:pt x="317402" y="199840"/>
                </a:lnTo>
                <a:lnTo>
                  <a:pt x="317918" y="200263"/>
                </a:lnTo>
                <a:lnTo>
                  <a:pt x="318441" y="200677"/>
                </a:lnTo>
                <a:lnTo>
                  <a:pt x="318971" y="201084"/>
                </a:lnTo>
                <a:lnTo>
                  <a:pt x="319508" y="201483"/>
                </a:lnTo>
                <a:lnTo>
                  <a:pt x="320051" y="201875"/>
                </a:lnTo>
                <a:lnTo>
                  <a:pt x="320602" y="202259"/>
                </a:lnTo>
                <a:lnTo>
                  <a:pt x="321159" y="202635"/>
                </a:lnTo>
                <a:lnTo>
                  <a:pt x="321722" y="203004"/>
                </a:lnTo>
                <a:lnTo>
                  <a:pt x="322287" y="203364"/>
                </a:lnTo>
                <a:lnTo>
                  <a:pt x="322856" y="203716"/>
                </a:lnTo>
                <a:lnTo>
                  <a:pt x="323427" y="204061"/>
                </a:lnTo>
                <a:lnTo>
                  <a:pt x="324002" y="204397"/>
                </a:lnTo>
                <a:lnTo>
                  <a:pt x="324579" y="204725"/>
                </a:lnTo>
                <a:lnTo>
                  <a:pt x="325159" y="205046"/>
                </a:lnTo>
                <a:lnTo>
                  <a:pt x="325743" y="205358"/>
                </a:lnTo>
                <a:lnTo>
                  <a:pt x="326329" y="205662"/>
                </a:lnTo>
                <a:lnTo>
                  <a:pt x="326918" y="205958"/>
                </a:lnTo>
                <a:lnTo>
                  <a:pt x="327511" y="206246"/>
                </a:lnTo>
                <a:lnTo>
                  <a:pt x="328106" y="206526"/>
                </a:lnTo>
                <a:lnTo>
                  <a:pt x="328704" y="206798"/>
                </a:lnTo>
                <a:lnTo>
                  <a:pt x="329306" y="207062"/>
                </a:lnTo>
                <a:lnTo>
                  <a:pt x="329910" y="207318"/>
                </a:lnTo>
                <a:lnTo>
                  <a:pt x="330517" y="207566"/>
                </a:lnTo>
                <a:lnTo>
                  <a:pt x="331128" y="207805"/>
                </a:lnTo>
                <a:lnTo>
                  <a:pt x="331741" y="208037"/>
                </a:lnTo>
                <a:lnTo>
                  <a:pt x="332357" y="208261"/>
                </a:lnTo>
                <a:lnTo>
                  <a:pt x="332976" y="208476"/>
                </a:lnTo>
                <a:lnTo>
                  <a:pt x="333599" y="208684"/>
                </a:lnTo>
                <a:lnTo>
                  <a:pt x="334224" y="208884"/>
                </a:lnTo>
                <a:lnTo>
                  <a:pt x="334852" y="209075"/>
                </a:lnTo>
                <a:lnTo>
                  <a:pt x="335483" y="209259"/>
                </a:lnTo>
                <a:lnTo>
                  <a:pt x="336116" y="209435"/>
                </a:lnTo>
                <a:lnTo>
                  <a:pt x="336747" y="209603"/>
                </a:lnTo>
                <a:lnTo>
                  <a:pt x="337377" y="209764"/>
                </a:lnTo>
                <a:lnTo>
                  <a:pt x="338007" y="209917"/>
                </a:lnTo>
                <a:lnTo>
                  <a:pt x="338635" y="210063"/>
                </a:lnTo>
                <a:lnTo>
                  <a:pt x="339263" y="210201"/>
                </a:lnTo>
                <a:lnTo>
                  <a:pt x="339890" y="210332"/>
                </a:lnTo>
                <a:lnTo>
                  <a:pt x="340515" y="210455"/>
                </a:lnTo>
                <a:lnTo>
                  <a:pt x="341140" y="210571"/>
                </a:lnTo>
                <a:lnTo>
                  <a:pt x="341764" y="210680"/>
                </a:lnTo>
                <a:lnTo>
                  <a:pt x="342387" y="210781"/>
                </a:lnTo>
                <a:lnTo>
                  <a:pt x="343009" y="210874"/>
                </a:lnTo>
                <a:lnTo>
                  <a:pt x="343630" y="210960"/>
                </a:lnTo>
                <a:lnTo>
                  <a:pt x="344250" y="211039"/>
                </a:lnTo>
                <a:lnTo>
                  <a:pt x="344869" y="211110"/>
                </a:lnTo>
                <a:lnTo>
                  <a:pt x="345487" y="211173"/>
                </a:lnTo>
                <a:lnTo>
                  <a:pt x="346105" y="211230"/>
                </a:lnTo>
                <a:lnTo>
                  <a:pt x="346721" y="211278"/>
                </a:lnTo>
                <a:lnTo>
                  <a:pt x="347337" y="211319"/>
                </a:lnTo>
                <a:lnTo>
                  <a:pt x="347951" y="211353"/>
                </a:lnTo>
                <a:lnTo>
                  <a:pt x="348565" y="211379"/>
                </a:lnTo>
                <a:lnTo>
                  <a:pt x="349177" y="211398"/>
                </a:lnTo>
                <a:lnTo>
                  <a:pt x="349789" y="211409"/>
                </a:lnTo>
                <a:lnTo>
                  <a:pt x="350400" y="211413"/>
                </a:lnTo>
                <a:lnTo>
                  <a:pt x="351569" y="211403"/>
                </a:lnTo>
                <a:lnTo>
                  <a:pt x="352726" y="211373"/>
                </a:lnTo>
                <a:lnTo>
                  <a:pt x="353870" y="211323"/>
                </a:lnTo>
                <a:lnTo>
                  <a:pt x="355002" y="211253"/>
                </a:lnTo>
                <a:lnTo>
                  <a:pt x="356122" y="211163"/>
                </a:lnTo>
                <a:lnTo>
                  <a:pt x="357228" y="211053"/>
                </a:lnTo>
                <a:lnTo>
                  <a:pt x="358323" y="210924"/>
                </a:lnTo>
                <a:lnTo>
                  <a:pt x="359405" y="210774"/>
                </a:lnTo>
                <a:lnTo>
                  <a:pt x="360474" y="210604"/>
                </a:lnTo>
                <a:lnTo>
                  <a:pt x="361530" y="210415"/>
                </a:lnTo>
                <a:lnTo>
                  <a:pt x="362575" y="210205"/>
                </a:lnTo>
                <a:lnTo>
                  <a:pt x="363606" y="209976"/>
                </a:lnTo>
                <a:lnTo>
                  <a:pt x="364625" y="209726"/>
                </a:lnTo>
                <a:lnTo>
                  <a:pt x="365632" y="209457"/>
                </a:lnTo>
                <a:lnTo>
                  <a:pt x="366626" y="209167"/>
                </a:lnTo>
                <a:lnTo>
                  <a:pt x="367608" y="208858"/>
                </a:lnTo>
                <a:lnTo>
                  <a:pt x="368577" y="208529"/>
                </a:lnTo>
                <a:lnTo>
                  <a:pt x="369533" y="208179"/>
                </a:lnTo>
                <a:lnTo>
                  <a:pt x="370477" y="207810"/>
                </a:lnTo>
                <a:lnTo>
                  <a:pt x="371408" y="207421"/>
                </a:lnTo>
                <a:lnTo>
                  <a:pt x="372327" y="207012"/>
                </a:lnTo>
                <a:lnTo>
                  <a:pt x="373234" y="206582"/>
                </a:lnTo>
                <a:lnTo>
                  <a:pt x="374128" y="206133"/>
                </a:lnTo>
                <a:lnTo>
                  <a:pt x="375009" y="205664"/>
                </a:lnTo>
                <a:lnTo>
                  <a:pt x="375876" y="205177"/>
                </a:lnTo>
                <a:lnTo>
                  <a:pt x="376726" y="204671"/>
                </a:lnTo>
                <a:lnTo>
                  <a:pt x="377560" y="204147"/>
                </a:lnTo>
                <a:lnTo>
                  <a:pt x="378377" y="203606"/>
                </a:lnTo>
                <a:lnTo>
                  <a:pt x="379178" y="203047"/>
                </a:lnTo>
                <a:lnTo>
                  <a:pt x="379963" y="202469"/>
                </a:lnTo>
                <a:lnTo>
                  <a:pt x="380731" y="201874"/>
                </a:lnTo>
                <a:lnTo>
                  <a:pt x="381483" y="201261"/>
                </a:lnTo>
                <a:lnTo>
                  <a:pt x="382218" y="200630"/>
                </a:lnTo>
                <a:lnTo>
                  <a:pt x="382937" y="199981"/>
                </a:lnTo>
                <a:lnTo>
                  <a:pt x="383639" y="199314"/>
                </a:lnTo>
                <a:lnTo>
                  <a:pt x="384325" y="198629"/>
                </a:lnTo>
                <a:lnTo>
                  <a:pt x="384994" y="197927"/>
                </a:lnTo>
                <a:lnTo>
                  <a:pt x="385647" y="197206"/>
                </a:lnTo>
                <a:lnTo>
                  <a:pt x="386284" y="196468"/>
                </a:lnTo>
                <a:lnTo>
                  <a:pt x="386904" y="195711"/>
                </a:lnTo>
                <a:lnTo>
                  <a:pt x="387507" y="194937"/>
                </a:lnTo>
                <a:lnTo>
                  <a:pt x="388094" y="194145"/>
                </a:lnTo>
                <a:lnTo>
                  <a:pt x="388665" y="193334"/>
                </a:lnTo>
                <a:lnTo>
                  <a:pt x="389219" y="192506"/>
                </a:lnTo>
                <a:lnTo>
                  <a:pt x="389757" y="191660"/>
                </a:lnTo>
                <a:lnTo>
                  <a:pt x="390278" y="190796"/>
                </a:lnTo>
                <a:lnTo>
                  <a:pt x="390783" y="189915"/>
                </a:lnTo>
                <a:lnTo>
                  <a:pt x="391271" y="189015"/>
                </a:lnTo>
                <a:lnTo>
                  <a:pt x="391742" y="188099"/>
                </a:lnTo>
                <a:lnTo>
                  <a:pt x="392192" y="187169"/>
                </a:lnTo>
                <a:lnTo>
                  <a:pt x="392622" y="186225"/>
                </a:lnTo>
                <a:lnTo>
                  <a:pt x="393032" y="185266"/>
                </a:lnTo>
                <a:lnTo>
                  <a:pt x="393422" y="184293"/>
                </a:lnTo>
                <a:lnTo>
                  <a:pt x="393792" y="183306"/>
                </a:lnTo>
                <a:lnTo>
                  <a:pt x="394142" y="182304"/>
                </a:lnTo>
                <a:lnTo>
                  <a:pt x="394472" y="181288"/>
                </a:lnTo>
                <a:lnTo>
                  <a:pt x="394783" y="180257"/>
                </a:lnTo>
                <a:lnTo>
                  <a:pt x="395073" y="179212"/>
                </a:lnTo>
                <a:lnTo>
                  <a:pt x="395343" y="178153"/>
                </a:lnTo>
                <a:lnTo>
                  <a:pt x="395593" y="177080"/>
                </a:lnTo>
                <a:lnTo>
                  <a:pt x="395823" y="175992"/>
                </a:lnTo>
                <a:lnTo>
                  <a:pt x="396033" y="174889"/>
                </a:lnTo>
                <a:lnTo>
                  <a:pt x="396223" y="173773"/>
                </a:lnTo>
                <a:lnTo>
                  <a:pt x="396393" y="172642"/>
                </a:lnTo>
                <a:lnTo>
                  <a:pt x="396543" y="171496"/>
                </a:lnTo>
                <a:lnTo>
                  <a:pt x="396673" y="170336"/>
                </a:lnTo>
                <a:lnTo>
                  <a:pt x="396783" y="169162"/>
                </a:lnTo>
                <a:lnTo>
                  <a:pt x="396873" y="167974"/>
                </a:lnTo>
                <a:lnTo>
                  <a:pt x="396943" y="166771"/>
                </a:lnTo>
                <a:lnTo>
                  <a:pt x="396993" y="165554"/>
                </a:lnTo>
                <a:lnTo>
                  <a:pt x="397023" y="164322"/>
                </a:lnTo>
                <a:lnTo>
                  <a:pt x="397033" y="163076"/>
                </a:lnTo>
                <a:lnTo>
                  <a:pt x="397033" y="48895"/>
                </a:lnTo>
                <a:lnTo>
                  <a:pt x="385079" y="48895"/>
                </a:lnTo>
                <a:lnTo>
                  <a:pt x="384443" y="65667"/>
                </a:lnTo>
                <a:lnTo>
                  <a:pt x="384193" y="65282"/>
                </a:lnTo>
                <a:lnTo>
                  <a:pt x="383793" y="64683"/>
                </a:lnTo>
                <a:lnTo>
                  <a:pt x="383385" y="64093"/>
                </a:lnTo>
                <a:close/>
                <a:moveTo>
                  <a:pt x="383253" y="136371"/>
                </a:moveTo>
                <a:lnTo>
                  <a:pt x="382938" y="136990"/>
                </a:lnTo>
                <a:lnTo>
                  <a:pt x="382615" y="137603"/>
                </a:lnTo>
                <a:lnTo>
                  <a:pt x="382285" y="138212"/>
                </a:lnTo>
                <a:lnTo>
                  <a:pt x="381945" y="138816"/>
                </a:lnTo>
                <a:lnTo>
                  <a:pt x="381598" y="139416"/>
                </a:lnTo>
                <a:lnTo>
                  <a:pt x="381242" y="140011"/>
                </a:lnTo>
                <a:lnTo>
                  <a:pt x="380878" y="140601"/>
                </a:lnTo>
                <a:lnTo>
                  <a:pt x="380505" y="141184"/>
                </a:lnTo>
                <a:lnTo>
                  <a:pt x="380121" y="141757"/>
                </a:lnTo>
                <a:lnTo>
                  <a:pt x="379727" y="142321"/>
                </a:lnTo>
                <a:lnTo>
                  <a:pt x="379321" y="142874"/>
                </a:lnTo>
                <a:lnTo>
                  <a:pt x="378905" y="143419"/>
                </a:lnTo>
                <a:lnTo>
                  <a:pt x="378479" y="143953"/>
                </a:lnTo>
                <a:lnTo>
                  <a:pt x="378042" y="144478"/>
                </a:lnTo>
                <a:lnTo>
                  <a:pt x="377594" y="144993"/>
                </a:lnTo>
                <a:lnTo>
                  <a:pt x="377135" y="145498"/>
                </a:lnTo>
                <a:lnTo>
                  <a:pt x="376666" y="145993"/>
                </a:lnTo>
                <a:lnTo>
                  <a:pt x="376186" y="146479"/>
                </a:lnTo>
                <a:lnTo>
                  <a:pt x="375695" y="146955"/>
                </a:lnTo>
                <a:lnTo>
                  <a:pt x="375194" y="147421"/>
                </a:lnTo>
                <a:lnTo>
                  <a:pt x="374682" y="147878"/>
                </a:lnTo>
                <a:lnTo>
                  <a:pt x="374160" y="148325"/>
                </a:lnTo>
                <a:lnTo>
                  <a:pt x="373627" y="148762"/>
                </a:lnTo>
                <a:lnTo>
                  <a:pt x="373083" y="149189"/>
                </a:lnTo>
                <a:lnTo>
                  <a:pt x="372528" y="149607"/>
                </a:lnTo>
                <a:lnTo>
                  <a:pt x="371963" y="150015"/>
                </a:lnTo>
                <a:lnTo>
                  <a:pt x="371387" y="150413"/>
                </a:lnTo>
                <a:lnTo>
                  <a:pt x="370801" y="150802"/>
                </a:lnTo>
                <a:lnTo>
                  <a:pt x="370204" y="151181"/>
                </a:lnTo>
                <a:lnTo>
                  <a:pt x="369596" y="151550"/>
                </a:lnTo>
                <a:lnTo>
                  <a:pt x="368978" y="151909"/>
                </a:lnTo>
                <a:lnTo>
                  <a:pt x="368348" y="152256"/>
                </a:lnTo>
                <a:lnTo>
                  <a:pt x="367705" y="152589"/>
                </a:lnTo>
                <a:lnTo>
                  <a:pt x="367050" y="152906"/>
                </a:lnTo>
                <a:lnTo>
                  <a:pt x="366382" y="153209"/>
                </a:lnTo>
                <a:lnTo>
                  <a:pt x="365702" y="153497"/>
                </a:lnTo>
                <a:lnTo>
                  <a:pt x="365010" y="153770"/>
                </a:lnTo>
                <a:lnTo>
                  <a:pt x="364305" y="154029"/>
                </a:lnTo>
                <a:lnTo>
                  <a:pt x="363587" y="154273"/>
                </a:lnTo>
                <a:lnTo>
                  <a:pt x="362857" y="154502"/>
                </a:lnTo>
                <a:lnTo>
                  <a:pt x="362114" y="154716"/>
                </a:lnTo>
                <a:lnTo>
                  <a:pt x="361359" y="154915"/>
                </a:lnTo>
                <a:lnTo>
                  <a:pt x="360591" y="155100"/>
                </a:lnTo>
                <a:lnTo>
                  <a:pt x="359810" y="155270"/>
                </a:lnTo>
                <a:lnTo>
                  <a:pt x="359017" y="155425"/>
                </a:lnTo>
                <a:lnTo>
                  <a:pt x="358212" y="155565"/>
                </a:lnTo>
                <a:lnTo>
                  <a:pt x="357394" y="155691"/>
                </a:lnTo>
                <a:lnTo>
                  <a:pt x="356564" y="155801"/>
                </a:lnTo>
                <a:lnTo>
                  <a:pt x="355721" y="155897"/>
                </a:lnTo>
                <a:lnTo>
                  <a:pt x="354865" y="155979"/>
                </a:lnTo>
                <a:lnTo>
                  <a:pt x="353997" y="156045"/>
                </a:lnTo>
                <a:lnTo>
                  <a:pt x="353117" y="156097"/>
                </a:lnTo>
                <a:lnTo>
                  <a:pt x="352223" y="156134"/>
                </a:lnTo>
                <a:lnTo>
                  <a:pt x="351318" y="156156"/>
                </a:lnTo>
                <a:lnTo>
                  <a:pt x="350400" y="156163"/>
                </a:lnTo>
                <a:lnTo>
                  <a:pt x="349668" y="156157"/>
                </a:lnTo>
                <a:lnTo>
                  <a:pt x="348944" y="156138"/>
                </a:lnTo>
                <a:lnTo>
                  <a:pt x="348229" y="156107"/>
                </a:lnTo>
                <a:lnTo>
                  <a:pt x="347522" y="156063"/>
                </a:lnTo>
                <a:lnTo>
                  <a:pt x="346823" y="156007"/>
                </a:lnTo>
                <a:lnTo>
                  <a:pt x="346132" y="155938"/>
                </a:lnTo>
                <a:lnTo>
                  <a:pt x="345450" y="155856"/>
                </a:lnTo>
                <a:lnTo>
                  <a:pt x="344775" y="155762"/>
                </a:lnTo>
                <a:lnTo>
                  <a:pt x="344109" y="155656"/>
                </a:lnTo>
                <a:lnTo>
                  <a:pt x="343452" y="155537"/>
                </a:lnTo>
                <a:lnTo>
                  <a:pt x="342802" y="155405"/>
                </a:lnTo>
                <a:lnTo>
                  <a:pt x="342161" y="155261"/>
                </a:lnTo>
                <a:lnTo>
                  <a:pt x="341528" y="155105"/>
                </a:lnTo>
                <a:lnTo>
                  <a:pt x="340903" y="154936"/>
                </a:lnTo>
                <a:lnTo>
                  <a:pt x="340286" y="154754"/>
                </a:lnTo>
                <a:lnTo>
                  <a:pt x="339678" y="154560"/>
                </a:lnTo>
                <a:lnTo>
                  <a:pt x="339077" y="154353"/>
                </a:lnTo>
                <a:lnTo>
                  <a:pt x="338486" y="154134"/>
                </a:lnTo>
                <a:lnTo>
                  <a:pt x="337902" y="153902"/>
                </a:lnTo>
                <a:lnTo>
                  <a:pt x="337326" y="153658"/>
                </a:lnTo>
                <a:lnTo>
                  <a:pt x="336759" y="153401"/>
                </a:lnTo>
                <a:lnTo>
                  <a:pt x="336200" y="153132"/>
                </a:lnTo>
                <a:lnTo>
                  <a:pt x="335649" y="152850"/>
                </a:lnTo>
                <a:lnTo>
                  <a:pt x="335106" y="152555"/>
                </a:lnTo>
                <a:lnTo>
                  <a:pt x="334572" y="152250"/>
                </a:lnTo>
                <a:lnTo>
                  <a:pt x="334045" y="151934"/>
                </a:lnTo>
                <a:lnTo>
                  <a:pt x="333526" y="151608"/>
                </a:lnTo>
                <a:lnTo>
                  <a:pt x="333015" y="151272"/>
                </a:lnTo>
                <a:lnTo>
                  <a:pt x="332512" y="150926"/>
                </a:lnTo>
                <a:lnTo>
                  <a:pt x="332017" y="150570"/>
                </a:lnTo>
                <a:lnTo>
                  <a:pt x="331529" y="150203"/>
                </a:lnTo>
                <a:lnTo>
                  <a:pt x="331050" y="149827"/>
                </a:lnTo>
                <a:lnTo>
                  <a:pt x="330578" y="149441"/>
                </a:lnTo>
                <a:lnTo>
                  <a:pt x="330114" y="149044"/>
                </a:lnTo>
                <a:lnTo>
                  <a:pt x="329658" y="148637"/>
                </a:lnTo>
                <a:lnTo>
                  <a:pt x="329210" y="148220"/>
                </a:lnTo>
                <a:lnTo>
                  <a:pt x="328770" y="147794"/>
                </a:lnTo>
                <a:lnTo>
                  <a:pt x="328337" y="147357"/>
                </a:lnTo>
                <a:lnTo>
                  <a:pt x="327913" y="146910"/>
                </a:lnTo>
                <a:lnTo>
                  <a:pt x="327496" y="146452"/>
                </a:lnTo>
                <a:lnTo>
                  <a:pt x="327087" y="145985"/>
                </a:lnTo>
                <a:lnTo>
                  <a:pt x="326686" y="145508"/>
                </a:lnTo>
                <a:lnTo>
                  <a:pt x="326293" y="145020"/>
                </a:lnTo>
                <a:lnTo>
                  <a:pt x="325907" y="144523"/>
                </a:lnTo>
                <a:lnTo>
                  <a:pt x="325530" y="144015"/>
                </a:lnTo>
                <a:lnTo>
                  <a:pt x="325160" y="143497"/>
                </a:lnTo>
                <a:lnTo>
                  <a:pt x="324798" y="142970"/>
                </a:lnTo>
                <a:lnTo>
                  <a:pt x="324444" y="142432"/>
                </a:lnTo>
                <a:lnTo>
                  <a:pt x="324098" y="141885"/>
                </a:lnTo>
                <a:lnTo>
                  <a:pt x="323759" y="141330"/>
                </a:lnTo>
                <a:lnTo>
                  <a:pt x="323428" y="140768"/>
                </a:lnTo>
                <a:lnTo>
                  <a:pt x="323104" y="140198"/>
                </a:lnTo>
                <a:lnTo>
                  <a:pt x="322788" y="139621"/>
                </a:lnTo>
                <a:lnTo>
                  <a:pt x="322479" y="139036"/>
                </a:lnTo>
                <a:lnTo>
                  <a:pt x="322177" y="138443"/>
                </a:lnTo>
                <a:lnTo>
                  <a:pt x="321883" y="137843"/>
                </a:lnTo>
                <a:lnTo>
                  <a:pt x="321597" y="137234"/>
                </a:lnTo>
                <a:lnTo>
                  <a:pt x="321318" y="136619"/>
                </a:lnTo>
                <a:lnTo>
                  <a:pt x="321047" y="135995"/>
                </a:lnTo>
                <a:lnTo>
                  <a:pt x="320783" y="135364"/>
                </a:lnTo>
                <a:lnTo>
                  <a:pt x="320526" y="134725"/>
                </a:lnTo>
                <a:lnTo>
                  <a:pt x="320277" y="134079"/>
                </a:lnTo>
                <a:lnTo>
                  <a:pt x="320035" y="133425"/>
                </a:lnTo>
                <a:lnTo>
                  <a:pt x="319801" y="132763"/>
                </a:lnTo>
                <a:lnTo>
                  <a:pt x="319575" y="132093"/>
                </a:lnTo>
                <a:lnTo>
                  <a:pt x="319356" y="131416"/>
                </a:lnTo>
                <a:lnTo>
                  <a:pt x="319144" y="130731"/>
                </a:lnTo>
                <a:lnTo>
                  <a:pt x="318940" y="130039"/>
                </a:lnTo>
                <a:lnTo>
                  <a:pt x="318743" y="129339"/>
                </a:lnTo>
                <a:lnTo>
                  <a:pt x="318554" y="128631"/>
                </a:lnTo>
                <a:lnTo>
                  <a:pt x="318372" y="127915"/>
                </a:lnTo>
                <a:lnTo>
                  <a:pt x="318198" y="127192"/>
                </a:lnTo>
                <a:lnTo>
                  <a:pt x="318031" y="126463"/>
                </a:lnTo>
                <a:lnTo>
                  <a:pt x="317871" y="125729"/>
                </a:lnTo>
                <a:lnTo>
                  <a:pt x="317718" y="124990"/>
                </a:lnTo>
                <a:lnTo>
                  <a:pt x="317572" y="124246"/>
                </a:lnTo>
                <a:lnTo>
                  <a:pt x="317434" y="123497"/>
                </a:lnTo>
                <a:lnTo>
                  <a:pt x="317302" y="122743"/>
                </a:lnTo>
                <a:lnTo>
                  <a:pt x="317178" y="121984"/>
                </a:lnTo>
                <a:lnTo>
                  <a:pt x="317061" y="121221"/>
                </a:lnTo>
                <a:lnTo>
                  <a:pt x="316951" y="120453"/>
                </a:lnTo>
                <a:lnTo>
                  <a:pt x="316848" y="119680"/>
                </a:lnTo>
                <a:lnTo>
                  <a:pt x="316752" y="118902"/>
                </a:lnTo>
                <a:lnTo>
                  <a:pt x="316663" y="118119"/>
                </a:lnTo>
                <a:lnTo>
                  <a:pt x="316581" y="117331"/>
                </a:lnTo>
                <a:lnTo>
                  <a:pt x="316507" y="116538"/>
                </a:lnTo>
                <a:lnTo>
                  <a:pt x="316439" y="115741"/>
                </a:lnTo>
                <a:lnTo>
                  <a:pt x="316379" y="114939"/>
                </a:lnTo>
                <a:lnTo>
                  <a:pt x="316326" y="114131"/>
                </a:lnTo>
                <a:lnTo>
                  <a:pt x="316279" y="113319"/>
                </a:lnTo>
                <a:lnTo>
                  <a:pt x="316240" y="112502"/>
                </a:lnTo>
                <a:lnTo>
                  <a:pt x="316208" y="111681"/>
                </a:lnTo>
                <a:lnTo>
                  <a:pt x="316183" y="110854"/>
                </a:lnTo>
                <a:lnTo>
                  <a:pt x="316166" y="110023"/>
                </a:lnTo>
                <a:lnTo>
                  <a:pt x="316155" y="109186"/>
                </a:lnTo>
                <a:lnTo>
                  <a:pt x="316151" y="108345"/>
                </a:lnTo>
                <a:lnTo>
                  <a:pt x="316151" y="106083"/>
                </a:lnTo>
                <a:lnTo>
                  <a:pt x="316155" y="105233"/>
                </a:lnTo>
                <a:lnTo>
                  <a:pt x="316166" y="104389"/>
                </a:lnTo>
                <a:lnTo>
                  <a:pt x="316183" y="103549"/>
                </a:lnTo>
                <a:lnTo>
                  <a:pt x="316208" y="102715"/>
                </a:lnTo>
                <a:lnTo>
                  <a:pt x="316240" y="101886"/>
                </a:lnTo>
                <a:lnTo>
                  <a:pt x="316279" y="101062"/>
                </a:lnTo>
                <a:lnTo>
                  <a:pt x="316326" y="100243"/>
                </a:lnTo>
                <a:lnTo>
                  <a:pt x="316379" y="99430"/>
                </a:lnTo>
                <a:lnTo>
                  <a:pt x="316439" y="98622"/>
                </a:lnTo>
                <a:lnTo>
                  <a:pt x="316507" y="97819"/>
                </a:lnTo>
                <a:lnTo>
                  <a:pt x="316581" y="97021"/>
                </a:lnTo>
                <a:lnTo>
                  <a:pt x="316663" y="96229"/>
                </a:lnTo>
                <a:lnTo>
                  <a:pt x="316752" y="95442"/>
                </a:lnTo>
                <a:lnTo>
                  <a:pt x="316848" y="94660"/>
                </a:lnTo>
                <a:lnTo>
                  <a:pt x="316951" y="93883"/>
                </a:lnTo>
                <a:lnTo>
                  <a:pt x="317061" y="93112"/>
                </a:lnTo>
                <a:lnTo>
                  <a:pt x="317178" y="92345"/>
                </a:lnTo>
                <a:lnTo>
                  <a:pt x="317302" y="91584"/>
                </a:lnTo>
                <a:lnTo>
                  <a:pt x="317434" y="90829"/>
                </a:lnTo>
                <a:lnTo>
                  <a:pt x="317572" y="90078"/>
                </a:lnTo>
                <a:lnTo>
                  <a:pt x="317718" y="89333"/>
                </a:lnTo>
                <a:lnTo>
                  <a:pt x="317871" y="88593"/>
                </a:lnTo>
                <a:lnTo>
                  <a:pt x="318031" y="87858"/>
                </a:lnTo>
                <a:lnTo>
                  <a:pt x="318198" y="87128"/>
                </a:lnTo>
                <a:lnTo>
                  <a:pt x="318372" y="86405"/>
                </a:lnTo>
                <a:lnTo>
                  <a:pt x="318554" y="85690"/>
                </a:lnTo>
                <a:lnTo>
                  <a:pt x="318743" y="84982"/>
                </a:lnTo>
                <a:lnTo>
                  <a:pt x="318940" y="84282"/>
                </a:lnTo>
                <a:lnTo>
                  <a:pt x="319144" y="83589"/>
                </a:lnTo>
                <a:lnTo>
                  <a:pt x="319356" y="82905"/>
                </a:lnTo>
                <a:lnTo>
                  <a:pt x="319575" y="82227"/>
                </a:lnTo>
                <a:lnTo>
                  <a:pt x="319801" y="81558"/>
                </a:lnTo>
                <a:lnTo>
                  <a:pt x="320035" y="80896"/>
                </a:lnTo>
                <a:lnTo>
                  <a:pt x="320277" y="80242"/>
                </a:lnTo>
                <a:lnTo>
                  <a:pt x="320526" y="79595"/>
                </a:lnTo>
                <a:lnTo>
                  <a:pt x="320783" y="78957"/>
                </a:lnTo>
                <a:lnTo>
                  <a:pt x="321047" y="78326"/>
                </a:lnTo>
                <a:lnTo>
                  <a:pt x="321318" y="77702"/>
                </a:lnTo>
                <a:lnTo>
                  <a:pt x="321597" y="77086"/>
                </a:lnTo>
                <a:lnTo>
                  <a:pt x="321883" y="76478"/>
                </a:lnTo>
                <a:lnTo>
                  <a:pt x="322177" y="75878"/>
                </a:lnTo>
                <a:lnTo>
                  <a:pt x="322479" y="75285"/>
                </a:lnTo>
                <a:lnTo>
                  <a:pt x="322788" y="74700"/>
                </a:lnTo>
                <a:lnTo>
                  <a:pt x="323104" y="74122"/>
                </a:lnTo>
                <a:lnTo>
                  <a:pt x="323428" y="73552"/>
                </a:lnTo>
                <a:lnTo>
                  <a:pt x="323759" y="72990"/>
                </a:lnTo>
                <a:lnTo>
                  <a:pt x="324098" y="72436"/>
                </a:lnTo>
                <a:lnTo>
                  <a:pt x="324444" y="71889"/>
                </a:lnTo>
                <a:lnTo>
                  <a:pt x="324798" y="71351"/>
                </a:lnTo>
                <a:lnTo>
                  <a:pt x="325160" y="70823"/>
                </a:lnTo>
                <a:lnTo>
                  <a:pt x="325531" y="70305"/>
                </a:lnTo>
                <a:lnTo>
                  <a:pt x="325909" y="69796"/>
                </a:lnTo>
                <a:lnTo>
                  <a:pt x="326295" y="69298"/>
                </a:lnTo>
                <a:lnTo>
                  <a:pt x="326689" y="68809"/>
                </a:lnTo>
                <a:lnTo>
                  <a:pt x="327091" y="68331"/>
                </a:lnTo>
                <a:lnTo>
                  <a:pt x="327502" y="67862"/>
                </a:lnTo>
                <a:lnTo>
                  <a:pt x="327920" y="67403"/>
                </a:lnTo>
                <a:lnTo>
                  <a:pt x="328346" y="66955"/>
                </a:lnTo>
                <a:lnTo>
                  <a:pt x="328781" y="66516"/>
                </a:lnTo>
                <a:lnTo>
                  <a:pt x="329223" y="66087"/>
                </a:lnTo>
                <a:lnTo>
                  <a:pt x="329674" y="65668"/>
                </a:lnTo>
                <a:lnTo>
                  <a:pt x="330132" y="65258"/>
                </a:lnTo>
                <a:lnTo>
                  <a:pt x="330599" y="64859"/>
                </a:lnTo>
                <a:lnTo>
                  <a:pt x="331074" y="64470"/>
                </a:lnTo>
                <a:lnTo>
                  <a:pt x="331556" y="64090"/>
                </a:lnTo>
                <a:lnTo>
                  <a:pt x="332047" y="63721"/>
                </a:lnTo>
                <a:lnTo>
                  <a:pt x="332546" y="63361"/>
                </a:lnTo>
                <a:lnTo>
                  <a:pt x="333053" y="63011"/>
                </a:lnTo>
                <a:lnTo>
                  <a:pt x="333568" y="62671"/>
                </a:lnTo>
                <a:lnTo>
                  <a:pt x="334090" y="62342"/>
                </a:lnTo>
                <a:lnTo>
                  <a:pt x="334621" y="62022"/>
                </a:lnTo>
                <a:lnTo>
                  <a:pt x="335160" y="61711"/>
                </a:lnTo>
                <a:lnTo>
                  <a:pt x="335707" y="61413"/>
                </a:lnTo>
                <a:lnTo>
                  <a:pt x="336263" y="61127"/>
                </a:lnTo>
                <a:lnTo>
                  <a:pt x="336827" y="60853"/>
                </a:lnTo>
                <a:lnTo>
                  <a:pt x="337400" y="60593"/>
                </a:lnTo>
                <a:lnTo>
                  <a:pt x="337980" y="60345"/>
                </a:lnTo>
                <a:lnTo>
                  <a:pt x="338570" y="60109"/>
                </a:lnTo>
                <a:lnTo>
                  <a:pt x="339167" y="59887"/>
                </a:lnTo>
                <a:lnTo>
                  <a:pt x="339773" y="59677"/>
                </a:lnTo>
                <a:lnTo>
                  <a:pt x="340388" y="59480"/>
                </a:lnTo>
                <a:lnTo>
                  <a:pt x="341011" y="59296"/>
                </a:lnTo>
                <a:lnTo>
                  <a:pt x="341642" y="59124"/>
                </a:lnTo>
                <a:lnTo>
                  <a:pt x="342282" y="58965"/>
                </a:lnTo>
                <a:lnTo>
                  <a:pt x="342930" y="58819"/>
                </a:lnTo>
                <a:lnTo>
                  <a:pt x="343587" y="58685"/>
                </a:lnTo>
                <a:lnTo>
                  <a:pt x="344252" y="58565"/>
                </a:lnTo>
                <a:lnTo>
                  <a:pt x="344925" y="58457"/>
                </a:lnTo>
                <a:lnTo>
                  <a:pt x="345607" y="58361"/>
                </a:lnTo>
                <a:lnTo>
                  <a:pt x="346297" y="58279"/>
                </a:lnTo>
                <a:lnTo>
                  <a:pt x="346996" y="58209"/>
                </a:lnTo>
                <a:lnTo>
                  <a:pt x="347703" y="58151"/>
                </a:lnTo>
                <a:lnTo>
                  <a:pt x="348418" y="58107"/>
                </a:lnTo>
                <a:lnTo>
                  <a:pt x="349142" y="58075"/>
                </a:lnTo>
                <a:lnTo>
                  <a:pt x="349874" y="58056"/>
                </a:lnTo>
                <a:lnTo>
                  <a:pt x="350615" y="58050"/>
                </a:lnTo>
                <a:lnTo>
                  <a:pt x="351382" y="58055"/>
                </a:lnTo>
                <a:lnTo>
                  <a:pt x="352139" y="58071"/>
                </a:lnTo>
                <a:lnTo>
                  <a:pt x="352887" y="58098"/>
                </a:lnTo>
                <a:lnTo>
                  <a:pt x="353625" y="58135"/>
                </a:lnTo>
                <a:lnTo>
                  <a:pt x="354353" y="58183"/>
                </a:lnTo>
                <a:lnTo>
                  <a:pt x="355071" y="58241"/>
                </a:lnTo>
                <a:lnTo>
                  <a:pt x="355780" y="58311"/>
                </a:lnTo>
                <a:lnTo>
                  <a:pt x="356479" y="58391"/>
                </a:lnTo>
                <a:lnTo>
                  <a:pt x="357168" y="58481"/>
                </a:lnTo>
                <a:lnTo>
                  <a:pt x="357847" y="58583"/>
                </a:lnTo>
                <a:lnTo>
                  <a:pt x="358517" y="58694"/>
                </a:lnTo>
                <a:lnTo>
                  <a:pt x="359177" y="58817"/>
                </a:lnTo>
                <a:lnTo>
                  <a:pt x="359827" y="58950"/>
                </a:lnTo>
                <a:lnTo>
                  <a:pt x="360468" y="59094"/>
                </a:lnTo>
                <a:lnTo>
                  <a:pt x="361099" y="59249"/>
                </a:lnTo>
                <a:lnTo>
                  <a:pt x="361720" y="59414"/>
                </a:lnTo>
                <a:lnTo>
                  <a:pt x="362331" y="59590"/>
                </a:lnTo>
                <a:lnTo>
                  <a:pt x="362933" y="59776"/>
                </a:lnTo>
                <a:lnTo>
                  <a:pt x="363525" y="59973"/>
                </a:lnTo>
                <a:lnTo>
                  <a:pt x="364107" y="60181"/>
                </a:lnTo>
                <a:lnTo>
                  <a:pt x="364680" y="60400"/>
                </a:lnTo>
                <a:lnTo>
                  <a:pt x="365243" y="60629"/>
                </a:lnTo>
                <a:lnTo>
                  <a:pt x="365796" y="60869"/>
                </a:lnTo>
                <a:lnTo>
                  <a:pt x="366339" y="61119"/>
                </a:lnTo>
                <a:lnTo>
                  <a:pt x="366874" y="61378"/>
                </a:lnTo>
                <a:lnTo>
                  <a:pt x="367401" y="61644"/>
                </a:lnTo>
                <a:lnTo>
                  <a:pt x="367920" y="61917"/>
                </a:lnTo>
                <a:lnTo>
                  <a:pt x="368432" y="62196"/>
                </a:lnTo>
                <a:lnTo>
                  <a:pt x="368936" y="62482"/>
                </a:lnTo>
                <a:lnTo>
                  <a:pt x="369432" y="62775"/>
                </a:lnTo>
                <a:lnTo>
                  <a:pt x="369921" y="63074"/>
                </a:lnTo>
                <a:lnTo>
                  <a:pt x="370402" y="63381"/>
                </a:lnTo>
                <a:lnTo>
                  <a:pt x="370875" y="63694"/>
                </a:lnTo>
                <a:lnTo>
                  <a:pt x="371341" y="64013"/>
                </a:lnTo>
                <a:lnTo>
                  <a:pt x="371799" y="64340"/>
                </a:lnTo>
                <a:lnTo>
                  <a:pt x="372249" y="64673"/>
                </a:lnTo>
                <a:lnTo>
                  <a:pt x="372692" y="65013"/>
                </a:lnTo>
                <a:lnTo>
                  <a:pt x="373127" y="65360"/>
                </a:lnTo>
                <a:lnTo>
                  <a:pt x="373554" y="65713"/>
                </a:lnTo>
                <a:lnTo>
                  <a:pt x="373974" y="66073"/>
                </a:lnTo>
                <a:lnTo>
                  <a:pt x="374386" y="66440"/>
                </a:lnTo>
                <a:lnTo>
                  <a:pt x="374790" y="66814"/>
                </a:lnTo>
                <a:lnTo>
                  <a:pt x="375187" y="67194"/>
                </a:lnTo>
                <a:lnTo>
                  <a:pt x="375576" y="67581"/>
                </a:lnTo>
                <a:lnTo>
                  <a:pt x="375957" y="67975"/>
                </a:lnTo>
                <a:lnTo>
                  <a:pt x="376331" y="68375"/>
                </a:lnTo>
                <a:lnTo>
                  <a:pt x="376697" y="68783"/>
                </a:lnTo>
                <a:lnTo>
                  <a:pt x="377055" y="69196"/>
                </a:lnTo>
                <a:lnTo>
                  <a:pt x="377406" y="69615"/>
                </a:lnTo>
                <a:lnTo>
                  <a:pt x="377751" y="70038"/>
                </a:lnTo>
                <a:lnTo>
                  <a:pt x="378090" y="70463"/>
                </a:lnTo>
                <a:lnTo>
                  <a:pt x="378422" y="70891"/>
                </a:lnTo>
                <a:lnTo>
                  <a:pt x="378748" y="71323"/>
                </a:lnTo>
                <a:lnTo>
                  <a:pt x="379068" y="71758"/>
                </a:lnTo>
                <a:lnTo>
                  <a:pt x="379381" y="72196"/>
                </a:lnTo>
                <a:lnTo>
                  <a:pt x="379688" y="72637"/>
                </a:lnTo>
                <a:lnTo>
                  <a:pt x="379988" y="73081"/>
                </a:lnTo>
                <a:lnTo>
                  <a:pt x="380282" y="73529"/>
                </a:lnTo>
                <a:lnTo>
                  <a:pt x="380570" y="73979"/>
                </a:lnTo>
                <a:lnTo>
                  <a:pt x="380852" y="74433"/>
                </a:lnTo>
                <a:lnTo>
                  <a:pt x="381127" y="74890"/>
                </a:lnTo>
                <a:lnTo>
                  <a:pt x="381395" y="75351"/>
                </a:lnTo>
                <a:lnTo>
                  <a:pt x="381658" y="75814"/>
                </a:lnTo>
                <a:lnTo>
                  <a:pt x="381914" y="76281"/>
                </a:lnTo>
                <a:lnTo>
                  <a:pt x="382163" y="76750"/>
                </a:lnTo>
                <a:lnTo>
                  <a:pt x="382406" y="77223"/>
                </a:lnTo>
                <a:lnTo>
                  <a:pt x="382643" y="77700"/>
                </a:lnTo>
                <a:lnTo>
                  <a:pt x="382874" y="78179"/>
                </a:lnTo>
                <a:lnTo>
                  <a:pt x="383098" y="78661"/>
                </a:lnTo>
                <a:lnTo>
                  <a:pt x="383316" y="79147"/>
                </a:lnTo>
                <a:lnTo>
                  <a:pt x="383527" y="79636"/>
                </a:lnTo>
                <a:lnTo>
                  <a:pt x="383732" y="80128"/>
                </a:lnTo>
                <a:lnTo>
                  <a:pt x="383932" y="80621"/>
                </a:lnTo>
                <a:lnTo>
                  <a:pt x="384109" y="81067"/>
                </a:lnTo>
                <a:lnTo>
                  <a:pt x="384109" y="134570"/>
                </a:lnTo>
                <a:lnTo>
                  <a:pt x="383857" y="135121"/>
                </a:lnTo>
                <a:lnTo>
                  <a:pt x="383559" y="135748"/>
                </a:lnTo>
                <a:lnTo>
                  <a:pt x="383253" y="136371"/>
                </a:lnTo>
                <a:close/>
                <a:moveTo>
                  <a:pt x="568582" y="97167"/>
                </a:moveTo>
                <a:lnTo>
                  <a:pt x="568546" y="96215"/>
                </a:lnTo>
                <a:lnTo>
                  <a:pt x="568499" y="95269"/>
                </a:lnTo>
                <a:lnTo>
                  <a:pt x="568441" y="94330"/>
                </a:lnTo>
                <a:lnTo>
                  <a:pt x="568373" y="93399"/>
                </a:lnTo>
                <a:lnTo>
                  <a:pt x="568294" y="92474"/>
                </a:lnTo>
                <a:lnTo>
                  <a:pt x="568205" y="91556"/>
                </a:lnTo>
                <a:lnTo>
                  <a:pt x="568106" y="90645"/>
                </a:lnTo>
                <a:lnTo>
                  <a:pt x="567996" y="89741"/>
                </a:lnTo>
                <a:lnTo>
                  <a:pt x="567876" y="88844"/>
                </a:lnTo>
                <a:lnTo>
                  <a:pt x="567745" y="87954"/>
                </a:lnTo>
                <a:lnTo>
                  <a:pt x="567603" y="87070"/>
                </a:lnTo>
                <a:lnTo>
                  <a:pt x="567452" y="86194"/>
                </a:lnTo>
                <a:lnTo>
                  <a:pt x="567289" y="85324"/>
                </a:lnTo>
                <a:lnTo>
                  <a:pt x="567116" y="84462"/>
                </a:lnTo>
                <a:lnTo>
                  <a:pt x="566933" y="83606"/>
                </a:lnTo>
                <a:lnTo>
                  <a:pt x="566740" y="82757"/>
                </a:lnTo>
                <a:lnTo>
                  <a:pt x="566535" y="81915"/>
                </a:lnTo>
                <a:lnTo>
                  <a:pt x="566321" y="81080"/>
                </a:lnTo>
                <a:lnTo>
                  <a:pt x="566096" y="80252"/>
                </a:lnTo>
                <a:lnTo>
                  <a:pt x="565860" y="79431"/>
                </a:lnTo>
                <a:lnTo>
                  <a:pt x="565614" y="78617"/>
                </a:lnTo>
                <a:lnTo>
                  <a:pt x="565358" y="77810"/>
                </a:lnTo>
                <a:lnTo>
                  <a:pt x="565091" y="77013"/>
                </a:lnTo>
                <a:lnTo>
                  <a:pt x="564815" y="76225"/>
                </a:lnTo>
                <a:lnTo>
                  <a:pt x="564528" y="75445"/>
                </a:lnTo>
                <a:lnTo>
                  <a:pt x="564231" y="74675"/>
                </a:lnTo>
                <a:lnTo>
                  <a:pt x="563924" y="73913"/>
                </a:lnTo>
                <a:lnTo>
                  <a:pt x="563607" y="73161"/>
                </a:lnTo>
                <a:lnTo>
                  <a:pt x="563280" y="72417"/>
                </a:lnTo>
                <a:lnTo>
                  <a:pt x="562943" y="71682"/>
                </a:lnTo>
                <a:lnTo>
                  <a:pt x="562596" y="70957"/>
                </a:lnTo>
                <a:lnTo>
                  <a:pt x="562239" y="70240"/>
                </a:lnTo>
                <a:lnTo>
                  <a:pt x="561871" y="69532"/>
                </a:lnTo>
                <a:lnTo>
                  <a:pt x="561494" y="68833"/>
                </a:lnTo>
                <a:lnTo>
                  <a:pt x="561106" y="68144"/>
                </a:lnTo>
                <a:lnTo>
                  <a:pt x="560709" y="67463"/>
                </a:lnTo>
                <a:lnTo>
                  <a:pt x="560301" y="66791"/>
                </a:lnTo>
                <a:lnTo>
                  <a:pt x="559883" y="66128"/>
                </a:lnTo>
                <a:lnTo>
                  <a:pt x="559455" y="65474"/>
                </a:lnTo>
                <a:lnTo>
                  <a:pt x="559017" y="64829"/>
                </a:lnTo>
                <a:lnTo>
                  <a:pt x="558569" y="64193"/>
                </a:lnTo>
                <a:lnTo>
                  <a:pt x="558110" y="63566"/>
                </a:lnTo>
                <a:lnTo>
                  <a:pt x="557642" y="62948"/>
                </a:lnTo>
                <a:lnTo>
                  <a:pt x="557164" y="62339"/>
                </a:lnTo>
                <a:lnTo>
                  <a:pt x="556675" y="61738"/>
                </a:lnTo>
                <a:lnTo>
                  <a:pt x="556177" y="61148"/>
                </a:lnTo>
                <a:lnTo>
                  <a:pt x="555669" y="60569"/>
                </a:lnTo>
                <a:lnTo>
                  <a:pt x="555153" y="60002"/>
                </a:lnTo>
                <a:lnTo>
                  <a:pt x="554627" y="59445"/>
                </a:lnTo>
                <a:lnTo>
                  <a:pt x="554092" y="58900"/>
                </a:lnTo>
                <a:lnTo>
                  <a:pt x="553548" y="58366"/>
                </a:lnTo>
                <a:lnTo>
                  <a:pt x="552995" y="57843"/>
                </a:lnTo>
                <a:lnTo>
                  <a:pt x="552433" y="57331"/>
                </a:lnTo>
                <a:lnTo>
                  <a:pt x="551861" y="56830"/>
                </a:lnTo>
                <a:lnTo>
                  <a:pt x="551281" y="56341"/>
                </a:lnTo>
                <a:lnTo>
                  <a:pt x="550691" y="55863"/>
                </a:lnTo>
                <a:lnTo>
                  <a:pt x="550092" y="55396"/>
                </a:lnTo>
                <a:lnTo>
                  <a:pt x="549484" y="54940"/>
                </a:lnTo>
                <a:lnTo>
                  <a:pt x="548866" y="54496"/>
                </a:lnTo>
                <a:lnTo>
                  <a:pt x="548240" y="54062"/>
                </a:lnTo>
                <a:lnTo>
                  <a:pt x="547604" y="53640"/>
                </a:lnTo>
                <a:lnTo>
                  <a:pt x="546960" y="53229"/>
                </a:lnTo>
                <a:lnTo>
                  <a:pt x="546306" y="52829"/>
                </a:lnTo>
                <a:lnTo>
                  <a:pt x="545642" y="52441"/>
                </a:lnTo>
                <a:lnTo>
                  <a:pt x="544970" y="52063"/>
                </a:lnTo>
                <a:lnTo>
                  <a:pt x="544289" y="51697"/>
                </a:lnTo>
                <a:lnTo>
                  <a:pt x="543598" y="51342"/>
                </a:lnTo>
                <a:lnTo>
                  <a:pt x="542898" y="50998"/>
                </a:lnTo>
                <a:lnTo>
                  <a:pt x="542189" y="50666"/>
                </a:lnTo>
                <a:lnTo>
                  <a:pt x="541472" y="50345"/>
                </a:lnTo>
                <a:lnTo>
                  <a:pt x="540745" y="50039"/>
                </a:lnTo>
                <a:lnTo>
                  <a:pt x="540009" y="49746"/>
                </a:lnTo>
                <a:lnTo>
                  <a:pt x="539265" y="49466"/>
                </a:lnTo>
                <a:lnTo>
                  <a:pt x="538512" y="49201"/>
                </a:lnTo>
                <a:lnTo>
                  <a:pt x="537750" y="48949"/>
                </a:lnTo>
                <a:lnTo>
                  <a:pt x="536980" y="48710"/>
                </a:lnTo>
                <a:lnTo>
                  <a:pt x="536200" y="48485"/>
                </a:lnTo>
                <a:lnTo>
                  <a:pt x="535412" y="48274"/>
                </a:lnTo>
                <a:lnTo>
                  <a:pt x="534615" y="48077"/>
                </a:lnTo>
                <a:lnTo>
                  <a:pt x="533809" y="47893"/>
                </a:lnTo>
                <a:lnTo>
                  <a:pt x="532995" y="47722"/>
                </a:lnTo>
                <a:lnTo>
                  <a:pt x="532171" y="47566"/>
                </a:lnTo>
                <a:lnTo>
                  <a:pt x="531339" y="47423"/>
                </a:lnTo>
                <a:lnTo>
                  <a:pt x="530498" y="47293"/>
                </a:lnTo>
                <a:lnTo>
                  <a:pt x="529649" y="47177"/>
                </a:lnTo>
                <a:lnTo>
                  <a:pt x="528790" y="47075"/>
                </a:lnTo>
                <a:lnTo>
                  <a:pt x="527923" y="46987"/>
                </a:lnTo>
                <a:lnTo>
                  <a:pt x="527047" y="46912"/>
                </a:lnTo>
                <a:lnTo>
                  <a:pt x="526162" y="46850"/>
                </a:lnTo>
                <a:lnTo>
                  <a:pt x="525268" y="46803"/>
                </a:lnTo>
                <a:lnTo>
                  <a:pt x="524366" y="46769"/>
                </a:lnTo>
                <a:lnTo>
                  <a:pt x="523454" y="46748"/>
                </a:lnTo>
                <a:lnTo>
                  <a:pt x="522534" y="46741"/>
                </a:lnTo>
                <a:lnTo>
                  <a:pt x="521702" y="46748"/>
                </a:lnTo>
                <a:lnTo>
                  <a:pt x="520872" y="46770"/>
                </a:lnTo>
                <a:lnTo>
                  <a:pt x="520046" y="46805"/>
                </a:lnTo>
                <a:lnTo>
                  <a:pt x="519224" y="46855"/>
                </a:lnTo>
                <a:lnTo>
                  <a:pt x="518406" y="46919"/>
                </a:lnTo>
                <a:lnTo>
                  <a:pt x="517590" y="46997"/>
                </a:lnTo>
                <a:lnTo>
                  <a:pt x="516779" y="47089"/>
                </a:lnTo>
                <a:lnTo>
                  <a:pt x="515971" y="47196"/>
                </a:lnTo>
                <a:lnTo>
                  <a:pt x="515166" y="47317"/>
                </a:lnTo>
                <a:lnTo>
                  <a:pt x="514365" y="47452"/>
                </a:lnTo>
                <a:lnTo>
                  <a:pt x="513568" y="47601"/>
                </a:lnTo>
                <a:lnTo>
                  <a:pt x="512774" y="47764"/>
                </a:lnTo>
                <a:lnTo>
                  <a:pt x="511984" y="47942"/>
                </a:lnTo>
                <a:lnTo>
                  <a:pt x="511197" y="48134"/>
                </a:lnTo>
                <a:lnTo>
                  <a:pt x="510414" y="48340"/>
                </a:lnTo>
                <a:lnTo>
                  <a:pt x="509634" y="48560"/>
                </a:lnTo>
                <a:lnTo>
                  <a:pt x="508858" y="48795"/>
                </a:lnTo>
                <a:lnTo>
                  <a:pt x="508086" y="49043"/>
                </a:lnTo>
                <a:lnTo>
                  <a:pt x="507317" y="49306"/>
                </a:lnTo>
                <a:lnTo>
                  <a:pt x="506552" y="49583"/>
                </a:lnTo>
                <a:lnTo>
                  <a:pt x="505790" y="49875"/>
                </a:lnTo>
                <a:lnTo>
                  <a:pt x="505031" y="50180"/>
                </a:lnTo>
                <a:lnTo>
                  <a:pt x="504277" y="50500"/>
                </a:lnTo>
                <a:lnTo>
                  <a:pt x="503526" y="50834"/>
                </a:lnTo>
                <a:lnTo>
                  <a:pt x="502780" y="51181"/>
                </a:lnTo>
                <a:lnTo>
                  <a:pt x="502041" y="51542"/>
                </a:lnTo>
                <a:lnTo>
                  <a:pt x="501309" y="51915"/>
                </a:lnTo>
                <a:lnTo>
                  <a:pt x="500585" y="52301"/>
                </a:lnTo>
                <a:lnTo>
                  <a:pt x="499867" y="52700"/>
                </a:lnTo>
                <a:lnTo>
                  <a:pt x="499157" y="53112"/>
                </a:lnTo>
                <a:lnTo>
                  <a:pt x="498454" y="53537"/>
                </a:lnTo>
                <a:lnTo>
                  <a:pt x="497758" y="53975"/>
                </a:lnTo>
                <a:lnTo>
                  <a:pt x="497069" y="54426"/>
                </a:lnTo>
                <a:lnTo>
                  <a:pt x="496387" y="54889"/>
                </a:lnTo>
                <a:lnTo>
                  <a:pt x="495712" y="55366"/>
                </a:lnTo>
                <a:lnTo>
                  <a:pt x="495044" y="55855"/>
                </a:lnTo>
                <a:lnTo>
                  <a:pt x="494384" y="56358"/>
                </a:lnTo>
                <a:lnTo>
                  <a:pt x="493730" y="56873"/>
                </a:lnTo>
                <a:lnTo>
                  <a:pt x="493084" y="57401"/>
                </a:lnTo>
                <a:lnTo>
                  <a:pt x="492445" y="57942"/>
                </a:lnTo>
                <a:lnTo>
                  <a:pt x="491812" y="58496"/>
                </a:lnTo>
                <a:lnTo>
                  <a:pt x="491187" y="59063"/>
                </a:lnTo>
                <a:lnTo>
                  <a:pt x="490569" y="59642"/>
                </a:lnTo>
                <a:lnTo>
                  <a:pt x="489959" y="60235"/>
                </a:lnTo>
                <a:lnTo>
                  <a:pt x="489355" y="60841"/>
                </a:lnTo>
                <a:lnTo>
                  <a:pt x="488758" y="61459"/>
                </a:lnTo>
                <a:lnTo>
                  <a:pt x="488169" y="62090"/>
                </a:lnTo>
                <a:lnTo>
                  <a:pt x="487586" y="62735"/>
                </a:lnTo>
                <a:lnTo>
                  <a:pt x="487012" y="63391"/>
                </a:lnTo>
                <a:lnTo>
                  <a:pt x="486449" y="64057"/>
                </a:lnTo>
                <a:lnTo>
                  <a:pt x="485895" y="64735"/>
                </a:lnTo>
                <a:lnTo>
                  <a:pt x="485351" y="65423"/>
                </a:lnTo>
                <a:lnTo>
                  <a:pt x="484818" y="66121"/>
                </a:lnTo>
                <a:lnTo>
                  <a:pt x="484295" y="66830"/>
                </a:lnTo>
                <a:lnTo>
                  <a:pt x="483781" y="67550"/>
                </a:lnTo>
                <a:lnTo>
                  <a:pt x="483278" y="68281"/>
                </a:lnTo>
                <a:lnTo>
                  <a:pt x="482785" y="69022"/>
                </a:lnTo>
                <a:lnTo>
                  <a:pt x="482302" y="69774"/>
                </a:lnTo>
                <a:lnTo>
                  <a:pt x="481829" y="70537"/>
                </a:lnTo>
                <a:lnTo>
                  <a:pt x="481367" y="71310"/>
                </a:lnTo>
                <a:lnTo>
                  <a:pt x="480914" y="72094"/>
                </a:lnTo>
                <a:lnTo>
                  <a:pt x="480471" y="72889"/>
                </a:lnTo>
                <a:lnTo>
                  <a:pt x="480039" y="73694"/>
                </a:lnTo>
                <a:lnTo>
                  <a:pt x="479616" y="74510"/>
                </a:lnTo>
                <a:lnTo>
                  <a:pt x="479204" y="75336"/>
                </a:lnTo>
                <a:lnTo>
                  <a:pt x="478802" y="76173"/>
                </a:lnTo>
                <a:lnTo>
                  <a:pt x="478410" y="77021"/>
                </a:lnTo>
                <a:lnTo>
                  <a:pt x="478028" y="77880"/>
                </a:lnTo>
                <a:lnTo>
                  <a:pt x="477656" y="78749"/>
                </a:lnTo>
                <a:lnTo>
                  <a:pt x="477294" y="79629"/>
                </a:lnTo>
                <a:lnTo>
                  <a:pt x="476942" y="80519"/>
                </a:lnTo>
                <a:lnTo>
                  <a:pt x="476601" y="81420"/>
                </a:lnTo>
                <a:lnTo>
                  <a:pt x="476271" y="82331"/>
                </a:lnTo>
                <a:lnTo>
                  <a:pt x="475956" y="83251"/>
                </a:lnTo>
                <a:lnTo>
                  <a:pt x="475654" y="84180"/>
                </a:lnTo>
                <a:lnTo>
                  <a:pt x="475367" y="85118"/>
                </a:lnTo>
                <a:lnTo>
                  <a:pt x="475093" y="86065"/>
                </a:lnTo>
                <a:lnTo>
                  <a:pt x="474834" y="87021"/>
                </a:lnTo>
                <a:lnTo>
                  <a:pt x="474589" y="87985"/>
                </a:lnTo>
                <a:lnTo>
                  <a:pt x="474357" y="88959"/>
                </a:lnTo>
                <a:lnTo>
                  <a:pt x="474140" y="89942"/>
                </a:lnTo>
                <a:lnTo>
                  <a:pt x="473936" y="90934"/>
                </a:lnTo>
                <a:lnTo>
                  <a:pt x="473747" y="91934"/>
                </a:lnTo>
                <a:lnTo>
                  <a:pt x="473572" y="92944"/>
                </a:lnTo>
                <a:lnTo>
                  <a:pt x="473411" y="93963"/>
                </a:lnTo>
                <a:lnTo>
                  <a:pt x="473263" y="94990"/>
                </a:lnTo>
                <a:lnTo>
                  <a:pt x="473130" y="96027"/>
                </a:lnTo>
                <a:lnTo>
                  <a:pt x="473011" y="97073"/>
                </a:lnTo>
                <a:lnTo>
                  <a:pt x="472906" y="98127"/>
                </a:lnTo>
                <a:lnTo>
                  <a:pt x="472815" y="99191"/>
                </a:lnTo>
                <a:lnTo>
                  <a:pt x="472737" y="100263"/>
                </a:lnTo>
                <a:lnTo>
                  <a:pt x="472674" y="101345"/>
                </a:lnTo>
                <a:lnTo>
                  <a:pt x="472625" y="102435"/>
                </a:lnTo>
                <a:lnTo>
                  <a:pt x="472590" y="103534"/>
                </a:lnTo>
                <a:lnTo>
                  <a:pt x="472569" y="104643"/>
                </a:lnTo>
                <a:lnTo>
                  <a:pt x="472562" y="105760"/>
                </a:lnTo>
                <a:lnTo>
                  <a:pt x="472562" y="110391"/>
                </a:lnTo>
                <a:lnTo>
                  <a:pt x="472569" y="111429"/>
                </a:lnTo>
                <a:lnTo>
                  <a:pt x="472589" y="112460"/>
                </a:lnTo>
                <a:lnTo>
                  <a:pt x="472623" y="113483"/>
                </a:lnTo>
                <a:lnTo>
                  <a:pt x="472670" y="114500"/>
                </a:lnTo>
                <a:lnTo>
                  <a:pt x="472730" y="115510"/>
                </a:lnTo>
                <a:lnTo>
                  <a:pt x="472804" y="116513"/>
                </a:lnTo>
                <a:lnTo>
                  <a:pt x="472892" y="117509"/>
                </a:lnTo>
                <a:lnTo>
                  <a:pt x="472993" y="118499"/>
                </a:lnTo>
                <a:lnTo>
                  <a:pt x="473107" y="119481"/>
                </a:lnTo>
                <a:lnTo>
                  <a:pt x="473235" y="120456"/>
                </a:lnTo>
                <a:lnTo>
                  <a:pt x="473377" y="121425"/>
                </a:lnTo>
                <a:lnTo>
                  <a:pt x="473531" y="122386"/>
                </a:lnTo>
                <a:lnTo>
                  <a:pt x="473700" y="123341"/>
                </a:lnTo>
                <a:lnTo>
                  <a:pt x="473881" y="124289"/>
                </a:lnTo>
                <a:lnTo>
                  <a:pt x="474077" y="125229"/>
                </a:lnTo>
                <a:lnTo>
                  <a:pt x="474285" y="126163"/>
                </a:lnTo>
                <a:lnTo>
                  <a:pt x="474507" y="127090"/>
                </a:lnTo>
                <a:lnTo>
                  <a:pt x="474743" y="128010"/>
                </a:lnTo>
                <a:lnTo>
                  <a:pt x="474992" y="128923"/>
                </a:lnTo>
                <a:lnTo>
                  <a:pt x="475255" y="129829"/>
                </a:lnTo>
                <a:lnTo>
                  <a:pt x="475531" y="130729"/>
                </a:lnTo>
                <a:lnTo>
                  <a:pt x="475820" y="131621"/>
                </a:lnTo>
                <a:lnTo>
                  <a:pt x="476123" y="132506"/>
                </a:lnTo>
                <a:lnTo>
                  <a:pt x="476439" y="133385"/>
                </a:lnTo>
                <a:lnTo>
                  <a:pt x="476768" y="134255"/>
                </a:lnTo>
                <a:lnTo>
                  <a:pt x="477107" y="135115"/>
                </a:lnTo>
                <a:lnTo>
                  <a:pt x="477457" y="135966"/>
                </a:lnTo>
                <a:lnTo>
                  <a:pt x="477818" y="136806"/>
                </a:lnTo>
                <a:lnTo>
                  <a:pt x="478190" y="137636"/>
                </a:lnTo>
                <a:lnTo>
                  <a:pt x="478573" y="138457"/>
                </a:lnTo>
                <a:lnTo>
                  <a:pt x="478967" y="139268"/>
                </a:lnTo>
                <a:lnTo>
                  <a:pt x="479371" y="140068"/>
                </a:lnTo>
                <a:lnTo>
                  <a:pt x="479786" y="140859"/>
                </a:lnTo>
                <a:lnTo>
                  <a:pt x="480213" y="141640"/>
                </a:lnTo>
                <a:lnTo>
                  <a:pt x="480649" y="142411"/>
                </a:lnTo>
                <a:lnTo>
                  <a:pt x="481097" y="143172"/>
                </a:lnTo>
                <a:lnTo>
                  <a:pt x="481556" y="143923"/>
                </a:lnTo>
                <a:lnTo>
                  <a:pt x="482025" y="144665"/>
                </a:lnTo>
                <a:lnTo>
                  <a:pt x="482506" y="145396"/>
                </a:lnTo>
                <a:lnTo>
                  <a:pt x="482997" y="146117"/>
                </a:lnTo>
                <a:lnTo>
                  <a:pt x="483499" y="146829"/>
                </a:lnTo>
                <a:lnTo>
                  <a:pt x="484012" y="147531"/>
                </a:lnTo>
                <a:lnTo>
                  <a:pt x="484536" y="148222"/>
                </a:lnTo>
                <a:lnTo>
                  <a:pt x="485070" y="148904"/>
                </a:lnTo>
                <a:lnTo>
                  <a:pt x="485616" y="149576"/>
                </a:lnTo>
                <a:lnTo>
                  <a:pt x="486172" y="150238"/>
                </a:lnTo>
                <a:lnTo>
                  <a:pt x="486739" y="150890"/>
                </a:lnTo>
                <a:lnTo>
                  <a:pt x="487317" y="151532"/>
                </a:lnTo>
                <a:lnTo>
                  <a:pt x="487905" y="152163"/>
                </a:lnTo>
                <a:lnTo>
                  <a:pt x="488502" y="152783"/>
                </a:lnTo>
                <a:lnTo>
                  <a:pt x="489107" y="153390"/>
                </a:lnTo>
                <a:lnTo>
                  <a:pt x="489722" y="153985"/>
                </a:lnTo>
                <a:lnTo>
                  <a:pt x="490346" y="154569"/>
                </a:lnTo>
                <a:lnTo>
                  <a:pt x="490979" y="155140"/>
                </a:lnTo>
                <a:lnTo>
                  <a:pt x="491620" y="155700"/>
                </a:lnTo>
                <a:lnTo>
                  <a:pt x="492271" y="156247"/>
                </a:lnTo>
                <a:lnTo>
                  <a:pt x="492931" y="156783"/>
                </a:lnTo>
                <a:lnTo>
                  <a:pt x="493599" y="157306"/>
                </a:lnTo>
                <a:lnTo>
                  <a:pt x="494277" y="157818"/>
                </a:lnTo>
                <a:lnTo>
                  <a:pt x="494964" y="158317"/>
                </a:lnTo>
                <a:lnTo>
                  <a:pt x="495659" y="158805"/>
                </a:lnTo>
                <a:lnTo>
                  <a:pt x="496364" y="159281"/>
                </a:lnTo>
                <a:lnTo>
                  <a:pt x="497077" y="159744"/>
                </a:lnTo>
                <a:lnTo>
                  <a:pt x="497800" y="160196"/>
                </a:lnTo>
                <a:lnTo>
                  <a:pt x="498531" y="160636"/>
                </a:lnTo>
                <a:lnTo>
                  <a:pt x="499271" y="161064"/>
                </a:lnTo>
                <a:lnTo>
                  <a:pt x="500021" y="161479"/>
                </a:lnTo>
                <a:lnTo>
                  <a:pt x="500779" y="161883"/>
                </a:lnTo>
                <a:lnTo>
                  <a:pt x="501547" y="162275"/>
                </a:lnTo>
                <a:lnTo>
                  <a:pt x="502323" y="162655"/>
                </a:lnTo>
                <a:lnTo>
                  <a:pt x="503108" y="163023"/>
                </a:lnTo>
                <a:lnTo>
                  <a:pt x="503903" y="163379"/>
                </a:lnTo>
                <a:lnTo>
                  <a:pt x="504704" y="163722"/>
                </a:lnTo>
                <a:lnTo>
                  <a:pt x="505513" y="164050"/>
                </a:lnTo>
                <a:lnTo>
                  <a:pt x="506327" y="164364"/>
                </a:lnTo>
                <a:lnTo>
                  <a:pt x="507148" y="164663"/>
                </a:lnTo>
                <a:lnTo>
                  <a:pt x="507976" y="164947"/>
                </a:lnTo>
                <a:lnTo>
                  <a:pt x="508810" y="165217"/>
                </a:lnTo>
                <a:lnTo>
                  <a:pt x="509650" y="165472"/>
                </a:lnTo>
                <a:lnTo>
                  <a:pt x="510496" y="165713"/>
                </a:lnTo>
                <a:lnTo>
                  <a:pt x="511349" y="165939"/>
                </a:lnTo>
                <a:lnTo>
                  <a:pt x="512208" y="166150"/>
                </a:lnTo>
                <a:lnTo>
                  <a:pt x="513074" y="166347"/>
                </a:lnTo>
                <a:lnTo>
                  <a:pt x="513945" y="166529"/>
                </a:lnTo>
                <a:lnTo>
                  <a:pt x="514824" y="166697"/>
                </a:lnTo>
                <a:lnTo>
                  <a:pt x="515708" y="166850"/>
                </a:lnTo>
                <a:lnTo>
                  <a:pt x="516599" y="166989"/>
                </a:lnTo>
                <a:lnTo>
                  <a:pt x="517497" y="167113"/>
                </a:lnTo>
                <a:lnTo>
                  <a:pt x="518400" y="167222"/>
                </a:lnTo>
                <a:lnTo>
                  <a:pt x="519310" y="167317"/>
                </a:lnTo>
                <a:lnTo>
                  <a:pt x="520227" y="167397"/>
                </a:lnTo>
                <a:lnTo>
                  <a:pt x="521149" y="167463"/>
                </a:lnTo>
                <a:lnTo>
                  <a:pt x="522078" y="167514"/>
                </a:lnTo>
                <a:lnTo>
                  <a:pt x="523014" y="167550"/>
                </a:lnTo>
                <a:lnTo>
                  <a:pt x="523956" y="167572"/>
                </a:lnTo>
                <a:lnTo>
                  <a:pt x="524904" y="167579"/>
                </a:lnTo>
                <a:lnTo>
                  <a:pt x="525770" y="167574"/>
                </a:lnTo>
                <a:lnTo>
                  <a:pt x="526627" y="167560"/>
                </a:lnTo>
                <a:lnTo>
                  <a:pt x="527475" y="167535"/>
                </a:lnTo>
                <a:lnTo>
                  <a:pt x="528314" y="167500"/>
                </a:lnTo>
                <a:lnTo>
                  <a:pt x="529144" y="167455"/>
                </a:lnTo>
                <a:lnTo>
                  <a:pt x="529966" y="167401"/>
                </a:lnTo>
                <a:lnTo>
                  <a:pt x="530778" y="167337"/>
                </a:lnTo>
                <a:lnTo>
                  <a:pt x="531581" y="167262"/>
                </a:lnTo>
                <a:lnTo>
                  <a:pt x="532375" y="167178"/>
                </a:lnTo>
                <a:lnTo>
                  <a:pt x="533161" y="167084"/>
                </a:lnTo>
                <a:lnTo>
                  <a:pt x="533937" y="166980"/>
                </a:lnTo>
                <a:lnTo>
                  <a:pt x="534704" y="166866"/>
                </a:lnTo>
                <a:lnTo>
                  <a:pt x="535463" y="166742"/>
                </a:lnTo>
                <a:lnTo>
                  <a:pt x="536212" y="166608"/>
                </a:lnTo>
                <a:lnTo>
                  <a:pt x="536953" y="166464"/>
                </a:lnTo>
                <a:lnTo>
                  <a:pt x="537684" y="166311"/>
                </a:lnTo>
                <a:lnTo>
                  <a:pt x="538407" y="166147"/>
                </a:lnTo>
                <a:lnTo>
                  <a:pt x="539120" y="165974"/>
                </a:lnTo>
                <a:lnTo>
                  <a:pt x="539825" y="165791"/>
                </a:lnTo>
                <a:lnTo>
                  <a:pt x="540520" y="165597"/>
                </a:lnTo>
                <a:lnTo>
                  <a:pt x="541207" y="165394"/>
                </a:lnTo>
                <a:lnTo>
                  <a:pt x="541884" y="165181"/>
                </a:lnTo>
                <a:lnTo>
                  <a:pt x="542553" y="164958"/>
                </a:lnTo>
                <a:lnTo>
                  <a:pt x="543213" y="164725"/>
                </a:lnTo>
                <a:lnTo>
                  <a:pt x="543864" y="164484"/>
                </a:lnTo>
                <a:lnTo>
                  <a:pt x="544507" y="164237"/>
                </a:lnTo>
                <a:lnTo>
                  <a:pt x="545143" y="163983"/>
                </a:lnTo>
                <a:lnTo>
                  <a:pt x="545770" y="163723"/>
                </a:lnTo>
                <a:lnTo>
                  <a:pt x="546390" y="163457"/>
                </a:lnTo>
                <a:lnTo>
                  <a:pt x="547002" y="163184"/>
                </a:lnTo>
                <a:lnTo>
                  <a:pt x="547606" y="162905"/>
                </a:lnTo>
                <a:lnTo>
                  <a:pt x="548203" y="162619"/>
                </a:lnTo>
                <a:lnTo>
                  <a:pt x="548791" y="162327"/>
                </a:lnTo>
                <a:lnTo>
                  <a:pt x="549372" y="162029"/>
                </a:lnTo>
                <a:lnTo>
                  <a:pt x="549944" y="161725"/>
                </a:lnTo>
                <a:lnTo>
                  <a:pt x="550509" y="161414"/>
                </a:lnTo>
                <a:lnTo>
                  <a:pt x="551066" y="161096"/>
                </a:lnTo>
                <a:lnTo>
                  <a:pt x="551615" y="160773"/>
                </a:lnTo>
                <a:lnTo>
                  <a:pt x="552157" y="160443"/>
                </a:lnTo>
                <a:lnTo>
                  <a:pt x="552690" y="160106"/>
                </a:lnTo>
                <a:lnTo>
                  <a:pt x="553216" y="159764"/>
                </a:lnTo>
                <a:lnTo>
                  <a:pt x="553733" y="159414"/>
                </a:lnTo>
                <a:lnTo>
                  <a:pt x="554243" y="159059"/>
                </a:lnTo>
                <a:lnTo>
                  <a:pt x="554745" y="158697"/>
                </a:lnTo>
                <a:lnTo>
                  <a:pt x="555240" y="158329"/>
                </a:lnTo>
                <a:lnTo>
                  <a:pt x="555726" y="157955"/>
                </a:lnTo>
                <a:lnTo>
                  <a:pt x="556204" y="157574"/>
                </a:lnTo>
                <a:lnTo>
                  <a:pt x="556675" y="157186"/>
                </a:lnTo>
                <a:lnTo>
                  <a:pt x="557139" y="156794"/>
                </a:lnTo>
                <a:lnTo>
                  <a:pt x="557596" y="156399"/>
                </a:lnTo>
                <a:lnTo>
                  <a:pt x="558048" y="156001"/>
                </a:lnTo>
                <a:lnTo>
                  <a:pt x="558494" y="155599"/>
                </a:lnTo>
                <a:lnTo>
                  <a:pt x="558934" y="155195"/>
                </a:lnTo>
                <a:lnTo>
                  <a:pt x="559367" y="154787"/>
                </a:lnTo>
                <a:lnTo>
                  <a:pt x="559795" y="154376"/>
                </a:lnTo>
                <a:lnTo>
                  <a:pt x="560217" y="153961"/>
                </a:lnTo>
                <a:lnTo>
                  <a:pt x="560633" y="153544"/>
                </a:lnTo>
                <a:lnTo>
                  <a:pt x="561043" y="153123"/>
                </a:lnTo>
                <a:lnTo>
                  <a:pt x="561447" y="152700"/>
                </a:lnTo>
                <a:lnTo>
                  <a:pt x="561844" y="152273"/>
                </a:lnTo>
                <a:lnTo>
                  <a:pt x="562236" y="151843"/>
                </a:lnTo>
                <a:lnTo>
                  <a:pt x="562622" y="151409"/>
                </a:lnTo>
                <a:lnTo>
                  <a:pt x="563002" y="150973"/>
                </a:lnTo>
                <a:lnTo>
                  <a:pt x="563376" y="150533"/>
                </a:lnTo>
                <a:lnTo>
                  <a:pt x="563744" y="150090"/>
                </a:lnTo>
                <a:lnTo>
                  <a:pt x="564106" y="149644"/>
                </a:lnTo>
                <a:lnTo>
                  <a:pt x="564462" y="149195"/>
                </a:lnTo>
                <a:lnTo>
                  <a:pt x="564812" y="148743"/>
                </a:lnTo>
                <a:lnTo>
                  <a:pt x="565156" y="148287"/>
                </a:lnTo>
                <a:lnTo>
                  <a:pt x="565494" y="147828"/>
                </a:lnTo>
                <a:lnTo>
                  <a:pt x="565826" y="147366"/>
                </a:lnTo>
                <a:lnTo>
                  <a:pt x="566152" y="146901"/>
                </a:lnTo>
                <a:lnTo>
                  <a:pt x="558075" y="140655"/>
                </a:lnTo>
                <a:lnTo>
                  <a:pt x="557543" y="141338"/>
                </a:lnTo>
                <a:lnTo>
                  <a:pt x="557004" y="142006"/>
                </a:lnTo>
                <a:lnTo>
                  <a:pt x="556460" y="142658"/>
                </a:lnTo>
                <a:lnTo>
                  <a:pt x="555911" y="143295"/>
                </a:lnTo>
                <a:lnTo>
                  <a:pt x="555355" y="143916"/>
                </a:lnTo>
                <a:lnTo>
                  <a:pt x="554794" y="144522"/>
                </a:lnTo>
                <a:lnTo>
                  <a:pt x="554226" y="145112"/>
                </a:lnTo>
                <a:lnTo>
                  <a:pt x="553653" y="145687"/>
                </a:lnTo>
                <a:lnTo>
                  <a:pt x="553075" y="146246"/>
                </a:lnTo>
                <a:lnTo>
                  <a:pt x="552490" y="146789"/>
                </a:lnTo>
                <a:lnTo>
                  <a:pt x="551900" y="147317"/>
                </a:lnTo>
                <a:lnTo>
                  <a:pt x="551303" y="147830"/>
                </a:lnTo>
                <a:lnTo>
                  <a:pt x="550701" y="148327"/>
                </a:lnTo>
                <a:lnTo>
                  <a:pt x="550094" y="148809"/>
                </a:lnTo>
                <a:lnTo>
                  <a:pt x="549480" y="149275"/>
                </a:lnTo>
                <a:lnTo>
                  <a:pt x="548861" y="149725"/>
                </a:lnTo>
                <a:lnTo>
                  <a:pt x="548236" y="150160"/>
                </a:lnTo>
                <a:lnTo>
                  <a:pt x="547605" y="150580"/>
                </a:lnTo>
                <a:lnTo>
                  <a:pt x="546968" y="150984"/>
                </a:lnTo>
                <a:lnTo>
                  <a:pt x="546325" y="151372"/>
                </a:lnTo>
                <a:lnTo>
                  <a:pt x="545677" y="151745"/>
                </a:lnTo>
                <a:lnTo>
                  <a:pt x="545023" y="152103"/>
                </a:lnTo>
                <a:lnTo>
                  <a:pt x="544363" y="152444"/>
                </a:lnTo>
                <a:lnTo>
                  <a:pt x="543697" y="152771"/>
                </a:lnTo>
                <a:lnTo>
                  <a:pt x="543025" y="153083"/>
                </a:lnTo>
                <a:lnTo>
                  <a:pt x="542345" y="153381"/>
                </a:lnTo>
                <a:lnTo>
                  <a:pt x="541657" y="153667"/>
                </a:lnTo>
                <a:lnTo>
                  <a:pt x="540961" y="153939"/>
                </a:lnTo>
                <a:lnTo>
                  <a:pt x="540258" y="154198"/>
                </a:lnTo>
                <a:lnTo>
                  <a:pt x="539547" y="154443"/>
                </a:lnTo>
                <a:lnTo>
                  <a:pt x="538829" y="154676"/>
                </a:lnTo>
                <a:lnTo>
                  <a:pt x="538103" y="154895"/>
                </a:lnTo>
                <a:lnTo>
                  <a:pt x="537369" y="155101"/>
                </a:lnTo>
                <a:lnTo>
                  <a:pt x="536628" y="155293"/>
                </a:lnTo>
                <a:lnTo>
                  <a:pt x="535879" y="155472"/>
                </a:lnTo>
                <a:lnTo>
                  <a:pt x="535122" y="155638"/>
                </a:lnTo>
                <a:lnTo>
                  <a:pt x="534357" y="155791"/>
                </a:lnTo>
                <a:lnTo>
                  <a:pt x="533585" y="155930"/>
                </a:lnTo>
                <a:lnTo>
                  <a:pt x="532805" y="156056"/>
                </a:lnTo>
                <a:lnTo>
                  <a:pt x="532018" y="156169"/>
                </a:lnTo>
                <a:lnTo>
                  <a:pt x="531223" y="156269"/>
                </a:lnTo>
                <a:lnTo>
                  <a:pt x="530420" y="156355"/>
                </a:lnTo>
                <a:lnTo>
                  <a:pt x="529610" y="156428"/>
                </a:lnTo>
                <a:lnTo>
                  <a:pt x="528791" y="156488"/>
                </a:lnTo>
                <a:lnTo>
                  <a:pt x="527966" y="156534"/>
                </a:lnTo>
                <a:lnTo>
                  <a:pt x="527132" y="156568"/>
                </a:lnTo>
                <a:lnTo>
                  <a:pt x="526291" y="156587"/>
                </a:lnTo>
                <a:lnTo>
                  <a:pt x="525442" y="156594"/>
                </a:lnTo>
                <a:lnTo>
                  <a:pt x="524700" y="156588"/>
                </a:lnTo>
                <a:lnTo>
                  <a:pt x="523964" y="156569"/>
                </a:lnTo>
                <a:lnTo>
                  <a:pt x="523233" y="156538"/>
                </a:lnTo>
                <a:lnTo>
                  <a:pt x="522507" y="156494"/>
                </a:lnTo>
                <a:lnTo>
                  <a:pt x="521788" y="156437"/>
                </a:lnTo>
                <a:lnTo>
                  <a:pt x="521074" y="156369"/>
                </a:lnTo>
                <a:lnTo>
                  <a:pt x="520365" y="156287"/>
                </a:lnTo>
                <a:lnTo>
                  <a:pt x="519662" y="156193"/>
                </a:lnTo>
                <a:lnTo>
                  <a:pt x="518965" y="156087"/>
                </a:lnTo>
                <a:lnTo>
                  <a:pt x="518274" y="155968"/>
                </a:lnTo>
                <a:lnTo>
                  <a:pt x="517588" y="155836"/>
                </a:lnTo>
                <a:lnTo>
                  <a:pt x="516907" y="155692"/>
                </a:lnTo>
                <a:lnTo>
                  <a:pt x="516232" y="155535"/>
                </a:lnTo>
                <a:lnTo>
                  <a:pt x="515563" y="155366"/>
                </a:lnTo>
                <a:lnTo>
                  <a:pt x="514900" y="155185"/>
                </a:lnTo>
                <a:lnTo>
                  <a:pt x="514242" y="154991"/>
                </a:lnTo>
                <a:lnTo>
                  <a:pt x="513589" y="154784"/>
                </a:lnTo>
                <a:lnTo>
                  <a:pt x="512942" y="154565"/>
                </a:lnTo>
                <a:lnTo>
                  <a:pt x="512301" y="154333"/>
                </a:lnTo>
                <a:lnTo>
                  <a:pt x="511666" y="154089"/>
                </a:lnTo>
                <a:lnTo>
                  <a:pt x="511036" y="153832"/>
                </a:lnTo>
                <a:lnTo>
                  <a:pt x="510412" y="153562"/>
                </a:lnTo>
                <a:lnTo>
                  <a:pt x="509793" y="153281"/>
                </a:lnTo>
                <a:lnTo>
                  <a:pt x="509180" y="152986"/>
                </a:lnTo>
                <a:lnTo>
                  <a:pt x="508573" y="152681"/>
                </a:lnTo>
                <a:lnTo>
                  <a:pt x="507973" y="152366"/>
                </a:lnTo>
                <a:lnTo>
                  <a:pt x="507381" y="152042"/>
                </a:lnTo>
                <a:lnTo>
                  <a:pt x="506795" y="151709"/>
                </a:lnTo>
                <a:lnTo>
                  <a:pt x="506217" y="151366"/>
                </a:lnTo>
                <a:lnTo>
                  <a:pt x="505646" y="151014"/>
                </a:lnTo>
                <a:lnTo>
                  <a:pt x="505082" y="150652"/>
                </a:lnTo>
                <a:lnTo>
                  <a:pt x="504525" y="150282"/>
                </a:lnTo>
                <a:lnTo>
                  <a:pt x="503975" y="149902"/>
                </a:lnTo>
                <a:lnTo>
                  <a:pt x="503432" y="149512"/>
                </a:lnTo>
                <a:lnTo>
                  <a:pt x="502896" y="149113"/>
                </a:lnTo>
                <a:lnTo>
                  <a:pt x="502368" y="148705"/>
                </a:lnTo>
                <a:lnTo>
                  <a:pt x="501846" y="148288"/>
                </a:lnTo>
                <a:lnTo>
                  <a:pt x="501332" y="147861"/>
                </a:lnTo>
                <a:lnTo>
                  <a:pt x="500825" y="147425"/>
                </a:lnTo>
                <a:lnTo>
                  <a:pt x="500325" y="146979"/>
                </a:lnTo>
                <a:lnTo>
                  <a:pt x="499831" y="146524"/>
                </a:lnTo>
                <a:lnTo>
                  <a:pt x="499346" y="146060"/>
                </a:lnTo>
                <a:lnTo>
                  <a:pt x="498867" y="145586"/>
                </a:lnTo>
                <a:lnTo>
                  <a:pt x="498395" y="145103"/>
                </a:lnTo>
                <a:lnTo>
                  <a:pt x="497930" y="144611"/>
                </a:lnTo>
                <a:lnTo>
                  <a:pt x="497473" y="144109"/>
                </a:lnTo>
                <a:lnTo>
                  <a:pt x="497022" y="143598"/>
                </a:lnTo>
                <a:lnTo>
                  <a:pt x="496579" y="143078"/>
                </a:lnTo>
                <a:lnTo>
                  <a:pt x="496143" y="142549"/>
                </a:lnTo>
                <a:lnTo>
                  <a:pt x="495716" y="142013"/>
                </a:lnTo>
                <a:lnTo>
                  <a:pt x="495297" y="141470"/>
                </a:lnTo>
                <a:lnTo>
                  <a:pt x="494886" y="140919"/>
                </a:lnTo>
                <a:lnTo>
                  <a:pt x="494483" y="140362"/>
                </a:lnTo>
                <a:lnTo>
                  <a:pt x="494088" y="139796"/>
                </a:lnTo>
                <a:lnTo>
                  <a:pt x="493702" y="139224"/>
                </a:lnTo>
                <a:lnTo>
                  <a:pt x="493324" y="138644"/>
                </a:lnTo>
                <a:lnTo>
                  <a:pt x="492954" y="138057"/>
                </a:lnTo>
                <a:lnTo>
                  <a:pt x="492593" y="137463"/>
                </a:lnTo>
                <a:lnTo>
                  <a:pt x="492239" y="136861"/>
                </a:lnTo>
                <a:lnTo>
                  <a:pt x="491894" y="136252"/>
                </a:lnTo>
                <a:lnTo>
                  <a:pt x="491557" y="135636"/>
                </a:lnTo>
                <a:lnTo>
                  <a:pt x="491228" y="135013"/>
                </a:lnTo>
                <a:lnTo>
                  <a:pt x="490908" y="134382"/>
                </a:lnTo>
                <a:lnTo>
                  <a:pt x="490596" y="133744"/>
                </a:lnTo>
                <a:lnTo>
                  <a:pt x="490292" y="133099"/>
                </a:lnTo>
                <a:lnTo>
                  <a:pt x="489996" y="132446"/>
                </a:lnTo>
                <a:lnTo>
                  <a:pt x="489708" y="131786"/>
                </a:lnTo>
                <a:lnTo>
                  <a:pt x="489429" y="131119"/>
                </a:lnTo>
                <a:lnTo>
                  <a:pt x="489158" y="130444"/>
                </a:lnTo>
                <a:lnTo>
                  <a:pt x="488895" y="129762"/>
                </a:lnTo>
                <a:lnTo>
                  <a:pt x="488640" y="129073"/>
                </a:lnTo>
                <a:lnTo>
                  <a:pt x="488394" y="128377"/>
                </a:lnTo>
                <a:lnTo>
                  <a:pt x="488157" y="127675"/>
                </a:lnTo>
                <a:lnTo>
                  <a:pt x="487929" y="126969"/>
                </a:lnTo>
                <a:lnTo>
                  <a:pt x="487712" y="126258"/>
                </a:lnTo>
                <a:lnTo>
                  <a:pt x="487505" y="125544"/>
                </a:lnTo>
                <a:lnTo>
                  <a:pt x="487309" y="124825"/>
                </a:lnTo>
                <a:lnTo>
                  <a:pt x="487122" y="124103"/>
                </a:lnTo>
                <a:lnTo>
                  <a:pt x="486945" y="123376"/>
                </a:lnTo>
                <a:lnTo>
                  <a:pt x="486778" y="122645"/>
                </a:lnTo>
                <a:lnTo>
                  <a:pt x="486622" y="121910"/>
                </a:lnTo>
                <a:lnTo>
                  <a:pt x="486476" y="121171"/>
                </a:lnTo>
                <a:lnTo>
                  <a:pt x="486339" y="120428"/>
                </a:lnTo>
                <a:lnTo>
                  <a:pt x="486213" y="119680"/>
                </a:lnTo>
                <a:lnTo>
                  <a:pt x="486097" y="118929"/>
                </a:lnTo>
                <a:lnTo>
                  <a:pt x="485991" y="118173"/>
                </a:lnTo>
                <a:lnTo>
                  <a:pt x="485895" y="117414"/>
                </a:lnTo>
                <a:lnTo>
                  <a:pt x="485809" y="116650"/>
                </a:lnTo>
                <a:lnTo>
                  <a:pt x="485733" y="115882"/>
                </a:lnTo>
                <a:lnTo>
                  <a:pt x="485668" y="115110"/>
                </a:lnTo>
                <a:lnTo>
                  <a:pt x="485612" y="114334"/>
                </a:lnTo>
                <a:lnTo>
                  <a:pt x="485567" y="113553"/>
                </a:lnTo>
                <a:lnTo>
                  <a:pt x="485531" y="112769"/>
                </a:lnTo>
                <a:lnTo>
                  <a:pt x="485506" y="111981"/>
                </a:lnTo>
                <a:lnTo>
                  <a:pt x="485491" y="111188"/>
                </a:lnTo>
                <a:lnTo>
                  <a:pt x="485486" y="110391"/>
                </a:lnTo>
                <a:lnTo>
                  <a:pt x="485486" y="107914"/>
                </a:lnTo>
                <a:lnTo>
                  <a:pt x="568630" y="107914"/>
                </a:lnTo>
                <a:lnTo>
                  <a:pt x="568630" y="100066"/>
                </a:lnTo>
                <a:lnTo>
                  <a:pt x="568624" y="99093"/>
                </a:lnTo>
                <a:lnTo>
                  <a:pt x="568609" y="98126"/>
                </a:lnTo>
                <a:lnTo>
                  <a:pt x="568582" y="97167"/>
                </a:lnTo>
                <a:close/>
                <a:moveTo>
                  <a:pt x="486276" y="94763"/>
                </a:moveTo>
                <a:lnTo>
                  <a:pt x="486402" y="93962"/>
                </a:lnTo>
                <a:lnTo>
                  <a:pt x="486538" y="93169"/>
                </a:lnTo>
                <a:lnTo>
                  <a:pt x="486683" y="92382"/>
                </a:lnTo>
                <a:lnTo>
                  <a:pt x="486837" y="91601"/>
                </a:lnTo>
                <a:lnTo>
                  <a:pt x="487001" y="90827"/>
                </a:lnTo>
                <a:lnTo>
                  <a:pt x="487174" y="90060"/>
                </a:lnTo>
                <a:lnTo>
                  <a:pt x="487356" y="89299"/>
                </a:lnTo>
                <a:lnTo>
                  <a:pt x="487547" y="88544"/>
                </a:lnTo>
                <a:lnTo>
                  <a:pt x="487748" y="87797"/>
                </a:lnTo>
                <a:lnTo>
                  <a:pt x="487959" y="87055"/>
                </a:lnTo>
                <a:lnTo>
                  <a:pt x="488179" y="86321"/>
                </a:lnTo>
                <a:lnTo>
                  <a:pt x="488407" y="85593"/>
                </a:lnTo>
                <a:lnTo>
                  <a:pt x="488643" y="84874"/>
                </a:lnTo>
                <a:lnTo>
                  <a:pt x="488886" y="84163"/>
                </a:lnTo>
                <a:lnTo>
                  <a:pt x="489137" y="83461"/>
                </a:lnTo>
                <a:lnTo>
                  <a:pt x="489396" y="82766"/>
                </a:lnTo>
                <a:lnTo>
                  <a:pt x="489663" y="82080"/>
                </a:lnTo>
                <a:lnTo>
                  <a:pt x="489937" y="81402"/>
                </a:lnTo>
                <a:lnTo>
                  <a:pt x="490219" y="80732"/>
                </a:lnTo>
                <a:lnTo>
                  <a:pt x="490508" y="80071"/>
                </a:lnTo>
                <a:lnTo>
                  <a:pt x="490806" y="79417"/>
                </a:lnTo>
                <a:lnTo>
                  <a:pt x="491110" y="78772"/>
                </a:lnTo>
                <a:lnTo>
                  <a:pt x="491423" y="78135"/>
                </a:lnTo>
                <a:lnTo>
                  <a:pt x="491743" y="77507"/>
                </a:lnTo>
                <a:lnTo>
                  <a:pt x="492071" y="76886"/>
                </a:lnTo>
                <a:lnTo>
                  <a:pt x="492407" y="76274"/>
                </a:lnTo>
                <a:lnTo>
                  <a:pt x="492750" y="75670"/>
                </a:lnTo>
                <a:lnTo>
                  <a:pt x="493101" y="75075"/>
                </a:lnTo>
                <a:lnTo>
                  <a:pt x="493459" y="74487"/>
                </a:lnTo>
                <a:lnTo>
                  <a:pt x="493825" y="73908"/>
                </a:lnTo>
                <a:lnTo>
                  <a:pt x="494199" y="73337"/>
                </a:lnTo>
                <a:lnTo>
                  <a:pt x="494581" y="72774"/>
                </a:lnTo>
                <a:lnTo>
                  <a:pt x="494970" y="72220"/>
                </a:lnTo>
                <a:lnTo>
                  <a:pt x="495367" y="71673"/>
                </a:lnTo>
                <a:lnTo>
                  <a:pt x="495771" y="71135"/>
                </a:lnTo>
                <a:lnTo>
                  <a:pt x="496183" y="70606"/>
                </a:lnTo>
                <a:lnTo>
                  <a:pt x="496601" y="70088"/>
                </a:lnTo>
                <a:lnTo>
                  <a:pt x="497026" y="69579"/>
                </a:lnTo>
                <a:lnTo>
                  <a:pt x="497457" y="69081"/>
                </a:lnTo>
                <a:lnTo>
                  <a:pt x="497895" y="68594"/>
                </a:lnTo>
                <a:lnTo>
                  <a:pt x="498339" y="68116"/>
                </a:lnTo>
                <a:lnTo>
                  <a:pt x="498790" y="67649"/>
                </a:lnTo>
                <a:lnTo>
                  <a:pt x="499248" y="67192"/>
                </a:lnTo>
                <a:lnTo>
                  <a:pt x="499712" y="66745"/>
                </a:lnTo>
                <a:lnTo>
                  <a:pt x="500182" y="66309"/>
                </a:lnTo>
                <a:lnTo>
                  <a:pt x="500659" y="65883"/>
                </a:lnTo>
                <a:lnTo>
                  <a:pt x="501143" y="65467"/>
                </a:lnTo>
                <a:lnTo>
                  <a:pt x="501633" y="65062"/>
                </a:lnTo>
                <a:lnTo>
                  <a:pt x="502130" y="64667"/>
                </a:lnTo>
                <a:lnTo>
                  <a:pt x="502633" y="64282"/>
                </a:lnTo>
                <a:lnTo>
                  <a:pt x="503143" y="63907"/>
                </a:lnTo>
                <a:lnTo>
                  <a:pt x="503659" y="63543"/>
                </a:lnTo>
                <a:lnTo>
                  <a:pt x="504182" y="63189"/>
                </a:lnTo>
                <a:lnTo>
                  <a:pt x="504711" y="62845"/>
                </a:lnTo>
                <a:lnTo>
                  <a:pt x="505247" y="62512"/>
                </a:lnTo>
                <a:lnTo>
                  <a:pt x="505790" y="62188"/>
                </a:lnTo>
                <a:lnTo>
                  <a:pt x="506339" y="61876"/>
                </a:lnTo>
                <a:lnTo>
                  <a:pt x="506894" y="61573"/>
                </a:lnTo>
                <a:lnTo>
                  <a:pt x="507457" y="61281"/>
                </a:lnTo>
                <a:lnTo>
                  <a:pt x="508025" y="60999"/>
                </a:lnTo>
                <a:lnTo>
                  <a:pt x="508598" y="60730"/>
                </a:lnTo>
                <a:lnTo>
                  <a:pt x="509176" y="60473"/>
                </a:lnTo>
                <a:lnTo>
                  <a:pt x="509760" y="60228"/>
                </a:lnTo>
                <a:lnTo>
                  <a:pt x="510349" y="59994"/>
                </a:lnTo>
                <a:lnTo>
                  <a:pt x="510943" y="59773"/>
                </a:lnTo>
                <a:lnTo>
                  <a:pt x="511543" y="59563"/>
                </a:lnTo>
                <a:lnTo>
                  <a:pt x="512147" y="59366"/>
                </a:lnTo>
                <a:lnTo>
                  <a:pt x="512757" y="59180"/>
                </a:lnTo>
                <a:lnTo>
                  <a:pt x="513373" y="59007"/>
                </a:lnTo>
                <a:lnTo>
                  <a:pt x="513993" y="58845"/>
                </a:lnTo>
                <a:lnTo>
                  <a:pt x="514619" y="58696"/>
                </a:lnTo>
                <a:lnTo>
                  <a:pt x="515249" y="58558"/>
                </a:lnTo>
                <a:lnTo>
                  <a:pt x="515886" y="58433"/>
                </a:lnTo>
                <a:lnTo>
                  <a:pt x="516527" y="58319"/>
                </a:lnTo>
                <a:lnTo>
                  <a:pt x="517173" y="58217"/>
                </a:lnTo>
                <a:lnTo>
                  <a:pt x="517825" y="58127"/>
                </a:lnTo>
                <a:lnTo>
                  <a:pt x="518482" y="58050"/>
                </a:lnTo>
                <a:lnTo>
                  <a:pt x="519145" y="57984"/>
                </a:lnTo>
                <a:lnTo>
                  <a:pt x="519812" y="57930"/>
                </a:lnTo>
                <a:lnTo>
                  <a:pt x="520485" y="57888"/>
                </a:lnTo>
                <a:lnTo>
                  <a:pt x="521163" y="57858"/>
                </a:lnTo>
                <a:lnTo>
                  <a:pt x="521846" y="57840"/>
                </a:lnTo>
                <a:lnTo>
                  <a:pt x="522534" y="57834"/>
                </a:lnTo>
                <a:lnTo>
                  <a:pt x="523443" y="57844"/>
                </a:lnTo>
                <a:lnTo>
                  <a:pt x="524339" y="57872"/>
                </a:lnTo>
                <a:lnTo>
                  <a:pt x="525223" y="57918"/>
                </a:lnTo>
                <a:lnTo>
                  <a:pt x="526093" y="57983"/>
                </a:lnTo>
                <a:lnTo>
                  <a:pt x="526950" y="58067"/>
                </a:lnTo>
                <a:lnTo>
                  <a:pt x="527795" y="58170"/>
                </a:lnTo>
                <a:lnTo>
                  <a:pt x="528626" y="58291"/>
                </a:lnTo>
                <a:lnTo>
                  <a:pt x="529445" y="58431"/>
                </a:lnTo>
                <a:lnTo>
                  <a:pt x="530251" y="58590"/>
                </a:lnTo>
                <a:lnTo>
                  <a:pt x="531044" y="58767"/>
                </a:lnTo>
                <a:lnTo>
                  <a:pt x="531824" y="58963"/>
                </a:lnTo>
                <a:lnTo>
                  <a:pt x="532591" y="59177"/>
                </a:lnTo>
                <a:lnTo>
                  <a:pt x="533345" y="59410"/>
                </a:lnTo>
                <a:lnTo>
                  <a:pt x="534086" y="59662"/>
                </a:lnTo>
                <a:lnTo>
                  <a:pt x="534815" y="59932"/>
                </a:lnTo>
                <a:lnTo>
                  <a:pt x="535530" y="60222"/>
                </a:lnTo>
                <a:lnTo>
                  <a:pt x="536233" y="60529"/>
                </a:lnTo>
                <a:lnTo>
                  <a:pt x="536922" y="60856"/>
                </a:lnTo>
                <a:lnTo>
                  <a:pt x="537599" y="61201"/>
                </a:lnTo>
                <a:lnTo>
                  <a:pt x="538263" y="61564"/>
                </a:lnTo>
                <a:lnTo>
                  <a:pt x="538914" y="61947"/>
                </a:lnTo>
                <a:lnTo>
                  <a:pt x="539552" y="62348"/>
                </a:lnTo>
                <a:lnTo>
                  <a:pt x="540177" y="62767"/>
                </a:lnTo>
                <a:lnTo>
                  <a:pt x="540789" y="63206"/>
                </a:lnTo>
                <a:lnTo>
                  <a:pt x="541389" y="63659"/>
                </a:lnTo>
                <a:lnTo>
                  <a:pt x="541976" y="64122"/>
                </a:lnTo>
                <a:lnTo>
                  <a:pt x="542551" y="64597"/>
                </a:lnTo>
                <a:lnTo>
                  <a:pt x="543114" y="65083"/>
                </a:lnTo>
                <a:lnTo>
                  <a:pt x="543664" y="65580"/>
                </a:lnTo>
                <a:lnTo>
                  <a:pt x="544202" y="66088"/>
                </a:lnTo>
                <a:lnTo>
                  <a:pt x="544728" y="66607"/>
                </a:lnTo>
                <a:lnTo>
                  <a:pt x="545241" y="67137"/>
                </a:lnTo>
                <a:lnTo>
                  <a:pt x="545742" y="67678"/>
                </a:lnTo>
                <a:lnTo>
                  <a:pt x="546230" y="68230"/>
                </a:lnTo>
                <a:lnTo>
                  <a:pt x="546707" y="68793"/>
                </a:lnTo>
                <a:lnTo>
                  <a:pt x="547171" y="69366"/>
                </a:lnTo>
                <a:lnTo>
                  <a:pt x="547622" y="69951"/>
                </a:lnTo>
                <a:lnTo>
                  <a:pt x="548061" y="70547"/>
                </a:lnTo>
                <a:lnTo>
                  <a:pt x="548488" y="71154"/>
                </a:lnTo>
                <a:lnTo>
                  <a:pt x="548903" y="71772"/>
                </a:lnTo>
                <a:lnTo>
                  <a:pt x="549305" y="72401"/>
                </a:lnTo>
                <a:lnTo>
                  <a:pt x="549695" y="73041"/>
                </a:lnTo>
                <a:lnTo>
                  <a:pt x="550072" y="73692"/>
                </a:lnTo>
                <a:lnTo>
                  <a:pt x="550437" y="74354"/>
                </a:lnTo>
                <a:lnTo>
                  <a:pt x="550790" y="75027"/>
                </a:lnTo>
                <a:lnTo>
                  <a:pt x="551131" y="75711"/>
                </a:lnTo>
                <a:lnTo>
                  <a:pt x="551459" y="76406"/>
                </a:lnTo>
                <a:lnTo>
                  <a:pt x="551775" y="77112"/>
                </a:lnTo>
                <a:lnTo>
                  <a:pt x="552078" y="77826"/>
                </a:lnTo>
                <a:lnTo>
                  <a:pt x="552370" y="78544"/>
                </a:lnTo>
                <a:lnTo>
                  <a:pt x="552649" y="79266"/>
                </a:lnTo>
                <a:lnTo>
                  <a:pt x="552916" y="79993"/>
                </a:lnTo>
                <a:lnTo>
                  <a:pt x="553171" y="80724"/>
                </a:lnTo>
                <a:lnTo>
                  <a:pt x="553414" y="81459"/>
                </a:lnTo>
                <a:lnTo>
                  <a:pt x="553644" y="82198"/>
                </a:lnTo>
                <a:lnTo>
                  <a:pt x="553863" y="82942"/>
                </a:lnTo>
                <a:lnTo>
                  <a:pt x="554069" y="83690"/>
                </a:lnTo>
                <a:lnTo>
                  <a:pt x="554263" y="84442"/>
                </a:lnTo>
                <a:lnTo>
                  <a:pt x="554445" y="85199"/>
                </a:lnTo>
                <a:lnTo>
                  <a:pt x="554615" y="85960"/>
                </a:lnTo>
                <a:lnTo>
                  <a:pt x="554773" y="86725"/>
                </a:lnTo>
                <a:lnTo>
                  <a:pt x="554918" y="87494"/>
                </a:lnTo>
                <a:lnTo>
                  <a:pt x="555052" y="88268"/>
                </a:lnTo>
                <a:lnTo>
                  <a:pt x="555173" y="89046"/>
                </a:lnTo>
                <a:lnTo>
                  <a:pt x="555282" y="89828"/>
                </a:lnTo>
                <a:lnTo>
                  <a:pt x="555379" y="90615"/>
                </a:lnTo>
                <a:lnTo>
                  <a:pt x="555464" y="91406"/>
                </a:lnTo>
                <a:lnTo>
                  <a:pt x="555537" y="92201"/>
                </a:lnTo>
                <a:lnTo>
                  <a:pt x="555597" y="93000"/>
                </a:lnTo>
                <a:lnTo>
                  <a:pt x="555645" y="93804"/>
                </a:lnTo>
                <a:lnTo>
                  <a:pt x="555682" y="94612"/>
                </a:lnTo>
                <a:lnTo>
                  <a:pt x="555706" y="95425"/>
                </a:lnTo>
                <a:lnTo>
                  <a:pt x="555706" y="96821"/>
                </a:lnTo>
                <a:lnTo>
                  <a:pt x="485999" y="96821"/>
                </a:lnTo>
                <a:lnTo>
                  <a:pt x="486052" y="96382"/>
                </a:lnTo>
                <a:lnTo>
                  <a:pt x="486159" y="95569"/>
                </a:lnTo>
                <a:lnTo>
                  <a:pt x="486276" y="94763"/>
                </a:lnTo>
                <a:close/>
                <a:moveTo>
                  <a:pt x="139628" y="48895"/>
                </a:moveTo>
                <a:lnTo>
                  <a:pt x="139628" y="165425"/>
                </a:lnTo>
                <a:lnTo>
                  <a:pt x="152552" y="165425"/>
                </a:lnTo>
                <a:lnTo>
                  <a:pt x="152552" y="48895"/>
                </a:lnTo>
                <a:lnTo>
                  <a:pt x="139628" y="48895"/>
                </a:lnTo>
                <a:close/>
                <a:moveTo>
                  <a:pt x="642128" y="48895"/>
                </a:moveTo>
                <a:lnTo>
                  <a:pt x="642128" y="59450"/>
                </a:lnTo>
                <a:lnTo>
                  <a:pt x="663560" y="59450"/>
                </a:lnTo>
                <a:lnTo>
                  <a:pt x="663560" y="136993"/>
                </a:lnTo>
                <a:lnTo>
                  <a:pt x="663566" y="137954"/>
                </a:lnTo>
                <a:lnTo>
                  <a:pt x="663583" y="138897"/>
                </a:lnTo>
                <a:lnTo>
                  <a:pt x="663611" y="139823"/>
                </a:lnTo>
                <a:lnTo>
                  <a:pt x="663650" y="140732"/>
                </a:lnTo>
                <a:lnTo>
                  <a:pt x="663700" y="141624"/>
                </a:lnTo>
                <a:lnTo>
                  <a:pt x="663762" y="142499"/>
                </a:lnTo>
                <a:lnTo>
                  <a:pt x="663835" y="143356"/>
                </a:lnTo>
                <a:lnTo>
                  <a:pt x="663919" y="144197"/>
                </a:lnTo>
                <a:lnTo>
                  <a:pt x="664015" y="145020"/>
                </a:lnTo>
                <a:lnTo>
                  <a:pt x="664121" y="145826"/>
                </a:lnTo>
                <a:lnTo>
                  <a:pt x="664239" y="146614"/>
                </a:lnTo>
                <a:lnTo>
                  <a:pt x="664368" y="147386"/>
                </a:lnTo>
                <a:lnTo>
                  <a:pt x="664508" y="148140"/>
                </a:lnTo>
                <a:lnTo>
                  <a:pt x="664660" y="148877"/>
                </a:lnTo>
                <a:lnTo>
                  <a:pt x="664822" y="149597"/>
                </a:lnTo>
                <a:lnTo>
                  <a:pt x="664996" y="150300"/>
                </a:lnTo>
                <a:lnTo>
                  <a:pt x="665181" y="150985"/>
                </a:lnTo>
                <a:lnTo>
                  <a:pt x="665378" y="151653"/>
                </a:lnTo>
                <a:lnTo>
                  <a:pt x="665585" y="152304"/>
                </a:lnTo>
                <a:lnTo>
                  <a:pt x="665804" y="152938"/>
                </a:lnTo>
                <a:lnTo>
                  <a:pt x="666034" y="153555"/>
                </a:lnTo>
                <a:lnTo>
                  <a:pt x="666275" y="154154"/>
                </a:lnTo>
                <a:lnTo>
                  <a:pt x="666528" y="154737"/>
                </a:lnTo>
                <a:lnTo>
                  <a:pt x="666791" y="155302"/>
                </a:lnTo>
                <a:lnTo>
                  <a:pt x="667065" y="155851"/>
                </a:lnTo>
                <a:lnTo>
                  <a:pt x="667347" y="156388"/>
                </a:lnTo>
                <a:lnTo>
                  <a:pt x="667638" y="156910"/>
                </a:lnTo>
                <a:lnTo>
                  <a:pt x="667937" y="157420"/>
                </a:lnTo>
                <a:lnTo>
                  <a:pt x="668245" y="157916"/>
                </a:lnTo>
                <a:lnTo>
                  <a:pt x="668561" y="158398"/>
                </a:lnTo>
                <a:lnTo>
                  <a:pt x="668887" y="158867"/>
                </a:lnTo>
                <a:lnTo>
                  <a:pt x="669220" y="159322"/>
                </a:lnTo>
                <a:lnTo>
                  <a:pt x="669563" y="159764"/>
                </a:lnTo>
                <a:lnTo>
                  <a:pt x="669914" y="160193"/>
                </a:lnTo>
                <a:lnTo>
                  <a:pt x="670273" y="160608"/>
                </a:lnTo>
                <a:lnTo>
                  <a:pt x="670641" y="161010"/>
                </a:lnTo>
                <a:lnTo>
                  <a:pt x="671018" y="161398"/>
                </a:lnTo>
                <a:lnTo>
                  <a:pt x="671404" y="161773"/>
                </a:lnTo>
                <a:lnTo>
                  <a:pt x="671797" y="162134"/>
                </a:lnTo>
                <a:lnTo>
                  <a:pt x="672200" y="162482"/>
                </a:lnTo>
                <a:lnTo>
                  <a:pt x="672611" y="162816"/>
                </a:lnTo>
                <a:lnTo>
                  <a:pt x="673031" y="163137"/>
                </a:lnTo>
                <a:lnTo>
                  <a:pt x="673459" y="163444"/>
                </a:lnTo>
                <a:lnTo>
                  <a:pt x="673896" y="163738"/>
                </a:lnTo>
                <a:lnTo>
                  <a:pt x="674342" y="164019"/>
                </a:lnTo>
                <a:lnTo>
                  <a:pt x="674796" y="164286"/>
                </a:lnTo>
                <a:lnTo>
                  <a:pt x="675259" y="164539"/>
                </a:lnTo>
                <a:lnTo>
                  <a:pt x="675730" y="164779"/>
                </a:lnTo>
                <a:lnTo>
                  <a:pt x="676209" y="165008"/>
                </a:lnTo>
                <a:lnTo>
                  <a:pt x="676693" y="165226"/>
                </a:lnTo>
                <a:lnTo>
                  <a:pt x="677184" y="165435"/>
                </a:lnTo>
                <a:lnTo>
                  <a:pt x="677681" y="165635"/>
                </a:lnTo>
                <a:lnTo>
                  <a:pt x="678183" y="165824"/>
                </a:lnTo>
                <a:lnTo>
                  <a:pt x="678692" y="166004"/>
                </a:lnTo>
                <a:lnTo>
                  <a:pt x="679206" y="166174"/>
                </a:lnTo>
                <a:lnTo>
                  <a:pt x="679727" y="166335"/>
                </a:lnTo>
                <a:lnTo>
                  <a:pt x="680254" y="166486"/>
                </a:lnTo>
                <a:lnTo>
                  <a:pt x="680786" y="166627"/>
                </a:lnTo>
                <a:lnTo>
                  <a:pt x="681325" y="166758"/>
                </a:lnTo>
                <a:lnTo>
                  <a:pt x="681869" y="166879"/>
                </a:lnTo>
                <a:lnTo>
                  <a:pt x="682419" y="166991"/>
                </a:lnTo>
                <a:lnTo>
                  <a:pt x="682976" y="167093"/>
                </a:lnTo>
                <a:lnTo>
                  <a:pt x="683538" y="167186"/>
                </a:lnTo>
                <a:lnTo>
                  <a:pt x="684107" y="167268"/>
                </a:lnTo>
                <a:lnTo>
                  <a:pt x="684681" y="167341"/>
                </a:lnTo>
                <a:lnTo>
                  <a:pt x="685262" y="167404"/>
                </a:lnTo>
                <a:lnTo>
                  <a:pt x="685848" y="167458"/>
                </a:lnTo>
                <a:lnTo>
                  <a:pt x="686440" y="167502"/>
                </a:lnTo>
                <a:lnTo>
                  <a:pt x="687039" y="167536"/>
                </a:lnTo>
                <a:lnTo>
                  <a:pt x="687643" y="167560"/>
                </a:lnTo>
                <a:lnTo>
                  <a:pt x="688253" y="167574"/>
                </a:lnTo>
                <a:lnTo>
                  <a:pt x="688869" y="167579"/>
                </a:lnTo>
                <a:lnTo>
                  <a:pt x="689184" y="167579"/>
                </a:lnTo>
                <a:lnTo>
                  <a:pt x="689498" y="167576"/>
                </a:lnTo>
                <a:lnTo>
                  <a:pt x="689813" y="167572"/>
                </a:lnTo>
                <a:lnTo>
                  <a:pt x="690127" y="167566"/>
                </a:lnTo>
                <a:lnTo>
                  <a:pt x="690442" y="167558"/>
                </a:lnTo>
                <a:lnTo>
                  <a:pt x="690758" y="167549"/>
                </a:lnTo>
                <a:lnTo>
                  <a:pt x="691073" y="167538"/>
                </a:lnTo>
                <a:lnTo>
                  <a:pt x="691388" y="167525"/>
                </a:lnTo>
                <a:lnTo>
                  <a:pt x="691704" y="167511"/>
                </a:lnTo>
                <a:lnTo>
                  <a:pt x="692020" y="167495"/>
                </a:lnTo>
                <a:lnTo>
                  <a:pt x="692336" y="167478"/>
                </a:lnTo>
                <a:lnTo>
                  <a:pt x="692652" y="167458"/>
                </a:lnTo>
                <a:lnTo>
                  <a:pt x="692969" y="167437"/>
                </a:lnTo>
                <a:lnTo>
                  <a:pt x="693285" y="167414"/>
                </a:lnTo>
                <a:lnTo>
                  <a:pt x="693602" y="167390"/>
                </a:lnTo>
                <a:lnTo>
                  <a:pt x="693919" y="167364"/>
                </a:lnTo>
                <a:lnTo>
                  <a:pt x="694237" y="167336"/>
                </a:lnTo>
                <a:lnTo>
                  <a:pt x="694554" y="167307"/>
                </a:lnTo>
                <a:lnTo>
                  <a:pt x="694871" y="167276"/>
                </a:lnTo>
                <a:lnTo>
                  <a:pt x="695189" y="167243"/>
                </a:lnTo>
                <a:lnTo>
                  <a:pt x="695507" y="167208"/>
                </a:lnTo>
                <a:lnTo>
                  <a:pt x="695825" y="167172"/>
                </a:lnTo>
                <a:lnTo>
                  <a:pt x="696144" y="167134"/>
                </a:lnTo>
                <a:lnTo>
                  <a:pt x="696462" y="167095"/>
                </a:lnTo>
                <a:lnTo>
                  <a:pt x="696778" y="167054"/>
                </a:lnTo>
                <a:lnTo>
                  <a:pt x="697089" y="167012"/>
                </a:lnTo>
                <a:lnTo>
                  <a:pt x="697395" y="166969"/>
                </a:lnTo>
                <a:lnTo>
                  <a:pt x="697696" y="166926"/>
                </a:lnTo>
                <a:lnTo>
                  <a:pt x="697992" y="166881"/>
                </a:lnTo>
                <a:lnTo>
                  <a:pt x="698283" y="166836"/>
                </a:lnTo>
                <a:lnTo>
                  <a:pt x="698569" y="166789"/>
                </a:lnTo>
                <a:lnTo>
                  <a:pt x="698850" y="166742"/>
                </a:lnTo>
                <a:lnTo>
                  <a:pt x="699125" y="166693"/>
                </a:lnTo>
                <a:lnTo>
                  <a:pt x="699396" y="166644"/>
                </a:lnTo>
                <a:lnTo>
                  <a:pt x="699661" y="166594"/>
                </a:lnTo>
                <a:lnTo>
                  <a:pt x="699922" y="166543"/>
                </a:lnTo>
                <a:lnTo>
                  <a:pt x="700178" y="166491"/>
                </a:lnTo>
                <a:lnTo>
                  <a:pt x="700428" y="166438"/>
                </a:lnTo>
                <a:lnTo>
                  <a:pt x="700673" y="166384"/>
                </a:lnTo>
                <a:lnTo>
                  <a:pt x="700914" y="166329"/>
                </a:lnTo>
                <a:lnTo>
                  <a:pt x="701149" y="166273"/>
                </a:lnTo>
                <a:lnTo>
                  <a:pt x="701379" y="166216"/>
                </a:lnTo>
                <a:lnTo>
                  <a:pt x="701605" y="166159"/>
                </a:lnTo>
                <a:lnTo>
                  <a:pt x="701825" y="166100"/>
                </a:lnTo>
                <a:lnTo>
                  <a:pt x="702040" y="166040"/>
                </a:lnTo>
                <a:lnTo>
                  <a:pt x="702250" y="165980"/>
                </a:lnTo>
                <a:lnTo>
                  <a:pt x="702455" y="165919"/>
                </a:lnTo>
                <a:lnTo>
                  <a:pt x="702655" y="165856"/>
                </a:lnTo>
                <a:lnTo>
                  <a:pt x="702116" y="154979"/>
                </a:lnTo>
                <a:lnTo>
                  <a:pt x="701927" y="155006"/>
                </a:lnTo>
                <a:lnTo>
                  <a:pt x="701737" y="155033"/>
                </a:lnTo>
                <a:lnTo>
                  <a:pt x="701545" y="155060"/>
                </a:lnTo>
                <a:lnTo>
                  <a:pt x="701352" y="155088"/>
                </a:lnTo>
                <a:lnTo>
                  <a:pt x="701158" y="155116"/>
                </a:lnTo>
                <a:lnTo>
                  <a:pt x="700962" y="155143"/>
                </a:lnTo>
                <a:lnTo>
                  <a:pt x="700765" y="155172"/>
                </a:lnTo>
                <a:lnTo>
                  <a:pt x="700567" y="155200"/>
                </a:lnTo>
                <a:lnTo>
                  <a:pt x="700367" y="155228"/>
                </a:lnTo>
                <a:lnTo>
                  <a:pt x="700166" y="155257"/>
                </a:lnTo>
                <a:lnTo>
                  <a:pt x="699964" y="155286"/>
                </a:lnTo>
                <a:lnTo>
                  <a:pt x="699760" y="155315"/>
                </a:lnTo>
                <a:lnTo>
                  <a:pt x="699556" y="155344"/>
                </a:lnTo>
                <a:lnTo>
                  <a:pt x="699349" y="155374"/>
                </a:lnTo>
                <a:lnTo>
                  <a:pt x="699142" y="155403"/>
                </a:lnTo>
                <a:lnTo>
                  <a:pt x="698933" y="155433"/>
                </a:lnTo>
                <a:lnTo>
                  <a:pt x="698723" y="155463"/>
                </a:lnTo>
                <a:lnTo>
                  <a:pt x="698512" y="155494"/>
                </a:lnTo>
                <a:lnTo>
                  <a:pt x="698299" y="155524"/>
                </a:lnTo>
                <a:lnTo>
                  <a:pt x="698085" y="155554"/>
                </a:lnTo>
                <a:lnTo>
                  <a:pt x="697870" y="155585"/>
                </a:lnTo>
                <a:lnTo>
                  <a:pt x="697653" y="155616"/>
                </a:lnTo>
                <a:lnTo>
                  <a:pt x="697435" y="155647"/>
                </a:lnTo>
                <a:lnTo>
                  <a:pt x="697216" y="155679"/>
                </a:lnTo>
                <a:lnTo>
                  <a:pt x="696996" y="155709"/>
                </a:lnTo>
                <a:lnTo>
                  <a:pt x="696774" y="155739"/>
                </a:lnTo>
                <a:lnTo>
                  <a:pt x="696552" y="155767"/>
                </a:lnTo>
                <a:lnTo>
                  <a:pt x="696329" y="155794"/>
                </a:lnTo>
                <a:lnTo>
                  <a:pt x="696105" y="155819"/>
                </a:lnTo>
                <a:lnTo>
                  <a:pt x="695880" y="155844"/>
                </a:lnTo>
                <a:lnTo>
                  <a:pt x="695654" y="155866"/>
                </a:lnTo>
                <a:lnTo>
                  <a:pt x="695427" y="155888"/>
                </a:lnTo>
                <a:lnTo>
                  <a:pt x="695199" y="155908"/>
                </a:lnTo>
                <a:lnTo>
                  <a:pt x="694970" y="155927"/>
                </a:lnTo>
                <a:lnTo>
                  <a:pt x="694741" y="155945"/>
                </a:lnTo>
                <a:lnTo>
                  <a:pt x="694510" y="155961"/>
                </a:lnTo>
                <a:lnTo>
                  <a:pt x="694279" y="155976"/>
                </a:lnTo>
                <a:lnTo>
                  <a:pt x="694046" y="155990"/>
                </a:lnTo>
                <a:lnTo>
                  <a:pt x="693813" y="156003"/>
                </a:lnTo>
                <a:lnTo>
                  <a:pt x="693578" y="156014"/>
                </a:lnTo>
                <a:lnTo>
                  <a:pt x="693343" y="156024"/>
                </a:lnTo>
                <a:lnTo>
                  <a:pt x="693107" y="156032"/>
                </a:lnTo>
                <a:lnTo>
                  <a:pt x="692870" y="156039"/>
                </a:lnTo>
                <a:lnTo>
                  <a:pt x="692631" y="156045"/>
                </a:lnTo>
                <a:lnTo>
                  <a:pt x="692392" y="156050"/>
                </a:lnTo>
                <a:lnTo>
                  <a:pt x="692152" y="156053"/>
                </a:lnTo>
                <a:lnTo>
                  <a:pt x="691911" y="156055"/>
                </a:lnTo>
                <a:lnTo>
                  <a:pt x="691670" y="156056"/>
                </a:lnTo>
                <a:lnTo>
                  <a:pt x="691338" y="156053"/>
                </a:lnTo>
                <a:lnTo>
                  <a:pt x="691009" y="156046"/>
                </a:lnTo>
                <a:lnTo>
                  <a:pt x="690681" y="156035"/>
                </a:lnTo>
                <a:lnTo>
                  <a:pt x="690355" y="156018"/>
                </a:lnTo>
                <a:lnTo>
                  <a:pt x="690030" y="155997"/>
                </a:lnTo>
                <a:lnTo>
                  <a:pt x="689707" y="155971"/>
                </a:lnTo>
                <a:lnTo>
                  <a:pt x="689386" y="155941"/>
                </a:lnTo>
                <a:lnTo>
                  <a:pt x="689067" y="155906"/>
                </a:lnTo>
                <a:lnTo>
                  <a:pt x="688749" y="155866"/>
                </a:lnTo>
                <a:lnTo>
                  <a:pt x="688433" y="155822"/>
                </a:lnTo>
                <a:lnTo>
                  <a:pt x="688119" y="155773"/>
                </a:lnTo>
                <a:lnTo>
                  <a:pt x="687806" y="155719"/>
                </a:lnTo>
                <a:lnTo>
                  <a:pt x="687495" y="155661"/>
                </a:lnTo>
                <a:lnTo>
                  <a:pt x="687186" y="155597"/>
                </a:lnTo>
                <a:lnTo>
                  <a:pt x="686878" y="155530"/>
                </a:lnTo>
                <a:lnTo>
                  <a:pt x="686572" y="155457"/>
                </a:lnTo>
                <a:lnTo>
                  <a:pt x="686268" y="155380"/>
                </a:lnTo>
                <a:lnTo>
                  <a:pt x="685965" y="155298"/>
                </a:lnTo>
                <a:lnTo>
                  <a:pt x="685664" y="155212"/>
                </a:lnTo>
                <a:lnTo>
                  <a:pt x="685365" y="155121"/>
                </a:lnTo>
                <a:lnTo>
                  <a:pt x="685067" y="155025"/>
                </a:lnTo>
                <a:lnTo>
                  <a:pt x="684771" y="154924"/>
                </a:lnTo>
                <a:lnTo>
                  <a:pt x="684477" y="154819"/>
                </a:lnTo>
                <a:lnTo>
                  <a:pt x="684185" y="154709"/>
                </a:lnTo>
                <a:lnTo>
                  <a:pt x="683895" y="154592"/>
                </a:lnTo>
                <a:lnTo>
                  <a:pt x="683611" y="154466"/>
                </a:lnTo>
                <a:lnTo>
                  <a:pt x="683331" y="154329"/>
                </a:lnTo>
                <a:lnTo>
                  <a:pt x="683057" y="154183"/>
                </a:lnTo>
                <a:lnTo>
                  <a:pt x="682787" y="154027"/>
                </a:lnTo>
                <a:lnTo>
                  <a:pt x="682522" y="153861"/>
                </a:lnTo>
                <a:lnTo>
                  <a:pt x="682262" y="153686"/>
                </a:lnTo>
                <a:lnTo>
                  <a:pt x="682007" y="153501"/>
                </a:lnTo>
                <a:lnTo>
                  <a:pt x="681756" y="153306"/>
                </a:lnTo>
                <a:lnTo>
                  <a:pt x="681511" y="153101"/>
                </a:lnTo>
                <a:lnTo>
                  <a:pt x="681270" y="152887"/>
                </a:lnTo>
                <a:lnTo>
                  <a:pt x="681034" y="152663"/>
                </a:lnTo>
                <a:lnTo>
                  <a:pt x="680803" y="152429"/>
                </a:lnTo>
                <a:lnTo>
                  <a:pt x="680577" y="152186"/>
                </a:lnTo>
                <a:lnTo>
                  <a:pt x="680356" y="151933"/>
                </a:lnTo>
                <a:lnTo>
                  <a:pt x="680140" y="151670"/>
                </a:lnTo>
                <a:lnTo>
                  <a:pt x="679928" y="151397"/>
                </a:lnTo>
                <a:lnTo>
                  <a:pt x="679722" y="151115"/>
                </a:lnTo>
                <a:lnTo>
                  <a:pt x="679520" y="150823"/>
                </a:lnTo>
                <a:lnTo>
                  <a:pt x="679323" y="150521"/>
                </a:lnTo>
                <a:lnTo>
                  <a:pt x="679131" y="150210"/>
                </a:lnTo>
                <a:lnTo>
                  <a:pt x="678944" y="149888"/>
                </a:lnTo>
                <a:lnTo>
                  <a:pt x="678762" y="149557"/>
                </a:lnTo>
                <a:lnTo>
                  <a:pt x="678584" y="149217"/>
                </a:lnTo>
                <a:lnTo>
                  <a:pt x="678413" y="148864"/>
                </a:lnTo>
                <a:lnTo>
                  <a:pt x="678249" y="148498"/>
                </a:lnTo>
                <a:lnTo>
                  <a:pt x="678092" y="148119"/>
                </a:lnTo>
                <a:lnTo>
                  <a:pt x="677942" y="147725"/>
                </a:lnTo>
                <a:lnTo>
                  <a:pt x="677800" y="147318"/>
                </a:lnTo>
                <a:lnTo>
                  <a:pt x="677665" y="146898"/>
                </a:lnTo>
                <a:lnTo>
                  <a:pt x="677538" y="146464"/>
                </a:lnTo>
                <a:lnTo>
                  <a:pt x="677417" y="146016"/>
                </a:lnTo>
                <a:lnTo>
                  <a:pt x="677304" y="145554"/>
                </a:lnTo>
                <a:lnTo>
                  <a:pt x="677199" y="145079"/>
                </a:lnTo>
                <a:lnTo>
                  <a:pt x="677100" y="144590"/>
                </a:lnTo>
                <a:lnTo>
                  <a:pt x="677009" y="144088"/>
                </a:lnTo>
                <a:lnTo>
                  <a:pt x="676925" y="143571"/>
                </a:lnTo>
                <a:lnTo>
                  <a:pt x="676849" y="143042"/>
                </a:lnTo>
                <a:lnTo>
                  <a:pt x="676779" y="142498"/>
                </a:lnTo>
                <a:lnTo>
                  <a:pt x="676717" y="141941"/>
                </a:lnTo>
                <a:lnTo>
                  <a:pt x="676663" y="141370"/>
                </a:lnTo>
                <a:lnTo>
                  <a:pt x="676615" y="140786"/>
                </a:lnTo>
                <a:lnTo>
                  <a:pt x="676575" y="140188"/>
                </a:lnTo>
                <a:lnTo>
                  <a:pt x="676542" y="139576"/>
                </a:lnTo>
                <a:lnTo>
                  <a:pt x="676517" y="138951"/>
                </a:lnTo>
                <a:lnTo>
                  <a:pt x="676499" y="138312"/>
                </a:lnTo>
                <a:lnTo>
                  <a:pt x="676488" y="137659"/>
                </a:lnTo>
                <a:lnTo>
                  <a:pt x="676484" y="136993"/>
                </a:lnTo>
                <a:lnTo>
                  <a:pt x="676484" y="59450"/>
                </a:lnTo>
                <a:lnTo>
                  <a:pt x="700609" y="59450"/>
                </a:lnTo>
                <a:lnTo>
                  <a:pt x="700609" y="48895"/>
                </a:lnTo>
                <a:lnTo>
                  <a:pt x="676484" y="48895"/>
                </a:lnTo>
                <a:lnTo>
                  <a:pt x="676484" y="18955"/>
                </a:lnTo>
                <a:lnTo>
                  <a:pt x="663560" y="18955"/>
                </a:lnTo>
                <a:lnTo>
                  <a:pt x="663560" y="48895"/>
                </a:lnTo>
                <a:lnTo>
                  <a:pt x="642128" y="48895"/>
                </a:lnTo>
                <a:close/>
                <a:moveTo>
                  <a:pt x="861259" y="83359"/>
                </a:moveTo>
                <a:lnTo>
                  <a:pt x="861451" y="82761"/>
                </a:lnTo>
                <a:lnTo>
                  <a:pt x="861649" y="82169"/>
                </a:lnTo>
                <a:lnTo>
                  <a:pt x="861855" y="81583"/>
                </a:lnTo>
                <a:lnTo>
                  <a:pt x="862068" y="81003"/>
                </a:lnTo>
                <a:lnTo>
                  <a:pt x="862288" y="80429"/>
                </a:lnTo>
                <a:lnTo>
                  <a:pt x="862514" y="79862"/>
                </a:lnTo>
                <a:lnTo>
                  <a:pt x="862747" y="79301"/>
                </a:lnTo>
                <a:lnTo>
                  <a:pt x="862988" y="78746"/>
                </a:lnTo>
                <a:lnTo>
                  <a:pt x="863235" y="78197"/>
                </a:lnTo>
                <a:lnTo>
                  <a:pt x="863489" y="77654"/>
                </a:lnTo>
                <a:lnTo>
                  <a:pt x="863750" y="77118"/>
                </a:lnTo>
                <a:lnTo>
                  <a:pt x="864018" y="76587"/>
                </a:lnTo>
                <a:lnTo>
                  <a:pt x="864293" y="76063"/>
                </a:lnTo>
                <a:lnTo>
                  <a:pt x="864575" y="75545"/>
                </a:lnTo>
                <a:lnTo>
                  <a:pt x="864864" y="75033"/>
                </a:lnTo>
                <a:lnTo>
                  <a:pt x="865160" y="74528"/>
                </a:lnTo>
                <a:lnTo>
                  <a:pt x="865462" y="74028"/>
                </a:lnTo>
                <a:lnTo>
                  <a:pt x="865772" y="73535"/>
                </a:lnTo>
                <a:lnTo>
                  <a:pt x="866088" y="73048"/>
                </a:lnTo>
                <a:lnTo>
                  <a:pt x="866412" y="72567"/>
                </a:lnTo>
                <a:lnTo>
                  <a:pt x="866742" y="72092"/>
                </a:lnTo>
                <a:lnTo>
                  <a:pt x="867079" y="71623"/>
                </a:lnTo>
                <a:lnTo>
                  <a:pt x="867423" y="71161"/>
                </a:lnTo>
                <a:lnTo>
                  <a:pt x="867774" y="70704"/>
                </a:lnTo>
                <a:lnTo>
                  <a:pt x="868133" y="70255"/>
                </a:lnTo>
                <a:lnTo>
                  <a:pt x="868498" y="69814"/>
                </a:lnTo>
                <a:lnTo>
                  <a:pt x="868871" y="69382"/>
                </a:lnTo>
                <a:lnTo>
                  <a:pt x="869251" y="68957"/>
                </a:lnTo>
                <a:lnTo>
                  <a:pt x="869638" y="68541"/>
                </a:lnTo>
                <a:lnTo>
                  <a:pt x="870033" y="68133"/>
                </a:lnTo>
                <a:lnTo>
                  <a:pt x="870435" y="67733"/>
                </a:lnTo>
                <a:lnTo>
                  <a:pt x="870844" y="67342"/>
                </a:lnTo>
                <a:lnTo>
                  <a:pt x="871260" y="66958"/>
                </a:lnTo>
                <a:lnTo>
                  <a:pt x="871684" y="66583"/>
                </a:lnTo>
                <a:lnTo>
                  <a:pt x="872115" y="66216"/>
                </a:lnTo>
                <a:lnTo>
                  <a:pt x="872554" y="65858"/>
                </a:lnTo>
                <a:lnTo>
                  <a:pt x="872999" y="65507"/>
                </a:lnTo>
                <a:lnTo>
                  <a:pt x="873452" y="65165"/>
                </a:lnTo>
                <a:lnTo>
                  <a:pt x="873912" y="64831"/>
                </a:lnTo>
                <a:lnTo>
                  <a:pt x="874380" y="64506"/>
                </a:lnTo>
                <a:lnTo>
                  <a:pt x="874855" y="64188"/>
                </a:lnTo>
                <a:lnTo>
                  <a:pt x="875337" y="63879"/>
                </a:lnTo>
                <a:lnTo>
                  <a:pt x="875826" y="63578"/>
                </a:lnTo>
                <a:lnTo>
                  <a:pt x="876323" y="63285"/>
                </a:lnTo>
                <a:lnTo>
                  <a:pt x="876827" y="63000"/>
                </a:lnTo>
                <a:lnTo>
                  <a:pt x="877338" y="62724"/>
                </a:lnTo>
                <a:lnTo>
                  <a:pt x="877857" y="62456"/>
                </a:lnTo>
                <a:lnTo>
                  <a:pt x="878383" y="62196"/>
                </a:lnTo>
                <a:lnTo>
                  <a:pt x="878916" y="61946"/>
                </a:lnTo>
                <a:lnTo>
                  <a:pt x="879455" y="61706"/>
                </a:lnTo>
                <a:lnTo>
                  <a:pt x="880002" y="61477"/>
                </a:lnTo>
                <a:lnTo>
                  <a:pt x="880555" y="61258"/>
                </a:lnTo>
                <a:lnTo>
                  <a:pt x="881115" y="61050"/>
                </a:lnTo>
                <a:lnTo>
                  <a:pt x="881681" y="60853"/>
                </a:lnTo>
                <a:lnTo>
                  <a:pt x="882254" y="60667"/>
                </a:lnTo>
                <a:lnTo>
                  <a:pt x="882834" y="60491"/>
                </a:lnTo>
                <a:lnTo>
                  <a:pt x="883421" y="60326"/>
                </a:lnTo>
                <a:lnTo>
                  <a:pt x="884015" y="60171"/>
                </a:lnTo>
                <a:lnTo>
                  <a:pt x="884615" y="60027"/>
                </a:lnTo>
                <a:lnTo>
                  <a:pt x="885222" y="59894"/>
                </a:lnTo>
                <a:lnTo>
                  <a:pt x="885835" y="59771"/>
                </a:lnTo>
                <a:lnTo>
                  <a:pt x="886456" y="59660"/>
                </a:lnTo>
                <a:lnTo>
                  <a:pt x="887083" y="59558"/>
                </a:lnTo>
                <a:lnTo>
                  <a:pt x="887717" y="59468"/>
                </a:lnTo>
                <a:lnTo>
                  <a:pt x="888357" y="59388"/>
                </a:lnTo>
                <a:lnTo>
                  <a:pt x="889005" y="59318"/>
                </a:lnTo>
                <a:lnTo>
                  <a:pt x="889659" y="59260"/>
                </a:lnTo>
                <a:lnTo>
                  <a:pt x="890319" y="59212"/>
                </a:lnTo>
                <a:lnTo>
                  <a:pt x="890987" y="59175"/>
                </a:lnTo>
                <a:lnTo>
                  <a:pt x="891661" y="59148"/>
                </a:lnTo>
                <a:lnTo>
                  <a:pt x="892342" y="59132"/>
                </a:lnTo>
                <a:lnTo>
                  <a:pt x="893030" y="59127"/>
                </a:lnTo>
                <a:lnTo>
                  <a:pt x="893235" y="59127"/>
                </a:lnTo>
                <a:lnTo>
                  <a:pt x="893440" y="59128"/>
                </a:lnTo>
                <a:lnTo>
                  <a:pt x="893642" y="59130"/>
                </a:lnTo>
                <a:lnTo>
                  <a:pt x="893844" y="59133"/>
                </a:lnTo>
                <a:lnTo>
                  <a:pt x="894043" y="59136"/>
                </a:lnTo>
                <a:lnTo>
                  <a:pt x="894241" y="59140"/>
                </a:lnTo>
                <a:lnTo>
                  <a:pt x="894438" y="59145"/>
                </a:lnTo>
                <a:lnTo>
                  <a:pt x="894633" y="59151"/>
                </a:lnTo>
                <a:lnTo>
                  <a:pt x="894827" y="59157"/>
                </a:lnTo>
                <a:lnTo>
                  <a:pt x="895019" y="59164"/>
                </a:lnTo>
                <a:lnTo>
                  <a:pt x="895210" y="59172"/>
                </a:lnTo>
                <a:lnTo>
                  <a:pt x="895399" y="59180"/>
                </a:lnTo>
                <a:lnTo>
                  <a:pt x="895587" y="59190"/>
                </a:lnTo>
                <a:lnTo>
                  <a:pt x="895773" y="59200"/>
                </a:lnTo>
                <a:lnTo>
                  <a:pt x="895958" y="59211"/>
                </a:lnTo>
                <a:lnTo>
                  <a:pt x="896141" y="59222"/>
                </a:lnTo>
                <a:lnTo>
                  <a:pt x="896323" y="59235"/>
                </a:lnTo>
                <a:lnTo>
                  <a:pt x="896503" y="59248"/>
                </a:lnTo>
                <a:lnTo>
                  <a:pt x="896682" y="59262"/>
                </a:lnTo>
                <a:lnTo>
                  <a:pt x="896859" y="59276"/>
                </a:lnTo>
                <a:lnTo>
                  <a:pt x="897035" y="59292"/>
                </a:lnTo>
                <a:lnTo>
                  <a:pt x="897209" y="59308"/>
                </a:lnTo>
                <a:lnTo>
                  <a:pt x="897382" y="59324"/>
                </a:lnTo>
                <a:lnTo>
                  <a:pt x="897553" y="59342"/>
                </a:lnTo>
                <a:lnTo>
                  <a:pt x="897724" y="59360"/>
                </a:lnTo>
                <a:lnTo>
                  <a:pt x="897894" y="59379"/>
                </a:lnTo>
                <a:lnTo>
                  <a:pt x="898065" y="59398"/>
                </a:lnTo>
                <a:lnTo>
                  <a:pt x="898235" y="59417"/>
                </a:lnTo>
                <a:lnTo>
                  <a:pt x="898406" y="59436"/>
                </a:lnTo>
                <a:lnTo>
                  <a:pt x="898576" y="59456"/>
                </a:lnTo>
                <a:lnTo>
                  <a:pt x="898747" y="59477"/>
                </a:lnTo>
                <a:lnTo>
                  <a:pt x="898917" y="59498"/>
                </a:lnTo>
                <a:lnTo>
                  <a:pt x="899088" y="59519"/>
                </a:lnTo>
                <a:lnTo>
                  <a:pt x="899258" y="59540"/>
                </a:lnTo>
                <a:lnTo>
                  <a:pt x="899429" y="59562"/>
                </a:lnTo>
                <a:lnTo>
                  <a:pt x="899599" y="59584"/>
                </a:lnTo>
                <a:lnTo>
                  <a:pt x="899770" y="59607"/>
                </a:lnTo>
                <a:lnTo>
                  <a:pt x="899940" y="59630"/>
                </a:lnTo>
                <a:lnTo>
                  <a:pt x="900111" y="59653"/>
                </a:lnTo>
                <a:lnTo>
                  <a:pt x="900282" y="59677"/>
                </a:lnTo>
                <a:lnTo>
                  <a:pt x="900452" y="59701"/>
                </a:lnTo>
                <a:lnTo>
                  <a:pt x="900623" y="59726"/>
                </a:lnTo>
                <a:lnTo>
                  <a:pt x="900793" y="59751"/>
                </a:lnTo>
                <a:lnTo>
                  <a:pt x="900964" y="59776"/>
                </a:lnTo>
                <a:lnTo>
                  <a:pt x="901134" y="59801"/>
                </a:lnTo>
                <a:lnTo>
                  <a:pt x="901305" y="59827"/>
                </a:lnTo>
                <a:lnTo>
                  <a:pt x="901475" y="59854"/>
                </a:lnTo>
                <a:lnTo>
                  <a:pt x="901646" y="59881"/>
                </a:lnTo>
                <a:lnTo>
                  <a:pt x="902077" y="48034"/>
                </a:lnTo>
                <a:lnTo>
                  <a:pt x="901967" y="47989"/>
                </a:lnTo>
                <a:lnTo>
                  <a:pt x="901853" y="47945"/>
                </a:lnTo>
                <a:lnTo>
                  <a:pt x="901736" y="47902"/>
                </a:lnTo>
                <a:lnTo>
                  <a:pt x="901614" y="47859"/>
                </a:lnTo>
                <a:lnTo>
                  <a:pt x="901489" y="47816"/>
                </a:lnTo>
                <a:lnTo>
                  <a:pt x="901360" y="47775"/>
                </a:lnTo>
                <a:lnTo>
                  <a:pt x="901226" y="47733"/>
                </a:lnTo>
                <a:lnTo>
                  <a:pt x="901089" y="47693"/>
                </a:lnTo>
                <a:lnTo>
                  <a:pt x="900948" y="47653"/>
                </a:lnTo>
                <a:lnTo>
                  <a:pt x="900803" y="47613"/>
                </a:lnTo>
                <a:lnTo>
                  <a:pt x="900654" y="47574"/>
                </a:lnTo>
                <a:lnTo>
                  <a:pt x="900501" y="47536"/>
                </a:lnTo>
                <a:lnTo>
                  <a:pt x="900345" y="47498"/>
                </a:lnTo>
                <a:lnTo>
                  <a:pt x="900184" y="47460"/>
                </a:lnTo>
                <a:lnTo>
                  <a:pt x="900019" y="47424"/>
                </a:lnTo>
                <a:lnTo>
                  <a:pt x="899851" y="47387"/>
                </a:lnTo>
                <a:lnTo>
                  <a:pt x="899678" y="47352"/>
                </a:lnTo>
                <a:lnTo>
                  <a:pt x="899502" y="47317"/>
                </a:lnTo>
                <a:lnTo>
                  <a:pt x="899321" y="47282"/>
                </a:lnTo>
                <a:lnTo>
                  <a:pt x="899137" y="47248"/>
                </a:lnTo>
                <a:lnTo>
                  <a:pt x="898949" y="47215"/>
                </a:lnTo>
                <a:lnTo>
                  <a:pt x="898757" y="47182"/>
                </a:lnTo>
                <a:lnTo>
                  <a:pt x="898561" y="47150"/>
                </a:lnTo>
                <a:lnTo>
                  <a:pt x="898361" y="47118"/>
                </a:lnTo>
                <a:lnTo>
                  <a:pt x="898159" y="47087"/>
                </a:lnTo>
                <a:lnTo>
                  <a:pt x="897957" y="47058"/>
                </a:lnTo>
                <a:lnTo>
                  <a:pt x="897756" y="47030"/>
                </a:lnTo>
                <a:lnTo>
                  <a:pt x="897555" y="47003"/>
                </a:lnTo>
                <a:lnTo>
                  <a:pt x="897354" y="46978"/>
                </a:lnTo>
                <a:lnTo>
                  <a:pt x="897153" y="46953"/>
                </a:lnTo>
                <a:lnTo>
                  <a:pt x="896952" y="46930"/>
                </a:lnTo>
                <a:lnTo>
                  <a:pt x="896751" y="46909"/>
                </a:lnTo>
                <a:lnTo>
                  <a:pt x="896551" y="46889"/>
                </a:lnTo>
                <a:lnTo>
                  <a:pt x="896351" y="46870"/>
                </a:lnTo>
                <a:lnTo>
                  <a:pt x="896151" y="46852"/>
                </a:lnTo>
                <a:lnTo>
                  <a:pt x="895951" y="46836"/>
                </a:lnTo>
                <a:lnTo>
                  <a:pt x="895752" y="46820"/>
                </a:lnTo>
                <a:lnTo>
                  <a:pt x="895552" y="46807"/>
                </a:lnTo>
                <a:lnTo>
                  <a:pt x="895353" y="46794"/>
                </a:lnTo>
                <a:lnTo>
                  <a:pt x="895154" y="46783"/>
                </a:lnTo>
                <a:lnTo>
                  <a:pt x="894955" y="46773"/>
                </a:lnTo>
                <a:lnTo>
                  <a:pt x="894756" y="46765"/>
                </a:lnTo>
                <a:lnTo>
                  <a:pt x="894558" y="46758"/>
                </a:lnTo>
                <a:lnTo>
                  <a:pt x="894360" y="46752"/>
                </a:lnTo>
                <a:lnTo>
                  <a:pt x="894161" y="46747"/>
                </a:lnTo>
                <a:lnTo>
                  <a:pt x="893964" y="46744"/>
                </a:lnTo>
                <a:lnTo>
                  <a:pt x="893766" y="46742"/>
                </a:lnTo>
                <a:lnTo>
                  <a:pt x="893568" y="46741"/>
                </a:lnTo>
                <a:lnTo>
                  <a:pt x="892720" y="46748"/>
                </a:lnTo>
                <a:lnTo>
                  <a:pt x="891882" y="46770"/>
                </a:lnTo>
                <a:lnTo>
                  <a:pt x="891053" y="46805"/>
                </a:lnTo>
                <a:lnTo>
                  <a:pt x="890234" y="46855"/>
                </a:lnTo>
                <a:lnTo>
                  <a:pt x="889424" y="46919"/>
                </a:lnTo>
                <a:lnTo>
                  <a:pt x="888624" y="46997"/>
                </a:lnTo>
                <a:lnTo>
                  <a:pt x="887834" y="47089"/>
                </a:lnTo>
                <a:lnTo>
                  <a:pt x="887053" y="47196"/>
                </a:lnTo>
                <a:lnTo>
                  <a:pt x="886281" y="47317"/>
                </a:lnTo>
                <a:lnTo>
                  <a:pt x="885519" y="47452"/>
                </a:lnTo>
                <a:lnTo>
                  <a:pt x="884766" y="47601"/>
                </a:lnTo>
                <a:lnTo>
                  <a:pt x="884023" y="47764"/>
                </a:lnTo>
                <a:lnTo>
                  <a:pt x="883290" y="47942"/>
                </a:lnTo>
                <a:lnTo>
                  <a:pt x="882566" y="48134"/>
                </a:lnTo>
                <a:lnTo>
                  <a:pt x="881852" y="48340"/>
                </a:lnTo>
                <a:lnTo>
                  <a:pt x="881147" y="48560"/>
                </a:lnTo>
                <a:lnTo>
                  <a:pt x="880452" y="48795"/>
                </a:lnTo>
                <a:lnTo>
                  <a:pt x="879766" y="49043"/>
                </a:lnTo>
                <a:lnTo>
                  <a:pt x="879090" y="49306"/>
                </a:lnTo>
                <a:lnTo>
                  <a:pt x="878423" y="49583"/>
                </a:lnTo>
                <a:lnTo>
                  <a:pt x="877766" y="49875"/>
                </a:lnTo>
                <a:lnTo>
                  <a:pt x="877118" y="50180"/>
                </a:lnTo>
                <a:lnTo>
                  <a:pt x="876480" y="50500"/>
                </a:lnTo>
                <a:lnTo>
                  <a:pt x="875852" y="50834"/>
                </a:lnTo>
                <a:lnTo>
                  <a:pt x="875233" y="51181"/>
                </a:lnTo>
                <a:lnTo>
                  <a:pt x="874623" y="51539"/>
                </a:lnTo>
                <a:lnTo>
                  <a:pt x="874022" y="51908"/>
                </a:lnTo>
                <a:lnTo>
                  <a:pt x="873430" y="52289"/>
                </a:lnTo>
                <a:lnTo>
                  <a:pt x="872848" y="52682"/>
                </a:lnTo>
                <a:lnTo>
                  <a:pt x="872274" y="53085"/>
                </a:lnTo>
                <a:lnTo>
                  <a:pt x="871710" y="53501"/>
                </a:lnTo>
                <a:lnTo>
                  <a:pt x="871155" y="53927"/>
                </a:lnTo>
                <a:lnTo>
                  <a:pt x="870609" y="54365"/>
                </a:lnTo>
                <a:lnTo>
                  <a:pt x="870072" y="54815"/>
                </a:lnTo>
                <a:lnTo>
                  <a:pt x="869545" y="55275"/>
                </a:lnTo>
                <a:lnTo>
                  <a:pt x="869026" y="55748"/>
                </a:lnTo>
                <a:lnTo>
                  <a:pt x="868517" y="56231"/>
                </a:lnTo>
                <a:lnTo>
                  <a:pt x="868017" y="56726"/>
                </a:lnTo>
                <a:lnTo>
                  <a:pt x="867526" y="57233"/>
                </a:lnTo>
                <a:lnTo>
                  <a:pt x="867044" y="57750"/>
                </a:lnTo>
                <a:lnTo>
                  <a:pt x="866572" y="58280"/>
                </a:lnTo>
                <a:lnTo>
                  <a:pt x="866108" y="58820"/>
                </a:lnTo>
                <a:lnTo>
                  <a:pt x="865654" y="59372"/>
                </a:lnTo>
                <a:lnTo>
                  <a:pt x="865209" y="59936"/>
                </a:lnTo>
                <a:lnTo>
                  <a:pt x="864773" y="60511"/>
                </a:lnTo>
                <a:lnTo>
                  <a:pt x="864346" y="61097"/>
                </a:lnTo>
                <a:lnTo>
                  <a:pt x="863929" y="61695"/>
                </a:lnTo>
                <a:lnTo>
                  <a:pt x="863520" y="62304"/>
                </a:lnTo>
                <a:lnTo>
                  <a:pt x="863121" y="62923"/>
                </a:lnTo>
                <a:lnTo>
                  <a:pt x="862730" y="63550"/>
                </a:lnTo>
                <a:lnTo>
                  <a:pt x="862347" y="64186"/>
                </a:lnTo>
                <a:lnTo>
                  <a:pt x="861974" y="64830"/>
                </a:lnTo>
                <a:lnTo>
                  <a:pt x="861608" y="65483"/>
                </a:lnTo>
                <a:lnTo>
                  <a:pt x="861252" y="66144"/>
                </a:lnTo>
                <a:lnTo>
                  <a:pt x="860904" y="66813"/>
                </a:lnTo>
                <a:lnTo>
                  <a:pt x="860709" y="67202"/>
                </a:lnTo>
                <a:lnTo>
                  <a:pt x="860505" y="48895"/>
                </a:lnTo>
                <a:lnTo>
                  <a:pt x="847904" y="48895"/>
                </a:lnTo>
                <a:lnTo>
                  <a:pt x="847904" y="165425"/>
                </a:lnTo>
                <a:lnTo>
                  <a:pt x="860720" y="165425"/>
                </a:lnTo>
                <a:lnTo>
                  <a:pt x="860720" y="85194"/>
                </a:lnTo>
                <a:lnTo>
                  <a:pt x="860724" y="85181"/>
                </a:lnTo>
                <a:lnTo>
                  <a:pt x="860895" y="84570"/>
                </a:lnTo>
                <a:lnTo>
                  <a:pt x="861074" y="83962"/>
                </a:lnTo>
                <a:lnTo>
                  <a:pt x="861259" y="83359"/>
                </a:lnTo>
                <a:close/>
                <a:moveTo>
                  <a:pt x="935723" y="83706"/>
                </a:moveTo>
                <a:lnTo>
                  <a:pt x="935964" y="83114"/>
                </a:lnTo>
                <a:lnTo>
                  <a:pt x="936212" y="82524"/>
                </a:lnTo>
                <a:lnTo>
                  <a:pt x="936469" y="81938"/>
                </a:lnTo>
                <a:lnTo>
                  <a:pt x="936732" y="81354"/>
                </a:lnTo>
                <a:lnTo>
                  <a:pt x="937004" y="80774"/>
                </a:lnTo>
                <a:lnTo>
                  <a:pt x="937283" y="80197"/>
                </a:lnTo>
                <a:lnTo>
                  <a:pt x="937570" y="79622"/>
                </a:lnTo>
                <a:lnTo>
                  <a:pt x="937865" y="79051"/>
                </a:lnTo>
                <a:lnTo>
                  <a:pt x="938167" y="78483"/>
                </a:lnTo>
                <a:lnTo>
                  <a:pt x="938477" y="77917"/>
                </a:lnTo>
                <a:lnTo>
                  <a:pt x="938795" y="77355"/>
                </a:lnTo>
                <a:lnTo>
                  <a:pt x="939120" y="76795"/>
                </a:lnTo>
                <a:lnTo>
                  <a:pt x="939453" y="76239"/>
                </a:lnTo>
                <a:lnTo>
                  <a:pt x="939793" y="75685"/>
                </a:lnTo>
                <a:lnTo>
                  <a:pt x="940142" y="75135"/>
                </a:lnTo>
                <a:lnTo>
                  <a:pt x="940497" y="74587"/>
                </a:lnTo>
                <a:lnTo>
                  <a:pt x="940861" y="74043"/>
                </a:lnTo>
                <a:lnTo>
                  <a:pt x="941232" y="73501"/>
                </a:lnTo>
                <a:lnTo>
                  <a:pt x="941611" y="72963"/>
                </a:lnTo>
                <a:lnTo>
                  <a:pt x="941998" y="72427"/>
                </a:lnTo>
                <a:lnTo>
                  <a:pt x="942392" y="71898"/>
                </a:lnTo>
                <a:lnTo>
                  <a:pt x="942794" y="71376"/>
                </a:lnTo>
                <a:lnTo>
                  <a:pt x="943204" y="70862"/>
                </a:lnTo>
                <a:lnTo>
                  <a:pt x="943622" y="70357"/>
                </a:lnTo>
                <a:lnTo>
                  <a:pt x="944048" y="69860"/>
                </a:lnTo>
                <a:lnTo>
                  <a:pt x="944482" y="69371"/>
                </a:lnTo>
                <a:lnTo>
                  <a:pt x="944923" y="68891"/>
                </a:lnTo>
                <a:lnTo>
                  <a:pt x="945372" y="68419"/>
                </a:lnTo>
                <a:lnTo>
                  <a:pt x="945829" y="67955"/>
                </a:lnTo>
                <a:lnTo>
                  <a:pt x="946294" y="67499"/>
                </a:lnTo>
                <a:lnTo>
                  <a:pt x="946767" y="67051"/>
                </a:lnTo>
                <a:lnTo>
                  <a:pt x="947248" y="66612"/>
                </a:lnTo>
                <a:lnTo>
                  <a:pt x="947737" y="66181"/>
                </a:lnTo>
                <a:lnTo>
                  <a:pt x="948233" y="65758"/>
                </a:lnTo>
                <a:lnTo>
                  <a:pt x="948737" y="65343"/>
                </a:lnTo>
                <a:lnTo>
                  <a:pt x="949249" y="64936"/>
                </a:lnTo>
                <a:lnTo>
                  <a:pt x="949769" y="64538"/>
                </a:lnTo>
                <a:lnTo>
                  <a:pt x="950297" y="64148"/>
                </a:lnTo>
                <a:lnTo>
                  <a:pt x="950833" y="63766"/>
                </a:lnTo>
                <a:lnTo>
                  <a:pt x="951377" y="63393"/>
                </a:lnTo>
                <a:lnTo>
                  <a:pt x="951928" y="63027"/>
                </a:lnTo>
                <a:lnTo>
                  <a:pt x="952487" y="62670"/>
                </a:lnTo>
                <a:lnTo>
                  <a:pt x="953054" y="62321"/>
                </a:lnTo>
                <a:lnTo>
                  <a:pt x="953629" y="61981"/>
                </a:lnTo>
                <a:lnTo>
                  <a:pt x="954212" y="61651"/>
                </a:lnTo>
                <a:lnTo>
                  <a:pt x="954803" y="61336"/>
                </a:lnTo>
                <a:lnTo>
                  <a:pt x="955402" y="61034"/>
                </a:lnTo>
                <a:lnTo>
                  <a:pt x="956009" y="60747"/>
                </a:lnTo>
                <a:lnTo>
                  <a:pt x="956624" y="60473"/>
                </a:lnTo>
                <a:lnTo>
                  <a:pt x="957247" y="60214"/>
                </a:lnTo>
                <a:lnTo>
                  <a:pt x="957878" y="59968"/>
                </a:lnTo>
                <a:lnTo>
                  <a:pt x="958518" y="59737"/>
                </a:lnTo>
                <a:lnTo>
                  <a:pt x="959165" y="59520"/>
                </a:lnTo>
                <a:lnTo>
                  <a:pt x="959820" y="59316"/>
                </a:lnTo>
                <a:lnTo>
                  <a:pt x="960483" y="59127"/>
                </a:lnTo>
                <a:lnTo>
                  <a:pt x="961155" y="58952"/>
                </a:lnTo>
                <a:lnTo>
                  <a:pt x="961834" y="58790"/>
                </a:lnTo>
                <a:lnTo>
                  <a:pt x="962521" y="58643"/>
                </a:lnTo>
                <a:lnTo>
                  <a:pt x="963217" y="58510"/>
                </a:lnTo>
                <a:lnTo>
                  <a:pt x="963920" y="58391"/>
                </a:lnTo>
                <a:lnTo>
                  <a:pt x="964632" y="58286"/>
                </a:lnTo>
                <a:lnTo>
                  <a:pt x="965352" y="58194"/>
                </a:lnTo>
                <a:lnTo>
                  <a:pt x="966079" y="58117"/>
                </a:lnTo>
                <a:lnTo>
                  <a:pt x="966815" y="58054"/>
                </a:lnTo>
                <a:lnTo>
                  <a:pt x="967559" y="58005"/>
                </a:lnTo>
                <a:lnTo>
                  <a:pt x="968310" y="57970"/>
                </a:lnTo>
                <a:lnTo>
                  <a:pt x="969070" y="57949"/>
                </a:lnTo>
                <a:lnTo>
                  <a:pt x="969838" y="57942"/>
                </a:lnTo>
                <a:lnTo>
                  <a:pt x="970534" y="57947"/>
                </a:lnTo>
                <a:lnTo>
                  <a:pt x="971222" y="57962"/>
                </a:lnTo>
                <a:lnTo>
                  <a:pt x="971903" y="57987"/>
                </a:lnTo>
                <a:lnTo>
                  <a:pt x="972575" y="58023"/>
                </a:lnTo>
                <a:lnTo>
                  <a:pt x="973240" y="58068"/>
                </a:lnTo>
                <a:lnTo>
                  <a:pt x="973897" y="58124"/>
                </a:lnTo>
                <a:lnTo>
                  <a:pt x="974546" y="58189"/>
                </a:lnTo>
                <a:lnTo>
                  <a:pt x="975187" y="58265"/>
                </a:lnTo>
                <a:lnTo>
                  <a:pt x="975820" y="58351"/>
                </a:lnTo>
                <a:lnTo>
                  <a:pt x="976446" y="58447"/>
                </a:lnTo>
                <a:lnTo>
                  <a:pt x="977063" y="58553"/>
                </a:lnTo>
                <a:lnTo>
                  <a:pt x="977673" y="58669"/>
                </a:lnTo>
                <a:lnTo>
                  <a:pt x="978275" y="58795"/>
                </a:lnTo>
                <a:lnTo>
                  <a:pt x="978869" y="58931"/>
                </a:lnTo>
                <a:lnTo>
                  <a:pt x="979455" y="59078"/>
                </a:lnTo>
                <a:lnTo>
                  <a:pt x="980033" y="59234"/>
                </a:lnTo>
                <a:lnTo>
                  <a:pt x="980604" y="59401"/>
                </a:lnTo>
                <a:lnTo>
                  <a:pt x="981166" y="59578"/>
                </a:lnTo>
                <a:lnTo>
                  <a:pt x="981721" y="59764"/>
                </a:lnTo>
                <a:lnTo>
                  <a:pt x="982268" y="59961"/>
                </a:lnTo>
                <a:lnTo>
                  <a:pt x="982807" y="60168"/>
                </a:lnTo>
                <a:lnTo>
                  <a:pt x="983338" y="60385"/>
                </a:lnTo>
                <a:lnTo>
                  <a:pt x="983862" y="60613"/>
                </a:lnTo>
                <a:lnTo>
                  <a:pt x="984377" y="60850"/>
                </a:lnTo>
                <a:lnTo>
                  <a:pt x="984884" y="61099"/>
                </a:lnTo>
                <a:lnTo>
                  <a:pt x="985381" y="61362"/>
                </a:lnTo>
                <a:lnTo>
                  <a:pt x="985868" y="61638"/>
                </a:lnTo>
                <a:lnTo>
                  <a:pt x="986346" y="61928"/>
                </a:lnTo>
                <a:lnTo>
                  <a:pt x="986814" y="62232"/>
                </a:lnTo>
                <a:lnTo>
                  <a:pt x="987272" y="62549"/>
                </a:lnTo>
                <a:lnTo>
                  <a:pt x="987720" y="62880"/>
                </a:lnTo>
                <a:lnTo>
                  <a:pt x="988159" y="63225"/>
                </a:lnTo>
                <a:lnTo>
                  <a:pt x="988588" y="63584"/>
                </a:lnTo>
                <a:lnTo>
                  <a:pt x="989007" y="63956"/>
                </a:lnTo>
                <a:lnTo>
                  <a:pt x="989416" y="64341"/>
                </a:lnTo>
                <a:lnTo>
                  <a:pt x="989816" y="64740"/>
                </a:lnTo>
                <a:lnTo>
                  <a:pt x="990206" y="65153"/>
                </a:lnTo>
                <a:lnTo>
                  <a:pt x="990586" y="65580"/>
                </a:lnTo>
                <a:lnTo>
                  <a:pt x="990957" y="66020"/>
                </a:lnTo>
                <a:lnTo>
                  <a:pt x="991318" y="66474"/>
                </a:lnTo>
                <a:lnTo>
                  <a:pt x="991669" y="66942"/>
                </a:lnTo>
                <a:lnTo>
                  <a:pt x="992010" y="67423"/>
                </a:lnTo>
                <a:lnTo>
                  <a:pt x="992342" y="67918"/>
                </a:lnTo>
                <a:lnTo>
                  <a:pt x="992664" y="68426"/>
                </a:lnTo>
                <a:lnTo>
                  <a:pt x="992976" y="68948"/>
                </a:lnTo>
                <a:lnTo>
                  <a:pt x="993279" y="69484"/>
                </a:lnTo>
                <a:lnTo>
                  <a:pt x="993572" y="70033"/>
                </a:lnTo>
                <a:lnTo>
                  <a:pt x="993855" y="70597"/>
                </a:lnTo>
                <a:lnTo>
                  <a:pt x="994127" y="71175"/>
                </a:lnTo>
                <a:lnTo>
                  <a:pt x="994388" y="71772"/>
                </a:lnTo>
                <a:lnTo>
                  <a:pt x="994637" y="72386"/>
                </a:lnTo>
                <a:lnTo>
                  <a:pt x="994875" y="73018"/>
                </a:lnTo>
                <a:lnTo>
                  <a:pt x="995101" y="73668"/>
                </a:lnTo>
                <a:lnTo>
                  <a:pt x="995315" y="74336"/>
                </a:lnTo>
                <a:lnTo>
                  <a:pt x="995518" y="75021"/>
                </a:lnTo>
                <a:lnTo>
                  <a:pt x="995710" y="75724"/>
                </a:lnTo>
                <a:lnTo>
                  <a:pt x="995889" y="76445"/>
                </a:lnTo>
                <a:lnTo>
                  <a:pt x="996057" y="77184"/>
                </a:lnTo>
                <a:lnTo>
                  <a:pt x="996214" y="77940"/>
                </a:lnTo>
                <a:lnTo>
                  <a:pt x="996359" y="78714"/>
                </a:lnTo>
                <a:lnTo>
                  <a:pt x="996492" y="79506"/>
                </a:lnTo>
                <a:lnTo>
                  <a:pt x="996614" y="80316"/>
                </a:lnTo>
                <a:lnTo>
                  <a:pt x="996724" y="81143"/>
                </a:lnTo>
                <a:lnTo>
                  <a:pt x="996822" y="81989"/>
                </a:lnTo>
                <a:lnTo>
                  <a:pt x="996909" y="82852"/>
                </a:lnTo>
                <a:lnTo>
                  <a:pt x="996985" y="83732"/>
                </a:lnTo>
                <a:lnTo>
                  <a:pt x="997048" y="84631"/>
                </a:lnTo>
                <a:lnTo>
                  <a:pt x="997101" y="85547"/>
                </a:lnTo>
                <a:lnTo>
                  <a:pt x="997141" y="86481"/>
                </a:lnTo>
                <a:lnTo>
                  <a:pt x="997170" y="87433"/>
                </a:lnTo>
                <a:lnTo>
                  <a:pt x="997188" y="88403"/>
                </a:lnTo>
                <a:lnTo>
                  <a:pt x="997193" y="89390"/>
                </a:lnTo>
                <a:lnTo>
                  <a:pt x="997193" y="165425"/>
                </a:lnTo>
                <a:lnTo>
                  <a:pt x="1010117" y="165425"/>
                </a:lnTo>
                <a:lnTo>
                  <a:pt x="1010117" y="89498"/>
                </a:lnTo>
                <a:lnTo>
                  <a:pt x="1010113" y="88543"/>
                </a:lnTo>
                <a:lnTo>
                  <a:pt x="1010100" y="87601"/>
                </a:lnTo>
                <a:lnTo>
                  <a:pt x="1010078" y="86670"/>
                </a:lnTo>
                <a:lnTo>
                  <a:pt x="1010047" y="85751"/>
                </a:lnTo>
                <a:lnTo>
                  <a:pt x="1010007" y="84843"/>
                </a:lnTo>
                <a:lnTo>
                  <a:pt x="1009959" y="83948"/>
                </a:lnTo>
                <a:lnTo>
                  <a:pt x="1009902" y="83064"/>
                </a:lnTo>
                <a:lnTo>
                  <a:pt x="1009836" y="82192"/>
                </a:lnTo>
                <a:lnTo>
                  <a:pt x="1009761" y="81332"/>
                </a:lnTo>
                <a:lnTo>
                  <a:pt x="1009678" y="80484"/>
                </a:lnTo>
                <a:lnTo>
                  <a:pt x="1009586" y="79647"/>
                </a:lnTo>
                <a:lnTo>
                  <a:pt x="1009485" y="78822"/>
                </a:lnTo>
                <a:lnTo>
                  <a:pt x="1009375" y="78009"/>
                </a:lnTo>
                <a:lnTo>
                  <a:pt x="1009256" y="77208"/>
                </a:lnTo>
                <a:lnTo>
                  <a:pt x="1009129" y="76418"/>
                </a:lnTo>
                <a:lnTo>
                  <a:pt x="1008992" y="75640"/>
                </a:lnTo>
                <a:lnTo>
                  <a:pt x="1008847" y="74875"/>
                </a:lnTo>
                <a:lnTo>
                  <a:pt x="1008694" y="74120"/>
                </a:lnTo>
                <a:lnTo>
                  <a:pt x="1008531" y="73378"/>
                </a:lnTo>
                <a:lnTo>
                  <a:pt x="1008360" y="72647"/>
                </a:lnTo>
                <a:lnTo>
                  <a:pt x="1008180" y="71928"/>
                </a:lnTo>
                <a:lnTo>
                  <a:pt x="1007991" y="71221"/>
                </a:lnTo>
                <a:lnTo>
                  <a:pt x="1007793" y="70526"/>
                </a:lnTo>
                <a:lnTo>
                  <a:pt x="1007586" y="69843"/>
                </a:lnTo>
                <a:lnTo>
                  <a:pt x="1007371" y="69170"/>
                </a:lnTo>
                <a:lnTo>
                  <a:pt x="1007149" y="68508"/>
                </a:lnTo>
                <a:lnTo>
                  <a:pt x="1006918" y="67857"/>
                </a:lnTo>
                <a:lnTo>
                  <a:pt x="1006680" y="67216"/>
                </a:lnTo>
                <a:lnTo>
                  <a:pt x="1006434" y="66586"/>
                </a:lnTo>
                <a:lnTo>
                  <a:pt x="1006180" y="65966"/>
                </a:lnTo>
                <a:lnTo>
                  <a:pt x="1005918" y="65356"/>
                </a:lnTo>
                <a:lnTo>
                  <a:pt x="1005648" y="64757"/>
                </a:lnTo>
                <a:lnTo>
                  <a:pt x="1005370" y="64168"/>
                </a:lnTo>
                <a:lnTo>
                  <a:pt x="1005085" y="63590"/>
                </a:lnTo>
                <a:lnTo>
                  <a:pt x="1004791" y="63023"/>
                </a:lnTo>
                <a:lnTo>
                  <a:pt x="1004490" y="62465"/>
                </a:lnTo>
                <a:lnTo>
                  <a:pt x="1004181" y="61919"/>
                </a:lnTo>
                <a:lnTo>
                  <a:pt x="1003864" y="61382"/>
                </a:lnTo>
                <a:lnTo>
                  <a:pt x="1003539" y="60857"/>
                </a:lnTo>
                <a:lnTo>
                  <a:pt x="1003207" y="60341"/>
                </a:lnTo>
                <a:lnTo>
                  <a:pt x="1002866" y="59836"/>
                </a:lnTo>
                <a:lnTo>
                  <a:pt x="1002518" y="59342"/>
                </a:lnTo>
                <a:lnTo>
                  <a:pt x="1002162" y="58858"/>
                </a:lnTo>
                <a:lnTo>
                  <a:pt x="1001798" y="58385"/>
                </a:lnTo>
                <a:lnTo>
                  <a:pt x="1001426" y="57922"/>
                </a:lnTo>
                <a:lnTo>
                  <a:pt x="1001046" y="57469"/>
                </a:lnTo>
                <a:lnTo>
                  <a:pt x="1000658" y="57027"/>
                </a:lnTo>
                <a:lnTo>
                  <a:pt x="1000263" y="56596"/>
                </a:lnTo>
                <a:lnTo>
                  <a:pt x="999860" y="56174"/>
                </a:lnTo>
                <a:lnTo>
                  <a:pt x="999449" y="55762"/>
                </a:lnTo>
                <a:lnTo>
                  <a:pt x="999032" y="55360"/>
                </a:lnTo>
                <a:lnTo>
                  <a:pt x="998607" y="54967"/>
                </a:lnTo>
                <a:lnTo>
                  <a:pt x="998175" y="54583"/>
                </a:lnTo>
                <a:lnTo>
                  <a:pt x="997735" y="54210"/>
                </a:lnTo>
                <a:lnTo>
                  <a:pt x="997288" y="53845"/>
                </a:lnTo>
                <a:lnTo>
                  <a:pt x="996834" y="53490"/>
                </a:lnTo>
                <a:lnTo>
                  <a:pt x="996373" y="53145"/>
                </a:lnTo>
                <a:lnTo>
                  <a:pt x="995904" y="52809"/>
                </a:lnTo>
                <a:lnTo>
                  <a:pt x="995428" y="52483"/>
                </a:lnTo>
                <a:lnTo>
                  <a:pt x="994945" y="52167"/>
                </a:lnTo>
                <a:lnTo>
                  <a:pt x="994455" y="51860"/>
                </a:lnTo>
                <a:lnTo>
                  <a:pt x="993957" y="51562"/>
                </a:lnTo>
                <a:lnTo>
                  <a:pt x="993452" y="51274"/>
                </a:lnTo>
                <a:lnTo>
                  <a:pt x="992939" y="50995"/>
                </a:lnTo>
                <a:lnTo>
                  <a:pt x="992420" y="50726"/>
                </a:lnTo>
                <a:lnTo>
                  <a:pt x="991893" y="50467"/>
                </a:lnTo>
                <a:lnTo>
                  <a:pt x="991358" y="50217"/>
                </a:lnTo>
                <a:lnTo>
                  <a:pt x="990817" y="49977"/>
                </a:lnTo>
                <a:lnTo>
                  <a:pt x="990268" y="49746"/>
                </a:lnTo>
                <a:lnTo>
                  <a:pt x="989712" y="49525"/>
                </a:lnTo>
                <a:lnTo>
                  <a:pt x="989148" y="49313"/>
                </a:lnTo>
                <a:lnTo>
                  <a:pt x="988577" y="49111"/>
                </a:lnTo>
                <a:lnTo>
                  <a:pt x="988000" y="48917"/>
                </a:lnTo>
                <a:lnTo>
                  <a:pt x="987416" y="48732"/>
                </a:lnTo>
                <a:lnTo>
                  <a:pt x="986826" y="48555"/>
                </a:lnTo>
                <a:lnTo>
                  <a:pt x="986229" y="48387"/>
                </a:lnTo>
                <a:lnTo>
                  <a:pt x="985626" y="48226"/>
                </a:lnTo>
                <a:lnTo>
                  <a:pt x="985017" y="48074"/>
                </a:lnTo>
                <a:lnTo>
                  <a:pt x="984401" y="47930"/>
                </a:lnTo>
                <a:lnTo>
                  <a:pt x="983779" y="47794"/>
                </a:lnTo>
                <a:lnTo>
                  <a:pt x="983150" y="47667"/>
                </a:lnTo>
                <a:lnTo>
                  <a:pt x="982516" y="47548"/>
                </a:lnTo>
                <a:lnTo>
                  <a:pt x="981875" y="47436"/>
                </a:lnTo>
                <a:lnTo>
                  <a:pt x="981227" y="47334"/>
                </a:lnTo>
                <a:lnTo>
                  <a:pt x="980573" y="47239"/>
                </a:lnTo>
                <a:lnTo>
                  <a:pt x="979913" y="47153"/>
                </a:lnTo>
                <a:lnTo>
                  <a:pt x="979246" y="47074"/>
                </a:lnTo>
                <a:lnTo>
                  <a:pt x="978573" y="47005"/>
                </a:lnTo>
                <a:lnTo>
                  <a:pt x="977894" y="46943"/>
                </a:lnTo>
                <a:lnTo>
                  <a:pt x="977209" y="46889"/>
                </a:lnTo>
                <a:lnTo>
                  <a:pt x="976517" y="46844"/>
                </a:lnTo>
                <a:lnTo>
                  <a:pt x="975818" y="46807"/>
                </a:lnTo>
                <a:lnTo>
                  <a:pt x="975113" y="46778"/>
                </a:lnTo>
                <a:lnTo>
                  <a:pt x="974402" y="46758"/>
                </a:lnTo>
                <a:lnTo>
                  <a:pt x="973685" y="46745"/>
                </a:lnTo>
                <a:lnTo>
                  <a:pt x="972961" y="46741"/>
                </a:lnTo>
                <a:lnTo>
                  <a:pt x="972129" y="46748"/>
                </a:lnTo>
                <a:lnTo>
                  <a:pt x="971304" y="46768"/>
                </a:lnTo>
                <a:lnTo>
                  <a:pt x="970484" y="46802"/>
                </a:lnTo>
                <a:lnTo>
                  <a:pt x="969670" y="46849"/>
                </a:lnTo>
                <a:lnTo>
                  <a:pt x="968863" y="46910"/>
                </a:lnTo>
                <a:lnTo>
                  <a:pt x="968061" y="46984"/>
                </a:lnTo>
                <a:lnTo>
                  <a:pt x="967265" y="47071"/>
                </a:lnTo>
                <a:lnTo>
                  <a:pt x="966475" y="47172"/>
                </a:lnTo>
                <a:lnTo>
                  <a:pt x="965691" y="47287"/>
                </a:lnTo>
                <a:lnTo>
                  <a:pt x="964914" y="47414"/>
                </a:lnTo>
                <a:lnTo>
                  <a:pt x="964142" y="47556"/>
                </a:lnTo>
                <a:lnTo>
                  <a:pt x="963376" y="47711"/>
                </a:lnTo>
                <a:lnTo>
                  <a:pt x="962616" y="47879"/>
                </a:lnTo>
                <a:lnTo>
                  <a:pt x="961862" y="48061"/>
                </a:lnTo>
                <a:lnTo>
                  <a:pt x="961114" y="48256"/>
                </a:lnTo>
                <a:lnTo>
                  <a:pt x="960372" y="48464"/>
                </a:lnTo>
                <a:lnTo>
                  <a:pt x="959636" y="48687"/>
                </a:lnTo>
                <a:lnTo>
                  <a:pt x="958906" y="48922"/>
                </a:lnTo>
                <a:lnTo>
                  <a:pt x="958182" y="49171"/>
                </a:lnTo>
                <a:lnTo>
                  <a:pt x="957464" y="49434"/>
                </a:lnTo>
                <a:lnTo>
                  <a:pt x="956752" y="49710"/>
                </a:lnTo>
                <a:lnTo>
                  <a:pt x="956046" y="49999"/>
                </a:lnTo>
                <a:lnTo>
                  <a:pt x="955346" y="50302"/>
                </a:lnTo>
                <a:lnTo>
                  <a:pt x="954652" y="50618"/>
                </a:lnTo>
                <a:lnTo>
                  <a:pt x="953965" y="50947"/>
                </a:lnTo>
                <a:lnTo>
                  <a:pt x="953286" y="51286"/>
                </a:lnTo>
                <a:lnTo>
                  <a:pt x="952614" y="51635"/>
                </a:lnTo>
                <a:lnTo>
                  <a:pt x="951949" y="51995"/>
                </a:lnTo>
                <a:lnTo>
                  <a:pt x="951293" y="52365"/>
                </a:lnTo>
                <a:lnTo>
                  <a:pt x="950644" y="52745"/>
                </a:lnTo>
                <a:lnTo>
                  <a:pt x="950003" y="53137"/>
                </a:lnTo>
                <a:lnTo>
                  <a:pt x="949369" y="53538"/>
                </a:lnTo>
                <a:lnTo>
                  <a:pt x="948743" y="53950"/>
                </a:lnTo>
                <a:lnTo>
                  <a:pt x="948125" y="54373"/>
                </a:lnTo>
                <a:lnTo>
                  <a:pt x="947514" y="54806"/>
                </a:lnTo>
                <a:lnTo>
                  <a:pt x="946911" y="55249"/>
                </a:lnTo>
                <a:lnTo>
                  <a:pt x="946316" y="55703"/>
                </a:lnTo>
                <a:lnTo>
                  <a:pt x="945729" y="56168"/>
                </a:lnTo>
                <a:lnTo>
                  <a:pt x="945149" y="56643"/>
                </a:lnTo>
                <a:lnTo>
                  <a:pt x="944577" y="57128"/>
                </a:lnTo>
                <a:lnTo>
                  <a:pt x="944012" y="57624"/>
                </a:lnTo>
                <a:lnTo>
                  <a:pt x="943455" y="58130"/>
                </a:lnTo>
                <a:lnTo>
                  <a:pt x="942906" y="58647"/>
                </a:lnTo>
                <a:lnTo>
                  <a:pt x="942364" y="59175"/>
                </a:lnTo>
                <a:lnTo>
                  <a:pt x="941830" y="59712"/>
                </a:lnTo>
                <a:lnTo>
                  <a:pt x="941304" y="60260"/>
                </a:lnTo>
                <a:lnTo>
                  <a:pt x="940785" y="60819"/>
                </a:lnTo>
                <a:lnTo>
                  <a:pt x="940275" y="61388"/>
                </a:lnTo>
                <a:lnTo>
                  <a:pt x="939772" y="61966"/>
                </a:lnTo>
                <a:lnTo>
                  <a:pt x="939278" y="62552"/>
                </a:lnTo>
                <a:lnTo>
                  <a:pt x="938793" y="63145"/>
                </a:lnTo>
                <a:lnTo>
                  <a:pt x="938317" y="63746"/>
                </a:lnTo>
                <a:lnTo>
                  <a:pt x="937849" y="64354"/>
                </a:lnTo>
                <a:lnTo>
                  <a:pt x="937390" y="64969"/>
                </a:lnTo>
                <a:lnTo>
                  <a:pt x="936940" y="65592"/>
                </a:lnTo>
                <a:lnTo>
                  <a:pt x="936499" y="66223"/>
                </a:lnTo>
                <a:lnTo>
                  <a:pt x="936067" y="66861"/>
                </a:lnTo>
                <a:lnTo>
                  <a:pt x="935643" y="67506"/>
                </a:lnTo>
                <a:lnTo>
                  <a:pt x="935228" y="68159"/>
                </a:lnTo>
                <a:lnTo>
                  <a:pt x="934940" y="68628"/>
                </a:lnTo>
                <a:lnTo>
                  <a:pt x="934513" y="48895"/>
                </a:lnTo>
                <a:lnTo>
                  <a:pt x="922235" y="48895"/>
                </a:lnTo>
                <a:lnTo>
                  <a:pt x="922235" y="165425"/>
                </a:lnTo>
                <a:lnTo>
                  <a:pt x="935051" y="165425"/>
                </a:lnTo>
                <a:lnTo>
                  <a:pt x="935051" y="85487"/>
                </a:lnTo>
                <a:lnTo>
                  <a:pt x="935264" y="84900"/>
                </a:lnTo>
                <a:lnTo>
                  <a:pt x="935490" y="84301"/>
                </a:lnTo>
                <a:lnTo>
                  <a:pt x="935723" y="83706"/>
                </a:lnTo>
                <a:close/>
                <a:moveTo>
                  <a:pt x="802110" y="133055"/>
                </a:moveTo>
                <a:lnTo>
                  <a:pt x="802048" y="133255"/>
                </a:lnTo>
                <a:lnTo>
                  <a:pt x="801799" y="134022"/>
                </a:lnTo>
                <a:lnTo>
                  <a:pt x="801538" y="134784"/>
                </a:lnTo>
                <a:lnTo>
                  <a:pt x="801264" y="135541"/>
                </a:lnTo>
                <a:lnTo>
                  <a:pt x="800979" y="136293"/>
                </a:lnTo>
                <a:lnTo>
                  <a:pt x="800679" y="137036"/>
                </a:lnTo>
                <a:lnTo>
                  <a:pt x="800363" y="137767"/>
                </a:lnTo>
                <a:lnTo>
                  <a:pt x="800030" y="138486"/>
                </a:lnTo>
                <a:lnTo>
                  <a:pt x="799680" y="139192"/>
                </a:lnTo>
                <a:lnTo>
                  <a:pt x="799315" y="139886"/>
                </a:lnTo>
                <a:lnTo>
                  <a:pt x="798933" y="140567"/>
                </a:lnTo>
                <a:lnTo>
                  <a:pt x="798534" y="141236"/>
                </a:lnTo>
                <a:lnTo>
                  <a:pt x="798119" y="141893"/>
                </a:lnTo>
                <a:lnTo>
                  <a:pt x="797687" y="142538"/>
                </a:lnTo>
                <a:lnTo>
                  <a:pt x="797239" y="143170"/>
                </a:lnTo>
                <a:lnTo>
                  <a:pt x="796775" y="143790"/>
                </a:lnTo>
                <a:lnTo>
                  <a:pt x="796294" y="144397"/>
                </a:lnTo>
                <a:lnTo>
                  <a:pt x="795797" y="144992"/>
                </a:lnTo>
                <a:lnTo>
                  <a:pt x="795283" y="145575"/>
                </a:lnTo>
                <a:lnTo>
                  <a:pt x="794752" y="146146"/>
                </a:lnTo>
                <a:lnTo>
                  <a:pt x="794206" y="146704"/>
                </a:lnTo>
                <a:lnTo>
                  <a:pt x="793643" y="147250"/>
                </a:lnTo>
                <a:lnTo>
                  <a:pt x="793063" y="147783"/>
                </a:lnTo>
                <a:lnTo>
                  <a:pt x="792467" y="148304"/>
                </a:lnTo>
                <a:lnTo>
                  <a:pt x="791854" y="148813"/>
                </a:lnTo>
                <a:lnTo>
                  <a:pt x="791225" y="149309"/>
                </a:lnTo>
                <a:lnTo>
                  <a:pt x="790580" y="149793"/>
                </a:lnTo>
                <a:lnTo>
                  <a:pt x="789918" y="150265"/>
                </a:lnTo>
                <a:lnTo>
                  <a:pt x="789240" y="150724"/>
                </a:lnTo>
                <a:lnTo>
                  <a:pt x="788543" y="151168"/>
                </a:lnTo>
                <a:lnTo>
                  <a:pt x="787825" y="151593"/>
                </a:lnTo>
                <a:lnTo>
                  <a:pt x="787087" y="151999"/>
                </a:lnTo>
                <a:lnTo>
                  <a:pt x="786327" y="152386"/>
                </a:lnTo>
                <a:lnTo>
                  <a:pt x="785547" y="152755"/>
                </a:lnTo>
                <a:lnTo>
                  <a:pt x="784747" y="153104"/>
                </a:lnTo>
                <a:lnTo>
                  <a:pt x="783925" y="153434"/>
                </a:lnTo>
                <a:lnTo>
                  <a:pt x="783083" y="153746"/>
                </a:lnTo>
                <a:lnTo>
                  <a:pt x="782220" y="154039"/>
                </a:lnTo>
                <a:lnTo>
                  <a:pt x="781336" y="154313"/>
                </a:lnTo>
                <a:lnTo>
                  <a:pt x="780432" y="154568"/>
                </a:lnTo>
                <a:lnTo>
                  <a:pt x="779506" y="154804"/>
                </a:lnTo>
                <a:lnTo>
                  <a:pt x="778560" y="155021"/>
                </a:lnTo>
                <a:lnTo>
                  <a:pt x="777594" y="155219"/>
                </a:lnTo>
                <a:lnTo>
                  <a:pt x="776606" y="155398"/>
                </a:lnTo>
                <a:lnTo>
                  <a:pt x="775598" y="155559"/>
                </a:lnTo>
                <a:lnTo>
                  <a:pt x="774569" y="155701"/>
                </a:lnTo>
                <a:lnTo>
                  <a:pt x="773519" y="155823"/>
                </a:lnTo>
                <a:lnTo>
                  <a:pt x="772448" y="155927"/>
                </a:lnTo>
                <a:lnTo>
                  <a:pt x="771357" y="156012"/>
                </a:lnTo>
                <a:lnTo>
                  <a:pt x="770245" y="156078"/>
                </a:lnTo>
                <a:lnTo>
                  <a:pt x="769112" y="156125"/>
                </a:lnTo>
                <a:lnTo>
                  <a:pt x="767959" y="156154"/>
                </a:lnTo>
                <a:lnTo>
                  <a:pt x="766784" y="156163"/>
                </a:lnTo>
                <a:lnTo>
                  <a:pt x="766319" y="156160"/>
                </a:lnTo>
                <a:lnTo>
                  <a:pt x="765856" y="156152"/>
                </a:lnTo>
                <a:lnTo>
                  <a:pt x="765396" y="156138"/>
                </a:lnTo>
                <a:lnTo>
                  <a:pt x="764939" y="156118"/>
                </a:lnTo>
                <a:lnTo>
                  <a:pt x="764484" y="156093"/>
                </a:lnTo>
                <a:lnTo>
                  <a:pt x="764031" y="156062"/>
                </a:lnTo>
                <a:lnTo>
                  <a:pt x="763582" y="156026"/>
                </a:lnTo>
                <a:lnTo>
                  <a:pt x="763135" y="155984"/>
                </a:lnTo>
                <a:lnTo>
                  <a:pt x="762690" y="155936"/>
                </a:lnTo>
                <a:lnTo>
                  <a:pt x="762248" y="155883"/>
                </a:lnTo>
                <a:lnTo>
                  <a:pt x="761809" y="155824"/>
                </a:lnTo>
                <a:lnTo>
                  <a:pt x="761373" y="155759"/>
                </a:lnTo>
                <a:lnTo>
                  <a:pt x="760939" y="155689"/>
                </a:lnTo>
                <a:lnTo>
                  <a:pt x="760507" y="155614"/>
                </a:lnTo>
                <a:lnTo>
                  <a:pt x="760079" y="155532"/>
                </a:lnTo>
                <a:lnTo>
                  <a:pt x="759652" y="155445"/>
                </a:lnTo>
                <a:lnTo>
                  <a:pt x="759229" y="155353"/>
                </a:lnTo>
                <a:lnTo>
                  <a:pt x="758808" y="155255"/>
                </a:lnTo>
                <a:lnTo>
                  <a:pt x="758390" y="155151"/>
                </a:lnTo>
                <a:lnTo>
                  <a:pt x="757974" y="155041"/>
                </a:lnTo>
                <a:lnTo>
                  <a:pt x="757561" y="154926"/>
                </a:lnTo>
                <a:lnTo>
                  <a:pt x="757151" y="154806"/>
                </a:lnTo>
                <a:lnTo>
                  <a:pt x="756743" y="154680"/>
                </a:lnTo>
                <a:lnTo>
                  <a:pt x="756338" y="154548"/>
                </a:lnTo>
                <a:lnTo>
                  <a:pt x="755936" y="154410"/>
                </a:lnTo>
                <a:lnTo>
                  <a:pt x="755538" y="154264"/>
                </a:lnTo>
                <a:lnTo>
                  <a:pt x="755144" y="154111"/>
                </a:lnTo>
                <a:lnTo>
                  <a:pt x="754754" y="153951"/>
                </a:lnTo>
                <a:lnTo>
                  <a:pt x="754367" y="153784"/>
                </a:lnTo>
                <a:lnTo>
                  <a:pt x="753985" y="153609"/>
                </a:lnTo>
                <a:lnTo>
                  <a:pt x="753607" y="153427"/>
                </a:lnTo>
                <a:lnTo>
                  <a:pt x="753232" y="153237"/>
                </a:lnTo>
                <a:lnTo>
                  <a:pt x="752862" y="153041"/>
                </a:lnTo>
                <a:lnTo>
                  <a:pt x="752495" y="152837"/>
                </a:lnTo>
                <a:lnTo>
                  <a:pt x="752133" y="152626"/>
                </a:lnTo>
                <a:lnTo>
                  <a:pt x="751774" y="152407"/>
                </a:lnTo>
                <a:lnTo>
                  <a:pt x="751419" y="152181"/>
                </a:lnTo>
                <a:lnTo>
                  <a:pt x="751068" y="151948"/>
                </a:lnTo>
                <a:lnTo>
                  <a:pt x="750721" y="151708"/>
                </a:lnTo>
                <a:lnTo>
                  <a:pt x="750378" y="151460"/>
                </a:lnTo>
                <a:lnTo>
                  <a:pt x="750039" y="151205"/>
                </a:lnTo>
                <a:lnTo>
                  <a:pt x="749704" y="150943"/>
                </a:lnTo>
                <a:lnTo>
                  <a:pt x="749373" y="150674"/>
                </a:lnTo>
                <a:lnTo>
                  <a:pt x="749046" y="150397"/>
                </a:lnTo>
                <a:lnTo>
                  <a:pt x="748722" y="150113"/>
                </a:lnTo>
                <a:lnTo>
                  <a:pt x="748403" y="149821"/>
                </a:lnTo>
                <a:lnTo>
                  <a:pt x="748087" y="149523"/>
                </a:lnTo>
                <a:lnTo>
                  <a:pt x="747776" y="149217"/>
                </a:lnTo>
                <a:lnTo>
                  <a:pt x="747469" y="148903"/>
                </a:lnTo>
                <a:lnTo>
                  <a:pt x="747168" y="148579"/>
                </a:lnTo>
                <a:lnTo>
                  <a:pt x="746872" y="148247"/>
                </a:lnTo>
                <a:lnTo>
                  <a:pt x="746582" y="147906"/>
                </a:lnTo>
                <a:lnTo>
                  <a:pt x="746298" y="147556"/>
                </a:lnTo>
                <a:lnTo>
                  <a:pt x="746019" y="147197"/>
                </a:lnTo>
                <a:lnTo>
                  <a:pt x="745746" y="146829"/>
                </a:lnTo>
                <a:lnTo>
                  <a:pt x="745478" y="146452"/>
                </a:lnTo>
                <a:lnTo>
                  <a:pt x="745216" y="146067"/>
                </a:lnTo>
                <a:lnTo>
                  <a:pt x="744960" y="145672"/>
                </a:lnTo>
                <a:lnTo>
                  <a:pt x="744709" y="145268"/>
                </a:lnTo>
                <a:lnTo>
                  <a:pt x="744464" y="144855"/>
                </a:lnTo>
                <a:lnTo>
                  <a:pt x="744224" y="144433"/>
                </a:lnTo>
                <a:lnTo>
                  <a:pt x="743990" y="144002"/>
                </a:lnTo>
                <a:lnTo>
                  <a:pt x="743762" y="143563"/>
                </a:lnTo>
                <a:lnTo>
                  <a:pt x="743539" y="143114"/>
                </a:lnTo>
                <a:lnTo>
                  <a:pt x="743322" y="142656"/>
                </a:lnTo>
                <a:lnTo>
                  <a:pt x="743111" y="142189"/>
                </a:lnTo>
                <a:lnTo>
                  <a:pt x="742905" y="141714"/>
                </a:lnTo>
                <a:lnTo>
                  <a:pt x="742705" y="141229"/>
                </a:lnTo>
                <a:lnTo>
                  <a:pt x="742510" y="140735"/>
                </a:lnTo>
                <a:lnTo>
                  <a:pt x="742321" y="140233"/>
                </a:lnTo>
                <a:lnTo>
                  <a:pt x="742138" y="139721"/>
                </a:lnTo>
                <a:lnTo>
                  <a:pt x="741960" y="139201"/>
                </a:lnTo>
                <a:lnTo>
                  <a:pt x="741789" y="138671"/>
                </a:lnTo>
                <a:lnTo>
                  <a:pt x="741624" y="138130"/>
                </a:lnTo>
                <a:lnTo>
                  <a:pt x="741468" y="137579"/>
                </a:lnTo>
                <a:lnTo>
                  <a:pt x="741318" y="137018"/>
                </a:lnTo>
                <a:lnTo>
                  <a:pt x="741176" y="136447"/>
                </a:lnTo>
                <a:lnTo>
                  <a:pt x="741041" y="135865"/>
                </a:lnTo>
                <a:lnTo>
                  <a:pt x="740913" y="135274"/>
                </a:lnTo>
                <a:lnTo>
                  <a:pt x="740793" y="134671"/>
                </a:lnTo>
                <a:lnTo>
                  <a:pt x="740680" y="134059"/>
                </a:lnTo>
                <a:lnTo>
                  <a:pt x="740574" y="133436"/>
                </a:lnTo>
                <a:lnTo>
                  <a:pt x="740476" y="132803"/>
                </a:lnTo>
                <a:lnTo>
                  <a:pt x="740385" y="132160"/>
                </a:lnTo>
                <a:lnTo>
                  <a:pt x="740301" y="131506"/>
                </a:lnTo>
                <a:lnTo>
                  <a:pt x="740224" y="130842"/>
                </a:lnTo>
                <a:lnTo>
                  <a:pt x="740155" y="130168"/>
                </a:lnTo>
                <a:lnTo>
                  <a:pt x="740093" y="129484"/>
                </a:lnTo>
                <a:lnTo>
                  <a:pt x="740038" y="128789"/>
                </a:lnTo>
                <a:lnTo>
                  <a:pt x="739991" y="128084"/>
                </a:lnTo>
                <a:lnTo>
                  <a:pt x="739951" y="127369"/>
                </a:lnTo>
                <a:lnTo>
                  <a:pt x="739918" y="126643"/>
                </a:lnTo>
                <a:lnTo>
                  <a:pt x="739893" y="125907"/>
                </a:lnTo>
                <a:lnTo>
                  <a:pt x="739874" y="125161"/>
                </a:lnTo>
                <a:lnTo>
                  <a:pt x="739863" y="124405"/>
                </a:lnTo>
                <a:lnTo>
                  <a:pt x="739860" y="123638"/>
                </a:lnTo>
                <a:lnTo>
                  <a:pt x="739860" y="48895"/>
                </a:lnTo>
                <a:lnTo>
                  <a:pt x="727044" y="48895"/>
                </a:lnTo>
                <a:lnTo>
                  <a:pt x="727044" y="123423"/>
                </a:lnTo>
                <a:lnTo>
                  <a:pt x="727048" y="124413"/>
                </a:lnTo>
                <a:lnTo>
                  <a:pt x="727063" y="125391"/>
                </a:lnTo>
                <a:lnTo>
                  <a:pt x="727086" y="126356"/>
                </a:lnTo>
                <a:lnTo>
                  <a:pt x="727120" y="127309"/>
                </a:lnTo>
                <a:lnTo>
                  <a:pt x="727163" y="128250"/>
                </a:lnTo>
                <a:lnTo>
                  <a:pt x="727215" y="129178"/>
                </a:lnTo>
                <a:lnTo>
                  <a:pt x="727277" y="130094"/>
                </a:lnTo>
                <a:lnTo>
                  <a:pt x="727349" y="130998"/>
                </a:lnTo>
                <a:lnTo>
                  <a:pt x="727430" y="131889"/>
                </a:lnTo>
                <a:lnTo>
                  <a:pt x="727520" y="132768"/>
                </a:lnTo>
                <a:lnTo>
                  <a:pt x="727621" y="133635"/>
                </a:lnTo>
                <a:lnTo>
                  <a:pt x="727730" y="134489"/>
                </a:lnTo>
                <a:lnTo>
                  <a:pt x="727849" y="135331"/>
                </a:lnTo>
                <a:lnTo>
                  <a:pt x="727978" y="136160"/>
                </a:lnTo>
                <a:lnTo>
                  <a:pt x="728116" y="136978"/>
                </a:lnTo>
                <a:lnTo>
                  <a:pt x="728264" y="137783"/>
                </a:lnTo>
                <a:lnTo>
                  <a:pt x="728422" y="138575"/>
                </a:lnTo>
                <a:lnTo>
                  <a:pt x="728588" y="139356"/>
                </a:lnTo>
                <a:lnTo>
                  <a:pt x="728765" y="140123"/>
                </a:lnTo>
                <a:lnTo>
                  <a:pt x="728951" y="140879"/>
                </a:lnTo>
                <a:lnTo>
                  <a:pt x="729146" y="141622"/>
                </a:lnTo>
                <a:lnTo>
                  <a:pt x="729351" y="142353"/>
                </a:lnTo>
                <a:lnTo>
                  <a:pt x="729566" y="143072"/>
                </a:lnTo>
                <a:lnTo>
                  <a:pt x="729790" y="143778"/>
                </a:lnTo>
                <a:lnTo>
                  <a:pt x="730023" y="144472"/>
                </a:lnTo>
                <a:lnTo>
                  <a:pt x="730264" y="145156"/>
                </a:lnTo>
                <a:lnTo>
                  <a:pt x="730513" y="145828"/>
                </a:lnTo>
                <a:lnTo>
                  <a:pt x="730770" y="146490"/>
                </a:lnTo>
                <a:lnTo>
                  <a:pt x="731035" y="147140"/>
                </a:lnTo>
                <a:lnTo>
                  <a:pt x="731308" y="147780"/>
                </a:lnTo>
                <a:lnTo>
                  <a:pt x="731589" y="148408"/>
                </a:lnTo>
                <a:lnTo>
                  <a:pt x="731878" y="149025"/>
                </a:lnTo>
                <a:lnTo>
                  <a:pt x="732175" y="149632"/>
                </a:lnTo>
                <a:lnTo>
                  <a:pt x="732481" y="150227"/>
                </a:lnTo>
                <a:lnTo>
                  <a:pt x="732794" y="150811"/>
                </a:lnTo>
                <a:lnTo>
                  <a:pt x="733115" y="151384"/>
                </a:lnTo>
                <a:lnTo>
                  <a:pt x="733444" y="151946"/>
                </a:lnTo>
                <a:lnTo>
                  <a:pt x="733782" y="152497"/>
                </a:lnTo>
                <a:lnTo>
                  <a:pt x="734127" y="153037"/>
                </a:lnTo>
                <a:lnTo>
                  <a:pt x="734481" y="153567"/>
                </a:lnTo>
                <a:lnTo>
                  <a:pt x="734842" y="154085"/>
                </a:lnTo>
                <a:lnTo>
                  <a:pt x="735212" y="154592"/>
                </a:lnTo>
                <a:lnTo>
                  <a:pt x="735589" y="155087"/>
                </a:lnTo>
                <a:lnTo>
                  <a:pt x="735975" y="155572"/>
                </a:lnTo>
                <a:lnTo>
                  <a:pt x="736369" y="156046"/>
                </a:lnTo>
                <a:lnTo>
                  <a:pt x="736771" y="156509"/>
                </a:lnTo>
                <a:lnTo>
                  <a:pt x="737180" y="156961"/>
                </a:lnTo>
                <a:lnTo>
                  <a:pt x="737598" y="157402"/>
                </a:lnTo>
                <a:lnTo>
                  <a:pt x="738023" y="157832"/>
                </a:lnTo>
                <a:lnTo>
                  <a:pt x="738456" y="158253"/>
                </a:lnTo>
                <a:lnTo>
                  <a:pt x="738895" y="158665"/>
                </a:lnTo>
                <a:lnTo>
                  <a:pt x="739341" y="159067"/>
                </a:lnTo>
                <a:lnTo>
                  <a:pt x="739794" y="159459"/>
                </a:lnTo>
                <a:lnTo>
                  <a:pt x="740254" y="159842"/>
                </a:lnTo>
                <a:lnTo>
                  <a:pt x="740720" y="160215"/>
                </a:lnTo>
                <a:lnTo>
                  <a:pt x="741194" y="160579"/>
                </a:lnTo>
                <a:lnTo>
                  <a:pt x="741675" y="160933"/>
                </a:lnTo>
                <a:lnTo>
                  <a:pt x="742162" y="161278"/>
                </a:lnTo>
                <a:lnTo>
                  <a:pt x="742657" y="161613"/>
                </a:lnTo>
                <a:lnTo>
                  <a:pt x="743158" y="161939"/>
                </a:lnTo>
                <a:lnTo>
                  <a:pt x="743666" y="162255"/>
                </a:lnTo>
                <a:lnTo>
                  <a:pt x="744182" y="162561"/>
                </a:lnTo>
                <a:lnTo>
                  <a:pt x="744704" y="162858"/>
                </a:lnTo>
                <a:lnTo>
                  <a:pt x="745233" y="163146"/>
                </a:lnTo>
                <a:lnTo>
                  <a:pt x="745769" y="163424"/>
                </a:lnTo>
                <a:lnTo>
                  <a:pt x="746312" y="163692"/>
                </a:lnTo>
                <a:lnTo>
                  <a:pt x="746861" y="163951"/>
                </a:lnTo>
                <a:lnTo>
                  <a:pt x="747418" y="164200"/>
                </a:lnTo>
                <a:lnTo>
                  <a:pt x="747982" y="164440"/>
                </a:lnTo>
                <a:lnTo>
                  <a:pt x="748552" y="164670"/>
                </a:lnTo>
                <a:lnTo>
                  <a:pt x="749130" y="164891"/>
                </a:lnTo>
                <a:lnTo>
                  <a:pt x="749714" y="165102"/>
                </a:lnTo>
                <a:lnTo>
                  <a:pt x="750305" y="165304"/>
                </a:lnTo>
                <a:lnTo>
                  <a:pt x="750900" y="165498"/>
                </a:lnTo>
                <a:lnTo>
                  <a:pt x="751500" y="165683"/>
                </a:lnTo>
                <a:lnTo>
                  <a:pt x="752106" y="165859"/>
                </a:lnTo>
                <a:lnTo>
                  <a:pt x="752717" y="166027"/>
                </a:lnTo>
                <a:lnTo>
                  <a:pt x="753332" y="166186"/>
                </a:lnTo>
                <a:lnTo>
                  <a:pt x="753953" y="166337"/>
                </a:lnTo>
                <a:lnTo>
                  <a:pt x="754579" y="166478"/>
                </a:lnTo>
                <a:lnTo>
                  <a:pt x="755209" y="166612"/>
                </a:lnTo>
                <a:lnTo>
                  <a:pt x="755845" y="166736"/>
                </a:lnTo>
                <a:lnTo>
                  <a:pt x="756486" y="166853"/>
                </a:lnTo>
                <a:lnTo>
                  <a:pt x="757132" y="166960"/>
                </a:lnTo>
                <a:lnTo>
                  <a:pt x="757783" y="167059"/>
                </a:lnTo>
                <a:lnTo>
                  <a:pt x="758439" y="167149"/>
                </a:lnTo>
                <a:lnTo>
                  <a:pt x="759100" y="167231"/>
                </a:lnTo>
                <a:lnTo>
                  <a:pt x="759766" y="167304"/>
                </a:lnTo>
                <a:lnTo>
                  <a:pt x="760437" y="167369"/>
                </a:lnTo>
                <a:lnTo>
                  <a:pt x="761113" y="167425"/>
                </a:lnTo>
                <a:lnTo>
                  <a:pt x="761795" y="167472"/>
                </a:lnTo>
                <a:lnTo>
                  <a:pt x="762481" y="167511"/>
                </a:lnTo>
                <a:lnTo>
                  <a:pt x="763172" y="167541"/>
                </a:lnTo>
                <a:lnTo>
                  <a:pt x="763869" y="167562"/>
                </a:lnTo>
                <a:lnTo>
                  <a:pt x="764570" y="167575"/>
                </a:lnTo>
                <a:lnTo>
                  <a:pt x="765277" y="167579"/>
                </a:lnTo>
                <a:lnTo>
                  <a:pt x="766294" y="167573"/>
                </a:lnTo>
                <a:lnTo>
                  <a:pt x="767298" y="167553"/>
                </a:lnTo>
                <a:lnTo>
                  <a:pt x="768291" y="167520"/>
                </a:lnTo>
                <a:lnTo>
                  <a:pt x="769270" y="167473"/>
                </a:lnTo>
                <a:lnTo>
                  <a:pt x="770238" y="167413"/>
                </a:lnTo>
                <a:lnTo>
                  <a:pt x="771193" y="167340"/>
                </a:lnTo>
                <a:lnTo>
                  <a:pt x="772136" y="167254"/>
                </a:lnTo>
                <a:lnTo>
                  <a:pt x="773067" y="167155"/>
                </a:lnTo>
                <a:lnTo>
                  <a:pt x="773985" y="167042"/>
                </a:lnTo>
                <a:lnTo>
                  <a:pt x="774891" y="166916"/>
                </a:lnTo>
                <a:lnTo>
                  <a:pt x="775785" y="166776"/>
                </a:lnTo>
                <a:lnTo>
                  <a:pt x="776666" y="166624"/>
                </a:lnTo>
                <a:lnTo>
                  <a:pt x="777535" y="166458"/>
                </a:lnTo>
                <a:lnTo>
                  <a:pt x="778391" y="166278"/>
                </a:lnTo>
                <a:lnTo>
                  <a:pt x="779235" y="166086"/>
                </a:lnTo>
                <a:lnTo>
                  <a:pt x="780067" y="165880"/>
                </a:lnTo>
                <a:lnTo>
                  <a:pt x="780887" y="165661"/>
                </a:lnTo>
                <a:lnTo>
                  <a:pt x="781694" y="165429"/>
                </a:lnTo>
                <a:lnTo>
                  <a:pt x="782489" y="165183"/>
                </a:lnTo>
                <a:lnTo>
                  <a:pt x="783271" y="164924"/>
                </a:lnTo>
                <a:lnTo>
                  <a:pt x="784042" y="164652"/>
                </a:lnTo>
                <a:lnTo>
                  <a:pt x="784799" y="164367"/>
                </a:lnTo>
                <a:lnTo>
                  <a:pt x="785545" y="164068"/>
                </a:lnTo>
                <a:lnTo>
                  <a:pt x="786278" y="163756"/>
                </a:lnTo>
                <a:lnTo>
                  <a:pt x="786999" y="163432"/>
                </a:lnTo>
                <a:lnTo>
                  <a:pt x="787709" y="163098"/>
                </a:lnTo>
                <a:lnTo>
                  <a:pt x="788408" y="162753"/>
                </a:lnTo>
                <a:lnTo>
                  <a:pt x="789096" y="162398"/>
                </a:lnTo>
                <a:lnTo>
                  <a:pt x="789773" y="162032"/>
                </a:lnTo>
                <a:lnTo>
                  <a:pt x="790438" y="161656"/>
                </a:lnTo>
                <a:lnTo>
                  <a:pt x="791092" y="161269"/>
                </a:lnTo>
                <a:lnTo>
                  <a:pt x="791735" y="160872"/>
                </a:lnTo>
                <a:lnTo>
                  <a:pt x="792366" y="160464"/>
                </a:lnTo>
                <a:lnTo>
                  <a:pt x="792987" y="160046"/>
                </a:lnTo>
                <a:lnTo>
                  <a:pt x="793596" y="159618"/>
                </a:lnTo>
                <a:lnTo>
                  <a:pt x="794194" y="159179"/>
                </a:lnTo>
                <a:lnTo>
                  <a:pt x="794781" y="158729"/>
                </a:lnTo>
                <a:lnTo>
                  <a:pt x="795356" y="158269"/>
                </a:lnTo>
                <a:lnTo>
                  <a:pt x="795920" y="157799"/>
                </a:lnTo>
                <a:lnTo>
                  <a:pt x="796473" y="157318"/>
                </a:lnTo>
                <a:lnTo>
                  <a:pt x="797015" y="156827"/>
                </a:lnTo>
                <a:lnTo>
                  <a:pt x="797546" y="156325"/>
                </a:lnTo>
                <a:lnTo>
                  <a:pt x="798065" y="155813"/>
                </a:lnTo>
                <a:lnTo>
                  <a:pt x="798574" y="155290"/>
                </a:lnTo>
                <a:lnTo>
                  <a:pt x="799071" y="154756"/>
                </a:lnTo>
                <a:lnTo>
                  <a:pt x="799556" y="154213"/>
                </a:lnTo>
                <a:lnTo>
                  <a:pt x="800031" y="153659"/>
                </a:lnTo>
                <a:lnTo>
                  <a:pt x="800494" y="153094"/>
                </a:lnTo>
                <a:lnTo>
                  <a:pt x="800947" y="152520"/>
                </a:lnTo>
                <a:lnTo>
                  <a:pt x="801389" y="151937"/>
                </a:lnTo>
                <a:lnTo>
                  <a:pt x="801822" y="151345"/>
                </a:lnTo>
                <a:lnTo>
                  <a:pt x="802244" y="150745"/>
                </a:lnTo>
                <a:lnTo>
                  <a:pt x="802351" y="150587"/>
                </a:lnTo>
                <a:lnTo>
                  <a:pt x="802648" y="165425"/>
                </a:lnTo>
                <a:lnTo>
                  <a:pt x="815141" y="165425"/>
                </a:lnTo>
                <a:lnTo>
                  <a:pt x="815141" y="48895"/>
                </a:lnTo>
                <a:lnTo>
                  <a:pt x="802110" y="48895"/>
                </a:lnTo>
                <a:lnTo>
                  <a:pt x="802110" y="133055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CBFF8-FCD0-46F4-9C4C-3BF14FB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44" y="1525052"/>
            <a:ext cx="1036252" cy="19812"/>
          </a:xfrm>
          <a:custGeom xmlns:a="http://schemas.openxmlformats.org/drawingml/2006/main">
            <a:pathLst>
              <a:path w="1036252" h="19812">
                <a:moveTo>
                  <a:pt x="0" y="0"/>
                </a:moveTo>
                <a:lnTo>
                  <a:pt x="1036252" y="0"/>
                </a:lnTo>
                <a:lnTo>
                  <a:pt x="1036252" y="19812"/>
                </a:lnTo>
                <a:lnTo>
                  <a:pt x="0" y="198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HighAptitude">
            <a:extLst xmlns:a="http://schemas.openxmlformats.org/drawingml/2006/main">
              <a:ext uri="{FF2B5EF4-FFF2-40B4-BE49-F238E27FC236}">
                <a16:creationId xmlns:a16="http://schemas.microsoft.com/office/drawing/2014/main" id="{3621BB02-2512-4851-95BD-4A37FD6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60" y="1609491"/>
            <a:ext cx="1280868" cy="211413"/>
          </a:xfrm>
          <a:custGeom xmlns:a="http://schemas.openxmlformats.org/drawingml/2006/main">
            <a:pathLst>
              <a:path w="1280868" h="211413">
                <a:moveTo>
                  <a:pt x="152492" y="16514"/>
                </a:moveTo>
                <a:lnTo>
                  <a:pt x="152536" y="16791"/>
                </a:lnTo>
                <a:lnTo>
                  <a:pt x="152589" y="17064"/>
                </a:lnTo>
                <a:lnTo>
                  <a:pt x="152649" y="17334"/>
                </a:lnTo>
                <a:lnTo>
                  <a:pt x="152717" y="17599"/>
                </a:lnTo>
                <a:lnTo>
                  <a:pt x="152794" y="17862"/>
                </a:lnTo>
                <a:lnTo>
                  <a:pt x="152878" y="18121"/>
                </a:lnTo>
                <a:lnTo>
                  <a:pt x="152971" y="18376"/>
                </a:lnTo>
                <a:lnTo>
                  <a:pt x="153071" y="18628"/>
                </a:lnTo>
                <a:lnTo>
                  <a:pt x="153180" y="18876"/>
                </a:lnTo>
                <a:lnTo>
                  <a:pt x="153296" y="19121"/>
                </a:lnTo>
                <a:lnTo>
                  <a:pt x="153421" y="19362"/>
                </a:lnTo>
                <a:lnTo>
                  <a:pt x="153554" y="19599"/>
                </a:lnTo>
                <a:lnTo>
                  <a:pt x="153694" y="19833"/>
                </a:lnTo>
                <a:lnTo>
                  <a:pt x="153843" y="20064"/>
                </a:lnTo>
                <a:lnTo>
                  <a:pt x="154000" y="20291"/>
                </a:lnTo>
                <a:lnTo>
                  <a:pt x="154165" y="20514"/>
                </a:lnTo>
                <a:lnTo>
                  <a:pt x="154337" y="20734"/>
                </a:lnTo>
                <a:lnTo>
                  <a:pt x="154518" y="20950"/>
                </a:lnTo>
                <a:lnTo>
                  <a:pt x="154707" y="21163"/>
                </a:lnTo>
                <a:lnTo>
                  <a:pt x="154904" y="21369"/>
                </a:lnTo>
                <a:lnTo>
                  <a:pt x="155106" y="21567"/>
                </a:lnTo>
                <a:lnTo>
                  <a:pt x="155316" y="21756"/>
                </a:lnTo>
                <a:lnTo>
                  <a:pt x="155531" y="21936"/>
                </a:lnTo>
                <a:lnTo>
                  <a:pt x="155754" y="22108"/>
                </a:lnTo>
                <a:lnTo>
                  <a:pt x="155983" y="22270"/>
                </a:lnTo>
                <a:lnTo>
                  <a:pt x="156218" y="22424"/>
                </a:lnTo>
                <a:lnTo>
                  <a:pt x="156460" y="22569"/>
                </a:lnTo>
                <a:lnTo>
                  <a:pt x="156709" y="22705"/>
                </a:lnTo>
                <a:lnTo>
                  <a:pt x="156964" y="22833"/>
                </a:lnTo>
                <a:lnTo>
                  <a:pt x="157226" y="22951"/>
                </a:lnTo>
                <a:lnTo>
                  <a:pt x="157494" y="23061"/>
                </a:lnTo>
                <a:lnTo>
                  <a:pt x="157769" y="23162"/>
                </a:lnTo>
                <a:lnTo>
                  <a:pt x="158050" y="23254"/>
                </a:lnTo>
                <a:lnTo>
                  <a:pt x="158338" y="23338"/>
                </a:lnTo>
                <a:lnTo>
                  <a:pt x="158632" y="23413"/>
                </a:lnTo>
                <a:lnTo>
                  <a:pt x="158933" y="23478"/>
                </a:lnTo>
                <a:lnTo>
                  <a:pt x="159241" y="23536"/>
                </a:lnTo>
                <a:lnTo>
                  <a:pt x="159555" y="23584"/>
                </a:lnTo>
                <a:lnTo>
                  <a:pt x="159875" y="23623"/>
                </a:lnTo>
                <a:lnTo>
                  <a:pt x="160202" y="23654"/>
                </a:lnTo>
                <a:lnTo>
                  <a:pt x="160536" y="23676"/>
                </a:lnTo>
                <a:lnTo>
                  <a:pt x="160876" y="23689"/>
                </a:lnTo>
                <a:lnTo>
                  <a:pt x="161223" y="23694"/>
                </a:lnTo>
                <a:lnTo>
                  <a:pt x="161561" y="23689"/>
                </a:lnTo>
                <a:lnTo>
                  <a:pt x="161894" y="23676"/>
                </a:lnTo>
                <a:lnTo>
                  <a:pt x="162220" y="23654"/>
                </a:lnTo>
                <a:lnTo>
                  <a:pt x="162541" y="23623"/>
                </a:lnTo>
                <a:lnTo>
                  <a:pt x="162856" y="23584"/>
                </a:lnTo>
                <a:lnTo>
                  <a:pt x="163165" y="23536"/>
                </a:lnTo>
                <a:lnTo>
                  <a:pt x="163468" y="23478"/>
                </a:lnTo>
                <a:lnTo>
                  <a:pt x="163766" y="23413"/>
                </a:lnTo>
                <a:lnTo>
                  <a:pt x="164058" y="23338"/>
                </a:lnTo>
                <a:lnTo>
                  <a:pt x="164344" y="23254"/>
                </a:lnTo>
                <a:lnTo>
                  <a:pt x="164624" y="23162"/>
                </a:lnTo>
                <a:lnTo>
                  <a:pt x="164898" y="23061"/>
                </a:lnTo>
                <a:lnTo>
                  <a:pt x="165167" y="22951"/>
                </a:lnTo>
                <a:lnTo>
                  <a:pt x="165430" y="22833"/>
                </a:lnTo>
                <a:lnTo>
                  <a:pt x="165687" y="22705"/>
                </a:lnTo>
                <a:lnTo>
                  <a:pt x="165938" y="22569"/>
                </a:lnTo>
                <a:lnTo>
                  <a:pt x="166183" y="22424"/>
                </a:lnTo>
                <a:lnTo>
                  <a:pt x="166423" y="22270"/>
                </a:lnTo>
                <a:lnTo>
                  <a:pt x="166657" y="22108"/>
                </a:lnTo>
                <a:lnTo>
                  <a:pt x="166885" y="21936"/>
                </a:lnTo>
                <a:lnTo>
                  <a:pt x="167107" y="21756"/>
                </a:lnTo>
                <a:lnTo>
                  <a:pt x="167323" y="21567"/>
                </a:lnTo>
                <a:lnTo>
                  <a:pt x="167534" y="21369"/>
                </a:lnTo>
                <a:lnTo>
                  <a:pt x="167739" y="21163"/>
                </a:lnTo>
                <a:lnTo>
                  <a:pt x="167937" y="20950"/>
                </a:lnTo>
                <a:lnTo>
                  <a:pt x="168126" y="20734"/>
                </a:lnTo>
                <a:lnTo>
                  <a:pt x="168307" y="20514"/>
                </a:lnTo>
                <a:lnTo>
                  <a:pt x="168479" y="20291"/>
                </a:lnTo>
                <a:lnTo>
                  <a:pt x="168643" y="20064"/>
                </a:lnTo>
                <a:lnTo>
                  <a:pt x="168799" y="19833"/>
                </a:lnTo>
                <a:lnTo>
                  <a:pt x="168946" y="19599"/>
                </a:lnTo>
                <a:lnTo>
                  <a:pt x="169085" y="19362"/>
                </a:lnTo>
                <a:lnTo>
                  <a:pt x="169216" y="19121"/>
                </a:lnTo>
                <a:lnTo>
                  <a:pt x="169338" y="18876"/>
                </a:lnTo>
                <a:lnTo>
                  <a:pt x="169451" y="18628"/>
                </a:lnTo>
                <a:lnTo>
                  <a:pt x="169556" y="18376"/>
                </a:lnTo>
                <a:lnTo>
                  <a:pt x="169653" y="18121"/>
                </a:lnTo>
                <a:lnTo>
                  <a:pt x="169741" y="17862"/>
                </a:lnTo>
                <a:lnTo>
                  <a:pt x="169821" y="17599"/>
                </a:lnTo>
                <a:lnTo>
                  <a:pt x="169893" y="17334"/>
                </a:lnTo>
                <a:lnTo>
                  <a:pt x="169956" y="17064"/>
                </a:lnTo>
                <a:lnTo>
                  <a:pt x="170011" y="16791"/>
                </a:lnTo>
                <a:lnTo>
                  <a:pt x="170057" y="16514"/>
                </a:lnTo>
                <a:lnTo>
                  <a:pt x="170095" y="16234"/>
                </a:lnTo>
                <a:lnTo>
                  <a:pt x="170124" y="15950"/>
                </a:lnTo>
                <a:lnTo>
                  <a:pt x="170145" y="15663"/>
                </a:lnTo>
                <a:lnTo>
                  <a:pt x="170158" y="15372"/>
                </a:lnTo>
                <a:lnTo>
                  <a:pt x="170162" y="15078"/>
                </a:lnTo>
                <a:lnTo>
                  <a:pt x="170158" y="14775"/>
                </a:lnTo>
                <a:lnTo>
                  <a:pt x="170145" y="14475"/>
                </a:lnTo>
                <a:lnTo>
                  <a:pt x="170124" y="14180"/>
                </a:lnTo>
                <a:lnTo>
                  <a:pt x="170095" y="13889"/>
                </a:lnTo>
                <a:lnTo>
                  <a:pt x="170057" y="13601"/>
                </a:lnTo>
                <a:lnTo>
                  <a:pt x="170011" y="13318"/>
                </a:lnTo>
                <a:lnTo>
                  <a:pt x="169956" y="13038"/>
                </a:lnTo>
                <a:lnTo>
                  <a:pt x="169893" y="12762"/>
                </a:lnTo>
                <a:lnTo>
                  <a:pt x="169821" y="12491"/>
                </a:lnTo>
                <a:lnTo>
                  <a:pt x="169741" y="12223"/>
                </a:lnTo>
                <a:lnTo>
                  <a:pt x="169653" y="11959"/>
                </a:lnTo>
                <a:lnTo>
                  <a:pt x="169556" y="11699"/>
                </a:lnTo>
                <a:lnTo>
                  <a:pt x="169451" y="11443"/>
                </a:lnTo>
                <a:lnTo>
                  <a:pt x="169338" y="11191"/>
                </a:lnTo>
                <a:lnTo>
                  <a:pt x="169216" y="10942"/>
                </a:lnTo>
                <a:lnTo>
                  <a:pt x="169085" y="10698"/>
                </a:lnTo>
                <a:lnTo>
                  <a:pt x="168946" y="10458"/>
                </a:lnTo>
                <a:lnTo>
                  <a:pt x="168799" y="10221"/>
                </a:lnTo>
                <a:lnTo>
                  <a:pt x="168643" y="9989"/>
                </a:lnTo>
                <a:lnTo>
                  <a:pt x="168479" y="9760"/>
                </a:lnTo>
                <a:lnTo>
                  <a:pt x="168307" y="9536"/>
                </a:lnTo>
                <a:lnTo>
                  <a:pt x="168126" y="9315"/>
                </a:lnTo>
                <a:lnTo>
                  <a:pt x="167937" y="9098"/>
                </a:lnTo>
                <a:lnTo>
                  <a:pt x="167739" y="8885"/>
                </a:lnTo>
                <a:lnTo>
                  <a:pt x="167534" y="8679"/>
                </a:lnTo>
                <a:lnTo>
                  <a:pt x="167323" y="8481"/>
                </a:lnTo>
                <a:lnTo>
                  <a:pt x="167107" y="8292"/>
                </a:lnTo>
                <a:lnTo>
                  <a:pt x="166885" y="8112"/>
                </a:lnTo>
                <a:lnTo>
                  <a:pt x="166657" y="7940"/>
                </a:lnTo>
                <a:lnTo>
                  <a:pt x="166423" y="7778"/>
                </a:lnTo>
                <a:lnTo>
                  <a:pt x="166183" y="7624"/>
                </a:lnTo>
                <a:lnTo>
                  <a:pt x="165938" y="7479"/>
                </a:lnTo>
                <a:lnTo>
                  <a:pt x="165687" y="7343"/>
                </a:lnTo>
                <a:lnTo>
                  <a:pt x="165430" y="7215"/>
                </a:lnTo>
                <a:lnTo>
                  <a:pt x="165167" y="7097"/>
                </a:lnTo>
                <a:lnTo>
                  <a:pt x="164898" y="6987"/>
                </a:lnTo>
                <a:lnTo>
                  <a:pt x="164624" y="6886"/>
                </a:lnTo>
                <a:lnTo>
                  <a:pt x="164344" y="6794"/>
                </a:lnTo>
                <a:lnTo>
                  <a:pt x="164058" y="6710"/>
                </a:lnTo>
                <a:lnTo>
                  <a:pt x="163766" y="6635"/>
                </a:lnTo>
                <a:lnTo>
                  <a:pt x="163468" y="6570"/>
                </a:lnTo>
                <a:lnTo>
                  <a:pt x="163165" y="6512"/>
                </a:lnTo>
                <a:lnTo>
                  <a:pt x="162856" y="6464"/>
                </a:lnTo>
                <a:lnTo>
                  <a:pt x="162541" y="6425"/>
                </a:lnTo>
                <a:lnTo>
                  <a:pt x="162220" y="6394"/>
                </a:lnTo>
                <a:lnTo>
                  <a:pt x="161894" y="6372"/>
                </a:lnTo>
                <a:lnTo>
                  <a:pt x="161561" y="6359"/>
                </a:lnTo>
                <a:lnTo>
                  <a:pt x="161223" y="6354"/>
                </a:lnTo>
                <a:lnTo>
                  <a:pt x="160876" y="6359"/>
                </a:lnTo>
                <a:lnTo>
                  <a:pt x="160536" y="6372"/>
                </a:lnTo>
                <a:lnTo>
                  <a:pt x="160202" y="6394"/>
                </a:lnTo>
                <a:lnTo>
                  <a:pt x="159875" y="6425"/>
                </a:lnTo>
                <a:lnTo>
                  <a:pt x="159555" y="6464"/>
                </a:lnTo>
                <a:lnTo>
                  <a:pt x="159241" y="6512"/>
                </a:lnTo>
                <a:lnTo>
                  <a:pt x="158933" y="6570"/>
                </a:lnTo>
                <a:lnTo>
                  <a:pt x="158632" y="6635"/>
                </a:lnTo>
                <a:lnTo>
                  <a:pt x="158338" y="6710"/>
                </a:lnTo>
                <a:lnTo>
                  <a:pt x="158050" y="6794"/>
                </a:lnTo>
                <a:lnTo>
                  <a:pt x="157769" y="6886"/>
                </a:lnTo>
                <a:lnTo>
                  <a:pt x="157494" y="6987"/>
                </a:lnTo>
                <a:lnTo>
                  <a:pt x="157226" y="7097"/>
                </a:lnTo>
                <a:lnTo>
                  <a:pt x="156964" y="7215"/>
                </a:lnTo>
                <a:lnTo>
                  <a:pt x="156709" y="7343"/>
                </a:lnTo>
                <a:lnTo>
                  <a:pt x="156460" y="7479"/>
                </a:lnTo>
                <a:lnTo>
                  <a:pt x="156218" y="7624"/>
                </a:lnTo>
                <a:lnTo>
                  <a:pt x="155983" y="7778"/>
                </a:lnTo>
                <a:lnTo>
                  <a:pt x="155754" y="7940"/>
                </a:lnTo>
                <a:lnTo>
                  <a:pt x="155531" y="8112"/>
                </a:lnTo>
                <a:lnTo>
                  <a:pt x="155316" y="8292"/>
                </a:lnTo>
                <a:lnTo>
                  <a:pt x="155106" y="8481"/>
                </a:lnTo>
                <a:lnTo>
                  <a:pt x="154904" y="8679"/>
                </a:lnTo>
                <a:lnTo>
                  <a:pt x="154707" y="8885"/>
                </a:lnTo>
                <a:lnTo>
                  <a:pt x="154518" y="9098"/>
                </a:lnTo>
                <a:lnTo>
                  <a:pt x="154337" y="9315"/>
                </a:lnTo>
                <a:lnTo>
                  <a:pt x="154165" y="9536"/>
                </a:lnTo>
                <a:lnTo>
                  <a:pt x="154000" y="9760"/>
                </a:lnTo>
                <a:lnTo>
                  <a:pt x="153843" y="9989"/>
                </a:lnTo>
                <a:lnTo>
                  <a:pt x="153694" y="10221"/>
                </a:lnTo>
                <a:lnTo>
                  <a:pt x="153554" y="10458"/>
                </a:lnTo>
                <a:lnTo>
                  <a:pt x="153421" y="10698"/>
                </a:lnTo>
                <a:lnTo>
                  <a:pt x="153296" y="10942"/>
                </a:lnTo>
                <a:lnTo>
                  <a:pt x="153180" y="11191"/>
                </a:lnTo>
                <a:lnTo>
                  <a:pt x="153071" y="11443"/>
                </a:lnTo>
                <a:lnTo>
                  <a:pt x="152971" y="11699"/>
                </a:lnTo>
                <a:lnTo>
                  <a:pt x="152878" y="11959"/>
                </a:lnTo>
                <a:lnTo>
                  <a:pt x="152794" y="12223"/>
                </a:lnTo>
                <a:lnTo>
                  <a:pt x="152717" y="12491"/>
                </a:lnTo>
                <a:lnTo>
                  <a:pt x="152649" y="12762"/>
                </a:lnTo>
                <a:lnTo>
                  <a:pt x="152589" y="13038"/>
                </a:lnTo>
                <a:lnTo>
                  <a:pt x="152536" y="13318"/>
                </a:lnTo>
                <a:lnTo>
                  <a:pt x="152492" y="13601"/>
                </a:lnTo>
                <a:lnTo>
                  <a:pt x="152456" y="13889"/>
                </a:lnTo>
                <a:lnTo>
                  <a:pt x="152428" y="14180"/>
                </a:lnTo>
                <a:lnTo>
                  <a:pt x="152408" y="14475"/>
                </a:lnTo>
                <a:lnTo>
                  <a:pt x="152396" y="14775"/>
                </a:lnTo>
                <a:lnTo>
                  <a:pt x="152392" y="15078"/>
                </a:lnTo>
                <a:lnTo>
                  <a:pt x="152396" y="15372"/>
                </a:lnTo>
                <a:lnTo>
                  <a:pt x="152408" y="15663"/>
                </a:lnTo>
                <a:lnTo>
                  <a:pt x="152428" y="15950"/>
                </a:lnTo>
                <a:lnTo>
                  <a:pt x="152456" y="16234"/>
                </a:lnTo>
                <a:lnTo>
                  <a:pt x="152492" y="16514"/>
                </a:lnTo>
                <a:close/>
                <a:moveTo>
                  <a:pt x="337122" y="85487"/>
                </a:moveTo>
                <a:lnTo>
                  <a:pt x="337335" y="84900"/>
                </a:lnTo>
                <a:lnTo>
                  <a:pt x="337560" y="84301"/>
                </a:lnTo>
                <a:lnTo>
                  <a:pt x="337794" y="83706"/>
                </a:lnTo>
                <a:lnTo>
                  <a:pt x="338035" y="83114"/>
                </a:lnTo>
                <a:lnTo>
                  <a:pt x="338283" y="82524"/>
                </a:lnTo>
                <a:lnTo>
                  <a:pt x="338539" y="81938"/>
                </a:lnTo>
                <a:lnTo>
                  <a:pt x="338803" y="81354"/>
                </a:lnTo>
                <a:lnTo>
                  <a:pt x="339075" y="80774"/>
                </a:lnTo>
                <a:lnTo>
                  <a:pt x="339354" y="80197"/>
                </a:lnTo>
                <a:lnTo>
                  <a:pt x="339641" y="79622"/>
                </a:lnTo>
                <a:lnTo>
                  <a:pt x="339936" y="79051"/>
                </a:lnTo>
                <a:lnTo>
                  <a:pt x="340238" y="78483"/>
                </a:lnTo>
                <a:lnTo>
                  <a:pt x="340548" y="77917"/>
                </a:lnTo>
                <a:lnTo>
                  <a:pt x="340865" y="77355"/>
                </a:lnTo>
                <a:lnTo>
                  <a:pt x="341191" y="76795"/>
                </a:lnTo>
                <a:lnTo>
                  <a:pt x="341524" y="76239"/>
                </a:lnTo>
                <a:lnTo>
                  <a:pt x="341864" y="75685"/>
                </a:lnTo>
                <a:lnTo>
                  <a:pt x="342212" y="75135"/>
                </a:lnTo>
                <a:lnTo>
                  <a:pt x="342568" y="74587"/>
                </a:lnTo>
                <a:lnTo>
                  <a:pt x="342932" y="74043"/>
                </a:lnTo>
                <a:lnTo>
                  <a:pt x="343303" y="73501"/>
                </a:lnTo>
                <a:lnTo>
                  <a:pt x="343682" y="72963"/>
                </a:lnTo>
                <a:lnTo>
                  <a:pt x="344069" y="72427"/>
                </a:lnTo>
                <a:lnTo>
                  <a:pt x="344463" y="71898"/>
                </a:lnTo>
                <a:lnTo>
                  <a:pt x="344865" y="71376"/>
                </a:lnTo>
                <a:lnTo>
                  <a:pt x="345275" y="70862"/>
                </a:lnTo>
                <a:lnTo>
                  <a:pt x="345693" y="70357"/>
                </a:lnTo>
                <a:lnTo>
                  <a:pt x="346119" y="69860"/>
                </a:lnTo>
                <a:lnTo>
                  <a:pt x="346552" y="69371"/>
                </a:lnTo>
                <a:lnTo>
                  <a:pt x="346994" y="68891"/>
                </a:lnTo>
                <a:lnTo>
                  <a:pt x="347443" y="68419"/>
                </a:lnTo>
                <a:lnTo>
                  <a:pt x="347900" y="67955"/>
                </a:lnTo>
                <a:lnTo>
                  <a:pt x="348365" y="67499"/>
                </a:lnTo>
                <a:lnTo>
                  <a:pt x="348838" y="67051"/>
                </a:lnTo>
                <a:lnTo>
                  <a:pt x="349319" y="66612"/>
                </a:lnTo>
                <a:lnTo>
                  <a:pt x="349808" y="66181"/>
                </a:lnTo>
                <a:lnTo>
                  <a:pt x="350304" y="65758"/>
                </a:lnTo>
                <a:lnTo>
                  <a:pt x="350808" y="65343"/>
                </a:lnTo>
                <a:lnTo>
                  <a:pt x="351320" y="64936"/>
                </a:lnTo>
                <a:lnTo>
                  <a:pt x="351840" y="64538"/>
                </a:lnTo>
                <a:lnTo>
                  <a:pt x="352368" y="64148"/>
                </a:lnTo>
                <a:lnTo>
                  <a:pt x="352904" y="63766"/>
                </a:lnTo>
                <a:lnTo>
                  <a:pt x="353447" y="63393"/>
                </a:lnTo>
                <a:lnTo>
                  <a:pt x="353999" y="63027"/>
                </a:lnTo>
                <a:lnTo>
                  <a:pt x="354558" y="62670"/>
                </a:lnTo>
                <a:lnTo>
                  <a:pt x="355125" y="62321"/>
                </a:lnTo>
                <a:lnTo>
                  <a:pt x="355700" y="61981"/>
                </a:lnTo>
                <a:lnTo>
                  <a:pt x="356283" y="61651"/>
                </a:lnTo>
                <a:lnTo>
                  <a:pt x="356874" y="61336"/>
                </a:lnTo>
                <a:lnTo>
                  <a:pt x="357473" y="61034"/>
                </a:lnTo>
                <a:lnTo>
                  <a:pt x="358080" y="60747"/>
                </a:lnTo>
                <a:lnTo>
                  <a:pt x="358695" y="60473"/>
                </a:lnTo>
                <a:lnTo>
                  <a:pt x="359318" y="60214"/>
                </a:lnTo>
                <a:lnTo>
                  <a:pt x="359949" y="59968"/>
                </a:lnTo>
                <a:lnTo>
                  <a:pt x="360588" y="59737"/>
                </a:lnTo>
                <a:lnTo>
                  <a:pt x="361236" y="59520"/>
                </a:lnTo>
                <a:lnTo>
                  <a:pt x="361891" y="59316"/>
                </a:lnTo>
                <a:lnTo>
                  <a:pt x="362554" y="59127"/>
                </a:lnTo>
                <a:lnTo>
                  <a:pt x="363226" y="58952"/>
                </a:lnTo>
                <a:lnTo>
                  <a:pt x="363905" y="58790"/>
                </a:lnTo>
                <a:lnTo>
                  <a:pt x="364592" y="58643"/>
                </a:lnTo>
                <a:lnTo>
                  <a:pt x="365288" y="58510"/>
                </a:lnTo>
                <a:lnTo>
                  <a:pt x="365991" y="58391"/>
                </a:lnTo>
                <a:lnTo>
                  <a:pt x="366703" y="58286"/>
                </a:lnTo>
                <a:lnTo>
                  <a:pt x="367422" y="58194"/>
                </a:lnTo>
                <a:lnTo>
                  <a:pt x="368150" y="58117"/>
                </a:lnTo>
                <a:lnTo>
                  <a:pt x="368886" y="58054"/>
                </a:lnTo>
                <a:lnTo>
                  <a:pt x="369629" y="58005"/>
                </a:lnTo>
                <a:lnTo>
                  <a:pt x="370381" y="57970"/>
                </a:lnTo>
                <a:lnTo>
                  <a:pt x="371141" y="57949"/>
                </a:lnTo>
                <a:lnTo>
                  <a:pt x="371909" y="57942"/>
                </a:lnTo>
                <a:lnTo>
                  <a:pt x="372605" y="57947"/>
                </a:lnTo>
                <a:lnTo>
                  <a:pt x="373293" y="57962"/>
                </a:lnTo>
                <a:lnTo>
                  <a:pt x="373974" y="57987"/>
                </a:lnTo>
                <a:lnTo>
                  <a:pt x="374646" y="58023"/>
                </a:lnTo>
                <a:lnTo>
                  <a:pt x="375311" y="58068"/>
                </a:lnTo>
                <a:lnTo>
                  <a:pt x="375968" y="58124"/>
                </a:lnTo>
                <a:lnTo>
                  <a:pt x="376617" y="58189"/>
                </a:lnTo>
                <a:lnTo>
                  <a:pt x="377258" y="58265"/>
                </a:lnTo>
                <a:lnTo>
                  <a:pt x="377891" y="58351"/>
                </a:lnTo>
                <a:lnTo>
                  <a:pt x="378517" y="58447"/>
                </a:lnTo>
                <a:lnTo>
                  <a:pt x="379134" y="58553"/>
                </a:lnTo>
                <a:lnTo>
                  <a:pt x="379744" y="58669"/>
                </a:lnTo>
                <a:lnTo>
                  <a:pt x="380346" y="58795"/>
                </a:lnTo>
                <a:lnTo>
                  <a:pt x="380940" y="58931"/>
                </a:lnTo>
                <a:lnTo>
                  <a:pt x="381526" y="59078"/>
                </a:lnTo>
                <a:lnTo>
                  <a:pt x="382104" y="59234"/>
                </a:lnTo>
                <a:lnTo>
                  <a:pt x="382675" y="59401"/>
                </a:lnTo>
                <a:lnTo>
                  <a:pt x="383237" y="59578"/>
                </a:lnTo>
                <a:lnTo>
                  <a:pt x="383792" y="59764"/>
                </a:lnTo>
                <a:lnTo>
                  <a:pt x="384339" y="59961"/>
                </a:lnTo>
                <a:lnTo>
                  <a:pt x="384878" y="60168"/>
                </a:lnTo>
                <a:lnTo>
                  <a:pt x="385409" y="60385"/>
                </a:lnTo>
                <a:lnTo>
                  <a:pt x="385933" y="60613"/>
                </a:lnTo>
                <a:lnTo>
                  <a:pt x="386448" y="60850"/>
                </a:lnTo>
                <a:lnTo>
                  <a:pt x="386955" y="61099"/>
                </a:lnTo>
                <a:lnTo>
                  <a:pt x="387452" y="61362"/>
                </a:lnTo>
                <a:lnTo>
                  <a:pt x="387939" y="61638"/>
                </a:lnTo>
                <a:lnTo>
                  <a:pt x="388417" y="61928"/>
                </a:lnTo>
                <a:lnTo>
                  <a:pt x="388884" y="62232"/>
                </a:lnTo>
                <a:lnTo>
                  <a:pt x="389343" y="62549"/>
                </a:lnTo>
                <a:lnTo>
                  <a:pt x="389791" y="62880"/>
                </a:lnTo>
                <a:lnTo>
                  <a:pt x="390230" y="63225"/>
                </a:lnTo>
                <a:lnTo>
                  <a:pt x="390658" y="63584"/>
                </a:lnTo>
                <a:lnTo>
                  <a:pt x="391078" y="63956"/>
                </a:lnTo>
                <a:lnTo>
                  <a:pt x="391487" y="64341"/>
                </a:lnTo>
                <a:lnTo>
                  <a:pt x="391887" y="64740"/>
                </a:lnTo>
                <a:lnTo>
                  <a:pt x="392277" y="65153"/>
                </a:lnTo>
                <a:lnTo>
                  <a:pt x="392657" y="65580"/>
                </a:lnTo>
                <a:lnTo>
                  <a:pt x="393028" y="66020"/>
                </a:lnTo>
                <a:lnTo>
                  <a:pt x="393389" y="66474"/>
                </a:lnTo>
                <a:lnTo>
                  <a:pt x="393740" y="66942"/>
                </a:lnTo>
                <a:lnTo>
                  <a:pt x="394081" y="67423"/>
                </a:lnTo>
                <a:lnTo>
                  <a:pt x="394413" y="67918"/>
                </a:lnTo>
                <a:lnTo>
                  <a:pt x="394735" y="68426"/>
                </a:lnTo>
                <a:lnTo>
                  <a:pt x="395047" y="68948"/>
                </a:lnTo>
                <a:lnTo>
                  <a:pt x="395350" y="69484"/>
                </a:lnTo>
                <a:lnTo>
                  <a:pt x="395643" y="70033"/>
                </a:lnTo>
                <a:lnTo>
                  <a:pt x="395926" y="70597"/>
                </a:lnTo>
                <a:lnTo>
                  <a:pt x="396198" y="71175"/>
                </a:lnTo>
                <a:lnTo>
                  <a:pt x="396459" y="71772"/>
                </a:lnTo>
                <a:lnTo>
                  <a:pt x="396708" y="72386"/>
                </a:lnTo>
                <a:lnTo>
                  <a:pt x="396946" y="73018"/>
                </a:lnTo>
                <a:lnTo>
                  <a:pt x="397172" y="73668"/>
                </a:lnTo>
                <a:lnTo>
                  <a:pt x="397386" y="74336"/>
                </a:lnTo>
                <a:lnTo>
                  <a:pt x="397589" y="75021"/>
                </a:lnTo>
                <a:lnTo>
                  <a:pt x="397780" y="75724"/>
                </a:lnTo>
                <a:lnTo>
                  <a:pt x="397960" y="76445"/>
                </a:lnTo>
                <a:lnTo>
                  <a:pt x="398128" y="77184"/>
                </a:lnTo>
                <a:lnTo>
                  <a:pt x="398285" y="77940"/>
                </a:lnTo>
                <a:lnTo>
                  <a:pt x="398430" y="78714"/>
                </a:lnTo>
                <a:lnTo>
                  <a:pt x="398563" y="79506"/>
                </a:lnTo>
                <a:lnTo>
                  <a:pt x="398685" y="80316"/>
                </a:lnTo>
                <a:lnTo>
                  <a:pt x="398795" y="81143"/>
                </a:lnTo>
                <a:lnTo>
                  <a:pt x="398893" y="81989"/>
                </a:lnTo>
                <a:lnTo>
                  <a:pt x="398980" y="82852"/>
                </a:lnTo>
                <a:lnTo>
                  <a:pt x="399056" y="83732"/>
                </a:lnTo>
                <a:lnTo>
                  <a:pt x="399119" y="84631"/>
                </a:lnTo>
                <a:lnTo>
                  <a:pt x="399172" y="85547"/>
                </a:lnTo>
                <a:lnTo>
                  <a:pt x="399212" y="86481"/>
                </a:lnTo>
                <a:lnTo>
                  <a:pt x="399241" y="87433"/>
                </a:lnTo>
                <a:lnTo>
                  <a:pt x="399258" y="88403"/>
                </a:lnTo>
                <a:lnTo>
                  <a:pt x="399264" y="89390"/>
                </a:lnTo>
                <a:lnTo>
                  <a:pt x="399264" y="165425"/>
                </a:lnTo>
                <a:lnTo>
                  <a:pt x="412188" y="165425"/>
                </a:lnTo>
                <a:lnTo>
                  <a:pt x="412188" y="89498"/>
                </a:lnTo>
                <a:lnTo>
                  <a:pt x="412184" y="88543"/>
                </a:lnTo>
                <a:lnTo>
                  <a:pt x="412171" y="87601"/>
                </a:lnTo>
                <a:lnTo>
                  <a:pt x="412149" y="86670"/>
                </a:lnTo>
                <a:lnTo>
                  <a:pt x="412118" y="85751"/>
                </a:lnTo>
                <a:lnTo>
                  <a:pt x="412078" y="84843"/>
                </a:lnTo>
                <a:lnTo>
                  <a:pt x="412030" y="83948"/>
                </a:lnTo>
                <a:lnTo>
                  <a:pt x="411973" y="83064"/>
                </a:lnTo>
                <a:lnTo>
                  <a:pt x="411907" y="82192"/>
                </a:lnTo>
                <a:lnTo>
                  <a:pt x="411832" y="81332"/>
                </a:lnTo>
                <a:lnTo>
                  <a:pt x="411749" y="80484"/>
                </a:lnTo>
                <a:lnTo>
                  <a:pt x="411656" y="79647"/>
                </a:lnTo>
                <a:lnTo>
                  <a:pt x="411555" y="78822"/>
                </a:lnTo>
                <a:lnTo>
                  <a:pt x="411446" y="78009"/>
                </a:lnTo>
                <a:lnTo>
                  <a:pt x="411327" y="77208"/>
                </a:lnTo>
                <a:lnTo>
                  <a:pt x="411200" y="76418"/>
                </a:lnTo>
                <a:lnTo>
                  <a:pt x="411063" y="75640"/>
                </a:lnTo>
                <a:lnTo>
                  <a:pt x="410918" y="74875"/>
                </a:lnTo>
                <a:lnTo>
                  <a:pt x="410765" y="74120"/>
                </a:lnTo>
                <a:lnTo>
                  <a:pt x="410602" y="73378"/>
                </a:lnTo>
                <a:lnTo>
                  <a:pt x="410431" y="72647"/>
                </a:lnTo>
                <a:lnTo>
                  <a:pt x="410250" y="71928"/>
                </a:lnTo>
                <a:lnTo>
                  <a:pt x="410061" y="71221"/>
                </a:lnTo>
                <a:lnTo>
                  <a:pt x="409864" y="70526"/>
                </a:lnTo>
                <a:lnTo>
                  <a:pt x="409657" y="69843"/>
                </a:lnTo>
                <a:lnTo>
                  <a:pt x="409442" y="69170"/>
                </a:lnTo>
                <a:lnTo>
                  <a:pt x="409220" y="68508"/>
                </a:lnTo>
                <a:lnTo>
                  <a:pt x="408989" y="67857"/>
                </a:lnTo>
                <a:lnTo>
                  <a:pt x="408751" y="67216"/>
                </a:lnTo>
                <a:lnTo>
                  <a:pt x="408505" y="66586"/>
                </a:lnTo>
                <a:lnTo>
                  <a:pt x="408250" y="65966"/>
                </a:lnTo>
                <a:lnTo>
                  <a:pt x="407988" y="65356"/>
                </a:lnTo>
                <a:lnTo>
                  <a:pt x="407719" y="64757"/>
                </a:lnTo>
                <a:lnTo>
                  <a:pt x="407441" y="64168"/>
                </a:lnTo>
                <a:lnTo>
                  <a:pt x="407155" y="63590"/>
                </a:lnTo>
                <a:lnTo>
                  <a:pt x="406862" y="63023"/>
                </a:lnTo>
                <a:lnTo>
                  <a:pt x="406561" y="62465"/>
                </a:lnTo>
                <a:lnTo>
                  <a:pt x="406252" y="61919"/>
                </a:lnTo>
                <a:lnTo>
                  <a:pt x="405935" y="61382"/>
                </a:lnTo>
                <a:lnTo>
                  <a:pt x="405610" y="60857"/>
                </a:lnTo>
                <a:lnTo>
                  <a:pt x="405277" y="60341"/>
                </a:lnTo>
                <a:lnTo>
                  <a:pt x="404937" y="59836"/>
                </a:lnTo>
                <a:lnTo>
                  <a:pt x="404589" y="59342"/>
                </a:lnTo>
                <a:lnTo>
                  <a:pt x="404232" y="58858"/>
                </a:lnTo>
                <a:lnTo>
                  <a:pt x="403868" y="58385"/>
                </a:lnTo>
                <a:lnTo>
                  <a:pt x="403497" y="57922"/>
                </a:lnTo>
                <a:lnTo>
                  <a:pt x="403117" y="57469"/>
                </a:lnTo>
                <a:lnTo>
                  <a:pt x="402729" y="57027"/>
                </a:lnTo>
                <a:lnTo>
                  <a:pt x="402334" y="56596"/>
                </a:lnTo>
                <a:lnTo>
                  <a:pt x="401931" y="56174"/>
                </a:lnTo>
                <a:lnTo>
                  <a:pt x="401520" y="55762"/>
                </a:lnTo>
                <a:lnTo>
                  <a:pt x="401103" y="55360"/>
                </a:lnTo>
                <a:lnTo>
                  <a:pt x="400678" y="54967"/>
                </a:lnTo>
                <a:lnTo>
                  <a:pt x="400246" y="54583"/>
                </a:lnTo>
                <a:lnTo>
                  <a:pt x="399806" y="54210"/>
                </a:lnTo>
                <a:lnTo>
                  <a:pt x="399359" y="53845"/>
                </a:lnTo>
                <a:lnTo>
                  <a:pt x="398905" y="53490"/>
                </a:lnTo>
                <a:lnTo>
                  <a:pt x="398444" y="53145"/>
                </a:lnTo>
                <a:lnTo>
                  <a:pt x="397975" y="52809"/>
                </a:lnTo>
                <a:lnTo>
                  <a:pt x="397499" y="52483"/>
                </a:lnTo>
                <a:lnTo>
                  <a:pt x="397016" y="52167"/>
                </a:lnTo>
                <a:lnTo>
                  <a:pt x="396526" y="51860"/>
                </a:lnTo>
                <a:lnTo>
                  <a:pt x="396028" y="51562"/>
                </a:lnTo>
                <a:lnTo>
                  <a:pt x="395523" y="51274"/>
                </a:lnTo>
                <a:lnTo>
                  <a:pt x="395010" y="50995"/>
                </a:lnTo>
                <a:lnTo>
                  <a:pt x="394490" y="50726"/>
                </a:lnTo>
                <a:lnTo>
                  <a:pt x="393963" y="50467"/>
                </a:lnTo>
                <a:lnTo>
                  <a:pt x="393429" y="50217"/>
                </a:lnTo>
                <a:lnTo>
                  <a:pt x="392888" y="49977"/>
                </a:lnTo>
                <a:lnTo>
                  <a:pt x="392339" y="49746"/>
                </a:lnTo>
                <a:lnTo>
                  <a:pt x="391783" y="49525"/>
                </a:lnTo>
                <a:lnTo>
                  <a:pt x="391219" y="49313"/>
                </a:lnTo>
                <a:lnTo>
                  <a:pt x="390648" y="49111"/>
                </a:lnTo>
                <a:lnTo>
                  <a:pt x="390071" y="48917"/>
                </a:lnTo>
                <a:lnTo>
                  <a:pt x="389487" y="48732"/>
                </a:lnTo>
                <a:lnTo>
                  <a:pt x="388897" y="48555"/>
                </a:lnTo>
                <a:lnTo>
                  <a:pt x="388300" y="48387"/>
                </a:lnTo>
                <a:lnTo>
                  <a:pt x="387697" y="48226"/>
                </a:lnTo>
                <a:lnTo>
                  <a:pt x="387088" y="48074"/>
                </a:lnTo>
                <a:lnTo>
                  <a:pt x="386472" y="47930"/>
                </a:lnTo>
                <a:lnTo>
                  <a:pt x="385850" y="47794"/>
                </a:lnTo>
                <a:lnTo>
                  <a:pt x="385221" y="47667"/>
                </a:lnTo>
                <a:lnTo>
                  <a:pt x="384587" y="47548"/>
                </a:lnTo>
                <a:lnTo>
                  <a:pt x="383945" y="47436"/>
                </a:lnTo>
                <a:lnTo>
                  <a:pt x="383298" y="47334"/>
                </a:lnTo>
                <a:lnTo>
                  <a:pt x="382644" y="47239"/>
                </a:lnTo>
                <a:lnTo>
                  <a:pt x="381984" y="47153"/>
                </a:lnTo>
                <a:lnTo>
                  <a:pt x="381317" y="47074"/>
                </a:lnTo>
                <a:lnTo>
                  <a:pt x="380644" y="47005"/>
                </a:lnTo>
                <a:lnTo>
                  <a:pt x="379965" y="46943"/>
                </a:lnTo>
                <a:lnTo>
                  <a:pt x="379279" y="46889"/>
                </a:lnTo>
                <a:lnTo>
                  <a:pt x="378587" y="46844"/>
                </a:lnTo>
                <a:lnTo>
                  <a:pt x="377889" y="46807"/>
                </a:lnTo>
                <a:lnTo>
                  <a:pt x="377184" y="46778"/>
                </a:lnTo>
                <a:lnTo>
                  <a:pt x="376473" y="46758"/>
                </a:lnTo>
                <a:lnTo>
                  <a:pt x="375756" y="46745"/>
                </a:lnTo>
                <a:lnTo>
                  <a:pt x="375032" y="46741"/>
                </a:lnTo>
                <a:lnTo>
                  <a:pt x="374200" y="46748"/>
                </a:lnTo>
                <a:lnTo>
                  <a:pt x="373375" y="46768"/>
                </a:lnTo>
                <a:lnTo>
                  <a:pt x="372555" y="46802"/>
                </a:lnTo>
                <a:lnTo>
                  <a:pt x="371741" y="46849"/>
                </a:lnTo>
                <a:lnTo>
                  <a:pt x="370934" y="46910"/>
                </a:lnTo>
                <a:lnTo>
                  <a:pt x="370132" y="46984"/>
                </a:lnTo>
                <a:lnTo>
                  <a:pt x="369336" y="47071"/>
                </a:lnTo>
                <a:lnTo>
                  <a:pt x="368546" y="47172"/>
                </a:lnTo>
                <a:lnTo>
                  <a:pt x="367762" y="47287"/>
                </a:lnTo>
                <a:lnTo>
                  <a:pt x="366985" y="47414"/>
                </a:lnTo>
                <a:lnTo>
                  <a:pt x="366213" y="47556"/>
                </a:lnTo>
                <a:lnTo>
                  <a:pt x="365447" y="47711"/>
                </a:lnTo>
                <a:lnTo>
                  <a:pt x="364687" y="47879"/>
                </a:lnTo>
                <a:lnTo>
                  <a:pt x="363933" y="48061"/>
                </a:lnTo>
                <a:lnTo>
                  <a:pt x="363185" y="48256"/>
                </a:lnTo>
                <a:lnTo>
                  <a:pt x="362443" y="48464"/>
                </a:lnTo>
                <a:lnTo>
                  <a:pt x="361707" y="48687"/>
                </a:lnTo>
                <a:lnTo>
                  <a:pt x="360977" y="48922"/>
                </a:lnTo>
                <a:lnTo>
                  <a:pt x="360253" y="49171"/>
                </a:lnTo>
                <a:lnTo>
                  <a:pt x="359535" y="49434"/>
                </a:lnTo>
                <a:lnTo>
                  <a:pt x="358823" y="49710"/>
                </a:lnTo>
                <a:lnTo>
                  <a:pt x="358117" y="49999"/>
                </a:lnTo>
                <a:lnTo>
                  <a:pt x="357417" y="50302"/>
                </a:lnTo>
                <a:lnTo>
                  <a:pt x="356723" y="50618"/>
                </a:lnTo>
                <a:lnTo>
                  <a:pt x="356036" y="50947"/>
                </a:lnTo>
                <a:lnTo>
                  <a:pt x="355356" y="51286"/>
                </a:lnTo>
                <a:lnTo>
                  <a:pt x="354685" y="51635"/>
                </a:lnTo>
                <a:lnTo>
                  <a:pt x="354020" y="51995"/>
                </a:lnTo>
                <a:lnTo>
                  <a:pt x="353364" y="52365"/>
                </a:lnTo>
                <a:lnTo>
                  <a:pt x="352715" y="52745"/>
                </a:lnTo>
                <a:lnTo>
                  <a:pt x="352074" y="53137"/>
                </a:lnTo>
                <a:lnTo>
                  <a:pt x="351440" y="53538"/>
                </a:lnTo>
                <a:lnTo>
                  <a:pt x="350814" y="53950"/>
                </a:lnTo>
                <a:lnTo>
                  <a:pt x="350196" y="54373"/>
                </a:lnTo>
                <a:lnTo>
                  <a:pt x="349585" y="54806"/>
                </a:lnTo>
                <a:lnTo>
                  <a:pt x="348982" y="55249"/>
                </a:lnTo>
                <a:lnTo>
                  <a:pt x="348387" y="55703"/>
                </a:lnTo>
                <a:lnTo>
                  <a:pt x="347800" y="56168"/>
                </a:lnTo>
                <a:lnTo>
                  <a:pt x="347220" y="56643"/>
                </a:lnTo>
                <a:lnTo>
                  <a:pt x="346647" y="57128"/>
                </a:lnTo>
                <a:lnTo>
                  <a:pt x="346083" y="57624"/>
                </a:lnTo>
                <a:lnTo>
                  <a:pt x="345526" y="58130"/>
                </a:lnTo>
                <a:lnTo>
                  <a:pt x="344977" y="58647"/>
                </a:lnTo>
                <a:lnTo>
                  <a:pt x="344435" y="59175"/>
                </a:lnTo>
                <a:lnTo>
                  <a:pt x="343901" y="59712"/>
                </a:lnTo>
                <a:lnTo>
                  <a:pt x="343375" y="60260"/>
                </a:lnTo>
                <a:lnTo>
                  <a:pt x="342856" y="60819"/>
                </a:lnTo>
                <a:lnTo>
                  <a:pt x="342345" y="61388"/>
                </a:lnTo>
                <a:lnTo>
                  <a:pt x="341843" y="61966"/>
                </a:lnTo>
                <a:lnTo>
                  <a:pt x="341349" y="62552"/>
                </a:lnTo>
                <a:lnTo>
                  <a:pt x="340864" y="63145"/>
                </a:lnTo>
                <a:lnTo>
                  <a:pt x="340387" y="63746"/>
                </a:lnTo>
                <a:lnTo>
                  <a:pt x="339920" y="64354"/>
                </a:lnTo>
                <a:lnTo>
                  <a:pt x="339461" y="64969"/>
                </a:lnTo>
                <a:lnTo>
                  <a:pt x="339011" y="65592"/>
                </a:lnTo>
                <a:lnTo>
                  <a:pt x="338570" y="66223"/>
                </a:lnTo>
                <a:lnTo>
                  <a:pt x="338138" y="66861"/>
                </a:lnTo>
                <a:lnTo>
                  <a:pt x="337714" y="67506"/>
                </a:lnTo>
                <a:lnTo>
                  <a:pt x="337299" y="68159"/>
                </a:lnTo>
                <a:lnTo>
                  <a:pt x="337122" y="68447"/>
                </a:lnTo>
                <a:lnTo>
                  <a:pt x="337122" y="0"/>
                </a:lnTo>
                <a:lnTo>
                  <a:pt x="324306" y="0"/>
                </a:lnTo>
                <a:lnTo>
                  <a:pt x="324306" y="165425"/>
                </a:lnTo>
                <a:lnTo>
                  <a:pt x="337122" y="165425"/>
                </a:lnTo>
                <a:lnTo>
                  <a:pt x="337122" y="85487"/>
                </a:lnTo>
                <a:close/>
                <a:moveTo>
                  <a:pt x="116099" y="165425"/>
                </a:moveTo>
                <a:lnTo>
                  <a:pt x="116099" y="8616"/>
                </a:lnTo>
                <a:lnTo>
                  <a:pt x="102852" y="8616"/>
                </a:lnTo>
                <a:lnTo>
                  <a:pt x="102852" y="78943"/>
                </a:lnTo>
                <a:lnTo>
                  <a:pt x="13247" y="78943"/>
                </a:lnTo>
                <a:lnTo>
                  <a:pt x="13247" y="8616"/>
                </a:lnTo>
                <a:lnTo>
                  <a:pt x="0" y="8616"/>
                </a:lnTo>
                <a:lnTo>
                  <a:pt x="0" y="165425"/>
                </a:lnTo>
                <a:lnTo>
                  <a:pt x="13247" y="165425"/>
                </a:lnTo>
                <a:lnTo>
                  <a:pt x="13247" y="90252"/>
                </a:lnTo>
                <a:lnTo>
                  <a:pt x="102852" y="90252"/>
                </a:lnTo>
                <a:lnTo>
                  <a:pt x="102852" y="165425"/>
                </a:lnTo>
                <a:lnTo>
                  <a:pt x="116099" y="165425"/>
                </a:lnTo>
                <a:close/>
                <a:moveTo>
                  <a:pt x="278169" y="64683"/>
                </a:moveTo>
                <a:lnTo>
                  <a:pt x="277762" y="64093"/>
                </a:lnTo>
                <a:lnTo>
                  <a:pt x="277347" y="63511"/>
                </a:lnTo>
                <a:lnTo>
                  <a:pt x="276924" y="62936"/>
                </a:lnTo>
                <a:lnTo>
                  <a:pt x="276494" y="62371"/>
                </a:lnTo>
                <a:lnTo>
                  <a:pt x="276057" y="61813"/>
                </a:lnTo>
                <a:lnTo>
                  <a:pt x="275612" y="61264"/>
                </a:lnTo>
                <a:lnTo>
                  <a:pt x="275159" y="60723"/>
                </a:lnTo>
                <a:lnTo>
                  <a:pt x="274699" y="60190"/>
                </a:lnTo>
                <a:lnTo>
                  <a:pt x="274232" y="59665"/>
                </a:lnTo>
                <a:lnTo>
                  <a:pt x="273757" y="59150"/>
                </a:lnTo>
                <a:lnTo>
                  <a:pt x="273274" y="58644"/>
                </a:lnTo>
                <a:lnTo>
                  <a:pt x="272784" y="58149"/>
                </a:lnTo>
                <a:lnTo>
                  <a:pt x="272286" y="57664"/>
                </a:lnTo>
                <a:lnTo>
                  <a:pt x="271780" y="57189"/>
                </a:lnTo>
                <a:lnTo>
                  <a:pt x="271267" y="56724"/>
                </a:lnTo>
                <a:lnTo>
                  <a:pt x="270746" y="56269"/>
                </a:lnTo>
                <a:lnTo>
                  <a:pt x="270217" y="55824"/>
                </a:lnTo>
                <a:lnTo>
                  <a:pt x="269681" y="55389"/>
                </a:lnTo>
                <a:lnTo>
                  <a:pt x="269137" y="54965"/>
                </a:lnTo>
                <a:lnTo>
                  <a:pt x="268585" y="54550"/>
                </a:lnTo>
                <a:lnTo>
                  <a:pt x="268026" y="54146"/>
                </a:lnTo>
                <a:lnTo>
                  <a:pt x="267459" y="53751"/>
                </a:lnTo>
                <a:lnTo>
                  <a:pt x="266884" y="53367"/>
                </a:lnTo>
                <a:lnTo>
                  <a:pt x="266302" y="52993"/>
                </a:lnTo>
                <a:lnTo>
                  <a:pt x="265712" y="52629"/>
                </a:lnTo>
                <a:lnTo>
                  <a:pt x="265114" y="52275"/>
                </a:lnTo>
                <a:lnTo>
                  <a:pt x="264509" y="51931"/>
                </a:lnTo>
                <a:lnTo>
                  <a:pt x="263896" y="51597"/>
                </a:lnTo>
                <a:lnTo>
                  <a:pt x="263275" y="51274"/>
                </a:lnTo>
                <a:lnTo>
                  <a:pt x="262647" y="50960"/>
                </a:lnTo>
                <a:lnTo>
                  <a:pt x="262011" y="50657"/>
                </a:lnTo>
                <a:lnTo>
                  <a:pt x="261367" y="50363"/>
                </a:lnTo>
                <a:lnTo>
                  <a:pt x="260716" y="50080"/>
                </a:lnTo>
                <a:lnTo>
                  <a:pt x="260056" y="49808"/>
                </a:lnTo>
                <a:lnTo>
                  <a:pt x="259389" y="49547"/>
                </a:lnTo>
                <a:lnTo>
                  <a:pt x="258713" y="49297"/>
                </a:lnTo>
                <a:lnTo>
                  <a:pt x="258029" y="49060"/>
                </a:lnTo>
                <a:lnTo>
                  <a:pt x="257337" y="48834"/>
                </a:lnTo>
                <a:lnTo>
                  <a:pt x="256636" y="48619"/>
                </a:lnTo>
                <a:lnTo>
                  <a:pt x="255928" y="48416"/>
                </a:lnTo>
                <a:lnTo>
                  <a:pt x="255211" y="48225"/>
                </a:lnTo>
                <a:lnTo>
                  <a:pt x="254486" y="48045"/>
                </a:lnTo>
                <a:lnTo>
                  <a:pt x="253753" y="47877"/>
                </a:lnTo>
                <a:lnTo>
                  <a:pt x="253011" y="47721"/>
                </a:lnTo>
                <a:lnTo>
                  <a:pt x="252261" y="47576"/>
                </a:lnTo>
                <a:lnTo>
                  <a:pt x="251503" y="47443"/>
                </a:lnTo>
                <a:lnTo>
                  <a:pt x="250737" y="47321"/>
                </a:lnTo>
                <a:lnTo>
                  <a:pt x="249962" y="47211"/>
                </a:lnTo>
                <a:lnTo>
                  <a:pt x="249180" y="47112"/>
                </a:lnTo>
                <a:lnTo>
                  <a:pt x="248389" y="47025"/>
                </a:lnTo>
                <a:lnTo>
                  <a:pt x="247590" y="46950"/>
                </a:lnTo>
                <a:lnTo>
                  <a:pt x="246782" y="46886"/>
                </a:lnTo>
                <a:lnTo>
                  <a:pt x="245967" y="46834"/>
                </a:lnTo>
                <a:lnTo>
                  <a:pt x="245143" y="46793"/>
                </a:lnTo>
                <a:lnTo>
                  <a:pt x="244311" y="46764"/>
                </a:lnTo>
                <a:lnTo>
                  <a:pt x="243471" y="46747"/>
                </a:lnTo>
                <a:lnTo>
                  <a:pt x="242622" y="46741"/>
                </a:lnTo>
                <a:lnTo>
                  <a:pt x="241746" y="46748"/>
                </a:lnTo>
                <a:lnTo>
                  <a:pt x="240878" y="46770"/>
                </a:lnTo>
                <a:lnTo>
                  <a:pt x="240018" y="46806"/>
                </a:lnTo>
                <a:lnTo>
                  <a:pt x="239165" y="46856"/>
                </a:lnTo>
                <a:lnTo>
                  <a:pt x="238320" y="46921"/>
                </a:lnTo>
                <a:lnTo>
                  <a:pt x="237483" y="47000"/>
                </a:lnTo>
                <a:lnTo>
                  <a:pt x="236653" y="47094"/>
                </a:lnTo>
                <a:lnTo>
                  <a:pt x="235831" y="47202"/>
                </a:lnTo>
                <a:lnTo>
                  <a:pt x="235017" y="47324"/>
                </a:lnTo>
                <a:lnTo>
                  <a:pt x="234210" y="47461"/>
                </a:lnTo>
                <a:lnTo>
                  <a:pt x="233411" y="47612"/>
                </a:lnTo>
                <a:lnTo>
                  <a:pt x="232620" y="47778"/>
                </a:lnTo>
                <a:lnTo>
                  <a:pt x="231836" y="47958"/>
                </a:lnTo>
                <a:lnTo>
                  <a:pt x="231060" y="48152"/>
                </a:lnTo>
                <a:lnTo>
                  <a:pt x="230291" y="48361"/>
                </a:lnTo>
                <a:lnTo>
                  <a:pt x="229531" y="48584"/>
                </a:lnTo>
                <a:lnTo>
                  <a:pt x="228778" y="48822"/>
                </a:lnTo>
                <a:lnTo>
                  <a:pt x="228032" y="49074"/>
                </a:lnTo>
                <a:lnTo>
                  <a:pt x="227295" y="49340"/>
                </a:lnTo>
                <a:lnTo>
                  <a:pt x="226565" y="49621"/>
                </a:lnTo>
                <a:lnTo>
                  <a:pt x="225842" y="49916"/>
                </a:lnTo>
                <a:lnTo>
                  <a:pt x="225127" y="50225"/>
                </a:lnTo>
                <a:lnTo>
                  <a:pt x="224420" y="50549"/>
                </a:lnTo>
                <a:lnTo>
                  <a:pt x="223721" y="50888"/>
                </a:lnTo>
                <a:lnTo>
                  <a:pt x="223030" y="51240"/>
                </a:lnTo>
                <a:lnTo>
                  <a:pt x="222347" y="51604"/>
                </a:lnTo>
                <a:lnTo>
                  <a:pt x="221674" y="51982"/>
                </a:lnTo>
                <a:lnTo>
                  <a:pt x="221009" y="52372"/>
                </a:lnTo>
                <a:lnTo>
                  <a:pt x="220353" y="52774"/>
                </a:lnTo>
                <a:lnTo>
                  <a:pt x="219706" y="53190"/>
                </a:lnTo>
                <a:lnTo>
                  <a:pt x="219067" y="53618"/>
                </a:lnTo>
                <a:lnTo>
                  <a:pt x="218438" y="54059"/>
                </a:lnTo>
                <a:lnTo>
                  <a:pt x="217817" y="54512"/>
                </a:lnTo>
                <a:lnTo>
                  <a:pt x="217205" y="54979"/>
                </a:lnTo>
                <a:lnTo>
                  <a:pt x="216602" y="55458"/>
                </a:lnTo>
                <a:lnTo>
                  <a:pt x="216007" y="55950"/>
                </a:lnTo>
                <a:lnTo>
                  <a:pt x="215421" y="56454"/>
                </a:lnTo>
                <a:lnTo>
                  <a:pt x="214844" y="56971"/>
                </a:lnTo>
                <a:lnTo>
                  <a:pt x="214276" y="57501"/>
                </a:lnTo>
                <a:lnTo>
                  <a:pt x="213717" y="58044"/>
                </a:lnTo>
                <a:lnTo>
                  <a:pt x="213166" y="58599"/>
                </a:lnTo>
                <a:lnTo>
                  <a:pt x="212625" y="59167"/>
                </a:lnTo>
                <a:lnTo>
                  <a:pt x="212092" y="59748"/>
                </a:lnTo>
                <a:lnTo>
                  <a:pt x="211567" y="60341"/>
                </a:lnTo>
                <a:lnTo>
                  <a:pt x="211052" y="60947"/>
                </a:lnTo>
                <a:lnTo>
                  <a:pt x="210545" y="61566"/>
                </a:lnTo>
                <a:lnTo>
                  <a:pt x="210048" y="62198"/>
                </a:lnTo>
                <a:lnTo>
                  <a:pt x="209559" y="62842"/>
                </a:lnTo>
                <a:lnTo>
                  <a:pt x="209079" y="63498"/>
                </a:lnTo>
                <a:lnTo>
                  <a:pt x="208608" y="64165"/>
                </a:lnTo>
                <a:lnTo>
                  <a:pt x="208148" y="64843"/>
                </a:lnTo>
                <a:lnTo>
                  <a:pt x="207696" y="65532"/>
                </a:lnTo>
                <a:lnTo>
                  <a:pt x="207255" y="66231"/>
                </a:lnTo>
                <a:lnTo>
                  <a:pt x="206822" y="66942"/>
                </a:lnTo>
                <a:lnTo>
                  <a:pt x="206400" y="67663"/>
                </a:lnTo>
                <a:lnTo>
                  <a:pt x="205987" y="68395"/>
                </a:lnTo>
                <a:lnTo>
                  <a:pt x="205583" y="69138"/>
                </a:lnTo>
                <a:lnTo>
                  <a:pt x="205189" y="69891"/>
                </a:lnTo>
                <a:lnTo>
                  <a:pt x="204804" y="70656"/>
                </a:lnTo>
                <a:lnTo>
                  <a:pt x="204429" y="71431"/>
                </a:lnTo>
                <a:lnTo>
                  <a:pt x="204064" y="72217"/>
                </a:lnTo>
                <a:lnTo>
                  <a:pt x="203708" y="73015"/>
                </a:lnTo>
                <a:lnTo>
                  <a:pt x="203362" y="73822"/>
                </a:lnTo>
                <a:lnTo>
                  <a:pt x="203025" y="74641"/>
                </a:lnTo>
                <a:lnTo>
                  <a:pt x="202698" y="75471"/>
                </a:lnTo>
                <a:lnTo>
                  <a:pt x="202380" y="76311"/>
                </a:lnTo>
                <a:lnTo>
                  <a:pt x="202072" y="77163"/>
                </a:lnTo>
                <a:lnTo>
                  <a:pt x="201773" y="78025"/>
                </a:lnTo>
                <a:lnTo>
                  <a:pt x="201484" y="78898"/>
                </a:lnTo>
                <a:lnTo>
                  <a:pt x="201204" y="79782"/>
                </a:lnTo>
                <a:lnTo>
                  <a:pt x="200934" y="80676"/>
                </a:lnTo>
                <a:lnTo>
                  <a:pt x="200673" y="81582"/>
                </a:lnTo>
                <a:lnTo>
                  <a:pt x="200423" y="82497"/>
                </a:lnTo>
                <a:lnTo>
                  <a:pt x="200183" y="83422"/>
                </a:lnTo>
                <a:lnTo>
                  <a:pt x="199954" y="84356"/>
                </a:lnTo>
                <a:lnTo>
                  <a:pt x="199736" y="85299"/>
                </a:lnTo>
                <a:lnTo>
                  <a:pt x="199528" y="86251"/>
                </a:lnTo>
                <a:lnTo>
                  <a:pt x="199331" y="87212"/>
                </a:lnTo>
                <a:lnTo>
                  <a:pt x="199144" y="88183"/>
                </a:lnTo>
                <a:lnTo>
                  <a:pt x="198968" y="89163"/>
                </a:lnTo>
                <a:lnTo>
                  <a:pt x="198803" y="90151"/>
                </a:lnTo>
                <a:lnTo>
                  <a:pt x="198648" y="91149"/>
                </a:lnTo>
                <a:lnTo>
                  <a:pt x="198505" y="92157"/>
                </a:lnTo>
                <a:lnTo>
                  <a:pt x="198371" y="93173"/>
                </a:lnTo>
                <a:lnTo>
                  <a:pt x="198249" y="94198"/>
                </a:lnTo>
                <a:lnTo>
                  <a:pt x="198137" y="95233"/>
                </a:lnTo>
                <a:lnTo>
                  <a:pt x="198036" y="96277"/>
                </a:lnTo>
                <a:lnTo>
                  <a:pt x="197945" y="97330"/>
                </a:lnTo>
                <a:lnTo>
                  <a:pt x="197865" y="98392"/>
                </a:lnTo>
                <a:lnTo>
                  <a:pt x="197796" y="99463"/>
                </a:lnTo>
                <a:lnTo>
                  <a:pt x="197737" y="100544"/>
                </a:lnTo>
                <a:lnTo>
                  <a:pt x="197689" y="101633"/>
                </a:lnTo>
                <a:lnTo>
                  <a:pt x="197652" y="102732"/>
                </a:lnTo>
                <a:lnTo>
                  <a:pt x="197625" y="103840"/>
                </a:lnTo>
                <a:lnTo>
                  <a:pt x="197609" y="104957"/>
                </a:lnTo>
                <a:lnTo>
                  <a:pt x="197604" y="106083"/>
                </a:lnTo>
                <a:lnTo>
                  <a:pt x="197604" y="108345"/>
                </a:lnTo>
                <a:lnTo>
                  <a:pt x="197609" y="109427"/>
                </a:lnTo>
                <a:lnTo>
                  <a:pt x="197625" y="110502"/>
                </a:lnTo>
                <a:lnTo>
                  <a:pt x="197652" y="111568"/>
                </a:lnTo>
                <a:lnTo>
                  <a:pt x="197689" y="112628"/>
                </a:lnTo>
                <a:lnTo>
                  <a:pt x="197737" y="113679"/>
                </a:lnTo>
                <a:lnTo>
                  <a:pt x="197796" y="114723"/>
                </a:lnTo>
                <a:lnTo>
                  <a:pt x="197865" y="115759"/>
                </a:lnTo>
                <a:lnTo>
                  <a:pt x="197945" y="116787"/>
                </a:lnTo>
                <a:lnTo>
                  <a:pt x="198036" y="117808"/>
                </a:lnTo>
                <a:lnTo>
                  <a:pt x="198137" y="118821"/>
                </a:lnTo>
                <a:lnTo>
                  <a:pt x="198249" y="119827"/>
                </a:lnTo>
                <a:lnTo>
                  <a:pt x="198371" y="120825"/>
                </a:lnTo>
                <a:lnTo>
                  <a:pt x="198505" y="121815"/>
                </a:lnTo>
                <a:lnTo>
                  <a:pt x="198648" y="122797"/>
                </a:lnTo>
                <a:lnTo>
                  <a:pt x="198803" y="123772"/>
                </a:lnTo>
                <a:lnTo>
                  <a:pt x="198968" y="124739"/>
                </a:lnTo>
                <a:lnTo>
                  <a:pt x="199144" y="125699"/>
                </a:lnTo>
                <a:lnTo>
                  <a:pt x="199331" y="126650"/>
                </a:lnTo>
                <a:lnTo>
                  <a:pt x="199528" y="127595"/>
                </a:lnTo>
                <a:lnTo>
                  <a:pt x="199736" y="128531"/>
                </a:lnTo>
                <a:lnTo>
                  <a:pt x="199954" y="129460"/>
                </a:lnTo>
                <a:lnTo>
                  <a:pt x="200183" y="130381"/>
                </a:lnTo>
                <a:lnTo>
                  <a:pt x="200423" y="131294"/>
                </a:lnTo>
                <a:lnTo>
                  <a:pt x="200673" y="132200"/>
                </a:lnTo>
                <a:lnTo>
                  <a:pt x="200934" y="133097"/>
                </a:lnTo>
                <a:lnTo>
                  <a:pt x="201204" y="133984"/>
                </a:lnTo>
                <a:lnTo>
                  <a:pt x="201484" y="134861"/>
                </a:lnTo>
                <a:lnTo>
                  <a:pt x="201773" y="135727"/>
                </a:lnTo>
                <a:lnTo>
                  <a:pt x="202072" y="136584"/>
                </a:lnTo>
                <a:lnTo>
                  <a:pt x="202380" y="137430"/>
                </a:lnTo>
                <a:lnTo>
                  <a:pt x="202698" y="138267"/>
                </a:lnTo>
                <a:lnTo>
                  <a:pt x="203025" y="139093"/>
                </a:lnTo>
                <a:lnTo>
                  <a:pt x="203362" y="139909"/>
                </a:lnTo>
                <a:lnTo>
                  <a:pt x="203708" y="140715"/>
                </a:lnTo>
                <a:lnTo>
                  <a:pt x="204064" y="141511"/>
                </a:lnTo>
                <a:lnTo>
                  <a:pt x="204429" y="142297"/>
                </a:lnTo>
                <a:lnTo>
                  <a:pt x="204804" y="143073"/>
                </a:lnTo>
                <a:lnTo>
                  <a:pt x="205189" y="143838"/>
                </a:lnTo>
                <a:lnTo>
                  <a:pt x="205583" y="144594"/>
                </a:lnTo>
                <a:lnTo>
                  <a:pt x="205987" y="145340"/>
                </a:lnTo>
                <a:lnTo>
                  <a:pt x="206400" y="146075"/>
                </a:lnTo>
                <a:lnTo>
                  <a:pt x="206822" y="146800"/>
                </a:lnTo>
                <a:lnTo>
                  <a:pt x="207255" y="147515"/>
                </a:lnTo>
                <a:lnTo>
                  <a:pt x="207696" y="148220"/>
                </a:lnTo>
                <a:lnTo>
                  <a:pt x="208148" y="148915"/>
                </a:lnTo>
                <a:lnTo>
                  <a:pt x="208608" y="149600"/>
                </a:lnTo>
                <a:lnTo>
                  <a:pt x="209079" y="150275"/>
                </a:lnTo>
                <a:lnTo>
                  <a:pt x="209559" y="150940"/>
                </a:lnTo>
                <a:lnTo>
                  <a:pt x="210048" y="151593"/>
                </a:lnTo>
                <a:lnTo>
                  <a:pt x="210545" y="152235"/>
                </a:lnTo>
                <a:lnTo>
                  <a:pt x="211051" y="152863"/>
                </a:lnTo>
                <a:lnTo>
                  <a:pt x="211566" y="153480"/>
                </a:lnTo>
                <a:lnTo>
                  <a:pt x="212089" y="154084"/>
                </a:lnTo>
                <a:lnTo>
                  <a:pt x="212621" y="154676"/>
                </a:lnTo>
                <a:lnTo>
                  <a:pt x="213162" y="155255"/>
                </a:lnTo>
                <a:lnTo>
                  <a:pt x="213711" y="155822"/>
                </a:lnTo>
                <a:lnTo>
                  <a:pt x="214269" y="156377"/>
                </a:lnTo>
                <a:lnTo>
                  <a:pt x="214835" y="156919"/>
                </a:lnTo>
                <a:lnTo>
                  <a:pt x="215410" y="157449"/>
                </a:lnTo>
                <a:lnTo>
                  <a:pt x="215994" y="157967"/>
                </a:lnTo>
                <a:lnTo>
                  <a:pt x="216586" y="158473"/>
                </a:lnTo>
                <a:lnTo>
                  <a:pt x="217187" y="158966"/>
                </a:lnTo>
                <a:lnTo>
                  <a:pt x="217796" y="159446"/>
                </a:lnTo>
                <a:lnTo>
                  <a:pt x="218414" y="159915"/>
                </a:lnTo>
                <a:lnTo>
                  <a:pt x="219040" y="160371"/>
                </a:lnTo>
                <a:lnTo>
                  <a:pt x="219676" y="160815"/>
                </a:lnTo>
                <a:lnTo>
                  <a:pt x="220319" y="161246"/>
                </a:lnTo>
                <a:lnTo>
                  <a:pt x="220972" y="161665"/>
                </a:lnTo>
                <a:lnTo>
                  <a:pt x="221633" y="162072"/>
                </a:lnTo>
                <a:lnTo>
                  <a:pt x="222302" y="162466"/>
                </a:lnTo>
                <a:lnTo>
                  <a:pt x="222980" y="162848"/>
                </a:lnTo>
                <a:lnTo>
                  <a:pt x="223667" y="163218"/>
                </a:lnTo>
                <a:lnTo>
                  <a:pt x="224362" y="163573"/>
                </a:lnTo>
                <a:lnTo>
                  <a:pt x="225064" y="163914"/>
                </a:lnTo>
                <a:lnTo>
                  <a:pt x="225774" y="164240"/>
                </a:lnTo>
                <a:lnTo>
                  <a:pt x="226491" y="164550"/>
                </a:lnTo>
                <a:lnTo>
                  <a:pt x="227216" y="164846"/>
                </a:lnTo>
                <a:lnTo>
                  <a:pt x="227948" y="165126"/>
                </a:lnTo>
                <a:lnTo>
                  <a:pt x="228688" y="165391"/>
                </a:lnTo>
                <a:lnTo>
                  <a:pt x="229435" y="165641"/>
                </a:lnTo>
                <a:lnTo>
                  <a:pt x="230190" y="165876"/>
                </a:lnTo>
                <a:lnTo>
                  <a:pt x="230952" y="166095"/>
                </a:lnTo>
                <a:lnTo>
                  <a:pt x="231721" y="166300"/>
                </a:lnTo>
                <a:lnTo>
                  <a:pt x="232498" y="166489"/>
                </a:lnTo>
                <a:lnTo>
                  <a:pt x="233283" y="166663"/>
                </a:lnTo>
                <a:lnTo>
                  <a:pt x="234075" y="166822"/>
                </a:lnTo>
                <a:lnTo>
                  <a:pt x="234875" y="166966"/>
                </a:lnTo>
                <a:lnTo>
                  <a:pt x="235682" y="167095"/>
                </a:lnTo>
                <a:lnTo>
                  <a:pt x="236496" y="167208"/>
                </a:lnTo>
                <a:lnTo>
                  <a:pt x="237318" y="167307"/>
                </a:lnTo>
                <a:lnTo>
                  <a:pt x="238147" y="167390"/>
                </a:lnTo>
                <a:lnTo>
                  <a:pt x="238984" y="167458"/>
                </a:lnTo>
                <a:lnTo>
                  <a:pt x="239829" y="167511"/>
                </a:lnTo>
                <a:lnTo>
                  <a:pt x="240681" y="167549"/>
                </a:lnTo>
                <a:lnTo>
                  <a:pt x="241540" y="167572"/>
                </a:lnTo>
                <a:lnTo>
                  <a:pt x="242407" y="167579"/>
                </a:lnTo>
                <a:lnTo>
                  <a:pt x="243273" y="167574"/>
                </a:lnTo>
                <a:lnTo>
                  <a:pt x="244131" y="167556"/>
                </a:lnTo>
                <a:lnTo>
                  <a:pt x="244981" y="167527"/>
                </a:lnTo>
                <a:lnTo>
                  <a:pt x="245822" y="167487"/>
                </a:lnTo>
                <a:lnTo>
                  <a:pt x="246654" y="167434"/>
                </a:lnTo>
                <a:lnTo>
                  <a:pt x="247479" y="167371"/>
                </a:lnTo>
                <a:lnTo>
                  <a:pt x="248295" y="167295"/>
                </a:lnTo>
                <a:lnTo>
                  <a:pt x="249102" y="167208"/>
                </a:lnTo>
                <a:lnTo>
                  <a:pt x="249901" y="167110"/>
                </a:lnTo>
                <a:lnTo>
                  <a:pt x="250692" y="167000"/>
                </a:lnTo>
                <a:lnTo>
                  <a:pt x="251474" y="166878"/>
                </a:lnTo>
                <a:lnTo>
                  <a:pt x="252248" y="166745"/>
                </a:lnTo>
                <a:lnTo>
                  <a:pt x="253013" y="166600"/>
                </a:lnTo>
                <a:lnTo>
                  <a:pt x="253770" y="166443"/>
                </a:lnTo>
                <a:lnTo>
                  <a:pt x="254519" y="166275"/>
                </a:lnTo>
                <a:lnTo>
                  <a:pt x="255259" y="166095"/>
                </a:lnTo>
                <a:lnTo>
                  <a:pt x="255991" y="165904"/>
                </a:lnTo>
                <a:lnTo>
                  <a:pt x="256714" y="165701"/>
                </a:lnTo>
                <a:lnTo>
                  <a:pt x="257429" y="165487"/>
                </a:lnTo>
                <a:lnTo>
                  <a:pt x="258135" y="165261"/>
                </a:lnTo>
                <a:lnTo>
                  <a:pt x="258833" y="165023"/>
                </a:lnTo>
                <a:lnTo>
                  <a:pt x="259523" y="164774"/>
                </a:lnTo>
                <a:lnTo>
                  <a:pt x="260204" y="164513"/>
                </a:lnTo>
                <a:lnTo>
                  <a:pt x="260877" y="164241"/>
                </a:lnTo>
                <a:lnTo>
                  <a:pt x="261542" y="163958"/>
                </a:lnTo>
                <a:lnTo>
                  <a:pt x="262198" y="163666"/>
                </a:lnTo>
                <a:lnTo>
                  <a:pt x="262847" y="163364"/>
                </a:lnTo>
                <a:lnTo>
                  <a:pt x="263487" y="163053"/>
                </a:lnTo>
                <a:lnTo>
                  <a:pt x="264120" y="162733"/>
                </a:lnTo>
                <a:lnTo>
                  <a:pt x="264744" y="162403"/>
                </a:lnTo>
                <a:lnTo>
                  <a:pt x="265361" y="162064"/>
                </a:lnTo>
                <a:lnTo>
                  <a:pt x="265969" y="161716"/>
                </a:lnTo>
                <a:lnTo>
                  <a:pt x="266569" y="161358"/>
                </a:lnTo>
                <a:lnTo>
                  <a:pt x="267161" y="160991"/>
                </a:lnTo>
                <a:lnTo>
                  <a:pt x="267746" y="160615"/>
                </a:lnTo>
                <a:lnTo>
                  <a:pt x="268322" y="160229"/>
                </a:lnTo>
                <a:lnTo>
                  <a:pt x="268890" y="159834"/>
                </a:lnTo>
                <a:lnTo>
                  <a:pt x="269450" y="159429"/>
                </a:lnTo>
                <a:lnTo>
                  <a:pt x="270002" y="159016"/>
                </a:lnTo>
                <a:lnTo>
                  <a:pt x="270546" y="158592"/>
                </a:lnTo>
                <a:lnTo>
                  <a:pt x="271082" y="158160"/>
                </a:lnTo>
                <a:lnTo>
                  <a:pt x="271610" y="157718"/>
                </a:lnTo>
                <a:lnTo>
                  <a:pt x="272130" y="157267"/>
                </a:lnTo>
                <a:lnTo>
                  <a:pt x="272642" y="156806"/>
                </a:lnTo>
                <a:lnTo>
                  <a:pt x="273146" y="156337"/>
                </a:lnTo>
                <a:lnTo>
                  <a:pt x="273641" y="155857"/>
                </a:lnTo>
                <a:lnTo>
                  <a:pt x="274129" y="155369"/>
                </a:lnTo>
                <a:lnTo>
                  <a:pt x="274609" y="154871"/>
                </a:lnTo>
                <a:lnTo>
                  <a:pt x="275080" y="154364"/>
                </a:lnTo>
                <a:lnTo>
                  <a:pt x="275544" y="153850"/>
                </a:lnTo>
                <a:lnTo>
                  <a:pt x="276000" y="153328"/>
                </a:lnTo>
                <a:lnTo>
                  <a:pt x="276449" y="152798"/>
                </a:lnTo>
                <a:lnTo>
                  <a:pt x="276889" y="152260"/>
                </a:lnTo>
                <a:lnTo>
                  <a:pt x="277321" y="151714"/>
                </a:lnTo>
                <a:lnTo>
                  <a:pt x="277746" y="151160"/>
                </a:lnTo>
                <a:lnTo>
                  <a:pt x="278163" y="150599"/>
                </a:lnTo>
                <a:lnTo>
                  <a:pt x="278486" y="150149"/>
                </a:lnTo>
                <a:lnTo>
                  <a:pt x="278486" y="163483"/>
                </a:lnTo>
                <a:lnTo>
                  <a:pt x="278479" y="164444"/>
                </a:lnTo>
                <a:lnTo>
                  <a:pt x="278458" y="165393"/>
                </a:lnTo>
                <a:lnTo>
                  <a:pt x="278423" y="166331"/>
                </a:lnTo>
                <a:lnTo>
                  <a:pt x="278374" y="167257"/>
                </a:lnTo>
                <a:lnTo>
                  <a:pt x="278311" y="168171"/>
                </a:lnTo>
                <a:lnTo>
                  <a:pt x="278233" y="169074"/>
                </a:lnTo>
                <a:lnTo>
                  <a:pt x="278142" y="169966"/>
                </a:lnTo>
                <a:lnTo>
                  <a:pt x="278037" y="170845"/>
                </a:lnTo>
                <a:lnTo>
                  <a:pt x="277918" y="171714"/>
                </a:lnTo>
                <a:lnTo>
                  <a:pt x="277785" y="172570"/>
                </a:lnTo>
                <a:lnTo>
                  <a:pt x="277637" y="173416"/>
                </a:lnTo>
                <a:lnTo>
                  <a:pt x="277476" y="174249"/>
                </a:lnTo>
                <a:lnTo>
                  <a:pt x="277301" y="175071"/>
                </a:lnTo>
                <a:lnTo>
                  <a:pt x="277112" y="175882"/>
                </a:lnTo>
                <a:lnTo>
                  <a:pt x="276908" y="176680"/>
                </a:lnTo>
                <a:lnTo>
                  <a:pt x="276691" y="177468"/>
                </a:lnTo>
                <a:lnTo>
                  <a:pt x="276459" y="178244"/>
                </a:lnTo>
                <a:lnTo>
                  <a:pt x="276214" y="179008"/>
                </a:lnTo>
                <a:lnTo>
                  <a:pt x="275955" y="179760"/>
                </a:lnTo>
                <a:lnTo>
                  <a:pt x="275681" y="180502"/>
                </a:lnTo>
                <a:lnTo>
                  <a:pt x="275394" y="181231"/>
                </a:lnTo>
                <a:lnTo>
                  <a:pt x="275092" y="181949"/>
                </a:lnTo>
                <a:lnTo>
                  <a:pt x="274777" y="182656"/>
                </a:lnTo>
                <a:lnTo>
                  <a:pt x="274447" y="183350"/>
                </a:lnTo>
                <a:lnTo>
                  <a:pt x="274104" y="184033"/>
                </a:lnTo>
                <a:lnTo>
                  <a:pt x="273749" y="184702"/>
                </a:lnTo>
                <a:lnTo>
                  <a:pt x="273380" y="185357"/>
                </a:lnTo>
                <a:lnTo>
                  <a:pt x="272999" y="185999"/>
                </a:lnTo>
                <a:lnTo>
                  <a:pt x="272605" y="186628"/>
                </a:lnTo>
                <a:lnTo>
                  <a:pt x="272199" y="187243"/>
                </a:lnTo>
                <a:lnTo>
                  <a:pt x="271780" y="187845"/>
                </a:lnTo>
                <a:lnTo>
                  <a:pt x="271348" y="188434"/>
                </a:lnTo>
                <a:lnTo>
                  <a:pt x="270903" y="189009"/>
                </a:lnTo>
                <a:lnTo>
                  <a:pt x="270446" y="189570"/>
                </a:lnTo>
                <a:lnTo>
                  <a:pt x="269976" y="190118"/>
                </a:lnTo>
                <a:lnTo>
                  <a:pt x="269493" y="190653"/>
                </a:lnTo>
                <a:lnTo>
                  <a:pt x="268998" y="191174"/>
                </a:lnTo>
                <a:lnTo>
                  <a:pt x="268489" y="191682"/>
                </a:lnTo>
                <a:lnTo>
                  <a:pt x="267968" y="192176"/>
                </a:lnTo>
                <a:lnTo>
                  <a:pt x="267435" y="192657"/>
                </a:lnTo>
                <a:lnTo>
                  <a:pt x="266888" y="193125"/>
                </a:lnTo>
                <a:lnTo>
                  <a:pt x="266329" y="193579"/>
                </a:lnTo>
                <a:lnTo>
                  <a:pt x="265758" y="194020"/>
                </a:lnTo>
                <a:lnTo>
                  <a:pt x="265173" y="194447"/>
                </a:lnTo>
                <a:lnTo>
                  <a:pt x="264576" y="194861"/>
                </a:lnTo>
                <a:lnTo>
                  <a:pt x="263966" y="195261"/>
                </a:lnTo>
                <a:lnTo>
                  <a:pt x="263343" y="195648"/>
                </a:lnTo>
                <a:lnTo>
                  <a:pt x="262708" y="196022"/>
                </a:lnTo>
                <a:lnTo>
                  <a:pt x="262060" y="196381"/>
                </a:lnTo>
                <a:lnTo>
                  <a:pt x="261401" y="196726"/>
                </a:lnTo>
                <a:lnTo>
                  <a:pt x="260730" y="197054"/>
                </a:lnTo>
                <a:lnTo>
                  <a:pt x="260047" y="197368"/>
                </a:lnTo>
                <a:lnTo>
                  <a:pt x="259352" y="197666"/>
                </a:lnTo>
                <a:lnTo>
                  <a:pt x="258646" y="197949"/>
                </a:lnTo>
                <a:lnTo>
                  <a:pt x="257927" y="198217"/>
                </a:lnTo>
                <a:lnTo>
                  <a:pt x="257197" y="198469"/>
                </a:lnTo>
                <a:lnTo>
                  <a:pt x="256456" y="198707"/>
                </a:lnTo>
                <a:lnTo>
                  <a:pt x="255702" y="198928"/>
                </a:lnTo>
                <a:lnTo>
                  <a:pt x="254937" y="199135"/>
                </a:lnTo>
                <a:lnTo>
                  <a:pt x="254159" y="199326"/>
                </a:lnTo>
                <a:lnTo>
                  <a:pt x="253370" y="199502"/>
                </a:lnTo>
                <a:lnTo>
                  <a:pt x="252570" y="199663"/>
                </a:lnTo>
                <a:lnTo>
                  <a:pt x="251757" y="199808"/>
                </a:lnTo>
                <a:lnTo>
                  <a:pt x="250933" y="199938"/>
                </a:lnTo>
                <a:lnTo>
                  <a:pt x="250097" y="200053"/>
                </a:lnTo>
                <a:lnTo>
                  <a:pt x="249249" y="200152"/>
                </a:lnTo>
                <a:lnTo>
                  <a:pt x="248389" y="200236"/>
                </a:lnTo>
                <a:lnTo>
                  <a:pt x="247518" y="200305"/>
                </a:lnTo>
                <a:lnTo>
                  <a:pt x="246635" y="200359"/>
                </a:lnTo>
                <a:lnTo>
                  <a:pt x="245740" y="200397"/>
                </a:lnTo>
                <a:lnTo>
                  <a:pt x="244833" y="200420"/>
                </a:lnTo>
                <a:lnTo>
                  <a:pt x="243915" y="200427"/>
                </a:lnTo>
                <a:lnTo>
                  <a:pt x="243136" y="200420"/>
                </a:lnTo>
                <a:lnTo>
                  <a:pt x="242362" y="200399"/>
                </a:lnTo>
                <a:lnTo>
                  <a:pt x="241592" y="200364"/>
                </a:lnTo>
                <a:lnTo>
                  <a:pt x="240827" y="200315"/>
                </a:lnTo>
                <a:lnTo>
                  <a:pt x="240067" y="200252"/>
                </a:lnTo>
                <a:lnTo>
                  <a:pt x="239310" y="200175"/>
                </a:lnTo>
                <a:lnTo>
                  <a:pt x="238559" y="200084"/>
                </a:lnTo>
                <a:lnTo>
                  <a:pt x="237812" y="199979"/>
                </a:lnTo>
                <a:lnTo>
                  <a:pt x="237069" y="199860"/>
                </a:lnTo>
                <a:lnTo>
                  <a:pt x="236331" y="199726"/>
                </a:lnTo>
                <a:lnTo>
                  <a:pt x="235597" y="199579"/>
                </a:lnTo>
                <a:lnTo>
                  <a:pt x="234868" y="199418"/>
                </a:lnTo>
                <a:lnTo>
                  <a:pt x="234143" y="199243"/>
                </a:lnTo>
                <a:lnTo>
                  <a:pt x="233423" y="199053"/>
                </a:lnTo>
                <a:lnTo>
                  <a:pt x="232707" y="198850"/>
                </a:lnTo>
                <a:lnTo>
                  <a:pt x="231996" y="198632"/>
                </a:lnTo>
                <a:lnTo>
                  <a:pt x="231289" y="198401"/>
                </a:lnTo>
                <a:lnTo>
                  <a:pt x="230587" y="198156"/>
                </a:lnTo>
                <a:lnTo>
                  <a:pt x="229889" y="197896"/>
                </a:lnTo>
                <a:lnTo>
                  <a:pt x="229196" y="197623"/>
                </a:lnTo>
                <a:lnTo>
                  <a:pt x="228507" y="197335"/>
                </a:lnTo>
                <a:lnTo>
                  <a:pt x="227823" y="197034"/>
                </a:lnTo>
                <a:lnTo>
                  <a:pt x="227143" y="196718"/>
                </a:lnTo>
                <a:lnTo>
                  <a:pt x="226467" y="196389"/>
                </a:lnTo>
                <a:lnTo>
                  <a:pt x="225796" y="196044"/>
                </a:lnTo>
                <a:lnTo>
                  <a:pt x="225129" y="195683"/>
                </a:lnTo>
                <a:lnTo>
                  <a:pt x="224465" y="195306"/>
                </a:lnTo>
                <a:lnTo>
                  <a:pt x="223805" y="194912"/>
                </a:lnTo>
                <a:lnTo>
                  <a:pt x="223148" y="194503"/>
                </a:lnTo>
                <a:lnTo>
                  <a:pt x="222496" y="194077"/>
                </a:lnTo>
                <a:lnTo>
                  <a:pt x="221847" y="193634"/>
                </a:lnTo>
                <a:lnTo>
                  <a:pt x="221202" y="193176"/>
                </a:lnTo>
                <a:lnTo>
                  <a:pt x="220561" y="192701"/>
                </a:lnTo>
                <a:lnTo>
                  <a:pt x="219923" y="192210"/>
                </a:lnTo>
                <a:lnTo>
                  <a:pt x="219289" y="191702"/>
                </a:lnTo>
                <a:lnTo>
                  <a:pt x="218659" y="191179"/>
                </a:lnTo>
                <a:lnTo>
                  <a:pt x="218033" y="190639"/>
                </a:lnTo>
                <a:lnTo>
                  <a:pt x="217410" y="190083"/>
                </a:lnTo>
                <a:lnTo>
                  <a:pt x="216791" y="189510"/>
                </a:lnTo>
                <a:lnTo>
                  <a:pt x="216176" y="188922"/>
                </a:lnTo>
                <a:lnTo>
                  <a:pt x="215565" y="188317"/>
                </a:lnTo>
                <a:lnTo>
                  <a:pt x="214957" y="187695"/>
                </a:lnTo>
                <a:lnTo>
                  <a:pt x="214353" y="187058"/>
                </a:lnTo>
                <a:lnTo>
                  <a:pt x="213753" y="186404"/>
                </a:lnTo>
                <a:lnTo>
                  <a:pt x="213156" y="185734"/>
                </a:lnTo>
                <a:lnTo>
                  <a:pt x="212564" y="185048"/>
                </a:lnTo>
                <a:lnTo>
                  <a:pt x="211975" y="184345"/>
                </a:lnTo>
                <a:lnTo>
                  <a:pt x="211389" y="183626"/>
                </a:lnTo>
                <a:lnTo>
                  <a:pt x="204066" y="191488"/>
                </a:lnTo>
                <a:lnTo>
                  <a:pt x="204464" y="192041"/>
                </a:lnTo>
                <a:lnTo>
                  <a:pt x="204870" y="192586"/>
                </a:lnTo>
                <a:lnTo>
                  <a:pt x="205282" y="193123"/>
                </a:lnTo>
                <a:lnTo>
                  <a:pt x="205701" y="193653"/>
                </a:lnTo>
                <a:lnTo>
                  <a:pt x="206127" y="194175"/>
                </a:lnTo>
                <a:lnTo>
                  <a:pt x="206560" y="194689"/>
                </a:lnTo>
                <a:lnTo>
                  <a:pt x="207000" y="195196"/>
                </a:lnTo>
                <a:lnTo>
                  <a:pt x="207447" y="195695"/>
                </a:lnTo>
                <a:lnTo>
                  <a:pt x="207900" y="196186"/>
                </a:lnTo>
                <a:lnTo>
                  <a:pt x="208361" y="196670"/>
                </a:lnTo>
                <a:lnTo>
                  <a:pt x="208828" y="197146"/>
                </a:lnTo>
                <a:lnTo>
                  <a:pt x="209303" y="197614"/>
                </a:lnTo>
                <a:lnTo>
                  <a:pt x="209784" y="198074"/>
                </a:lnTo>
                <a:lnTo>
                  <a:pt x="210272" y="198527"/>
                </a:lnTo>
                <a:lnTo>
                  <a:pt x="210768" y="198973"/>
                </a:lnTo>
                <a:lnTo>
                  <a:pt x="211270" y="199410"/>
                </a:lnTo>
                <a:lnTo>
                  <a:pt x="211779" y="199840"/>
                </a:lnTo>
                <a:lnTo>
                  <a:pt x="212295" y="200263"/>
                </a:lnTo>
                <a:lnTo>
                  <a:pt x="212818" y="200677"/>
                </a:lnTo>
                <a:lnTo>
                  <a:pt x="213348" y="201084"/>
                </a:lnTo>
                <a:lnTo>
                  <a:pt x="213884" y="201483"/>
                </a:lnTo>
                <a:lnTo>
                  <a:pt x="214428" y="201875"/>
                </a:lnTo>
                <a:lnTo>
                  <a:pt x="214978" y="202259"/>
                </a:lnTo>
                <a:lnTo>
                  <a:pt x="215536" y="202635"/>
                </a:lnTo>
                <a:lnTo>
                  <a:pt x="216098" y="203004"/>
                </a:lnTo>
                <a:lnTo>
                  <a:pt x="216664" y="203364"/>
                </a:lnTo>
                <a:lnTo>
                  <a:pt x="217232" y="203716"/>
                </a:lnTo>
                <a:lnTo>
                  <a:pt x="217804" y="204061"/>
                </a:lnTo>
                <a:lnTo>
                  <a:pt x="218378" y="204397"/>
                </a:lnTo>
                <a:lnTo>
                  <a:pt x="218955" y="204725"/>
                </a:lnTo>
                <a:lnTo>
                  <a:pt x="219536" y="205046"/>
                </a:lnTo>
                <a:lnTo>
                  <a:pt x="220119" y="205358"/>
                </a:lnTo>
                <a:lnTo>
                  <a:pt x="220705" y="205662"/>
                </a:lnTo>
                <a:lnTo>
                  <a:pt x="221295" y="205958"/>
                </a:lnTo>
                <a:lnTo>
                  <a:pt x="221887" y="206246"/>
                </a:lnTo>
                <a:lnTo>
                  <a:pt x="222482" y="206526"/>
                </a:lnTo>
                <a:lnTo>
                  <a:pt x="223081" y="206798"/>
                </a:lnTo>
                <a:lnTo>
                  <a:pt x="223682" y="207062"/>
                </a:lnTo>
                <a:lnTo>
                  <a:pt x="224286" y="207318"/>
                </a:lnTo>
                <a:lnTo>
                  <a:pt x="224894" y="207566"/>
                </a:lnTo>
                <a:lnTo>
                  <a:pt x="225504" y="207805"/>
                </a:lnTo>
                <a:lnTo>
                  <a:pt x="226117" y="208037"/>
                </a:lnTo>
                <a:lnTo>
                  <a:pt x="226734" y="208261"/>
                </a:lnTo>
                <a:lnTo>
                  <a:pt x="227353" y="208476"/>
                </a:lnTo>
                <a:lnTo>
                  <a:pt x="227975" y="208684"/>
                </a:lnTo>
                <a:lnTo>
                  <a:pt x="228600" y="208884"/>
                </a:lnTo>
                <a:lnTo>
                  <a:pt x="229229" y="209075"/>
                </a:lnTo>
                <a:lnTo>
                  <a:pt x="229860" y="209259"/>
                </a:lnTo>
                <a:lnTo>
                  <a:pt x="230492" y="209435"/>
                </a:lnTo>
                <a:lnTo>
                  <a:pt x="231123" y="209603"/>
                </a:lnTo>
                <a:lnTo>
                  <a:pt x="231754" y="209764"/>
                </a:lnTo>
                <a:lnTo>
                  <a:pt x="232383" y="209917"/>
                </a:lnTo>
                <a:lnTo>
                  <a:pt x="233012" y="210063"/>
                </a:lnTo>
                <a:lnTo>
                  <a:pt x="233639" y="210201"/>
                </a:lnTo>
                <a:lnTo>
                  <a:pt x="234266" y="210332"/>
                </a:lnTo>
                <a:lnTo>
                  <a:pt x="234892" y="210455"/>
                </a:lnTo>
                <a:lnTo>
                  <a:pt x="235517" y="210571"/>
                </a:lnTo>
                <a:lnTo>
                  <a:pt x="236140" y="210680"/>
                </a:lnTo>
                <a:lnTo>
                  <a:pt x="236763" y="210781"/>
                </a:lnTo>
                <a:lnTo>
                  <a:pt x="237385" y="210874"/>
                </a:lnTo>
                <a:lnTo>
                  <a:pt x="238006" y="210960"/>
                </a:lnTo>
                <a:lnTo>
                  <a:pt x="238626" y="211039"/>
                </a:lnTo>
                <a:lnTo>
                  <a:pt x="239246" y="211110"/>
                </a:lnTo>
                <a:lnTo>
                  <a:pt x="239864" y="211173"/>
                </a:lnTo>
                <a:lnTo>
                  <a:pt x="240481" y="211230"/>
                </a:lnTo>
                <a:lnTo>
                  <a:pt x="241098" y="211278"/>
                </a:lnTo>
                <a:lnTo>
                  <a:pt x="241713" y="211319"/>
                </a:lnTo>
                <a:lnTo>
                  <a:pt x="242327" y="211353"/>
                </a:lnTo>
                <a:lnTo>
                  <a:pt x="242941" y="211379"/>
                </a:lnTo>
                <a:lnTo>
                  <a:pt x="243554" y="211398"/>
                </a:lnTo>
                <a:lnTo>
                  <a:pt x="244165" y="211409"/>
                </a:lnTo>
                <a:lnTo>
                  <a:pt x="244776" y="211413"/>
                </a:lnTo>
                <a:lnTo>
                  <a:pt x="245946" y="211403"/>
                </a:lnTo>
                <a:lnTo>
                  <a:pt x="247102" y="211373"/>
                </a:lnTo>
                <a:lnTo>
                  <a:pt x="248247" y="211323"/>
                </a:lnTo>
                <a:lnTo>
                  <a:pt x="249379" y="211253"/>
                </a:lnTo>
                <a:lnTo>
                  <a:pt x="250498" y="211163"/>
                </a:lnTo>
                <a:lnTo>
                  <a:pt x="251605" y="211053"/>
                </a:lnTo>
                <a:lnTo>
                  <a:pt x="252699" y="210924"/>
                </a:lnTo>
                <a:lnTo>
                  <a:pt x="253781" y="210774"/>
                </a:lnTo>
                <a:lnTo>
                  <a:pt x="254850" y="210604"/>
                </a:lnTo>
                <a:lnTo>
                  <a:pt x="255907" y="210415"/>
                </a:lnTo>
                <a:lnTo>
                  <a:pt x="256951" y="210205"/>
                </a:lnTo>
                <a:lnTo>
                  <a:pt x="257983" y="209976"/>
                </a:lnTo>
                <a:lnTo>
                  <a:pt x="259002" y="209726"/>
                </a:lnTo>
                <a:lnTo>
                  <a:pt x="260008" y="209457"/>
                </a:lnTo>
                <a:lnTo>
                  <a:pt x="261002" y="209167"/>
                </a:lnTo>
                <a:lnTo>
                  <a:pt x="261984" y="208858"/>
                </a:lnTo>
                <a:lnTo>
                  <a:pt x="262953" y="208529"/>
                </a:lnTo>
                <a:lnTo>
                  <a:pt x="263909" y="208179"/>
                </a:lnTo>
                <a:lnTo>
                  <a:pt x="264853" y="207810"/>
                </a:lnTo>
                <a:lnTo>
                  <a:pt x="265785" y="207421"/>
                </a:lnTo>
                <a:lnTo>
                  <a:pt x="266704" y="207012"/>
                </a:lnTo>
                <a:lnTo>
                  <a:pt x="267610" y="206582"/>
                </a:lnTo>
                <a:lnTo>
                  <a:pt x="268504" y="206133"/>
                </a:lnTo>
                <a:lnTo>
                  <a:pt x="269385" y="205664"/>
                </a:lnTo>
                <a:lnTo>
                  <a:pt x="270252" y="205177"/>
                </a:lnTo>
                <a:lnTo>
                  <a:pt x="271102" y="204671"/>
                </a:lnTo>
                <a:lnTo>
                  <a:pt x="271936" y="204147"/>
                </a:lnTo>
                <a:lnTo>
                  <a:pt x="272754" y="203606"/>
                </a:lnTo>
                <a:lnTo>
                  <a:pt x="273555" y="203047"/>
                </a:lnTo>
                <a:lnTo>
                  <a:pt x="274339" y="202469"/>
                </a:lnTo>
                <a:lnTo>
                  <a:pt x="275108" y="201874"/>
                </a:lnTo>
                <a:lnTo>
                  <a:pt x="275859" y="201261"/>
                </a:lnTo>
                <a:lnTo>
                  <a:pt x="276594" y="200630"/>
                </a:lnTo>
                <a:lnTo>
                  <a:pt x="277313" y="199981"/>
                </a:lnTo>
                <a:lnTo>
                  <a:pt x="278015" y="199314"/>
                </a:lnTo>
                <a:lnTo>
                  <a:pt x="278701" y="198629"/>
                </a:lnTo>
                <a:lnTo>
                  <a:pt x="279371" y="197927"/>
                </a:lnTo>
                <a:lnTo>
                  <a:pt x="280024" y="197206"/>
                </a:lnTo>
                <a:lnTo>
                  <a:pt x="280660" y="196468"/>
                </a:lnTo>
                <a:lnTo>
                  <a:pt x="281280" y="195711"/>
                </a:lnTo>
                <a:lnTo>
                  <a:pt x="281884" y="194937"/>
                </a:lnTo>
                <a:lnTo>
                  <a:pt x="282471" y="194145"/>
                </a:lnTo>
                <a:lnTo>
                  <a:pt x="283041" y="193334"/>
                </a:lnTo>
                <a:lnTo>
                  <a:pt x="283596" y="192506"/>
                </a:lnTo>
                <a:lnTo>
                  <a:pt x="284133" y="191660"/>
                </a:lnTo>
                <a:lnTo>
                  <a:pt x="284655" y="190796"/>
                </a:lnTo>
                <a:lnTo>
                  <a:pt x="285159" y="189915"/>
                </a:lnTo>
                <a:lnTo>
                  <a:pt x="285648" y="189015"/>
                </a:lnTo>
                <a:lnTo>
                  <a:pt x="286118" y="188099"/>
                </a:lnTo>
                <a:lnTo>
                  <a:pt x="286568" y="187169"/>
                </a:lnTo>
                <a:lnTo>
                  <a:pt x="286998" y="186225"/>
                </a:lnTo>
                <a:lnTo>
                  <a:pt x="287408" y="185266"/>
                </a:lnTo>
                <a:lnTo>
                  <a:pt x="287799" y="184293"/>
                </a:lnTo>
                <a:lnTo>
                  <a:pt x="288169" y="183306"/>
                </a:lnTo>
                <a:lnTo>
                  <a:pt x="288519" y="182304"/>
                </a:lnTo>
                <a:lnTo>
                  <a:pt x="288849" y="181288"/>
                </a:lnTo>
                <a:lnTo>
                  <a:pt x="289159" y="180257"/>
                </a:lnTo>
                <a:lnTo>
                  <a:pt x="289449" y="179212"/>
                </a:lnTo>
                <a:lnTo>
                  <a:pt x="289719" y="178153"/>
                </a:lnTo>
                <a:lnTo>
                  <a:pt x="289969" y="177080"/>
                </a:lnTo>
                <a:lnTo>
                  <a:pt x="290199" y="175992"/>
                </a:lnTo>
                <a:lnTo>
                  <a:pt x="290409" y="174889"/>
                </a:lnTo>
                <a:lnTo>
                  <a:pt x="290599" y="173773"/>
                </a:lnTo>
                <a:lnTo>
                  <a:pt x="290769" y="172642"/>
                </a:lnTo>
                <a:lnTo>
                  <a:pt x="290920" y="171496"/>
                </a:lnTo>
                <a:lnTo>
                  <a:pt x="291050" y="170336"/>
                </a:lnTo>
                <a:lnTo>
                  <a:pt x="291160" y="169162"/>
                </a:lnTo>
                <a:lnTo>
                  <a:pt x="291250" y="167974"/>
                </a:lnTo>
                <a:lnTo>
                  <a:pt x="291320" y="166771"/>
                </a:lnTo>
                <a:lnTo>
                  <a:pt x="291370" y="165554"/>
                </a:lnTo>
                <a:lnTo>
                  <a:pt x="291400" y="164322"/>
                </a:lnTo>
                <a:lnTo>
                  <a:pt x="291410" y="163076"/>
                </a:lnTo>
                <a:lnTo>
                  <a:pt x="291410" y="48895"/>
                </a:lnTo>
                <a:lnTo>
                  <a:pt x="279455" y="48895"/>
                </a:lnTo>
                <a:lnTo>
                  <a:pt x="278819" y="65667"/>
                </a:lnTo>
                <a:lnTo>
                  <a:pt x="278570" y="65282"/>
                </a:lnTo>
                <a:lnTo>
                  <a:pt x="278169" y="64683"/>
                </a:lnTo>
                <a:close/>
                <a:moveTo>
                  <a:pt x="276992" y="137603"/>
                </a:moveTo>
                <a:lnTo>
                  <a:pt x="276661" y="138212"/>
                </a:lnTo>
                <a:lnTo>
                  <a:pt x="276322" y="138816"/>
                </a:lnTo>
                <a:lnTo>
                  <a:pt x="275974" y="139416"/>
                </a:lnTo>
                <a:lnTo>
                  <a:pt x="275619" y="140011"/>
                </a:lnTo>
                <a:lnTo>
                  <a:pt x="275255" y="140601"/>
                </a:lnTo>
                <a:lnTo>
                  <a:pt x="274882" y="141184"/>
                </a:lnTo>
                <a:lnTo>
                  <a:pt x="274498" y="141757"/>
                </a:lnTo>
                <a:lnTo>
                  <a:pt x="274103" y="142321"/>
                </a:lnTo>
                <a:lnTo>
                  <a:pt x="273698" y="142874"/>
                </a:lnTo>
                <a:lnTo>
                  <a:pt x="273282" y="143419"/>
                </a:lnTo>
                <a:lnTo>
                  <a:pt x="272855" y="143953"/>
                </a:lnTo>
                <a:lnTo>
                  <a:pt x="272418" y="144478"/>
                </a:lnTo>
                <a:lnTo>
                  <a:pt x="271970" y="144993"/>
                </a:lnTo>
                <a:lnTo>
                  <a:pt x="271512" y="145498"/>
                </a:lnTo>
                <a:lnTo>
                  <a:pt x="271042" y="145993"/>
                </a:lnTo>
                <a:lnTo>
                  <a:pt x="270562" y="146479"/>
                </a:lnTo>
                <a:lnTo>
                  <a:pt x="270072" y="146955"/>
                </a:lnTo>
                <a:lnTo>
                  <a:pt x="269571" y="147421"/>
                </a:lnTo>
                <a:lnTo>
                  <a:pt x="269059" y="147878"/>
                </a:lnTo>
                <a:lnTo>
                  <a:pt x="268536" y="148325"/>
                </a:lnTo>
                <a:lnTo>
                  <a:pt x="268003" y="148762"/>
                </a:lnTo>
                <a:lnTo>
                  <a:pt x="267459" y="149189"/>
                </a:lnTo>
                <a:lnTo>
                  <a:pt x="266905" y="149607"/>
                </a:lnTo>
                <a:lnTo>
                  <a:pt x="266340" y="150015"/>
                </a:lnTo>
                <a:lnTo>
                  <a:pt x="265764" y="150413"/>
                </a:lnTo>
                <a:lnTo>
                  <a:pt x="265177" y="150802"/>
                </a:lnTo>
                <a:lnTo>
                  <a:pt x="264580" y="151181"/>
                </a:lnTo>
                <a:lnTo>
                  <a:pt x="263973" y="151550"/>
                </a:lnTo>
                <a:lnTo>
                  <a:pt x="263354" y="151909"/>
                </a:lnTo>
                <a:lnTo>
                  <a:pt x="262724" y="152256"/>
                </a:lnTo>
                <a:lnTo>
                  <a:pt x="262082" y="152589"/>
                </a:lnTo>
                <a:lnTo>
                  <a:pt x="261427" y="152906"/>
                </a:lnTo>
                <a:lnTo>
                  <a:pt x="260759" y="153209"/>
                </a:lnTo>
                <a:lnTo>
                  <a:pt x="260079" y="153497"/>
                </a:lnTo>
                <a:lnTo>
                  <a:pt x="259386" y="153770"/>
                </a:lnTo>
                <a:lnTo>
                  <a:pt x="258681" y="154029"/>
                </a:lnTo>
                <a:lnTo>
                  <a:pt x="257963" y="154273"/>
                </a:lnTo>
                <a:lnTo>
                  <a:pt x="257233" y="154502"/>
                </a:lnTo>
                <a:lnTo>
                  <a:pt x="256490" y="154716"/>
                </a:lnTo>
                <a:lnTo>
                  <a:pt x="255735" y="154915"/>
                </a:lnTo>
                <a:lnTo>
                  <a:pt x="254967" y="155100"/>
                </a:lnTo>
                <a:lnTo>
                  <a:pt x="254187" y="155270"/>
                </a:lnTo>
                <a:lnTo>
                  <a:pt x="253394" y="155425"/>
                </a:lnTo>
                <a:lnTo>
                  <a:pt x="252588" y="155565"/>
                </a:lnTo>
                <a:lnTo>
                  <a:pt x="251771" y="155691"/>
                </a:lnTo>
                <a:lnTo>
                  <a:pt x="250940" y="155801"/>
                </a:lnTo>
                <a:lnTo>
                  <a:pt x="250097" y="155897"/>
                </a:lnTo>
                <a:lnTo>
                  <a:pt x="249242" y="155979"/>
                </a:lnTo>
                <a:lnTo>
                  <a:pt x="248374" y="156045"/>
                </a:lnTo>
                <a:lnTo>
                  <a:pt x="247493" y="156097"/>
                </a:lnTo>
                <a:lnTo>
                  <a:pt x="246600" y="156134"/>
                </a:lnTo>
                <a:lnTo>
                  <a:pt x="245694" y="156156"/>
                </a:lnTo>
                <a:lnTo>
                  <a:pt x="244776" y="156163"/>
                </a:lnTo>
                <a:lnTo>
                  <a:pt x="244044" y="156157"/>
                </a:lnTo>
                <a:lnTo>
                  <a:pt x="243321" y="156138"/>
                </a:lnTo>
                <a:lnTo>
                  <a:pt x="242605" y="156107"/>
                </a:lnTo>
                <a:lnTo>
                  <a:pt x="241898" y="156063"/>
                </a:lnTo>
                <a:lnTo>
                  <a:pt x="241199" y="156007"/>
                </a:lnTo>
                <a:lnTo>
                  <a:pt x="240509" y="155938"/>
                </a:lnTo>
                <a:lnTo>
                  <a:pt x="239826" y="155856"/>
                </a:lnTo>
                <a:lnTo>
                  <a:pt x="239152" y="155762"/>
                </a:lnTo>
                <a:lnTo>
                  <a:pt x="238486" y="155656"/>
                </a:lnTo>
                <a:lnTo>
                  <a:pt x="237828" y="155537"/>
                </a:lnTo>
                <a:lnTo>
                  <a:pt x="237178" y="155405"/>
                </a:lnTo>
                <a:lnTo>
                  <a:pt x="236537" y="155261"/>
                </a:lnTo>
                <a:lnTo>
                  <a:pt x="235904" y="155105"/>
                </a:lnTo>
                <a:lnTo>
                  <a:pt x="235279" y="154936"/>
                </a:lnTo>
                <a:lnTo>
                  <a:pt x="234663" y="154754"/>
                </a:lnTo>
                <a:lnTo>
                  <a:pt x="234054" y="154560"/>
                </a:lnTo>
                <a:lnTo>
                  <a:pt x="233454" y="154353"/>
                </a:lnTo>
                <a:lnTo>
                  <a:pt x="232862" y="154134"/>
                </a:lnTo>
                <a:lnTo>
                  <a:pt x="232278" y="153902"/>
                </a:lnTo>
                <a:lnTo>
                  <a:pt x="231703" y="153658"/>
                </a:lnTo>
                <a:lnTo>
                  <a:pt x="231135" y="153401"/>
                </a:lnTo>
                <a:lnTo>
                  <a:pt x="230576" y="153132"/>
                </a:lnTo>
                <a:lnTo>
                  <a:pt x="230025" y="152850"/>
                </a:lnTo>
                <a:lnTo>
                  <a:pt x="229483" y="152555"/>
                </a:lnTo>
                <a:lnTo>
                  <a:pt x="228948" y="152250"/>
                </a:lnTo>
                <a:lnTo>
                  <a:pt x="228422" y="151934"/>
                </a:lnTo>
                <a:lnTo>
                  <a:pt x="227903" y="151608"/>
                </a:lnTo>
                <a:lnTo>
                  <a:pt x="227392" y="151272"/>
                </a:lnTo>
                <a:lnTo>
                  <a:pt x="226889" y="150926"/>
                </a:lnTo>
                <a:lnTo>
                  <a:pt x="226393" y="150570"/>
                </a:lnTo>
                <a:lnTo>
                  <a:pt x="225906" y="150203"/>
                </a:lnTo>
                <a:lnTo>
                  <a:pt x="225426" y="149827"/>
                </a:lnTo>
                <a:lnTo>
                  <a:pt x="224954" y="149441"/>
                </a:lnTo>
                <a:lnTo>
                  <a:pt x="224491" y="149044"/>
                </a:lnTo>
                <a:lnTo>
                  <a:pt x="224035" y="148637"/>
                </a:lnTo>
                <a:lnTo>
                  <a:pt x="223586" y="148220"/>
                </a:lnTo>
                <a:lnTo>
                  <a:pt x="223146" y="147794"/>
                </a:lnTo>
                <a:lnTo>
                  <a:pt x="222714" y="147357"/>
                </a:lnTo>
                <a:lnTo>
                  <a:pt x="222289" y="146910"/>
                </a:lnTo>
                <a:lnTo>
                  <a:pt x="221872" y="146452"/>
                </a:lnTo>
                <a:lnTo>
                  <a:pt x="221463" y="145985"/>
                </a:lnTo>
                <a:lnTo>
                  <a:pt x="221062" y="145508"/>
                </a:lnTo>
                <a:lnTo>
                  <a:pt x="220669" y="145020"/>
                </a:lnTo>
                <a:lnTo>
                  <a:pt x="220284" y="144523"/>
                </a:lnTo>
                <a:lnTo>
                  <a:pt x="219906" y="144015"/>
                </a:lnTo>
                <a:lnTo>
                  <a:pt x="219536" y="143497"/>
                </a:lnTo>
                <a:lnTo>
                  <a:pt x="219175" y="142970"/>
                </a:lnTo>
                <a:lnTo>
                  <a:pt x="218821" y="142432"/>
                </a:lnTo>
                <a:lnTo>
                  <a:pt x="218474" y="141885"/>
                </a:lnTo>
                <a:lnTo>
                  <a:pt x="218136" y="141330"/>
                </a:lnTo>
                <a:lnTo>
                  <a:pt x="217804" y="140768"/>
                </a:lnTo>
                <a:lnTo>
                  <a:pt x="217480" y="140198"/>
                </a:lnTo>
                <a:lnTo>
                  <a:pt x="217164" y="139621"/>
                </a:lnTo>
                <a:lnTo>
                  <a:pt x="216855" y="139036"/>
                </a:lnTo>
                <a:lnTo>
                  <a:pt x="216554" y="138443"/>
                </a:lnTo>
                <a:lnTo>
                  <a:pt x="216260" y="137843"/>
                </a:lnTo>
                <a:lnTo>
                  <a:pt x="215973" y="137234"/>
                </a:lnTo>
                <a:lnTo>
                  <a:pt x="215694" y="136619"/>
                </a:lnTo>
                <a:lnTo>
                  <a:pt x="215423" y="135995"/>
                </a:lnTo>
                <a:lnTo>
                  <a:pt x="215159" y="135364"/>
                </a:lnTo>
                <a:lnTo>
                  <a:pt x="214902" y="134725"/>
                </a:lnTo>
                <a:lnTo>
                  <a:pt x="214653" y="134079"/>
                </a:lnTo>
                <a:lnTo>
                  <a:pt x="214412" y="133425"/>
                </a:lnTo>
                <a:lnTo>
                  <a:pt x="214178" y="132763"/>
                </a:lnTo>
                <a:lnTo>
                  <a:pt x="213951" y="132093"/>
                </a:lnTo>
                <a:lnTo>
                  <a:pt x="213732" y="131416"/>
                </a:lnTo>
                <a:lnTo>
                  <a:pt x="213520" y="130731"/>
                </a:lnTo>
                <a:lnTo>
                  <a:pt x="213316" y="130039"/>
                </a:lnTo>
                <a:lnTo>
                  <a:pt x="213119" y="129339"/>
                </a:lnTo>
                <a:lnTo>
                  <a:pt x="212930" y="128631"/>
                </a:lnTo>
                <a:lnTo>
                  <a:pt x="212748" y="127915"/>
                </a:lnTo>
                <a:lnTo>
                  <a:pt x="212574" y="127192"/>
                </a:lnTo>
                <a:lnTo>
                  <a:pt x="212407" y="126463"/>
                </a:lnTo>
                <a:lnTo>
                  <a:pt x="212247" y="125729"/>
                </a:lnTo>
                <a:lnTo>
                  <a:pt x="212095" y="124990"/>
                </a:lnTo>
                <a:lnTo>
                  <a:pt x="211949" y="124246"/>
                </a:lnTo>
                <a:lnTo>
                  <a:pt x="211810" y="123497"/>
                </a:lnTo>
                <a:lnTo>
                  <a:pt x="211679" y="122743"/>
                </a:lnTo>
                <a:lnTo>
                  <a:pt x="211555" y="121984"/>
                </a:lnTo>
                <a:lnTo>
                  <a:pt x="211437" y="121221"/>
                </a:lnTo>
                <a:lnTo>
                  <a:pt x="211327" y="120453"/>
                </a:lnTo>
                <a:lnTo>
                  <a:pt x="211224" y="119680"/>
                </a:lnTo>
                <a:lnTo>
                  <a:pt x="211128" y="118902"/>
                </a:lnTo>
                <a:lnTo>
                  <a:pt x="211039" y="118119"/>
                </a:lnTo>
                <a:lnTo>
                  <a:pt x="210958" y="117331"/>
                </a:lnTo>
                <a:lnTo>
                  <a:pt x="210883" y="116538"/>
                </a:lnTo>
                <a:lnTo>
                  <a:pt x="210816" y="115741"/>
                </a:lnTo>
                <a:lnTo>
                  <a:pt x="210755" y="114939"/>
                </a:lnTo>
                <a:lnTo>
                  <a:pt x="210702" y="114131"/>
                </a:lnTo>
                <a:lnTo>
                  <a:pt x="210656" y="113319"/>
                </a:lnTo>
                <a:lnTo>
                  <a:pt x="210617" y="112502"/>
                </a:lnTo>
                <a:lnTo>
                  <a:pt x="210585" y="111681"/>
                </a:lnTo>
                <a:lnTo>
                  <a:pt x="210560" y="110854"/>
                </a:lnTo>
                <a:lnTo>
                  <a:pt x="210542" y="110023"/>
                </a:lnTo>
                <a:lnTo>
                  <a:pt x="210531" y="109186"/>
                </a:lnTo>
                <a:lnTo>
                  <a:pt x="210528" y="108345"/>
                </a:lnTo>
                <a:lnTo>
                  <a:pt x="210528" y="106083"/>
                </a:lnTo>
                <a:lnTo>
                  <a:pt x="210531" y="105233"/>
                </a:lnTo>
                <a:lnTo>
                  <a:pt x="210542" y="104389"/>
                </a:lnTo>
                <a:lnTo>
                  <a:pt x="210560" y="103549"/>
                </a:lnTo>
                <a:lnTo>
                  <a:pt x="210585" y="102715"/>
                </a:lnTo>
                <a:lnTo>
                  <a:pt x="210617" y="101886"/>
                </a:lnTo>
                <a:lnTo>
                  <a:pt x="210656" y="101062"/>
                </a:lnTo>
                <a:lnTo>
                  <a:pt x="210702" y="100243"/>
                </a:lnTo>
                <a:lnTo>
                  <a:pt x="210755" y="99430"/>
                </a:lnTo>
                <a:lnTo>
                  <a:pt x="210816" y="98622"/>
                </a:lnTo>
                <a:lnTo>
                  <a:pt x="210883" y="97819"/>
                </a:lnTo>
                <a:lnTo>
                  <a:pt x="210958" y="97021"/>
                </a:lnTo>
                <a:lnTo>
                  <a:pt x="211039" y="96229"/>
                </a:lnTo>
                <a:lnTo>
                  <a:pt x="211128" y="95442"/>
                </a:lnTo>
                <a:lnTo>
                  <a:pt x="211224" y="94660"/>
                </a:lnTo>
                <a:lnTo>
                  <a:pt x="211327" y="93883"/>
                </a:lnTo>
                <a:lnTo>
                  <a:pt x="211437" y="93112"/>
                </a:lnTo>
                <a:lnTo>
                  <a:pt x="211555" y="92345"/>
                </a:lnTo>
                <a:lnTo>
                  <a:pt x="211679" y="91584"/>
                </a:lnTo>
                <a:lnTo>
                  <a:pt x="211810" y="90829"/>
                </a:lnTo>
                <a:lnTo>
                  <a:pt x="211949" y="90078"/>
                </a:lnTo>
                <a:lnTo>
                  <a:pt x="212095" y="89333"/>
                </a:lnTo>
                <a:lnTo>
                  <a:pt x="212247" y="88593"/>
                </a:lnTo>
                <a:lnTo>
                  <a:pt x="212407" y="87858"/>
                </a:lnTo>
                <a:lnTo>
                  <a:pt x="212574" y="87128"/>
                </a:lnTo>
                <a:lnTo>
                  <a:pt x="212748" y="86405"/>
                </a:lnTo>
                <a:lnTo>
                  <a:pt x="212930" y="85690"/>
                </a:lnTo>
                <a:lnTo>
                  <a:pt x="213119" y="84982"/>
                </a:lnTo>
                <a:lnTo>
                  <a:pt x="213316" y="84282"/>
                </a:lnTo>
                <a:lnTo>
                  <a:pt x="213520" y="83589"/>
                </a:lnTo>
                <a:lnTo>
                  <a:pt x="213732" y="82905"/>
                </a:lnTo>
                <a:lnTo>
                  <a:pt x="213951" y="82227"/>
                </a:lnTo>
                <a:lnTo>
                  <a:pt x="214178" y="81558"/>
                </a:lnTo>
                <a:lnTo>
                  <a:pt x="214412" y="80896"/>
                </a:lnTo>
                <a:lnTo>
                  <a:pt x="214653" y="80242"/>
                </a:lnTo>
                <a:lnTo>
                  <a:pt x="214902" y="79595"/>
                </a:lnTo>
                <a:lnTo>
                  <a:pt x="215159" y="78957"/>
                </a:lnTo>
                <a:lnTo>
                  <a:pt x="215423" y="78326"/>
                </a:lnTo>
                <a:lnTo>
                  <a:pt x="215694" y="77702"/>
                </a:lnTo>
                <a:lnTo>
                  <a:pt x="215973" y="77086"/>
                </a:lnTo>
                <a:lnTo>
                  <a:pt x="216260" y="76478"/>
                </a:lnTo>
                <a:lnTo>
                  <a:pt x="216554" y="75878"/>
                </a:lnTo>
                <a:lnTo>
                  <a:pt x="216855" y="75285"/>
                </a:lnTo>
                <a:lnTo>
                  <a:pt x="217164" y="74700"/>
                </a:lnTo>
                <a:lnTo>
                  <a:pt x="217480" y="74122"/>
                </a:lnTo>
                <a:lnTo>
                  <a:pt x="217804" y="73552"/>
                </a:lnTo>
                <a:lnTo>
                  <a:pt x="218136" y="72990"/>
                </a:lnTo>
                <a:lnTo>
                  <a:pt x="218474" y="72436"/>
                </a:lnTo>
                <a:lnTo>
                  <a:pt x="218821" y="71889"/>
                </a:lnTo>
                <a:lnTo>
                  <a:pt x="219175" y="71351"/>
                </a:lnTo>
                <a:lnTo>
                  <a:pt x="219537" y="70823"/>
                </a:lnTo>
                <a:lnTo>
                  <a:pt x="219907" y="70305"/>
                </a:lnTo>
                <a:lnTo>
                  <a:pt x="220285" y="69796"/>
                </a:lnTo>
                <a:lnTo>
                  <a:pt x="220671" y="69298"/>
                </a:lnTo>
                <a:lnTo>
                  <a:pt x="221066" y="68809"/>
                </a:lnTo>
                <a:lnTo>
                  <a:pt x="221468" y="68331"/>
                </a:lnTo>
                <a:lnTo>
                  <a:pt x="221878" y="67862"/>
                </a:lnTo>
                <a:lnTo>
                  <a:pt x="222297" y="67403"/>
                </a:lnTo>
                <a:lnTo>
                  <a:pt x="222723" y="66955"/>
                </a:lnTo>
                <a:lnTo>
                  <a:pt x="223157" y="66516"/>
                </a:lnTo>
                <a:lnTo>
                  <a:pt x="223600" y="66087"/>
                </a:lnTo>
                <a:lnTo>
                  <a:pt x="224050" y="65668"/>
                </a:lnTo>
                <a:lnTo>
                  <a:pt x="224509" y="65258"/>
                </a:lnTo>
                <a:lnTo>
                  <a:pt x="224976" y="64859"/>
                </a:lnTo>
                <a:lnTo>
                  <a:pt x="225450" y="64470"/>
                </a:lnTo>
                <a:lnTo>
                  <a:pt x="225933" y="64090"/>
                </a:lnTo>
                <a:lnTo>
                  <a:pt x="226424" y="63721"/>
                </a:lnTo>
                <a:lnTo>
                  <a:pt x="226922" y="63361"/>
                </a:lnTo>
                <a:lnTo>
                  <a:pt x="227429" y="63011"/>
                </a:lnTo>
                <a:lnTo>
                  <a:pt x="227944" y="62671"/>
                </a:lnTo>
                <a:lnTo>
                  <a:pt x="228467" y="62342"/>
                </a:lnTo>
                <a:lnTo>
                  <a:pt x="228998" y="62022"/>
                </a:lnTo>
                <a:lnTo>
                  <a:pt x="229537" y="61711"/>
                </a:lnTo>
                <a:lnTo>
                  <a:pt x="230084" y="61413"/>
                </a:lnTo>
                <a:lnTo>
                  <a:pt x="230640" y="61127"/>
                </a:lnTo>
                <a:lnTo>
                  <a:pt x="231204" y="60853"/>
                </a:lnTo>
                <a:lnTo>
                  <a:pt x="231776" y="60593"/>
                </a:lnTo>
                <a:lnTo>
                  <a:pt x="232357" y="60345"/>
                </a:lnTo>
                <a:lnTo>
                  <a:pt x="232946" y="60109"/>
                </a:lnTo>
                <a:lnTo>
                  <a:pt x="233544" y="59887"/>
                </a:lnTo>
                <a:lnTo>
                  <a:pt x="234150" y="59677"/>
                </a:lnTo>
                <a:lnTo>
                  <a:pt x="234764" y="59480"/>
                </a:lnTo>
                <a:lnTo>
                  <a:pt x="235387" y="59296"/>
                </a:lnTo>
                <a:lnTo>
                  <a:pt x="236019" y="59124"/>
                </a:lnTo>
                <a:lnTo>
                  <a:pt x="236658" y="58965"/>
                </a:lnTo>
                <a:lnTo>
                  <a:pt x="237306" y="58819"/>
                </a:lnTo>
                <a:lnTo>
                  <a:pt x="237963" y="58685"/>
                </a:lnTo>
                <a:lnTo>
                  <a:pt x="238628" y="58565"/>
                </a:lnTo>
                <a:lnTo>
                  <a:pt x="239301" y="58457"/>
                </a:lnTo>
                <a:lnTo>
                  <a:pt x="239983" y="58361"/>
                </a:lnTo>
                <a:lnTo>
                  <a:pt x="240673" y="58279"/>
                </a:lnTo>
                <a:lnTo>
                  <a:pt x="241372" y="58209"/>
                </a:lnTo>
                <a:lnTo>
                  <a:pt x="242079" y="58151"/>
                </a:lnTo>
                <a:lnTo>
                  <a:pt x="242795" y="58107"/>
                </a:lnTo>
                <a:lnTo>
                  <a:pt x="243519" y="58075"/>
                </a:lnTo>
                <a:lnTo>
                  <a:pt x="244251" y="58056"/>
                </a:lnTo>
                <a:lnTo>
                  <a:pt x="244992" y="58050"/>
                </a:lnTo>
                <a:lnTo>
                  <a:pt x="245758" y="58055"/>
                </a:lnTo>
                <a:lnTo>
                  <a:pt x="246516" y="58071"/>
                </a:lnTo>
                <a:lnTo>
                  <a:pt x="247263" y="58098"/>
                </a:lnTo>
                <a:lnTo>
                  <a:pt x="248001" y="58135"/>
                </a:lnTo>
                <a:lnTo>
                  <a:pt x="248729" y="58183"/>
                </a:lnTo>
                <a:lnTo>
                  <a:pt x="249448" y="58241"/>
                </a:lnTo>
                <a:lnTo>
                  <a:pt x="250156" y="58311"/>
                </a:lnTo>
                <a:lnTo>
                  <a:pt x="250855" y="58391"/>
                </a:lnTo>
                <a:lnTo>
                  <a:pt x="251544" y="58481"/>
                </a:lnTo>
                <a:lnTo>
                  <a:pt x="252224" y="58583"/>
                </a:lnTo>
                <a:lnTo>
                  <a:pt x="252894" y="58694"/>
                </a:lnTo>
                <a:lnTo>
                  <a:pt x="253554" y="58817"/>
                </a:lnTo>
                <a:lnTo>
                  <a:pt x="254204" y="58950"/>
                </a:lnTo>
                <a:lnTo>
                  <a:pt x="254844" y="59094"/>
                </a:lnTo>
                <a:lnTo>
                  <a:pt x="255475" y="59249"/>
                </a:lnTo>
                <a:lnTo>
                  <a:pt x="256096" y="59414"/>
                </a:lnTo>
                <a:lnTo>
                  <a:pt x="256708" y="59590"/>
                </a:lnTo>
                <a:lnTo>
                  <a:pt x="257310" y="59776"/>
                </a:lnTo>
                <a:lnTo>
                  <a:pt x="257902" y="59973"/>
                </a:lnTo>
                <a:lnTo>
                  <a:pt x="258484" y="60181"/>
                </a:lnTo>
                <a:lnTo>
                  <a:pt x="259056" y="60400"/>
                </a:lnTo>
                <a:lnTo>
                  <a:pt x="259619" y="60629"/>
                </a:lnTo>
                <a:lnTo>
                  <a:pt x="260172" y="60869"/>
                </a:lnTo>
                <a:lnTo>
                  <a:pt x="260716" y="61119"/>
                </a:lnTo>
                <a:lnTo>
                  <a:pt x="261250" y="61378"/>
                </a:lnTo>
                <a:lnTo>
                  <a:pt x="261777" y="61644"/>
                </a:lnTo>
                <a:lnTo>
                  <a:pt x="262297" y="61917"/>
                </a:lnTo>
                <a:lnTo>
                  <a:pt x="262808" y="62196"/>
                </a:lnTo>
                <a:lnTo>
                  <a:pt x="263312" y="62482"/>
                </a:lnTo>
                <a:lnTo>
                  <a:pt x="263809" y="62775"/>
                </a:lnTo>
                <a:lnTo>
                  <a:pt x="264297" y="63074"/>
                </a:lnTo>
                <a:lnTo>
                  <a:pt x="264778" y="63381"/>
                </a:lnTo>
                <a:lnTo>
                  <a:pt x="265252" y="63694"/>
                </a:lnTo>
                <a:lnTo>
                  <a:pt x="265717" y="64013"/>
                </a:lnTo>
                <a:lnTo>
                  <a:pt x="266175" y="64340"/>
                </a:lnTo>
                <a:lnTo>
                  <a:pt x="266626" y="64673"/>
                </a:lnTo>
                <a:lnTo>
                  <a:pt x="267068" y="65013"/>
                </a:lnTo>
                <a:lnTo>
                  <a:pt x="267503" y="65360"/>
                </a:lnTo>
                <a:lnTo>
                  <a:pt x="267931" y="65713"/>
                </a:lnTo>
                <a:lnTo>
                  <a:pt x="268350" y="66073"/>
                </a:lnTo>
                <a:lnTo>
                  <a:pt x="268762" y="66440"/>
                </a:lnTo>
                <a:lnTo>
                  <a:pt x="269167" y="66814"/>
                </a:lnTo>
                <a:lnTo>
                  <a:pt x="269563" y="67194"/>
                </a:lnTo>
                <a:lnTo>
                  <a:pt x="269952" y="67581"/>
                </a:lnTo>
                <a:lnTo>
                  <a:pt x="270334" y="67975"/>
                </a:lnTo>
                <a:lnTo>
                  <a:pt x="270707" y="68375"/>
                </a:lnTo>
                <a:lnTo>
                  <a:pt x="271073" y="68783"/>
                </a:lnTo>
                <a:lnTo>
                  <a:pt x="271432" y="69196"/>
                </a:lnTo>
                <a:lnTo>
                  <a:pt x="271783" y="69615"/>
                </a:lnTo>
                <a:lnTo>
                  <a:pt x="272128" y="70038"/>
                </a:lnTo>
                <a:lnTo>
                  <a:pt x="272466" y="70463"/>
                </a:lnTo>
                <a:lnTo>
                  <a:pt x="272799" y="70891"/>
                </a:lnTo>
                <a:lnTo>
                  <a:pt x="273125" y="71323"/>
                </a:lnTo>
                <a:lnTo>
                  <a:pt x="273444" y="71758"/>
                </a:lnTo>
                <a:lnTo>
                  <a:pt x="273757" y="72196"/>
                </a:lnTo>
                <a:lnTo>
                  <a:pt x="274064" y="72637"/>
                </a:lnTo>
                <a:lnTo>
                  <a:pt x="274365" y="73081"/>
                </a:lnTo>
                <a:lnTo>
                  <a:pt x="274659" y="73529"/>
                </a:lnTo>
                <a:lnTo>
                  <a:pt x="274947" y="73979"/>
                </a:lnTo>
                <a:lnTo>
                  <a:pt x="275228" y="74433"/>
                </a:lnTo>
                <a:lnTo>
                  <a:pt x="275503" y="74890"/>
                </a:lnTo>
                <a:lnTo>
                  <a:pt x="275772" y="75351"/>
                </a:lnTo>
                <a:lnTo>
                  <a:pt x="276034" y="75814"/>
                </a:lnTo>
                <a:lnTo>
                  <a:pt x="276290" y="76281"/>
                </a:lnTo>
                <a:lnTo>
                  <a:pt x="276540" y="76750"/>
                </a:lnTo>
                <a:lnTo>
                  <a:pt x="276783" y="77223"/>
                </a:lnTo>
                <a:lnTo>
                  <a:pt x="277020" y="77700"/>
                </a:lnTo>
                <a:lnTo>
                  <a:pt x="277250" y="78179"/>
                </a:lnTo>
                <a:lnTo>
                  <a:pt x="277474" y="78661"/>
                </a:lnTo>
                <a:lnTo>
                  <a:pt x="277692" y="79147"/>
                </a:lnTo>
                <a:lnTo>
                  <a:pt x="277904" y="79636"/>
                </a:lnTo>
                <a:lnTo>
                  <a:pt x="278109" y="80128"/>
                </a:lnTo>
                <a:lnTo>
                  <a:pt x="278309" y="80621"/>
                </a:lnTo>
                <a:lnTo>
                  <a:pt x="278486" y="81067"/>
                </a:lnTo>
                <a:lnTo>
                  <a:pt x="278486" y="134570"/>
                </a:lnTo>
                <a:lnTo>
                  <a:pt x="278233" y="135121"/>
                </a:lnTo>
                <a:lnTo>
                  <a:pt x="277935" y="135748"/>
                </a:lnTo>
                <a:lnTo>
                  <a:pt x="277629" y="136371"/>
                </a:lnTo>
                <a:lnTo>
                  <a:pt x="277315" y="136990"/>
                </a:lnTo>
                <a:lnTo>
                  <a:pt x="276992" y="137603"/>
                </a:lnTo>
                <a:close/>
                <a:moveTo>
                  <a:pt x="154653" y="165425"/>
                </a:moveTo>
                <a:lnTo>
                  <a:pt x="167577" y="165425"/>
                </a:lnTo>
                <a:lnTo>
                  <a:pt x="167577" y="48895"/>
                </a:lnTo>
                <a:lnTo>
                  <a:pt x="154653" y="48895"/>
                </a:lnTo>
                <a:lnTo>
                  <a:pt x="154653" y="165425"/>
                </a:lnTo>
                <a:close/>
                <a:moveTo>
                  <a:pt x="602376" y="165425"/>
                </a:moveTo>
                <a:lnTo>
                  <a:pt x="616269" y="165425"/>
                </a:lnTo>
                <a:lnTo>
                  <a:pt x="556927" y="8616"/>
                </a:lnTo>
                <a:lnTo>
                  <a:pt x="553911" y="8616"/>
                </a:lnTo>
                <a:lnTo>
                  <a:pt x="547342" y="8616"/>
                </a:lnTo>
                <a:lnTo>
                  <a:pt x="544219" y="8616"/>
                </a:lnTo>
                <a:lnTo>
                  <a:pt x="484984" y="165425"/>
                </a:lnTo>
                <a:lnTo>
                  <a:pt x="498770" y="165425"/>
                </a:lnTo>
                <a:lnTo>
                  <a:pt x="514947" y="121484"/>
                </a:lnTo>
                <a:lnTo>
                  <a:pt x="586199" y="121484"/>
                </a:lnTo>
                <a:lnTo>
                  <a:pt x="602376" y="165425"/>
                </a:lnTo>
                <a:close/>
                <a:moveTo>
                  <a:pt x="581996" y="110068"/>
                </a:moveTo>
                <a:lnTo>
                  <a:pt x="519150" y="110068"/>
                </a:lnTo>
                <a:lnTo>
                  <a:pt x="550573" y="24714"/>
                </a:lnTo>
                <a:lnTo>
                  <a:pt x="581996" y="110068"/>
                </a:lnTo>
                <a:close/>
                <a:moveTo>
                  <a:pt x="743837" y="59450"/>
                </a:moveTo>
                <a:lnTo>
                  <a:pt x="765269" y="59450"/>
                </a:lnTo>
                <a:lnTo>
                  <a:pt x="765269" y="136993"/>
                </a:lnTo>
                <a:lnTo>
                  <a:pt x="765275" y="137954"/>
                </a:lnTo>
                <a:lnTo>
                  <a:pt x="765292" y="138897"/>
                </a:lnTo>
                <a:lnTo>
                  <a:pt x="765320" y="139823"/>
                </a:lnTo>
                <a:lnTo>
                  <a:pt x="765359" y="140732"/>
                </a:lnTo>
                <a:lnTo>
                  <a:pt x="765410" y="141624"/>
                </a:lnTo>
                <a:lnTo>
                  <a:pt x="765471" y="142499"/>
                </a:lnTo>
                <a:lnTo>
                  <a:pt x="765544" y="143356"/>
                </a:lnTo>
                <a:lnTo>
                  <a:pt x="765628" y="144197"/>
                </a:lnTo>
                <a:lnTo>
                  <a:pt x="765724" y="145020"/>
                </a:lnTo>
                <a:lnTo>
                  <a:pt x="765830" y="145826"/>
                </a:lnTo>
                <a:lnTo>
                  <a:pt x="765948" y="146614"/>
                </a:lnTo>
                <a:lnTo>
                  <a:pt x="766077" y="147386"/>
                </a:lnTo>
                <a:lnTo>
                  <a:pt x="766217" y="148140"/>
                </a:lnTo>
                <a:lnTo>
                  <a:pt x="766369" y="148877"/>
                </a:lnTo>
                <a:lnTo>
                  <a:pt x="766531" y="149597"/>
                </a:lnTo>
                <a:lnTo>
                  <a:pt x="766705" y="150300"/>
                </a:lnTo>
                <a:lnTo>
                  <a:pt x="766890" y="150985"/>
                </a:lnTo>
                <a:lnTo>
                  <a:pt x="767087" y="151653"/>
                </a:lnTo>
                <a:lnTo>
                  <a:pt x="767294" y="152304"/>
                </a:lnTo>
                <a:lnTo>
                  <a:pt x="767513" y="152938"/>
                </a:lnTo>
                <a:lnTo>
                  <a:pt x="767743" y="153555"/>
                </a:lnTo>
                <a:lnTo>
                  <a:pt x="767984" y="154154"/>
                </a:lnTo>
                <a:lnTo>
                  <a:pt x="768237" y="154737"/>
                </a:lnTo>
                <a:lnTo>
                  <a:pt x="768500" y="155302"/>
                </a:lnTo>
                <a:lnTo>
                  <a:pt x="768774" y="155851"/>
                </a:lnTo>
                <a:lnTo>
                  <a:pt x="769056" y="156388"/>
                </a:lnTo>
                <a:lnTo>
                  <a:pt x="769347" y="156910"/>
                </a:lnTo>
                <a:lnTo>
                  <a:pt x="769646" y="157420"/>
                </a:lnTo>
                <a:lnTo>
                  <a:pt x="769954" y="157916"/>
                </a:lnTo>
                <a:lnTo>
                  <a:pt x="770271" y="158398"/>
                </a:lnTo>
                <a:lnTo>
                  <a:pt x="770596" y="158867"/>
                </a:lnTo>
                <a:lnTo>
                  <a:pt x="770930" y="159322"/>
                </a:lnTo>
                <a:lnTo>
                  <a:pt x="771272" y="159764"/>
                </a:lnTo>
                <a:lnTo>
                  <a:pt x="771623" y="160193"/>
                </a:lnTo>
                <a:lnTo>
                  <a:pt x="771982" y="160608"/>
                </a:lnTo>
                <a:lnTo>
                  <a:pt x="772351" y="161010"/>
                </a:lnTo>
                <a:lnTo>
                  <a:pt x="772727" y="161398"/>
                </a:lnTo>
                <a:lnTo>
                  <a:pt x="773113" y="161773"/>
                </a:lnTo>
                <a:lnTo>
                  <a:pt x="773507" y="162134"/>
                </a:lnTo>
                <a:lnTo>
                  <a:pt x="773909" y="162482"/>
                </a:lnTo>
                <a:lnTo>
                  <a:pt x="774320" y="162816"/>
                </a:lnTo>
                <a:lnTo>
                  <a:pt x="774740" y="163137"/>
                </a:lnTo>
                <a:lnTo>
                  <a:pt x="775169" y="163444"/>
                </a:lnTo>
                <a:lnTo>
                  <a:pt x="775605" y="163738"/>
                </a:lnTo>
                <a:lnTo>
                  <a:pt x="776051" y="164019"/>
                </a:lnTo>
                <a:lnTo>
                  <a:pt x="776505" y="164286"/>
                </a:lnTo>
                <a:lnTo>
                  <a:pt x="776968" y="164539"/>
                </a:lnTo>
                <a:lnTo>
                  <a:pt x="777439" y="164779"/>
                </a:lnTo>
                <a:lnTo>
                  <a:pt x="777918" y="165008"/>
                </a:lnTo>
                <a:lnTo>
                  <a:pt x="778403" y="165226"/>
                </a:lnTo>
                <a:lnTo>
                  <a:pt x="778893" y="165435"/>
                </a:lnTo>
                <a:lnTo>
                  <a:pt x="779390" y="165635"/>
                </a:lnTo>
                <a:lnTo>
                  <a:pt x="779893" y="165824"/>
                </a:lnTo>
                <a:lnTo>
                  <a:pt x="780401" y="166004"/>
                </a:lnTo>
                <a:lnTo>
                  <a:pt x="780916" y="166174"/>
                </a:lnTo>
                <a:lnTo>
                  <a:pt x="781436" y="166335"/>
                </a:lnTo>
                <a:lnTo>
                  <a:pt x="781963" y="166486"/>
                </a:lnTo>
                <a:lnTo>
                  <a:pt x="782495" y="166627"/>
                </a:lnTo>
                <a:lnTo>
                  <a:pt x="783034" y="166758"/>
                </a:lnTo>
                <a:lnTo>
                  <a:pt x="783578" y="166879"/>
                </a:lnTo>
                <a:lnTo>
                  <a:pt x="784129" y="166991"/>
                </a:lnTo>
                <a:lnTo>
                  <a:pt x="784685" y="167093"/>
                </a:lnTo>
                <a:lnTo>
                  <a:pt x="785248" y="167186"/>
                </a:lnTo>
                <a:lnTo>
                  <a:pt x="785816" y="167268"/>
                </a:lnTo>
                <a:lnTo>
                  <a:pt x="786390" y="167341"/>
                </a:lnTo>
                <a:lnTo>
                  <a:pt x="786971" y="167404"/>
                </a:lnTo>
                <a:lnTo>
                  <a:pt x="787557" y="167458"/>
                </a:lnTo>
                <a:lnTo>
                  <a:pt x="788149" y="167502"/>
                </a:lnTo>
                <a:lnTo>
                  <a:pt x="788748" y="167536"/>
                </a:lnTo>
                <a:lnTo>
                  <a:pt x="789352" y="167560"/>
                </a:lnTo>
                <a:lnTo>
                  <a:pt x="789962" y="167574"/>
                </a:lnTo>
                <a:lnTo>
                  <a:pt x="790579" y="167579"/>
                </a:lnTo>
                <a:lnTo>
                  <a:pt x="790893" y="167579"/>
                </a:lnTo>
                <a:lnTo>
                  <a:pt x="791207" y="167576"/>
                </a:lnTo>
                <a:lnTo>
                  <a:pt x="791522" y="167572"/>
                </a:lnTo>
                <a:lnTo>
                  <a:pt x="791837" y="167566"/>
                </a:lnTo>
                <a:lnTo>
                  <a:pt x="792152" y="167558"/>
                </a:lnTo>
                <a:lnTo>
                  <a:pt x="792467" y="167549"/>
                </a:lnTo>
                <a:lnTo>
                  <a:pt x="792782" y="167538"/>
                </a:lnTo>
                <a:lnTo>
                  <a:pt x="793098" y="167525"/>
                </a:lnTo>
                <a:lnTo>
                  <a:pt x="793413" y="167511"/>
                </a:lnTo>
                <a:lnTo>
                  <a:pt x="793729" y="167495"/>
                </a:lnTo>
                <a:lnTo>
                  <a:pt x="794045" y="167478"/>
                </a:lnTo>
                <a:lnTo>
                  <a:pt x="794362" y="167458"/>
                </a:lnTo>
                <a:lnTo>
                  <a:pt x="794678" y="167437"/>
                </a:lnTo>
                <a:lnTo>
                  <a:pt x="794995" y="167414"/>
                </a:lnTo>
                <a:lnTo>
                  <a:pt x="795311" y="167390"/>
                </a:lnTo>
                <a:lnTo>
                  <a:pt x="795629" y="167364"/>
                </a:lnTo>
                <a:lnTo>
                  <a:pt x="795946" y="167336"/>
                </a:lnTo>
                <a:lnTo>
                  <a:pt x="796263" y="167307"/>
                </a:lnTo>
                <a:lnTo>
                  <a:pt x="796581" y="167276"/>
                </a:lnTo>
                <a:lnTo>
                  <a:pt x="796898" y="167243"/>
                </a:lnTo>
                <a:lnTo>
                  <a:pt x="797216" y="167208"/>
                </a:lnTo>
                <a:lnTo>
                  <a:pt x="797535" y="167172"/>
                </a:lnTo>
                <a:lnTo>
                  <a:pt x="797853" y="167134"/>
                </a:lnTo>
                <a:lnTo>
                  <a:pt x="798171" y="167095"/>
                </a:lnTo>
                <a:lnTo>
                  <a:pt x="798487" y="167054"/>
                </a:lnTo>
                <a:lnTo>
                  <a:pt x="798799" y="167012"/>
                </a:lnTo>
                <a:lnTo>
                  <a:pt x="799105" y="166969"/>
                </a:lnTo>
                <a:lnTo>
                  <a:pt x="799405" y="166926"/>
                </a:lnTo>
                <a:lnTo>
                  <a:pt x="799701" y="166881"/>
                </a:lnTo>
                <a:lnTo>
                  <a:pt x="799992" y="166836"/>
                </a:lnTo>
                <a:lnTo>
                  <a:pt x="800278" y="166789"/>
                </a:lnTo>
                <a:lnTo>
                  <a:pt x="800559" y="166742"/>
                </a:lnTo>
                <a:lnTo>
                  <a:pt x="800834" y="166693"/>
                </a:lnTo>
                <a:lnTo>
                  <a:pt x="801105" y="166644"/>
                </a:lnTo>
                <a:lnTo>
                  <a:pt x="801371" y="166594"/>
                </a:lnTo>
                <a:lnTo>
                  <a:pt x="801631" y="166543"/>
                </a:lnTo>
                <a:lnTo>
                  <a:pt x="801887" y="166491"/>
                </a:lnTo>
                <a:lnTo>
                  <a:pt x="802137" y="166438"/>
                </a:lnTo>
                <a:lnTo>
                  <a:pt x="802383" y="166384"/>
                </a:lnTo>
                <a:lnTo>
                  <a:pt x="802623" y="166329"/>
                </a:lnTo>
                <a:lnTo>
                  <a:pt x="802858" y="166273"/>
                </a:lnTo>
                <a:lnTo>
                  <a:pt x="803089" y="166216"/>
                </a:lnTo>
                <a:lnTo>
                  <a:pt x="803314" y="166159"/>
                </a:lnTo>
                <a:lnTo>
                  <a:pt x="803534" y="166100"/>
                </a:lnTo>
                <a:lnTo>
                  <a:pt x="803749" y="166040"/>
                </a:lnTo>
                <a:lnTo>
                  <a:pt x="803959" y="165980"/>
                </a:lnTo>
                <a:lnTo>
                  <a:pt x="804164" y="165919"/>
                </a:lnTo>
                <a:lnTo>
                  <a:pt x="804364" y="165856"/>
                </a:lnTo>
                <a:lnTo>
                  <a:pt x="803826" y="154979"/>
                </a:lnTo>
                <a:lnTo>
                  <a:pt x="803636" y="155006"/>
                </a:lnTo>
                <a:lnTo>
                  <a:pt x="803446" y="155033"/>
                </a:lnTo>
                <a:lnTo>
                  <a:pt x="803254" y="155060"/>
                </a:lnTo>
                <a:lnTo>
                  <a:pt x="803061" y="155088"/>
                </a:lnTo>
                <a:lnTo>
                  <a:pt x="802867" y="155116"/>
                </a:lnTo>
                <a:lnTo>
                  <a:pt x="802671" y="155143"/>
                </a:lnTo>
                <a:lnTo>
                  <a:pt x="802474" y="155172"/>
                </a:lnTo>
                <a:lnTo>
                  <a:pt x="802276" y="155200"/>
                </a:lnTo>
                <a:lnTo>
                  <a:pt x="802076" y="155228"/>
                </a:lnTo>
                <a:lnTo>
                  <a:pt x="801875" y="155257"/>
                </a:lnTo>
                <a:lnTo>
                  <a:pt x="801673" y="155286"/>
                </a:lnTo>
                <a:lnTo>
                  <a:pt x="801470" y="155315"/>
                </a:lnTo>
                <a:lnTo>
                  <a:pt x="801265" y="155344"/>
                </a:lnTo>
                <a:lnTo>
                  <a:pt x="801059" y="155374"/>
                </a:lnTo>
                <a:lnTo>
                  <a:pt x="800851" y="155403"/>
                </a:lnTo>
                <a:lnTo>
                  <a:pt x="800642" y="155433"/>
                </a:lnTo>
                <a:lnTo>
                  <a:pt x="800432" y="155463"/>
                </a:lnTo>
                <a:lnTo>
                  <a:pt x="800221" y="155494"/>
                </a:lnTo>
                <a:lnTo>
                  <a:pt x="800008" y="155524"/>
                </a:lnTo>
                <a:lnTo>
                  <a:pt x="799794" y="155554"/>
                </a:lnTo>
                <a:lnTo>
                  <a:pt x="799579" y="155585"/>
                </a:lnTo>
                <a:lnTo>
                  <a:pt x="799362" y="155616"/>
                </a:lnTo>
                <a:lnTo>
                  <a:pt x="799145" y="155647"/>
                </a:lnTo>
                <a:lnTo>
                  <a:pt x="798925" y="155679"/>
                </a:lnTo>
                <a:lnTo>
                  <a:pt x="798705" y="155709"/>
                </a:lnTo>
                <a:lnTo>
                  <a:pt x="798484" y="155739"/>
                </a:lnTo>
                <a:lnTo>
                  <a:pt x="798261" y="155767"/>
                </a:lnTo>
                <a:lnTo>
                  <a:pt x="798038" y="155794"/>
                </a:lnTo>
                <a:lnTo>
                  <a:pt x="797814" y="155819"/>
                </a:lnTo>
                <a:lnTo>
                  <a:pt x="797589" y="155844"/>
                </a:lnTo>
                <a:lnTo>
                  <a:pt x="797363" y="155866"/>
                </a:lnTo>
                <a:lnTo>
                  <a:pt x="797136" y="155888"/>
                </a:lnTo>
                <a:lnTo>
                  <a:pt x="796908" y="155908"/>
                </a:lnTo>
                <a:lnTo>
                  <a:pt x="796680" y="155927"/>
                </a:lnTo>
                <a:lnTo>
                  <a:pt x="796450" y="155945"/>
                </a:lnTo>
                <a:lnTo>
                  <a:pt x="796219" y="155961"/>
                </a:lnTo>
                <a:lnTo>
                  <a:pt x="795988" y="155976"/>
                </a:lnTo>
                <a:lnTo>
                  <a:pt x="795755" y="155990"/>
                </a:lnTo>
                <a:lnTo>
                  <a:pt x="795522" y="156003"/>
                </a:lnTo>
                <a:lnTo>
                  <a:pt x="795287" y="156014"/>
                </a:lnTo>
                <a:lnTo>
                  <a:pt x="795052" y="156024"/>
                </a:lnTo>
                <a:lnTo>
                  <a:pt x="794816" y="156032"/>
                </a:lnTo>
                <a:lnTo>
                  <a:pt x="794579" y="156039"/>
                </a:lnTo>
                <a:lnTo>
                  <a:pt x="794341" y="156045"/>
                </a:lnTo>
                <a:lnTo>
                  <a:pt x="794102" y="156050"/>
                </a:lnTo>
                <a:lnTo>
                  <a:pt x="793862" y="156053"/>
                </a:lnTo>
                <a:lnTo>
                  <a:pt x="793621" y="156055"/>
                </a:lnTo>
                <a:lnTo>
                  <a:pt x="793379" y="156056"/>
                </a:lnTo>
                <a:lnTo>
                  <a:pt x="793048" y="156053"/>
                </a:lnTo>
                <a:lnTo>
                  <a:pt x="792718" y="156046"/>
                </a:lnTo>
                <a:lnTo>
                  <a:pt x="792390" y="156035"/>
                </a:lnTo>
                <a:lnTo>
                  <a:pt x="792064" y="156018"/>
                </a:lnTo>
                <a:lnTo>
                  <a:pt x="791739" y="155997"/>
                </a:lnTo>
                <a:lnTo>
                  <a:pt x="791417" y="155971"/>
                </a:lnTo>
                <a:lnTo>
                  <a:pt x="791096" y="155941"/>
                </a:lnTo>
                <a:lnTo>
                  <a:pt x="790776" y="155906"/>
                </a:lnTo>
                <a:lnTo>
                  <a:pt x="790458" y="155866"/>
                </a:lnTo>
                <a:lnTo>
                  <a:pt x="790142" y="155822"/>
                </a:lnTo>
                <a:lnTo>
                  <a:pt x="789828" y="155773"/>
                </a:lnTo>
                <a:lnTo>
                  <a:pt x="789515" y="155719"/>
                </a:lnTo>
                <a:lnTo>
                  <a:pt x="789204" y="155661"/>
                </a:lnTo>
                <a:lnTo>
                  <a:pt x="788895" y="155597"/>
                </a:lnTo>
                <a:lnTo>
                  <a:pt x="788587" y="155530"/>
                </a:lnTo>
                <a:lnTo>
                  <a:pt x="788281" y="155457"/>
                </a:lnTo>
                <a:lnTo>
                  <a:pt x="787977" y="155380"/>
                </a:lnTo>
                <a:lnTo>
                  <a:pt x="787674" y="155298"/>
                </a:lnTo>
                <a:lnTo>
                  <a:pt x="787373" y="155212"/>
                </a:lnTo>
                <a:lnTo>
                  <a:pt x="787074" y="155121"/>
                </a:lnTo>
                <a:lnTo>
                  <a:pt x="786776" y="155025"/>
                </a:lnTo>
                <a:lnTo>
                  <a:pt x="786480" y="154924"/>
                </a:lnTo>
                <a:lnTo>
                  <a:pt x="786186" y="154819"/>
                </a:lnTo>
                <a:lnTo>
                  <a:pt x="785894" y="154709"/>
                </a:lnTo>
                <a:lnTo>
                  <a:pt x="785604" y="154592"/>
                </a:lnTo>
                <a:lnTo>
                  <a:pt x="785320" y="154466"/>
                </a:lnTo>
                <a:lnTo>
                  <a:pt x="785041" y="154329"/>
                </a:lnTo>
                <a:lnTo>
                  <a:pt x="784766" y="154183"/>
                </a:lnTo>
                <a:lnTo>
                  <a:pt x="784496" y="154027"/>
                </a:lnTo>
                <a:lnTo>
                  <a:pt x="784231" y="153861"/>
                </a:lnTo>
                <a:lnTo>
                  <a:pt x="783971" y="153686"/>
                </a:lnTo>
                <a:lnTo>
                  <a:pt x="783716" y="153501"/>
                </a:lnTo>
                <a:lnTo>
                  <a:pt x="783465" y="153306"/>
                </a:lnTo>
                <a:lnTo>
                  <a:pt x="783220" y="153101"/>
                </a:lnTo>
                <a:lnTo>
                  <a:pt x="782979" y="152887"/>
                </a:lnTo>
                <a:lnTo>
                  <a:pt x="782744" y="152663"/>
                </a:lnTo>
                <a:lnTo>
                  <a:pt x="782513" y="152429"/>
                </a:lnTo>
                <a:lnTo>
                  <a:pt x="782287" y="152186"/>
                </a:lnTo>
                <a:lnTo>
                  <a:pt x="782065" y="151933"/>
                </a:lnTo>
                <a:lnTo>
                  <a:pt x="781849" y="151670"/>
                </a:lnTo>
                <a:lnTo>
                  <a:pt x="781638" y="151397"/>
                </a:lnTo>
                <a:lnTo>
                  <a:pt x="781431" y="151115"/>
                </a:lnTo>
                <a:lnTo>
                  <a:pt x="781229" y="150823"/>
                </a:lnTo>
                <a:lnTo>
                  <a:pt x="781032" y="150521"/>
                </a:lnTo>
                <a:lnTo>
                  <a:pt x="780840" y="150210"/>
                </a:lnTo>
                <a:lnTo>
                  <a:pt x="780653" y="149888"/>
                </a:lnTo>
                <a:lnTo>
                  <a:pt x="780471" y="149557"/>
                </a:lnTo>
                <a:lnTo>
                  <a:pt x="780293" y="149217"/>
                </a:lnTo>
                <a:lnTo>
                  <a:pt x="780122" y="148864"/>
                </a:lnTo>
                <a:lnTo>
                  <a:pt x="779958" y="148498"/>
                </a:lnTo>
                <a:lnTo>
                  <a:pt x="779801" y="148119"/>
                </a:lnTo>
                <a:lnTo>
                  <a:pt x="779652" y="147725"/>
                </a:lnTo>
                <a:lnTo>
                  <a:pt x="779509" y="147318"/>
                </a:lnTo>
                <a:lnTo>
                  <a:pt x="779375" y="146898"/>
                </a:lnTo>
                <a:lnTo>
                  <a:pt x="779247" y="146464"/>
                </a:lnTo>
                <a:lnTo>
                  <a:pt x="779127" y="146016"/>
                </a:lnTo>
                <a:lnTo>
                  <a:pt x="779014" y="145554"/>
                </a:lnTo>
                <a:lnTo>
                  <a:pt x="778908" y="145079"/>
                </a:lnTo>
                <a:lnTo>
                  <a:pt x="778809" y="144590"/>
                </a:lnTo>
                <a:lnTo>
                  <a:pt x="778718" y="144088"/>
                </a:lnTo>
                <a:lnTo>
                  <a:pt x="778634" y="143571"/>
                </a:lnTo>
                <a:lnTo>
                  <a:pt x="778558" y="143042"/>
                </a:lnTo>
                <a:lnTo>
                  <a:pt x="778489" y="142498"/>
                </a:lnTo>
                <a:lnTo>
                  <a:pt x="778427" y="141941"/>
                </a:lnTo>
                <a:lnTo>
                  <a:pt x="778372" y="141370"/>
                </a:lnTo>
                <a:lnTo>
                  <a:pt x="778325" y="140786"/>
                </a:lnTo>
                <a:lnTo>
                  <a:pt x="778284" y="140188"/>
                </a:lnTo>
                <a:lnTo>
                  <a:pt x="778252" y="139576"/>
                </a:lnTo>
                <a:lnTo>
                  <a:pt x="778226" y="138951"/>
                </a:lnTo>
                <a:lnTo>
                  <a:pt x="778208" y="138312"/>
                </a:lnTo>
                <a:lnTo>
                  <a:pt x="778197" y="137659"/>
                </a:lnTo>
                <a:lnTo>
                  <a:pt x="778193" y="136993"/>
                </a:lnTo>
                <a:lnTo>
                  <a:pt x="778193" y="59450"/>
                </a:lnTo>
                <a:lnTo>
                  <a:pt x="802318" y="59450"/>
                </a:lnTo>
                <a:lnTo>
                  <a:pt x="802318" y="48895"/>
                </a:lnTo>
                <a:lnTo>
                  <a:pt x="778193" y="48895"/>
                </a:lnTo>
                <a:lnTo>
                  <a:pt x="778193" y="18955"/>
                </a:lnTo>
                <a:lnTo>
                  <a:pt x="765269" y="18955"/>
                </a:lnTo>
                <a:lnTo>
                  <a:pt x="765269" y="48895"/>
                </a:lnTo>
                <a:lnTo>
                  <a:pt x="743837" y="48895"/>
                </a:lnTo>
                <a:lnTo>
                  <a:pt x="743837" y="59450"/>
                </a:lnTo>
                <a:close/>
                <a:moveTo>
                  <a:pt x="650669" y="152558"/>
                </a:moveTo>
                <a:lnTo>
                  <a:pt x="651118" y="153089"/>
                </a:lnTo>
                <a:lnTo>
                  <a:pt x="651575" y="153613"/>
                </a:lnTo>
                <a:lnTo>
                  <a:pt x="652040" y="154129"/>
                </a:lnTo>
                <a:lnTo>
                  <a:pt x="652513" y="154638"/>
                </a:lnTo>
                <a:lnTo>
                  <a:pt x="652994" y="155140"/>
                </a:lnTo>
                <a:lnTo>
                  <a:pt x="653483" y="155633"/>
                </a:lnTo>
                <a:lnTo>
                  <a:pt x="653980" y="156117"/>
                </a:lnTo>
                <a:lnTo>
                  <a:pt x="654485" y="156592"/>
                </a:lnTo>
                <a:lnTo>
                  <a:pt x="654998" y="157056"/>
                </a:lnTo>
                <a:lnTo>
                  <a:pt x="655520" y="157511"/>
                </a:lnTo>
                <a:lnTo>
                  <a:pt x="656050" y="157957"/>
                </a:lnTo>
                <a:lnTo>
                  <a:pt x="656588" y="158393"/>
                </a:lnTo>
                <a:lnTo>
                  <a:pt x="657134" y="158820"/>
                </a:lnTo>
                <a:lnTo>
                  <a:pt x="657689" y="159237"/>
                </a:lnTo>
                <a:lnTo>
                  <a:pt x="658252" y="159644"/>
                </a:lnTo>
                <a:lnTo>
                  <a:pt x="658823" y="160042"/>
                </a:lnTo>
                <a:lnTo>
                  <a:pt x="659402" y="160431"/>
                </a:lnTo>
                <a:lnTo>
                  <a:pt x="659990" y="160810"/>
                </a:lnTo>
                <a:lnTo>
                  <a:pt x="660585" y="161179"/>
                </a:lnTo>
                <a:lnTo>
                  <a:pt x="661189" y="161539"/>
                </a:lnTo>
                <a:lnTo>
                  <a:pt x="661801" y="161889"/>
                </a:lnTo>
                <a:lnTo>
                  <a:pt x="662422" y="162230"/>
                </a:lnTo>
                <a:lnTo>
                  <a:pt x="663050" y="162561"/>
                </a:lnTo>
                <a:lnTo>
                  <a:pt x="663687" y="162883"/>
                </a:lnTo>
                <a:lnTo>
                  <a:pt x="664332" y="163195"/>
                </a:lnTo>
                <a:lnTo>
                  <a:pt x="664986" y="163498"/>
                </a:lnTo>
                <a:lnTo>
                  <a:pt x="665647" y="163791"/>
                </a:lnTo>
                <a:lnTo>
                  <a:pt x="666317" y="164074"/>
                </a:lnTo>
                <a:lnTo>
                  <a:pt x="666995" y="164348"/>
                </a:lnTo>
                <a:lnTo>
                  <a:pt x="667681" y="164612"/>
                </a:lnTo>
                <a:lnTo>
                  <a:pt x="668375" y="164864"/>
                </a:lnTo>
                <a:lnTo>
                  <a:pt x="669076" y="165106"/>
                </a:lnTo>
                <a:lnTo>
                  <a:pt x="669786" y="165336"/>
                </a:lnTo>
                <a:lnTo>
                  <a:pt x="670503" y="165554"/>
                </a:lnTo>
                <a:lnTo>
                  <a:pt x="671229" y="165762"/>
                </a:lnTo>
                <a:lnTo>
                  <a:pt x="671962" y="165958"/>
                </a:lnTo>
                <a:lnTo>
                  <a:pt x="672703" y="166143"/>
                </a:lnTo>
                <a:lnTo>
                  <a:pt x="673452" y="166317"/>
                </a:lnTo>
                <a:lnTo>
                  <a:pt x="674208" y="166480"/>
                </a:lnTo>
                <a:lnTo>
                  <a:pt x="674973" y="166631"/>
                </a:lnTo>
                <a:lnTo>
                  <a:pt x="675745" y="166772"/>
                </a:lnTo>
                <a:lnTo>
                  <a:pt x="676526" y="166901"/>
                </a:lnTo>
                <a:lnTo>
                  <a:pt x="677314" y="167018"/>
                </a:lnTo>
                <a:lnTo>
                  <a:pt x="678110" y="167125"/>
                </a:lnTo>
                <a:lnTo>
                  <a:pt x="678913" y="167220"/>
                </a:lnTo>
                <a:lnTo>
                  <a:pt x="679725" y="167304"/>
                </a:lnTo>
                <a:lnTo>
                  <a:pt x="680545" y="167377"/>
                </a:lnTo>
                <a:lnTo>
                  <a:pt x="681372" y="167439"/>
                </a:lnTo>
                <a:lnTo>
                  <a:pt x="682207" y="167490"/>
                </a:lnTo>
                <a:lnTo>
                  <a:pt x="683050" y="167529"/>
                </a:lnTo>
                <a:lnTo>
                  <a:pt x="683901" y="167557"/>
                </a:lnTo>
                <a:lnTo>
                  <a:pt x="684760" y="167574"/>
                </a:lnTo>
                <a:lnTo>
                  <a:pt x="685627" y="167579"/>
                </a:lnTo>
                <a:lnTo>
                  <a:pt x="686511" y="167572"/>
                </a:lnTo>
                <a:lnTo>
                  <a:pt x="687387" y="167549"/>
                </a:lnTo>
                <a:lnTo>
                  <a:pt x="688254" y="167511"/>
                </a:lnTo>
                <a:lnTo>
                  <a:pt x="689113" y="167458"/>
                </a:lnTo>
                <a:lnTo>
                  <a:pt x="689964" y="167390"/>
                </a:lnTo>
                <a:lnTo>
                  <a:pt x="690806" y="167307"/>
                </a:lnTo>
                <a:lnTo>
                  <a:pt x="691640" y="167208"/>
                </a:lnTo>
                <a:lnTo>
                  <a:pt x="692466" y="167095"/>
                </a:lnTo>
                <a:lnTo>
                  <a:pt x="693283" y="166966"/>
                </a:lnTo>
                <a:lnTo>
                  <a:pt x="694091" y="166822"/>
                </a:lnTo>
                <a:lnTo>
                  <a:pt x="694891" y="166663"/>
                </a:lnTo>
                <a:lnTo>
                  <a:pt x="695683" y="166489"/>
                </a:lnTo>
                <a:lnTo>
                  <a:pt x="696466" y="166300"/>
                </a:lnTo>
                <a:lnTo>
                  <a:pt x="697241" y="166095"/>
                </a:lnTo>
                <a:lnTo>
                  <a:pt x="698008" y="165876"/>
                </a:lnTo>
                <a:lnTo>
                  <a:pt x="698766" y="165641"/>
                </a:lnTo>
                <a:lnTo>
                  <a:pt x="699516" y="165391"/>
                </a:lnTo>
                <a:lnTo>
                  <a:pt x="700257" y="165126"/>
                </a:lnTo>
                <a:lnTo>
                  <a:pt x="700990" y="164846"/>
                </a:lnTo>
                <a:lnTo>
                  <a:pt x="701714" y="164550"/>
                </a:lnTo>
                <a:lnTo>
                  <a:pt x="702430" y="164240"/>
                </a:lnTo>
                <a:lnTo>
                  <a:pt x="703138" y="163914"/>
                </a:lnTo>
                <a:lnTo>
                  <a:pt x="703837" y="163573"/>
                </a:lnTo>
                <a:lnTo>
                  <a:pt x="704528" y="163218"/>
                </a:lnTo>
                <a:lnTo>
                  <a:pt x="705210" y="162848"/>
                </a:lnTo>
                <a:lnTo>
                  <a:pt x="705883" y="162466"/>
                </a:lnTo>
                <a:lnTo>
                  <a:pt x="706548" y="162072"/>
                </a:lnTo>
                <a:lnTo>
                  <a:pt x="707204" y="161665"/>
                </a:lnTo>
                <a:lnTo>
                  <a:pt x="707851" y="161246"/>
                </a:lnTo>
                <a:lnTo>
                  <a:pt x="708489" y="160815"/>
                </a:lnTo>
                <a:lnTo>
                  <a:pt x="709119" y="160371"/>
                </a:lnTo>
                <a:lnTo>
                  <a:pt x="709739" y="159915"/>
                </a:lnTo>
                <a:lnTo>
                  <a:pt x="710351" y="159446"/>
                </a:lnTo>
                <a:lnTo>
                  <a:pt x="710954" y="158966"/>
                </a:lnTo>
                <a:lnTo>
                  <a:pt x="711549" y="158473"/>
                </a:lnTo>
                <a:lnTo>
                  <a:pt x="712134" y="157967"/>
                </a:lnTo>
                <a:lnTo>
                  <a:pt x="712711" y="157449"/>
                </a:lnTo>
                <a:lnTo>
                  <a:pt x="713279" y="156919"/>
                </a:lnTo>
                <a:lnTo>
                  <a:pt x="713838" y="156377"/>
                </a:lnTo>
                <a:lnTo>
                  <a:pt x="714388" y="155822"/>
                </a:lnTo>
                <a:lnTo>
                  <a:pt x="714930" y="155255"/>
                </a:lnTo>
                <a:lnTo>
                  <a:pt x="715463" y="154676"/>
                </a:lnTo>
                <a:lnTo>
                  <a:pt x="715987" y="154084"/>
                </a:lnTo>
                <a:lnTo>
                  <a:pt x="716502" y="153480"/>
                </a:lnTo>
                <a:lnTo>
                  <a:pt x="717008" y="152863"/>
                </a:lnTo>
                <a:lnTo>
                  <a:pt x="717506" y="152235"/>
                </a:lnTo>
                <a:lnTo>
                  <a:pt x="717995" y="151593"/>
                </a:lnTo>
                <a:lnTo>
                  <a:pt x="718475" y="150940"/>
                </a:lnTo>
                <a:lnTo>
                  <a:pt x="718946" y="150275"/>
                </a:lnTo>
                <a:lnTo>
                  <a:pt x="719407" y="149600"/>
                </a:lnTo>
                <a:lnTo>
                  <a:pt x="719859" y="148915"/>
                </a:lnTo>
                <a:lnTo>
                  <a:pt x="720301" y="148220"/>
                </a:lnTo>
                <a:lnTo>
                  <a:pt x="720734" y="147515"/>
                </a:lnTo>
                <a:lnTo>
                  <a:pt x="721157" y="146800"/>
                </a:lnTo>
                <a:lnTo>
                  <a:pt x="721571" y="146075"/>
                </a:lnTo>
                <a:lnTo>
                  <a:pt x="721975" y="145340"/>
                </a:lnTo>
                <a:lnTo>
                  <a:pt x="722370" y="144594"/>
                </a:lnTo>
                <a:lnTo>
                  <a:pt x="722755" y="143838"/>
                </a:lnTo>
                <a:lnTo>
                  <a:pt x="723130" y="143073"/>
                </a:lnTo>
                <a:lnTo>
                  <a:pt x="723496" y="142297"/>
                </a:lnTo>
                <a:lnTo>
                  <a:pt x="723853" y="141511"/>
                </a:lnTo>
                <a:lnTo>
                  <a:pt x="724200" y="140715"/>
                </a:lnTo>
                <a:lnTo>
                  <a:pt x="724537" y="139909"/>
                </a:lnTo>
                <a:lnTo>
                  <a:pt x="724865" y="139093"/>
                </a:lnTo>
                <a:lnTo>
                  <a:pt x="725183" y="138267"/>
                </a:lnTo>
                <a:lnTo>
                  <a:pt x="725492" y="137430"/>
                </a:lnTo>
                <a:lnTo>
                  <a:pt x="725791" y="136584"/>
                </a:lnTo>
                <a:lnTo>
                  <a:pt x="726081" y="135727"/>
                </a:lnTo>
                <a:lnTo>
                  <a:pt x="726361" y="134861"/>
                </a:lnTo>
                <a:lnTo>
                  <a:pt x="726632" y="133984"/>
                </a:lnTo>
                <a:lnTo>
                  <a:pt x="726893" y="133097"/>
                </a:lnTo>
                <a:lnTo>
                  <a:pt x="727145" y="132200"/>
                </a:lnTo>
                <a:lnTo>
                  <a:pt x="727386" y="131294"/>
                </a:lnTo>
                <a:lnTo>
                  <a:pt x="727618" y="130381"/>
                </a:lnTo>
                <a:lnTo>
                  <a:pt x="727839" y="129460"/>
                </a:lnTo>
                <a:lnTo>
                  <a:pt x="728050" y="128531"/>
                </a:lnTo>
                <a:lnTo>
                  <a:pt x="728250" y="127595"/>
                </a:lnTo>
                <a:lnTo>
                  <a:pt x="728440" y="126650"/>
                </a:lnTo>
                <a:lnTo>
                  <a:pt x="728620" y="125699"/>
                </a:lnTo>
                <a:lnTo>
                  <a:pt x="728790" y="124739"/>
                </a:lnTo>
                <a:lnTo>
                  <a:pt x="728949" y="123772"/>
                </a:lnTo>
                <a:lnTo>
                  <a:pt x="729099" y="122797"/>
                </a:lnTo>
                <a:lnTo>
                  <a:pt x="729237" y="121815"/>
                </a:lnTo>
                <a:lnTo>
                  <a:pt x="729366" y="120825"/>
                </a:lnTo>
                <a:lnTo>
                  <a:pt x="729484" y="119827"/>
                </a:lnTo>
                <a:lnTo>
                  <a:pt x="729592" y="118821"/>
                </a:lnTo>
                <a:lnTo>
                  <a:pt x="729690" y="117808"/>
                </a:lnTo>
                <a:lnTo>
                  <a:pt x="729777" y="116787"/>
                </a:lnTo>
                <a:lnTo>
                  <a:pt x="729854" y="115759"/>
                </a:lnTo>
                <a:lnTo>
                  <a:pt x="729921" y="114723"/>
                </a:lnTo>
                <a:lnTo>
                  <a:pt x="729978" y="113679"/>
                </a:lnTo>
                <a:lnTo>
                  <a:pt x="730024" y="112628"/>
                </a:lnTo>
                <a:lnTo>
                  <a:pt x="730060" y="111568"/>
                </a:lnTo>
                <a:lnTo>
                  <a:pt x="730086" y="110502"/>
                </a:lnTo>
                <a:lnTo>
                  <a:pt x="730101" y="109427"/>
                </a:lnTo>
                <a:lnTo>
                  <a:pt x="730106" y="108345"/>
                </a:lnTo>
                <a:lnTo>
                  <a:pt x="730106" y="106083"/>
                </a:lnTo>
                <a:lnTo>
                  <a:pt x="730101" y="104957"/>
                </a:lnTo>
                <a:lnTo>
                  <a:pt x="730086" y="103840"/>
                </a:lnTo>
                <a:lnTo>
                  <a:pt x="730060" y="102732"/>
                </a:lnTo>
                <a:lnTo>
                  <a:pt x="730024" y="101633"/>
                </a:lnTo>
                <a:lnTo>
                  <a:pt x="729978" y="100544"/>
                </a:lnTo>
                <a:lnTo>
                  <a:pt x="729921" y="99463"/>
                </a:lnTo>
                <a:lnTo>
                  <a:pt x="729854" y="98392"/>
                </a:lnTo>
                <a:lnTo>
                  <a:pt x="729777" y="97330"/>
                </a:lnTo>
                <a:lnTo>
                  <a:pt x="729690" y="96277"/>
                </a:lnTo>
                <a:lnTo>
                  <a:pt x="729592" y="95233"/>
                </a:lnTo>
                <a:lnTo>
                  <a:pt x="729484" y="94198"/>
                </a:lnTo>
                <a:lnTo>
                  <a:pt x="729366" y="93173"/>
                </a:lnTo>
                <a:lnTo>
                  <a:pt x="729237" y="92157"/>
                </a:lnTo>
                <a:lnTo>
                  <a:pt x="729099" y="91149"/>
                </a:lnTo>
                <a:lnTo>
                  <a:pt x="728949" y="90151"/>
                </a:lnTo>
                <a:lnTo>
                  <a:pt x="728790" y="89163"/>
                </a:lnTo>
                <a:lnTo>
                  <a:pt x="728620" y="88183"/>
                </a:lnTo>
                <a:lnTo>
                  <a:pt x="728440" y="87212"/>
                </a:lnTo>
                <a:lnTo>
                  <a:pt x="728250" y="86251"/>
                </a:lnTo>
                <a:lnTo>
                  <a:pt x="728050" y="85299"/>
                </a:lnTo>
                <a:lnTo>
                  <a:pt x="727839" y="84356"/>
                </a:lnTo>
                <a:lnTo>
                  <a:pt x="727618" y="83422"/>
                </a:lnTo>
                <a:lnTo>
                  <a:pt x="727386" y="82497"/>
                </a:lnTo>
                <a:lnTo>
                  <a:pt x="727145" y="81582"/>
                </a:lnTo>
                <a:lnTo>
                  <a:pt x="726893" y="80676"/>
                </a:lnTo>
                <a:lnTo>
                  <a:pt x="726632" y="79782"/>
                </a:lnTo>
                <a:lnTo>
                  <a:pt x="726361" y="78898"/>
                </a:lnTo>
                <a:lnTo>
                  <a:pt x="726081" y="78025"/>
                </a:lnTo>
                <a:lnTo>
                  <a:pt x="725791" y="77163"/>
                </a:lnTo>
                <a:lnTo>
                  <a:pt x="725492" y="76311"/>
                </a:lnTo>
                <a:lnTo>
                  <a:pt x="725183" y="75471"/>
                </a:lnTo>
                <a:lnTo>
                  <a:pt x="724865" y="74641"/>
                </a:lnTo>
                <a:lnTo>
                  <a:pt x="724537" y="73822"/>
                </a:lnTo>
                <a:lnTo>
                  <a:pt x="724200" y="73015"/>
                </a:lnTo>
                <a:lnTo>
                  <a:pt x="723853" y="72217"/>
                </a:lnTo>
                <a:lnTo>
                  <a:pt x="723496" y="71431"/>
                </a:lnTo>
                <a:lnTo>
                  <a:pt x="723130" y="70656"/>
                </a:lnTo>
                <a:lnTo>
                  <a:pt x="722755" y="69891"/>
                </a:lnTo>
                <a:lnTo>
                  <a:pt x="722370" y="69138"/>
                </a:lnTo>
                <a:lnTo>
                  <a:pt x="721975" y="68395"/>
                </a:lnTo>
                <a:lnTo>
                  <a:pt x="721571" y="67663"/>
                </a:lnTo>
                <a:lnTo>
                  <a:pt x="721157" y="66942"/>
                </a:lnTo>
                <a:lnTo>
                  <a:pt x="720734" y="66231"/>
                </a:lnTo>
                <a:lnTo>
                  <a:pt x="720301" y="65532"/>
                </a:lnTo>
                <a:lnTo>
                  <a:pt x="719859" y="64843"/>
                </a:lnTo>
                <a:lnTo>
                  <a:pt x="719407" y="64165"/>
                </a:lnTo>
                <a:lnTo>
                  <a:pt x="718946" y="63498"/>
                </a:lnTo>
                <a:lnTo>
                  <a:pt x="718475" y="62842"/>
                </a:lnTo>
                <a:lnTo>
                  <a:pt x="717995" y="62198"/>
                </a:lnTo>
                <a:lnTo>
                  <a:pt x="717505" y="61566"/>
                </a:lnTo>
                <a:lnTo>
                  <a:pt x="717007" y="60947"/>
                </a:lnTo>
                <a:lnTo>
                  <a:pt x="716499" y="60341"/>
                </a:lnTo>
                <a:lnTo>
                  <a:pt x="715982" y="59748"/>
                </a:lnTo>
                <a:lnTo>
                  <a:pt x="715456" y="59167"/>
                </a:lnTo>
                <a:lnTo>
                  <a:pt x="714921" y="58599"/>
                </a:lnTo>
                <a:lnTo>
                  <a:pt x="714376" y="58044"/>
                </a:lnTo>
                <a:lnTo>
                  <a:pt x="713823" y="57501"/>
                </a:lnTo>
                <a:lnTo>
                  <a:pt x="713260" y="56971"/>
                </a:lnTo>
                <a:lnTo>
                  <a:pt x="712688" y="56454"/>
                </a:lnTo>
                <a:lnTo>
                  <a:pt x="712107" y="55950"/>
                </a:lnTo>
                <a:lnTo>
                  <a:pt x="711517" y="55458"/>
                </a:lnTo>
                <a:lnTo>
                  <a:pt x="710918" y="54979"/>
                </a:lnTo>
                <a:lnTo>
                  <a:pt x="710309" y="54512"/>
                </a:lnTo>
                <a:lnTo>
                  <a:pt x="709691" y="54059"/>
                </a:lnTo>
                <a:lnTo>
                  <a:pt x="709065" y="53618"/>
                </a:lnTo>
                <a:lnTo>
                  <a:pt x="708429" y="53190"/>
                </a:lnTo>
                <a:lnTo>
                  <a:pt x="707783" y="52774"/>
                </a:lnTo>
                <a:lnTo>
                  <a:pt x="707129" y="52372"/>
                </a:lnTo>
                <a:lnTo>
                  <a:pt x="706466" y="51982"/>
                </a:lnTo>
                <a:lnTo>
                  <a:pt x="705793" y="51604"/>
                </a:lnTo>
                <a:lnTo>
                  <a:pt x="705111" y="51240"/>
                </a:lnTo>
                <a:lnTo>
                  <a:pt x="704420" y="50888"/>
                </a:lnTo>
                <a:lnTo>
                  <a:pt x="703721" y="50549"/>
                </a:lnTo>
                <a:lnTo>
                  <a:pt x="703013" y="50225"/>
                </a:lnTo>
                <a:lnTo>
                  <a:pt x="702297" y="49916"/>
                </a:lnTo>
                <a:lnTo>
                  <a:pt x="701574" y="49621"/>
                </a:lnTo>
                <a:lnTo>
                  <a:pt x="700842" y="49340"/>
                </a:lnTo>
                <a:lnTo>
                  <a:pt x="700102" y="49074"/>
                </a:lnTo>
                <a:lnTo>
                  <a:pt x="699354" y="48822"/>
                </a:lnTo>
                <a:lnTo>
                  <a:pt x="698598" y="48584"/>
                </a:lnTo>
                <a:lnTo>
                  <a:pt x="697835" y="48361"/>
                </a:lnTo>
                <a:lnTo>
                  <a:pt x="697063" y="48152"/>
                </a:lnTo>
                <a:lnTo>
                  <a:pt x="696283" y="47958"/>
                </a:lnTo>
                <a:lnTo>
                  <a:pt x="695495" y="47778"/>
                </a:lnTo>
                <a:lnTo>
                  <a:pt x="694699" y="47612"/>
                </a:lnTo>
                <a:lnTo>
                  <a:pt x="693894" y="47461"/>
                </a:lnTo>
                <a:lnTo>
                  <a:pt x="693082" y="47324"/>
                </a:lnTo>
                <a:lnTo>
                  <a:pt x="692262" y="47202"/>
                </a:lnTo>
                <a:lnTo>
                  <a:pt x="691434" y="47094"/>
                </a:lnTo>
                <a:lnTo>
                  <a:pt x="690598" y="47000"/>
                </a:lnTo>
                <a:lnTo>
                  <a:pt x="689753" y="46921"/>
                </a:lnTo>
                <a:lnTo>
                  <a:pt x="688901" y="46856"/>
                </a:lnTo>
                <a:lnTo>
                  <a:pt x="688041" y="46806"/>
                </a:lnTo>
                <a:lnTo>
                  <a:pt x="687172" y="46770"/>
                </a:lnTo>
                <a:lnTo>
                  <a:pt x="686296" y="46748"/>
                </a:lnTo>
                <a:lnTo>
                  <a:pt x="685411" y="46741"/>
                </a:lnTo>
                <a:lnTo>
                  <a:pt x="684563" y="46747"/>
                </a:lnTo>
                <a:lnTo>
                  <a:pt x="683721" y="46764"/>
                </a:lnTo>
                <a:lnTo>
                  <a:pt x="682888" y="46793"/>
                </a:lnTo>
                <a:lnTo>
                  <a:pt x="682062" y="46834"/>
                </a:lnTo>
                <a:lnTo>
                  <a:pt x="681244" y="46886"/>
                </a:lnTo>
                <a:lnTo>
                  <a:pt x="680434" y="46950"/>
                </a:lnTo>
                <a:lnTo>
                  <a:pt x="679631" y="47025"/>
                </a:lnTo>
                <a:lnTo>
                  <a:pt x="678836" y="47112"/>
                </a:lnTo>
                <a:lnTo>
                  <a:pt x="678048" y="47211"/>
                </a:lnTo>
                <a:lnTo>
                  <a:pt x="677268" y="47321"/>
                </a:lnTo>
                <a:lnTo>
                  <a:pt x="676496" y="47443"/>
                </a:lnTo>
                <a:lnTo>
                  <a:pt x="675732" y="47576"/>
                </a:lnTo>
                <a:lnTo>
                  <a:pt x="674975" y="47721"/>
                </a:lnTo>
                <a:lnTo>
                  <a:pt x="674226" y="47877"/>
                </a:lnTo>
                <a:lnTo>
                  <a:pt x="673485" y="48045"/>
                </a:lnTo>
                <a:lnTo>
                  <a:pt x="672751" y="48225"/>
                </a:lnTo>
                <a:lnTo>
                  <a:pt x="672025" y="48416"/>
                </a:lnTo>
                <a:lnTo>
                  <a:pt x="671306" y="48619"/>
                </a:lnTo>
                <a:lnTo>
                  <a:pt x="670595" y="48834"/>
                </a:lnTo>
                <a:lnTo>
                  <a:pt x="669892" y="49060"/>
                </a:lnTo>
                <a:lnTo>
                  <a:pt x="669197" y="49297"/>
                </a:lnTo>
                <a:lnTo>
                  <a:pt x="668509" y="49547"/>
                </a:lnTo>
                <a:lnTo>
                  <a:pt x="667829" y="49808"/>
                </a:lnTo>
                <a:lnTo>
                  <a:pt x="667156" y="50080"/>
                </a:lnTo>
                <a:lnTo>
                  <a:pt x="666492" y="50363"/>
                </a:lnTo>
                <a:lnTo>
                  <a:pt x="665835" y="50657"/>
                </a:lnTo>
                <a:lnTo>
                  <a:pt x="665187" y="50960"/>
                </a:lnTo>
                <a:lnTo>
                  <a:pt x="664546" y="51274"/>
                </a:lnTo>
                <a:lnTo>
                  <a:pt x="663914" y="51597"/>
                </a:lnTo>
                <a:lnTo>
                  <a:pt x="663289" y="51931"/>
                </a:lnTo>
                <a:lnTo>
                  <a:pt x="662673" y="52275"/>
                </a:lnTo>
                <a:lnTo>
                  <a:pt x="662065" y="52629"/>
                </a:lnTo>
                <a:lnTo>
                  <a:pt x="661464" y="52993"/>
                </a:lnTo>
                <a:lnTo>
                  <a:pt x="660872" y="53367"/>
                </a:lnTo>
                <a:lnTo>
                  <a:pt x="660288" y="53751"/>
                </a:lnTo>
                <a:lnTo>
                  <a:pt x="659712" y="54146"/>
                </a:lnTo>
                <a:lnTo>
                  <a:pt x="659144" y="54550"/>
                </a:lnTo>
                <a:lnTo>
                  <a:pt x="658583" y="54965"/>
                </a:lnTo>
                <a:lnTo>
                  <a:pt x="658031" y="55389"/>
                </a:lnTo>
                <a:lnTo>
                  <a:pt x="657487" y="55824"/>
                </a:lnTo>
                <a:lnTo>
                  <a:pt x="656951" y="56269"/>
                </a:lnTo>
                <a:lnTo>
                  <a:pt x="656424" y="56724"/>
                </a:lnTo>
                <a:lnTo>
                  <a:pt x="655904" y="57189"/>
                </a:lnTo>
                <a:lnTo>
                  <a:pt x="655392" y="57664"/>
                </a:lnTo>
                <a:lnTo>
                  <a:pt x="654888" y="58149"/>
                </a:lnTo>
                <a:lnTo>
                  <a:pt x="654392" y="58644"/>
                </a:lnTo>
                <a:lnTo>
                  <a:pt x="653904" y="59150"/>
                </a:lnTo>
                <a:lnTo>
                  <a:pt x="653425" y="59665"/>
                </a:lnTo>
                <a:lnTo>
                  <a:pt x="652953" y="60190"/>
                </a:lnTo>
                <a:lnTo>
                  <a:pt x="652488" y="60723"/>
                </a:lnTo>
                <a:lnTo>
                  <a:pt x="652030" y="61264"/>
                </a:lnTo>
                <a:lnTo>
                  <a:pt x="651579" y="61813"/>
                </a:lnTo>
                <a:lnTo>
                  <a:pt x="651135" y="62371"/>
                </a:lnTo>
                <a:lnTo>
                  <a:pt x="650699" y="62936"/>
                </a:lnTo>
                <a:lnTo>
                  <a:pt x="650269" y="63511"/>
                </a:lnTo>
                <a:lnTo>
                  <a:pt x="649847" y="64093"/>
                </a:lnTo>
                <a:lnTo>
                  <a:pt x="649431" y="64683"/>
                </a:lnTo>
                <a:lnTo>
                  <a:pt x="649023" y="65282"/>
                </a:lnTo>
                <a:lnTo>
                  <a:pt x="648893" y="65479"/>
                </a:lnTo>
                <a:lnTo>
                  <a:pt x="648255" y="48895"/>
                </a:lnTo>
                <a:lnTo>
                  <a:pt x="636193" y="48895"/>
                </a:lnTo>
                <a:lnTo>
                  <a:pt x="636193" y="210228"/>
                </a:lnTo>
                <a:lnTo>
                  <a:pt x="649117" y="210228"/>
                </a:lnTo>
                <a:lnTo>
                  <a:pt x="649117" y="150585"/>
                </a:lnTo>
                <a:lnTo>
                  <a:pt x="649368" y="150922"/>
                </a:lnTo>
                <a:lnTo>
                  <a:pt x="649794" y="151475"/>
                </a:lnTo>
                <a:lnTo>
                  <a:pt x="650227" y="152020"/>
                </a:lnTo>
                <a:lnTo>
                  <a:pt x="650669" y="152558"/>
                </a:lnTo>
                <a:close/>
                <a:moveTo>
                  <a:pt x="649872" y="78661"/>
                </a:moveTo>
                <a:lnTo>
                  <a:pt x="650100" y="78179"/>
                </a:lnTo>
                <a:lnTo>
                  <a:pt x="650334" y="77700"/>
                </a:lnTo>
                <a:lnTo>
                  <a:pt x="650574" y="77223"/>
                </a:lnTo>
                <a:lnTo>
                  <a:pt x="650821" y="76750"/>
                </a:lnTo>
                <a:lnTo>
                  <a:pt x="651073" y="76281"/>
                </a:lnTo>
                <a:lnTo>
                  <a:pt x="651332" y="75814"/>
                </a:lnTo>
                <a:lnTo>
                  <a:pt x="651597" y="75351"/>
                </a:lnTo>
                <a:lnTo>
                  <a:pt x="651868" y="74890"/>
                </a:lnTo>
                <a:lnTo>
                  <a:pt x="652146" y="74433"/>
                </a:lnTo>
                <a:lnTo>
                  <a:pt x="652429" y="73979"/>
                </a:lnTo>
                <a:lnTo>
                  <a:pt x="652719" y="73529"/>
                </a:lnTo>
                <a:lnTo>
                  <a:pt x="653015" y="73081"/>
                </a:lnTo>
                <a:lnTo>
                  <a:pt x="653317" y="72637"/>
                </a:lnTo>
                <a:lnTo>
                  <a:pt x="653625" y="72196"/>
                </a:lnTo>
                <a:lnTo>
                  <a:pt x="653940" y="71758"/>
                </a:lnTo>
                <a:lnTo>
                  <a:pt x="654260" y="71323"/>
                </a:lnTo>
                <a:lnTo>
                  <a:pt x="654587" y="70891"/>
                </a:lnTo>
                <a:lnTo>
                  <a:pt x="654920" y="70463"/>
                </a:lnTo>
                <a:lnTo>
                  <a:pt x="655259" y="70038"/>
                </a:lnTo>
                <a:lnTo>
                  <a:pt x="655604" y="69615"/>
                </a:lnTo>
                <a:lnTo>
                  <a:pt x="655956" y="69196"/>
                </a:lnTo>
                <a:lnTo>
                  <a:pt x="656314" y="68783"/>
                </a:lnTo>
                <a:lnTo>
                  <a:pt x="656680" y="68375"/>
                </a:lnTo>
                <a:lnTo>
                  <a:pt x="657055" y="67975"/>
                </a:lnTo>
                <a:lnTo>
                  <a:pt x="657437" y="67581"/>
                </a:lnTo>
                <a:lnTo>
                  <a:pt x="657826" y="67194"/>
                </a:lnTo>
                <a:lnTo>
                  <a:pt x="658224" y="66814"/>
                </a:lnTo>
                <a:lnTo>
                  <a:pt x="658630" y="66440"/>
                </a:lnTo>
                <a:lnTo>
                  <a:pt x="659043" y="66073"/>
                </a:lnTo>
                <a:lnTo>
                  <a:pt x="659464" y="65713"/>
                </a:lnTo>
                <a:lnTo>
                  <a:pt x="659893" y="65360"/>
                </a:lnTo>
                <a:lnTo>
                  <a:pt x="660330" y="65013"/>
                </a:lnTo>
                <a:lnTo>
                  <a:pt x="660775" y="64673"/>
                </a:lnTo>
                <a:lnTo>
                  <a:pt x="661228" y="64340"/>
                </a:lnTo>
                <a:lnTo>
                  <a:pt x="661688" y="64013"/>
                </a:lnTo>
                <a:lnTo>
                  <a:pt x="662157" y="63694"/>
                </a:lnTo>
                <a:lnTo>
                  <a:pt x="662633" y="63381"/>
                </a:lnTo>
                <a:lnTo>
                  <a:pt x="663117" y="63074"/>
                </a:lnTo>
                <a:lnTo>
                  <a:pt x="663609" y="62775"/>
                </a:lnTo>
                <a:lnTo>
                  <a:pt x="664109" y="62482"/>
                </a:lnTo>
                <a:lnTo>
                  <a:pt x="664616" y="62196"/>
                </a:lnTo>
                <a:lnTo>
                  <a:pt x="665132" y="61917"/>
                </a:lnTo>
                <a:lnTo>
                  <a:pt x="665655" y="61644"/>
                </a:lnTo>
                <a:lnTo>
                  <a:pt x="666187" y="61378"/>
                </a:lnTo>
                <a:lnTo>
                  <a:pt x="666726" y="61119"/>
                </a:lnTo>
                <a:lnTo>
                  <a:pt x="667273" y="60869"/>
                </a:lnTo>
                <a:lnTo>
                  <a:pt x="667831" y="60629"/>
                </a:lnTo>
                <a:lnTo>
                  <a:pt x="668397" y="60400"/>
                </a:lnTo>
                <a:lnTo>
                  <a:pt x="668974" y="60181"/>
                </a:lnTo>
                <a:lnTo>
                  <a:pt x="669560" y="59973"/>
                </a:lnTo>
                <a:lnTo>
                  <a:pt x="670155" y="59776"/>
                </a:lnTo>
                <a:lnTo>
                  <a:pt x="670760" y="59590"/>
                </a:lnTo>
                <a:lnTo>
                  <a:pt x="671375" y="59414"/>
                </a:lnTo>
                <a:lnTo>
                  <a:pt x="671999" y="59249"/>
                </a:lnTo>
                <a:lnTo>
                  <a:pt x="672632" y="59094"/>
                </a:lnTo>
                <a:lnTo>
                  <a:pt x="673275" y="58950"/>
                </a:lnTo>
                <a:lnTo>
                  <a:pt x="673928" y="58817"/>
                </a:lnTo>
                <a:lnTo>
                  <a:pt x="674590" y="58694"/>
                </a:lnTo>
                <a:lnTo>
                  <a:pt x="675262" y="58583"/>
                </a:lnTo>
                <a:lnTo>
                  <a:pt x="675943" y="58481"/>
                </a:lnTo>
                <a:lnTo>
                  <a:pt x="676634" y="58391"/>
                </a:lnTo>
                <a:lnTo>
                  <a:pt x="677334" y="58311"/>
                </a:lnTo>
                <a:lnTo>
                  <a:pt x="678044" y="58241"/>
                </a:lnTo>
                <a:lnTo>
                  <a:pt x="678763" y="58183"/>
                </a:lnTo>
                <a:lnTo>
                  <a:pt x="679492" y="58135"/>
                </a:lnTo>
                <a:lnTo>
                  <a:pt x="680231" y="58098"/>
                </a:lnTo>
                <a:lnTo>
                  <a:pt x="680979" y="58071"/>
                </a:lnTo>
                <a:lnTo>
                  <a:pt x="681736" y="58055"/>
                </a:lnTo>
                <a:lnTo>
                  <a:pt x="682503" y="58050"/>
                </a:lnTo>
                <a:lnTo>
                  <a:pt x="683244" y="58056"/>
                </a:lnTo>
                <a:lnTo>
                  <a:pt x="683976" y="58075"/>
                </a:lnTo>
                <a:lnTo>
                  <a:pt x="684700" y="58107"/>
                </a:lnTo>
                <a:lnTo>
                  <a:pt x="685416" y="58151"/>
                </a:lnTo>
                <a:lnTo>
                  <a:pt x="686123" y="58209"/>
                </a:lnTo>
                <a:lnTo>
                  <a:pt x="686821" y="58279"/>
                </a:lnTo>
                <a:lnTo>
                  <a:pt x="687512" y="58361"/>
                </a:lnTo>
                <a:lnTo>
                  <a:pt x="688194" y="58457"/>
                </a:lnTo>
                <a:lnTo>
                  <a:pt x="688867" y="58565"/>
                </a:lnTo>
                <a:lnTo>
                  <a:pt x="689532" y="58685"/>
                </a:lnTo>
                <a:lnTo>
                  <a:pt x="690188" y="58819"/>
                </a:lnTo>
                <a:lnTo>
                  <a:pt x="690837" y="58965"/>
                </a:lnTo>
                <a:lnTo>
                  <a:pt x="691476" y="59124"/>
                </a:lnTo>
                <a:lnTo>
                  <a:pt x="692108" y="59296"/>
                </a:lnTo>
                <a:lnTo>
                  <a:pt x="692731" y="59480"/>
                </a:lnTo>
                <a:lnTo>
                  <a:pt x="693345" y="59677"/>
                </a:lnTo>
                <a:lnTo>
                  <a:pt x="693951" y="59887"/>
                </a:lnTo>
                <a:lnTo>
                  <a:pt x="694549" y="60109"/>
                </a:lnTo>
                <a:lnTo>
                  <a:pt x="695138" y="60345"/>
                </a:lnTo>
                <a:lnTo>
                  <a:pt x="695719" y="60593"/>
                </a:lnTo>
                <a:lnTo>
                  <a:pt x="696291" y="60853"/>
                </a:lnTo>
                <a:lnTo>
                  <a:pt x="696855" y="61127"/>
                </a:lnTo>
                <a:lnTo>
                  <a:pt x="697411" y="61413"/>
                </a:lnTo>
                <a:lnTo>
                  <a:pt x="697958" y="61711"/>
                </a:lnTo>
                <a:lnTo>
                  <a:pt x="698497" y="62022"/>
                </a:lnTo>
                <a:lnTo>
                  <a:pt x="699028" y="62342"/>
                </a:lnTo>
                <a:lnTo>
                  <a:pt x="699552" y="62671"/>
                </a:lnTo>
                <a:lnTo>
                  <a:pt x="700067" y="63011"/>
                </a:lnTo>
                <a:lnTo>
                  <a:pt x="700575" y="63361"/>
                </a:lnTo>
                <a:lnTo>
                  <a:pt x="701075" y="63721"/>
                </a:lnTo>
                <a:lnTo>
                  <a:pt x="701567" y="64090"/>
                </a:lnTo>
                <a:lnTo>
                  <a:pt x="702051" y="64470"/>
                </a:lnTo>
                <a:lnTo>
                  <a:pt x="702527" y="64859"/>
                </a:lnTo>
                <a:lnTo>
                  <a:pt x="702995" y="65258"/>
                </a:lnTo>
                <a:lnTo>
                  <a:pt x="703456" y="65668"/>
                </a:lnTo>
                <a:lnTo>
                  <a:pt x="703909" y="66087"/>
                </a:lnTo>
                <a:lnTo>
                  <a:pt x="704353" y="66516"/>
                </a:lnTo>
                <a:lnTo>
                  <a:pt x="704790" y="66955"/>
                </a:lnTo>
                <a:lnTo>
                  <a:pt x="705219" y="67403"/>
                </a:lnTo>
                <a:lnTo>
                  <a:pt x="705641" y="67862"/>
                </a:lnTo>
                <a:lnTo>
                  <a:pt x="706054" y="68331"/>
                </a:lnTo>
                <a:lnTo>
                  <a:pt x="706460" y="68809"/>
                </a:lnTo>
                <a:lnTo>
                  <a:pt x="706857" y="69298"/>
                </a:lnTo>
                <a:lnTo>
                  <a:pt x="707247" y="69796"/>
                </a:lnTo>
                <a:lnTo>
                  <a:pt x="707629" y="70305"/>
                </a:lnTo>
                <a:lnTo>
                  <a:pt x="708003" y="70823"/>
                </a:lnTo>
                <a:lnTo>
                  <a:pt x="708370" y="71351"/>
                </a:lnTo>
                <a:lnTo>
                  <a:pt x="708728" y="71889"/>
                </a:lnTo>
                <a:lnTo>
                  <a:pt x="709079" y="72436"/>
                </a:lnTo>
                <a:lnTo>
                  <a:pt x="709422" y="72990"/>
                </a:lnTo>
                <a:lnTo>
                  <a:pt x="709758" y="73552"/>
                </a:lnTo>
                <a:lnTo>
                  <a:pt x="710086" y="74122"/>
                </a:lnTo>
                <a:lnTo>
                  <a:pt x="710407" y="74700"/>
                </a:lnTo>
                <a:lnTo>
                  <a:pt x="710721" y="75285"/>
                </a:lnTo>
                <a:lnTo>
                  <a:pt x="711026" y="75878"/>
                </a:lnTo>
                <a:lnTo>
                  <a:pt x="711325" y="76478"/>
                </a:lnTo>
                <a:lnTo>
                  <a:pt x="711616" y="77086"/>
                </a:lnTo>
                <a:lnTo>
                  <a:pt x="711899" y="77702"/>
                </a:lnTo>
                <a:lnTo>
                  <a:pt x="712175" y="78326"/>
                </a:lnTo>
                <a:lnTo>
                  <a:pt x="712444" y="78957"/>
                </a:lnTo>
                <a:lnTo>
                  <a:pt x="712705" y="79595"/>
                </a:lnTo>
                <a:lnTo>
                  <a:pt x="712958" y="80242"/>
                </a:lnTo>
                <a:lnTo>
                  <a:pt x="713204" y="80896"/>
                </a:lnTo>
                <a:lnTo>
                  <a:pt x="713443" y="81558"/>
                </a:lnTo>
                <a:lnTo>
                  <a:pt x="713674" y="82227"/>
                </a:lnTo>
                <a:lnTo>
                  <a:pt x="713898" y="82905"/>
                </a:lnTo>
                <a:lnTo>
                  <a:pt x="714114" y="83589"/>
                </a:lnTo>
                <a:lnTo>
                  <a:pt x="714322" y="84282"/>
                </a:lnTo>
                <a:lnTo>
                  <a:pt x="714524" y="84982"/>
                </a:lnTo>
                <a:lnTo>
                  <a:pt x="714717" y="85690"/>
                </a:lnTo>
                <a:lnTo>
                  <a:pt x="714904" y="86405"/>
                </a:lnTo>
                <a:lnTo>
                  <a:pt x="715082" y="87128"/>
                </a:lnTo>
                <a:lnTo>
                  <a:pt x="715254" y="87858"/>
                </a:lnTo>
                <a:lnTo>
                  <a:pt x="715418" y="88593"/>
                </a:lnTo>
                <a:lnTo>
                  <a:pt x="715575" y="89333"/>
                </a:lnTo>
                <a:lnTo>
                  <a:pt x="715724" y="90078"/>
                </a:lnTo>
                <a:lnTo>
                  <a:pt x="715866" y="90829"/>
                </a:lnTo>
                <a:lnTo>
                  <a:pt x="716001" y="91584"/>
                </a:lnTo>
                <a:lnTo>
                  <a:pt x="716129" y="92345"/>
                </a:lnTo>
                <a:lnTo>
                  <a:pt x="716249" y="93112"/>
                </a:lnTo>
                <a:lnTo>
                  <a:pt x="716362" y="93883"/>
                </a:lnTo>
                <a:lnTo>
                  <a:pt x="716468" y="94660"/>
                </a:lnTo>
                <a:lnTo>
                  <a:pt x="716566" y="95442"/>
                </a:lnTo>
                <a:lnTo>
                  <a:pt x="716657" y="96229"/>
                </a:lnTo>
                <a:lnTo>
                  <a:pt x="716741" y="97021"/>
                </a:lnTo>
                <a:lnTo>
                  <a:pt x="716818" y="97819"/>
                </a:lnTo>
                <a:lnTo>
                  <a:pt x="716887" y="98622"/>
                </a:lnTo>
                <a:lnTo>
                  <a:pt x="716949" y="99430"/>
                </a:lnTo>
                <a:lnTo>
                  <a:pt x="717004" y="100243"/>
                </a:lnTo>
                <a:lnTo>
                  <a:pt x="717051" y="101062"/>
                </a:lnTo>
                <a:lnTo>
                  <a:pt x="717091" y="101886"/>
                </a:lnTo>
                <a:lnTo>
                  <a:pt x="717124" y="102715"/>
                </a:lnTo>
                <a:lnTo>
                  <a:pt x="717150" y="103549"/>
                </a:lnTo>
                <a:lnTo>
                  <a:pt x="717168" y="104389"/>
                </a:lnTo>
                <a:lnTo>
                  <a:pt x="717179" y="105233"/>
                </a:lnTo>
                <a:lnTo>
                  <a:pt x="717182" y="106083"/>
                </a:lnTo>
                <a:lnTo>
                  <a:pt x="717182" y="108345"/>
                </a:lnTo>
                <a:lnTo>
                  <a:pt x="717179" y="109186"/>
                </a:lnTo>
                <a:lnTo>
                  <a:pt x="717168" y="110023"/>
                </a:lnTo>
                <a:lnTo>
                  <a:pt x="717150" y="110855"/>
                </a:lnTo>
                <a:lnTo>
                  <a:pt x="717124" y="111682"/>
                </a:lnTo>
                <a:lnTo>
                  <a:pt x="717091" y="112505"/>
                </a:lnTo>
                <a:lnTo>
                  <a:pt x="717051" y="113323"/>
                </a:lnTo>
                <a:lnTo>
                  <a:pt x="717004" y="114136"/>
                </a:lnTo>
                <a:lnTo>
                  <a:pt x="716949" y="114945"/>
                </a:lnTo>
                <a:lnTo>
                  <a:pt x="716887" y="115748"/>
                </a:lnTo>
                <a:lnTo>
                  <a:pt x="716818" y="116548"/>
                </a:lnTo>
                <a:lnTo>
                  <a:pt x="716741" y="117342"/>
                </a:lnTo>
                <a:lnTo>
                  <a:pt x="716657" y="118132"/>
                </a:lnTo>
                <a:lnTo>
                  <a:pt x="716566" y="118917"/>
                </a:lnTo>
                <a:lnTo>
                  <a:pt x="716468" y="119698"/>
                </a:lnTo>
                <a:lnTo>
                  <a:pt x="716362" y="120474"/>
                </a:lnTo>
                <a:lnTo>
                  <a:pt x="716249" y="121245"/>
                </a:lnTo>
                <a:lnTo>
                  <a:pt x="716129" y="122011"/>
                </a:lnTo>
                <a:lnTo>
                  <a:pt x="716001" y="122773"/>
                </a:lnTo>
                <a:lnTo>
                  <a:pt x="715866" y="123530"/>
                </a:lnTo>
                <a:lnTo>
                  <a:pt x="715724" y="124283"/>
                </a:lnTo>
                <a:lnTo>
                  <a:pt x="715575" y="125031"/>
                </a:lnTo>
                <a:lnTo>
                  <a:pt x="715418" y="125774"/>
                </a:lnTo>
                <a:lnTo>
                  <a:pt x="715254" y="126512"/>
                </a:lnTo>
                <a:lnTo>
                  <a:pt x="715082" y="127246"/>
                </a:lnTo>
                <a:lnTo>
                  <a:pt x="714904" y="127974"/>
                </a:lnTo>
                <a:lnTo>
                  <a:pt x="714717" y="128693"/>
                </a:lnTo>
                <a:lnTo>
                  <a:pt x="714524" y="129405"/>
                </a:lnTo>
                <a:lnTo>
                  <a:pt x="714322" y="130109"/>
                </a:lnTo>
                <a:lnTo>
                  <a:pt x="714114" y="130805"/>
                </a:lnTo>
                <a:lnTo>
                  <a:pt x="713898" y="131494"/>
                </a:lnTo>
                <a:lnTo>
                  <a:pt x="713674" y="132174"/>
                </a:lnTo>
                <a:lnTo>
                  <a:pt x="713443" y="132846"/>
                </a:lnTo>
                <a:lnTo>
                  <a:pt x="713204" y="133511"/>
                </a:lnTo>
                <a:lnTo>
                  <a:pt x="712958" y="134168"/>
                </a:lnTo>
                <a:lnTo>
                  <a:pt x="712705" y="134817"/>
                </a:lnTo>
                <a:lnTo>
                  <a:pt x="712444" y="135458"/>
                </a:lnTo>
                <a:lnTo>
                  <a:pt x="712175" y="136091"/>
                </a:lnTo>
                <a:lnTo>
                  <a:pt x="711899" y="136717"/>
                </a:lnTo>
                <a:lnTo>
                  <a:pt x="711616" y="137334"/>
                </a:lnTo>
                <a:lnTo>
                  <a:pt x="711325" y="137944"/>
                </a:lnTo>
                <a:lnTo>
                  <a:pt x="711026" y="138546"/>
                </a:lnTo>
                <a:lnTo>
                  <a:pt x="710721" y="139140"/>
                </a:lnTo>
                <a:lnTo>
                  <a:pt x="710407" y="139726"/>
                </a:lnTo>
                <a:lnTo>
                  <a:pt x="710086" y="140305"/>
                </a:lnTo>
                <a:lnTo>
                  <a:pt x="709758" y="140875"/>
                </a:lnTo>
                <a:lnTo>
                  <a:pt x="709422" y="141438"/>
                </a:lnTo>
                <a:lnTo>
                  <a:pt x="709079" y="141992"/>
                </a:lnTo>
                <a:lnTo>
                  <a:pt x="708728" y="142539"/>
                </a:lnTo>
                <a:lnTo>
                  <a:pt x="708370" y="143077"/>
                </a:lnTo>
                <a:lnTo>
                  <a:pt x="708004" y="143606"/>
                </a:lnTo>
                <a:lnTo>
                  <a:pt x="707630" y="144125"/>
                </a:lnTo>
                <a:lnTo>
                  <a:pt x="707249" y="144634"/>
                </a:lnTo>
                <a:lnTo>
                  <a:pt x="706860" y="145133"/>
                </a:lnTo>
                <a:lnTo>
                  <a:pt x="706463" y="145622"/>
                </a:lnTo>
                <a:lnTo>
                  <a:pt x="706059" y="146102"/>
                </a:lnTo>
                <a:lnTo>
                  <a:pt x="705647" y="146572"/>
                </a:lnTo>
                <a:lnTo>
                  <a:pt x="705227" y="147032"/>
                </a:lnTo>
                <a:lnTo>
                  <a:pt x="704800" y="147483"/>
                </a:lnTo>
                <a:lnTo>
                  <a:pt x="704365" y="147924"/>
                </a:lnTo>
                <a:lnTo>
                  <a:pt x="703922" y="148355"/>
                </a:lnTo>
                <a:lnTo>
                  <a:pt x="703472" y="148777"/>
                </a:lnTo>
                <a:lnTo>
                  <a:pt x="703014" y="149188"/>
                </a:lnTo>
                <a:lnTo>
                  <a:pt x="702548" y="149590"/>
                </a:lnTo>
                <a:lnTo>
                  <a:pt x="702075" y="149983"/>
                </a:lnTo>
                <a:lnTo>
                  <a:pt x="701594" y="150365"/>
                </a:lnTo>
                <a:lnTo>
                  <a:pt x="701105" y="150738"/>
                </a:lnTo>
                <a:lnTo>
                  <a:pt x="700609" y="151101"/>
                </a:lnTo>
                <a:lnTo>
                  <a:pt x="700105" y="151454"/>
                </a:lnTo>
                <a:lnTo>
                  <a:pt x="699593" y="151798"/>
                </a:lnTo>
                <a:lnTo>
                  <a:pt x="699074" y="152132"/>
                </a:lnTo>
                <a:lnTo>
                  <a:pt x="698547" y="152456"/>
                </a:lnTo>
                <a:lnTo>
                  <a:pt x="698012" y="152771"/>
                </a:lnTo>
                <a:lnTo>
                  <a:pt x="697469" y="153074"/>
                </a:lnTo>
                <a:lnTo>
                  <a:pt x="696919" y="153364"/>
                </a:lnTo>
                <a:lnTo>
                  <a:pt x="696360" y="153642"/>
                </a:lnTo>
                <a:lnTo>
                  <a:pt x="695792" y="153906"/>
                </a:lnTo>
                <a:lnTo>
                  <a:pt x="695217" y="154158"/>
                </a:lnTo>
                <a:lnTo>
                  <a:pt x="694633" y="154396"/>
                </a:lnTo>
                <a:lnTo>
                  <a:pt x="694041" y="154622"/>
                </a:lnTo>
                <a:lnTo>
                  <a:pt x="693441" y="154835"/>
                </a:lnTo>
                <a:lnTo>
                  <a:pt x="692832" y="155035"/>
                </a:lnTo>
                <a:lnTo>
                  <a:pt x="692216" y="155222"/>
                </a:lnTo>
                <a:lnTo>
                  <a:pt x="691591" y="155396"/>
                </a:lnTo>
                <a:lnTo>
                  <a:pt x="690958" y="155557"/>
                </a:lnTo>
                <a:lnTo>
                  <a:pt x="690316" y="155706"/>
                </a:lnTo>
                <a:lnTo>
                  <a:pt x="689667" y="155841"/>
                </a:lnTo>
                <a:lnTo>
                  <a:pt x="689009" y="155964"/>
                </a:lnTo>
                <a:lnTo>
                  <a:pt x="688343" y="156074"/>
                </a:lnTo>
                <a:lnTo>
                  <a:pt x="687669" y="156170"/>
                </a:lnTo>
                <a:lnTo>
                  <a:pt x="686986" y="156254"/>
                </a:lnTo>
                <a:lnTo>
                  <a:pt x="686296" y="156325"/>
                </a:lnTo>
                <a:lnTo>
                  <a:pt x="685597" y="156383"/>
                </a:lnTo>
                <a:lnTo>
                  <a:pt x="684890" y="156428"/>
                </a:lnTo>
                <a:lnTo>
                  <a:pt x="684174" y="156461"/>
                </a:lnTo>
                <a:lnTo>
                  <a:pt x="683451" y="156480"/>
                </a:lnTo>
                <a:lnTo>
                  <a:pt x="682719" y="156486"/>
                </a:lnTo>
                <a:lnTo>
                  <a:pt x="681809" y="156479"/>
                </a:lnTo>
                <a:lnTo>
                  <a:pt x="680912" y="156457"/>
                </a:lnTo>
                <a:lnTo>
                  <a:pt x="680026" y="156421"/>
                </a:lnTo>
                <a:lnTo>
                  <a:pt x="679153" y="156370"/>
                </a:lnTo>
                <a:lnTo>
                  <a:pt x="678291" y="156304"/>
                </a:lnTo>
                <a:lnTo>
                  <a:pt x="677442" y="156224"/>
                </a:lnTo>
                <a:lnTo>
                  <a:pt x="676604" y="156129"/>
                </a:lnTo>
                <a:lnTo>
                  <a:pt x="675778" y="156020"/>
                </a:lnTo>
                <a:lnTo>
                  <a:pt x="674965" y="155896"/>
                </a:lnTo>
                <a:lnTo>
                  <a:pt x="674163" y="155757"/>
                </a:lnTo>
                <a:lnTo>
                  <a:pt x="673373" y="155604"/>
                </a:lnTo>
                <a:lnTo>
                  <a:pt x="672595" y="155436"/>
                </a:lnTo>
                <a:lnTo>
                  <a:pt x="671829" y="155254"/>
                </a:lnTo>
                <a:lnTo>
                  <a:pt x="671075" y="155057"/>
                </a:lnTo>
                <a:lnTo>
                  <a:pt x="670333" y="154846"/>
                </a:lnTo>
                <a:lnTo>
                  <a:pt x="669604" y="154620"/>
                </a:lnTo>
                <a:lnTo>
                  <a:pt x="668886" y="154379"/>
                </a:lnTo>
                <a:lnTo>
                  <a:pt x="668179" y="154124"/>
                </a:lnTo>
                <a:lnTo>
                  <a:pt x="667485" y="153854"/>
                </a:lnTo>
                <a:lnTo>
                  <a:pt x="666803" y="153570"/>
                </a:lnTo>
                <a:lnTo>
                  <a:pt x="666133" y="153271"/>
                </a:lnTo>
                <a:lnTo>
                  <a:pt x="665475" y="152957"/>
                </a:lnTo>
                <a:lnTo>
                  <a:pt x="664829" y="152629"/>
                </a:lnTo>
                <a:lnTo>
                  <a:pt x="664195" y="152286"/>
                </a:lnTo>
                <a:lnTo>
                  <a:pt x="663572" y="151931"/>
                </a:lnTo>
                <a:lnTo>
                  <a:pt x="662959" y="151567"/>
                </a:lnTo>
                <a:lnTo>
                  <a:pt x="662357" y="151194"/>
                </a:lnTo>
                <a:lnTo>
                  <a:pt x="661765" y="150811"/>
                </a:lnTo>
                <a:lnTo>
                  <a:pt x="661184" y="150419"/>
                </a:lnTo>
                <a:lnTo>
                  <a:pt x="660614" y="150018"/>
                </a:lnTo>
                <a:lnTo>
                  <a:pt x="660053" y="149607"/>
                </a:lnTo>
                <a:lnTo>
                  <a:pt x="659504" y="149187"/>
                </a:lnTo>
                <a:lnTo>
                  <a:pt x="658965" y="148757"/>
                </a:lnTo>
                <a:lnTo>
                  <a:pt x="658436" y="148318"/>
                </a:lnTo>
                <a:lnTo>
                  <a:pt x="657917" y="147870"/>
                </a:lnTo>
                <a:lnTo>
                  <a:pt x="657410" y="147413"/>
                </a:lnTo>
                <a:lnTo>
                  <a:pt x="656912" y="146946"/>
                </a:lnTo>
                <a:lnTo>
                  <a:pt x="656425" y="146470"/>
                </a:lnTo>
                <a:lnTo>
                  <a:pt x="655949" y="145984"/>
                </a:lnTo>
                <a:lnTo>
                  <a:pt x="655483" y="145489"/>
                </a:lnTo>
                <a:lnTo>
                  <a:pt x="655028" y="144985"/>
                </a:lnTo>
                <a:lnTo>
                  <a:pt x="654583" y="144471"/>
                </a:lnTo>
                <a:lnTo>
                  <a:pt x="654148" y="143948"/>
                </a:lnTo>
                <a:lnTo>
                  <a:pt x="653724" y="143416"/>
                </a:lnTo>
                <a:lnTo>
                  <a:pt x="653310" y="142874"/>
                </a:lnTo>
                <a:lnTo>
                  <a:pt x="652907" y="142323"/>
                </a:lnTo>
                <a:lnTo>
                  <a:pt x="652515" y="141763"/>
                </a:lnTo>
                <a:lnTo>
                  <a:pt x="652132" y="141193"/>
                </a:lnTo>
                <a:lnTo>
                  <a:pt x="651760" y="140616"/>
                </a:lnTo>
                <a:lnTo>
                  <a:pt x="651396" y="140035"/>
                </a:lnTo>
                <a:lnTo>
                  <a:pt x="651040" y="139450"/>
                </a:lnTo>
                <a:lnTo>
                  <a:pt x="650693" y="138860"/>
                </a:lnTo>
                <a:lnTo>
                  <a:pt x="650355" y="138265"/>
                </a:lnTo>
                <a:lnTo>
                  <a:pt x="650026" y="137666"/>
                </a:lnTo>
                <a:lnTo>
                  <a:pt x="649704" y="137062"/>
                </a:lnTo>
                <a:lnTo>
                  <a:pt x="649392" y="136454"/>
                </a:lnTo>
                <a:lnTo>
                  <a:pt x="649117" y="135900"/>
                </a:lnTo>
                <a:lnTo>
                  <a:pt x="649117" y="80388"/>
                </a:lnTo>
                <a:lnTo>
                  <a:pt x="649225" y="80128"/>
                </a:lnTo>
                <a:lnTo>
                  <a:pt x="649434" y="79636"/>
                </a:lnTo>
                <a:lnTo>
                  <a:pt x="649650" y="79147"/>
                </a:lnTo>
                <a:lnTo>
                  <a:pt x="649872" y="78661"/>
                </a:lnTo>
                <a:close/>
                <a:moveTo>
                  <a:pt x="830691" y="48895"/>
                </a:moveTo>
                <a:lnTo>
                  <a:pt x="830691" y="165425"/>
                </a:lnTo>
                <a:lnTo>
                  <a:pt x="843615" y="165425"/>
                </a:lnTo>
                <a:lnTo>
                  <a:pt x="843615" y="48895"/>
                </a:lnTo>
                <a:lnTo>
                  <a:pt x="830691" y="48895"/>
                </a:lnTo>
                <a:close/>
                <a:moveTo>
                  <a:pt x="828530" y="16514"/>
                </a:moveTo>
                <a:lnTo>
                  <a:pt x="828574" y="16791"/>
                </a:lnTo>
                <a:lnTo>
                  <a:pt x="828627" y="17064"/>
                </a:lnTo>
                <a:lnTo>
                  <a:pt x="828687" y="17334"/>
                </a:lnTo>
                <a:lnTo>
                  <a:pt x="828755" y="17599"/>
                </a:lnTo>
                <a:lnTo>
                  <a:pt x="828832" y="17862"/>
                </a:lnTo>
                <a:lnTo>
                  <a:pt x="828916" y="18121"/>
                </a:lnTo>
                <a:lnTo>
                  <a:pt x="829009" y="18376"/>
                </a:lnTo>
                <a:lnTo>
                  <a:pt x="829109" y="18628"/>
                </a:lnTo>
                <a:lnTo>
                  <a:pt x="829218" y="18876"/>
                </a:lnTo>
                <a:lnTo>
                  <a:pt x="829334" y="19121"/>
                </a:lnTo>
                <a:lnTo>
                  <a:pt x="829459" y="19362"/>
                </a:lnTo>
                <a:lnTo>
                  <a:pt x="829591" y="19599"/>
                </a:lnTo>
                <a:lnTo>
                  <a:pt x="829732" y="19833"/>
                </a:lnTo>
                <a:lnTo>
                  <a:pt x="829881" y="20064"/>
                </a:lnTo>
                <a:lnTo>
                  <a:pt x="830038" y="20291"/>
                </a:lnTo>
                <a:lnTo>
                  <a:pt x="830203" y="20514"/>
                </a:lnTo>
                <a:lnTo>
                  <a:pt x="830375" y="20734"/>
                </a:lnTo>
                <a:lnTo>
                  <a:pt x="830556" y="20950"/>
                </a:lnTo>
                <a:lnTo>
                  <a:pt x="830745" y="21163"/>
                </a:lnTo>
                <a:lnTo>
                  <a:pt x="830941" y="21369"/>
                </a:lnTo>
                <a:lnTo>
                  <a:pt x="831144" y="21567"/>
                </a:lnTo>
                <a:lnTo>
                  <a:pt x="831354" y="21756"/>
                </a:lnTo>
                <a:lnTo>
                  <a:pt x="831569" y="21936"/>
                </a:lnTo>
                <a:lnTo>
                  <a:pt x="831792" y="22108"/>
                </a:lnTo>
                <a:lnTo>
                  <a:pt x="832021" y="22270"/>
                </a:lnTo>
                <a:lnTo>
                  <a:pt x="832256" y="22424"/>
                </a:lnTo>
                <a:lnTo>
                  <a:pt x="832498" y="22569"/>
                </a:lnTo>
                <a:lnTo>
                  <a:pt x="832747" y="22705"/>
                </a:lnTo>
                <a:lnTo>
                  <a:pt x="833002" y="22833"/>
                </a:lnTo>
                <a:lnTo>
                  <a:pt x="833264" y="22951"/>
                </a:lnTo>
                <a:lnTo>
                  <a:pt x="833532" y="23061"/>
                </a:lnTo>
                <a:lnTo>
                  <a:pt x="833807" y="23162"/>
                </a:lnTo>
                <a:lnTo>
                  <a:pt x="834088" y="23254"/>
                </a:lnTo>
                <a:lnTo>
                  <a:pt x="834376" y="23338"/>
                </a:lnTo>
                <a:lnTo>
                  <a:pt x="834670" y="23413"/>
                </a:lnTo>
                <a:lnTo>
                  <a:pt x="834971" y="23478"/>
                </a:lnTo>
                <a:lnTo>
                  <a:pt x="835279" y="23536"/>
                </a:lnTo>
                <a:lnTo>
                  <a:pt x="835593" y="23584"/>
                </a:lnTo>
                <a:lnTo>
                  <a:pt x="835913" y="23623"/>
                </a:lnTo>
                <a:lnTo>
                  <a:pt x="836240" y="23654"/>
                </a:lnTo>
                <a:lnTo>
                  <a:pt x="836574" y="23676"/>
                </a:lnTo>
                <a:lnTo>
                  <a:pt x="836914" y="23689"/>
                </a:lnTo>
                <a:lnTo>
                  <a:pt x="837261" y="23694"/>
                </a:lnTo>
                <a:lnTo>
                  <a:pt x="837599" y="23689"/>
                </a:lnTo>
                <a:lnTo>
                  <a:pt x="837931" y="23676"/>
                </a:lnTo>
                <a:lnTo>
                  <a:pt x="838258" y="23654"/>
                </a:lnTo>
                <a:lnTo>
                  <a:pt x="838579" y="23623"/>
                </a:lnTo>
                <a:lnTo>
                  <a:pt x="838894" y="23584"/>
                </a:lnTo>
                <a:lnTo>
                  <a:pt x="839203" y="23536"/>
                </a:lnTo>
                <a:lnTo>
                  <a:pt x="839506" y="23478"/>
                </a:lnTo>
                <a:lnTo>
                  <a:pt x="839804" y="23413"/>
                </a:lnTo>
                <a:lnTo>
                  <a:pt x="840096" y="23338"/>
                </a:lnTo>
                <a:lnTo>
                  <a:pt x="840382" y="23254"/>
                </a:lnTo>
                <a:lnTo>
                  <a:pt x="840662" y="23162"/>
                </a:lnTo>
                <a:lnTo>
                  <a:pt x="840936" y="23061"/>
                </a:lnTo>
                <a:lnTo>
                  <a:pt x="841205" y="22951"/>
                </a:lnTo>
                <a:lnTo>
                  <a:pt x="841468" y="22833"/>
                </a:lnTo>
                <a:lnTo>
                  <a:pt x="841725" y="22705"/>
                </a:lnTo>
                <a:lnTo>
                  <a:pt x="841976" y="22569"/>
                </a:lnTo>
                <a:lnTo>
                  <a:pt x="842221" y="22424"/>
                </a:lnTo>
                <a:lnTo>
                  <a:pt x="842461" y="22270"/>
                </a:lnTo>
                <a:lnTo>
                  <a:pt x="842695" y="22108"/>
                </a:lnTo>
                <a:lnTo>
                  <a:pt x="842923" y="21936"/>
                </a:lnTo>
                <a:lnTo>
                  <a:pt x="843145" y="21756"/>
                </a:lnTo>
                <a:lnTo>
                  <a:pt x="843361" y="21567"/>
                </a:lnTo>
                <a:lnTo>
                  <a:pt x="843572" y="21369"/>
                </a:lnTo>
                <a:lnTo>
                  <a:pt x="843777" y="21163"/>
                </a:lnTo>
                <a:lnTo>
                  <a:pt x="843975" y="20950"/>
                </a:lnTo>
                <a:lnTo>
                  <a:pt x="844164" y="20734"/>
                </a:lnTo>
                <a:lnTo>
                  <a:pt x="844345" y="20514"/>
                </a:lnTo>
                <a:lnTo>
                  <a:pt x="844517" y="20291"/>
                </a:lnTo>
                <a:lnTo>
                  <a:pt x="844681" y="20064"/>
                </a:lnTo>
                <a:lnTo>
                  <a:pt x="844837" y="19833"/>
                </a:lnTo>
                <a:lnTo>
                  <a:pt x="844984" y="19599"/>
                </a:lnTo>
                <a:lnTo>
                  <a:pt x="845123" y="19362"/>
                </a:lnTo>
                <a:lnTo>
                  <a:pt x="845253" y="19121"/>
                </a:lnTo>
                <a:lnTo>
                  <a:pt x="845375" y="18876"/>
                </a:lnTo>
                <a:lnTo>
                  <a:pt x="845489" y="18628"/>
                </a:lnTo>
                <a:lnTo>
                  <a:pt x="845594" y="18376"/>
                </a:lnTo>
                <a:lnTo>
                  <a:pt x="845691" y="18121"/>
                </a:lnTo>
                <a:lnTo>
                  <a:pt x="845779" y="17862"/>
                </a:lnTo>
                <a:lnTo>
                  <a:pt x="845859" y="17599"/>
                </a:lnTo>
                <a:lnTo>
                  <a:pt x="845931" y="17334"/>
                </a:lnTo>
                <a:lnTo>
                  <a:pt x="845994" y="17064"/>
                </a:lnTo>
                <a:lnTo>
                  <a:pt x="846049" y="16791"/>
                </a:lnTo>
                <a:lnTo>
                  <a:pt x="846095" y="16514"/>
                </a:lnTo>
                <a:lnTo>
                  <a:pt x="846133" y="16234"/>
                </a:lnTo>
                <a:lnTo>
                  <a:pt x="846162" y="15950"/>
                </a:lnTo>
                <a:lnTo>
                  <a:pt x="846183" y="15663"/>
                </a:lnTo>
                <a:lnTo>
                  <a:pt x="846196" y="15372"/>
                </a:lnTo>
                <a:lnTo>
                  <a:pt x="846200" y="15078"/>
                </a:lnTo>
                <a:lnTo>
                  <a:pt x="846196" y="14775"/>
                </a:lnTo>
                <a:lnTo>
                  <a:pt x="846183" y="14475"/>
                </a:lnTo>
                <a:lnTo>
                  <a:pt x="846162" y="14180"/>
                </a:lnTo>
                <a:lnTo>
                  <a:pt x="846133" y="13889"/>
                </a:lnTo>
                <a:lnTo>
                  <a:pt x="846095" y="13601"/>
                </a:lnTo>
                <a:lnTo>
                  <a:pt x="846049" y="13318"/>
                </a:lnTo>
                <a:lnTo>
                  <a:pt x="845994" y="13038"/>
                </a:lnTo>
                <a:lnTo>
                  <a:pt x="845931" y="12762"/>
                </a:lnTo>
                <a:lnTo>
                  <a:pt x="845859" y="12491"/>
                </a:lnTo>
                <a:lnTo>
                  <a:pt x="845779" y="12223"/>
                </a:lnTo>
                <a:lnTo>
                  <a:pt x="845691" y="11959"/>
                </a:lnTo>
                <a:lnTo>
                  <a:pt x="845594" y="11699"/>
                </a:lnTo>
                <a:lnTo>
                  <a:pt x="845489" y="11443"/>
                </a:lnTo>
                <a:lnTo>
                  <a:pt x="845375" y="11191"/>
                </a:lnTo>
                <a:lnTo>
                  <a:pt x="845253" y="10942"/>
                </a:lnTo>
                <a:lnTo>
                  <a:pt x="845123" y="10698"/>
                </a:lnTo>
                <a:lnTo>
                  <a:pt x="844984" y="10458"/>
                </a:lnTo>
                <a:lnTo>
                  <a:pt x="844837" y="10221"/>
                </a:lnTo>
                <a:lnTo>
                  <a:pt x="844681" y="9989"/>
                </a:lnTo>
                <a:lnTo>
                  <a:pt x="844517" y="9760"/>
                </a:lnTo>
                <a:lnTo>
                  <a:pt x="844345" y="9536"/>
                </a:lnTo>
                <a:lnTo>
                  <a:pt x="844164" y="9315"/>
                </a:lnTo>
                <a:lnTo>
                  <a:pt x="843975" y="9098"/>
                </a:lnTo>
                <a:lnTo>
                  <a:pt x="843777" y="8885"/>
                </a:lnTo>
                <a:lnTo>
                  <a:pt x="843572" y="8679"/>
                </a:lnTo>
                <a:lnTo>
                  <a:pt x="843361" y="8481"/>
                </a:lnTo>
                <a:lnTo>
                  <a:pt x="843145" y="8292"/>
                </a:lnTo>
                <a:lnTo>
                  <a:pt x="842923" y="8112"/>
                </a:lnTo>
                <a:lnTo>
                  <a:pt x="842695" y="7940"/>
                </a:lnTo>
                <a:lnTo>
                  <a:pt x="842461" y="7778"/>
                </a:lnTo>
                <a:lnTo>
                  <a:pt x="842221" y="7624"/>
                </a:lnTo>
                <a:lnTo>
                  <a:pt x="841976" y="7479"/>
                </a:lnTo>
                <a:lnTo>
                  <a:pt x="841725" y="7343"/>
                </a:lnTo>
                <a:lnTo>
                  <a:pt x="841468" y="7215"/>
                </a:lnTo>
                <a:lnTo>
                  <a:pt x="841205" y="7097"/>
                </a:lnTo>
                <a:lnTo>
                  <a:pt x="840936" y="6987"/>
                </a:lnTo>
                <a:lnTo>
                  <a:pt x="840662" y="6886"/>
                </a:lnTo>
                <a:lnTo>
                  <a:pt x="840382" y="6794"/>
                </a:lnTo>
                <a:lnTo>
                  <a:pt x="840096" y="6710"/>
                </a:lnTo>
                <a:lnTo>
                  <a:pt x="839804" y="6635"/>
                </a:lnTo>
                <a:lnTo>
                  <a:pt x="839506" y="6570"/>
                </a:lnTo>
                <a:lnTo>
                  <a:pt x="839203" y="6512"/>
                </a:lnTo>
                <a:lnTo>
                  <a:pt x="838894" y="6464"/>
                </a:lnTo>
                <a:lnTo>
                  <a:pt x="838579" y="6425"/>
                </a:lnTo>
                <a:lnTo>
                  <a:pt x="838258" y="6394"/>
                </a:lnTo>
                <a:lnTo>
                  <a:pt x="837931" y="6372"/>
                </a:lnTo>
                <a:lnTo>
                  <a:pt x="837599" y="6359"/>
                </a:lnTo>
                <a:lnTo>
                  <a:pt x="837261" y="6354"/>
                </a:lnTo>
                <a:lnTo>
                  <a:pt x="836914" y="6359"/>
                </a:lnTo>
                <a:lnTo>
                  <a:pt x="836574" y="6372"/>
                </a:lnTo>
                <a:lnTo>
                  <a:pt x="836240" y="6394"/>
                </a:lnTo>
                <a:lnTo>
                  <a:pt x="835913" y="6425"/>
                </a:lnTo>
                <a:lnTo>
                  <a:pt x="835593" y="6464"/>
                </a:lnTo>
                <a:lnTo>
                  <a:pt x="835279" y="6512"/>
                </a:lnTo>
                <a:lnTo>
                  <a:pt x="834971" y="6570"/>
                </a:lnTo>
                <a:lnTo>
                  <a:pt x="834670" y="6635"/>
                </a:lnTo>
                <a:lnTo>
                  <a:pt x="834376" y="6710"/>
                </a:lnTo>
                <a:lnTo>
                  <a:pt x="834088" y="6794"/>
                </a:lnTo>
                <a:lnTo>
                  <a:pt x="833807" y="6886"/>
                </a:lnTo>
                <a:lnTo>
                  <a:pt x="833532" y="6987"/>
                </a:lnTo>
                <a:lnTo>
                  <a:pt x="833264" y="7097"/>
                </a:lnTo>
                <a:lnTo>
                  <a:pt x="833002" y="7215"/>
                </a:lnTo>
                <a:lnTo>
                  <a:pt x="832747" y="7343"/>
                </a:lnTo>
                <a:lnTo>
                  <a:pt x="832498" y="7479"/>
                </a:lnTo>
                <a:lnTo>
                  <a:pt x="832256" y="7624"/>
                </a:lnTo>
                <a:lnTo>
                  <a:pt x="832021" y="7778"/>
                </a:lnTo>
                <a:lnTo>
                  <a:pt x="831792" y="7940"/>
                </a:lnTo>
                <a:lnTo>
                  <a:pt x="831569" y="8112"/>
                </a:lnTo>
                <a:lnTo>
                  <a:pt x="831354" y="8292"/>
                </a:lnTo>
                <a:lnTo>
                  <a:pt x="831144" y="8481"/>
                </a:lnTo>
                <a:lnTo>
                  <a:pt x="830941" y="8679"/>
                </a:lnTo>
                <a:lnTo>
                  <a:pt x="830745" y="8885"/>
                </a:lnTo>
                <a:lnTo>
                  <a:pt x="830556" y="9098"/>
                </a:lnTo>
                <a:lnTo>
                  <a:pt x="830375" y="9315"/>
                </a:lnTo>
                <a:lnTo>
                  <a:pt x="830203" y="9536"/>
                </a:lnTo>
                <a:lnTo>
                  <a:pt x="830038" y="9760"/>
                </a:lnTo>
                <a:lnTo>
                  <a:pt x="829881" y="9989"/>
                </a:lnTo>
                <a:lnTo>
                  <a:pt x="829732" y="10221"/>
                </a:lnTo>
                <a:lnTo>
                  <a:pt x="829591" y="10458"/>
                </a:lnTo>
                <a:lnTo>
                  <a:pt x="829459" y="10698"/>
                </a:lnTo>
                <a:lnTo>
                  <a:pt x="829334" y="10942"/>
                </a:lnTo>
                <a:lnTo>
                  <a:pt x="829218" y="11191"/>
                </a:lnTo>
                <a:lnTo>
                  <a:pt x="829109" y="11443"/>
                </a:lnTo>
                <a:lnTo>
                  <a:pt x="829009" y="11699"/>
                </a:lnTo>
                <a:lnTo>
                  <a:pt x="828916" y="11959"/>
                </a:lnTo>
                <a:lnTo>
                  <a:pt x="828832" y="12223"/>
                </a:lnTo>
                <a:lnTo>
                  <a:pt x="828755" y="12491"/>
                </a:lnTo>
                <a:lnTo>
                  <a:pt x="828687" y="12762"/>
                </a:lnTo>
                <a:lnTo>
                  <a:pt x="828627" y="13038"/>
                </a:lnTo>
                <a:lnTo>
                  <a:pt x="828574" y="13318"/>
                </a:lnTo>
                <a:lnTo>
                  <a:pt x="828530" y="13601"/>
                </a:lnTo>
                <a:lnTo>
                  <a:pt x="828494" y="13889"/>
                </a:lnTo>
                <a:lnTo>
                  <a:pt x="828466" y="14180"/>
                </a:lnTo>
                <a:lnTo>
                  <a:pt x="828446" y="14475"/>
                </a:lnTo>
                <a:lnTo>
                  <a:pt x="828434" y="14775"/>
                </a:lnTo>
                <a:lnTo>
                  <a:pt x="828430" y="15078"/>
                </a:lnTo>
                <a:lnTo>
                  <a:pt x="828434" y="15372"/>
                </a:lnTo>
                <a:lnTo>
                  <a:pt x="828446" y="15663"/>
                </a:lnTo>
                <a:lnTo>
                  <a:pt x="828466" y="15950"/>
                </a:lnTo>
                <a:lnTo>
                  <a:pt x="828494" y="16234"/>
                </a:lnTo>
                <a:lnTo>
                  <a:pt x="828530" y="16514"/>
                </a:lnTo>
                <a:close/>
                <a:moveTo>
                  <a:pt x="885920" y="18955"/>
                </a:moveTo>
                <a:lnTo>
                  <a:pt x="885920" y="48895"/>
                </a:lnTo>
                <a:lnTo>
                  <a:pt x="864488" y="48895"/>
                </a:lnTo>
                <a:lnTo>
                  <a:pt x="864488" y="59450"/>
                </a:lnTo>
                <a:lnTo>
                  <a:pt x="885920" y="59450"/>
                </a:lnTo>
                <a:lnTo>
                  <a:pt x="885920" y="136993"/>
                </a:lnTo>
                <a:lnTo>
                  <a:pt x="885925" y="137954"/>
                </a:lnTo>
                <a:lnTo>
                  <a:pt x="885942" y="138897"/>
                </a:lnTo>
                <a:lnTo>
                  <a:pt x="885970" y="139823"/>
                </a:lnTo>
                <a:lnTo>
                  <a:pt x="886009" y="140732"/>
                </a:lnTo>
                <a:lnTo>
                  <a:pt x="886060" y="141624"/>
                </a:lnTo>
                <a:lnTo>
                  <a:pt x="886122" y="142499"/>
                </a:lnTo>
                <a:lnTo>
                  <a:pt x="886194" y="143356"/>
                </a:lnTo>
                <a:lnTo>
                  <a:pt x="886279" y="144197"/>
                </a:lnTo>
                <a:lnTo>
                  <a:pt x="886374" y="145020"/>
                </a:lnTo>
                <a:lnTo>
                  <a:pt x="886481" y="145826"/>
                </a:lnTo>
                <a:lnTo>
                  <a:pt x="886598" y="146614"/>
                </a:lnTo>
                <a:lnTo>
                  <a:pt x="886727" y="147386"/>
                </a:lnTo>
                <a:lnTo>
                  <a:pt x="886868" y="148140"/>
                </a:lnTo>
                <a:lnTo>
                  <a:pt x="887019" y="148877"/>
                </a:lnTo>
                <a:lnTo>
                  <a:pt x="887182" y="149597"/>
                </a:lnTo>
                <a:lnTo>
                  <a:pt x="887356" y="150300"/>
                </a:lnTo>
                <a:lnTo>
                  <a:pt x="887541" y="150985"/>
                </a:lnTo>
                <a:lnTo>
                  <a:pt x="887737" y="151653"/>
                </a:lnTo>
                <a:lnTo>
                  <a:pt x="887945" y="152304"/>
                </a:lnTo>
                <a:lnTo>
                  <a:pt x="888163" y="152938"/>
                </a:lnTo>
                <a:lnTo>
                  <a:pt x="888393" y="153555"/>
                </a:lnTo>
                <a:lnTo>
                  <a:pt x="888635" y="154154"/>
                </a:lnTo>
                <a:lnTo>
                  <a:pt x="888887" y="154737"/>
                </a:lnTo>
                <a:lnTo>
                  <a:pt x="889151" y="155302"/>
                </a:lnTo>
                <a:lnTo>
                  <a:pt x="889424" y="155851"/>
                </a:lnTo>
                <a:lnTo>
                  <a:pt x="889706" y="156388"/>
                </a:lnTo>
                <a:lnTo>
                  <a:pt x="889997" y="156910"/>
                </a:lnTo>
                <a:lnTo>
                  <a:pt x="890296" y="157420"/>
                </a:lnTo>
                <a:lnTo>
                  <a:pt x="890604" y="157916"/>
                </a:lnTo>
                <a:lnTo>
                  <a:pt x="890921" y="158398"/>
                </a:lnTo>
                <a:lnTo>
                  <a:pt x="891246" y="158867"/>
                </a:lnTo>
                <a:lnTo>
                  <a:pt x="891580" y="159322"/>
                </a:lnTo>
                <a:lnTo>
                  <a:pt x="891922" y="159764"/>
                </a:lnTo>
                <a:lnTo>
                  <a:pt x="892273" y="160193"/>
                </a:lnTo>
                <a:lnTo>
                  <a:pt x="892633" y="160608"/>
                </a:lnTo>
                <a:lnTo>
                  <a:pt x="893001" y="161010"/>
                </a:lnTo>
                <a:lnTo>
                  <a:pt x="893378" y="161398"/>
                </a:lnTo>
                <a:lnTo>
                  <a:pt x="893763" y="161773"/>
                </a:lnTo>
                <a:lnTo>
                  <a:pt x="894157" y="162134"/>
                </a:lnTo>
                <a:lnTo>
                  <a:pt x="894559" y="162482"/>
                </a:lnTo>
                <a:lnTo>
                  <a:pt x="894971" y="162816"/>
                </a:lnTo>
                <a:lnTo>
                  <a:pt x="895390" y="163137"/>
                </a:lnTo>
                <a:lnTo>
                  <a:pt x="895819" y="163444"/>
                </a:lnTo>
                <a:lnTo>
                  <a:pt x="896256" y="163738"/>
                </a:lnTo>
                <a:lnTo>
                  <a:pt x="896701" y="164019"/>
                </a:lnTo>
                <a:lnTo>
                  <a:pt x="897155" y="164286"/>
                </a:lnTo>
                <a:lnTo>
                  <a:pt x="897618" y="164539"/>
                </a:lnTo>
                <a:lnTo>
                  <a:pt x="898090" y="164779"/>
                </a:lnTo>
                <a:lnTo>
                  <a:pt x="898568" y="165008"/>
                </a:lnTo>
                <a:lnTo>
                  <a:pt x="899053" y="165226"/>
                </a:lnTo>
                <a:lnTo>
                  <a:pt x="899544" y="165435"/>
                </a:lnTo>
                <a:lnTo>
                  <a:pt x="900040" y="165635"/>
                </a:lnTo>
                <a:lnTo>
                  <a:pt x="900543" y="165824"/>
                </a:lnTo>
                <a:lnTo>
                  <a:pt x="901051" y="166004"/>
                </a:lnTo>
                <a:lnTo>
                  <a:pt x="901566" y="166174"/>
                </a:lnTo>
                <a:lnTo>
                  <a:pt x="902086" y="166335"/>
                </a:lnTo>
                <a:lnTo>
                  <a:pt x="902613" y="166486"/>
                </a:lnTo>
                <a:lnTo>
                  <a:pt x="903145" y="166627"/>
                </a:lnTo>
                <a:lnTo>
                  <a:pt x="903684" y="166758"/>
                </a:lnTo>
                <a:lnTo>
                  <a:pt x="904228" y="166879"/>
                </a:lnTo>
                <a:lnTo>
                  <a:pt x="904779" y="166991"/>
                </a:lnTo>
                <a:lnTo>
                  <a:pt x="905335" y="167093"/>
                </a:lnTo>
                <a:lnTo>
                  <a:pt x="905898" y="167186"/>
                </a:lnTo>
                <a:lnTo>
                  <a:pt x="906466" y="167268"/>
                </a:lnTo>
                <a:lnTo>
                  <a:pt x="907041" y="167341"/>
                </a:lnTo>
                <a:lnTo>
                  <a:pt x="907621" y="167404"/>
                </a:lnTo>
                <a:lnTo>
                  <a:pt x="908207" y="167458"/>
                </a:lnTo>
                <a:lnTo>
                  <a:pt x="908800" y="167502"/>
                </a:lnTo>
                <a:lnTo>
                  <a:pt x="909398" y="167536"/>
                </a:lnTo>
                <a:lnTo>
                  <a:pt x="910002" y="167560"/>
                </a:lnTo>
                <a:lnTo>
                  <a:pt x="910613" y="167574"/>
                </a:lnTo>
                <a:lnTo>
                  <a:pt x="911229" y="167579"/>
                </a:lnTo>
                <a:lnTo>
                  <a:pt x="911543" y="167579"/>
                </a:lnTo>
                <a:lnTo>
                  <a:pt x="911857" y="167576"/>
                </a:lnTo>
                <a:lnTo>
                  <a:pt x="912172" y="167572"/>
                </a:lnTo>
                <a:lnTo>
                  <a:pt x="912487" y="167566"/>
                </a:lnTo>
                <a:lnTo>
                  <a:pt x="912802" y="167558"/>
                </a:lnTo>
                <a:lnTo>
                  <a:pt x="913117" y="167549"/>
                </a:lnTo>
                <a:lnTo>
                  <a:pt x="913432" y="167538"/>
                </a:lnTo>
                <a:lnTo>
                  <a:pt x="913748" y="167525"/>
                </a:lnTo>
                <a:lnTo>
                  <a:pt x="914064" y="167511"/>
                </a:lnTo>
                <a:lnTo>
                  <a:pt x="914379" y="167495"/>
                </a:lnTo>
                <a:lnTo>
                  <a:pt x="914695" y="167478"/>
                </a:lnTo>
                <a:lnTo>
                  <a:pt x="915012" y="167458"/>
                </a:lnTo>
                <a:lnTo>
                  <a:pt x="915328" y="167437"/>
                </a:lnTo>
                <a:lnTo>
                  <a:pt x="915645" y="167414"/>
                </a:lnTo>
                <a:lnTo>
                  <a:pt x="915962" y="167390"/>
                </a:lnTo>
                <a:lnTo>
                  <a:pt x="916279" y="167364"/>
                </a:lnTo>
                <a:lnTo>
                  <a:pt x="916596" y="167336"/>
                </a:lnTo>
                <a:lnTo>
                  <a:pt x="916913" y="167307"/>
                </a:lnTo>
                <a:lnTo>
                  <a:pt x="917231" y="167276"/>
                </a:lnTo>
                <a:lnTo>
                  <a:pt x="917549" y="167243"/>
                </a:lnTo>
                <a:lnTo>
                  <a:pt x="917867" y="167208"/>
                </a:lnTo>
                <a:lnTo>
                  <a:pt x="918185" y="167172"/>
                </a:lnTo>
                <a:lnTo>
                  <a:pt x="918503" y="167134"/>
                </a:lnTo>
                <a:lnTo>
                  <a:pt x="918822" y="167095"/>
                </a:lnTo>
                <a:lnTo>
                  <a:pt x="919138" y="167054"/>
                </a:lnTo>
                <a:lnTo>
                  <a:pt x="919449" y="167012"/>
                </a:lnTo>
                <a:lnTo>
                  <a:pt x="919755" y="166969"/>
                </a:lnTo>
                <a:lnTo>
                  <a:pt x="920056" y="166926"/>
                </a:lnTo>
                <a:lnTo>
                  <a:pt x="920352" y="166881"/>
                </a:lnTo>
                <a:lnTo>
                  <a:pt x="920642" y="166836"/>
                </a:lnTo>
                <a:lnTo>
                  <a:pt x="920928" y="166789"/>
                </a:lnTo>
                <a:lnTo>
                  <a:pt x="921209" y="166742"/>
                </a:lnTo>
                <a:lnTo>
                  <a:pt x="921485" y="166693"/>
                </a:lnTo>
                <a:lnTo>
                  <a:pt x="921755" y="166644"/>
                </a:lnTo>
                <a:lnTo>
                  <a:pt x="922021" y="166594"/>
                </a:lnTo>
                <a:lnTo>
                  <a:pt x="922281" y="166543"/>
                </a:lnTo>
                <a:lnTo>
                  <a:pt x="922537" y="166491"/>
                </a:lnTo>
                <a:lnTo>
                  <a:pt x="922787" y="166438"/>
                </a:lnTo>
                <a:lnTo>
                  <a:pt x="923033" y="166384"/>
                </a:lnTo>
                <a:lnTo>
                  <a:pt x="923273" y="166329"/>
                </a:lnTo>
                <a:lnTo>
                  <a:pt x="923508" y="166273"/>
                </a:lnTo>
                <a:lnTo>
                  <a:pt x="923739" y="166216"/>
                </a:lnTo>
                <a:lnTo>
                  <a:pt x="923964" y="166159"/>
                </a:lnTo>
                <a:lnTo>
                  <a:pt x="924184" y="166100"/>
                </a:lnTo>
                <a:lnTo>
                  <a:pt x="924399" y="166040"/>
                </a:lnTo>
                <a:lnTo>
                  <a:pt x="924609" y="165980"/>
                </a:lnTo>
                <a:lnTo>
                  <a:pt x="924814" y="165919"/>
                </a:lnTo>
                <a:lnTo>
                  <a:pt x="925014" y="165856"/>
                </a:lnTo>
                <a:lnTo>
                  <a:pt x="924476" y="154979"/>
                </a:lnTo>
                <a:lnTo>
                  <a:pt x="924287" y="155006"/>
                </a:lnTo>
                <a:lnTo>
                  <a:pt x="924096" y="155033"/>
                </a:lnTo>
                <a:lnTo>
                  <a:pt x="923904" y="155060"/>
                </a:lnTo>
                <a:lnTo>
                  <a:pt x="923711" y="155088"/>
                </a:lnTo>
                <a:lnTo>
                  <a:pt x="923517" y="155116"/>
                </a:lnTo>
                <a:lnTo>
                  <a:pt x="923321" y="155143"/>
                </a:lnTo>
                <a:lnTo>
                  <a:pt x="923124" y="155172"/>
                </a:lnTo>
                <a:lnTo>
                  <a:pt x="922926" y="155200"/>
                </a:lnTo>
                <a:lnTo>
                  <a:pt x="922727" y="155228"/>
                </a:lnTo>
                <a:lnTo>
                  <a:pt x="922526" y="155257"/>
                </a:lnTo>
                <a:lnTo>
                  <a:pt x="922323" y="155286"/>
                </a:lnTo>
                <a:lnTo>
                  <a:pt x="922120" y="155315"/>
                </a:lnTo>
                <a:lnTo>
                  <a:pt x="921915" y="155344"/>
                </a:lnTo>
                <a:lnTo>
                  <a:pt x="921709" y="155374"/>
                </a:lnTo>
                <a:lnTo>
                  <a:pt x="921501" y="155403"/>
                </a:lnTo>
                <a:lnTo>
                  <a:pt x="921293" y="155433"/>
                </a:lnTo>
                <a:lnTo>
                  <a:pt x="921083" y="155463"/>
                </a:lnTo>
                <a:lnTo>
                  <a:pt x="920871" y="155494"/>
                </a:lnTo>
                <a:lnTo>
                  <a:pt x="920659" y="155524"/>
                </a:lnTo>
                <a:lnTo>
                  <a:pt x="920445" y="155554"/>
                </a:lnTo>
                <a:lnTo>
                  <a:pt x="920229" y="155585"/>
                </a:lnTo>
                <a:lnTo>
                  <a:pt x="920013" y="155616"/>
                </a:lnTo>
                <a:lnTo>
                  <a:pt x="919795" y="155647"/>
                </a:lnTo>
                <a:lnTo>
                  <a:pt x="919576" y="155679"/>
                </a:lnTo>
                <a:lnTo>
                  <a:pt x="919355" y="155709"/>
                </a:lnTo>
                <a:lnTo>
                  <a:pt x="919134" y="155739"/>
                </a:lnTo>
                <a:lnTo>
                  <a:pt x="918912" y="155767"/>
                </a:lnTo>
                <a:lnTo>
                  <a:pt x="918688" y="155794"/>
                </a:lnTo>
                <a:lnTo>
                  <a:pt x="918464" y="155819"/>
                </a:lnTo>
                <a:lnTo>
                  <a:pt x="918239" y="155844"/>
                </a:lnTo>
                <a:lnTo>
                  <a:pt x="918013" y="155866"/>
                </a:lnTo>
                <a:lnTo>
                  <a:pt x="917787" y="155888"/>
                </a:lnTo>
                <a:lnTo>
                  <a:pt x="917559" y="155908"/>
                </a:lnTo>
                <a:lnTo>
                  <a:pt x="917330" y="155927"/>
                </a:lnTo>
                <a:lnTo>
                  <a:pt x="917100" y="155945"/>
                </a:lnTo>
                <a:lnTo>
                  <a:pt x="916870" y="155961"/>
                </a:lnTo>
                <a:lnTo>
                  <a:pt x="916638" y="155976"/>
                </a:lnTo>
                <a:lnTo>
                  <a:pt x="916405" y="155990"/>
                </a:lnTo>
                <a:lnTo>
                  <a:pt x="916172" y="156003"/>
                </a:lnTo>
                <a:lnTo>
                  <a:pt x="915938" y="156014"/>
                </a:lnTo>
                <a:lnTo>
                  <a:pt x="915702" y="156024"/>
                </a:lnTo>
                <a:lnTo>
                  <a:pt x="915466" y="156032"/>
                </a:lnTo>
                <a:lnTo>
                  <a:pt x="915229" y="156039"/>
                </a:lnTo>
                <a:lnTo>
                  <a:pt x="914991" y="156045"/>
                </a:lnTo>
                <a:lnTo>
                  <a:pt x="914752" y="156050"/>
                </a:lnTo>
                <a:lnTo>
                  <a:pt x="914512" y="156053"/>
                </a:lnTo>
                <a:lnTo>
                  <a:pt x="914271" y="156055"/>
                </a:lnTo>
                <a:lnTo>
                  <a:pt x="914029" y="156056"/>
                </a:lnTo>
                <a:lnTo>
                  <a:pt x="913698" y="156053"/>
                </a:lnTo>
                <a:lnTo>
                  <a:pt x="913368" y="156046"/>
                </a:lnTo>
                <a:lnTo>
                  <a:pt x="913040" y="156035"/>
                </a:lnTo>
                <a:lnTo>
                  <a:pt x="912714" y="156018"/>
                </a:lnTo>
                <a:lnTo>
                  <a:pt x="912390" y="155997"/>
                </a:lnTo>
                <a:lnTo>
                  <a:pt x="912067" y="155971"/>
                </a:lnTo>
                <a:lnTo>
                  <a:pt x="911746" y="155941"/>
                </a:lnTo>
                <a:lnTo>
                  <a:pt x="911426" y="155906"/>
                </a:lnTo>
                <a:lnTo>
                  <a:pt x="911109" y="155866"/>
                </a:lnTo>
                <a:lnTo>
                  <a:pt x="910792" y="155822"/>
                </a:lnTo>
                <a:lnTo>
                  <a:pt x="910478" y="155773"/>
                </a:lnTo>
                <a:lnTo>
                  <a:pt x="910165" y="155719"/>
                </a:lnTo>
                <a:lnTo>
                  <a:pt x="909854" y="155661"/>
                </a:lnTo>
                <a:lnTo>
                  <a:pt x="909545" y="155597"/>
                </a:lnTo>
                <a:lnTo>
                  <a:pt x="909237" y="155530"/>
                </a:lnTo>
                <a:lnTo>
                  <a:pt x="908931" y="155457"/>
                </a:lnTo>
                <a:lnTo>
                  <a:pt x="908627" y="155380"/>
                </a:lnTo>
                <a:lnTo>
                  <a:pt x="908324" y="155298"/>
                </a:lnTo>
                <a:lnTo>
                  <a:pt x="908023" y="155212"/>
                </a:lnTo>
                <a:lnTo>
                  <a:pt x="907724" y="155121"/>
                </a:lnTo>
                <a:lnTo>
                  <a:pt x="907427" y="155025"/>
                </a:lnTo>
                <a:lnTo>
                  <a:pt x="907131" y="154924"/>
                </a:lnTo>
                <a:lnTo>
                  <a:pt x="906836" y="154819"/>
                </a:lnTo>
                <a:lnTo>
                  <a:pt x="906544" y="154709"/>
                </a:lnTo>
                <a:lnTo>
                  <a:pt x="906255" y="154592"/>
                </a:lnTo>
                <a:lnTo>
                  <a:pt x="905970" y="154466"/>
                </a:lnTo>
                <a:lnTo>
                  <a:pt x="905691" y="154329"/>
                </a:lnTo>
                <a:lnTo>
                  <a:pt x="905416" y="154183"/>
                </a:lnTo>
                <a:lnTo>
                  <a:pt x="905146" y="154027"/>
                </a:lnTo>
                <a:lnTo>
                  <a:pt x="904881" y="153861"/>
                </a:lnTo>
                <a:lnTo>
                  <a:pt x="904621" y="153686"/>
                </a:lnTo>
                <a:lnTo>
                  <a:pt x="904366" y="153501"/>
                </a:lnTo>
                <a:lnTo>
                  <a:pt x="904116" y="153306"/>
                </a:lnTo>
                <a:lnTo>
                  <a:pt x="903870" y="153101"/>
                </a:lnTo>
                <a:lnTo>
                  <a:pt x="903630" y="152887"/>
                </a:lnTo>
                <a:lnTo>
                  <a:pt x="903394" y="152663"/>
                </a:lnTo>
                <a:lnTo>
                  <a:pt x="903163" y="152429"/>
                </a:lnTo>
                <a:lnTo>
                  <a:pt x="902937" y="152186"/>
                </a:lnTo>
                <a:lnTo>
                  <a:pt x="902716" y="151933"/>
                </a:lnTo>
                <a:lnTo>
                  <a:pt x="902499" y="151670"/>
                </a:lnTo>
                <a:lnTo>
                  <a:pt x="902288" y="151397"/>
                </a:lnTo>
                <a:lnTo>
                  <a:pt x="902081" y="151115"/>
                </a:lnTo>
                <a:lnTo>
                  <a:pt x="901879" y="150823"/>
                </a:lnTo>
                <a:lnTo>
                  <a:pt x="901683" y="150521"/>
                </a:lnTo>
                <a:lnTo>
                  <a:pt x="901491" y="150210"/>
                </a:lnTo>
                <a:lnTo>
                  <a:pt x="901303" y="149888"/>
                </a:lnTo>
                <a:lnTo>
                  <a:pt x="901121" y="149557"/>
                </a:lnTo>
                <a:lnTo>
                  <a:pt x="900944" y="149217"/>
                </a:lnTo>
                <a:lnTo>
                  <a:pt x="900772" y="148864"/>
                </a:lnTo>
                <a:lnTo>
                  <a:pt x="900608" y="148498"/>
                </a:lnTo>
                <a:lnTo>
                  <a:pt x="900451" y="148119"/>
                </a:lnTo>
                <a:lnTo>
                  <a:pt x="900302" y="147725"/>
                </a:lnTo>
                <a:lnTo>
                  <a:pt x="900160" y="147318"/>
                </a:lnTo>
                <a:lnTo>
                  <a:pt x="900025" y="146898"/>
                </a:lnTo>
                <a:lnTo>
                  <a:pt x="899897" y="146464"/>
                </a:lnTo>
                <a:lnTo>
                  <a:pt x="899777" y="146016"/>
                </a:lnTo>
                <a:lnTo>
                  <a:pt x="899664" y="145554"/>
                </a:lnTo>
                <a:lnTo>
                  <a:pt x="899558" y="145079"/>
                </a:lnTo>
                <a:lnTo>
                  <a:pt x="899460" y="144590"/>
                </a:lnTo>
                <a:lnTo>
                  <a:pt x="899369" y="144088"/>
                </a:lnTo>
                <a:lnTo>
                  <a:pt x="899285" y="143571"/>
                </a:lnTo>
                <a:lnTo>
                  <a:pt x="899208" y="143042"/>
                </a:lnTo>
                <a:lnTo>
                  <a:pt x="899139" y="142498"/>
                </a:lnTo>
                <a:lnTo>
                  <a:pt x="899077" y="141941"/>
                </a:lnTo>
                <a:lnTo>
                  <a:pt x="899022" y="141370"/>
                </a:lnTo>
                <a:lnTo>
                  <a:pt x="898975" y="140786"/>
                </a:lnTo>
                <a:lnTo>
                  <a:pt x="898935" y="140188"/>
                </a:lnTo>
                <a:lnTo>
                  <a:pt x="898902" y="139576"/>
                </a:lnTo>
                <a:lnTo>
                  <a:pt x="898876" y="138951"/>
                </a:lnTo>
                <a:lnTo>
                  <a:pt x="898858" y="138312"/>
                </a:lnTo>
                <a:lnTo>
                  <a:pt x="898847" y="137659"/>
                </a:lnTo>
                <a:lnTo>
                  <a:pt x="898843" y="136993"/>
                </a:lnTo>
                <a:lnTo>
                  <a:pt x="898843" y="59450"/>
                </a:lnTo>
                <a:lnTo>
                  <a:pt x="922968" y="59450"/>
                </a:lnTo>
                <a:lnTo>
                  <a:pt x="922968" y="48895"/>
                </a:lnTo>
                <a:lnTo>
                  <a:pt x="898843" y="48895"/>
                </a:lnTo>
                <a:lnTo>
                  <a:pt x="898843" y="18955"/>
                </a:lnTo>
                <a:lnTo>
                  <a:pt x="885920" y="18955"/>
                </a:lnTo>
                <a:close/>
                <a:moveTo>
                  <a:pt x="1145659" y="64683"/>
                </a:moveTo>
                <a:lnTo>
                  <a:pt x="1145252" y="64093"/>
                </a:lnTo>
                <a:lnTo>
                  <a:pt x="1144837" y="63511"/>
                </a:lnTo>
                <a:lnTo>
                  <a:pt x="1144414" y="62936"/>
                </a:lnTo>
                <a:lnTo>
                  <a:pt x="1143984" y="62371"/>
                </a:lnTo>
                <a:lnTo>
                  <a:pt x="1143546" y="61813"/>
                </a:lnTo>
                <a:lnTo>
                  <a:pt x="1143101" y="61264"/>
                </a:lnTo>
                <a:lnTo>
                  <a:pt x="1142649" y="60723"/>
                </a:lnTo>
                <a:lnTo>
                  <a:pt x="1142189" y="60190"/>
                </a:lnTo>
                <a:lnTo>
                  <a:pt x="1141722" y="59665"/>
                </a:lnTo>
                <a:lnTo>
                  <a:pt x="1141247" y="59150"/>
                </a:lnTo>
                <a:lnTo>
                  <a:pt x="1140764" y="58644"/>
                </a:lnTo>
                <a:lnTo>
                  <a:pt x="1140274" y="58149"/>
                </a:lnTo>
                <a:lnTo>
                  <a:pt x="1139776" y="57664"/>
                </a:lnTo>
                <a:lnTo>
                  <a:pt x="1139270" y="57189"/>
                </a:lnTo>
                <a:lnTo>
                  <a:pt x="1138757" y="56724"/>
                </a:lnTo>
                <a:lnTo>
                  <a:pt x="1138236" y="56269"/>
                </a:lnTo>
                <a:lnTo>
                  <a:pt x="1137707" y="55824"/>
                </a:lnTo>
                <a:lnTo>
                  <a:pt x="1137170" y="55389"/>
                </a:lnTo>
                <a:lnTo>
                  <a:pt x="1136626" y="54965"/>
                </a:lnTo>
                <a:lnTo>
                  <a:pt x="1136075" y="54550"/>
                </a:lnTo>
                <a:lnTo>
                  <a:pt x="1135515" y="54146"/>
                </a:lnTo>
                <a:lnTo>
                  <a:pt x="1134948" y="53751"/>
                </a:lnTo>
                <a:lnTo>
                  <a:pt x="1134374" y="53367"/>
                </a:lnTo>
                <a:lnTo>
                  <a:pt x="1133791" y="52993"/>
                </a:lnTo>
                <a:lnTo>
                  <a:pt x="1133201" y="52629"/>
                </a:lnTo>
                <a:lnTo>
                  <a:pt x="1132604" y="52275"/>
                </a:lnTo>
                <a:lnTo>
                  <a:pt x="1131998" y="51931"/>
                </a:lnTo>
                <a:lnTo>
                  <a:pt x="1131385" y="51597"/>
                </a:lnTo>
                <a:lnTo>
                  <a:pt x="1130765" y="51274"/>
                </a:lnTo>
                <a:lnTo>
                  <a:pt x="1130136" y="50960"/>
                </a:lnTo>
                <a:lnTo>
                  <a:pt x="1129500" y="50657"/>
                </a:lnTo>
                <a:lnTo>
                  <a:pt x="1128857" y="50363"/>
                </a:lnTo>
                <a:lnTo>
                  <a:pt x="1128205" y="50080"/>
                </a:lnTo>
                <a:lnTo>
                  <a:pt x="1127546" y="49808"/>
                </a:lnTo>
                <a:lnTo>
                  <a:pt x="1126879" y="49547"/>
                </a:lnTo>
                <a:lnTo>
                  <a:pt x="1126203" y="49297"/>
                </a:lnTo>
                <a:lnTo>
                  <a:pt x="1125519" y="49060"/>
                </a:lnTo>
                <a:lnTo>
                  <a:pt x="1124827" y="48834"/>
                </a:lnTo>
                <a:lnTo>
                  <a:pt x="1124126" y="48619"/>
                </a:lnTo>
                <a:lnTo>
                  <a:pt x="1123418" y="48416"/>
                </a:lnTo>
                <a:lnTo>
                  <a:pt x="1122701" y="48225"/>
                </a:lnTo>
                <a:lnTo>
                  <a:pt x="1121976" y="48045"/>
                </a:lnTo>
                <a:lnTo>
                  <a:pt x="1121242" y="47877"/>
                </a:lnTo>
                <a:lnTo>
                  <a:pt x="1120501" y="47721"/>
                </a:lnTo>
                <a:lnTo>
                  <a:pt x="1119751" y="47576"/>
                </a:lnTo>
                <a:lnTo>
                  <a:pt x="1118993" y="47443"/>
                </a:lnTo>
                <a:lnTo>
                  <a:pt x="1118227" y="47321"/>
                </a:lnTo>
                <a:lnTo>
                  <a:pt x="1117452" y="47211"/>
                </a:lnTo>
                <a:lnTo>
                  <a:pt x="1116670" y="47112"/>
                </a:lnTo>
                <a:lnTo>
                  <a:pt x="1115879" y="47025"/>
                </a:lnTo>
                <a:lnTo>
                  <a:pt x="1115080" y="46950"/>
                </a:lnTo>
                <a:lnTo>
                  <a:pt x="1114272" y="46886"/>
                </a:lnTo>
                <a:lnTo>
                  <a:pt x="1113457" y="46834"/>
                </a:lnTo>
                <a:lnTo>
                  <a:pt x="1112633" y="46793"/>
                </a:lnTo>
                <a:lnTo>
                  <a:pt x="1111801" y="46764"/>
                </a:lnTo>
                <a:lnTo>
                  <a:pt x="1110960" y="46747"/>
                </a:lnTo>
                <a:lnTo>
                  <a:pt x="1110112" y="46741"/>
                </a:lnTo>
                <a:lnTo>
                  <a:pt x="1109245" y="46748"/>
                </a:lnTo>
                <a:lnTo>
                  <a:pt x="1108386" y="46770"/>
                </a:lnTo>
                <a:lnTo>
                  <a:pt x="1107534" y="46806"/>
                </a:lnTo>
                <a:lnTo>
                  <a:pt x="1106690" y="46856"/>
                </a:lnTo>
                <a:lnTo>
                  <a:pt x="1105853" y="46921"/>
                </a:lnTo>
                <a:lnTo>
                  <a:pt x="1105023" y="47000"/>
                </a:lnTo>
                <a:lnTo>
                  <a:pt x="1104201" y="47094"/>
                </a:lnTo>
                <a:lnTo>
                  <a:pt x="1103387" y="47202"/>
                </a:lnTo>
                <a:lnTo>
                  <a:pt x="1102580" y="47324"/>
                </a:lnTo>
                <a:lnTo>
                  <a:pt x="1101780" y="47461"/>
                </a:lnTo>
                <a:lnTo>
                  <a:pt x="1100988" y="47612"/>
                </a:lnTo>
                <a:lnTo>
                  <a:pt x="1100204" y="47778"/>
                </a:lnTo>
                <a:lnTo>
                  <a:pt x="1099427" y="47958"/>
                </a:lnTo>
                <a:lnTo>
                  <a:pt x="1098657" y="48152"/>
                </a:lnTo>
                <a:lnTo>
                  <a:pt x="1097895" y="48361"/>
                </a:lnTo>
                <a:lnTo>
                  <a:pt x="1097140" y="48584"/>
                </a:lnTo>
                <a:lnTo>
                  <a:pt x="1096393" y="48822"/>
                </a:lnTo>
                <a:lnTo>
                  <a:pt x="1095653" y="49074"/>
                </a:lnTo>
                <a:lnTo>
                  <a:pt x="1094921" y="49340"/>
                </a:lnTo>
                <a:lnTo>
                  <a:pt x="1094197" y="49621"/>
                </a:lnTo>
                <a:lnTo>
                  <a:pt x="1093479" y="49916"/>
                </a:lnTo>
                <a:lnTo>
                  <a:pt x="1092769" y="50225"/>
                </a:lnTo>
                <a:lnTo>
                  <a:pt x="1092067" y="50549"/>
                </a:lnTo>
                <a:lnTo>
                  <a:pt x="1091372" y="50888"/>
                </a:lnTo>
                <a:lnTo>
                  <a:pt x="1090686" y="51240"/>
                </a:lnTo>
                <a:lnTo>
                  <a:pt x="1090007" y="51604"/>
                </a:lnTo>
                <a:lnTo>
                  <a:pt x="1089337" y="51982"/>
                </a:lnTo>
                <a:lnTo>
                  <a:pt x="1088675" y="52372"/>
                </a:lnTo>
                <a:lnTo>
                  <a:pt x="1088022" y="52774"/>
                </a:lnTo>
                <a:lnTo>
                  <a:pt x="1087377" y="53190"/>
                </a:lnTo>
                <a:lnTo>
                  <a:pt x="1086741" y="53618"/>
                </a:lnTo>
                <a:lnTo>
                  <a:pt x="1086113" y="54059"/>
                </a:lnTo>
                <a:lnTo>
                  <a:pt x="1085494" y="54512"/>
                </a:lnTo>
                <a:lnTo>
                  <a:pt x="1084882" y="54979"/>
                </a:lnTo>
                <a:lnTo>
                  <a:pt x="1084280" y="55458"/>
                </a:lnTo>
                <a:lnTo>
                  <a:pt x="1083685" y="55950"/>
                </a:lnTo>
                <a:lnTo>
                  <a:pt x="1083100" y="56454"/>
                </a:lnTo>
                <a:lnTo>
                  <a:pt x="1082522" y="56971"/>
                </a:lnTo>
                <a:lnTo>
                  <a:pt x="1081953" y="57501"/>
                </a:lnTo>
                <a:lnTo>
                  <a:pt x="1081392" y="58044"/>
                </a:lnTo>
                <a:lnTo>
                  <a:pt x="1080840" y="58599"/>
                </a:lnTo>
                <a:lnTo>
                  <a:pt x="1080296" y="59167"/>
                </a:lnTo>
                <a:lnTo>
                  <a:pt x="1079761" y="59748"/>
                </a:lnTo>
                <a:lnTo>
                  <a:pt x="1079234" y="60341"/>
                </a:lnTo>
                <a:lnTo>
                  <a:pt x="1078715" y="60947"/>
                </a:lnTo>
                <a:lnTo>
                  <a:pt x="1078205" y="61566"/>
                </a:lnTo>
                <a:lnTo>
                  <a:pt x="1077703" y="62198"/>
                </a:lnTo>
                <a:lnTo>
                  <a:pt x="1077210" y="62842"/>
                </a:lnTo>
                <a:lnTo>
                  <a:pt x="1076726" y="63498"/>
                </a:lnTo>
                <a:lnTo>
                  <a:pt x="1076251" y="64165"/>
                </a:lnTo>
                <a:lnTo>
                  <a:pt x="1075786" y="64843"/>
                </a:lnTo>
                <a:lnTo>
                  <a:pt x="1075330" y="65532"/>
                </a:lnTo>
                <a:lnTo>
                  <a:pt x="1074884" y="66231"/>
                </a:lnTo>
                <a:lnTo>
                  <a:pt x="1074447" y="66942"/>
                </a:lnTo>
                <a:lnTo>
                  <a:pt x="1074020" y="67663"/>
                </a:lnTo>
                <a:lnTo>
                  <a:pt x="1073602" y="68395"/>
                </a:lnTo>
                <a:lnTo>
                  <a:pt x="1073194" y="69138"/>
                </a:lnTo>
                <a:lnTo>
                  <a:pt x="1072795" y="69891"/>
                </a:lnTo>
                <a:lnTo>
                  <a:pt x="1072406" y="70656"/>
                </a:lnTo>
                <a:lnTo>
                  <a:pt x="1072027" y="71431"/>
                </a:lnTo>
                <a:lnTo>
                  <a:pt x="1071657" y="72217"/>
                </a:lnTo>
                <a:lnTo>
                  <a:pt x="1071297" y="73015"/>
                </a:lnTo>
                <a:lnTo>
                  <a:pt x="1070946" y="73822"/>
                </a:lnTo>
                <a:lnTo>
                  <a:pt x="1070604" y="74641"/>
                </a:lnTo>
                <a:lnTo>
                  <a:pt x="1070273" y="75471"/>
                </a:lnTo>
                <a:lnTo>
                  <a:pt x="1069950" y="76311"/>
                </a:lnTo>
                <a:lnTo>
                  <a:pt x="1069638" y="77163"/>
                </a:lnTo>
                <a:lnTo>
                  <a:pt x="1069335" y="78025"/>
                </a:lnTo>
                <a:lnTo>
                  <a:pt x="1069041" y="78898"/>
                </a:lnTo>
                <a:lnTo>
                  <a:pt x="1068757" y="79782"/>
                </a:lnTo>
                <a:lnTo>
                  <a:pt x="1068482" y="80676"/>
                </a:lnTo>
                <a:lnTo>
                  <a:pt x="1068217" y="81582"/>
                </a:lnTo>
                <a:lnTo>
                  <a:pt x="1067962" y="82497"/>
                </a:lnTo>
                <a:lnTo>
                  <a:pt x="1067718" y="83422"/>
                </a:lnTo>
                <a:lnTo>
                  <a:pt x="1067485" y="84356"/>
                </a:lnTo>
                <a:lnTo>
                  <a:pt x="1067263" y="85299"/>
                </a:lnTo>
                <a:lnTo>
                  <a:pt x="1067051" y="86251"/>
                </a:lnTo>
                <a:lnTo>
                  <a:pt x="1066851" y="87212"/>
                </a:lnTo>
                <a:lnTo>
                  <a:pt x="1066661" y="88183"/>
                </a:lnTo>
                <a:lnTo>
                  <a:pt x="1066482" y="89163"/>
                </a:lnTo>
                <a:lnTo>
                  <a:pt x="1066314" y="90151"/>
                </a:lnTo>
                <a:lnTo>
                  <a:pt x="1066157" y="91149"/>
                </a:lnTo>
                <a:lnTo>
                  <a:pt x="1066010" y="92157"/>
                </a:lnTo>
                <a:lnTo>
                  <a:pt x="1065875" y="93173"/>
                </a:lnTo>
                <a:lnTo>
                  <a:pt x="1065750" y="94198"/>
                </a:lnTo>
                <a:lnTo>
                  <a:pt x="1065636" y="95233"/>
                </a:lnTo>
                <a:lnTo>
                  <a:pt x="1065533" y="96277"/>
                </a:lnTo>
                <a:lnTo>
                  <a:pt x="1065441" y="97330"/>
                </a:lnTo>
                <a:lnTo>
                  <a:pt x="1065360" y="98392"/>
                </a:lnTo>
                <a:lnTo>
                  <a:pt x="1065289" y="99463"/>
                </a:lnTo>
                <a:lnTo>
                  <a:pt x="1065229" y="100544"/>
                </a:lnTo>
                <a:lnTo>
                  <a:pt x="1065181" y="101633"/>
                </a:lnTo>
                <a:lnTo>
                  <a:pt x="1065143" y="102732"/>
                </a:lnTo>
                <a:lnTo>
                  <a:pt x="1065116" y="103840"/>
                </a:lnTo>
                <a:lnTo>
                  <a:pt x="1065099" y="104957"/>
                </a:lnTo>
                <a:lnTo>
                  <a:pt x="1065094" y="106083"/>
                </a:lnTo>
                <a:lnTo>
                  <a:pt x="1065094" y="108345"/>
                </a:lnTo>
                <a:lnTo>
                  <a:pt x="1065099" y="109427"/>
                </a:lnTo>
                <a:lnTo>
                  <a:pt x="1065116" y="110502"/>
                </a:lnTo>
                <a:lnTo>
                  <a:pt x="1065143" y="111568"/>
                </a:lnTo>
                <a:lnTo>
                  <a:pt x="1065181" y="112628"/>
                </a:lnTo>
                <a:lnTo>
                  <a:pt x="1065229" y="113679"/>
                </a:lnTo>
                <a:lnTo>
                  <a:pt x="1065289" y="114723"/>
                </a:lnTo>
                <a:lnTo>
                  <a:pt x="1065360" y="115759"/>
                </a:lnTo>
                <a:lnTo>
                  <a:pt x="1065441" y="116787"/>
                </a:lnTo>
                <a:lnTo>
                  <a:pt x="1065533" y="117808"/>
                </a:lnTo>
                <a:lnTo>
                  <a:pt x="1065636" y="118821"/>
                </a:lnTo>
                <a:lnTo>
                  <a:pt x="1065750" y="119827"/>
                </a:lnTo>
                <a:lnTo>
                  <a:pt x="1065875" y="120825"/>
                </a:lnTo>
                <a:lnTo>
                  <a:pt x="1066010" y="121815"/>
                </a:lnTo>
                <a:lnTo>
                  <a:pt x="1066157" y="122797"/>
                </a:lnTo>
                <a:lnTo>
                  <a:pt x="1066314" y="123772"/>
                </a:lnTo>
                <a:lnTo>
                  <a:pt x="1066482" y="124739"/>
                </a:lnTo>
                <a:lnTo>
                  <a:pt x="1066661" y="125699"/>
                </a:lnTo>
                <a:lnTo>
                  <a:pt x="1066851" y="126650"/>
                </a:lnTo>
                <a:lnTo>
                  <a:pt x="1067051" y="127595"/>
                </a:lnTo>
                <a:lnTo>
                  <a:pt x="1067263" y="128531"/>
                </a:lnTo>
                <a:lnTo>
                  <a:pt x="1067485" y="129460"/>
                </a:lnTo>
                <a:lnTo>
                  <a:pt x="1067718" y="130381"/>
                </a:lnTo>
                <a:lnTo>
                  <a:pt x="1067962" y="131294"/>
                </a:lnTo>
                <a:lnTo>
                  <a:pt x="1068217" y="132200"/>
                </a:lnTo>
                <a:lnTo>
                  <a:pt x="1068482" y="133097"/>
                </a:lnTo>
                <a:lnTo>
                  <a:pt x="1068756" y="133984"/>
                </a:lnTo>
                <a:lnTo>
                  <a:pt x="1069040" y="134861"/>
                </a:lnTo>
                <a:lnTo>
                  <a:pt x="1069333" y="135727"/>
                </a:lnTo>
                <a:lnTo>
                  <a:pt x="1069635" y="136584"/>
                </a:lnTo>
                <a:lnTo>
                  <a:pt x="1069947" y="137430"/>
                </a:lnTo>
                <a:lnTo>
                  <a:pt x="1070268" y="138267"/>
                </a:lnTo>
                <a:lnTo>
                  <a:pt x="1070598" y="139093"/>
                </a:lnTo>
                <a:lnTo>
                  <a:pt x="1070938" y="139909"/>
                </a:lnTo>
                <a:lnTo>
                  <a:pt x="1071287" y="140715"/>
                </a:lnTo>
                <a:lnTo>
                  <a:pt x="1071646" y="141511"/>
                </a:lnTo>
                <a:lnTo>
                  <a:pt x="1072014" y="142297"/>
                </a:lnTo>
                <a:lnTo>
                  <a:pt x="1072391" y="143073"/>
                </a:lnTo>
                <a:lnTo>
                  <a:pt x="1072777" y="143838"/>
                </a:lnTo>
                <a:lnTo>
                  <a:pt x="1073173" y="144594"/>
                </a:lnTo>
                <a:lnTo>
                  <a:pt x="1073578" y="145340"/>
                </a:lnTo>
                <a:lnTo>
                  <a:pt x="1073993" y="146075"/>
                </a:lnTo>
                <a:lnTo>
                  <a:pt x="1074417" y="146800"/>
                </a:lnTo>
                <a:lnTo>
                  <a:pt x="1074850" y="147515"/>
                </a:lnTo>
                <a:lnTo>
                  <a:pt x="1075292" y="148220"/>
                </a:lnTo>
                <a:lnTo>
                  <a:pt x="1075744" y="148915"/>
                </a:lnTo>
                <a:lnTo>
                  <a:pt x="1076206" y="149600"/>
                </a:lnTo>
                <a:lnTo>
                  <a:pt x="1076676" y="150275"/>
                </a:lnTo>
                <a:lnTo>
                  <a:pt x="1077156" y="150940"/>
                </a:lnTo>
                <a:lnTo>
                  <a:pt x="1077645" y="151593"/>
                </a:lnTo>
                <a:lnTo>
                  <a:pt x="1078143" y="152235"/>
                </a:lnTo>
                <a:lnTo>
                  <a:pt x="1078649" y="152863"/>
                </a:lnTo>
                <a:lnTo>
                  <a:pt x="1079164" y="153480"/>
                </a:lnTo>
                <a:lnTo>
                  <a:pt x="1079687" y="154084"/>
                </a:lnTo>
                <a:lnTo>
                  <a:pt x="1080219" y="154676"/>
                </a:lnTo>
                <a:lnTo>
                  <a:pt x="1080759" y="155255"/>
                </a:lnTo>
                <a:lnTo>
                  <a:pt x="1081309" y="155822"/>
                </a:lnTo>
                <a:lnTo>
                  <a:pt x="1081866" y="156377"/>
                </a:lnTo>
                <a:lnTo>
                  <a:pt x="1082433" y="156919"/>
                </a:lnTo>
                <a:lnTo>
                  <a:pt x="1083008" y="157449"/>
                </a:lnTo>
                <a:lnTo>
                  <a:pt x="1083591" y="157967"/>
                </a:lnTo>
                <a:lnTo>
                  <a:pt x="1084183" y="158473"/>
                </a:lnTo>
                <a:lnTo>
                  <a:pt x="1084784" y="158966"/>
                </a:lnTo>
                <a:lnTo>
                  <a:pt x="1085393" y="159446"/>
                </a:lnTo>
                <a:lnTo>
                  <a:pt x="1086011" y="159915"/>
                </a:lnTo>
                <a:lnTo>
                  <a:pt x="1086638" y="160371"/>
                </a:lnTo>
                <a:lnTo>
                  <a:pt x="1087273" y="160815"/>
                </a:lnTo>
                <a:lnTo>
                  <a:pt x="1087917" y="161246"/>
                </a:lnTo>
                <a:lnTo>
                  <a:pt x="1088569" y="161665"/>
                </a:lnTo>
                <a:lnTo>
                  <a:pt x="1089230" y="162072"/>
                </a:lnTo>
                <a:lnTo>
                  <a:pt x="1089900" y="162466"/>
                </a:lnTo>
                <a:lnTo>
                  <a:pt x="1090578" y="162848"/>
                </a:lnTo>
                <a:lnTo>
                  <a:pt x="1091265" y="163218"/>
                </a:lnTo>
                <a:lnTo>
                  <a:pt x="1091959" y="163573"/>
                </a:lnTo>
                <a:lnTo>
                  <a:pt x="1092661" y="163914"/>
                </a:lnTo>
                <a:lnTo>
                  <a:pt x="1093370" y="164240"/>
                </a:lnTo>
                <a:lnTo>
                  <a:pt x="1094086" y="164550"/>
                </a:lnTo>
                <a:lnTo>
                  <a:pt x="1094809" y="164846"/>
                </a:lnTo>
                <a:lnTo>
                  <a:pt x="1095539" y="165126"/>
                </a:lnTo>
                <a:lnTo>
                  <a:pt x="1096276" y="165391"/>
                </a:lnTo>
                <a:lnTo>
                  <a:pt x="1097021" y="165641"/>
                </a:lnTo>
                <a:lnTo>
                  <a:pt x="1097772" y="165876"/>
                </a:lnTo>
                <a:lnTo>
                  <a:pt x="1098531" y="166095"/>
                </a:lnTo>
                <a:lnTo>
                  <a:pt x="1099296" y="166300"/>
                </a:lnTo>
                <a:lnTo>
                  <a:pt x="1100069" y="166489"/>
                </a:lnTo>
                <a:lnTo>
                  <a:pt x="1100849" y="166663"/>
                </a:lnTo>
                <a:lnTo>
                  <a:pt x="1101636" y="166822"/>
                </a:lnTo>
                <a:lnTo>
                  <a:pt x="1102430" y="166966"/>
                </a:lnTo>
                <a:lnTo>
                  <a:pt x="1103231" y="167095"/>
                </a:lnTo>
                <a:lnTo>
                  <a:pt x="1104040" y="167208"/>
                </a:lnTo>
                <a:lnTo>
                  <a:pt x="1104855" y="167307"/>
                </a:lnTo>
                <a:lnTo>
                  <a:pt x="1105677" y="167390"/>
                </a:lnTo>
                <a:lnTo>
                  <a:pt x="1106507" y="167458"/>
                </a:lnTo>
                <a:lnTo>
                  <a:pt x="1107344" y="167511"/>
                </a:lnTo>
                <a:lnTo>
                  <a:pt x="1108188" y="167549"/>
                </a:lnTo>
                <a:lnTo>
                  <a:pt x="1109039" y="167572"/>
                </a:lnTo>
                <a:lnTo>
                  <a:pt x="1109897" y="167579"/>
                </a:lnTo>
                <a:lnTo>
                  <a:pt x="1110763" y="167574"/>
                </a:lnTo>
                <a:lnTo>
                  <a:pt x="1111621" y="167556"/>
                </a:lnTo>
                <a:lnTo>
                  <a:pt x="1112470" y="167527"/>
                </a:lnTo>
                <a:lnTo>
                  <a:pt x="1113312" y="167487"/>
                </a:lnTo>
                <a:lnTo>
                  <a:pt x="1114144" y="167434"/>
                </a:lnTo>
                <a:lnTo>
                  <a:pt x="1114969" y="167371"/>
                </a:lnTo>
                <a:lnTo>
                  <a:pt x="1115784" y="167295"/>
                </a:lnTo>
                <a:lnTo>
                  <a:pt x="1116592" y="167208"/>
                </a:lnTo>
                <a:lnTo>
                  <a:pt x="1117391" y="167110"/>
                </a:lnTo>
                <a:lnTo>
                  <a:pt x="1118182" y="167000"/>
                </a:lnTo>
                <a:lnTo>
                  <a:pt x="1118964" y="166878"/>
                </a:lnTo>
                <a:lnTo>
                  <a:pt x="1119738" y="166745"/>
                </a:lnTo>
                <a:lnTo>
                  <a:pt x="1120503" y="166600"/>
                </a:lnTo>
                <a:lnTo>
                  <a:pt x="1121260" y="166443"/>
                </a:lnTo>
                <a:lnTo>
                  <a:pt x="1122009" y="166275"/>
                </a:lnTo>
                <a:lnTo>
                  <a:pt x="1122749" y="166095"/>
                </a:lnTo>
                <a:lnTo>
                  <a:pt x="1123480" y="165904"/>
                </a:lnTo>
                <a:lnTo>
                  <a:pt x="1124204" y="165701"/>
                </a:lnTo>
                <a:lnTo>
                  <a:pt x="1124919" y="165487"/>
                </a:lnTo>
                <a:lnTo>
                  <a:pt x="1125625" y="165261"/>
                </a:lnTo>
                <a:lnTo>
                  <a:pt x="1126323" y="165023"/>
                </a:lnTo>
                <a:lnTo>
                  <a:pt x="1127013" y="164774"/>
                </a:lnTo>
                <a:lnTo>
                  <a:pt x="1127694" y="164513"/>
                </a:lnTo>
                <a:lnTo>
                  <a:pt x="1128367" y="164241"/>
                </a:lnTo>
                <a:lnTo>
                  <a:pt x="1129032" y="163958"/>
                </a:lnTo>
                <a:lnTo>
                  <a:pt x="1129688" y="163666"/>
                </a:lnTo>
                <a:lnTo>
                  <a:pt x="1130337" y="163364"/>
                </a:lnTo>
                <a:lnTo>
                  <a:pt x="1130977" y="163053"/>
                </a:lnTo>
                <a:lnTo>
                  <a:pt x="1131610" y="162733"/>
                </a:lnTo>
                <a:lnTo>
                  <a:pt x="1132234" y="162403"/>
                </a:lnTo>
                <a:lnTo>
                  <a:pt x="1132850" y="162064"/>
                </a:lnTo>
                <a:lnTo>
                  <a:pt x="1133459" y="161716"/>
                </a:lnTo>
                <a:lnTo>
                  <a:pt x="1134059" y="161358"/>
                </a:lnTo>
                <a:lnTo>
                  <a:pt x="1134651" y="160991"/>
                </a:lnTo>
                <a:lnTo>
                  <a:pt x="1135235" y="160615"/>
                </a:lnTo>
                <a:lnTo>
                  <a:pt x="1135812" y="160229"/>
                </a:lnTo>
                <a:lnTo>
                  <a:pt x="1136380" y="159834"/>
                </a:lnTo>
                <a:lnTo>
                  <a:pt x="1136940" y="159429"/>
                </a:lnTo>
                <a:lnTo>
                  <a:pt x="1137492" y="159016"/>
                </a:lnTo>
                <a:lnTo>
                  <a:pt x="1138036" y="158592"/>
                </a:lnTo>
                <a:lnTo>
                  <a:pt x="1138572" y="158160"/>
                </a:lnTo>
                <a:lnTo>
                  <a:pt x="1139100" y="157718"/>
                </a:lnTo>
                <a:lnTo>
                  <a:pt x="1139620" y="157267"/>
                </a:lnTo>
                <a:lnTo>
                  <a:pt x="1140132" y="156806"/>
                </a:lnTo>
                <a:lnTo>
                  <a:pt x="1140635" y="156337"/>
                </a:lnTo>
                <a:lnTo>
                  <a:pt x="1141131" y="155857"/>
                </a:lnTo>
                <a:lnTo>
                  <a:pt x="1141619" y="155369"/>
                </a:lnTo>
                <a:lnTo>
                  <a:pt x="1142099" y="154871"/>
                </a:lnTo>
                <a:lnTo>
                  <a:pt x="1142570" y="154364"/>
                </a:lnTo>
                <a:lnTo>
                  <a:pt x="1143034" y="153850"/>
                </a:lnTo>
                <a:lnTo>
                  <a:pt x="1143490" y="153328"/>
                </a:lnTo>
                <a:lnTo>
                  <a:pt x="1143938" y="152798"/>
                </a:lnTo>
                <a:lnTo>
                  <a:pt x="1144379" y="152260"/>
                </a:lnTo>
                <a:lnTo>
                  <a:pt x="1144811" y="151714"/>
                </a:lnTo>
                <a:lnTo>
                  <a:pt x="1145236" y="151160"/>
                </a:lnTo>
                <a:lnTo>
                  <a:pt x="1145653" y="150599"/>
                </a:lnTo>
                <a:lnTo>
                  <a:pt x="1146062" y="150029"/>
                </a:lnTo>
                <a:lnTo>
                  <a:pt x="1146241" y="149771"/>
                </a:lnTo>
                <a:lnTo>
                  <a:pt x="1146837" y="165425"/>
                </a:lnTo>
                <a:lnTo>
                  <a:pt x="1158900" y="165425"/>
                </a:lnTo>
                <a:lnTo>
                  <a:pt x="1158900" y="0"/>
                </a:lnTo>
                <a:lnTo>
                  <a:pt x="1145976" y="0"/>
                </a:lnTo>
                <a:lnTo>
                  <a:pt x="1145976" y="65157"/>
                </a:lnTo>
                <a:lnTo>
                  <a:pt x="1145659" y="64683"/>
                </a:lnTo>
                <a:close/>
                <a:moveTo>
                  <a:pt x="1144399" y="138212"/>
                </a:moveTo>
                <a:lnTo>
                  <a:pt x="1144052" y="138816"/>
                </a:lnTo>
                <a:lnTo>
                  <a:pt x="1143697" y="139416"/>
                </a:lnTo>
                <a:lnTo>
                  <a:pt x="1143333" y="140011"/>
                </a:lnTo>
                <a:lnTo>
                  <a:pt x="1142960" y="140601"/>
                </a:lnTo>
                <a:lnTo>
                  <a:pt x="1142578" y="141184"/>
                </a:lnTo>
                <a:lnTo>
                  <a:pt x="1142185" y="141757"/>
                </a:lnTo>
                <a:lnTo>
                  <a:pt x="1141782" y="142321"/>
                </a:lnTo>
                <a:lnTo>
                  <a:pt x="1141369" y="142874"/>
                </a:lnTo>
                <a:lnTo>
                  <a:pt x="1140945" y="143419"/>
                </a:lnTo>
                <a:lnTo>
                  <a:pt x="1140510" y="143953"/>
                </a:lnTo>
                <a:lnTo>
                  <a:pt x="1140065" y="144478"/>
                </a:lnTo>
                <a:lnTo>
                  <a:pt x="1139610" y="144993"/>
                </a:lnTo>
                <a:lnTo>
                  <a:pt x="1139144" y="145498"/>
                </a:lnTo>
                <a:lnTo>
                  <a:pt x="1138667" y="145993"/>
                </a:lnTo>
                <a:lnTo>
                  <a:pt x="1138180" y="146479"/>
                </a:lnTo>
                <a:lnTo>
                  <a:pt x="1137683" y="146955"/>
                </a:lnTo>
                <a:lnTo>
                  <a:pt x="1137175" y="147421"/>
                </a:lnTo>
                <a:lnTo>
                  <a:pt x="1136657" y="147878"/>
                </a:lnTo>
                <a:lnTo>
                  <a:pt x="1136128" y="148325"/>
                </a:lnTo>
                <a:lnTo>
                  <a:pt x="1135589" y="148762"/>
                </a:lnTo>
                <a:lnTo>
                  <a:pt x="1135039" y="149189"/>
                </a:lnTo>
                <a:lnTo>
                  <a:pt x="1134479" y="149607"/>
                </a:lnTo>
                <a:lnTo>
                  <a:pt x="1133908" y="150015"/>
                </a:lnTo>
                <a:lnTo>
                  <a:pt x="1133327" y="150413"/>
                </a:lnTo>
                <a:lnTo>
                  <a:pt x="1132735" y="150802"/>
                </a:lnTo>
                <a:lnTo>
                  <a:pt x="1132133" y="151181"/>
                </a:lnTo>
                <a:lnTo>
                  <a:pt x="1131521" y="151550"/>
                </a:lnTo>
                <a:lnTo>
                  <a:pt x="1130898" y="151909"/>
                </a:lnTo>
                <a:lnTo>
                  <a:pt x="1130263" y="152256"/>
                </a:lnTo>
                <a:lnTo>
                  <a:pt x="1129617" y="152589"/>
                </a:lnTo>
                <a:lnTo>
                  <a:pt x="1128958" y="152906"/>
                </a:lnTo>
                <a:lnTo>
                  <a:pt x="1128286" y="153209"/>
                </a:lnTo>
                <a:lnTo>
                  <a:pt x="1127602" y="153497"/>
                </a:lnTo>
                <a:lnTo>
                  <a:pt x="1126906" y="153770"/>
                </a:lnTo>
                <a:lnTo>
                  <a:pt x="1126198" y="154029"/>
                </a:lnTo>
                <a:lnTo>
                  <a:pt x="1125477" y="154273"/>
                </a:lnTo>
                <a:lnTo>
                  <a:pt x="1124744" y="154502"/>
                </a:lnTo>
                <a:lnTo>
                  <a:pt x="1123998" y="154716"/>
                </a:lnTo>
                <a:lnTo>
                  <a:pt x="1123241" y="154915"/>
                </a:lnTo>
                <a:lnTo>
                  <a:pt x="1122470" y="155100"/>
                </a:lnTo>
                <a:lnTo>
                  <a:pt x="1121688" y="155270"/>
                </a:lnTo>
                <a:lnTo>
                  <a:pt x="1120893" y="155425"/>
                </a:lnTo>
                <a:lnTo>
                  <a:pt x="1120086" y="155565"/>
                </a:lnTo>
                <a:lnTo>
                  <a:pt x="1119266" y="155691"/>
                </a:lnTo>
                <a:lnTo>
                  <a:pt x="1118435" y="155801"/>
                </a:lnTo>
                <a:lnTo>
                  <a:pt x="1117590" y="155897"/>
                </a:lnTo>
                <a:lnTo>
                  <a:pt x="1116734" y="155979"/>
                </a:lnTo>
                <a:lnTo>
                  <a:pt x="1115865" y="156045"/>
                </a:lnTo>
                <a:lnTo>
                  <a:pt x="1114984" y="156097"/>
                </a:lnTo>
                <a:lnTo>
                  <a:pt x="1114090" y="156134"/>
                </a:lnTo>
                <a:lnTo>
                  <a:pt x="1113184" y="156156"/>
                </a:lnTo>
                <a:lnTo>
                  <a:pt x="1112266" y="156163"/>
                </a:lnTo>
                <a:lnTo>
                  <a:pt x="1111543" y="156157"/>
                </a:lnTo>
                <a:lnTo>
                  <a:pt x="1110828" y="156138"/>
                </a:lnTo>
                <a:lnTo>
                  <a:pt x="1110120" y="156107"/>
                </a:lnTo>
                <a:lnTo>
                  <a:pt x="1109421" y="156063"/>
                </a:lnTo>
                <a:lnTo>
                  <a:pt x="1108729" y="156007"/>
                </a:lnTo>
                <a:lnTo>
                  <a:pt x="1108046" y="155938"/>
                </a:lnTo>
                <a:lnTo>
                  <a:pt x="1107370" y="155856"/>
                </a:lnTo>
                <a:lnTo>
                  <a:pt x="1106702" y="155762"/>
                </a:lnTo>
                <a:lnTo>
                  <a:pt x="1106041" y="155656"/>
                </a:lnTo>
                <a:lnTo>
                  <a:pt x="1105389" y="155537"/>
                </a:lnTo>
                <a:lnTo>
                  <a:pt x="1104744" y="155405"/>
                </a:lnTo>
                <a:lnTo>
                  <a:pt x="1104108" y="155261"/>
                </a:lnTo>
                <a:lnTo>
                  <a:pt x="1103479" y="155105"/>
                </a:lnTo>
                <a:lnTo>
                  <a:pt x="1102858" y="154936"/>
                </a:lnTo>
                <a:lnTo>
                  <a:pt x="1102245" y="154754"/>
                </a:lnTo>
                <a:lnTo>
                  <a:pt x="1101640" y="154560"/>
                </a:lnTo>
                <a:lnTo>
                  <a:pt x="1101042" y="154353"/>
                </a:lnTo>
                <a:lnTo>
                  <a:pt x="1100453" y="154134"/>
                </a:lnTo>
                <a:lnTo>
                  <a:pt x="1099871" y="153902"/>
                </a:lnTo>
                <a:lnTo>
                  <a:pt x="1099297" y="153658"/>
                </a:lnTo>
                <a:lnTo>
                  <a:pt x="1098731" y="153401"/>
                </a:lnTo>
                <a:lnTo>
                  <a:pt x="1098173" y="153132"/>
                </a:lnTo>
                <a:lnTo>
                  <a:pt x="1097623" y="152850"/>
                </a:lnTo>
                <a:lnTo>
                  <a:pt x="1097080" y="152555"/>
                </a:lnTo>
                <a:lnTo>
                  <a:pt x="1096546" y="152250"/>
                </a:lnTo>
                <a:lnTo>
                  <a:pt x="1096019" y="151934"/>
                </a:lnTo>
                <a:lnTo>
                  <a:pt x="1095500" y="151608"/>
                </a:lnTo>
                <a:lnTo>
                  <a:pt x="1094989" y="151272"/>
                </a:lnTo>
                <a:lnTo>
                  <a:pt x="1094486" y="150926"/>
                </a:lnTo>
                <a:lnTo>
                  <a:pt x="1093991" y="150570"/>
                </a:lnTo>
                <a:lnTo>
                  <a:pt x="1093503" y="150203"/>
                </a:lnTo>
                <a:lnTo>
                  <a:pt x="1093024" y="149827"/>
                </a:lnTo>
                <a:lnTo>
                  <a:pt x="1092552" y="149441"/>
                </a:lnTo>
                <a:lnTo>
                  <a:pt x="1092088" y="149044"/>
                </a:lnTo>
                <a:lnTo>
                  <a:pt x="1091632" y="148637"/>
                </a:lnTo>
                <a:lnTo>
                  <a:pt x="1091184" y="148220"/>
                </a:lnTo>
                <a:lnTo>
                  <a:pt x="1090744" y="147794"/>
                </a:lnTo>
                <a:lnTo>
                  <a:pt x="1090311" y="147357"/>
                </a:lnTo>
                <a:lnTo>
                  <a:pt x="1089886" y="146910"/>
                </a:lnTo>
                <a:lnTo>
                  <a:pt x="1089470" y="146452"/>
                </a:lnTo>
                <a:lnTo>
                  <a:pt x="1089061" y="145985"/>
                </a:lnTo>
                <a:lnTo>
                  <a:pt x="1088660" y="145508"/>
                </a:lnTo>
                <a:lnTo>
                  <a:pt x="1088267" y="145020"/>
                </a:lnTo>
                <a:lnTo>
                  <a:pt x="1087881" y="144523"/>
                </a:lnTo>
                <a:lnTo>
                  <a:pt x="1087504" y="144015"/>
                </a:lnTo>
                <a:lnTo>
                  <a:pt x="1087134" y="143497"/>
                </a:lnTo>
                <a:lnTo>
                  <a:pt x="1086772" y="142970"/>
                </a:lnTo>
                <a:lnTo>
                  <a:pt x="1086418" y="142432"/>
                </a:lnTo>
                <a:lnTo>
                  <a:pt x="1086072" y="141885"/>
                </a:lnTo>
                <a:lnTo>
                  <a:pt x="1085733" y="141330"/>
                </a:lnTo>
                <a:lnTo>
                  <a:pt x="1085402" y="140768"/>
                </a:lnTo>
                <a:lnTo>
                  <a:pt x="1085078" y="140198"/>
                </a:lnTo>
                <a:lnTo>
                  <a:pt x="1084762" y="139621"/>
                </a:lnTo>
                <a:lnTo>
                  <a:pt x="1084453" y="139036"/>
                </a:lnTo>
                <a:lnTo>
                  <a:pt x="1084151" y="138443"/>
                </a:lnTo>
                <a:lnTo>
                  <a:pt x="1083857" y="137843"/>
                </a:lnTo>
                <a:lnTo>
                  <a:pt x="1083571" y="137234"/>
                </a:lnTo>
                <a:lnTo>
                  <a:pt x="1083292" y="136619"/>
                </a:lnTo>
                <a:lnTo>
                  <a:pt x="1083021" y="135995"/>
                </a:lnTo>
                <a:lnTo>
                  <a:pt x="1082756" y="135364"/>
                </a:lnTo>
                <a:lnTo>
                  <a:pt x="1082500" y="134725"/>
                </a:lnTo>
                <a:lnTo>
                  <a:pt x="1082251" y="134079"/>
                </a:lnTo>
                <a:lnTo>
                  <a:pt x="1082009" y="133425"/>
                </a:lnTo>
                <a:lnTo>
                  <a:pt x="1081775" y="132763"/>
                </a:lnTo>
                <a:lnTo>
                  <a:pt x="1081549" y="132093"/>
                </a:lnTo>
                <a:lnTo>
                  <a:pt x="1081329" y="131416"/>
                </a:lnTo>
                <a:lnTo>
                  <a:pt x="1081118" y="130731"/>
                </a:lnTo>
                <a:lnTo>
                  <a:pt x="1080914" y="130039"/>
                </a:lnTo>
                <a:lnTo>
                  <a:pt x="1080717" y="129339"/>
                </a:lnTo>
                <a:lnTo>
                  <a:pt x="1080528" y="128631"/>
                </a:lnTo>
                <a:lnTo>
                  <a:pt x="1080346" y="127915"/>
                </a:lnTo>
                <a:lnTo>
                  <a:pt x="1080172" y="127192"/>
                </a:lnTo>
                <a:lnTo>
                  <a:pt x="1080005" y="126463"/>
                </a:lnTo>
                <a:lnTo>
                  <a:pt x="1079845" y="125729"/>
                </a:lnTo>
                <a:lnTo>
                  <a:pt x="1079692" y="124990"/>
                </a:lnTo>
                <a:lnTo>
                  <a:pt x="1079546" y="124246"/>
                </a:lnTo>
                <a:lnTo>
                  <a:pt x="1079408" y="123497"/>
                </a:lnTo>
                <a:lnTo>
                  <a:pt x="1079276" y="122743"/>
                </a:lnTo>
                <a:lnTo>
                  <a:pt x="1079152" y="121984"/>
                </a:lnTo>
                <a:lnTo>
                  <a:pt x="1079035" y="121221"/>
                </a:lnTo>
                <a:lnTo>
                  <a:pt x="1078925" y="120453"/>
                </a:lnTo>
                <a:lnTo>
                  <a:pt x="1078822" y="119680"/>
                </a:lnTo>
                <a:lnTo>
                  <a:pt x="1078726" y="118902"/>
                </a:lnTo>
                <a:lnTo>
                  <a:pt x="1078637" y="118119"/>
                </a:lnTo>
                <a:lnTo>
                  <a:pt x="1078555" y="117331"/>
                </a:lnTo>
                <a:lnTo>
                  <a:pt x="1078481" y="116538"/>
                </a:lnTo>
                <a:lnTo>
                  <a:pt x="1078413" y="115741"/>
                </a:lnTo>
                <a:lnTo>
                  <a:pt x="1078353" y="114939"/>
                </a:lnTo>
                <a:lnTo>
                  <a:pt x="1078300" y="114131"/>
                </a:lnTo>
                <a:lnTo>
                  <a:pt x="1078253" y="113319"/>
                </a:lnTo>
                <a:lnTo>
                  <a:pt x="1078214" y="112502"/>
                </a:lnTo>
                <a:lnTo>
                  <a:pt x="1078182" y="111681"/>
                </a:lnTo>
                <a:lnTo>
                  <a:pt x="1078157" y="110854"/>
                </a:lnTo>
                <a:lnTo>
                  <a:pt x="1078140" y="110023"/>
                </a:lnTo>
                <a:lnTo>
                  <a:pt x="1078129" y="109186"/>
                </a:lnTo>
                <a:lnTo>
                  <a:pt x="1078125" y="108345"/>
                </a:lnTo>
                <a:lnTo>
                  <a:pt x="1078125" y="106083"/>
                </a:lnTo>
                <a:lnTo>
                  <a:pt x="1078129" y="105233"/>
                </a:lnTo>
                <a:lnTo>
                  <a:pt x="1078140" y="104389"/>
                </a:lnTo>
                <a:lnTo>
                  <a:pt x="1078157" y="103549"/>
                </a:lnTo>
                <a:lnTo>
                  <a:pt x="1078182" y="102715"/>
                </a:lnTo>
                <a:lnTo>
                  <a:pt x="1078214" y="101886"/>
                </a:lnTo>
                <a:lnTo>
                  <a:pt x="1078253" y="101062"/>
                </a:lnTo>
                <a:lnTo>
                  <a:pt x="1078300" y="100243"/>
                </a:lnTo>
                <a:lnTo>
                  <a:pt x="1078353" y="99430"/>
                </a:lnTo>
                <a:lnTo>
                  <a:pt x="1078413" y="98622"/>
                </a:lnTo>
                <a:lnTo>
                  <a:pt x="1078481" y="97819"/>
                </a:lnTo>
                <a:lnTo>
                  <a:pt x="1078555" y="97021"/>
                </a:lnTo>
                <a:lnTo>
                  <a:pt x="1078637" y="96229"/>
                </a:lnTo>
                <a:lnTo>
                  <a:pt x="1078726" y="95442"/>
                </a:lnTo>
                <a:lnTo>
                  <a:pt x="1078822" y="94660"/>
                </a:lnTo>
                <a:lnTo>
                  <a:pt x="1078925" y="93883"/>
                </a:lnTo>
                <a:lnTo>
                  <a:pt x="1079035" y="93112"/>
                </a:lnTo>
                <a:lnTo>
                  <a:pt x="1079152" y="92345"/>
                </a:lnTo>
                <a:lnTo>
                  <a:pt x="1079276" y="91584"/>
                </a:lnTo>
                <a:lnTo>
                  <a:pt x="1079408" y="90829"/>
                </a:lnTo>
                <a:lnTo>
                  <a:pt x="1079546" y="90078"/>
                </a:lnTo>
                <a:lnTo>
                  <a:pt x="1079692" y="89333"/>
                </a:lnTo>
                <a:lnTo>
                  <a:pt x="1079845" y="88593"/>
                </a:lnTo>
                <a:lnTo>
                  <a:pt x="1080005" y="87858"/>
                </a:lnTo>
                <a:lnTo>
                  <a:pt x="1080172" y="87128"/>
                </a:lnTo>
                <a:lnTo>
                  <a:pt x="1080346" y="86405"/>
                </a:lnTo>
                <a:lnTo>
                  <a:pt x="1080528" y="85690"/>
                </a:lnTo>
                <a:lnTo>
                  <a:pt x="1080717" y="84982"/>
                </a:lnTo>
                <a:lnTo>
                  <a:pt x="1080914" y="84282"/>
                </a:lnTo>
                <a:lnTo>
                  <a:pt x="1081118" y="83589"/>
                </a:lnTo>
                <a:lnTo>
                  <a:pt x="1081329" y="82905"/>
                </a:lnTo>
                <a:lnTo>
                  <a:pt x="1081549" y="82227"/>
                </a:lnTo>
                <a:lnTo>
                  <a:pt x="1081775" y="81558"/>
                </a:lnTo>
                <a:lnTo>
                  <a:pt x="1082009" y="80896"/>
                </a:lnTo>
                <a:lnTo>
                  <a:pt x="1082251" y="80242"/>
                </a:lnTo>
                <a:lnTo>
                  <a:pt x="1082500" y="79595"/>
                </a:lnTo>
                <a:lnTo>
                  <a:pt x="1082756" y="78957"/>
                </a:lnTo>
                <a:lnTo>
                  <a:pt x="1083021" y="78326"/>
                </a:lnTo>
                <a:lnTo>
                  <a:pt x="1083292" y="77702"/>
                </a:lnTo>
                <a:lnTo>
                  <a:pt x="1083571" y="77086"/>
                </a:lnTo>
                <a:lnTo>
                  <a:pt x="1083857" y="76478"/>
                </a:lnTo>
                <a:lnTo>
                  <a:pt x="1084151" y="75878"/>
                </a:lnTo>
                <a:lnTo>
                  <a:pt x="1084453" y="75285"/>
                </a:lnTo>
                <a:lnTo>
                  <a:pt x="1084762" y="74700"/>
                </a:lnTo>
                <a:lnTo>
                  <a:pt x="1085078" y="74122"/>
                </a:lnTo>
                <a:lnTo>
                  <a:pt x="1085402" y="73552"/>
                </a:lnTo>
                <a:lnTo>
                  <a:pt x="1085733" y="72990"/>
                </a:lnTo>
                <a:lnTo>
                  <a:pt x="1086072" y="72436"/>
                </a:lnTo>
                <a:lnTo>
                  <a:pt x="1086418" y="71889"/>
                </a:lnTo>
                <a:lnTo>
                  <a:pt x="1086772" y="71351"/>
                </a:lnTo>
                <a:lnTo>
                  <a:pt x="1087134" y="70823"/>
                </a:lnTo>
                <a:lnTo>
                  <a:pt x="1087504" y="70305"/>
                </a:lnTo>
                <a:lnTo>
                  <a:pt x="1087883" y="69796"/>
                </a:lnTo>
                <a:lnTo>
                  <a:pt x="1088269" y="69298"/>
                </a:lnTo>
                <a:lnTo>
                  <a:pt x="1088663" y="68809"/>
                </a:lnTo>
                <a:lnTo>
                  <a:pt x="1089065" y="68331"/>
                </a:lnTo>
                <a:lnTo>
                  <a:pt x="1089476" y="67862"/>
                </a:lnTo>
                <a:lnTo>
                  <a:pt x="1089894" y="67403"/>
                </a:lnTo>
                <a:lnTo>
                  <a:pt x="1090320" y="66955"/>
                </a:lnTo>
                <a:lnTo>
                  <a:pt x="1090755" y="66516"/>
                </a:lnTo>
                <a:lnTo>
                  <a:pt x="1091197" y="66087"/>
                </a:lnTo>
                <a:lnTo>
                  <a:pt x="1091648" y="65668"/>
                </a:lnTo>
                <a:lnTo>
                  <a:pt x="1092106" y="65258"/>
                </a:lnTo>
                <a:lnTo>
                  <a:pt x="1092573" y="64859"/>
                </a:lnTo>
                <a:lnTo>
                  <a:pt x="1093048" y="64470"/>
                </a:lnTo>
                <a:lnTo>
                  <a:pt x="1093530" y="64090"/>
                </a:lnTo>
                <a:lnTo>
                  <a:pt x="1094021" y="63721"/>
                </a:lnTo>
                <a:lnTo>
                  <a:pt x="1094520" y="63361"/>
                </a:lnTo>
                <a:lnTo>
                  <a:pt x="1095027" y="63011"/>
                </a:lnTo>
                <a:lnTo>
                  <a:pt x="1095542" y="62671"/>
                </a:lnTo>
                <a:lnTo>
                  <a:pt x="1096064" y="62342"/>
                </a:lnTo>
                <a:lnTo>
                  <a:pt x="1096595" y="62022"/>
                </a:lnTo>
                <a:lnTo>
                  <a:pt x="1097134" y="61711"/>
                </a:lnTo>
                <a:lnTo>
                  <a:pt x="1097681" y="61413"/>
                </a:lnTo>
                <a:lnTo>
                  <a:pt x="1098236" y="61127"/>
                </a:lnTo>
                <a:lnTo>
                  <a:pt x="1098799" y="60853"/>
                </a:lnTo>
                <a:lnTo>
                  <a:pt x="1099371" y="60593"/>
                </a:lnTo>
                <a:lnTo>
                  <a:pt x="1099950" y="60345"/>
                </a:lnTo>
                <a:lnTo>
                  <a:pt x="1100537" y="60109"/>
                </a:lnTo>
                <a:lnTo>
                  <a:pt x="1101132" y="59887"/>
                </a:lnTo>
                <a:lnTo>
                  <a:pt x="1101735" y="59677"/>
                </a:lnTo>
                <a:lnTo>
                  <a:pt x="1102347" y="59480"/>
                </a:lnTo>
                <a:lnTo>
                  <a:pt x="1102966" y="59296"/>
                </a:lnTo>
                <a:lnTo>
                  <a:pt x="1103594" y="59124"/>
                </a:lnTo>
                <a:lnTo>
                  <a:pt x="1104229" y="58965"/>
                </a:lnTo>
                <a:lnTo>
                  <a:pt x="1104872" y="58819"/>
                </a:lnTo>
                <a:lnTo>
                  <a:pt x="1105524" y="58685"/>
                </a:lnTo>
                <a:lnTo>
                  <a:pt x="1106184" y="58565"/>
                </a:lnTo>
                <a:lnTo>
                  <a:pt x="1106851" y="58457"/>
                </a:lnTo>
                <a:lnTo>
                  <a:pt x="1107527" y="58361"/>
                </a:lnTo>
                <a:lnTo>
                  <a:pt x="1108210" y="58279"/>
                </a:lnTo>
                <a:lnTo>
                  <a:pt x="1108902" y="58209"/>
                </a:lnTo>
                <a:lnTo>
                  <a:pt x="1109602" y="58151"/>
                </a:lnTo>
                <a:lnTo>
                  <a:pt x="1110310" y="58107"/>
                </a:lnTo>
                <a:lnTo>
                  <a:pt x="1111026" y="58075"/>
                </a:lnTo>
                <a:lnTo>
                  <a:pt x="1111749" y="58056"/>
                </a:lnTo>
                <a:lnTo>
                  <a:pt x="1112481" y="58050"/>
                </a:lnTo>
                <a:lnTo>
                  <a:pt x="1113248" y="58055"/>
                </a:lnTo>
                <a:lnTo>
                  <a:pt x="1114006" y="58071"/>
                </a:lnTo>
                <a:lnTo>
                  <a:pt x="1114754" y="58098"/>
                </a:lnTo>
                <a:lnTo>
                  <a:pt x="1115492" y="58135"/>
                </a:lnTo>
                <a:lnTo>
                  <a:pt x="1116221" y="58183"/>
                </a:lnTo>
                <a:lnTo>
                  <a:pt x="1116941" y="58241"/>
                </a:lnTo>
                <a:lnTo>
                  <a:pt x="1117651" y="58311"/>
                </a:lnTo>
                <a:lnTo>
                  <a:pt x="1118351" y="58391"/>
                </a:lnTo>
                <a:lnTo>
                  <a:pt x="1119042" y="58481"/>
                </a:lnTo>
                <a:lnTo>
                  <a:pt x="1119723" y="58583"/>
                </a:lnTo>
                <a:lnTo>
                  <a:pt x="1120395" y="58694"/>
                </a:lnTo>
                <a:lnTo>
                  <a:pt x="1121057" y="58817"/>
                </a:lnTo>
                <a:lnTo>
                  <a:pt x="1121710" y="58950"/>
                </a:lnTo>
                <a:lnTo>
                  <a:pt x="1122353" y="59094"/>
                </a:lnTo>
                <a:lnTo>
                  <a:pt x="1122986" y="59249"/>
                </a:lnTo>
                <a:lnTo>
                  <a:pt x="1123610" y="59414"/>
                </a:lnTo>
                <a:lnTo>
                  <a:pt x="1124225" y="59590"/>
                </a:lnTo>
                <a:lnTo>
                  <a:pt x="1124830" y="59776"/>
                </a:lnTo>
                <a:lnTo>
                  <a:pt x="1125425" y="59973"/>
                </a:lnTo>
                <a:lnTo>
                  <a:pt x="1126011" y="60181"/>
                </a:lnTo>
                <a:lnTo>
                  <a:pt x="1126587" y="60400"/>
                </a:lnTo>
                <a:lnTo>
                  <a:pt x="1127154" y="60629"/>
                </a:lnTo>
                <a:lnTo>
                  <a:pt x="1127711" y="60869"/>
                </a:lnTo>
                <a:lnTo>
                  <a:pt x="1128259" y="61119"/>
                </a:lnTo>
                <a:lnTo>
                  <a:pt x="1128798" y="61378"/>
                </a:lnTo>
                <a:lnTo>
                  <a:pt x="1129329" y="61644"/>
                </a:lnTo>
                <a:lnTo>
                  <a:pt x="1129853" y="61917"/>
                </a:lnTo>
                <a:lnTo>
                  <a:pt x="1130368" y="62196"/>
                </a:lnTo>
                <a:lnTo>
                  <a:pt x="1130876" y="62482"/>
                </a:lnTo>
                <a:lnTo>
                  <a:pt x="1131376" y="62775"/>
                </a:lnTo>
                <a:lnTo>
                  <a:pt x="1131868" y="63074"/>
                </a:lnTo>
                <a:lnTo>
                  <a:pt x="1132352" y="63381"/>
                </a:lnTo>
                <a:lnTo>
                  <a:pt x="1132828" y="63694"/>
                </a:lnTo>
                <a:lnTo>
                  <a:pt x="1133296" y="64013"/>
                </a:lnTo>
                <a:lnTo>
                  <a:pt x="1133757" y="64340"/>
                </a:lnTo>
                <a:lnTo>
                  <a:pt x="1134210" y="64673"/>
                </a:lnTo>
                <a:lnTo>
                  <a:pt x="1134654" y="65013"/>
                </a:lnTo>
                <a:lnTo>
                  <a:pt x="1135091" y="65360"/>
                </a:lnTo>
                <a:lnTo>
                  <a:pt x="1135520" y="65713"/>
                </a:lnTo>
                <a:lnTo>
                  <a:pt x="1135942" y="66073"/>
                </a:lnTo>
                <a:lnTo>
                  <a:pt x="1136355" y="66440"/>
                </a:lnTo>
                <a:lnTo>
                  <a:pt x="1136761" y="66814"/>
                </a:lnTo>
                <a:lnTo>
                  <a:pt x="1137158" y="67194"/>
                </a:lnTo>
                <a:lnTo>
                  <a:pt x="1137548" y="67581"/>
                </a:lnTo>
                <a:lnTo>
                  <a:pt x="1137930" y="67975"/>
                </a:lnTo>
                <a:lnTo>
                  <a:pt x="1138304" y="68375"/>
                </a:lnTo>
                <a:lnTo>
                  <a:pt x="1138671" y="68783"/>
                </a:lnTo>
                <a:lnTo>
                  <a:pt x="1139029" y="69196"/>
                </a:lnTo>
                <a:lnTo>
                  <a:pt x="1139381" y="69615"/>
                </a:lnTo>
                <a:lnTo>
                  <a:pt x="1139726" y="70038"/>
                </a:lnTo>
                <a:lnTo>
                  <a:pt x="1140065" y="70463"/>
                </a:lnTo>
                <a:lnTo>
                  <a:pt x="1140398" y="70891"/>
                </a:lnTo>
                <a:lnTo>
                  <a:pt x="1140725" y="71323"/>
                </a:lnTo>
                <a:lnTo>
                  <a:pt x="1141045" y="71758"/>
                </a:lnTo>
                <a:lnTo>
                  <a:pt x="1141360" y="72196"/>
                </a:lnTo>
                <a:lnTo>
                  <a:pt x="1141668" y="72637"/>
                </a:lnTo>
                <a:lnTo>
                  <a:pt x="1141970" y="73081"/>
                </a:lnTo>
                <a:lnTo>
                  <a:pt x="1142266" y="73529"/>
                </a:lnTo>
                <a:lnTo>
                  <a:pt x="1142555" y="73979"/>
                </a:lnTo>
                <a:lnTo>
                  <a:pt x="1142839" y="74433"/>
                </a:lnTo>
                <a:lnTo>
                  <a:pt x="1143116" y="74890"/>
                </a:lnTo>
                <a:lnTo>
                  <a:pt x="1143388" y="75351"/>
                </a:lnTo>
                <a:lnTo>
                  <a:pt x="1143653" y="75814"/>
                </a:lnTo>
                <a:lnTo>
                  <a:pt x="1143911" y="76281"/>
                </a:lnTo>
                <a:lnTo>
                  <a:pt x="1144164" y="76750"/>
                </a:lnTo>
                <a:lnTo>
                  <a:pt x="1144411" y="77223"/>
                </a:lnTo>
                <a:lnTo>
                  <a:pt x="1144651" y="77700"/>
                </a:lnTo>
                <a:lnTo>
                  <a:pt x="1144885" y="78179"/>
                </a:lnTo>
                <a:lnTo>
                  <a:pt x="1145113" y="78661"/>
                </a:lnTo>
                <a:lnTo>
                  <a:pt x="1145335" y="79147"/>
                </a:lnTo>
                <a:lnTo>
                  <a:pt x="1145551" y="79636"/>
                </a:lnTo>
                <a:lnTo>
                  <a:pt x="1145760" y="80128"/>
                </a:lnTo>
                <a:lnTo>
                  <a:pt x="1145965" y="80621"/>
                </a:lnTo>
                <a:lnTo>
                  <a:pt x="1145976" y="80648"/>
                </a:lnTo>
                <a:lnTo>
                  <a:pt x="1145976" y="135180"/>
                </a:lnTo>
                <a:lnTo>
                  <a:pt x="1145700" y="135748"/>
                </a:lnTo>
                <a:lnTo>
                  <a:pt x="1145388" y="136371"/>
                </a:lnTo>
                <a:lnTo>
                  <a:pt x="1145067" y="136990"/>
                </a:lnTo>
                <a:lnTo>
                  <a:pt x="1144737" y="137603"/>
                </a:lnTo>
                <a:lnTo>
                  <a:pt x="1144399" y="138212"/>
                </a:lnTo>
                <a:close/>
                <a:moveTo>
                  <a:pt x="1280784" y="96215"/>
                </a:moveTo>
                <a:lnTo>
                  <a:pt x="1280737" y="95269"/>
                </a:lnTo>
                <a:lnTo>
                  <a:pt x="1280679" y="94330"/>
                </a:lnTo>
                <a:lnTo>
                  <a:pt x="1280611" y="93399"/>
                </a:lnTo>
                <a:lnTo>
                  <a:pt x="1280533" y="92474"/>
                </a:lnTo>
                <a:lnTo>
                  <a:pt x="1280444" y="91556"/>
                </a:lnTo>
                <a:lnTo>
                  <a:pt x="1280344" y="90645"/>
                </a:lnTo>
                <a:lnTo>
                  <a:pt x="1280234" y="89741"/>
                </a:lnTo>
                <a:lnTo>
                  <a:pt x="1280114" y="88844"/>
                </a:lnTo>
                <a:lnTo>
                  <a:pt x="1279983" y="87954"/>
                </a:lnTo>
                <a:lnTo>
                  <a:pt x="1279842" y="87070"/>
                </a:lnTo>
                <a:lnTo>
                  <a:pt x="1279690" y="86194"/>
                </a:lnTo>
                <a:lnTo>
                  <a:pt x="1279528" y="85324"/>
                </a:lnTo>
                <a:lnTo>
                  <a:pt x="1279355" y="84462"/>
                </a:lnTo>
                <a:lnTo>
                  <a:pt x="1279172" y="83606"/>
                </a:lnTo>
                <a:lnTo>
                  <a:pt x="1278978" y="82757"/>
                </a:lnTo>
                <a:lnTo>
                  <a:pt x="1278774" y="81915"/>
                </a:lnTo>
                <a:lnTo>
                  <a:pt x="1278559" y="81080"/>
                </a:lnTo>
                <a:lnTo>
                  <a:pt x="1278334" y="80252"/>
                </a:lnTo>
                <a:lnTo>
                  <a:pt x="1278098" y="79431"/>
                </a:lnTo>
                <a:lnTo>
                  <a:pt x="1277852" y="78617"/>
                </a:lnTo>
                <a:lnTo>
                  <a:pt x="1277596" y="77810"/>
                </a:lnTo>
                <a:lnTo>
                  <a:pt x="1277330" y="77013"/>
                </a:lnTo>
                <a:lnTo>
                  <a:pt x="1277053" y="76225"/>
                </a:lnTo>
                <a:lnTo>
                  <a:pt x="1276766" y="75445"/>
                </a:lnTo>
                <a:lnTo>
                  <a:pt x="1276470" y="74675"/>
                </a:lnTo>
                <a:lnTo>
                  <a:pt x="1276163" y="73913"/>
                </a:lnTo>
                <a:lnTo>
                  <a:pt x="1275846" y="73161"/>
                </a:lnTo>
                <a:lnTo>
                  <a:pt x="1275519" y="72417"/>
                </a:lnTo>
                <a:lnTo>
                  <a:pt x="1275182" y="71682"/>
                </a:lnTo>
                <a:lnTo>
                  <a:pt x="1274835" y="70957"/>
                </a:lnTo>
                <a:lnTo>
                  <a:pt x="1274477" y="70240"/>
                </a:lnTo>
                <a:lnTo>
                  <a:pt x="1274110" y="69532"/>
                </a:lnTo>
                <a:lnTo>
                  <a:pt x="1273732" y="68833"/>
                </a:lnTo>
                <a:lnTo>
                  <a:pt x="1273345" y="68144"/>
                </a:lnTo>
                <a:lnTo>
                  <a:pt x="1272947" y="67463"/>
                </a:lnTo>
                <a:lnTo>
                  <a:pt x="1272539" y="66791"/>
                </a:lnTo>
                <a:lnTo>
                  <a:pt x="1272121" y="66128"/>
                </a:lnTo>
                <a:lnTo>
                  <a:pt x="1271693" y="65474"/>
                </a:lnTo>
                <a:lnTo>
                  <a:pt x="1271255" y="64829"/>
                </a:lnTo>
                <a:lnTo>
                  <a:pt x="1270807" y="64193"/>
                </a:lnTo>
                <a:lnTo>
                  <a:pt x="1270349" y="63566"/>
                </a:lnTo>
                <a:lnTo>
                  <a:pt x="1269880" y="62948"/>
                </a:lnTo>
                <a:lnTo>
                  <a:pt x="1269402" y="62339"/>
                </a:lnTo>
                <a:lnTo>
                  <a:pt x="1268913" y="61738"/>
                </a:lnTo>
                <a:lnTo>
                  <a:pt x="1268415" y="61148"/>
                </a:lnTo>
                <a:lnTo>
                  <a:pt x="1267908" y="60569"/>
                </a:lnTo>
                <a:lnTo>
                  <a:pt x="1267391" y="60002"/>
                </a:lnTo>
                <a:lnTo>
                  <a:pt x="1266866" y="59445"/>
                </a:lnTo>
                <a:lnTo>
                  <a:pt x="1266331" y="58900"/>
                </a:lnTo>
                <a:lnTo>
                  <a:pt x="1265787" y="58366"/>
                </a:lnTo>
                <a:lnTo>
                  <a:pt x="1265234" y="57843"/>
                </a:lnTo>
                <a:lnTo>
                  <a:pt x="1264671" y="57331"/>
                </a:lnTo>
                <a:lnTo>
                  <a:pt x="1264100" y="56830"/>
                </a:lnTo>
                <a:lnTo>
                  <a:pt x="1263519" y="56341"/>
                </a:lnTo>
                <a:lnTo>
                  <a:pt x="1262929" y="55863"/>
                </a:lnTo>
                <a:lnTo>
                  <a:pt x="1262330" y="55396"/>
                </a:lnTo>
                <a:lnTo>
                  <a:pt x="1261722" y="54940"/>
                </a:lnTo>
                <a:lnTo>
                  <a:pt x="1261105" y="54496"/>
                </a:lnTo>
                <a:lnTo>
                  <a:pt x="1260478" y="54062"/>
                </a:lnTo>
                <a:lnTo>
                  <a:pt x="1259843" y="53640"/>
                </a:lnTo>
                <a:lnTo>
                  <a:pt x="1259198" y="53229"/>
                </a:lnTo>
                <a:lnTo>
                  <a:pt x="1258544" y="52829"/>
                </a:lnTo>
                <a:lnTo>
                  <a:pt x="1257881" y="52441"/>
                </a:lnTo>
                <a:lnTo>
                  <a:pt x="1257209" y="52063"/>
                </a:lnTo>
                <a:lnTo>
                  <a:pt x="1256527" y="51697"/>
                </a:lnTo>
                <a:lnTo>
                  <a:pt x="1255837" y="51342"/>
                </a:lnTo>
                <a:lnTo>
                  <a:pt x="1255137" y="50998"/>
                </a:lnTo>
                <a:lnTo>
                  <a:pt x="1254428" y="50666"/>
                </a:lnTo>
                <a:lnTo>
                  <a:pt x="1253710" y="50345"/>
                </a:lnTo>
                <a:lnTo>
                  <a:pt x="1252983" y="50039"/>
                </a:lnTo>
                <a:lnTo>
                  <a:pt x="1252248" y="49746"/>
                </a:lnTo>
                <a:lnTo>
                  <a:pt x="1251504" y="49466"/>
                </a:lnTo>
                <a:lnTo>
                  <a:pt x="1250750" y="49201"/>
                </a:lnTo>
                <a:lnTo>
                  <a:pt x="1249989" y="48949"/>
                </a:lnTo>
                <a:lnTo>
                  <a:pt x="1249218" y="48710"/>
                </a:lnTo>
                <a:lnTo>
                  <a:pt x="1248439" y="48485"/>
                </a:lnTo>
                <a:lnTo>
                  <a:pt x="1247650" y="48274"/>
                </a:lnTo>
                <a:lnTo>
                  <a:pt x="1246853" y="48077"/>
                </a:lnTo>
                <a:lnTo>
                  <a:pt x="1246048" y="47893"/>
                </a:lnTo>
                <a:lnTo>
                  <a:pt x="1245233" y="47722"/>
                </a:lnTo>
                <a:lnTo>
                  <a:pt x="1244410" y="47566"/>
                </a:lnTo>
                <a:lnTo>
                  <a:pt x="1243578" y="47423"/>
                </a:lnTo>
                <a:lnTo>
                  <a:pt x="1242737" y="47293"/>
                </a:lnTo>
                <a:lnTo>
                  <a:pt x="1241887" y="47177"/>
                </a:lnTo>
                <a:lnTo>
                  <a:pt x="1241028" y="47075"/>
                </a:lnTo>
                <a:lnTo>
                  <a:pt x="1240161" y="46987"/>
                </a:lnTo>
                <a:lnTo>
                  <a:pt x="1239285" y="46912"/>
                </a:lnTo>
                <a:lnTo>
                  <a:pt x="1238400" y="46850"/>
                </a:lnTo>
                <a:lnTo>
                  <a:pt x="1237506" y="46803"/>
                </a:lnTo>
                <a:lnTo>
                  <a:pt x="1236604" y="46769"/>
                </a:lnTo>
                <a:lnTo>
                  <a:pt x="1235693" y="46748"/>
                </a:lnTo>
                <a:lnTo>
                  <a:pt x="1234773" y="46741"/>
                </a:lnTo>
                <a:lnTo>
                  <a:pt x="1233940" y="46748"/>
                </a:lnTo>
                <a:lnTo>
                  <a:pt x="1233111" y="46770"/>
                </a:lnTo>
                <a:lnTo>
                  <a:pt x="1232285" y="46805"/>
                </a:lnTo>
                <a:lnTo>
                  <a:pt x="1231463" y="46855"/>
                </a:lnTo>
                <a:lnTo>
                  <a:pt x="1230644" y="46919"/>
                </a:lnTo>
                <a:lnTo>
                  <a:pt x="1229829" y="46997"/>
                </a:lnTo>
                <a:lnTo>
                  <a:pt x="1229017" y="47089"/>
                </a:lnTo>
                <a:lnTo>
                  <a:pt x="1228209" y="47196"/>
                </a:lnTo>
                <a:lnTo>
                  <a:pt x="1227405" y="47317"/>
                </a:lnTo>
                <a:lnTo>
                  <a:pt x="1226604" y="47452"/>
                </a:lnTo>
                <a:lnTo>
                  <a:pt x="1225806" y="47601"/>
                </a:lnTo>
                <a:lnTo>
                  <a:pt x="1225013" y="47764"/>
                </a:lnTo>
                <a:lnTo>
                  <a:pt x="1224222" y="47942"/>
                </a:lnTo>
                <a:lnTo>
                  <a:pt x="1223436" y="48134"/>
                </a:lnTo>
                <a:lnTo>
                  <a:pt x="1222652" y="48340"/>
                </a:lnTo>
                <a:lnTo>
                  <a:pt x="1221873" y="48560"/>
                </a:lnTo>
                <a:lnTo>
                  <a:pt x="1221097" y="48795"/>
                </a:lnTo>
                <a:lnTo>
                  <a:pt x="1220324" y="49043"/>
                </a:lnTo>
                <a:lnTo>
                  <a:pt x="1219555" y="49306"/>
                </a:lnTo>
                <a:lnTo>
                  <a:pt x="1218790" y="49583"/>
                </a:lnTo>
                <a:lnTo>
                  <a:pt x="1218028" y="49875"/>
                </a:lnTo>
                <a:lnTo>
                  <a:pt x="1217270" y="50180"/>
                </a:lnTo>
                <a:lnTo>
                  <a:pt x="1216515" y="50500"/>
                </a:lnTo>
                <a:lnTo>
                  <a:pt x="1215764" y="50834"/>
                </a:lnTo>
                <a:lnTo>
                  <a:pt x="1215018" y="51181"/>
                </a:lnTo>
                <a:lnTo>
                  <a:pt x="1214279" y="51542"/>
                </a:lnTo>
                <a:lnTo>
                  <a:pt x="1213548" y="51915"/>
                </a:lnTo>
                <a:lnTo>
                  <a:pt x="1212823" y="52301"/>
                </a:lnTo>
                <a:lnTo>
                  <a:pt x="1212106" y="52700"/>
                </a:lnTo>
                <a:lnTo>
                  <a:pt x="1211395" y="53112"/>
                </a:lnTo>
                <a:lnTo>
                  <a:pt x="1210692" y="53537"/>
                </a:lnTo>
                <a:lnTo>
                  <a:pt x="1209996" y="53975"/>
                </a:lnTo>
                <a:lnTo>
                  <a:pt x="1209307" y="54426"/>
                </a:lnTo>
                <a:lnTo>
                  <a:pt x="1208625" y="54889"/>
                </a:lnTo>
                <a:lnTo>
                  <a:pt x="1207950" y="55366"/>
                </a:lnTo>
                <a:lnTo>
                  <a:pt x="1207283" y="55855"/>
                </a:lnTo>
                <a:lnTo>
                  <a:pt x="1206622" y="56358"/>
                </a:lnTo>
                <a:lnTo>
                  <a:pt x="1205969" y="56873"/>
                </a:lnTo>
                <a:lnTo>
                  <a:pt x="1205322" y="57401"/>
                </a:lnTo>
                <a:lnTo>
                  <a:pt x="1204683" y="57942"/>
                </a:lnTo>
                <a:lnTo>
                  <a:pt x="1204051" y="58496"/>
                </a:lnTo>
                <a:lnTo>
                  <a:pt x="1203426" y="59063"/>
                </a:lnTo>
                <a:lnTo>
                  <a:pt x="1202808" y="59642"/>
                </a:lnTo>
                <a:lnTo>
                  <a:pt x="1202197" y="60235"/>
                </a:lnTo>
                <a:lnTo>
                  <a:pt x="1201593" y="60841"/>
                </a:lnTo>
                <a:lnTo>
                  <a:pt x="1200997" y="61459"/>
                </a:lnTo>
                <a:lnTo>
                  <a:pt x="1200407" y="62090"/>
                </a:lnTo>
                <a:lnTo>
                  <a:pt x="1199825" y="62735"/>
                </a:lnTo>
                <a:lnTo>
                  <a:pt x="1199251" y="63391"/>
                </a:lnTo>
                <a:lnTo>
                  <a:pt x="1198687" y="64057"/>
                </a:lnTo>
                <a:lnTo>
                  <a:pt x="1198133" y="64735"/>
                </a:lnTo>
                <a:lnTo>
                  <a:pt x="1197590" y="65423"/>
                </a:lnTo>
                <a:lnTo>
                  <a:pt x="1197056" y="66121"/>
                </a:lnTo>
                <a:lnTo>
                  <a:pt x="1196533" y="66830"/>
                </a:lnTo>
                <a:lnTo>
                  <a:pt x="1196020" y="67550"/>
                </a:lnTo>
                <a:lnTo>
                  <a:pt x="1195517" y="68281"/>
                </a:lnTo>
                <a:lnTo>
                  <a:pt x="1195024" y="69022"/>
                </a:lnTo>
                <a:lnTo>
                  <a:pt x="1194541" y="69774"/>
                </a:lnTo>
                <a:lnTo>
                  <a:pt x="1194068" y="70537"/>
                </a:lnTo>
                <a:lnTo>
                  <a:pt x="1193605" y="71310"/>
                </a:lnTo>
                <a:lnTo>
                  <a:pt x="1193152" y="72094"/>
                </a:lnTo>
                <a:lnTo>
                  <a:pt x="1192710" y="72889"/>
                </a:lnTo>
                <a:lnTo>
                  <a:pt x="1192277" y="73694"/>
                </a:lnTo>
                <a:lnTo>
                  <a:pt x="1191855" y="74510"/>
                </a:lnTo>
                <a:lnTo>
                  <a:pt x="1191443" y="75336"/>
                </a:lnTo>
                <a:lnTo>
                  <a:pt x="1191040" y="76173"/>
                </a:lnTo>
                <a:lnTo>
                  <a:pt x="1190648" y="77021"/>
                </a:lnTo>
                <a:lnTo>
                  <a:pt x="1190266" y="77880"/>
                </a:lnTo>
                <a:lnTo>
                  <a:pt x="1189894" y="78749"/>
                </a:lnTo>
                <a:lnTo>
                  <a:pt x="1189533" y="79629"/>
                </a:lnTo>
                <a:lnTo>
                  <a:pt x="1189181" y="80519"/>
                </a:lnTo>
                <a:lnTo>
                  <a:pt x="1188839" y="81420"/>
                </a:lnTo>
                <a:lnTo>
                  <a:pt x="1188510" y="82331"/>
                </a:lnTo>
                <a:lnTo>
                  <a:pt x="1188194" y="83251"/>
                </a:lnTo>
                <a:lnTo>
                  <a:pt x="1187893" y="84180"/>
                </a:lnTo>
                <a:lnTo>
                  <a:pt x="1187605" y="85118"/>
                </a:lnTo>
                <a:lnTo>
                  <a:pt x="1187332" y="86065"/>
                </a:lnTo>
                <a:lnTo>
                  <a:pt x="1187072" y="87021"/>
                </a:lnTo>
                <a:lnTo>
                  <a:pt x="1186827" y="87985"/>
                </a:lnTo>
                <a:lnTo>
                  <a:pt x="1186596" y="88959"/>
                </a:lnTo>
                <a:lnTo>
                  <a:pt x="1186378" y="89942"/>
                </a:lnTo>
                <a:lnTo>
                  <a:pt x="1186175" y="90934"/>
                </a:lnTo>
                <a:lnTo>
                  <a:pt x="1185986" y="91934"/>
                </a:lnTo>
                <a:lnTo>
                  <a:pt x="1185810" y="92944"/>
                </a:lnTo>
                <a:lnTo>
                  <a:pt x="1185649" y="93963"/>
                </a:lnTo>
                <a:lnTo>
                  <a:pt x="1185502" y="94990"/>
                </a:lnTo>
                <a:lnTo>
                  <a:pt x="1185368" y="96027"/>
                </a:lnTo>
                <a:lnTo>
                  <a:pt x="1185249" y="97073"/>
                </a:lnTo>
                <a:lnTo>
                  <a:pt x="1185144" y="98127"/>
                </a:lnTo>
                <a:lnTo>
                  <a:pt x="1185053" y="99191"/>
                </a:lnTo>
                <a:lnTo>
                  <a:pt x="1184976" y="100263"/>
                </a:lnTo>
                <a:lnTo>
                  <a:pt x="1184913" y="101345"/>
                </a:lnTo>
                <a:lnTo>
                  <a:pt x="1184864" y="102435"/>
                </a:lnTo>
                <a:lnTo>
                  <a:pt x="1184829" y="103534"/>
                </a:lnTo>
                <a:lnTo>
                  <a:pt x="1184808" y="104643"/>
                </a:lnTo>
                <a:lnTo>
                  <a:pt x="1184801" y="105760"/>
                </a:lnTo>
                <a:lnTo>
                  <a:pt x="1184801" y="110391"/>
                </a:lnTo>
                <a:lnTo>
                  <a:pt x="1184807" y="111429"/>
                </a:lnTo>
                <a:lnTo>
                  <a:pt x="1184827" y="112460"/>
                </a:lnTo>
                <a:lnTo>
                  <a:pt x="1184861" y="113483"/>
                </a:lnTo>
                <a:lnTo>
                  <a:pt x="1184908" y="114500"/>
                </a:lnTo>
                <a:lnTo>
                  <a:pt x="1184969" y="115510"/>
                </a:lnTo>
                <a:lnTo>
                  <a:pt x="1185043" y="116513"/>
                </a:lnTo>
                <a:lnTo>
                  <a:pt x="1185130" y="117509"/>
                </a:lnTo>
                <a:lnTo>
                  <a:pt x="1185231" y="118499"/>
                </a:lnTo>
                <a:lnTo>
                  <a:pt x="1185346" y="119481"/>
                </a:lnTo>
                <a:lnTo>
                  <a:pt x="1185474" y="120456"/>
                </a:lnTo>
                <a:lnTo>
                  <a:pt x="1185615" y="121425"/>
                </a:lnTo>
                <a:lnTo>
                  <a:pt x="1185770" y="122386"/>
                </a:lnTo>
                <a:lnTo>
                  <a:pt x="1185938" y="123341"/>
                </a:lnTo>
                <a:lnTo>
                  <a:pt x="1186120" y="124289"/>
                </a:lnTo>
                <a:lnTo>
                  <a:pt x="1186315" y="125229"/>
                </a:lnTo>
                <a:lnTo>
                  <a:pt x="1186524" y="126163"/>
                </a:lnTo>
                <a:lnTo>
                  <a:pt x="1186746" y="127090"/>
                </a:lnTo>
                <a:lnTo>
                  <a:pt x="1186981" y="128010"/>
                </a:lnTo>
                <a:lnTo>
                  <a:pt x="1187231" y="128923"/>
                </a:lnTo>
                <a:lnTo>
                  <a:pt x="1187493" y="129829"/>
                </a:lnTo>
                <a:lnTo>
                  <a:pt x="1187769" y="130729"/>
                </a:lnTo>
                <a:lnTo>
                  <a:pt x="1188058" y="131621"/>
                </a:lnTo>
                <a:lnTo>
                  <a:pt x="1188361" y="132506"/>
                </a:lnTo>
                <a:lnTo>
                  <a:pt x="1188678" y="133385"/>
                </a:lnTo>
                <a:lnTo>
                  <a:pt x="1189006" y="134255"/>
                </a:lnTo>
                <a:lnTo>
                  <a:pt x="1189346" y="135115"/>
                </a:lnTo>
                <a:lnTo>
                  <a:pt x="1189696" y="135966"/>
                </a:lnTo>
                <a:lnTo>
                  <a:pt x="1190057" y="136806"/>
                </a:lnTo>
                <a:lnTo>
                  <a:pt x="1190429" y="137636"/>
                </a:lnTo>
                <a:lnTo>
                  <a:pt x="1190811" y="138457"/>
                </a:lnTo>
                <a:lnTo>
                  <a:pt x="1191205" y="139268"/>
                </a:lnTo>
                <a:lnTo>
                  <a:pt x="1191610" y="140068"/>
                </a:lnTo>
                <a:lnTo>
                  <a:pt x="1192025" y="140859"/>
                </a:lnTo>
                <a:lnTo>
                  <a:pt x="1192451" y="141640"/>
                </a:lnTo>
                <a:lnTo>
                  <a:pt x="1192888" y="142411"/>
                </a:lnTo>
                <a:lnTo>
                  <a:pt x="1193336" y="143172"/>
                </a:lnTo>
                <a:lnTo>
                  <a:pt x="1193794" y="143923"/>
                </a:lnTo>
                <a:lnTo>
                  <a:pt x="1194264" y="144665"/>
                </a:lnTo>
                <a:lnTo>
                  <a:pt x="1194744" y="145396"/>
                </a:lnTo>
                <a:lnTo>
                  <a:pt x="1195235" y="146117"/>
                </a:lnTo>
                <a:lnTo>
                  <a:pt x="1195737" y="146829"/>
                </a:lnTo>
                <a:lnTo>
                  <a:pt x="1196250" y="147531"/>
                </a:lnTo>
                <a:lnTo>
                  <a:pt x="1196774" y="148222"/>
                </a:lnTo>
                <a:lnTo>
                  <a:pt x="1197309" y="148904"/>
                </a:lnTo>
                <a:lnTo>
                  <a:pt x="1197854" y="149576"/>
                </a:lnTo>
                <a:lnTo>
                  <a:pt x="1198410" y="150238"/>
                </a:lnTo>
                <a:lnTo>
                  <a:pt x="1198977" y="150890"/>
                </a:lnTo>
                <a:lnTo>
                  <a:pt x="1199555" y="151532"/>
                </a:lnTo>
                <a:lnTo>
                  <a:pt x="1200143" y="152163"/>
                </a:lnTo>
                <a:lnTo>
                  <a:pt x="1200740" y="152783"/>
                </a:lnTo>
                <a:lnTo>
                  <a:pt x="1201346" y="153390"/>
                </a:lnTo>
                <a:lnTo>
                  <a:pt x="1201961" y="153985"/>
                </a:lnTo>
                <a:lnTo>
                  <a:pt x="1202584" y="154569"/>
                </a:lnTo>
                <a:lnTo>
                  <a:pt x="1203217" y="155140"/>
                </a:lnTo>
                <a:lnTo>
                  <a:pt x="1203859" y="155700"/>
                </a:lnTo>
                <a:lnTo>
                  <a:pt x="1204509" y="156247"/>
                </a:lnTo>
                <a:lnTo>
                  <a:pt x="1205169" y="156783"/>
                </a:lnTo>
                <a:lnTo>
                  <a:pt x="1205838" y="157306"/>
                </a:lnTo>
                <a:lnTo>
                  <a:pt x="1206515" y="157818"/>
                </a:lnTo>
                <a:lnTo>
                  <a:pt x="1207202" y="158317"/>
                </a:lnTo>
                <a:lnTo>
                  <a:pt x="1207897" y="158805"/>
                </a:lnTo>
                <a:lnTo>
                  <a:pt x="1208602" y="159281"/>
                </a:lnTo>
                <a:lnTo>
                  <a:pt x="1209315" y="159744"/>
                </a:lnTo>
                <a:lnTo>
                  <a:pt x="1210038" y="160196"/>
                </a:lnTo>
                <a:lnTo>
                  <a:pt x="1210769" y="160636"/>
                </a:lnTo>
                <a:lnTo>
                  <a:pt x="1211510" y="161064"/>
                </a:lnTo>
                <a:lnTo>
                  <a:pt x="1212259" y="161479"/>
                </a:lnTo>
                <a:lnTo>
                  <a:pt x="1213018" y="161883"/>
                </a:lnTo>
                <a:lnTo>
                  <a:pt x="1213785" y="162275"/>
                </a:lnTo>
                <a:lnTo>
                  <a:pt x="1214561" y="162655"/>
                </a:lnTo>
                <a:lnTo>
                  <a:pt x="1215347" y="163023"/>
                </a:lnTo>
                <a:lnTo>
                  <a:pt x="1216141" y="163379"/>
                </a:lnTo>
                <a:lnTo>
                  <a:pt x="1216943" y="163722"/>
                </a:lnTo>
                <a:lnTo>
                  <a:pt x="1217751" y="164050"/>
                </a:lnTo>
                <a:lnTo>
                  <a:pt x="1218566" y="164364"/>
                </a:lnTo>
                <a:lnTo>
                  <a:pt x="1219387" y="164663"/>
                </a:lnTo>
                <a:lnTo>
                  <a:pt x="1220214" y="164947"/>
                </a:lnTo>
                <a:lnTo>
                  <a:pt x="1221048" y="165217"/>
                </a:lnTo>
                <a:lnTo>
                  <a:pt x="1221888" y="165472"/>
                </a:lnTo>
                <a:lnTo>
                  <a:pt x="1222734" y="165713"/>
                </a:lnTo>
                <a:lnTo>
                  <a:pt x="1223587" y="165939"/>
                </a:lnTo>
                <a:lnTo>
                  <a:pt x="1224446" y="166150"/>
                </a:lnTo>
                <a:lnTo>
                  <a:pt x="1225312" y="166347"/>
                </a:lnTo>
                <a:lnTo>
                  <a:pt x="1226184" y="166529"/>
                </a:lnTo>
                <a:lnTo>
                  <a:pt x="1227062" y="166697"/>
                </a:lnTo>
                <a:lnTo>
                  <a:pt x="1227947" y="166850"/>
                </a:lnTo>
                <a:lnTo>
                  <a:pt x="1228838" y="166989"/>
                </a:lnTo>
                <a:lnTo>
                  <a:pt x="1229735" y="167113"/>
                </a:lnTo>
                <a:lnTo>
                  <a:pt x="1230639" y="167222"/>
                </a:lnTo>
                <a:lnTo>
                  <a:pt x="1231549" y="167317"/>
                </a:lnTo>
                <a:lnTo>
                  <a:pt x="1232465" y="167397"/>
                </a:lnTo>
                <a:lnTo>
                  <a:pt x="1233388" y="167463"/>
                </a:lnTo>
                <a:lnTo>
                  <a:pt x="1234317" y="167514"/>
                </a:lnTo>
                <a:lnTo>
                  <a:pt x="1235252" y="167550"/>
                </a:lnTo>
                <a:lnTo>
                  <a:pt x="1236194" y="167572"/>
                </a:lnTo>
                <a:lnTo>
                  <a:pt x="1237142" y="167579"/>
                </a:lnTo>
                <a:lnTo>
                  <a:pt x="1238008" y="167574"/>
                </a:lnTo>
                <a:lnTo>
                  <a:pt x="1238865" y="167560"/>
                </a:lnTo>
                <a:lnTo>
                  <a:pt x="1239713" y="167535"/>
                </a:lnTo>
                <a:lnTo>
                  <a:pt x="1240553" y="167500"/>
                </a:lnTo>
                <a:lnTo>
                  <a:pt x="1241383" y="167455"/>
                </a:lnTo>
                <a:lnTo>
                  <a:pt x="1242204" y="167401"/>
                </a:lnTo>
                <a:lnTo>
                  <a:pt x="1243016" y="167337"/>
                </a:lnTo>
                <a:lnTo>
                  <a:pt x="1243819" y="167262"/>
                </a:lnTo>
                <a:lnTo>
                  <a:pt x="1244614" y="167178"/>
                </a:lnTo>
                <a:lnTo>
                  <a:pt x="1245399" y="167084"/>
                </a:lnTo>
                <a:lnTo>
                  <a:pt x="1246175" y="166980"/>
                </a:lnTo>
                <a:lnTo>
                  <a:pt x="1246943" y="166866"/>
                </a:lnTo>
                <a:lnTo>
                  <a:pt x="1247701" y="166742"/>
                </a:lnTo>
                <a:lnTo>
                  <a:pt x="1248451" y="166608"/>
                </a:lnTo>
                <a:lnTo>
                  <a:pt x="1249191" y="166464"/>
                </a:lnTo>
                <a:lnTo>
                  <a:pt x="1249922" y="166311"/>
                </a:lnTo>
                <a:lnTo>
                  <a:pt x="1250645" y="166147"/>
                </a:lnTo>
                <a:lnTo>
                  <a:pt x="1251358" y="165974"/>
                </a:lnTo>
                <a:lnTo>
                  <a:pt x="1252063" y="165791"/>
                </a:lnTo>
                <a:lnTo>
                  <a:pt x="1252758" y="165597"/>
                </a:lnTo>
                <a:lnTo>
                  <a:pt x="1253445" y="165394"/>
                </a:lnTo>
                <a:lnTo>
                  <a:pt x="1254123" y="165181"/>
                </a:lnTo>
                <a:lnTo>
                  <a:pt x="1254791" y="164958"/>
                </a:lnTo>
                <a:lnTo>
                  <a:pt x="1255451" y="164725"/>
                </a:lnTo>
                <a:lnTo>
                  <a:pt x="1256102" y="164484"/>
                </a:lnTo>
                <a:lnTo>
                  <a:pt x="1256746" y="164237"/>
                </a:lnTo>
                <a:lnTo>
                  <a:pt x="1257381" y="163983"/>
                </a:lnTo>
                <a:lnTo>
                  <a:pt x="1258009" y="163723"/>
                </a:lnTo>
                <a:lnTo>
                  <a:pt x="1258629" y="163457"/>
                </a:lnTo>
                <a:lnTo>
                  <a:pt x="1259241" y="163184"/>
                </a:lnTo>
                <a:lnTo>
                  <a:pt x="1259845" y="162905"/>
                </a:lnTo>
                <a:lnTo>
                  <a:pt x="1260441" y="162619"/>
                </a:lnTo>
                <a:lnTo>
                  <a:pt x="1261029" y="162327"/>
                </a:lnTo>
                <a:lnTo>
                  <a:pt x="1261610" y="162029"/>
                </a:lnTo>
                <a:lnTo>
                  <a:pt x="1262183" y="161725"/>
                </a:lnTo>
                <a:lnTo>
                  <a:pt x="1262748" y="161414"/>
                </a:lnTo>
                <a:lnTo>
                  <a:pt x="1263305" y="161096"/>
                </a:lnTo>
                <a:lnTo>
                  <a:pt x="1263854" y="160773"/>
                </a:lnTo>
                <a:lnTo>
                  <a:pt x="1264395" y="160443"/>
                </a:lnTo>
                <a:lnTo>
                  <a:pt x="1264928" y="160106"/>
                </a:lnTo>
                <a:lnTo>
                  <a:pt x="1265454" y="159764"/>
                </a:lnTo>
                <a:lnTo>
                  <a:pt x="1265972" y="159414"/>
                </a:lnTo>
                <a:lnTo>
                  <a:pt x="1266482" y="159059"/>
                </a:lnTo>
                <a:lnTo>
                  <a:pt x="1266984" y="158697"/>
                </a:lnTo>
                <a:lnTo>
                  <a:pt x="1267478" y="158329"/>
                </a:lnTo>
                <a:lnTo>
                  <a:pt x="1267964" y="157955"/>
                </a:lnTo>
                <a:lnTo>
                  <a:pt x="1268443" y="157574"/>
                </a:lnTo>
                <a:lnTo>
                  <a:pt x="1268913" y="157186"/>
                </a:lnTo>
                <a:lnTo>
                  <a:pt x="1269377" y="156794"/>
                </a:lnTo>
                <a:lnTo>
                  <a:pt x="1269835" y="156399"/>
                </a:lnTo>
                <a:lnTo>
                  <a:pt x="1270286" y="156001"/>
                </a:lnTo>
                <a:lnTo>
                  <a:pt x="1270732" y="155599"/>
                </a:lnTo>
                <a:lnTo>
                  <a:pt x="1271172" y="155195"/>
                </a:lnTo>
                <a:lnTo>
                  <a:pt x="1271606" y="154787"/>
                </a:lnTo>
                <a:lnTo>
                  <a:pt x="1272034" y="154376"/>
                </a:lnTo>
                <a:lnTo>
                  <a:pt x="1272455" y="153961"/>
                </a:lnTo>
                <a:lnTo>
                  <a:pt x="1272871" y="153544"/>
                </a:lnTo>
                <a:lnTo>
                  <a:pt x="1273281" y="153123"/>
                </a:lnTo>
                <a:lnTo>
                  <a:pt x="1273685" y="152700"/>
                </a:lnTo>
                <a:lnTo>
                  <a:pt x="1274083" y="152273"/>
                </a:lnTo>
                <a:lnTo>
                  <a:pt x="1274475" y="151843"/>
                </a:lnTo>
                <a:lnTo>
                  <a:pt x="1274861" y="151409"/>
                </a:lnTo>
                <a:lnTo>
                  <a:pt x="1275241" y="150973"/>
                </a:lnTo>
                <a:lnTo>
                  <a:pt x="1275615" y="150533"/>
                </a:lnTo>
                <a:lnTo>
                  <a:pt x="1275983" y="150090"/>
                </a:lnTo>
                <a:lnTo>
                  <a:pt x="1276345" y="149644"/>
                </a:lnTo>
                <a:lnTo>
                  <a:pt x="1276701" y="149195"/>
                </a:lnTo>
                <a:lnTo>
                  <a:pt x="1277051" y="148743"/>
                </a:lnTo>
                <a:lnTo>
                  <a:pt x="1277395" y="148287"/>
                </a:lnTo>
                <a:lnTo>
                  <a:pt x="1277733" y="147828"/>
                </a:lnTo>
                <a:lnTo>
                  <a:pt x="1278065" y="147366"/>
                </a:lnTo>
                <a:lnTo>
                  <a:pt x="1278391" y="146901"/>
                </a:lnTo>
                <a:lnTo>
                  <a:pt x="1270313" y="140655"/>
                </a:lnTo>
                <a:lnTo>
                  <a:pt x="1269781" y="141338"/>
                </a:lnTo>
                <a:lnTo>
                  <a:pt x="1269243" y="142006"/>
                </a:lnTo>
                <a:lnTo>
                  <a:pt x="1268699" y="142658"/>
                </a:lnTo>
                <a:lnTo>
                  <a:pt x="1268149" y="143295"/>
                </a:lnTo>
                <a:lnTo>
                  <a:pt x="1267593" y="143916"/>
                </a:lnTo>
                <a:lnTo>
                  <a:pt x="1267032" y="144522"/>
                </a:lnTo>
                <a:lnTo>
                  <a:pt x="1266465" y="145112"/>
                </a:lnTo>
                <a:lnTo>
                  <a:pt x="1265892" y="145687"/>
                </a:lnTo>
                <a:lnTo>
                  <a:pt x="1265313" y="146246"/>
                </a:lnTo>
                <a:lnTo>
                  <a:pt x="1264728" y="146789"/>
                </a:lnTo>
                <a:lnTo>
                  <a:pt x="1264138" y="147317"/>
                </a:lnTo>
                <a:lnTo>
                  <a:pt x="1263542" y="147830"/>
                </a:lnTo>
                <a:lnTo>
                  <a:pt x="1262940" y="148327"/>
                </a:lnTo>
                <a:lnTo>
                  <a:pt x="1262332" y="148809"/>
                </a:lnTo>
                <a:lnTo>
                  <a:pt x="1261719" y="149275"/>
                </a:lnTo>
                <a:lnTo>
                  <a:pt x="1261099" y="149725"/>
                </a:lnTo>
                <a:lnTo>
                  <a:pt x="1260474" y="150160"/>
                </a:lnTo>
                <a:lnTo>
                  <a:pt x="1259843" y="150580"/>
                </a:lnTo>
                <a:lnTo>
                  <a:pt x="1259206" y="150984"/>
                </a:lnTo>
                <a:lnTo>
                  <a:pt x="1258564" y="151372"/>
                </a:lnTo>
                <a:lnTo>
                  <a:pt x="1257915" y="151745"/>
                </a:lnTo>
                <a:lnTo>
                  <a:pt x="1257261" y="152103"/>
                </a:lnTo>
                <a:lnTo>
                  <a:pt x="1256601" y="152444"/>
                </a:lnTo>
                <a:lnTo>
                  <a:pt x="1255936" y="152771"/>
                </a:lnTo>
                <a:lnTo>
                  <a:pt x="1255263" y="153083"/>
                </a:lnTo>
                <a:lnTo>
                  <a:pt x="1254583" y="153381"/>
                </a:lnTo>
                <a:lnTo>
                  <a:pt x="1253895" y="153667"/>
                </a:lnTo>
                <a:lnTo>
                  <a:pt x="1253200" y="153939"/>
                </a:lnTo>
                <a:lnTo>
                  <a:pt x="1252497" y="154198"/>
                </a:lnTo>
                <a:lnTo>
                  <a:pt x="1251786" y="154443"/>
                </a:lnTo>
                <a:lnTo>
                  <a:pt x="1251067" y="154676"/>
                </a:lnTo>
                <a:lnTo>
                  <a:pt x="1250341" y="154895"/>
                </a:lnTo>
                <a:lnTo>
                  <a:pt x="1249607" y="155101"/>
                </a:lnTo>
                <a:lnTo>
                  <a:pt x="1248866" y="155293"/>
                </a:lnTo>
                <a:lnTo>
                  <a:pt x="1248117" y="155472"/>
                </a:lnTo>
                <a:lnTo>
                  <a:pt x="1247360" y="155638"/>
                </a:lnTo>
                <a:lnTo>
                  <a:pt x="1246596" y="155791"/>
                </a:lnTo>
                <a:lnTo>
                  <a:pt x="1245824" y="155930"/>
                </a:lnTo>
                <a:lnTo>
                  <a:pt x="1245044" y="156056"/>
                </a:lnTo>
                <a:lnTo>
                  <a:pt x="1244256" y="156169"/>
                </a:lnTo>
                <a:lnTo>
                  <a:pt x="1243461" y="156269"/>
                </a:lnTo>
                <a:lnTo>
                  <a:pt x="1242658" y="156355"/>
                </a:lnTo>
                <a:lnTo>
                  <a:pt x="1241848" y="156428"/>
                </a:lnTo>
                <a:lnTo>
                  <a:pt x="1241030" y="156488"/>
                </a:lnTo>
                <a:lnTo>
                  <a:pt x="1240204" y="156534"/>
                </a:lnTo>
                <a:lnTo>
                  <a:pt x="1239371" y="156568"/>
                </a:lnTo>
                <a:lnTo>
                  <a:pt x="1238529" y="156587"/>
                </a:lnTo>
                <a:lnTo>
                  <a:pt x="1237681" y="156594"/>
                </a:lnTo>
                <a:lnTo>
                  <a:pt x="1236939" y="156588"/>
                </a:lnTo>
                <a:lnTo>
                  <a:pt x="1236202" y="156569"/>
                </a:lnTo>
                <a:lnTo>
                  <a:pt x="1235471" y="156538"/>
                </a:lnTo>
                <a:lnTo>
                  <a:pt x="1234746" y="156494"/>
                </a:lnTo>
                <a:lnTo>
                  <a:pt x="1234026" y="156437"/>
                </a:lnTo>
                <a:lnTo>
                  <a:pt x="1233312" y="156369"/>
                </a:lnTo>
                <a:lnTo>
                  <a:pt x="1232604" y="156287"/>
                </a:lnTo>
                <a:lnTo>
                  <a:pt x="1231901" y="156193"/>
                </a:lnTo>
                <a:lnTo>
                  <a:pt x="1231204" y="156087"/>
                </a:lnTo>
                <a:lnTo>
                  <a:pt x="1230512" y="155968"/>
                </a:lnTo>
                <a:lnTo>
                  <a:pt x="1229826" y="155836"/>
                </a:lnTo>
                <a:lnTo>
                  <a:pt x="1229146" y="155692"/>
                </a:lnTo>
                <a:lnTo>
                  <a:pt x="1228471" y="155535"/>
                </a:lnTo>
                <a:lnTo>
                  <a:pt x="1227802" y="155366"/>
                </a:lnTo>
                <a:lnTo>
                  <a:pt x="1227138" y="155185"/>
                </a:lnTo>
                <a:lnTo>
                  <a:pt x="1226480" y="154991"/>
                </a:lnTo>
                <a:lnTo>
                  <a:pt x="1225828" y="154784"/>
                </a:lnTo>
                <a:lnTo>
                  <a:pt x="1225181" y="154565"/>
                </a:lnTo>
                <a:lnTo>
                  <a:pt x="1224540" y="154333"/>
                </a:lnTo>
                <a:lnTo>
                  <a:pt x="1223904" y="154089"/>
                </a:lnTo>
                <a:lnTo>
                  <a:pt x="1223274" y="153832"/>
                </a:lnTo>
                <a:lnTo>
                  <a:pt x="1222650" y="153562"/>
                </a:lnTo>
                <a:lnTo>
                  <a:pt x="1222031" y="153281"/>
                </a:lnTo>
                <a:lnTo>
                  <a:pt x="1221418" y="152986"/>
                </a:lnTo>
                <a:lnTo>
                  <a:pt x="1220811" y="152681"/>
                </a:lnTo>
                <a:lnTo>
                  <a:pt x="1220212" y="152366"/>
                </a:lnTo>
                <a:lnTo>
                  <a:pt x="1219619" y="152042"/>
                </a:lnTo>
                <a:lnTo>
                  <a:pt x="1219034" y="151709"/>
                </a:lnTo>
                <a:lnTo>
                  <a:pt x="1218455" y="151366"/>
                </a:lnTo>
                <a:lnTo>
                  <a:pt x="1217884" y="151014"/>
                </a:lnTo>
                <a:lnTo>
                  <a:pt x="1217320" y="150652"/>
                </a:lnTo>
                <a:lnTo>
                  <a:pt x="1216763" y="150282"/>
                </a:lnTo>
                <a:lnTo>
                  <a:pt x="1216213" y="149902"/>
                </a:lnTo>
                <a:lnTo>
                  <a:pt x="1215670" y="149512"/>
                </a:lnTo>
                <a:lnTo>
                  <a:pt x="1215135" y="149113"/>
                </a:lnTo>
                <a:lnTo>
                  <a:pt x="1214606" y="148705"/>
                </a:lnTo>
                <a:lnTo>
                  <a:pt x="1214085" y="148288"/>
                </a:lnTo>
                <a:lnTo>
                  <a:pt x="1213570" y="147861"/>
                </a:lnTo>
                <a:lnTo>
                  <a:pt x="1213063" y="147425"/>
                </a:lnTo>
                <a:lnTo>
                  <a:pt x="1212563" y="146979"/>
                </a:lnTo>
                <a:lnTo>
                  <a:pt x="1212070" y="146524"/>
                </a:lnTo>
                <a:lnTo>
                  <a:pt x="1211584" y="146060"/>
                </a:lnTo>
                <a:lnTo>
                  <a:pt x="1211105" y="145586"/>
                </a:lnTo>
                <a:lnTo>
                  <a:pt x="1210633" y="145103"/>
                </a:lnTo>
                <a:lnTo>
                  <a:pt x="1210169" y="144611"/>
                </a:lnTo>
                <a:lnTo>
                  <a:pt x="1209711" y="144109"/>
                </a:lnTo>
                <a:lnTo>
                  <a:pt x="1209261" y="143598"/>
                </a:lnTo>
                <a:lnTo>
                  <a:pt x="1208817" y="143078"/>
                </a:lnTo>
                <a:lnTo>
                  <a:pt x="1208382" y="142549"/>
                </a:lnTo>
                <a:lnTo>
                  <a:pt x="1207954" y="142013"/>
                </a:lnTo>
                <a:lnTo>
                  <a:pt x="1207535" y="141470"/>
                </a:lnTo>
                <a:lnTo>
                  <a:pt x="1207124" y="140919"/>
                </a:lnTo>
                <a:lnTo>
                  <a:pt x="1206721" y="140362"/>
                </a:lnTo>
                <a:lnTo>
                  <a:pt x="1206327" y="139796"/>
                </a:lnTo>
                <a:lnTo>
                  <a:pt x="1205941" y="139224"/>
                </a:lnTo>
                <a:lnTo>
                  <a:pt x="1205562" y="138644"/>
                </a:lnTo>
                <a:lnTo>
                  <a:pt x="1205193" y="138057"/>
                </a:lnTo>
                <a:lnTo>
                  <a:pt x="1204831" y="137463"/>
                </a:lnTo>
                <a:lnTo>
                  <a:pt x="1204478" y="136861"/>
                </a:lnTo>
                <a:lnTo>
                  <a:pt x="1204132" y="136252"/>
                </a:lnTo>
                <a:lnTo>
                  <a:pt x="1203796" y="135636"/>
                </a:lnTo>
                <a:lnTo>
                  <a:pt x="1203467" y="135013"/>
                </a:lnTo>
                <a:lnTo>
                  <a:pt x="1203146" y="134382"/>
                </a:lnTo>
                <a:lnTo>
                  <a:pt x="1202834" y="133744"/>
                </a:lnTo>
                <a:lnTo>
                  <a:pt x="1202530" y="133099"/>
                </a:lnTo>
                <a:lnTo>
                  <a:pt x="1202234" y="132446"/>
                </a:lnTo>
                <a:lnTo>
                  <a:pt x="1201947" y="131786"/>
                </a:lnTo>
                <a:lnTo>
                  <a:pt x="1201667" y="131119"/>
                </a:lnTo>
                <a:lnTo>
                  <a:pt x="1201396" y="130444"/>
                </a:lnTo>
                <a:lnTo>
                  <a:pt x="1201133" y="129762"/>
                </a:lnTo>
                <a:lnTo>
                  <a:pt x="1200879" y="129073"/>
                </a:lnTo>
                <a:lnTo>
                  <a:pt x="1200632" y="128377"/>
                </a:lnTo>
                <a:lnTo>
                  <a:pt x="1200395" y="127675"/>
                </a:lnTo>
                <a:lnTo>
                  <a:pt x="1200168" y="126969"/>
                </a:lnTo>
                <a:lnTo>
                  <a:pt x="1199951" y="126258"/>
                </a:lnTo>
                <a:lnTo>
                  <a:pt x="1199744" y="125544"/>
                </a:lnTo>
                <a:lnTo>
                  <a:pt x="1199547" y="124825"/>
                </a:lnTo>
                <a:lnTo>
                  <a:pt x="1199360" y="124103"/>
                </a:lnTo>
                <a:lnTo>
                  <a:pt x="1199183" y="123376"/>
                </a:lnTo>
                <a:lnTo>
                  <a:pt x="1199017" y="122645"/>
                </a:lnTo>
                <a:lnTo>
                  <a:pt x="1198860" y="121910"/>
                </a:lnTo>
                <a:lnTo>
                  <a:pt x="1198714" y="121171"/>
                </a:lnTo>
                <a:lnTo>
                  <a:pt x="1198578" y="120428"/>
                </a:lnTo>
                <a:lnTo>
                  <a:pt x="1198451" y="119680"/>
                </a:lnTo>
                <a:lnTo>
                  <a:pt x="1198335" y="118929"/>
                </a:lnTo>
                <a:lnTo>
                  <a:pt x="1198229" y="118173"/>
                </a:lnTo>
                <a:lnTo>
                  <a:pt x="1198133" y="117414"/>
                </a:lnTo>
                <a:lnTo>
                  <a:pt x="1198047" y="116650"/>
                </a:lnTo>
                <a:lnTo>
                  <a:pt x="1197972" y="115882"/>
                </a:lnTo>
                <a:lnTo>
                  <a:pt x="1197906" y="115110"/>
                </a:lnTo>
                <a:lnTo>
                  <a:pt x="1197851" y="114334"/>
                </a:lnTo>
                <a:lnTo>
                  <a:pt x="1197805" y="113553"/>
                </a:lnTo>
                <a:lnTo>
                  <a:pt x="1197770" y="112769"/>
                </a:lnTo>
                <a:lnTo>
                  <a:pt x="1197745" y="111981"/>
                </a:lnTo>
                <a:lnTo>
                  <a:pt x="1197729" y="111188"/>
                </a:lnTo>
                <a:lnTo>
                  <a:pt x="1197724" y="110391"/>
                </a:lnTo>
                <a:lnTo>
                  <a:pt x="1197724" y="107914"/>
                </a:lnTo>
                <a:lnTo>
                  <a:pt x="1280868" y="107914"/>
                </a:lnTo>
                <a:lnTo>
                  <a:pt x="1280868" y="100066"/>
                </a:lnTo>
                <a:lnTo>
                  <a:pt x="1280863" y="99093"/>
                </a:lnTo>
                <a:lnTo>
                  <a:pt x="1280847" y="98126"/>
                </a:lnTo>
                <a:lnTo>
                  <a:pt x="1280821" y="97167"/>
                </a:lnTo>
                <a:lnTo>
                  <a:pt x="1280784" y="96215"/>
                </a:lnTo>
                <a:close/>
                <a:moveTo>
                  <a:pt x="1198921" y="92382"/>
                </a:moveTo>
                <a:lnTo>
                  <a:pt x="1199075" y="91601"/>
                </a:lnTo>
                <a:lnTo>
                  <a:pt x="1199239" y="90827"/>
                </a:lnTo>
                <a:lnTo>
                  <a:pt x="1199412" y="90060"/>
                </a:lnTo>
                <a:lnTo>
                  <a:pt x="1199594" y="89299"/>
                </a:lnTo>
                <a:lnTo>
                  <a:pt x="1199786" y="88544"/>
                </a:lnTo>
                <a:lnTo>
                  <a:pt x="1199987" y="87797"/>
                </a:lnTo>
                <a:lnTo>
                  <a:pt x="1200197" y="87055"/>
                </a:lnTo>
                <a:lnTo>
                  <a:pt x="1200417" y="86321"/>
                </a:lnTo>
                <a:lnTo>
                  <a:pt x="1200645" y="85593"/>
                </a:lnTo>
                <a:lnTo>
                  <a:pt x="1200881" y="84874"/>
                </a:lnTo>
                <a:lnTo>
                  <a:pt x="1201124" y="84163"/>
                </a:lnTo>
                <a:lnTo>
                  <a:pt x="1201376" y="83461"/>
                </a:lnTo>
                <a:lnTo>
                  <a:pt x="1201635" y="82766"/>
                </a:lnTo>
                <a:lnTo>
                  <a:pt x="1201901" y="82080"/>
                </a:lnTo>
                <a:lnTo>
                  <a:pt x="1202175" y="81402"/>
                </a:lnTo>
                <a:lnTo>
                  <a:pt x="1202457" y="80732"/>
                </a:lnTo>
                <a:lnTo>
                  <a:pt x="1202747" y="80071"/>
                </a:lnTo>
                <a:lnTo>
                  <a:pt x="1203044" y="79417"/>
                </a:lnTo>
                <a:lnTo>
                  <a:pt x="1203349" y="78772"/>
                </a:lnTo>
                <a:lnTo>
                  <a:pt x="1203661" y="78135"/>
                </a:lnTo>
                <a:lnTo>
                  <a:pt x="1203981" y="77507"/>
                </a:lnTo>
                <a:lnTo>
                  <a:pt x="1204309" y="76886"/>
                </a:lnTo>
                <a:lnTo>
                  <a:pt x="1204645" y="76274"/>
                </a:lnTo>
                <a:lnTo>
                  <a:pt x="1204988" y="75670"/>
                </a:lnTo>
                <a:lnTo>
                  <a:pt x="1205339" y="75075"/>
                </a:lnTo>
                <a:lnTo>
                  <a:pt x="1205697" y="74487"/>
                </a:lnTo>
                <a:lnTo>
                  <a:pt x="1206064" y="73908"/>
                </a:lnTo>
                <a:lnTo>
                  <a:pt x="1206438" y="73337"/>
                </a:lnTo>
                <a:lnTo>
                  <a:pt x="1206819" y="72774"/>
                </a:lnTo>
                <a:lnTo>
                  <a:pt x="1207208" y="72220"/>
                </a:lnTo>
                <a:lnTo>
                  <a:pt x="1207605" y="71673"/>
                </a:lnTo>
                <a:lnTo>
                  <a:pt x="1208010" y="71135"/>
                </a:lnTo>
                <a:lnTo>
                  <a:pt x="1208421" y="70606"/>
                </a:lnTo>
                <a:lnTo>
                  <a:pt x="1208839" y="70088"/>
                </a:lnTo>
                <a:lnTo>
                  <a:pt x="1209264" y="69579"/>
                </a:lnTo>
                <a:lnTo>
                  <a:pt x="1209695" y="69081"/>
                </a:lnTo>
                <a:lnTo>
                  <a:pt x="1210133" y="68594"/>
                </a:lnTo>
                <a:lnTo>
                  <a:pt x="1210578" y="68116"/>
                </a:lnTo>
                <a:lnTo>
                  <a:pt x="1211028" y="67649"/>
                </a:lnTo>
                <a:lnTo>
                  <a:pt x="1211486" y="67192"/>
                </a:lnTo>
                <a:lnTo>
                  <a:pt x="1211950" y="66745"/>
                </a:lnTo>
                <a:lnTo>
                  <a:pt x="1212420" y="66309"/>
                </a:lnTo>
                <a:lnTo>
                  <a:pt x="1212898" y="65883"/>
                </a:lnTo>
                <a:lnTo>
                  <a:pt x="1213381" y="65467"/>
                </a:lnTo>
                <a:lnTo>
                  <a:pt x="1213871" y="65062"/>
                </a:lnTo>
                <a:lnTo>
                  <a:pt x="1214368" y="64667"/>
                </a:lnTo>
                <a:lnTo>
                  <a:pt x="1214871" y="64282"/>
                </a:lnTo>
                <a:lnTo>
                  <a:pt x="1215381" y="63907"/>
                </a:lnTo>
                <a:lnTo>
                  <a:pt x="1215897" y="63543"/>
                </a:lnTo>
                <a:lnTo>
                  <a:pt x="1216420" y="63189"/>
                </a:lnTo>
                <a:lnTo>
                  <a:pt x="1216950" y="62845"/>
                </a:lnTo>
                <a:lnTo>
                  <a:pt x="1217486" y="62512"/>
                </a:lnTo>
                <a:lnTo>
                  <a:pt x="1218028" y="62188"/>
                </a:lnTo>
                <a:lnTo>
                  <a:pt x="1218577" y="61876"/>
                </a:lnTo>
                <a:lnTo>
                  <a:pt x="1219133" y="61573"/>
                </a:lnTo>
                <a:lnTo>
                  <a:pt x="1219695" y="61281"/>
                </a:lnTo>
                <a:lnTo>
                  <a:pt x="1220263" y="60999"/>
                </a:lnTo>
                <a:lnTo>
                  <a:pt x="1220836" y="60730"/>
                </a:lnTo>
                <a:lnTo>
                  <a:pt x="1221415" y="60473"/>
                </a:lnTo>
                <a:lnTo>
                  <a:pt x="1221999" y="60228"/>
                </a:lnTo>
                <a:lnTo>
                  <a:pt x="1222587" y="59994"/>
                </a:lnTo>
                <a:lnTo>
                  <a:pt x="1223182" y="59773"/>
                </a:lnTo>
                <a:lnTo>
                  <a:pt x="1223781" y="59563"/>
                </a:lnTo>
                <a:lnTo>
                  <a:pt x="1224386" y="59366"/>
                </a:lnTo>
                <a:lnTo>
                  <a:pt x="1224996" y="59180"/>
                </a:lnTo>
                <a:lnTo>
                  <a:pt x="1225611" y="59007"/>
                </a:lnTo>
                <a:lnTo>
                  <a:pt x="1226231" y="58845"/>
                </a:lnTo>
                <a:lnTo>
                  <a:pt x="1226857" y="58696"/>
                </a:lnTo>
                <a:lnTo>
                  <a:pt x="1227488" y="58558"/>
                </a:lnTo>
                <a:lnTo>
                  <a:pt x="1228124" y="58433"/>
                </a:lnTo>
                <a:lnTo>
                  <a:pt x="1228765" y="58319"/>
                </a:lnTo>
                <a:lnTo>
                  <a:pt x="1229412" y="58217"/>
                </a:lnTo>
                <a:lnTo>
                  <a:pt x="1230064" y="58127"/>
                </a:lnTo>
                <a:lnTo>
                  <a:pt x="1230721" y="58050"/>
                </a:lnTo>
                <a:lnTo>
                  <a:pt x="1231383" y="57984"/>
                </a:lnTo>
                <a:lnTo>
                  <a:pt x="1232050" y="57930"/>
                </a:lnTo>
                <a:lnTo>
                  <a:pt x="1232723" y="57888"/>
                </a:lnTo>
                <a:lnTo>
                  <a:pt x="1233401" y="57858"/>
                </a:lnTo>
                <a:lnTo>
                  <a:pt x="1234084" y="57840"/>
                </a:lnTo>
                <a:lnTo>
                  <a:pt x="1234773" y="57834"/>
                </a:lnTo>
                <a:lnTo>
                  <a:pt x="1235682" y="57844"/>
                </a:lnTo>
                <a:lnTo>
                  <a:pt x="1236578" y="57872"/>
                </a:lnTo>
                <a:lnTo>
                  <a:pt x="1237461" y="57918"/>
                </a:lnTo>
                <a:lnTo>
                  <a:pt x="1238331" y="57983"/>
                </a:lnTo>
                <a:lnTo>
                  <a:pt x="1239189" y="58067"/>
                </a:lnTo>
                <a:lnTo>
                  <a:pt x="1240033" y="58170"/>
                </a:lnTo>
                <a:lnTo>
                  <a:pt x="1240865" y="58291"/>
                </a:lnTo>
                <a:lnTo>
                  <a:pt x="1241683" y="58431"/>
                </a:lnTo>
                <a:lnTo>
                  <a:pt x="1242489" y="58590"/>
                </a:lnTo>
                <a:lnTo>
                  <a:pt x="1243282" y="58767"/>
                </a:lnTo>
                <a:lnTo>
                  <a:pt x="1244062" y="58963"/>
                </a:lnTo>
                <a:lnTo>
                  <a:pt x="1244829" y="59177"/>
                </a:lnTo>
                <a:lnTo>
                  <a:pt x="1245583" y="59410"/>
                </a:lnTo>
                <a:lnTo>
                  <a:pt x="1246325" y="59662"/>
                </a:lnTo>
                <a:lnTo>
                  <a:pt x="1247053" y="59932"/>
                </a:lnTo>
                <a:lnTo>
                  <a:pt x="1247768" y="60222"/>
                </a:lnTo>
                <a:lnTo>
                  <a:pt x="1248471" y="60529"/>
                </a:lnTo>
                <a:lnTo>
                  <a:pt x="1249161" y="60856"/>
                </a:lnTo>
                <a:lnTo>
                  <a:pt x="1249837" y="61201"/>
                </a:lnTo>
                <a:lnTo>
                  <a:pt x="1250501" y="61564"/>
                </a:lnTo>
                <a:lnTo>
                  <a:pt x="1251152" y="61947"/>
                </a:lnTo>
                <a:lnTo>
                  <a:pt x="1251790" y="62348"/>
                </a:lnTo>
                <a:lnTo>
                  <a:pt x="1252415" y="62767"/>
                </a:lnTo>
                <a:lnTo>
                  <a:pt x="1253028" y="63206"/>
                </a:lnTo>
                <a:lnTo>
                  <a:pt x="1253627" y="63659"/>
                </a:lnTo>
                <a:lnTo>
                  <a:pt x="1254215" y="64122"/>
                </a:lnTo>
                <a:lnTo>
                  <a:pt x="1254790" y="64597"/>
                </a:lnTo>
                <a:lnTo>
                  <a:pt x="1255352" y="65083"/>
                </a:lnTo>
                <a:lnTo>
                  <a:pt x="1255903" y="65580"/>
                </a:lnTo>
                <a:lnTo>
                  <a:pt x="1256440" y="66088"/>
                </a:lnTo>
                <a:lnTo>
                  <a:pt x="1256966" y="66607"/>
                </a:lnTo>
                <a:lnTo>
                  <a:pt x="1257479" y="67137"/>
                </a:lnTo>
                <a:lnTo>
                  <a:pt x="1257980" y="67678"/>
                </a:lnTo>
                <a:lnTo>
                  <a:pt x="1258469" y="68230"/>
                </a:lnTo>
                <a:lnTo>
                  <a:pt x="1258945" y="68793"/>
                </a:lnTo>
                <a:lnTo>
                  <a:pt x="1259409" y="69366"/>
                </a:lnTo>
                <a:lnTo>
                  <a:pt x="1259860" y="69951"/>
                </a:lnTo>
                <a:lnTo>
                  <a:pt x="1260300" y="70547"/>
                </a:lnTo>
                <a:lnTo>
                  <a:pt x="1260727" y="71154"/>
                </a:lnTo>
                <a:lnTo>
                  <a:pt x="1261141" y="71772"/>
                </a:lnTo>
                <a:lnTo>
                  <a:pt x="1261543" y="72401"/>
                </a:lnTo>
                <a:lnTo>
                  <a:pt x="1261933" y="73041"/>
                </a:lnTo>
                <a:lnTo>
                  <a:pt x="1262311" y="73692"/>
                </a:lnTo>
                <a:lnTo>
                  <a:pt x="1262676" y="74354"/>
                </a:lnTo>
                <a:lnTo>
                  <a:pt x="1263029" y="75027"/>
                </a:lnTo>
                <a:lnTo>
                  <a:pt x="1263369" y="75711"/>
                </a:lnTo>
                <a:lnTo>
                  <a:pt x="1263697" y="76406"/>
                </a:lnTo>
                <a:lnTo>
                  <a:pt x="1264013" y="77112"/>
                </a:lnTo>
                <a:lnTo>
                  <a:pt x="1264317" y="77826"/>
                </a:lnTo>
                <a:lnTo>
                  <a:pt x="1264608" y="78544"/>
                </a:lnTo>
                <a:lnTo>
                  <a:pt x="1264887" y="79266"/>
                </a:lnTo>
                <a:lnTo>
                  <a:pt x="1265154" y="79993"/>
                </a:lnTo>
                <a:lnTo>
                  <a:pt x="1265409" y="80724"/>
                </a:lnTo>
                <a:lnTo>
                  <a:pt x="1265652" y="81459"/>
                </a:lnTo>
                <a:lnTo>
                  <a:pt x="1265883" y="82198"/>
                </a:lnTo>
                <a:lnTo>
                  <a:pt x="1266101" y="82942"/>
                </a:lnTo>
                <a:lnTo>
                  <a:pt x="1266308" y="83690"/>
                </a:lnTo>
                <a:lnTo>
                  <a:pt x="1266502" y="84442"/>
                </a:lnTo>
                <a:lnTo>
                  <a:pt x="1266684" y="85199"/>
                </a:lnTo>
                <a:lnTo>
                  <a:pt x="1266854" y="85960"/>
                </a:lnTo>
                <a:lnTo>
                  <a:pt x="1267011" y="86725"/>
                </a:lnTo>
                <a:lnTo>
                  <a:pt x="1267157" y="87494"/>
                </a:lnTo>
                <a:lnTo>
                  <a:pt x="1267290" y="88268"/>
                </a:lnTo>
                <a:lnTo>
                  <a:pt x="1267412" y="89046"/>
                </a:lnTo>
                <a:lnTo>
                  <a:pt x="1267521" y="89828"/>
                </a:lnTo>
                <a:lnTo>
                  <a:pt x="1267618" y="90615"/>
                </a:lnTo>
                <a:lnTo>
                  <a:pt x="1267702" y="91406"/>
                </a:lnTo>
                <a:lnTo>
                  <a:pt x="1267775" y="92201"/>
                </a:lnTo>
                <a:lnTo>
                  <a:pt x="1267835" y="93000"/>
                </a:lnTo>
                <a:lnTo>
                  <a:pt x="1267884" y="93804"/>
                </a:lnTo>
                <a:lnTo>
                  <a:pt x="1267920" y="94612"/>
                </a:lnTo>
                <a:lnTo>
                  <a:pt x="1267944" y="95425"/>
                </a:lnTo>
                <a:lnTo>
                  <a:pt x="1267944" y="96821"/>
                </a:lnTo>
                <a:lnTo>
                  <a:pt x="1198237" y="96821"/>
                </a:lnTo>
                <a:lnTo>
                  <a:pt x="1198290" y="96382"/>
                </a:lnTo>
                <a:lnTo>
                  <a:pt x="1198398" y="95569"/>
                </a:lnTo>
                <a:lnTo>
                  <a:pt x="1198514" y="94763"/>
                </a:lnTo>
                <a:lnTo>
                  <a:pt x="1198641" y="93962"/>
                </a:lnTo>
                <a:lnTo>
                  <a:pt x="1198776" y="93169"/>
                </a:lnTo>
                <a:lnTo>
                  <a:pt x="1198921" y="92382"/>
                </a:lnTo>
                <a:close/>
                <a:moveTo>
                  <a:pt x="1023807" y="133055"/>
                </a:moveTo>
                <a:lnTo>
                  <a:pt x="1023746" y="133255"/>
                </a:lnTo>
                <a:lnTo>
                  <a:pt x="1023497" y="134022"/>
                </a:lnTo>
                <a:lnTo>
                  <a:pt x="1023236" y="134784"/>
                </a:lnTo>
                <a:lnTo>
                  <a:pt x="1022962" y="135541"/>
                </a:lnTo>
                <a:lnTo>
                  <a:pt x="1022676" y="136293"/>
                </a:lnTo>
                <a:lnTo>
                  <a:pt x="1022377" y="137036"/>
                </a:lnTo>
                <a:lnTo>
                  <a:pt x="1022060" y="137767"/>
                </a:lnTo>
                <a:lnTo>
                  <a:pt x="1021727" y="138486"/>
                </a:lnTo>
                <a:lnTo>
                  <a:pt x="1021378" y="139192"/>
                </a:lnTo>
                <a:lnTo>
                  <a:pt x="1021012" y="139886"/>
                </a:lnTo>
                <a:lnTo>
                  <a:pt x="1020630" y="140567"/>
                </a:lnTo>
                <a:lnTo>
                  <a:pt x="1020232" y="141236"/>
                </a:lnTo>
                <a:lnTo>
                  <a:pt x="1019816" y="141893"/>
                </a:lnTo>
                <a:lnTo>
                  <a:pt x="1019385" y="142538"/>
                </a:lnTo>
                <a:lnTo>
                  <a:pt x="1018937" y="143170"/>
                </a:lnTo>
                <a:lnTo>
                  <a:pt x="1018472" y="143790"/>
                </a:lnTo>
                <a:lnTo>
                  <a:pt x="1017992" y="144397"/>
                </a:lnTo>
                <a:lnTo>
                  <a:pt x="1017494" y="144992"/>
                </a:lnTo>
                <a:lnTo>
                  <a:pt x="1016980" y="145575"/>
                </a:lnTo>
                <a:lnTo>
                  <a:pt x="1016450" y="146146"/>
                </a:lnTo>
                <a:lnTo>
                  <a:pt x="1015903" y="146704"/>
                </a:lnTo>
                <a:lnTo>
                  <a:pt x="1015340" y="147250"/>
                </a:lnTo>
                <a:lnTo>
                  <a:pt x="1014761" y="147783"/>
                </a:lnTo>
                <a:lnTo>
                  <a:pt x="1014165" y="148304"/>
                </a:lnTo>
                <a:lnTo>
                  <a:pt x="1013552" y="148813"/>
                </a:lnTo>
                <a:lnTo>
                  <a:pt x="1012923" y="149309"/>
                </a:lnTo>
                <a:lnTo>
                  <a:pt x="1012278" y="149793"/>
                </a:lnTo>
                <a:lnTo>
                  <a:pt x="1011616" y="150265"/>
                </a:lnTo>
                <a:lnTo>
                  <a:pt x="1010937" y="150724"/>
                </a:lnTo>
                <a:lnTo>
                  <a:pt x="1010240" y="151168"/>
                </a:lnTo>
                <a:lnTo>
                  <a:pt x="1009523" y="151593"/>
                </a:lnTo>
                <a:lnTo>
                  <a:pt x="1008784" y="151999"/>
                </a:lnTo>
                <a:lnTo>
                  <a:pt x="1008025" y="152386"/>
                </a:lnTo>
                <a:lnTo>
                  <a:pt x="1007245" y="152755"/>
                </a:lnTo>
                <a:lnTo>
                  <a:pt x="1006444" y="153104"/>
                </a:lnTo>
                <a:lnTo>
                  <a:pt x="1005623" y="153434"/>
                </a:lnTo>
                <a:lnTo>
                  <a:pt x="1004780" y="153746"/>
                </a:lnTo>
                <a:lnTo>
                  <a:pt x="1003918" y="154039"/>
                </a:lnTo>
                <a:lnTo>
                  <a:pt x="1003034" y="154313"/>
                </a:lnTo>
                <a:lnTo>
                  <a:pt x="1002129" y="154568"/>
                </a:lnTo>
                <a:lnTo>
                  <a:pt x="1001204" y="154804"/>
                </a:lnTo>
                <a:lnTo>
                  <a:pt x="1000258" y="155021"/>
                </a:lnTo>
                <a:lnTo>
                  <a:pt x="999291" y="155219"/>
                </a:lnTo>
                <a:lnTo>
                  <a:pt x="998304" y="155398"/>
                </a:lnTo>
                <a:lnTo>
                  <a:pt x="997295" y="155559"/>
                </a:lnTo>
                <a:lnTo>
                  <a:pt x="996266" y="155701"/>
                </a:lnTo>
                <a:lnTo>
                  <a:pt x="995217" y="155823"/>
                </a:lnTo>
                <a:lnTo>
                  <a:pt x="994146" y="155927"/>
                </a:lnTo>
                <a:lnTo>
                  <a:pt x="993055" y="156012"/>
                </a:lnTo>
                <a:lnTo>
                  <a:pt x="991943" y="156078"/>
                </a:lnTo>
                <a:lnTo>
                  <a:pt x="990810" y="156125"/>
                </a:lnTo>
                <a:lnTo>
                  <a:pt x="989656" y="156154"/>
                </a:lnTo>
                <a:lnTo>
                  <a:pt x="988482" y="156163"/>
                </a:lnTo>
                <a:lnTo>
                  <a:pt x="988017" y="156160"/>
                </a:lnTo>
                <a:lnTo>
                  <a:pt x="987554" y="156152"/>
                </a:lnTo>
                <a:lnTo>
                  <a:pt x="987094" y="156138"/>
                </a:lnTo>
                <a:lnTo>
                  <a:pt x="986636" y="156118"/>
                </a:lnTo>
                <a:lnTo>
                  <a:pt x="986181" y="156093"/>
                </a:lnTo>
                <a:lnTo>
                  <a:pt x="985729" y="156062"/>
                </a:lnTo>
                <a:lnTo>
                  <a:pt x="985279" y="156026"/>
                </a:lnTo>
                <a:lnTo>
                  <a:pt x="984832" y="155984"/>
                </a:lnTo>
                <a:lnTo>
                  <a:pt x="984388" y="155936"/>
                </a:lnTo>
                <a:lnTo>
                  <a:pt x="983946" y="155883"/>
                </a:lnTo>
                <a:lnTo>
                  <a:pt x="983507" y="155824"/>
                </a:lnTo>
                <a:lnTo>
                  <a:pt x="983070" y="155759"/>
                </a:lnTo>
                <a:lnTo>
                  <a:pt x="982636" y="155689"/>
                </a:lnTo>
                <a:lnTo>
                  <a:pt x="982205" y="155614"/>
                </a:lnTo>
                <a:lnTo>
                  <a:pt x="981776" y="155532"/>
                </a:lnTo>
                <a:lnTo>
                  <a:pt x="981350" y="155445"/>
                </a:lnTo>
                <a:lnTo>
                  <a:pt x="980927" y="155353"/>
                </a:lnTo>
                <a:lnTo>
                  <a:pt x="980506" y="155255"/>
                </a:lnTo>
                <a:lnTo>
                  <a:pt x="980087" y="155151"/>
                </a:lnTo>
                <a:lnTo>
                  <a:pt x="979672" y="155041"/>
                </a:lnTo>
                <a:lnTo>
                  <a:pt x="979259" y="154926"/>
                </a:lnTo>
                <a:lnTo>
                  <a:pt x="978848" y="154806"/>
                </a:lnTo>
                <a:lnTo>
                  <a:pt x="978440" y="154680"/>
                </a:lnTo>
                <a:lnTo>
                  <a:pt x="978035" y="154548"/>
                </a:lnTo>
                <a:lnTo>
                  <a:pt x="977633" y="154410"/>
                </a:lnTo>
                <a:lnTo>
                  <a:pt x="977235" y="154264"/>
                </a:lnTo>
                <a:lnTo>
                  <a:pt x="976841" y="154111"/>
                </a:lnTo>
                <a:lnTo>
                  <a:pt x="976451" y="153951"/>
                </a:lnTo>
                <a:lnTo>
                  <a:pt x="976065" y="153784"/>
                </a:lnTo>
                <a:lnTo>
                  <a:pt x="975683" y="153609"/>
                </a:lnTo>
                <a:lnTo>
                  <a:pt x="975304" y="153427"/>
                </a:lnTo>
                <a:lnTo>
                  <a:pt x="974930" y="153237"/>
                </a:lnTo>
                <a:lnTo>
                  <a:pt x="974559" y="153041"/>
                </a:lnTo>
                <a:lnTo>
                  <a:pt x="974193" y="152837"/>
                </a:lnTo>
                <a:lnTo>
                  <a:pt x="973830" y="152626"/>
                </a:lnTo>
                <a:lnTo>
                  <a:pt x="973472" y="152407"/>
                </a:lnTo>
                <a:lnTo>
                  <a:pt x="973117" y="152181"/>
                </a:lnTo>
                <a:lnTo>
                  <a:pt x="972766" y="151948"/>
                </a:lnTo>
                <a:lnTo>
                  <a:pt x="972419" y="151708"/>
                </a:lnTo>
                <a:lnTo>
                  <a:pt x="972076" y="151460"/>
                </a:lnTo>
                <a:lnTo>
                  <a:pt x="971737" y="151205"/>
                </a:lnTo>
                <a:lnTo>
                  <a:pt x="971402" y="150943"/>
                </a:lnTo>
                <a:lnTo>
                  <a:pt x="971070" y="150674"/>
                </a:lnTo>
                <a:lnTo>
                  <a:pt x="970743" y="150397"/>
                </a:lnTo>
                <a:lnTo>
                  <a:pt x="970420" y="150113"/>
                </a:lnTo>
                <a:lnTo>
                  <a:pt x="970100" y="149821"/>
                </a:lnTo>
                <a:lnTo>
                  <a:pt x="969785" y="149523"/>
                </a:lnTo>
                <a:lnTo>
                  <a:pt x="969473" y="149217"/>
                </a:lnTo>
                <a:lnTo>
                  <a:pt x="969166" y="148903"/>
                </a:lnTo>
                <a:lnTo>
                  <a:pt x="968865" y="148579"/>
                </a:lnTo>
                <a:lnTo>
                  <a:pt x="968570" y="148247"/>
                </a:lnTo>
                <a:lnTo>
                  <a:pt x="968280" y="147906"/>
                </a:lnTo>
                <a:lnTo>
                  <a:pt x="967995" y="147556"/>
                </a:lnTo>
                <a:lnTo>
                  <a:pt x="967716" y="147197"/>
                </a:lnTo>
                <a:lnTo>
                  <a:pt x="967443" y="146829"/>
                </a:lnTo>
                <a:lnTo>
                  <a:pt x="967176" y="146452"/>
                </a:lnTo>
                <a:lnTo>
                  <a:pt x="966914" y="146067"/>
                </a:lnTo>
                <a:lnTo>
                  <a:pt x="966657" y="145672"/>
                </a:lnTo>
                <a:lnTo>
                  <a:pt x="966407" y="145268"/>
                </a:lnTo>
                <a:lnTo>
                  <a:pt x="966162" y="144855"/>
                </a:lnTo>
                <a:lnTo>
                  <a:pt x="965922" y="144433"/>
                </a:lnTo>
                <a:lnTo>
                  <a:pt x="965688" y="144002"/>
                </a:lnTo>
                <a:lnTo>
                  <a:pt x="965460" y="143563"/>
                </a:lnTo>
                <a:lnTo>
                  <a:pt x="965237" y="143114"/>
                </a:lnTo>
                <a:lnTo>
                  <a:pt x="965020" y="142656"/>
                </a:lnTo>
                <a:lnTo>
                  <a:pt x="964809" y="142189"/>
                </a:lnTo>
                <a:lnTo>
                  <a:pt x="964603" y="141714"/>
                </a:lnTo>
                <a:lnTo>
                  <a:pt x="964402" y="141229"/>
                </a:lnTo>
                <a:lnTo>
                  <a:pt x="964208" y="140735"/>
                </a:lnTo>
                <a:lnTo>
                  <a:pt x="964019" y="140233"/>
                </a:lnTo>
                <a:lnTo>
                  <a:pt x="963835" y="139721"/>
                </a:lnTo>
                <a:lnTo>
                  <a:pt x="963658" y="139201"/>
                </a:lnTo>
                <a:lnTo>
                  <a:pt x="963486" y="138671"/>
                </a:lnTo>
                <a:lnTo>
                  <a:pt x="963322" y="138130"/>
                </a:lnTo>
                <a:lnTo>
                  <a:pt x="963165" y="137579"/>
                </a:lnTo>
                <a:lnTo>
                  <a:pt x="963016" y="137018"/>
                </a:lnTo>
                <a:lnTo>
                  <a:pt x="962874" y="136447"/>
                </a:lnTo>
                <a:lnTo>
                  <a:pt x="962739" y="135865"/>
                </a:lnTo>
                <a:lnTo>
                  <a:pt x="962611" y="135274"/>
                </a:lnTo>
                <a:lnTo>
                  <a:pt x="962491" y="134671"/>
                </a:lnTo>
                <a:lnTo>
                  <a:pt x="962378" y="134059"/>
                </a:lnTo>
                <a:lnTo>
                  <a:pt x="962272" y="133436"/>
                </a:lnTo>
                <a:lnTo>
                  <a:pt x="962174" y="132803"/>
                </a:lnTo>
                <a:lnTo>
                  <a:pt x="962082" y="132160"/>
                </a:lnTo>
                <a:lnTo>
                  <a:pt x="961999" y="131506"/>
                </a:lnTo>
                <a:lnTo>
                  <a:pt x="961922" y="130842"/>
                </a:lnTo>
                <a:lnTo>
                  <a:pt x="961853" y="130168"/>
                </a:lnTo>
                <a:lnTo>
                  <a:pt x="961791" y="129484"/>
                </a:lnTo>
                <a:lnTo>
                  <a:pt x="961736" y="128789"/>
                </a:lnTo>
                <a:lnTo>
                  <a:pt x="961689" y="128084"/>
                </a:lnTo>
                <a:lnTo>
                  <a:pt x="961649" y="127369"/>
                </a:lnTo>
                <a:lnTo>
                  <a:pt x="961616" y="126643"/>
                </a:lnTo>
                <a:lnTo>
                  <a:pt x="961590" y="125907"/>
                </a:lnTo>
                <a:lnTo>
                  <a:pt x="961572" y="125161"/>
                </a:lnTo>
                <a:lnTo>
                  <a:pt x="961561" y="124405"/>
                </a:lnTo>
                <a:lnTo>
                  <a:pt x="961557" y="123638"/>
                </a:lnTo>
                <a:lnTo>
                  <a:pt x="961557" y="48895"/>
                </a:lnTo>
                <a:lnTo>
                  <a:pt x="948741" y="48895"/>
                </a:lnTo>
                <a:lnTo>
                  <a:pt x="948741" y="123423"/>
                </a:lnTo>
                <a:lnTo>
                  <a:pt x="948746" y="124413"/>
                </a:lnTo>
                <a:lnTo>
                  <a:pt x="948760" y="125391"/>
                </a:lnTo>
                <a:lnTo>
                  <a:pt x="948784" y="126356"/>
                </a:lnTo>
                <a:lnTo>
                  <a:pt x="948818" y="127309"/>
                </a:lnTo>
                <a:lnTo>
                  <a:pt x="948860" y="128250"/>
                </a:lnTo>
                <a:lnTo>
                  <a:pt x="948913" y="129178"/>
                </a:lnTo>
                <a:lnTo>
                  <a:pt x="948975" y="130094"/>
                </a:lnTo>
                <a:lnTo>
                  <a:pt x="949046" y="130998"/>
                </a:lnTo>
                <a:lnTo>
                  <a:pt x="949127" y="131889"/>
                </a:lnTo>
                <a:lnTo>
                  <a:pt x="949218" y="132768"/>
                </a:lnTo>
                <a:lnTo>
                  <a:pt x="949318" y="133635"/>
                </a:lnTo>
                <a:lnTo>
                  <a:pt x="949428" y="134489"/>
                </a:lnTo>
                <a:lnTo>
                  <a:pt x="949547" y="135331"/>
                </a:lnTo>
                <a:lnTo>
                  <a:pt x="949676" y="136160"/>
                </a:lnTo>
                <a:lnTo>
                  <a:pt x="949814" y="136978"/>
                </a:lnTo>
                <a:lnTo>
                  <a:pt x="949962" y="137783"/>
                </a:lnTo>
                <a:lnTo>
                  <a:pt x="950119" y="138575"/>
                </a:lnTo>
                <a:lnTo>
                  <a:pt x="950286" y="139356"/>
                </a:lnTo>
                <a:lnTo>
                  <a:pt x="950462" y="140123"/>
                </a:lnTo>
                <a:lnTo>
                  <a:pt x="950648" y="140879"/>
                </a:lnTo>
                <a:lnTo>
                  <a:pt x="950844" y="141622"/>
                </a:lnTo>
                <a:lnTo>
                  <a:pt x="951049" y="142353"/>
                </a:lnTo>
                <a:lnTo>
                  <a:pt x="951263" y="143072"/>
                </a:lnTo>
                <a:lnTo>
                  <a:pt x="951488" y="143778"/>
                </a:lnTo>
                <a:lnTo>
                  <a:pt x="951720" y="144472"/>
                </a:lnTo>
                <a:lnTo>
                  <a:pt x="951961" y="145156"/>
                </a:lnTo>
                <a:lnTo>
                  <a:pt x="952210" y="145828"/>
                </a:lnTo>
                <a:lnTo>
                  <a:pt x="952467" y="146490"/>
                </a:lnTo>
                <a:lnTo>
                  <a:pt x="952732" y="147140"/>
                </a:lnTo>
                <a:lnTo>
                  <a:pt x="953005" y="147780"/>
                </a:lnTo>
                <a:lnTo>
                  <a:pt x="953287" y="148408"/>
                </a:lnTo>
                <a:lnTo>
                  <a:pt x="953576" y="149025"/>
                </a:lnTo>
                <a:lnTo>
                  <a:pt x="953873" y="149632"/>
                </a:lnTo>
                <a:lnTo>
                  <a:pt x="954178" y="150227"/>
                </a:lnTo>
                <a:lnTo>
                  <a:pt x="954491" y="150811"/>
                </a:lnTo>
                <a:lnTo>
                  <a:pt x="954813" y="151384"/>
                </a:lnTo>
                <a:lnTo>
                  <a:pt x="955142" y="151946"/>
                </a:lnTo>
                <a:lnTo>
                  <a:pt x="955479" y="152497"/>
                </a:lnTo>
                <a:lnTo>
                  <a:pt x="955825" y="153037"/>
                </a:lnTo>
                <a:lnTo>
                  <a:pt x="956178" y="153567"/>
                </a:lnTo>
                <a:lnTo>
                  <a:pt x="956540" y="154085"/>
                </a:lnTo>
                <a:lnTo>
                  <a:pt x="956910" y="154592"/>
                </a:lnTo>
                <a:lnTo>
                  <a:pt x="957287" y="155087"/>
                </a:lnTo>
                <a:lnTo>
                  <a:pt x="957673" y="155572"/>
                </a:lnTo>
                <a:lnTo>
                  <a:pt x="958066" y="156046"/>
                </a:lnTo>
                <a:lnTo>
                  <a:pt x="958468" y="156509"/>
                </a:lnTo>
                <a:lnTo>
                  <a:pt x="958878" y="156961"/>
                </a:lnTo>
                <a:lnTo>
                  <a:pt x="959296" y="157402"/>
                </a:lnTo>
                <a:lnTo>
                  <a:pt x="959721" y="157832"/>
                </a:lnTo>
                <a:lnTo>
                  <a:pt x="960153" y="158253"/>
                </a:lnTo>
                <a:lnTo>
                  <a:pt x="960592" y="158665"/>
                </a:lnTo>
                <a:lnTo>
                  <a:pt x="961038" y="159067"/>
                </a:lnTo>
                <a:lnTo>
                  <a:pt x="961491" y="159459"/>
                </a:lnTo>
                <a:lnTo>
                  <a:pt x="961951" y="159842"/>
                </a:lnTo>
                <a:lnTo>
                  <a:pt x="962418" y="160215"/>
                </a:lnTo>
                <a:lnTo>
                  <a:pt x="962892" y="160579"/>
                </a:lnTo>
                <a:lnTo>
                  <a:pt x="963372" y="160933"/>
                </a:lnTo>
                <a:lnTo>
                  <a:pt x="963860" y="161278"/>
                </a:lnTo>
                <a:lnTo>
                  <a:pt x="964354" y="161613"/>
                </a:lnTo>
                <a:lnTo>
                  <a:pt x="964856" y="161939"/>
                </a:lnTo>
                <a:lnTo>
                  <a:pt x="965364" y="162255"/>
                </a:lnTo>
                <a:lnTo>
                  <a:pt x="965879" y="162561"/>
                </a:lnTo>
                <a:lnTo>
                  <a:pt x="966401" y="162858"/>
                </a:lnTo>
                <a:lnTo>
                  <a:pt x="966930" y="163146"/>
                </a:lnTo>
                <a:lnTo>
                  <a:pt x="967466" y="163424"/>
                </a:lnTo>
                <a:lnTo>
                  <a:pt x="968009" y="163692"/>
                </a:lnTo>
                <a:lnTo>
                  <a:pt x="968559" y="163951"/>
                </a:lnTo>
                <a:lnTo>
                  <a:pt x="969116" y="164200"/>
                </a:lnTo>
                <a:lnTo>
                  <a:pt x="969679" y="164440"/>
                </a:lnTo>
                <a:lnTo>
                  <a:pt x="970250" y="164670"/>
                </a:lnTo>
                <a:lnTo>
                  <a:pt x="970827" y="164891"/>
                </a:lnTo>
                <a:lnTo>
                  <a:pt x="971412" y="165102"/>
                </a:lnTo>
                <a:lnTo>
                  <a:pt x="972002" y="165304"/>
                </a:lnTo>
                <a:lnTo>
                  <a:pt x="972598" y="165498"/>
                </a:lnTo>
                <a:lnTo>
                  <a:pt x="973198" y="165683"/>
                </a:lnTo>
                <a:lnTo>
                  <a:pt x="973804" y="165859"/>
                </a:lnTo>
                <a:lnTo>
                  <a:pt x="974414" y="166027"/>
                </a:lnTo>
                <a:lnTo>
                  <a:pt x="975030" y="166186"/>
                </a:lnTo>
                <a:lnTo>
                  <a:pt x="975650" y="166337"/>
                </a:lnTo>
                <a:lnTo>
                  <a:pt x="976276" y="166478"/>
                </a:lnTo>
                <a:lnTo>
                  <a:pt x="976907" y="166612"/>
                </a:lnTo>
                <a:lnTo>
                  <a:pt x="977543" y="166736"/>
                </a:lnTo>
                <a:lnTo>
                  <a:pt x="978184" y="166853"/>
                </a:lnTo>
                <a:lnTo>
                  <a:pt x="978830" y="166960"/>
                </a:lnTo>
                <a:lnTo>
                  <a:pt x="979481" y="167059"/>
                </a:lnTo>
                <a:lnTo>
                  <a:pt x="980137" y="167149"/>
                </a:lnTo>
                <a:lnTo>
                  <a:pt x="980798" y="167231"/>
                </a:lnTo>
                <a:lnTo>
                  <a:pt x="981464" y="167304"/>
                </a:lnTo>
                <a:lnTo>
                  <a:pt x="982135" y="167369"/>
                </a:lnTo>
                <a:lnTo>
                  <a:pt x="982811" y="167425"/>
                </a:lnTo>
                <a:lnTo>
                  <a:pt x="983492" y="167472"/>
                </a:lnTo>
                <a:lnTo>
                  <a:pt x="984179" y="167511"/>
                </a:lnTo>
                <a:lnTo>
                  <a:pt x="984870" y="167541"/>
                </a:lnTo>
                <a:lnTo>
                  <a:pt x="985566" y="167562"/>
                </a:lnTo>
                <a:lnTo>
                  <a:pt x="986268" y="167575"/>
                </a:lnTo>
                <a:lnTo>
                  <a:pt x="986974" y="167579"/>
                </a:lnTo>
                <a:lnTo>
                  <a:pt x="987991" y="167573"/>
                </a:lnTo>
                <a:lnTo>
                  <a:pt x="988996" y="167553"/>
                </a:lnTo>
                <a:lnTo>
                  <a:pt x="989988" y="167520"/>
                </a:lnTo>
                <a:lnTo>
                  <a:pt x="990968" y="167473"/>
                </a:lnTo>
                <a:lnTo>
                  <a:pt x="991936" y="167413"/>
                </a:lnTo>
                <a:lnTo>
                  <a:pt x="992891" y="167340"/>
                </a:lnTo>
                <a:lnTo>
                  <a:pt x="993834" y="167254"/>
                </a:lnTo>
                <a:lnTo>
                  <a:pt x="994765" y="167155"/>
                </a:lnTo>
                <a:lnTo>
                  <a:pt x="995683" y="167042"/>
                </a:lnTo>
                <a:lnTo>
                  <a:pt x="996589" y="166916"/>
                </a:lnTo>
                <a:lnTo>
                  <a:pt x="997482" y="166776"/>
                </a:lnTo>
                <a:lnTo>
                  <a:pt x="998363" y="166624"/>
                </a:lnTo>
                <a:lnTo>
                  <a:pt x="999232" y="166458"/>
                </a:lnTo>
                <a:lnTo>
                  <a:pt x="1000089" y="166278"/>
                </a:lnTo>
                <a:lnTo>
                  <a:pt x="1000933" y="166086"/>
                </a:lnTo>
                <a:lnTo>
                  <a:pt x="1001765" y="165880"/>
                </a:lnTo>
                <a:lnTo>
                  <a:pt x="1002584" y="165661"/>
                </a:lnTo>
                <a:lnTo>
                  <a:pt x="1003392" y="165429"/>
                </a:lnTo>
                <a:lnTo>
                  <a:pt x="1004186" y="165183"/>
                </a:lnTo>
                <a:lnTo>
                  <a:pt x="1004969" y="164924"/>
                </a:lnTo>
                <a:lnTo>
                  <a:pt x="1005739" y="164652"/>
                </a:lnTo>
                <a:lnTo>
                  <a:pt x="1006497" y="164367"/>
                </a:lnTo>
                <a:lnTo>
                  <a:pt x="1007242" y="164068"/>
                </a:lnTo>
                <a:lnTo>
                  <a:pt x="1007976" y="163756"/>
                </a:lnTo>
                <a:lnTo>
                  <a:pt x="1008697" y="163432"/>
                </a:lnTo>
                <a:lnTo>
                  <a:pt x="1009407" y="163098"/>
                </a:lnTo>
                <a:lnTo>
                  <a:pt x="1010106" y="162753"/>
                </a:lnTo>
                <a:lnTo>
                  <a:pt x="1010794" y="162398"/>
                </a:lnTo>
                <a:lnTo>
                  <a:pt x="1011470" y="162032"/>
                </a:lnTo>
                <a:lnTo>
                  <a:pt x="1012135" y="161656"/>
                </a:lnTo>
                <a:lnTo>
                  <a:pt x="1012789" y="161269"/>
                </a:lnTo>
                <a:lnTo>
                  <a:pt x="1013432" y="160872"/>
                </a:lnTo>
                <a:lnTo>
                  <a:pt x="1014064" y="160464"/>
                </a:lnTo>
                <a:lnTo>
                  <a:pt x="1014684" y="160046"/>
                </a:lnTo>
                <a:lnTo>
                  <a:pt x="1015293" y="159618"/>
                </a:lnTo>
                <a:lnTo>
                  <a:pt x="1015891" y="159179"/>
                </a:lnTo>
                <a:lnTo>
                  <a:pt x="1016478" y="158729"/>
                </a:lnTo>
                <a:lnTo>
                  <a:pt x="1017054" y="158269"/>
                </a:lnTo>
                <a:lnTo>
                  <a:pt x="1017618" y="157799"/>
                </a:lnTo>
                <a:lnTo>
                  <a:pt x="1018171" y="157318"/>
                </a:lnTo>
                <a:lnTo>
                  <a:pt x="1018713" y="156827"/>
                </a:lnTo>
                <a:lnTo>
                  <a:pt x="1019244" y="156325"/>
                </a:lnTo>
                <a:lnTo>
                  <a:pt x="1019763" y="155813"/>
                </a:lnTo>
                <a:lnTo>
                  <a:pt x="1020271" y="155290"/>
                </a:lnTo>
                <a:lnTo>
                  <a:pt x="1020768" y="154756"/>
                </a:lnTo>
                <a:lnTo>
                  <a:pt x="1021254" y="154213"/>
                </a:lnTo>
                <a:lnTo>
                  <a:pt x="1021728" y="153659"/>
                </a:lnTo>
                <a:lnTo>
                  <a:pt x="1022192" y="153094"/>
                </a:lnTo>
                <a:lnTo>
                  <a:pt x="1022644" y="152520"/>
                </a:lnTo>
                <a:lnTo>
                  <a:pt x="1023087" y="151937"/>
                </a:lnTo>
                <a:lnTo>
                  <a:pt x="1023520" y="151345"/>
                </a:lnTo>
                <a:lnTo>
                  <a:pt x="1023942" y="150745"/>
                </a:lnTo>
                <a:lnTo>
                  <a:pt x="1024049" y="150587"/>
                </a:lnTo>
                <a:lnTo>
                  <a:pt x="1024346" y="165425"/>
                </a:lnTo>
                <a:lnTo>
                  <a:pt x="1036839" y="165425"/>
                </a:lnTo>
                <a:lnTo>
                  <a:pt x="1036839" y="48895"/>
                </a:lnTo>
                <a:lnTo>
                  <a:pt x="1023807" y="48895"/>
                </a:lnTo>
                <a:lnTo>
                  <a:pt x="1023807" y="133055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LowUnreliability">
            <a:extLst xmlns:a="http://schemas.openxmlformats.org/drawingml/2006/main">
              <a:ext uri="{FF2B5EF4-FFF2-40B4-BE49-F238E27FC236}">
                <a16:creationId xmlns:a16="http://schemas.microsoft.com/office/drawing/2014/main" id="{C12AA4D1-F51C-4302-B66A-56341D5E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860" y="1873656"/>
            <a:ext cx="1549837" cy="211413"/>
          </a:xfrm>
          <a:custGeom xmlns:a="http://schemas.openxmlformats.org/drawingml/2006/main">
            <a:pathLst>
              <a:path w="1549837" h="211413">
                <a:moveTo>
                  <a:pt x="268609" y="138178"/>
                </a:moveTo>
                <a:lnTo>
                  <a:pt x="266083" y="148483"/>
                </a:lnTo>
                <a:lnTo>
                  <a:pt x="264193" y="138716"/>
                </a:lnTo>
                <a:lnTo>
                  <a:pt x="239530" y="48895"/>
                </a:lnTo>
                <a:lnTo>
                  <a:pt x="226175" y="48895"/>
                </a:lnTo>
                <a:lnTo>
                  <a:pt x="259993" y="165425"/>
                </a:lnTo>
                <a:lnTo>
                  <a:pt x="261931" y="165425"/>
                </a:lnTo>
                <a:lnTo>
                  <a:pt x="269362" y="165425"/>
                </a:lnTo>
                <a:lnTo>
                  <a:pt x="271086" y="165425"/>
                </a:lnTo>
                <a:lnTo>
                  <a:pt x="300487" y="72912"/>
                </a:lnTo>
                <a:lnTo>
                  <a:pt x="301884" y="66683"/>
                </a:lnTo>
                <a:lnTo>
                  <a:pt x="303180" y="72804"/>
                </a:lnTo>
                <a:lnTo>
                  <a:pt x="333228" y="165425"/>
                </a:lnTo>
                <a:lnTo>
                  <a:pt x="334951" y="165425"/>
                </a:lnTo>
                <a:lnTo>
                  <a:pt x="342382" y="165425"/>
                </a:lnTo>
                <a:lnTo>
                  <a:pt x="344213" y="165425"/>
                </a:lnTo>
                <a:lnTo>
                  <a:pt x="378138" y="48895"/>
                </a:lnTo>
                <a:lnTo>
                  <a:pt x="364784" y="48895"/>
                </a:lnTo>
                <a:lnTo>
                  <a:pt x="340767" y="138393"/>
                </a:lnTo>
                <a:lnTo>
                  <a:pt x="338388" y="149449"/>
                </a:lnTo>
                <a:lnTo>
                  <a:pt x="335382" y="137424"/>
                </a:lnTo>
                <a:lnTo>
                  <a:pt x="307703" y="48895"/>
                </a:lnTo>
                <a:lnTo>
                  <a:pt x="305872" y="48895"/>
                </a:lnTo>
                <a:lnTo>
                  <a:pt x="298118" y="48895"/>
                </a:lnTo>
                <a:lnTo>
                  <a:pt x="296718" y="48895"/>
                </a:lnTo>
                <a:lnTo>
                  <a:pt x="268609" y="138178"/>
                </a:lnTo>
                <a:close/>
                <a:moveTo>
                  <a:pt x="614385" y="83706"/>
                </a:moveTo>
                <a:lnTo>
                  <a:pt x="614625" y="83114"/>
                </a:lnTo>
                <a:lnTo>
                  <a:pt x="614874" y="82524"/>
                </a:lnTo>
                <a:lnTo>
                  <a:pt x="615130" y="81938"/>
                </a:lnTo>
                <a:lnTo>
                  <a:pt x="615394" y="81354"/>
                </a:lnTo>
                <a:lnTo>
                  <a:pt x="615666" y="80774"/>
                </a:lnTo>
                <a:lnTo>
                  <a:pt x="615945" y="80197"/>
                </a:lnTo>
                <a:lnTo>
                  <a:pt x="616232" y="79622"/>
                </a:lnTo>
                <a:lnTo>
                  <a:pt x="616527" y="79051"/>
                </a:lnTo>
                <a:lnTo>
                  <a:pt x="616829" y="78483"/>
                </a:lnTo>
                <a:lnTo>
                  <a:pt x="617139" y="77917"/>
                </a:lnTo>
                <a:lnTo>
                  <a:pt x="617456" y="77355"/>
                </a:lnTo>
                <a:lnTo>
                  <a:pt x="617782" y="76795"/>
                </a:lnTo>
                <a:lnTo>
                  <a:pt x="618114" y="76239"/>
                </a:lnTo>
                <a:lnTo>
                  <a:pt x="618455" y="75685"/>
                </a:lnTo>
                <a:lnTo>
                  <a:pt x="618803" y="75135"/>
                </a:lnTo>
                <a:lnTo>
                  <a:pt x="619159" y="74587"/>
                </a:lnTo>
                <a:lnTo>
                  <a:pt x="619523" y="74043"/>
                </a:lnTo>
                <a:lnTo>
                  <a:pt x="619894" y="73501"/>
                </a:lnTo>
                <a:lnTo>
                  <a:pt x="620273" y="72963"/>
                </a:lnTo>
                <a:lnTo>
                  <a:pt x="620660" y="72427"/>
                </a:lnTo>
                <a:lnTo>
                  <a:pt x="621054" y="71898"/>
                </a:lnTo>
                <a:lnTo>
                  <a:pt x="621456" y="71376"/>
                </a:lnTo>
                <a:lnTo>
                  <a:pt x="621866" y="70862"/>
                </a:lnTo>
                <a:lnTo>
                  <a:pt x="622284" y="70357"/>
                </a:lnTo>
                <a:lnTo>
                  <a:pt x="622710" y="69860"/>
                </a:lnTo>
                <a:lnTo>
                  <a:pt x="623143" y="69371"/>
                </a:lnTo>
                <a:lnTo>
                  <a:pt x="623585" y="68891"/>
                </a:lnTo>
                <a:lnTo>
                  <a:pt x="624034" y="68419"/>
                </a:lnTo>
                <a:lnTo>
                  <a:pt x="624491" y="67955"/>
                </a:lnTo>
                <a:lnTo>
                  <a:pt x="624956" y="67499"/>
                </a:lnTo>
                <a:lnTo>
                  <a:pt x="625429" y="67051"/>
                </a:lnTo>
                <a:lnTo>
                  <a:pt x="625910" y="66612"/>
                </a:lnTo>
                <a:lnTo>
                  <a:pt x="626398" y="66181"/>
                </a:lnTo>
                <a:lnTo>
                  <a:pt x="626895" y="65758"/>
                </a:lnTo>
                <a:lnTo>
                  <a:pt x="627399" y="65343"/>
                </a:lnTo>
                <a:lnTo>
                  <a:pt x="627911" y="64936"/>
                </a:lnTo>
                <a:lnTo>
                  <a:pt x="628431" y="64538"/>
                </a:lnTo>
                <a:lnTo>
                  <a:pt x="628959" y="64148"/>
                </a:lnTo>
                <a:lnTo>
                  <a:pt x="629495" y="63766"/>
                </a:lnTo>
                <a:lnTo>
                  <a:pt x="630038" y="63393"/>
                </a:lnTo>
                <a:lnTo>
                  <a:pt x="630590" y="63027"/>
                </a:lnTo>
                <a:lnTo>
                  <a:pt x="631149" y="62670"/>
                </a:lnTo>
                <a:lnTo>
                  <a:pt x="631716" y="62321"/>
                </a:lnTo>
                <a:lnTo>
                  <a:pt x="632291" y="61981"/>
                </a:lnTo>
                <a:lnTo>
                  <a:pt x="632874" y="61651"/>
                </a:lnTo>
                <a:lnTo>
                  <a:pt x="633465" y="61336"/>
                </a:lnTo>
                <a:lnTo>
                  <a:pt x="634064" y="61034"/>
                </a:lnTo>
                <a:lnTo>
                  <a:pt x="634671" y="60747"/>
                </a:lnTo>
                <a:lnTo>
                  <a:pt x="635286" y="60473"/>
                </a:lnTo>
                <a:lnTo>
                  <a:pt x="635909" y="60214"/>
                </a:lnTo>
                <a:lnTo>
                  <a:pt x="636540" y="59968"/>
                </a:lnTo>
                <a:lnTo>
                  <a:pt x="637179" y="59737"/>
                </a:lnTo>
                <a:lnTo>
                  <a:pt x="637827" y="59520"/>
                </a:lnTo>
                <a:lnTo>
                  <a:pt x="638482" y="59316"/>
                </a:lnTo>
                <a:lnTo>
                  <a:pt x="639145" y="59127"/>
                </a:lnTo>
                <a:lnTo>
                  <a:pt x="639816" y="58952"/>
                </a:lnTo>
                <a:lnTo>
                  <a:pt x="640496" y="58790"/>
                </a:lnTo>
                <a:lnTo>
                  <a:pt x="641183" y="58643"/>
                </a:lnTo>
                <a:lnTo>
                  <a:pt x="641879" y="58510"/>
                </a:lnTo>
                <a:lnTo>
                  <a:pt x="642582" y="58391"/>
                </a:lnTo>
                <a:lnTo>
                  <a:pt x="643294" y="58286"/>
                </a:lnTo>
                <a:lnTo>
                  <a:pt x="644013" y="58194"/>
                </a:lnTo>
                <a:lnTo>
                  <a:pt x="644741" y="58117"/>
                </a:lnTo>
                <a:lnTo>
                  <a:pt x="645477" y="58054"/>
                </a:lnTo>
                <a:lnTo>
                  <a:pt x="646220" y="58005"/>
                </a:lnTo>
                <a:lnTo>
                  <a:pt x="646972" y="57970"/>
                </a:lnTo>
                <a:lnTo>
                  <a:pt x="647732" y="57949"/>
                </a:lnTo>
                <a:lnTo>
                  <a:pt x="648500" y="57942"/>
                </a:lnTo>
                <a:lnTo>
                  <a:pt x="649196" y="57947"/>
                </a:lnTo>
                <a:lnTo>
                  <a:pt x="649884" y="57962"/>
                </a:lnTo>
                <a:lnTo>
                  <a:pt x="650564" y="57987"/>
                </a:lnTo>
                <a:lnTo>
                  <a:pt x="651237" y="58023"/>
                </a:lnTo>
                <a:lnTo>
                  <a:pt x="651902" y="58068"/>
                </a:lnTo>
                <a:lnTo>
                  <a:pt x="652559" y="58124"/>
                </a:lnTo>
                <a:lnTo>
                  <a:pt x="653208" y="58189"/>
                </a:lnTo>
                <a:lnTo>
                  <a:pt x="653849" y="58265"/>
                </a:lnTo>
                <a:lnTo>
                  <a:pt x="654482" y="58351"/>
                </a:lnTo>
                <a:lnTo>
                  <a:pt x="655107" y="58447"/>
                </a:lnTo>
                <a:lnTo>
                  <a:pt x="655725" y="58553"/>
                </a:lnTo>
                <a:lnTo>
                  <a:pt x="656335" y="58669"/>
                </a:lnTo>
                <a:lnTo>
                  <a:pt x="656937" y="58795"/>
                </a:lnTo>
                <a:lnTo>
                  <a:pt x="657531" y="58931"/>
                </a:lnTo>
                <a:lnTo>
                  <a:pt x="658117" y="59078"/>
                </a:lnTo>
                <a:lnTo>
                  <a:pt x="658695" y="59234"/>
                </a:lnTo>
                <a:lnTo>
                  <a:pt x="659266" y="59401"/>
                </a:lnTo>
                <a:lnTo>
                  <a:pt x="659828" y="59578"/>
                </a:lnTo>
                <a:lnTo>
                  <a:pt x="660383" y="59764"/>
                </a:lnTo>
                <a:lnTo>
                  <a:pt x="660930" y="59961"/>
                </a:lnTo>
                <a:lnTo>
                  <a:pt x="661469" y="60168"/>
                </a:lnTo>
                <a:lnTo>
                  <a:pt x="662000" y="60385"/>
                </a:lnTo>
                <a:lnTo>
                  <a:pt x="662523" y="60613"/>
                </a:lnTo>
                <a:lnTo>
                  <a:pt x="663039" y="60850"/>
                </a:lnTo>
                <a:lnTo>
                  <a:pt x="663546" y="61099"/>
                </a:lnTo>
                <a:lnTo>
                  <a:pt x="664043" y="61362"/>
                </a:lnTo>
                <a:lnTo>
                  <a:pt x="664530" y="61638"/>
                </a:lnTo>
                <a:lnTo>
                  <a:pt x="665007" y="61928"/>
                </a:lnTo>
                <a:lnTo>
                  <a:pt x="665475" y="62232"/>
                </a:lnTo>
                <a:lnTo>
                  <a:pt x="665933" y="62549"/>
                </a:lnTo>
                <a:lnTo>
                  <a:pt x="666382" y="62880"/>
                </a:lnTo>
                <a:lnTo>
                  <a:pt x="666820" y="63225"/>
                </a:lnTo>
                <a:lnTo>
                  <a:pt x="667249" y="63584"/>
                </a:lnTo>
                <a:lnTo>
                  <a:pt x="667669" y="63956"/>
                </a:lnTo>
                <a:lnTo>
                  <a:pt x="668078" y="64341"/>
                </a:lnTo>
                <a:lnTo>
                  <a:pt x="668478" y="64740"/>
                </a:lnTo>
                <a:lnTo>
                  <a:pt x="668868" y="65153"/>
                </a:lnTo>
                <a:lnTo>
                  <a:pt x="669248" y="65580"/>
                </a:lnTo>
                <a:lnTo>
                  <a:pt x="669619" y="66020"/>
                </a:lnTo>
                <a:lnTo>
                  <a:pt x="669980" y="66474"/>
                </a:lnTo>
                <a:lnTo>
                  <a:pt x="670331" y="66942"/>
                </a:lnTo>
                <a:lnTo>
                  <a:pt x="670672" y="67423"/>
                </a:lnTo>
                <a:lnTo>
                  <a:pt x="671004" y="67918"/>
                </a:lnTo>
                <a:lnTo>
                  <a:pt x="671326" y="68426"/>
                </a:lnTo>
                <a:lnTo>
                  <a:pt x="671638" y="68948"/>
                </a:lnTo>
                <a:lnTo>
                  <a:pt x="671941" y="69484"/>
                </a:lnTo>
                <a:lnTo>
                  <a:pt x="672233" y="70033"/>
                </a:lnTo>
                <a:lnTo>
                  <a:pt x="672516" y="70597"/>
                </a:lnTo>
                <a:lnTo>
                  <a:pt x="672789" y="71175"/>
                </a:lnTo>
                <a:lnTo>
                  <a:pt x="673050" y="71772"/>
                </a:lnTo>
                <a:lnTo>
                  <a:pt x="673299" y="72386"/>
                </a:lnTo>
                <a:lnTo>
                  <a:pt x="673537" y="73018"/>
                </a:lnTo>
                <a:lnTo>
                  <a:pt x="673763" y="73668"/>
                </a:lnTo>
                <a:lnTo>
                  <a:pt x="673977" y="74336"/>
                </a:lnTo>
                <a:lnTo>
                  <a:pt x="674180" y="75021"/>
                </a:lnTo>
                <a:lnTo>
                  <a:pt x="674371" y="75724"/>
                </a:lnTo>
                <a:lnTo>
                  <a:pt x="674551" y="76445"/>
                </a:lnTo>
                <a:lnTo>
                  <a:pt x="674719" y="77184"/>
                </a:lnTo>
                <a:lnTo>
                  <a:pt x="674876" y="77940"/>
                </a:lnTo>
                <a:lnTo>
                  <a:pt x="675020" y="78714"/>
                </a:lnTo>
                <a:lnTo>
                  <a:pt x="675154" y="79506"/>
                </a:lnTo>
                <a:lnTo>
                  <a:pt x="675276" y="80316"/>
                </a:lnTo>
                <a:lnTo>
                  <a:pt x="675386" y="81143"/>
                </a:lnTo>
                <a:lnTo>
                  <a:pt x="675484" y="81989"/>
                </a:lnTo>
                <a:lnTo>
                  <a:pt x="675571" y="82852"/>
                </a:lnTo>
                <a:lnTo>
                  <a:pt x="675646" y="83732"/>
                </a:lnTo>
                <a:lnTo>
                  <a:pt x="675710" y="84631"/>
                </a:lnTo>
                <a:lnTo>
                  <a:pt x="675762" y="85547"/>
                </a:lnTo>
                <a:lnTo>
                  <a:pt x="675803" y="86481"/>
                </a:lnTo>
                <a:lnTo>
                  <a:pt x="675832" y="87433"/>
                </a:lnTo>
                <a:lnTo>
                  <a:pt x="675849" y="88403"/>
                </a:lnTo>
                <a:lnTo>
                  <a:pt x="675855" y="89390"/>
                </a:lnTo>
                <a:lnTo>
                  <a:pt x="675855" y="165425"/>
                </a:lnTo>
                <a:lnTo>
                  <a:pt x="688779" y="165425"/>
                </a:lnTo>
                <a:lnTo>
                  <a:pt x="688779" y="89498"/>
                </a:lnTo>
                <a:lnTo>
                  <a:pt x="688775" y="88543"/>
                </a:lnTo>
                <a:lnTo>
                  <a:pt x="688761" y="87601"/>
                </a:lnTo>
                <a:lnTo>
                  <a:pt x="688739" y="86670"/>
                </a:lnTo>
                <a:lnTo>
                  <a:pt x="688709" y="85751"/>
                </a:lnTo>
                <a:lnTo>
                  <a:pt x="688669" y="84843"/>
                </a:lnTo>
                <a:lnTo>
                  <a:pt x="688621" y="83948"/>
                </a:lnTo>
                <a:lnTo>
                  <a:pt x="688564" y="83064"/>
                </a:lnTo>
                <a:lnTo>
                  <a:pt x="688498" y="82192"/>
                </a:lnTo>
                <a:lnTo>
                  <a:pt x="688423" y="81332"/>
                </a:lnTo>
                <a:lnTo>
                  <a:pt x="688340" y="80484"/>
                </a:lnTo>
                <a:lnTo>
                  <a:pt x="688247" y="79647"/>
                </a:lnTo>
                <a:lnTo>
                  <a:pt x="688146" y="78822"/>
                </a:lnTo>
                <a:lnTo>
                  <a:pt x="688036" y="78009"/>
                </a:lnTo>
                <a:lnTo>
                  <a:pt x="687918" y="77208"/>
                </a:lnTo>
                <a:lnTo>
                  <a:pt x="687790" y="76418"/>
                </a:lnTo>
                <a:lnTo>
                  <a:pt x="687654" y="75640"/>
                </a:lnTo>
                <a:lnTo>
                  <a:pt x="687509" y="74875"/>
                </a:lnTo>
                <a:lnTo>
                  <a:pt x="687355" y="74120"/>
                </a:lnTo>
                <a:lnTo>
                  <a:pt x="687193" y="73378"/>
                </a:lnTo>
                <a:lnTo>
                  <a:pt x="687021" y="72647"/>
                </a:lnTo>
                <a:lnTo>
                  <a:pt x="686841" y="71928"/>
                </a:lnTo>
                <a:lnTo>
                  <a:pt x="686652" y="71221"/>
                </a:lnTo>
                <a:lnTo>
                  <a:pt x="686455" y="70526"/>
                </a:lnTo>
                <a:lnTo>
                  <a:pt x="686248" y="69843"/>
                </a:lnTo>
                <a:lnTo>
                  <a:pt x="686033" y="69170"/>
                </a:lnTo>
                <a:lnTo>
                  <a:pt x="685811" y="68508"/>
                </a:lnTo>
                <a:lnTo>
                  <a:pt x="685580" y="67857"/>
                </a:lnTo>
                <a:lnTo>
                  <a:pt x="685342" y="67216"/>
                </a:lnTo>
                <a:lnTo>
                  <a:pt x="685095" y="66586"/>
                </a:lnTo>
                <a:lnTo>
                  <a:pt x="684841" y="65966"/>
                </a:lnTo>
                <a:lnTo>
                  <a:pt x="684579" y="65356"/>
                </a:lnTo>
                <a:lnTo>
                  <a:pt x="684309" y="64757"/>
                </a:lnTo>
                <a:lnTo>
                  <a:pt x="684032" y="64168"/>
                </a:lnTo>
                <a:lnTo>
                  <a:pt x="683746" y="63590"/>
                </a:lnTo>
                <a:lnTo>
                  <a:pt x="683453" y="63023"/>
                </a:lnTo>
                <a:lnTo>
                  <a:pt x="683152" y="62465"/>
                </a:lnTo>
                <a:lnTo>
                  <a:pt x="682843" y="61919"/>
                </a:lnTo>
                <a:lnTo>
                  <a:pt x="682526" y="61382"/>
                </a:lnTo>
                <a:lnTo>
                  <a:pt x="682201" y="60857"/>
                </a:lnTo>
                <a:lnTo>
                  <a:pt x="681868" y="60341"/>
                </a:lnTo>
                <a:lnTo>
                  <a:pt x="681528" y="59836"/>
                </a:lnTo>
                <a:lnTo>
                  <a:pt x="681180" y="59342"/>
                </a:lnTo>
                <a:lnTo>
                  <a:pt x="680823" y="58858"/>
                </a:lnTo>
                <a:lnTo>
                  <a:pt x="680459" y="58385"/>
                </a:lnTo>
                <a:lnTo>
                  <a:pt x="680087" y="57922"/>
                </a:lnTo>
                <a:lnTo>
                  <a:pt x="679708" y="57469"/>
                </a:lnTo>
                <a:lnTo>
                  <a:pt x="679320" y="57027"/>
                </a:lnTo>
                <a:lnTo>
                  <a:pt x="678925" y="56596"/>
                </a:lnTo>
                <a:lnTo>
                  <a:pt x="678522" y="56174"/>
                </a:lnTo>
                <a:lnTo>
                  <a:pt x="678111" y="55762"/>
                </a:lnTo>
                <a:lnTo>
                  <a:pt x="677694" y="55360"/>
                </a:lnTo>
                <a:lnTo>
                  <a:pt x="677269" y="54967"/>
                </a:lnTo>
                <a:lnTo>
                  <a:pt x="676836" y="54583"/>
                </a:lnTo>
                <a:lnTo>
                  <a:pt x="676397" y="54210"/>
                </a:lnTo>
                <a:lnTo>
                  <a:pt x="675950" y="53845"/>
                </a:lnTo>
                <a:lnTo>
                  <a:pt x="675496" y="53490"/>
                </a:lnTo>
                <a:lnTo>
                  <a:pt x="675035" y="53145"/>
                </a:lnTo>
                <a:lnTo>
                  <a:pt x="674566" y="52809"/>
                </a:lnTo>
                <a:lnTo>
                  <a:pt x="674090" y="52483"/>
                </a:lnTo>
                <a:lnTo>
                  <a:pt x="673607" y="52167"/>
                </a:lnTo>
                <a:lnTo>
                  <a:pt x="673116" y="51860"/>
                </a:lnTo>
                <a:lnTo>
                  <a:pt x="672619" y="51562"/>
                </a:lnTo>
                <a:lnTo>
                  <a:pt x="672113" y="51274"/>
                </a:lnTo>
                <a:lnTo>
                  <a:pt x="671601" y="50995"/>
                </a:lnTo>
                <a:lnTo>
                  <a:pt x="671081" y="50726"/>
                </a:lnTo>
                <a:lnTo>
                  <a:pt x="670554" y="50467"/>
                </a:lnTo>
                <a:lnTo>
                  <a:pt x="670020" y="50217"/>
                </a:lnTo>
                <a:lnTo>
                  <a:pt x="669478" y="49977"/>
                </a:lnTo>
                <a:lnTo>
                  <a:pt x="668930" y="49746"/>
                </a:lnTo>
                <a:lnTo>
                  <a:pt x="668373" y="49525"/>
                </a:lnTo>
                <a:lnTo>
                  <a:pt x="667810" y="49313"/>
                </a:lnTo>
                <a:lnTo>
                  <a:pt x="667239" y="49111"/>
                </a:lnTo>
                <a:lnTo>
                  <a:pt x="666662" y="48917"/>
                </a:lnTo>
                <a:lnTo>
                  <a:pt x="666078" y="48732"/>
                </a:lnTo>
                <a:lnTo>
                  <a:pt x="665487" y="48555"/>
                </a:lnTo>
                <a:lnTo>
                  <a:pt x="664891" y="48387"/>
                </a:lnTo>
                <a:lnTo>
                  <a:pt x="664288" y="48226"/>
                </a:lnTo>
                <a:lnTo>
                  <a:pt x="663678" y="48074"/>
                </a:lnTo>
                <a:lnTo>
                  <a:pt x="663063" y="47930"/>
                </a:lnTo>
                <a:lnTo>
                  <a:pt x="662441" y="47794"/>
                </a:lnTo>
                <a:lnTo>
                  <a:pt x="661812" y="47667"/>
                </a:lnTo>
                <a:lnTo>
                  <a:pt x="661177" y="47548"/>
                </a:lnTo>
                <a:lnTo>
                  <a:pt x="660536" y="47436"/>
                </a:lnTo>
                <a:lnTo>
                  <a:pt x="659889" y="47334"/>
                </a:lnTo>
                <a:lnTo>
                  <a:pt x="659235" y="47239"/>
                </a:lnTo>
                <a:lnTo>
                  <a:pt x="658575" y="47153"/>
                </a:lnTo>
                <a:lnTo>
                  <a:pt x="657908" y="47074"/>
                </a:lnTo>
                <a:lnTo>
                  <a:pt x="657235" y="47005"/>
                </a:lnTo>
                <a:lnTo>
                  <a:pt x="656556" y="46943"/>
                </a:lnTo>
                <a:lnTo>
                  <a:pt x="655870" y="46889"/>
                </a:lnTo>
                <a:lnTo>
                  <a:pt x="655178" y="46844"/>
                </a:lnTo>
                <a:lnTo>
                  <a:pt x="654480" y="46807"/>
                </a:lnTo>
                <a:lnTo>
                  <a:pt x="653775" y="46778"/>
                </a:lnTo>
                <a:lnTo>
                  <a:pt x="653064" y="46758"/>
                </a:lnTo>
                <a:lnTo>
                  <a:pt x="652347" y="46745"/>
                </a:lnTo>
                <a:lnTo>
                  <a:pt x="651623" y="46741"/>
                </a:lnTo>
                <a:lnTo>
                  <a:pt x="650791" y="46748"/>
                </a:lnTo>
                <a:lnTo>
                  <a:pt x="649966" y="46768"/>
                </a:lnTo>
                <a:lnTo>
                  <a:pt x="649146" y="46802"/>
                </a:lnTo>
                <a:lnTo>
                  <a:pt x="648332" y="46849"/>
                </a:lnTo>
                <a:lnTo>
                  <a:pt x="647524" y="46910"/>
                </a:lnTo>
                <a:lnTo>
                  <a:pt x="646723" y="46984"/>
                </a:lnTo>
                <a:lnTo>
                  <a:pt x="645927" y="47071"/>
                </a:lnTo>
                <a:lnTo>
                  <a:pt x="645137" y="47172"/>
                </a:lnTo>
                <a:lnTo>
                  <a:pt x="644353" y="47287"/>
                </a:lnTo>
                <a:lnTo>
                  <a:pt x="643575" y="47414"/>
                </a:lnTo>
                <a:lnTo>
                  <a:pt x="642804" y="47556"/>
                </a:lnTo>
                <a:lnTo>
                  <a:pt x="642038" y="47711"/>
                </a:lnTo>
                <a:lnTo>
                  <a:pt x="641278" y="47879"/>
                </a:lnTo>
                <a:lnTo>
                  <a:pt x="640524" y="48061"/>
                </a:lnTo>
                <a:lnTo>
                  <a:pt x="639776" y="48256"/>
                </a:lnTo>
                <a:lnTo>
                  <a:pt x="639034" y="48464"/>
                </a:lnTo>
                <a:lnTo>
                  <a:pt x="638298" y="48687"/>
                </a:lnTo>
                <a:lnTo>
                  <a:pt x="637568" y="48922"/>
                </a:lnTo>
                <a:lnTo>
                  <a:pt x="636844" y="49171"/>
                </a:lnTo>
                <a:lnTo>
                  <a:pt x="636126" y="49434"/>
                </a:lnTo>
                <a:lnTo>
                  <a:pt x="635414" y="49710"/>
                </a:lnTo>
                <a:lnTo>
                  <a:pt x="634708" y="49999"/>
                </a:lnTo>
                <a:lnTo>
                  <a:pt x="634008" y="50302"/>
                </a:lnTo>
                <a:lnTo>
                  <a:pt x="633314" y="50618"/>
                </a:lnTo>
                <a:lnTo>
                  <a:pt x="632627" y="50947"/>
                </a:lnTo>
                <a:lnTo>
                  <a:pt x="631947" y="51286"/>
                </a:lnTo>
                <a:lnTo>
                  <a:pt x="631275" y="51635"/>
                </a:lnTo>
                <a:lnTo>
                  <a:pt x="630611" y="51995"/>
                </a:lnTo>
                <a:lnTo>
                  <a:pt x="629955" y="52365"/>
                </a:lnTo>
                <a:lnTo>
                  <a:pt x="629306" y="52745"/>
                </a:lnTo>
                <a:lnTo>
                  <a:pt x="628664" y="53137"/>
                </a:lnTo>
                <a:lnTo>
                  <a:pt x="628031" y="53538"/>
                </a:lnTo>
                <a:lnTo>
                  <a:pt x="627405" y="53950"/>
                </a:lnTo>
                <a:lnTo>
                  <a:pt x="626787" y="54373"/>
                </a:lnTo>
                <a:lnTo>
                  <a:pt x="626176" y="54806"/>
                </a:lnTo>
                <a:lnTo>
                  <a:pt x="625573" y="55249"/>
                </a:lnTo>
                <a:lnTo>
                  <a:pt x="624978" y="55703"/>
                </a:lnTo>
                <a:lnTo>
                  <a:pt x="624390" y="56168"/>
                </a:lnTo>
                <a:lnTo>
                  <a:pt x="623811" y="56643"/>
                </a:lnTo>
                <a:lnTo>
                  <a:pt x="623238" y="57128"/>
                </a:lnTo>
                <a:lnTo>
                  <a:pt x="622674" y="57624"/>
                </a:lnTo>
                <a:lnTo>
                  <a:pt x="622117" y="58130"/>
                </a:lnTo>
                <a:lnTo>
                  <a:pt x="621568" y="58647"/>
                </a:lnTo>
                <a:lnTo>
                  <a:pt x="621026" y="59175"/>
                </a:lnTo>
                <a:lnTo>
                  <a:pt x="620492" y="59712"/>
                </a:lnTo>
                <a:lnTo>
                  <a:pt x="619966" y="60260"/>
                </a:lnTo>
                <a:lnTo>
                  <a:pt x="619447" y="60819"/>
                </a:lnTo>
                <a:lnTo>
                  <a:pt x="618936" y="61388"/>
                </a:lnTo>
                <a:lnTo>
                  <a:pt x="618434" y="61966"/>
                </a:lnTo>
                <a:lnTo>
                  <a:pt x="617940" y="62552"/>
                </a:lnTo>
                <a:lnTo>
                  <a:pt x="617455" y="63145"/>
                </a:lnTo>
                <a:lnTo>
                  <a:pt x="616978" y="63746"/>
                </a:lnTo>
                <a:lnTo>
                  <a:pt x="616511" y="64354"/>
                </a:lnTo>
                <a:lnTo>
                  <a:pt x="616052" y="64969"/>
                </a:lnTo>
                <a:lnTo>
                  <a:pt x="615602" y="65592"/>
                </a:lnTo>
                <a:lnTo>
                  <a:pt x="615161" y="66223"/>
                </a:lnTo>
                <a:lnTo>
                  <a:pt x="614728" y="66861"/>
                </a:lnTo>
                <a:lnTo>
                  <a:pt x="614305" y="67506"/>
                </a:lnTo>
                <a:lnTo>
                  <a:pt x="613890" y="68159"/>
                </a:lnTo>
                <a:lnTo>
                  <a:pt x="613602" y="68628"/>
                </a:lnTo>
                <a:lnTo>
                  <a:pt x="613174" y="48895"/>
                </a:lnTo>
                <a:lnTo>
                  <a:pt x="600897" y="48895"/>
                </a:lnTo>
                <a:lnTo>
                  <a:pt x="600897" y="165425"/>
                </a:lnTo>
                <a:lnTo>
                  <a:pt x="613713" y="165425"/>
                </a:lnTo>
                <a:lnTo>
                  <a:pt x="613713" y="85487"/>
                </a:lnTo>
                <a:lnTo>
                  <a:pt x="613926" y="84900"/>
                </a:lnTo>
                <a:lnTo>
                  <a:pt x="614151" y="84301"/>
                </a:lnTo>
                <a:lnTo>
                  <a:pt x="614385" y="83706"/>
                </a:lnTo>
                <a:close/>
                <a:moveTo>
                  <a:pt x="0" y="165425"/>
                </a:moveTo>
                <a:lnTo>
                  <a:pt x="9370" y="165425"/>
                </a:lnTo>
                <a:lnTo>
                  <a:pt x="13355" y="165425"/>
                </a:lnTo>
                <a:lnTo>
                  <a:pt x="90682" y="165425"/>
                </a:lnTo>
                <a:lnTo>
                  <a:pt x="90682" y="154009"/>
                </a:lnTo>
                <a:lnTo>
                  <a:pt x="13355" y="154009"/>
                </a:lnTo>
                <a:lnTo>
                  <a:pt x="13355" y="8616"/>
                </a:lnTo>
                <a:lnTo>
                  <a:pt x="0" y="8616"/>
                </a:lnTo>
                <a:lnTo>
                  <a:pt x="0" y="165425"/>
                </a:lnTo>
                <a:close/>
                <a:moveTo>
                  <a:pt x="553213" y="120312"/>
                </a:moveTo>
                <a:lnTo>
                  <a:pt x="553110" y="121366"/>
                </a:lnTo>
                <a:lnTo>
                  <a:pt x="552988" y="122405"/>
                </a:lnTo>
                <a:lnTo>
                  <a:pt x="552848" y="123429"/>
                </a:lnTo>
                <a:lnTo>
                  <a:pt x="552689" y="124437"/>
                </a:lnTo>
                <a:lnTo>
                  <a:pt x="552511" y="125429"/>
                </a:lnTo>
                <a:lnTo>
                  <a:pt x="552315" y="126406"/>
                </a:lnTo>
                <a:lnTo>
                  <a:pt x="552100" y="127367"/>
                </a:lnTo>
                <a:lnTo>
                  <a:pt x="551866" y="128313"/>
                </a:lnTo>
                <a:lnTo>
                  <a:pt x="551614" y="129243"/>
                </a:lnTo>
                <a:lnTo>
                  <a:pt x="551343" y="130158"/>
                </a:lnTo>
                <a:lnTo>
                  <a:pt x="551053" y="131057"/>
                </a:lnTo>
                <a:lnTo>
                  <a:pt x="550744" y="131941"/>
                </a:lnTo>
                <a:lnTo>
                  <a:pt x="550417" y="132809"/>
                </a:lnTo>
                <a:lnTo>
                  <a:pt x="550071" y="133662"/>
                </a:lnTo>
                <a:lnTo>
                  <a:pt x="549707" y="134499"/>
                </a:lnTo>
                <a:lnTo>
                  <a:pt x="549323" y="135321"/>
                </a:lnTo>
                <a:lnTo>
                  <a:pt x="548921" y="136127"/>
                </a:lnTo>
                <a:lnTo>
                  <a:pt x="548501" y="136918"/>
                </a:lnTo>
                <a:lnTo>
                  <a:pt x="548061" y="137693"/>
                </a:lnTo>
                <a:lnTo>
                  <a:pt x="547606" y="138452"/>
                </a:lnTo>
                <a:lnTo>
                  <a:pt x="547135" y="139196"/>
                </a:lnTo>
                <a:lnTo>
                  <a:pt x="546651" y="139923"/>
                </a:lnTo>
                <a:lnTo>
                  <a:pt x="546153" y="140635"/>
                </a:lnTo>
                <a:lnTo>
                  <a:pt x="545640" y="141331"/>
                </a:lnTo>
                <a:lnTo>
                  <a:pt x="545113" y="142011"/>
                </a:lnTo>
                <a:lnTo>
                  <a:pt x="544572" y="142675"/>
                </a:lnTo>
                <a:lnTo>
                  <a:pt x="544017" y="143323"/>
                </a:lnTo>
                <a:lnTo>
                  <a:pt x="543447" y="143955"/>
                </a:lnTo>
                <a:lnTo>
                  <a:pt x="542863" y="144572"/>
                </a:lnTo>
                <a:lnTo>
                  <a:pt x="542265" y="145172"/>
                </a:lnTo>
                <a:lnTo>
                  <a:pt x="541653" y="145757"/>
                </a:lnTo>
                <a:lnTo>
                  <a:pt x="541027" y="146326"/>
                </a:lnTo>
                <a:lnTo>
                  <a:pt x="540386" y="146878"/>
                </a:lnTo>
                <a:lnTo>
                  <a:pt x="539732" y="147415"/>
                </a:lnTo>
                <a:lnTo>
                  <a:pt x="539063" y="147936"/>
                </a:lnTo>
                <a:lnTo>
                  <a:pt x="538379" y="148441"/>
                </a:lnTo>
                <a:lnTo>
                  <a:pt x="537682" y="148931"/>
                </a:lnTo>
                <a:lnTo>
                  <a:pt x="536970" y="149404"/>
                </a:lnTo>
                <a:lnTo>
                  <a:pt x="536244" y="149861"/>
                </a:lnTo>
                <a:lnTo>
                  <a:pt x="535504" y="150303"/>
                </a:lnTo>
                <a:lnTo>
                  <a:pt x="534750" y="150729"/>
                </a:lnTo>
                <a:lnTo>
                  <a:pt x="533982" y="151138"/>
                </a:lnTo>
                <a:lnTo>
                  <a:pt x="533199" y="151532"/>
                </a:lnTo>
                <a:lnTo>
                  <a:pt x="532404" y="151910"/>
                </a:lnTo>
                <a:lnTo>
                  <a:pt x="531601" y="152272"/>
                </a:lnTo>
                <a:lnTo>
                  <a:pt x="530787" y="152618"/>
                </a:lnTo>
                <a:lnTo>
                  <a:pt x="529965" y="152947"/>
                </a:lnTo>
                <a:lnTo>
                  <a:pt x="529133" y="153261"/>
                </a:lnTo>
                <a:lnTo>
                  <a:pt x="528292" y="153558"/>
                </a:lnTo>
                <a:lnTo>
                  <a:pt x="527441" y="153840"/>
                </a:lnTo>
                <a:lnTo>
                  <a:pt x="526581" y="154105"/>
                </a:lnTo>
                <a:lnTo>
                  <a:pt x="525712" y="154354"/>
                </a:lnTo>
                <a:lnTo>
                  <a:pt x="524834" y="154587"/>
                </a:lnTo>
                <a:lnTo>
                  <a:pt x="523946" y="154805"/>
                </a:lnTo>
                <a:lnTo>
                  <a:pt x="523048" y="155006"/>
                </a:lnTo>
                <a:lnTo>
                  <a:pt x="522142" y="155190"/>
                </a:lnTo>
                <a:lnTo>
                  <a:pt x="521226" y="155359"/>
                </a:lnTo>
                <a:lnTo>
                  <a:pt x="520300" y="155512"/>
                </a:lnTo>
                <a:lnTo>
                  <a:pt x="519366" y="155649"/>
                </a:lnTo>
                <a:lnTo>
                  <a:pt x="518422" y="155769"/>
                </a:lnTo>
                <a:lnTo>
                  <a:pt x="517468" y="155874"/>
                </a:lnTo>
                <a:lnTo>
                  <a:pt x="516505" y="155962"/>
                </a:lnTo>
                <a:lnTo>
                  <a:pt x="515533" y="156035"/>
                </a:lnTo>
                <a:lnTo>
                  <a:pt x="514552" y="156091"/>
                </a:lnTo>
                <a:lnTo>
                  <a:pt x="513561" y="156131"/>
                </a:lnTo>
                <a:lnTo>
                  <a:pt x="512561" y="156155"/>
                </a:lnTo>
                <a:lnTo>
                  <a:pt x="511551" y="156163"/>
                </a:lnTo>
                <a:lnTo>
                  <a:pt x="510542" y="156155"/>
                </a:lnTo>
                <a:lnTo>
                  <a:pt x="509542" y="156131"/>
                </a:lnTo>
                <a:lnTo>
                  <a:pt x="508551" y="156091"/>
                </a:lnTo>
                <a:lnTo>
                  <a:pt x="507570" y="156035"/>
                </a:lnTo>
                <a:lnTo>
                  <a:pt x="506598" y="155962"/>
                </a:lnTo>
                <a:lnTo>
                  <a:pt x="505635" y="155874"/>
                </a:lnTo>
                <a:lnTo>
                  <a:pt x="504681" y="155769"/>
                </a:lnTo>
                <a:lnTo>
                  <a:pt x="503737" y="155649"/>
                </a:lnTo>
                <a:lnTo>
                  <a:pt x="502803" y="155512"/>
                </a:lnTo>
                <a:lnTo>
                  <a:pt x="501877" y="155359"/>
                </a:lnTo>
                <a:lnTo>
                  <a:pt x="500961" y="155190"/>
                </a:lnTo>
                <a:lnTo>
                  <a:pt x="500055" y="155006"/>
                </a:lnTo>
                <a:lnTo>
                  <a:pt x="499157" y="154805"/>
                </a:lnTo>
                <a:lnTo>
                  <a:pt x="498269" y="154587"/>
                </a:lnTo>
                <a:lnTo>
                  <a:pt x="497391" y="154354"/>
                </a:lnTo>
                <a:lnTo>
                  <a:pt x="496522" y="154105"/>
                </a:lnTo>
                <a:lnTo>
                  <a:pt x="495662" y="153840"/>
                </a:lnTo>
                <a:lnTo>
                  <a:pt x="494811" y="153558"/>
                </a:lnTo>
                <a:lnTo>
                  <a:pt x="493970" y="153261"/>
                </a:lnTo>
                <a:lnTo>
                  <a:pt x="493138" y="152947"/>
                </a:lnTo>
                <a:lnTo>
                  <a:pt x="492315" y="152618"/>
                </a:lnTo>
                <a:lnTo>
                  <a:pt x="491502" y="152272"/>
                </a:lnTo>
                <a:lnTo>
                  <a:pt x="490698" y="151910"/>
                </a:lnTo>
                <a:lnTo>
                  <a:pt x="489904" y="151532"/>
                </a:lnTo>
                <a:lnTo>
                  <a:pt x="489121" y="151138"/>
                </a:lnTo>
                <a:lnTo>
                  <a:pt x="488352" y="150729"/>
                </a:lnTo>
                <a:lnTo>
                  <a:pt x="487598" y="150303"/>
                </a:lnTo>
                <a:lnTo>
                  <a:pt x="486857" y="149861"/>
                </a:lnTo>
                <a:lnTo>
                  <a:pt x="486130" y="149404"/>
                </a:lnTo>
                <a:lnTo>
                  <a:pt x="485418" y="148931"/>
                </a:lnTo>
                <a:lnTo>
                  <a:pt x="484719" y="148441"/>
                </a:lnTo>
                <a:lnTo>
                  <a:pt x="484034" y="147936"/>
                </a:lnTo>
                <a:lnTo>
                  <a:pt x="483364" y="147415"/>
                </a:lnTo>
                <a:lnTo>
                  <a:pt x="482707" y="146878"/>
                </a:lnTo>
                <a:lnTo>
                  <a:pt x="482065" y="146326"/>
                </a:lnTo>
                <a:lnTo>
                  <a:pt x="481436" y="145757"/>
                </a:lnTo>
                <a:lnTo>
                  <a:pt x="480822" y="145172"/>
                </a:lnTo>
                <a:lnTo>
                  <a:pt x="480221" y="144572"/>
                </a:lnTo>
                <a:lnTo>
                  <a:pt x="479635" y="143955"/>
                </a:lnTo>
                <a:lnTo>
                  <a:pt x="479062" y="143323"/>
                </a:lnTo>
                <a:lnTo>
                  <a:pt x="478504" y="142675"/>
                </a:lnTo>
                <a:lnTo>
                  <a:pt x="477960" y="142011"/>
                </a:lnTo>
                <a:lnTo>
                  <a:pt x="477429" y="141331"/>
                </a:lnTo>
                <a:lnTo>
                  <a:pt x="476913" y="140635"/>
                </a:lnTo>
                <a:lnTo>
                  <a:pt x="476411" y="139923"/>
                </a:lnTo>
                <a:lnTo>
                  <a:pt x="475922" y="139196"/>
                </a:lnTo>
                <a:lnTo>
                  <a:pt x="475448" y="138452"/>
                </a:lnTo>
                <a:lnTo>
                  <a:pt x="474988" y="137693"/>
                </a:lnTo>
                <a:lnTo>
                  <a:pt x="474544" y="136918"/>
                </a:lnTo>
                <a:lnTo>
                  <a:pt x="474119" y="136127"/>
                </a:lnTo>
                <a:lnTo>
                  <a:pt x="473713" y="135321"/>
                </a:lnTo>
                <a:lnTo>
                  <a:pt x="473326" y="134499"/>
                </a:lnTo>
                <a:lnTo>
                  <a:pt x="472958" y="133662"/>
                </a:lnTo>
                <a:lnTo>
                  <a:pt x="472608" y="132809"/>
                </a:lnTo>
                <a:lnTo>
                  <a:pt x="472278" y="131941"/>
                </a:lnTo>
                <a:lnTo>
                  <a:pt x="471966" y="131057"/>
                </a:lnTo>
                <a:lnTo>
                  <a:pt x="471673" y="130158"/>
                </a:lnTo>
                <a:lnTo>
                  <a:pt x="471400" y="129243"/>
                </a:lnTo>
                <a:lnTo>
                  <a:pt x="471145" y="128313"/>
                </a:lnTo>
                <a:lnTo>
                  <a:pt x="470909" y="127367"/>
                </a:lnTo>
                <a:lnTo>
                  <a:pt x="470691" y="126406"/>
                </a:lnTo>
                <a:lnTo>
                  <a:pt x="470493" y="125429"/>
                </a:lnTo>
                <a:lnTo>
                  <a:pt x="470314" y="124437"/>
                </a:lnTo>
                <a:lnTo>
                  <a:pt x="470153" y="123429"/>
                </a:lnTo>
                <a:lnTo>
                  <a:pt x="470012" y="122405"/>
                </a:lnTo>
                <a:lnTo>
                  <a:pt x="469889" y="121366"/>
                </a:lnTo>
                <a:lnTo>
                  <a:pt x="469785" y="120312"/>
                </a:lnTo>
                <a:lnTo>
                  <a:pt x="469700" y="119242"/>
                </a:lnTo>
                <a:lnTo>
                  <a:pt x="469634" y="118157"/>
                </a:lnTo>
                <a:lnTo>
                  <a:pt x="469587" y="117056"/>
                </a:lnTo>
                <a:lnTo>
                  <a:pt x="469558" y="115939"/>
                </a:lnTo>
                <a:lnTo>
                  <a:pt x="469549" y="114807"/>
                </a:lnTo>
                <a:lnTo>
                  <a:pt x="469549" y="8616"/>
                </a:lnTo>
                <a:lnTo>
                  <a:pt x="456410" y="8616"/>
                </a:lnTo>
                <a:lnTo>
                  <a:pt x="456410" y="114807"/>
                </a:lnTo>
                <a:lnTo>
                  <a:pt x="456422" y="116260"/>
                </a:lnTo>
                <a:lnTo>
                  <a:pt x="456460" y="117692"/>
                </a:lnTo>
                <a:lnTo>
                  <a:pt x="456523" y="119105"/>
                </a:lnTo>
                <a:lnTo>
                  <a:pt x="456612" y="120497"/>
                </a:lnTo>
                <a:lnTo>
                  <a:pt x="456725" y="121869"/>
                </a:lnTo>
                <a:lnTo>
                  <a:pt x="456864" y="123221"/>
                </a:lnTo>
                <a:lnTo>
                  <a:pt x="457028" y="124553"/>
                </a:lnTo>
                <a:lnTo>
                  <a:pt x="457217" y="125864"/>
                </a:lnTo>
                <a:lnTo>
                  <a:pt x="457432" y="127155"/>
                </a:lnTo>
                <a:lnTo>
                  <a:pt x="457672" y="128426"/>
                </a:lnTo>
                <a:lnTo>
                  <a:pt x="457937" y="129677"/>
                </a:lnTo>
                <a:lnTo>
                  <a:pt x="458227" y="130908"/>
                </a:lnTo>
                <a:lnTo>
                  <a:pt x="458543" y="132118"/>
                </a:lnTo>
                <a:lnTo>
                  <a:pt x="458883" y="133309"/>
                </a:lnTo>
                <a:lnTo>
                  <a:pt x="459249" y="134479"/>
                </a:lnTo>
                <a:lnTo>
                  <a:pt x="459641" y="135629"/>
                </a:lnTo>
                <a:lnTo>
                  <a:pt x="460057" y="136758"/>
                </a:lnTo>
                <a:lnTo>
                  <a:pt x="460499" y="137868"/>
                </a:lnTo>
                <a:lnTo>
                  <a:pt x="460966" y="138957"/>
                </a:lnTo>
                <a:lnTo>
                  <a:pt x="461458" y="140026"/>
                </a:lnTo>
                <a:lnTo>
                  <a:pt x="461976" y="141075"/>
                </a:lnTo>
                <a:lnTo>
                  <a:pt x="462518" y="142104"/>
                </a:lnTo>
                <a:lnTo>
                  <a:pt x="463086" y="143113"/>
                </a:lnTo>
                <a:lnTo>
                  <a:pt x="463679" y="144101"/>
                </a:lnTo>
                <a:lnTo>
                  <a:pt x="464294" y="145069"/>
                </a:lnTo>
                <a:lnTo>
                  <a:pt x="464927" y="146017"/>
                </a:lnTo>
                <a:lnTo>
                  <a:pt x="465578" y="146944"/>
                </a:lnTo>
                <a:lnTo>
                  <a:pt x="466248" y="147851"/>
                </a:lnTo>
                <a:lnTo>
                  <a:pt x="466935" y="148738"/>
                </a:lnTo>
                <a:lnTo>
                  <a:pt x="467641" y="149604"/>
                </a:lnTo>
                <a:lnTo>
                  <a:pt x="468364" y="150450"/>
                </a:lnTo>
                <a:lnTo>
                  <a:pt x="469106" y="151275"/>
                </a:lnTo>
                <a:lnTo>
                  <a:pt x="469866" y="152080"/>
                </a:lnTo>
                <a:lnTo>
                  <a:pt x="470644" y="152865"/>
                </a:lnTo>
                <a:lnTo>
                  <a:pt x="471440" y="153629"/>
                </a:lnTo>
                <a:lnTo>
                  <a:pt x="472255" y="154373"/>
                </a:lnTo>
                <a:lnTo>
                  <a:pt x="473087" y="155096"/>
                </a:lnTo>
                <a:lnTo>
                  <a:pt x="473938" y="155799"/>
                </a:lnTo>
                <a:lnTo>
                  <a:pt x="474807" y="156482"/>
                </a:lnTo>
                <a:lnTo>
                  <a:pt x="475694" y="157145"/>
                </a:lnTo>
                <a:lnTo>
                  <a:pt x="476599" y="157787"/>
                </a:lnTo>
                <a:lnTo>
                  <a:pt x="477522" y="158408"/>
                </a:lnTo>
                <a:lnTo>
                  <a:pt x="478463" y="159009"/>
                </a:lnTo>
                <a:lnTo>
                  <a:pt x="479423" y="159590"/>
                </a:lnTo>
                <a:lnTo>
                  <a:pt x="480400" y="160151"/>
                </a:lnTo>
                <a:lnTo>
                  <a:pt x="481396" y="160691"/>
                </a:lnTo>
                <a:lnTo>
                  <a:pt x="482410" y="161210"/>
                </a:lnTo>
                <a:lnTo>
                  <a:pt x="483442" y="161710"/>
                </a:lnTo>
                <a:lnTo>
                  <a:pt x="484489" y="162189"/>
                </a:lnTo>
                <a:lnTo>
                  <a:pt x="485546" y="162647"/>
                </a:lnTo>
                <a:lnTo>
                  <a:pt x="486614" y="163085"/>
                </a:lnTo>
                <a:lnTo>
                  <a:pt x="487693" y="163503"/>
                </a:lnTo>
                <a:lnTo>
                  <a:pt x="488783" y="163901"/>
                </a:lnTo>
                <a:lnTo>
                  <a:pt x="489884" y="164278"/>
                </a:lnTo>
                <a:lnTo>
                  <a:pt x="490995" y="164634"/>
                </a:lnTo>
                <a:lnTo>
                  <a:pt x="492118" y="164971"/>
                </a:lnTo>
                <a:lnTo>
                  <a:pt x="493251" y="165287"/>
                </a:lnTo>
                <a:lnTo>
                  <a:pt x="494395" y="165582"/>
                </a:lnTo>
                <a:lnTo>
                  <a:pt x="495550" y="165857"/>
                </a:lnTo>
                <a:lnTo>
                  <a:pt x="496716" y="166112"/>
                </a:lnTo>
                <a:lnTo>
                  <a:pt x="497893" y="166346"/>
                </a:lnTo>
                <a:lnTo>
                  <a:pt x="499080" y="166560"/>
                </a:lnTo>
                <a:lnTo>
                  <a:pt x="500278" y="166754"/>
                </a:lnTo>
                <a:lnTo>
                  <a:pt x="501488" y="166927"/>
                </a:lnTo>
                <a:lnTo>
                  <a:pt x="502708" y="167080"/>
                </a:lnTo>
                <a:lnTo>
                  <a:pt x="503939" y="167212"/>
                </a:lnTo>
                <a:lnTo>
                  <a:pt x="505180" y="167325"/>
                </a:lnTo>
                <a:lnTo>
                  <a:pt x="506433" y="167416"/>
                </a:lnTo>
                <a:lnTo>
                  <a:pt x="507696" y="167488"/>
                </a:lnTo>
                <a:lnTo>
                  <a:pt x="508970" y="167539"/>
                </a:lnTo>
                <a:lnTo>
                  <a:pt x="510256" y="167569"/>
                </a:lnTo>
                <a:lnTo>
                  <a:pt x="511551" y="167579"/>
                </a:lnTo>
                <a:lnTo>
                  <a:pt x="512812" y="167569"/>
                </a:lnTo>
                <a:lnTo>
                  <a:pt x="514064" y="167539"/>
                </a:lnTo>
                <a:lnTo>
                  <a:pt x="515307" y="167488"/>
                </a:lnTo>
                <a:lnTo>
                  <a:pt x="516540" y="167416"/>
                </a:lnTo>
                <a:lnTo>
                  <a:pt x="517764" y="167325"/>
                </a:lnTo>
                <a:lnTo>
                  <a:pt x="518979" y="167212"/>
                </a:lnTo>
                <a:lnTo>
                  <a:pt x="520185" y="167080"/>
                </a:lnTo>
                <a:lnTo>
                  <a:pt x="521382" y="166927"/>
                </a:lnTo>
                <a:lnTo>
                  <a:pt x="522570" y="166754"/>
                </a:lnTo>
                <a:lnTo>
                  <a:pt x="523748" y="166560"/>
                </a:lnTo>
                <a:lnTo>
                  <a:pt x="524917" y="166346"/>
                </a:lnTo>
                <a:lnTo>
                  <a:pt x="526077" y="166112"/>
                </a:lnTo>
                <a:lnTo>
                  <a:pt x="527228" y="165857"/>
                </a:lnTo>
                <a:lnTo>
                  <a:pt x="528370" y="165582"/>
                </a:lnTo>
                <a:lnTo>
                  <a:pt x="529503" y="165287"/>
                </a:lnTo>
                <a:lnTo>
                  <a:pt x="530626" y="164971"/>
                </a:lnTo>
                <a:lnTo>
                  <a:pt x="531740" y="164634"/>
                </a:lnTo>
                <a:lnTo>
                  <a:pt x="532846" y="164278"/>
                </a:lnTo>
                <a:lnTo>
                  <a:pt x="533942" y="163901"/>
                </a:lnTo>
                <a:lnTo>
                  <a:pt x="535028" y="163503"/>
                </a:lnTo>
                <a:lnTo>
                  <a:pt x="536106" y="163085"/>
                </a:lnTo>
                <a:lnTo>
                  <a:pt x="537174" y="162647"/>
                </a:lnTo>
                <a:lnTo>
                  <a:pt x="538234" y="162189"/>
                </a:lnTo>
                <a:lnTo>
                  <a:pt x="539284" y="161710"/>
                </a:lnTo>
                <a:lnTo>
                  <a:pt x="540321" y="161210"/>
                </a:lnTo>
                <a:lnTo>
                  <a:pt x="541340" y="160691"/>
                </a:lnTo>
                <a:lnTo>
                  <a:pt x="542341" y="160151"/>
                </a:lnTo>
                <a:lnTo>
                  <a:pt x="543324" y="159590"/>
                </a:lnTo>
                <a:lnTo>
                  <a:pt x="544290" y="159009"/>
                </a:lnTo>
                <a:lnTo>
                  <a:pt x="545238" y="158408"/>
                </a:lnTo>
                <a:lnTo>
                  <a:pt x="546168" y="157787"/>
                </a:lnTo>
                <a:lnTo>
                  <a:pt x="547080" y="157145"/>
                </a:lnTo>
                <a:lnTo>
                  <a:pt x="547975" y="156482"/>
                </a:lnTo>
                <a:lnTo>
                  <a:pt x="548852" y="155799"/>
                </a:lnTo>
                <a:lnTo>
                  <a:pt x="549711" y="155096"/>
                </a:lnTo>
                <a:lnTo>
                  <a:pt x="550552" y="154373"/>
                </a:lnTo>
                <a:lnTo>
                  <a:pt x="551375" y="153629"/>
                </a:lnTo>
                <a:lnTo>
                  <a:pt x="552181" y="152865"/>
                </a:lnTo>
                <a:lnTo>
                  <a:pt x="552969" y="152080"/>
                </a:lnTo>
                <a:lnTo>
                  <a:pt x="553739" y="151275"/>
                </a:lnTo>
                <a:lnTo>
                  <a:pt x="554492" y="150450"/>
                </a:lnTo>
                <a:lnTo>
                  <a:pt x="555227" y="149604"/>
                </a:lnTo>
                <a:lnTo>
                  <a:pt x="555944" y="148738"/>
                </a:lnTo>
                <a:lnTo>
                  <a:pt x="556643" y="147851"/>
                </a:lnTo>
                <a:lnTo>
                  <a:pt x="557324" y="146944"/>
                </a:lnTo>
                <a:lnTo>
                  <a:pt x="557988" y="146017"/>
                </a:lnTo>
                <a:lnTo>
                  <a:pt x="558634" y="145069"/>
                </a:lnTo>
                <a:lnTo>
                  <a:pt x="559262" y="144101"/>
                </a:lnTo>
                <a:lnTo>
                  <a:pt x="559868" y="143113"/>
                </a:lnTo>
                <a:lnTo>
                  <a:pt x="560449" y="142104"/>
                </a:lnTo>
                <a:lnTo>
                  <a:pt x="561004" y="141075"/>
                </a:lnTo>
                <a:lnTo>
                  <a:pt x="561533" y="140026"/>
                </a:lnTo>
                <a:lnTo>
                  <a:pt x="562036" y="138957"/>
                </a:lnTo>
                <a:lnTo>
                  <a:pt x="562513" y="137868"/>
                </a:lnTo>
                <a:lnTo>
                  <a:pt x="562965" y="136758"/>
                </a:lnTo>
                <a:lnTo>
                  <a:pt x="563391" y="135629"/>
                </a:lnTo>
                <a:lnTo>
                  <a:pt x="563790" y="134479"/>
                </a:lnTo>
                <a:lnTo>
                  <a:pt x="564165" y="133309"/>
                </a:lnTo>
                <a:lnTo>
                  <a:pt x="564513" y="132118"/>
                </a:lnTo>
                <a:lnTo>
                  <a:pt x="564835" y="130908"/>
                </a:lnTo>
                <a:lnTo>
                  <a:pt x="565132" y="129677"/>
                </a:lnTo>
                <a:lnTo>
                  <a:pt x="565403" y="128426"/>
                </a:lnTo>
                <a:lnTo>
                  <a:pt x="565648" y="127155"/>
                </a:lnTo>
                <a:lnTo>
                  <a:pt x="565868" y="125864"/>
                </a:lnTo>
                <a:lnTo>
                  <a:pt x="566061" y="124553"/>
                </a:lnTo>
                <a:lnTo>
                  <a:pt x="566229" y="123221"/>
                </a:lnTo>
                <a:lnTo>
                  <a:pt x="566371" y="121869"/>
                </a:lnTo>
                <a:lnTo>
                  <a:pt x="566487" y="120497"/>
                </a:lnTo>
                <a:lnTo>
                  <a:pt x="566577" y="119105"/>
                </a:lnTo>
                <a:lnTo>
                  <a:pt x="566642" y="117692"/>
                </a:lnTo>
                <a:lnTo>
                  <a:pt x="566680" y="116260"/>
                </a:lnTo>
                <a:lnTo>
                  <a:pt x="566693" y="114807"/>
                </a:lnTo>
                <a:lnTo>
                  <a:pt x="566693" y="8616"/>
                </a:lnTo>
                <a:lnTo>
                  <a:pt x="553446" y="8616"/>
                </a:lnTo>
                <a:lnTo>
                  <a:pt x="553446" y="114807"/>
                </a:lnTo>
                <a:lnTo>
                  <a:pt x="553437" y="115939"/>
                </a:lnTo>
                <a:lnTo>
                  <a:pt x="553409" y="117056"/>
                </a:lnTo>
                <a:lnTo>
                  <a:pt x="553362" y="118157"/>
                </a:lnTo>
                <a:lnTo>
                  <a:pt x="553297" y="119242"/>
                </a:lnTo>
                <a:lnTo>
                  <a:pt x="553213" y="120312"/>
                </a:lnTo>
                <a:close/>
                <a:moveTo>
                  <a:pt x="106276" y="114092"/>
                </a:moveTo>
                <a:lnTo>
                  <a:pt x="106347" y="115113"/>
                </a:lnTo>
                <a:lnTo>
                  <a:pt x="106431" y="116127"/>
                </a:lnTo>
                <a:lnTo>
                  <a:pt x="106528" y="117134"/>
                </a:lnTo>
                <a:lnTo>
                  <a:pt x="106637" y="118135"/>
                </a:lnTo>
                <a:lnTo>
                  <a:pt x="106760" y="119128"/>
                </a:lnTo>
                <a:lnTo>
                  <a:pt x="106895" y="120114"/>
                </a:lnTo>
                <a:lnTo>
                  <a:pt x="107044" y="121094"/>
                </a:lnTo>
                <a:lnTo>
                  <a:pt x="107205" y="122066"/>
                </a:lnTo>
                <a:lnTo>
                  <a:pt x="107379" y="123032"/>
                </a:lnTo>
                <a:lnTo>
                  <a:pt x="107566" y="123991"/>
                </a:lnTo>
                <a:lnTo>
                  <a:pt x="107766" y="124943"/>
                </a:lnTo>
                <a:lnTo>
                  <a:pt x="107979" y="125887"/>
                </a:lnTo>
                <a:lnTo>
                  <a:pt x="108205" y="126825"/>
                </a:lnTo>
                <a:lnTo>
                  <a:pt x="108444" y="127756"/>
                </a:lnTo>
                <a:lnTo>
                  <a:pt x="108695" y="128681"/>
                </a:lnTo>
                <a:lnTo>
                  <a:pt x="108960" y="129598"/>
                </a:lnTo>
                <a:lnTo>
                  <a:pt x="109237" y="130508"/>
                </a:lnTo>
                <a:lnTo>
                  <a:pt x="109527" y="131412"/>
                </a:lnTo>
                <a:lnTo>
                  <a:pt x="109830" y="132308"/>
                </a:lnTo>
                <a:lnTo>
                  <a:pt x="110146" y="133196"/>
                </a:lnTo>
                <a:lnTo>
                  <a:pt x="110471" y="134075"/>
                </a:lnTo>
                <a:lnTo>
                  <a:pt x="110808" y="134943"/>
                </a:lnTo>
                <a:lnTo>
                  <a:pt x="111156" y="135802"/>
                </a:lnTo>
                <a:lnTo>
                  <a:pt x="111514" y="136651"/>
                </a:lnTo>
                <a:lnTo>
                  <a:pt x="111883" y="137491"/>
                </a:lnTo>
                <a:lnTo>
                  <a:pt x="112264" y="138321"/>
                </a:lnTo>
                <a:lnTo>
                  <a:pt x="112655" y="139141"/>
                </a:lnTo>
                <a:lnTo>
                  <a:pt x="113056" y="139951"/>
                </a:lnTo>
                <a:lnTo>
                  <a:pt x="113469" y="140752"/>
                </a:lnTo>
                <a:lnTo>
                  <a:pt x="113893" y="141543"/>
                </a:lnTo>
                <a:lnTo>
                  <a:pt x="114327" y="142324"/>
                </a:lnTo>
                <a:lnTo>
                  <a:pt x="114772" y="143095"/>
                </a:lnTo>
                <a:lnTo>
                  <a:pt x="115228" y="143857"/>
                </a:lnTo>
                <a:lnTo>
                  <a:pt x="115695" y="144609"/>
                </a:lnTo>
                <a:lnTo>
                  <a:pt x="116173" y="145352"/>
                </a:lnTo>
                <a:lnTo>
                  <a:pt x="116661" y="146084"/>
                </a:lnTo>
                <a:lnTo>
                  <a:pt x="117161" y="146807"/>
                </a:lnTo>
                <a:lnTo>
                  <a:pt x="117671" y="147520"/>
                </a:lnTo>
                <a:lnTo>
                  <a:pt x="118192" y="148223"/>
                </a:lnTo>
                <a:lnTo>
                  <a:pt x="118724" y="148917"/>
                </a:lnTo>
                <a:lnTo>
                  <a:pt x="119267" y="149601"/>
                </a:lnTo>
                <a:lnTo>
                  <a:pt x="119820" y="150275"/>
                </a:lnTo>
                <a:lnTo>
                  <a:pt x="120385" y="150940"/>
                </a:lnTo>
                <a:lnTo>
                  <a:pt x="120960" y="151593"/>
                </a:lnTo>
                <a:lnTo>
                  <a:pt x="121544" y="152235"/>
                </a:lnTo>
                <a:lnTo>
                  <a:pt x="122138" y="152863"/>
                </a:lnTo>
                <a:lnTo>
                  <a:pt x="122741" y="153480"/>
                </a:lnTo>
                <a:lnTo>
                  <a:pt x="123354" y="154084"/>
                </a:lnTo>
                <a:lnTo>
                  <a:pt x="123976" y="154676"/>
                </a:lnTo>
                <a:lnTo>
                  <a:pt x="124608" y="155255"/>
                </a:lnTo>
                <a:lnTo>
                  <a:pt x="125249" y="155822"/>
                </a:lnTo>
                <a:lnTo>
                  <a:pt x="125900" y="156377"/>
                </a:lnTo>
                <a:lnTo>
                  <a:pt x="126561" y="156919"/>
                </a:lnTo>
                <a:lnTo>
                  <a:pt x="127231" y="157449"/>
                </a:lnTo>
                <a:lnTo>
                  <a:pt x="127910" y="157967"/>
                </a:lnTo>
                <a:lnTo>
                  <a:pt x="128599" y="158473"/>
                </a:lnTo>
                <a:lnTo>
                  <a:pt x="129298" y="158966"/>
                </a:lnTo>
                <a:lnTo>
                  <a:pt x="130006" y="159446"/>
                </a:lnTo>
                <a:lnTo>
                  <a:pt x="130724" y="159915"/>
                </a:lnTo>
                <a:lnTo>
                  <a:pt x="131451" y="160371"/>
                </a:lnTo>
                <a:lnTo>
                  <a:pt x="132188" y="160815"/>
                </a:lnTo>
                <a:lnTo>
                  <a:pt x="132934" y="161246"/>
                </a:lnTo>
                <a:lnTo>
                  <a:pt x="133690" y="161665"/>
                </a:lnTo>
                <a:lnTo>
                  <a:pt x="134456" y="162072"/>
                </a:lnTo>
                <a:lnTo>
                  <a:pt x="135231" y="162466"/>
                </a:lnTo>
                <a:lnTo>
                  <a:pt x="136015" y="162848"/>
                </a:lnTo>
                <a:lnTo>
                  <a:pt x="136809" y="163218"/>
                </a:lnTo>
                <a:lnTo>
                  <a:pt x="137612" y="163573"/>
                </a:lnTo>
                <a:lnTo>
                  <a:pt x="138422" y="163914"/>
                </a:lnTo>
                <a:lnTo>
                  <a:pt x="139241" y="164240"/>
                </a:lnTo>
                <a:lnTo>
                  <a:pt x="140067" y="164550"/>
                </a:lnTo>
                <a:lnTo>
                  <a:pt x="140901" y="164846"/>
                </a:lnTo>
                <a:lnTo>
                  <a:pt x="141743" y="165126"/>
                </a:lnTo>
                <a:lnTo>
                  <a:pt x="142593" y="165391"/>
                </a:lnTo>
                <a:lnTo>
                  <a:pt x="143450" y="165641"/>
                </a:lnTo>
                <a:lnTo>
                  <a:pt x="144316" y="165876"/>
                </a:lnTo>
                <a:lnTo>
                  <a:pt x="145189" y="166095"/>
                </a:lnTo>
                <a:lnTo>
                  <a:pt x="146071" y="166300"/>
                </a:lnTo>
                <a:lnTo>
                  <a:pt x="146960" y="166489"/>
                </a:lnTo>
                <a:lnTo>
                  <a:pt x="147857" y="166663"/>
                </a:lnTo>
                <a:lnTo>
                  <a:pt x="148761" y="166822"/>
                </a:lnTo>
                <a:lnTo>
                  <a:pt x="149674" y="166966"/>
                </a:lnTo>
                <a:lnTo>
                  <a:pt x="150594" y="167095"/>
                </a:lnTo>
                <a:lnTo>
                  <a:pt x="151523" y="167208"/>
                </a:lnTo>
                <a:lnTo>
                  <a:pt x="152459" y="167307"/>
                </a:lnTo>
                <a:lnTo>
                  <a:pt x="153403" y="167390"/>
                </a:lnTo>
                <a:lnTo>
                  <a:pt x="154355" y="167458"/>
                </a:lnTo>
                <a:lnTo>
                  <a:pt x="155315" y="167511"/>
                </a:lnTo>
                <a:lnTo>
                  <a:pt x="156282" y="167549"/>
                </a:lnTo>
                <a:lnTo>
                  <a:pt x="157258" y="167572"/>
                </a:lnTo>
                <a:lnTo>
                  <a:pt x="158241" y="167579"/>
                </a:lnTo>
                <a:lnTo>
                  <a:pt x="159224" y="167572"/>
                </a:lnTo>
                <a:lnTo>
                  <a:pt x="160199" y="167549"/>
                </a:lnTo>
                <a:lnTo>
                  <a:pt x="161167" y="167511"/>
                </a:lnTo>
                <a:lnTo>
                  <a:pt x="162126" y="167458"/>
                </a:lnTo>
                <a:lnTo>
                  <a:pt x="163077" y="167390"/>
                </a:lnTo>
                <a:lnTo>
                  <a:pt x="164020" y="167307"/>
                </a:lnTo>
                <a:lnTo>
                  <a:pt x="164955" y="167208"/>
                </a:lnTo>
                <a:lnTo>
                  <a:pt x="165882" y="167095"/>
                </a:lnTo>
                <a:lnTo>
                  <a:pt x="166801" y="166966"/>
                </a:lnTo>
                <a:lnTo>
                  <a:pt x="167711" y="166822"/>
                </a:lnTo>
                <a:lnTo>
                  <a:pt x="168614" y="166663"/>
                </a:lnTo>
                <a:lnTo>
                  <a:pt x="169509" y="166489"/>
                </a:lnTo>
                <a:lnTo>
                  <a:pt x="170396" y="166300"/>
                </a:lnTo>
                <a:lnTo>
                  <a:pt x="171274" y="166095"/>
                </a:lnTo>
                <a:lnTo>
                  <a:pt x="172145" y="165876"/>
                </a:lnTo>
                <a:lnTo>
                  <a:pt x="173008" y="165641"/>
                </a:lnTo>
                <a:lnTo>
                  <a:pt x="173862" y="165391"/>
                </a:lnTo>
                <a:lnTo>
                  <a:pt x="174709" y="165126"/>
                </a:lnTo>
                <a:lnTo>
                  <a:pt x="175547" y="164846"/>
                </a:lnTo>
                <a:lnTo>
                  <a:pt x="176378" y="164550"/>
                </a:lnTo>
                <a:lnTo>
                  <a:pt x="177200" y="164240"/>
                </a:lnTo>
                <a:lnTo>
                  <a:pt x="178015" y="163914"/>
                </a:lnTo>
                <a:lnTo>
                  <a:pt x="178821" y="163573"/>
                </a:lnTo>
                <a:lnTo>
                  <a:pt x="179619" y="163218"/>
                </a:lnTo>
                <a:lnTo>
                  <a:pt x="180409" y="162848"/>
                </a:lnTo>
                <a:lnTo>
                  <a:pt x="181189" y="162466"/>
                </a:lnTo>
                <a:lnTo>
                  <a:pt x="181960" y="162072"/>
                </a:lnTo>
                <a:lnTo>
                  <a:pt x="182722" y="161665"/>
                </a:lnTo>
                <a:lnTo>
                  <a:pt x="183474" y="161246"/>
                </a:lnTo>
                <a:lnTo>
                  <a:pt x="184217" y="160815"/>
                </a:lnTo>
                <a:lnTo>
                  <a:pt x="184950" y="160371"/>
                </a:lnTo>
                <a:lnTo>
                  <a:pt x="185674" y="159915"/>
                </a:lnTo>
                <a:lnTo>
                  <a:pt x="186389" y="159446"/>
                </a:lnTo>
                <a:lnTo>
                  <a:pt x="187095" y="158966"/>
                </a:lnTo>
                <a:lnTo>
                  <a:pt x="187791" y="158473"/>
                </a:lnTo>
                <a:lnTo>
                  <a:pt x="188478" y="157967"/>
                </a:lnTo>
                <a:lnTo>
                  <a:pt x="189155" y="157449"/>
                </a:lnTo>
                <a:lnTo>
                  <a:pt x="189823" y="156919"/>
                </a:lnTo>
                <a:lnTo>
                  <a:pt x="190482" y="156377"/>
                </a:lnTo>
                <a:lnTo>
                  <a:pt x="191131" y="155822"/>
                </a:lnTo>
                <a:lnTo>
                  <a:pt x="191771" y="155255"/>
                </a:lnTo>
                <a:lnTo>
                  <a:pt x="192402" y="154676"/>
                </a:lnTo>
                <a:lnTo>
                  <a:pt x="193023" y="154084"/>
                </a:lnTo>
                <a:lnTo>
                  <a:pt x="193635" y="153480"/>
                </a:lnTo>
                <a:lnTo>
                  <a:pt x="194238" y="152863"/>
                </a:lnTo>
                <a:lnTo>
                  <a:pt x="194831" y="152235"/>
                </a:lnTo>
                <a:lnTo>
                  <a:pt x="195415" y="151593"/>
                </a:lnTo>
                <a:lnTo>
                  <a:pt x="195989" y="150940"/>
                </a:lnTo>
                <a:lnTo>
                  <a:pt x="196554" y="150275"/>
                </a:lnTo>
                <a:lnTo>
                  <a:pt x="197107" y="149601"/>
                </a:lnTo>
                <a:lnTo>
                  <a:pt x="197650" y="148917"/>
                </a:lnTo>
                <a:lnTo>
                  <a:pt x="198181" y="148223"/>
                </a:lnTo>
                <a:lnTo>
                  <a:pt x="198701" y="147520"/>
                </a:lnTo>
                <a:lnTo>
                  <a:pt x="199210" y="146807"/>
                </a:lnTo>
                <a:lnTo>
                  <a:pt x="199709" y="146084"/>
                </a:lnTo>
                <a:lnTo>
                  <a:pt x="200196" y="145352"/>
                </a:lnTo>
                <a:lnTo>
                  <a:pt x="200672" y="144609"/>
                </a:lnTo>
                <a:lnTo>
                  <a:pt x="201137" y="143857"/>
                </a:lnTo>
                <a:lnTo>
                  <a:pt x="201591" y="143095"/>
                </a:lnTo>
                <a:lnTo>
                  <a:pt x="202034" y="142324"/>
                </a:lnTo>
                <a:lnTo>
                  <a:pt x="202466" y="141543"/>
                </a:lnTo>
                <a:lnTo>
                  <a:pt x="202887" y="140752"/>
                </a:lnTo>
                <a:lnTo>
                  <a:pt x="203297" y="139951"/>
                </a:lnTo>
                <a:lnTo>
                  <a:pt x="203696" y="139141"/>
                </a:lnTo>
                <a:lnTo>
                  <a:pt x="204084" y="138321"/>
                </a:lnTo>
                <a:lnTo>
                  <a:pt x="204461" y="137491"/>
                </a:lnTo>
                <a:lnTo>
                  <a:pt x="204826" y="136651"/>
                </a:lnTo>
                <a:lnTo>
                  <a:pt x="205181" y="135802"/>
                </a:lnTo>
                <a:lnTo>
                  <a:pt x="205525" y="134943"/>
                </a:lnTo>
                <a:lnTo>
                  <a:pt x="205858" y="134075"/>
                </a:lnTo>
                <a:lnTo>
                  <a:pt x="206179" y="133196"/>
                </a:lnTo>
                <a:lnTo>
                  <a:pt x="206490" y="132308"/>
                </a:lnTo>
                <a:lnTo>
                  <a:pt x="206789" y="131412"/>
                </a:lnTo>
                <a:lnTo>
                  <a:pt x="207075" y="130508"/>
                </a:lnTo>
                <a:lnTo>
                  <a:pt x="207348" y="129598"/>
                </a:lnTo>
                <a:lnTo>
                  <a:pt x="207609" y="128681"/>
                </a:lnTo>
                <a:lnTo>
                  <a:pt x="207857" y="127756"/>
                </a:lnTo>
                <a:lnTo>
                  <a:pt x="208092" y="126825"/>
                </a:lnTo>
                <a:lnTo>
                  <a:pt x="208315" y="125887"/>
                </a:lnTo>
                <a:lnTo>
                  <a:pt x="208524" y="124943"/>
                </a:lnTo>
                <a:lnTo>
                  <a:pt x="208722" y="123991"/>
                </a:lnTo>
                <a:lnTo>
                  <a:pt x="208906" y="123032"/>
                </a:lnTo>
                <a:lnTo>
                  <a:pt x="209078" y="122066"/>
                </a:lnTo>
                <a:lnTo>
                  <a:pt x="209236" y="121094"/>
                </a:lnTo>
                <a:lnTo>
                  <a:pt x="209383" y="120114"/>
                </a:lnTo>
                <a:lnTo>
                  <a:pt x="209516" y="119128"/>
                </a:lnTo>
                <a:lnTo>
                  <a:pt x="209637" y="118135"/>
                </a:lnTo>
                <a:lnTo>
                  <a:pt x="209745" y="117134"/>
                </a:lnTo>
                <a:lnTo>
                  <a:pt x="209840" y="116127"/>
                </a:lnTo>
                <a:lnTo>
                  <a:pt x="209923" y="115113"/>
                </a:lnTo>
                <a:lnTo>
                  <a:pt x="209993" y="114092"/>
                </a:lnTo>
                <a:lnTo>
                  <a:pt x="210050" y="113064"/>
                </a:lnTo>
                <a:lnTo>
                  <a:pt x="210095" y="112029"/>
                </a:lnTo>
                <a:lnTo>
                  <a:pt x="210126" y="110988"/>
                </a:lnTo>
                <a:lnTo>
                  <a:pt x="210146" y="109939"/>
                </a:lnTo>
                <a:lnTo>
                  <a:pt x="210152" y="108883"/>
                </a:lnTo>
                <a:lnTo>
                  <a:pt x="210152" y="105437"/>
                </a:lnTo>
                <a:lnTo>
                  <a:pt x="210146" y="104381"/>
                </a:lnTo>
                <a:lnTo>
                  <a:pt x="210126" y="103333"/>
                </a:lnTo>
                <a:lnTo>
                  <a:pt x="210095" y="102290"/>
                </a:lnTo>
                <a:lnTo>
                  <a:pt x="210050" y="101255"/>
                </a:lnTo>
                <a:lnTo>
                  <a:pt x="209993" y="100226"/>
                </a:lnTo>
                <a:lnTo>
                  <a:pt x="209923" y="99204"/>
                </a:lnTo>
                <a:lnTo>
                  <a:pt x="209840" y="98189"/>
                </a:lnTo>
                <a:lnTo>
                  <a:pt x="209745" y="97180"/>
                </a:lnTo>
                <a:lnTo>
                  <a:pt x="209637" y="96178"/>
                </a:lnTo>
                <a:lnTo>
                  <a:pt x="209516" y="95183"/>
                </a:lnTo>
                <a:lnTo>
                  <a:pt x="209383" y="94195"/>
                </a:lnTo>
                <a:lnTo>
                  <a:pt x="209236" y="93213"/>
                </a:lnTo>
                <a:lnTo>
                  <a:pt x="209078" y="92238"/>
                </a:lnTo>
                <a:lnTo>
                  <a:pt x="208906" y="91270"/>
                </a:lnTo>
                <a:lnTo>
                  <a:pt x="208722" y="90309"/>
                </a:lnTo>
                <a:lnTo>
                  <a:pt x="208524" y="89354"/>
                </a:lnTo>
                <a:lnTo>
                  <a:pt x="208315" y="88406"/>
                </a:lnTo>
                <a:lnTo>
                  <a:pt x="208092" y="87465"/>
                </a:lnTo>
                <a:lnTo>
                  <a:pt x="207857" y="86530"/>
                </a:lnTo>
                <a:lnTo>
                  <a:pt x="207609" y="85603"/>
                </a:lnTo>
                <a:lnTo>
                  <a:pt x="207348" y="84682"/>
                </a:lnTo>
                <a:lnTo>
                  <a:pt x="207075" y="83767"/>
                </a:lnTo>
                <a:lnTo>
                  <a:pt x="206789" y="82860"/>
                </a:lnTo>
                <a:lnTo>
                  <a:pt x="206490" y="81959"/>
                </a:lnTo>
                <a:lnTo>
                  <a:pt x="206179" y="81066"/>
                </a:lnTo>
                <a:lnTo>
                  <a:pt x="205858" y="80184"/>
                </a:lnTo>
                <a:lnTo>
                  <a:pt x="205525" y="79312"/>
                </a:lnTo>
                <a:lnTo>
                  <a:pt x="205181" y="78450"/>
                </a:lnTo>
                <a:lnTo>
                  <a:pt x="204826" y="77598"/>
                </a:lnTo>
                <a:lnTo>
                  <a:pt x="204461" y="76756"/>
                </a:lnTo>
                <a:lnTo>
                  <a:pt x="204084" y="75924"/>
                </a:lnTo>
                <a:lnTo>
                  <a:pt x="203696" y="75102"/>
                </a:lnTo>
                <a:lnTo>
                  <a:pt x="203297" y="74290"/>
                </a:lnTo>
                <a:lnTo>
                  <a:pt x="202887" y="73489"/>
                </a:lnTo>
                <a:lnTo>
                  <a:pt x="202466" y="72697"/>
                </a:lnTo>
                <a:lnTo>
                  <a:pt x="202034" y="71916"/>
                </a:lnTo>
                <a:lnTo>
                  <a:pt x="201591" y="71145"/>
                </a:lnTo>
                <a:lnTo>
                  <a:pt x="201137" y="70383"/>
                </a:lnTo>
                <a:lnTo>
                  <a:pt x="200672" y="69632"/>
                </a:lnTo>
                <a:lnTo>
                  <a:pt x="200196" y="68891"/>
                </a:lnTo>
                <a:lnTo>
                  <a:pt x="199709" y="68160"/>
                </a:lnTo>
                <a:lnTo>
                  <a:pt x="199210" y="67440"/>
                </a:lnTo>
                <a:lnTo>
                  <a:pt x="198701" y="66729"/>
                </a:lnTo>
                <a:lnTo>
                  <a:pt x="198181" y="66028"/>
                </a:lnTo>
                <a:lnTo>
                  <a:pt x="197650" y="65338"/>
                </a:lnTo>
                <a:lnTo>
                  <a:pt x="197107" y="64657"/>
                </a:lnTo>
                <a:lnTo>
                  <a:pt x="196554" y="63987"/>
                </a:lnTo>
                <a:lnTo>
                  <a:pt x="195989" y="63327"/>
                </a:lnTo>
                <a:lnTo>
                  <a:pt x="195415" y="62678"/>
                </a:lnTo>
                <a:lnTo>
                  <a:pt x="194830" y="62041"/>
                </a:lnTo>
                <a:lnTo>
                  <a:pt x="194236" y="61416"/>
                </a:lnTo>
                <a:lnTo>
                  <a:pt x="193632" y="60803"/>
                </a:lnTo>
                <a:lnTo>
                  <a:pt x="193018" y="60203"/>
                </a:lnTo>
                <a:lnTo>
                  <a:pt x="192395" y="59615"/>
                </a:lnTo>
                <a:lnTo>
                  <a:pt x="191762" y="59038"/>
                </a:lnTo>
                <a:lnTo>
                  <a:pt x="191119" y="58474"/>
                </a:lnTo>
                <a:lnTo>
                  <a:pt x="190467" y="57923"/>
                </a:lnTo>
                <a:lnTo>
                  <a:pt x="189804" y="57383"/>
                </a:lnTo>
                <a:lnTo>
                  <a:pt x="189132" y="56855"/>
                </a:lnTo>
                <a:lnTo>
                  <a:pt x="188451" y="56340"/>
                </a:lnTo>
                <a:lnTo>
                  <a:pt x="187759" y="55837"/>
                </a:lnTo>
                <a:lnTo>
                  <a:pt x="187058" y="55346"/>
                </a:lnTo>
                <a:lnTo>
                  <a:pt x="186347" y="54867"/>
                </a:lnTo>
                <a:lnTo>
                  <a:pt x="185626" y="54400"/>
                </a:lnTo>
                <a:lnTo>
                  <a:pt x="184896" y="53945"/>
                </a:lnTo>
                <a:lnTo>
                  <a:pt x="184156" y="53503"/>
                </a:lnTo>
                <a:lnTo>
                  <a:pt x="183406" y="53072"/>
                </a:lnTo>
                <a:lnTo>
                  <a:pt x="182647" y="52654"/>
                </a:lnTo>
                <a:lnTo>
                  <a:pt x="181878" y="52248"/>
                </a:lnTo>
                <a:lnTo>
                  <a:pt x="181099" y="51854"/>
                </a:lnTo>
                <a:lnTo>
                  <a:pt x="180310" y="51473"/>
                </a:lnTo>
                <a:lnTo>
                  <a:pt x="179512" y="51103"/>
                </a:lnTo>
                <a:lnTo>
                  <a:pt x="178704" y="50747"/>
                </a:lnTo>
                <a:lnTo>
                  <a:pt x="177890" y="50406"/>
                </a:lnTo>
                <a:lnTo>
                  <a:pt x="177067" y="50081"/>
                </a:lnTo>
                <a:lnTo>
                  <a:pt x="176237" y="49770"/>
                </a:lnTo>
                <a:lnTo>
                  <a:pt x="175399" y="49475"/>
                </a:lnTo>
                <a:lnTo>
                  <a:pt x="174554" y="49195"/>
                </a:lnTo>
                <a:lnTo>
                  <a:pt x="173701" y="48930"/>
                </a:lnTo>
                <a:lnTo>
                  <a:pt x="172840" y="48680"/>
                </a:lnTo>
                <a:lnTo>
                  <a:pt x="171972" y="48445"/>
                </a:lnTo>
                <a:lnTo>
                  <a:pt x="171096" y="48226"/>
                </a:lnTo>
                <a:lnTo>
                  <a:pt x="170212" y="48021"/>
                </a:lnTo>
                <a:lnTo>
                  <a:pt x="169321" y="47832"/>
                </a:lnTo>
                <a:lnTo>
                  <a:pt x="168421" y="47658"/>
                </a:lnTo>
                <a:lnTo>
                  <a:pt x="167515" y="47499"/>
                </a:lnTo>
                <a:lnTo>
                  <a:pt x="166600" y="47355"/>
                </a:lnTo>
                <a:lnTo>
                  <a:pt x="165678" y="47226"/>
                </a:lnTo>
                <a:lnTo>
                  <a:pt x="164749" y="47112"/>
                </a:lnTo>
                <a:lnTo>
                  <a:pt x="163811" y="47014"/>
                </a:lnTo>
                <a:lnTo>
                  <a:pt x="162866" y="46931"/>
                </a:lnTo>
                <a:lnTo>
                  <a:pt x="161913" y="46862"/>
                </a:lnTo>
                <a:lnTo>
                  <a:pt x="160953" y="46809"/>
                </a:lnTo>
                <a:lnTo>
                  <a:pt x="159985" y="46772"/>
                </a:lnTo>
                <a:lnTo>
                  <a:pt x="159009" y="46749"/>
                </a:lnTo>
                <a:lnTo>
                  <a:pt x="158026" y="46741"/>
                </a:lnTo>
                <a:lnTo>
                  <a:pt x="157051" y="46749"/>
                </a:lnTo>
                <a:lnTo>
                  <a:pt x="156084" y="46772"/>
                </a:lnTo>
                <a:lnTo>
                  <a:pt x="155125" y="46809"/>
                </a:lnTo>
                <a:lnTo>
                  <a:pt x="154172" y="46862"/>
                </a:lnTo>
                <a:lnTo>
                  <a:pt x="153228" y="46931"/>
                </a:lnTo>
                <a:lnTo>
                  <a:pt x="152291" y="47014"/>
                </a:lnTo>
                <a:lnTo>
                  <a:pt x="151361" y="47112"/>
                </a:lnTo>
                <a:lnTo>
                  <a:pt x="150439" y="47226"/>
                </a:lnTo>
                <a:lnTo>
                  <a:pt x="149524" y="47355"/>
                </a:lnTo>
                <a:lnTo>
                  <a:pt x="148617" y="47499"/>
                </a:lnTo>
                <a:lnTo>
                  <a:pt x="147717" y="47658"/>
                </a:lnTo>
                <a:lnTo>
                  <a:pt x="146825" y="47832"/>
                </a:lnTo>
                <a:lnTo>
                  <a:pt x="145940" y="48021"/>
                </a:lnTo>
                <a:lnTo>
                  <a:pt x="145063" y="48226"/>
                </a:lnTo>
                <a:lnTo>
                  <a:pt x="144193" y="48445"/>
                </a:lnTo>
                <a:lnTo>
                  <a:pt x="143331" y="48680"/>
                </a:lnTo>
                <a:lnTo>
                  <a:pt x="142476" y="48930"/>
                </a:lnTo>
                <a:lnTo>
                  <a:pt x="141629" y="49195"/>
                </a:lnTo>
                <a:lnTo>
                  <a:pt x="140789" y="49475"/>
                </a:lnTo>
                <a:lnTo>
                  <a:pt x="139956" y="49770"/>
                </a:lnTo>
                <a:lnTo>
                  <a:pt x="139131" y="50081"/>
                </a:lnTo>
                <a:lnTo>
                  <a:pt x="138314" y="50406"/>
                </a:lnTo>
                <a:lnTo>
                  <a:pt x="137504" y="50747"/>
                </a:lnTo>
                <a:lnTo>
                  <a:pt x="136701" y="51103"/>
                </a:lnTo>
                <a:lnTo>
                  <a:pt x="135907" y="51473"/>
                </a:lnTo>
                <a:lnTo>
                  <a:pt x="135123" y="51854"/>
                </a:lnTo>
                <a:lnTo>
                  <a:pt x="134349" y="52248"/>
                </a:lnTo>
                <a:lnTo>
                  <a:pt x="133584" y="52654"/>
                </a:lnTo>
                <a:lnTo>
                  <a:pt x="132829" y="53072"/>
                </a:lnTo>
                <a:lnTo>
                  <a:pt x="132084" y="53503"/>
                </a:lnTo>
                <a:lnTo>
                  <a:pt x="131348" y="53945"/>
                </a:lnTo>
                <a:lnTo>
                  <a:pt x="130622" y="54400"/>
                </a:lnTo>
                <a:lnTo>
                  <a:pt x="129906" y="54867"/>
                </a:lnTo>
                <a:lnTo>
                  <a:pt x="129200" y="55346"/>
                </a:lnTo>
                <a:lnTo>
                  <a:pt x="128503" y="55837"/>
                </a:lnTo>
                <a:lnTo>
                  <a:pt x="127816" y="56340"/>
                </a:lnTo>
                <a:lnTo>
                  <a:pt x="127139" y="56855"/>
                </a:lnTo>
                <a:lnTo>
                  <a:pt x="126471" y="57383"/>
                </a:lnTo>
                <a:lnTo>
                  <a:pt x="125814" y="57923"/>
                </a:lnTo>
                <a:lnTo>
                  <a:pt x="125166" y="58474"/>
                </a:lnTo>
                <a:lnTo>
                  <a:pt x="124527" y="59038"/>
                </a:lnTo>
                <a:lnTo>
                  <a:pt x="123899" y="59615"/>
                </a:lnTo>
                <a:lnTo>
                  <a:pt x="123280" y="60203"/>
                </a:lnTo>
                <a:lnTo>
                  <a:pt x="122671" y="60803"/>
                </a:lnTo>
                <a:lnTo>
                  <a:pt x="122071" y="61416"/>
                </a:lnTo>
                <a:lnTo>
                  <a:pt x="121481" y="62041"/>
                </a:lnTo>
                <a:lnTo>
                  <a:pt x="120901" y="62678"/>
                </a:lnTo>
                <a:lnTo>
                  <a:pt x="120331" y="63327"/>
                </a:lnTo>
                <a:lnTo>
                  <a:pt x="119771" y="63987"/>
                </a:lnTo>
                <a:lnTo>
                  <a:pt x="119222" y="64657"/>
                </a:lnTo>
                <a:lnTo>
                  <a:pt x="118683" y="65338"/>
                </a:lnTo>
                <a:lnTo>
                  <a:pt x="118155" y="66028"/>
                </a:lnTo>
                <a:lnTo>
                  <a:pt x="117637" y="66729"/>
                </a:lnTo>
                <a:lnTo>
                  <a:pt x="117130" y="67440"/>
                </a:lnTo>
                <a:lnTo>
                  <a:pt x="116634" y="68160"/>
                </a:lnTo>
                <a:lnTo>
                  <a:pt x="116149" y="68891"/>
                </a:lnTo>
                <a:lnTo>
                  <a:pt x="115674" y="69632"/>
                </a:lnTo>
                <a:lnTo>
                  <a:pt x="115210" y="70383"/>
                </a:lnTo>
                <a:lnTo>
                  <a:pt x="114756" y="71145"/>
                </a:lnTo>
                <a:lnTo>
                  <a:pt x="114313" y="71916"/>
                </a:lnTo>
                <a:lnTo>
                  <a:pt x="113881" y="72697"/>
                </a:lnTo>
                <a:lnTo>
                  <a:pt x="113460" y="73489"/>
                </a:lnTo>
                <a:lnTo>
                  <a:pt x="113049" y="74290"/>
                </a:lnTo>
                <a:lnTo>
                  <a:pt x="112649" y="75102"/>
                </a:lnTo>
                <a:lnTo>
                  <a:pt x="112259" y="75924"/>
                </a:lnTo>
                <a:lnTo>
                  <a:pt x="111880" y="76756"/>
                </a:lnTo>
                <a:lnTo>
                  <a:pt x="111512" y="77598"/>
                </a:lnTo>
                <a:lnTo>
                  <a:pt x="111154" y="78450"/>
                </a:lnTo>
                <a:lnTo>
                  <a:pt x="110807" y="79312"/>
                </a:lnTo>
                <a:lnTo>
                  <a:pt x="110471" y="80184"/>
                </a:lnTo>
                <a:lnTo>
                  <a:pt x="110145" y="81066"/>
                </a:lnTo>
                <a:lnTo>
                  <a:pt x="109830" y="81959"/>
                </a:lnTo>
                <a:lnTo>
                  <a:pt x="109527" y="82860"/>
                </a:lnTo>
                <a:lnTo>
                  <a:pt x="109237" y="83767"/>
                </a:lnTo>
                <a:lnTo>
                  <a:pt x="108960" y="84682"/>
                </a:lnTo>
                <a:lnTo>
                  <a:pt x="108695" y="85603"/>
                </a:lnTo>
                <a:lnTo>
                  <a:pt x="108444" y="86530"/>
                </a:lnTo>
                <a:lnTo>
                  <a:pt x="108205" y="87465"/>
                </a:lnTo>
                <a:lnTo>
                  <a:pt x="107979" y="88406"/>
                </a:lnTo>
                <a:lnTo>
                  <a:pt x="107766" y="89354"/>
                </a:lnTo>
                <a:lnTo>
                  <a:pt x="107566" y="90309"/>
                </a:lnTo>
                <a:lnTo>
                  <a:pt x="107379" y="91270"/>
                </a:lnTo>
                <a:lnTo>
                  <a:pt x="107205" y="92238"/>
                </a:lnTo>
                <a:lnTo>
                  <a:pt x="107044" y="93213"/>
                </a:lnTo>
                <a:lnTo>
                  <a:pt x="106895" y="94195"/>
                </a:lnTo>
                <a:lnTo>
                  <a:pt x="106760" y="95183"/>
                </a:lnTo>
                <a:lnTo>
                  <a:pt x="106637" y="96178"/>
                </a:lnTo>
                <a:lnTo>
                  <a:pt x="106528" y="97180"/>
                </a:lnTo>
                <a:lnTo>
                  <a:pt x="106431" y="98189"/>
                </a:lnTo>
                <a:lnTo>
                  <a:pt x="106347" y="99204"/>
                </a:lnTo>
                <a:lnTo>
                  <a:pt x="106276" y="100226"/>
                </a:lnTo>
                <a:lnTo>
                  <a:pt x="106218" y="101255"/>
                </a:lnTo>
                <a:lnTo>
                  <a:pt x="106173" y="102290"/>
                </a:lnTo>
                <a:lnTo>
                  <a:pt x="106141" y="103333"/>
                </a:lnTo>
                <a:lnTo>
                  <a:pt x="106121" y="104381"/>
                </a:lnTo>
                <a:lnTo>
                  <a:pt x="106115" y="105437"/>
                </a:lnTo>
                <a:lnTo>
                  <a:pt x="106115" y="108883"/>
                </a:lnTo>
                <a:lnTo>
                  <a:pt x="106121" y="109939"/>
                </a:lnTo>
                <a:lnTo>
                  <a:pt x="106141" y="110988"/>
                </a:lnTo>
                <a:lnTo>
                  <a:pt x="106173" y="112029"/>
                </a:lnTo>
                <a:lnTo>
                  <a:pt x="106218" y="113064"/>
                </a:lnTo>
                <a:lnTo>
                  <a:pt x="106276" y="114092"/>
                </a:lnTo>
                <a:close/>
                <a:moveTo>
                  <a:pt x="119149" y="101530"/>
                </a:moveTo>
                <a:lnTo>
                  <a:pt x="119197" y="100759"/>
                </a:lnTo>
                <a:lnTo>
                  <a:pt x="119254" y="99991"/>
                </a:lnTo>
                <a:lnTo>
                  <a:pt x="119320" y="99226"/>
                </a:lnTo>
                <a:lnTo>
                  <a:pt x="119395" y="98465"/>
                </a:lnTo>
                <a:lnTo>
                  <a:pt x="119478" y="97707"/>
                </a:lnTo>
                <a:lnTo>
                  <a:pt x="119570" y="96953"/>
                </a:lnTo>
                <a:lnTo>
                  <a:pt x="119671" y="96202"/>
                </a:lnTo>
                <a:lnTo>
                  <a:pt x="119781" y="95454"/>
                </a:lnTo>
                <a:lnTo>
                  <a:pt x="119900" y="94710"/>
                </a:lnTo>
                <a:lnTo>
                  <a:pt x="120027" y="93969"/>
                </a:lnTo>
                <a:lnTo>
                  <a:pt x="120164" y="93231"/>
                </a:lnTo>
                <a:lnTo>
                  <a:pt x="120309" y="92497"/>
                </a:lnTo>
                <a:lnTo>
                  <a:pt x="120462" y="91766"/>
                </a:lnTo>
                <a:lnTo>
                  <a:pt x="120625" y="91039"/>
                </a:lnTo>
                <a:lnTo>
                  <a:pt x="120796" y="90314"/>
                </a:lnTo>
                <a:lnTo>
                  <a:pt x="120976" y="89594"/>
                </a:lnTo>
                <a:lnTo>
                  <a:pt x="121165" y="88876"/>
                </a:lnTo>
                <a:lnTo>
                  <a:pt x="121363" y="88162"/>
                </a:lnTo>
                <a:lnTo>
                  <a:pt x="121570" y="87451"/>
                </a:lnTo>
                <a:lnTo>
                  <a:pt x="121785" y="86746"/>
                </a:lnTo>
                <a:lnTo>
                  <a:pt x="122009" y="86046"/>
                </a:lnTo>
                <a:lnTo>
                  <a:pt x="122241" y="85353"/>
                </a:lnTo>
                <a:lnTo>
                  <a:pt x="122482" y="84666"/>
                </a:lnTo>
                <a:lnTo>
                  <a:pt x="122732" y="83986"/>
                </a:lnTo>
                <a:lnTo>
                  <a:pt x="122990" y="83312"/>
                </a:lnTo>
                <a:lnTo>
                  <a:pt x="123257" y="82644"/>
                </a:lnTo>
                <a:lnTo>
                  <a:pt x="123532" y="81983"/>
                </a:lnTo>
                <a:lnTo>
                  <a:pt x="123816" y="81328"/>
                </a:lnTo>
                <a:lnTo>
                  <a:pt x="124109" y="80679"/>
                </a:lnTo>
                <a:lnTo>
                  <a:pt x="124410" y="80037"/>
                </a:lnTo>
                <a:lnTo>
                  <a:pt x="124720" y="79401"/>
                </a:lnTo>
                <a:lnTo>
                  <a:pt x="125038" y="78771"/>
                </a:lnTo>
                <a:lnTo>
                  <a:pt x="125365" y="78148"/>
                </a:lnTo>
                <a:lnTo>
                  <a:pt x="125701" y="77531"/>
                </a:lnTo>
                <a:lnTo>
                  <a:pt x="126045" y="76921"/>
                </a:lnTo>
                <a:lnTo>
                  <a:pt x="126398" y="76317"/>
                </a:lnTo>
                <a:lnTo>
                  <a:pt x="126759" y="75719"/>
                </a:lnTo>
                <a:lnTo>
                  <a:pt x="127129" y="75128"/>
                </a:lnTo>
                <a:lnTo>
                  <a:pt x="127508" y="74543"/>
                </a:lnTo>
                <a:lnTo>
                  <a:pt x="127895" y="73964"/>
                </a:lnTo>
                <a:lnTo>
                  <a:pt x="128291" y="73391"/>
                </a:lnTo>
                <a:lnTo>
                  <a:pt x="128696" y="72826"/>
                </a:lnTo>
                <a:lnTo>
                  <a:pt x="129109" y="72266"/>
                </a:lnTo>
                <a:lnTo>
                  <a:pt x="129530" y="71714"/>
                </a:lnTo>
                <a:lnTo>
                  <a:pt x="129959" y="71172"/>
                </a:lnTo>
                <a:lnTo>
                  <a:pt x="130396" y="70640"/>
                </a:lnTo>
                <a:lnTo>
                  <a:pt x="130841" y="70118"/>
                </a:lnTo>
                <a:lnTo>
                  <a:pt x="131293" y="69605"/>
                </a:lnTo>
                <a:lnTo>
                  <a:pt x="131754" y="69102"/>
                </a:lnTo>
                <a:lnTo>
                  <a:pt x="132222" y="68609"/>
                </a:lnTo>
                <a:lnTo>
                  <a:pt x="132698" y="68125"/>
                </a:lnTo>
                <a:lnTo>
                  <a:pt x="133183" y="67652"/>
                </a:lnTo>
                <a:lnTo>
                  <a:pt x="133675" y="67188"/>
                </a:lnTo>
                <a:lnTo>
                  <a:pt x="134174" y="66733"/>
                </a:lnTo>
                <a:lnTo>
                  <a:pt x="134682" y="66289"/>
                </a:lnTo>
                <a:lnTo>
                  <a:pt x="135197" y="65854"/>
                </a:lnTo>
                <a:lnTo>
                  <a:pt x="135721" y="65429"/>
                </a:lnTo>
                <a:lnTo>
                  <a:pt x="136252" y="65013"/>
                </a:lnTo>
                <a:lnTo>
                  <a:pt x="136791" y="64607"/>
                </a:lnTo>
                <a:lnTo>
                  <a:pt x="137338" y="64211"/>
                </a:lnTo>
                <a:lnTo>
                  <a:pt x="137893" y="63825"/>
                </a:lnTo>
                <a:lnTo>
                  <a:pt x="138455" y="63448"/>
                </a:lnTo>
                <a:lnTo>
                  <a:pt x="139026" y="63082"/>
                </a:lnTo>
                <a:lnTo>
                  <a:pt x="139604" y="62724"/>
                </a:lnTo>
                <a:lnTo>
                  <a:pt x="140190" y="62377"/>
                </a:lnTo>
                <a:lnTo>
                  <a:pt x="140784" y="62039"/>
                </a:lnTo>
                <a:lnTo>
                  <a:pt x="141386" y="61711"/>
                </a:lnTo>
                <a:lnTo>
                  <a:pt x="141996" y="61395"/>
                </a:lnTo>
                <a:lnTo>
                  <a:pt x="142612" y="61092"/>
                </a:lnTo>
                <a:lnTo>
                  <a:pt x="143236" y="60803"/>
                </a:lnTo>
                <a:lnTo>
                  <a:pt x="143868" y="60527"/>
                </a:lnTo>
                <a:lnTo>
                  <a:pt x="144506" y="60264"/>
                </a:lnTo>
                <a:lnTo>
                  <a:pt x="145152" y="60015"/>
                </a:lnTo>
                <a:lnTo>
                  <a:pt x="145805" y="59780"/>
                </a:lnTo>
                <a:lnTo>
                  <a:pt x="146466" y="59557"/>
                </a:lnTo>
                <a:lnTo>
                  <a:pt x="147134" y="59349"/>
                </a:lnTo>
                <a:lnTo>
                  <a:pt x="147809" y="59154"/>
                </a:lnTo>
                <a:lnTo>
                  <a:pt x="148491" y="58972"/>
                </a:lnTo>
                <a:lnTo>
                  <a:pt x="149181" y="58804"/>
                </a:lnTo>
                <a:lnTo>
                  <a:pt x="149878" y="58649"/>
                </a:lnTo>
                <a:lnTo>
                  <a:pt x="150582" y="58507"/>
                </a:lnTo>
                <a:lnTo>
                  <a:pt x="151294" y="58379"/>
                </a:lnTo>
                <a:lnTo>
                  <a:pt x="152012" y="58265"/>
                </a:lnTo>
                <a:lnTo>
                  <a:pt x="152739" y="58164"/>
                </a:lnTo>
                <a:lnTo>
                  <a:pt x="153472" y="58077"/>
                </a:lnTo>
                <a:lnTo>
                  <a:pt x="154213" y="58003"/>
                </a:lnTo>
                <a:lnTo>
                  <a:pt x="154961" y="57942"/>
                </a:lnTo>
                <a:lnTo>
                  <a:pt x="155716" y="57895"/>
                </a:lnTo>
                <a:lnTo>
                  <a:pt x="156479" y="57861"/>
                </a:lnTo>
                <a:lnTo>
                  <a:pt x="157248" y="57841"/>
                </a:lnTo>
                <a:lnTo>
                  <a:pt x="158026" y="57834"/>
                </a:lnTo>
                <a:lnTo>
                  <a:pt x="158812" y="57841"/>
                </a:lnTo>
                <a:lnTo>
                  <a:pt x="159590" y="57861"/>
                </a:lnTo>
                <a:lnTo>
                  <a:pt x="160361" y="57895"/>
                </a:lnTo>
                <a:lnTo>
                  <a:pt x="161125" y="57942"/>
                </a:lnTo>
                <a:lnTo>
                  <a:pt x="161881" y="58003"/>
                </a:lnTo>
                <a:lnTo>
                  <a:pt x="162630" y="58077"/>
                </a:lnTo>
                <a:lnTo>
                  <a:pt x="163371" y="58164"/>
                </a:lnTo>
                <a:lnTo>
                  <a:pt x="164105" y="58265"/>
                </a:lnTo>
                <a:lnTo>
                  <a:pt x="164831" y="58379"/>
                </a:lnTo>
                <a:lnTo>
                  <a:pt x="165550" y="58507"/>
                </a:lnTo>
                <a:lnTo>
                  <a:pt x="166261" y="58649"/>
                </a:lnTo>
                <a:lnTo>
                  <a:pt x="166965" y="58804"/>
                </a:lnTo>
                <a:lnTo>
                  <a:pt x="167661" y="58972"/>
                </a:lnTo>
                <a:lnTo>
                  <a:pt x="168350" y="59154"/>
                </a:lnTo>
                <a:lnTo>
                  <a:pt x="169031" y="59349"/>
                </a:lnTo>
                <a:lnTo>
                  <a:pt x="169705" y="59557"/>
                </a:lnTo>
                <a:lnTo>
                  <a:pt x="170371" y="59780"/>
                </a:lnTo>
                <a:lnTo>
                  <a:pt x="171030" y="60015"/>
                </a:lnTo>
                <a:lnTo>
                  <a:pt x="171682" y="60264"/>
                </a:lnTo>
                <a:lnTo>
                  <a:pt x="172326" y="60527"/>
                </a:lnTo>
                <a:lnTo>
                  <a:pt x="172962" y="60803"/>
                </a:lnTo>
                <a:lnTo>
                  <a:pt x="173591" y="61092"/>
                </a:lnTo>
                <a:lnTo>
                  <a:pt x="174213" y="61395"/>
                </a:lnTo>
                <a:lnTo>
                  <a:pt x="174827" y="61711"/>
                </a:lnTo>
                <a:lnTo>
                  <a:pt x="175433" y="62039"/>
                </a:lnTo>
                <a:lnTo>
                  <a:pt x="176031" y="62377"/>
                </a:lnTo>
                <a:lnTo>
                  <a:pt x="176621" y="62724"/>
                </a:lnTo>
                <a:lnTo>
                  <a:pt x="177204" y="63082"/>
                </a:lnTo>
                <a:lnTo>
                  <a:pt x="177778" y="63448"/>
                </a:lnTo>
                <a:lnTo>
                  <a:pt x="178344" y="63825"/>
                </a:lnTo>
                <a:lnTo>
                  <a:pt x="178902" y="64211"/>
                </a:lnTo>
                <a:lnTo>
                  <a:pt x="179452" y="64607"/>
                </a:lnTo>
                <a:lnTo>
                  <a:pt x="179994" y="65013"/>
                </a:lnTo>
                <a:lnTo>
                  <a:pt x="180528" y="65429"/>
                </a:lnTo>
                <a:lnTo>
                  <a:pt x="181053" y="65854"/>
                </a:lnTo>
                <a:lnTo>
                  <a:pt x="181571" y="66289"/>
                </a:lnTo>
                <a:lnTo>
                  <a:pt x="182081" y="66733"/>
                </a:lnTo>
                <a:lnTo>
                  <a:pt x="182583" y="67188"/>
                </a:lnTo>
                <a:lnTo>
                  <a:pt x="183077" y="67652"/>
                </a:lnTo>
                <a:lnTo>
                  <a:pt x="183562" y="68125"/>
                </a:lnTo>
                <a:lnTo>
                  <a:pt x="184040" y="68609"/>
                </a:lnTo>
                <a:lnTo>
                  <a:pt x="184509" y="69102"/>
                </a:lnTo>
                <a:lnTo>
                  <a:pt x="184971" y="69605"/>
                </a:lnTo>
                <a:lnTo>
                  <a:pt x="185425" y="70118"/>
                </a:lnTo>
                <a:lnTo>
                  <a:pt x="185870" y="70640"/>
                </a:lnTo>
                <a:lnTo>
                  <a:pt x="186307" y="71172"/>
                </a:lnTo>
                <a:lnTo>
                  <a:pt x="186737" y="71714"/>
                </a:lnTo>
                <a:lnTo>
                  <a:pt x="187158" y="72266"/>
                </a:lnTo>
                <a:lnTo>
                  <a:pt x="187571" y="72826"/>
                </a:lnTo>
                <a:lnTo>
                  <a:pt x="187976" y="73391"/>
                </a:lnTo>
                <a:lnTo>
                  <a:pt x="188371" y="73964"/>
                </a:lnTo>
                <a:lnTo>
                  <a:pt x="188759" y="74543"/>
                </a:lnTo>
                <a:lnTo>
                  <a:pt x="189137" y="75128"/>
                </a:lnTo>
                <a:lnTo>
                  <a:pt x="189507" y="75719"/>
                </a:lnTo>
                <a:lnTo>
                  <a:pt x="189869" y="76317"/>
                </a:lnTo>
                <a:lnTo>
                  <a:pt x="190222" y="76921"/>
                </a:lnTo>
                <a:lnTo>
                  <a:pt x="190566" y="77531"/>
                </a:lnTo>
                <a:lnTo>
                  <a:pt x="190901" y="78148"/>
                </a:lnTo>
                <a:lnTo>
                  <a:pt x="191228" y="78771"/>
                </a:lnTo>
                <a:lnTo>
                  <a:pt x="191547" y="79401"/>
                </a:lnTo>
                <a:lnTo>
                  <a:pt x="191857" y="80037"/>
                </a:lnTo>
                <a:lnTo>
                  <a:pt x="192158" y="80679"/>
                </a:lnTo>
                <a:lnTo>
                  <a:pt x="192451" y="81328"/>
                </a:lnTo>
                <a:lnTo>
                  <a:pt x="192735" y="81983"/>
                </a:lnTo>
                <a:lnTo>
                  <a:pt x="193010" y="82644"/>
                </a:lnTo>
                <a:lnTo>
                  <a:pt x="193277" y="83312"/>
                </a:lnTo>
                <a:lnTo>
                  <a:pt x="193535" y="83986"/>
                </a:lnTo>
                <a:lnTo>
                  <a:pt x="193785" y="84666"/>
                </a:lnTo>
                <a:lnTo>
                  <a:pt x="194026" y="85353"/>
                </a:lnTo>
                <a:lnTo>
                  <a:pt x="194258" y="86046"/>
                </a:lnTo>
                <a:lnTo>
                  <a:pt x="194482" y="86746"/>
                </a:lnTo>
                <a:lnTo>
                  <a:pt x="194697" y="87451"/>
                </a:lnTo>
                <a:lnTo>
                  <a:pt x="194904" y="88162"/>
                </a:lnTo>
                <a:lnTo>
                  <a:pt x="195101" y="88876"/>
                </a:lnTo>
                <a:lnTo>
                  <a:pt x="195290" y="89594"/>
                </a:lnTo>
                <a:lnTo>
                  <a:pt x="195470" y="90314"/>
                </a:lnTo>
                <a:lnTo>
                  <a:pt x="195642" y="91039"/>
                </a:lnTo>
                <a:lnTo>
                  <a:pt x="195804" y="91766"/>
                </a:lnTo>
                <a:lnTo>
                  <a:pt x="195958" y="92497"/>
                </a:lnTo>
                <a:lnTo>
                  <a:pt x="196103" y="93231"/>
                </a:lnTo>
                <a:lnTo>
                  <a:pt x="196239" y="93969"/>
                </a:lnTo>
                <a:lnTo>
                  <a:pt x="196367" y="94710"/>
                </a:lnTo>
                <a:lnTo>
                  <a:pt x="196485" y="95454"/>
                </a:lnTo>
                <a:lnTo>
                  <a:pt x="196595" y="96202"/>
                </a:lnTo>
                <a:lnTo>
                  <a:pt x="196696" y="96953"/>
                </a:lnTo>
                <a:lnTo>
                  <a:pt x="196789" y="97707"/>
                </a:lnTo>
                <a:lnTo>
                  <a:pt x="196872" y="98465"/>
                </a:lnTo>
                <a:lnTo>
                  <a:pt x="196947" y="99226"/>
                </a:lnTo>
                <a:lnTo>
                  <a:pt x="197013" y="99991"/>
                </a:lnTo>
                <a:lnTo>
                  <a:pt x="197070" y="100759"/>
                </a:lnTo>
                <a:lnTo>
                  <a:pt x="197118" y="101530"/>
                </a:lnTo>
                <a:lnTo>
                  <a:pt x="197158" y="102305"/>
                </a:lnTo>
                <a:lnTo>
                  <a:pt x="197188" y="103083"/>
                </a:lnTo>
                <a:lnTo>
                  <a:pt x="197210" y="103864"/>
                </a:lnTo>
                <a:lnTo>
                  <a:pt x="197224" y="104649"/>
                </a:lnTo>
                <a:lnTo>
                  <a:pt x="197228" y="105437"/>
                </a:lnTo>
                <a:lnTo>
                  <a:pt x="197228" y="108883"/>
                </a:lnTo>
                <a:lnTo>
                  <a:pt x="197224" y="109680"/>
                </a:lnTo>
                <a:lnTo>
                  <a:pt x="197210" y="110474"/>
                </a:lnTo>
                <a:lnTo>
                  <a:pt x="197188" y="111264"/>
                </a:lnTo>
                <a:lnTo>
                  <a:pt x="197158" y="112050"/>
                </a:lnTo>
                <a:lnTo>
                  <a:pt x="197118" y="112833"/>
                </a:lnTo>
                <a:lnTo>
                  <a:pt x="197070" y="113612"/>
                </a:lnTo>
                <a:lnTo>
                  <a:pt x="197013" y="114388"/>
                </a:lnTo>
                <a:lnTo>
                  <a:pt x="196947" y="115160"/>
                </a:lnTo>
                <a:lnTo>
                  <a:pt x="196872" y="115929"/>
                </a:lnTo>
                <a:lnTo>
                  <a:pt x="196789" y="116694"/>
                </a:lnTo>
                <a:lnTo>
                  <a:pt x="196696" y="117455"/>
                </a:lnTo>
                <a:lnTo>
                  <a:pt x="196595" y="118213"/>
                </a:lnTo>
                <a:lnTo>
                  <a:pt x="196485" y="118967"/>
                </a:lnTo>
                <a:lnTo>
                  <a:pt x="196367" y="119718"/>
                </a:lnTo>
                <a:lnTo>
                  <a:pt x="196239" y="120465"/>
                </a:lnTo>
                <a:lnTo>
                  <a:pt x="196103" y="121209"/>
                </a:lnTo>
                <a:lnTo>
                  <a:pt x="195958" y="121949"/>
                </a:lnTo>
                <a:lnTo>
                  <a:pt x="195804" y="122686"/>
                </a:lnTo>
                <a:lnTo>
                  <a:pt x="195642" y="123419"/>
                </a:lnTo>
                <a:lnTo>
                  <a:pt x="195470" y="124148"/>
                </a:lnTo>
                <a:lnTo>
                  <a:pt x="195290" y="124874"/>
                </a:lnTo>
                <a:lnTo>
                  <a:pt x="195101" y="125597"/>
                </a:lnTo>
                <a:lnTo>
                  <a:pt x="194904" y="126315"/>
                </a:lnTo>
                <a:lnTo>
                  <a:pt x="194697" y="127031"/>
                </a:lnTo>
                <a:lnTo>
                  <a:pt x="194482" y="127741"/>
                </a:lnTo>
                <a:lnTo>
                  <a:pt x="194258" y="128444"/>
                </a:lnTo>
                <a:lnTo>
                  <a:pt x="194027" y="129141"/>
                </a:lnTo>
                <a:lnTo>
                  <a:pt x="193786" y="129831"/>
                </a:lnTo>
                <a:lnTo>
                  <a:pt x="193537" y="130514"/>
                </a:lnTo>
                <a:lnTo>
                  <a:pt x="193280" y="131191"/>
                </a:lnTo>
                <a:lnTo>
                  <a:pt x="193015" y="131860"/>
                </a:lnTo>
                <a:lnTo>
                  <a:pt x="192741" y="132523"/>
                </a:lnTo>
                <a:lnTo>
                  <a:pt x="192458" y="133180"/>
                </a:lnTo>
                <a:lnTo>
                  <a:pt x="192167" y="133829"/>
                </a:lnTo>
                <a:lnTo>
                  <a:pt x="191868" y="134472"/>
                </a:lnTo>
                <a:lnTo>
                  <a:pt x="191560" y="135108"/>
                </a:lnTo>
                <a:lnTo>
                  <a:pt x="191244" y="135738"/>
                </a:lnTo>
                <a:lnTo>
                  <a:pt x="190920" y="136360"/>
                </a:lnTo>
                <a:lnTo>
                  <a:pt x="190587" y="136976"/>
                </a:lnTo>
                <a:lnTo>
                  <a:pt x="190246" y="137585"/>
                </a:lnTo>
                <a:lnTo>
                  <a:pt x="189896" y="138188"/>
                </a:lnTo>
                <a:lnTo>
                  <a:pt x="189538" y="138783"/>
                </a:lnTo>
                <a:lnTo>
                  <a:pt x="189171" y="139372"/>
                </a:lnTo>
                <a:lnTo>
                  <a:pt x="188796" y="139955"/>
                </a:lnTo>
                <a:lnTo>
                  <a:pt x="188413" y="140530"/>
                </a:lnTo>
                <a:lnTo>
                  <a:pt x="188021" y="141099"/>
                </a:lnTo>
                <a:lnTo>
                  <a:pt x="187621" y="141661"/>
                </a:lnTo>
                <a:lnTo>
                  <a:pt x="187212" y="142216"/>
                </a:lnTo>
                <a:lnTo>
                  <a:pt x="186795" y="142763"/>
                </a:lnTo>
                <a:lnTo>
                  <a:pt x="186370" y="143301"/>
                </a:lnTo>
                <a:lnTo>
                  <a:pt x="185937" y="143828"/>
                </a:lnTo>
                <a:lnTo>
                  <a:pt x="185496" y="144346"/>
                </a:lnTo>
                <a:lnTo>
                  <a:pt x="185047" y="144855"/>
                </a:lnTo>
                <a:lnTo>
                  <a:pt x="184590" y="145353"/>
                </a:lnTo>
                <a:lnTo>
                  <a:pt x="184125" y="145842"/>
                </a:lnTo>
                <a:lnTo>
                  <a:pt x="183652" y="146321"/>
                </a:lnTo>
                <a:lnTo>
                  <a:pt x="183171" y="146790"/>
                </a:lnTo>
                <a:lnTo>
                  <a:pt x="182682" y="147250"/>
                </a:lnTo>
                <a:lnTo>
                  <a:pt x="182184" y="147700"/>
                </a:lnTo>
                <a:lnTo>
                  <a:pt x="181679" y="148140"/>
                </a:lnTo>
                <a:lnTo>
                  <a:pt x="181166" y="148570"/>
                </a:lnTo>
                <a:lnTo>
                  <a:pt x="180644" y="148991"/>
                </a:lnTo>
                <a:lnTo>
                  <a:pt x="180115" y="149402"/>
                </a:lnTo>
                <a:lnTo>
                  <a:pt x="179577" y="149803"/>
                </a:lnTo>
                <a:lnTo>
                  <a:pt x="179032" y="150195"/>
                </a:lnTo>
                <a:lnTo>
                  <a:pt x="178478" y="150576"/>
                </a:lnTo>
                <a:lnTo>
                  <a:pt x="177917" y="150948"/>
                </a:lnTo>
                <a:lnTo>
                  <a:pt x="177347" y="151311"/>
                </a:lnTo>
                <a:lnTo>
                  <a:pt x="176769" y="151663"/>
                </a:lnTo>
                <a:lnTo>
                  <a:pt x="176184" y="152006"/>
                </a:lnTo>
                <a:lnTo>
                  <a:pt x="175590" y="152340"/>
                </a:lnTo>
                <a:lnTo>
                  <a:pt x="174988" y="152663"/>
                </a:lnTo>
                <a:lnTo>
                  <a:pt x="174379" y="152975"/>
                </a:lnTo>
                <a:lnTo>
                  <a:pt x="173761" y="153274"/>
                </a:lnTo>
                <a:lnTo>
                  <a:pt x="173136" y="153559"/>
                </a:lnTo>
                <a:lnTo>
                  <a:pt x="172504" y="153831"/>
                </a:lnTo>
                <a:lnTo>
                  <a:pt x="171863" y="154090"/>
                </a:lnTo>
                <a:lnTo>
                  <a:pt x="171215" y="154336"/>
                </a:lnTo>
                <a:lnTo>
                  <a:pt x="170560" y="154568"/>
                </a:lnTo>
                <a:lnTo>
                  <a:pt x="169896" y="154787"/>
                </a:lnTo>
                <a:lnTo>
                  <a:pt x="169226" y="154993"/>
                </a:lnTo>
                <a:lnTo>
                  <a:pt x="168547" y="155185"/>
                </a:lnTo>
                <a:lnTo>
                  <a:pt x="167861" y="155365"/>
                </a:lnTo>
                <a:lnTo>
                  <a:pt x="167167" y="155531"/>
                </a:lnTo>
                <a:lnTo>
                  <a:pt x="166465" y="155683"/>
                </a:lnTo>
                <a:lnTo>
                  <a:pt x="165756" y="155823"/>
                </a:lnTo>
                <a:lnTo>
                  <a:pt x="165039" y="155949"/>
                </a:lnTo>
                <a:lnTo>
                  <a:pt x="164314" y="156062"/>
                </a:lnTo>
                <a:lnTo>
                  <a:pt x="163582" y="156161"/>
                </a:lnTo>
                <a:lnTo>
                  <a:pt x="162842" y="156247"/>
                </a:lnTo>
                <a:lnTo>
                  <a:pt x="162094" y="156320"/>
                </a:lnTo>
                <a:lnTo>
                  <a:pt x="161339" y="156380"/>
                </a:lnTo>
                <a:lnTo>
                  <a:pt x="160576" y="156427"/>
                </a:lnTo>
                <a:lnTo>
                  <a:pt x="159805" y="156460"/>
                </a:lnTo>
                <a:lnTo>
                  <a:pt x="159027" y="156480"/>
                </a:lnTo>
                <a:lnTo>
                  <a:pt x="158241" y="156486"/>
                </a:lnTo>
                <a:lnTo>
                  <a:pt x="157455" y="156480"/>
                </a:lnTo>
                <a:lnTo>
                  <a:pt x="156676" y="156460"/>
                </a:lnTo>
                <a:lnTo>
                  <a:pt x="155905" y="156427"/>
                </a:lnTo>
                <a:lnTo>
                  <a:pt x="155142" y="156380"/>
                </a:lnTo>
                <a:lnTo>
                  <a:pt x="154386" y="156320"/>
                </a:lnTo>
                <a:lnTo>
                  <a:pt x="153637" y="156247"/>
                </a:lnTo>
                <a:lnTo>
                  <a:pt x="152896" y="156161"/>
                </a:lnTo>
                <a:lnTo>
                  <a:pt x="152162" y="156062"/>
                </a:lnTo>
                <a:lnTo>
                  <a:pt x="151436" y="155949"/>
                </a:lnTo>
                <a:lnTo>
                  <a:pt x="150717" y="155823"/>
                </a:lnTo>
                <a:lnTo>
                  <a:pt x="150006" y="155683"/>
                </a:lnTo>
                <a:lnTo>
                  <a:pt x="149302" y="155531"/>
                </a:lnTo>
                <a:lnTo>
                  <a:pt x="148606" y="155365"/>
                </a:lnTo>
                <a:lnTo>
                  <a:pt x="147917" y="155185"/>
                </a:lnTo>
                <a:lnTo>
                  <a:pt x="147236" y="154993"/>
                </a:lnTo>
                <a:lnTo>
                  <a:pt x="146562" y="154787"/>
                </a:lnTo>
                <a:lnTo>
                  <a:pt x="145895" y="154568"/>
                </a:lnTo>
                <a:lnTo>
                  <a:pt x="145236" y="154336"/>
                </a:lnTo>
                <a:lnTo>
                  <a:pt x="144585" y="154090"/>
                </a:lnTo>
                <a:lnTo>
                  <a:pt x="143941" y="153831"/>
                </a:lnTo>
                <a:lnTo>
                  <a:pt x="143305" y="153559"/>
                </a:lnTo>
                <a:lnTo>
                  <a:pt x="142676" y="153274"/>
                </a:lnTo>
                <a:lnTo>
                  <a:pt x="142054" y="152975"/>
                </a:lnTo>
                <a:lnTo>
                  <a:pt x="141440" y="152663"/>
                </a:lnTo>
                <a:lnTo>
                  <a:pt x="140834" y="152340"/>
                </a:lnTo>
                <a:lnTo>
                  <a:pt x="140236" y="152006"/>
                </a:lnTo>
                <a:lnTo>
                  <a:pt x="139645" y="151663"/>
                </a:lnTo>
                <a:lnTo>
                  <a:pt x="139063" y="151311"/>
                </a:lnTo>
                <a:lnTo>
                  <a:pt x="138489" y="150948"/>
                </a:lnTo>
                <a:lnTo>
                  <a:pt x="137923" y="150576"/>
                </a:lnTo>
                <a:lnTo>
                  <a:pt x="137365" y="150195"/>
                </a:lnTo>
                <a:lnTo>
                  <a:pt x="136815" y="149803"/>
                </a:lnTo>
                <a:lnTo>
                  <a:pt x="136273" y="149402"/>
                </a:lnTo>
                <a:lnTo>
                  <a:pt x="135739" y="148991"/>
                </a:lnTo>
                <a:lnTo>
                  <a:pt x="135213" y="148570"/>
                </a:lnTo>
                <a:lnTo>
                  <a:pt x="134695" y="148140"/>
                </a:lnTo>
                <a:lnTo>
                  <a:pt x="134186" y="147700"/>
                </a:lnTo>
                <a:lnTo>
                  <a:pt x="133684" y="147250"/>
                </a:lnTo>
                <a:lnTo>
                  <a:pt x="133190" y="146790"/>
                </a:lnTo>
                <a:lnTo>
                  <a:pt x="132704" y="146321"/>
                </a:lnTo>
                <a:lnTo>
                  <a:pt x="132227" y="145842"/>
                </a:lnTo>
                <a:lnTo>
                  <a:pt x="131757" y="145353"/>
                </a:lnTo>
                <a:lnTo>
                  <a:pt x="131296" y="144855"/>
                </a:lnTo>
                <a:lnTo>
                  <a:pt x="130842" y="144346"/>
                </a:lnTo>
                <a:lnTo>
                  <a:pt x="130397" y="143828"/>
                </a:lnTo>
                <a:lnTo>
                  <a:pt x="129959" y="143301"/>
                </a:lnTo>
                <a:lnTo>
                  <a:pt x="129530" y="142763"/>
                </a:lnTo>
                <a:lnTo>
                  <a:pt x="129109" y="142216"/>
                </a:lnTo>
                <a:lnTo>
                  <a:pt x="128696" y="141661"/>
                </a:lnTo>
                <a:lnTo>
                  <a:pt x="128291" y="141099"/>
                </a:lnTo>
                <a:lnTo>
                  <a:pt x="127895" y="140530"/>
                </a:lnTo>
                <a:lnTo>
                  <a:pt x="127508" y="139955"/>
                </a:lnTo>
                <a:lnTo>
                  <a:pt x="127129" y="139372"/>
                </a:lnTo>
                <a:lnTo>
                  <a:pt x="126759" y="138783"/>
                </a:lnTo>
                <a:lnTo>
                  <a:pt x="126398" y="138188"/>
                </a:lnTo>
                <a:lnTo>
                  <a:pt x="126045" y="137585"/>
                </a:lnTo>
                <a:lnTo>
                  <a:pt x="125701" y="136976"/>
                </a:lnTo>
                <a:lnTo>
                  <a:pt x="125365" y="136360"/>
                </a:lnTo>
                <a:lnTo>
                  <a:pt x="125038" y="135738"/>
                </a:lnTo>
                <a:lnTo>
                  <a:pt x="124720" y="135108"/>
                </a:lnTo>
                <a:lnTo>
                  <a:pt x="124410" y="134472"/>
                </a:lnTo>
                <a:lnTo>
                  <a:pt x="124109" y="133829"/>
                </a:lnTo>
                <a:lnTo>
                  <a:pt x="123816" y="133180"/>
                </a:lnTo>
                <a:lnTo>
                  <a:pt x="123532" y="132523"/>
                </a:lnTo>
                <a:lnTo>
                  <a:pt x="123257" y="131860"/>
                </a:lnTo>
                <a:lnTo>
                  <a:pt x="122990" y="131191"/>
                </a:lnTo>
                <a:lnTo>
                  <a:pt x="122732" y="130514"/>
                </a:lnTo>
                <a:lnTo>
                  <a:pt x="122482" y="129831"/>
                </a:lnTo>
                <a:lnTo>
                  <a:pt x="122241" y="129141"/>
                </a:lnTo>
                <a:lnTo>
                  <a:pt x="122009" y="128444"/>
                </a:lnTo>
                <a:lnTo>
                  <a:pt x="121785" y="127741"/>
                </a:lnTo>
                <a:lnTo>
                  <a:pt x="121570" y="127031"/>
                </a:lnTo>
                <a:lnTo>
                  <a:pt x="121363" y="126315"/>
                </a:lnTo>
                <a:lnTo>
                  <a:pt x="121165" y="125597"/>
                </a:lnTo>
                <a:lnTo>
                  <a:pt x="120976" y="124874"/>
                </a:lnTo>
                <a:lnTo>
                  <a:pt x="120796" y="124148"/>
                </a:lnTo>
                <a:lnTo>
                  <a:pt x="120625" y="123419"/>
                </a:lnTo>
                <a:lnTo>
                  <a:pt x="120462" y="122686"/>
                </a:lnTo>
                <a:lnTo>
                  <a:pt x="120309" y="121949"/>
                </a:lnTo>
                <a:lnTo>
                  <a:pt x="120164" y="121209"/>
                </a:lnTo>
                <a:lnTo>
                  <a:pt x="120027" y="120465"/>
                </a:lnTo>
                <a:lnTo>
                  <a:pt x="119900" y="119718"/>
                </a:lnTo>
                <a:lnTo>
                  <a:pt x="119781" y="118967"/>
                </a:lnTo>
                <a:lnTo>
                  <a:pt x="119671" y="118213"/>
                </a:lnTo>
                <a:lnTo>
                  <a:pt x="119570" y="117455"/>
                </a:lnTo>
                <a:lnTo>
                  <a:pt x="119478" y="116694"/>
                </a:lnTo>
                <a:lnTo>
                  <a:pt x="119395" y="115929"/>
                </a:lnTo>
                <a:lnTo>
                  <a:pt x="119320" y="115160"/>
                </a:lnTo>
                <a:lnTo>
                  <a:pt x="119254" y="114388"/>
                </a:lnTo>
                <a:lnTo>
                  <a:pt x="119197" y="113612"/>
                </a:lnTo>
                <a:lnTo>
                  <a:pt x="119149" y="112833"/>
                </a:lnTo>
                <a:lnTo>
                  <a:pt x="119109" y="112050"/>
                </a:lnTo>
                <a:lnTo>
                  <a:pt x="119078" y="111264"/>
                </a:lnTo>
                <a:lnTo>
                  <a:pt x="119056" y="110474"/>
                </a:lnTo>
                <a:lnTo>
                  <a:pt x="119043" y="109680"/>
                </a:lnTo>
                <a:lnTo>
                  <a:pt x="119039" y="108883"/>
                </a:lnTo>
                <a:lnTo>
                  <a:pt x="119039" y="105437"/>
                </a:lnTo>
                <a:lnTo>
                  <a:pt x="119043" y="104649"/>
                </a:lnTo>
                <a:lnTo>
                  <a:pt x="119056" y="103864"/>
                </a:lnTo>
                <a:lnTo>
                  <a:pt x="119078" y="103083"/>
                </a:lnTo>
                <a:lnTo>
                  <a:pt x="119109" y="102305"/>
                </a:lnTo>
                <a:lnTo>
                  <a:pt x="119149" y="101530"/>
                </a:lnTo>
                <a:close/>
                <a:moveTo>
                  <a:pt x="956283" y="16791"/>
                </a:moveTo>
                <a:lnTo>
                  <a:pt x="956335" y="17064"/>
                </a:lnTo>
                <a:lnTo>
                  <a:pt x="956395" y="17334"/>
                </a:lnTo>
                <a:lnTo>
                  <a:pt x="956464" y="17599"/>
                </a:lnTo>
                <a:lnTo>
                  <a:pt x="956540" y="17862"/>
                </a:lnTo>
                <a:lnTo>
                  <a:pt x="956624" y="18121"/>
                </a:lnTo>
                <a:lnTo>
                  <a:pt x="956717" y="18376"/>
                </a:lnTo>
                <a:lnTo>
                  <a:pt x="956817" y="18628"/>
                </a:lnTo>
                <a:lnTo>
                  <a:pt x="956926" y="18876"/>
                </a:lnTo>
                <a:lnTo>
                  <a:pt x="957042" y="19121"/>
                </a:lnTo>
                <a:lnTo>
                  <a:pt x="957167" y="19362"/>
                </a:lnTo>
                <a:lnTo>
                  <a:pt x="957300" y="19599"/>
                </a:lnTo>
                <a:lnTo>
                  <a:pt x="957440" y="19833"/>
                </a:lnTo>
                <a:lnTo>
                  <a:pt x="957589" y="20064"/>
                </a:lnTo>
                <a:lnTo>
                  <a:pt x="957746" y="20291"/>
                </a:lnTo>
                <a:lnTo>
                  <a:pt x="957911" y="20514"/>
                </a:lnTo>
                <a:lnTo>
                  <a:pt x="958084" y="20734"/>
                </a:lnTo>
                <a:lnTo>
                  <a:pt x="958265" y="20950"/>
                </a:lnTo>
                <a:lnTo>
                  <a:pt x="958453" y="21163"/>
                </a:lnTo>
                <a:lnTo>
                  <a:pt x="958650" y="21369"/>
                </a:lnTo>
                <a:lnTo>
                  <a:pt x="958852" y="21567"/>
                </a:lnTo>
                <a:lnTo>
                  <a:pt x="959062" y="21756"/>
                </a:lnTo>
                <a:lnTo>
                  <a:pt x="959278" y="21936"/>
                </a:lnTo>
                <a:lnTo>
                  <a:pt x="959500" y="22108"/>
                </a:lnTo>
                <a:lnTo>
                  <a:pt x="959729" y="22270"/>
                </a:lnTo>
                <a:lnTo>
                  <a:pt x="959965" y="22424"/>
                </a:lnTo>
                <a:lnTo>
                  <a:pt x="960207" y="22569"/>
                </a:lnTo>
                <a:lnTo>
                  <a:pt x="960455" y="22705"/>
                </a:lnTo>
                <a:lnTo>
                  <a:pt x="960710" y="22833"/>
                </a:lnTo>
                <a:lnTo>
                  <a:pt x="960972" y="22951"/>
                </a:lnTo>
                <a:lnTo>
                  <a:pt x="961240" y="23061"/>
                </a:lnTo>
                <a:lnTo>
                  <a:pt x="961515" y="23162"/>
                </a:lnTo>
                <a:lnTo>
                  <a:pt x="961796" y="23254"/>
                </a:lnTo>
                <a:lnTo>
                  <a:pt x="962084" y="23338"/>
                </a:lnTo>
                <a:lnTo>
                  <a:pt x="962378" y="23413"/>
                </a:lnTo>
                <a:lnTo>
                  <a:pt x="962679" y="23478"/>
                </a:lnTo>
                <a:lnTo>
                  <a:pt x="962987" y="23536"/>
                </a:lnTo>
                <a:lnTo>
                  <a:pt x="963301" y="23584"/>
                </a:lnTo>
                <a:lnTo>
                  <a:pt x="963622" y="23623"/>
                </a:lnTo>
                <a:lnTo>
                  <a:pt x="963949" y="23654"/>
                </a:lnTo>
                <a:lnTo>
                  <a:pt x="964282" y="23676"/>
                </a:lnTo>
                <a:lnTo>
                  <a:pt x="964622" y="23689"/>
                </a:lnTo>
                <a:lnTo>
                  <a:pt x="964969" y="23694"/>
                </a:lnTo>
                <a:lnTo>
                  <a:pt x="965307" y="23689"/>
                </a:lnTo>
                <a:lnTo>
                  <a:pt x="965640" y="23676"/>
                </a:lnTo>
                <a:lnTo>
                  <a:pt x="965966" y="23654"/>
                </a:lnTo>
                <a:lnTo>
                  <a:pt x="966287" y="23623"/>
                </a:lnTo>
                <a:lnTo>
                  <a:pt x="966602" y="23584"/>
                </a:lnTo>
                <a:lnTo>
                  <a:pt x="966911" y="23536"/>
                </a:lnTo>
                <a:lnTo>
                  <a:pt x="967215" y="23478"/>
                </a:lnTo>
                <a:lnTo>
                  <a:pt x="967512" y="23413"/>
                </a:lnTo>
                <a:lnTo>
                  <a:pt x="967804" y="23338"/>
                </a:lnTo>
                <a:lnTo>
                  <a:pt x="968090" y="23254"/>
                </a:lnTo>
                <a:lnTo>
                  <a:pt x="968370" y="23162"/>
                </a:lnTo>
                <a:lnTo>
                  <a:pt x="968644" y="23061"/>
                </a:lnTo>
                <a:lnTo>
                  <a:pt x="968913" y="22951"/>
                </a:lnTo>
                <a:lnTo>
                  <a:pt x="969176" y="22833"/>
                </a:lnTo>
                <a:lnTo>
                  <a:pt x="969433" y="22705"/>
                </a:lnTo>
                <a:lnTo>
                  <a:pt x="969684" y="22569"/>
                </a:lnTo>
                <a:lnTo>
                  <a:pt x="969929" y="22424"/>
                </a:lnTo>
                <a:lnTo>
                  <a:pt x="970169" y="22270"/>
                </a:lnTo>
                <a:lnTo>
                  <a:pt x="970403" y="22108"/>
                </a:lnTo>
                <a:lnTo>
                  <a:pt x="970631" y="21936"/>
                </a:lnTo>
                <a:lnTo>
                  <a:pt x="970853" y="21756"/>
                </a:lnTo>
                <a:lnTo>
                  <a:pt x="971070" y="21567"/>
                </a:lnTo>
                <a:lnTo>
                  <a:pt x="971280" y="21369"/>
                </a:lnTo>
                <a:lnTo>
                  <a:pt x="971485" y="21163"/>
                </a:lnTo>
                <a:lnTo>
                  <a:pt x="971683" y="20950"/>
                </a:lnTo>
                <a:lnTo>
                  <a:pt x="971872" y="20734"/>
                </a:lnTo>
                <a:lnTo>
                  <a:pt x="972053" y="20514"/>
                </a:lnTo>
                <a:lnTo>
                  <a:pt x="972225" y="20291"/>
                </a:lnTo>
                <a:lnTo>
                  <a:pt x="972390" y="20064"/>
                </a:lnTo>
                <a:lnTo>
                  <a:pt x="972545" y="19833"/>
                </a:lnTo>
                <a:lnTo>
                  <a:pt x="972692" y="19599"/>
                </a:lnTo>
                <a:lnTo>
                  <a:pt x="972831" y="19362"/>
                </a:lnTo>
                <a:lnTo>
                  <a:pt x="972962" y="19121"/>
                </a:lnTo>
                <a:lnTo>
                  <a:pt x="973084" y="18876"/>
                </a:lnTo>
                <a:lnTo>
                  <a:pt x="973197" y="18628"/>
                </a:lnTo>
                <a:lnTo>
                  <a:pt x="973302" y="18376"/>
                </a:lnTo>
                <a:lnTo>
                  <a:pt x="973399" y="18121"/>
                </a:lnTo>
                <a:lnTo>
                  <a:pt x="973488" y="17862"/>
                </a:lnTo>
                <a:lnTo>
                  <a:pt x="973567" y="17599"/>
                </a:lnTo>
                <a:lnTo>
                  <a:pt x="973639" y="17334"/>
                </a:lnTo>
                <a:lnTo>
                  <a:pt x="973702" y="17064"/>
                </a:lnTo>
                <a:lnTo>
                  <a:pt x="973757" y="16791"/>
                </a:lnTo>
                <a:lnTo>
                  <a:pt x="973803" y="16514"/>
                </a:lnTo>
                <a:lnTo>
                  <a:pt x="973841" y="16234"/>
                </a:lnTo>
                <a:lnTo>
                  <a:pt x="973870" y="15950"/>
                </a:lnTo>
                <a:lnTo>
                  <a:pt x="973891" y="15663"/>
                </a:lnTo>
                <a:lnTo>
                  <a:pt x="973904" y="15372"/>
                </a:lnTo>
                <a:lnTo>
                  <a:pt x="973908" y="15078"/>
                </a:lnTo>
                <a:lnTo>
                  <a:pt x="973904" y="14775"/>
                </a:lnTo>
                <a:lnTo>
                  <a:pt x="973891" y="14475"/>
                </a:lnTo>
                <a:lnTo>
                  <a:pt x="973870" y="14180"/>
                </a:lnTo>
                <a:lnTo>
                  <a:pt x="973841" y="13889"/>
                </a:lnTo>
                <a:lnTo>
                  <a:pt x="973803" y="13601"/>
                </a:lnTo>
                <a:lnTo>
                  <a:pt x="973757" y="13318"/>
                </a:lnTo>
                <a:lnTo>
                  <a:pt x="973702" y="13038"/>
                </a:lnTo>
                <a:lnTo>
                  <a:pt x="973639" y="12762"/>
                </a:lnTo>
                <a:lnTo>
                  <a:pt x="973567" y="12491"/>
                </a:lnTo>
                <a:lnTo>
                  <a:pt x="973488" y="12223"/>
                </a:lnTo>
                <a:lnTo>
                  <a:pt x="973399" y="11959"/>
                </a:lnTo>
                <a:lnTo>
                  <a:pt x="973302" y="11699"/>
                </a:lnTo>
                <a:lnTo>
                  <a:pt x="973197" y="11443"/>
                </a:lnTo>
                <a:lnTo>
                  <a:pt x="973084" y="11191"/>
                </a:lnTo>
                <a:lnTo>
                  <a:pt x="972962" y="10942"/>
                </a:lnTo>
                <a:lnTo>
                  <a:pt x="972831" y="10698"/>
                </a:lnTo>
                <a:lnTo>
                  <a:pt x="972692" y="10458"/>
                </a:lnTo>
                <a:lnTo>
                  <a:pt x="972545" y="10221"/>
                </a:lnTo>
                <a:lnTo>
                  <a:pt x="972390" y="9989"/>
                </a:lnTo>
                <a:lnTo>
                  <a:pt x="972225" y="9760"/>
                </a:lnTo>
                <a:lnTo>
                  <a:pt x="972053" y="9536"/>
                </a:lnTo>
                <a:lnTo>
                  <a:pt x="971872" y="9315"/>
                </a:lnTo>
                <a:lnTo>
                  <a:pt x="971683" y="9098"/>
                </a:lnTo>
                <a:lnTo>
                  <a:pt x="971485" y="8885"/>
                </a:lnTo>
                <a:lnTo>
                  <a:pt x="971280" y="8679"/>
                </a:lnTo>
                <a:lnTo>
                  <a:pt x="971070" y="8481"/>
                </a:lnTo>
                <a:lnTo>
                  <a:pt x="970853" y="8292"/>
                </a:lnTo>
                <a:lnTo>
                  <a:pt x="970631" y="8112"/>
                </a:lnTo>
                <a:lnTo>
                  <a:pt x="970403" y="7940"/>
                </a:lnTo>
                <a:lnTo>
                  <a:pt x="970169" y="7778"/>
                </a:lnTo>
                <a:lnTo>
                  <a:pt x="969929" y="7624"/>
                </a:lnTo>
                <a:lnTo>
                  <a:pt x="969684" y="7479"/>
                </a:lnTo>
                <a:lnTo>
                  <a:pt x="969433" y="7343"/>
                </a:lnTo>
                <a:lnTo>
                  <a:pt x="969176" y="7215"/>
                </a:lnTo>
                <a:lnTo>
                  <a:pt x="968913" y="7097"/>
                </a:lnTo>
                <a:lnTo>
                  <a:pt x="968644" y="6987"/>
                </a:lnTo>
                <a:lnTo>
                  <a:pt x="968370" y="6886"/>
                </a:lnTo>
                <a:lnTo>
                  <a:pt x="968090" y="6794"/>
                </a:lnTo>
                <a:lnTo>
                  <a:pt x="967804" y="6710"/>
                </a:lnTo>
                <a:lnTo>
                  <a:pt x="967512" y="6635"/>
                </a:lnTo>
                <a:lnTo>
                  <a:pt x="967215" y="6570"/>
                </a:lnTo>
                <a:lnTo>
                  <a:pt x="966911" y="6512"/>
                </a:lnTo>
                <a:lnTo>
                  <a:pt x="966602" y="6464"/>
                </a:lnTo>
                <a:lnTo>
                  <a:pt x="966287" y="6425"/>
                </a:lnTo>
                <a:lnTo>
                  <a:pt x="965966" y="6394"/>
                </a:lnTo>
                <a:lnTo>
                  <a:pt x="965640" y="6372"/>
                </a:lnTo>
                <a:lnTo>
                  <a:pt x="965307" y="6359"/>
                </a:lnTo>
                <a:lnTo>
                  <a:pt x="964969" y="6354"/>
                </a:lnTo>
                <a:lnTo>
                  <a:pt x="964622" y="6359"/>
                </a:lnTo>
                <a:lnTo>
                  <a:pt x="964282" y="6372"/>
                </a:lnTo>
                <a:lnTo>
                  <a:pt x="963949" y="6394"/>
                </a:lnTo>
                <a:lnTo>
                  <a:pt x="963622" y="6425"/>
                </a:lnTo>
                <a:lnTo>
                  <a:pt x="963301" y="6464"/>
                </a:lnTo>
                <a:lnTo>
                  <a:pt x="962987" y="6512"/>
                </a:lnTo>
                <a:lnTo>
                  <a:pt x="962679" y="6570"/>
                </a:lnTo>
                <a:lnTo>
                  <a:pt x="962378" y="6635"/>
                </a:lnTo>
                <a:lnTo>
                  <a:pt x="962084" y="6710"/>
                </a:lnTo>
                <a:lnTo>
                  <a:pt x="961796" y="6794"/>
                </a:lnTo>
                <a:lnTo>
                  <a:pt x="961515" y="6886"/>
                </a:lnTo>
                <a:lnTo>
                  <a:pt x="961240" y="6987"/>
                </a:lnTo>
                <a:lnTo>
                  <a:pt x="960972" y="7097"/>
                </a:lnTo>
                <a:lnTo>
                  <a:pt x="960710" y="7215"/>
                </a:lnTo>
                <a:lnTo>
                  <a:pt x="960455" y="7343"/>
                </a:lnTo>
                <a:lnTo>
                  <a:pt x="960207" y="7479"/>
                </a:lnTo>
                <a:lnTo>
                  <a:pt x="959965" y="7624"/>
                </a:lnTo>
                <a:lnTo>
                  <a:pt x="959729" y="7778"/>
                </a:lnTo>
                <a:lnTo>
                  <a:pt x="959500" y="7940"/>
                </a:lnTo>
                <a:lnTo>
                  <a:pt x="959278" y="8112"/>
                </a:lnTo>
                <a:lnTo>
                  <a:pt x="959062" y="8292"/>
                </a:lnTo>
                <a:lnTo>
                  <a:pt x="958852" y="8481"/>
                </a:lnTo>
                <a:lnTo>
                  <a:pt x="958650" y="8679"/>
                </a:lnTo>
                <a:lnTo>
                  <a:pt x="958453" y="8885"/>
                </a:lnTo>
                <a:lnTo>
                  <a:pt x="958265" y="9098"/>
                </a:lnTo>
                <a:lnTo>
                  <a:pt x="958084" y="9315"/>
                </a:lnTo>
                <a:lnTo>
                  <a:pt x="957911" y="9536"/>
                </a:lnTo>
                <a:lnTo>
                  <a:pt x="957746" y="9760"/>
                </a:lnTo>
                <a:lnTo>
                  <a:pt x="957589" y="9989"/>
                </a:lnTo>
                <a:lnTo>
                  <a:pt x="957440" y="10221"/>
                </a:lnTo>
                <a:lnTo>
                  <a:pt x="957300" y="10458"/>
                </a:lnTo>
                <a:lnTo>
                  <a:pt x="957167" y="10698"/>
                </a:lnTo>
                <a:lnTo>
                  <a:pt x="957042" y="10942"/>
                </a:lnTo>
                <a:lnTo>
                  <a:pt x="956926" y="11191"/>
                </a:lnTo>
                <a:lnTo>
                  <a:pt x="956817" y="11443"/>
                </a:lnTo>
                <a:lnTo>
                  <a:pt x="956717" y="11699"/>
                </a:lnTo>
                <a:lnTo>
                  <a:pt x="956624" y="11959"/>
                </a:lnTo>
                <a:lnTo>
                  <a:pt x="956540" y="12223"/>
                </a:lnTo>
                <a:lnTo>
                  <a:pt x="956464" y="12491"/>
                </a:lnTo>
                <a:lnTo>
                  <a:pt x="956395" y="12762"/>
                </a:lnTo>
                <a:lnTo>
                  <a:pt x="956335" y="13038"/>
                </a:lnTo>
                <a:lnTo>
                  <a:pt x="956283" y="13318"/>
                </a:lnTo>
                <a:lnTo>
                  <a:pt x="956238" y="13601"/>
                </a:lnTo>
                <a:lnTo>
                  <a:pt x="956202" y="13889"/>
                </a:lnTo>
                <a:lnTo>
                  <a:pt x="956174" y="14180"/>
                </a:lnTo>
                <a:lnTo>
                  <a:pt x="956154" y="14475"/>
                </a:lnTo>
                <a:lnTo>
                  <a:pt x="956142" y="14775"/>
                </a:lnTo>
                <a:lnTo>
                  <a:pt x="956138" y="15078"/>
                </a:lnTo>
                <a:lnTo>
                  <a:pt x="956142" y="15372"/>
                </a:lnTo>
                <a:lnTo>
                  <a:pt x="956154" y="15663"/>
                </a:lnTo>
                <a:lnTo>
                  <a:pt x="956174" y="15950"/>
                </a:lnTo>
                <a:lnTo>
                  <a:pt x="956202" y="16234"/>
                </a:lnTo>
                <a:lnTo>
                  <a:pt x="956238" y="16514"/>
                </a:lnTo>
                <a:lnTo>
                  <a:pt x="956283" y="16791"/>
                </a:lnTo>
                <a:close/>
                <a:moveTo>
                  <a:pt x="734681" y="83359"/>
                </a:moveTo>
                <a:lnTo>
                  <a:pt x="734873" y="82761"/>
                </a:lnTo>
                <a:lnTo>
                  <a:pt x="735072" y="82169"/>
                </a:lnTo>
                <a:lnTo>
                  <a:pt x="735278" y="81583"/>
                </a:lnTo>
                <a:lnTo>
                  <a:pt x="735490" y="81003"/>
                </a:lnTo>
                <a:lnTo>
                  <a:pt x="735710" y="80429"/>
                </a:lnTo>
                <a:lnTo>
                  <a:pt x="735936" y="79862"/>
                </a:lnTo>
                <a:lnTo>
                  <a:pt x="736170" y="79301"/>
                </a:lnTo>
                <a:lnTo>
                  <a:pt x="736410" y="78746"/>
                </a:lnTo>
                <a:lnTo>
                  <a:pt x="736657" y="78197"/>
                </a:lnTo>
                <a:lnTo>
                  <a:pt x="736912" y="77654"/>
                </a:lnTo>
                <a:lnTo>
                  <a:pt x="737173" y="77118"/>
                </a:lnTo>
                <a:lnTo>
                  <a:pt x="737441" y="76587"/>
                </a:lnTo>
                <a:lnTo>
                  <a:pt x="737716" y="76063"/>
                </a:lnTo>
                <a:lnTo>
                  <a:pt x="737998" y="75545"/>
                </a:lnTo>
                <a:lnTo>
                  <a:pt x="738286" y="75033"/>
                </a:lnTo>
                <a:lnTo>
                  <a:pt x="738582" y="74528"/>
                </a:lnTo>
                <a:lnTo>
                  <a:pt x="738885" y="74028"/>
                </a:lnTo>
                <a:lnTo>
                  <a:pt x="739194" y="73535"/>
                </a:lnTo>
                <a:lnTo>
                  <a:pt x="739511" y="73048"/>
                </a:lnTo>
                <a:lnTo>
                  <a:pt x="739834" y="72567"/>
                </a:lnTo>
                <a:lnTo>
                  <a:pt x="740164" y="72092"/>
                </a:lnTo>
                <a:lnTo>
                  <a:pt x="740502" y="71623"/>
                </a:lnTo>
                <a:lnTo>
                  <a:pt x="740846" y="71161"/>
                </a:lnTo>
                <a:lnTo>
                  <a:pt x="741197" y="70704"/>
                </a:lnTo>
                <a:lnTo>
                  <a:pt x="741555" y="70255"/>
                </a:lnTo>
                <a:lnTo>
                  <a:pt x="741920" y="69814"/>
                </a:lnTo>
                <a:lnTo>
                  <a:pt x="742293" y="69382"/>
                </a:lnTo>
                <a:lnTo>
                  <a:pt x="742673" y="68957"/>
                </a:lnTo>
                <a:lnTo>
                  <a:pt x="743061" y="68541"/>
                </a:lnTo>
                <a:lnTo>
                  <a:pt x="743455" y="68133"/>
                </a:lnTo>
                <a:lnTo>
                  <a:pt x="743857" y="67733"/>
                </a:lnTo>
                <a:lnTo>
                  <a:pt x="744266" y="67342"/>
                </a:lnTo>
                <a:lnTo>
                  <a:pt x="744683" y="66958"/>
                </a:lnTo>
                <a:lnTo>
                  <a:pt x="745107" y="66583"/>
                </a:lnTo>
                <a:lnTo>
                  <a:pt x="745538" y="66216"/>
                </a:lnTo>
                <a:lnTo>
                  <a:pt x="745976" y="65858"/>
                </a:lnTo>
                <a:lnTo>
                  <a:pt x="746422" y="65507"/>
                </a:lnTo>
                <a:lnTo>
                  <a:pt x="746875" y="65165"/>
                </a:lnTo>
                <a:lnTo>
                  <a:pt x="747335" y="64831"/>
                </a:lnTo>
                <a:lnTo>
                  <a:pt x="747802" y="64506"/>
                </a:lnTo>
                <a:lnTo>
                  <a:pt x="748277" y="64188"/>
                </a:lnTo>
                <a:lnTo>
                  <a:pt x="748759" y="63879"/>
                </a:lnTo>
                <a:lnTo>
                  <a:pt x="749249" y="63578"/>
                </a:lnTo>
                <a:lnTo>
                  <a:pt x="749745" y="63285"/>
                </a:lnTo>
                <a:lnTo>
                  <a:pt x="750249" y="63000"/>
                </a:lnTo>
                <a:lnTo>
                  <a:pt x="750761" y="62724"/>
                </a:lnTo>
                <a:lnTo>
                  <a:pt x="751279" y="62456"/>
                </a:lnTo>
                <a:lnTo>
                  <a:pt x="751805" y="62196"/>
                </a:lnTo>
                <a:lnTo>
                  <a:pt x="752338" y="61946"/>
                </a:lnTo>
                <a:lnTo>
                  <a:pt x="752878" y="61706"/>
                </a:lnTo>
                <a:lnTo>
                  <a:pt x="753424" y="61477"/>
                </a:lnTo>
                <a:lnTo>
                  <a:pt x="753977" y="61258"/>
                </a:lnTo>
                <a:lnTo>
                  <a:pt x="754537" y="61050"/>
                </a:lnTo>
                <a:lnTo>
                  <a:pt x="755103" y="60853"/>
                </a:lnTo>
                <a:lnTo>
                  <a:pt x="755677" y="60667"/>
                </a:lnTo>
                <a:lnTo>
                  <a:pt x="756257" y="60491"/>
                </a:lnTo>
                <a:lnTo>
                  <a:pt x="756843" y="60326"/>
                </a:lnTo>
                <a:lnTo>
                  <a:pt x="757437" y="60171"/>
                </a:lnTo>
                <a:lnTo>
                  <a:pt x="758037" y="60027"/>
                </a:lnTo>
                <a:lnTo>
                  <a:pt x="758644" y="59894"/>
                </a:lnTo>
                <a:lnTo>
                  <a:pt x="759258" y="59771"/>
                </a:lnTo>
                <a:lnTo>
                  <a:pt x="759878" y="59660"/>
                </a:lnTo>
                <a:lnTo>
                  <a:pt x="760505" y="59558"/>
                </a:lnTo>
                <a:lnTo>
                  <a:pt x="761139" y="59468"/>
                </a:lnTo>
                <a:lnTo>
                  <a:pt x="761780" y="59388"/>
                </a:lnTo>
                <a:lnTo>
                  <a:pt x="762427" y="59318"/>
                </a:lnTo>
                <a:lnTo>
                  <a:pt x="763081" y="59260"/>
                </a:lnTo>
                <a:lnTo>
                  <a:pt x="763742" y="59212"/>
                </a:lnTo>
                <a:lnTo>
                  <a:pt x="764409" y="59175"/>
                </a:lnTo>
                <a:lnTo>
                  <a:pt x="765084" y="59148"/>
                </a:lnTo>
                <a:lnTo>
                  <a:pt x="765764" y="59132"/>
                </a:lnTo>
                <a:lnTo>
                  <a:pt x="766452" y="59127"/>
                </a:lnTo>
                <a:lnTo>
                  <a:pt x="766658" y="59127"/>
                </a:lnTo>
                <a:lnTo>
                  <a:pt x="766862" y="59128"/>
                </a:lnTo>
                <a:lnTo>
                  <a:pt x="767065" y="59130"/>
                </a:lnTo>
                <a:lnTo>
                  <a:pt x="767266" y="59133"/>
                </a:lnTo>
                <a:lnTo>
                  <a:pt x="767466" y="59136"/>
                </a:lnTo>
                <a:lnTo>
                  <a:pt x="767664" y="59140"/>
                </a:lnTo>
                <a:lnTo>
                  <a:pt x="767861" y="59145"/>
                </a:lnTo>
                <a:lnTo>
                  <a:pt x="768056" y="59151"/>
                </a:lnTo>
                <a:lnTo>
                  <a:pt x="768249" y="59157"/>
                </a:lnTo>
                <a:lnTo>
                  <a:pt x="768442" y="59164"/>
                </a:lnTo>
                <a:lnTo>
                  <a:pt x="768632" y="59172"/>
                </a:lnTo>
                <a:lnTo>
                  <a:pt x="768822" y="59180"/>
                </a:lnTo>
                <a:lnTo>
                  <a:pt x="769009" y="59190"/>
                </a:lnTo>
                <a:lnTo>
                  <a:pt x="769196" y="59200"/>
                </a:lnTo>
                <a:lnTo>
                  <a:pt x="769380" y="59211"/>
                </a:lnTo>
                <a:lnTo>
                  <a:pt x="769563" y="59222"/>
                </a:lnTo>
                <a:lnTo>
                  <a:pt x="769745" y="59235"/>
                </a:lnTo>
                <a:lnTo>
                  <a:pt x="769925" y="59248"/>
                </a:lnTo>
                <a:lnTo>
                  <a:pt x="770104" y="59262"/>
                </a:lnTo>
                <a:lnTo>
                  <a:pt x="770281" y="59276"/>
                </a:lnTo>
                <a:lnTo>
                  <a:pt x="770457" y="59292"/>
                </a:lnTo>
                <a:lnTo>
                  <a:pt x="770632" y="59308"/>
                </a:lnTo>
                <a:lnTo>
                  <a:pt x="770804" y="59324"/>
                </a:lnTo>
                <a:lnTo>
                  <a:pt x="770976" y="59342"/>
                </a:lnTo>
                <a:lnTo>
                  <a:pt x="771146" y="59360"/>
                </a:lnTo>
                <a:lnTo>
                  <a:pt x="771317" y="59379"/>
                </a:lnTo>
                <a:lnTo>
                  <a:pt x="771487" y="59398"/>
                </a:lnTo>
                <a:lnTo>
                  <a:pt x="771658" y="59417"/>
                </a:lnTo>
                <a:lnTo>
                  <a:pt x="771828" y="59436"/>
                </a:lnTo>
                <a:lnTo>
                  <a:pt x="771999" y="59456"/>
                </a:lnTo>
                <a:lnTo>
                  <a:pt x="772169" y="59477"/>
                </a:lnTo>
                <a:lnTo>
                  <a:pt x="772340" y="59498"/>
                </a:lnTo>
                <a:lnTo>
                  <a:pt x="772510" y="59519"/>
                </a:lnTo>
                <a:lnTo>
                  <a:pt x="772681" y="59540"/>
                </a:lnTo>
                <a:lnTo>
                  <a:pt x="772851" y="59562"/>
                </a:lnTo>
                <a:lnTo>
                  <a:pt x="773022" y="59584"/>
                </a:lnTo>
                <a:lnTo>
                  <a:pt x="773192" y="59607"/>
                </a:lnTo>
                <a:lnTo>
                  <a:pt x="773363" y="59630"/>
                </a:lnTo>
                <a:lnTo>
                  <a:pt x="773533" y="59653"/>
                </a:lnTo>
                <a:lnTo>
                  <a:pt x="773704" y="59677"/>
                </a:lnTo>
                <a:lnTo>
                  <a:pt x="773874" y="59701"/>
                </a:lnTo>
                <a:lnTo>
                  <a:pt x="774045" y="59726"/>
                </a:lnTo>
                <a:lnTo>
                  <a:pt x="774215" y="59751"/>
                </a:lnTo>
                <a:lnTo>
                  <a:pt x="774386" y="59776"/>
                </a:lnTo>
                <a:lnTo>
                  <a:pt x="774557" y="59801"/>
                </a:lnTo>
                <a:lnTo>
                  <a:pt x="774727" y="59827"/>
                </a:lnTo>
                <a:lnTo>
                  <a:pt x="774898" y="59854"/>
                </a:lnTo>
                <a:lnTo>
                  <a:pt x="775068" y="59881"/>
                </a:lnTo>
                <a:lnTo>
                  <a:pt x="775499" y="48034"/>
                </a:lnTo>
                <a:lnTo>
                  <a:pt x="775389" y="47989"/>
                </a:lnTo>
                <a:lnTo>
                  <a:pt x="775276" y="47945"/>
                </a:lnTo>
                <a:lnTo>
                  <a:pt x="775158" y="47902"/>
                </a:lnTo>
                <a:lnTo>
                  <a:pt x="775037" y="47859"/>
                </a:lnTo>
                <a:lnTo>
                  <a:pt x="774911" y="47816"/>
                </a:lnTo>
                <a:lnTo>
                  <a:pt x="774782" y="47775"/>
                </a:lnTo>
                <a:lnTo>
                  <a:pt x="774649" y="47733"/>
                </a:lnTo>
                <a:lnTo>
                  <a:pt x="774512" y="47693"/>
                </a:lnTo>
                <a:lnTo>
                  <a:pt x="774371" y="47653"/>
                </a:lnTo>
                <a:lnTo>
                  <a:pt x="774226" y="47613"/>
                </a:lnTo>
                <a:lnTo>
                  <a:pt x="774077" y="47574"/>
                </a:lnTo>
                <a:lnTo>
                  <a:pt x="773924" y="47536"/>
                </a:lnTo>
                <a:lnTo>
                  <a:pt x="773767" y="47498"/>
                </a:lnTo>
                <a:lnTo>
                  <a:pt x="773606" y="47460"/>
                </a:lnTo>
                <a:lnTo>
                  <a:pt x="773442" y="47424"/>
                </a:lnTo>
                <a:lnTo>
                  <a:pt x="773273" y="47387"/>
                </a:lnTo>
                <a:lnTo>
                  <a:pt x="773101" y="47352"/>
                </a:lnTo>
                <a:lnTo>
                  <a:pt x="772924" y="47317"/>
                </a:lnTo>
                <a:lnTo>
                  <a:pt x="772744" y="47282"/>
                </a:lnTo>
                <a:lnTo>
                  <a:pt x="772560" y="47248"/>
                </a:lnTo>
                <a:lnTo>
                  <a:pt x="772371" y="47215"/>
                </a:lnTo>
                <a:lnTo>
                  <a:pt x="772179" y="47182"/>
                </a:lnTo>
                <a:lnTo>
                  <a:pt x="771983" y="47150"/>
                </a:lnTo>
                <a:lnTo>
                  <a:pt x="771783" y="47118"/>
                </a:lnTo>
                <a:lnTo>
                  <a:pt x="771581" y="47087"/>
                </a:lnTo>
                <a:lnTo>
                  <a:pt x="771380" y="47058"/>
                </a:lnTo>
                <a:lnTo>
                  <a:pt x="771178" y="47030"/>
                </a:lnTo>
                <a:lnTo>
                  <a:pt x="770977" y="47003"/>
                </a:lnTo>
                <a:lnTo>
                  <a:pt x="770776" y="46978"/>
                </a:lnTo>
                <a:lnTo>
                  <a:pt x="770575" y="46953"/>
                </a:lnTo>
                <a:lnTo>
                  <a:pt x="770374" y="46930"/>
                </a:lnTo>
                <a:lnTo>
                  <a:pt x="770174" y="46909"/>
                </a:lnTo>
                <a:lnTo>
                  <a:pt x="769973" y="46889"/>
                </a:lnTo>
                <a:lnTo>
                  <a:pt x="769773" y="46870"/>
                </a:lnTo>
                <a:lnTo>
                  <a:pt x="769573" y="46852"/>
                </a:lnTo>
                <a:lnTo>
                  <a:pt x="769374" y="46836"/>
                </a:lnTo>
                <a:lnTo>
                  <a:pt x="769174" y="46820"/>
                </a:lnTo>
                <a:lnTo>
                  <a:pt x="768975" y="46807"/>
                </a:lnTo>
                <a:lnTo>
                  <a:pt x="768775" y="46794"/>
                </a:lnTo>
                <a:lnTo>
                  <a:pt x="768576" y="46783"/>
                </a:lnTo>
                <a:lnTo>
                  <a:pt x="768377" y="46773"/>
                </a:lnTo>
                <a:lnTo>
                  <a:pt x="768179" y="46765"/>
                </a:lnTo>
                <a:lnTo>
                  <a:pt x="767980" y="46758"/>
                </a:lnTo>
                <a:lnTo>
                  <a:pt x="767782" y="46752"/>
                </a:lnTo>
                <a:lnTo>
                  <a:pt x="767584" y="46747"/>
                </a:lnTo>
                <a:lnTo>
                  <a:pt x="767386" y="46744"/>
                </a:lnTo>
                <a:lnTo>
                  <a:pt x="767188" y="46742"/>
                </a:lnTo>
                <a:lnTo>
                  <a:pt x="766991" y="46741"/>
                </a:lnTo>
                <a:lnTo>
                  <a:pt x="766143" y="46748"/>
                </a:lnTo>
                <a:lnTo>
                  <a:pt x="765305" y="46770"/>
                </a:lnTo>
                <a:lnTo>
                  <a:pt x="764476" y="46805"/>
                </a:lnTo>
                <a:lnTo>
                  <a:pt x="763657" y="46855"/>
                </a:lnTo>
                <a:lnTo>
                  <a:pt x="762847" y="46919"/>
                </a:lnTo>
                <a:lnTo>
                  <a:pt x="762047" y="46997"/>
                </a:lnTo>
                <a:lnTo>
                  <a:pt x="761256" y="47089"/>
                </a:lnTo>
                <a:lnTo>
                  <a:pt x="760475" y="47196"/>
                </a:lnTo>
                <a:lnTo>
                  <a:pt x="759703" y="47317"/>
                </a:lnTo>
                <a:lnTo>
                  <a:pt x="758941" y="47452"/>
                </a:lnTo>
                <a:lnTo>
                  <a:pt x="758189" y="47601"/>
                </a:lnTo>
                <a:lnTo>
                  <a:pt x="757446" y="47764"/>
                </a:lnTo>
                <a:lnTo>
                  <a:pt x="756712" y="47942"/>
                </a:lnTo>
                <a:lnTo>
                  <a:pt x="755989" y="48134"/>
                </a:lnTo>
                <a:lnTo>
                  <a:pt x="755274" y="48340"/>
                </a:lnTo>
                <a:lnTo>
                  <a:pt x="754569" y="48560"/>
                </a:lnTo>
                <a:lnTo>
                  <a:pt x="753874" y="48795"/>
                </a:lnTo>
                <a:lnTo>
                  <a:pt x="753188" y="49043"/>
                </a:lnTo>
                <a:lnTo>
                  <a:pt x="752512" y="49306"/>
                </a:lnTo>
                <a:lnTo>
                  <a:pt x="751846" y="49583"/>
                </a:lnTo>
                <a:lnTo>
                  <a:pt x="751188" y="49875"/>
                </a:lnTo>
                <a:lnTo>
                  <a:pt x="750541" y="50180"/>
                </a:lnTo>
                <a:lnTo>
                  <a:pt x="749903" y="50500"/>
                </a:lnTo>
                <a:lnTo>
                  <a:pt x="749274" y="50834"/>
                </a:lnTo>
                <a:lnTo>
                  <a:pt x="748655" y="51181"/>
                </a:lnTo>
                <a:lnTo>
                  <a:pt x="748045" y="51539"/>
                </a:lnTo>
                <a:lnTo>
                  <a:pt x="747444" y="51908"/>
                </a:lnTo>
                <a:lnTo>
                  <a:pt x="746853" y="52289"/>
                </a:lnTo>
                <a:lnTo>
                  <a:pt x="746270" y="52682"/>
                </a:lnTo>
                <a:lnTo>
                  <a:pt x="745697" y="53085"/>
                </a:lnTo>
                <a:lnTo>
                  <a:pt x="745132" y="53501"/>
                </a:lnTo>
                <a:lnTo>
                  <a:pt x="744577" y="53927"/>
                </a:lnTo>
                <a:lnTo>
                  <a:pt x="744031" y="54365"/>
                </a:lnTo>
                <a:lnTo>
                  <a:pt x="743495" y="54815"/>
                </a:lnTo>
                <a:lnTo>
                  <a:pt x="742967" y="55275"/>
                </a:lnTo>
                <a:lnTo>
                  <a:pt x="742449" y="55748"/>
                </a:lnTo>
                <a:lnTo>
                  <a:pt x="741940" y="56231"/>
                </a:lnTo>
                <a:lnTo>
                  <a:pt x="741440" y="56726"/>
                </a:lnTo>
                <a:lnTo>
                  <a:pt x="740949" y="57233"/>
                </a:lnTo>
                <a:lnTo>
                  <a:pt x="740467" y="57750"/>
                </a:lnTo>
                <a:lnTo>
                  <a:pt x="739994" y="58280"/>
                </a:lnTo>
                <a:lnTo>
                  <a:pt x="739531" y="58820"/>
                </a:lnTo>
                <a:lnTo>
                  <a:pt x="739077" y="59372"/>
                </a:lnTo>
                <a:lnTo>
                  <a:pt x="738631" y="59936"/>
                </a:lnTo>
                <a:lnTo>
                  <a:pt x="738196" y="60511"/>
                </a:lnTo>
                <a:lnTo>
                  <a:pt x="737769" y="61097"/>
                </a:lnTo>
                <a:lnTo>
                  <a:pt x="737351" y="61695"/>
                </a:lnTo>
                <a:lnTo>
                  <a:pt x="736943" y="62304"/>
                </a:lnTo>
                <a:lnTo>
                  <a:pt x="736543" y="62923"/>
                </a:lnTo>
                <a:lnTo>
                  <a:pt x="736152" y="63550"/>
                </a:lnTo>
                <a:lnTo>
                  <a:pt x="735770" y="64186"/>
                </a:lnTo>
                <a:lnTo>
                  <a:pt x="735396" y="64830"/>
                </a:lnTo>
                <a:lnTo>
                  <a:pt x="735031" y="65483"/>
                </a:lnTo>
                <a:lnTo>
                  <a:pt x="734674" y="66144"/>
                </a:lnTo>
                <a:lnTo>
                  <a:pt x="734326" y="66813"/>
                </a:lnTo>
                <a:lnTo>
                  <a:pt x="734132" y="67202"/>
                </a:lnTo>
                <a:lnTo>
                  <a:pt x="733927" y="48895"/>
                </a:lnTo>
                <a:lnTo>
                  <a:pt x="721326" y="48895"/>
                </a:lnTo>
                <a:lnTo>
                  <a:pt x="721326" y="165425"/>
                </a:lnTo>
                <a:lnTo>
                  <a:pt x="734143" y="165425"/>
                </a:lnTo>
                <a:lnTo>
                  <a:pt x="734143" y="85194"/>
                </a:lnTo>
                <a:lnTo>
                  <a:pt x="734146" y="85181"/>
                </a:lnTo>
                <a:lnTo>
                  <a:pt x="734318" y="84570"/>
                </a:lnTo>
                <a:lnTo>
                  <a:pt x="734496" y="83962"/>
                </a:lnTo>
                <a:lnTo>
                  <a:pt x="734681" y="83359"/>
                </a:lnTo>
                <a:close/>
                <a:moveTo>
                  <a:pt x="908772" y="165425"/>
                </a:moveTo>
                <a:lnTo>
                  <a:pt x="921696" y="165425"/>
                </a:lnTo>
                <a:lnTo>
                  <a:pt x="921696" y="0"/>
                </a:lnTo>
                <a:lnTo>
                  <a:pt x="908772" y="0"/>
                </a:lnTo>
                <a:lnTo>
                  <a:pt x="908772" y="165425"/>
                </a:lnTo>
                <a:close/>
                <a:moveTo>
                  <a:pt x="1136790" y="0"/>
                </a:moveTo>
                <a:lnTo>
                  <a:pt x="1123866" y="0"/>
                </a:lnTo>
                <a:lnTo>
                  <a:pt x="1123866" y="165425"/>
                </a:lnTo>
                <a:lnTo>
                  <a:pt x="1135929" y="165425"/>
                </a:lnTo>
                <a:lnTo>
                  <a:pt x="1136547" y="149189"/>
                </a:lnTo>
                <a:lnTo>
                  <a:pt x="1136725" y="149452"/>
                </a:lnTo>
                <a:lnTo>
                  <a:pt x="1137128" y="150029"/>
                </a:lnTo>
                <a:lnTo>
                  <a:pt x="1137538" y="150599"/>
                </a:lnTo>
                <a:lnTo>
                  <a:pt x="1137956" y="151160"/>
                </a:lnTo>
                <a:lnTo>
                  <a:pt x="1138382" y="151714"/>
                </a:lnTo>
                <a:lnTo>
                  <a:pt x="1138816" y="152260"/>
                </a:lnTo>
                <a:lnTo>
                  <a:pt x="1139257" y="152798"/>
                </a:lnTo>
                <a:lnTo>
                  <a:pt x="1139706" y="153328"/>
                </a:lnTo>
                <a:lnTo>
                  <a:pt x="1140162" y="153850"/>
                </a:lnTo>
                <a:lnTo>
                  <a:pt x="1140626" y="154364"/>
                </a:lnTo>
                <a:lnTo>
                  <a:pt x="1141098" y="154871"/>
                </a:lnTo>
                <a:lnTo>
                  <a:pt x="1141578" y="155369"/>
                </a:lnTo>
                <a:lnTo>
                  <a:pt x="1142066" y="155857"/>
                </a:lnTo>
                <a:lnTo>
                  <a:pt x="1142562" y="156337"/>
                </a:lnTo>
                <a:lnTo>
                  <a:pt x="1143067" y="156806"/>
                </a:lnTo>
                <a:lnTo>
                  <a:pt x="1143579" y="157267"/>
                </a:lnTo>
                <a:lnTo>
                  <a:pt x="1144100" y="157718"/>
                </a:lnTo>
                <a:lnTo>
                  <a:pt x="1144630" y="158160"/>
                </a:lnTo>
                <a:lnTo>
                  <a:pt x="1145167" y="158592"/>
                </a:lnTo>
                <a:lnTo>
                  <a:pt x="1145713" y="159016"/>
                </a:lnTo>
                <a:lnTo>
                  <a:pt x="1146266" y="159429"/>
                </a:lnTo>
                <a:lnTo>
                  <a:pt x="1146828" y="159834"/>
                </a:lnTo>
                <a:lnTo>
                  <a:pt x="1147399" y="160229"/>
                </a:lnTo>
                <a:lnTo>
                  <a:pt x="1147977" y="160615"/>
                </a:lnTo>
                <a:lnTo>
                  <a:pt x="1148564" y="160991"/>
                </a:lnTo>
                <a:lnTo>
                  <a:pt x="1149159" y="161358"/>
                </a:lnTo>
                <a:lnTo>
                  <a:pt x="1149762" y="161716"/>
                </a:lnTo>
                <a:lnTo>
                  <a:pt x="1150373" y="162064"/>
                </a:lnTo>
                <a:lnTo>
                  <a:pt x="1150993" y="162403"/>
                </a:lnTo>
                <a:lnTo>
                  <a:pt x="1151621" y="162733"/>
                </a:lnTo>
                <a:lnTo>
                  <a:pt x="1152257" y="163053"/>
                </a:lnTo>
                <a:lnTo>
                  <a:pt x="1152901" y="163364"/>
                </a:lnTo>
                <a:lnTo>
                  <a:pt x="1153554" y="163666"/>
                </a:lnTo>
                <a:lnTo>
                  <a:pt x="1154215" y="163958"/>
                </a:lnTo>
                <a:lnTo>
                  <a:pt x="1154884" y="164241"/>
                </a:lnTo>
                <a:lnTo>
                  <a:pt x="1155561" y="164513"/>
                </a:lnTo>
                <a:lnTo>
                  <a:pt x="1156246" y="164774"/>
                </a:lnTo>
                <a:lnTo>
                  <a:pt x="1156940" y="165023"/>
                </a:lnTo>
                <a:lnTo>
                  <a:pt x="1157642" y="165261"/>
                </a:lnTo>
                <a:lnTo>
                  <a:pt x="1158352" y="165487"/>
                </a:lnTo>
                <a:lnTo>
                  <a:pt x="1159071" y="165701"/>
                </a:lnTo>
                <a:lnTo>
                  <a:pt x="1159797" y="165904"/>
                </a:lnTo>
                <a:lnTo>
                  <a:pt x="1160532" y="166095"/>
                </a:lnTo>
                <a:lnTo>
                  <a:pt x="1161275" y="166275"/>
                </a:lnTo>
                <a:lnTo>
                  <a:pt x="1162026" y="166443"/>
                </a:lnTo>
                <a:lnTo>
                  <a:pt x="1162786" y="166600"/>
                </a:lnTo>
                <a:lnTo>
                  <a:pt x="1163553" y="166745"/>
                </a:lnTo>
                <a:lnTo>
                  <a:pt x="1164329" y="166878"/>
                </a:lnTo>
                <a:lnTo>
                  <a:pt x="1165114" y="167000"/>
                </a:lnTo>
                <a:lnTo>
                  <a:pt x="1165906" y="167110"/>
                </a:lnTo>
                <a:lnTo>
                  <a:pt x="1166707" y="167208"/>
                </a:lnTo>
                <a:lnTo>
                  <a:pt x="1167516" y="167295"/>
                </a:lnTo>
                <a:lnTo>
                  <a:pt x="1168333" y="167371"/>
                </a:lnTo>
                <a:lnTo>
                  <a:pt x="1169158" y="167434"/>
                </a:lnTo>
                <a:lnTo>
                  <a:pt x="1169991" y="167487"/>
                </a:lnTo>
                <a:lnTo>
                  <a:pt x="1170833" y="167527"/>
                </a:lnTo>
                <a:lnTo>
                  <a:pt x="1171683" y="167556"/>
                </a:lnTo>
                <a:lnTo>
                  <a:pt x="1172541" y="167574"/>
                </a:lnTo>
                <a:lnTo>
                  <a:pt x="1173408" y="167579"/>
                </a:lnTo>
                <a:lnTo>
                  <a:pt x="1174284" y="167572"/>
                </a:lnTo>
                <a:lnTo>
                  <a:pt x="1175151" y="167549"/>
                </a:lnTo>
                <a:lnTo>
                  <a:pt x="1176011" y="167511"/>
                </a:lnTo>
                <a:lnTo>
                  <a:pt x="1176863" y="167458"/>
                </a:lnTo>
                <a:lnTo>
                  <a:pt x="1177707" y="167390"/>
                </a:lnTo>
                <a:lnTo>
                  <a:pt x="1178544" y="167307"/>
                </a:lnTo>
                <a:lnTo>
                  <a:pt x="1179372" y="167208"/>
                </a:lnTo>
                <a:lnTo>
                  <a:pt x="1180193" y="167095"/>
                </a:lnTo>
                <a:lnTo>
                  <a:pt x="1181006" y="166966"/>
                </a:lnTo>
                <a:lnTo>
                  <a:pt x="1181811" y="166822"/>
                </a:lnTo>
                <a:lnTo>
                  <a:pt x="1182608" y="166663"/>
                </a:lnTo>
                <a:lnTo>
                  <a:pt x="1183397" y="166489"/>
                </a:lnTo>
                <a:lnTo>
                  <a:pt x="1184178" y="166300"/>
                </a:lnTo>
                <a:lnTo>
                  <a:pt x="1184952" y="166095"/>
                </a:lnTo>
                <a:lnTo>
                  <a:pt x="1185718" y="165876"/>
                </a:lnTo>
                <a:lnTo>
                  <a:pt x="1186475" y="165641"/>
                </a:lnTo>
                <a:lnTo>
                  <a:pt x="1187225" y="165391"/>
                </a:lnTo>
                <a:lnTo>
                  <a:pt x="1187967" y="165126"/>
                </a:lnTo>
                <a:lnTo>
                  <a:pt x="1188702" y="164846"/>
                </a:lnTo>
                <a:lnTo>
                  <a:pt x="1189428" y="164550"/>
                </a:lnTo>
                <a:lnTo>
                  <a:pt x="1190147" y="164240"/>
                </a:lnTo>
                <a:lnTo>
                  <a:pt x="1190857" y="163914"/>
                </a:lnTo>
                <a:lnTo>
                  <a:pt x="1191560" y="163573"/>
                </a:lnTo>
                <a:lnTo>
                  <a:pt x="1192255" y="163218"/>
                </a:lnTo>
                <a:lnTo>
                  <a:pt x="1192942" y="162848"/>
                </a:lnTo>
                <a:lnTo>
                  <a:pt x="1193619" y="162466"/>
                </a:lnTo>
                <a:lnTo>
                  <a:pt x="1194288" y="162072"/>
                </a:lnTo>
                <a:lnTo>
                  <a:pt x="1194948" y="161665"/>
                </a:lnTo>
                <a:lnTo>
                  <a:pt x="1195598" y="161246"/>
                </a:lnTo>
                <a:lnTo>
                  <a:pt x="1196240" y="160815"/>
                </a:lnTo>
                <a:lnTo>
                  <a:pt x="1196873" y="160371"/>
                </a:lnTo>
                <a:lnTo>
                  <a:pt x="1197497" y="159915"/>
                </a:lnTo>
                <a:lnTo>
                  <a:pt x="1198111" y="159446"/>
                </a:lnTo>
                <a:lnTo>
                  <a:pt x="1198717" y="158966"/>
                </a:lnTo>
                <a:lnTo>
                  <a:pt x="1199314" y="158473"/>
                </a:lnTo>
                <a:lnTo>
                  <a:pt x="1199902" y="157967"/>
                </a:lnTo>
                <a:lnTo>
                  <a:pt x="1200481" y="157449"/>
                </a:lnTo>
                <a:lnTo>
                  <a:pt x="1201051" y="156919"/>
                </a:lnTo>
                <a:lnTo>
                  <a:pt x="1201612" y="156377"/>
                </a:lnTo>
                <a:lnTo>
                  <a:pt x="1202164" y="155822"/>
                </a:lnTo>
                <a:lnTo>
                  <a:pt x="1202706" y="155255"/>
                </a:lnTo>
                <a:lnTo>
                  <a:pt x="1203241" y="154676"/>
                </a:lnTo>
                <a:lnTo>
                  <a:pt x="1203766" y="154084"/>
                </a:lnTo>
                <a:lnTo>
                  <a:pt x="1204282" y="153480"/>
                </a:lnTo>
                <a:lnTo>
                  <a:pt x="1204789" y="152863"/>
                </a:lnTo>
                <a:lnTo>
                  <a:pt x="1205287" y="152235"/>
                </a:lnTo>
                <a:lnTo>
                  <a:pt x="1205776" y="151593"/>
                </a:lnTo>
                <a:lnTo>
                  <a:pt x="1206256" y="150940"/>
                </a:lnTo>
                <a:lnTo>
                  <a:pt x="1206727" y="150275"/>
                </a:lnTo>
                <a:lnTo>
                  <a:pt x="1207188" y="149600"/>
                </a:lnTo>
                <a:lnTo>
                  <a:pt x="1207640" y="148915"/>
                </a:lnTo>
                <a:lnTo>
                  <a:pt x="1208082" y="148220"/>
                </a:lnTo>
                <a:lnTo>
                  <a:pt x="1208515" y="147515"/>
                </a:lnTo>
                <a:lnTo>
                  <a:pt x="1208938" y="146800"/>
                </a:lnTo>
                <a:lnTo>
                  <a:pt x="1209352" y="146075"/>
                </a:lnTo>
                <a:lnTo>
                  <a:pt x="1209756" y="145340"/>
                </a:lnTo>
                <a:lnTo>
                  <a:pt x="1210151" y="144594"/>
                </a:lnTo>
                <a:lnTo>
                  <a:pt x="1210536" y="143838"/>
                </a:lnTo>
                <a:lnTo>
                  <a:pt x="1210912" y="143073"/>
                </a:lnTo>
                <a:lnTo>
                  <a:pt x="1211278" y="142297"/>
                </a:lnTo>
                <a:lnTo>
                  <a:pt x="1211634" y="141511"/>
                </a:lnTo>
                <a:lnTo>
                  <a:pt x="1211981" y="140715"/>
                </a:lnTo>
                <a:lnTo>
                  <a:pt x="1212318" y="139909"/>
                </a:lnTo>
                <a:lnTo>
                  <a:pt x="1212646" y="139093"/>
                </a:lnTo>
                <a:lnTo>
                  <a:pt x="1212965" y="138267"/>
                </a:lnTo>
                <a:lnTo>
                  <a:pt x="1213273" y="137430"/>
                </a:lnTo>
                <a:lnTo>
                  <a:pt x="1213573" y="136584"/>
                </a:lnTo>
                <a:lnTo>
                  <a:pt x="1213862" y="135727"/>
                </a:lnTo>
                <a:lnTo>
                  <a:pt x="1214142" y="134861"/>
                </a:lnTo>
                <a:lnTo>
                  <a:pt x="1214413" y="133984"/>
                </a:lnTo>
                <a:lnTo>
                  <a:pt x="1214674" y="133097"/>
                </a:lnTo>
                <a:lnTo>
                  <a:pt x="1214926" y="132200"/>
                </a:lnTo>
                <a:lnTo>
                  <a:pt x="1215167" y="131294"/>
                </a:lnTo>
                <a:lnTo>
                  <a:pt x="1215399" y="130381"/>
                </a:lnTo>
                <a:lnTo>
                  <a:pt x="1215620" y="129460"/>
                </a:lnTo>
                <a:lnTo>
                  <a:pt x="1215831" y="128531"/>
                </a:lnTo>
                <a:lnTo>
                  <a:pt x="1216031" y="127595"/>
                </a:lnTo>
                <a:lnTo>
                  <a:pt x="1216222" y="126650"/>
                </a:lnTo>
                <a:lnTo>
                  <a:pt x="1216402" y="125699"/>
                </a:lnTo>
                <a:lnTo>
                  <a:pt x="1216571" y="124739"/>
                </a:lnTo>
                <a:lnTo>
                  <a:pt x="1216731" y="123772"/>
                </a:lnTo>
                <a:lnTo>
                  <a:pt x="1216880" y="122797"/>
                </a:lnTo>
                <a:lnTo>
                  <a:pt x="1217019" y="121815"/>
                </a:lnTo>
                <a:lnTo>
                  <a:pt x="1217147" y="120825"/>
                </a:lnTo>
                <a:lnTo>
                  <a:pt x="1217265" y="119827"/>
                </a:lnTo>
                <a:lnTo>
                  <a:pt x="1217373" y="118821"/>
                </a:lnTo>
                <a:lnTo>
                  <a:pt x="1217471" y="117808"/>
                </a:lnTo>
                <a:lnTo>
                  <a:pt x="1217558" y="116787"/>
                </a:lnTo>
                <a:lnTo>
                  <a:pt x="1217636" y="115759"/>
                </a:lnTo>
                <a:lnTo>
                  <a:pt x="1217702" y="114723"/>
                </a:lnTo>
                <a:lnTo>
                  <a:pt x="1217759" y="113679"/>
                </a:lnTo>
                <a:lnTo>
                  <a:pt x="1217805" y="112628"/>
                </a:lnTo>
                <a:lnTo>
                  <a:pt x="1217841" y="111568"/>
                </a:lnTo>
                <a:lnTo>
                  <a:pt x="1217867" y="110502"/>
                </a:lnTo>
                <a:lnTo>
                  <a:pt x="1217882" y="109427"/>
                </a:lnTo>
                <a:lnTo>
                  <a:pt x="1217888" y="108345"/>
                </a:lnTo>
                <a:lnTo>
                  <a:pt x="1217888" y="106083"/>
                </a:lnTo>
                <a:lnTo>
                  <a:pt x="1217882" y="104957"/>
                </a:lnTo>
                <a:lnTo>
                  <a:pt x="1217867" y="103840"/>
                </a:lnTo>
                <a:lnTo>
                  <a:pt x="1217841" y="102732"/>
                </a:lnTo>
                <a:lnTo>
                  <a:pt x="1217805" y="101633"/>
                </a:lnTo>
                <a:lnTo>
                  <a:pt x="1217759" y="100544"/>
                </a:lnTo>
                <a:lnTo>
                  <a:pt x="1217702" y="99463"/>
                </a:lnTo>
                <a:lnTo>
                  <a:pt x="1217636" y="98392"/>
                </a:lnTo>
                <a:lnTo>
                  <a:pt x="1217558" y="97330"/>
                </a:lnTo>
                <a:lnTo>
                  <a:pt x="1217471" y="96277"/>
                </a:lnTo>
                <a:lnTo>
                  <a:pt x="1217373" y="95233"/>
                </a:lnTo>
                <a:lnTo>
                  <a:pt x="1217265" y="94198"/>
                </a:lnTo>
                <a:lnTo>
                  <a:pt x="1217147" y="93173"/>
                </a:lnTo>
                <a:lnTo>
                  <a:pt x="1217019" y="92157"/>
                </a:lnTo>
                <a:lnTo>
                  <a:pt x="1216880" y="91149"/>
                </a:lnTo>
                <a:lnTo>
                  <a:pt x="1216731" y="90151"/>
                </a:lnTo>
                <a:lnTo>
                  <a:pt x="1216571" y="89163"/>
                </a:lnTo>
                <a:lnTo>
                  <a:pt x="1216402" y="88183"/>
                </a:lnTo>
                <a:lnTo>
                  <a:pt x="1216222" y="87212"/>
                </a:lnTo>
                <a:lnTo>
                  <a:pt x="1216031" y="86251"/>
                </a:lnTo>
                <a:lnTo>
                  <a:pt x="1215831" y="85299"/>
                </a:lnTo>
                <a:lnTo>
                  <a:pt x="1215620" y="84356"/>
                </a:lnTo>
                <a:lnTo>
                  <a:pt x="1215399" y="83422"/>
                </a:lnTo>
                <a:lnTo>
                  <a:pt x="1215167" y="82497"/>
                </a:lnTo>
                <a:lnTo>
                  <a:pt x="1214926" y="81582"/>
                </a:lnTo>
                <a:lnTo>
                  <a:pt x="1214674" y="80676"/>
                </a:lnTo>
                <a:lnTo>
                  <a:pt x="1214413" y="79782"/>
                </a:lnTo>
                <a:lnTo>
                  <a:pt x="1214142" y="78898"/>
                </a:lnTo>
                <a:lnTo>
                  <a:pt x="1213862" y="78025"/>
                </a:lnTo>
                <a:lnTo>
                  <a:pt x="1213573" y="77163"/>
                </a:lnTo>
                <a:lnTo>
                  <a:pt x="1213273" y="76311"/>
                </a:lnTo>
                <a:lnTo>
                  <a:pt x="1212965" y="75471"/>
                </a:lnTo>
                <a:lnTo>
                  <a:pt x="1212646" y="74641"/>
                </a:lnTo>
                <a:lnTo>
                  <a:pt x="1212318" y="73822"/>
                </a:lnTo>
                <a:lnTo>
                  <a:pt x="1211981" y="73015"/>
                </a:lnTo>
                <a:lnTo>
                  <a:pt x="1211634" y="72217"/>
                </a:lnTo>
                <a:lnTo>
                  <a:pt x="1211278" y="71431"/>
                </a:lnTo>
                <a:lnTo>
                  <a:pt x="1210912" y="70656"/>
                </a:lnTo>
                <a:lnTo>
                  <a:pt x="1210536" y="69891"/>
                </a:lnTo>
                <a:lnTo>
                  <a:pt x="1210151" y="69138"/>
                </a:lnTo>
                <a:lnTo>
                  <a:pt x="1209756" y="68395"/>
                </a:lnTo>
                <a:lnTo>
                  <a:pt x="1209352" y="67663"/>
                </a:lnTo>
                <a:lnTo>
                  <a:pt x="1208938" y="66942"/>
                </a:lnTo>
                <a:lnTo>
                  <a:pt x="1208515" y="66231"/>
                </a:lnTo>
                <a:lnTo>
                  <a:pt x="1208082" y="65532"/>
                </a:lnTo>
                <a:lnTo>
                  <a:pt x="1207640" y="64843"/>
                </a:lnTo>
                <a:lnTo>
                  <a:pt x="1207188" y="64165"/>
                </a:lnTo>
                <a:lnTo>
                  <a:pt x="1206727" y="63498"/>
                </a:lnTo>
                <a:lnTo>
                  <a:pt x="1206256" y="62842"/>
                </a:lnTo>
                <a:lnTo>
                  <a:pt x="1205776" y="62198"/>
                </a:lnTo>
                <a:lnTo>
                  <a:pt x="1205286" y="61566"/>
                </a:lnTo>
                <a:lnTo>
                  <a:pt x="1204788" y="60947"/>
                </a:lnTo>
                <a:lnTo>
                  <a:pt x="1204280" y="60341"/>
                </a:lnTo>
                <a:lnTo>
                  <a:pt x="1203763" y="59748"/>
                </a:lnTo>
                <a:lnTo>
                  <a:pt x="1203237" y="59167"/>
                </a:lnTo>
                <a:lnTo>
                  <a:pt x="1202702" y="58599"/>
                </a:lnTo>
                <a:lnTo>
                  <a:pt x="1202158" y="58044"/>
                </a:lnTo>
                <a:lnTo>
                  <a:pt x="1201604" y="57501"/>
                </a:lnTo>
                <a:lnTo>
                  <a:pt x="1201041" y="56971"/>
                </a:lnTo>
                <a:lnTo>
                  <a:pt x="1200469" y="56454"/>
                </a:lnTo>
                <a:lnTo>
                  <a:pt x="1199888" y="55950"/>
                </a:lnTo>
                <a:lnTo>
                  <a:pt x="1199298" y="55458"/>
                </a:lnTo>
                <a:lnTo>
                  <a:pt x="1198699" y="54979"/>
                </a:lnTo>
                <a:lnTo>
                  <a:pt x="1198090" y="54512"/>
                </a:lnTo>
                <a:lnTo>
                  <a:pt x="1197473" y="54059"/>
                </a:lnTo>
                <a:lnTo>
                  <a:pt x="1196846" y="53618"/>
                </a:lnTo>
                <a:lnTo>
                  <a:pt x="1196210" y="53190"/>
                </a:lnTo>
                <a:lnTo>
                  <a:pt x="1195565" y="52774"/>
                </a:lnTo>
                <a:lnTo>
                  <a:pt x="1194910" y="52372"/>
                </a:lnTo>
                <a:lnTo>
                  <a:pt x="1194247" y="51982"/>
                </a:lnTo>
                <a:lnTo>
                  <a:pt x="1193574" y="51604"/>
                </a:lnTo>
                <a:lnTo>
                  <a:pt x="1192892" y="51240"/>
                </a:lnTo>
                <a:lnTo>
                  <a:pt x="1192201" y="50888"/>
                </a:lnTo>
                <a:lnTo>
                  <a:pt x="1191502" y="50549"/>
                </a:lnTo>
                <a:lnTo>
                  <a:pt x="1190794" y="50225"/>
                </a:lnTo>
                <a:lnTo>
                  <a:pt x="1190079" y="49916"/>
                </a:lnTo>
                <a:lnTo>
                  <a:pt x="1189355" y="49621"/>
                </a:lnTo>
                <a:lnTo>
                  <a:pt x="1188623" y="49340"/>
                </a:lnTo>
                <a:lnTo>
                  <a:pt x="1187883" y="49074"/>
                </a:lnTo>
                <a:lnTo>
                  <a:pt x="1187136" y="48822"/>
                </a:lnTo>
                <a:lnTo>
                  <a:pt x="1186380" y="48584"/>
                </a:lnTo>
                <a:lnTo>
                  <a:pt x="1185616" y="48361"/>
                </a:lnTo>
                <a:lnTo>
                  <a:pt x="1184844" y="48152"/>
                </a:lnTo>
                <a:lnTo>
                  <a:pt x="1184064" y="47958"/>
                </a:lnTo>
                <a:lnTo>
                  <a:pt x="1183276" y="47778"/>
                </a:lnTo>
                <a:lnTo>
                  <a:pt x="1182480" y="47612"/>
                </a:lnTo>
                <a:lnTo>
                  <a:pt x="1181676" y="47461"/>
                </a:lnTo>
                <a:lnTo>
                  <a:pt x="1180864" y="47324"/>
                </a:lnTo>
                <a:lnTo>
                  <a:pt x="1180043" y="47202"/>
                </a:lnTo>
                <a:lnTo>
                  <a:pt x="1179215" y="47094"/>
                </a:lnTo>
                <a:lnTo>
                  <a:pt x="1178379" y="47000"/>
                </a:lnTo>
                <a:lnTo>
                  <a:pt x="1177535" y="46921"/>
                </a:lnTo>
                <a:lnTo>
                  <a:pt x="1176682" y="46856"/>
                </a:lnTo>
                <a:lnTo>
                  <a:pt x="1175822" y="46806"/>
                </a:lnTo>
                <a:lnTo>
                  <a:pt x="1174953" y="46770"/>
                </a:lnTo>
                <a:lnTo>
                  <a:pt x="1174077" y="46748"/>
                </a:lnTo>
                <a:lnTo>
                  <a:pt x="1173193" y="46741"/>
                </a:lnTo>
                <a:lnTo>
                  <a:pt x="1172344" y="46747"/>
                </a:lnTo>
                <a:lnTo>
                  <a:pt x="1171503" y="46764"/>
                </a:lnTo>
                <a:lnTo>
                  <a:pt x="1170671" y="46793"/>
                </a:lnTo>
                <a:lnTo>
                  <a:pt x="1169846" y="46834"/>
                </a:lnTo>
                <a:lnTo>
                  <a:pt x="1169030" y="46886"/>
                </a:lnTo>
                <a:lnTo>
                  <a:pt x="1168222" y="46950"/>
                </a:lnTo>
                <a:lnTo>
                  <a:pt x="1167421" y="47025"/>
                </a:lnTo>
                <a:lnTo>
                  <a:pt x="1166629" y="47112"/>
                </a:lnTo>
                <a:lnTo>
                  <a:pt x="1165845" y="47211"/>
                </a:lnTo>
                <a:lnTo>
                  <a:pt x="1165068" y="47321"/>
                </a:lnTo>
                <a:lnTo>
                  <a:pt x="1164300" y="47443"/>
                </a:lnTo>
                <a:lnTo>
                  <a:pt x="1163540" y="47576"/>
                </a:lnTo>
                <a:lnTo>
                  <a:pt x="1162788" y="47721"/>
                </a:lnTo>
                <a:lnTo>
                  <a:pt x="1162044" y="47877"/>
                </a:lnTo>
                <a:lnTo>
                  <a:pt x="1161308" y="48045"/>
                </a:lnTo>
                <a:lnTo>
                  <a:pt x="1160580" y="48225"/>
                </a:lnTo>
                <a:lnTo>
                  <a:pt x="1159860" y="48416"/>
                </a:lnTo>
                <a:lnTo>
                  <a:pt x="1159148" y="48619"/>
                </a:lnTo>
                <a:lnTo>
                  <a:pt x="1158444" y="48834"/>
                </a:lnTo>
                <a:lnTo>
                  <a:pt x="1157748" y="49060"/>
                </a:lnTo>
                <a:lnTo>
                  <a:pt x="1157060" y="49297"/>
                </a:lnTo>
                <a:lnTo>
                  <a:pt x="1156381" y="49547"/>
                </a:lnTo>
                <a:lnTo>
                  <a:pt x="1155709" y="49808"/>
                </a:lnTo>
                <a:lnTo>
                  <a:pt x="1155045" y="50080"/>
                </a:lnTo>
                <a:lnTo>
                  <a:pt x="1154390" y="50363"/>
                </a:lnTo>
                <a:lnTo>
                  <a:pt x="1153742" y="50657"/>
                </a:lnTo>
                <a:lnTo>
                  <a:pt x="1153102" y="50960"/>
                </a:lnTo>
                <a:lnTo>
                  <a:pt x="1152469" y="51274"/>
                </a:lnTo>
                <a:lnTo>
                  <a:pt x="1151845" y="51597"/>
                </a:lnTo>
                <a:lnTo>
                  <a:pt x="1151229" y="51931"/>
                </a:lnTo>
                <a:lnTo>
                  <a:pt x="1150620" y="52275"/>
                </a:lnTo>
                <a:lnTo>
                  <a:pt x="1150019" y="52629"/>
                </a:lnTo>
                <a:lnTo>
                  <a:pt x="1149426" y="52993"/>
                </a:lnTo>
                <a:lnTo>
                  <a:pt x="1148841" y="53367"/>
                </a:lnTo>
                <a:lnTo>
                  <a:pt x="1148264" y="53751"/>
                </a:lnTo>
                <a:lnTo>
                  <a:pt x="1147695" y="54146"/>
                </a:lnTo>
                <a:lnTo>
                  <a:pt x="1147133" y="54550"/>
                </a:lnTo>
                <a:lnTo>
                  <a:pt x="1146580" y="54965"/>
                </a:lnTo>
                <a:lnTo>
                  <a:pt x="1146034" y="55389"/>
                </a:lnTo>
                <a:lnTo>
                  <a:pt x="1145496" y="55824"/>
                </a:lnTo>
                <a:lnTo>
                  <a:pt x="1144966" y="56269"/>
                </a:lnTo>
                <a:lnTo>
                  <a:pt x="1144444" y="56724"/>
                </a:lnTo>
                <a:lnTo>
                  <a:pt x="1143929" y="57189"/>
                </a:lnTo>
                <a:lnTo>
                  <a:pt x="1143423" y="57664"/>
                </a:lnTo>
                <a:lnTo>
                  <a:pt x="1142924" y="58149"/>
                </a:lnTo>
                <a:lnTo>
                  <a:pt x="1142433" y="58644"/>
                </a:lnTo>
                <a:lnTo>
                  <a:pt x="1141950" y="59150"/>
                </a:lnTo>
                <a:lnTo>
                  <a:pt x="1141475" y="59665"/>
                </a:lnTo>
                <a:lnTo>
                  <a:pt x="1141008" y="60190"/>
                </a:lnTo>
                <a:lnTo>
                  <a:pt x="1140547" y="60723"/>
                </a:lnTo>
                <a:lnTo>
                  <a:pt x="1140095" y="61264"/>
                </a:lnTo>
                <a:lnTo>
                  <a:pt x="1139649" y="61813"/>
                </a:lnTo>
                <a:lnTo>
                  <a:pt x="1139210" y="62371"/>
                </a:lnTo>
                <a:lnTo>
                  <a:pt x="1138779" y="62936"/>
                </a:lnTo>
                <a:lnTo>
                  <a:pt x="1138356" y="63511"/>
                </a:lnTo>
                <a:lnTo>
                  <a:pt x="1137939" y="64093"/>
                </a:lnTo>
                <a:lnTo>
                  <a:pt x="1137530" y="64683"/>
                </a:lnTo>
                <a:lnTo>
                  <a:pt x="1137128" y="65282"/>
                </a:lnTo>
                <a:lnTo>
                  <a:pt x="1136790" y="65801"/>
                </a:lnTo>
                <a:lnTo>
                  <a:pt x="1136790" y="0"/>
                </a:lnTo>
                <a:close/>
                <a:moveTo>
                  <a:pt x="1136945" y="81605"/>
                </a:moveTo>
                <a:lnTo>
                  <a:pt x="1137140" y="81114"/>
                </a:lnTo>
                <a:lnTo>
                  <a:pt x="1137340" y="80621"/>
                </a:lnTo>
                <a:lnTo>
                  <a:pt x="1137544" y="80128"/>
                </a:lnTo>
                <a:lnTo>
                  <a:pt x="1137754" y="79636"/>
                </a:lnTo>
                <a:lnTo>
                  <a:pt x="1137969" y="79147"/>
                </a:lnTo>
                <a:lnTo>
                  <a:pt x="1138191" y="78661"/>
                </a:lnTo>
                <a:lnTo>
                  <a:pt x="1138419" y="78179"/>
                </a:lnTo>
                <a:lnTo>
                  <a:pt x="1138653" y="77700"/>
                </a:lnTo>
                <a:lnTo>
                  <a:pt x="1138894" y="77223"/>
                </a:lnTo>
                <a:lnTo>
                  <a:pt x="1139140" y="76750"/>
                </a:lnTo>
                <a:lnTo>
                  <a:pt x="1139393" y="76281"/>
                </a:lnTo>
                <a:lnTo>
                  <a:pt x="1139652" y="75814"/>
                </a:lnTo>
                <a:lnTo>
                  <a:pt x="1139917" y="75351"/>
                </a:lnTo>
                <a:lnTo>
                  <a:pt x="1140188" y="74890"/>
                </a:lnTo>
                <a:lnTo>
                  <a:pt x="1140466" y="74433"/>
                </a:lnTo>
                <a:lnTo>
                  <a:pt x="1140749" y="73979"/>
                </a:lnTo>
                <a:lnTo>
                  <a:pt x="1141039" y="73529"/>
                </a:lnTo>
                <a:lnTo>
                  <a:pt x="1141335" y="73081"/>
                </a:lnTo>
                <a:lnTo>
                  <a:pt x="1141637" y="72637"/>
                </a:lnTo>
                <a:lnTo>
                  <a:pt x="1141945" y="72196"/>
                </a:lnTo>
                <a:lnTo>
                  <a:pt x="1142259" y="71758"/>
                </a:lnTo>
                <a:lnTo>
                  <a:pt x="1142580" y="71323"/>
                </a:lnTo>
                <a:lnTo>
                  <a:pt x="1142907" y="70891"/>
                </a:lnTo>
                <a:lnTo>
                  <a:pt x="1143240" y="70463"/>
                </a:lnTo>
                <a:lnTo>
                  <a:pt x="1143579" y="70038"/>
                </a:lnTo>
                <a:lnTo>
                  <a:pt x="1143924" y="69615"/>
                </a:lnTo>
                <a:lnTo>
                  <a:pt x="1144275" y="69196"/>
                </a:lnTo>
                <a:lnTo>
                  <a:pt x="1144634" y="68783"/>
                </a:lnTo>
                <a:lnTo>
                  <a:pt x="1145000" y="68375"/>
                </a:lnTo>
                <a:lnTo>
                  <a:pt x="1145373" y="67975"/>
                </a:lnTo>
                <a:lnTo>
                  <a:pt x="1145755" y="67581"/>
                </a:lnTo>
                <a:lnTo>
                  <a:pt x="1146144" y="67194"/>
                </a:lnTo>
                <a:lnTo>
                  <a:pt x="1146540" y="66814"/>
                </a:lnTo>
                <a:lnTo>
                  <a:pt x="1146945" y="66440"/>
                </a:lnTo>
                <a:lnTo>
                  <a:pt x="1147357" y="66073"/>
                </a:lnTo>
                <a:lnTo>
                  <a:pt x="1147776" y="65713"/>
                </a:lnTo>
                <a:lnTo>
                  <a:pt x="1148204" y="65360"/>
                </a:lnTo>
                <a:lnTo>
                  <a:pt x="1148639" y="65013"/>
                </a:lnTo>
                <a:lnTo>
                  <a:pt x="1149081" y="64673"/>
                </a:lnTo>
                <a:lnTo>
                  <a:pt x="1149532" y="64340"/>
                </a:lnTo>
                <a:lnTo>
                  <a:pt x="1149990" y="64013"/>
                </a:lnTo>
                <a:lnTo>
                  <a:pt x="1150455" y="63694"/>
                </a:lnTo>
                <a:lnTo>
                  <a:pt x="1150929" y="63381"/>
                </a:lnTo>
                <a:lnTo>
                  <a:pt x="1151410" y="63074"/>
                </a:lnTo>
                <a:lnTo>
                  <a:pt x="1151898" y="62775"/>
                </a:lnTo>
                <a:lnTo>
                  <a:pt x="1152395" y="62482"/>
                </a:lnTo>
                <a:lnTo>
                  <a:pt x="1152899" y="62196"/>
                </a:lnTo>
                <a:lnTo>
                  <a:pt x="1153410" y="61917"/>
                </a:lnTo>
                <a:lnTo>
                  <a:pt x="1153930" y="61644"/>
                </a:lnTo>
                <a:lnTo>
                  <a:pt x="1154457" y="61378"/>
                </a:lnTo>
                <a:lnTo>
                  <a:pt x="1154991" y="61119"/>
                </a:lnTo>
                <a:lnTo>
                  <a:pt x="1155535" y="60869"/>
                </a:lnTo>
                <a:lnTo>
                  <a:pt x="1156088" y="60629"/>
                </a:lnTo>
                <a:lnTo>
                  <a:pt x="1156651" y="60400"/>
                </a:lnTo>
                <a:lnTo>
                  <a:pt x="1157223" y="60181"/>
                </a:lnTo>
                <a:lnTo>
                  <a:pt x="1157805" y="59973"/>
                </a:lnTo>
                <a:lnTo>
                  <a:pt x="1158397" y="59776"/>
                </a:lnTo>
                <a:lnTo>
                  <a:pt x="1158999" y="59590"/>
                </a:lnTo>
                <a:lnTo>
                  <a:pt x="1159611" y="59414"/>
                </a:lnTo>
                <a:lnTo>
                  <a:pt x="1160232" y="59249"/>
                </a:lnTo>
                <a:lnTo>
                  <a:pt x="1160863" y="59094"/>
                </a:lnTo>
                <a:lnTo>
                  <a:pt x="1161503" y="58950"/>
                </a:lnTo>
                <a:lnTo>
                  <a:pt x="1162153" y="58817"/>
                </a:lnTo>
                <a:lnTo>
                  <a:pt x="1162813" y="58694"/>
                </a:lnTo>
                <a:lnTo>
                  <a:pt x="1163483" y="58583"/>
                </a:lnTo>
                <a:lnTo>
                  <a:pt x="1164163" y="58481"/>
                </a:lnTo>
                <a:lnTo>
                  <a:pt x="1164852" y="58391"/>
                </a:lnTo>
                <a:lnTo>
                  <a:pt x="1165551" y="58311"/>
                </a:lnTo>
                <a:lnTo>
                  <a:pt x="1166259" y="58241"/>
                </a:lnTo>
                <a:lnTo>
                  <a:pt x="1166978" y="58183"/>
                </a:lnTo>
                <a:lnTo>
                  <a:pt x="1167706" y="58135"/>
                </a:lnTo>
                <a:lnTo>
                  <a:pt x="1168444" y="58098"/>
                </a:lnTo>
                <a:lnTo>
                  <a:pt x="1169191" y="58071"/>
                </a:lnTo>
                <a:lnTo>
                  <a:pt x="1169948" y="58055"/>
                </a:lnTo>
                <a:lnTo>
                  <a:pt x="1170715" y="58050"/>
                </a:lnTo>
                <a:lnTo>
                  <a:pt x="1171465" y="58056"/>
                </a:lnTo>
                <a:lnTo>
                  <a:pt x="1172205" y="58075"/>
                </a:lnTo>
                <a:lnTo>
                  <a:pt x="1172937" y="58107"/>
                </a:lnTo>
                <a:lnTo>
                  <a:pt x="1173659" y="58151"/>
                </a:lnTo>
                <a:lnTo>
                  <a:pt x="1174373" y="58209"/>
                </a:lnTo>
                <a:lnTo>
                  <a:pt x="1175077" y="58279"/>
                </a:lnTo>
                <a:lnTo>
                  <a:pt x="1175773" y="58361"/>
                </a:lnTo>
                <a:lnTo>
                  <a:pt x="1176459" y="58457"/>
                </a:lnTo>
                <a:lnTo>
                  <a:pt x="1177137" y="58565"/>
                </a:lnTo>
                <a:lnTo>
                  <a:pt x="1177806" y="58685"/>
                </a:lnTo>
                <a:lnTo>
                  <a:pt x="1178465" y="58819"/>
                </a:lnTo>
                <a:lnTo>
                  <a:pt x="1179116" y="58965"/>
                </a:lnTo>
                <a:lnTo>
                  <a:pt x="1179758" y="59124"/>
                </a:lnTo>
                <a:lnTo>
                  <a:pt x="1180390" y="59296"/>
                </a:lnTo>
                <a:lnTo>
                  <a:pt x="1181014" y="59480"/>
                </a:lnTo>
                <a:lnTo>
                  <a:pt x="1181629" y="59677"/>
                </a:lnTo>
                <a:lnTo>
                  <a:pt x="1182235" y="59887"/>
                </a:lnTo>
                <a:lnTo>
                  <a:pt x="1182832" y="60109"/>
                </a:lnTo>
                <a:lnTo>
                  <a:pt x="1183419" y="60345"/>
                </a:lnTo>
                <a:lnTo>
                  <a:pt x="1183998" y="60593"/>
                </a:lnTo>
                <a:lnTo>
                  <a:pt x="1184568" y="60853"/>
                </a:lnTo>
                <a:lnTo>
                  <a:pt x="1185129" y="61127"/>
                </a:lnTo>
                <a:lnTo>
                  <a:pt x="1185681" y="61413"/>
                </a:lnTo>
                <a:lnTo>
                  <a:pt x="1186224" y="61711"/>
                </a:lnTo>
                <a:lnTo>
                  <a:pt x="1186759" y="62022"/>
                </a:lnTo>
                <a:lnTo>
                  <a:pt x="1187285" y="62342"/>
                </a:lnTo>
                <a:lnTo>
                  <a:pt x="1187803" y="62671"/>
                </a:lnTo>
                <a:lnTo>
                  <a:pt x="1188314" y="63011"/>
                </a:lnTo>
                <a:lnTo>
                  <a:pt x="1188816" y="63361"/>
                </a:lnTo>
                <a:lnTo>
                  <a:pt x="1189310" y="63721"/>
                </a:lnTo>
                <a:lnTo>
                  <a:pt x="1189797" y="64090"/>
                </a:lnTo>
                <a:lnTo>
                  <a:pt x="1190275" y="64470"/>
                </a:lnTo>
                <a:lnTo>
                  <a:pt x="1190745" y="64859"/>
                </a:lnTo>
                <a:lnTo>
                  <a:pt x="1191207" y="65258"/>
                </a:lnTo>
                <a:lnTo>
                  <a:pt x="1191661" y="65668"/>
                </a:lnTo>
                <a:lnTo>
                  <a:pt x="1192107" y="66087"/>
                </a:lnTo>
                <a:lnTo>
                  <a:pt x="1192545" y="66516"/>
                </a:lnTo>
                <a:lnTo>
                  <a:pt x="1192975" y="66955"/>
                </a:lnTo>
                <a:lnTo>
                  <a:pt x="1193397" y="67403"/>
                </a:lnTo>
                <a:lnTo>
                  <a:pt x="1193811" y="67862"/>
                </a:lnTo>
                <a:lnTo>
                  <a:pt x="1194217" y="68331"/>
                </a:lnTo>
                <a:lnTo>
                  <a:pt x="1194614" y="68809"/>
                </a:lnTo>
                <a:lnTo>
                  <a:pt x="1195004" y="69298"/>
                </a:lnTo>
                <a:lnTo>
                  <a:pt x="1195386" y="69796"/>
                </a:lnTo>
                <a:lnTo>
                  <a:pt x="1195760" y="70305"/>
                </a:lnTo>
                <a:lnTo>
                  <a:pt x="1196125" y="70823"/>
                </a:lnTo>
                <a:lnTo>
                  <a:pt x="1196483" y="71351"/>
                </a:lnTo>
                <a:lnTo>
                  <a:pt x="1196832" y="71889"/>
                </a:lnTo>
                <a:lnTo>
                  <a:pt x="1197174" y="72436"/>
                </a:lnTo>
                <a:lnTo>
                  <a:pt x="1197508" y="72990"/>
                </a:lnTo>
                <a:lnTo>
                  <a:pt x="1197835" y="73552"/>
                </a:lnTo>
                <a:lnTo>
                  <a:pt x="1198153" y="74122"/>
                </a:lnTo>
                <a:lnTo>
                  <a:pt x="1198464" y="74700"/>
                </a:lnTo>
                <a:lnTo>
                  <a:pt x="1198768" y="75285"/>
                </a:lnTo>
                <a:lnTo>
                  <a:pt x="1199063" y="75878"/>
                </a:lnTo>
                <a:lnTo>
                  <a:pt x="1199351" y="76478"/>
                </a:lnTo>
                <a:lnTo>
                  <a:pt x="1199632" y="77086"/>
                </a:lnTo>
                <a:lnTo>
                  <a:pt x="1199904" y="77702"/>
                </a:lnTo>
                <a:lnTo>
                  <a:pt x="1200169" y="78326"/>
                </a:lnTo>
                <a:lnTo>
                  <a:pt x="1200427" y="78957"/>
                </a:lnTo>
                <a:lnTo>
                  <a:pt x="1200677" y="79595"/>
                </a:lnTo>
                <a:lnTo>
                  <a:pt x="1200919" y="80242"/>
                </a:lnTo>
                <a:lnTo>
                  <a:pt x="1201153" y="80896"/>
                </a:lnTo>
                <a:lnTo>
                  <a:pt x="1201380" y="81558"/>
                </a:lnTo>
                <a:lnTo>
                  <a:pt x="1201599" y="82227"/>
                </a:lnTo>
                <a:lnTo>
                  <a:pt x="1201810" y="82905"/>
                </a:lnTo>
                <a:lnTo>
                  <a:pt x="1202014" y="83589"/>
                </a:lnTo>
                <a:lnTo>
                  <a:pt x="1202210" y="84282"/>
                </a:lnTo>
                <a:lnTo>
                  <a:pt x="1202398" y="84982"/>
                </a:lnTo>
                <a:lnTo>
                  <a:pt x="1202579" y="85690"/>
                </a:lnTo>
                <a:lnTo>
                  <a:pt x="1202752" y="86405"/>
                </a:lnTo>
                <a:lnTo>
                  <a:pt x="1202917" y="87128"/>
                </a:lnTo>
                <a:lnTo>
                  <a:pt x="1203076" y="87858"/>
                </a:lnTo>
                <a:lnTo>
                  <a:pt x="1203227" y="88593"/>
                </a:lnTo>
                <a:lnTo>
                  <a:pt x="1203372" y="89333"/>
                </a:lnTo>
                <a:lnTo>
                  <a:pt x="1203510" y="90078"/>
                </a:lnTo>
                <a:lnTo>
                  <a:pt x="1203641" y="90829"/>
                </a:lnTo>
                <a:lnTo>
                  <a:pt x="1203766" y="91584"/>
                </a:lnTo>
                <a:lnTo>
                  <a:pt x="1203883" y="92345"/>
                </a:lnTo>
                <a:lnTo>
                  <a:pt x="1203994" y="93112"/>
                </a:lnTo>
                <a:lnTo>
                  <a:pt x="1204099" y="93883"/>
                </a:lnTo>
                <a:lnTo>
                  <a:pt x="1204196" y="94660"/>
                </a:lnTo>
                <a:lnTo>
                  <a:pt x="1204287" y="95442"/>
                </a:lnTo>
                <a:lnTo>
                  <a:pt x="1204371" y="96229"/>
                </a:lnTo>
                <a:lnTo>
                  <a:pt x="1204449" y="97021"/>
                </a:lnTo>
                <a:lnTo>
                  <a:pt x="1204519" y="97819"/>
                </a:lnTo>
                <a:lnTo>
                  <a:pt x="1204583" y="98622"/>
                </a:lnTo>
                <a:lnTo>
                  <a:pt x="1204641" y="99430"/>
                </a:lnTo>
                <a:lnTo>
                  <a:pt x="1204691" y="100243"/>
                </a:lnTo>
                <a:lnTo>
                  <a:pt x="1204735" y="101062"/>
                </a:lnTo>
                <a:lnTo>
                  <a:pt x="1204772" y="101886"/>
                </a:lnTo>
                <a:lnTo>
                  <a:pt x="1204802" y="102715"/>
                </a:lnTo>
                <a:lnTo>
                  <a:pt x="1204826" y="103549"/>
                </a:lnTo>
                <a:lnTo>
                  <a:pt x="1204843" y="104389"/>
                </a:lnTo>
                <a:lnTo>
                  <a:pt x="1204853" y="105233"/>
                </a:lnTo>
                <a:lnTo>
                  <a:pt x="1204856" y="106083"/>
                </a:lnTo>
                <a:lnTo>
                  <a:pt x="1204856" y="108345"/>
                </a:lnTo>
                <a:lnTo>
                  <a:pt x="1204853" y="109186"/>
                </a:lnTo>
                <a:lnTo>
                  <a:pt x="1204842" y="110023"/>
                </a:lnTo>
                <a:lnTo>
                  <a:pt x="1204825" y="110854"/>
                </a:lnTo>
                <a:lnTo>
                  <a:pt x="1204801" y="111681"/>
                </a:lnTo>
                <a:lnTo>
                  <a:pt x="1204770" y="112502"/>
                </a:lnTo>
                <a:lnTo>
                  <a:pt x="1204731" y="113319"/>
                </a:lnTo>
                <a:lnTo>
                  <a:pt x="1204686" y="114131"/>
                </a:lnTo>
                <a:lnTo>
                  <a:pt x="1204635" y="114939"/>
                </a:lnTo>
                <a:lnTo>
                  <a:pt x="1204576" y="115741"/>
                </a:lnTo>
                <a:lnTo>
                  <a:pt x="1204510" y="116538"/>
                </a:lnTo>
                <a:lnTo>
                  <a:pt x="1204437" y="117331"/>
                </a:lnTo>
                <a:lnTo>
                  <a:pt x="1204358" y="118119"/>
                </a:lnTo>
                <a:lnTo>
                  <a:pt x="1204271" y="118902"/>
                </a:lnTo>
                <a:lnTo>
                  <a:pt x="1204178" y="119680"/>
                </a:lnTo>
                <a:lnTo>
                  <a:pt x="1204078" y="120453"/>
                </a:lnTo>
                <a:lnTo>
                  <a:pt x="1203970" y="121221"/>
                </a:lnTo>
                <a:lnTo>
                  <a:pt x="1203856" y="121984"/>
                </a:lnTo>
                <a:lnTo>
                  <a:pt x="1203735" y="122743"/>
                </a:lnTo>
                <a:lnTo>
                  <a:pt x="1203607" y="123497"/>
                </a:lnTo>
                <a:lnTo>
                  <a:pt x="1203472" y="124246"/>
                </a:lnTo>
                <a:lnTo>
                  <a:pt x="1203331" y="124990"/>
                </a:lnTo>
                <a:lnTo>
                  <a:pt x="1203182" y="125729"/>
                </a:lnTo>
                <a:lnTo>
                  <a:pt x="1203026" y="126463"/>
                </a:lnTo>
                <a:lnTo>
                  <a:pt x="1202864" y="127192"/>
                </a:lnTo>
                <a:lnTo>
                  <a:pt x="1202694" y="127915"/>
                </a:lnTo>
                <a:lnTo>
                  <a:pt x="1202517" y="128631"/>
                </a:lnTo>
                <a:lnTo>
                  <a:pt x="1202332" y="129339"/>
                </a:lnTo>
                <a:lnTo>
                  <a:pt x="1202140" y="130039"/>
                </a:lnTo>
                <a:lnTo>
                  <a:pt x="1201940" y="130731"/>
                </a:lnTo>
                <a:lnTo>
                  <a:pt x="1201733" y="131416"/>
                </a:lnTo>
                <a:lnTo>
                  <a:pt x="1201518" y="132093"/>
                </a:lnTo>
                <a:lnTo>
                  <a:pt x="1201296" y="132763"/>
                </a:lnTo>
                <a:lnTo>
                  <a:pt x="1201066" y="133425"/>
                </a:lnTo>
                <a:lnTo>
                  <a:pt x="1200829" y="134079"/>
                </a:lnTo>
                <a:lnTo>
                  <a:pt x="1200585" y="134725"/>
                </a:lnTo>
                <a:lnTo>
                  <a:pt x="1200333" y="135364"/>
                </a:lnTo>
                <a:lnTo>
                  <a:pt x="1200073" y="135995"/>
                </a:lnTo>
                <a:lnTo>
                  <a:pt x="1199806" y="136619"/>
                </a:lnTo>
                <a:lnTo>
                  <a:pt x="1199532" y="137234"/>
                </a:lnTo>
                <a:lnTo>
                  <a:pt x="1199250" y="137843"/>
                </a:lnTo>
                <a:lnTo>
                  <a:pt x="1198960" y="138443"/>
                </a:lnTo>
                <a:lnTo>
                  <a:pt x="1198663" y="139036"/>
                </a:lnTo>
                <a:lnTo>
                  <a:pt x="1198359" y="139621"/>
                </a:lnTo>
                <a:lnTo>
                  <a:pt x="1198047" y="140198"/>
                </a:lnTo>
                <a:lnTo>
                  <a:pt x="1197728" y="140768"/>
                </a:lnTo>
                <a:lnTo>
                  <a:pt x="1197401" y="141330"/>
                </a:lnTo>
                <a:lnTo>
                  <a:pt x="1197067" y="141885"/>
                </a:lnTo>
                <a:lnTo>
                  <a:pt x="1196725" y="142432"/>
                </a:lnTo>
                <a:lnTo>
                  <a:pt x="1196375" y="142970"/>
                </a:lnTo>
                <a:lnTo>
                  <a:pt x="1196018" y="143497"/>
                </a:lnTo>
                <a:lnTo>
                  <a:pt x="1195653" y="144015"/>
                </a:lnTo>
                <a:lnTo>
                  <a:pt x="1195280" y="144523"/>
                </a:lnTo>
                <a:lnTo>
                  <a:pt x="1194899" y="145020"/>
                </a:lnTo>
                <a:lnTo>
                  <a:pt x="1194510" y="145508"/>
                </a:lnTo>
                <a:lnTo>
                  <a:pt x="1194114" y="145985"/>
                </a:lnTo>
                <a:lnTo>
                  <a:pt x="1193709" y="146452"/>
                </a:lnTo>
                <a:lnTo>
                  <a:pt x="1193297" y="146910"/>
                </a:lnTo>
                <a:lnTo>
                  <a:pt x="1192877" y="147357"/>
                </a:lnTo>
                <a:lnTo>
                  <a:pt x="1192449" y="147794"/>
                </a:lnTo>
                <a:lnTo>
                  <a:pt x="1192013" y="148220"/>
                </a:lnTo>
                <a:lnTo>
                  <a:pt x="1191569" y="148637"/>
                </a:lnTo>
                <a:lnTo>
                  <a:pt x="1191118" y="149044"/>
                </a:lnTo>
                <a:lnTo>
                  <a:pt x="1190658" y="149441"/>
                </a:lnTo>
                <a:lnTo>
                  <a:pt x="1190191" y="149827"/>
                </a:lnTo>
                <a:lnTo>
                  <a:pt x="1189716" y="150203"/>
                </a:lnTo>
                <a:lnTo>
                  <a:pt x="1189233" y="150570"/>
                </a:lnTo>
                <a:lnTo>
                  <a:pt x="1188742" y="150926"/>
                </a:lnTo>
                <a:lnTo>
                  <a:pt x="1188243" y="151272"/>
                </a:lnTo>
                <a:lnTo>
                  <a:pt x="1187737" y="151608"/>
                </a:lnTo>
                <a:lnTo>
                  <a:pt x="1187223" y="151934"/>
                </a:lnTo>
                <a:lnTo>
                  <a:pt x="1186700" y="152250"/>
                </a:lnTo>
                <a:lnTo>
                  <a:pt x="1186170" y="152555"/>
                </a:lnTo>
                <a:lnTo>
                  <a:pt x="1185632" y="152850"/>
                </a:lnTo>
                <a:lnTo>
                  <a:pt x="1185085" y="153132"/>
                </a:lnTo>
                <a:lnTo>
                  <a:pt x="1184530" y="153401"/>
                </a:lnTo>
                <a:lnTo>
                  <a:pt x="1183967" y="153658"/>
                </a:lnTo>
                <a:lnTo>
                  <a:pt x="1183395" y="153902"/>
                </a:lnTo>
                <a:lnTo>
                  <a:pt x="1182815" y="154134"/>
                </a:lnTo>
                <a:lnTo>
                  <a:pt x="1182226" y="154353"/>
                </a:lnTo>
                <a:lnTo>
                  <a:pt x="1181629" y="154560"/>
                </a:lnTo>
                <a:lnTo>
                  <a:pt x="1181023" y="154754"/>
                </a:lnTo>
                <a:lnTo>
                  <a:pt x="1180409" y="154936"/>
                </a:lnTo>
                <a:lnTo>
                  <a:pt x="1179787" y="155105"/>
                </a:lnTo>
                <a:lnTo>
                  <a:pt x="1179156" y="155261"/>
                </a:lnTo>
                <a:lnTo>
                  <a:pt x="1178517" y="155405"/>
                </a:lnTo>
                <a:lnTo>
                  <a:pt x="1177870" y="155537"/>
                </a:lnTo>
                <a:lnTo>
                  <a:pt x="1177214" y="155656"/>
                </a:lnTo>
                <a:lnTo>
                  <a:pt x="1176549" y="155762"/>
                </a:lnTo>
                <a:lnTo>
                  <a:pt x="1175876" y="155856"/>
                </a:lnTo>
                <a:lnTo>
                  <a:pt x="1175195" y="155938"/>
                </a:lnTo>
                <a:lnTo>
                  <a:pt x="1174505" y="156007"/>
                </a:lnTo>
                <a:lnTo>
                  <a:pt x="1173807" y="156063"/>
                </a:lnTo>
                <a:lnTo>
                  <a:pt x="1173101" y="156107"/>
                </a:lnTo>
                <a:lnTo>
                  <a:pt x="1172386" y="156138"/>
                </a:lnTo>
                <a:lnTo>
                  <a:pt x="1171663" y="156157"/>
                </a:lnTo>
                <a:lnTo>
                  <a:pt x="1170931" y="156163"/>
                </a:lnTo>
                <a:lnTo>
                  <a:pt x="1170021" y="156156"/>
                </a:lnTo>
                <a:lnTo>
                  <a:pt x="1169124" y="156133"/>
                </a:lnTo>
                <a:lnTo>
                  <a:pt x="1168238" y="156095"/>
                </a:lnTo>
                <a:lnTo>
                  <a:pt x="1167363" y="156042"/>
                </a:lnTo>
                <a:lnTo>
                  <a:pt x="1166501" y="155974"/>
                </a:lnTo>
                <a:lnTo>
                  <a:pt x="1165650" y="155891"/>
                </a:lnTo>
                <a:lnTo>
                  <a:pt x="1164811" y="155792"/>
                </a:lnTo>
                <a:lnTo>
                  <a:pt x="1163984" y="155679"/>
                </a:lnTo>
                <a:lnTo>
                  <a:pt x="1163169" y="155550"/>
                </a:lnTo>
                <a:lnTo>
                  <a:pt x="1162365" y="155406"/>
                </a:lnTo>
                <a:lnTo>
                  <a:pt x="1161574" y="155247"/>
                </a:lnTo>
                <a:lnTo>
                  <a:pt x="1160794" y="155073"/>
                </a:lnTo>
                <a:lnTo>
                  <a:pt x="1160026" y="154884"/>
                </a:lnTo>
                <a:lnTo>
                  <a:pt x="1159269" y="154679"/>
                </a:lnTo>
                <a:lnTo>
                  <a:pt x="1158524" y="154459"/>
                </a:lnTo>
                <a:lnTo>
                  <a:pt x="1157792" y="154225"/>
                </a:lnTo>
                <a:lnTo>
                  <a:pt x="1157071" y="153975"/>
                </a:lnTo>
                <a:lnTo>
                  <a:pt x="1156361" y="153710"/>
                </a:lnTo>
                <a:lnTo>
                  <a:pt x="1155664" y="153430"/>
                </a:lnTo>
                <a:lnTo>
                  <a:pt x="1154978" y="153134"/>
                </a:lnTo>
                <a:lnTo>
                  <a:pt x="1154304" y="152824"/>
                </a:lnTo>
                <a:lnTo>
                  <a:pt x="1153642" y="152498"/>
                </a:lnTo>
                <a:lnTo>
                  <a:pt x="1152991" y="152157"/>
                </a:lnTo>
                <a:lnTo>
                  <a:pt x="1152353" y="151801"/>
                </a:lnTo>
                <a:lnTo>
                  <a:pt x="1151725" y="151433"/>
                </a:lnTo>
                <a:lnTo>
                  <a:pt x="1151109" y="151056"/>
                </a:lnTo>
                <a:lnTo>
                  <a:pt x="1150503" y="150669"/>
                </a:lnTo>
                <a:lnTo>
                  <a:pt x="1149907" y="150273"/>
                </a:lnTo>
                <a:lnTo>
                  <a:pt x="1149322" y="149867"/>
                </a:lnTo>
                <a:lnTo>
                  <a:pt x="1148748" y="149452"/>
                </a:lnTo>
                <a:lnTo>
                  <a:pt x="1148185" y="149028"/>
                </a:lnTo>
                <a:lnTo>
                  <a:pt x="1147632" y="148594"/>
                </a:lnTo>
                <a:lnTo>
                  <a:pt x="1147090" y="148151"/>
                </a:lnTo>
                <a:lnTo>
                  <a:pt x="1146558" y="147699"/>
                </a:lnTo>
                <a:lnTo>
                  <a:pt x="1146038" y="147238"/>
                </a:lnTo>
                <a:lnTo>
                  <a:pt x="1145527" y="146767"/>
                </a:lnTo>
                <a:lnTo>
                  <a:pt x="1145028" y="146286"/>
                </a:lnTo>
                <a:lnTo>
                  <a:pt x="1144539" y="145797"/>
                </a:lnTo>
                <a:lnTo>
                  <a:pt x="1144061" y="145297"/>
                </a:lnTo>
                <a:lnTo>
                  <a:pt x="1143593" y="144789"/>
                </a:lnTo>
                <a:lnTo>
                  <a:pt x="1143136" y="144271"/>
                </a:lnTo>
                <a:lnTo>
                  <a:pt x="1142690" y="143744"/>
                </a:lnTo>
                <a:lnTo>
                  <a:pt x="1142255" y="143208"/>
                </a:lnTo>
                <a:lnTo>
                  <a:pt x="1141830" y="142662"/>
                </a:lnTo>
                <a:lnTo>
                  <a:pt x="1141415" y="142107"/>
                </a:lnTo>
                <a:lnTo>
                  <a:pt x="1141012" y="141542"/>
                </a:lnTo>
                <a:lnTo>
                  <a:pt x="1140619" y="140969"/>
                </a:lnTo>
                <a:lnTo>
                  <a:pt x="1140237" y="140385"/>
                </a:lnTo>
                <a:lnTo>
                  <a:pt x="1139864" y="139796"/>
                </a:lnTo>
                <a:lnTo>
                  <a:pt x="1139502" y="139202"/>
                </a:lnTo>
                <a:lnTo>
                  <a:pt x="1139148" y="138604"/>
                </a:lnTo>
                <a:lnTo>
                  <a:pt x="1138804" y="138003"/>
                </a:lnTo>
                <a:lnTo>
                  <a:pt x="1138469" y="137397"/>
                </a:lnTo>
                <a:lnTo>
                  <a:pt x="1138143" y="136788"/>
                </a:lnTo>
                <a:lnTo>
                  <a:pt x="1137827" y="136174"/>
                </a:lnTo>
                <a:lnTo>
                  <a:pt x="1137520" y="135557"/>
                </a:lnTo>
                <a:lnTo>
                  <a:pt x="1137223" y="134936"/>
                </a:lnTo>
                <a:lnTo>
                  <a:pt x="1136935" y="134311"/>
                </a:lnTo>
                <a:lnTo>
                  <a:pt x="1136790" y="133985"/>
                </a:lnTo>
                <a:lnTo>
                  <a:pt x="1136790" y="82004"/>
                </a:lnTo>
                <a:lnTo>
                  <a:pt x="1136945" y="81605"/>
                </a:lnTo>
                <a:close/>
                <a:moveTo>
                  <a:pt x="1076929" y="150423"/>
                </a:moveTo>
                <a:lnTo>
                  <a:pt x="1076962" y="150890"/>
                </a:lnTo>
                <a:lnTo>
                  <a:pt x="1076997" y="151360"/>
                </a:lnTo>
                <a:lnTo>
                  <a:pt x="1077035" y="151831"/>
                </a:lnTo>
                <a:lnTo>
                  <a:pt x="1077075" y="152305"/>
                </a:lnTo>
                <a:lnTo>
                  <a:pt x="1077117" y="152781"/>
                </a:lnTo>
                <a:lnTo>
                  <a:pt x="1077162" y="153259"/>
                </a:lnTo>
                <a:lnTo>
                  <a:pt x="1077210" y="153739"/>
                </a:lnTo>
                <a:lnTo>
                  <a:pt x="1077259" y="154220"/>
                </a:lnTo>
                <a:lnTo>
                  <a:pt x="1077312" y="154704"/>
                </a:lnTo>
                <a:lnTo>
                  <a:pt x="1077366" y="155191"/>
                </a:lnTo>
                <a:lnTo>
                  <a:pt x="1077424" y="155679"/>
                </a:lnTo>
                <a:lnTo>
                  <a:pt x="1077483" y="156164"/>
                </a:lnTo>
                <a:lnTo>
                  <a:pt x="1077544" y="156643"/>
                </a:lnTo>
                <a:lnTo>
                  <a:pt x="1077608" y="157115"/>
                </a:lnTo>
                <a:lnTo>
                  <a:pt x="1077673" y="157580"/>
                </a:lnTo>
                <a:lnTo>
                  <a:pt x="1077741" y="158038"/>
                </a:lnTo>
                <a:lnTo>
                  <a:pt x="1077811" y="158489"/>
                </a:lnTo>
                <a:lnTo>
                  <a:pt x="1077882" y="158933"/>
                </a:lnTo>
                <a:lnTo>
                  <a:pt x="1077956" y="159370"/>
                </a:lnTo>
                <a:lnTo>
                  <a:pt x="1078032" y="159801"/>
                </a:lnTo>
                <a:lnTo>
                  <a:pt x="1078110" y="160224"/>
                </a:lnTo>
                <a:lnTo>
                  <a:pt x="1078190" y="160641"/>
                </a:lnTo>
                <a:lnTo>
                  <a:pt x="1078272" y="161050"/>
                </a:lnTo>
                <a:lnTo>
                  <a:pt x="1078356" y="161453"/>
                </a:lnTo>
                <a:lnTo>
                  <a:pt x="1078442" y="161848"/>
                </a:lnTo>
                <a:lnTo>
                  <a:pt x="1078530" y="162237"/>
                </a:lnTo>
                <a:lnTo>
                  <a:pt x="1078620" y="162619"/>
                </a:lnTo>
                <a:lnTo>
                  <a:pt x="1078712" y="162994"/>
                </a:lnTo>
                <a:lnTo>
                  <a:pt x="1078807" y="163362"/>
                </a:lnTo>
                <a:lnTo>
                  <a:pt x="1078903" y="163723"/>
                </a:lnTo>
                <a:lnTo>
                  <a:pt x="1079002" y="164078"/>
                </a:lnTo>
                <a:lnTo>
                  <a:pt x="1079102" y="164425"/>
                </a:lnTo>
                <a:lnTo>
                  <a:pt x="1079205" y="164765"/>
                </a:lnTo>
                <a:lnTo>
                  <a:pt x="1079309" y="165099"/>
                </a:lnTo>
                <a:lnTo>
                  <a:pt x="1079416" y="165425"/>
                </a:lnTo>
                <a:lnTo>
                  <a:pt x="1093201" y="165425"/>
                </a:lnTo>
                <a:lnTo>
                  <a:pt x="1093201" y="164025"/>
                </a:lnTo>
                <a:lnTo>
                  <a:pt x="1093059" y="163680"/>
                </a:lnTo>
                <a:lnTo>
                  <a:pt x="1092920" y="163327"/>
                </a:lnTo>
                <a:lnTo>
                  <a:pt x="1092783" y="162965"/>
                </a:lnTo>
                <a:lnTo>
                  <a:pt x="1092649" y="162595"/>
                </a:lnTo>
                <a:lnTo>
                  <a:pt x="1092518" y="162217"/>
                </a:lnTo>
                <a:lnTo>
                  <a:pt x="1092390" y="161831"/>
                </a:lnTo>
                <a:lnTo>
                  <a:pt x="1092265" y="161436"/>
                </a:lnTo>
                <a:lnTo>
                  <a:pt x="1092142" y="161034"/>
                </a:lnTo>
                <a:lnTo>
                  <a:pt x="1092023" y="160623"/>
                </a:lnTo>
                <a:lnTo>
                  <a:pt x="1091906" y="160203"/>
                </a:lnTo>
                <a:lnTo>
                  <a:pt x="1091792" y="159776"/>
                </a:lnTo>
                <a:lnTo>
                  <a:pt x="1091680" y="159340"/>
                </a:lnTo>
                <a:lnTo>
                  <a:pt x="1091572" y="158897"/>
                </a:lnTo>
                <a:lnTo>
                  <a:pt x="1091466" y="158444"/>
                </a:lnTo>
                <a:lnTo>
                  <a:pt x="1091363" y="157984"/>
                </a:lnTo>
                <a:lnTo>
                  <a:pt x="1091263" y="157515"/>
                </a:lnTo>
                <a:lnTo>
                  <a:pt x="1091166" y="157039"/>
                </a:lnTo>
                <a:lnTo>
                  <a:pt x="1091071" y="156554"/>
                </a:lnTo>
                <a:lnTo>
                  <a:pt x="1090979" y="156060"/>
                </a:lnTo>
                <a:lnTo>
                  <a:pt x="1090890" y="155559"/>
                </a:lnTo>
                <a:lnTo>
                  <a:pt x="1090804" y="155049"/>
                </a:lnTo>
                <a:lnTo>
                  <a:pt x="1090721" y="154531"/>
                </a:lnTo>
                <a:lnTo>
                  <a:pt x="1090640" y="154005"/>
                </a:lnTo>
                <a:lnTo>
                  <a:pt x="1090563" y="153471"/>
                </a:lnTo>
                <a:lnTo>
                  <a:pt x="1090488" y="152933"/>
                </a:lnTo>
                <a:lnTo>
                  <a:pt x="1090417" y="152397"/>
                </a:lnTo>
                <a:lnTo>
                  <a:pt x="1090348" y="151862"/>
                </a:lnTo>
                <a:lnTo>
                  <a:pt x="1090283" y="151329"/>
                </a:lnTo>
                <a:lnTo>
                  <a:pt x="1090221" y="150797"/>
                </a:lnTo>
                <a:lnTo>
                  <a:pt x="1090162" y="150267"/>
                </a:lnTo>
                <a:lnTo>
                  <a:pt x="1090107" y="149738"/>
                </a:lnTo>
                <a:lnTo>
                  <a:pt x="1090054" y="149211"/>
                </a:lnTo>
                <a:lnTo>
                  <a:pt x="1090005" y="148685"/>
                </a:lnTo>
                <a:lnTo>
                  <a:pt x="1089959" y="148161"/>
                </a:lnTo>
                <a:lnTo>
                  <a:pt x="1089916" y="147638"/>
                </a:lnTo>
                <a:lnTo>
                  <a:pt x="1089876" y="147117"/>
                </a:lnTo>
                <a:lnTo>
                  <a:pt x="1089840" y="146597"/>
                </a:lnTo>
                <a:lnTo>
                  <a:pt x="1089806" y="146078"/>
                </a:lnTo>
                <a:lnTo>
                  <a:pt x="1089776" y="145562"/>
                </a:lnTo>
                <a:lnTo>
                  <a:pt x="1089749" y="145046"/>
                </a:lnTo>
                <a:lnTo>
                  <a:pt x="1089725" y="144533"/>
                </a:lnTo>
                <a:lnTo>
                  <a:pt x="1089705" y="144020"/>
                </a:lnTo>
                <a:lnTo>
                  <a:pt x="1089687" y="143509"/>
                </a:lnTo>
                <a:lnTo>
                  <a:pt x="1089673" y="143000"/>
                </a:lnTo>
                <a:lnTo>
                  <a:pt x="1089662" y="142492"/>
                </a:lnTo>
                <a:lnTo>
                  <a:pt x="1089654" y="141986"/>
                </a:lnTo>
                <a:lnTo>
                  <a:pt x="1089649" y="141481"/>
                </a:lnTo>
                <a:lnTo>
                  <a:pt x="1089647" y="140978"/>
                </a:lnTo>
                <a:lnTo>
                  <a:pt x="1089647" y="84651"/>
                </a:lnTo>
                <a:lnTo>
                  <a:pt x="1089638" y="83600"/>
                </a:lnTo>
                <a:lnTo>
                  <a:pt x="1089610" y="82563"/>
                </a:lnTo>
                <a:lnTo>
                  <a:pt x="1089562" y="81541"/>
                </a:lnTo>
                <a:lnTo>
                  <a:pt x="1089496" y="80535"/>
                </a:lnTo>
                <a:lnTo>
                  <a:pt x="1089411" y="79543"/>
                </a:lnTo>
                <a:lnTo>
                  <a:pt x="1089307" y="78566"/>
                </a:lnTo>
                <a:lnTo>
                  <a:pt x="1089185" y="77604"/>
                </a:lnTo>
                <a:lnTo>
                  <a:pt x="1089043" y="76658"/>
                </a:lnTo>
                <a:lnTo>
                  <a:pt x="1088883" y="75726"/>
                </a:lnTo>
                <a:lnTo>
                  <a:pt x="1088703" y="74809"/>
                </a:lnTo>
                <a:lnTo>
                  <a:pt x="1088505" y="73907"/>
                </a:lnTo>
                <a:lnTo>
                  <a:pt x="1088288" y="73020"/>
                </a:lnTo>
                <a:lnTo>
                  <a:pt x="1088052" y="72148"/>
                </a:lnTo>
                <a:lnTo>
                  <a:pt x="1087797" y="71291"/>
                </a:lnTo>
                <a:lnTo>
                  <a:pt x="1087523" y="70448"/>
                </a:lnTo>
                <a:lnTo>
                  <a:pt x="1087230" y="69621"/>
                </a:lnTo>
                <a:lnTo>
                  <a:pt x="1086919" y="68809"/>
                </a:lnTo>
                <a:lnTo>
                  <a:pt x="1086588" y="68012"/>
                </a:lnTo>
                <a:lnTo>
                  <a:pt x="1086239" y="67229"/>
                </a:lnTo>
                <a:lnTo>
                  <a:pt x="1085870" y="66462"/>
                </a:lnTo>
                <a:lnTo>
                  <a:pt x="1085483" y="65710"/>
                </a:lnTo>
                <a:lnTo>
                  <a:pt x="1085077" y="64972"/>
                </a:lnTo>
                <a:lnTo>
                  <a:pt x="1084652" y="64250"/>
                </a:lnTo>
                <a:lnTo>
                  <a:pt x="1084209" y="63542"/>
                </a:lnTo>
                <a:lnTo>
                  <a:pt x="1083748" y="62850"/>
                </a:lnTo>
                <a:lnTo>
                  <a:pt x="1083274" y="62171"/>
                </a:lnTo>
                <a:lnTo>
                  <a:pt x="1082785" y="61508"/>
                </a:lnTo>
                <a:lnTo>
                  <a:pt x="1082282" y="60859"/>
                </a:lnTo>
                <a:lnTo>
                  <a:pt x="1081765" y="60224"/>
                </a:lnTo>
                <a:lnTo>
                  <a:pt x="1081233" y="59605"/>
                </a:lnTo>
                <a:lnTo>
                  <a:pt x="1080688" y="58999"/>
                </a:lnTo>
                <a:lnTo>
                  <a:pt x="1080128" y="58409"/>
                </a:lnTo>
                <a:lnTo>
                  <a:pt x="1079554" y="57833"/>
                </a:lnTo>
                <a:lnTo>
                  <a:pt x="1078966" y="57271"/>
                </a:lnTo>
                <a:lnTo>
                  <a:pt x="1078363" y="56724"/>
                </a:lnTo>
                <a:lnTo>
                  <a:pt x="1077747" y="56192"/>
                </a:lnTo>
                <a:lnTo>
                  <a:pt x="1077116" y="55674"/>
                </a:lnTo>
                <a:lnTo>
                  <a:pt x="1076471" y="55171"/>
                </a:lnTo>
                <a:lnTo>
                  <a:pt x="1075811" y="54682"/>
                </a:lnTo>
                <a:lnTo>
                  <a:pt x="1075138" y="54208"/>
                </a:lnTo>
                <a:lnTo>
                  <a:pt x="1074450" y="53749"/>
                </a:lnTo>
                <a:lnTo>
                  <a:pt x="1073748" y="53304"/>
                </a:lnTo>
                <a:lnTo>
                  <a:pt x="1073032" y="52874"/>
                </a:lnTo>
                <a:lnTo>
                  <a:pt x="1072302" y="52458"/>
                </a:lnTo>
                <a:lnTo>
                  <a:pt x="1071557" y="52057"/>
                </a:lnTo>
                <a:lnTo>
                  <a:pt x="1070799" y="51671"/>
                </a:lnTo>
                <a:lnTo>
                  <a:pt x="1070026" y="51299"/>
                </a:lnTo>
                <a:lnTo>
                  <a:pt x="1069238" y="50942"/>
                </a:lnTo>
                <a:lnTo>
                  <a:pt x="1068439" y="50599"/>
                </a:lnTo>
                <a:lnTo>
                  <a:pt x="1067630" y="50271"/>
                </a:lnTo>
                <a:lnTo>
                  <a:pt x="1066811" y="49957"/>
                </a:lnTo>
                <a:lnTo>
                  <a:pt x="1065982" y="49658"/>
                </a:lnTo>
                <a:lnTo>
                  <a:pt x="1065143" y="49374"/>
                </a:lnTo>
                <a:lnTo>
                  <a:pt x="1064294" y="49104"/>
                </a:lnTo>
                <a:lnTo>
                  <a:pt x="1063436" y="48849"/>
                </a:lnTo>
                <a:lnTo>
                  <a:pt x="1062567" y="48608"/>
                </a:lnTo>
                <a:lnTo>
                  <a:pt x="1061689" y="48382"/>
                </a:lnTo>
                <a:lnTo>
                  <a:pt x="1060800" y="48171"/>
                </a:lnTo>
                <a:lnTo>
                  <a:pt x="1059902" y="47974"/>
                </a:lnTo>
                <a:lnTo>
                  <a:pt x="1058994" y="47791"/>
                </a:lnTo>
                <a:lnTo>
                  <a:pt x="1058075" y="47624"/>
                </a:lnTo>
                <a:lnTo>
                  <a:pt x="1057147" y="47470"/>
                </a:lnTo>
                <a:lnTo>
                  <a:pt x="1056209" y="47332"/>
                </a:lnTo>
                <a:lnTo>
                  <a:pt x="1055262" y="47208"/>
                </a:lnTo>
                <a:lnTo>
                  <a:pt x="1054304" y="47099"/>
                </a:lnTo>
                <a:lnTo>
                  <a:pt x="1053336" y="47004"/>
                </a:lnTo>
                <a:lnTo>
                  <a:pt x="1052358" y="46924"/>
                </a:lnTo>
                <a:lnTo>
                  <a:pt x="1051371" y="46858"/>
                </a:lnTo>
                <a:lnTo>
                  <a:pt x="1050373" y="46807"/>
                </a:lnTo>
                <a:lnTo>
                  <a:pt x="1049366" y="46770"/>
                </a:lnTo>
                <a:lnTo>
                  <a:pt x="1048349" y="46749"/>
                </a:lnTo>
                <a:lnTo>
                  <a:pt x="1047322" y="46741"/>
                </a:lnTo>
                <a:lnTo>
                  <a:pt x="1046490" y="46746"/>
                </a:lnTo>
                <a:lnTo>
                  <a:pt x="1045665" y="46761"/>
                </a:lnTo>
                <a:lnTo>
                  <a:pt x="1044845" y="46786"/>
                </a:lnTo>
                <a:lnTo>
                  <a:pt x="1044032" y="46821"/>
                </a:lnTo>
                <a:lnTo>
                  <a:pt x="1043226" y="46865"/>
                </a:lnTo>
                <a:lnTo>
                  <a:pt x="1042425" y="46920"/>
                </a:lnTo>
                <a:lnTo>
                  <a:pt x="1041630" y="46984"/>
                </a:lnTo>
                <a:lnTo>
                  <a:pt x="1040842" y="47058"/>
                </a:lnTo>
                <a:lnTo>
                  <a:pt x="1040060" y="47143"/>
                </a:lnTo>
                <a:lnTo>
                  <a:pt x="1039284" y="47237"/>
                </a:lnTo>
                <a:lnTo>
                  <a:pt x="1038514" y="47341"/>
                </a:lnTo>
                <a:lnTo>
                  <a:pt x="1037750" y="47455"/>
                </a:lnTo>
                <a:lnTo>
                  <a:pt x="1036992" y="47579"/>
                </a:lnTo>
                <a:lnTo>
                  <a:pt x="1036241" y="47712"/>
                </a:lnTo>
                <a:lnTo>
                  <a:pt x="1035496" y="47856"/>
                </a:lnTo>
                <a:lnTo>
                  <a:pt x="1034757" y="48010"/>
                </a:lnTo>
                <a:lnTo>
                  <a:pt x="1034024" y="48173"/>
                </a:lnTo>
                <a:lnTo>
                  <a:pt x="1033297" y="48347"/>
                </a:lnTo>
                <a:lnTo>
                  <a:pt x="1032577" y="48530"/>
                </a:lnTo>
                <a:lnTo>
                  <a:pt x="1031862" y="48723"/>
                </a:lnTo>
                <a:lnTo>
                  <a:pt x="1031154" y="48926"/>
                </a:lnTo>
                <a:lnTo>
                  <a:pt x="1030452" y="49139"/>
                </a:lnTo>
                <a:lnTo>
                  <a:pt x="1029756" y="49362"/>
                </a:lnTo>
                <a:lnTo>
                  <a:pt x="1029067" y="49595"/>
                </a:lnTo>
                <a:lnTo>
                  <a:pt x="1028384" y="49837"/>
                </a:lnTo>
                <a:lnTo>
                  <a:pt x="1027710" y="50085"/>
                </a:lnTo>
                <a:lnTo>
                  <a:pt x="1027043" y="50340"/>
                </a:lnTo>
                <a:lnTo>
                  <a:pt x="1026385" y="50602"/>
                </a:lnTo>
                <a:lnTo>
                  <a:pt x="1025734" y="50871"/>
                </a:lnTo>
                <a:lnTo>
                  <a:pt x="1025092" y="51147"/>
                </a:lnTo>
                <a:lnTo>
                  <a:pt x="1024458" y="51430"/>
                </a:lnTo>
                <a:lnTo>
                  <a:pt x="1023831" y="51719"/>
                </a:lnTo>
                <a:lnTo>
                  <a:pt x="1023213" y="52016"/>
                </a:lnTo>
                <a:lnTo>
                  <a:pt x="1022603" y="52320"/>
                </a:lnTo>
                <a:lnTo>
                  <a:pt x="1022001" y="52630"/>
                </a:lnTo>
                <a:lnTo>
                  <a:pt x="1021407" y="52947"/>
                </a:lnTo>
                <a:lnTo>
                  <a:pt x="1020821" y="53272"/>
                </a:lnTo>
                <a:lnTo>
                  <a:pt x="1020243" y="53603"/>
                </a:lnTo>
                <a:lnTo>
                  <a:pt x="1019673" y="53941"/>
                </a:lnTo>
                <a:lnTo>
                  <a:pt x="1019111" y="54286"/>
                </a:lnTo>
                <a:lnTo>
                  <a:pt x="1018557" y="54638"/>
                </a:lnTo>
                <a:lnTo>
                  <a:pt x="1018011" y="54997"/>
                </a:lnTo>
                <a:lnTo>
                  <a:pt x="1017473" y="55363"/>
                </a:lnTo>
                <a:lnTo>
                  <a:pt x="1016943" y="55736"/>
                </a:lnTo>
                <a:lnTo>
                  <a:pt x="1016421" y="56115"/>
                </a:lnTo>
                <a:lnTo>
                  <a:pt x="1015908" y="56502"/>
                </a:lnTo>
                <a:lnTo>
                  <a:pt x="1015402" y="56895"/>
                </a:lnTo>
                <a:lnTo>
                  <a:pt x="1014904" y="57296"/>
                </a:lnTo>
                <a:lnTo>
                  <a:pt x="1014416" y="57702"/>
                </a:lnTo>
                <a:lnTo>
                  <a:pt x="1013936" y="58112"/>
                </a:lnTo>
                <a:lnTo>
                  <a:pt x="1013466" y="58528"/>
                </a:lnTo>
                <a:lnTo>
                  <a:pt x="1013006" y="58947"/>
                </a:lnTo>
                <a:lnTo>
                  <a:pt x="1012555" y="59371"/>
                </a:lnTo>
                <a:lnTo>
                  <a:pt x="1012114" y="59800"/>
                </a:lnTo>
                <a:lnTo>
                  <a:pt x="1011683" y="60233"/>
                </a:lnTo>
                <a:lnTo>
                  <a:pt x="1011261" y="60670"/>
                </a:lnTo>
                <a:lnTo>
                  <a:pt x="1010848" y="61112"/>
                </a:lnTo>
                <a:lnTo>
                  <a:pt x="1010445" y="61559"/>
                </a:lnTo>
                <a:lnTo>
                  <a:pt x="1010051" y="62010"/>
                </a:lnTo>
                <a:lnTo>
                  <a:pt x="1009668" y="62465"/>
                </a:lnTo>
                <a:lnTo>
                  <a:pt x="1009293" y="62925"/>
                </a:lnTo>
                <a:lnTo>
                  <a:pt x="1008928" y="63390"/>
                </a:lnTo>
                <a:lnTo>
                  <a:pt x="1008573" y="63859"/>
                </a:lnTo>
                <a:lnTo>
                  <a:pt x="1008227" y="64332"/>
                </a:lnTo>
                <a:lnTo>
                  <a:pt x="1007891" y="64810"/>
                </a:lnTo>
                <a:lnTo>
                  <a:pt x="1007564" y="65292"/>
                </a:lnTo>
                <a:lnTo>
                  <a:pt x="1007247" y="65779"/>
                </a:lnTo>
                <a:lnTo>
                  <a:pt x="1006939" y="66271"/>
                </a:lnTo>
                <a:lnTo>
                  <a:pt x="1006641" y="66767"/>
                </a:lnTo>
                <a:lnTo>
                  <a:pt x="1006352" y="67267"/>
                </a:lnTo>
                <a:lnTo>
                  <a:pt x="1006073" y="67772"/>
                </a:lnTo>
                <a:lnTo>
                  <a:pt x="1005804" y="68281"/>
                </a:lnTo>
                <a:lnTo>
                  <a:pt x="1005545" y="68793"/>
                </a:lnTo>
                <a:lnTo>
                  <a:pt x="1005296" y="69307"/>
                </a:lnTo>
                <a:lnTo>
                  <a:pt x="1005059" y="69822"/>
                </a:lnTo>
                <a:lnTo>
                  <a:pt x="1004833" y="70339"/>
                </a:lnTo>
                <a:lnTo>
                  <a:pt x="1004618" y="70858"/>
                </a:lnTo>
                <a:lnTo>
                  <a:pt x="1004414" y="71377"/>
                </a:lnTo>
                <a:lnTo>
                  <a:pt x="1004221" y="71899"/>
                </a:lnTo>
                <a:lnTo>
                  <a:pt x="1004039" y="72421"/>
                </a:lnTo>
                <a:lnTo>
                  <a:pt x="1003868" y="72946"/>
                </a:lnTo>
                <a:lnTo>
                  <a:pt x="1003708" y="73472"/>
                </a:lnTo>
                <a:lnTo>
                  <a:pt x="1003559" y="73999"/>
                </a:lnTo>
                <a:lnTo>
                  <a:pt x="1003421" y="74528"/>
                </a:lnTo>
                <a:lnTo>
                  <a:pt x="1003294" y="75058"/>
                </a:lnTo>
                <a:lnTo>
                  <a:pt x="1003178" y="75590"/>
                </a:lnTo>
                <a:lnTo>
                  <a:pt x="1003073" y="76123"/>
                </a:lnTo>
                <a:lnTo>
                  <a:pt x="1002980" y="76658"/>
                </a:lnTo>
                <a:lnTo>
                  <a:pt x="1002897" y="77194"/>
                </a:lnTo>
                <a:lnTo>
                  <a:pt x="1002825" y="77732"/>
                </a:lnTo>
                <a:lnTo>
                  <a:pt x="1002765" y="78271"/>
                </a:lnTo>
                <a:lnTo>
                  <a:pt x="1002715" y="78812"/>
                </a:lnTo>
                <a:lnTo>
                  <a:pt x="1002676" y="79354"/>
                </a:lnTo>
                <a:lnTo>
                  <a:pt x="1002649" y="79898"/>
                </a:lnTo>
                <a:lnTo>
                  <a:pt x="1002632" y="80443"/>
                </a:lnTo>
                <a:lnTo>
                  <a:pt x="1002627" y="80990"/>
                </a:lnTo>
                <a:lnTo>
                  <a:pt x="1015443" y="81097"/>
                </a:lnTo>
                <a:lnTo>
                  <a:pt x="1015450" y="80561"/>
                </a:lnTo>
                <a:lnTo>
                  <a:pt x="1015471" y="80028"/>
                </a:lnTo>
                <a:lnTo>
                  <a:pt x="1015506" y="79499"/>
                </a:lnTo>
                <a:lnTo>
                  <a:pt x="1015555" y="78975"/>
                </a:lnTo>
                <a:lnTo>
                  <a:pt x="1015618" y="78454"/>
                </a:lnTo>
                <a:lnTo>
                  <a:pt x="1015695" y="77937"/>
                </a:lnTo>
                <a:lnTo>
                  <a:pt x="1015786" y="77424"/>
                </a:lnTo>
                <a:lnTo>
                  <a:pt x="1015892" y="76915"/>
                </a:lnTo>
                <a:lnTo>
                  <a:pt x="1016011" y="76410"/>
                </a:lnTo>
                <a:lnTo>
                  <a:pt x="1016144" y="75909"/>
                </a:lnTo>
                <a:lnTo>
                  <a:pt x="1016291" y="75411"/>
                </a:lnTo>
                <a:lnTo>
                  <a:pt x="1016453" y="74918"/>
                </a:lnTo>
                <a:lnTo>
                  <a:pt x="1016628" y="74429"/>
                </a:lnTo>
                <a:lnTo>
                  <a:pt x="1016817" y="73943"/>
                </a:lnTo>
                <a:lnTo>
                  <a:pt x="1017020" y="73462"/>
                </a:lnTo>
                <a:lnTo>
                  <a:pt x="1017238" y="72984"/>
                </a:lnTo>
                <a:lnTo>
                  <a:pt x="1017469" y="72510"/>
                </a:lnTo>
                <a:lnTo>
                  <a:pt x="1017715" y="72040"/>
                </a:lnTo>
                <a:lnTo>
                  <a:pt x="1017974" y="71575"/>
                </a:lnTo>
                <a:lnTo>
                  <a:pt x="1018248" y="71113"/>
                </a:lnTo>
                <a:lnTo>
                  <a:pt x="1018535" y="70655"/>
                </a:lnTo>
                <a:lnTo>
                  <a:pt x="1018836" y="70201"/>
                </a:lnTo>
                <a:lnTo>
                  <a:pt x="1019152" y="69750"/>
                </a:lnTo>
                <a:lnTo>
                  <a:pt x="1019482" y="69304"/>
                </a:lnTo>
                <a:lnTo>
                  <a:pt x="1019823" y="68864"/>
                </a:lnTo>
                <a:lnTo>
                  <a:pt x="1020176" y="68431"/>
                </a:lnTo>
                <a:lnTo>
                  <a:pt x="1020538" y="68005"/>
                </a:lnTo>
                <a:lnTo>
                  <a:pt x="1020912" y="67587"/>
                </a:lnTo>
                <a:lnTo>
                  <a:pt x="1021295" y="67176"/>
                </a:lnTo>
                <a:lnTo>
                  <a:pt x="1021689" y="66773"/>
                </a:lnTo>
                <a:lnTo>
                  <a:pt x="1022094" y="66378"/>
                </a:lnTo>
                <a:lnTo>
                  <a:pt x="1022509" y="65989"/>
                </a:lnTo>
                <a:lnTo>
                  <a:pt x="1022935" y="65609"/>
                </a:lnTo>
                <a:lnTo>
                  <a:pt x="1023371" y="65236"/>
                </a:lnTo>
                <a:lnTo>
                  <a:pt x="1023817" y="64870"/>
                </a:lnTo>
                <a:lnTo>
                  <a:pt x="1024274" y="64512"/>
                </a:lnTo>
                <a:lnTo>
                  <a:pt x="1024742" y="64161"/>
                </a:lnTo>
                <a:lnTo>
                  <a:pt x="1025220" y="63818"/>
                </a:lnTo>
                <a:lnTo>
                  <a:pt x="1025708" y="63482"/>
                </a:lnTo>
                <a:lnTo>
                  <a:pt x="1026207" y="63153"/>
                </a:lnTo>
                <a:lnTo>
                  <a:pt x="1026716" y="62833"/>
                </a:lnTo>
                <a:lnTo>
                  <a:pt x="1027236" y="62519"/>
                </a:lnTo>
                <a:lnTo>
                  <a:pt x="1027766" y="62213"/>
                </a:lnTo>
                <a:lnTo>
                  <a:pt x="1028307" y="61915"/>
                </a:lnTo>
                <a:lnTo>
                  <a:pt x="1028858" y="61624"/>
                </a:lnTo>
                <a:lnTo>
                  <a:pt x="1029420" y="61340"/>
                </a:lnTo>
                <a:lnTo>
                  <a:pt x="1029992" y="61064"/>
                </a:lnTo>
                <a:lnTo>
                  <a:pt x="1030575" y="60796"/>
                </a:lnTo>
                <a:lnTo>
                  <a:pt x="1031166" y="60537"/>
                </a:lnTo>
                <a:lnTo>
                  <a:pt x="1031764" y="60289"/>
                </a:lnTo>
                <a:lnTo>
                  <a:pt x="1032369" y="60051"/>
                </a:lnTo>
                <a:lnTo>
                  <a:pt x="1032981" y="59825"/>
                </a:lnTo>
                <a:lnTo>
                  <a:pt x="1033600" y="59610"/>
                </a:lnTo>
                <a:lnTo>
                  <a:pt x="1034226" y="59406"/>
                </a:lnTo>
                <a:lnTo>
                  <a:pt x="1034859" y="59213"/>
                </a:lnTo>
                <a:lnTo>
                  <a:pt x="1035499" y="59031"/>
                </a:lnTo>
                <a:lnTo>
                  <a:pt x="1036145" y="58860"/>
                </a:lnTo>
                <a:lnTo>
                  <a:pt x="1036799" y="58700"/>
                </a:lnTo>
                <a:lnTo>
                  <a:pt x="1037460" y="58551"/>
                </a:lnTo>
                <a:lnTo>
                  <a:pt x="1038127" y="58413"/>
                </a:lnTo>
                <a:lnTo>
                  <a:pt x="1038801" y="58286"/>
                </a:lnTo>
                <a:lnTo>
                  <a:pt x="1039483" y="58170"/>
                </a:lnTo>
                <a:lnTo>
                  <a:pt x="1040171" y="58066"/>
                </a:lnTo>
                <a:lnTo>
                  <a:pt x="1040866" y="57972"/>
                </a:lnTo>
                <a:lnTo>
                  <a:pt x="1041568" y="57889"/>
                </a:lnTo>
                <a:lnTo>
                  <a:pt x="1042277" y="57817"/>
                </a:lnTo>
                <a:lnTo>
                  <a:pt x="1042993" y="57757"/>
                </a:lnTo>
                <a:lnTo>
                  <a:pt x="1043715" y="57707"/>
                </a:lnTo>
                <a:lnTo>
                  <a:pt x="1044445" y="57669"/>
                </a:lnTo>
                <a:lnTo>
                  <a:pt x="1045182" y="57641"/>
                </a:lnTo>
                <a:lnTo>
                  <a:pt x="1045925" y="57624"/>
                </a:lnTo>
                <a:lnTo>
                  <a:pt x="1046676" y="57619"/>
                </a:lnTo>
                <a:lnTo>
                  <a:pt x="1047487" y="57624"/>
                </a:lnTo>
                <a:lnTo>
                  <a:pt x="1048287" y="57641"/>
                </a:lnTo>
                <a:lnTo>
                  <a:pt x="1049077" y="57669"/>
                </a:lnTo>
                <a:lnTo>
                  <a:pt x="1049856" y="57709"/>
                </a:lnTo>
                <a:lnTo>
                  <a:pt x="1050624" y="57759"/>
                </a:lnTo>
                <a:lnTo>
                  <a:pt x="1051381" y="57821"/>
                </a:lnTo>
                <a:lnTo>
                  <a:pt x="1052127" y="57894"/>
                </a:lnTo>
                <a:lnTo>
                  <a:pt x="1052862" y="57978"/>
                </a:lnTo>
                <a:lnTo>
                  <a:pt x="1053587" y="58073"/>
                </a:lnTo>
                <a:lnTo>
                  <a:pt x="1054300" y="58180"/>
                </a:lnTo>
                <a:lnTo>
                  <a:pt x="1055003" y="58298"/>
                </a:lnTo>
                <a:lnTo>
                  <a:pt x="1055695" y="58427"/>
                </a:lnTo>
                <a:lnTo>
                  <a:pt x="1056376" y="58567"/>
                </a:lnTo>
                <a:lnTo>
                  <a:pt x="1057047" y="58718"/>
                </a:lnTo>
                <a:lnTo>
                  <a:pt x="1057706" y="58881"/>
                </a:lnTo>
                <a:lnTo>
                  <a:pt x="1058355" y="59055"/>
                </a:lnTo>
                <a:lnTo>
                  <a:pt x="1058993" y="59240"/>
                </a:lnTo>
                <a:lnTo>
                  <a:pt x="1059620" y="59436"/>
                </a:lnTo>
                <a:lnTo>
                  <a:pt x="1060236" y="59644"/>
                </a:lnTo>
                <a:lnTo>
                  <a:pt x="1060841" y="59863"/>
                </a:lnTo>
                <a:lnTo>
                  <a:pt x="1061435" y="60093"/>
                </a:lnTo>
                <a:lnTo>
                  <a:pt x="1062019" y="60334"/>
                </a:lnTo>
                <a:lnTo>
                  <a:pt x="1062592" y="60586"/>
                </a:lnTo>
                <a:lnTo>
                  <a:pt x="1063153" y="60850"/>
                </a:lnTo>
                <a:lnTo>
                  <a:pt x="1063704" y="61124"/>
                </a:lnTo>
                <a:lnTo>
                  <a:pt x="1064244" y="61408"/>
                </a:lnTo>
                <a:lnTo>
                  <a:pt x="1064772" y="61701"/>
                </a:lnTo>
                <a:lnTo>
                  <a:pt x="1065289" y="62005"/>
                </a:lnTo>
                <a:lnTo>
                  <a:pt x="1065795" y="62318"/>
                </a:lnTo>
                <a:lnTo>
                  <a:pt x="1066290" y="62640"/>
                </a:lnTo>
                <a:lnTo>
                  <a:pt x="1066774" y="62973"/>
                </a:lnTo>
                <a:lnTo>
                  <a:pt x="1067246" y="63315"/>
                </a:lnTo>
                <a:lnTo>
                  <a:pt x="1067707" y="63667"/>
                </a:lnTo>
                <a:lnTo>
                  <a:pt x="1068157" y="64028"/>
                </a:lnTo>
                <a:lnTo>
                  <a:pt x="1068596" y="64400"/>
                </a:lnTo>
                <a:lnTo>
                  <a:pt x="1069023" y="64781"/>
                </a:lnTo>
                <a:lnTo>
                  <a:pt x="1069439" y="65172"/>
                </a:lnTo>
                <a:lnTo>
                  <a:pt x="1069844" y="65572"/>
                </a:lnTo>
                <a:lnTo>
                  <a:pt x="1070238" y="65982"/>
                </a:lnTo>
                <a:lnTo>
                  <a:pt x="1070621" y="66402"/>
                </a:lnTo>
                <a:lnTo>
                  <a:pt x="1070992" y="66832"/>
                </a:lnTo>
                <a:lnTo>
                  <a:pt x="1071352" y="67271"/>
                </a:lnTo>
                <a:lnTo>
                  <a:pt x="1071701" y="67720"/>
                </a:lnTo>
                <a:lnTo>
                  <a:pt x="1072039" y="68179"/>
                </a:lnTo>
                <a:lnTo>
                  <a:pt x="1072365" y="68648"/>
                </a:lnTo>
                <a:lnTo>
                  <a:pt x="1072680" y="69126"/>
                </a:lnTo>
                <a:lnTo>
                  <a:pt x="1072984" y="69614"/>
                </a:lnTo>
                <a:lnTo>
                  <a:pt x="1073277" y="70112"/>
                </a:lnTo>
                <a:lnTo>
                  <a:pt x="1073558" y="70618"/>
                </a:lnTo>
                <a:lnTo>
                  <a:pt x="1073828" y="71133"/>
                </a:lnTo>
                <a:lnTo>
                  <a:pt x="1074085" y="71655"/>
                </a:lnTo>
                <a:lnTo>
                  <a:pt x="1074330" y="72185"/>
                </a:lnTo>
                <a:lnTo>
                  <a:pt x="1074564" y="72723"/>
                </a:lnTo>
                <a:lnTo>
                  <a:pt x="1074785" y="73269"/>
                </a:lnTo>
                <a:lnTo>
                  <a:pt x="1074994" y="73822"/>
                </a:lnTo>
                <a:lnTo>
                  <a:pt x="1075192" y="74384"/>
                </a:lnTo>
                <a:lnTo>
                  <a:pt x="1075377" y="74953"/>
                </a:lnTo>
                <a:lnTo>
                  <a:pt x="1075551" y="75531"/>
                </a:lnTo>
                <a:lnTo>
                  <a:pt x="1075712" y="76116"/>
                </a:lnTo>
                <a:lnTo>
                  <a:pt x="1075862" y="76708"/>
                </a:lnTo>
                <a:lnTo>
                  <a:pt x="1076000" y="77309"/>
                </a:lnTo>
                <a:lnTo>
                  <a:pt x="1076125" y="77918"/>
                </a:lnTo>
                <a:lnTo>
                  <a:pt x="1076239" y="78534"/>
                </a:lnTo>
                <a:lnTo>
                  <a:pt x="1076341" y="79159"/>
                </a:lnTo>
                <a:lnTo>
                  <a:pt x="1076430" y="79791"/>
                </a:lnTo>
                <a:lnTo>
                  <a:pt x="1076508" y="80431"/>
                </a:lnTo>
                <a:lnTo>
                  <a:pt x="1076574" y="81079"/>
                </a:lnTo>
                <a:lnTo>
                  <a:pt x="1076628" y="81734"/>
                </a:lnTo>
                <a:lnTo>
                  <a:pt x="1076670" y="82398"/>
                </a:lnTo>
                <a:lnTo>
                  <a:pt x="1076700" y="83069"/>
                </a:lnTo>
                <a:lnTo>
                  <a:pt x="1076718" y="83749"/>
                </a:lnTo>
                <a:lnTo>
                  <a:pt x="1076723" y="84436"/>
                </a:lnTo>
                <a:lnTo>
                  <a:pt x="1076723" y="97575"/>
                </a:lnTo>
                <a:lnTo>
                  <a:pt x="1052922" y="97575"/>
                </a:lnTo>
                <a:lnTo>
                  <a:pt x="1051903" y="97580"/>
                </a:lnTo>
                <a:lnTo>
                  <a:pt x="1050893" y="97593"/>
                </a:lnTo>
                <a:lnTo>
                  <a:pt x="1049890" y="97615"/>
                </a:lnTo>
                <a:lnTo>
                  <a:pt x="1048897" y="97645"/>
                </a:lnTo>
                <a:lnTo>
                  <a:pt x="1047912" y="97685"/>
                </a:lnTo>
                <a:lnTo>
                  <a:pt x="1046935" y="97733"/>
                </a:lnTo>
                <a:lnTo>
                  <a:pt x="1045966" y="97790"/>
                </a:lnTo>
                <a:lnTo>
                  <a:pt x="1045006" y="97856"/>
                </a:lnTo>
                <a:lnTo>
                  <a:pt x="1044055" y="97931"/>
                </a:lnTo>
                <a:lnTo>
                  <a:pt x="1043111" y="98015"/>
                </a:lnTo>
                <a:lnTo>
                  <a:pt x="1042177" y="98107"/>
                </a:lnTo>
                <a:lnTo>
                  <a:pt x="1041250" y="98208"/>
                </a:lnTo>
                <a:lnTo>
                  <a:pt x="1040332" y="98318"/>
                </a:lnTo>
                <a:lnTo>
                  <a:pt x="1039423" y="98436"/>
                </a:lnTo>
                <a:lnTo>
                  <a:pt x="1038522" y="98564"/>
                </a:lnTo>
                <a:lnTo>
                  <a:pt x="1037629" y="98700"/>
                </a:lnTo>
                <a:lnTo>
                  <a:pt x="1036745" y="98845"/>
                </a:lnTo>
                <a:lnTo>
                  <a:pt x="1035869" y="98999"/>
                </a:lnTo>
                <a:lnTo>
                  <a:pt x="1035001" y="99161"/>
                </a:lnTo>
                <a:lnTo>
                  <a:pt x="1034142" y="99333"/>
                </a:lnTo>
                <a:lnTo>
                  <a:pt x="1033291" y="99513"/>
                </a:lnTo>
                <a:lnTo>
                  <a:pt x="1032449" y="99702"/>
                </a:lnTo>
                <a:lnTo>
                  <a:pt x="1031615" y="99900"/>
                </a:lnTo>
                <a:lnTo>
                  <a:pt x="1030790" y="100106"/>
                </a:lnTo>
                <a:lnTo>
                  <a:pt x="1029974" y="100321"/>
                </a:lnTo>
                <a:lnTo>
                  <a:pt x="1029168" y="100544"/>
                </a:lnTo>
                <a:lnTo>
                  <a:pt x="1028373" y="100774"/>
                </a:lnTo>
                <a:lnTo>
                  <a:pt x="1027587" y="101013"/>
                </a:lnTo>
                <a:lnTo>
                  <a:pt x="1026812" y="101259"/>
                </a:lnTo>
                <a:lnTo>
                  <a:pt x="1026048" y="101513"/>
                </a:lnTo>
                <a:lnTo>
                  <a:pt x="1025293" y="101775"/>
                </a:lnTo>
                <a:lnTo>
                  <a:pt x="1024549" y="102045"/>
                </a:lnTo>
                <a:lnTo>
                  <a:pt x="1023816" y="102322"/>
                </a:lnTo>
                <a:lnTo>
                  <a:pt x="1023092" y="102608"/>
                </a:lnTo>
                <a:lnTo>
                  <a:pt x="1022379" y="102901"/>
                </a:lnTo>
                <a:lnTo>
                  <a:pt x="1021676" y="103202"/>
                </a:lnTo>
                <a:lnTo>
                  <a:pt x="1020983" y="103511"/>
                </a:lnTo>
                <a:lnTo>
                  <a:pt x="1020301" y="103828"/>
                </a:lnTo>
                <a:lnTo>
                  <a:pt x="1019629" y="104153"/>
                </a:lnTo>
                <a:lnTo>
                  <a:pt x="1018967" y="104486"/>
                </a:lnTo>
                <a:lnTo>
                  <a:pt x="1018315" y="104826"/>
                </a:lnTo>
                <a:lnTo>
                  <a:pt x="1017674" y="105175"/>
                </a:lnTo>
                <a:lnTo>
                  <a:pt x="1017043" y="105531"/>
                </a:lnTo>
                <a:lnTo>
                  <a:pt x="1016423" y="105895"/>
                </a:lnTo>
                <a:lnTo>
                  <a:pt x="1015812" y="106267"/>
                </a:lnTo>
                <a:lnTo>
                  <a:pt x="1015212" y="106646"/>
                </a:lnTo>
                <a:lnTo>
                  <a:pt x="1014622" y="107034"/>
                </a:lnTo>
                <a:lnTo>
                  <a:pt x="1014043" y="107430"/>
                </a:lnTo>
                <a:lnTo>
                  <a:pt x="1013474" y="107832"/>
                </a:lnTo>
                <a:lnTo>
                  <a:pt x="1012916" y="108243"/>
                </a:lnTo>
                <a:lnTo>
                  <a:pt x="1012370" y="108660"/>
                </a:lnTo>
                <a:lnTo>
                  <a:pt x="1011835" y="109084"/>
                </a:lnTo>
                <a:lnTo>
                  <a:pt x="1011311" y="109515"/>
                </a:lnTo>
                <a:lnTo>
                  <a:pt x="1010798" y="109954"/>
                </a:lnTo>
                <a:lnTo>
                  <a:pt x="1010297" y="110399"/>
                </a:lnTo>
                <a:lnTo>
                  <a:pt x="1009807" y="110852"/>
                </a:lnTo>
                <a:lnTo>
                  <a:pt x="1009328" y="111312"/>
                </a:lnTo>
                <a:lnTo>
                  <a:pt x="1008860" y="111779"/>
                </a:lnTo>
                <a:lnTo>
                  <a:pt x="1008403" y="112253"/>
                </a:lnTo>
                <a:lnTo>
                  <a:pt x="1007958" y="112734"/>
                </a:lnTo>
                <a:lnTo>
                  <a:pt x="1007524" y="113222"/>
                </a:lnTo>
                <a:lnTo>
                  <a:pt x="1007101" y="113717"/>
                </a:lnTo>
                <a:lnTo>
                  <a:pt x="1006689" y="114220"/>
                </a:lnTo>
                <a:lnTo>
                  <a:pt x="1006288" y="114729"/>
                </a:lnTo>
                <a:lnTo>
                  <a:pt x="1005899" y="115246"/>
                </a:lnTo>
                <a:lnTo>
                  <a:pt x="1005521" y="115769"/>
                </a:lnTo>
                <a:lnTo>
                  <a:pt x="1005154" y="116300"/>
                </a:lnTo>
                <a:lnTo>
                  <a:pt x="1004799" y="116838"/>
                </a:lnTo>
                <a:lnTo>
                  <a:pt x="1004454" y="117383"/>
                </a:lnTo>
                <a:lnTo>
                  <a:pt x="1004121" y="117935"/>
                </a:lnTo>
                <a:lnTo>
                  <a:pt x="1003799" y="118495"/>
                </a:lnTo>
                <a:lnTo>
                  <a:pt x="1003488" y="119061"/>
                </a:lnTo>
                <a:lnTo>
                  <a:pt x="1003190" y="119634"/>
                </a:lnTo>
                <a:lnTo>
                  <a:pt x="1002903" y="120212"/>
                </a:lnTo>
                <a:lnTo>
                  <a:pt x="1002630" y="120797"/>
                </a:lnTo>
                <a:lnTo>
                  <a:pt x="1002369" y="121387"/>
                </a:lnTo>
                <a:lnTo>
                  <a:pt x="1002121" y="121983"/>
                </a:lnTo>
                <a:lnTo>
                  <a:pt x="1001886" y="122585"/>
                </a:lnTo>
                <a:lnTo>
                  <a:pt x="1001664" y="123192"/>
                </a:lnTo>
                <a:lnTo>
                  <a:pt x="1001454" y="123806"/>
                </a:lnTo>
                <a:lnTo>
                  <a:pt x="1001257" y="124425"/>
                </a:lnTo>
                <a:lnTo>
                  <a:pt x="1001073" y="125050"/>
                </a:lnTo>
                <a:lnTo>
                  <a:pt x="1000901" y="125681"/>
                </a:lnTo>
                <a:lnTo>
                  <a:pt x="1000742" y="126317"/>
                </a:lnTo>
                <a:lnTo>
                  <a:pt x="1000596" y="126960"/>
                </a:lnTo>
                <a:lnTo>
                  <a:pt x="1000462" y="127608"/>
                </a:lnTo>
                <a:lnTo>
                  <a:pt x="1000341" y="128262"/>
                </a:lnTo>
                <a:lnTo>
                  <a:pt x="1000233" y="128921"/>
                </a:lnTo>
                <a:lnTo>
                  <a:pt x="1000138" y="129587"/>
                </a:lnTo>
                <a:lnTo>
                  <a:pt x="1000055" y="130258"/>
                </a:lnTo>
                <a:lnTo>
                  <a:pt x="999985" y="130935"/>
                </a:lnTo>
                <a:lnTo>
                  <a:pt x="999928" y="131618"/>
                </a:lnTo>
                <a:lnTo>
                  <a:pt x="999884" y="132307"/>
                </a:lnTo>
                <a:lnTo>
                  <a:pt x="999852" y="133002"/>
                </a:lnTo>
                <a:lnTo>
                  <a:pt x="999833" y="133702"/>
                </a:lnTo>
                <a:lnTo>
                  <a:pt x="999827" y="134408"/>
                </a:lnTo>
                <a:lnTo>
                  <a:pt x="999835" y="135194"/>
                </a:lnTo>
                <a:lnTo>
                  <a:pt x="999859" y="135974"/>
                </a:lnTo>
                <a:lnTo>
                  <a:pt x="999899" y="136746"/>
                </a:lnTo>
                <a:lnTo>
                  <a:pt x="999955" y="137512"/>
                </a:lnTo>
                <a:lnTo>
                  <a:pt x="1000028" y="138271"/>
                </a:lnTo>
                <a:lnTo>
                  <a:pt x="1000116" y="139022"/>
                </a:lnTo>
                <a:lnTo>
                  <a:pt x="1000220" y="139767"/>
                </a:lnTo>
                <a:lnTo>
                  <a:pt x="1000341" y="140505"/>
                </a:lnTo>
                <a:lnTo>
                  <a:pt x="1000478" y="141236"/>
                </a:lnTo>
                <a:lnTo>
                  <a:pt x="1000631" y="141960"/>
                </a:lnTo>
                <a:lnTo>
                  <a:pt x="1000799" y="142677"/>
                </a:lnTo>
                <a:lnTo>
                  <a:pt x="1000984" y="143387"/>
                </a:lnTo>
                <a:lnTo>
                  <a:pt x="1001185" y="144091"/>
                </a:lnTo>
                <a:lnTo>
                  <a:pt x="1001402" y="144787"/>
                </a:lnTo>
                <a:lnTo>
                  <a:pt x="1001636" y="145477"/>
                </a:lnTo>
                <a:lnTo>
                  <a:pt x="1001885" y="146159"/>
                </a:lnTo>
                <a:lnTo>
                  <a:pt x="1002150" y="146835"/>
                </a:lnTo>
                <a:lnTo>
                  <a:pt x="1002432" y="147504"/>
                </a:lnTo>
                <a:lnTo>
                  <a:pt x="1002729" y="148165"/>
                </a:lnTo>
                <a:lnTo>
                  <a:pt x="1003043" y="148820"/>
                </a:lnTo>
                <a:lnTo>
                  <a:pt x="1003372" y="149468"/>
                </a:lnTo>
                <a:lnTo>
                  <a:pt x="1003718" y="150109"/>
                </a:lnTo>
                <a:lnTo>
                  <a:pt x="1004080" y="150743"/>
                </a:lnTo>
                <a:lnTo>
                  <a:pt x="1004458" y="151371"/>
                </a:lnTo>
                <a:lnTo>
                  <a:pt x="1004850" y="151989"/>
                </a:lnTo>
                <a:lnTo>
                  <a:pt x="1005256" y="152596"/>
                </a:lnTo>
                <a:lnTo>
                  <a:pt x="1005676" y="153193"/>
                </a:lnTo>
                <a:lnTo>
                  <a:pt x="1006109" y="153779"/>
                </a:lnTo>
                <a:lnTo>
                  <a:pt x="1006555" y="154354"/>
                </a:lnTo>
                <a:lnTo>
                  <a:pt x="1007015" y="154918"/>
                </a:lnTo>
                <a:lnTo>
                  <a:pt x="1007489" y="155471"/>
                </a:lnTo>
                <a:lnTo>
                  <a:pt x="1007976" y="156014"/>
                </a:lnTo>
                <a:lnTo>
                  <a:pt x="1008476" y="156545"/>
                </a:lnTo>
                <a:lnTo>
                  <a:pt x="1008990" y="157066"/>
                </a:lnTo>
                <a:lnTo>
                  <a:pt x="1009517" y="157576"/>
                </a:lnTo>
                <a:lnTo>
                  <a:pt x="1010058" y="158075"/>
                </a:lnTo>
                <a:lnTo>
                  <a:pt x="1010612" y="158563"/>
                </a:lnTo>
                <a:lnTo>
                  <a:pt x="1011180" y="159040"/>
                </a:lnTo>
                <a:lnTo>
                  <a:pt x="1011761" y="159507"/>
                </a:lnTo>
                <a:lnTo>
                  <a:pt x="1012355" y="159963"/>
                </a:lnTo>
                <a:lnTo>
                  <a:pt x="1012964" y="160407"/>
                </a:lnTo>
                <a:lnTo>
                  <a:pt x="1013585" y="160841"/>
                </a:lnTo>
                <a:lnTo>
                  <a:pt x="1014220" y="161265"/>
                </a:lnTo>
                <a:lnTo>
                  <a:pt x="1014868" y="161677"/>
                </a:lnTo>
                <a:lnTo>
                  <a:pt x="1015530" y="162078"/>
                </a:lnTo>
                <a:lnTo>
                  <a:pt x="1016206" y="162469"/>
                </a:lnTo>
                <a:lnTo>
                  <a:pt x="1016895" y="162849"/>
                </a:lnTo>
                <a:lnTo>
                  <a:pt x="1017597" y="163218"/>
                </a:lnTo>
                <a:lnTo>
                  <a:pt x="1018311" y="163573"/>
                </a:lnTo>
                <a:lnTo>
                  <a:pt x="1019034" y="163914"/>
                </a:lnTo>
                <a:lnTo>
                  <a:pt x="1019768" y="164240"/>
                </a:lnTo>
                <a:lnTo>
                  <a:pt x="1020511" y="164550"/>
                </a:lnTo>
                <a:lnTo>
                  <a:pt x="1021263" y="164846"/>
                </a:lnTo>
                <a:lnTo>
                  <a:pt x="1022026" y="165126"/>
                </a:lnTo>
                <a:lnTo>
                  <a:pt x="1022798" y="165391"/>
                </a:lnTo>
                <a:lnTo>
                  <a:pt x="1023580" y="165641"/>
                </a:lnTo>
                <a:lnTo>
                  <a:pt x="1024372" y="165876"/>
                </a:lnTo>
                <a:lnTo>
                  <a:pt x="1025173" y="166095"/>
                </a:lnTo>
                <a:lnTo>
                  <a:pt x="1025984" y="166300"/>
                </a:lnTo>
                <a:lnTo>
                  <a:pt x="1026805" y="166489"/>
                </a:lnTo>
                <a:lnTo>
                  <a:pt x="1027636" y="166663"/>
                </a:lnTo>
                <a:lnTo>
                  <a:pt x="1028476" y="166822"/>
                </a:lnTo>
                <a:lnTo>
                  <a:pt x="1029326" y="166966"/>
                </a:lnTo>
                <a:lnTo>
                  <a:pt x="1030186" y="167095"/>
                </a:lnTo>
                <a:lnTo>
                  <a:pt x="1031055" y="167208"/>
                </a:lnTo>
                <a:lnTo>
                  <a:pt x="1031934" y="167307"/>
                </a:lnTo>
                <a:lnTo>
                  <a:pt x="1032823" y="167390"/>
                </a:lnTo>
                <a:lnTo>
                  <a:pt x="1033722" y="167458"/>
                </a:lnTo>
                <a:lnTo>
                  <a:pt x="1034630" y="167511"/>
                </a:lnTo>
                <a:lnTo>
                  <a:pt x="1035548" y="167549"/>
                </a:lnTo>
                <a:lnTo>
                  <a:pt x="1036476" y="167572"/>
                </a:lnTo>
                <a:lnTo>
                  <a:pt x="1037413" y="167579"/>
                </a:lnTo>
                <a:lnTo>
                  <a:pt x="1038262" y="167574"/>
                </a:lnTo>
                <a:lnTo>
                  <a:pt x="1039103" y="167558"/>
                </a:lnTo>
                <a:lnTo>
                  <a:pt x="1039937" y="167531"/>
                </a:lnTo>
                <a:lnTo>
                  <a:pt x="1040763" y="167494"/>
                </a:lnTo>
                <a:lnTo>
                  <a:pt x="1041581" y="167446"/>
                </a:lnTo>
                <a:lnTo>
                  <a:pt x="1042391" y="167388"/>
                </a:lnTo>
                <a:lnTo>
                  <a:pt x="1043194" y="167318"/>
                </a:lnTo>
                <a:lnTo>
                  <a:pt x="1043989" y="167238"/>
                </a:lnTo>
                <a:lnTo>
                  <a:pt x="1044776" y="167148"/>
                </a:lnTo>
                <a:lnTo>
                  <a:pt x="1045556" y="167046"/>
                </a:lnTo>
                <a:lnTo>
                  <a:pt x="1046328" y="166935"/>
                </a:lnTo>
                <a:lnTo>
                  <a:pt x="1047093" y="166812"/>
                </a:lnTo>
                <a:lnTo>
                  <a:pt x="1047850" y="166679"/>
                </a:lnTo>
                <a:lnTo>
                  <a:pt x="1048599" y="166535"/>
                </a:lnTo>
                <a:lnTo>
                  <a:pt x="1049340" y="166380"/>
                </a:lnTo>
                <a:lnTo>
                  <a:pt x="1050074" y="166215"/>
                </a:lnTo>
                <a:lnTo>
                  <a:pt x="1050800" y="166039"/>
                </a:lnTo>
                <a:lnTo>
                  <a:pt x="1051519" y="165853"/>
                </a:lnTo>
                <a:lnTo>
                  <a:pt x="1052229" y="165656"/>
                </a:lnTo>
                <a:lnTo>
                  <a:pt x="1052933" y="165448"/>
                </a:lnTo>
                <a:lnTo>
                  <a:pt x="1053628" y="165229"/>
                </a:lnTo>
                <a:lnTo>
                  <a:pt x="1054316" y="165000"/>
                </a:lnTo>
                <a:lnTo>
                  <a:pt x="1054996" y="164760"/>
                </a:lnTo>
                <a:lnTo>
                  <a:pt x="1055668" y="164510"/>
                </a:lnTo>
                <a:lnTo>
                  <a:pt x="1056333" y="164251"/>
                </a:lnTo>
                <a:lnTo>
                  <a:pt x="1056991" y="163986"/>
                </a:lnTo>
                <a:lnTo>
                  <a:pt x="1057641" y="163714"/>
                </a:lnTo>
                <a:lnTo>
                  <a:pt x="1058283" y="163436"/>
                </a:lnTo>
                <a:lnTo>
                  <a:pt x="1058918" y="163152"/>
                </a:lnTo>
                <a:lnTo>
                  <a:pt x="1059546" y="162861"/>
                </a:lnTo>
                <a:lnTo>
                  <a:pt x="1060166" y="162564"/>
                </a:lnTo>
                <a:lnTo>
                  <a:pt x="1060778" y="162260"/>
                </a:lnTo>
                <a:lnTo>
                  <a:pt x="1061383" y="161950"/>
                </a:lnTo>
                <a:lnTo>
                  <a:pt x="1061981" y="161634"/>
                </a:lnTo>
                <a:lnTo>
                  <a:pt x="1062571" y="161312"/>
                </a:lnTo>
                <a:lnTo>
                  <a:pt x="1063153" y="160983"/>
                </a:lnTo>
                <a:lnTo>
                  <a:pt x="1063729" y="160648"/>
                </a:lnTo>
                <a:lnTo>
                  <a:pt x="1064296" y="160306"/>
                </a:lnTo>
                <a:lnTo>
                  <a:pt x="1064856" y="159958"/>
                </a:lnTo>
                <a:lnTo>
                  <a:pt x="1065409" y="159604"/>
                </a:lnTo>
                <a:lnTo>
                  <a:pt x="1065954" y="159243"/>
                </a:lnTo>
                <a:lnTo>
                  <a:pt x="1066492" y="158876"/>
                </a:lnTo>
                <a:lnTo>
                  <a:pt x="1067022" y="158503"/>
                </a:lnTo>
                <a:lnTo>
                  <a:pt x="1067545" y="158123"/>
                </a:lnTo>
                <a:lnTo>
                  <a:pt x="1068060" y="157737"/>
                </a:lnTo>
                <a:lnTo>
                  <a:pt x="1068568" y="157344"/>
                </a:lnTo>
                <a:lnTo>
                  <a:pt x="1069069" y="156945"/>
                </a:lnTo>
                <a:lnTo>
                  <a:pt x="1069562" y="156540"/>
                </a:lnTo>
                <a:lnTo>
                  <a:pt x="1070047" y="156130"/>
                </a:lnTo>
                <a:lnTo>
                  <a:pt x="1070525" y="155718"/>
                </a:lnTo>
                <a:lnTo>
                  <a:pt x="1070995" y="155303"/>
                </a:lnTo>
                <a:lnTo>
                  <a:pt x="1071458" y="154884"/>
                </a:lnTo>
                <a:lnTo>
                  <a:pt x="1071914" y="154463"/>
                </a:lnTo>
                <a:lnTo>
                  <a:pt x="1072362" y="154040"/>
                </a:lnTo>
                <a:lnTo>
                  <a:pt x="1072802" y="153613"/>
                </a:lnTo>
                <a:lnTo>
                  <a:pt x="1073235" y="153184"/>
                </a:lnTo>
                <a:lnTo>
                  <a:pt x="1073661" y="152751"/>
                </a:lnTo>
                <a:lnTo>
                  <a:pt x="1074079" y="152316"/>
                </a:lnTo>
                <a:lnTo>
                  <a:pt x="1074489" y="151879"/>
                </a:lnTo>
                <a:lnTo>
                  <a:pt x="1074893" y="151438"/>
                </a:lnTo>
                <a:lnTo>
                  <a:pt x="1075288" y="150995"/>
                </a:lnTo>
                <a:lnTo>
                  <a:pt x="1075676" y="150548"/>
                </a:lnTo>
                <a:lnTo>
                  <a:pt x="1076057" y="150099"/>
                </a:lnTo>
                <a:lnTo>
                  <a:pt x="1076430" y="149647"/>
                </a:lnTo>
                <a:lnTo>
                  <a:pt x="1076796" y="149193"/>
                </a:lnTo>
                <a:lnTo>
                  <a:pt x="1076850" y="149124"/>
                </a:lnTo>
                <a:lnTo>
                  <a:pt x="1076871" y="149494"/>
                </a:lnTo>
                <a:lnTo>
                  <a:pt x="1076898" y="149957"/>
                </a:lnTo>
                <a:lnTo>
                  <a:pt x="1076929" y="150423"/>
                </a:lnTo>
                <a:close/>
                <a:moveTo>
                  <a:pt x="1076519" y="133682"/>
                </a:moveTo>
                <a:lnTo>
                  <a:pt x="1076237" y="134276"/>
                </a:lnTo>
                <a:lnTo>
                  <a:pt x="1075943" y="134866"/>
                </a:lnTo>
                <a:lnTo>
                  <a:pt x="1075636" y="135452"/>
                </a:lnTo>
                <a:lnTo>
                  <a:pt x="1075317" y="136033"/>
                </a:lnTo>
                <a:lnTo>
                  <a:pt x="1074985" y="136611"/>
                </a:lnTo>
                <a:lnTo>
                  <a:pt x="1074641" y="137184"/>
                </a:lnTo>
                <a:lnTo>
                  <a:pt x="1074285" y="137754"/>
                </a:lnTo>
                <a:lnTo>
                  <a:pt x="1073917" y="138319"/>
                </a:lnTo>
                <a:lnTo>
                  <a:pt x="1073536" y="138880"/>
                </a:lnTo>
                <a:lnTo>
                  <a:pt x="1073143" y="139437"/>
                </a:lnTo>
                <a:lnTo>
                  <a:pt x="1072737" y="139990"/>
                </a:lnTo>
                <a:lnTo>
                  <a:pt x="1072319" y="140539"/>
                </a:lnTo>
                <a:lnTo>
                  <a:pt x="1071889" y="141083"/>
                </a:lnTo>
                <a:lnTo>
                  <a:pt x="1071446" y="141624"/>
                </a:lnTo>
                <a:lnTo>
                  <a:pt x="1070993" y="142158"/>
                </a:lnTo>
                <a:lnTo>
                  <a:pt x="1070529" y="142683"/>
                </a:lnTo>
                <a:lnTo>
                  <a:pt x="1070055" y="143200"/>
                </a:lnTo>
                <a:lnTo>
                  <a:pt x="1069572" y="143708"/>
                </a:lnTo>
                <a:lnTo>
                  <a:pt x="1069079" y="144207"/>
                </a:lnTo>
                <a:lnTo>
                  <a:pt x="1068575" y="144697"/>
                </a:lnTo>
                <a:lnTo>
                  <a:pt x="1068062" y="145178"/>
                </a:lnTo>
                <a:lnTo>
                  <a:pt x="1067539" y="145651"/>
                </a:lnTo>
                <a:lnTo>
                  <a:pt x="1067006" y="146114"/>
                </a:lnTo>
                <a:lnTo>
                  <a:pt x="1066463" y="146569"/>
                </a:lnTo>
                <a:lnTo>
                  <a:pt x="1065911" y="147016"/>
                </a:lnTo>
                <a:lnTo>
                  <a:pt x="1065348" y="147453"/>
                </a:lnTo>
                <a:lnTo>
                  <a:pt x="1064775" y="147882"/>
                </a:lnTo>
                <a:lnTo>
                  <a:pt x="1064193" y="148302"/>
                </a:lnTo>
                <a:lnTo>
                  <a:pt x="1063600" y="148713"/>
                </a:lnTo>
                <a:lnTo>
                  <a:pt x="1062998" y="149115"/>
                </a:lnTo>
                <a:lnTo>
                  <a:pt x="1062386" y="149508"/>
                </a:lnTo>
                <a:lnTo>
                  <a:pt x="1061763" y="149893"/>
                </a:lnTo>
                <a:lnTo>
                  <a:pt x="1061131" y="150269"/>
                </a:lnTo>
                <a:lnTo>
                  <a:pt x="1060489" y="150636"/>
                </a:lnTo>
                <a:lnTo>
                  <a:pt x="1059837" y="150995"/>
                </a:lnTo>
                <a:lnTo>
                  <a:pt x="1059176" y="151344"/>
                </a:lnTo>
                <a:lnTo>
                  <a:pt x="1058504" y="151685"/>
                </a:lnTo>
                <a:lnTo>
                  <a:pt x="1057822" y="152017"/>
                </a:lnTo>
                <a:lnTo>
                  <a:pt x="1057132" y="152338"/>
                </a:lnTo>
                <a:lnTo>
                  <a:pt x="1056432" y="152645"/>
                </a:lnTo>
                <a:lnTo>
                  <a:pt x="1055725" y="152938"/>
                </a:lnTo>
                <a:lnTo>
                  <a:pt x="1055009" y="153218"/>
                </a:lnTo>
                <a:lnTo>
                  <a:pt x="1054284" y="153484"/>
                </a:lnTo>
                <a:lnTo>
                  <a:pt x="1053551" y="153737"/>
                </a:lnTo>
                <a:lnTo>
                  <a:pt x="1052810" y="153976"/>
                </a:lnTo>
                <a:lnTo>
                  <a:pt x="1052060" y="154201"/>
                </a:lnTo>
                <a:lnTo>
                  <a:pt x="1051302" y="154412"/>
                </a:lnTo>
                <a:lnTo>
                  <a:pt x="1050536" y="154610"/>
                </a:lnTo>
                <a:lnTo>
                  <a:pt x="1049761" y="154795"/>
                </a:lnTo>
                <a:lnTo>
                  <a:pt x="1048978" y="154965"/>
                </a:lnTo>
                <a:lnTo>
                  <a:pt x="1048186" y="155122"/>
                </a:lnTo>
                <a:lnTo>
                  <a:pt x="1047386" y="155265"/>
                </a:lnTo>
                <a:lnTo>
                  <a:pt x="1046577" y="155395"/>
                </a:lnTo>
                <a:lnTo>
                  <a:pt x="1045760" y="155511"/>
                </a:lnTo>
                <a:lnTo>
                  <a:pt x="1044935" y="155613"/>
                </a:lnTo>
                <a:lnTo>
                  <a:pt x="1044101" y="155702"/>
                </a:lnTo>
                <a:lnTo>
                  <a:pt x="1043259" y="155777"/>
                </a:lnTo>
                <a:lnTo>
                  <a:pt x="1042408" y="155839"/>
                </a:lnTo>
                <a:lnTo>
                  <a:pt x="1041549" y="155886"/>
                </a:lnTo>
                <a:lnTo>
                  <a:pt x="1040681" y="155921"/>
                </a:lnTo>
                <a:lnTo>
                  <a:pt x="1039806" y="155941"/>
                </a:lnTo>
                <a:lnTo>
                  <a:pt x="1038921" y="155948"/>
                </a:lnTo>
                <a:lnTo>
                  <a:pt x="1038252" y="155943"/>
                </a:lnTo>
                <a:lnTo>
                  <a:pt x="1037590" y="155927"/>
                </a:lnTo>
                <a:lnTo>
                  <a:pt x="1036936" y="155901"/>
                </a:lnTo>
                <a:lnTo>
                  <a:pt x="1036289" y="155864"/>
                </a:lnTo>
                <a:lnTo>
                  <a:pt x="1035649" y="155817"/>
                </a:lnTo>
                <a:lnTo>
                  <a:pt x="1035017" y="155759"/>
                </a:lnTo>
                <a:lnTo>
                  <a:pt x="1034393" y="155691"/>
                </a:lnTo>
                <a:lnTo>
                  <a:pt x="1033776" y="155613"/>
                </a:lnTo>
                <a:lnTo>
                  <a:pt x="1033166" y="155524"/>
                </a:lnTo>
                <a:lnTo>
                  <a:pt x="1032564" y="155424"/>
                </a:lnTo>
                <a:lnTo>
                  <a:pt x="1031969" y="155314"/>
                </a:lnTo>
                <a:lnTo>
                  <a:pt x="1031382" y="155194"/>
                </a:lnTo>
                <a:lnTo>
                  <a:pt x="1030803" y="155063"/>
                </a:lnTo>
                <a:lnTo>
                  <a:pt x="1030231" y="154922"/>
                </a:lnTo>
                <a:lnTo>
                  <a:pt x="1029666" y="154770"/>
                </a:lnTo>
                <a:lnTo>
                  <a:pt x="1029109" y="154608"/>
                </a:lnTo>
                <a:lnTo>
                  <a:pt x="1028559" y="154435"/>
                </a:lnTo>
                <a:lnTo>
                  <a:pt x="1028017" y="154252"/>
                </a:lnTo>
                <a:lnTo>
                  <a:pt x="1027482" y="154058"/>
                </a:lnTo>
                <a:lnTo>
                  <a:pt x="1026955" y="153854"/>
                </a:lnTo>
                <a:lnTo>
                  <a:pt x="1026435" y="153639"/>
                </a:lnTo>
                <a:lnTo>
                  <a:pt x="1025923" y="153414"/>
                </a:lnTo>
                <a:lnTo>
                  <a:pt x="1025418" y="153178"/>
                </a:lnTo>
                <a:lnTo>
                  <a:pt x="1024920" y="152932"/>
                </a:lnTo>
                <a:lnTo>
                  <a:pt x="1024432" y="152677"/>
                </a:lnTo>
                <a:lnTo>
                  <a:pt x="1023953" y="152415"/>
                </a:lnTo>
                <a:lnTo>
                  <a:pt x="1023483" y="152145"/>
                </a:lnTo>
                <a:lnTo>
                  <a:pt x="1023024" y="151867"/>
                </a:lnTo>
                <a:lnTo>
                  <a:pt x="1022574" y="151582"/>
                </a:lnTo>
                <a:lnTo>
                  <a:pt x="1022134" y="151290"/>
                </a:lnTo>
                <a:lnTo>
                  <a:pt x="1021703" y="150990"/>
                </a:lnTo>
                <a:lnTo>
                  <a:pt x="1021283" y="150683"/>
                </a:lnTo>
                <a:lnTo>
                  <a:pt x="1020872" y="150368"/>
                </a:lnTo>
                <a:lnTo>
                  <a:pt x="1020470" y="150045"/>
                </a:lnTo>
                <a:lnTo>
                  <a:pt x="1020079" y="149716"/>
                </a:lnTo>
                <a:lnTo>
                  <a:pt x="1019697" y="149378"/>
                </a:lnTo>
                <a:lnTo>
                  <a:pt x="1019325" y="149033"/>
                </a:lnTo>
                <a:lnTo>
                  <a:pt x="1018963" y="148681"/>
                </a:lnTo>
                <a:lnTo>
                  <a:pt x="1018610" y="148321"/>
                </a:lnTo>
                <a:lnTo>
                  <a:pt x="1018267" y="147954"/>
                </a:lnTo>
                <a:lnTo>
                  <a:pt x="1017934" y="147580"/>
                </a:lnTo>
                <a:lnTo>
                  <a:pt x="1017610" y="147197"/>
                </a:lnTo>
                <a:lnTo>
                  <a:pt x="1017297" y="146808"/>
                </a:lnTo>
                <a:lnTo>
                  <a:pt x="1016993" y="146411"/>
                </a:lnTo>
                <a:lnTo>
                  <a:pt x="1016698" y="146006"/>
                </a:lnTo>
                <a:lnTo>
                  <a:pt x="1016414" y="145594"/>
                </a:lnTo>
                <a:lnTo>
                  <a:pt x="1016139" y="145174"/>
                </a:lnTo>
                <a:lnTo>
                  <a:pt x="1015874" y="144747"/>
                </a:lnTo>
                <a:lnTo>
                  <a:pt x="1015619" y="144315"/>
                </a:lnTo>
                <a:lnTo>
                  <a:pt x="1015375" y="143878"/>
                </a:lnTo>
                <a:lnTo>
                  <a:pt x="1015142" y="143438"/>
                </a:lnTo>
                <a:lnTo>
                  <a:pt x="1014919" y="142994"/>
                </a:lnTo>
                <a:lnTo>
                  <a:pt x="1014708" y="142546"/>
                </a:lnTo>
                <a:lnTo>
                  <a:pt x="1014507" y="142095"/>
                </a:lnTo>
                <a:lnTo>
                  <a:pt x="1014317" y="141640"/>
                </a:lnTo>
                <a:lnTo>
                  <a:pt x="1014139" y="141181"/>
                </a:lnTo>
                <a:lnTo>
                  <a:pt x="1013970" y="140719"/>
                </a:lnTo>
                <a:lnTo>
                  <a:pt x="1013813" y="140252"/>
                </a:lnTo>
                <a:lnTo>
                  <a:pt x="1013667" y="139782"/>
                </a:lnTo>
                <a:lnTo>
                  <a:pt x="1013531" y="139308"/>
                </a:lnTo>
                <a:lnTo>
                  <a:pt x="1013406" y="138831"/>
                </a:lnTo>
                <a:lnTo>
                  <a:pt x="1013293" y="138350"/>
                </a:lnTo>
                <a:lnTo>
                  <a:pt x="1013190" y="137865"/>
                </a:lnTo>
                <a:lnTo>
                  <a:pt x="1013097" y="137376"/>
                </a:lnTo>
                <a:lnTo>
                  <a:pt x="1013016" y="136883"/>
                </a:lnTo>
                <a:lnTo>
                  <a:pt x="1012946" y="136387"/>
                </a:lnTo>
                <a:lnTo>
                  <a:pt x="1012886" y="135887"/>
                </a:lnTo>
                <a:lnTo>
                  <a:pt x="1012837" y="135383"/>
                </a:lnTo>
                <a:lnTo>
                  <a:pt x="1012799" y="134876"/>
                </a:lnTo>
                <a:lnTo>
                  <a:pt x="1012772" y="134365"/>
                </a:lnTo>
                <a:lnTo>
                  <a:pt x="1012756" y="133850"/>
                </a:lnTo>
                <a:lnTo>
                  <a:pt x="1012750" y="133331"/>
                </a:lnTo>
                <a:lnTo>
                  <a:pt x="1012755" y="132831"/>
                </a:lnTo>
                <a:lnTo>
                  <a:pt x="1012770" y="132335"/>
                </a:lnTo>
                <a:lnTo>
                  <a:pt x="1012795" y="131843"/>
                </a:lnTo>
                <a:lnTo>
                  <a:pt x="1012830" y="131355"/>
                </a:lnTo>
                <a:lnTo>
                  <a:pt x="1012874" y="130872"/>
                </a:lnTo>
                <a:lnTo>
                  <a:pt x="1012929" y="130393"/>
                </a:lnTo>
                <a:lnTo>
                  <a:pt x="1012993" y="129918"/>
                </a:lnTo>
                <a:lnTo>
                  <a:pt x="1013068" y="129448"/>
                </a:lnTo>
                <a:lnTo>
                  <a:pt x="1013152" y="128982"/>
                </a:lnTo>
                <a:lnTo>
                  <a:pt x="1013246" y="128520"/>
                </a:lnTo>
                <a:lnTo>
                  <a:pt x="1013350" y="128063"/>
                </a:lnTo>
                <a:lnTo>
                  <a:pt x="1013464" y="127610"/>
                </a:lnTo>
                <a:lnTo>
                  <a:pt x="1013588" y="127161"/>
                </a:lnTo>
                <a:lnTo>
                  <a:pt x="1013722" y="126716"/>
                </a:lnTo>
                <a:lnTo>
                  <a:pt x="1013865" y="126276"/>
                </a:lnTo>
                <a:lnTo>
                  <a:pt x="1014019" y="125840"/>
                </a:lnTo>
                <a:lnTo>
                  <a:pt x="1014182" y="125408"/>
                </a:lnTo>
                <a:lnTo>
                  <a:pt x="1014356" y="124981"/>
                </a:lnTo>
                <a:lnTo>
                  <a:pt x="1014539" y="124558"/>
                </a:lnTo>
                <a:lnTo>
                  <a:pt x="1014732" y="124139"/>
                </a:lnTo>
                <a:lnTo>
                  <a:pt x="1014936" y="123725"/>
                </a:lnTo>
                <a:lnTo>
                  <a:pt x="1015149" y="123315"/>
                </a:lnTo>
                <a:lnTo>
                  <a:pt x="1015372" y="122909"/>
                </a:lnTo>
                <a:lnTo>
                  <a:pt x="1015604" y="122507"/>
                </a:lnTo>
                <a:lnTo>
                  <a:pt x="1015847" y="122111"/>
                </a:lnTo>
                <a:lnTo>
                  <a:pt x="1016098" y="121719"/>
                </a:lnTo>
                <a:lnTo>
                  <a:pt x="1016357" y="121332"/>
                </a:lnTo>
                <a:lnTo>
                  <a:pt x="1016626" y="120950"/>
                </a:lnTo>
                <a:lnTo>
                  <a:pt x="1016903" y="120574"/>
                </a:lnTo>
                <a:lnTo>
                  <a:pt x="1017190" y="120202"/>
                </a:lnTo>
                <a:lnTo>
                  <a:pt x="1017485" y="119835"/>
                </a:lnTo>
                <a:lnTo>
                  <a:pt x="1017788" y="119474"/>
                </a:lnTo>
                <a:lnTo>
                  <a:pt x="1018101" y="119117"/>
                </a:lnTo>
                <a:lnTo>
                  <a:pt x="1018422" y="118766"/>
                </a:lnTo>
                <a:lnTo>
                  <a:pt x="1018752" y="118420"/>
                </a:lnTo>
                <a:lnTo>
                  <a:pt x="1019091" y="118078"/>
                </a:lnTo>
                <a:lnTo>
                  <a:pt x="1019439" y="117742"/>
                </a:lnTo>
                <a:lnTo>
                  <a:pt x="1019795" y="117411"/>
                </a:lnTo>
                <a:lnTo>
                  <a:pt x="1020161" y="117085"/>
                </a:lnTo>
                <a:lnTo>
                  <a:pt x="1020535" y="116763"/>
                </a:lnTo>
                <a:lnTo>
                  <a:pt x="1020917" y="116447"/>
                </a:lnTo>
                <a:lnTo>
                  <a:pt x="1021309" y="116136"/>
                </a:lnTo>
                <a:lnTo>
                  <a:pt x="1021709" y="115830"/>
                </a:lnTo>
                <a:lnTo>
                  <a:pt x="1022119" y="115529"/>
                </a:lnTo>
                <a:lnTo>
                  <a:pt x="1022537" y="115234"/>
                </a:lnTo>
                <a:lnTo>
                  <a:pt x="1022963" y="114943"/>
                </a:lnTo>
                <a:lnTo>
                  <a:pt x="1023399" y="114657"/>
                </a:lnTo>
                <a:lnTo>
                  <a:pt x="1023843" y="114376"/>
                </a:lnTo>
                <a:lnTo>
                  <a:pt x="1024296" y="114101"/>
                </a:lnTo>
                <a:lnTo>
                  <a:pt x="1024758" y="113831"/>
                </a:lnTo>
                <a:lnTo>
                  <a:pt x="1025227" y="113566"/>
                </a:lnTo>
                <a:lnTo>
                  <a:pt x="1025706" y="113307"/>
                </a:lnTo>
                <a:lnTo>
                  <a:pt x="1026192" y="113053"/>
                </a:lnTo>
                <a:lnTo>
                  <a:pt x="1026687" y="112804"/>
                </a:lnTo>
                <a:lnTo>
                  <a:pt x="1027191" y="112561"/>
                </a:lnTo>
                <a:lnTo>
                  <a:pt x="1027703" y="112324"/>
                </a:lnTo>
                <a:lnTo>
                  <a:pt x="1028223" y="112092"/>
                </a:lnTo>
                <a:lnTo>
                  <a:pt x="1028752" y="111865"/>
                </a:lnTo>
                <a:lnTo>
                  <a:pt x="1029289" y="111644"/>
                </a:lnTo>
                <a:lnTo>
                  <a:pt x="1029834" y="111428"/>
                </a:lnTo>
                <a:lnTo>
                  <a:pt x="1030388" y="111217"/>
                </a:lnTo>
                <a:lnTo>
                  <a:pt x="1030950" y="111012"/>
                </a:lnTo>
                <a:lnTo>
                  <a:pt x="1031521" y="110813"/>
                </a:lnTo>
                <a:lnTo>
                  <a:pt x="1032100" y="110619"/>
                </a:lnTo>
                <a:lnTo>
                  <a:pt x="1032688" y="110430"/>
                </a:lnTo>
                <a:lnTo>
                  <a:pt x="1033284" y="110247"/>
                </a:lnTo>
                <a:lnTo>
                  <a:pt x="1033888" y="110069"/>
                </a:lnTo>
                <a:lnTo>
                  <a:pt x="1034501" y="109896"/>
                </a:lnTo>
                <a:lnTo>
                  <a:pt x="1035122" y="109729"/>
                </a:lnTo>
                <a:lnTo>
                  <a:pt x="1035752" y="109567"/>
                </a:lnTo>
                <a:lnTo>
                  <a:pt x="1036390" y="109411"/>
                </a:lnTo>
                <a:lnTo>
                  <a:pt x="1037036" y="109260"/>
                </a:lnTo>
                <a:lnTo>
                  <a:pt x="1037691" y="109115"/>
                </a:lnTo>
                <a:lnTo>
                  <a:pt x="1038352" y="108977"/>
                </a:lnTo>
                <a:lnTo>
                  <a:pt x="1039021" y="108844"/>
                </a:lnTo>
                <a:lnTo>
                  <a:pt x="1039698" y="108717"/>
                </a:lnTo>
                <a:lnTo>
                  <a:pt x="1040381" y="108597"/>
                </a:lnTo>
                <a:lnTo>
                  <a:pt x="1041072" y="108483"/>
                </a:lnTo>
                <a:lnTo>
                  <a:pt x="1041770" y="108375"/>
                </a:lnTo>
                <a:lnTo>
                  <a:pt x="1042475" y="108273"/>
                </a:lnTo>
                <a:lnTo>
                  <a:pt x="1043188" y="108178"/>
                </a:lnTo>
                <a:lnTo>
                  <a:pt x="1043908" y="108088"/>
                </a:lnTo>
                <a:lnTo>
                  <a:pt x="1044635" y="108005"/>
                </a:lnTo>
                <a:lnTo>
                  <a:pt x="1045370" y="107928"/>
                </a:lnTo>
                <a:lnTo>
                  <a:pt x="1046112" y="107857"/>
                </a:lnTo>
                <a:lnTo>
                  <a:pt x="1046861" y="107792"/>
                </a:lnTo>
                <a:lnTo>
                  <a:pt x="1047617" y="107733"/>
                </a:lnTo>
                <a:lnTo>
                  <a:pt x="1048381" y="107681"/>
                </a:lnTo>
                <a:lnTo>
                  <a:pt x="1049152" y="107635"/>
                </a:lnTo>
                <a:lnTo>
                  <a:pt x="1049930" y="107594"/>
                </a:lnTo>
                <a:lnTo>
                  <a:pt x="1050716" y="107561"/>
                </a:lnTo>
                <a:lnTo>
                  <a:pt x="1051509" y="107533"/>
                </a:lnTo>
                <a:lnTo>
                  <a:pt x="1052309" y="107511"/>
                </a:lnTo>
                <a:lnTo>
                  <a:pt x="1053116" y="107496"/>
                </a:lnTo>
                <a:lnTo>
                  <a:pt x="1053931" y="107486"/>
                </a:lnTo>
                <a:lnTo>
                  <a:pt x="1054753" y="107483"/>
                </a:lnTo>
                <a:lnTo>
                  <a:pt x="1076723" y="107483"/>
                </a:lnTo>
                <a:lnTo>
                  <a:pt x="1076723" y="133229"/>
                </a:lnTo>
                <a:lnTo>
                  <a:pt x="1076519" y="133682"/>
                </a:lnTo>
                <a:close/>
                <a:moveTo>
                  <a:pt x="882036" y="97167"/>
                </a:moveTo>
                <a:lnTo>
                  <a:pt x="881999" y="96215"/>
                </a:lnTo>
                <a:lnTo>
                  <a:pt x="881952" y="95269"/>
                </a:lnTo>
                <a:lnTo>
                  <a:pt x="881894" y="94330"/>
                </a:lnTo>
                <a:lnTo>
                  <a:pt x="881826" y="93399"/>
                </a:lnTo>
                <a:lnTo>
                  <a:pt x="881748" y="92474"/>
                </a:lnTo>
                <a:lnTo>
                  <a:pt x="881659" y="91556"/>
                </a:lnTo>
                <a:lnTo>
                  <a:pt x="881559" y="90645"/>
                </a:lnTo>
                <a:lnTo>
                  <a:pt x="881449" y="89741"/>
                </a:lnTo>
                <a:lnTo>
                  <a:pt x="881329" y="88844"/>
                </a:lnTo>
                <a:lnTo>
                  <a:pt x="881198" y="87954"/>
                </a:lnTo>
                <a:lnTo>
                  <a:pt x="881057" y="87070"/>
                </a:lnTo>
                <a:lnTo>
                  <a:pt x="880905" y="86194"/>
                </a:lnTo>
                <a:lnTo>
                  <a:pt x="880743" y="85324"/>
                </a:lnTo>
                <a:lnTo>
                  <a:pt x="880570" y="84462"/>
                </a:lnTo>
                <a:lnTo>
                  <a:pt x="880387" y="83606"/>
                </a:lnTo>
                <a:lnTo>
                  <a:pt x="880193" y="82757"/>
                </a:lnTo>
                <a:lnTo>
                  <a:pt x="879989" y="81915"/>
                </a:lnTo>
                <a:lnTo>
                  <a:pt x="879774" y="81080"/>
                </a:lnTo>
                <a:lnTo>
                  <a:pt x="879549" y="80252"/>
                </a:lnTo>
                <a:lnTo>
                  <a:pt x="879313" y="79431"/>
                </a:lnTo>
                <a:lnTo>
                  <a:pt x="879067" y="78617"/>
                </a:lnTo>
                <a:lnTo>
                  <a:pt x="878811" y="77810"/>
                </a:lnTo>
                <a:lnTo>
                  <a:pt x="878545" y="77013"/>
                </a:lnTo>
                <a:lnTo>
                  <a:pt x="878268" y="76225"/>
                </a:lnTo>
                <a:lnTo>
                  <a:pt x="877981" y="75445"/>
                </a:lnTo>
                <a:lnTo>
                  <a:pt x="877685" y="74675"/>
                </a:lnTo>
                <a:lnTo>
                  <a:pt x="877378" y="73913"/>
                </a:lnTo>
                <a:lnTo>
                  <a:pt x="877061" y="73161"/>
                </a:lnTo>
                <a:lnTo>
                  <a:pt x="876734" y="72417"/>
                </a:lnTo>
                <a:lnTo>
                  <a:pt x="876397" y="71682"/>
                </a:lnTo>
                <a:lnTo>
                  <a:pt x="876050" y="70957"/>
                </a:lnTo>
                <a:lnTo>
                  <a:pt x="875692" y="70240"/>
                </a:lnTo>
                <a:lnTo>
                  <a:pt x="875325" y="69532"/>
                </a:lnTo>
                <a:lnTo>
                  <a:pt x="874947" y="68833"/>
                </a:lnTo>
                <a:lnTo>
                  <a:pt x="874560" y="68144"/>
                </a:lnTo>
                <a:lnTo>
                  <a:pt x="874162" y="67463"/>
                </a:lnTo>
                <a:lnTo>
                  <a:pt x="873754" y="66791"/>
                </a:lnTo>
                <a:lnTo>
                  <a:pt x="873336" y="66128"/>
                </a:lnTo>
                <a:lnTo>
                  <a:pt x="872908" y="65474"/>
                </a:lnTo>
                <a:lnTo>
                  <a:pt x="872470" y="64829"/>
                </a:lnTo>
                <a:lnTo>
                  <a:pt x="872022" y="64193"/>
                </a:lnTo>
                <a:lnTo>
                  <a:pt x="871564" y="63566"/>
                </a:lnTo>
                <a:lnTo>
                  <a:pt x="871095" y="62948"/>
                </a:lnTo>
                <a:lnTo>
                  <a:pt x="870617" y="62339"/>
                </a:lnTo>
                <a:lnTo>
                  <a:pt x="870128" y="61738"/>
                </a:lnTo>
                <a:lnTo>
                  <a:pt x="869630" y="61148"/>
                </a:lnTo>
                <a:lnTo>
                  <a:pt x="869123" y="60569"/>
                </a:lnTo>
                <a:lnTo>
                  <a:pt x="868606" y="60002"/>
                </a:lnTo>
                <a:lnTo>
                  <a:pt x="868081" y="59445"/>
                </a:lnTo>
                <a:lnTo>
                  <a:pt x="867546" y="58900"/>
                </a:lnTo>
                <a:lnTo>
                  <a:pt x="867002" y="58366"/>
                </a:lnTo>
                <a:lnTo>
                  <a:pt x="866449" y="57843"/>
                </a:lnTo>
                <a:lnTo>
                  <a:pt x="865886" y="57331"/>
                </a:lnTo>
                <a:lnTo>
                  <a:pt x="865315" y="56830"/>
                </a:lnTo>
                <a:lnTo>
                  <a:pt x="864734" y="56341"/>
                </a:lnTo>
                <a:lnTo>
                  <a:pt x="864144" y="55863"/>
                </a:lnTo>
                <a:lnTo>
                  <a:pt x="863545" y="55396"/>
                </a:lnTo>
                <a:lnTo>
                  <a:pt x="862937" y="54940"/>
                </a:lnTo>
                <a:lnTo>
                  <a:pt x="862320" y="54496"/>
                </a:lnTo>
                <a:lnTo>
                  <a:pt x="861693" y="54062"/>
                </a:lnTo>
                <a:lnTo>
                  <a:pt x="861058" y="53640"/>
                </a:lnTo>
                <a:lnTo>
                  <a:pt x="860413" y="53229"/>
                </a:lnTo>
                <a:lnTo>
                  <a:pt x="859759" y="52829"/>
                </a:lnTo>
                <a:lnTo>
                  <a:pt x="859096" y="52441"/>
                </a:lnTo>
                <a:lnTo>
                  <a:pt x="858424" y="52063"/>
                </a:lnTo>
                <a:lnTo>
                  <a:pt x="857742" y="51697"/>
                </a:lnTo>
                <a:lnTo>
                  <a:pt x="857052" y="51342"/>
                </a:lnTo>
                <a:lnTo>
                  <a:pt x="856352" y="50998"/>
                </a:lnTo>
                <a:lnTo>
                  <a:pt x="855643" y="50666"/>
                </a:lnTo>
                <a:lnTo>
                  <a:pt x="854925" y="50345"/>
                </a:lnTo>
                <a:lnTo>
                  <a:pt x="854198" y="50039"/>
                </a:lnTo>
                <a:lnTo>
                  <a:pt x="853463" y="49746"/>
                </a:lnTo>
                <a:lnTo>
                  <a:pt x="852719" y="49466"/>
                </a:lnTo>
                <a:lnTo>
                  <a:pt x="851965" y="49201"/>
                </a:lnTo>
                <a:lnTo>
                  <a:pt x="851204" y="48949"/>
                </a:lnTo>
                <a:lnTo>
                  <a:pt x="850433" y="48710"/>
                </a:lnTo>
                <a:lnTo>
                  <a:pt x="849654" y="48485"/>
                </a:lnTo>
                <a:lnTo>
                  <a:pt x="848865" y="48274"/>
                </a:lnTo>
                <a:lnTo>
                  <a:pt x="848068" y="48077"/>
                </a:lnTo>
                <a:lnTo>
                  <a:pt x="847263" y="47893"/>
                </a:lnTo>
                <a:lnTo>
                  <a:pt x="846448" y="47722"/>
                </a:lnTo>
                <a:lnTo>
                  <a:pt x="845625" y="47566"/>
                </a:lnTo>
                <a:lnTo>
                  <a:pt x="844793" y="47423"/>
                </a:lnTo>
                <a:lnTo>
                  <a:pt x="843952" y="47293"/>
                </a:lnTo>
                <a:lnTo>
                  <a:pt x="843102" y="47177"/>
                </a:lnTo>
                <a:lnTo>
                  <a:pt x="842243" y="47075"/>
                </a:lnTo>
                <a:lnTo>
                  <a:pt x="841376" y="46987"/>
                </a:lnTo>
                <a:lnTo>
                  <a:pt x="840500" y="46912"/>
                </a:lnTo>
                <a:lnTo>
                  <a:pt x="839615" y="46850"/>
                </a:lnTo>
                <a:lnTo>
                  <a:pt x="838722" y="46803"/>
                </a:lnTo>
                <a:lnTo>
                  <a:pt x="837819" y="46769"/>
                </a:lnTo>
                <a:lnTo>
                  <a:pt x="836908" y="46748"/>
                </a:lnTo>
                <a:lnTo>
                  <a:pt x="835988" y="46741"/>
                </a:lnTo>
                <a:lnTo>
                  <a:pt x="835155" y="46748"/>
                </a:lnTo>
                <a:lnTo>
                  <a:pt x="834326" y="46770"/>
                </a:lnTo>
                <a:lnTo>
                  <a:pt x="833500" y="46805"/>
                </a:lnTo>
                <a:lnTo>
                  <a:pt x="832678" y="46855"/>
                </a:lnTo>
                <a:lnTo>
                  <a:pt x="831859" y="46919"/>
                </a:lnTo>
                <a:lnTo>
                  <a:pt x="831044" y="46997"/>
                </a:lnTo>
                <a:lnTo>
                  <a:pt x="830232" y="47089"/>
                </a:lnTo>
                <a:lnTo>
                  <a:pt x="829424" y="47196"/>
                </a:lnTo>
                <a:lnTo>
                  <a:pt x="828620" y="47317"/>
                </a:lnTo>
                <a:lnTo>
                  <a:pt x="827819" y="47452"/>
                </a:lnTo>
                <a:lnTo>
                  <a:pt x="827021" y="47601"/>
                </a:lnTo>
                <a:lnTo>
                  <a:pt x="826228" y="47764"/>
                </a:lnTo>
                <a:lnTo>
                  <a:pt x="825437" y="47942"/>
                </a:lnTo>
                <a:lnTo>
                  <a:pt x="824651" y="48134"/>
                </a:lnTo>
                <a:lnTo>
                  <a:pt x="823867" y="48340"/>
                </a:lnTo>
                <a:lnTo>
                  <a:pt x="823088" y="48560"/>
                </a:lnTo>
                <a:lnTo>
                  <a:pt x="822312" y="48795"/>
                </a:lnTo>
                <a:lnTo>
                  <a:pt x="821539" y="49043"/>
                </a:lnTo>
                <a:lnTo>
                  <a:pt x="820770" y="49306"/>
                </a:lnTo>
                <a:lnTo>
                  <a:pt x="820005" y="49583"/>
                </a:lnTo>
                <a:lnTo>
                  <a:pt x="819243" y="49875"/>
                </a:lnTo>
                <a:lnTo>
                  <a:pt x="818485" y="50180"/>
                </a:lnTo>
                <a:lnTo>
                  <a:pt x="817730" y="50500"/>
                </a:lnTo>
                <a:lnTo>
                  <a:pt x="816979" y="50834"/>
                </a:lnTo>
                <a:lnTo>
                  <a:pt x="816233" y="51181"/>
                </a:lnTo>
                <a:lnTo>
                  <a:pt x="815494" y="51542"/>
                </a:lnTo>
                <a:lnTo>
                  <a:pt x="814763" y="51915"/>
                </a:lnTo>
                <a:lnTo>
                  <a:pt x="814038" y="52301"/>
                </a:lnTo>
                <a:lnTo>
                  <a:pt x="813321" y="52700"/>
                </a:lnTo>
                <a:lnTo>
                  <a:pt x="812610" y="53112"/>
                </a:lnTo>
                <a:lnTo>
                  <a:pt x="811907" y="53537"/>
                </a:lnTo>
                <a:lnTo>
                  <a:pt x="811211" y="53975"/>
                </a:lnTo>
                <a:lnTo>
                  <a:pt x="810522" y="54426"/>
                </a:lnTo>
                <a:lnTo>
                  <a:pt x="809840" y="54889"/>
                </a:lnTo>
                <a:lnTo>
                  <a:pt x="809165" y="55366"/>
                </a:lnTo>
                <a:lnTo>
                  <a:pt x="808498" y="55855"/>
                </a:lnTo>
                <a:lnTo>
                  <a:pt x="807837" y="56358"/>
                </a:lnTo>
                <a:lnTo>
                  <a:pt x="807184" y="56873"/>
                </a:lnTo>
                <a:lnTo>
                  <a:pt x="806537" y="57401"/>
                </a:lnTo>
                <a:lnTo>
                  <a:pt x="805898" y="57942"/>
                </a:lnTo>
                <a:lnTo>
                  <a:pt x="805266" y="58496"/>
                </a:lnTo>
                <a:lnTo>
                  <a:pt x="804641" y="59063"/>
                </a:lnTo>
                <a:lnTo>
                  <a:pt x="804023" y="59642"/>
                </a:lnTo>
                <a:lnTo>
                  <a:pt x="803412" y="60235"/>
                </a:lnTo>
                <a:lnTo>
                  <a:pt x="802808" y="60841"/>
                </a:lnTo>
                <a:lnTo>
                  <a:pt x="802212" y="61459"/>
                </a:lnTo>
                <a:lnTo>
                  <a:pt x="801622" y="62090"/>
                </a:lnTo>
                <a:lnTo>
                  <a:pt x="801040" y="62735"/>
                </a:lnTo>
                <a:lnTo>
                  <a:pt x="800466" y="63391"/>
                </a:lnTo>
                <a:lnTo>
                  <a:pt x="799902" y="64057"/>
                </a:lnTo>
                <a:lnTo>
                  <a:pt x="799348" y="64735"/>
                </a:lnTo>
                <a:lnTo>
                  <a:pt x="798805" y="65423"/>
                </a:lnTo>
                <a:lnTo>
                  <a:pt x="798271" y="66121"/>
                </a:lnTo>
                <a:lnTo>
                  <a:pt x="797748" y="66830"/>
                </a:lnTo>
                <a:lnTo>
                  <a:pt x="797235" y="67550"/>
                </a:lnTo>
                <a:lnTo>
                  <a:pt x="796732" y="68281"/>
                </a:lnTo>
                <a:lnTo>
                  <a:pt x="796239" y="69022"/>
                </a:lnTo>
                <a:lnTo>
                  <a:pt x="795756" y="69774"/>
                </a:lnTo>
                <a:lnTo>
                  <a:pt x="795283" y="70537"/>
                </a:lnTo>
                <a:lnTo>
                  <a:pt x="794820" y="71310"/>
                </a:lnTo>
                <a:lnTo>
                  <a:pt x="794367" y="72094"/>
                </a:lnTo>
                <a:lnTo>
                  <a:pt x="793925" y="72889"/>
                </a:lnTo>
                <a:lnTo>
                  <a:pt x="793492" y="73694"/>
                </a:lnTo>
                <a:lnTo>
                  <a:pt x="793070" y="74510"/>
                </a:lnTo>
                <a:lnTo>
                  <a:pt x="792658" y="75336"/>
                </a:lnTo>
                <a:lnTo>
                  <a:pt x="792255" y="76173"/>
                </a:lnTo>
                <a:lnTo>
                  <a:pt x="791863" y="77021"/>
                </a:lnTo>
                <a:lnTo>
                  <a:pt x="791481" y="77880"/>
                </a:lnTo>
                <a:lnTo>
                  <a:pt x="791109" y="78749"/>
                </a:lnTo>
                <a:lnTo>
                  <a:pt x="790748" y="79629"/>
                </a:lnTo>
                <a:lnTo>
                  <a:pt x="790396" y="80519"/>
                </a:lnTo>
                <a:lnTo>
                  <a:pt x="790054" y="81420"/>
                </a:lnTo>
                <a:lnTo>
                  <a:pt x="789725" y="82331"/>
                </a:lnTo>
                <a:lnTo>
                  <a:pt x="789409" y="83251"/>
                </a:lnTo>
                <a:lnTo>
                  <a:pt x="789108" y="84180"/>
                </a:lnTo>
                <a:lnTo>
                  <a:pt x="788820" y="85118"/>
                </a:lnTo>
                <a:lnTo>
                  <a:pt x="788547" y="86065"/>
                </a:lnTo>
                <a:lnTo>
                  <a:pt x="788287" y="87021"/>
                </a:lnTo>
                <a:lnTo>
                  <a:pt x="788042" y="87985"/>
                </a:lnTo>
                <a:lnTo>
                  <a:pt x="787811" y="88959"/>
                </a:lnTo>
                <a:lnTo>
                  <a:pt x="787593" y="89942"/>
                </a:lnTo>
                <a:lnTo>
                  <a:pt x="787390" y="90934"/>
                </a:lnTo>
                <a:lnTo>
                  <a:pt x="787201" y="91934"/>
                </a:lnTo>
                <a:lnTo>
                  <a:pt x="787025" y="92944"/>
                </a:lnTo>
                <a:lnTo>
                  <a:pt x="786864" y="93963"/>
                </a:lnTo>
                <a:lnTo>
                  <a:pt x="786717" y="94990"/>
                </a:lnTo>
                <a:lnTo>
                  <a:pt x="786584" y="96027"/>
                </a:lnTo>
                <a:lnTo>
                  <a:pt x="786464" y="97073"/>
                </a:lnTo>
                <a:lnTo>
                  <a:pt x="786359" y="98127"/>
                </a:lnTo>
                <a:lnTo>
                  <a:pt x="786268" y="99191"/>
                </a:lnTo>
                <a:lnTo>
                  <a:pt x="786191" y="100263"/>
                </a:lnTo>
                <a:lnTo>
                  <a:pt x="786128" y="101345"/>
                </a:lnTo>
                <a:lnTo>
                  <a:pt x="786079" y="102435"/>
                </a:lnTo>
                <a:lnTo>
                  <a:pt x="786044" y="103534"/>
                </a:lnTo>
                <a:lnTo>
                  <a:pt x="786023" y="104643"/>
                </a:lnTo>
                <a:lnTo>
                  <a:pt x="786016" y="105760"/>
                </a:lnTo>
                <a:lnTo>
                  <a:pt x="786016" y="110391"/>
                </a:lnTo>
                <a:lnTo>
                  <a:pt x="786022" y="111429"/>
                </a:lnTo>
                <a:lnTo>
                  <a:pt x="786042" y="112460"/>
                </a:lnTo>
                <a:lnTo>
                  <a:pt x="786076" y="113483"/>
                </a:lnTo>
                <a:lnTo>
                  <a:pt x="786123" y="114500"/>
                </a:lnTo>
                <a:lnTo>
                  <a:pt x="786184" y="115510"/>
                </a:lnTo>
                <a:lnTo>
                  <a:pt x="786258" y="116513"/>
                </a:lnTo>
                <a:lnTo>
                  <a:pt x="786345" y="117509"/>
                </a:lnTo>
                <a:lnTo>
                  <a:pt x="786446" y="118499"/>
                </a:lnTo>
                <a:lnTo>
                  <a:pt x="786561" y="119481"/>
                </a:lnTo>
                <a:lnTo>
                  <a:pt x="786689" y="120456"/>
                </a:lnTo>
                <a:lnTo>
                  <a:pt x="786830" y="121425"/>
                </a:lnTo>
                <a:lnTo>
                  <a:pt x="786985" y="122386"/>
                </a:lnTo>
                <a:lnTo>
                  <a:pt x="787153" y="123341"/>
                </a:lnTo>
                <a:lnTo>
                  <a:pt x="787335" y="124289"/>
                </a:lnTo>
                <a:lnTo>
                  <a:pt x="787530" y="125229"/>
                </a:lnTo>
                <a:lnTo>
                  <a:pt x="787739" y="126163"/>
                </a:lnTo>
                <a:lnTo>
                  <a:pt x="787961" y="127090"/>
                </a:lnTo>
                <a:lnTo>
                  <a:pt x="788196" y="128010"/>
                </a:lnTo>
                <a:lnTo>
                  <a:pt x="788446" y="128923"/>
                </a:lnTo>
                <a:lnTo>
                  <a:pt x="788708" y="129829"/>
                </a:lnTo>
                <a:lnTo>
                  <a:pt x="788984" y="130729"/>
                </a:lnTo>
                <a:lnTo>
                  <a:pt x="789273" y="131621"/>
                </a:lnTo>
                <a:lnTo>
                  <a:pt x="789576" y="132506"/>
                </a:lnTo>
                <a:lnTo>
                  <a:pt x="789893" y="133385"/>
                </a:lnTo>
                <a:lnTo>
                  <a:pt x="790221" y="134255"/>
                </a:lnTo>
                <a:lnTo>
                  <a:pt x="790561" y="135115"/>
                </a:lnTo>
                <a:lnTo>
                  <a:pt x="790911" y="135966"/>
                </a:lnTo>
                <a:lnTo>
                  <a:pt x="791272" y="136806"/>
                </a:lnTo>
                <a:lnTo>
                  <a:pt x="791644" y="137636"/>
                </a:lnTo>
                <a:lnTo>
                  <a:pt x="792027" y="138457"/>
                </a:lnTo>
                <a:lnTo>
                  <a:pt x="792420" y="139268"/>
                </a:lnTo>
                <a:lnTo>
                  <a:pt x="792825" y="140068"/>
                </a:lnTo>
                <a:lnTo>
                  <a:pt x="793240" y="140859"/>
                </a:lnTo>
                <a:lnTo>
                  <a:pt x="793666" y="141640"/>
                </a:lnTo>
                <a:lnTo>
                  <a:pt x="794103" y="142411"/>
                </a:lnTo>
                <a:lnTo>
                  <a:pt x="794551" y="143172"/>
                </a:lnTo>
                <a:lnTo>
                  <a:pt x="795009" y="143923"/>
                </a:lnTo>
                <a:lnTo>
                  <a:pt x="795479" y="144665"/>
                </a:lnTo>
                <a:lnTo>
                  <a:pt x="795959" y="145396"/>
                </a:lnTo>
                <a:lnTo>
                  <a:pt x="796450" y="146117"/>
                </a:lnTo>
                <a:lnTo>
                  <a:pt x="796952" y="146829"/>
                </a:lnTo>
                <a:lnTo>
                  <a:pt x="797465" y="147531"/>
                </a:lnTo>
                <a:lnTo>
                  <a:pt x="797989" y="148222"/>
                </a:lnTo>
                <a:lnTo>
                  <a:pt x="798524" y="148904"/>
                </a:lnTo>
                <a:lnTo>
                  <a:pt x="799069" y="149576"/>
                </a:lnTo>
                <a:lnTo>
                  <a:pt x="799625" y="150238"/>
                </a:lnTo>
                <a:lnTo>
                  <a:pt x="800192" y="150890"/>
                </a:lnTo>
                <a:lnTo>
                  <a:pt x="800770" y="151532"/>
                </a:lnTo>
                <a:lnTo>
                  <a:pt x="801358" y="152163"/>
                </a:lnTo>
                <a:lnTo>
                  <a:pt x="801955" y="152783"/>
                </a:lnTo>
                <a:lnTo>
                  <a:pt x="802561" y="153390"/>
                </a:lnTo>
                <a:lnTo>
                  <a:pt x="803176" y="153985"/>
                </a:lnTo>
                <a:lnTo>
                  <a:pt x="803799" y="154569"/>
                </a:lnTo>
                <a:lnTo>
                  <a:pt x="804432" y="155140"/>
                </a:lnTo>
                <a:lnTo>
                  <a:pt x="805074" y="155700"/>
                </a:lnTo>
                <a:lnTo>
                  <a:pt x="805724" y="156247"/>
                </a:lnTo>
                <a:lnTo>
                  <a:pt x="806384" y="156783"/>
                </a:lnTo>
                <a:lnTo>
                  <a:pt x="807053" y="157306"/>
                </a:lnTo>
                <a:lnTo>
                  <a:pt x="807730" y="157818"/>
                </a:lnTo>
                <a:lnTo>
                  <a:pt x="808417" y="158317"/>
                </a:lnTo>
                <a:lnTo>
                  <a:pt x="809112" y="158805"/>
                </a:lnTo>
                <a:lnTo>
                  <a:pt x="809817" y="159281"/>
                </a:lnTo>
                <a:lnTo>
                  <a:pt x="810531" y="159744"/>
                </a:lnTo>
                <a:lnTo>
                  <a:pt x="811253" y="160196"/>
                </a:lnTo>
                <a:lnTo>
                  <a:pt x="811984" y="160636"/>
                </a:lnTo>
                <a:lnTo>
                  <a:pt x="812725" y="161064"/>
                </a:lnTo>
                <a:lnTo>
                  <a:pt x="813474" y="161479"/>
                </a:lnTo>
                <a:lnTo>
                  <a:pt x="814233" y="161883"/>
                </a:lnTo>
                <a:lnTo>
                  <a:pt x="815000" y="162275"/>
                </a:lnTo>
                <a:lnTo>
                  <a:pt x="815776" y="162655"/>
                </a:lnTo>
                <a:lnTo>
                  <a:pt x="816562" y="163023"/>
                </a:lnTo>
                <a:lnTo>
                  <a:pt x="817356" y="163379"/>
                </a:lnTo>
                <a:lnTo>
                  <a:pt x="818158" y="163722"/>
                </a:lnTo>
                <a:lnTo>
                  <a:pt x="818966" y="164050"/>
                </a:lnTo>
                <a:lnTo>
                  <a:pt x="819781" y="164364"/>
                </a:lnTo>
                <a:lnTo>
                  <a:pt x="820602" y="164663"/>
                </a:lnTo>
                <a:lnTo>
                  <a:pt x="821429" y="164947"/>
                </a:lnTo>
                <a:lnTo>
                  <a:pt x="822263" y="165217"/>
                </a:lnTo>
                <a:lnTo>
                  <a:pt x="823103" y="165472"/>
                </a:lnTo>
                <a:lnTo>
                  <a:pt x="823949" y="165713"/>
                </a:lnTo>
                <a:lnTo>
                  <a:pt x="824802" y="165939"/>
                </a:lnTo>
                <a:lnTo>
                  <a:pt x="825661" y="166150"/>
                </a:lnTo>
                <a:lnTo>
                  <a:pt x="826527" y="166347"/>
                </a:lnTo>
                <a:lnTo>
                  <a:pt x="827399" y="166529"/>
                </a:lnTo>
                <a:lnTo>
                  <a:pt x="828277" y="166697"/>
                </a:lnTo>
                <a:lnTo>
                  <a:pt x="829162" y="166850"/>
                </a:lnTo>
                <a:lnTo>
                  <a:pt x="830053" y="166989"/>
                </a:lnTo>
                <a:lnTo>
                  <a:pt x="830950" y="167113"/>
                </a:lnTo>
                <a:lnTo>
                  <a:pt x="831854" y="167222"/>
                </a:lnTo>
                <a:lnTo>
                  <a:pt x="832764" y="167317"/>
                </a:lnTo>
                <a:lnTo>
                  <a:pt x="833680" y="167397"/>
                </a:lnTo>
                <a:lnTo>
                  <a:pt x="834603" y="167463"/>
                </a:lnTo>
                <a:lnTo>
                  <a:pt x="835532" y="167514"/>
                </a:lnTo>
                <a:lnTo>
                  <a:pt x="836467" y="167550"/>
                </a:lnTo>
                <a:lnTo>
                  <a:pt x="837409" y="167572"/>
                </a:lnTo>
                <a:lnTo>
                  <a:pt x="838357" y="167579"/>
                </a:lnTo>
                <a:lnTo>
                  <a:pt x="839223" y="167574"/>
                </a:lnTo>
                <a:lnTo>
                  <a:pt x="840080" y="167560"/>
                </a:lnTo>
                <a:lnTo>
                  <a:pt x="840928" y="167535"/>
                </a:lnTo>
                <a:lnTo>
                  <a:pt x="841768" y="167500"/>
                </a:lnTo>
                <a:lnTo>
                  <a:pt x="842598" y="167455"/>
                </a:lnTo>
                <a:lnTo>
                  <a:pt x="843419" y="167401"/>
                </a:lnTo>
                <a:lnTo>
                  <a:pt x="844231" y="167337"/>
                </a:lnTo>
                <a:lnTo>
                  <a:pt x="845035" y="167262"/>
                </a:lnTo>
                <a:lnTo>
                  <a:pt x="845829" y="167178"/>
                </a:lnTo>
                <a:lnTo>
                  <a:pt x="846614" y="167084"/>
                </a:lnTo>
                <a:lnTo>
                  <a:pt x="847390" y="166980"/>
                </a:lnTo>
                <a:lnTo>
                  <a:pt x="848158" y="166866"/>
                </a:lnTo>
                <a:lnTo>
                  <a:pt x="848916" y="166742"/>
                </a:lnTo>
                <a:lnTo>
                  <a:pt x="849666" y="166608"/>
                </a:lnTo>
                <a:lnTo>
                  <a:pt x="850406" y="166464"/>
                </a:lnTo>
                <a:lnTo>
                  <a:pt x="851137" y="166311"/>
                </a:lnTo>
                <a:lnTo>
                  <a:pt x="851860" y="166147"/>
                </a:lnTo>
                <a:lnTo>
                  <a:pt x="852573" y="165974"/>
                </a:lnTo>
                <a:lnTo>
                  <a:pt x="853278" y="165791"/>
                </a:lnTo>
                <a:lnTo>
                  <a:pt x="853974" y="165597"/>
                </a:lnTo>
                <a:lnTo>
                  <a:pt x="854660" y="165394"/>
                </a:lnTo>
                <a:lnTo>
                  <a:pt x="855338" y="165181"/>
                </a:lnTo>
                <a:lnTo>
                  <a:pt x="856006" y="164958"/>
                </a:lnTo>
                <a:lnTo>
                  <a:pt x="856666" y="164725"/>
                </a:lnTo>
                <a:lnTo>
                  <a:pt x="857317" y="164484"/>
                </a:lnTo>
                <a:lnTo>
                  <a:pt x="857961" y="164237"/>
                </a:lnTo>
                <a:lnTo>
                  <a:pt x="858596" y="163983"/>
                </a:lnTo>
                <a:lnTo>
                  <a:pt x="859224" y="163723"/>
                </a:lnTo>
                <a:lnTo>
                  <a:pt x="859844" y="163457"/>
                </a:lnTo>
                <a:lnTo>
                  <a:pt x="860456" y="163184"/>
                </a:lnTo>
                <a:lnTo>
                  <a:pt x="861060" y="162905"/>
                </a:lnTo>
                <a:lnTo>
                  <a:pt x="861656" y="162619"/>
                </a:lnTo>
                <a:lnTo>
                  <a:pt x="862244" y="162327"/>
                </a:lnTo>
                <a:lnTo>
                  <a:pt x="862825" y="162029"/>
                </a:lnTo>
                <a:lnTo>
                  <a:pt x="863398" y="161725"/>
                </a:lnTo>
                <a:lnTo>
                  <a:pt x="863963" y="161414"/>
                </a:lnTo>
                <a:lnTo>
                  <a:pt x="864520" y="161096"/>
                </a:lnTo>
                <a:lnTo>
                  <a:pt x="865069" y="160773"/>
                </a:lnTo>
                <a:lnTo>
                  <a:pt x="865610" y="160443"/>
                </a:lnTo>
                <a:lnTo>
                  <a:pt x="866143" y="160106"/>
                </a:lnTo>
                <a:lnTo>
                  <a:pt x="866669" y="159764"/>
                </a:lnTo>
                <a:lnTo>
                  <a:pt x="867187" y="159414"/>
                </a:lnTo>
                <a:lnTo>
                  <a:pt x="867697" y="159059"/>
                </a:lnTo>
                <a:lnTo>
                  <a:pt x="868199" y="158697"/>
                </a:lnTo>
                <a:lnTo>
                  <a:pt x="868693" y="158329"/>
                </a:lnTo>
                <a:lnTo>
                  <a:pt x="869179" y="157955"/>
                </a:lnTo>
                <a:lnTo>
                  <a:pt x="869658" y="157574"/>
                </a:lnTo>
                <a:lnTo>
                  <a:pt x="870128" y="157186"/>
                </a:lnTo>
                <a:lnTo>
                  <a:pt x="870592" y="156794"/>
                </a:lnTo>
                <a:lnTo>
                  <a:pt x="871050" y="156399"/>
                </a:lnTo>
                <a:lnTo>
                  <a:pt x="871501" y="156001"/>
                </a:lnTo>
                <a:lnTo>
                  <a:pt x="871947" y="155599"/>
                </a:lnTo>
                <a:lnTo>
                  <a:pt x="872387" y="155195"/>
                </a:lnTo>
                <a:lnTo>
                  <a:pt x="872821" y="154787"/>
                </a:lnTo>
                <a:lnTo>
                  <a:pt x="873249" y="154376"/>
                </a:lnTo>
                <a:lnTo>
                  <a:pt x="873670" y="153961"/>
                </a:lnTo>
                <a:lnTo>
                  <a:pt x="874086" y="153544"/>
                </a:lnTo>
                <a:lnTo>
                  <a:pt x="874496" y="153123"/>
                </a:lnTo>
                <a:lnTo>
                  <a:pt x="874900" y="152700"/>
                </a:lnTo>
                <a:lnTo>
                  <a:pt x="875298" y="152273"/>
                </a:lnTo>
                <a:lnTo>
                  <a:pt x="875690" y="151843"/>
                </a:lnTo>
                <a:lnTo>
                  <a:pt x="876076" y="151409"/>
                </a:lnTo>
                <a:lnTo>
                  <a:pt x="876456" y="150973"/>
                </a:lnTo>
                <a:lnTo>
                  <a:pt x="876830" y="150533"/>
                </a:lnTo>
                <a:lnTo>
                  <a:pt x="877198" y="150090"/>
                </a:lnTo>
                <a:lnTo>
                  <a:pt x="877560" y="149644"/>
                </a:lnTo>
                <a:lnTo>
                  <a:pt x="877916" y="149195"/>
                </a:lnTo>
                <a:lnTo>
                  <a:pt x="878266" y="148743"/>
                </a:lnTo>
                <a:lnTo>
                  <a:pt x="878610" y="148287"/>
                </a:lnTo>
                <a:lnTo>
                  <a:pt x="878948" y="147828"/>
                </a:lnTo>
                <a:lnTo>
                  <a:pt x="879280" y="147366"/>
                </a:lnTo>
                <a:lnTo>
                  <a:pt x="879606" y="146901"/>
                </a:lnTo>
                <a:lnTo>
                  <a:pt x="871528" y="140655"/>
                </a:lnTo>
                <a:lnTo>
                  <a:pt x="870996" y="141338"/>
                </a:lnTo>
                <a:lnTo>
                  <a:pt x="870458" y="142006"/>
                </a:lnTo>
                <a:lnTo>
                  <a:pt x="869914" y="142658"/>
                </a:lnTo>
                <a:lnTo>
                  <a:pt x="869364" y="143295"/>
                </a:lnTo>
                <a:lnTo>
                  <a:pt x="868808" y="143916"/>
                </a:lnTo>
                <a:lnTo>
                  <a:pt x="868247" y="144522"/>
                </a:lnTo>
                <a:lnTo>
                  <a:pt x="867680" y="145112"/>
                </a:lnTo>
                <a:lnTo>
                  <a:pt x="867107" y="145687"/>
                </a:lnTo>
                <a:lnTo>
                  <a:pt x="866528" y="146246"/>
                </a:lnTo>
                <a:lnTo>
                  <a:pt x="865943" y="146789"/>
                </a:lnTo>
                <a:lnTo>
                  <a:pt x="865353" y="147317"/>
                </a:lnTo>
                <a:lnTo>
                  <a:pt x="864757" y="147830"/>
                </a:lnTo>
                <a:lnTo>
                  <a:pt x="864155" y="148327"/>
                </a:lnTo>
                <a:lnTo>
                  <a:pt x="863547" y="148809"/>
                </a:lnTo>
                <a:lnTo>
                  <a:pt x="862934" y="149275"/>
                </a:lnTo>
                <a:lnTo>
                  <a:pt x="862314" y="149725"/>
                </a:lnTo>
                <a:lnTo>
                  <a:pt x="861689" y="150160"/>
                </a:lnTo>
                <a:lnTo>
                  <a:pt x="861058" y="150580"/>
                </a:lnTo>
                <a:lnTo>
                  <a:pt x="860421" y="150984"/>
                </a:lnTo>
                <a:lnTo>
                  <a:pt x="859779" y="151372"/>
                </a:lnTo>
                <a:lnTo>
                  <a:pt x="859130" y="151745"/>
                </a:lnTo>
                <a:lnTo>
                  <a:pt x="858476" y="152103"/>
                </a:lnTo>
                <a:lnTo>
                  <a:pt x="857816" y="152444"/>
                </a:lnTo>
                <a:lnTo>
                  <a:pt x="857151" y="152771"/>
                </a:lnTo>
                <a:lnTo>
                  <a:pt x="856478" y="153083"/>
                </a:lnTo>
                <a:lnTo>
                  <a:pt x="855798" y="153381"/>
                </a:lnTo>
                <a:lnTo>
                  <a:pt x="855110" y="153667"/>
                </a:lnTo>
                <a:lnTo>
                  <a:pt x="854415" y="153939"/>
                </a:lnTo>
                <a:lnTo>
                  <a:pt x="853712" y="154198"/>
                </a:lnTo>
                <a:lnTo>
                  <a:pt x="853001" y="154443"/>
                </a:lnTo>
                <a:lnTo>
                  <a:pt x="852282" y="154676"/>
                </a:lnTo>
                <a:lnTo>
                  <a:pt x="851556" y="154895"/>
                </a:lnTo>
                <a:lnTo>
                  <a:pt x="850822" y="155101"/>
                </a:lnTo>
                <a:lnTo>
                  <a:pt x="850081" y="155293"/>
                </a:lnTo>
                <a:lnTo>
                  <a:pt x="849332" y="155472"/>
                </a:lnTo>
                <a:lnTo>
                  <a:pt x="848575" y="155638"/>
                </a:lnTo>
                <a:lnTo>
                  <a:pt x="847811" y="155791"/>
                </a:lnTo>
                <a:lnTo>
                  <a:pt x="847039" y="155930"/>
                </a:lnTo>
                <a:lnTo>
                  <a:pt x="846259" y="156056"/>
                </a:lnTo>
                <a:lnTo>
                  <a:pt x="845471" y="156169"/>
                </a:lnTo>
                <a:lnTo>
                  <a:pt x="844676" y="156269"/>
                </a:lnTo>
                <a:lnTo>
                  <a:pt x="843873" y="156355"/>
                </a:lnTo>
                <a:lnTo>
                  <a:pt x="843063" y="156428"/>
                </a:lnTo>
                <a:lnTo>
                  <a:pt x="842245" y="156488"/>
                </a:lnTo>
                <a:lnTo>
                  <a:pt x="841419" y="156534"/>
                </a:lnTo>
                <a:lnTo>
                  <a:pt x="840586" y="156568"/>
                </a:lnTo>
                <a:lnTo>
                  <a:pt x="839744" y="156587"/>
                </a:lnTo>
                <a:lnTo>
                  <a:pt x="838896" y="156594"/>
                </a:lnTo>
                <a:lnTo>
                  <a:pt x="838154" y="156588"/>
                </a:lnTo>
                <a:lnTo>
                  <a:pt x="837417" y="156569"/>
                </a:lnTo>
                <a:lnTo>
                  <a:pt x="836686" y="156538"/>
                </a:lnTo>
                <a:lnTo>
                  <a:pt x="835961" y="156494"/>
                </a:lnTo>
                <a:lnTo>
                  <a:pt x="835241" y="156437"/>
                </a:lnTo>
                <a:lnTo>
                  <a:pt x="834527" y="156369"/>
                </a:lnTo>
                <a:lnTo>
                  <a:pt x="833819" y="156287"/>
                </a:lnTo>
                <a:lnTo>
                  <a:pt x="833116" y="156193"/>
                </a:lnTo>
                <a:lnTo>
                  <a:pt x="832419" y="156087"/>
                </a:lnTo>
                <a:lnTo>
                  <a:pt x="831727" y="155968"/>
                </a:lnTo>
                <a:lnTo>
                  <a:pt x="831041" y="155836"/>
                </a:lnTo>
                <a:lnTo>
                  <a:pt x="830361" y="155692"/>
                </a:lnTo>
                <a:lnTo>
                  <a:pt x="829686" y="155535"/>
                </a:lnTo>
                <a:lnTo>
                  <a:pt x="829017" y="155366"/>
                </a:lnTo>
                <a:lnTo>
                  <a:pt x="828353" y="155185"/>
                </a:lnTo>
                <a:lnTo>
                  <a:pt x="827695" y="154991"/>
                </a:lnTo>
                <a:lnTo>
                  <a:pt x="827043" y="154784"/>
                </a:lnTo>
                <a:lnTo>
                  <a:pt x="826396" y="154565"/>
                </a:lnTo>
                <a:lnTo>
                  <a:pt x="825755" y="154333"/>
                </a:lnTo>
                <a:lnTo>
                  <a:pt x="825119" y="154089"/>
                </a:lnTo>
                <a:lnTo>
                  <a:pt x="824489" y="153832"/>
                </a:lnTo>
                <a:lnTo>
                  <a:pt x="823865" y="153562"/>
                </a:lnTo>
                <a:lnTo>
                  <a:pt x="823246" y="153281"/>
                </a:lnTo>
                <a:lnTo>
                  <a:pt x="822633" y="152986"/>
                </a:lnTo>
                <a:lnTo>
                  <a:pt x="822026" y="152681"/>
                </a:lnTo>
                <a:lnTo>
                  <a:pt x="821427" y="152366"/>
                </a:lnTo>
                <a:lnTo>
                  <a:pt x="820834" y="152042"/>
                </a:lnTo>
                <a:lnTo>
                  <a:pt x="820249" y="151709"/>
                </a:lnTo>
                <a:lnTo>
                  <a:pt x="819671" y="151366"/>
                </a:lnTo>
                <a:lnTo>
                  <a:pt x="819099" y="151014"/>
                </a:lnTo>
                <a:lnTo>
                  <a:pt x="818535" y="150652"/>
                </a:lnTo>
                <a:lnTo>
                  <a:pt x="817978" y="150282"/>
                </a:lnTo>
                <a:lnTo>
                  <a:pt x="817428" y="149902"/>
                </a:lnTo>
                <a:lnTo>
                  <a:pt x="816885" y="149512"/>
                </a:lnTo>
                <a:lnTo>
                  <a:pt x="816350" y="149113"/>
                </a:lnTo>
                <a:lnTo>
                  <a:pt x="815821" y="148705"/>
                </a:lnTo>
                <a:lnTo>
                  <a:pt x="815300" y="148288"/>
                </a:lnTo>
                <a:lnTo>
                  <a:pt x="814785" y="147861"/>
                </a:lnTo>
                <a:lnTo>
                  <a:pt x="814278" y="147425"/>
                </a:lnTo>
                <a:lnTo>
                  <a:pt x="813778" y="146979"/>
                </a:lnTo>
                <a:lnTo>
                  <a:pt x="813285" y="146524"/>
                </a:lnTo>
                <a:lnTo>
                  <a:pt x="812799" y="146060"/>
                </a:lnTo>
                <a:lnTo>
                  <a:pt x="812320" y="145586"/>
                </a:lnTo>
                <a:lnTo>
                  <a:pt x="811848" y="145103"/>
                </a:lnTo>
                <a:lnTo>
                  <a:pt x="811384" y="144611"/>
                </a:lnTo>
                <a:lnTo>
                  <a:pt x="810926" y="144109"/>
                </a:lnTo>
                <a:lnTo>
                  <a:pt x="810476" y="143598"/>
                </a:lnTo>
                <a:lnTo>
                  <a:pt x="810032" y="143078"/>
                </a:lnTo>
                <a:lnTo>
                  <a:pt x="809597" y="142549"/>
                </a:lnTo>
                <a:lnTo>
                  <a:pt x="809169" y="142013"/>
                </a:lnTo>
                <a:lnTo>
                  <a:pt x="808750" y="141470"/>
                </a:lnTo>
                <a:lnTo>
                  <a:pt x="808339" y="140919"/>
                </a:lnTo>
                <a:lnTo>
                  <a:pt x="807936" y="140362"/>
                </a:lnTo>
                <a:lnTo>
                  <a:pt x="807542" y="139796"/>
                </a:lnTo>
                <a:lnTo>
                  <a:pt x="807156" y="139224"/>
                </a:lnTo>
                <a:lnTo>
                  <a:pt x="806777" y="138644"/>
                </a:lnTo>
                <a:lnTo>
                  <a:pt x="806408" y="138057"/>
                </a:lnTo>
                <a:lnTo>
                  <a:pt x="806046" y="137463"/>
                </a:lnTo>
                <a:lnTo>
                  <a:pt x="805693" y="136861"/>
                </a:lnTo>
                <a:lnTo>
                  <a:pt x="805347" y="136252"/>
                </a:lnTo>
                <a:lnTo>
                  <a:pt x="805011" y="135636"/>
                </a:lnTo>
                <a:lnTo>
                  <a:pt x="804682" y="135013"/>
                </a:lnTo>
                <a:lnTo>
                  <a:pt x="804361" y="134382"/>
                </a:lnTo>
                <a:lnTo>
                  <a:pt x="804049" y="133744"/>
                </a:lnTo>
                <a:lnTo>
                  <a:pt x="803745" y="133099"/>
                </a:lnTo>
                <a:lnTo>
                  <a:pt x="803449" y="132446"/>
                </a:lnTo>
                <a:lnTo>
                  <a:pt x="803162" y="131786"/>
                </a:lnTo>
                <a:lnTo>
                  <a:pt x="802882" y="131119"/>
                </a:lnTo>
                <a:lnTo>
                  <a:pt x="802611" y="130444"/>
                </a:lnTo>
                <a:lnTo>
                  <a:pt x="802348" y="129762"/>
                </a:lnTo>
                <a:lnTo>
                  <a:pt x="802094" y="129073"/>
                </a:lnTo>
                <a:lnTo>
                  <a:pt x="801847" y="128377"/>
                </a:lnTo>
                <a:lnTo>
                  <a:pt x="801610" y="127675"/>
                </a:lnTo>
                <a:lnTo>
                  <a:pt x="801383" y="126969"/>
                </a:lnTo>
                <a:lnTo>
                  <a:pt x="801166" y="126258"/>
                </a:lnTo>
                <a:lnTo>
                  <a:pt x="800959" y="125544"/>
                </a:lnTo>
                <a:lnTo>
                  <a:pt x="800762" y="124825"/>
                </a:lnTo>
                <a:lnTo>
                  <a:pt x="800575" y="124103"/>
                </a:lnTo>
                <a:lnTo>
                  <a:pt x="800398" y="123376"/>
                </a:lnTo>
                <a:lnTo>
                  <a:pt x="800232" y="122645"/>
                </a:lnTo>
                <a:lnTo>
                  <a:pt x="800075" y="121910"/>
                </a:lnTo>
                <a:lnTo>
                  <a:pt x="799929" y="121171"/>
                </a:lnTo>
                <a:lnTo>
                  <a:pt x="799793" y="120428"/>
                </a:lnTo>
                <a:lnTo>
                  <a:pt x="799666" y="119680"/>
                </a:lnTo>
                <a:lnTo>
                  <a:pt x="799550" y="118929"/>
                </a:lnTo>
                <a:lnTo>
                  <a:pt x="799444" y="118173"/>
                </a:lnTo>
                <a:lnTo>
                  <a:pt x="799348" y="117414"/>
                </a:lnTo>
                <a:lnTo>
                  <a:pt x="799263" y="116650"/>
                </a:lnTo>
                <a:lnTo>
                  <a:pt x="799187" y="115882"/>
                </a:lnTo>
                <a:lnTo>
                  <a:pt x="799121" y="115110"/>
                </a:lnTo>
                <a:lnTo>
                  <a:pt x="799066" y="114334"/>
                </a:lnTo>
                <a:lnTo>
                  <a:pt x="799020" y="113553"/>
                </a:lnTo>
                <a:lnTo>
                  <a:pt x="798985" y="112769"/>
                </a:lnTo>
                <a:lnTo>
                  <a:pt x="798960" y="111981"/>
                </a:lnTo>
                <a:lnTo>
                  <a:pt x="798944" y="111188"/>
                </a:lnTo>
                <a:lnTo>
                  <a:pt x="798939" y="110391"/>
                </a:lnTo>
                <a:lnTo>
                  <a:pt x="798939" y="107914"/>
                </a:lnTo>
                <a:lnTo>
                  <a:pt x="882083" y="107914"/>
                </a:lnTo>
                <a:lnTo>
                  <a:pt x="882083" y="100066"/>
                </a:lnTo>
                <a:lnTo>
                  <a:pt x="882078" y="99093"/>
                </a:lnTo>
                <a:lnTo>
                  <a:pt x="882062" y="98126"/>
                </a:lnTo>
                <a:lnTo>
                  <a:pt x="882036" y="97167"/>
                </a:lnTo>
                <a:close/>
                <a:moveTo>
                  <a:pt x="799613" y="95569"/>
                </a:moveTo>
                <a:lnTo>
                  <a:pt x="799729" y="94763"/>
                </a:lnTo>
                <a:lnTo>
                  <a:pt x="799856" y="93962"/>
                </a:lnTo>
                <a:lnTo>
                  <a:pt x="799991" y="93169"/>
                </a:lnTo>
                <a:lnTo>
                  <a:pt x="800136" y="92382"/>
                </a:lnTo>
                <a:lnTo>
                  <a:pt x="800290" y="91601"/>
                </a:lnTo>
                <a:lnTo>
                  <a:pt x="800454" y="90827"/>
                </a:lnTo>
                <a:lnTo>
                  <a:pt x="800627" y="90060"/>
                </a:lnTo>
                <a:lnTo>
                  <a:pt x="800809" y="89299"/>
                </a:lnTo>
                <a:lnTo>
                  <a:pt x="801001" y="88544"/>
                </a:lnTo>
                <a:lnTo>
                  <a:pt x="801202" y="87797"/>
                </a:lnTo>
                <a:lnTo>
                  <a:pt x="801412" y="87055"/>
                </a:lnTo>
                <a:lnTo>
                  <a:pt x="801632" y="86321"/>
                </a:lnTo>
                <a:lnTo>
                  <a:pt x="801860" y="85593"/>
                </a:lnTo>
                <a:lnTo>
                  <a:pt x="802096" y="84874"/>
                </a:lnTo>
                <a:lnTo>
                  <a:pt x="802340" y="84163"/>
                </a:lnTo>
                <a:lnTo>
                  <a:pt x="802591" y="83461"/>
                </a:lnTo>
                <a:lnTo>
                  <a:pt x="802850" y="82766"/>
                </a:lnTo>
                <a:lnTo>
                  <a:pt x="803116" y="82080"/>
                </a:lnTo>
                <a:lnTo>
                  <a:pt x="803390" y="81402"/>
                </a:lnTo>
                <a:lnTo>
                  <a:pt x="803672" y="80732"/>
                </a:lnTo>
                <a:lnTo>
                  <a:pt x="803962" y="80071"/>
                </a:lnTo>
                <a:lnTo>
                  <a:pt x="804259" y="79417"/>
                </a:lnTo>
                <a:lnTo>
                  <a:pt x="804564" y="78772"/>
                </a:lnTo>
                <a:lnTo>
                  <a:pt x="804876" y="78135"/>
                </a:lnTo>
                <a:lnTo>
                  <a:pt x="805197" y="77507"/>
                </a:lnTo>
                <a:lnTo>
                  <a:pt x="805524" y="76886"/>
                </a:lnTo>
                <a:lnTo>
                  <a:pt x="805860" y="76274"/>
                </a:lnTo>
                <a:lnTo>
                  <a:pt x="806203" y="75670"/>
                </a:lnTo>
                <a:lnTo>
                  <a:pt x="806554" y="75075"/>
                </a:lnTo>
                <a:lnTo>
                  <a:pt x="806912" y="74487"/>
                </a:lnTo>
                <a:lnTo>
                  <a:pt x="807279" y="73908"/>
                </a:lnTo>
                <a:lnTo>
                  <a:pt x="807653" y="73337"/>
                </a:lnTo>
                <a:lnTo>
                  <a:pt x="808034" y="72774"/>
                </a:lnTo>
                <a:lnTo>
                  <a:pt x="808423" y="72220"/>
                </a:lnTo>
                <a:lnTo>
                  <a:pt x="808820" y="71673"/>
                </a:lnTo>
                <a:lnTo>
                  <a:pt x="809225" y="71135"/>
                </a:lnTo>
                <a:lnTo>
                  <a:pt x="809636" y="70606"/>
                </a:lnTo>
                <a:lnTo>
                  <a:pt x="810054" y="70088"/>
                </a:lnTo>
                <a:lnTo>
                  <a:pt x="810479" y="69579"/>
                </a:lnTo>
                <a:lnTo>
                  <a:pt x="810910" y="69081"/>
                </a:lnTo>
                <a:lnTo>
                  <a:pt x="811348" y="68594"/>
                </a:lnTo>
                <a:lnTo>
                  <a:pt x="811793" y="68116"/>
                </a:lnTo>
                <a:lnTo>
                  <a:pt x="812243" y="67649"/>
                </a:lnTo>
                <a:lnTo>
                  <a:pt x="812701" y="67192"/>
                </a:lnTo>
                <a:lnTo>
                  <a:pt x="813165" y="66745"/>
                </a:lnTo>
                <a:lnTo>
                  <a:pt x="813635" y="66309"/>
                </a:lnTo>
                <a:lnTo>
                  <a:pt x="814113" y="65883"/>
                </a:lnTo>
                <a:lnTo>
                  <a:pt x="814596" y="65467"/>
                </a:lnTo>
                <a:lnTo>
                  <a:pt x="815086" y="65062"/>
                </a:lnTo>
                <a:lnTo>
                  <a:pt x="815583" y="64667"/>
                </a:lnTo>
                <a:lnTo>
                  <a:pt x="816086" y="64282"/>
                </a:lnTo>
                <a:lnTo>
                  <a:pt x="816596" y="63907"/>
                </a:lnTo>
                <a:lnTo>
                  <a:pt x="817112" y="63543"/>
                </a:lnTo>
                <a:lnTo>
                  <a:pt x="817635" y="63189"/>
                </a:lnTo>
                <a:lnTo>
                  <a:pt x="818165" y="62845"/>
                </a:lnTo>
                <a:lnTo>
                  <a:pt x="818701" y="62512"/>
                </a:lnTo>
                <a:lnTo>
                  <a:pt x="819243" y="62188"/>
                </a:lnTo>
                <a:lnTo>
                  <a:pt x="819792" y="61876"/>
                </a:lnTo>
                <a:lnTo>
                  <a:pt x="820348" y="61573"/>
                </a:lnTo>
                <a:lnTo>
                  <a:pt x="820910" y="61281"/>
                </a:lnTo>
                <a:lnTo>
                  <a:pt x="821478" y="60999"/>
                </a:lnTo>
                <a:lnTo>
                  <a:pt x="822051" y="60730"/>
                </a:lnTo>
                <a:lnTo>
                  <a:pt x="822630" y="60473"/>
                </a:lnTo>
                <a:lnTo>
                  <a:pt x="823214" y="60228"/>
                </a:lnTo>
                <a:lnTo>
                  <a:pt x="823803" y="59994"/>
                </a:lnTo>
                <a:lnTo>
                  <a:pt x="824397" y="59773"/>
                </a:lnTo>
                <a:lnTo>
                  <a:pt x="824996" y="59563"/>
                </a:lnTo>
                <a:lnTo>
                  <a:pt x="825601" y="59366"/>
                </a:lnTo>
                <a:lnTo>
                  <a:pt x="826211" y="59180"/>
                </a:lnTo>
                <a:lnTo>
                  <a:pt x="826826" y="59007"/>
                </a:lnTo>
                <a:lnTo>
                  <a:pt x="827446" y="58845"/>
                </a:lnTo>
                <a:lnTo>
                  <a:pt x="828072" y="58696"/>
                </a:lnTo>
                <a:lnTo>
                  <a:pt x="828703" y="58558"/>
                </a:lnTo>
                <a:lnTo>
                  <a:pt x="829339" y="58433"/>
                </a:lnTo>
                <a:lnTo>
                  <a:pt x="829980" y="58319"/>
                </a:lnTo>
                <a:lnTo>
                  <a:pt x="830627" y="58217"/>
                </a:lnTo>
                <a:lnTo>
                  <a:pt x="831279" y="58127"/>
                </a:lnTo>
                <a:lnTo>
                  <a:pt x="831936" y="58050"/>
                </a:lnTo>
                <a:lnTo>
                  <a:pt x="832598" y="57984"/>
                </a:lnTo>
                <a:lnTo>
                  <a:pt x="833265" y="57930"/>
                </a:lnTo>
                <a:lnTo>
                  <a:pt x="833938" y="57888"/>
                </a:lnTo>
                <a:lnTo>
                  <a:pt x="834616" y="57858"/>
                </a:lnTo>
                <a:lnTo>
                  <a:pt x="835299" y="57840"/>
                </a:lnTo>
                <a:lnTo>
                  <a:pt x="835988" y="57834"/>
                </a:lnTo>
                <a:lnTo>
                  <a:pt x="836897" y="57844"/>
                </a:lnTo>
                <a:lnTo>
                  <a:pt x="837793" y="57872"/>
                </a:lnTo>
                <a:lnTo>
                  <a:pt x="838676" y="57918"/>
                </a:lnTo>
                <a:lnTo>
                  <a:pt x="839546" y="57983"/>
                </a:lnTo>
                <a:lnTo>
                  <a:pt x="840404" y="58067"/>
                </a:lnTo>
                <a:lnTo>
                  <a:pt x="841248" y="58170"/>
                </a:lnTo>
                <a:lnTo>
                  <a:pt x="842080" y="58291"/>
                </a:lnTo>
                <a:lnTo>
                  <a:pt x="842898" y="58431"/>
                </a:lnTo>
                <a:lnTo>
                  <a:pt x="843704" y="58590"/>
                </a:lnTo>
                <a:lnTo>
                  <a:pt x="844497" y="58767"/>
                </a:lnTo>
                <a:lnTo>
                  <a:pt x="845277" y="58963"/>
                </a:lnTo>
                <a:lnTo>
                  <a:pt x="846044" y="59177"/>
                </a:lnTo>
                <a:lnTo>
                  <a:pt x="846798" y="59410"/>
                </a:lnTo>
                <a:lnTo>
                  <a:pt x="847540" y="59662"/>
                </a:lnTo>
                <a:lnTo>
                  <a:pt x="848268" y="59932"/>
                </a:lnTo>
                <a:lnTo>
                  <a:pt x="848983" y="60222"/>
                </a:lnTo>
                <a:lnTo>
                  <a:pt x="849686" y="60529"/>
                </a:lnTo>
                <a:lnTo>
                  <a:pt x="850376" y="60856"/>
                </a:lnTo>
                <a:lnTo>
                  <a:pt x="851052" y="61201"/>
                </a:lnTo>
                <a:lnTo>
                  <a:pt x="851716" y="61564"/>
                </a:lnTo>
                <a:lnTo>
                  <a:pt x="852367" y="61947"/>
                </a:lnTo>
                <a:lnTo>
                  <a:pt x="853005" y="62348"/>
                </a:lnTo>
                <a:lnTo>
                  <a:pt x="853630" y="62767"/>
                </a:lnTo>
                <a:lnTo>
                  <a:pt x="854243" y="63206"/>
                </a:lnTo>
                <a:lnTo>
                  <a:pt x="854842" y="63659"/>
                </a:lnTo>
                <a:lnTo>
                  <a:pt x="855430" y="64122"/>
                </a:lnTo>
                <a:lnTo>
                  <a:pt x="856005" y="64597"/>
                </a:lnTo>
                <a:lnTo>
                  <a:pt x="856567" y="65083"/>
                </a:lnTo>
                <a:lnTo>
                  <a:pt x="857118" y="65580"/>
                </a:lnTo>
                <a:lnTo>
                  <a:pt x="857655" y="66088"/>
                </a:lnTo>
                <a:lnTo>
                  <a:pt x="858181" y="66607"/>
                </a:lnTo>
                <a:lnTo>
                  <a:pt x="858694" y="67137"/>
                </a:lnTo>
                <a:lnTo>
                  <a:pt x="859195" y="67678"/>
                </a:lnTo>
                <a:lnTo>
                  <a:pt x="859684" y="68230"/>
                </a:lnTo>
                <a:lnTo>
                  <a:pt x="860160" y="68793"/>
                </a:lnTo>
                <a:lnTo>
                  <a:pt x="860624" y="69366"/>
                </a:lnTo>
                <a:lnTo>
                  <a:pt x="861075" y="69951"/>
                </a:lnTo>
                <a:lnTo>
                  <a:pt x="861515" y="70547"/>
                </a:lnTo>
                <a:lnTo>
                  <a:pt x="861942" y="71154"/>
                </a:lnTo>
                <a:lnTo>
                  <a:pt x="862356" y="71772"/>
                </a:lnTo>
                <a:lnTo>
                  <a:pt x="862758" y="72401"/>
                </a:lnTo>
                <a:lnTo>
                  <a:pt x="863148" y="73041"/>
                </a:lnTo>
                <a:lnTo>
                  <a:pt x="863526" y="73692"/>
                </a:lnTo>
                <a:lnTo>
                  <a:pt x="863891" y="74354"/>
                </a:lnTo>
                <a:lnTo>
                  <a:pt x="864244" y="75027"/>
                </a:lnTo>
                <a:lnTo>
                  <a:pt x="864584" y="75711"/>
                </a:lnTo>
                <a:lnTo>
                  <a:pt x="864912" y="76406"/>
                </a:lnTo>
                <a:lnTo>
                  <a:pt x="865228" y="77112"/>
                </a:lnTo>
                <a:lnTo>
                  <a:pt x="865532" y="77826"/>
                </a:lnTo>
                <a:lnTo>
                  <a:pt x="865823" y="78544"/>
                </a:lnTo>
                <a:lnTo>
                  <a:pt x="866102" y="79266"/>
                </a:lnTo>
                <a:lnTo>
                  <a:pt x="866369" y="79993"/>
                </a:lnTo>
                <a:lnTo>
                  <a:pt x="866624" y="80724"/>
                </a:lnTo>
                <a:lnTo>
                  <a:pt x="866867" y="81459"/>
                </a:lnTo>
                <a:lnTo>
                  <a:pt x="867098" y="82198"/>
                </a:lnTo>
                <a:lnTo>
                  <a:pt x="867316" y="82942"/>
                </a:lnTo>
                <a:lnTo>
                  <a:pt x="867523" y="83690"/>
                </a:lnTo>
                <a:lnTo>
                  <a:pt x="867717" y="84442"/>
                </a:lnTo>
                <a:lnTo>
                  <a:pt x="867899" y="85199"/>
                </a:lnTo>
                <a:lnTo>
                  <a:pt x="868069" y="85960"/>
                </a:lnTo>
                <a:lnTo>
                  <a:pt x="868226" y="86725"/>
                </a:lnTo>
                <a:lnTo>
                  <a:pt x="868372" y="87494"/>
                </a:lnTo>
                <a:lnTo>
                  <a:pt x="868505" y="88268"/>
                </a:lnTo>
                <a:lnTo>
                  <a:pt x="868627" y="89046"/>
                </a:lnTo>
                <a:lnTo>
                  <a:pt x="868736" y="89828"/>
                </a:lnTo>
                <a:lnTo>
                  <a:pt x="868833" y="90615"/>
                </a:lnTo>
                <a:lnTo>
                  <a:pt x="868917" y="91406"/>
                </a:lnTo>
                <a:lnTo>
                  <a:pt x="868990" y="92201"/>
                </a:lnTo>
                <a:lnTo>
                  <a:pt x="869051" y="93000"/>
                </a:lnTo>
                <a:lnTo>
                  <a:pt x="869099" y="93804"/>
                </a:lnTo>
                <a:lnTo>
                  <a:pt x="869135" y="94612"/>
                </a:lnTo>
                <a:lnTo>
                  <a:pt x="869159" y="95425"/>
                </a:lnTo>
                <a:lnTo>
                  <a:pt x="869159" y="96821"/>
                </a:lnTo>
                <a:lnTo>
                  <a:pt x="799452" y="96821"/>
                </a:lnTo>
                <a:lnTo>
                  <a:pt x="799505" y="96382"/>
                </a:lnTo>
                <a:lnTo>
                  <a:pt x="799613" y="95569"/>
                </a:lnTo>
                <a:close/>
                <a:moveTo>
                  <a:pt x="958400" y="165425"/>
                </a:moveTo>
                <a:lnTo>
                  <a:pt x="971323" y="165425"/>
                </a:lnTo>
                <a:lnTo>
                  <a:pt x="971323" y="48895"/>
                </a:lnTo>
                <a:lnTo>
                  <a:pt x="958400" y="48895"/>
                </a:lnTo>
                <a:lnTo>
                  <a:pt x="958400" y="165425"/>
                </a:lnTo>
                <a:close/>
                <a:moveTo>
                  <a:pt x="1245181" y="16514"/>
                </a:moveTo>
                <a:lnTo>
                  <a:pt x="1245226" y="16791"/>
                </a:lnTo>
                <a:lnTo>
                  <a:pt x="1245278" y="17064"/>
                </a:lnTo>
                <a:lnTo>
                  <a:pt x="1245338" y="17334"/>
                </a:lnTo>
                <a:lnTo>
                  <a:pt x="1245407" y="17599"/>
                </a:lnTo>
                <a:lnTo>
                  <a:pt x="1245483" y="17862"/>
                </a:lnTo>
                <a:lnTo>
                  <a:pt x="1245567" y="18121"/>
                </a:lnTo>
                <a:lnTo>
                  <a:pt x="1245660" y="18376"/>
                </a:lnTo>
                <a:lnTo>
                  <a:pt x="1245760" y="18628"/>
                </a:lnTo>
                <a:lnTo>
                  <a:pt x="1245869" y="18876"/>
                </a:lnTo>
                <a:lnTo>
                  <a:pt x="1245985" y="19121"/>
                </a:lnTo>
                <a:lnTo>
                  <a:pt x="1246110" y="19362"/>
                </a:lnTo>
                <a:lnTo>
                  <a:pt x="1246243" y="19599"/>
                </a:lnTo>
                <a:lnTo>
                  <a:pt x="1246383" y="19833"/>
                </a:lnTo>
                <a:lnTo>
                  <a:pt x="1246532" y="20064"/>
                </a:lnTo>
                <a:lnTo>
                  <a:pt x="1246689" y="20291"/>
                </a:lnTo>
                <a:lnTo>
                  <a:pt x="1246854" y="20514"/>
                </a:lnTo>
                <a:lnTo>
                  <a:pt x="1247027" y="20734"/>
                </a:lnTo>
                <a:lnTo>
                  <a:pt x="1247207" y="20950"/>
                </a:lnTo>
                <a:lnTo>
                  <a:pt x="1247396" y="21163"/>
                </a:lnTo>
                <a:lnTo>
                  <a:pt x="1247593" y="21369"/>
                </a:lnTo>
                <a:lnTo>
                  <a:pt x="1247795" y="21567"/>
                </a:lnTo>
                <a:lnTo>
                  <a:pt x="1248005" y="21756"/>
                </a:lnTo>
                <a:lnTo>
                  <a:pt x="1248221" y="21936"/>
                </a:lnTo>
                <a:lnTo>
                  <a:pt x="1248443" y="22108"/>
                </a:lnTo>
                <a:lnTo>
                  <a:pt x="1248672" y="22270"/>
                </a:lnTo>
                <a:lnTo>
                  <a:pt x="1248907" y="22424"/>
                </a:lnTo>
                <a:lnTo>
                  <a:pt x="1249150" y="22569"/>
                </a:lnTo>
                <a:lnTo>
                  <a:pt x="1249398" y="22705"/>
                </a:lnTo>
                <a:lnTo>
                  <a:pt x="1249653" y="22833"/>
                </a:lnTo>
                <a:lnTo>
                  <a:pt x="1249915" y="22951"/>
                </a:lnTo>
                <a:lnTo>
                  <a:pt x="1250183" y="23061"/>
                </a:lnTo>
                <a:lnTo>
                  <a:pt x="1250458" y="23162"/>
                </a:lnTo>
                <a:lnTo>
                  <a:pt x="1250739" y="23254"/>
                </a:lnTo>
                <a:lnTo>
                  <a:pt x="1251027" y="23338"/>
                </a:lnTo>
                <a:lnTo>
                  <a:pt x="1251321" y="23413"/>
                </a:lnTo>
                <a:lnTo>
                  <a:pt x="1251622" y="23478"/>
                </a:lnTo>
                <a:lnTo>
                  <a:pt x="1251930" y="23536"/>
                </a:lnTo>
                <a:lnTo>
                  <a:pt x="1252244" y="23584"/>
                </a:lnTo>
                <a:lnTo>
                  <a:pt x="1252564" y="23623"/>
                </a:lnTo>
                <a:lnTo>
                  <a:pt x="1252892" y="23654"/>
                </a:lnTo>
                <a:lnTo>
                  <a:pt x="1253225" y="23676"/>
                </a:lnTo>
                <a:lnTo>
                  <a:pt x="1253565" y="23689"/>
                </a:lnTo>
                <a:lnTo>
                  <a:pt x="1253912" y="23694"/>
                </a:lnTo>
                <a:lnTo>
                  <a:pt x="1254250" y="23689"/>
                </a:lnTo>
                <a:lnTo>
                  <a:pt x="1254583" y="23676"/>
                </a:lnTo>
                <a:lnTo>
                  <a:pt x="1254909" y="23654"/>
                </a:lnTo>
                <a:lnTo>
                  <a:pt x="1255230" y="23623"/>
                </a:lnTo>
                <a:lnTo>
                  <a:pt x="1255545" y="23584"/>
                </a:lnTo>
                <a:lnTo>
                  <a:pt x="1255854" y="23536"/>
                </a:lnTo>
                <a:lnTo>
                  <a:pt x="1256158" y="23478"/>
                </a:lnTo>
                <a:lnTo>
                  <a:pt x="1256455" y="23413"/>
                </a:lnTo>
                <a:lnTo>
                  <a:pt x="1256747" y="23338"/>
                </a:lnTo>
                <a:lnTo>
                  <a:pt x="1257033" y="23254"/>
                </a:lnTo>
                <a:lnTo>
                  <a:pt x="1257313" y="23162"/>
                </a:lnTo>
                <a:lnTo>
                  <a:pt x="1257587" y="23061"/>
                </a:lnTo>
                <a:lnTo>
                  <a:pt x="1257856" y="22951"/>
                </a:lnTo>
                <a:lnTo>
                  <a:pt x="1258119" y="22833"/>
                </a:lnTo>
                <a:lnTo>
                  <a:pt x="1258376" y="22705"/>
                </a:lnTo>
                <a:lnTo>
                  <a:pt x="1258627" y="22569"/>
                </a:lnTo>
                <a:lnTo>
                  <a:pt x="1258872" y="22424"/>
                </a:lnTo>
                <a:lnTo>
                  <a:pt x="1259112" y="22270"/>
                </a:lnTo>
                <a:lnTo>
                  <a:pt x="1259346" y="22108"/>
                </a:lnTo>
                <a:lnTo>
                  <a:pt x="1259574" y="21936"/>
                </a:lnTo>
                <a:lnTo>
                  <a:pt x="1259796" y="21756"/>
                </a:lnTo>
                <a:lnTo>
                  <a:pt x="1260013" y="21567"/>
                </a:lnTo>
                <a:lnTo>
                  <a:pt x="1260223" y="21369"/>
                </a:lnTo>
                <a:lnTo>
                  <a:pt x="1260428" y="21163"/>
                </a:lnTo>
                <a:lnTo>
                  <a:pt x="1260626" y="20950"/>
                </a:lnTo>
                <a:lnTo>
                  <a:pt x="1260815" y="20734"/>
                </a:lnTo>
                <a:lnTo>
                  <a:pt x="1260996" y="20514"/>
                </a:lnTo>
                <a:lnTo>
                  <a:pt x="1261168" y="20291"/>
                </a:lnTo>
                <a:lnTo>
                  <a:pt x="1261332" y="20064"/>
                </a:lnTo>
                <a:lnTo>
                  <a:pt x="1261488" y="19833"/>
                </a:lnTo>
                <a:lnTo>
                  <a:pt x="1261635" y="19599"/>
                </a:lnTo>
                <a:lnTo>
                  <a:pt x="1261774" y="19362"/>
                </a:lnTo>
                <a:lnTo>
                  <a:pt x="1261905" y="19121"/>
                </a:lnTo>
                <a:lnTo>
                  <a:pt x="1262027" y="18876"/>
                </a:lnTo>
                <a:lnTo>
                  <a:pt x="1262140" y="18628"/>
                </a:lnTo>
                <a:lnTo>
                  <a:pt x="1262245" y="18376"/>
                </a:lnTo>
                <a:lnTo>
                  <a:pt x="1262342" y="18121"/>
                </a:lnTo>
                <a:lnTo>
                  <a:pt x="1262431" y="17862"/>
                </a:lnTo>
                <a:lnTo>
                  <a:pt x="1262510" y="17599"/>
                </a:lnTo>
                <a:lnTo>
                  <a:pt x="1262582" y="17334"/>
                </a:lnTo>
                <a:lnTo>
                  <a:pt x="1262645" y="17064"/>
                </a:lnTo>
                <a:lnTo>
                  <a:pt x="1262700" y="16791"/>
                </a:lnTo>
                <a:lnTo>
                  <a:pt x="1262746" y="16514"/>
                </a:lnTo>
                <a:lnTo>
                  <a:pt x="1262784" y="16234"/>
                </a:lnTo>
                <a:lnTo>
                  <a:pt x="1262813" y="15950"/>
                </a:lnTo>
                <a:lnTo>
                  <a:pt x="1262834" y="15663"/>
                </a:lnTo>
                <a:lnTo>
                  <a:pt x="1262847" y="15372"/>
                </a:lnTo>
                <a:lnTo>
                  <a:pt x="1262851" y="15078"/>
                </a:lnTo>
                <a:lnTo>
                  <a:pt x="1262847" y="14775"/>
                </a:lnTo>
                <a:lnTo>
                  <a:pt x="1262834" y="14475"/>
                </a:lnTo>
                <a:lnTo>
                  <a:pt x="1262813" y="14180"/>
                </a:lnTo>
                <a:lnTo>
                  <a:pt x="1262784" y="13889"/>
                </a:lnTo>
                <a:lnTo>
                  <a:pt x="1262746" y="13601"/>
                </a:lnTo>
                <a:lnTo>
                  <a:pt x="1262700" y="13318"/>
                </a:lnTo>
                <a:lnTo>
                  <a:pt x="1262645" y="13038"/>
                </a:lnTo>
                <a:lnTo>
                  <a:pt x="1262582" y="12762"/>
                </a:lnTo>
                <a:lnTo>
                  <a:pt x="1262510" y="12491"/>
                </a:lnTo>
                <a:lnTo>
                  <a:pt x="1262431" y="12223"/>
                </a:lnTo>
                <a:lnTo>
                  <a:pt x="1262342" y="11959"/>
                </a:lnTo>
                <a:lnTo>
                  <a:pt x="1262245" y="11699"/>
                </a:lnTo>
                <a:lnTo>
                  <a:pt x="1262140" y="11443"/>
                </a:lnTo>
                <a:lnTo>
                  <a:pt x="1262027" y="11191"/>
                </a:lnTo>
                <a:lnTo>
                  <a:pt x="1261905" y="10942"/>
                </a:lnTo>
                <a:lnTo>
                  <a:pt x="1261774" y="10698"/>
                </a:lnTo>
                <a:lnTo>
                  <a:pt x="1261635" y="10458"/>
                </a:lnTo>
                <a:lnTo>
                  <a:pt x="1261488" y="10221"/>
                </a:lnTo>
                <a:lnTo>
                  <a:pt x="1261332" y="9989"/>
                </a:lnTo>
                <a:lnTo>
                  <a:pt x="1261168" y="9760"/>
                </a:lnTo>
                <a:lnTo>
                  <a:pt x="1260996" y="9536"/>
                </a:lnTo>
                <a:lnTo>
                  <a:pt x="1260815" y="9315"/>
                </a:lnTo>
                <a:lnTo>
                  <a:pt x="1260626" y="9098"/>
                </a:lnTo>
                <a:lnTo>
                  <a:pt x="1260428" y="8885"/>
                </a:lnTo>
                <a:lnTo>
                  <a:pt x="1260223" y="8679"/>
                </a:lnTo>
                <a:lnTo>
                  <a:pt x="1260013" y="8481"/>
                </a:lnTo>
                <a:lnTo>
                  <a:pt x="1259796" y="8292"/>
                </a:lnTo>
                <a:lnTo>
                  <a:pt x="1259574" y="8112"/>
                </a:lnTo>
                <a:lnTo>
                  <a:pt x="1259346" y="7940"/>
                </a:lnTo>
                <a:lnTo>
                  <a:pt x="1259112" y="7778"/>
                </a:lnTo>
                <a:lnTo>
                  <a:pt x="1258872" y="7624"/>
                </a:lnTo>
                <a:lnTo>
                  <a:pt x="1258627" y="7479"/>
                </a:lnTo>
                <a:lnTo>
                  <a:pt x="1258376" y="7343"/>
                </a:lnTo>
                <a:lnTo>
                  <a:pt x="1258119" y="7215"/>
                </a:lnTo>
                <a:lnTo>
                  <a:pt x="1257856" y="7097"/>
                </a:lnTo>
                <a:lnTo>
                  <a:pt x="1257587" y="6987"/>
                </a:lnTo>
                <a:lnTo>
                  <a:pt x="1257313" y="6886"/>
                </a:lnTo>
                <a:lnTo>
                  <a:pt x="1257033" y="6794"/>
                </a:lnTo>
                <a:lnTo>
                  <a:pt x="1256747" y="6710"/>
                </a:lnTo>
                <a:lnTo>
                  <a:pt x="1256455" y="6635"/>
                </a:lnTo>
                <a:lnTo>
                  <a:pt x="1256158" y="6570"/>
                </a:lnTo>
                <a:lnTo>
                  <a:pt x="1255854" y="6512"/>
                </a:lnTo>
                <a:lnTo>
                  <a:pt x="1255545" y="6464"/>
                </a:lnTo>
                <a:lnTo>
                  <a:pt x="1255230" y="6425"/>
                </a:lnTo>
                <a:lnTo>
                  <a:pt x="1254909" y="6394"/>
                </a:lnTo>
                <a:lnTo>
                  <a:pt x="1254583" y="6372"/>
                </a:lnTo>
                <a:lnTo>
                  <a:pt x="1254250" y="6359"/>
                </a:lnTo>
                <a:lnTo>
                  <a:pt x="1253912" y="6354"/>
                </a:lnTo>
                <a:lnTo>
                  <a:pt x="1253565" y="6359"/>
                </a:lnTo>
                <a:lnTo>
                  <a:pt x="1253225" y="6372"/>
                </a:lnTo>
                <a:lnTo>
                  <a:pt x="1252892" y="6394"/>
                </a:lnTo>
                <a:lnTo>
                  <a:pt x="1252564" y="6425"/>
                </a:lnTo>
                <a:lnTo>
                  <a:pt x="1252244" y="6464"/>
                </a:lnTo>
                <a:lnTo>
                  <a:pt x="1251930" y="6512"/>
                </a:lnTo>
                <a:lnTo>
                  <a:pt x="1251622" y="6570"/>
                </a:lnTo>
                <a:lnTo>
                  <a:pt x="1251321" y="6635"/>
                </a:lnTo>
                <a:lnTo>
                  <a:pt x="1251027" y="6710"/>
                </a:lnTo>
                <a:lnTo>
                  <a:pt x="1250739" y="6794"/>
                </a:lnTo>
                <a:lnTo>
                  <a:pt x="1250458" y="6886"/>
                </a:lnTo>
                <a:lnTo>
                  <a:pt x="1250183" y="6987"/>
                </a:lnTo>
                <a:lnTo>
                  <a:pt x="1249915" y="7097"/>
                </a:lnTo>
                <a:lnTo>
                  <a:pt x="1249653" y="7215"/>
                </a:lnTo>
                <a:lnTo>
                  <a:pt x="1249398" y="7343"/>
                </a:lnTo>
                <a:lnTo>
                  <a:pt x="1249150" y="7479"/>
                </a:lnTo>
                <a:lnTo>
                  <a:pt x="1248907" y="7624"/>
                </a:lnTo>
                <a:lnTo>
                  <a:pt x="1248672" y="7778"/>
                </a:lnTo>
                <a:lnTo>
                  <a:pt x="1248443" y="7940"/>
                </a:lnTo>
                <a:lnTo>
                  <a:pt x="1248221" y="8112"/>
                </a:lnTo>
                <a:lnTo>
                  <a:pt x="1248005" y="8292"/>
                </a:lnTo>
                <a:lnTo>
                  <a:pt x="1247795" y="8481"/>
                </a:lnTo>
                <a:lnTo>
                  <a:pt x="1247593" y="8679"/>
                </a:lnTo>
                <a:lnTo>
                  <a:pt x="1247396" y="8885"/>
                </a:lnTo>
                <a:lnTo>
                  <a:pt x="1247207" y="9098"/>
                </a:lnTo>
                <a:lnTo>
                  <a:pt x="1247027" y="9315"/>
                </a:lnTo>
                <a:lnTo>
                  <a:pt x="1246854" y="9536"/>
                </a:lnTo>
                <a:lnTo>
                  <a:pt x="1246689" y="9760"/>
                </a:lnTo>
                <a:lnTo>
                  <a:pt x="1246532" y="9989"/>
                </a:lnTo>
                <a:lnTo>
                  <a:pt x="1246383" y="10221"/>
                </a:lnTo>
                <a:lnTo>
                  <a:pt x="1246243" y="10458"/>
                </a:lnTo>
                <a:lnTo>
                  <a:pt x="1246110" y="10698"/>
                </a:lnTo>
                <a:lnTo>
                  <a:pt x="1245985" y="10942"/>
                </a:lnTo>
                <a:lnTo>
                  <a:pt x="1245869" y="11191"/>
                </a:lnTo>
                <a:lnTo>
                  <a:pt x="1245760" y="11443"/>
                </a:lnTo>
                <a:lnTo>
                  <a:pt x="1245660" y="11699"/>
                </a:lnTo>
                <a:lnTo>
                  <a:pt x="1245567" y="11959"/>
                </a:lnTo>
                <a:lnTo>
                  <a:pt x="1245483" y="12223"/>
                </a:lnTo>
                <a:lnTo>
                  <a:pt x="1245407" y="12491"/>
                </a:lnTo>
                <a:lnTo>
                  <a:pt x="1245338" y="12762"/>
                </a:lnTo>
                <a:lnTo>
                  <a:pt x="1245278" y="13038"/>
                </a:lnTo>
                <a:lnTo>
                  <a:pt x="1245226" y="13318"/>
                </a:lnTo>
                <a:lnTo>
                  <a:pt x="1245181" y="13601"/>
                </a:lnTo>
                <a:lnTo>
                  <a:pt x="1245145" y="13889"/>
                </a:lnTo>
                <a:lnTo>
                  <a:pt x="1245117" y="14180"/>
                </a:lnTo>
                <a:lnTo>
                  <a:pt x="1245097" y="14475"/>
                </a:lnTo>
                <a:lnTo>
                  <a:pt x="1245085" y="14775"/>
                </a:lnTo>
                <a:lnTo>
                  <a:pt x="1245081" y="15078"/>
                </a:lnTo>
                <a:lnTo>
                  <a:pt x="1245085" y="15372"/>
                </a:lnTo>
                <a:lnTo>
                  <a:pt x="1245097" y="15663"/>
                </a:lnTo>
                <a:lnTo>
                  <a:pt x="1245117" y="15950"/>
                </a:lnTo>
                <a:lnTo>
                  <a:pt x="1245145" y="16234"/>
                </a:lnTo>
                <a:lnTo>
                  <a:pt x="1245181" y="16514"/>
                </a:lnTo>
                <a:close/>
                <a:moveTo>
                  <a:pt x="1344481" y="16791"/>
                </a:moveTo>
                <a:lnTo>
                  <a:pt x="1344533" y="17064"/>
                </a:lnTo>
                <a:lnTo>
                  <a:pt x="1344593" y="17334"/>
                </a:lnTo>
                <a:lnTo>
                  <a:pt x="1344662" y="17599"/>
                </a:lnTo>
                <a:lnTo>
                  <a:pt x="1344738" y="17862"/>
                </a:lnTo>
                <a:lnTo>
                  <a:pt x="1344822" y="18121"/>
                </a:lnTo>
                <a:lnTo>
                  <a:pt x="1344915" y="18376"/>
                </a:lnTo>
                <a:lnTo>
                  <a:pt x="1345015" y="18628"/>
                </a:lnTo>
                <a:lnTo>
                  <a:pt x="1345124" y="18876"/>
                </a:lnTo>
                <a:lnTo>
                  <a:pt x="1345240" y="19121"/>
                </a:lnTo>
                <a:lnTo>
                  <a:pt x="1345365" y="19362"/>
                </a:lnTo>
                <a:lnTo>
                  <a:pt x="1345498" y="19599"/>
                </a:lnTo>
                <a:lnTo>
                  <a:pt x="1345638" y="19833"/>
                </a:lnTo>
                <a:lnTo>
                  <a:pt x="1345787" y="20064"/>
                </a:lnTo>
                <a:lnTo>
                  <a:pt x="1345944" y="20291"/>
                </a:lnTo>
                <a:lnTo>
                  <a:pt x="1346109" y="20514"/>
                </a:lnTo>
                <a:lnTo>
                  <a:pt x="1346282" y="20734"/>
                </a:lnTo>
                <a:lnTo>
                  <a:pt x="1346462" y="20950"/>
                </a:lnTo>
                <a:lnTo>
                  <a:pt x="1346651" y="21163"/>
                </a:lnTo>
                <a:lnTo>
                  <a:pt x="1346848" y="21369"/>
                </a:lnTo>
                <a:lnTo>
                  <a:pt x="1347050" y="21567"/>
                </a:lnTo>
                <a:lnTo>
                  <a:pt x="1347260" y="21756"/>
                </a:lnTo>
                <a:lnTo>
                  <a:pt x="1347476" y="21936"/>
                </a:lnTo>
                <a:lnTo>
                  <a:pt x="1347698" y="22108"/>
                </a:lnTo>
                <a:lnTo>
                  <a:pt x="1347927" y="22270"/>
                </a:lnTo>
                <a:lnTo>
                  <a:pt x="1348162" y="22424"/>
                </a:lnTo>
                <a:lnTo>
                  <a:pt x="1348405" y="22569"/>
                </a:lnTo>
                <a:lnTo>
                  <a:pt x="1348653" y="22705"/>
                </a:lnTo>
                <a:lnTo>
                  <a:pt x="1348908" y="22833"/>
                </a:lnTo>
                <a:lnTo>
                  <a:pt x="1349170" y="22951"/>
                </a:lnTo>
                <a:lnTo>
                  <a:pt x="1349438" y="23061"/>
                </a:lnTo>
                <a:lnTo>
                  <a:pt x="1349713" y="23162"/>
                </a:lnTo>
                <a:lnTo>
                  <a:pt x="1349994" y="23254"/>
                </a:lnTo>
                <a:lnTo>
                  <a:pt x="1350282" y="23338"/>
                </a:lnTo>
                <a:lnTo>
                  <a:pt x="1350576" y="23413"/>
                </a:lnTo>
                <a:lnTo>
                  <a:pt x="1350877" y="23478"/>
                </a:lnTo>
                <a:lnTo>
                  <a:pt x="1351185" y="23536"/>
                </a:lnTo>
                <a:lnTo>
                  <a:pt x="1351499" y="23584"/>
                </a:lnTo>
                <a:lnTo>
                  <a:pt x="1351819" y="23623"/>
                </a:lnTo>
                <a:lnTo>
                  <a:pt x="1352147" y="23654"/>
                </a:lnTo>
                <a:lnTo>
                  <a:pt x="1352480" y="23676"/>
                </a:lnTo>
                <a:lnTo>
                  <a:pt x="1352820" y="23689"/>
                </a:lnTo>
                <a:lnTo>
                  <a:pt x="1353167" y="23694"/>
                </a:lnTo>
                <a:lnTo>
                  <a:pt x="1353505" y="23689"/>
                </a:lnTo>
                <a:lnTo>
                  <a:pt x="1353838" y="23676"/>
                </a:lnTo>
                <a:lnTo>
                  <a:pt x="1354164" y="23654"/>
                </a:lnTo>
                <a:lnTo>
                  <a:pt x="1354485" y="23623"/>
                </a:lnTo>
                <a:lnTo>
                  <a:pt x="1354800" y="23584"/>
                </a:lnTo>
                <a:lnTo>
                  <a:pt x="1355109" y="23536"/>
                </a:lnTo>
                <a:lnTo>
                  <a:pt x="1355413" y="23478"/>
                </a:lnTo>
                <a:lnTo>
                  <a:pt x="1355710" y="23413"/>
                </a:lnTo>
                <a:lnTo>
                  <a:pt x="1356002" y="23338"/>
                </a:lnTo>
                <a:lnTo>
                  <a:pt x="1356288" y="23254"/>
                </a:lnTo>
                <a:lnTo>
                  <a:pt x="1356568" y="23162"/>
                </a:lnTo>
                <a:lnTo>
                  <a:pt x="1356842" y="23061"/>
                </a:lnTo>
                <a:lnTo>
                  <a:pt x="1357111" y="22951"/>
                </a:lnTo>
                <a:lnTo>
                  <a:pt x="1357374" y="22833"/>
                </a:lnTo>
                <a:lnTo>
                  <a:pt x="1357631" y="22705"/>
                </a:lnTo>
                <a:lnTo>
                  <a:pt x="1357882" y="22569"/>
                </a:lnTo>
                <a:lnTo>
                  <a:pt x="1358127" y="22424"/>
                </a:lnTo>
                <a:lnTo>
                  <a:pt x="1358367" y="22270"/>
                </a:lnTo>
                <a:lnTo>
                  <a:pt x="1358601" y="22108"/>
                </a:lnTo>
                <a:lnTo>
                  <a:pt x="1358829" y="21936"/>
                </a:lnTo>
                <a:lnTo>
                  <a:pt x="1359051" y="21756"/>
                </a:lnTo>
                <a:lnTo>
                  <a:pt x="1359268" y="21567"/>
                </a:lnTo>
                <a:lnTo>
                  <a:pt x="1359478" y="21369"/>
                </a:lnTo>
                <a:lnTo>
                  <a:pt x="1359683" y="21163"/>
                </a:lnTo>
                <a:lnTo>
                  <a:pt x="1359881" y="20950"/>
                </a:lnTo>
                <a:lnTo>
                  <a:pt x="1360070" y="20734"/>
                </a:lnTo>
                <a:lnTo>
                  <a:pt x="1360251" y="20514"/>
                </a:lnTo>
                <a:lnTo>
                  <a:pt x="1360423" y="20291"/>
                </a:lnTo>
                <a:lnTo>
                  <a:pt x="1360587" y="20064"/>
                </a:lnTo>
                <a:lnTo>
                  <a:pt x="1360743" y="19833"/>
                </a:lnTo>
                <a:lnTo>
                  <a:pt x="1360890" y="19599"/>
                </a:lnTo>
                <a:lnTo>
                  <a:pt x="1361029" y="19362"/>
                </a:lnTo>
                <a:lnTo>
                  <a:pt x="1361160" y="19121"/>
                </a:lnTo>
                <a:lnTo>
                  <a:pt x="1361282" y="18876"/>
                </a:lnTo>
                <a:lnTo>
                  <a:pt x="1361395" y="18628"/>
                </a:lnTo>
                <a:lnTo>
                  <a:pt x="1361500" y="18376"/>
                </a:lnTo>
                <a:lnTo>
                  <a:pt x="1361597" y="18121"/>
                </a:lnTo>
                <a:lnTo>
                  <a:pt x="1361685" y="17862"/>
                </a:lnTo>
                <a:lnTo>
                  <a:pt x="1361765" y="17599"/>
                </a:lnTo>
                <a:lnTo>
                  <a:pt x="1361837" y="17334"/>
                </a:lnTo>
                <a:lnTo>
                  <a:pt x="1361900" y="17064"/>
                </a:lnTo>
                <a:lnTo>
                  <a:pt x="1361955" y="16791"/>
                </a:lnTo>
                <a:lnTo>
                  <a:pt x="1362001" y="16514"/>
                </a:lnTo>
                <a:lnTo>
                  <a:pt x="1362039" y="16234"/>
                </a:lnTo>
                <a:lnTo>
                  <a:pt x="1362068" y="15950"/>
                </a:lnTo>
                <a:lnTo>
                  <a:pt x="1362089" y="15663"/>
                </a:lnTo>
                <a:lnTo>
                  <a:pt x="1362102" y="15372"/>
                </a:lnTo>
                <a:lnTo>
                  <a:pt x="1362106" y="15078"/>
                </a:lnTo>
                <a:lnTo>
                  <a:pt x="1362102" y="14775"/>
                </a:lnTo>
                <a:lnTo>
                  <a:pt x="1362089" y="14475"/>
                </a:lnTo>
                <a:lnTo>
                  <a:pt x="1362068" y="14180"/>
                </a:lnTo>
                <a:lnTo>
                  <a:pt x="1362039" y="13889"/>
                </a:lnTo>
                <a:lnTo>
                  <a:pt x="1362001" y="13601"/>
                </a:lnTo>
                <a:lnTo>
                  <a:pt x="1361955" y="13318"/>
                </a:lnTo>
                <a:lnTo>
                  <a:pt x="1361900" y="13038"/>
                </a:lnTo>
                <a:lnTo>
                  <a:pt x="1361837" y="12762"/>
                </a:lnTo>
                <a:lnTo>
                  <a:pt x="1361765" y="12491"/>
                </a:lnTo>
                <a:lnTo>
                  <a:pt x="1361685" y="12223"/>
                </a:lnTo>
                <a:lnTo>
                  <a:pt x="1361597" y="11959"/>
                </a:lnTo>
                <a:lnTo>
                  <a:pt x="1361500" y="11699"/>
                </a:lnTo>
                <a:lnTo>
                  <a:pt x="1361395" y="11443"/>
                </a:lnTo>
                <a:lnTo>
                  <a:pt x="1361282" y="11191"/>
                </a:lnTo>
                <a:lnTo>
                  <a:pt x="1361160" y="10942"/>
                </a:lnTo>
                <a:lnTo>
                  <a:pt x="1361029" y="10698"/>
                </a:lnTo>
                <a:lnTo>
                  <a:pt x="1360890" y="10458"/>
                </a:lnTo>
                <a:lnTo>
                  <a:pt x="1360743" y="10221"/>
                </a:lnTo>
                <a:lnTo>
                  <a:pt x="1360587" y="9989"/>
                </a:lnTo>
                <a:lnTo>
                  <a:pt x="1360423" y="9760"/>
                </a:lnTo>
                <a:lnTo>
                  <a:pt x="1360251" y="9536"/>
                </a:lnTo>
                <a:lnTo>
                  <a:pt x="1360070" y="9315"/>
                </a:lnTo>
                <a:lnTo>
                  <a:pt x="1359881" y="9098"/>
                </a:lnTo>
                <a:lnTo>
                  <a:pt x="1359683" y="8885"/>
                </a:lnTo>
                <a:lnTo>
                  <a:pt x="1359478" y="8679"/>
                </a:lnTo>
                <a:lnTo>
                  <a:pt x="1359268" y="8481"/>
                </a:lnTo>
                <a:lnTo>
                  <a:pt x="1359051" y="8292"/>
                </a:lnTo>
                <a:lnTo>
                  <a:pt x="1358829" y="8112"/>
                </a:lnTo>
                <a:lnTo>
                  <a:pt x="1358601" y="7940"/>
                </a:lnTo>
                <a:lnTo>
                  <a:pt x="1358367" y="7778"/>
                </a:lnTo>
                <a:lnTo>
                  <a:pt x="1358127" y="7624"/>
                </a:lnTo>
                <a:lnTo>
                  <a:pt x="1357882" y="7479"/>
                </a:lnTo>
                <a:lnTo>
                  <a:pt x="1357631" y="7343"/>
                </a:lnTo>
                <a:lnTo>
                  <a:pt x="1357374" y="7215"/>
                </a:lnTo>
                <a:lnTo>
                  <a:pt x="1357111" y="7097"/>
                </a:lnTo>
                <a:lnTo>
                  <a:pt x="1356842" y="6987"/>
                </a:lnTo>
                <a:lnTo>
                  <a:pt x="1356568" y="6886"/>
                </a:lnTo>
                <a:lnTo>
                  <a:pt x="1356288" y="6794"/>
                </a:lnTo>
                <a:lnTo>
                  <a:pt x="1356002" y="6710"/>
                </a:lnTo>
                <a:lnTo>
                  <a:pt x="1355710" y="6635"/>
                </a:lnTo>
                <a:lnTo>
                  <a:pt x="1355413" y="6570"/>
                </a:lnTo>
                <a:lnTo>
                  <a:pt x="1355109" y="6512"/>
                </a:lnTo>
                <a:lnTo>
                  <a:pt x="1354800" y="6464"/>
                </a:lnTo>
                <a:lnTo>
                  <a:pt x="1354485" y="6425"/>
                </a:lnTo>
                <a:lnTo>
                  <a:pt x="1354164" y="6394"/>
                </a:lnTo>
                <a:lnTo>
                  <a:pt x="1353838" y="6372"/>
                </a:lnTo>
                <a:lnTo>
                  <a:pt x="1353505" y="6359"/>
                </a:lnTo>
                <a:lnTo>
                  <a:pt x="1353167" y="6354"/>
                </a:lnTo>
                <a:lnTo>
                  <a:pt x="1352820" y="6359"/>
                </a:lnTo>
                <a:lnTo>
                  <a:pt x="1352480" y="6372"/>
                </a:lnTo>
                <a:lnTo>
                  <a:pt x="1352147" y="6394"/>
                </a:lnTo>
                <a:lnTo>
                  <a:pt x="1351819" y="6425"/>
                </a:lnTo>
                <a:lnTo>
                  <a:pt x="1351499" y="6464"/>
                </a:lnTo>
                <a:lnTo>
                  <a:pt x="1351185" y="6512"/>
                </a:lnTo>
                <a:lnTo>
                  <a:pt x="1350877" y="6570"/>
                </a:lnTo>
                <a:lnTo>
                  <a:pt x="1350576" y="6635"/>
                </a:lnTo>
                <a:lnTo>
                  <a:pt x="1350282" y="6710"/>
                </a:lnTo>
                <a:lnTo>
                  <a:pt x="1349994" y="6794"/>
                </a:lnTo>
                <a:lnTo>
                  <a:pt x="1349713" y="6886"/>
                </a:lnTo>
                <a:lnTo>
                  <a:pt x="1349438" y="6987"/>
                </a:lnTo>
                <a:lnTo>
                  <a:pt x="1349170" y="7097"/>
                </a:lnTo>
                <a:lnTo>
                  <a:pt x="1348908" y="7215"/>
                </a:lnTo>
                <a:lnTo>
                  <a:pt x="1348653" y="7343"/>
                </a:lnTo>
                <a:lnTo>
                  <a:pt x="1348405" y="7479"/>
                </a:lnTo>
                <a:lnTo>
                  <a:pt x="1348162" y="7624"/>
                </a:lnTo>
                <a:lnTo>
                  <a:pt x="1347927" y="7778"/>
                </a:lnTo>
                <a:lnTo>
                  <a:pt x="1347698" y="7940"/>
                </a:lnTo>
                <a:lnTo>
                  <a:pt x="1347476" y="8112"/>
                </a:lnTo>
                <a:lnTo>
                  <a:pt x="1347260" y="8292"/>
                </a:lnTo>
                <a:lnTo>
                  <a:pt x="1347050" y="8481"/>
                </a:lnTo>
                <a:lnTo>
                  <a:pt x="1346848" y="8679"/>
                </a:lnTo>
                <a:lnTo>
                  <a:pt x="1346651" y="8885"/>
                </a:lnTo>
                <a:lnTo>
                  <a:pt x="1346462" y="9098"/>
                </a:lnTo>
                <a:lnTo>
                  <a:pt x="1346282" y="9315"/>
                </a:lnTo>
                <a:lnTo>
                  <a:pt x="1346109" y="9536"/>
                </a:lnTo>
                <a:lnTo>
                  <a:pt x="1345944" y="9760"/>
                </a:lnTo>
                <a:lnTo>
                  <a:pt x="1345787" y="9989"/>
                </a:lnTo>
                <a:lnTo>
                  <a:pt x="1345638" y="10221"/>
                </a:lnTo>
                <a:lnTo>
                  <a:pt x="1345498" y="10458"/>
                </a:lnTo>
                <a:lnTo>
                  <a:pt x="1345365" y="10698"/>
                </a:lnTo>
                <a:lnTo>
                  <a:pt x="1345240" y="10942"/>
                </a:lnTo>
                <a:lnTo>
                  <a:pt x="1345124" y="11191"/>
                </a:lnTo>
                <a:lnTo>
                  <a:pt x="1345015" y="11443"/>
                </a:lnTo>
                <a:lnTo>
                  <a:pt x="1344915" y="11699"/>
                </a:lnTo>
                <a:lnTo>
                  <a:pt x="1344822" y="11959"/>
                </a:lnTo>
                <a:lnTo>
                  <a:pt x="1344738" y="12223"/>
                </a:lnTo>
                <a:lnTo>
                  <a:pt x="1344662" y="12491"/>
                </a:lnTo>
                <a:lnTo>
                  <a:pt x="1344593" y="12762"/>
                </a:lnTo>
                <a:lnTo>
                  <a:pt x="1344533" y="13038"/>
                </a:lnTo>
                <a:lnTo>
                  <a:pt x="1344481" y="13318"/>
                </a:lnTo>
                <a:lnTo>
                  <a:pt x="1344436" y="13601"/>
                </a:lnTo>
                <a:lnTo>
                  <a:pt x="1344400" y="13889"/>
                </a:lnTo>
                <a:lnTo>
                  <a:pt x="1344372" y="14180"/>
                </a:lnTo>
                <a:lnTo>
                  <a:pt x="1344352" y="14475"/>
                </a:lnTo>
                <a:lnTo>
                  <a:pt x="1344340" y="14775"/>
                </a:lnTo>
                <a:lnTo>
                  <a:pt x="1344336" y="15078"/>
                </a:lnTo>
                <a:lnTo>
                  <a:pt x="1344340" y="15372"/>
                </a:lnTo>
                <a:lnTo>
                  <a:pt x="1344352" y="15663"/>
                </a:lnTo>
                <a:lnTo>
                  <a:pt x="1344372" y="15950"/>
                </a:lnTo>
                <a:lnTo>
                  <a:pt x="1344400" y="16234"/>
                </a:lnTo>
                <a:lnTo>
                  <a:pt x="1344436" y="16514"/>
                </a:lnTo>
                <a:lnTo>
                  <a:pt x="1344481" y="16791"/>
                </a:lnTo>
                <a:close/>
                <a:moveTo>
                  <a:pt x="1401163" y="18955"/>
                </a:moveTo>
                <a:lnTo>
                  <a:pt x="1401163" y="48895"/>
                </a:lnTo>
                <a:lnTo>
                  <a:pt x="1379731" y="48895"/>
                </a:lnTo>
                <a:lnTo>
                  <a:pt x="1379731" y="59450"/>
                </a:lnTo>
                <a:lnTo>
                  <a:pt x="1401163" y="59450"/>
                </a:lnTo>
                <a:lnTo>
                  <a:pt x="1401163" y="136993"/>
                </a:lnTo>
                <a:lnTo>
                  <a:pt x="1401169" y="137954"/>
                </a:lnTo>
                <a:lnTo>
                  <a:pt x="1401186" y="138897"/>
                </a:lnTo>
                <a:lnTo>
                  <a:pt x="1401214" y="139823"/>
                </a:lnTo>
                <a:lnTo>
                  <a:pt x="1401253" y="140732"/>
                </a:lnTo>
                <a:lnTo>
                  <a:pt x="1401304" y="141624"/>
                </a:lnTo>
                <a:lnTo>
                  <a:pt x="1401365" y="142499"/>
                </a:lnTo>
                <a:lnTo>
                  <a:pt x="1401438" y="143356"/>
                </a:lnTo>
                <a:lnTo>
                  <a:pt x="1401522" y="144197"/>
                </a:lnTo>
                <a:lnTo>
                  <a:pt x="1401618" y="145020"/>
                </a:lnTo>
                <a:lnTo>
                  <a:pt x="1401724" y="145826"/>
                </a:lnTo>
                <a:lnTo>
                  <a:pt x="1401842" y="146614"/>
                </a:lnTo>
                <a:lnTo>
                  <a:pt x="1401971" y="147386"/>
                </a:lnTo>
                <a:lnTo>
                  <a:pt x="1402111" y="148140"/>
                </a:lnTo>
                <a:lnTo>
                  <a:pt x="1402263" y="148877"/>
                </a:lnTo>
                <a:lnTo>
                  <a:pt x="1402426" y="149597"/>
                </a:lnTo>
                <a:lnTo>
                  <a:pt x="1402599" y="150300"/>
                </a:lnTo>
                <a:lnTo>
                  <a:pt x="1402785" y="150985"/>
                </a:lnTo>
                <a:lnTo>
                  <a:pt x="1402981" y="151653"/>
                </a:lnTo>
                <a:lnTo>
                  <a:pt x="1403188" y="152304"/>
                </a:lnTo>
                <a:lnTo>
                  <a:pt x="1403407" y="152938"/>
                </a:lnTo>
                <a:lnTo>
                  <a:pt x="1403637" y="153555"/>
                </a:lnTo>
                <a:lnTo>
                  <a:pt x="1403878" y="154154"/>
                </a:lnTo>
                <a:lnTo>
                  <a:pt x="1404131" y="154737"/>
                </a:lnTo>
                <a:lnTo>
                  <a:pt x="1404394" y="155302"/>
                </a:lnTo>
                <a:lnTo>
                  <a:pt x="1404668" y="155851"/>
                </a:lnTo>
                <a:lnTo>
                  <a:pt x="1404950" y="156388"/>
                </a:lnTo>
                <a:lnTo>
                  <a:pt x="1405241" y="156910"/>
                </a:lnTo>
                <a:lnTo>
                  <a:pt x="1405540" y="157420"/>
                </a:lnTo>
                <a:lnTo>
                  <a:pt x="1405848" y="157916"/>
                </a:lnTo>
                <a:lnTo>
                  <a:pt x="1406165" y="158398"/>
                </a:lnTo>
                <a:lnTo>
                  <a:pt x="1406490" y="158867"/>
                </a:lnTo>
                <a:lnTo>
                  <a:pt x="1406824" y="159322"/>
                </a:lnTo>
                <a:lnTo>
                  <a:pt x="1407166" y="159764"/>
                </a:lnTo>
                <a:lnTo>
                  <a:pt x="1407517" y="160193"/>
                </a:lnTo>
                <a:lnTo>
                  <a:pt x="1407876" y="160608"/>
                </a:lnTo>
                <a:lnTo>
                  <a:pt x="1408245" y="161010"/>
                </a:lnTo>
                <a:lnTo>
                  <a:pt x="1408621" y="161398"/>
                </a:lnTo>
                <a:lnTo>
                  <a:pt x="1409007" y="161773"/>
                </a:lnTo>
                <a:lnTo>
                  <a:pt x="1409401" y="162134"/>
                </a:lnTo>
                <a:lnTo>
                  <a:pt x="1409803" y="162482"/>
                </a:lnTo>
                <a:lnTo>
                  <a:pt x="1410214" y="162816"/>
                </a:lnTo>
                <a:lnTo>
                  <a:pt x="1410634" y="163137"/>
                </a:lnTo>
                <a:lnTo>
                  <a:pt x="1411063" y="163444"/>
                </a:lnTo>
                <a:lnTo>
                  <a:pt x="1411500" y="163738"/>
                </a:lnTo>
                <a:lnTo>
                  <a:pt x="1411945" y="164019"/>
                </a:lnTo>
                <a:lnTo>
                  <a:pt x="1412399" y="164286"/>
                </a:lnTo>
                <a:lnTo>
                  <a:pt x="1412862" y="164539"/>
                </a:lnTo>
                <a:lnTo>
                  <a:pt x="1413333" y="164779"/>
                </a:lnTo>
                <a:lnTo>
                  <a:pt x="1413812" y="165008"/>
                </a:lnTo>
                <a:lnTo>
                  <a:pt x="1414297" y="165226"/>
                </a:lnTo>
                <a:lnTo>
                  <a:pt x="1414787" y="165435"/>
                </a:lnTo>
                <a:lnTo>
                  <a:pt x="1415284" y="165635"/>
                </a:lnTo>
                <a:lnTo>
                  <a:pt x="1415787" y="165824"/>
                </a:lnTo>
                <a:lnTo>
                  <a:pt x="1416295" y="166004"/>
                </a:lnTo>
                <a:lnTo>
                  <a:pt x="1416810" y="166174"/>
                </a:lnTo>
                <a:lnTo>
                  <a:pt x="1417330" y="166335"/>
                </a:lnTo>
                <a:lnTo>
                  <a:pt x="1417857" y="166486"/>
                </a:lnTo>
                <a:lnTo>
                  <a:pt x="1418389" y="166627"/>
                </a:lnTo>
                <a:lnTo>
                  <a:pt x="1418928" y="166758"/>
                </a:lnTo>
                <a:lnTo>
                  <a:pt x="1419472" y="166879"/>
                </a:lnTo>
                <a:lnTo>
                  <a:pt x="1420023" y="166991"/>
                </a:lnTo>
                <a:lnTo>
                  <a:pt x="1420579" y="167093"/>
                </a:lnTo>
                <a:lnTo>
                  <a:pt x="1421142" y="167186"/>
                </a:lnTo>
                <a:lnTo>
                  <a:pt x="1421710" y="167268"/>
                </a:lnTo>
                <a:lnTo>
                  <a:pt x="1422284" y="167341"/>
                </a:lnTo>
                <a:lnTo>
                  <a:pt x="1422865" y="167404"/>
                </a:lnTo>
                <a:lnTo>
                  <a:pt x="1423451" y="167458"/>
                </a:lnTo>
                <a:lnTo>
                  <a:pt x="1424043" y="167502"/>
                </a:lnTo>
                <a:lnTo>
                  <a:pt x="1424642" y="167536"/>
                </a:lnTo>
                <a:lnTo>
                  <a:pt x="1425246" y="167560"/>
                </a:lnTo>
                <a:lnTo>
                  <a:pt x="1425856" y="167574"/>
                </a:lnTo>
                <a:lnTo>
                  <a:pt x="1426473" y="167579"/>
                </a:lnTo>
                <a:lnTo>
                  <a:pt x="1426787" y="167579"/>
                </a:lnTo>
                <a:lnTo>
                  <a:pt x="1427101" y="167576"/>
                </a:lnTo>
                <a:lnTo>
                  <a:pt x="1427416" y="167572"/>
                </a:lnTo>
                <a:lnTo>
                  <a:pt x="1427731" y="167566"/>
                </a:lnTo>
                <a:lnTo>
                  <a:pt x="1428046" y="167558"/>
                </a:lnTo>
                <a:lnTo>
                  <a:pt x="1428361" y="167549"/>
                </a:lnTo>
                <a:lnTo>
                  <a:pt x="1428676" y="167538"/>
                </a:lnTo>
                <a:lnTo>
                  <a:pt x="1428992" y="167525"/>
                </a:lnTo>
                <a:lnTo>
                  <a:pt x="1429307" y="167511"/>
                </a:lnTo>
                <a:lnTo>
                  <a:pt x="1429623" y="167495"/>
                </a:lnTo>
                <a:lnTo>
                  <a:pt x="1429939" y="167478"/>
                </a:lnTo>
                <a:lnTo>
                  <a:pt x="1430256" y="167458"/>
                </a:lnTo>
                <a:lnTo>
                  <a:pt x="1430572" y="167437"/>
                </a:lnTo>
                <a:lnTo>
                  <a:pt x="1430889" y="167414"/>
                </a:lnTo>
                <a:lnTo>
                  <a:pt x="1431206" y="167390"/>
                </a:lnTo>
                <a:lnTo>
                  <a:pt x="1431523" y="167364"/>
                </a:lnTo>
                <a:lnTo>
                  <a:pt x="1431840" y="167336"/>
                </a:lnTo>
                <a:lnTo>
                  <a:pt x="1432157" y="167307"/>
                </a:lnTo>
                <a:lnTo>
                  <a:pt x="1432475" y="167276"/>
                </a:lnTo>
                <a:lnTo>
                  <a:pt x="1432793" y="167243"/>
                </a:lnTo>
                <a:lnTo>
                  <a:pt x="1433110" y="167208"/>
                </a:lnTo>
                <a:lnTo>
                  <a:pt x="1433429" y="167172"/>
                </a:lnTo>
                <a:lnTo>
                  <a:pt x="1433747" y="167134"/>
                </a:lnTo>
                <a:lnTo>
                  <a:pt x="1434065" y="167095"/>
                </a:lnTo>
                <a:lnTo>
                  <a:pt x="1434382" y="167054"/>
                </a:lnTo>
                <a:lnTo>
                  <a:pt x="1434693" y="167012"/>
                </a:lnTo>
                <a:lnTo>
                  <a:pt x="1434999" y="166969"/>
                </a:lnTo>
                <a:lnTo>
                  <a:pt x="1435299" y="166926"/>
                </a:lnTo>
                <a:lnTo>
                  <a:pt x="1435595" y="166881"/>
                </a:lnTo>
                <a:lnTo>
                  <a:pt x="1435886" y="166836"/>
                </a:lnTo>
                <a:lnTo>
                  <a:pt x="1436172" y="166789"/>
                </a:lnTo>
                <a:lnTo>
                  <a:pt x="1436453" y="166742"/>
                </a:lnTo>
                <a:lnTo>
                  <a:pt x="1436728" y="166693"/>
                </a:lnTo>
                <a:lnTo>
                  <a:pt x="1436999" y="166644"/>
                </a:lnTo>
                <a:lnTo>
                  <a:pt x="1437265" y="166594"/>
                </a:lnTo>
                <a:lnTo>
                  <a:pt x="1437525" y="166543"/>
                </a:lnTo>
                <a:lnTo>
                  <a:pt x="1437781" y="166491"/>
                </a:lnTo>
                <a:lnTo>
                  <a:pt x="1438031" y="166438"/>
                </a:lnTo>
                <a:lnTo>
                  <a:pt x="1438277" y="166384"/>
                </a:lnTo>
                <a:lnTo>
                  <a:pt x="1438517" y="166329"/>
                </a:lnTo>
                <a:lnTo>
                  <a:pt x="1438752" y="166273"/>
                </a:lnTo>
                <a:lnTo>
                  <a:pt x="1438983" y="166216"/>
                </a:lnTo>
                <a:lnTo>
                  <a:pt x="1439208" y="166159"/>
                </a:lnTo>
                <a:lnTo>
                  <a:pt x="1439428" y="166100"/>
                </a:lnTo>
                <a:lnTo>
                  <a:pt x="1439643" y="166040"/>
                </a:lnTo>
                <a:lnTo>
                  <a:pt x="1439853" y="165980"/>
                </a:lnTo>
                <a:lnTo>
                  <a:pt x="1440058" y="165919"/>
                </a:lnTo>
                <a:lnTo>
                  <a:pt x="1440258" y="165856"/>
                </a:lnTo>
                <a:lnTo>
                  <a:pt x="1439720" y="154979"/>
                </a:lnTo>
                <a:lnTo>
                  <a:pt x="1439530" y="155006"/>
                </a:lnTo>
                <a:lnTo>
                  <a:pt x="1439340" y="155033"/>
                </a:lnTo>
                <a:lnTo>
                  <a:pt x="1439148" y="155060"/>
                </a:lnTo>
                <a:lnTo>
                  <a:pt x="1438955" y="155088"/>
                </a:lnTo>
                <a:lnTo>
                  <a:pt x="1438761" y="155116"/>
                </a:lnTo>
                <a:lnTo>
                  <a:pt x="1438565" y="155143"/>
                </a:lnTo>
                <a:lnTo>
                  <a:pt x="1438368" y="155172"/>
                </a:lnTo>
                <a:lnTo>
                  <a:pt x="1438170" y="155200"/>
                </a:lnTo>
                <a:lnTo>
                  <a:pt x="1437970" y="155228"/>
                </a:lnTo>
                <a:lnTo>
                  <a:pt x="1437769" y="155257"/>
                </a:lnTo>
                <a:lnTo>
                  <a:pt x="1437567" y="155286"/>
                </a:lnTo>
                <a:lnTo>
                  <a:pt x="1437364" y="155315"/>
                </a:lnTo>
                <a:lnTo>
                  <a:pt x="1437159" y="155344"/>
                </a:lnTo>
                <a:lnTo>
                  <a:pt x="1436953" y="155374"/>
                </a:lnTo>
                <a:lnTo>
                  <a:pt x="1436745" y="155403"/>
                </a:lnTo>
                <a:lnTo>
                  <a:pt x="1436537" y="155433"/>
                </a:lnTo>
                <a:lnTo>
                  <a:pt x="1436326" y="155463"/>
                </a:lnTo>
                <a:lnTo>
                  <a:pt x="1436115" y="155494"/>
                </a:lnTo>
                <a:lnTo>
                  <a:pt x="1435902" y="155524"/>
                </a:lnTo>
                <a:lnTo>
                  <a:pt x="1435688" y="155554"/>
                </a:lnTo>
                <a:lnTo>
                  <a:pt x="1435473" y="155585"/>
                </a:lnTo>
                <a:lnTo>
                  <a:pt x="1435256" y="155616"/>
                </a:lnTo>
                <a:lnTo>
                  <a:pt x="1435039" y="155647"/>
                </a:lnTo>
                <a:lnTo>
                  <a:pt x="1434819" y="155679"/>
                </a:lnTo>
                <a:lnTo>
                  <a:pt x="1434599" y="155709"/>
                </a:lnTo>
                <a:lnTo>
                  <a:pt x="1434378" y="155739"/>
                </a:lnTo>
                <a:lnTo>
                  <a:pt x="1434155" y="155767"/>
                </a:lnTo>
                <a:lnTo>
                  <a:pt x="1433932" y="155794"/>
                </a:lnTo>
                <a:lnTo>
                  <a:pt x="1433708" y="155819"/>
                </a:lnTo>
                <a:lnTo>
                  <a:pt x="1433483" y="155844"/>
                </a:lnTo>
                <a:lnTo>
                  <a:pt x="1433257" y="155866"/>
                </a:lnTo>
                <a:lnTo>
                  <a:pt x="1433030" y="155888"/>
                </a:lnTo>
                <a:lnTo>
                  <a:pt x="1432803" y="155908"/>
                </a:lnTo>
                <a:lnTo>
                  <a:pt x="1432574" y="155927"/>
                </a:lnTo>
                <a:lnTo>
                  <a:pt x="1432344" y="155945"/>
                </a:lnTo>
                <a:lnTo>
                  <a:pt x="1432113" y="155961"/>
                </a:lnTo>
                <a:lnTo>
                  <a:pt x="1431882" y="155976"/>
                </a:lnTo>
                <a:lnTo>
                  <a:pt x="1431649" y="155990"/>
                </a:lnTo>
                <a:lnTo>
                  <a:pt x="1431416" y="156003"/>
                </a:lnTo>
                <a:lnTo>
                  <a:pt x="1431182" y="156014"/>
                </a:lnTo>
                <a:lnTo>
                  <a:pt x="1430946" y="156024"/>
                </a:lnTo>
                <a:lnTo>
                  <a:pt x="1430710" y="156032"/>
                </a:lnTo>
                <a:lnTo>
                  <a:pt x="1430473" y="156039"/>
                </a:lnTo>
                <a:lnTo>
                  <a:pt x="1430235" y="156045"/>
                </a:lnTo>
                <a:lnTo>
                  <a:pt x="1429996" y="156050"/>
                </a:lnTo>
                <a:lnTo>
                  <a:pt x="1429756" y="156053"/>
                </a:lnTo>
                <a:lnTo>
                  <a:pt x="1429515" y="156055"/>
                </a:lnTo>
                <a:lnTo>
                  <a:pt x="1429273" y="156056"/>
                </a:lnTo>
                <a:lnTo>
                  <a:pt x="1428942" y="156053"/>
                </a:lnTo>
                <a:lnTo>
                  <a:pt x="1428612" y="156046"/>
                </a:lnTo>
                <a:lnTo>
                  <a:pt x="1428284" y="156035"/>
                </a:lnTo>
                <a:lnTo>
                  <a:pt x="1427958" y="156018"/>
                </a:lnTo>
                <a:lnTo>
                  <a:pt x="1427634" y="155997"/>
                </a:lnTo>
                <a:lnTo>
                  <a:pt x="1427311" y="155971"/>
                </a:lnTo>
                <a:lnTo>
                  <a:pt x="1426990" y="155941"/>
                </a:lnTo>
                <a:lnTo>
                  <a:pt x="1426670" y="155906"/>
                </a:lnTo>
                <a:lnTo>
                  <a:pt x="1426352" y="155866"/>
                </a:lnTo>
                <a:lnTo>
                  <a:pt x="1426036" y="155822"/>
                </a:lnTo>
                <a:lnTo>
                  <a:pt x="1425722" y="155773"/>
                </a:lnTo>
                <a:lnTo>
                  <a:pt x="1425409" y="155719"/>
                </a:lnTo>
                <a:lnTo>
                  <a:pt x="1425098" y="155661"/>
                </a:lnTo>
                <a:lnTo>
                  <a:pt x="1424789" y="155597"/>
                </a:lnTo>
                <a:lnTo>
                  <a:pt x="1424481" y="155530"/>
                </a:lnTo>
                <a:lnTo>
                  <a:pt x="1424175" y="155457"/>
                </a:lnTo>
                <a:lnTo>
                  <a:pt x="1423871" y="155380"/>
                </a:lnTo>
                <a:lnTo>
                  <a:pt x="1423568" y="155298"/>
                </a:lnTo>
                <a:lnTo>
                  <a:pt x="1423267" y="155212"/>
                </a:lnTo>
                <a:lnTo>
                  <a:pt x="1422968" y="155121"/>
                </a:lnTo>
                <a:lnTo>
                  <a:pt x="1422670" y="155025"/>
                </a:lnTo>
                <a:lnTo>
                  <a:pt x="1422375" y="154924"/>
                </a:lnTo>
                <a:lnTo>
                  <a:pt x="1422080" y="154819"/>
                </a:lnTo>
                <a:lnTo>
                  <a:pt x="1421788" y="154709"/>
                </a:lnTo>
                <a:lnTo>
                  <a:pt x="1421499" y="154592"/>
                </a:lnTo>
                <a:lnTo>
                  <a:pt x="1421214" y="154466"/>
                </a:lnTo>
                <a:lnTo>
                  <a:pt x="1420935" y="154329"/>
                </a:lnTo>
                <a:lnTo>
                  <a:pt x="1420660" y="154183"/>
                </a:lnTo>
                <a:lnTo>
                  <a:pt x="1420390" y="154027"/>
                </a:lnTo>
                <a:lnTo>
                  <a:pt x="1420125" y="153861"/>
                </a:lnTo>
                <a:lnTo>
                  <a:pt x="1419865" y="153686"/>
                </a:lnTo>
                <a:lnTo>
                  <a:pt x="1419610" y="153501"/>
                </a:lnTo>
                <a:lnTo>
                  <a:pt x="1419360" y="153306"/>
                </a:lnTo>
                <a:lnTo>
                  <a:pt x="1419114" y="153101"/>
                </a:lnTo>
                <a:lnTo>
                  <a:pt x="1418873" y="152887"/>
                </a:lnTo>
                <a:lnTo>
                  <a:pt x="1418638" y="152663"/>
                </a:lnTo>
                <a:lnTo>
                  <a:pt x="1418407" y="152429"/>
                </a:lnTo>
                <a:lnTo>
                  <a:pt x="1418181" y="152186"/>
                </a:lnTo>
                <a:lnTo>
                  <a:pt x="1417959" y="151933"/>
                </a:lnTo>
                <a:lnTo>
                  <a:pt x="1417743" y="151670"/>
                </a:lnTo>
                <a:lnTo>
                  <a:pt x="1417532" y="151397"/>
                </a:lnTo>
                <a:lnTo>
                  <a:pt x="1417325" y="151115"/>
                </a:lnTo>
                <a:lnTo>
                  <a:pt x="1417123" y="150823"/>
                </a:lnTo>
                <a:lnTo>
                  <a:pt x="1416926" y="150521"/>
                </a:lnTo>
                <a:lnTo>
                  <a:pt x="1416734" y="150210"/>
                </a:lnTo>
                <a:lnTo>
                  <a:pt x="1416547" y="149888"/>
                </a:lnTo>
                <a:lnTo>
                  <a:pt x="1416365" y="149557"/>
                </a:lnTo>
                <a:lnTo>
                  <a:pt x="1416187" y="149217"/>
                </a:lnTo>
                <a:lnTo>
                  <a:pt x="1416016" y="148864"/>
                </a:lnTo>
                <a:lnTo>
                  <a:pt x="1415852" y="148498"/>
                </a:lnTo>
                <a:lnTo>
                  <a:pt x="1415695" y="148119"/>
                </a:lnTo>
                <a:lnTo>
                  <a:pt x="1415546" y="147725"/>
                </a:lnTo>
                <a:lnTo>
                  <a:pt x="1415404" y="147318"/>
                </a:lnTo>
                <a:lnTo>
                  <a:pt x="1415269" y="146898"/>
                </a:lnTo>
                <a:lnTo>
                  <a:pt x="1415141" y="146464"/>
                </a:lnTo>
                <a:lnTo>
                  <a:pt x="1415021" y="146016"/>
                </a:lnTo>
                <a:lnTo>
                  <a:pt x="1414908" y="145554"/>
                </a:lnTo>
                <a:lnTo>
                  <a:pt x="1414802" y="145079"/>
                </a:lnTo>
                <a:lnTo>
                  <a:pt x="1414703" y="144590"/>
                </a:lnTo>
                <a:lnTo>
                  <a:pt x="1414612" y="144088"/>
                </a:lnTo>
                <a:lnTo>
                  <a:pt x="1414528" y="143571"/>
                </a:lnTo>
                <a:lnTo>
                  <a:pt x="1414452" y="143042"/>
                </a:lnTo>
                <a:lnTo>
                  <a:pt x="1414383" y="142498"/>
                </a:lnTo>
                <a:lnTo>
                  <a:pt x="1414321" y="141941"/>
                </a:lnTo>
                <a:lnTo>
                  <a:pt x="1414266" y="141370"/>
                </a:lnTo>
                <a:lnTo>
                  <a:pt x="1414219" y="140786"/>
                </a:lnTo>
                <a:lnTo>
                  <a:pt x="1414178" y="140188"/>
                </a:lnTo>
                <a:lnTo>
                  <a:pt x="1414146" y="139576"/>
                </a:lnTo>
                <a:lnTo>
                  <a:pt x="1414120" y="138951"/>
                </a:lnTo>
                <a:lnTo>
                  <a:pt x="1414102" y="138312"/>
                </a:lnTo>
                <a:lnTo>
                  <a:pt x="1414091" y="137659"/>
                </a:lnTo>
                <a:lnTo>
                  <a:pt x="1414087" y="136993"/>
                </a:lnTo>
                <a:lnTo>
                  <a:pt x="1414087" y="59450"/>
                </a:lnTo>
                <a:lnTo>
                  <a:pt x="1438212" y="59450"/>
                </a:lnTo>
                <a:lnTo>
                  <a:pt x="1438212" y="48895"/>
                </a:lnTo>
                <a:lnTo>
                  <a:pt x="1414087" y="48895"/>
                </a:lnTo>
                <a:lnTo>
                  <a:pt x="1414087" y="18955"/>
                </a:lnTo>
                <a:lnTo>
                  <a:pt x="1401163" y="18955"/>
                </a:lnTo>
                <a:close/>
                <a:moveTo>
                  <a:pt x="1296970" y="165425"/>
                </a:moveTo>
                <a:lnTo>
                  <a:pt x="1309894" y="165425"/>
                </a:lnTo>
                <a:lnTo>
                  <a:pt x="1309894" y="0"/>
                </a:lnTo>
                <a:lnTo>
                  <a:pt x="1296970" y="0"/>
                </a:lnTo>
                <a:lnTo>
                  <a:pt x="1296970" y="165425"/>
                </a:lnTo>
                <a:close/>
                <a:moveTo>
                  <a:pt x="1489857" y="179495"/>
                </a:moveTo>
                <a:lnTo>
                  <a:pt x="1489646" y="180054"/>
                </a:lnTo>
                <a:lnTo>
                  <a:pt x="1489433" y="180605"/>
                </a:lnTo>
                <a:lnTo>
                  <a:pt x="1489218" y="181149"/>
                </a:lnTo>
                <a:lnTo>
                  <a:pt x="1488999" y="181685"/>
                </a:lnTo>
                <a:lnTo>
                  <a:pt x="1488779" y="182214"/>
                </a:lnTo>
                <a:lnTo>
                  <a:pt x="1488555" y="182735"/>
                </a:lnTo>
                <a:lnTo>
                  <a:pt x="1488329" y="183248"/>
                </a:lnTo>
                <a:lnTo>
                  <a:pt x="1488101" y="183754"/>
                </a:lnTo>
                <a:lnTo>
                  <a:pt x="1487869" y="184252"/>
                </a:lnTo>
                <a:lnTo>
                  <a:pt x="1487635" y="184742"/>
                </a:lnTo>
                <a:lnTo>
                  <a:pt x="1487399" y="185225"/>
                </a:lnTo>
                <a:lnTo>
                  <a:pt x="1487160" y="185700"/>
                </a:lnTo>
                <a:lnTo>
                  <a:pt x="1486918" y="186168"/>
                </a:lnTo>
                <a:lnTo>
                  <a:pt x="1486674" y="186628"/>
                </a:lnTo>
                <a:lnTo>
                  <a:pt x="1486427" y="187080"/>
                </a:lnTo>
                <a:lnTo>
                  <a:pt x="1486177" y="187525"/>
                </a:lnTo>
                <a:lnTo>
                  <a:pt x="1485925" y="187962"/>
                </a:lnTo>
                <a:lnTo>
                  <a:pt x="1485670" y="188392"/>
                </a:lnTo>
                <a:lnTo>
                  <a:pt x="1485412" y="188814"/>
                </a:lnTo>
                <a:lnTo>
                  <a:pt x="1485152" y="189228"/>
                </a:lnTo>
                <a:lnTo>
                  <a:pt x="1484890" y="189635"/>
                </a:lnTo>
                <a:lnTo>
                  <a:pt x="1484624" y="190034"/>
                </a:lnTo>
                <a:lnTo>
                  <a:pt x="1484356" y="190425"/>
                </a:lnTo>
                <a:lnTo>
                  <a:pt x="1484084" y="190809"/>
                </a:lnTo>
                <a:lnTo>
                  <a:pt x="1483807" y="191184"/>
                </a:lnTo>
                <a:lnTo>
                  <a:pt x="1483524" y="191552"/>
                </a:lnTo>
                <a:lnTo>
                  <a:pt x="1483236" y="191912"/>
                </a:lnTo>
                <a:lnTo>
                  <a:pt x="1482942" y="192263"/>
                </a:lnTo>
                <a:lnTo>
                  <a:pt x="1482643" y="192607"/>
                </a:lnTo>
                <a:lnTo>
                  <a:pt x="1482339" y="192943"/>
                </a:lnTo>
                <a:lnTo>
                  <a:pt x="1482029" y="193270"/>
                </a:lnTo>
                <a:lnTo>
                  <a:pt x="1481713" y="193590"/>
                </a:lnTo>
                <a:lnTo>
                  <a:pt x="1481393" y="193902"/>
                </a:lnTo>
                <a:lnTo>
                  <a:pt x="1481067" y="194206"/>
                </a:lnTo>
                <a:lnTo>
                  <a:pt x="1480735" y="194502"/>
                </a:lnTo>
                <a:lnTo>
                  <a:pt x="1480398" y="194789"/>
                </a:lnTo>
                <a:lnTo>
                  <a:pt x="1480055" y="195069"/>
                </a:lnTo>
                <a:lnTo>
                  <a:pt x="1479708" y="195341"/>
                </a:lnTo>
                <a:lnTo>
                  <a:pt x="1479354" y="195605"/>
                </a:lnTo>
                <a:lnTo>
                  <a:pt x="1478996" y="195861"/>
                </a:lnTo>
                <a:lnTo>
                  <a:pt x="1478631" y="196109"/>
                </a:lnTo>
                <a:lnTo>
                  <a:pt x="1478262" y="196349"/>
                </a:lnTo>
                <a:lnTo>
                  <a:pt x="1477887" y="196581"/>
                </a:lnTo>
                <a:lnTo>
                  <a:pt x="1477506" y="196805"/>
                </a:lnTo>
                <a:lnTo>
                  <a:pt x="1477121" y="197021"/>
                </a:lnTo>
                <a:lnTo>
                  <a:pt x="1476729" y="197229"/>
                </a:lnTo>
                <a:lnTo>
                  <a:pt x="1476333" y="197429"/>
                </a:lnTo>
                <a:lnTo>
                  <a:pt x="1475930" y="197621"/>
                </a:lnTo>
                <a:lnTo>
                  <a:pt x="1475519" y="197804"/>
                </a:lnTo>
                <a:lnTo>
                  <a:pt x="1475100" y="197980"/>
                </a:lnTo>
                <a:lnTo>
                  <a:pt x="1474674" y="198148"/>
                </a:lnTo>
                <a:lnTo>
                  <a:pt x="1474240" y="198307"/>
                </a:lnTo>
                <a:lnTo>
                  <a:pt x="1473798" y="198458"/>
                </a:lnTo>
                <a:lnTo>
                  <a:pt x="1473349" y="198601"/>
                </a:lnTo>
                <a:lnTo>
                  <a:pt x="1472892" y="198736"/>
                </a:lnTo>
                <a:lnTo>
                  <a:pt x="1472428" y="198862"/>
                </a:lnTo>
                <a:lnTo>
                  <a:pt x="1471956" y="198981"/>
                </a:lnTo>
                <a:lnTo>
                  <a:pt x="1471476" y="199091"/>
                </a:lnTo>
                <a:lnTo>
                  <a:pt x="1470988" y="199193"/>
                </a:lnTo>
                <a:lnTo>
                  <a:pt x="1470493" y="199287"/>
                </a:lnTo>
                <a:lnTo>
                  <a:pt x="1469990" y="199373"/>
                </a:lnTo>
                <a:lnTo>
                  <a:pt x="1469480" y="199450"/>
                </a:lnTo>
                <a:lnTo>
                  <a:pt x="1468961" y="199520"/>
                </a:lnTo>
                <a:lnTo>
                  <a:pt x="1468435" y="199581"/>
                </a:lnTo>
                <a:lnTo>
                  <a:pt x="1467902" y="199634"/>
                </a:lnTo>
                <a:lnTo>
                  <a:pt x="1467361" y="199679"/>
                </a:lnTo>
                <a:lnTo>
                  <a:pt x="1466812" y="199716"/>
                </a:lnTo>
                <a:lnTo>
                  <a:pt x="1466255" y="199745"/>
                </a:lnTo>
                <a:lnTo>
                  <a:pt x="1465691" y="199765"/>
                </a:lnTo>
                <a:lnTo>
                  <a:pt x="1465119" y="199777"/>
                </a:lnTo>
                <a:lnTo>
                  <a:pt x="1464540" y="199781"/>
                </a:lnTo>
                <a:lnTo>
                  <a:pt x="1464465" y="199781"/>
                </a:lnTo>
                <a:lnTo>
                  <a:pt x="1464386" y="199780"/>
                </a:lnTo>
                <a:lnTo>
                  <a:pt x="1464302" y="199778"/>
                </a:lnTo>
                <a:lnTo>
                  <a:pt x="1464214" y="199775"/>
                </a:lnTo>
                <a:lnTo>
                  <a:pt x="1464120" y="199772"/>
                </a:lnTo>
                <a:lnTo>
                  <a:pt x="1464021" y="199768"/>
                </a:lnTo>
                <a:lnTo>
                  <a:pt x="1463918" y="199763"/>
                </a:lnTo>
                <a:lnTo>
                  <a:pt x="1463810" y="199757"/>
                </a:lnTo>
                <a:lnTo>
                  <a:pt x="1463697" y="199751"/>
                </a:lnTo>
                <a:lnTo>
                  <a:pt x="1463579" y="199744"/>
                </a:lnTo>
                <a:lnTo>
                  <a:pt x="1463456" y="199736"/>
                </a:lnTo>
                <a:lnTo>
                  <a:pt x="1463328" y="199727"/>
                </a:lnTo>
                <a:lnTo>
                  <a:pt x="1463196" y="199718"/>
                </a:lnTo>
                <a:lnTo>
                  <a:pt x="1463058" y="199708"/>
                </a:lnTo>
                <a:lnTo>
                  <a:pt x="1462916" y="199697"/>
                </a:lnTo>
                <a:lnTo>
                  <a:pt x="1462769" y="199686"/>
                </a:lnTo>
                <a:lnTo>
                  <a:pt x="1462617" y="199673"/>
                </a:lnTo>
                <a:lnTo>
                  <a:pt x="1462460" y="199660"/>
                </a:lnTo>
                <a:lnTo>
                  <a:pt x="1462298" y="199646"/>
                </a:lnTo>
                <a:lnTo>
                  <a:pt x="1462131" y="199632"/>
                </a:lnTo>
                <a:lnTo>
                  <a:pt x="1461960" y="199616"/>
                </a:lnTo>
                <a:lnTo>
                  <a:pt x="1461784" y="199600"/>
                </a:lnTo>
                <a:lnTo>
                  <a:pt x="1461602" y="199583"/>
                </a:lnTo>
                <a:lnTo>
                  <a:pt x="1461416" y="199566"/>
                </a:lnTo>
                <a:lnTo>
                  <a:pt x="1461230" y="199548"/>
                </a:lnTo>
                <a:lnTo>
                  <a:pt x="1461047" y="199530"/>
                </a:lnTo>
                <a:lnTo>
                  <a:pt x="1460868" y="199512"/>
                </a:lnTo>
                <a:lnTo>
                  <a:pt x="1460692" y="199494"/>
                </a:lnTo>
                <a:lnTo>
                  <a:pt x="1460521" y="199476"/>
                </a:lnTo>
                <a:lnTo>
                  <a:pt x="1460353" y="199458"/>
                </a:lnTo>
                <a:lnTo>
                  <a:pt x="1460189" y="199440"/>
                </a:lnTo>
                <a:lnTo>
                  <a:pt x="1460028" y="199422"/>
                </a:lnTo>
                <a:lnTo>
                  <a:pt x="1459872" y="199404"/>
                </a:lnTo>
                <a:lnTo>
                  <a:pt x="1459719" y="199386"/>
                </a:lnTo>
                <a:lnTo>
                  <a:pt x="1459569" y="199368"/>
                </a:lnTo>
                <a:lnTo>
                  <a:pt x="1459424" y="199350"/>
                </a:lnTo>
                <a:lnTo>
                  <a:pt x="1459282" y="199333"/>
                </a:lnTo>
                <a:lnTo>
                  <a:pt x="1459144" y="199315"/>
                </a:lnTo>
                <a:lnTo>
                  <a:pt x="1459010" y="199297"/>
                </a:lnTo>
                <a:lnTo>
                  <a:pt x="1458880" y="199279"/>
                </a:lnTo>
                <a:lnTo>
                  <a:pt x="1458753" y="199261"/>
                </a:lnTo>
                <a:lnTo>
                  <a:pt x="1458630" y="199243"/>
                </a:lnTo>
                <a:lnTo>
                  <a:pt x="1458510" y="199225"/>
                </a:lnTo>
                <a:lnTo>
                  <a:pt x="1458395" y="199207"/>
                </a:lnTo>
                <a:lnTo>
                  <a:pt x="1458283" y="199189"/>
                </a:lnTo>
                <a:lnTo>
                  <a:pt x="1458175" y="199171"/>
                </a:lnTo>
                <a:lnTo>
                  <a:pt x="1458071" y="199153"/>
                </a:lnTo>
                <a:lnTo>
                  <a:pt x="1457970" y="199135"/>
                </a:lnTo>
                <a:lnTo>
                  <a:pt x="1458078" y="209905"/>
                </a:lnTo>
                <a:lnTo>
                  <a:pt x="1458198" y="209950"/>
                </a:lnTo>
                <a:lnTo>
                  <a:pt x="1458324" y="209994"/>
                </a:lnTo>
                <a:lnTo>
                  <a:pt x="1458456" y="210039"/>
                </a:lnTo>
                <a:lnTo>
                  <a:pt x="1458595" y="210083"/>
                </a:lnTo>
                <a:lnTo>
                  <a:pt x="1458741" y="210127"/>
                </a:lnTo>
                <a:lnTo>
                  <a:pt x="1458892" y="210171"/>
                </a:lnTo>
                <a:lnTo>
                  <a:pt x="1459050" y="210215"/>
                </a:lnTo>
                <a:lnTo>
                  <a:pt x="1459215" y="210258"/>
                </a:lnTo>
                <a:lnTo>
                  <a:pt x="1459385" y="210301"/>
                </a:lnTo>
                <a:lnTo>
                  <a:pt x="1459562" y="210344"/>
                </a:lnTo>
                <a:lnTo>
                  <a:pt x="1459746" y="210387"/>
                </a:lnTo>
                <a:lnTo>
                  <a:pt x="1459936" y="210430"/>
                </a:lnTo>
                <a:lnTo>
                  <a:pt x="1460132" y="210473"/>
                </a:lnTo>
                <a:lnTo>
                  <a:pt x="1460334" y="210515"/>
                </a:lnTo>
                <a:lnTo>
                  <a:pt x="1460543" y="210557"/>
                </a:lnTo>
                <a:lnTo>
                  <a:pt x="1460758" y="210599"/>
                </a:lnTo>
                <a:lnTo>
                  <a:pt x="1460980" y="210641"/>
                </a:lnTo>
                <a:lnTo>
                  <a:pt x="1461208" y="210682"/>
                </a:lnTo>
                <a:lnTo>
                  <a:pt x="1461442" y="210724"/>
                </a:lnTo>
                <a:lnTo>
                  <a:pt x="1461683" y="210765"/>
                </a:lnTo>
                <a:lnTo>
                  <a:pt x="1461930" y="210806"/>
                </a:lnTo>
                <a:lnTo>
                  <a:pt x="1462183" y="210847"/>
                </a:lnTo>
                <a:lnTo>
                  <a:pt x="1462443" y="210888"/>
                </a:lnTo>
                <a:lnTo>
                  <a:pt x="1462709" y="210928"/>
                </a:lnTo>
                <a:lnTo>
                  <a:pt x="1462976" y="210968"/>
                </a:lnTo>
                <a:lnTo>
                  <a:pt x="1463239" y="211006"/>
                </a:lnTo>
                <a:lnTo>
                  <a:pt x="1463498" y="211042"/>
                </a:lnTo>
                <a:lnTo>
                  <a:pt x="1463753" y="211076"/>
                </a:lnTo>
                <a:lnTo>
                  <a:pt x="1464004" y="211109"/>
                </a:lnTo>
                <a:lnTo>
                  <a:pt x="1464250" y="211140"/>
                </a:lnTo>
                <a:lnTo>
                  <a:pt x="1464493" y="211170"/>
                </a:lnTo>
                <a:lnTo>
                  <a:pt x="1464731" y="211197"/>
                </a:lnTo>
                <a:lnTo>
                  <a:pt x="1464965" y="211223"/>
                </a:lnTo>
                <a:lnTo>
                  <a:pt x="1465196" y="211248"/>
                </a:lnTo>
                <a:lnTo>
                  <a:pt x="1465422" y="211271"/>
                </a:lnTo>
                <a:lnTo>
                  <a:pt x="1465644" y="211292"/>
                </a:lnTo>
                <a:lnTo>
                  <a:pt x="1465861" y="211311"/>
                </a:lnTo>
                <a:lnTo>
                  <a:pt x="1466075" y="211329"/>
                </a:lnTo>
                <a:lnTo>
                  <a:pt x="1466285" y="211345"/>
                </a:lnTo>
                <a:lnTo>
                  <a:pt x="1466490" y="211359"/>
                </a:lnTo>
                <a:lnTo>
                  <a:pt x="1466692" y="211372"/>
                </a:lnTo>
                <a:lnTo>
                  <a:pt x="1466889" y="211382"/>
                </a:lnTo>
                <a:lnTo>
                  <a:pt x="1467082" y="211392"/>
                </a:lnTo>
                <a:lnTo>
                  <a:pt x="1467271" y="211399"/>
                </a:lnTo>
                <a:lnTo>
                  <a:pt x="1467456" y="211405"/>
                </a:lnTo>
                <a:lnTo>
                  <a:pt x="1467637" y="211409"/>
                </a:lnTo>
                <a:lnTo>
                  <a:pt x="1467813" y="211412"/>
                </a:lnTo>
                <a:lnTo>
                  <a:pt x="1467986" y="211413"/>
                </a:lnTo>
                <a:lnTo>
                  <a:pt x="1468646" y="211408"/>
                </a:lnTo>
                <a:lnTo>
                  <a:pt x="1469298" y="211393"/>
                </a:lnTo>
                <a:lnTo>
                  <a:pt x="1469941" y="211368"/>
                </a:lnTo>
                <a:lnTo>
                  <a:pt x="1470575" y="211334"/>
                </a:lnTo>
                <a:lnTo>
                  <a:pt x="1471202" y="211290"/>
                </a:lnTo>
                <a:lnTo>
                  <a:pt x="1471819" y="211235"/>
                </a:lnTo>
                <a:lnTo>
                  <a:pt x="1472429" y="211171"/>
                </a:lnTo>
                <a:lnTo>
                  <a:pt x="1473030" y="211098"/>
                </a:lnTo>
                <a:lnTo>
                  <a:pt x="1473623" y="211014"/>
                </a:lnTo>
                <a:lnTo>
                  <a:pt x="1474207" y="210920"/>
                </a:lnTo>
                <a:lnTo>
                  <a:pt x="1474783" y="210817"/>
                </a:lnTo>
                <a:lnTo>
                  <a:pt x="1475350" y="210703"/>
                </a:lnTo>
                <a:lnTo>
                  <a:pt x="1475909" y="210580"/>
                </a:lnTo>
                <a:lnTo>
                  <a:pt x="1476460" y="210447"/>
                </a:lnTo>
                <a:lnTo>
                  <a:pt x="1477002" y="210304"/>
                </a:lnTo>
                <a:lnTo>
                  <a:pt x="1477535" y="210152"/>
                </a:lnTo>
                <a:lnTo>
                  <a:pt x="1478061" y="209989"/>
                </a:lnTo>
                <a:lnTo>
                  <a:pt x="1478578" y="209817"/>
                </a:lnTo>
                <a:lnTo>
                  <a:pt x="1479086" y="209635"/>
                </a:lnTo>
                <a:lnTo>
                  <a:pt x="1479586" y="209442"/>
                </a:lnTo>
                <a:lnTo>
                  <a:pt x="1480078" y="209241"/>
                </a:lnTo>
                <a:lnTo>
                  <a:pt x="1480561" y="209029"/>
                </a:lnTo>
                <a:lnTo>
                  <a:pt x="1481036" y="208807"/>
                </a:lnTo>
                <a:lnTo>
                  <a:pt x="1481502" y="208576"/>
                </a:lnTo>
                <a:lnTo>
                  <a:pt x="1481961" y="208337"/>
                </a:lnTo>
                <a:lnTo>
                  <a:pt x="1482414" y="208092"/>
                </a:lnTo>
                <a:lnTo>
                  <a:pt x="1482860" y="207842"/>
                </a:lnTo>
                <a:lnTo>
                  <a:pt x="1483300" y="207586"/>
                </a:lnTo>
                <a:lnTo>
                  <a:pt x="1483734" y="207325"/>
                </a:lnTo>
                <a:lnTo>
                  <a:pt x="1484161" y="207058"/>
                </a:lnTo>
                <a:lnTo>
                  <a:pt x="1484582" y="206786"/>
                </a:lnTo>
                <a:lnTo>
                  <a:pt x="1484997" y="206508"/>
                </a:lnTo>
                <a:lnTo>
                  <a:pt x="1485405" y="206224"/>
                </a:lnTo>
                <a:lnTo>
                  <a:pt x="1485806" y="205935"/>
                </a:lnTo>
                <a:lnTo>
                  <a:pt x="1486202" y="205641"/>
                </a:lnTo>
                <a:lnTo>
                  <a:pt x="1486591" y="205340"/>
                </a:lnTo>
                <a:lnTo>
                  <a:pt x="1486974" y="205035"/>
                </a:lnTo>
                <a:lnTo>
                  <a:pt x="1487350" y="204723"/>
                </a:lnTo>
                <a:lnTo>
                  <a:pt x="1487720" y="204406"/>
                </a:lnTo>
                <a:lnTo>
                  <a:pt x="1488084" y="204084"/>
                </a:lnTo>
                <a:lnTo>
                  <a:pt x="1488441" y="203756"/>
                </a:lnTo>
                <a:lnTo>
                  <a:pt x="1488792" y="203422"/>
                </a:lnTo>
                <a:lnTo>
                  <a:pt x="1489137" y="203083"/>
                </a:lnTo>
                <a:lnTo>
                  <a:pt x="1489475" y="202738"/>
                </a:lnTo>
                <a:lnTo>
                  <a:pt x="1489807" y="202387"/>
                </a:lnTo>
                <a:lnTo>
                  <a:pt x="1490132" y="202031"/>
                </a:lnTo>
                <a:lnTo>
                  <a:pt x="1490452" y="201670"/>
                </a:lnTo>
                <a:lnTo>
                  <a:pt x="1490764" y="201303"/>
                </a:lnTo>
                <a:lnTo>
                  <a:pt x="1491072" y="200932"/>
                </a:lnTo>
                <a:lnTo>
                  <a:pt x="1491374" y="200560"/>
                </a:lnTo>
                <a:lnTo>
                  <a:pt x="1491671" y="200186"/>
                </a:lnTo>
                <a:lnTo>
                  <a:pt x="1491964" y="199811"/>
                </a:lnTo>
                <a:lnTo>
                  <a:pt x="1492252" y="199434"/>
                </a:lnTo>
                <a:lnTo>
                  <a:pt x="1492535" y="199056"/>
                </a:lnTo>
                <a:lnTo>
                  <a:pt x="1492813" y="198676"/>
                </a:lnTo>
                <a:lnTo>
                  <a:pt x="1493086" y="198295"/>
                </a:lnTo>
                <a:lnTo>
                  <a:pt x="1493354" y="197913"/>
                </a:lnTo>
                <a:lnTo>
                  <a:pt x="1493618" y="197528"/>
                </a:lnTo>
                <a:lnTo>
                  <a:pt x="1493876" y="197143"/>
                </a:lnTo>
                <a:lnTo>
                  <a:pt x="1494130" y="196756"/>
                </a:lnTo>
                <a:lnTo>
                  <a:pt x="1494379" y="196367"/>
                </a:lnTo>
                <a:lnTo>
                  <a:pt x="1494623" y="195977"/>
                </a:lnTo>
                <a:lnTo>
                  <a:pt x="1494862" y="195585"/>
                </a:lnTo>
                <a:lnTo>
                  <a:pt x="1495096" y="195192"/>
                </a:lnTo>
                <a:lnTo>
                  <a:pt x="1495326" y="194798"/>
                </a:lnTo>
                <a:lnTo>
                  <a:pt x="1495550" y="194401"/>
                </a:lnTo>
                <a:lnTo>
                  <a:pt x="1495770" y="194004"/>
                </a:lnTo>
                <a:lnTo>
                  <a:pt x="1495985" y="193605"/>
                </a:lnTo>
                <a:lnTo>
                  <a:pt x="1496195" y="193204"/>
                </a:lnTo>
                <a:lnTo>
                  <a:pt x="1496400" y="192802"/>
                </a:lnTo>
                <a:lnTo>
                  <a:pt x="1496600" y="192398"/>
                </a:lnTo>
                <a:lnTo>
                  <a:pt x="1496796" y="191993"/>
                </a:lnTo>
                <a:lnTo>
                  <a:pt x="1496987" y="191589"/>
                </a:lnTo>
                <a:lnTo>
                  <a:pt x="1497176" y="191189"/>
                </a:lnTo>
                <a:lnTo>
                  <a:pt x="1497362" y="190791"/>
                </a:lnTo>
                <a:lnTo>
                  <a:pt x="1497545" y="190396"/>
                </a:lnTo>
                <a:lnTo>
                  <a:pt x="1497725" y="190005"/>
                </a:lnTo>
                <a:lnTo>
                  <a:pt x="1497903" y="189617"/>
                </a:lnTo>
                <a:lnTo>
                  <a:pt x="1498078" y="189232"/>
                </a:lnTo>
                <a:lnTo>
                  <a:pt x="1498249" y="188850"/>
                </a:lnTo>
                <a:lnTo>
                  <a:pt x="1498419" y="188471"/>
                </a:lnTo>
                <a:lnTo>
                  <a:pt x="1498585" y="188096"/>
                </a:lnTo>
                <a:lnTo>
                  <a:pt x="1498748" y="187723"/>
                </a:lnTo>
                <a:lnTo>
                  <a:pt x="1498909" y="187354"/>
                </a:lnTo>
                <a:lnTo>
                  <a:pt x="1499067" y="186988"/>
                </a:lnTo>
                <a:lnTo>
                  <a:pt x="1499222" y="186625"/>
                </a:lnTo>
                <a:lnTo>
                  <a:pt x="1499374" y="186265"/>
                </a:lnTo>
                <a:lnTo>
                  <a:pt x="1499524" y="185908"/>
                </a:lnTo>
                <a:lnTo>
                  <a:pt x="1499671" y="185555"/>
                </a:lnTo>
                <a:lnTo>
                  <a:pt x="1499814" y="185205"/>
                </a:lnTo>
                <a:lnTo>
                  <a:pt x="1499956" y="184857"/>
                </a:lnTo>
                <a:lnTo>
                  <a:pt x="1500094" y="184513"/>
                </a:lnTo>
                <a:lnTo>
                  <a:pt x="1500229" y="184172"/>
                </a:lnTo>
                <a:lnTo>
                  <a:pt x="1500362" y="183835"/>
                </a:lnTo>
                <a:lnTo>
                  <a:pt x="1500492" y="183500"/>
                </a:lnTo>
                <a:lnTo>
                  <a:pt x="1500619" y="183169"/>
                </a:lnTo>
                <a:lnTo>
                  <a:pt x="1549837" y="48895"/>
                </a:lnTo>
                <a:lnTo>
                  <a:pt x="1535944" y="48895"/>
                </a:lnTo>
                <a:lnTo>
                  <a:pt x="1502067" y="146112"/>
                </a:lnTo>
                <a:lnTo>
                  <a:pt x="1465724" y="48895"/>
                </a:lnTo>
                <a:lnTo>
                  <a:pt x="1451724" y="48895"/>
                </a:lnTo>
                <a:lnTo>
                  <a:pt x="1495716" y="163669"/>
                </a:lnTo>
                <a:lnTo>
                  <a:pt x="1490064" y="178928"/>
                </a:lnTo>
                <a:lnTo>
                  <a:pt x="1489857" y="179495"/>
                </a:lnTo>
                <a:close/>
                <a:moveTo>
                  <a:pt x="1247343" y="165425"/>
                </a:moveTo>
                <a:lnTo>
                  <a:pt x="1260266" y="165425"/>
                </a:lnTo>
                <a:lnTo>
                  <a:pt x="1260266" y="48895"/>
                </a:lnTo>
                <a:lnTo>
                  <a:pt x="1247343" y="48895"/>
                </a:lnTo>
                <a:lnTo>
                  <a:pt x="1247343" y="165425"/>
                </a:lnTo>
                <a:close/>
                <a:moveTo>
                  <a:pt x="1346598" y="165425"/>
                </a:moveTo>
                <a:lnTo>
                  <a:pt x="1359521" y="165425"/>
                </a:lnTo>
                <a:lnTo>
                  <a:pt x="1359521" y="48895"/>
                </a:lnTo>
                <a:lnTo>
                  <a:pt x="1346598" y="48895"/>
                </a:lnTo>
                <a:lnTo>
                  <a:pt x="1346598" y="165425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Surething!">
            <a:extLst xmlns:a="http://schemas.openxmlformats.org/drawingml/2006/main">
              <a:ext uri="{FF2B5EF4-FFF2-40B4-BE49-F238E27FC236}">
                <a16:creationId xmlns:a16="http://schemas.microsoft.com/office/drawing/2014/main" id="{0DFC4E03-CDD1-4533-B9FD-A54BB726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441" y="3717686"/>
            <a:ext cx="700495" cy="144610"/>
          </a:xfrm>
          <a:custGeom xmlns:a="http://schemas.openxmlformats.org/drawingml/2006/main">
            <a:pathLst>
              <a:path w="700495" h="144610">
                <a:moveTo>
                  <a:pt x="335364" y="33445"/>
                </a:moveTo>
                <a:lnTo>
                  <a:pt x="335364" y="43906"/>
                </a:lnTo>
                <a:lnTo>
                  <a:pt x="349950" y="43906"/>
                </a:lnTo>
                <a:lnTo>
                  <a:pt x="349950" y="93321"/>
                </a:lnTo>
                <a:lnTo>
                  <a:pt x="349954" y="93979"/>
                </a:lnTo>
                <a:lnTo>
                  <a:pt x="349967" y="94625"/>
                </a:lnTo>
                <a:lnTo>
                  <a:pt x="349988" y="95260"/>
                </a:lnTo>
                <a:lnTo>
                  <a:pt x="350018" y="95884"/>
                </a:lnTo>
                <a:lnTo>
                  <a:pt x="350057" y="96496"/>
                </a:lnTo>
                <a:lnTo>
                  <a:pt x="350104" y="97097"/>
                </a:lnTo>
                <a:lnTo>
                  <a:pt x="350160" y="97687"/>
                </a:lnTo>
                <a:lnTo>
                  <a:pt x="350224" y="98265"/>
                </a:lnTo>
                <a:lnTo>
                  <a:pt x="350297" y="98832"/>
                </a:lnTo>
                <a:lnTo>
                  <a:pt x="350378" y="99387"/>
                </a:lnTo>
                <a:lnTo>
                  <a:pt x="350468" y="99931"/>
                </a:lnTo>
                <a:lnTo>
                  <a:pt x="350567" y="100464"/>
                </a:lnTo>
                <a:lnTo>
                  <a:pt x="350674" y="100985"/>
                </a:lnTo>
                <a:lnTo>
                  <a:pt x="350789" y="101495"/>
                </a:lnTo>
                <a:lnTo>
                  <a:pt x="350914" y="101993"/>
                </a:lnTo>
                <a:lnTo>
                  <a:pt x="351047" y="102480"/>
                </a:lnTo>
                <a:lnTo>
                  <a:pt x="351188" y="102956"/>
                </a:lnTo>
                <a:lnTo>
                  <a:pt x="351338" y="103420"/>
                </a:lnTo>
                <a:lnTo>
                  <a:pt x="351496" y="103873"/>
                </a:lnTo>
                <a:lnTo>
                  <a:pt x="351664" y="104314"/>
                </a:lnTo>
                <a:lnTo>
                  <a:pt x="351839" y="104744"/>
                </a:lnTo>
                <a:lnTo>
                  <a:pt x="352023" y="105163"/>
                </a:lnTo>
                <a:lnTo>
                  <a:pt x="352216" y="105570"/>
                </a:lnTo>
                <a:lnTo>
                  <a:pt x="352418" y="105966"/>
                </a:lnTo>
                <a:lnTo>
                  <a:pt x="352626" y="106352"/>
                </a:lnTo>
                <a:lnTo>
                  <a:pt x="352841" y="106728"/>
                </a:lnTo>
                <a:lnTo>
                  <a:pt x="353062" y="107094"/>
                </a:lnTo>
                <a:lnTo>
                  <a:pt x="353288" y="107452"/>
                </a:lnTo>
                <a:lnTo>
                  <a:pt x="353521" y="107800"/>
                </a:lnTo>
                <a:lnTo>
                  <a:pt x="353760" y="108138"/>
                </a:lnTo>
                <a:lnTo>
                  <a:pt x="354004" y="108468"/>
                </a:lnTo>
                <a:lnTo>
                  <a:pt x="354255" y="108788"/>
                </a:lnTo>
                <a:lnTo>
                  <a:pt x="354512" y="109098"/>
                </a:lnTo>
                <a:lnTo>
                  <a:pt x="354775" y="109400"/>
                </a:lnTo>
                <a:lnTo>
                  <a:pt x="355043" y="109692"/>
                </a:lnTo>
                <a:lnTo>
                  <a:pt x="355318" y="109974"/>
                </a:lnTo>
                <a:lnTo>
                  <a:pt x="355599" y="110248"/>
                </a:lnTo>
                <a:lnTo>
                  <a:pt x="355886" y="110512"/>
                </a:lnTo>
                <a:lnTo>
                  <a:pt x="356179" y="110766"/>
                </a:lnTo>
                <a:lnTo>
                  <a:pt x="356477" y="111012"/>
                </a:lnTo>
                <a:lnTo>
                  <a:pt x="356782" y="111248"/>
                </a:lnTo>
                <a:lnTo>
                  <a:pt x="357093" y="111474"/>
                </a:lnTo>
                <a:lnTo>
                  <a:pt x="357410" y="111691"/>
                </a:lnTo>
                <a:lnTo>
                  <a:pt x="357733" y="111899"/>
                </a:lnTo>
                <a:lnTo>
                  <a:pt x="358062" y="112098"/>
                </a:lnTo>
                <a:lnTo>
                  <a:pt x="358397" y="112287"/>
                </a:lnTo>
                <a:lnTo>
                  <a:pt x="358738" y="112467"/>
                </a:lnTo>
                <a:lnTo>
                  <a:pt x="359084" y="112638"/>
                </a:lnTo>
                <a:lnTo>
                  <a:pt x="359436" y="112800"/>
                </a:lnTo>
                <a:lnTo>
                  <a:pt x="359790" y="112956"/>
                </a:lnTo>
                <a:lnTo>
                  <a:pt x="360147" y="113104"/>
                </a:lnTo>
                <a:lnTo>
                  <a:pt x="360507" y="113246"/>
                </a:lnTo>
                <a:lnTo>
                  <a:pt x="360869" y="113380"/>
                </a:lnTo>
                <a:lnTo>
                  <a:pt x="361235" y="113508"/>
                </a:lnTo>
                <a:lnTo>
                  <a:pt x="361603" y="113629"/>
                </a:lnTo>
                <a:lnTo>
                  <a:pt x="361974" y="113743"/>
                </a:lnTo>
                <a:lnTo>
                  <a:pt x="362348" y="113850"/>
                </a:lnTo>
                <a:lnTo>
                  <a:pt x="362724" y="113950"/>
                </a:lnTo>
                <a:lnTo>
                  <a:pt x="363104" y="114043"/>
                </a:lnTo>
                <a:lnTo>
                  <a:pt x="363486" y="114130"/>
                </a:lnTo>
                <a:lnTo>
                  <a:pt x="363871" y="114209"/>
                </a:lnTo>
                <a:lnTo>
                  <a:pt x="364259" y="114282"/>
                </a:lnTo>
                <a:lnTo>
                  <a:pt x="364650" y="114347"/>
                </a:lnTo>
                <a:lnTo>
                  <a:pt x="365043" y="114406"/>
                </a:lnTo>
                <a:lnTo>
                  <a:pt x="365440" y="114458"/>
                </a:lnTo>
                <a:lnTo>
                  <a:pt x="365839" y="114503"/>
                </a:lnTo>
                <a:lnTo>
                  <a:pt x="366241" y="114541"/>
                </a:lnTo>
                <a:lnTo>
                  <a:pt x="366646" y="114572"/>
                </a:lnTo>
                <a:lnTo>
                  <a:pt x="367053" y="114596"/>
                </a:lnTo>
                <a:lnTo>
                  <a:pt x="367464" y="114613"/>
                </a:lnTo>
                <a:lnTo>
                  <a:pt x="367877" y="114623"/>
                </a:lnTo>
                <a:lnTo>
                  <a:pt x="368293" y="114627"/>
                </a:lnTo>
                <a:lnTo>
                  <a:pt x="368598" y="114626"/>
                </a:lnTo>
                <a:lnTo>
                  <a:pt x="368899" y="114624"/>
                </a:lnTo>
                <a:lnTo>
                  <a:pt x="369197" y="114619"/>
                </a:lnTo>
                <a:lnTo>
                  <a:pt x="369491" y="114614"/>
                </a:lnTo>
                <a:lnTo>
                  <a:pt x="369781" y="114606"/>
                </a:lnTo>
                <a:lnTo>
                  <a:pt x="370068" y="114597"/>
                </a:lnTo>
                <a:lnTo>
                  <a:pt x="370351" y="114586"/>
                </a:lnTo>
                <a:lnTo>
                  <a:pt x="370630" y="114574"/>
                </a:lnTo>
                <a:lnTo>
                  <a:pt x="370905" y="114560"/>
                </a:lnTo>
                <a:lnTo>
                  <a:pt x="371177" y="114544"/>
                </a:lnTo>
                <a:lnTo>
                  <a:pt x="371445" y="114526"/>
                </a:lnTo>
                <a:lnTo>
                  <a:pt x="371709" y="114507"/>
                </a:lnTo>
                <a:lnTo>
                  <a:pt x="371970" y="114486"/>
                </a:lnTo>
                <a:lnTo>
                  <a:pt x="372227" y="114464"/>
                </a:lnTo>
                <a:lnTo>
                  <a:pt x="372480" y="114440"/>
                </a:lnTo>
                <a:lnTo>
                  <a:pt x="372729" y="114414"/>
                </a:lnTo>
                <a:lnTo>
                  <a:pt x="372975" y="114387"/>
                </a:lnTo>
                <a:lnTo>
                  <a:pt x="373217" y="114358"/>
                </a:lnTo>
                <a:lnTo>
                  <a:pt x="373456" y="114327"/>
                </a:lnTo>
                <a:lnTo>
                  <a:pt x="373690" y="114294"/>
                </a:lnTo>
                <a:lnTo>
                  <a:pt x="373921" y="114260"/>
                </a:lnTo>
                <a:lnTo>
                  <a:pt x="374148" y="114225"/>
                </a:lnTo>
                <a:lnTo>
                  <a:pt x="374372" y="114187"/>
                </a:lnTo>
                <a:lnTo>
                  <a:pt x="374592" y="114148"/>
                </a:lnTo>
                <a:lnTo>
                  <a:pt x="374808" y="114108"/>
                </a:lnTo>
                <a:lnTo>
                  <a:pt x="375020" y="114068"/>
                </a:lnTo>
                <a:lnTo>
                  <a:pt x="375230" y="114028"/>
                </a:lnTo>
                <a:lnTo>
                  <a:pt x="375436" y="113987"/>
                </a:lnTo>
                <a:lnTo>
                  <a:pt x="375638" y="113947"/>
                </a:lnTo>
                <a:lnTo>
                  <a:pt x="375837" y="113906"/>
                </a:lnTo>
                <a:lnTo>
                  <a:pt x="376032" y="113866"/>
                </a:lnTo>
                <a:lnTo>
                  <a:pt x="376225" y="113825"/>
                </a:lnTo>
                <a:lnTo>
                  <a:pt x="376413" y="113784"/>
                </a:lnTo>
                <a:lnTo>
                  <a:pt x="376598" y="113743"/>
                </a:lnTo>
                <a:lnTo>
                  <a:pt x="376780" y="113701"/>
                </a:lnTo>
                <a:lnTo>
                  <a:pt x="376958" y="113660"/>
                </a:lnTo>
                <a:lnTo>
                  <a:pt x="377133" y="113618"/>
                </a:lnTo>
                <a:lnTo>
                  <a:pt x="377304" y="113577"/>
                </a:lnTo>
                <a:lnTo>
                  <a:pt x="377472" y="113535"/>
                </a:lnTo>
                <a:lnTo>
                  <a:pt x="377636" y="113493"/>
                </a:lnTo>
                <a:lnTo>
                  <a:pt x="377797" y="113451"/>
                </a:lnTo>
                <a:lnTo>
                  <a:pt x="377955" y="113409"/>
                </a:lnTo>
                <a:lnTo>
                  <a:pt x="378109" y="113367"/>
                </a:lnTo>
                <a:lnTo>
                  <a:pt x="378260" y="113324"/>
                </a:lnTo>
                <a:lnTo>
                  <a:pt x="378407" y="113282"/>
                </a:lnTo>
                <a:lnTo>
                  <a:pt x="378550" y="113239"/>
                </a:lnTo>
                <a:lnTo>
                  <a:pt x="378691" y="113196"/>
                </a:lnTo>
                <a:lnTo>
                  <a:pt x="378827" y="113154"/>
                </a:lnTo>
                <a:lnTo>
                  <a:pt x="378754" y="102030"/>
                </a:lnTo>
                <a:lnTo>
                  <a:pt x="378672" y="102048"/>
                </a:lnTo>
                <a:lnTo>
                  <a:pt x="378588" y="102067"/>
                </a:lnTo>
                <a:lnTo>
                  <a:pt x="378500" y="102087"/>
                </a:lnTo>
                <a:lnTo>
                  <a:pt x="378409" y="102106"/>
                </a:lnTo>
                <a:lnTo>
                  <a:pt x="378315" y="102127"/>
                </a:lnTo>
                <a:lnTo>
                  <a:pt x="378217" y="102147"/>
                </a:lnTo>
                <a:lnTo>
                  <a:pt x="378117" y="102168"/>
                </a:lnTo>
                <a:lnTo>
                  <a:pt x="378013" y="102189"/>
                </a:lnTo>
                <a:lnTo>
                  <a:pt x="377906" y="102211"/>
                </a:lnTo>
                <a:lnTo>
                  <a:pt x="377796" y="102233"/>
                </a:lnTo>
                <a:lnTo>
                  <a:pt x="377682" y="102256"/>
                </a:lnTo>
                <a:lnTo>
                  <a:pt x="377566" y="102278"/>
                </a:lnTo>
                <a:lnTo>
                  <a:pt x="377446" y="102302"/>
                </a:lnTo>
                <a:lnTo>
                  <a:pt x="377323" y="102325"/>
                </a:lnTo>
                <a:lnTo>
                  <a:pt x="377197" y="102349"/>
                </a:lnTo>
                <a:lnTo>
                  <a:pt x="377068" y="102373"/>
                </a:lnTo>
                <a:lnTo>
                  <a:pt x="376935" y="102398"/>
                </a:lnTo>
                <a:lnTo>
                  <a:pt x="376799" y="102423"/>
                </a:lnTo>
                <a:lnTo>
                  <a:pt x="376660" y="102449"/>
                </a:lnTo>
                <a:lnTo>
                  <a:pt x="376518" y="102475"/>
                </a:lnTo>
                <a:lnTo>
                  <a:pt x="376373" y="102501"/>
                </a:lnTo>
                <a:lnTo>
                  <a:pt x="376224" y="102528"/>
                </a:lnTo>
                <a:lnTo>
                  <a:pt x="376073" y="102555"/>
                </a:lnTo>
                <a:lnTo>
                  <a:pt x="375918" y="102582"/>
                </a:lnTo>
                <a:lnTo>
                  <a:pt x="375761" y="102609"/>
                </a:lnTo>
                <a:lnTo>
                  <a:pt x="375606" y="102635"/>
                </a:lnTo>
                <a:lnTo>
                  <a:pt x="375451" y="102660"/>
                </a:lnTo>
                <a:lnTo>
                  <a:pt x="375296" y="102684"/>
                </a:lnTo>
                <a:lnTo>
                  <a:pt x="375143" y="102706"/>
                </a:lnTo>
                <a:lnTo>
                  <a:pt x="374990" y="102727"/>
                </a:lnTo>
                <a:lnTo>
                  <a:pt x="374837" y="102747"/>
                </a:lnTo>
                <a:lnTo>
                  <a:pt x="374686" y="102766"/>
                </a:lnTo>
                <a:lnTo>
                  <a:pt x="374535" y="102784"/>
                </a:lnTo>
                <a:lnTo>
                  <a:pt x="374384" y="102801"/>
                </a:lnTo>
                <a:lnTo>
                  <a:pt x="374234" y="102816"/>
                </a:lnTo>
                <a:lnTo>
                  <a:pt x="374085" y="102831"/>
                </a:lnTo>
                <a:lnTo>
                  <a:pt x="373937" y="102844"/>
                </a:lnTo>
                <a:lnTo>
                  <a:pt x="373789" y="102856"/>
                </a:lnTo>
                <a:lnTo>
                  <a:pt x="373641" y="102867"/>
                </a:lnTo>
                <a:lnTo>
                  <a:pt x="373495" y="102877"/>
                </a:lnTo>
                <a:lnTo>
                  <a:pt x="373349" y="102886"/>
                </a:lnTo>
                <a:lnTo>
                  <a:pt x="373203" y="102893"/>
                </a:lnTo>
                <a:lnTo>
                  <a:pt x="373059" y="102899"/>
                </a:lnTo>
                <a:lnTo>
                  <a:pt x="372915" y="102905"/>
                </a:lnTo>
                <a:lnTo>
                  <a:pt x="372771" y="102909"/>
                </a:lnTo>
                <a:lnTo>
                  <a:pt x="372628" y="102911"/>
                </a:lnTo>
                <a:lnTo>
                  <a:pt x="372486" y="102913"/>
                </a:lnTo>
                <a:lnTo>
                  <a:pt x="372345" y="102914"/>
                </a:lnTo>
                <a:lnTo>
                  <a:pt x="372155" y="102913"/>
                </a:lnTo>
                <a:lnTo>
                  <a:pt x="371966" y="102909"/>
                </a:lnTo>
                <a:lnTo>
                  <a:pt x="371778" y="102903"/>
                </a:lnTo>
                <a:lnTo>
                  <a:pt x="371592" y="102895"/>
                </a:lnTo>
                <a:lnTo>
                  <a:pt x="371406" y="102885"/>
                </a:lnTo>
                <a:lnTo>
                  <a:pt x="371221" y="102872"/>
                </a:lnTo>
                <a:lnTo>
                  <a:pt x="371038" y="102857"/>
                </a:lnTo>
                <a:lnTo>
                  <a:pt x="370855" y="102840"/>
                </a:lnTo>
                <a:lnTo>
                  <a:pt x="370673" y="102820"/>
                </a:lnTo>
                <a:lnTo>
                  <a:pt x="370493" y="102799"/>
                </a:lnTo>
                <a:lnTo>
                  <a:pt x="370313" y="102774"/>
                </a:lnTo>
                <a:lnTo>
                  <a:pt x="370135" y="102748"/>
                </a:lnTo>
                <a:lnTo>
                  <a:pt x="369957" y="102719"/>
                </a:lnTo>
                <a:lnTo>
                  <a:pt x="369781" y="102688"/>
                </a:lnTo>
                <a:lnTo>
                  <a:pt x="369605" y="102655"/>
                </a:lnTo>
                <a:lnTo>
                  <a:pt x="369431" y="102619"/>
                </a:lnTo>
                <a:lnTo>
                  <a:pt x="369257" y="102581"/>
                </a:lnTo>
                <a:lnTo>
                  <a:pt x="369085" y="102541"/>
                </a:lnTo>
                <a:lnTo>
                  <a:pt x="368913" y="102498"/>
                </a:lnTo>
                <a:lnTo>
                  <a:pt x="368743" y="102453"/>
                </a:lnTo>
                <a:lnTo>
                  <a:pt x="368574" y="102406"/>
                </a:lnTo>
                <a:lnTo>
                  <a:pt x="368405" y="102357"/>
                </a:lnTo>
                <a:lnTo>
                  <a:pt x="368238" y="102305"/>
                </a:lnTo>
                <a:lnTo>
                  <a:pt x="368072" y="102251"/>
                </a:lnTo>
                <a:lnTo>
                  <a:pt x="367907" y="102193"/>
                </a:lnTo>
                <a:lnTo>
                  <a:pt x="367746" y="102130"/>
                </a:lnTo>
                <a:lnTo>
                  <a:pt x="367586" y="102063"/>
                </a:lnTo>
                <a:lnTo>
                  <a:pt x="367429" y="101991"/>
                </a:lnTo>
                <a:lnTo>
                  <a:pt x="367275" y="101914"/>
                </a:lnTo>
                <a:lnTo>
                  <a:pt x="367123" y="101832"/>
                </a:lnTo>
                <a:lnTo>
                  <a:pt x="366974" y="101745"/>
                </a:lnTo>
                <a:lnTo>
                  <a:pt x="366828" y="101653"/>
                </a:lnTo>
                <a:lnTo>
                  <a:pt x="366684" y="101556"/>
                </a:lnTo>
                <a:lnTo>
                  <a:pt x="366542" y="101455"/>
                </a:lnTo>
                <a:lnTo>
                  <a:pt x="366403" y="101348"/>
                </a:lnTo>
                <a:lnTo>
                  <a:pt x="366267" y="101237"/>
                </a:lnTo>
                <a:lnTo>
                  <a:pt x="366133" y="101121"/>
                </a:lnTo>
                <a:lnTo>
                  <a:pt x="366002" y="101000"/>
                </a:lnTo>
                <a:lnTo>
                  <a:pt x="365873" y="100874"/>
                </a:lnTo>
                <a:lnTo>
                  <a:pt x="365747" y="100744"/>
                </a:lnTo>
                <a:lnTo>
                  <a:pt x="365624" y="100608"/>
                </a:lnTo>
                <a:lnTo>
                  <a:pt x="365503" y="100468"/>
                </a:lnTo>
                <a:lnTo>
                  <a:pt x="365384" y="100322"/>
                </a:lnTo>
                <a:lnTo>
                  <a:pt x="365268" y="100172"/>
                </a:lnTo>
                <a:lnTo>
                  <a:pt x="365155" y="100017"/>
                </a:lnTo>
                <a:lnTo>
                  <a:pt x="365044" y="99857"/>
                </a:lnTo>
                <a:lnTo>
                  <a:pt x="364936" y="99692"/>
                </a:lnTo>
                <a:lnTo>
                  <a:pt x="364831" y="99523"/>
                </a:lnTo>
                <a:lnTo>
                  <a:pt x="364728" y="99347"/>
                </a:lnTo>
                <a:lnTo>
                  <a:pt x="364631" y="99165"/>
                </a:lnTo>
                <a:lnTo>
                  <a:pt x="364537" y="98975"/>
                </a:lnTo>
                <a:lnTo>
                  <a:pt x="364448" y="98779"/>
                </a:lnTo>
                <a:lnTo>
                  <a:pt x="364363" y="98576"/>
                </a:lnTo>
                <a:lnTo>
                  <a:pt x="364283" y="98366"/>
                </a:lnTo>
                <a:lnTo>
                  <a:pt x="364207" y="98149"/>
                </a:lnTo>
                <a:lnTo>
                  <a:pt x="364135" y="97925"/>
                </a:lnTo>
                <a:lnTo>
                  <a:pt x="364067" y="97694"/>
                </a:lnTo>
                <a:lnTo>
                  <a:pt x="364004" y="97457"/>
                </a:lnTo>
                <a:lnTo>
                  <a:pt x="363946" y="97212"/>
                </a:lnTo>
                <a:lnTo>
                  <a:pt x="363891" y="96960"/>
                </a:lnTo>
                <a:lnTo>
                  <a:pt x="363841" y="96702"/>
                </a:lnTo>
                <a:lnTo>
                  <a:pt x="363796" y="96437"/>
                </a:lnTo>
                <a:lnTo>
                  <a:pt x="363754" y="96164"/>
                </a:lnTo>
                <a:lnTo>
                  <a:pt x="363717" y="95885"/>
                </a:lnTo>
                <a:lnTo>
                  <a:pt x="363685" y="95599"/>
                </a:lnTo>
                <a:lnTo>
                  <a:pt x="363656" y="95306"/>
                </a:lnTo>
                <a:lnTo>
                  <a:pt x="363633" y="95007"/>
                </a:lnTo>
                <a:lnTo>
                  <a:pt x="363613" y="94700"/>
                </a:lnTo>
                <a:lnTo>
                  <a:pt x="363598" y="94386"/>
                </a:lnTo>
                <a:lnTo>
                  <a:pt x="363587" y="94066"/>
                </a:lnTo>
                <a:lnTo>
                  <a:pt x="363580" y="93738"/>
                </a:lnTo>
                <a:lnTo>
                  <a:pt x="363578" y="93404"/>
                </a:lnTo>
                <a:lnTo>
                  <a:pt x="363578" y="43906"/>
                </a:lnTo>
                <a:lnTo>
                  <a:pt x="378459" y="43906"/>
                </a:lnTo>
                <a:lnTo>
                  <a:pt x="378459" y="33445"/>
                </a:lnTo>
                <a:lnTo>
                  <a:pt x="363578" y="33445"/>
                </a:lnTo>
                <a:lnTo>
                  <a:pt x="363578" y="13997"/>
                </a:lnTo>
                <a:lnTo>
                  <a:pt x="349950" y="13997"/>
                </a:lnTo>
                <a:lnTo>
                  <a:pt x="349950" y="33445"/>
                </a:lnTo>
                <a:lnTo>
                  <a:pt x="335364" y="33445"/>
                </a:lnTo>
                <a:close/>
                <a:moveTo>
                  <a:pt x="191710" y="55506"/>
                </a:moveTo>
                <a:lnTo>
                  <a:pt x="191850" y="55221"/>
                </a:lnTo>
                <a:lnTo>
                  <a:pt x="191994" y="54939"/>
                </a:lnTo>
                <a:lnTo>
                  <a:pt x="192141" y="54661"/>
                </a:lnTo>
                <a:lnTo>
                  <a:pt x="192292" y="54387"/>
                </a:lnTo>
                <a:lnTo>
                  <a:pt x="192447" y="54116"/>
                </a:lnTo>
                <a:lnTo>
                  <a:pt x="192606" y="53848"/>
                </a:lnTo>
                <a:lnTo>
                  <a:pt x="192768" y="53584"/>
                </a:lnTo>
                <a:lnTo>
                  <a:pt x="192934" y="53323"/>
                </a:lnTo>
                <a:lnTo>
                  <a:pt x="193104" y="53066"/>
                </a:lnTo>
                <a:lnTo>
                  <a:pt x="193278" y="52812"/>
                </a:lnTo>
                <a:lnTo>
                  <a:pt x="193455" y="52562"/>
                </a:lnTo>
                <a:lnTo>
                  <a:pt x="193636" y="52315"/>
                </a:lnTo>
                <a:lnTo>
                  <a:pt x="193820" y="52072"/>
                </a:lnTo>
                <a:lnTo>
                  <a:pt x="194009" y="51832"/>
                </a:lnTo>
                <a:lnTo>
                  <a:pt x="194201" y="51595"/>
                </a:lnTo>
                <a:lnTo>
                  <a:pt x="194396" y="51362"/>
                </a:lnTo>
                <a:lnTo>
                  <a:pt x="194596" y="51132"/>
                </a:lnTo>
                <a:lnTo>
                  <a:pt x="194799" y="50906"/>
                </a:lnTo>
                <a:lnTo>
                  <a:pt x="195006" y="50683"/>
                </a:lnTo>
                <a:lnTo>
                  <a:pt x="195217" y="50464"/>
                </a:lnTo>
                <a:lnTo>
                  <a:pt x="195431" y="50250"/>
                </a:lnTo>
                <a:lnTo>
                  <a:pt x="195649" y="50039"/>
                </a:lnTo>
                <a:lnTo>
                  <a:pt x="195872" y="49832"/>
                </a:lnTo>
                <a:lnTo>
                  <a:pt x="196098" y="49629"/>
                </a:lnTo>
                <a:lnTo>
                  <a:pt x="196327" y="49431"/>
                </a:lnTo>
                <a:lnTo>
                  <a:pt x="196561" y="49237"/>
                </a:lnTo>
                <a:lnTo>
                  <a:pt x="196799" y="49046"/>
                </a:lnTo>
                <a:lnTo>
                  <a:pt x="197040" y="48860"/>
                </a:lnTo>
                <a:lnTo>
                  <a:pt x="197285" y="48678"/>
                </a:lnTo>
                <a:lnTo>
                  <a:pt x="197534" y="48500"/>
                </a:lnTo>
                <a:lnTo>
                  <a:pt x="197787" y="48326"/>
                </a:lnTo>
                <a:lnTo>
                  <a:pt x="198044" y="48156"/>
                </a:lnTo>
                <a:lnTo>
                  <a:pt x="198304" y="47990"/>
                </a:lnTo>
                <a:lnTo>
                  <a:pt x="198568" y="47829"/>
                </a:lnTo>
                <a:lnTo>
                  <a:pt x="198837" y="47671"/>
                </a:lnTo>
                <a:lnTo>
                  <a:pt x="199109" y="47518"/>
                </a:lnTo>
                <a:lnTo>
                  <a:pt x="199385" y="47368"/>
                </a:lnTo>
                <a:lnTo>
                  <a:pt x="199664" y="47223"/>
                </a:lnTo>
                <a:lnTo>
                  <a:pt x="199948" y="47082"/>
                </a:lnTo>
                <a:lnTo>
                  <a:pt x="200235" y="46945"/>
                </a:lnTo>
                <a:lnTo>
                  <a:pt x="200526" y="46812"/>
                </a:lnTo>
                <a:lnTo>
                  <a:pt x="200821" y="46683"/>
                </a:lnTo>
                <a:lnTo>
                  <a:pt x="201120" y="46558"/>
                </a:lnTo>
                <a:lnTo>
                  <a:pt x="201423" y="46438"/>
                </a:lnTo>
                <a:lnTo>
                  <a:pt x="201730" y="46323"/>
                </a:lnTo>
                <a:lnTo>
                  <a:pt x="202040" y="46213"/>
                </a:lnTo>
                <a:lnTo>
                  <a:pt x="202354" y="46108"/>
                </a:lnTo>
                <a:lnTo>
                  <a:pt x="202672" y="46008"/>
                </a:lnTo>
                <a:lnTo>
                  <a:pt x="202994" y="45913"/>
                </a:lnTo>
                <a:lnTo>
                  <a:pt x="203320" y="45824"/>
                </a:lnTo>
                <a:lnTo>
                  <a:pt x="203650" y="45739"/>
                </a:lnTo>
                <a:lnTo>
                  <a:pt x="203983" y="45660"/>
                </a:lnTo>
                <a:lnTo>
                  <a:pt x="204320" y="45586"/>
                </a:lnTo>
                <a:lnTo>
                  <a:pt x="204661" y="45517"/>
                </a:lnTo>
                <a:lnTo>
                  <a:pt x="205006" y="45453"/>
                </a:lnTo>
                <a:lnTo>
                  <a:pt x="205355" y="45394"/>
                </a:lnTo>
                <a:lnTo>
                  <a:pt x="205708" y="45340"/>
                </a:lnTo>
                <a:lnTo>
                  <a:pt x="206064" y="45292"/>
                </a:lnTo>
                <a:lnTo>
                  <a:pt x="206424" y="45248"/>
                </a:lnTo>
                <a:lnTo>
                  <a:pt x="206789" y="45210"/>
                </a:lnTo>
                <a:lnTo>
                  <a:pt x="207156" y="45177"/>
                </a:lnTo>
                <a:lnTo>
                  <a:pt x="207528" y="45149"/>
                </a:lnTo>
                <a:lnTo>
                  <a:pt x="207904" y="45126"/>
                </a:lnTo>
                <a:lnTo>
                  <a:pt x="208283" y="45108"/>
                </a:lnTo>
                <a:lnTo>
                  <a:pt x="208667" y="45095"/>
                </a:lnTo>
                <a:lnTo>
                  <a:pt x="209054" y="45087"/>
                </a:lnTo>
                <a:lnTo>
                  <a:pt x="209445" y="45085"/>
                </a:lnTo>
                <a:lnTo>
                  <a:pt x="209604" y="45085"/>
                </a:lnTo>
                <a:lnTo>
                  <a:pt x="209761" y="45085"/>
                </a:lnTo>
                <a:lnTo>
                  <a:pt x="209917" y="45086"/>
                </a:lnTo>
                <a:lnTo>
                  <a:pt x="210072" y="45088"/>
                </a:lnTo>
                <a:lnTo>
                  <a:pt x="210225" y="45089"/>
                </a:lnTo>
                <a:lnTo>
                  <a:pt x="210377" y="45092"/>
                </a:lnTo>
                <a:lnTo>
                  <a:pt x="210528" y="45094"/>
                </a:lnTo>
                <a:lnTo>
                  <a:pt x="210677" y="45097"/>
                </a:lnTo>
                <a:lnTo>
                  <a:pt x="210824" y="45100"/>
                </a:lnTo>
                <a:lnTo>
                  <a:pt x="210971" y="45104"/>
                </a:lnTo>
                <a:lnTo>
                  <a:pt x="211115" y="45108"/>
                </a:lnTo>
                <a:lnTo>
                  <a:pt x="211259" y="45112"/>
                </a:lnTo>
                <a:lnTo>
                  <a:pt x="211401" y="45117"/>
                </a:lnTo>
                <a:lnTo>
                  <a:pt x="211542" y="45122"/>
                </a:lnTo>
                <a:lnTo>
                  <a:pt x="211681" y="45128"/>
                </a:lnTo>
                <a:lnTo>
                  <a:pt x="211819" y="45134"/>
                </a:lnTo>
                <a:lnTo>
                  <a:pt x="211955" y="45140"/>
                </a:lnTo>
                <a:lnTo>
                  <a:pt x="212090" y="45147"/>
                </a:lnTo>
                <a:lnTo>
                  <a:pt x="212224" y="45154"/>
                </a:lnTo>
                <a:lnTo>
                  <a:pt x="212356" y="45161"/>
                </a:lnTo>
                <a:lnTo>
                  <a:pt x="212486" y="45169"/>
                </a:lnTo>
                <a:lnTo>
                  <a:pt x="212616" y="45177"/>
                </a:lnTo>
                <a:lnTo>
                  <a:pt x="212744" y="45186"/>
                </a:lnTo>
                <a:lnTo>
                  <a:pt x="212870" y="45195"/>
                </a:lnTo>
                <a:lnTo>
                  <a:pt x="212997" y="45205"/>
                </a:lnTo>
                <a:lnTo>
                  <a:pt x="213123" y="45215"/>
                </a:lnTo>
                <a:lnTo>
                  <a:pt x="213251" y="45227"/>
                </a:lnTo>
                <a:lnTo>
                  <a:pt x="213379" y="45239"/>
                </a:lnTo>
                <a:lnTo>
                  <a:pt x="213508" y="45252"/>
                </a:lnTo>
                <a:lnTo>
                  <a:pt x="213637" y="45266"/>
                </a:lnTo>
                <a:lnTo>
                  <a:pt x="213767" y="45282"/>
                </a:lnTo>
                <a:lnTo>
                  <a:pt x="213898" y="45297"/>
                </a:lnTo>
                <a:lnTo>
                  <a:pt x="214029" y="45314"/>
                </a:lnTo>
                <a:lnTo>
                  <a:pt x="214161" y="45332"/>
                </a:lnTo>
                <a:lnTo>
                  <a:pt x="214293" y="45351"/>
                </a:lnTo>
                <a:lnTo>
                  <a:pt x="214427" y="45370"/>
                </a:lnTo>
                <a:lnTo>
                  <a:pt x="214560" y="45390"/>
                </a:lnTo>
                <a:lnTo>
                  <a:pt x="214695" y="45412"/>
                </a:lnTo>
                <a:lnTo>
                  <a:pt x="214830" y="45434"/>
                </a:lnTo>
                <a:lnTo>
                  <a:pt x="214966" y="45457"/>
                </a:lnTo>
                <a:lnTo>
                  <a:pt x="215102" y="45481"/>
                </a:lnTo>
                <a:lnTo>
                  <a:pt x="215239" y="45506"/>
                </a:lnTo>
                <a:lnTo>
                  <a:pt x="215377" y="45532"/>
                </a:lnTo>
                <a:lnTo>
                  <a:pt x="215515" y="45558"/>
                </a:lnTo>
                <a:lnTo>
                  <a:pt x="215654" y="45586"/>
                </a:lnTo>
                <a:lnTo>
                  <a:pt x="215794" y="45614"/>
                </a:lnTo>
                <a:lnTo>
                  <a:pt x="215934" y="45644"/>
                </a:lnTo>
                <a:lnTo>
                  <a:pt x="216075" y="45674"/>
                </a:lnTo>
                <a:lnTo>
                  <a:pt x="216149" y="33003"/>
                </a:lnTo>
                <a:lnTo>
                  <a:pt x="216085" y="32972"/>
                </a:lnTo>
                <a:lnTo>
                  <a:pt x="216018" y="32942"/>
                </a:lnTo>
                <a:lnTo>
                  <a:pt x="215946" y="32912"/>
                </a:lnTo>
                <a:lnTo>
                  <a:pt x="215870" y="32881"/>
                </a:lnTo>
                <a:lnTo>
                  <a:pt x="215790" y="32851"/>
                </a:lnTo>
                <a:lnTo>
                  <a:pt x="215707" y="32821"/>
                </a:lnTo>
                <a:lnTo>
                  <a:pt x="215619" y="32791"/>
                </a:lnTo>
                <a:lnTo>
                  <a:pt x="215526" y="32762"/>
                </a:lnTo>
                <a:lnTo>
                  <a:pt x="215430" y="32732"/>
                </a:lnTo>
                <a:lnTo>
                  <a:pt x="215330" y="32703"/>
                </a:lnTo>
                <a:lnTo>
                  <a:pt x="215226" y="32673"/>
                </a:lnTo>
                <a:lnTo>
                  <a:pt x="215117" y="32644"/>
                </a:lnTo>
                <a:lnTo>
                  <a:pt x="215005" y="32615"/>
                </a:lnTo>
                <a:lnTo>
                  <a:pt x="214888" y="32586"/>
                </a:lnTo>
                <a:lnTo>
                  <a:pt x="214767" y="32557"/>
                </a:lnTo>
                <a:lnTo>
                  <a:pt x="214642" y="32528"/>
                </a:lnTo>
                <a:lnTo>
                  <a:pt x="214514" y="32500"/>
                </a:lnTo>
                <a:lnTo>
                  <a:pt x="214381" y="32471"/>
                </a:lnTo>
                <a:lnTo>
                  <a:pt x="214243" y="32443"/>
                </a:lnTo>
                <a:lnTo>
                  <a:pt x="214102" y="32415"/>
                </a:lnTo>
                <a:lnTo>
                  <a:pt x="213957" y="32387"/>
                </a:lnTo>
                <a:lnTo>
                  <a:pt x="213808" y="32359"/>
                </a:lnTo>
                <a:lnTo>
                  <a:pt x="213654" y="32331"/>
                </a:lnTo>
                <a:lnTo>
                  <a:pt x="213497" y="32303"/>
                </a:lnTo>
                <a:lnTo>
                  <a:pt x="213338" y="32276"/>
                </a:lnTo>
                <a:lnTo>
                  <a:pt x="213180" y="32250"/>
                </a:lnTo>
                <a:lnTo>
                  <a:pt x="213025" y="32226"/>
                </a:lnTo>
                <a:lnTo>
                  <a:pt x="212870" y="32202"/>
                </a:lnTo>
                <a:lnTo>
                  <a:pt x="212718" y="32180"/>
                </a:lnTo>
                <a:lnTo>
                  <a:pt x="212566" y="32158"/>
                </a:lnTo>
                <a:lnTo>
                  <a:pt x="212417" y="32138"/>
                </a:lnTo>
                <a:lnTo>
                  <a:pt x="212269" y="32119"/>
                </a:lnTo>
                <a:lnTo>
                  <a:pt x="212122" y="32101"/>
                </a:lnTo>
                <a:lnTo>
                  <a:pt x="211977" y="32085"/>
                </a:lnTo>
                <a:lnTo>
                  <a:pt x="211834" y="32069"/>
                </a:lnTo>
                <a:lnTo>
                  <a:pt x="211692" y="32055"/>
                </a:lnTo>
                <a:lnTo>
                  <a:pt x="211551" y="32041"/>
                </a:lnTo>
                <a:lnTo>
                  <a:pt x="211412" y="32029"/>
                </a:lnTo>
                <a:lnTo>
                  <a:pt x="211275" y="32018"/>
                </a:lnTo>
                <a:lnTo>
                  <a:pt x="211139" y="32009"/>
                </a:lnTo>
                <a:lnTo>
                  <a:pt x="211005" y="32000"/>
                </a:lnTo>
                <a:lnTo>
                  <a:pt x="210872" y="31992"/>
                </a:lnTo>
                <a:lnTo>
                  <a:pt x="210741" y="31986"/>
                </a:lnTo>
                <a:lnTo>
                  <a:pt x="210611" y="31981"/>
                </a:lnTo>
                <a:lnTo>
                  <a:pt x="210483" y="31977"/>
                </a:lnTo>
                <a:lnTo>
                  <a:pt x="210356" y="31974"/>
                </a:lnTo>
                <a:lnTo>
                  <a:pt x="210231" y="31972"/>
                </a:lnTo>
                <a:lnTo>
                  <a:pt x="210108" y="31972"/>
                </a:lnTo>
                <a:lnTo>
                  <a:pt x="209571" y="31977"/>
                </a:lnTo>
                <a:lnTo>
                  <a:pt x="209040" y="31991"/>
                </a:lnTo>
                <a:lnTo>
                  <a:pt x="208515" y="32015"/>
                </a:lnTo>
                <a:lnTo>
                  <a:pt x="207997" y="32048"/>
                </a:lnTo>
                <a:lnTo>
                  <a:pt x="207485" y="32092"/>
                </a:lnTo>
                <a:lnTo>
                  <a:pt x="206979" y="32144"/>
                </a:lnTo>
                <a:lnTo>
                  <a:pt x="206480" y="32207"/>
                </a:lnTo>
                <a:lnTo>
                  <a:pt x="205987" y="32279"/>
                </a:lnTo>
                <a:lnTo>
                  <a:pt x="205500" y="32360"/>
                </a:lnTo>
                <a:lnTo>
                  <a:pt x="205019" y="32451"/>
                </a:lnTo>
                <a:lnTo>
                  <a:pt x="204544" y="32552"/>
                </a:lnTo>
                <a:lnTo>
                  <a:pt x="204076" y="32662"/>
                </a:lnTo>
                <a:lnTo>
                  <a:pt x="203614" y="32782"/>
                </a:lnTo>
                <a:lnTo>
                  <a:pt x="203159" y="32912"/>
                </a:lnTo>
                <a:lnTo>
                  <a:pt x="202709" y="33051"/>
                </a:lnTo>
                <a:lnTo>
                  <a:pt x="202266" y="33200"/>
                </a:lnTo>
                <a:lnTo>
                  <a:pt x="201829" y="33358"/>
                </a:lnTo>
                <a:lnTo>
                  <a:pt x="201399" y="33526"/>
                </a:lnTo>
                <a:lnTo>
                  <a:pt x="200975" y="33703"/>
                </a:lnTo>
                <a:lnTo>
                  <a:pt x="200557" y="33890"/>
                </a:lnTo>
                <a:lnTo>
                  <a:pt x="200145" y="34087"/>
                </a:lnTo>
                <a:lnTo>
                  <a:pt x="199739" y="34293"/>
                </a:lnTo>
                <a:lnTo>
                  <a:pt x="199340" y="34509"/>
                </a:lnTo>
                <a:lnTo>
                  <a:pt x="198947" y="34734"/>
                </a:lnTo>
                <a:lnTo>
                  <a:pt x="198560" y="34968"/>
                </a:lnTo>
                <a:lnTo>
                  <a:pt x="198179" y="35210"/>
                </a:lnTo>
                <a:lnTo>
                  <a:pt x="197804" y="35458"/>
                </a:lnTo>
                <a:lnTo>
                  <a:pt x="197434" y="35714"/>
                </a:lnTo>
                <a:lnTo>
                  <a:pt x="197070" y="35978"/>
                </a:lnTo>
                <a:lnTo>
                  <a:pt x="196712" y="36249"/>
                </a:lnTo>
                <a:lnTo>
                  <a:pt x="196359" y="36528"/>
                </a:lnTo>
                <a:lnTo>
                  <a:pt x="196013" y="36813"/>
                </a:lnTo>
                <a:lnTo>
                  <a:pt x="195672" y="37107"/>
                </a:lnTo>
                <a:lnTo>
                  <a:pt x="195337" y="37407"/>
                </a:lnTo>
                <a:lnTo>
                  <a:pt x="195007" y="37715"/>
                </a:lnTo>
                <a:lnTo>
                  <a:pt x="194684" y="38031"/>
                </a:lnTo>
                <a:lnTo>
                  <a:pt x="194366" y="38354"/>
                </a:lnTo>
                <a:lnTo>
                  <a:pt x="194054" y="38684"/>
                </a:lnTo>
                <a:lnTo>
                  <a:pt x="193747" y="39022"/>
                </a:lnTo>
                <a:lnTo>
                  <a:pt x="193447" y="39367"/>
                </a:lnTo>
                <a:lnTo>
                  <a:pt x="193152" y="39720"/>
                </a:lnTo>
                <a:lnTo>
                  <a:pt x="192863" y="40080"/>
                </a:lnTo>
                <a:lnTo>
                  <a:pt x="192579" y="40447"/>
                </a:lnTo>
                <a:lnTo>
                  <a:pt x="192302" y="40822"/>
                </a:lnTo>
                <a:lnTo>
                  <a:pt x="192030" y="41204"/>
                </a:lnTo>
                <a:lnTo>
                  <a:pt x="191764" y="41594"/>
                </a:lnTo>
                <a:lnTo>
                  <a:pt x="191503" y="41991"/>
                </a:lnTo>
                <a:lnTo>
                  <a:pt x="191249" y="42396"/>
                </a:lnTo>
                <a:lnTo>
                  <a:pt x="191149" y="42561"/>
                </a:lnTo>
                <a:lnTo>
                  <a:pt x="190881" y="33445"/>
                </a:lnTo>
                <a:lnTo>
                  <a:pt x="177620" y="33445"/>
                </a:lnTo>
                <a:lnTo>
                  <a:pt x="177620" y="113154"/>
                </a:lnTo>
                <a:lnTo>
                  <a:pt x="191249" y="113154"/>
                </a:lnTo>
                <a:lnTo>
                  <a:pt x="191249" y="56531"/>
                </a:lnTo>
                <a:lnTo>
                  <a:pt x="191312" y="56381"/>
                </a:lnTo>
                <a:lnTo>
                  <a:pt x="191441" y="56086"/>
                </a:lnTo>
                <a:lnTo>
                  <a:pt x="191573" y="55794"/>
                </a:lnTo>
                <a:lnTo>
                  <a:pt x="191710" y="55506"/>
                </a:lnTo>
                <a:close/>
                <a:moveTo>
                  <a:pt x="63532" y="88162"/>
                </a:moveTo>
                <a:lnTo>
                  <a:pt x="63481" y="88572"/>
                </a:lnTo>
                <a:lnTo>
                  <a:pt x="63420" y="88976"/>
                </a:lnTo>
                <a:lnTo>
                  <a:pt x="63350" y="89375"/>
                </a:lnTo>
                <a:lnTo>
                  <a:pt x="63271" y="89770"/>
                </a:lnTo>
                <a:lnTo>
                  <a:pt x="63182" y="90159"/>
                </a:lnTo>
                <a:lnTo>
                  <a:pt x="63084" y="90544"/>
                </a:lnTo>
                <a:lnTo>
                  <a:pt x="62977" y="90924"/>
                </a:lnTo>
                <a:lnTo>
                  <a:pt x="62860" y="91299"/>
                </a:lnTo>
                <a:lnTo>
                  <a:pt x="62734" y="91670"/>
                </a:lnTo>
                <a:lnTo>
                  <a:pt x="62599" y="92035"/>
                </a:lnTo>
                <a:lnTo>
                  <a:pt x="62454" y="92396"/>
                </a:lnTo>
                <a:lnTo>
                  <a:pt x="62300" y="92751"/>
                </a:lnTo>
                <a:lnTo>
                  <a:pt x="62136" y="93102"/>
                </a:lnTo>
                <a:lnTo>
                  <a:pt x="61964" y="93448"/>
                </a:lnTo>
                <a:lnTo>
                  <a:pt x="61782" y="93789"/>
                </a:lnTo>
                <a:lnTo>
                  <a:pt x="61590" y="94125"/>
                </a:lnTo>
                <a:lnTo>
                  <a:pt x="61389" y="94457"/>
                </a:lnTo>
                <a:lnTo>
                  <a:pt x="61179" y="94783"/>
                </a:lnTo>
                <a:lnTo>
                  <a:pt x="60960" y="95105"/>
                </a:lnTo>
                <a:lnTo>
                  <a:pt x="60732" y="95421"/>
                </a:lnTo>
                <a:lnTo>
                  <a:pt x="60495" y="95731"/>
                </a:lnTo>
                <a:lnTo>
                  <a:pt x="60249" y="96035"/>
                </a:lnTo>
                <a:lnTo>
                  <a:pt x="59995" y="96333"/>
                </a:lnTo>
                <a:lnTo>
                  <a:pt x="59733" y="96624"/>
                </a:lnTo>
                <a:lnTo>
                  <a:pt x="59461" y="96910"/>
                </a:lnTo>
                <a:lnTo>
                  <a:pt x="59182" y="97189"/>
                </a:lnTo>
                <a:lnTo>
                  <a:pt x="58893" y="97462"/>
                </a:lnTo>
                <a:lnTo>
                  <a:pt x="58596" y="97729"/>
                </a:lnTo>
                <a:lnTo>
                  <a:pt x="58291" y="97990"/>
                </a:lnTo>
                <a:lnTo>
                  <a:pt x="57977" y="98245"/>
                </a:lnTo>
                <a:lnTo>
                  <a:pt x="57654" y="98494"/>
                </a:lnTo>
                <a:lnTo>
                  <a:pt x="57323" y="98736"/>
                </a:lnTo>
                <a:lnTo>
                  <a:pt x="56983" y="98973"/>
                </a:lnTo>
                <a:lnTo>
                  <a:pt x="56635" y="99203"/>
                </a:lnTo>
                <a:lnTo>
                  <a:pt x="56278" y="99427"/>
                </a:lnTo>
                <a:lnTo>
                  <a:pt x="55913" y="99645"/>
                </a:lnTo>
                <a:lnTo>
                  <a:pt x="55539" y="99857"/>
                </a:lnTo>
                <a:lnTo>
                  <a:pt x="55156" y="100062"/>
                </a:lnTo>
                <a:lnTo>
                  <a:pt x="54765" y="100262"/>
                </a:lnTo>
                <a:lnTo>
                  <a:pt x="54365" y="100455"/>
                </a:lnTo>
                <a:lnTo>
                  <a:pt x="53957" y="100642"/>
                </a:lnTo>
                <a:lnTo>
                  <a:pt x="53540" y="100823"/>
                </a:lnTo>
                <a:lnTo>
                  <a:pt x="53114" y="100998"/>
                </a:lnTo>
                <a:lnTo>
                  <a:pt x="52681" y="101167"/>
                </a:lnTo>
                <a:lnTo>
                  <a:pt x="52239" y="101328"/>
                </a:lnTo>
                <a:lnTo>
                  <a:pt x="51790" y="101482"/>
                </a:lnTo>
                <a:lnTo>
                  <a:pt x="51332" y="101629"/>
                </a:lnTo>
                <a:lnTo>
                  <a:pt x="50867" y="101768"/>
                </a:lnTo>
                <a:lnTo>
                  <a:pt x="50393" y="101901"/>
                </a:lnTo>
                <a:lnTo>
                  <a:pt x="49912" y="102026"/>
                </a:lnTo>
                <a:lnTo>
                  <a:pt x="49423" y="102144"/>
                </a:lnTo>
                <a:lnTo>
                  <a:pt x="48926" y="102255"/>
                </a:lnTo>
                <a:lnTo>
                  <a:pt x="48421" y="102359"/>
                </a:lnTo>
                <a:lnTo>
                  <a:pt x="47908" y="102456"/>
                </a:lnTo>
                <a:lnTo>
                  <a:pt x="47387" y="102545"/>
                </a:lnTo>
                <a:lnTo>
                  <a:pt x="46858" y="102628"/>
                </a:lnTo>
                <a:lnTo>
                  <a:pt x="46321" y="102703"/>
                </a:lnTo>
                <a:lnTo>
                  <a:pt x="45776" y="102771"/>
                </a:lnTo>
                <a:lnTo>
                  <a:pt x="45224" y="102832"/>
                </a:lnTo>
                <a:lnTo>
                  <a:pt x="44663" y="102886"/>
                </a:lnTo>
                <a:lnTo>
                  <a:pt x="44095" y="102932"/>
                </a:lnTo>
                <a:lnTo>
                  <a:pt x="43518" y="102972"/>
                </a:lnTo>
                <a:lnTo>
                  <a:pt x="42934" y="103004"/>
                </a:lnTo>
                <a:lnTo>
                  <a:pt x="42342" y="103029"/>
                </a:lnTo>
                <a:lnTo>
                  <a:pt x="41741" y="103047"/>
                </a:lnTo>
                <a:lnTo>
                  <a:pt x="41133" y="103057"/>
                </a:lnTo>
                <a:lnTo>
                  <a:pt x="40517" y="103061"/>
                </a:lnTo>
                <a:lnTo>
                  <a:pt x="40088" y="103059"/>
                </a:lnTo>
                <a:lnTo>
                  <a:pt x="39661" y="103053"/>
                </a:lnTo>
                <a:lnTo>
                  <a:pt x="39234" y="103042"/>
                </a:lnTo>
                <a:lnTo>
                  <a:pt x="38810" y="103027"/>
                </a:lnTo>
                <a:lnTo>
                  <a:pt x="38386" y="103008"/>
                </a:lnTo>
                <a:lnTo>
                  <a:pt x="37964" y="102985"/>
                </a:lnTo>
                <a:lnTo>
                  <a:pt x="37544" y="102958"/>
                </a:lnTo>
                <a:lnTo>
                  <a:pt x="37124" y="102926"/>
                </a:lnTo>
                <a:lnTo>
                  <a:pt x="36707" y="102890"/>
                </a:lnTo>
                <a:lnTo>
                  <a:pt x="36290" y="102850"/>
                </a:lnTo>
                <a:lnTo>
                  <a:pt x="35875" y="102806"/>
                </a:lnTo>
                <a:lnTo>
                  <a:pt x="35462" y="102757"/>
                </a:lnTo>
                <a:lnTo>
                  <a:pt x="35050" y="102704"/>
                </a:lnTo>
                <a:lnTo>
                  <a:pt x="34639" y="102647"/>
                </a:lnTo>
                <a:lnTo>
                  <a:pt x="34230" y="102586"/>
                </a:lnTo>
                <a:lnTo>
                  <a:pt x="33822" y="102521"/>
                </a:lnTo>
                <a:lnTo>
                  <a:pt x="33415" y="102451"/>
                </a:lnTo>
                <a:lnTo>
                  <a:pt x="33010" y="102377"/>
                </a:lnTo>
                <a:lnTo>
                  <a:pt x="32606" y="102299"/>
                </a:lnTo>
                <a:lnTo>
                  <a:pt x="32204" y="102217"/>
                </a:lnTo>
                <a:lnTo>
                  <a:pt x="31803" y="102130"/>
                </a:lnTo>
                <a:lnTo>
                  <a:pt x="31404" y="102040"/>
                </a:lnTo>
                <a:lnTo>
                  <a:pt x="31006" y="101945"/>
                </a:lnTo>
                <a:lnTo>
                  <a:pt x="30609" y="101846"/>
                </a:lnTo>
                <a:lnTo>
                  <a:pt x="30215" y="101742"/>
                </a:lnTo>
                <a:lnTo>
                  <a:pt x="29824" y="101633"/>
                </a:lnTo>
                <a:lnTo>
                  <a:pt x="29437" y="101520"/>
                </a:lnTo>
                <a:lnTo>
                  <a:pt x="29054" y="101403"/>
                </a:lnTo>
                <a:lnTo>
                  <a:pt x="28674" y="101280"/>
                </a:lnTo>
                <a:lnTo>
                  <a:pt x="28298" y="101153"/>
                </a:lnTo>
                <a:lnTo>
                  <a:pt x="27925" y="101021"/>
                </a:lnTo>
                <a:lnTo>
                  <a:pt x="27556" y="100884"/>
                </a:lnTo>
                <a:lnTo>
                  <a:pt x="27190" y="100742"/>
                </a:lnTo>
                <a:lnTo>
                  <a:pt x="26828" y="100596"/>
                </a:lnTo>
                <a:lnTo>
                  <a:pt x="26470" y="100445"/>
                </a:lnTo>
                <a:lnTo>
                  <a:pt x="26115" y="100289"/>
                </a:lnTo>
                <a:lnTo>
                  <a:pt x="25764" y="100129"/>
                </a:lnTo>
                <a:lnTo>
                  <a:pt x="25416" y="99964"/>
                </a:lnTo>
                <a:lnTo>
                  <a:pt x="25072" y="99794"/>
                </a:lnTo>
                <a:lnTo>
                  <a:pt x="24732" y="99619"/>
                </a:lnTo>
                <a:lnTo>
                  <a:pt x="24395" y="99440"/>
                </a:lnTo>
                <a:lnTo>
                  <a:pt x="24062" y="99256"/>
                </a:lnTo>
                <a:lnTo>
                  <a:pt x="23732" y="99067"/>
                </a:lnTo>
                <a:lnTo>
                  <a:pt x="23406" y="98873"/>
                </a:lnTo>
                <a:lnTo>
                  <a:pt x="23083" y="98675"/>
                </a:lnTo>
                <a:lnTo>
                  <a:pt x="22764" y="98472"/>
                </a:lnTo>
                <a:lnTo>
                  <a:pt x="22449" y="98264"/>
                </a:lnTo>
                <a:lnTo>
                  <a:pt x="22137" y="98052"/>
                </a:lnTo>
                <a:lnTo>
                  <a:pt x="21830" y="97834"/>
                </a:lnTo>
                <a:lnTo>
                  <a:pt x="21528" y="97612"/>
                </a:lnTo>
                <a:lnTo>
                  <a:pt x="21232" y="97386"/>
                </a:lnTo>
                <a:lnTo>
                  <a:pt x="20941" y="97154"/>
                </a:lnTo>
                <a:lnTo>
                  <a:pt x="20656" y="96918"/>
                </a:lnTo>
                <a:lnTo>
                  <a:pt x="20376" y="96677"/>
                </a:lnTo>
                <a:lnTo>
                  <a:pt x="20102" y="96432"/>
                </a:lnTo>
                <a:lnTo>
                  <a:pt x="19833" y="96181"/>
                </a:lnTo>
                <a:lnTo>
                  <a:pt x="19570" y="95926"/>
                </a:lnTo>
                <a:lnTo>
                  <a:pt x="19312" y="95666"/>
                </a:lnTo>
                <a:lnTo>
                  <a:pt x="19060" y="95402"/>
                </a:lnTo>
                <a:lnTo>
                  <a:pt x="18813" y="95133"/>
                </a:lnTo>
                <a:lnTo>
                  <a:pt x="18572" y="94859"/>
                </a:lnTo>
                <a:lnTo>
                  <a:pt x="18336" y="94580"/>
                </a:lnTo>
                <a:lnTo>
                  <a:pt x="18106" y="94296"/>
                </a:lnTo>
                <a:lnTo>
                  <a:pt x="17881" y="94008"/>
                </a:lnTo>
                <a:lnTo>
                  <a:pt x="17662" y="93715"/>
                </a:lnTo>
                <a:lnTo>
                  <a:pt x="17448" y="93418"/>
                </a:lnTo>
                <a:lnTo>
                  <a:pt x="17239" y="93115"/>
                </a:lnTo>
                <a:lnTo>
                  <a:pt x="17037" y="92808"/>
                </a:lnTo>
                <a:lnTo>
                  <a:pt x="16839" y="92496"/>
                </a:lnTo>
                <a:lnTo>
                  <a:pt x="16648" y="92179"/>
                </a:lnTo>
                <a:lnTo>
                  <a:pt x="16461" y="91858"/>
                </a:lnTo>
                <a:lnTo>
                  <a:pt x="16281" y="91532"/>
                </a:lnTo>
                <a:lnTo>
                  <a:pt x="16106" y="91201"/>
                </a:lnTo>
                <a:lnTo>
                  <a:pt x="15939" y="90864"/>
                </a:lnTo>
                <a:lnTo>
                  <a:pt x="15780" y="90522"/>
                </a:lnTo>
                <a:lnTo>
                  <a:pt x="15628" y="90174"/>
                </a:lnTo>
                <a:lnTo>
                  <a:pt x="15483" y="89821"/>
                </a:lnTo>
                <a:lnTo>
                  <a:pt x="15346" y="89462"/>
                </a:lnTo>
                <a:lnTo>
                  <a:pt x="15216" y="89098"/>
                </a:lnTo>
                <a:lnTo>
                  <a:pt x="15094" y="88729"/>
                </a:lnTo>
                <a:lnTo>
                  <a:pt x="14979" y="88353"/>
                </a:lnTo>
                <a:lnTo>
                  <a:pt x="14871" y="87973"/>
                </a:lnTo>
                <a:lnTo>
                  <a:pt x="14771" y="87587"/>
                </a:lnTo>
                <a:lnTo>
                  <a:pt x="14678" y="87195"/>
                </a:lnTo>
                <a:lnTo>
                  <a:pt x="14593" y="86798"/>
                </a:lnTo>
                <a:lnTo>
                  <a:pt x="14515" y="86395"/>
                </a:lnTo>
                <a:lnTo>
                  <a:pt x="14445" y="85987"/>
                </a:lnTo>
                <a:lnTo>
                  <a:pt x="14382" y="85573"/>
                </a:lnTo>
                <a:lnTo>
                  <a:pt x="14326" y="85154"/>
                </a:lnTo>
                <a:lnTo>
                  <a:pt x="14278" y="84729"/>
                </a:lnTo>
                <a:lnTo>
                  <a:pt x="14237" y="84299"/>
                </a:lnTo>
                <a:lnTo>
                  <a:pt x="14204" y="83863"/>
                </a:lnTo>
                <a:lnTo>
                  <a:pt x="14178" y="83422"/>
                </a:lnTo>
                <a:lnTo>
                  <a:pt x="14159" y="82976"/>
                </a:lnTo>
                <a:lnTo>
                  <a:pt x="14148" y="82523"/>
                </a:lnTo>
                <a:lnTo>
                  <a:pt x="14144" y="82066"/>
                </a:lnTo>
                <a:lnTo>
                  <a:pt x="0" y="82066"/>
                </a:lnTo>
                <a:lnTo>
                  <a:pt x="6" y="82732"/>
                </a:lnTo>
                <a:lnTo>
                  <a:pt x="24" y="83391"/>
                </a:lnTo>
                <a:lnTo>
                  <a:pt x="55" y="84043"/>
                </a:lnTo>
                <a:lnTo>
                  <a:pt x="97" y="84688"/>
                </a:lnTo>
                <a:lnTo>
                  <a:pt x="152" y="85327"/>
                </a:lnTo>
                <a:lnTo>
                  <a:pt x="219" y="85959"/>
                </a:lnTo>
                <a:lnTo>
                  <a:pt x="298" y="86584"/>
                </a:lnTo>
                <a:lnTo>
                  <a:pt x="389" y="87202"/>
                </a:lnTo>
                <a:lnTo>
                  <a:pt x="492" y="87814"/>
                </a:lnTo>
                <a:lnTo>
                  <a:pt x="608" y="88418"/>
                </a:lnTo>
                <a:lnTo>
                  <a:pt x="735" y="89016"/>
                </a:lnTo>
                <a:lnTo>
                  <a:pt x="875" y="89608"/>
                </a:lnTo>
                <a:lnTo>
                  <a:pt x="1027" y="90192"/>
                </a:lnTo>
                <a:lnTo>
                  <a:pt x="1191" y="90770"/>
                </a:lnTo>
                <a:lnTo>
                  <a:pt x="1367" y="91340"/>
                </a:lnTo>
                <a:lnTo>
                  <a:pt x="1555" y="91905"/>
                </a:lnTo>
                <a:lnTo>
                  <a:pt x="1756" y="92462"/>
                </a:lnTo>
                <a:lnTo>
                  <a:pt x="1968" y="93012"/>
                </a:lnTo>
                <a:lnTo>
                  <a:pt x="2193" y="93556"/>
                </a:lnTo>
                <a:lnTo>
                  <a:pt x="2430" y="94093"/>
                </a:lnTo>
                <a:lnTo>
                  <a:pt x="2679" y="94623"/>
                </a:lnTo>
                <a:lnTo>
                  <a:pt x="2940" y="95147"/>
                </a:lnTo>
                <a:lnTo>
                  <a:pt x="3214" y="95663"/>
                </a:lnTo>
                <a:lnTo>
                  <a:pt x="3499" y="96173"/>
                </a:lnTo>
                <a:lnTo>
                  <a:pt x="3795" y="96676"/>
                </a:lnTo>
                <a:lnTo>
                  <a:pt x="4099" y="97173"/>
                </a:lnTo>
                <a:lnTo>
                  <a:pt x="4411" y="97662"/>
                </a:lnTo>
                <a:lnTo>
                  <a:pt x="4731" y="98145"/>
                </a:lnTo>
                <a:lnTo>
                  <a:pt x="5060" y="98621"/>
                </a:lnTo>
                <a:lnTo>
                  <a:pt x="5396" y="99090"/>
                </a:lnTo>
                <a:lnTo>
                  <a:pt x="5741" y="99552"/>
                </a:lnTo>
                <a:lnTo>
                  <a:pt x="6094" y="100008"/>
                </a:lnTo>
                <a:lnTo>
                  <a:pt x="6455" y="100457"/>
                </a:lnTo>
                <a:lnTo>
                  <a:pt x="6824" y="100899"/>
                </a:lnTo>
                <a:lnTo>
                  <a:pt x="7202" y="101334"/>
                </a:lnTo>
                <a:lnTo>
                  <a:pt x="7588" y="101763"/>
                </a:lnTo>
                <a:lnTo>
                  <a:pt x="7982" y="102184"/>
                </a:lnTo>
                <a:lnTo>
                  <a:pt x="8384" y="102599"/>
                </a:lnTo>
                <a:lnTo>
                  <a:pt x="8794" y="103008"/>
                </a:lnTo>
                <a:lnTo>
                  <a:pt x="9213" y="103409"/>
                </a:lnTo>
                <a:lnTo>
                  <a:pt x="9639" y="103804"/>
                </a:lnTo>
                <a:lnTo>
                  <a:pt x="10074" y="104191"/>
                </a:lnTo>
                <a:lnTo>
                  <a:pt x="10517" y="104572"/>
                </a:lnTo>
                <a:lnTo>
                  <a:pt x="10968" y="104947"/>
                </a:lnTo>
                <a:lnTo>
                  <a:pt x="11428" y="105314"/>
                </a:lnTo>
                <a:lnTo>
                  <a:pt x="11895" y="105675"/>
                </a:lnTo>
                <a:lnTo>
                  <a:pt x="12371" y="106029"/>
                </a:lnTo>
                <a:lnTo>
                  <a:pt x="12855" y="106376"/>
                </a:lnTo>
                <a:lnTo>
                  <a:pt x="13345" y="106716"/>
                </a:lnTo>
                <a:lnTo>
                  <a:pt x="13840" y="107049"/>
                </a:lnTo>
                <a:lnTo>
                  <a:pt x="14340" y="107375"/>
                </a:lnTo>
                <a:lnTo>
                  <a:pt x="14844" y="107694"/>
                </a:lnTo>
                <a:lnTo>
                  <a:pt x="15353" y="108005"/>
                </a:lnTo>
                <a:lnTo>
                  <a:pt x="15866" y="108310"/>
                </a:lnTo>
                <a:lnTo>
                  <a:pt x="16384" y="108607"/>
                </a:lnTo>
                <a:lnTo>
                  <a:pt x="16907" y="108897"/>
                </a:lnTo>
                <a:lnTo>
                  <a:pt x="17434" y="109180"/>
                </a:lnTo>
                <a:lnTo>
                  <a:pt x="17966" y="109456"/>
                </a:lnTo>
                <a:lnTo>
                  <a:pt x="18502" y="109724"/>
                </a:lnTo>
                <a:lnTo>
                  <a:pt x="19043" y="109986"/>
                </a:lnTo>
                <a:lnTo>
                  <a:pt x="19589" y="110240"/>
                </a:lnTo>
                <a:lnTo>
                  <a:pt x="20139" y="110487"/>
                </a:lnTo>
                <a:lnTo>
                  <a:pt x="20694" y="110727"/>
                </a:lnTo>
                <a:lnTo>
                  <a:pt x="21253" y="110960"/>
                </a:lnTo>
                <a:lnTo>
                  <a:pt x="21817" y="111185"/>
                </a:lnTo>
                <a:lnTo>
                  <a:pt x="22386" y="111404"/>
                </a:lnTo>
                <a:lnTo>
                  <a:pt x="22959" y="111615"/>
                </a:lnTo>
                <a:lnTo>
                  <a:pt x="23537" y="111819"/>
                </a:lnTo>
                <a:lnTo>
                  <a:pt x="24119" y="112016"/>
                </a:lnTo>
                <a:lnTo>
                  <a:pt x="24706" y="112206"/>
                </a:lnTo>
                <a:lnTo>
                  <a:pt x="25298" y="112389"/>
                </a:lnTo>
                <a:lnTo>
                  <a:pt x="25894" y="112564"/>
                </a:lnTo>
                <a:lnTo>
                  <a:pt x="26493" y="112732"/>
                </a:lnTo>
                <a:lnTo>
                  <a:pt x="27093" y="112894"/>
                </a:lnTo>
                <a:lnTo>
                  <a:pt x="27694" y="113048"/>
                </a:lnTo>
                <a:lnTo>
                  <a:pt x="28296" y="113194"/>
                </a:lnTo>
                <a:lnTo>
                  <a:pt x="28898" y="113334"/>
                </a:lnTo>
                <a:lnTo>
                  <a:pt x="29502" y="113467"/>
                </a:lnTo>
                <a:lnTo>
                  <a:pt x="30106" y="113592"/>
                </a:lnTo>
                <a:lnTo>
                  <a:pt x="30711" y="113710"/>
                </a:lnTo>
                <a:lnTo>
                  <a:pt x="31317" y="113821"/>
                </a:lnTo>
                <a:lnTo>
                  <a:pt x="31924" y="113925"/>
                </a:lnTo>
                <a:lnTo>
                  <a:pt x="32532" y="114022"/>
                </a:lnTo>
                <a:lnTo>
                  <a:pt x="33141" y="114111"/>
                </a:lnTo>
                <a:lnTo>
                  <a:pt x="33751" y="114194"/>
                </a:lnTo>
                <a:lnTo>
                  <a:pt x="34362" y="114269"/>
                </a:lnTo>
                <a:lnTo>
                  <a:pt x="34973" y="114337"/>
                </a:lnTo>
                <a:lnTo>
                  <a:pt x="35586" y="114398"/>
                </a:lnTo>
                <a:lnTo>
                  <a:pt x="36199" y="114451"/>
                </a:lnTo>
                <a:lnTo>
                  <a:pt x="36813" y="114498"/>
                </a:lnTo>
                <a:lnTo>
                  <a:pt x="37428" y="114537"/>
                </a:lnTo>
                <a:lnTo>
                  <a:pt x="38044" y="114570"/>
                </a:lnTo>
                <a:lnTo>
                  <a:pt x="38661" y="114595"/>
                </a:lnTo>
                <a:lnTo>
                  <a:pt x="39279" y="114613"/>
                </a:lnTo>
                <a:lnTo>
                  <a:pt x="39898" y="114623"/>
                </a:lnTo>
                <a:lnTo>
                  <a:pt x="40517" y="114627"/>
                </a:lnTo>
                <a:lnTo>
                  <a:pt x="41220" y="114623"/>
                </a:lnTo>
                <a:lnTo>
                  <a:pt x="41918" y="114613"/>
                </a:lnTo>
                <a:lnTo>
                  <a:pt x="42610" y="114595"/>
                </a:lnTo>
                <a:lnTo>
                  <a:pt x="43297" y="114571"/>
                </a:lnTo>
                <a:lnTo>
                  <a:pt x="43978" y="114539"/>
                </a:lnTo>
                <a:lnTo>
                  <a:pt x="44654" y="114500"/>
                </a:lnTo>
                <a:lnTo>
                  <a:pt x="45324" y="114455"/>
                </a:lnTo>
                <a:lnTo>
                  <a:pt x="45989" y="114402"/>
                </a:lnTo>
                <a:lnTo>
                  <a:pt x="46648" y="114342"/>
                </a:lnTo>
                <a:lnTo>
                  <a:pt x="47302" y="114275"/>
                </a:lnTo>
                <a:lnTo>
                  <a:pt x="47950" y="114201"/>
                </a:lnTo>
                <a:lnTo>
                  <a:pt x="48593" y="114120"/>
                </a:lnTo>
                <a:lnTo>
                  <a:pt x="49230" y="114032"/>
                </a:lnTo>
                <a:lnTo>
                  <a:pt x="49862" y="113938"/>
                </a:lnTo>
                <a:lnTo>
                  <a:pt x="50488" y="113836"/>
                </a:lnTo>
                <a:lnTo>
                  <a:pt x="51109" y="113726"/>
                </a:lnTo>
                <a:lnTo>
                  <a:pt x="51724" y="113610"/>
                </a:lnTo>
                <a:lnTo>
                  <a:pt x="52334" y="113487"/>
                </a:lnTo>
                <a:lnTo>
                  <a:pt x="52938" y="113357"/>
                </a:lnTo>
                <a:lnTo>
                  <a:pt x="53537" y="113220"/>
                </a:lnTo>
                <a:lnTo>
                  <a:pt x="54130" y="113076"/>
                </a:lnTo>
                <a:lnTo>
                  <a:pt x="54718" y="112925"/>
                </a:lnTo>
                <a:lnTo>
                  <a:pt x="55300" y="112766"/>
                </a:lnTo>
                <a:lnTo>
                  <a:pt x="55877" y="112601"/>
                </a:lnTo>
                <a:lnTo>
                  <a:pt x="56448" y="112429"/>
                </a:lnTo>
                <a:lnTo>
                  <a:pt x="57011" y="112251"/>
                </a:lnTo>
                <a:lnTo>
                  <a:pt x="57568" y="112068"/>
                </a:lnTo>
                <a:lnTo>
                  <a:pt x="58119" y="111878"/>
                </a:lnTo>
                <a:lnTo>
                  <a:pt x="58662" y="111682"/>
                </a:lnTo>
                <a:lnTo>
                  <a:pt x="59199" y="111480"/>
                </a:lnTo>
                <a:lnTo>
                  <a:pt x="59729" y="111272"/>
                </a:lnTo>
                <a:lnTo>
                  <a:pt x="60252" y="111058"/>
                </a:lnTo>
                <a:lnTo>
                  <a:pt x="60768" y="110838"/>
                </a:lnTo>
                <a:lnTo>
                  <a:pt x="61278" y="110612"/>
                </a:lnTo>
                <a:lnTo>
                  <a:pt x="61781" y="110380"/>
                </a:lnTo>
                <a:lnTo>
                  <a:pt x="62277" y="110142"/>
                </a:lnTo>
                <a:lnTo>
                  <a:pt x="62766" y="109898"/>
                </a:lnTo>
                <a:lnTo>
                  <a:pt x="63249" y="109648"/>
                </a:lnTo>
                <a:lnTo>
                  <a:pt x="63724" y="109392"/>
                </a:lnTo>
                <a:lnTo>
                  <a:pt x="64193" y="109130"/>
                </a:lnTo>
                <a:lnTo>
                  <a:pt x="64655" y="108862"/>
                </a:lnTo>
                <a:lnTo>
                  <a:pt x="65111" y="108588"/>
                </a:lnTo>
                <a:lnTo>
                  <a:pt x="65559" y="108308"/>
                </a:lnTo>
                <a:lnTo>
                  <a:pt x="66001" y="108022"/>
                </a:lnTo>
                <a:lnTo>
                  <a:pt x="66436" y="107730"/>
                </a:lnTo>
                <a:lnTo>
                  <a:pt x="66864" y="107432"/>
                </a:lnTo>
                <a:lnTo>
                  <a:pt x="67286" y="107128"/>
                </a:lnTo>
                <a:lnTo>
                  <a:pt x="67701" y="106818"/>
                </a:lnTo>
                <a:lnTo>
                  <a:pt x="68108" y="106502"/>
                </a:lnTo>
                <a:lnTo>
                  <a:pt x="68507" y="106181"/>
                </a:lnTo>
                <a:lnTo>
                  <a:pt x="68899" y="105855"/>
                </a:lnTo>
                <a:lnTo>
                  <a:pt x="69282" y="105523"/>
                </a:lnTo>
                <a:lnTo>
                  <a:pt x="69658" y="105186"/>
                </a:lnTo>
                <a:lnTo>
                  <a:pt x="70026" y="104843"/>
                </a:lnTo>
                <a:lnTo>
                  <a:pt x="70385" y="104495"/>
                </a:lnTo>
                <a:lnTo>
                  <a:pt x="70737" y="104142"/>
                </a:lnTo>
                <a:lnTo>
                  <a:pt x="71081" y="103783"/>
                </a:lnTo>
                <a:lnTo>
                  <a:pt x="71417" y="103419"/>
                </a:lnTo>
                <a:lnTo>
                  <a:pt x="71745" y="103049"/>
                </a:lnTo>
                <a:lnTo>
                  <a:pt x="72065" y="102674"/>
                </a:lnTo>
                <a:lnTo>
                  <a:pt x="72378" y="102294"/>
                </a:lnTo>
                <a:lnTo>
                  <a:pt x="72682" y="101908"/>
                </a:lnTo>
                <a:lnTo>
                  <a:pt x="72978" y="101517"/>
                </a:lnTo>
                <a:lnTo>
                  <a:pt x="73267" y="101121"/>
                </a:lnTo>
                <a:lnTo>
                  <a:pt x="73547" y="100719"/>
                </a:lnTo>
                <a:lnTo>
                  <a:pt x="73820" y="100312"/>
                </a:lnTo>
                <a:lnTo>
                  <a:pt x="74084" y="99900"/>
                </a:lnTo>
                <a:lnTo>
                  <a:pt x="74341" y="99482"/>
                </a:lnTo>
                <a:lnTo>
                  <a:pt x="74590" y="99059"/>
                </a:lnTo>
                <a:lnTo>
                  <a:pt x="74830" y="98630"/>
                </a:lnTo>
                <a:lnTo>
                  <a:pt x="75063" y="98196"/>
                </a:lnTo>
                <a:lnTo>
                  <a:pt x="75288" y="97757"/>
                </a:lnTo>
                <a:lnTo>
                  <a:pt x="75505" y="97313"/>
                </a:lnTo>
                <a:lnTo>
                  <a:pt x="75712" y="96864"/>
                </a:lnTo>
                <a:lnTo>
                  <a:pt x="75910" y="96411"/>
                </a:lnTo>
                <a:lnTo>
                  <a:pt x="76099" y="95954"/>
                </a:lnTo>
                <a:lnTo>
                  <a:pt x="76278" y="95493"/>
                </a:lnTo>
                <a:lnTo>
                  <a:pt x="76449" y="95027"/>
                </a:lnTo>
                <a:lnTo>
                  <a:pt x="76610" y="94556"/>
                </a:lnTo>
                <a:lnTo>
                  <a:pt x="76762" y="94082"/>
                </a:lnTo>
                <a:lnTo>
                  <a:pt x="76904" y="93603"/>
                </a:lnTo>
                <a:lnTo>
                  <a:pt x="77038" y="93120"/>
                </a:lnTo>
                <a:lnTo>
                  <a:pt x="77162" y="92632"/>
                </a:lnTo>
                <a:lnTo>
                  <a:pt x="77277" y="92140"/>
                </a:lnTo>
                <a:lnTo>
                  <a:pt x="77383" y="91643"/>
                </a:lnTo>
                <a:lnTo>
                  <a:pt x="77480" y="91143"/>
                </a:lnTo>
                <a:lnTo>
                  <a:pt x="77567" y="90638"/>
                </a:lnTo>
                <a:lnTo>
                  <a:pt x="77646" y="90128"/>
                </a:lnTo>
                <a:lnTo>
                  <a:pt x="77715" y="89615"/>
                </a:lnTo>
                <a:lnTo>
                  <a:pt x="77775" y="89096"/>
                </a:lnTo>
                <a:lnTo>
                  <a:pt x="77825" y="88574"/>
                </a:lnTo>
                <a:lnTo>
                  <a:pt x="77867" y="88047"/>
                </a:lnTo>
                <a:lnTo>
                  <a:pt x="77899" y="87516"/>
                </a:lnTo>
                <a:lnTo>
                  <a:pt x="77922" y="86981"/>
                </a:lnTo>
                <a:lnTo>
                  <a:pt x="77936" y="86441"/>
                </a:lnTo>
                <a:lnTo>
                  <a:pt x="77940" y="85896"/>
                </a:lnTo>
                <a:lnTo>
                  <a:pt x="77937" y="85377"/>
                </a:lnTo>
                <a:lnTo>
                  <a:pt x="77926" y="84862"/>
                </a:lnTo>
                <a:lnTo>
                  <a:pt x="77908" y="84351"/>
                </a:lnTo>
                <a:lnTo>
                  <a:pt x="77882" y="83845"/>
                </a:lnTo>
                <a:lnTo>
                  <a:pt x="77849" y="83343"/>
                </a:lnTo>
                <a:lnTo>
                  <a:pt x="77809" y="82846"/>
                </a:lnTo>
                <a:lnTo>
                  <a:pt x="77762" y="82353"/>
                </a:lnTo>
                <a:lnTo>
                  <a:pt x="77707" y="81865"/>
                </a:lnTo>
                <a:lnTo>
                  <a:pt x="77645" y="81381"/>
                </a:lnTo>
                <a:lnTo>
                  <a:pt x="77576" y="80902"/>
                </a:lnTo>
                <a:lnTo>
                  <a:pt x="77499" y="80427"/>
                </a:lnTo>
                <a:lnTo>
                  <a:pt x="77416" y="79957"/>
                </a:lnTo>
                <a:lnTo>
                  <a:pt x="77324" y="79491"/>
                </a:lnTo>
                <a:lnTo>
                  <a:pt x="77226" y="79030"/>
                </a:lnTo>
                <a:lnTo>
                  <a:pt x="77120" y="78573"/>
                </a:lnTo>
                <a:lnTo>
                  <a:pt x="77007" y="78120"/>
                </a:lnTo>
                <a:lnTo>
                  <a:pt x="76887" y="77673"/>
                </a:lnTo>
                <a:lnTo>
                  <a:pt x="76759" y="77229"/>
                </a:lnTo>
                <a:lnTo>
                  <a:pt x="76625" y="76790"/>
                </a:lnTo>
                <a:lnTo>
                  <a:pt x="76482" y="76356"/>
                </a:lnTo>
                <a:lnTo>
                  <a:pt x="76333" y="75925"/>
                </a:lnTo>
                <a:lnTo>
                  <a:pt x="76176" y="75500"/>
                </a:lnTo>
                <a:lnTo>
                  <a:pt x="76012" y="75079"/>
                </a:lnTo>
                <a:lnTo>
                  <a:pt x="75841" y="74662"/>
                </a:lnTo>
                <a:lnTo>
                  <a:pt x="75662" y="74250"/>
                </a:lnTo>
                <a:lnTo>
                  <a:pt x="75476" y="73841"/>
                </a:lnTo>
                <a:lnTo>
                  <a:pt x="75281" y="73435"/>
                </a:lnTo>
                <a:lnTo>
                  <a:pt x="75080" y="73033"/>
                </a:lnTo>
                <a:lnTo>
                  <a:pt x="74870" y="72635"/>
                </a:lnTo>
                <a:lnTo>
                  <a:pt x="74653" y="72240"/>
                </a:lnTo>
                <a:lnTo>
                  <a:pt x="74428" y="71849"/>
                </a:lnTo>
                <a:lnTo>
                  <a:pt x="74196" y="71462"/>
                </a:lnTo>
                <a:lnTo>
                  <a:pt x="73955" y="71078"/>
                </a:lnTo>
                <a:lnTo>
                  <a:pt x="73708" y="70697"/>
                </a:lnTo>
                <a:lnTo>
                  <a:pt x="73452" y="70321"/>
                </a:lnTo>
                <a:lnTo>
                  <a:pt x="73189" y="69947"/>
                </a:lnTo>
                <a:lnTo>
                  <a:pt x="72918" y="69578"/>
                </a:lnTo>
                <a:lnTo>
                  <a:pt x="72639" y="69212"/>
                </a:lnTo>
                <a:lnTo>
                  <a:pt x="72353" y="68849"/>
                </a:lnTo>
                <a:lnTo>
                  <a:pt x="72059" y="68490"/>
                </a:lnTo>
                <a:lnTo>
                  <a:pt x="71758" y="68135"/>
                </a:lnTo>
                <a:lnTo>
                  <a:pt x="71448" y="67783"/>
                </a:lnTo>
                <a:lnTo>
                  <a:pt x="71131" y="67435"/>
                </a:lnTo>
                <a:lnTo>
                  <a:pt x="70807" y="67091"/>
                </a:lnTo>
                <a:lnTo>
                  <a:pt x="70475" y="66750"/>
                </a:lnTo>
                <a:lnTo>
                  <a:pt x="70135" y="66412"/>
                </a:lnTo>
                <a:lnTo>
                  <a:pt x="69787" y="66079"/>
                </a:lnTo>
                <a:lnTo>
                  <a:pt x="69432" y="65748"/>
                </a:lnTo>
                <a:lnTo>
                  <a:pt x="69069" y="65421"/>
                </a:lnTo>
                <a:lnTo>
                  <a:pt x="68697" y="65097"/>
                </a:lnTo>
                <a:lnTo>
                  <a:pt x="68318" y="64775"/>
                </a:lnTo>
                <a:lnTo>
                  <a:pt x="67931" y="64456"/>
                </a:lnTo>
                <a:lnTo>
                  <a:pt x="67535" y="64140"/>
                </a:lnTo>
                <a:lnTo>
                  <a:pt x="67132" y="63826"/>
                </a:lnTo>
                <a:lnTo>
                  <a:pt x="66720" y="63515"/>
                </a:lnTo>
                <a:lnTo>
                  <a:pt x="66301" y="63207"/>
                </a:lnTo>
                <a:lnTo>
                  <a:pt x="65873" y="62901"/>
                </a:lnTo>
                <a:lnTo>
                  <a:pt x="65438" y="62598"/>
                </a:lnTo>
                <a:lnTo>
                  <a:pt x="64994" y="62298"/>
                </a:lnTo>
                <a:lnTo>
                  <a:pt x="64542" y="62001"/>
                </a:lnTo>
                <a:lnTo>
                  <a:pt x="64082" y="61706"/>
                </a:lnTo>
                <a:lnTo>
                  <a:pt x="63614" y="61414"/>
                </a:lnTo>
                <a:lnTo>
                  <a:pt x="63138" y="61124"/>
                </a:lnTo>
                <a:lnTo>
                  <a:pt x="62654" y="60837"/>
                </a:lnTo>
                <a:lnTo>
                  <a:pt x="62162" y="60553"/>
                </a:lnTo>
                <a:lnTo>
                  <a:pt x="61662" y="60272"/>
                </a:lnTo>
                <a:lnTo>
                  <a:pt x="61154" y="59993"/>
                </a:lnTo>
                <a:lnTo>
                  <a:pt x="60638" y="59717"/>
                </a:lnTo>
                <a:lnTo>
                  <a:pt x="60113" y="59443"/>
                </a:lnTo>
                <a:lnTo>
                  <a:pt x="59581" y="59173"/>
                </a:lnTo>
                <a:lnTo>
                  <a:pt x="59041" y="58905"/>
                </a:lnTo>
                <a:lnTo>
                  <a:pt x="58492" y="58639"/>
                </a:lnTo>
                <a:lnTo>
                  <a:pt x="57935" y="58377"/>
                </a:lnTo>
                <a:lnTo>
                  <a:pt x="57370" y="58116"/>
                </a:lnTo>
                <a:lnTo>
                  <a:pt x="56795" y="57857"/>
                </a:lnTo>
                <a:lnTo>
                  <a:pt x="56213" y="57600"/>
                </a:lnTo>
                <a:lnTo>
                  <a:pt x="55621" y="57345"/>
                </a:lnTo>
                <a:lnTo>
                  <a:pt x="55021" y="57092"/>
                </a:lnTo>
                <a:lnTo>
                  <a:pt x="54411" y="56842"/>
                </a:lnTo>
                <a:lnTo>
                  <a:pt x="53794" y="56593"/>
                </a:lnTo>
                <a:lnTo>
                  <a:pt x="53167" y="56347"/>
                </a:lnTo>
                <a:lnTo>
                  <a:pt x="52532" y="56102"/>
                </a:lnTo>
                <a:lnTo>
                  <a:pt x="51888" y="55860"/>
                </a:lnTo>
                <a:lnTo>
                  <a:pt x="51236" y="55619"/>
                </a:lnTo>
                <a:lnTo>
                  <a:pt x="50575" y="55381"/>
                </a:lnTo>
                <a:lnTo>
                  <a:pt x="49905" y="55144"/>
                </a:lnTo>
                <a:lnTo>
                  <a:pt x="49226" y="54910"/>
                </a:lnTo>
                <a:lnTo>
                  <a:pt x="48539" y="54678"/>
                </a:lnTo>
                <a:lnTo>
                  <a:pt x="47843" y="54448"/>
                </a:lnTo>
                <a:lnTo>
                  <a:pt x="47138" y="54219"/>
                </a:lnTo>
                <a:lnTo>
                  <a:pt x="46425" y="53993"/>
                </a:lnTo>
                <a:lnTo>
                  <a:pt x="45703" y="53769"/>
                </a:lnTo>
                <a:lnTo>
                  <a:pt x="44972" y="53547"/>
                </a:lnTo>
                <a:lnTo>
                  <a:pt x="44232" y="53327"/>
                </a:lnTo>
                <a:lnTo>
                  <a:pt x="43484" y="53109"/>
                </a:lnTo>
                <a:lnTo>
                  <a:pt x="42727" y="52893"/>
                </a:lnTo>
                <a:lnTo>
                  <a:pt x="42178" y="52740"/>
                </a:lnTo>
                <a:lnTo>
                  <a:pt x="41635" y="52585"/>
                </a:lnTo>
                <a:lnTo>
                  <a:pt x="41099" y="52431"/>
                </a:lnTo>
                <a:lnTo>
                  <a:pt x="40569" y="52275"/>
                </a:lnTo>
                <a:lnTo>
                  <a:pt x="40046" y="52120"/>
                </a:lnTo>
                <a:lnTo>
                  <a:pt x="39530" y="51963"/>
                </a:lnTo>
                <a:lnTo>
                  <a:pt x="39019" y="51807"/>
                </a:lnTo>
                <a:lnTo>
                  <a:pt x="38516" y="51649"/>
                </a:lnTo>
                <a:lnTo>
                  <a:pt x="38019" y="51491"/>
                </a:lnTo>
                <a:lnTo>
                  <a:pt x="37528" y="51333"/>
                </a:lnTo>
                <a:lnTo>
                  <a:pt x="37044" y="51174"/>
                </a:lnTo>
                <a:lnTo>
                  <a:pt x="36567" y="51015"/>
                </a:lnTo>
                <a:lnTo>
                  <a:pt x="36096" y="50855"/>
                </a:lnTo>
                <a:lnTo>
                  <a:pt x="35631" y="50695"/>
                </a:lnTo>
                <a:lnTo>
                  <a:pt x="35173" y="50534"/>
                </a:lnTo>
                <a:lnTo>
                  <a:pt x="34722" y="50372"/>
                </a:lnTo>
                <a:lnTo>
                  <a:pt x="34277" y="50210"/>
                </a:lnTo>
                <a:lnTo>
                  <a:pt x="33839" y="50048"/>
                </a:lnTo>
                <a:lnTo>
                  <a:pt x="33407" y="49885"/>
                </a:lnTo>
                <a:lnTo>
                  <a:pt x="32982" y="49722"/>
                </a:lnTo>
                <a:lnTo>
                  <a:pt x="32563" y="49558"/>
                </a:lnTo>
                <a:lnTo>
                  <a:pt x="32151" y="49393"/>
                </a:lnTo>
                <a:lnTo>
                  <a:pt x="31745" y="49228"/>
                </a:lnTo>
                <a:lnTo>
                  <a:pt x="31346" y="49063"/>
                </a:lnTo>
                <a:lnTo>
                  <a:pt x="30953" y="48896"/>
                </a:lnTo>
                <a:lnTo>
                  <a:pt x="30565" y="48729"/>
                </a:lnTo>
                <a:lnTo>
                  <a:pt x="30184" y="48560"/>
                </a:lnTo>
                <a:lnTo>
                  <a:pt x="29809" y="48389"/>
                </a:lnTo>
                <a:lnTo>
                  <a:pt x="29439" y="48218"/>
                </a:lnTo>
                <a:lnTo>
                  <a:pt x="29076" y="48045"/>
                </a:lnTo>
                <a:lnTo>
                  <a:pt x="28718" y="47871"/>
                </a:lnTo>
                <a:lnTo>
                  <a:pt x="28366" y="47696"/>
                </a:lnTo>
                <a:lnTo>
                  <a:pt x="28020" y="47519"/>
                </a:lnTo>
                <a:lnTo>
                  <a:pt x="27680" y="47341"/>
                </a:lnTo>
                <a:lnTo>
                  <a:pt x="27346" y="47162"/>
                </a:lnTo>
                <a:lnTo>
                  <a:pt x="27018" y="46982"/>
                </a:lnTo>
                <a:lnTo>
                  <a:pt x="26695" y="46800"/>
                </a:lnTo>
                <a:lnTo>
                  <a:pt x="26379" y="46617"/>
                </a:lnTo>
                <a:lnTo>
                  <a:pt x="26068" y="46432"/>
                </a:lnTo>
                <a:lnTo>
                  <a:pt x="25763" y="46247"/>
                </a:lnTo>
                <a:lnTo>
                  <a:pt x="25464" y="46060"/>
                </a:lnTo>
                <a:lnTo>
                  <a:pt x="25171" y="45872"/>
                </a:lnTo>
                <a:lnTo>
                  <a:pt x="24884" y="45683"/>
                </a:lnTo>
                <a:lnTo>
                  <a:pt x="24603" y="45492"/>
                </a:lnTo>
                <a:lnTo>
                  <a:pt x="24328" y="45300"/>
                </a:lnTo>
                <a:lnTo>
                  <a:pt x="24058" y="45107"/>
                </a:lnTo>
                <a:lnTo>
                  <a:pt x="23795" y="44912"/>
                </a:lnTo>
                <a:lnTo>
                  <a:pt x="23537" y="44716"/>
                </a:lnTo>
                <a:lnTo>
                  <a:pt x="23285" y="44519"/>
                </a:lnTo>
                <a:lnTo>
                  <a:pt x="23039" y="44321"/>
                </a:lnTo>
                <a:lnTo>
                  <a:pt x="22798" y="44121"/>
                </a:lnTo>
                <a:lnTo>
                  <a:pt x="22563" y="43919"/>
                </a:lnTo>
                <a:lnTo>
                  <a:pt x="22333" y="43716"/>
                </a:lnTo>
                <a:lnTo>
                  <a:pt x="22110" y="43512"/>
                </a:lnTo>
                <a:lnTo>
                  <a:pt x="21891" y="43307"/>
                </a:lnTo>
                <a:lnTo>
                  <a:pt x="21679" y="43100"/>
                </a:lnTo>
                <a:lnTo>
                  <a:pt x="21472" y="42891"/>
                </a:lnTo>
                <a:lnTo>
                  <a:pt x="21271" y="42681"/>
                </a:lnTo>
                <a:lnTo>
                  <a:pt x="21075" y="42470"/>
                </a:lnTo>
                <a:lnTo>
                  <a:pt x="20885" y="42258"/>
                </a:lnTo>
                <a:lnTo>
                  <a:pt x="20700" y="42044"/>
                </a:lnTo>
                <a:lnTo>
                  <a:pt x="20522" y="41828"/>
                </a:lnTo>
                <a:lnTo>
                  <a:pt x="20348" y="41611"/>
                </a:lnTo>
                <a:lnTo>
                  <a:pt x="20181" y="41393"/>
                </a:lnTo>
                <a:lnTo>
                  <a:pt x="20019" y="41173"/>
                </a:lnTo>
                <a:lnTo>
                  <a:pt x="19863" y="40952"/>
                </a:lnTo>
                <a:lnTo>
                  <a:pt x="19712" y="40730"/>
                </a:lnTo>
                <a:lnTo>
                  <a:pt x="19567" y="40506"/>
                </a:lnTo>
                <a:lnTo>
                  <a:pt x="19428" y="40281"/>
                </a:lnTo>
                <a:lnTo>
                  <a:pt x="19294" y="40054"/>
                </a:lnTo>
                <a:lnTo>
                  <a:pt x="19166" y="39826"/>
                </a:lnTo>
                <a:lnTo>
                  <a:pt x="19043" y="39596"/>
                </a:lnTo>
                <a:lnTo>
                  <a:pt x="18926" y="39365"/>
                </a:lnTo>
                <a:lnTo>
                  <a:pt x="18814" y="39132"/>
                </a:lnTo>
                <a:lnTo>
                  <a:pt x="18706" y="38896"/>
                </a:lnTo>
                <a:lnTo>
                  <a:pt x="18604" y="38658"/>
                </a:lnTo>
                <a:lnTo>
                  <a:pt x="18507" y="38418"/>
                </a:lnTo>
                <a:lnTo>
                  <a:pt x="18415" y="38176"/>
                </a:lnTo>
                <a:lnTo>
                  <a:pt x="18327" y="37932"/>
                </a:lnTo>
                <a:lnTo>
                  <a:pt x="18245" y="37685"/>
                </a:lnTo>
                <a:lnTo>
                  <a:pt x="18168" y="37436"/>
                </a:lnTo>
                <a:lnTo>
                  <a:pt x="18095" y="37186"/>
                </a:lnTo>
                <a:lnTo>
                  <a:pt x="18028" y="36932"/>
                </a:lnTo>
                <a:lnTo>
                  <a:pt x="17966" y="36677"/>
                </a:lnTo>
                <a:lnTo>
                  <a:pt x="17908" y="36420"/>
                </a:lnTo>
                <a:lnTo>
                  <a:pt x="17856" y="36160"/>
                </a:lnTo>
                <a:lnTo>
                  <a:pt x="17809" y="35899"/>
                </a:lnTo>
                <a:lnTo>
                  <a:pt x="17766" y="35635"/>
                </a:lnTo>
                <a:lnTo>
                  <a:pt x="17729" y="35369"/>
                </a:lnTo>
                <a:lnTo>
                  <a:pt x="17696" y="35100"/>
                </a:lnTo>
                <a:lnTo>
                  <a:pt x="17669" y="34830"/>
                </a:lnTo>
                <a:lnTo>
                  <a:pt x="17646" y="34557"/>
                </a:lnTo>
                <a:lnTo>
                  <a:pt x="17629" y="34283"/>
                </a:lnTo>
                <a:lnTo>
                  <a:pt x="17617" y="34006"/>
                </a:lnTo>
                <a:lnTo>
                  <a:pt x="17609" y="33726"/>
                </a:lnTo>
                <a:lnTo>
                  <a:pt x="17607" y="33445"/>
                </a:lnTo>
                <a:lnTo>
                  <a:pt x="17611" y="33030"/>
                </a:lnTo>
                <a:lnTo>
                  <a:pt x="17623" y="32618"/>
                </a:lnTo>
                <a:lnTo>
                  <a:pt x="17644" y="32210"/>
                </a:lnTo>
                <a:lnTo>
                  <a:pt x="17673" y="31806"/>
                </a:lnTo>
                <a:lnTo>
                  <a:pt x="17710" y="31406"/>
                </a:lnTo>
                <a:lnTo>
                  <a:pt x="17756" y="31009"/>
                </a:lnTo>
                <a:lnTo>
                  <a:pt x="17810" y="30617"/>
                </a:lnTo>
                <a:lnTo>
                  <a:pt x="17873" y="30228"/>
                </a:lnTo>
                <a:lnTo>
                  <a:pt x="17943" y="29843"/>
                </a:lnTo>
                <a:lnTo>
                  <a:pt x="18022" y="29462"/>
                </a:lnTo>
                <a:lnTo>
                  <a:pt x="18110" y="29085"/>
                </a:lnTo>
                <a:lnTo>
                  <a:pt x="18205" y="28712"/>
                </a:lnTo>
                <a:lnTo>
                  <a:pt x="18309" y="28342"/>
                </a:lnTo>
                <a:lnTo>
                  <a:pt x="18421" y="27977"/>
                </a:lnTo>
                <a:lnTo>
                  <a:pt x="18542" y="27615"/>
                </a:lnTo>
                <a:lnTo>
                  <a:pt x="18671" y="27257"/>
                </a:lnTo>
                <a:lnTo>
                  <a:pt x="18808" y="26903"/>
                </a:lnTo>
                <a:lnTo>
                  <a:pt x="18953" y="26553"/>
                </a:lnTo>
                <a:lnTo>
                  <a:pt x="19107" y="26206"/>
                </a:lnTo>
                <a:lnTo>
                  <a:pt x="19269" y="25863"/>
                </a:lnTo>
                <a:lnTo>
                  <a:pt x="19440" y="25525"/>
                </a:lnTo>
                <a:lnTo>
                  <a:pt x="19618" y="25190"/>
                </a:lnTo>
                <a:lnTo>
                  <a:pt x="19805" y="24859"/>
                </a:lnTo>
                <a:lnTo>
                  <a:pt x="20001" y="24531"/>
                </a:lnTo>
                <a:lnTo>
                  <a:pt x="20205" y="24209"/>
                </a:lnTo>
                <a:lnTo>
                  <a:pt x="20417" y="23892"/>
                </a:lnTo>
                <a:lnTo>
                  <a:pt x="20639" y="23581"/>
                </a:lnTo>
                <a:lnTo>
                  <a:pt x="20869" y="23275"/>
                </a:lnTo>
                <a:lnTo>
                  <a:pt x="21109" y="22975"/>
                </a:lnTo>
                <a:lnTo>
                  <a:pt x="21357" y="22680"/>
                </a:lnTo>
                <a:lnTo>
                  <a:pt x="21614" y="22392"/>
                </a:lnTo>
                <a:lnTo>
                  <a:pt x="21879" y="22108"/>
                </a:lnTo>
                <a:lnTo>
                  <a:pt x="22154" y="21831"/>
                </a:lnTo>
                <a:lnTo>
                  <a:pt x="22437" y="21559"/>
                </a:lnTo>
                <a:lnTo>
                  <a:pt x="22729" y="21293"/>
                </a:lnTo>
                <a:lnTo>
                  <a:pt x="23030" y="21032"/>
                </a:lnTo>
                <a:lnTo>
                  <a:pt x="23340" y="20777"/>
                </a:lnTo>
                <a:lnTo>
                  <a:pt x="23659" y="20528"/>
                </a:lnTo>
                <a:lnTo>
                  <a:pt x="23986" y="20284"/>
                </a:lnTo>
                <a:lnTo>
                  <a:pt x="24323" y="20046"/>
                </a:lnTo>
                <a:lnTo>
                  <a:pt x="24668" y="19813"/>
                </a:lnTo>
                <a:lnTo>
                  <a:pt x="25022" y="19586"/>
                </a:lnTo>
                <a:lnTo>
                  <a:pt x="25384" y="19365"/>
                </a:lnTo>
                <a:lnTo>
                  <a:pt x="25756" y="19149"/>
                </a:lnTo>
                <a:lnTo>
                  <a:pt x="26136" y="18939"/>
                </a:lnTo>
                <a:lnTo>
                  <a:pt x="26526" y="18735"/>
                </a:lnTo>
                <a:lnTo>
                  <a:pt x="26924" y="18536"/>
                </a:lnTo>
                <a:lnTo>
                  <a:pt x="27331" y="18343"/>
                </a:lnTo>
                <a:lnTo>
                  <a:pt x="27747" y="18157"/>
                </a:lnTo>
                <a:lnTo>
                  <a:pt x="28172" y="17978"/>
                </a:lnTo>
                <a:lnTo>
                  <a:pt x="28606" y="17808"/>
                </a:lnTo>
                <a:lnTo>
                  <a:pt x="29050" y="17645"/>
                </a:lnTo>
                <a:lnTo>
                  <a:pt x="29502" y="17491"/>
                </a:lnTo>
                <a:lnTo>
                  <a:pt x="29964" y="17344"/>
                </a:lnTo>
                <a:lnTo>
                  <a:pt x="30435" y="17205"/>
                </a:lnTo>
                <a:lnTo>
                  <a:pt x="30916" y="17075"/>
                </a:lnTo>
                <a:lnTo>
                  <a:pt x="31405" y="16952"/>
                </a:lnTo>
                <a:lnTo>
                  <a:pt x="31904" y="16837"/>
                </a:lnTo>
                <a:lnTo>
                  <a:pt x="32412" y="16730"/>
                </a:lnTo>
                <a:lnTo>
                  <a:pt x="32929" y="16630"/>
                </a:lnTo>
                <a:lnTo>
                  <a:pt x="33456" y="16539"/>
                </a:lnTo>
                <a:lnTo>
                  <a:pt x="33991" y="16456"/>
                </a:lnTo>
                <a:lnTo>
                  <a:pt x="34536" y="16381"/>
                </a:lnTo>
                <a:lnTo>
                  <a:pt x="35090" y="16313"/>
                </a:lnTo>
                <a:lnTo>
                  <a:pt x="35654" y="16254"/>
                </a:lnTo>
                <a:lnTo>
                  <a:pt x="36226" y="16202"/>
                </a:lnTo>
                <a:lnTo>
                  <a:pt x="36808" y="16159"/>
                </a:lnTo>
                <a:lnTo>
                  <a:pt x="37399" y="16123"/>
                </a:lnTo>
                <a:lnTo>
                  <a:pt x="37999" y="16095"/>
                </a:lnTo>
                <a:lnTo>
                  <a:pt x="38608" y="16075"/>
                </a:lnTo>
                <a:lnTo>
                  <a:pt x="39226" y="16064"/>
                </a:lnTo>
                <a:lnTo>
                  <a:pt x="39854" y="16060"/>
                </a:lnTo>
                <a:lnTo>
                  <a:pt x="40518" y="16064"/>
                </a:lnTo>
                <a:lnTo>
                  <a:pt x="41173" y="16078"/>
                </a:lnTo>
                <a:lnTo>
                  <a:pt x="41818" y="16102"/>
                </a:lnTo>
                <a:lnTo>
                  <a:pt x="42453" y="16134"/>
                </a:lnTo>
                <a:lnTo>
                  <a:pt x="43078" y="16176"/>
                </a:lnTo>
                <a:lnTo>
                  <a:pt x="43694" y="16228"/>
                </a:lnTo>
                <a:lnTo>
                  <a:pt x="44300" y="16288"/>
                </a:lnTo>
                <a:lnTo>
                  <a:pt x="44896" y="16358"/>
                </a:lnTo>
                <a:lnTo>
                  <a:pt x="45483" y="16438"/>
                </a:lnTo>
                <a:lnTo>
                  <a:pt x="46060" y="16526"/>
                </a:lnTo>
                <a:lnTo>
                  <a:pt x="46627" y="16624"/>
                </a:lnTo>
                <a:lnTo>
                  <a:pt x="47184" y="16732"/>
                </a:lnTo>
                <a:lnTo>
                  <a:pt x="47732" y="16848"/>
                </a:lnTo>
                <a:lnTo>
                  <a:pt x="48270" y="16975"/>
                </a:lnTo>
                <a:lnTo>
                  <a:pt x="48798" y="17110"/>
                </a:lnTo>
                <a:lnTo>
                  <a:pt x="49316" y="17255"/>
                </a:lnTo>
                <a:lnTo>
                  <a:pt x="49825" y="17409"/>
                </a:lnTo>
                <a:lnTo>
                  <a:pt x="50324" y="17572"/>
                </a:lnTo>
                <a:lnTo>
                  <a:pt x="50814" y="17745"/>
                </a:lnTo>
                <a:lnTo>
                  <a:pt x="51293" y="17927"/>
                </a:lnTo>
                <a:lnTo>
                  <a:pt x="51763" y="18118"/>
                </a:lnTo>
                <a:lnTo>
                  <a:pt x="52223" y="18319"/>
                </a:lnTo>
                <a:lnTo>
                  <a:pt x="52674" y="18529"/>
                </a:lnTo>
                <a:lnTo>
                  <a:pt x="53114" y="18748"/>
                </a:lnTo>
                <a:lnTo>
                  <a:pt x="53546" y="18976"/>
                </a:lnTo>
                <a:lnTo>
                  <a:pt x="53968" y="19210"/>
                </a:lnTo>
                <a:lnTo>
                  <a:pt x="54381" y="19452"/>
                </a:lnTo>
                <a:lnTo>
                  <a:pt x="54784" y="19700"/>
                </a:lnTo>
                <a:lnTo>
                  <a:pt x="55179" y="19955"/>
                </a:lnTo>
                <a:lnTo>
                  <a:pt x="55564" y="20217"/>
                </a:lnTo>
                <a:lnTo>
                  <a:pt x="55940" y="20486"/>
                </a:lnTo>
                <a:lnTo>
                  <a:pt x="56307" y="20762"/>
                </a:lnTo>
                <a:lnTo>
                  <a:pt x="56664" y="21045"/>
                </a:lnTo>
                <a:lnTo>
                  <a:pt x="57013" y="21334"/>
                </a:lnTo>
                <a:lnTo>
                  <a:pt x="57352" y="21631"/>
                </a:lnTo>
                <a:lnTo>
                  <a:pt x="57682" y="21935"/>
                </a:lnTo>
                <a:lnTo>
                  <a:pt x="58003" y="22245"/>
                </a:lnTo>
                <a:lnTo>
                  <a:pt x="58314" y="22562"/>
                </a:lnTo>
                <a:lnTo>
                  <a:pt x="58616" y="22886"/>
                </a:lnTo>
                <a:lnTo>
                  <a:pt x="58910" y="23218"/>
                </a:lnTo>
                <a:lnTo>
                  <a:pt x="59194" y="23556"/>
                </a:lnTo>
                <a:lnTo>
                  <a:pt x="59468" y="23901"/>
                </a:lnTo>
                <a:lnTo>
                  <a:pt x="59734" y="24252"/>
                </a:lnTo>
                <a:lnTo>
                  <a:pt x="59990" y="24611"/>
                </a:lnTo>
                <a:lnTo>
                  <a:pt x="60237" y="24977"/>
                </a:lnTo>
                <a:lnTo>
                  <a:pt x="60475" y="25349"/>
                </a:lnTo>
                <a:lnTo>
                  <a:pt x="60704" y="25729"/>
                </a:lnTo>
                <a:lnTo>
                  <a:pt x="60923" y="26115"/>
                </a:lnTo>
                <a:lnTo>
                  <a:pt x="61134" y="26507"/>
                </a:lnTo>
                <a:lnTo>
                  <a:pt x="61335" y="26904"/>
                </a:lnTo>
                <a:lnTo>
                  <a:pt x="61527" y="27306"/>
                </a:lnTo>
                <a:lnTo>
                  <a:pt x="61711" y="27712"/>
                </a:lnTo>
                <a:lnTo>
                  <a:pt x="61886" y="28123"/>
                </a:lnTo>
                <a:lnTo>
                  <a:pt x="62051" y="28539"/>
                </a:lnTo>
                <a:lnTo>
                  <a:pt x="62208" y="28960"/>
                </a:lnTo>
                <a:lnTo>
                  <a:pt x="62356" y="29385"/>
                </a:lnTo>
                <a:lnTo>
                  <a:pt x="62494" y="29815"/>
                </a:lnTo>
                <a:lnTo>
                  <a:pt x="62624" y="30250"/>
                </a:lnTo>
                <a:lnTo>
                  <a:pt x="62745" y="30690"/>
                </a:lnTo>
                <a:lnTo>
                  <a:pt x="62857" y="31134"/>
                </a:lnTo>
                <a:lnTo>
                  <a:pt x="62960" y="31583"/>
                </a:lnTo>
                <a:lnTo>
                  <a:pt x="63054" y="32036"/>
                </a:lnTo>
                <a:lnTo>
                  <a:pt x="63139" y="32495"/>
                </a:lnTo>
                <a:lnTo>
                  <a:pt x="63215" y="32958"/>
                </a:lnTo>
                <a:lnTo>
                  <a:pt x="63282" y="33426"/>
                </a:lnTo>
                <a:lnTo>
                  <a:pt x="63340" y="33899"/>
                </a:lnTo>
                <a:lnTo>
                  <a:pt x="63390" y="34376"/>
                </a:lnTo>
                <a:lnTo>
                  <a:pt x="63430" y="34858"/>
                </a:lnTo>
                <a:lnTo>
                  <a:pt x="63461" y="35345"/>
                </a:lnTo>
                <a:lnTo>
                  <a:pt x="63484" y="35837"/>
                </a:lnTo>
                <a:lnTo>
                  <a:pt x="63497" y="36333"/>
                </a:lnTo>
                <a:lnTo>
                  <a:pt x="63502" y="36834"/>
                </a:lnTo>
                <a:lnTo>
                  <a:pt x="77646" y="36834"/>
                </a:lnTo>
                <a:lnTo>
                  <a:pt x="77638" y="36136"/>
                </a:lnTo>
                <a:lnTo>
                  <a:pt x="77615" y="35441"/>
                </a:lnTo>
                <a:lnTo>
                  <a:pt x="77577" y="34750"/>
                </a:lnTo>
                <a:lnTo>
                  <a:pt x="77523" y="34062"/>
                </a:lnTo>
                <a:lnTo>
                  <a:pt x="77454" y="33378"/>
                </a:lnTo>
                <a:lnTo>
                  <a:pt x="77369" y="32697"/>
                </a:lnTo>
                <a:lnTo>
                  <a:pt x="77270" y="32020"/>
                </a:lnTo>
                <a:lnTo>
                  <a:pt x="77155" y="31346"/>
                </a:lnTo>
                <a:lnTo>
                  <a:pt x="77024" y="30675"/>
                </a:lnTo>
                <a:lnTo>
                  <a:pt x="76878" y="30008"/>
                </a:lnTo>
                <a:lnTo>
                  <a:pt x="76717" y="29344"/>
                </a:lnTo>
                <a:lnTo>
                  <a:pt x="76541" y="28684"/>
                </a:lnTo>
                <a:lnTo>
                  <a:pt x="76349" y="28028"/>
                </a:lnTo>
                <a:lnTo>
                  <a:pt x="76142" y="27374"/>
                </a:lnTo>
                <a:lnTo>
                  <a:pt x="75919" y="26725"/>
                </a:lnTo>
                <a:lnTo>
                  <a:pt x="75681" y="26078"/>
                </a:lnTo>
                <a:lnTo>
                  <a:pt x="75428" y="25435"/>
                </a:lnTo>
                <a:lnTo>
                  <a:pt x="75159" y="24796"/>
                </a:lnTo>
                <a:lnTo>
                  <a:pt x="74876" y="24160"/>
                </a:lnTo>
                <a:lnTo>
                  <a:pt x="74576" y="23528"/>
                </a:lnTo>
                <a:lnTo>
                  <a:pt x="74262" y="22899"/>
                </a:lnTo>
                <a:lnTo>
                  <a:pt x="73932" y="22273"/>
                </a:lnTo>
                <a:lnTo>
                  <a:pt x="73586" y="21651"/>
                </a:lnTo>
                <a:lnTo>
                  <a:pt x="73226" y="21032"/>
                </a:lnTo>
                <a:lnTo>
                  <a:pt x="72850" y="20420"/>
                </a:lnTo>
                <a:lnTo>
                  <a:pt x="72461" y="19818"/>
                </a:lnTo>
                <a:lnTo>
                  <a:pt x="72058" y="19225"/>
                </a:lnTo>
                <a:lnTo>
                  <a:pt x="71641" y="18642"/>
                </a:lnTo>
                <a:lnTo>
                  <a:pt x="71210" y="18069"/>
                </a:lnTo>
                <a:lnTo>
                  <a:pt x="70765" y="17505"/>
                </a:lnTo>
                <a:lnTo>
                  <a:pt x="70306" y="16951"/>
                </a:lnTo>
                <a:lnTo>
                  <a:pt x="69833" y="16407"/>
                </a:lnTo>
                <a:lnTo>
                  <a:pt x="69346" y="15873"/>
                </a:lnTo>
                <a:lnTo>
                  <a:pt x="68845" y="15348"/>
                </a:lnTo>
                <a:lnTo>
                  <a:pt x="68331" y="14834"/>
                </a:lnTo>
                <a:lnTo>
                  <a:pt x="67802" y="14328"/>
                </a:lnTo>
                <a:lnTo>
                  <a:pt x="67259" y="13833"/>
                </a:lnTo>
                <a:lnTo>
                  <a:pt x="66703" y="13347"/>
                </a:lnTo>
                <a:lnTo>
                  <a:pt x="66132" y="12871"/>
                </a:lnTo>
                <a:lnTo>
                  <a:pt x="65548" y="12405"/>
                </a:lnTo>
                <a:lnTo>
                  <a:pt x="64949" y="11948"/>
                </a:lnTo>
                <a:lnTo>
                  <a:pt x="64337" y="11501"/>
                </a:lnTo>
                <a:lnTo>
                  <a:pt x="63711" y="11064"/>
                </a:lnTo>
                <a:lnTo>
                  <a:pt x="63071" y="10637"/>
                </a:lnTo>
                <a:lnTo>
                  <a:pt x="62417" y="10219"/>
                </a:lnTo>
                <a:lnTo>
                  <a:pt x="61749" y="9811"/>
                </a:lnTo>
                <a:lnTo>
                  <a:pt x="61067" y="9413"/>
                </a:lnTo>
                <a:lnTo>
                  <a:pt x="60371" y="9024"/>
                </a:lnTo>
                <a:lnTo>
                  <a:pt x="59661" y="8649"/>
                </a:lnTo>
                <a:lnTo>
                  <a:pt x="58940" y="8289"/>
                </a:lnTo>
                <a:lnTo>
                  <a:pt x="58205" y="7945"/>
                </a:lnTo>
                <a:lnTo>
                  <a:pt x="57458" y="7617"/>
                </a:lnTo>
                <a:lnTo>
                  <a:pt x="56698" y="7306"/>
                </a:lnTo>
                <a:lnTo>
                  <a:pt x="55925" y="7010"/>
                </a:lnTo>
                <a:lnTo>
                  <a:pt x="55140" y="6730"/>
                </a:lnTo>
                <a:lnTo>
                  <a:pt x="54342" y="6466"/>
                </a:lnTo>
                <a:lnTo>
                  <a:pt x="53532" y="6219"/>
                </a:lnTo>
                <a:lnTo>
                  <a:pt x="52708" y="5987"/>
                </a:lnTo>
                <a:lnTo>
                  <a:pt x="51873" y="5771"/>
                </a:lnTo>
                <a:lnTo>
                  <a:pt x="51024" y="5571"/>
                </a:lnTo>
                <a:lnTo>
                  <a:pt x="50163" y="5387"/>
                </a:lnTo>
                <a:lnTo>
                  <a:pt x="49289" y="5219"/>
                </a:lnTo>
                <a:lnTo>
                  <a:pt x="48403" y="5068"/>
                </a:lnTo>
                <a:lnTo>
                  <a:pt x="47503" y="4932"/>
                </a:lnTo>
                <a:lnTo>
                  <a:pt x="46592" y="4812"/>
                </a:lnTo>
                <a:lnTo>
                  <a:pt x="45667" y="4708"/>
                </a:lnTo>
                <a:lnTo>
                  <a:pt x="44730" y="4620"/>
                </a:lnTo>
                <a:lnTo>
                  <a:pt x="43780" y="4548"/>
                </a:lnTo>
                <a:lnTo>
                  <a:pt x="42818" y="4492"/>
                </a:lnTo>
                <a:lnTo>
                  <a:pt x="41842" y="4452"/>
                </a:lnTo>
                <a:lnTo>
                  <a:pt x="40855" y="4428"/>
                </a:lnTo>
                <a:lnTo>
                  <a:pt x="39854" y="4420"/>
                </a:lnTo>
                <a:lnTo>
                  <a:pt x="39169" y="4424"/>
                </a:lnTo>
                <a:lnTo>
                  <a:pt x="38490" y="4435"/>
                </a:lnTo>
                <a:lnTo>
                  <a:pt x="37816" y="4455"/>
                </a:lnTo>
                <a:lnTo>
                  <a:pt x="37147" y="4481"/>
                </a:lnTo>
                <a:lnTo>
                  <a:pt x="36484" y="4516"/>
                </a:lnTo>
                <a:lnTo>
                  <a:pt x="35826" y="4558"/>
                </a:lnTo>
                <a:lnTo>
                  <a:pt x="35173" y="4608"/>
                </a:lnTo>
                <a:lnTo>
                  <a:pt x="34526" y="4666"/>
                </a:lnTo>
                <a:lnTo>
                  <a:pt x="33884" y="4731"/>
                </a:lnTo>
                <a:lnTo>
                  <a:pt x="33247" y="4804"/>
                </a:lnTo>
                <a:lnTo>
                  <a:pt x="32616" y="4884"/>
                </a:lnTo>
                <a:lnTo>
                  <a:pt x="31990" y="4973"/>
                </a:lnTo>
                <a:lnTo>
                  <a:pt x="31370" y="5068"/>
                </a:lnTo>
                <a:lnTo>
                  <a:pt x="30755" y="5172"/>
                </a:lnTo>
                <a:lnTo>
                  <a:pt x="30145" y="5283"/>
                </a:lnTo>
                <a:lnTo>
                  <a:pt x="29541" y="5402"/>
                </a:lnTo>
                <a:lnTo>
                  <a:pt x="28942" y="5529"/>
                </a:lnTo>
                <a:lnTo>
                  <a:pt x="28348" y="5663"/>
                </a:lnTo>
                <a:lnTo>
                  <a:pt x="27760" y="5805"/>
                </a:lnTo>
                <a:lnTo>
                  <a:pt x="27177" y="5955"/>
                </a:lnTo>
                <a:lnTo>
                  <a:pt x="26600" y="6112"/>
                </a:lnTo>
                <a:lnTo>
                  <a:pt x="26028" y="6277"/>
                </a:lnTo>
                <a:lnTo>
                  <a:pt x="25461" y="6450"/>
                </a:lnTo>
                <a:lnTo>
                  <a:pt x="24900" y="6630"/>
                </a:lnTo>
                <a:lnTo>
                  <a:pt x="24344" y="6817"/>
                </a:lnTo>
                <a:lnTo>
                  <a:pt x="23795" y="7010"/>
                </a:lnTo>
                <a:lnTo>
                  <a:pt x="23253" y="7210"/>
                </a:lnTo>
                <a:lnTo>
                  <a:pt x="22717" y="7415"/>
                </a:lnTo>
                <a:lnTo>
                  <a:pt x="22188" y="7626"/>
                </a:lnTo>
                <a:lnTo>
                  <a:pt x="21665" y="7843"/>
                </a:lnTo>
                <a:lnTo>
                  <a:pt x="21149" y="8067"/>
                </a:lnTo>
                <a:lnTo>
                  <a:pt x="20639" y="8296"/>
                </a:lnTo>
                <a:lnTo>
                  <a:pt x="20136" y="8531"/>
                </a:lnTo>
                <a:lnTo>
                  <a:pt x="19639" y="8772"/>
                </a:lnTo>
                <a:lnTo>
                  <a:pt x="19149" y="9020"/>
                </a:lnTo>
                <a:lnTo>
                  <a:pt x="18666" y="9273"/>
                </a:lnTo>
                <a:lnTo>
                  <a:pt x="18188" y="9532"/>
                </a:lnTo>
                <a:lnTo>
                  <a:pt x="17718" y="9798"/>
                </a:lnTo>
                <a:lnTo>
                  <a:pt x="17254" y="10069"/>
                </a:lnTo>
                <a:lnTo>
                  <a:pt x="16796" y="10346"/>
                </a:lnTo>
                <a:lnTo>
                  <a:pt x="16345" y="10630"/>
                </a:lnTo>
                <a:lnTo>
                  <a:pt x="15901" y="10919"/>
                </a:lnTo>
                <a:lnTo>
                  <a:pt x="15463" y="11214"/>
                </a:lnTo>
                <a:lnTo>
                  <a:pt x="15031" y="11516"/>
                </a:lnTo>
                <a:lnTo>
                  <a:pt x="14606" y="11823"/>
                </a:lnTo>
                <a:lnTo>
                  <a:pt x="14188" y="12136"/>
                </a:lnTo>
                <a:lnTo>
                  <a:pt x="13776" y="12456"/>
                </a:lnTo>
                <a:lnTo>
                  <a:pt x="13371" y="12781"/>
                </a:lnTo>
                <a:lnTo>
                  <a:pt x="12972" y="13112"/>
                </a:lnTo>
                <a:lnTo>
                  <a:pt x="12582" y="13448"/>
                </a:lnTo>
                <a:lnTo>
                  <a:pt x="12199" y="13788"/>
                </a:lnTo>
                <a:lnTo>
                  <a:pt x="11825" y="14133"/>
                </a:lnTo>
                <a:lnTo>
                  <a:pt x="11458" y="14483"/>
                </a:lnTo>
                <a:lnTo>
                  <a:pt x="11098" y="14837"/>
                </a:lnTo>
                <a:lnTo>
                  <a:pt x="10747" y="15196"/>
                </a:lnTo>
                <a:lnTo>
                  <a:pt x="10404" y="15560"/>
                </a:lnTo>
                <a:lnTo>
                  <a:pt x="10068" y="15929"/>
                </a:lnTo>
                <a:lnTo>
                  <a:pt x="9740" y="16302"/>
                </a:lnTo>
                <a:lnTo>
                  <a:pt x="9420" y="16680"/>
                </a:lnTo>
                <a:lnTo>
                  <a:pt x="9107" y="17063"/>
                </a:lnTo>
                <a:lnTo>
                  <a:pt x="8803" y="17451"/>
                </a:lnTo>
                <a:lnTo>
                  <a:pt x="8506" y="17843"/>
                </a:lnTo>
                <a:lnTo>
                  <a:pt x="8217" y="18240"/>
                </a:lnTo>
                <a:lnTo>
                  <a:pt x="7936" y="18642"/>
                </a:lnTo>
                <a:lnTo>
                  <a:pt x="7662" y="19049"/>
                </a:lnTo>
                <a:lnTo>
                  <a:pt x="7397" y="19460"/>
                </a:lnTo>
                <a:lnTo>
                  <a:pt x="7139" y="19876"/>
                </a:lnTo>
                <a:lnTo>
                  <a:pt x="6889" y="20296"/>
                </a:lnTo>
                <a:lnTo>
                  <a:pt x="6647" y="20722"/>
                </a:lnTo>
                <a:lnTo>
                  <a:pt x="6412" y="21152"/>
                </a:lnTo>
                <a:lnTo>
                  <a:pt x="6186" y="21587"/>
                </a:lnTo>
                <a:lnTo>
                  <a:pt x="5967" y="22027"/>
                </a:lnTo>
                <a:lnTo>
                  <a:pt x="5757" y="22470"/>
                </a:lnTo>
                <a:lnTo>
                  <a:pt x="5555" y="22917"/>
                </a:lnTo>
                <a:lnTo>
                  <a:pt x="5363" y="23368"/>
                </a:lnTo>
                <a:lnTo>
                  <a:pt x="5179" y="23821"/>
                </a:lnTo>
                <a:lnTo>
                  <a:pt x="5005" y="24278"/>
                </a:lnTo>
                <a:lnTo>
                  <a:pt x="4839" y="24739"/>
                </a:lnTo>
                <a:lnTo>
                  <a:pt x="4682" y="25202"/>
                </a:lnTo>
                <a:lnTo>
                  <a:pt x="4535" y="25669"/>
                </a:lnTo>
                <a:lnTo>
                  <a:pt x="4396" y="26139"/>
                </a:lnTo>
                <a:lnTo>
                  <a:pt x="4266" y="26613"/>
                </a:lnTo>
                <a:lnTo>
                  <a:pt x="4145" y="27090"/>
                </a:lnTo>
                <a:lnTo>
                  <a:pt x="4033" y="27570"/>
                </a:lnTo>
                <a:lnTo>
                  <a:pt x="3930" y="28054"/>
                </a:lnTo>
                <a:lnTo>
                  <a:pt x="3836" y="28541"/>
                </a:lnTo>
                <a:lnTo>
                  <a:pt x="3751" y="29031"/>
                </a:lnTo>
                <a:lnTo>
                  <a:pt x="3675" y="29524"/>
                </a:lnTo>
                <a:lnTo>
                  <a:pt x="3608" y="30021"/>
                </a:lnTo>
                <a:lnTo>
                  <a:pt x="3550" y="30521"/>
                </a:lnTo>
                <a:lnTo>
                  <a:pt x="3501" y="31025"/>
                </a:lnTo>
                <a:lnTo>
                  <a:pt x="3460" y="31532"/>
                </a:lnTo>
                <a:lnTo>
                  <a:pt x="3429" y="32042"/>
                </a:lnTo>
                <a:lnTo>
                  <a:pt x="3407" y="32555"/>
                </a:lnTo>
                <a:lnTo>
                  <a:pt x="3393" y="33072"/>
                </a:lnTo>
                <a:lnTo>
                  <a:pt x="3389" y="33592"/>
                </a:lnTo>
                <a:lnTo>
                  <a:pt x="3393" y="34112"/>
                </a:lnTo>
                <a:lnTo>
                  <a:pt x="3406" y="34626"/>
                </a:lnTo>
                <a:lnTo>
                  <a:pt x="3427" y="35136"/>
                </a:lnTo>
                <a:lnTo>
                  <a:pt x="3456" y="35641"/>
                </a:lnTo>
                <a:lnTo>
                  <a:pt x="3494" y="36141"/>
                </a:lnTo>
                <a:lnTo>
                  <a:pt x="3541" y="36636"/>
                </a:lnTo>
                <a:lnTo>
                  <a:pt x="3596" y="37126"/>
                </a:lnTo>
                <a:lnTo>
                  <a:pt x="3659" y="37611"/>
                </a:lnTo>
                <a:lnTo>
                  <a:pt x="3731" y="38092"/>
                </a:lnTo>
                <a:lnTo>
                  <a:pt x="3811" y="38568"/>
                </a:lnTo>
                <a:lnTo>
                  <a:pt x="3899" y="39038"/>
                </a:lnTo>
                <a:lnTo>
                  <a:pt x="3996" y="39504"/>
                </a:lnTo>
                <a:lnTo>
                  <a:pt x="4102" y="39965"/>
                </a:lnTo>
                <a:lnTo>
                  <a:pt x="4216" y="40422"/>
                </a:lnTo>
                <a:lnTo>
                  <a:pt x="4338" y="40873"/>
                </a:lnTo>
                <a:lnTo>
                  <a:pt x="4469" y="41319"/>
                </a:lnTo>
                <a:lnTo>
                  <a:pt x="4608" y="41761"/>
                </a:lnTo>
                <a:lnTo>
                  <a:pt x="4756" y="42198"/>
                </a:lnTo>
                <a:lnTo>
                  <a:pt x="4912" y="42630"/>
                </a:lnTo>
                <a:lnTo>
                  <a:pt x="5077" y="43057"/>
                </a:lnTo>
                <a:lnTo>
                  <a:pt x="5250" y="43479"/>
                </a:lnTo>
                <a:lnTo>
                  <a:pt x="5431" y="43896"/>
                </a:lnTo>
                <a:lnTo>
                  <a:pt x="5621" y="44309"/>
                </a:lnTo>
                <a:lnTo>
                  <a:pt x="5820" y="44716"/>
                </a:lnTo>
                <a:lnTo>
                  <a:pt x="6026" y="45120"/>
                </a:lnTo>
                <a:lnTo>
                  <a:pt x="6240" y="45519"/>
                </a:lnTo>
                <a:lnTo>
                  <a:pt x="6461" y="45915"/>
                </a:lnTo>
                <a:lnTo>
                  <a:pt x="6689" y="46306"/>
                </a:lnTo>
                <a:lnTo>
                  <a:pt x="6925" y="46694"/>
                </a:lnTo>
                <a:lnTo>
                  <a:pt x="7169" y="47078"/>
                </a:lnTo>
                <a:lnTo>
                  <a:pt x="7420" y="47458"/>
                </a:lnTo>
                <a:lnTo>
                  <a:pt x="7678" y="47835"/>
                </a:lnTo>
                <a:lnTo>
                  <a:pt x="7943" y="48207"/>
                </a:lnTo>
                <a:lnTo>
                  <a:pt x="8217" y="48576"/>
                </a:lnTo>
                <a:lnTo>
                  <a:pt x="8497" y="48941"/>
                </a:lnTo>
                <a:lnTo>
                  <a:pt x="8785" y="49302"/>
                </a:lnTo>
                <a:lnTo>
                  <a:pt x="9080" y="49659"/>
                </a:lnTo>
                <a:lnTo>
                  <a:pt x="9383" y="50013"/>
                </a:lnTo>
                <a:lnTo>
                  <a:pt x="9693" y="50362"/>
                </a:lnTo>
                <a:lnTo>
                  <a:pt x="10011" y="50708"/>
                </a:lnTo>
                <a:lnTo>
                  <a:pt x="10336" y="51050"/>
                </a:lnTo>
                <a:lnTo>
                  <a:pt x="10668" y="51388"/>
                </a:lnTo>
                <a:lnTo>
                  <a:pt x="11008" y="51722"/>
                </a:lnTo>
                <a:lnTo>
                  <a:pt x="11355" y="52052"/>
                </a:lnTo>
                <a:lnTo>
                  <a:pt x="11710" y="52379"/>
                </a:lnTo>
                <a:lnTo>
                  <a:pt x="12072" y="52702"/>
                </a:lnTo>
                <a:lnTo>
                  <a:pt x="12441" y="53020"/>
                </a:lnTo>
                <a:lnTo>
                  <a:pt x="12818" y="53335"/>
                </a:lnTo>
                <a:lnTo>
                  <a:pt x="13202" y="53647"/>
                </a:lnTo>
                <a:lnTo>
                  <a:pt x="13592" y="53956"/>
                </a:lnTo>
                <a:lnTo>
                  <a:pt x="13989" y="54261"/>
                </a:lnTo>
                <a:lnTo>
                  <a:pt x="14392" y="54564"/>
                </a:lnTo>
                <a:lnTo>
                  <a:pt x="14801" y="54864"/>
                </a:lnTo>
                <a:lnTo>
                  <a:pt x="15217" y="55161"/>
                </a:lnTo>
                <a:lnTo>
                  <a:pt x="15639" y="55455"/>
                </a:lnTo>
                <a:lnTo>
                  <a:pt x="16068" y="55746"/>
                </a:lnTo>
                <a:lnTo>
                  <a:pt x="16503" y="56034"/>
                </a:lnTo>
                <a:lnTo>
                  <a:pt x="16944" y="56319"/>
                </a:lnTo>
                <a:lnTo>
                  <a:pt x="17392" y="56601"/>
                </a:lnTo>
                <a:lnTo>
                  <a:pt x="17846" y="56881"/>
                </a:lnTo>
                <a:lnTo>
                  <a:pt x="18307" y="57157"/>
                </a:lnTo>
                <a:lnTo>
                  <a:pt x="18773" y="57430"/>
                </a:lnTo>
                <a:lnTo>
                  <a:pt x="19247" y="57701"/>
                </a:lnTo>
                <a:lnTo>
                  <a:pt x="19727" y="57968"/>
                </a:lnTo>
                <a:lnTo>
                  <a:pt x="20213" y="58233"/>
                </a:lnTo>
                <a:lnTo>
                  <a:pt x="20705" y="58494"/>
                </a:lnTo>
                <a:lnTo>
                  <a:pt x="21204" y="58753"/>
                </a:lnTo>
                <a:lnTo>
                  <a:pt x="21709" y="59009"/>
                </a:lnTo>
                <a:lnTo>
                  <a:pt x="22221" y="59262"/>
                </a:lnTo>
                <a:lnTo>
                  <a:pt x="22739" y="59511"/>
                </a:lnTo>
                <a:lnTo>
                  <a:pt x="23264" y="59758"/>
                </a:lnTo>
                <a:lnTo>
                  <a:pt x="23795" y="60002"/>
                </a:lnTo>
                <a:lnTo>
                  <a:pt x="24331" y="60244"/>
                </a:lnTo>
                <a:lnTo>
                  <a:pt x="24874" y="60483"/>
                </a:lnTo>
                <a:lnTo>
                  <a:pt x="25421" y="60721"/>
                </a:lnTo>
                <a:lnTo>
                  <a:pt x="25974" y="60957"/>
                </a:lnTo>
                <a:lnTo>
                  <a:pt x="26532" y="61191"/>
                </a:lnTo>
                <a:lnTo>
                  <a:pt x="27096" y="61423"/>
                </a:lnTo>
                <a:lnTo>
                  <a:pt x="27665" y="61653"/>
                </a:lnTo>
                <a:lnTo>
                  <a:pt x="28239" y="61881"/>
                </a:lnTo>
                <a:lnTo>
                  <a:pt x="28819" y="62107"/>
                </a:lnTo>
                <a:lnTo>
                  <a:pt x="29404" y="62331"/>
                </a:lnTo>
                <a:lnTo>
                  <a:pt x="29995" y="62554"/>
                </a:lnTo>
                <a:lnTo>
                  <a:pt x="30590" y="62774"/>
                </a:lnTo>
                <a:lnTo>
                  <a:pt x="31192" y="62993"/>
                </a:lnTo>
                <a:lnTo>
                  <a:pt x="31798" y="63209"/>
                </a:lnTo>
                <a:lnTo>
                  <a:pt x="32410" y="63424"/>
                </a:lnTo>
                <a:lnTo>
                  <a:pt x="33028" y="63637"/>
                </a:lnTo>
                <a:lnTo>
                  <a:pt x="33650" y="63847"/>
                </a:lnTo>
                <a:lnTo>
                  <a:pt x="34278" y="64056"/>
                </a:lnTo>
                <a:lnTo>
                  <a:pt x="34912" y="64263"/>
                </a:lnTo>
                <a:lnTo>
                  <a:pt x="35551" y="64468"/>
                </a:lnTo>
                <a:lnTo>
                  <a:pt x="36195" y="64672"/>
                </a:lnTo>
                <a:lnTo>
                  <a:pt x="36845" y="64873"/>
                </a:lnTo>
                <a:lnTo>
                  <a:pt x="37500" y="65072"/>
                </a:lnTo>
                <a:lnTo>
                  <a:pt x="38160" y="65270"/>
                </a:lnTo>
                <a:lnTo>
                  <a:pt x="38788" y="65454"/>
                </a:lnTo>
                <a:lnTo>
                  <a:pt x="39406" y="65637"/>
                </a:lnTo>
                <a:lnTo>
                  <a:pt x="40016" y="65821"/>
                </a:lnTo>
                <a:lnTo>
                  <a:pt x="40616" y="66004"/>
                </a:lnTo>
                <a:lnTo>
                  <a:pt x="41208" y="66187"/>
                </a:lnTo>
                <a:lnTo>
                  <a:pt x="41790" y="66370"/>
                </a:lnTo>
                <a:lnTo>
                  <a:pt x="42364" y="66552"/>
                </a:lnTo>
                <a:lnTo>
                  <a:pt x="42928" y="66735"/>
                </a:lnTo>
                <a:lnTo>
                  <a:pt x="43483" y="66917"/>
                </a:lnTo>
                <a:lnTo>
                  <a:pt x="44029" y="67098"/>
                </a:lnTo>
                <a:lnTo>
                  <a:pt x="44566" y="67280"/>
                </a:lnTo>
                <a:lnTo>
                  <a:pt x="45094" y="67461"/>
                </a:lnTo>
                <a:lnTo>
                  <a:pt x="45613" y="67642"/>
                </a:lnTo>
                <a:lnTo>
                  <a:pt x="46122" y="67823"/>
                </a:lnTo>
                <a:lnTo>
                  <a:pt x="46623" y="68003"/>
                </a:lnTo>
                <a:lnTo>
                  <a:pt x="47115" y="68184"/>
                </a:lnTo>
                <a:lnTo>
                  <a:pt x="47597" y="68363"/>
                </a:lnTo>
                <a:lnTo>
                  <a:pt x="48070" y="68543"/>
                </a:lnTo>
                <a:lnTo>
                  <a:pt x="48535" y="68723"/>
                </a:lnTo>
                <a:lnTo>
                  <a:pt x="48990" y="68902"/>
                </a:lnTo>
                <a:lnTo>
                  <a:pt x="49436" y="69081"/>
                </a:lnTo>
                <a:lnTo>
                  <a:pt x="49873" y="69259"/>
                </a:lnTo>
                <a:lnTo>
                  <a:pt x="50301" y="69438"/>
                </a:lnTo>
                <a:lnTo>
                  <a:pt x="50720" y="69616"/>
                </a:lnTo>
                <a:lnTo>
                  <a:pt x="51131" y="69794"/>
                </a:lnTo>
                <a:lnTo>
                  <a:pt x="51534" y="69974"/>
                </a:lnTo>
                <a:lnTo>
                  <a:pt x="51930" y="70153"/>
                </a:lnTo>
                <a:lnTo>
                  <a:pt x="52318" y="70334"/>
                </a:lnTo>
                <a:lnTo>
                  <a:pt x="52699" y="70516"/>
                </a:lnTo>
                <a:lnTo>
                  <a:pt x="53073" y="70698"/>
                </a:lnTo>
                <a:lnTo>
                  <a:pt x="53439" y="70881"/>
                </a:lnTo>
                <a:lnTo>
                  <a:pt x="53798" y="71065"/>
                </a:lnTo>
                <a:lnTo>
                  <a:pt x="54149" y="71249"/>
                </a:lnTo>
                <a:lnTo>
                  <a:pt x="54493" y="71435"/>
                </a:lnTo>
                <a:lnTo>
                  <a:pt x="54830" y="71621"/>
                </a:lnTo>
                <a:lnTo>
                  <a:pt x="55159" y="71808"/>
                </a:lnTo>
                <a:lnTo>
                  <a:pt x="55480" y="71995"/>
                </a:lnTo>
                <a:lnTo>
                  <a:pt x="55795" y="72184"/>
                </a:lnTo>
                <a:lnTo>
                  <a:pt x="56101" y="72373"/>
                </a:lnTo>
                <a:lnTo>
                  <a:pt x="56401" y="72563"/>
                </a:lnTo>
                <a:lnTo>
                  <a:pt x="56693" y="72753"/>
                </a:lnTo>
                <a:lnTo>
                  <a:pt x="56977" y="72945"/>
                </a:lnTo>
                <a:lnTo>
                  <a:pt x="57254" y="73137"/>
                </a:lnTo>
                <a:lnTo>
                  <a:pt x="57524" y="73330"/>
                </a:lnTo>
                <a:lnTo>
                  <a:pt x="57787" y="73524"/>
                </a:lnTo>
                <a:lnTo>
                  <a:pt x="58041" y="73718"/>
                </a:lnTo>
                <a:lnTo>
                  <a:pt x="58289" y="73914"/>
                </a:lnTo>
                <a:lnTo>
                  <a:pt x="58529" y="74110"/>
                </a:lnTo>
                <a:lnTo>
                  <a:pt x="58762" y="74307"/>
                </a:lnTo>
                <a:lnTo>
                  <a:pt x="58990" y="74506"/>
                </a:lnTo>
                <a:lnTo>
                  <a:pt x="59212" y="74708"/>
                </a:lnTo>
                <a:lnTo>
                  <a:pt x="59427" y="74911"/>
                </a:lnTo>
                <a:lnTo>
                  <a:pt x="59637" y="75116"/>
                </a:lnTo>
                <a:lnTo>
                  <a:pt x="59841" y="75323"/>
                </a:lnTo>
                <a:lnTo>
                  <a:pt x="60039" y="75532"/>
                </a:lnTo>
                <a:lnTo>
                  <a:pt x="60232" y="75743"/>
                </a:lnTo>
                <a:lnTo>
                  <a:pt x="60418" y="75955"/>
                </a:lnTo>
                <a:lnTo>
                  <a:pt x="60598" y="76170"/>
                </a:lnTo>
                <a:lnTo>
                  <a:pt x="60773" y="76387"/>
                </a:lnTo>
                <a:lnTo>
                  <a:pt x="60942" y="76605"/>
                </a:lnTo>
                <a:lnTo>
                  <a:pt x="61104" y="76826"/>
                </a:lnTo>
                <a:lnTo>
                  <a:pt x="61261" y="77048"/>
                </a:lnTo>
                <a:lnTo>
                  <a:pt x="61412" y="77272"/>
                </a:lnTo>
                <a:lnTo>
                  <a:pt x="61558" y="77498"/>
                </a:lnTo>
                <a:lnTo>
                  <a:pt x="61697" y="77726"/>
                </a:lnTo>
                <a:lnTo>
                  <a:pt x="61830" y="77957"/>
                </a:lnTo>
                <a:lnTo>
                  <a:pt x="61958" y="78188"/>
                </a:lnTo>
                <a:lnTo>
                  <a:pt x="62079" y="78422"/>
                </a:lnTo>
                <a:lnTo>
                  <a:pt x="62195" y="78658"/>
                </a:lnTo>
                <a:lnTo>
                  <a:pt x="62305" y="78896"/>
                </a:lnTo>
                <a:lnTo>
                  <a:pt x="62409" y="79135"/>
                </a:lnTo>
                <a:lnTo>
                  <a:pt x="62507" y="79377"/>
                </a:lnTo>
                <a:lnTo>
                  <a:pt x="62600" y="79621"/>
                </a:lnTo>
                <a:lnTo>
                  <a:pt x="62689" y="79868"/>
                </a:lnTo>
                <a:lnTo>
                  <a:pt x="62775" y="80118"/>
                </a:lnTo>
                <a:lnTo>
                  <a:pt x="62856" y="80370"/>
                </a:lnTo>
                <a:lnTo>
                  <a:pt x="62933" y="80626"/>
                </a:lnTo>
                <a:lnTo>
                  <a:pt x="63007" y="80885"/>
                </a:lnTo>
                <a:lnTo>
                  <a:pt x="63076" y="81146"/>
                </a:lnTo>
                <a:lnTo>
                  <a:pt x="63141" y="81411"/>
                </a:lnTo>
                <a:lnTo>
                  <a:pt x="63203" y="81678"/>
                </a:lnTo>
                <a:lnTo>
                  <a:pt x="63260" y="81949"/>
                </a:lnTo>
                <a:lnTo>
                  <a:pt x="63314" y="82222"/>
                </a:lnTo>
                <a:lnTo>
                  <a:pt x="63363" y="82499"/>
                </a:lnTo>
                <a:lnTo>
                  <a:pt x="63409" y="82778"/>
                </a:lnTo>
                <a:lnTo>
                  <a:pt x="63451" y="83060"/>
                </a:lnTo>
                <a:lnTo>
                  <a:pt x="63488" y="83345"/>
                </a:lnTo>
                <a:lnTo>
                  <a:pt x="63522" y="83633"/>
                </a:lnTo>
                <a:lnTo>
                  <a:pt x="63552" y="83924"/>
                </a:lnTo>
                <a:lnTo>
                  <a:pt x="63577" y="84218"/>
                </a:lnTo>
                <a:lnTo>
                  <a:pt x="63599" y="84515"/>
                </a:lnTo>
                <a:lnTo>
                  <a:pt x="63617" y="84815"/>
                </a:lnTo>
                <a:lnTo>
                  <a:pt x="63631" y="85118"/>
                </a:lnTo>
                <a:lnTo>
                  <a:pt x="63641" y="85424"/>
                </a:lnTo>
                <a:lnTo>
                  <a:pt x="63647" y="85732"/>
                </a:lnTo>
                <a:lnTo>
                  <a:pt x="63649" y="86044"/>
                </a:lnTo>
                <a:lnTo>
                  <a:pt x="63644" y="86477"/>
                </a:lnTo>
                <a:lnTo>
                  <a:pt x="63630" y="86906"/>
                </a:lnTo>
                <a:lnTo>
                  <a:pt x="63607" y="87330"/>
                </a:lnTo>
                <a:lnTo>
                  <a:pt x="63574" y="87748"/>
                </a:lnTo>
                <a:lnTo>
                  <a:pt x="63532" y="88162"/>
                </a:lnTo>
                <a:close/>
                <a:moveTo>
                  <a:pt x="291469" y="68875"/>
                </a:moveTo>
                <a:lnTo>
                  <a:pt x="291446" y="68192"/>
                </a:lnTo>
                <a:lnTo>
                  <a:pt x="291416" y="67514"/>
                </a:lnTo>
                <a:lnTo>
                  <a:pt x="291379" y="66839"/>
                </a:lnTo>
                <a:lnTo>
                  <a:pt x="291336" y="66170"/>
                </a:lnTo>
                <a:lnTo>
                  <a:pt x="291286" y="65505"/>
                </a:lnTo>
                <a:lnTo>
                  <a:pt x="291229" y="64844"/>
                </a:lnTo>
                <a:lnTo>
                  <a:pt x="291166" y="64188"/>
                </a:lnTo>
                <a:lnTo>
                  <a:pt x="291096" y="63536"/>
                </a:lnTo>
                <a:lnTo>
                  <a:pt x="291020" y="62889"/>
                </a:lnTo>
                <a:lnTo>
                  <a:pt x="290937" y="62246"/>
                </a:lnTo>
                <a:lnTo>
                  <a:pt x="290847" y="61607"/>
                </a:lnTo>
                <a:lnTo>
                  <a:pt x="290751" y="60973"/>
                </a:lnTo>
                <a:lnTo>
                  <a:pt x="290648" y="60344"/>
                </a:lnTo>
                <a:lnTo>
                  <a:pt x="290538" y="59719"/>
                </a:lnTo>
                <a:lnTo>
                  <a:pt x="290421" y="59099"/>
                </a:lnTo>
                <a:lnTo>
                  <a:pt x="290298" y="58483"/>
                </a:lnTo>
                <a:lnTo>
                  <a:pt x="290169" y="57871"/>
                </a:lnTo>
                <a:lnTo>
                  <a:pt x="290032" y="57264"/>
                </a:lnTo>
                <a:lnTo>
                  <a:pt x="289889" y="56661"/>
                </a:lnTo>
                <a:lnTo>
                  <a:pt x="289740" y="56063"/>
                </a:lnTo>
                <a:lnTo>
                  <a:pt x="289583" y="55469"/>
                </a:lnTo>
                <a:lnTo>
                  <a:pt x="289420" y="54881"/>
                </a:lnTo>
                <a:lnTo>
                  <a:pt x="289250" y="54299"/>
                </a:lnTo>
                <a:lnTo>
                  <a:pt x="289072" y="53724"/>
                </a:lnTo>
                <a:lnTo>
                  <a:pt x="288888" y="53155"/>
                </a:lnTo>
                <a:lnTo>
                  <a:pt x="288696" y="52592"/>
                </a:lnTo>
                <a:lnTo>
                  <a:pt x="288497" y="52036"/>
                </a:lnTo>
                <a:lnTo>
                  <a:pt x="288291" y="51486"/>
                </a:lnTo>
                <a:lnTo>
                  <a:pt x="288077" y="50942"/>
                </a:lnTo>
                <a:lnTo>
                  <a:pt x="287857" y="50405"/>
                </a:lnTo>
                <a:lnTo>
                  <a:pt x="287629" y="49874"/>
                </a:lnTo>
                <a:lnTo>
                  <a:pt x="287394" y="49350"/>
                </a:lnTo>
                <a:lnTo>
                  <a:pt x="287152" y="48832"/>
                </a:lnTo>
                <a:lnTo>
                  <a:pt x="286903" y="48320"/>
                </a:lnTo>
                <a:lnTo>
                  <a:pt x="286647" y="47815"/>
                </a:lnTo>
                <a:lnTo>
                  <a:pt x="286383" y="47316"/>
                </a:lnTo>
                <a:lnTo>
                  <a:pt x="286113" y="46824"/>
                </a:lnTo>
                <a:lnTo>
                  <a:pt x="285835" y="46338"/>
                </a:lnTo>
                <a:lnTo>
                  <a:pt x="285550" y="45858"/>
                </a:lnTo>
                <a:lnTo>
                  <a:pt x="285258" y="45385"/>
                </a:lnTo>
                <a:lnTo>
                  <a:pt x="284959" y="44918"/>
                </a:lnTo>
                <a:lnTo>
                  <a:pt x="284652" y="44457"/>
                </a:lnTo>
                <a:lnTo>
                  <a:pt x="284339" y="44003"/>
                </a:lnTo>
                <a:lnTo>
                  <a:pt x="284018" y="43555"/>
                </a:lnTo>
                <a:lnTo>
                  <a:pt x="283690" y="43114"/>
                </a:lnTo>
                <a:lnTo>
                  <a:pt x="283355" y="42680"/>
                </a:lnTo>
                <a:lnTo>
                  <a:pt x="283011" y="42254"/>
                </a:lnTo>
                <a:lnTo>
                  <a:pt x="282660" y="41836"/>
                </a:lnTo>
                <a:lnTo>
                  <a:pt x="282302" y="41426"/>
                </a:lnTo>
                <a:lnTo>
                  <a:pt x="281935" y="41024"/>
                </a:lnTo>
                <a:lnTo>
                  <a:pt x="281561" y="40630"/>
                </a:lnTo>
                <a:lnTo>
                  <a:pt x="281178" y="40244"/>
                </a:lnTo>
                <a:lnTo>
                  <a:pt x="280788" y="39866"/>
                </a:lnTo>
                <a:lnTo>
                  <a:pt x="280391" y="39496"/>
                </a:lnTo>
                <a:lnTo>
                  <a:pt x="279985" y="39134"/>
                </a:lnTo>
                <a:lnTo>
                  <a:pt x="279571" y="38781"/>
                </a:lnTo>
                <a:lnTo>
                  <a:pt x="279150" y="38435"/>
                </a:lnTo>
                <a:lnTo>
                  <a:pt x="278721" y="38097"/>
                </a:lnTo>
                <a:lnTo>
                  <a:pt x="278284" y="37768"/>
                </a:lnTo>
                <a:lnTo>
                  <a:pt x="277840" y="37446"/>
                </a:lnTo>
                <a:lnTo>
                  <a:pt x="277387" y="37133"/>
                </a:lnTo>
                <a:lnTo>
                  <a:pt x="276927" y="36827"/>
                </a:lnTo>
                <a:lnTo>
                  <a:pt x="276459" y="36530"/>
                </a:lnTo>
                <a:lnTo>
                  <a:pt x="275983" y="36240"/>
                </a:lnTo>
                <a:lnTo>
                  <a:pt x="275500" y="35959"/>
                </a:lnTo>
                <a:lnTo>
                  <a:pt x="275008" y="35686"/>
                </a:lnTo>
                <a:lnTo>
                  <a:pt x="274509" y="35420"/>
                </a:lnTo>
                <a:lnTo>
                  <a:pt x="274002" y="35163"/>
                </a:lnTo>
                <a:lnTo>
                  <a:pt x="273487" y="34914"/>
                </a:lnTo>
                <a:lnTo>
                  <a:pt x="272964" y="34674"/>
                </a:lnTo>
                <a:lnTo>
                  <a:pt x="272433" y="34444"/>
                </a:lnTo>
                <a:lnTo>
                  <a:pt x="271895" y="34224"/>
                </a:lnTo>
                <a:lnTo>
                  <a:pt x="271348" y="34015"/>
                </a:lnTo>
                <a:lnTo>
                  <a:pt x="270793" y="33816"/>
                </a:lnTo>
                <a:lnTo>
                  <a:pt x="270230" y="33627"/>
                </a:lnTo>
                <a:lnTo>
                  <a:pt x="269658" y="33448"/>
                </a:lnTo>
                <a:lnTo>
                  <a:pt x="269079" y="33279"/>
                </a:lnTo>
                <a:lnTo>
                  <a:pt x="268492" y="33121"/>
                </a:lnTo>
                <a:lnTo>
                  <a:pt x="267897" y="32973"/>
                </a:lnTo>
                <a:lnTo>
                  <a:pt x="267293" y="32835"/>
                </a:lnTo>
                <a:lnTo>
                  <a:pt x="266682" y="32707"/>
                </a:lnTo>
                <a:lnTo>
                  <a:pt x="266063" y="32590"/>
                </a:lnTo>
                <a:lnTo>
                  <a:pt x="265435" y="32483"/>
                </a:lnTo>
                <a:lnTo>
                  <a:pt x="264799" y="32385"/>
                </a:lnTo>
                <a:lnTo>
                  <a:pt x="264156" y="32299"/>
                </a:lnTo>
                <a:lnTo>
                  <a:pt x="263504" y="32222"/>
                </a:lnTo>
                <a:lnTo>
                  <a:pt x="262844" y="32156"/>
                </a:lnTo>
                <a:lnTo>
                  <a:pt x="262177" y="32099"/>
                </a:lnTo>
                <a:lnTo>
                  <a:pt x="261501" y="32053"/>
                </a:lnTo>
                <a:lnTo>
                  <a:pt x="260817" y="32018"/>
                </a:lnTo>
                <a:lnTo>
                  <a:pt x="260125" y="31992"/>
                </a:lnTo>
                <a:lnTo>
                  <a:pt x="259425" y="31977"/>
                </a:lnTo>
                <a:lnTo>
                  <a:pt x="258717" y="31972"/>
                </a:lnTo>
                <a:lnTo>
                  <a:pt x="258159" y="31976"/>
                </a:lnTo>
                <a:lnTo>
                  <a:pt x="257602" y="31991"/>
                </a:lnTo>
                <a:lnTo>
                  <a:pt x="257048" y="32014"/>
                </a:lnTo>
                <a:lnTo>
                  <a:pt x="256494" y="32047"/>
                </a:lnTo>
                <a:lnTo>
                  <a:pt x="255943" y="32090"/>
                </a:lnTo>
                <a:lnTo>
                  <a:pt x="255392" y="32142"/>
                </a:lnTo>
                <a:lnTo>
                  <a:pt x="254844" y="32204"/>
                </a:lnTo>
                <a:lnTo>
                  <a:pt x="254297" y="32275"/>
                </a:lnTo>
                <a:lnTo>
                  <a:pt x="253751" y="32355"/>
                </a:lnTo>
                <a:lnTo>
                  <a:pt x="253207" y="32445"/>
                </a:lnTo>
                <a:lnTo>
                  <a:pt x="252664" y="32544"/>
                </a:lnTo>
                <a:lnTo>
                  <a:pt x="252123" y="32653"/>
                </a:lnTo>
                <a:lnTo>
                  <a:pt x="251584" y="32771"/>
                </a:lnTo>
                <a:lnTo>
                  <a:pt x="251046" y="32899"/>
                </a:lnTo>
                <a:lnTo>
                  <a:pt x="250510" y="33036"/>
                </a:lnTo>
                <a:lnTo>
                  <a:pt x="249975" y="33183"/>
                </a:lnTo>
                <a:lnTo>
                  <a:pt x="249441" y="33339"/>
                </a:lnTo>
                <a:lnTo>
                  <a:pt x="248910" y="33505"/>
                </a:lnTo>
                <a:lnTo>
                  <a:pt x="248379" y="33680"/>
                </a:lnTo>
                <a:lnTo>
                  <a:pt x="247851" y="33865"/>
                </a:lnTo>
                <a:lnTo>
                  <a:pt x="247324" y="34059"/>
                </a:lnTo>
                <a:lnTo>
                  <a:pt x="246798" y="34262"/>
                </a:lnTo>
                <a:lnTo>
                  <a:pt x="246274" y="34475"/>
                </a:lnTo>
                <a:lnTo>
                  <a:pt x="245751" y="34697"/>
                </a:lnTo>
                <a:lnTo>
                  <a:pt x="245232" y="34929"/>
                </a:lnTo>
                <a:lnTo>
                  <a:pt x="244717" y="35170"/>
                </a:lnTo>
                <a:lnTo>
                  <a:pt x="244206" y="35419"/>
                </a:lnTo>
                <a:lnTo>
                  <a:pt x="243701" y="35678"/>
                </a:lnTo>
                <a:lnTo>
                  <a:pt x="243200" y="35945"/>
                </a:lnTo>
                <a:lnTo>
                  <a:pt x="242703" y="36221"/>
                </a:lnTo>
                <a:lnTo>
                  <a:pt x="242211" y="36507"/>
                </a:lnTo>
                <a:lnTo>
                  <a:pt x="241724" y="36801"/>
                </a:lnTo>
                <a:lnTo>
                  <a:pt x="241241" y="37104"/>
                </a:lnTo>
                <a:lnTo>
                  <a:pt x="240763" y="37417"/>
                </a:lnTo>
                <a:lnTo>
                  <a:pt x="240290" y="37738"/>
                </a:lnTo>
                <a:lnTo>
                  <a:pt x="239821" y="38068"/>
                </a:lnTo>
                <a:lnTo>
                  <a:pt x="239357" y="38407"/>
                </a:lnTo>
                <a:lnTo>
                  <a:pt x="238897" y="38755"/>
                </a:lnTo>
                <a:lnTo>
                  <a:pt x="238442" y="39112"/>
                </a:lnTo>
                <a:lnTo>
                  <a:pt x="237992" y="39478"/>
                </a:lnTo>
                <a:lnTo>
                  <a:pt x="237546" y="39853"/>
                </a:lnTo>
                <a:lnTo>
                  <a:pt x="237104" y="40236"/>
                </a:lnTo>
                <a:lnTo>
                  <a:pt x="236668" y="40629"/>
                </a:lnTo>
                <a:lnTo>
                  <a:pt x="236236" y="41031"/>
                </a:lnTo>
                <a:lnTo>
                  <a:pt x="235808" y="41442"/>
                </a:lnTo>
                <a:lnTo>
                  <a:pt x="235386" y="41861"/>
                </a:lnTo>
                <a:lnTo>
                  <a:pt x="234967" y="42290"/>
                </a:lnTo>
                <a:lnTo>
                  <a:pt x="234554" y="42727"/>
                </a:lnTo>
                <a:lnTo>
                  <a:pt x="234146" y="43173"/>
                </a:lnTo>
                <a:lnTo>
                  <a:pt x="233745" y="43627"/>
                </a:lnTo>
                <a:lnTo>
                  <a:pt x="233352" y="44090"/>
                </a:lnTo>
                <a:lnTo>
                  <a:pt x="232966" y="44560"/>
                </a:lnTo>
                <a:lnTo>
                  <a:pt x="232587" y="45038"/>
                </a:lnTo>
                <a:lnTo>
                  <a:pt x="232215" y="45524"/>
                </a:lnTo>
                <a:lnTo>
                  <a:pt x="231850" y="46019"/>
                </a:lnTo>
                <a:lnTo>
                  <a:pt x="231492" y="46521"/>
                </a:lnTo>
                <a:lnTo>
                  <a:pt x="231142" y="47032"/>
                </a:lnTo>
                <a:lnTo>
                  <a:pt x="230799" y="47550"/>
                </a:lnTo>
                <a:lnTo>
                  <a:pt x="230463" y="48077"/>
                </a:lnTo>
                <a:lnTo>
                  <a:pt x="230134" y="48611"/>
                </a:lnTo>
                <a:lnTo>
                  <a:pt x="229812" y="49154"/>
                </a:lnTo>
                <a:lnTo>
                  <a:pt x="229497" y="49705"/>
                </a:lnTo>
                <a:lnTo>
                  <a:pt x="229190" y="50264"/>
                </a:lnTo>
                <a:lnTo>
                  <a:pt x="228889" y="50831"/>
                </a:lnTo>
                <a:lnTo>
                  <a:pt x="228596" y="51406"/>
                </a:lnTo>
                <a:lnTo>
                  <a:pt x="228310" y="51989"/>
                </a:lnTo>
                <a:lnTo>
                  <a:pt x="228032" y="52580"/>
                </a:lnTo>
                <a:lnTo>
                  <a:pt x="227760" y="53179"/>
                </a:lnTo>
                <a:lnTo>
                  <a:pt x="227495" y="53786"/>
                </a:lnTo>
                <a:lnTo>
                  <a:pt x="227238" y="54401"/>
                </a:lnTo>
                <a:lnTo>
                  <a:pt x="226988" y="55025"/>
                </a:lnTo>
                <a:lnTo>
                  <a:pt x="226745" y="55656"/>
                </a:lnTo>
                <a:lnTo>
                  <a:pt x="226510" y="56295"/>
                </a:lnTo>
                <a:lnTo>
                  <a:pt x="226286" y="56941"/>
                </a:lnTo>
                <a:lnTo>
                  <a:pt x="226072" y="57595"/>
                </a:lnTo>
                <a:lnTo>
                  <a:pt x="225867" y="58256"/>
                </a:lnTo>
                <a:lnTo>
                  <a:pt x="225673" y="58924"/>
                </a:lnTo>
                <a:lnTo>
                  <a:pt x="225488" y="59599"/>
                </a:lnTo>
                <a:lnTo>
                  <a:pt x="225313" y="60282"/>
                </a:lnTo>
                <a:lnTo>
                  <a:pt x="225149" y="60972"/>
                </a:lnTo>
                <a:lnTo>
                  <a:pt x="224994" y="61670"/>
                </a:lnTo>
                <a:lnTo>
                  <a:pt x="224850" y="62374"/>
                </a:lnTo>
                <a:lnTo>
                  <a:pt x="224715" y="63086"/>
                </a:lnTo>
                <a:lnTo>
                  <a:pt x="224590" y="63805"/>
                </a:lnTo>
                <a:lnTo>
                  <a:pt x="224475" y="64532"/>
                </a:lnTo>
                <a:lnTo>
                  <a:pt x="224371" y="65266"/>
                </a:lnTo>
                <a:lnTo>
                  <a:pt x="224276" y="66007"/>
                </a:lnTo>
                <a:lnTo>
                  <a:pt x="224191" y="66755"/>
                </a:lnTo>
                <a:lnTo>
                  <a:pt x="224116" y="67511"/>
                </a:lnTo>
                <a:lnTo>
                  <a:pt x="224051" y="68274"/>
                </a:lnTo>
                <a:lnTo>
                  <a:pt x="223997" y="69044"/>
                </a:lnTo>
                <a:lnTo>
                  <a:pt x="223952" y="69822"/>
                </a:lnTo>
                <a:lnTo>
                  <a:pt x="223917" y="70606"/>
                </a:lnTo>
                <a:lnTo>
                  <a:pt x="223892" y="71399"/>
                </a:lnTo>
                <a:lnTo>
                  <a:pt x="223877" y="72198"/>
                </a:lnTo>
                <a:lnTo>
                  <a:pt x="223872" y="73005"/>
                </a:lnTo>
                <a:lnTo>
                  <a:pt x="223872" y="76099"/>
                </a:lnTo>
                <a:lnTo>
                  <a:pt x="223876" y="76796"/>
                </a:lnTo>
                <a:lnTo>
                  <a:pt x="223890" y="77489"/>
                </a:lnTo>
                <a:lnTo>
                  <a:pt x="223912" y="78178"/>
                </a:lnTo>
                <a:lnTo>
                  <a:pt x="223944" y="78861"/>
                </a:lnTo>
                <a:lnTo>
                  <a:pt x="223984" y="79540"/>
                </a:lnTo>
                <a:lnTo>
                  <a:pt x="224033" y="80215"/>
                </a:lnTo>
                <a:lnTo>
                  <a:pt x="224091" y="80885"/>
                </a:lnTo>
                <a:lnTo>
                  <a:pt x="224158" y="81550"/>
                </a:lnTo>
                <a:lnTo>
                  <a:pt x="224234" y="82211"/>
                </a:lnTo>
                <a:lnTo>
                  <a:pt x="224320" y="82867"/>
                </a:lnTo>
                <a:lnTo>
                  <a:pt x="224414" y="83518"/>
                </a:lnTo>
                <a:lnTo>
                  <a:pt x="224516" y="84165"/>
                </a:lnTo>
                <a:lnTo>
                  <a:pt x="224628" y="84808"/>
                </a:lnTo>
                <a:lnTo>
                  <a:pt x="224749" y="85445"/>
                </a:lnTo>
                <a:lnTo>
                  <a:pt x="224879" y="86078"/>
                </a:lnTo>
                <a:lnTo>
                  <a:pt x="225018" y="86707"/>
                </a:lnTo>
                <a:lnTo>
                  <a:pt x="225166" y="87331"/>
                </a:lnTo>
                <a:lnTo>
                  <a:pt x="225322" y="87950"/>
                </a:lnTo>
                <a:lnTo>
                  <a:pt x="225488" y="88565"/>
                </a:lnTo>
                <a:lnTo>
                  <a:pt x="225662" y="89175"/>
                </a:lnTo>
                <a:lnTo>
                  <a:pt x="225846" y="89780"/>
                </a:lnTo>
                <a:lnTo>
                  <a:pt x="226038" y="90381"/>
                </a:lnTo>
                <a:lnTo>
                  <a:pt x="226240" y="90977"/>
                </a:lnTo>
                <a:lnTo>
                  <a:pt x="226450" y="91569"/>
                </a:lnTo>
                <a:lnTo>
                  <a:pt x="226669" y="92155"/>
                </a:lnTo>
                <a:lnTo>
                  <a:pt x="226896" y="92734"/>
                </a:lnTo>
                <a:lnTo>
                  <a:pt x="227130" y="93307"/>
                </a:lnTo>
                <a:lnTo>
                  <a:pt x="227372" y="93873"/>
                </a:lnTo>
                <a:lnTo>
                  <a:pt x="227622" y="94432"/>
                </a:lnTo>
                <a:lnTo>
                  <a:pt x="227880" y="94985"/>
                </a:lnTo>
                <a:lnTo>
                  <a:pt x="228145" y="95531"/>
                </a:lnTo>
                <a:lnTo>
                  <a:pt x="228419" y="96071"/>
                </a:lnTo>
                <a:lnTo>
                  <a:pt x="228700" y="96604"/>
                </a:lnTo>
                <a:lnTo>
                  <a:pt x="228989" y="97130"/>
                </a:lnTo>
                <a:lnTo>
                  <a:pt x="229286" y="97649"/>
                </a:lnTo>
                <a:lnTo>
                  <a:pt x="229590" y="98162"/>
                </a:lnTo>
                <a:lnTo>
                  <a:pt x="229903" y="98668"/>
                </a:lnTo>
                <a:lnTo>
                  <a:pt x="230223" y="99168"/>
                </a:lnTo>
                <a:lnTo>
                  <a:pt x="230551" y="99661"/>
                </a:lnTo>
                <a:lnTo>
                  <a:pt x="230887" y="100147"/>
                </a:lnTo>
                <a:lnTo>
                  <a:pt x="231230" y="100627"/>
                </a:lnTo>
                <a:lnTo>
                  <a:pt x="231582" y="101100"/>
                </a:lnTo>
                <a:lnTo>
                  <a:pt x="231941" y="101566"/>
                </a:lnTo>
                <a:lnTo>
                  <a:pt x="232308" y="102026"/>
                </a:lnTo>
                <a:lnTo>
                  <a:pt x="232683" y="102479"/>
                </a:lnTo>
                <a:lnTo>
                  <a:pt x="233065" y="102925"/>
                </a:lnTo>
                <a:lnTo>
                  <a:pt x="233456" y="103365"/>
                </a:lnTo>
                <a:lnTo>
                  <a:pt x="233854" y="103798"/>
                </a:lnTo>
                <a:lnTo>
                  <a:pt x="234259" y="104223"/>
                </a:lnTo>
                <a:lnTo>
                  <a:pt x="234671" y="104641"/>
                </a:lnTo>
                <a:lnTo>
                  <a:pt x="235090" y="105051"/>
                </a:lnTo>
                <a:lnTo>
                  <a:pt x="235515" y="105452"/>
                </a:lnTo>
                <a:lnTo>
                  <a:pt x="235947" y="105846"/>
                </a:lnTo>
                <a:lnTo>
                  <a:pt x="236386" y="106231"/>
                </a:lnTo>
                <a:lnTo>
                  <a:pt x="236832" y="106608"/>
                </a:lnTo>
                <a:lnTo>
                  <a:pt x="237283" y="106978"/>
                </a:lnTo>
                <a:lnTo>
                  <a:pt x="237742" y="107339"/>
                </a:lnTo>
                <a:lnTo>
                  <a:pt x="238207" y="107692"/>
                </a:lnTo>
                <a:lnTo>
                  <a:pt x="238679" y="108037"/>
                </a:lnTo>
                <a:lnTo>
                  <a:pt x="239158" y="108374"/>
                </a:lnTo>
                <a:lnTo>
                  <a:pt x="239643" y="108703"/>
                </a:lnTo>
                <a:lnTo>
                  <a:pt x="240135" y="109024"/>
                </a:lnTo>
                <a:lnTo>
                  <a:pt x="240634" y="109337"/>
                </a:lnTo>
                <a:lnTo>
                  <a:pt x="241139" y="109642"/>
                </a:lnTo>
                <a:lnTo>
                  <a:pt x="241651" y="109939"/>
                </a:lnTo>
                <a:lnTo>
                  <a:pt x="242169" y="110228"/>
                </a:lnTo>
                <a:lnTo>
                  <a:pt x="242694" y="110508"/>
                </a:lnTo>
                <a:lnTo>
                  <a:pt x="243226" y="110781"/>
                </a:lnTo>
                <a:lnTo>
                  <a:pt x="243764" y="111045"/>
                </a:lnTo>
                <a:lnTo>
                  <a:pt x="244310" y="111302"/>
                </a:lnTo>
                <a:lnTo>
                  <a:pt x="244861" y="111550"/>
                </a:lnTo>
                <a:lnTo>
                  <a:pt x="245420" y="111791"/>
                </a:lnTo>
                <a:lnTo>
                  <a:pt x="245984" y="112022"/>
                </a:lnTo>
                <a:lnTo>
                  <a:pt x="246554" y="112244"/>
                </a:lnTo>
                <a:lnTo>
                  <a:pt x="247130" y="112455"/>
                </a:lnTo>
                <a:lnTo>
                  <a:pt x="247711" y="112657"/>
                </a:lnTo>
                <a:lnTo>
                  <a:pt x="248297" y="112849"/>
                </a:lnTo>
                <a:lnTo>
                  <a:pt x="248889" y="113032"/>
                </a:lnTo>
                <a:lnTo>
                  <a:pt x="249486" y="113204"/>
                </a:lnTo>
                <a:lnTo>
                  <a:pt x="250089" y="113366"/>
                </a:lnTo>
                <a:lnTo>
                  <a:pt x="250698" y="113519"/>
                </a:lnTo>
                <a:lnTo>
                  <a:pt x="251312" y="113662"/>
                </a:lnTo>
                <a:lnTo>
                  <a:pt x="251931" y="113795"/>
                </a:lnTo>
                <a:lnTo>
                  <a:pt x="252556" y="113918"/>
                </a:lnTo>
                <a:lnTo>
                  <a:pt x="253187" y="114031"/>
                </a:lnTo>
                <a:lnTo>
                  <a:pt x="253823" y="114134"/>
                </a:lnTo>
                <a:lnTo>
                  <a:pt x="254464" y="114228"/>
                </a:lnTo>
                <a:lnTo>
                  <a:pt x="255111" y="114312"/>
                </a:lnTo>
                <a:lnTo>
                  <a:pt x="255764" y="114386"/>
                </a:lnTo>
                <a:lnTo>
                  <a:pt x="256421" y="114450"/>
                </a:lnTo>
                <a:lnTo>
                  <a:pt x="257085" y="114504"/>
                </a:lnTo>
                <a:lnTo>
                  <a:pt x="257754" y="114548"/>
                </a:lnTo>
                <a:lnTo>
                  <a:pt x="258428" y="114583"/>
                </a:lnTo>
                <a:lnTo>
                  <a:pt x="259108" y="114607"/>
                </a:lnTo>
                <a:lnTo>
                  <a:pt x="259794" y="114622"/>
                </a:lnTo>
                <a:lnTo>
                  <a:pt x="260485" y="114627"/>
                </a:lnTo>
                <a:lnTo>
                  <a:pt x="261138" y="114623"/>
                </a:lnTo>
                <a:lnTo>
                  <a:pt x="261784" y="114612"/>
                </a:lnTo>
                <a:lnTo>
                  <a:pt x="262423" y="114592"/>
                </a:lnTo>
                <a:lnTo>
                  <a:pt x="263054" y="114565"/>
                </a:lnTo>
                <a:lnTo>
                  <a:pt x="263678" y="114531"/>
                </a:lnTo>
                <a:lnTo>
                  <a:pt x="264295" y="114489"/>
                </a:lnTo>
                <a:lnTo>
                  <a:pt x="264904" y="114439"/>
                </a:lnTo>
                <a:lnTo>
                  <a:pt x="265506" y="114381"/>
                </a:lnTo>
                <a:lnTo>
                  <a:pt x="266101" y="114316"/>
                </a:lnTo>
                <a:lnTo>
                  <a:pt x="266689" y="114243"/>
                </a:lnTo>
                <a:lnTo>
                  <a:pt x="267269" y="114163"/>
                </a:lnTo>
                <a:lnTo>
                  <a:pt x="267842" y="114074"/>
                </a:lnTo>
                <a:lnTo>
                  <a:pt x="268408" y="113978"/>
                </a:lnTo>
                <a:lnTo>
                  <a:pt x="268966" y="113875"/>
                </a:lnTo>
                <a:lnTo>
                  <a:pt x="269518" y="113764"/>
                </a:lnTo>
                <a:lnTo>
                  <a:pt x="270062" y="113645"/>
                </a:lnTo>
                <a:lnTo>
                  <a:pt x="270598" y="113518"/>
                </a:lnTo>
                <a:lnTo>
                  <a:pt x="271127" y="113384"/>
                </a:lnTo>
                <a:lnTo>
                  <a:pt x="271649" y="113242"/>
                </a:lnTo>
                <a:lnTo>
                  <a:pt x="272164" y="113092"/>
                </a:lnTo>
                <a:lnTo>
                  <a:pt x="272672" y="112935"/>
                </a:lnTo>
                <a:lnTo>
                  <a:pt x="273172" y="112770"/>
                </a:lnTo>
                <a:lnTo>
                  <a:pt x="273665" y="112597"/>
                </a:lnTo>
                <a:lnTo>
                  <a:pt x="274150" y="112417"/>
                </a:lnTo>
                <a:lnTo>
                  <a:pt x="274629" y="112230"/>
                </a:lnTo>
                <a:lnTo>
                  <a:pt x="275101" y="112039"/>
                </a:lnTo>
                <a:lnTo>
                  <a:pt x="275568" y="111844"/>
                </a:lnTo>
                <a:lnTo>
                  <a:pt x="276028" y="111643"/>
                </a:lnTo>
                <a:lnTo>
                  <a:pt x="276481" y="111438"/>
                </a:lnTo>
                <a:lnTo>
                  <a:pt x="276929" y="111229"/>
                </a:lnTo>
                <a:lnTo>
                  <a:pt x="277370" y="111015"/>
                </a:lnTo>
                <a:lnTo>
                  <a:pt x="277805" y="110796"/>
                </a:lnTo>
                <a:lnTo>
                  <a:pt x="278233" y="110573"/>
                </a:lnTo>
                <a:lnTo>
                  <a:pt x="278656" y="110345"/>
                </a:lnTo>
                <a:lnTo>
                  <a:pt x="279072" y="110112"/>
                </a:lnTo>
                <a:lnTo>
                  <a:pt x="279482" y="109875"/>
                </a:lnTo>
                <a:lnTo>
                  <a:pt x="279885" y="109634"/>
                </a:lnTo>
                <a:lnTo>
                  <a:pt x="280283" y="109387"/>
                </a:lnTo>
                <a:lnTo>
                  <a:pt x="280674" y="109136"/>
                </a:lnTo>
                <a:lnTo>
                  <a:pt x="281058" y="108881"/>
                </a:lnTo>
                <a:lnTo>
                  <a:pt x="281437" y="108621"/>
                </a:lnTo>
                <a:lnTo>
                  <a:pt x="281809" y="108356"/>
                </a:lnTo>
                <a:lnTo>
                  <a:pt x="282175" y="108087"/>
                </a:lnTo>
                <a:lnTo>
                  <a:pt x="282535" y="107813"/>
                </a:lnTo>
                <a:lnTo>
                  <a:pt x="282888" y="107534"/>
                </a:lnTo>
                <a:lnTo>
                  <a:pt x="283235" y="107251"/>
                </a:lnTo>
                <a:lnTo>
                  <a:pt x="283576" y="106963"/>
                </a:lnTo>
                <a:lnTo>
                  <a:pt x="283911" y="106671"/>
                </a:lnTo>
                <a:lnTo>
                  <a:pt x="284240" y="106375"/>
                </a:lnTo>
                <a:lnTo>
                  <a:pt x="284564" y="106079"/>
                </a:lnTo>
                <a:lnTo>
                  <a:pt x="284884" y="105781"/>
                </a:lnTo>
                <a:lnTo>
                  <a:pt x="285198" y="105482"/>
                </a:lnTo>
                <a:lnTo>
                  <a:pt x="285508" y="105181"/>
                </a:lnTo>
                <a:lnTo>
                  <a:pt x="285813" y="104880"/>
                </a:lnTo>
                <a:lnTo>
                  <a:pt x="286112" y="104577"/>
                </a:lnTo>
                <a:lnTo>
                  <a:pt x="286408" y="104272"/>
                </a:lnTo>
                <a:lnTo>
                  <a:pt x="286698" y="103967"/>
                </a:lnTo>
                <a:lnTo>
                  <a:pt x="286983" y="103660"/>
                </a:lnTo>
                <a:lnTo>
                  <a:pt x="287264" y="103352"/>
                </a:lnTo>
                <a:lnTo>
                  <a:pt x="287539" y="103043"/>
                </a:lnTo>
                <a:lnTo>
                  <a:pt x="287810" y="102732"/>
                </a:lnTo>
                <a:lnTo>
                  <a:pt x="288076" y="102420"/>
                </a:lnTo>
                <a:lnTo>
                  <a:pt x="288337" y="102107"/>
                </a:lnTo>
                <a:lnTo>
                  <a:pt x="288593" y="101792"/>
                </a:lnTo>
                <a:lnTo>
                  <a:pt x="288844" y="101477"/>
                </a:lnTo>
                <a:lnTo>
                  <a:pt x="289091" y="101160"/>
                </a:lnTo>
                <a:lnTo>
                  <a:pt x="289332" y="100841"/>
                </a:lnTo>
                <a:lnTo>
                  <a:pt x="289569" y="100522"/>
                </a:lnTo>
                <a:lnTo>
                  <a:pt x="289801" y="100201"/>
                </a:lnTo>
                <a:lnTo>
                  <a:pt x="290028" y="99879"/>
                </a:lnTo>
                <a:lnTo>
                  <a:pt x="290250" y="99555"/>
                </a:lnTo>
                <a:lnTo>
                  <a:pt x="290467" y="99230"/>
                </a:lnTo>
                <a:lnTo>
                  <a:pt x="282217" y="92674"/>
                </a:lnTo>
                <a:lnTo>
                  <a:pt x="281901" y="93082"/>
                </a:lnTo>
                <a:lnTo>
                  <a:pt x="281582" y="93483"/>
                </a:lnTo>
                <a:lnTo>
                  <a:pt x="281258" y="93877"/>
                </a:lnTo>
                <a:lnTo>
                  <a:pt x="280930" y="94264"/>
                </a:lnTo>
                <a:lnTo>
                  <a:pt x="280597" y="94644"/>
                </a:lnTo>
                <a:lnTo>
                  <a:pt x="280260" y="95017"/>
                </a:lnTo>
                <a:lnTo>
                  <a:pt x="279919" y="95384"/>
                </a:lnTo>
                <a:lnTo>
                  <a:pt x="279573" y="95743"/>
                </a:lnTo>
                <a:lnTo>
                  <a:pt x="279223" y="96096"/>
                </a:lnTo>
                <a:lnTo>
                  <a:pt x="278868" y="96442"/>
                </a:lnTo>
                <a:lnTo>
                  <a:pt x="278510" y="96781"/>
                </a:lnTo>
                <a:lnTo>
                  <a:pt x="278147" y="97112"/>
                </a:lnTo>
                <a:lnTo>
                  <a:pt x="277779" y="97437"/>
                </a:lnTo>
                <a:lnTo>
                  <a:pt x="277407" y="97755"/>
                </a:lnTo>
                <a:lnTo>
                  <a:pt x="277031" y="98067"/>
                </a:lnTo>
                <a:lnTo>
                  <a:pt x="276651" y="98371"/>
                </a:lnTo>
                <a:lnTo>
                  <a:pt x="276266" y="98668"/>
                </a:lnTo>
                <a:lnTo>
                  <a:pt x="275877" y="98959"/>
                </a:lnTo>
                <a:lnTo>
                  <a:pt x="275483" y="99242"/>
                </a:lnTo>
                <a:lnTo>
                  <a:pt x="275085" y="99519"/>
                </a:lnTo>
                <a:lnTo>
                  <a:pt x="274683" y="99789"/>
                </a:lnTo>
                <a:lnTo>
                  <a:pt x="274276" y="100051"/>
                </a:lnTo>
                <a:lnTo>
                  <a:pt x="273865" y="100307"/>
                </a:lnTo>
                <a:lnTo>
                  <a:pt x="273450" y="100556"/>
                </a:lnTo>
                <a:lnTo>
                  <a:pt x="273029" y="100797"/>
                </a:lnTo>
                <a:lnTo>
                  <a:pt x="272600" y="101027"/>
                </a:lnTo>
                <a:lnTo>
                  <a:pt x="272163" y="101247"/>
                </a:lnTo>
                <a:lnTo>
                  <a:pt x="271719" y="101457"/>
                </a:lnTo>
                <a:lnTo>
                  <a:pt x="271267" y="101656"/>
                </a:lnTo>
                <a:lnTo>
                  <a:pt x="270807" y="101846"/>
                </a:lnTo>
                <a:lnTo>
                  <a:pt x="270340" y="102025"/>
                </a:lnTo>
                <a:lnTo>
                  <a:pt x="269865" y="102193"/>
                </a:lnTo>
                <a:lnTo>
                  <a:pt x="269382" y="102352"/>
                </a:lnTo>
                <a:lnTo>
                  <a:pt x="268892" y="102500"/>
                </a:lnTo>
                <a:lnTo>
                  <a:pt x="268394" y="102638"/>
                </a:lnTo>
                <a:lnTo>
                  <a:pt x="267888" y="102766"/>
                </a:lnTo>
                <a:lnTo>
                  <a:pt x="267375" y="102884"/>
                </a:lnTo>
                <a:lnTo>
                  <a:pt x="266854" y="102991"/>
                </a:lnTo>
                <a:lnTo>
                  <a:pt x="266325" y="103089"/>
                </a:lnTo>
                <a:lnTo>
                  <a:pt x="265789" y="103176"/>
                </a:lnTo>
                <a:lnTo>
                  <a:pt x="265245" y="103252"/>
                </a:lnTo>
                <a:lnTo>
                  <a:pt x="264693" y="103319"/>
                </a:lnTo>
                <a:lnTo>
                  <a:pt x="264134" y="103375"/>
                </a:lnTo>
                <a:lnTo>
                  <a:pt x="263566" y="103421"/>
                </a:lnTo>
                <a:lnTo>
                  <a:pt x="262992" y="103457"/>
                </a:lnTo>
                <a:lnTo>
                  <a:pt x="262409" y="103483"/>
                </a:lnTo>
                <a:lnTo>
                  <a:pt x="261819" y="103498"/>
                </a:lnTo>
                <a:lnTo>
                  <a:pt x="261221" y="103503"/>
                </a:lnTo>
                <a:lnTo>
                  <a:pt x="260757" y="103499"/>
                </a:lnTo>
                <a:lnTo>
                  <a:pt x="260297" y="103488"/>
                </a:lnTo>
                <a:lnTo>
                  <a:pt x="259841" y="103470"/>
                </a:lnTo>
                <a:lnTo>
                  <a:pt x="259389" y="103444"/>
                </a:lnTo>
                <a:lnTo>
                  <a:pt x="258941" y="103410"/>
                </a:lnTo>
                <a:lnTo>
                  <a:pt x="258498" y="103370"/>
                </a:lnTo>
                <a:lnTo>
                  <a:pt x="258059" y="103321"/>
                </a:lnTo>
                <a:lnTo>
                  <a:pt x="257624" y="103266"/>
                </a:lnTo>
                <a:lnTo>
                  <a:pt x="257193" y="103203"/>
                </a:lnTo>
                <a:lnTo>
                  <a:pt x="256767" y="103132"/>
                </a:lnTo>
                <a:lnTo>
                  <a:pt x="256345" y="103054"/>
                </a:lnTo>
                <a:lnTo>
                  <a:pt x="255927" y="102969"/>
                </a:lnTo>
                <a:lnTo>
                  <a:pt x="255513" y="102876"/>
                </a:lnTo>
                <a:lnTo>
                  <a:pt x="255103" y="102776"/>
                </a:lnTo>
                <a:lnTo>
                  <a:pt x="254698" y="102669"/>
                </a:lnTo>
                <a:lnTo>
                  <a:pt x="254297" y="102554"/>
                </a:lnTo>
                <a:lnTo>
                  <a:pt x="253900" y="102431"/>
                </a:lnTo>
                <a:lnTo>
                  <a:pt x="253507" y="102301"/>
                </a:lnTo>
                <a:lnTo>
                  <a:pt x="253119" y="102164"/>
                </a:lnTo>
                <a:lnTo>
                  <a:pt x="252734" y="102019"/>
                </a:lnTo>
                <a:lnTo>
                  <a:pt x="252354" y="101867"/>
                </a:lnTo>
                <a:lnTo>
                  <a:pt x="251978" y="101708"/>
                </a:lnTo>
                <a:lnTo>
                  <a:pt x="251607" y="101541"/>
                </a:lnTo>
                <a:lnTo>
                  <a:pt x="251239" y="101367"/>
                </a:lnTo>
                <a:lnTo>
                  <a:pt x="250876" y="101186"/>
                </a:lnTo>
                <a:lnTo>
                  <a:pt x="250518" y="100999"/>
                </a:lnTo>
                <a:lnTo>
                  <a:pt x="250164" y="100807"/>
                </a:lnTo>
                <a:lnTo>
                  <a:pt x="249815" y="100610"/>
                </a:lnTo>
                <a:lnTo>
                  <a:pt x="249471" y="100406"/>
                </a:lnTo>
                <a:lnTo>
                  <a:pt x="249131" y="100197"/>
                </a:lnTo>
                <a:lnTo>
                  <a:pt x="248795" y="99983"/>
                </a:lnTo>
                <a:lnTo>
                  <a:pt x="248465" y="99762"/>
                </a:lnTo>
                <a:lnTo>
                  <a:pt x="248138" y="99537"/>
                </a:lnTo>
                <a:lnTo>
                  <a:pt x="247817" y="99305"/>
                </a:lnTo>
                <a:lnTo>
                  <a:pt x="247500" y="99068"/>
                </a:lnTo>
                <a:lnTo>
                  <a:pt x="247188" y="98825"/>
                </a:lnTo>
                <a:lnTo>
                  <a:pt x="246880" y="98577"/>
                </a:lnTo>
                <a:lnTo>
                  <a:pt x="246577" y="98323"/>
                </a:lnTo>
                <a:lnTo>
                  <a:pt x="246278" y="98063"/>
                </a:lnTo>
                <a:lnTo>
                  <a:pt x="245984" y="97798"/>
                </a:lnTo>
                <a:lnTo>
                  <a:pt x="245695" y="97527"/>
                </a:lnTo>
                <a:lnTo>
                  <a:pt x="245410" y="97251"/>
                </a:lnTo>
                <a:lnTo>
                  <a:pt x="245130" y="96968"/>
                </a:lnTo>
                <a:lnTo>
                  <a:pt x="244855" y="96681"/>
                </a:lnTo>
                <a:lnTo>
                  <a:pt x="244584" y="96387"/>
                </a:lnTo>
                <a:lnTo>
                  <a:pt x="244318" y="96088"/>
                </a:lnTo>
                <a:lnTo>
                  <a:pt x="244056" y="95784"/>
                </a:lnTo>
                <a:lnTo>
                  <a:pt x="243799" y="95473"/>
                </a:lnTo>
                <a:lnTo>
                  <a:pt x="243547" y="95158"/>
                </a:lnTo>
                <a:lnTo>
                  <a:pt x="243300" y="94839"/>
                </a:lnTo>
                <a:lnTo>
                  <a:pt x="243058" y="94515"/>
                </a:lnTo>
                <a:lnTo>
                  <a:pt x="242821" y="94187"/>
                </a:lnTo>
                <a:lnTo>
                  <a:pt x="242589" y="93855"/>
                </a:lnTo>
                <a:lnTo>
                  <a:pt x="242362" y="93519"/>
                </a:lnTo>
                <a:lnTo>
                  <a:pt x="242141" y="93178"/>
                </a:lnTo>
                <a:lnTo>
                  <a:pt x="241925" y="92834"/>
                </a:lnTo>
                <a:lnTo>
                  <a:pt x="241713" y="92485"/>
                </a:lnTo>
                <a:lnTo>
                  <a:pt x="241507" y="92131"/>
                </a:lnTo>
                <a:lnTo>
                  <a:pt x="241306" y="91774"/>
                </a:lnTo>
                <a:lnTo>
                  <a:pt x="241110" y="91412"/>
                </a:lnTo>
                <a:lnTo>
                  <a:pt x="240919" y="91047"/>
                </a:lnTo>
                <a:lnTo>
                  <a:pt x="240734" y="90676"/>
                </a:lnTo>
                <a:lnTo>
                  <a:pt x="240553" y="90302"/>
                </a:lnTo>
                <a:lnTo>
                  <a:pt x="240378" y="89924"/>
                </a:lnTo>
                <a:lnTo>
                  <a:pt x="240207" y="89541"/>
                </a:lnTo>
                <a:lnTo>
                  <a:pt x="240042" y="89154"/>
                </a:lnTo>
                <a:lnTo>
                  <a:pt x="239882" y="88763"/>
                </a:lnTo>
                <a:lnTo>
                  <a:pt x="239727" y="88367"/>
                </a:lnTo>
                <a:lnTo>
                  <a:pt x="239577" y="87968"/>
                </a:lnTo>
                <a:lnTo>
                  <a:pt x="239432" y="87564"/>
                </a:lnTo>
                <a:lnTo>
                  <a:pt x="239292" y="87156"/>
                </a:lnTo>
                <a:lnTo>
                  <a:pt x="239158" y="86744"/>
                </a:lnTo>
                <a:lnTo>
                  <a:pt x="239029" y="86328"/>
                </a:lnTo>
                <a:lnTo>
                  <a:pt x="238905" y="85910"/>
                </a:lnTo>
                <a:lnTo>
                  <a:pt x="238787" y="85490"/>
                </a:lnTo>
                <a:lnTo>
                  <a:pt x="238674" y="85067"/>
                </a:lnTo>
                <a:lnTo>
                  <a:pt x="238567" y="84641"/>
                </a:lnTo>
                <a:lnTo>
                  <a:pt x="238465" y="84214"/>
                </a:lnTo>
                <a:lnTo>
                  <a:pt x="238369" y="83783"/>
                </a:lnTo>
                <a:lnTo>
                  <a:pt x="238278" y="83351"/>
                </a:lnTo>
                <a:lnTo>
                  <a:pt x="238193" y="82916"/>
                </a:lnTo>
                <a:lnTo>
                  <a:pt x="238113" y="82478"/>
                </a:lnTo>
                <a:lnTo>
                  <a:pt x="238039" y="82038"/>
                </a:lnTo>
                <a:lnTo>
                  <a:pt x="237970" y="81596"/>
                </a:lnTo>
                <a:lnTo>
                  <a:pt x="237907" y="81151"/>
                </a:lnTo>
                <a:lnTo>
                  <a:pt x="237849" y="80704"/>
                </a:lnTo>
                <a:lnTo>
                  <a:pt x="237797" y="80255"/>
                </a:lnTo>
                <a:lnTo>
                  <a:pt x="237750" y="79803"/>
                </a:lnTo>
                <a:lnTo>
                  <a:pt x="237709" y="79348"/>
                </a:lnTo>
                <a:lnTo>
                  <a:pt x="237673" y="78891"/>
                </a:lnTo>
                <a:lnTo>
                  <a:pt x="237643" y="78432"/>
                </a:lnTo>
                <a:lnTo>
                  <a:pt x="237618" y="77970"/>
                </a:lnTo>
                <a:lnTo>
                  <a:pt x="237599" y="77506"/>
                </a:lnTo>
                <a:lnTo>
                  <a:pt x="237586" y="77056"/>
                </a:lnTo>
                <a:lnTo>
                  <a:pt x="291499" y="77056"/>
                </a:lnTo>
                <a:lnTo>
                  <a:pt x="291499" y="70951"/>
                </a:lnTo>
                <a:lnTo>
                  <a:pt x="291495" y="70255"/>
                </a:lnTo>
                <a:lnTo>
                  <a:pt x="291485" y="69563"/>
                </a:lnTo>
                <a:lnTo>
                  <a:pt x="291469" y="68875"/>
                </a:lnTo>
                <a:close/>
                <a:moveTo>
                  <a:pt x="238350" y="63627"/>
                </a:moveTo>
                <a:lnTo>
                  <a:pt x="238444" y="63129"/>
                </a:lnTo>
                <a:lnTo>
                  <a:pt x="238544" y="62636"/>
                </a:lnTo>
                <a:lnTo>
                  <a:pt x="238648" y="62149"/>
                </a:lnTo>
                <a:lnTo>
                  <a:pt x="238759" y="61668"/>
                </a:lnTo>
                <a:lnTo>
                  <a:pt x="238874" y="61193"/>
                </a:lnTo>
                <a:lnTo>
                  <a:pt x="238995" y="60724"/>
                </a:lnTo>
                <a:lnTo>
                  <a:pt x="239121" y="60260"/>
                </a:lnTo>
                <a:lnTo>
                  <a:pt x="239252" y="59803"/>
                </a:lnTo>
                <a:lnTo>
                  <a:pt x="239388" y="59351"/>
                </a:lnTo>
                <a:lnTo>
                  <a:pt x="239527" y="58905"/>
                </a:lnTo>
                <a:lnTo>
                  <a:pt x="239672" y="58466"/>
                </a:lnTo>
                <a:lnTo>
                  <a:pt x="239820" y="58032"/>
                </a:lnTo>
                <a:lnTo>
                  <a:pt x="239973" y="57604"/>
                </a:lnTo>
                <a:lnTo>
                  <a:pt x="240130" y="57181"/>
                </a:lnTo>
                <a:lnTo>
                  <a:pt x="240292" y="56765"/>
                </a:lnTo>
                <a:lnTo>
                  <a:pt x="240457" y="56355"/>
                </a:lnTo>
                <a:lnTo>
                  <a:pt x="240628" y="55950"/>
                </a:lnTo>
                <a:lnTo>
                  <a:pt x="240802" y="55551"/>
                </a:lnTo>
                <a:lnTo>
                  <a:pt x="240981" y="55159"/>
                </a:lnTo>
                <a:lnTo>
                  <a:pt x="241164" y="54772"/>
                </a:lnTo>
                <a:lnTo>
                  <a:pt x="241352" y="54391"/>
                </a:lnTo>
                <a:lnTo>
                  <a:pt x="241544" y="54016"/>
                </a:lnTo>
                <a:lnTo>
                  <a:pt x="241740" y="53646"/>
                </a:lnTo>
                <a:lnTo>
                  <a:pt x="241941" y="53283"/>
                </a:lnTo>
                <a:lnTo>
                  <a:pt x="242146" y="52926"/>
                </a:lnTo>
                <a:lnTo>
                  <a:pt x="242355" y="52574"/>
                </a:lnTo>
                <a:lnTo>
                  <a:pt x="242569" y="52228"/>
                </a:lnTo>
                <a:lnTo>
                  <a:pt x="242787" y="51889"/>
                </a:lnTo>
                <a:lnTo>
                  <a:pt x="243010" y="51555"/>
                </a:lnTo>
                <a:lnTo>
                  <a:pt x="243236" y="51227"/>
                </a:lnTo>
                <a:lnTo>
                  <a:pt x="243467" y="50904"/>
                </a:lnTo>
                <a:lnTo>
                  <a:pt x="243703" y="50588"/>
                </a:lnTo>
                <a:lnTo>
                  <a:pt x="243942" y="50279"/>
                </a:lnTo>
                <a:lnTo>
                  <a:pt x="244185" y="49976"/>
                </a:lnTo>
                <a:lnTo>
                  <a:pt x="244431" y="49680"/>
                </a:lnTo>
                <a:lnTo>
                  <a:pt x="244682" y="49390"/>
                </a:lnTo>
                <a:lnTo>
                  <a:pt x="244936" y="49106"/>
                </a:lnTo>
                <a:lnTo>
                  <a:pt x="245194" y="48830"/>
                </a:lnTo>
                <a:lnTo>
                  <a:pt x="245457" y="48559"/>
                </a:lnTo>
                <a:lnTo>
                  <a:pt x="245722" y="48295"/>
                </a:lnTo>
                <a:lnTo>
                  <a:pt x="245992" y="48038"/>
                </a:lnTo>
                <a:lnTo>
                  <a:pt x="246266" y="47787"/>
                </a:lnTo>
                <a:lnTo>
                  <a:pt x="246543" y="47543"/>
                </a:lnTo>
                <a:lnTo>
                  <a:pt x="246824" y="47306"/>
                </a:lnTo>
                <a:lnTo>
                  <a:pt x="247109" y="47074"/>
                </a:lnTo>
                <a:lnTo>
                  <a:pt x="247398" y="46850"/>
                </a:lnTo>
                <a:lnTo>
                  <a:pt x="247691" y="46632"/>
                </a:lnTo>
                <a:lnTo>
                  <a:pt x="247988" y="46420"/>
                </a:lnTo>
                <a:lnTo>
                  <a:pt x="248288" y="46215"/>
                </a:lnTo>
                <a:lnTo>
                  <a:pt x="248592" y="46016"/>
                </a:lnTo>
                <a:lnTo>
                  <a:pt x="248900" y="45824"/>
                </a:lnTo>
                <a:lnTo>
                  <a:pt x="249212" y="45639"/>
                </a:lnTo>
                <a:lnTo>
                  <a:pt x="249528" y="45460"/>
                </a:lnTo>
                <a:lnTo>
                  <a:pt x="249848" y="45287"/>
                </a:lnTo>
                <a:lnTo>
                  <a:pt x="250171" y="45121"/>
                </a:lnTo>
                <a:lnTo>
                  <a:pt x="250498" y="44962"/>
                </a:lnTo>
                <a:lnTo>
                  <a:pt x="250827" y="44810"/>
                </a:lnTo>
                <a:lnTo>
                  <a:pt x="251159" y="44664"/>
                </a:lnTo>
                <a:lnTo>
                  <a:pt x="251493" y="44525"/>
                </a:lnTo>
                <a:lnTo>
                  <a:pt x="251830" y="44393"/>
                </a:lnTo>
                <a:lnTo>
                  <a:pt x="252169" y="44267"/>
                </a:lnTo>
                <a:lnTo>
                  <a:pt x="252511" y="44149"/>
                </a:lnTo>
                <a:lnTo>
                  <a:pt x="252856" y="44037"/>
                </a:lnTo>
                <a:lnTo>
                  <a:pt x="253203" y="43932"/>
                </a:lnTo>
                <a:lnTo>
                  <a:pt x="253553" y="43834"/>
                </a:lnTo>
                <a:lnTo>
                  <a:pt x="253905" y="43742"/>
                </a:lnTo>
                <a:lnTo>
                  <a:pt x="254260" y="43657"/>
                </a:lnTo>
                <a:lnTo>
                  <a:pt x="254617" y="43579"/>
                </a:lnTo>
                <a:lnTo>
                  <a:pt x="254977" y="43508"/>
                </a:lnTo>
                <a:lnTo>
                  <a:pt x="255339" y="43444"/>
                </a:lnTo>
                <a:lnTo>
                  <a:pt x="255704" y="43386"/>
                </a:lnTo>
                <a:lnTo>
                  <a:pt x="256072" y="43335"/>
                </a:lnTo>
                <a:lnTo>
                  <a:pt x="256442" y="43291"/>
                </a:lnTo>
                <a:lnTo>
                  <a:pt x="256815" y="43254"/>
                </a:lnTo>
                <a:lnTo>
                  <a:pt x="257190" y="43223"/>
                </a:lnTo>
                <a:lnTo>
                  <a:pt x="257568" y="43200"/>
                </a:lnTo>
                <a:lnTo>
                  <a:pt x="257948" y="43183"/>
                </a:lnTo>
                <a:lnTo>
                  <a:pt x="258331" y="43173"/>
                </a:lnTo>
                <a:lnTo>
                  <a:pt x="258717" y="43169"/>
                </a:lnTo>
                <a:lnTo>
                  <a:pt x="259295" y="43175"/>
                </a:lnTo>
                <a:lnTo>
                  <a:pt x="259863" y="43192"/>
                </a:lnTo>
                <a:lnTo>
                  <a:pt x="260420" y="43220"/>
                </a:lnTo>
                <a:lnTo>
                  <a:pt x="260968" y="43259"/>
                </a:lnTo>
                <a:lnTo>
                  <a:pt x="261505" y="43310"/>
                </a:lnTo>
                <a:lnTo>
                  <a:pt x="262032" y="43371"/>
                </a:lnTo>
                <a:lnTo>
                  <a:pt x="262548" y="43444"/>
                </a:lnTo>
                <a:lnTo>
                  <a:pt x="263055" y="43528"/>
                </a:lnTo>
                <a:lnTo>
                  <a:pt x="263551" y="43624"/>
                </a:lnTo>
                <a:lnTo>
                  <a:pt x="264037" y="43730"/>
                </a:lnTo>
                <a:lnTo>
                  <a:pt x="264513" y="43848"/>
                </a:lnTo>
                <a:lnTo>
                  <a:pt x="264978" y="43977"/>
                </a:lnTo>
                <a:lnTo>
                  <a:pt x="265434" y="44118"/>
                </a:lnTo>
                <a:lnTo>
                  <a:pt x="265879" y="44269"/>
                </a:lnTo>
                <a:lnTo>
                  <a:pt x="266314" y="44432"/>
                </a:lnTo>
                <a:lnTo>
                  <a:pt x="266738" y="44606"/>
                </a:lnTo>
                <a:lnTo>
                  <a:pt x="267153" y="44791"/>
                </a:lnTo>
                <a:lnTo>
                  <a:pt x="267557" y="44987"/>
                </a:lnTo>
                <a:lnTo>
                  <a:pt x="267951" y="45195"/>
                </a:lnTo>
                <a:lnTo>
                  <a:pt x="268334" y="45414"/>
                </a:lnTo>
                <a:lnTo>
                  <a:pt x="268708" y="45644"/>
                </a:lnTo>
                <a:lnTo>
                  <a:pt x="269071" y="45885"/>
                </a:lnTo>
                <a:lnTo>
                  <a:pt x="269424" y="46138"/>
                </a:lnTo>
                <a:lnTo>
                  <a:pt x="269767" y="46401"/>
                </a:lnTo>
                <a:lnTo>
                  <a:pt x="270101" y="46674"/>
                </a:lnTo>
                <a:lnTo>
                  <a:pt x="270427" y="46952"/>
                </a:lnTo>
                <a:lnTo>
                  <a:pt x="270746" y="47236"/>
                </a:lnTo>
                <a:lnTo>
                  <a:pt x="271057" y="47527"/>
                </a:lnTo>
                <a:lnTo>
                  <a:pt x="271361" y="47824"/>
                </a:lnTo>
                <a:lnTo>
                  <a:pt x="271657" y="48127"/>
                </a:lnTo>
                <a:lnTo>
                  <a:pt x="271945" y="48436"/>
                </a:lnTo>
                <a:lnTo>
                  <a:pt x="272227" y="48751"/>
                </a:lnTo>
                <a:lnTo>
                  <a:pt x="272500" y="49072"/>
                </a:lnTo>
                <a:lnTo>
                  <a:pt x="272766" y="49399"/>
                </a:lnTo>
                <a:lnTo>
                  <a:pt x="273024" y="49733"/>
                </a:lnTo>
                <a:lnTo>
                  <a:pt x="273275" y="50072"/>
                </a:lnTo>
                <a:lnTo>
                  <a:pt x="273519" y="50418"/>
                </a:lnTo>
                <a:lnTo>
                  <a:pt x="273754" y="50770"/>
                </a:lnTo>
                <a:lnTo>
                  <a:pt x="273983" y="51128"/>
                </a:lnTo>
                <a:lnTo>
                  <a:pt x="274203" y="51492"/>
                </a:lnTo>
                <a:lnTo>
                  <a:pt x="274416" y="51862"/>
                </a:lnTo>
                <a:lnTo>
                  <a:pt x="274622" y="52238"/>
                </a:lnTo>
                <a:lnTo>
                  <a:pt x="274820" y="52621"/>
                </a:lnTo>
                <a:lnTo>
                  <a:pt x="275011" y="53009"/>
                </a:lnTo>
                <a:lnTo>
                  <a:pt x="275193" y="53404"/>
                </a:lnTo>
                <a:lnTo>
                  <a:pt x="275369" y="53805"/>
                </a:lnTo>
                <a:lnTo>
                  <a:pt x="275537" y="54212"/>
                </a:lnTo>
                <a:lnTo>
                  <a:pt x="275697" y="54625"/>
                </a:lnTo>
                <a:lnTo>
                  <a:pt x="275851" y="55041"/>
                </a:lnTo>
                <a:lnTo>
                  <a:pt x="275999" y="55459"/>
                </a:lnTo>
                <a:lnTo>
                  <a:pt x="276142" y="55877"/>
                </a:lnTo>
                <a:lnTo>
                  <a:pt x="276279" y="56297"/>
                </a:lnTo>
                <a:lnTo>
                  <a:pt x="276411" y="56718"/>
                </a:lnTo>
                <a:lnTo>
                  <a:pt x="276537" y="57139"/>
                </a:lnTo>
                <a:lnTo>
                  <a:pt x="276658" y="57562"/>
                </a:lnTo>
                <a:lnTo>
                  <a:pt x="276773" y="57986"/>
                </a:lnTo>
                <a:lnTo>
                  <a:pt x="276883" y="58411"/>
                </a:lnTo>
                <a:lnTo>
                  <a:pt x="276988" y="58836"/>
                </a:lnTo>
                <a:lnTo>
                  <a:pt x="277086" y="59263"/>
                </a:lnTo>
                <a:lnTo>
                  <a:pt x="277180" y="59691"/>
                </a:lnTo>
                <a:lnTo>
                  <a:pt x="277267" y="60120"/>
                </a:lnTo>
                <a:lnTo>
                  <a:pt x="277350" y="60550"/>
                </a:lnTo>
                <a:lnTo>
                  <a:pt x="277427" y="60980"/>
                </a:lnTo>
                <a:lnTo>
                  <a:pt x="277498" y="61412"/>
                </a:lnTo>
                <a:lnTo>
                  <a:pt x="277564" y="61845"/>
                </a:lnTo>
                <a:lnTo>
                  <a:pt x="277624" y="62279"/>
                </a:lnTo>
                <a:lnTo>
                  <a:pt x="277679" y="62714"/>
                </a:lnTo>
                <a:lnTo>
                  <a:pt x="277728" y="63150"/>
                </a:lnTo>
                <a:lnTo>
                  <a:pt x="277772" y="63587"/>
                </a:lnTo>
                <a:lnTo>
                  <a:pt x="277810" y="64025"/>
                </a:lnTo>
                <a:lnTo>
                  <a:pt x="277843" y="64464"/>
                </a:lnTo>
                <a:lnTo>
                  <a:pt x="277870" y="64904"/>
                </a:lnTo>
                <a:lnTo>
                  <a:pt x="277870" y="65933"/>
                </a:lnTo>
                <a:lnTo>
                  <a:pt x="237996" y="65933"/>
                </a:lnTo>
                <a:lnTo>
                  <a:pt x="238028" y="65681"/>
                </a:lnTo>
                <a:lnTo>
                  <a:pt x="238100" y="65159"/>
                </a:lnTo>
                <a:lnTo>
                  <a:pt x="238178" y="64642"/>
                </a:lnTo>
                <a:lnTo>
                  <a:pt x="238262" y="64132"/>
                </a:lnTo>
                <a:lnTo>
                  <a:pt x="238350" y="63627"/>
                </a:lnTo>
                <a:close/>
                <a:moveTo>
                  <a:pt x="142806" y="91439"/>
                </a:moveTo>
                <a:lnTo>
                  <a:pt x="142743" y="91583"/>
                </a:lnTo>
                <a:lnTo>
                  <a:pt x="142531" y="92039"/>
                </a:lnTo>
                <a:lnTo>
                  <a:pt x="142309" y="92486"/>
                </a:lnTo>
                <a:lnTo>
                  <a:pt x="142078" y="92925"/>
                </a:lnTo>
                <a:lnTo>
                  <a:pt x="141836" y="93355"/>
                </a:lnTo>
                <a:lnTo>
                  <a:pt x="141585" y="93778"/>
                </a:lnTo>
                <a:lnTo>
                  <a:pt x="141324" y="94192"/>
                </a:lnTo>
                <a:lnTo>
                  <a:pt x="141053" y="94598"/>
                </a:lnTo>
                <a:lnTo>
                  <a:pt x="140772" y="94996"/>
                </a:lnTo>
                <a:lnTo>
                  <a:pt x="140482" y="95386"/>
                </a:lnTo>
                <a:lnTo>
                  <a:pt x="140181" y="95768"/>
                </a:lnTo>
                <a:lnTo>
                  <a:pt x="139871" y="96141"/>
                </a:lnTo>
                <a:lnTo>
                  <a:pt x="139551" y="96507"/>
                </a:lnTo>
                <a:lnTo>
                  <a:pt x="139221" y="96864"/>
                </a:lnTo>
                <a:lnTo>
                  <a:pt x="138881" y="97213"/>
                </a:lnTo>
                <a:lnTo>
                  <a:pt x="138531" y="97553"/>
                </a:lnTo>
                <a:lnTo>
                  <a:pt x="138171" y="97886"/>
                </a:lnTo>
                <a:lnTo>
                  <a:pt x="137802" y="98210"/>
                </a:lnTo>
                <a:lnTo>
                  <a:pt x="137423" y="98526"/>
                </a:lnTo>
                <a:lnTo>
                  <a:pt x="137034" y="98834"/>
                </a:lnTo>
                <a:lnTo>
                  <a:pt x="136635" y="99134"/>
                </a:lnTo>
                <a:lnTo>
                  <a:pt x="136226" y="99426"/>
                </a:lnTo>
                <a:lnTo>
                  <a:pt x="135807" y="99709"/>
                </a:lnTo>
                <a:lnTo>
                  <a:pt x="135377" y="99983"/>
                </a:lnTo>
                <a:lnTo>
                  <a:pt x="134935" y="100245"/>
                </a:lnTo>
                <a:lnTo>
                  <a:pt x="134480" y="100495"/>
                </a:lnTo>
                <a:lnTo>
                  <a:pt x="134013" y="100733"/>
                </a:lnTo>
                <a:lnTo>
                  <a:pt x="133533" y="100960"/>
                </a:lnTo>
                <a:lnTo>
                  <a:pt x="133040" y="101176"/>
                </a:lnTo>
                <a:lnTo>
                  <a:pt x="132535" y="101379"/>
                </a:lnTo>
                <a:lnTo>
                  <a:pt x="132017" y="101571"/>
                </a:lnTo>
                <a:lnTo>
                  <a:pt x="131487" y="101752"/>
                </a:lnTo>
                <a:lnTo>
                  <a:pt x="130945" y="101920"/>
                </a:lnTo>
                <a:lnTo>
                  <a:pt x="130389" y="102078"/>
                </a:lnTo>
                <a:lnTo>
                  <a:pt x="129822" y="102223"/>
                </a:lnTo>
                <a:lnTo>
                  <a:pt x="129241" y="102357"/>
                </a:lnTo>
                <a:lnTo>
                  <a:pt x="128649" y="102479"/>
                </a:lnTo>
                <a:lnTo>
                  <a:pt x="128043" y="102590"/>
                </a:lnTo>
                <a:lnTo>
                  <a:pt x="127425" y="102689"/>
                </a:lnTo>
                <a:lnTo>
                  <a:pt x="126795" y="102776"/>
                </a:lnTo>
                <a:lnTo>
                  <a:pt x="126152" y="102852"/>
                </a:lnTo>
                <a:lnTo>
                  <a:pt x="125497" y="102916"/>
                </a:lnTo>
                <a:lnTo>
                  <a:pt x="124829" y="102968"/>
                </a:lnTo>
                <a:lnTo>
                  <a:pt x="124148" y="103009"/>
                </a:lnTo>
                <a:lnTo>
                  <a:pt x="123455" y="103038"/>
                </a:lnTo>
                <a:lnTo>
                  <a:pt x="122749" y="103055"/>
                </a:lnTo>
                <a:lnTo>
                  <a:pt x="122031" y="103061"/>
                </a:lnTo>
                <a:lnTo>
                  <a:pt x="121798" y="103060"/>
                </a:lnTo>
                <a:lnTo>
                  <a:pt x="121566" y="103055"/>
                </a:lnTo>
                <a:lnTo>
                  <a:pt x="121334" y="103048"/>
                </a:lnTo>
                <a:lnTo>
                  <a:pt x="121103" y="103039"/>
                </a:lnTo>
                <a:lnTo>
                  <a:pt x="120873" y="103026"/>
                </a:lnTo>
                <a:lnTo>
                  <a:pt x="120643" y="103010"/>
                </a:lnTo>
                <a:lnTo>
                  <a:pt x="120414" y="102992"/>
                </a:lnTo>
                <a:lnTo>
                  <a:pt x="120186" y="102971"/>
                </a:lnTo>
                <a:lnTo>
                  <a:pt x="119958" y="102947"/>
                </a:lnTo>
                <a:lnTo>
                  <a:pt x="119731" y="102920"/>
                </a:lnTo>
                <a:lnTo>
                  <a:pt x="119504" y="102891"/>
                </a:lnTo>
                <a:lnTo>
                  <a:pt x="119278" y="102858"/>
                </a:lnTo>
                <a:lnTo>
                  <a:pt x="119053" y="102823"/>
                </a:lnTo>
                <a:lnTo>
                  <a:pt x="118828" y="102785"/>
                </a:lnTo>
                <a:lnTo>
                  <a:pt x="118604" y="102745"/>
                </a:lnTo>
                <a:lnTo>
                  <a:pt x="118381" y="102701"/>
                </a:lnTo>
                <a:lnTo>
                  <a:pt x="118158" y="102654"/>
                </a:lnTo>
                <a:lnTo>
                  <a:pt x="117936" y="102605"/>
                </a:lnTo>
                <a:lnTo>
                  <a:pt x="117714" y="102553"/>
                </a:lnTo>
                <a:lnTo>
                  <a:pt x="117494" y="102498"/>
                </a:lnTo>
                <a:lnTo>
                  <a:pt x="117273" y="102441"/>
                </a:lnTo>
                <a:lnTo>
                  <a:pt x="117054" y="102380"/>
                </a:lnTo>
                <a:lnTo>
                  <a:pt x="116835" y="102317"/>
                </a:lnTo>
                <a:lnTo>
                  <a:pt x="116617" y="102251"/>
                </a:lnTo>
                <a:lnTo>
                  <a:pt x="116400" y="102181"/>
                </a:lnTo>
                <a:lnTo>
                  <a:pt x="116184" y="102107"/>
                </a:lnTo>
                <a:lnTo>
                  <a:pt x="115971" y="102029"/>
                </a:lnTo>
                <a:lnTo>
                  <a:pt x="115759" y="101947"/>
                </a:lnTo>
                <a:lnTo>
                  <a:pt x="115549" y="101860"/>
                </a:lnTo>
                <a:lnTo>
                  <a:pt x="115341" y="101770"/>
                </a:lnTo>
                <a:lnTo>
                  <a:pt x="115135" y="101675"/>
                </a:lnTo>
                <a:lnTo>
                  <a:pt x="114931" y="101575"/>
                </a:lnTo>
                <a:lnTo>
                  <a:pt x="114728" y="101472"/>
                </a:lnTo>
                <a:lnTo>
                  <a:pt x="114527" y="101364"/>
                </a:lnTo>
                <a:lnTo>
                  <a:pt x="114328" y="101253"/>
                </a:lnTo>
                <a:lnTo>
                  <a:pt x="114130" y="101136"/>
                </a:lnTo>
                <a:lnTo>
                  <a:pt x="113935" y="101016"/>
                </a:lnTo>
                <a:lnTo>
                  <a:pt x="113741" y="100892"/>
                </a:lnTo>
                <a:lnTo>
                  <a:pt x="113549" y="100763"/>
                </a:lnTo>
                <a:lnTo>
                  <a:pt x="113359" y="100630"/>
                </a:lnTo>
                <a:lnTo>
                  <a:pt x="113171" y="100493"/>
                </a:lnTo>
                <a:lnTo>
                  <a:pt x="112984" y="100351"/>
                </a:lnTo>
                <a:lnTo>
                  <a:pt x="112799" y="100206"/>
                </a:lnTo>
                <a:lnTo>
                  <a:pt x="112616" y="100056"/>
                </a:lnTo>
                <a:lnTo>
                  <a:pt x="112435" y="99902"/>
                </a:lnTo>
                <a:lnTo>
                  <a:pt x="112256" y="99744"/>
                </a:lnTo>
                <a:lnTo>
                  <a:pt x="112078" y="99581"/>
                </a:lnTo>
                <a:lnTo>
                  <a:pt x="111902" y="99415"/>
                </a:lnTo>
                <a:lnTo>
                  <a:pt x="111729" y="99243"/>
                </a:lnTo>
                <a:lnTo>
                  <a:pt x="111558" y="99067"/>
                </a:lnTo>
                <a:lnTo>
                  <a:pt x="111391" y="98885"/>
                </a:lnTo>
                <a:lnTo>
                  <a:pt x="111227" y="98698"/>
                </a:lnTo>
                <a:lnTo>
                  <a:pt x="111066" y="98506"/>
                </a:lnTo>
                <a:lnTo>
                  <a:pt x="110908" y="98309"/>
                </a:lnTo>
                <a:lnTo>
                  <a:pt x="110753" y="98107"/>
                </a:lnTo>
                <a:lnTo>
                  <a:pt x="110601" y="97900"/>
                </a:lnTo>
                <a:lnTo>
                  <a:pt x="110452" y="97688"/>
                </a:lnTo>
                <a:lnTo>
                  <a:pt x="110306" y="97471"/>
                </a:lnTo>
                <a:lnTo>
                  <a:pt x="110163" y="97248"/>
                </a:lnTo>
                <a:lnTo>
                  <a:pt x="110024" y="97020"/>
                </a:lnTo>
                <a:lnTo>
                  <a:pt x="109887" y="96788"/>
                </a:lnTo>
                <a:lnTo>
                  <a:pt x="109753" y="96550"/>
                </a:lnTo>
                <a:lnTo>
                  <a:pt x="109623" y="96307"/>
                </a:lnTo>
                <a:lnTo>
                  <a:pt x="109496" y="96059"/>
                </a:lnTo>
                <a:lnTo>
                  <a:pt x="109371" y="95805"/>
                </a:lnTo>
                <a:lnTo>
                  <a:pt x="109250" y="95547"/>
                </a:lnTo>
                <a:lnTo>
                  <a:pt x="109132" y="95283"/>
                </a:lnTo>
                <a:lnTo>
                  <a:pt x="109017" y="95015"/>
                </a:lnTo>
                <a:lnTo>
                  <a:pt x="108905" y="94741"/>
                </a:lnTo>
                <a:lnTo>
                  <a:pt x="108796" y="94462"/>
                </a:lnTo>
                <a:lnTo>
                  <a:pt x="108690" y="94178"/>
                </a:lnTo>
                <a:lnTo>
                  <a:pt x="108587" y="93889"/>
                </a:lnTo>
                <a:lnTo>
                  <a:pt x="108488" y="93595"/>
                </a:lnTo>
                <a:lnTo>
                  <a:pt x="108393" y="93293"/>
                </a:lnTo>
                <a:lnTo>
                  <a:pt x="108302" y="92985"/>
                </a:lnTo>
                <a:lnTo>
                  <a:pt x="108216" y="92671"/>
                </a:lnTo>
                <a:lnTo>
                  <a:pt x="108133" y="92350"/>
                </a:lnTo>
                <a:lnTo>
                  <a:pt x="108055" y="92022"/>
                </a:lnTo>
                <a:lnTo>
                  <a:pt x="107981" y="91688"/>
                </a:lnTo>
                <a:lnTo>
                  <a:pt x="107912" y="91348"/>
                </a:lnTo>
                <a:lnTo>
                  <a:pt x="107846" y="91001"/>
                </a:lnTo>
                <a:lnTo>
                  <a:pt x="107785" y="90647"/>
                </a:lnTo>
                <a:lnTo>
                  <a:pt x="107728" y="90287"/>
                </a:lnTo>
                <a:lnTo>
                  <a:pt x="107675" y="89921"/>
                </a:lnTo>
                <a:lnTo>
                  <a:pt x="107627" y="89547"/>
                </a:lnTo>
                <a:lnTo>
                  <a:pt x="107583" y="89168"/>
                </a:lnTo>
                <a:lnTo>
                  <a:pt x="107542" y="88782"/>
                </a:lnTo>
                <a:lnTo>
                  <a:pt x="107507" y="88389"/>
                </a:lnTo>
                <a:lnTo>
                  <a:pt x="107475" y="87990"/>
                </a:lnTo>
                <a:lnTo>
                  <a:pt x="107447" y="87584"/>
                </a:lnTo>
                <a:lnTo>
                  <a:pt x="107424" y="87172"/>
                </a:lnTo>
                <a:lnTo>
                  <a:pt x="107405" y="86753"/>
                </a:lnTo>
                <a:lnTo>
                  <a:pt x="107390" y="86328"/>
                </a:lnTo>
                <a:lnTo>
                  <a:pt x="107380" y="85896"/>
                </a:lnTo>
                <a:lnTo>
                  <a:pt x="107374" y="85457"/>
                </a:lnTo>
                <a:lnTo>
                  <a:pt x="107371" y="85012"/>
                </a:lnTo>
                <a:lnTo>
                  <a:pt x="107371" y="33445"/>
                </a:lnTo>
                <a:lnTo>
                  <a:pt x="93743" y="33445"/>
                </a:lnTo>
                <a:lnTo>
                  <a:pt x="93743" y="84865"/>
                </a:lnTo>
                <a:lnTo>
                  <a:pt x="93746" y="85524"/>
                </a:lnTo>
                <a:lnTo>
                  <a:pt x="93756" y="86175"/>
                </a:lnTo>
                <a:lnTo>
                  <a:pt x="93772" y="86818"/>
                </a:lnTo>
                <a:lnTo>
                  <a:pt x="93795" y="87454"/>
                </a:lnTo>
                <a:lnTo>
                  <a:pt x="93824" y="88081"/>
                </a:lnTo>
                <a:lnTo>
                  <a:pt x="93860" y="88700"/>
                </a:lnTo>
                <a:lnTo>
                  <a:pt x="93903" y="89312"/>
                </a:lnTo>
                <a:lnTo>
                  <a:pt x="93952" y="89915"/>
                </a:lnTo>
                <a:lnTo>
                  <a:pt x="94007" y="90511"/>
                </a:lnTo>
                <a:lnTo>
                  <a:pt x="94069" y="91099"/>
                </a:lnTo>
                <a:lnTo>
                  <a:pt x="94138" y="91679"/>
                </a:lnTo>
                <a:lnTo>
                  <a:pt x="94213" y="92250"/>
                </a:lnTo>
                <a:lnTo>
                  <a:pt x="94294" y="92814"/>
                </a:lnTo>
                <a:lnTo>
                  <a:pt x="94382" y="93370"/>
                </a:lnTo>
                <a:lnTo>
                  <a:pt x="94477" y="93918"/>
                </a:lnTo>
                <a:lnTo>
                  <a:pt x="94578" y="94458"/>
                </a:lnTo>
                <a:lnTo>
                  <a:pt x="94685" y="94990"/>
                </a:lnTo>
                <a:lnTo>
                  <a:pt x="94800" y="95515"/>
                </a:lnTo>
                <a:lnTo>
                  <a:pt x="94920" y="96031"/>
                </a:lnTo>
                <a:lnTo>
                  <a:pt x="95047" y="96539"/>
                </a:lnTo>
                <a:lnTo>
                  <a:pt x="95181" y="97040"/>
                </a:lnTo>
                <a:lnTo>
                  <a:pt x="95321" y="97532"/>
                </a:lnTo>
                <a:lnTo>
                  <a:pt x="95468" y="98017"/>
                </a:lnTo>
                <a:lnTo>
                  <a:pt x="95621" y="98494"/>
                </a:lnTo>
                <a:lnTo>
                  <a:pt x="95781" y="98963"/>
                </a:lnTo>
                <a:lnTo>
                  <a:pt x="95946" y="99424"/>
                </a:lnTo>
                <a:lnTo>
                  <a:pt x="96116" y="99878"/>
                </a:lnTo>
                <a:lnTo>
                  <a:pt x="96292" y="100325"/>
                </a:lnTo>
                <a:lnTo>
                  <a:pt x="96473" y="100764"/>
                </a:lnTo>
                <a:lnTo>
                  <a:pt x="96660" y="101196"/>
                </a:lnTo>
                <a:lnTo>
                  <a:pt x="96852" y="101621"/>
                </a:lnTo>
                <a:lnTo>
                  <a:pt x="97050" y="102038"/>
                </a:lnTo>
                <a:lnTo>
                  <a:pt x="97253" y="102448"/>
                </a:lnTo>
                <a:lnTo>
                  <a:pt x="97462" y="102850"/>
                </a:lnTo>
                <a:lnTo>
                  <a:pt x="97676" y="103245"/>
                </a:lnTo>
                <a:lnTo>
                  <a:pt x="97896" y="103632"/>
                </a:lnTo>
                <a:lnTo>
                  <a:pt x="98121" y="104012"/>
                </a:lnTo>
                <a:lnTo>
                  <a:pt x="98352" y="104385"/>
                </a:lnTo>
                <a:lnTo>
                  <a:pt x="98588" y="104750"/>
                </a:lnTo>
                <a:lnTo>
                  <a:pt x="98830" y="105107"/>
                </a:lnTo>
                <a:lnTo>
                  <a:pt x="99077" y="105458"/>
                </a:lnTo>
                <a:lnTo>
                  <a:pt x="99330" y="105801"/>
                </a:lnTo>
                <a:lnTo>
                  <a:pt x="99588" y="106136"/>
                </a:lnTo>
                <a:lnTo>
                  <a:pt x="99852" y="106464"/>
                </a:lnTo>
                <a:lnTo>
                  <a:pt x="100122" y="106785"/>
                </a:lnTo>
                <a:lnTo>
                  <a:pt x="100396" y="107098"/>
                </a:lnTo>
                <a:lnTo>
                  <a:pt x="100677" y="107404"/>
                </a:lnTo>
                <a:lnTo>
                  <a:pt x="100962" y="107702"/>
                </a:lnTo>
                <a:lnTo>
                  <a:pt x="101253" y="107994"/>
                </a:lnTo>
                <a:lnTo>
                  <a:pt x="101549" y="108279"/>
                </a:lnTo>
                <a:lnTo>
                  <a:pt x="101849" y="108557"/>
                </a:lnTo>
                <a:lnTo>
                  <a:pt x="102154" y="108830"/>
                </a:lnTo>
                <a:lnTo>
                  <a:pt x="102464" y="109096"/>
                </a:lnTo>
                <a:lnTo>
                  <a:pt x="102779" y="109355"/>
                </a:lnTo>
                <a:lnTo>
                  <a:pt x="103098" y="109608"/>
                </a:lnTo>
                <a:lnTo>
                  <a:pt x="103422" y="109855"/>
                </a:lnTo>
                <a:lnTo>
                  <a:pt x="103751" y="110095"/>
                </a:lnTo>
                <a:lnTo>
                  <a:pt x="104084" y="110329"/>
                </a:lnTo>
                <a:lnTo>
                  <a:pt x="104423" y="110557"/>
                </a:lnTo>
                <a:lnTo>
                  <a:pt x="104765" y="110778"/>
                </a:lnTo>
                <a:lnTo>
                  <a:pt x="105113" y="110992"/>
                </a:lnTo>
                <a:lnTo>
                  <a:pt x="105466" y="111201"/>
                </a:lnTo>
                <a:lnTo>
                  <a:pt x="105823" y="111403"/>
                </a:lnTo>
                <a:lnTo>
                  <a:pt x="106185" y="111598"/>
                </a:lnTo>
                <a:lnTo>
                  <a:pt x="106551" y="111787"/>
                </a:lnTo>
                <a:lnTo>
                  <a:pt x="106923" y="111970"/>
                </a:lnTo>
                <a:lnTo>
                  <a:pt x="107299" y="112147"/>
                </a:lnTo>
                <a:lnTo>
                  <a:pt x="107679" y="112317"/>
                </a:lnTo>
                <a:lnTo>
                  <a:pt x="108065" y="112480"/>
                </a:lnTo>
                <a:lnTo>
                  <a:pt x="108455" y="112637"/>
                </a:lnTo>
                <a:lnTo>
                  <a:pt x="108850" y="112788"/>
                </a:lnTo>
                <a:lnTo>
                  <a:pt x="109250" y="112933"/>
                </a:lnTo>
                <a:lnTo>
                  <a:pt x="109654" y="113071"/>
                </a:lnTo>
                <a:lnTo>
                  <a:pt x="110061" y="113203"/>
                </a:lnTo>
                <a:lnTo>
                  <a:pt x="110472" y="113330"/>
                </a:lnTo>
                <a:lnTo>
                  <a:pt x="110886" y="113450"/>
                </a:lnTo>
                <a:lnTo>
                  <a:pt x="111304" y="113565"/>
                </a:lnTo>
                <a:lnTo>
                  <a:pt x="111725" y="113674"/>
                </a:lnTo>
                <a:lnTo>
                  <a:pt x="112149" y="113777"/>
                </a:lnTo>
                <a:lnTo>
                  <a:pt x="112577" y="113874"/>
                </a:lnTo>
                <a:lnTo>
                  <a:pt x="113009" y="113965"/>
                </a:lnTo>
                <a:lnTo>
                  <a:pt x="113444" y="114050"/>
                </a:lnTo>
                <a:lnTo>
                  <a:pt x="113882" y="114130"/>
                </a:lnTo>
                <a:lnTo>
                  <a:pt x="114324" y="114203"/>
                </a:lnTo>
                <a:lnTo>
                  <a:pt x="114769" y="114271"/>
                </a:lnTo>
                <a:lnTo>
                  <a:pt x="115218" y="114333"/>
                </a:lnTo>
                <a:lnTo>
                  <a:pt x="115670" y="114389"/>
                </a:lnTo>
                <a:lnTo>
                  <a:pt x="116126" y="114439"/>
                </a:lnTo>
                <a:lnTo>
                  <a:pt x="116585" y="114483"/>
                </a:lnTo>
                <a:lnTo>
                  <a:pt x="117047" y="114521"/>
                </a:lnTo>
                <a:lnTo>
                  <a:pt x="117513" y="114553"/>
                </a:lnTo>
                <a:lnTo>
                  <a:pt x="117983" y="114580"/>
                </a:lnTo>
                <a:lnTo>
                  <a:pt x="118456" y="114600"/>
                </a:lnTo>
                <a:lnTo>
                  <a:pt x="118932" y="114615"/>
                </a:lnTo>
                <a:lnTo>
                  <a:pt x="119412" y="114624"/>
                </a:lnTo>
                <a:lnTo>
                  <a:pt x="119895" y="114627"/>
                </a:lnTo>
                <a:lnTo>
                  <a:pt x="120603" y="114622"/>
                </a:lnTo>
                <a:lnTo>
                  <a:pt x="121301" y="114608"/>
                </a:lnTo>
                <a:lnTo>
                  <a:pt x="121991" y="114584"/>
                </a:lnTo>
                <a:lnTo>
                  <a:pt x="122672" y="114550"/>
                </a:lnTo>
                <a:lnTo>
                  <a:pt x="123344" y="114507"/>
                </a:lnTo>
                <a:lnTo>
                  <a:pt x="124007" y="114454"/>
                </a:lnTo>
                <a:lnTo>
                  <a:pt x="124660" y="114392"/>
                </a:lnTo>
                <a:lnTo>
                  <a:pt x="125305" y="114320"/>
                </a:lnTo>
                <a:lnTo>
                  <a:pt x="125941" y="114238"/>
                </a:lnTo>
                <a:lnTo>
                  <a:pt x="126569" y="114147"/>
                </a:lnTo>
                <a:lnTo>
                  <a:pt x="127187" y="114047"/>
                </a:lnTo>
                <a:lnTo>
                  <a:pt x="127796" y="113936"/>
                </a:lnTo>
                <a:lnTo>
                  <a:pt x="128396" y="113816"/>
                </a:lnTo>
                <a:lnTo>
                  <a:pt x="128987" y="113687"/>
                </a:lnTo>
                <a:lnTo>
                  <a:pt x="129570" y="113548"/>
                </a:lnTo>
                <a:lnTo>
                  <a:pt x="130143" y="113399"/>
                </a:lnTo>
                <a:lnTo>
                  <a:pt x="130707" y="113241"/>
                </a:lnTo>
                <a:lnTo>
                  <a:pt x="131263" y="113073"/>
                </a:lnTo>
                <a:lnTo>
                  <a:pt x="131809" y="112895"/>
                </a:lnTo>
                <a:lnTo>
                  <a:pt x="132347" y="112708"/>
                </a:lnTo>
                <a:lnTo>
                  <a:pt x="132875" y="112512"/>
                </a:lnTo>
                <a:lnTo>
                  <a:pt x="133395" y="112306"/>
                </a:lnTo>
                <a:lnTo>
                  <a:pt x="133906" y="112090"/>
                </a:lnTo>
                <a:lnTo>
                  <a:pt x="134408" y="111864"/>
                </a:lnTo>
                <a:lnTo>
                  <a:pt x="134901" y="111630"/>
                </a:lnTo>
                <a:lnTo>
                  <a:pt x="135386" y="111389"/>
                </a:lnTo>
                <a:lnTo>
                  <a:pt x="135864" y="111140"/>
                </a:lnTo>
                <a:lnTo>
                  <a:pt x="136333" y="110883"/>
                </a:lnTo>
                <a:lnTo>
                  <a:pt x="136795" y="110619"/>
                </a:lnTo>
                <a:lnTo>
                  <a:pt x="137248" y="110347"/>
                </a:lnTo>
                <a:lnTo>
                  <a:pt x="137694" y="110068"/>
                </a:lnTo>
                <a:lnTo>
                  <a:pt x="138132" y="109781"/>
                </a:lnTo>
                <a:lnTo>
                  <a:pt x="138562" y="109487"/>
                </a:lnTo>
                <a:lnTo>
                  <a:pt x="138984" y="109185"/>
                </a:lnTo>
                <a:lnTo>
                  <a:pt x="139398" y="108875"/>
                </a:lnTo>
                <a:lnTo>
                  <a:pt x="139804" y="108559"/>
                </a:lnTo>
                <a:lnTo>
                  <a:pt x="140202" y="108234"/>
                </a:lnTo>
                <a:lnTo>
                  <a:pt x="140592" y="107902"/>
                </a:lnTo>
                <a:lnTo>
                  <a:pt x="140974" y="107562"/>
                </a:lnTo>
                <a:lnTo>
                  <a:pt x="141349" y="107215"/>
                </a:lnTo>
                <a:lnTo>
                  <a:pt x="141715" y="106860"/>
                </a:lnTo>
                <a:lnTo>
                  <a:pt x="142074" y="106498"/>
                </a:lnTo>
                <a:lnTo>
                  <a:pt x="142424" y="106128"/>
                </a:lnTo>
                <a:lnTo>
                  <a:pt x="142767" y="105751"/>
                </a:lnTo>
                <a:lnTo>
                  <a:pt x="143101" y="105366"/>
                </a:lnTo>
                <a:lnTo>
                  <a:pt x="143185" y="105266"/>
                </a:lnTo>
                <a:lnTo>
                  <a:pt x="143469" y="113154"/>
                </a:lnTo>
                <a:lnTo>
                  <a:pt x="156508" y="113154"/>
                </a:lnTo>
                <a:lnTo>
                  <a:pt x="156508" y="33445"/>
                </a:lnTo>
                <a:lnTo>
                  <a:pt x="142806" y="33445"/>
                </a:lnTo>
                <a:lnTo>
                  <a:pt x="142806" y="91439"/>
                </a:lnTo>
                <a:close/>
                <a:moveTo>
                  <a:pt x="477683" y="13259"/>
                </a:moveTo>
                <a:lnTo>
                  <a:pt x="477714" y="13509"/>
                </a:lnTo>
                <a:lnTo>
                  <a:pt x="477753" y="13755"/>
                </a:lnTo>
                <a:lnTo>
                  <a:pt x="477799" y="13998"/>
                </a:lnTo>
                <a:lnTo>
                  <a:pt x="477851" y="14238"/>
                </a:lnTo>
                <a:lnTo>
                  <a:pt x="477911" y="14475"/>
                </a:lnTo>
                <a:lnTo>
                  <a:pt x="477978" y="14709"/>
                </a:lnTo>
                <a:lnTo>
                  <a:pt x="478052" y="14939"/>
                </a:lnTo>
                <a:lnTo>
                  <a:pt x="478133" y="15166"/>
                </a:lnTo>
                <a:lnTo>
                  <a:pt x="478221" y="15390"/>
                </a:lnTo>
                <a:lnTo>
                  <a:pt x="478316" y="15611"/>
                </a:lnTo>
                <a:lnTo>
                  <a:pt x="478418" y="15829"/>
                </a:lnTo>
                <a:lnTo>
                  <a:pt x="478527" y="16043"/>
                </a:lnTo>
                <a:lnTo>
                  <a:pt x="478643" y="16254"/>
                </a:lnTo>
                <a:lnTo>
                  <a:pt x="478766" y="16462"/>
                </a:lnTo>
                <a:lnTo>
                  <a:pt x="478896" y="16667"/>
                </a:lnTo>
                <a:lnTo>
                  <a:pt x="479033" y="16869"/>
                </a:lnTo>
                <a:lnTo>
                  <a:pt x="479177" y="17067"/>
                </a:lnTo>
                <a:lnTo>
                  <a:pt x="479329" y="17263"/>
                </a:lnTo>
                <a:lnTo>
                  <a:pt x="479487" y="17455"/>
                </a:lnTo>
                <a:lnTo>
                  <a:pt x="479652" y="17643"/>
                </a:lnTo>
                <a:lnTo>
                  <a:pt x="479824" y="17827"/>
                </a:lnTo>
                <a:lnTo>
                  <a:pt x="480003" y="18002"/>
                </a:lnTo>
                <a:lnTo>
                  <a:pt x="480189" y="18170"/>
                </a:lnTo>
                <a:lnTo>
                  <a:pt x="480382" y="18330"/>
                </a:lnTo>
                <a:lnTo>
                  <a:pt x="480581" y="18482"/>
                </a:lnTo>
                <a:lnTo>
                  <a:pt x="480787" y="18626"/>
                </a:lnTo>
                <a:lnTo>
                  <a:pt x="481000" y="18763"/>
                </a:lnTo>
                <a:lnTo>
                  <a:pt x="481220" y="18892"/>
                </a:lnTo>
                <a:lnTo>
                  <a:pt x="481446" y="19013"/>
                </a:lnTo>
                <a:lnTo>
                  <a:pt x="481679" y="19126"/>
                </a:lnTo>
                <a:lnTo>
                  <a:pt x="481919" y="19231"/>
                </a:lnTo>
                <a:lnTo>
                  <a:pt x="482166" y="19329"/>
                </a:lnTo>
                <a:lnTo>
                  <a:pt x="482420" y="19418"/>
                </a:lnTo>
                <a:lnTo>
                  <a:pt x="482680" y="19500"/>
                </a:lnTo>
                <a:lnTo>
                  <a:pt x="482947" y="19574"/>
                </a:lnTo>
                <a:lnTo>
                  <a:pt x="483221" y="19641"/>
                </a:lnTo>
                <a:lnTo>
                  <a:pt x="483502" y="19699"/>
                </a:lnTo>
                <a:lnTo>
                  <a:pt x="483789" y="19750"/>
                </a:lnTo>
                <a:lnTo>
                  <a:pt x="484083" y="19793"/>
                </a:lnTo>
                <a:lnTo>
                  <a:pt x="484384" y="19828"/>
                </a:lnTo>
                <a:lnTo>
                  <a:pt x="484692" y="19855"/>
                </a:lnTo>
                <a:lnTo>
                  <a:pt x="485007" y="19875"/>
                </a:lnTo>
                <a:lnTo>
                  <a:pt x="485328" y="19886"/>
                </a:lnTo>
                <a:lnTo>
                  <a:pt x="485656" y="19890"/>
                </a:lnTo>
                <a:lnTo>
                  <a:pt x="485978" y="19886"/>
                </a:lnTo>
                <a:lnTo>
                  <a:pt x="486294" y="19875"/>
                </a:lnTo>
                <a:lnTo>
                  <a:pt x="486604" y="19855"/>
                </a:lnTo>
                <a:lnTo>
                  <a:pt x="486907" y="19828"/>
                </a:lnTo>
                <a:lnTo>
                  <a:pt x="487205" y="19793"/>
                </a:lnTo>
                <a:lnTo>
                  <a:pt x="487496" y="19750"/>
                </a:lnTo>
                <a:lnTo>
                  <a:pt x="487780" y="19699"/>
                </a:lnTo>
                <a:lnTo>
                  <a:pt x="488059" y="19641"/>
                </a:lnTo>
                <a:lnTo>
                  <a:pt x="488331" y="19574"/>
                </a:lnTo>
                <a:lnTo>
                  <a:pt x="488596" y="19500"/>
                </a:lnTo>
                <a:lnTo>
                  <a:pt x="488856" y="19418"/>
                </a:lnTo>
                <a:lnTo>
                  <a:pt x="489109" y="19329"/>
                </a:lnTo>
                <a:lnTo>
                  <a:pt x="489356" y="19231"/>
                </a:lnTo>
                <a:lnTo>
                  <a:pt x="489597" y="19126"/>
                </a:lnTo>
                <a:lnTo>
                  <a:pt x="489832" y="19013"/>
                </a:lnTo>
                <a:lnTo>
                  <a:pt x="490060" y="18892"/>
                </a:lnTo>
                <a:lnTo>
                  <a:pt x="490282" y="18763"/>
                </a:lnTo>
                <a:lnTo>
                  <a:pt x="490497" y="18626"/>
                </a:lnTo>
                <a:lnTo>
                  <a:pt x="490707" y="18482"/>
                </a:lnTo>
                <a:lnTo>
                  <a:pt x="490910" y="18330"/>
                </a:lnTo>
                <a:lnTo>
                  <a:pt x="491107" y="18170"/>
                </a:lnTo>
                <a:lnTo>
                  <a:pt x="491298" y="18002"/>
                </a:lnTo>
                <a:lnTo>
                  <a:pt x="491482" y="17827"/>
                </a:lnTo>
                <a:lnTo>
                  <a:pt x="491660" y="17643"/>
                </a:lnTo>
                <a:lnTo>
                  <a:pt x="491831" y="17455"/>
                </a:lnTo>
                <a:lnTo>
                  <a:pt x="491995" y="17263"/>
                </a:lnTo>
                <a:lnTo>
                  <a:pt x="492152" y="17067"/>
                </a:lnTo>
                <a:lnTo>
                  <a:pt x="492302" y="16869"/>
                </a:lnTo>
                <a:lnTo>
                  <a:pt x="492444" y="16667"/>
                </a:lnTo>
                <a:lnTo>
                  <a:pt x="492579" y="16462"/>
                </a:lnTo>
                <a:lnTo>
                  <a:pt x="492706" y="16254"/>
                </a:lnTo>
                <a:lnTo>
                  <a:pt x="492826" y="16043"/>
                </a:lnTo>
                <a:lnTo>
                  <a:pt x="492939" y="15829"/>
                </a:lnTo>
                <a:lnTo>
                  <a:pt x="493045" y="15611"/>
                </a:lnTo>
                <a:lnTo>
                  <a:pt x="493144" y="15390"/>
                </a:lnTo>
                <a:lnTo>
                  <a:pt x="493235" y="15166"/>
                </a:lnTo>
                <a:lnTo>
                  <a:pt x="493319" y="14939"/>
                </a:lnTo>
                <a:lnTo>
                  <a:pt x="493395" y="14709"/>
                </a:lnTo>
                <a:lnTo>
                  <a:pt x="493464" y="14475"/>
                </a:lnTo>
                <a:lnTo>
                  <a:pt x="493526" y="14238"/>
                </a:lnTo>
                <a:lnTo>
                  <a:pt x="493581" y="13998"/>
                </a:lnTo>
                <a:lnTo>
                  <a:pt x="493628" y="13755"/>
                </a:lnTo>
                <a:lnTo>
                  <a:pt x="493668" y="13509"/>
                </a:lnTo>
                <a:lnTo>
                  <a:pt x="493701" y="13259"/>
                </a:lnTo>
                <a:lnTo>
                  <a:pt x="493727" y="13006"/>
                </a:lnTo>
                <a:lnTo>
                  <a:pt x="493745" y="12750"/>
                </a:lnTo>
                <a:lnTo>
                  <a:pt x="493756" y="12491"/>
                </a:lnTo>
                <a:lnTo>
                  <a:pt x="493760" y="12229"/>
                </a:lnTo>
                <a:lnTo>
                  <a:pt x="493756" y="11954"/>
                </a:lnTo>
                <a:lnTo>
                  <a:pt x="493745" y="11683"/>
                </a:lnTo>
                <a:lnTo>
                  <a:pt x="493727" y="11416"/>
                </a:lnTo>
                <a:lnTo>
                  <a:pt x="493701" y="11152"/>
                </a:lnTo>
                <a:lnTo>
                  <a:pt x="493668" y="10892"/>
                </a:lnTo>
                <a:lnTo>
                  <a:pt x="493628" y="10636"/>
                </a:lnTo>
                <a:lnTo>
                  <a:pt x="493581" y="10383"/>
                </a:lnTo>
                <a:lnTo>
                  <a:pt x="493526" y="10133"/>
                </a:lnTo>
                <a:lnTo>
                  <a:pt x="493464" y="9888"/>
                </a:lnTo>
                <a:lnTo>
                  <a:pt x="493395" y="9645"/>
                </a:lnTo>
                <a:lnTo>
                  <a:pt x="493319" y="9407"/>
                </a:lnTo>
                <a:lnTo>
                  <a:pt x="493235" y="9172"/>
                </a:lnTo>
                <a:lnTo>
                  <a:pt x="493144" y="8940"/>
                </a:lnTo>
                <a:lnTo>
                  <a:pt x="493045" y="8712"/>
                </a:lnTo>
                <a:lnTo>
                  <a:pt x="492939" y="8488"/>
                </a:lnTo>
                <a:lnTo>
                  <a:pt x="492826" y="8267"/>
                </a:lnTo>
                <a:lnTo>
                  <a:pt x="492706" y="8050"/>
                </a:lnTo>
                <a:lnTo>
                  <a:pt x="492579" y="7836"/>
                </a:lnTo>
                <a:lnTo>
                  <a:pt x="492444" y="7626"/>
                </a:lnTo>
                <a:lnTo>
                  <a:pt x="492302" y="7420"/>
                </a:lnTo>
                <a:lnTo>
                  <a:pt x="492152" y="7217"/>
                </a:lnTo>
                <a:lnTo>
                  <a:pt x="491995" y="7018"/>
                </a:lnTo>
                <a:lnTo>
                  <a:pt x="491831" y="6822"/>
                </a:lnTo>
                <a:lnTo>
                  <a:pt x="491660" y="6630"/>
                </a:lnTo>
                <a:lnTo>
                  <a:pt x="491482" y="6444"/>
                </a:lnTo>
                <a:lnTo>
                  <a:pt x="491298" y="6265"/>
                </a:lnTo>
                <a:lnTo>
                  <a:pt x="491107" y="6095"/>
                </a:lnTo>
                <a:lnTo>
                  <a:pt x="490910" y="5932"/>
                </a:lnTo>
                <a:lnTo>
                  <a:pt x="490707" y="5778"/>
                </a:lnTo>
                <a:lnTo>
                  <a:pt x="490497" y="5631"/>
                </a:lnTo>
                <a:lnTo>
                  <a:pt x="490282" y="5492"/>
                </a:lnTo>
                <a:lnTo>
                  <a:pt x="490060" y="5361"/>
                </a:lnTo>
                <a:lnTo>
                  <a:pt x="489832" y="5238"/>
                </a:lnTo>
                <a:lnTo>
                  <a:pt x="489597" y="5123"/>
                </a:lnTo>
                <a:lnTo>
                  <a:pt x="489356" y="5016"/>
                </a:lnTo>
                <a:lnTo>
                  <a:pt x="489109" y="4917"/>
                </a:lnTo>
                <a:lnTo>
                  <a:pt x="488856" y="4826"/>
                </a:lnTo>
                <a:lnTo>
                  <a:pt x="488596" y="4743"/>
                </a:lnTo>
                <a:lnTo>
                  <a:pt x="488331" y="4668"/>
                </a:lnTo>
                <a:lnTo>
                  <a:pt x="488059" y="4600"/>
                </a:lnTo>
                <a:lnTo>
                  <a:pt x="487780" y="4541"/>
                </a:lnTo>
                <a:lnTo>
                  <a:pt x="487496" y="4489"/>
                </a:lnTo>
                <a:lnTo>
                  <a:pt x="487205" y="4446"/>
                </a:lnTo>
                <a:lnTo>
                  <a:pt x="486907" y="4410"/>
                </a:lnTo>
                <a:lnTo>
                  <a:pt x="486604" y="4382"/>
                </a:lnTo>
                <a:lnTo>
                  <a:pt x="486294" y="4362"/>
                </a:lnTo>
                <a:lnTo>
                  <a:pt x="485978" y="4350"/>
                </a:lnTo>
                <a:lnTo>
                  <a:pt x="485656" y="4346"/>
                </a:lnTo>
                <a:lnTo>
                  <a:pt x="485328" y="4350"/>
                </a:lnTo>
                <a:lnTo>
                  <a:pt x="485007" y="4362"/>
                </a:lnTo>
                <a:lnTo>
                  <a:pt x="484692" y="4382"/>
                </a:lnTo>
                <a:lnTo>
                  <a:pt x="484384" y="4410"/>
                </a:lnTo>
                <a:lnTo>
                  <a:pt x="484083" y="4446"/>
                </a:lnTo>
                <a:lnTo>
                  <a:pt x="483789" y="4489"/>
                </a:lnTo>
                <a:lnTo>
                  <a:pt x="483502" y="4541"/>
                </a:lnTo>
                <a:lnTo>
                  <a:pt x="483221" y="4600"/>
                </a:lnTo>
                <a:lnTo>
                  <a:pt x="482947" y="4668"/>
                </a:lnTo>
                <a:lnTo>
                  <a:pt x="482680" y="4743"/>
                </a:lnTo>
                <a:lnTo>
                  <a:pt x="482420" y="4826"/>
                </a:lnTo>
                <a:lnTo>
                  <a:pt x="482166" y="4917"/>
                </a:lnTo>
                <a:lnTo>
                  <a:pt x="481919" y="5016"/>
                </a:lnTo>
                <a:lnTo>
                  <a:pt x="481679" y="5123"/>
                </a:lnTo>
                <a:lnTo>
                  <a:pt x="481446" y="5238"/>
                </a:lnTo>
                <a:lnTo>
                  <a:pt x="481220" y="5361"/>
                </a:lnTo>
                <a:lnTo>
                  <a:pt x="481000" y="5492"/>
                </a:lnTo>
                <a:lnTo>
                  <a:pt x="480787" y="5631"/>
                </a:lnTo>
                <a:lnTo>
                  <a:pt x="480581" y="5778"/>
                </a:lnTo>
                <a:lnTo>
                  <a:pt x="480382" y="5932"/>
                </a:lnTo>
                <a:lnTo>
                  <a:pt x="480189" y="6095"/>
                </a:lnTo>
                <a:lnTo>
                  <a:pt x="480003" y="6265"/>
                </a:lnTo>
                <a:lnTo>
                  <a:pt x="479824" y="6444"/>
                </a:lnTo>
                <a:lnTo>
                  <a:pt x="479652" y="6630"/>
                </a:lnTo>
                <a:lnTo>
                  <a:pt x="479487" y="6822"/>
                </a:lnTo>
                <a:lnTo>
                  <a:pt x="479329" y="7018"/>
                </a:lnTo>
                <a:lnTo>
                  <a:pt x="479177" y="7217"/>
                </a:lnTo>
                <a:lnTo>
                  <a:pt x="479033" y="7420"/>
                </a:lnTo>
                <a:lnTo>
                  <a:pt x="478896" y="7626"/>
                </a:lnTo>
                <a:lnTo>
                  <a:pt x="478766" y="7836"/>
                </a:lnTo>
                <a:lnTo>
                  <a:pt x="478643" y="8050"/>
                </a:lnTo>
                <a:lnTo>
                  <a:pt x="478527" y="8267"/>
                </a:lnTo>
                <a:lnTo>
                  <a:pt x="478418" y="8488"/>
                </a:lnTo>
                <a:lnTo>
                  <a:pt x="478316" y="8712"/>
                </a:lnTo>
                <a:lnTo>
                  <a:pt x="478221" y="8940"/>
                </a:lnTo>
                <a:lnTo>
                  <a:pt x="478133" y="9172"/>
                </a:lnTo>
                <a:lnTo>
                  <a:pt x="478052" y="9407"/>
                </a:lnTo>
                <a:lnTo>
                  <a:pt x="477978" y="9645"/>
                </a:lnTo>
                <a:lnTo>
                  <a:pt x="477911" y="9888"/>
                </a:lnTo>
                <a:lnTo>
                  <a:pt x="477851" y="10133"/>
                </a:lnTo>
                <a:lnTo>
                  <a:pt x="477799" y="10383"/>
                </a:lnTo>
                <a:lnTo>
                  <a:pt x="477753" y="10636"/>
                </a:lnTo>
                <a:lnTo>
                  <a:pt x="477714" y="10892"/>
                </a:lnTo>
                <a:lnTo>
                  <a:pt x="477683" y="11152"/>
                </a:lnTo>
                <a:lnTo>
                  <a:pt x="477658" y="11416"/>
                </a:lnTo>
                <a:lnTo>
                  <a:pt x="477640" y="11683"/>
                </a:lnTo>
                <a:lnTo>
                  <a:pt x="477630" y="11954"/>
                </a:lnTo>
                <a:lnTo>
                  <a:pt x="477626" y="12229"/>
                </a:lnTo>
                <a:lnTo>
                  <a:pt x="477630" y="12491"/>
                </a:lnTo>
                <a:lnTo>
                  <a:pt x="477640" y="12750"/>
                </a:lnTo>
                <a:lnTo>
                  <a:pt x="477658" y="13006"/>
                </a:lnTo>
                <a:lnTo>
                  <a:pt x="477683" y="13259"/>
                </a:lnTo>
                <a:close/>
                <a:moveTo>
                  <a:pt x="684804" y="5893"/>
                </a:moveTo>
                <a:lnTo>
                  <a:pt x="685835" y="83392"/>
                </a:lnTo>
                <a:lnTo>
                  <a:pt x="698138" y="83392"/>
                </a:lnTo>
                <a:lnTo>
                  <a:pt x="699095" y="5893"/>
                </a:lnTo>
                <a:lnTo>
                  <a:pt x="684804" y="5893"/>
                </a:lnTo>
                <a:close/>
                <a:moveTo>
                  <a:pt x="408051" y="56296"/>
                </a:moveTo>
                <a:lnTo>
                  <a:pt x="408079" y="56240"/>
                </a:lnTo>
                <a:lnTo>
                  <a:pt x="408265" y="55877"/>
                </a:lnTo>
                <a:lnTo>
                  <a:pt x="408456" y="55518"/>
                </a:lnTo>
                <a:lnTo>
                  <a:pt x="408652" y="55162"/>
                </a:lnTo>
                <a:lnTo>
                  <a:pt x="408852" y="54810"/>
                </a:lnTo>
                <a:lnTo>
                  <a:pt x="409057" y="54462"/>
                </a:lnTo>
                <a:lnTo>
                  <a:pt x="409266" y="54117"/>
                </a:lnTo>
                <a:lnTo>
                  <a:pt x="409481" y="53776"/>
                </a:lnTo>
                <a:lnTo>
                  <a:pt x="409699" y="53439"/>
                </a:lnTo>
                <a:lnTo>
                  <a:pt x="409923" y="53105"/>
                </a:lnTo>
                <a:lnTo>
                  <a:pt x="410150" y="52776"/>
                </a:lnTo>
                <a:lnTo>
                  <a:pt x="410383" y="52450"/>
                </a:lnTo>
                <a:lnTo>
                  <a:pt x="410620" y="52127"/>
                </a:lnTo>
                <a:lnTo>
                  <a:pt x="410862" y="51809"/>
                </a:lnTo>
                <a:lnTo>
                  <a:pt x="411108" y="51494"/>
                </a:lnTo>
                <a:lnTo>
                  <a:pt x="411359" y="51183"/>
                </a:lnTo>
                <a:lnTo>
                  <a:pt x="411614" y="50879"/>
                </a:lnTo>
                <a:lnTo>
                  <a:pt x="411872" y="50580"/>
                </a:lnTo>
                <a:lnTo>
                  <a:pt x="412135" y="50286"/>
                </a:lnTo>
                <a:lnTo>
                  <a:pt x="412402" y="49999"/>
                </a:lnTo>
                <a:lnTo>
                  <a:pt x="412674" y="49716"/>
                </a:lnTo>
                <a:lnTo>
                  <a:pt x="412949" y="49440"/>
                </a:lnTo>
                <a:lnTo>
                  <a:pt x="413228" y="49169"/>
                </a:lnTo>
                <a:lnTo>
                  <a:pt x="413512" y="48904"/>
                </a:lnTo>
                <a:lnTo>
                  <a:pt x="413799" y="48644"/>
                </a:lnTo>
                <a:lnTo>
                  <a:pt x="414091" y="48390"/>
                </a:lnTo>
                <a:lnTo>
                  <a:pt x="414386" y="48142"/>
                </a:lnTo>
                <a:lnTo>
                  <a:pt x="414686" y="47899"/>
                </a:lnTo>
                <a:lnTo>
                  <a:pt x="414990" y="47662"/>
                </a:lnTo>
                <a:lnTo>
                  <a:pt x="415298" y="47430"/>
                </a:lnTo>
                <a:lnTo>
                  <a:pt x="415610" y="47205"/>
                </a:lnTo>
                <a:lnTo>
                  <a:pt x="415926" y="46984"/>
                </a:lnTo>
                <a:lnTo>
                  <a:pt x="416246" y="46770"/>
                </a:lnTo>
                <a:lnTo>
                  <a:pt x="416571" y="46561"/>
                </a:lnTo>
                <a:lnTo>
                  <a:pt x="416899" y="46357"/>
                </a:lnTo>
                <a:lnTo>
                  <a:pt x="417232" y="46160"/>
                </a:lnTo>
                <a:lnTo>
                  <a:pt x="417568" y="45968"/>
                </a:lnTo>
                <a:lnTo>
                  <a:pt x="417909" y="45781"/>
                </a:lnTo>
                <a:lnTo>
                  <a:pt x="418254" y="45600"/>
                </a:lnTo>
                <a:lnTo>
                  <a:pt x="418602" y="45426"/>
                </a:lnTo>
                <a:lnTo>
                  <a:pt x="418954" y="45259"/>
                </a:lnTo>
                <a:lnTo>
                  <a:pt x="419309" y="45100"/>
                </a:lnTo>
                <a:lnTo>
                  <a:pt x="419667" y="44948"/>
                </a:lnTo>
                <a:lnTo>
                  <a:pt x="420028" y="44803"/>
                </a:lnTo>
                <a:lnTo>
                  <a:pt x="420393" y="44666"/>
                </a:lnTo>
                <a:lnTo>
                  <a:pt x="420760" y="44536"/>
                </a:lnTo>
                <a:lnTo>
                  <a:pt x="421131" y="44413"/>
                </a:lnTo>
                <a:lnTo>
                  <a:pt x="421505" y="44298"/>
                </a:lnTo>
                <a:lnTo>
                  <a:pt x="421882" y="44191"/>
                </a:lnTo>
                <a:lnTo>
                  <a:pt x="422263" y="44091"/>
                </a:lnTo>
                <a:lnTo>
                  <a:pt x="422646" y="43998"/>
                </a:lnTo>
                <a:lnTo>
                  <a:pt x="423033" y="43913"/>
                </a:lnTo>
                <a:lnTo>
                  <a:pt x="423423" y="43835"/>
                </a:lnTo>
                <a:lnTo>
                  <a:pt x="423816" y="43764"/>
                </a:lnTo>
                <a:lnTo>
                  <a:pt x="424213" y="43701"/>
                </a:lnTo>
                <a:lnTo>
                  <a:pt x="424612" y="43646"/>
                </a:lnTo>
                <a:lnTo>
                  <a:pt x="425015" y="43597"/>
                </a:lnTo>
                <a:lnTo>
                  <a:pt x="425421" y="43557"/>
                </a:lnTo>
                <a:lnTo>
                  <a:pt x="425830" y="43523"/>
                </a:lnTo>
                <a:lnTo>
                  <a:pt x="426243" y="43497"/>
                </a:lnTo>
                <a:lnTo>
                  <a:pt x="426658" y="43479"/>
                </a:lnTo>
                <a:lnTo>
                  <a:pt x="427077" y="43468"/>
                </a:lnTo>
                <a:lnTo>
                  <a:pt x="427499" y="43464"/>
                </a:lnTo>
                <a:lnTo>
                  <a:pt x="427926" y="43467"/>
                </a:lnTo>
                <a:lnTo>
                  <a:pt x="428347" y="43476"/>
                </a:lnTo>
                <a:lnTo>
                  <a:pt x="428763" y="43491"/>
                </a:lnTo>
                <a:lnTo>
                  <a:pt x="429173" y="43512"/>
                </a:lnTo>
                <a:lnTo>
                  <a:pt x="429577" y="43539"/>
                </a:lnTo>
                <a:lnTo>
                  <a:pt x="429976" y="43572"/>
                </a:lnTo>
                <a:lnTo>
                  <a:pt x="430369" y="43611"/>
                </a:lnTo>
                <a:lnTo>
                  <a:pt x="430757" y="43656"/>
                </a:lnTo>
                <a:lnTo>
                  <a:pt x="431139" y="43707"/>
                </a:lnTo>
                <a:lnTo>
                  <a:pt x="431515" y="43764"/>
                </a:lnTo>
                <a:lnTo>
                  <a:pt x="431886" y="43828"/>
                </a:lnTo>
                <a:lnTo>
                  <a:pt x="432251" y="43897"/>
                </a:lnTo>
                <a:lnTo>
                  <a:pt x="432610" y="43972"/>
                </a:lnTo>
                <a:lnTo>
                  <a:pt x="432964" y="44053"/>
                </a:lnTo>
                <a:lnTo>
                  <a:pt x="433312" y="44140"/>
                </a:lnTo>
                <a:lnTo>
                  <a:pt x="433655" y="44233"/>
                </a:lnTo>
                <a:lnTo>
                  <a:pt x="433991" y="44333"/>
                </a:lnTo>
                <a:lnTo>
                  <a:pt x="434323" y="44438"/>
                </a:lnTo>
                <a:lnTo>
                  <a:pt x="434648" y="44549"/>
                </a:lnTo>
                <a:lnTo>
                  <a:pt x="434968" y="44666"/>
                </a:lnTo>
                <a:lnTo>
                  <a:pt x="435283" y="44789"/>
                </a:lnTo>
                <a:lnTo>
                  <a:pt x="435591" y="44919"/>
                </a:lnTo>
                <a:lnTo>
                  <a:pt x="435894" y="45054"/>
                </a:lnTo>
                <a:lnTo>
                  <a:pt x="436192" y="45195"/>
                </a:lnTo>
                <a:lnTo>
                  <a:pt x="436484" y="45343"/>
                </a:lnTo>
                <a:lnTo>
                  <a:pt x="436770" y="45498"/>
                </a:lnTo>
                <a:lnTo>
                  <a:pt x="437050" y="45660"/>
                </a:lnTo>
                <a:lnTo>
                  <a:pt x="437324" y="45829"/>
                </a:lnTo>
                <a:lnTo>
                  <a:pt x="437592" y="46006"/>
                </a:lnTo>
                <a:lnTo>
                  <a:pt x="437854" y="46190"/>
                </a:lnTo>
                <a:lnTo>
                  <a:pt x="438111" y="46380"/>
                </a:lnTo>
                <a:lnTo>
                  <a:pt x="438361" y="46578"/>
                </a:lnTo>
                <a:lnTo>
                  <a:pt x="438606" y="46784"/>
                </a:lnTo>
                <a:lnTo>
                  <a:pt x="438845" y="46996"/>
                </a:lnTo>
                <a:lnTo>
                  <a:pt x="439077" y="47215"/>
                </a:lnTo>
                <a:lnTo>
                  <a:pt x="439304" y="47442"/>
                </a:lnTo>
                <a:lnTo>
                  <a:pt x="439526" y="47676"/>
                </a:lnTo>
                <a:lnTo>
                  <a:pt x="439741" y="47917"/>
                </a:lnTo>
                <a:lnTo>
                  <a:pt x="439950" y="48165"/>
                </a:lnTo>
                <a:lnTo>
                  <a:pt x="440154" y="48420"/>
                </a:lnTo>
                <a:lnTo>
                  <a:pt x="440351" y="48683"/>
                </a:lnTo>
                <a:lnTo>
                  <a:pt x="440543" y="48952"/>
                </a:lnTo>
                <a:lnTo>
                  <a:pt x="440729" y="49229"/>
                </a:lnTo>
                <a:lnTo>
                  <a:pt x="440909" y="49513"/>
                </a:lnTo>
                <a:lnTo>
                  <a:pt x="441083" y="49804"/>
                </a:lnTo>
                <a:lnTo>
                  <a:pt x="441251" y="50102"/>
                </a:lnTo>
                <a:lnTo>
                  <a:pt x="441413" y="50408"/>
                </a:lnTo>
                <a:lnTo>
                  <a:pt x="441570" y="50720"/>
                </a:lnTo>
                <a:lnTo>
                  <a:pt x="441720" y="51041"/>
                </a:lnTo>
                <a:lnTo>
                  <a:pt x="441864" y="51370"/>
                </a:lnTo>
                <a:lnTo>
                  <a:pt x="442001" y="51707"/>
                </a:lnTo>
                <a:lnTo>
                  <a:pt x="442132" y="52053"/>
                </a:lnTo>
                <a:lnTo>
                  <a:pt x="442257" y="52408"/>
                </a:lnTo>
                <a:lnTo>
                  <a:pt x="442375" y="52771"/>
                </a:lnTo>
                <a:lnTo>
                  <a:pt x="442487" y="53143"/>
                </a:lnTo>
                <a:lnTo>
                  <a:pt x="442593" y="53524"/>
                </a:lnTo>
                <a:lnTo>
                  <a:pt x="442692" y="53913"/>
                </a:lnTo>
                <a:lnTo>
                  <a:pt x="442785" y="54310"/>
                </a:lnTo>
                <a:lnTo>
                  <a:pt x="442871" y="54716"/>
                </a:lnTo>
                <a:lnTo>
                  <a:pt x="442951" y="55131"/>
                </a:lnTo>
                <a:lnTo>
                  <a:pt x="443025" y="55554"/>
                </a:lnTo>
                <a:lnTo>
                  <a:pt x="443092" y="55986"/>
                </a:lnTo>
                <a:lnTo>
                  <a:pt x="443152" y="56427"/>
                </a:lnTo>
                <a:lnTo>
                  <a:pt x="443207" y="56876"/>
                </a:lnTo>
                <a:lnTo>
                  <a:pt x="443255" y="57333"/>
                </a:lnTo>
                <a:lnTo>
                  <a:pt x="443296" y="57799"/>
                </a:lnTo>
                <a:lnTo>
                  <a:pt x="443331" y="58274"/>
                </a:lnTo>
                <a:lnTo>
                  <a:pt x="443360" y="58757"/>
                </a:lnTo>
                <a:lnTo>
                  <a:pt x="443383" y="59249"/>
                </a:lnTo>
                <a:lnTo>
                  <a:pt x="443399" y="59749"/>
                </a:lnTo>
                <a:lnTo>
                  <a:pt x="443408" y="60258"/>
                </a:lnTo>
                <a:lnTo>
                  <a:pt x="443411" y="60776"/>
                </a:lnTo>
                <a:lnTo>
                  <a:pt x="443411" y="113154"/>
                </a:lnTo>
                <a:lnTo>
                  <a:pt x="457114" y="113154"/>
                </a:lnTo>
                <a:lnTo>
                  <a:pt x="457114" y="60923"/>
                </a:lnTo>
                <a:lnTo>
                  <a:pt x="457111" y="60270"/>
                </a:lnTo>
                <a:lnTo>
                  <a:pt x="457101" y="59626"/>
                </a:lnTo>
                <a:lnTo>
                  <a:pt x="457086" y="58990"/>
                </a:lnTo>
                <a:lnTo>
                  <a:pt x="457064" y="58362"/>
                </a:lnTo>
                <a:lnTo>
                  <a:pt x="457037" y="57743"/>
                </a:lnTo>
                <a:lnTo>
                  <a:pt x="457003" y="57132"/>
                </a:lnTo>
                <a:lnTo>
                  <a:pt x="456963" y="56529"/>
                </a:lnTo>
                <a:lnTo>
                  <a:pt x="456917" y="55934"/>
                </a:lnTo>
                <a:lnTo>
                  <a:pt x="456865" y="55348"/>
                </a:lnTo>
                <a:lnTo>
                  <a:pt x="456807" y="54770"/>
                </a:lnTo>
                <a:lnTo>
                  <a:pt x="456742" y="54201"/>
                </a:lnTo>
                <a:lnTo>
                  <a:pt x="456672" y="53639"/>
                </a:lnTo>
                <a:lnTo>
                  <a:pt x="456595" y="53086"/>
                </a:lnTo>
                <a:lnTo>
                  <a:pt x="456512" y="52542"/>
                </a:lnTo>
                <a:lnTo>
                  <a:pt x="456423" y="52005"/>
                </a:lnTo>
                <a:lnTo>
                  <a:pt x="456328" y="51477"/>
                </a:lnTo>
                <a:lnTo>
                  <a:pt x="456227" y="50958"/>
                </a:lnTo>
                <a:lnTo>
                  <a:pt x="456119" y="50446"/>
                </a:lnTo>
                <a:lnTo>
                  <a:pt x="456006" y="49943"/>
                </a:lnTo>
                <a:lnTo>
                  <a:pt x="455886" y="49448"/>
                </a:lnTo>
                <a:lnTo>
                  <a:pt x="455760" y="48962"/>
                </a:lnTo>
                <a:lnTo>
                  <a:pt x="455628" y="48484"/>
                </a:lnTo>
                <a:lnTo>
                  <a:pt x="455490" y="48014"/>
                </a:lnTo>
                <a:lnTo>
                  <a:pt x="455346" y="47552"/>
                </a:lnTo>
                <a:lnTo>
                  <a:pt x="455195" y="47099"/>
                </a:lnTo>
                <a:lnTo>
                  <a:pt x="455040" y="46652"/>
                </a:lnTo>
                <a:lnTo>
                  <a:pt x="454879" y="46212"/>
                </a:lnTo>
                <a:lnTo>
                  <a:pt x="454712" y="45779"/>
                </a:lnTo>
                <a:lnTo>
                  <a:pt x="454540" y="45354"/>
                </a:lnTo>
                <a:lnTo>
                  <a:pt x="454363" y="44935"/>
                </a:lnTo>
                <a:lnTo>
                  <a:pt x="454179" y="44523"/>
                </a:lnTo>
                <a:lnTo>
                  <a:pt x="453991" y="44119"/>
                </a:lnTo>
                <a:lnTo>
                  <a:pt x="453797" y="43721"/>
                </a:lnTo>
                <a:lnTo>
                  <a:pt x="453597" y="43331"/>
                </a:lnTo>
                <a:lnTo>
                  <a:pt x="453392" y="42947"/>
                </a:lnTo>
                <a:lnTo>
                  <a:pt x="453182" y="42571"/>
                </a:lnTo>
                <a:lnTo>
                  <a:pt x="452965" y="42201"/>
                </a:lnTo>
                <a:lnTo>
                  <a:pt x="452744" y="41839"/>
                </a:lnTo>
                <a:lnTo>
                  <a:pt x="452517" y="41484"/>
                </a:lnTo>
                <a:lnTo>
                  <a:pt x="452284" y="41135"/>
                </a:lnTo>
                <a:lnTo>
                  <a:pt x="452046" y="40794"/>
                </a:lnTo>
                <a:lnTo>
                  <a:pt x="451803" y="40460"/>
                </a:lnTo>
                <a:lnTo>
                  <a:pt x="451554" y="40132"/>
                </a:lnTo>
                <a:lnTo>
                  <a:pt x="451299" y="39812"/>
                </a:lnTo>
                <a:lnTo>
                  <a:pt x="451039" y="39499"/>
                </a:lnTo>
                <a:lnTo>
                  <a:pt x="450773" y="39193"/>
                </a:lnTo>
                <a:lnTo>
                  <a:pt x="450502" y="38894"/>
                </a:lnTo>
                <a:lnTo>
                  <a:pt x="450226" y="38602"/>
                </a:lnTo>
                <a:lnTo>
                  <a:pt x="449944" y="38317"/>
                </a:lnTo>
                <a:lnTo>
                  <a:pt x="449658" y="38038"/>
                </a:lnTo>
                <a:lnTo>
                  <a:pt x="449366" y="37766"/>
                </a:lnTo>
                <a:lnTo>
                  <a:pt x="449071" y="37500"/>
                </a:lnTo>
                <a:lnTo>
                  <a:pt x="448770" y="37241"/>
                </a:lnTo>
                <a:lnTo>
                  <a:pt x="448465" y="36988"/>
                </a:lnTo>
                <a:lnTo>
                  <a:pt x="448154" y="36742"/>
                </a:lnTo>
                <a:lnTo>
                  <a:pt x="447840" y="36502"/>
                </a:lnTo>
                <a:lnTo>
                  <a:pt x="447520" y="36269"/>
                </a:lnTo>
                <a:lnTo>
                  <a:pt x="447196" y="36043"/>
                </a:lnTo>
                <a:lnTo>
                  <a:pt x="446867" y="35823"/>
                </a:lnTo>
                <a:lnTo>
                  <a:pt x="446533" y="35609"/>
                </a:lnTo>
                <a:lnTo>
                  <a:pt x="446195" y="35402"/>
                </a:lnTo>
                <a:lnTo>
                  <a:pt x="445851" y="35202"/>
                </a:lnTo>
                <a:lnTo>
                  <a:pt x="445503" y="35008"/>
                </a:lnTo>
                <a:lnTo>
                  <a:pt x="445151" y="34820"/>
                </a:lnTo>
                <a:lnTo>
                  <a:pt x="444793" y="34639"/>
                </a:lnTo>
                <a:lnTo>
                  <a:pt x="444431" y="34465"/>
                </a:lnTo>
                <a:lnTo>
                  <a:pt x="444064" y="34297"/>
                </a:lnTo>
                <a:lnTo>
                  <a:pt x="443693" y="34136"/>
                </a:lnTo>
                <a:lnTo>
                  <a:pt x="443316" y="33981"/>
                </a:lnTo>
                <a:lnTo>
                  <a:pt x="442935" y="33833"/>
                </a:lnTo>
                <a:lnTo>
                  <a:pt x="442550" y="33691"/>
                </a:lnTo>
                <a:lnTo>
                  <a:pt x="442159" y="33556"/>
                </a:lnTo>
                <a:lnTo>
                  <a:pt x="441764" y="33426"/>
                </a:lnTo>
                <a:lnTo>
                  <a:pt x="441365" y="33303"/>
                </a:lnTo>
                <a:lnTo>
                  <a:pt x="440962" y="33184"/>
                </a:lnTo>
                <a:lnTo>
                  <a:pt x="440555" y="33072"/>
                </a:lnTo>
                <a:lnTo>
                  <a:pt x="440143" y="32964"/>
                </a:lnTo>
                <a:lnTo>
                  <a:pt x="439728" y="32863"/>
                </a:lnTo>
                <a:lnTo>
                  <a:pt x="439309" y="32766"/>
                </a:lnTo>
                <a:lnTo>
                  <a:pt x="438885" y="32676"/>
                </a:lnTo>
                <a:lnTo>
                  <a:pt x="438457" y="32590"/>
                </a:lnTo>
                <a:lnTo>
                  <a:pt x="438025" y="32511"/>
                </a:lnTo>
                <a:lnTo>
                  <a:pt x="437590" y="32436"/>
                </a:lnTo>
                <a:lnTo>
                  <a:pt x="437150" y="32368"/>
                </a:lnTo>
                <a:lnTo>
                  <a:pt x="436706" y="32304"/>
                </a:lnTo>
                <a:lnTo>
                  <a:pt x="436257" y="32247"/>
                </a:lnTo>
                <a:lnTo>
                  <a:pt x="435805" y="32194"/>
                </a:lnTo>
                <a:lnTo>
                  <a:pt x="435349" y="32148"/>
                </a:lnTo>
                <a:lnTo>
                  <a:pt x="434888" y="32106"/>
                </a:lnTo>
                <a:lnTo>
                  <a:pt x="434424" y="32071"/>
                </a:lnTo>
                <a:lnTo>
                  <a:pt x="433955" y="32041"/>
                </a:lnTo>
                <a:lnTo>
                  <a:pt x="433483" y="32016"/>
                </a:lnTo>
                <a:lnTo>
                  <a:pt x="433006" y="31997"/>
                </a:lnTo>
                <a:lnTo>
                  <a:pt x="432525" y="31983"/>
                </a:lnTo>
                <a:lnTo>
                  <a:pt x="432040" y="31975"/>
                </a:lnTo>
                <a:lnTo>
                  <a:pt x="431551" y="31972"/>
                </a:lnTo>
                <a:lnTo>
                  <a:pt x="430952" y="31977"/>
                </a:lnTo>
                <a:lnTo>
                  <a:pt x="430357" y="31991"/>
                </a:lnTo>
                <a:lnTo>
                  <a:pt x="429766" y="32016"/>
                </a:lnTo>
                <a:lnTo>
                  <a:pt x="429180" y="32051"/>
                </a:lnTo>
                <a:lnTo>
                  <a:pt x="428599" y="32095"/>
                </a:lnTo>
                <a:lnTo>
                  <a:pt x="428022" y="32149"/>
                </a:lnTo>
                <a:lnTo>
                  <a:pt x="427449" y="32213"/>
                </a:lnTo>
                <a:lnTo>
                  <a:pt x="426881" y="32287"/>
                </a:lnTo>
                <a:lnTo>
                  <a:pt x="426318" y="32371"/>
                </a:lnTo>
                <a:lnTo>
                  <a:pt x="425759" y="32464"/>
                </a:lnTo>
                <a:lnTo>
                  <a:pt x="425204" y="32568"/>
                </a:lnTo>
                <a:lnTo>
                  <a:pt x="424654" y="32681"/>
                </a:lnTo>
                <a:lnTo>
                  <a:pt x="424108" y="32804"/>
                </a:lnTo>
                <a:lnTo>
                  <a:pt x="423567" y="32937"/>
                </a:lnTo>
                <a:lnTo>
                  <a:pt x="423030" y="33080"/>
                </a:lnTo>
                <a:lnTo>
                  <a:pt x="422498" y="33232"/>
                </a:lnTo>
                <a:lnTo>
                  <a:pt x="421970" y="33395"/>
                </a:lnTo>
                <a:lnTo>
                  <a:pt x="421447" y="33567"/>
                </a:lnTo>
                <a:lnTo>
                  <a:pt x="420928" y="33749"/>
                </a:lnTo>
                <a:lnTo>
                  <a:pt x="420414" y="33941"/>
                </a:lnTo>
                <a:lnTo>
                  <a:pt x="419904" y="34143"/>
                </a:lnTo>
                <a:lnTo>
                  <a:pt x="419399" y="34355"/>
                </a:lnTo>
                <a:lnTo>
                  <a:pt x="418898" y="34577"/>
                </a:lnTo>
                <a:lnTo>
                  <a:pt x="418401" y="34808"/>
                </a:lnTo>
                <a:lnTo>
                  <a:pt x="417910" y="35048"/>
                </a:lnTo>
                <a:lnTo>
                  <a:pt x="417424" y="35297"/>
                </a:lnTo>
                <a:lnTo>
                  <a:pt x="416945" y="35553"/>
                </a:lnTo>
                <a:lnTo>
                  <a:pt x="416471" y="35818"/>
                </a:lnTo>
                <a:lnTo>
                  <a:pt x="416002" y="36090"/>
                </a:lnTo>
                <a:lnTo>
                  <a:pt x="415540" y="36371"/>
                </a:lnTo>
                <a:lnTo>
                  <a:pt x="415083" y="36660"/>
                </a:lnTo>
                <a:lnTo>
                  <a:pt x="414632" y="36957"/>
                </a:lnTo>
                <a:lnTo>
                  <a:pt x="414187" y="37261"/>
                </a:lnTo>
                <a:lnTo>
                  <a:pt x="413747" y="37574"/>
                </a:lnTo>
                <a:lnTo>
                  <a:pt x="413313" y="37895"/>
                </a:lnTo>
                <a:lnTo>
                  <a:pt x="412885" y="38224"/>
                </a:lnTo>
                <a:lnTo>
                  <a:pt x="412463" y="38561"/>
                </a:lnTo>
                <a:lnTo>
                  <a:pt x="412047" y="38906"/>
                </a:lnTo>
                <a:lnTo>
                  <a:pt x="411636" y="39260"/>
                </a:lnTo>
                <a:lnTo>
                  <a:pt x="411231" y="39621"/>
                </a:lnTo>
                <a:lnTo>
                  <a:pt x="410832" y="39990"/>
                </a:lnTo>
                <a:lnTo>
                  <a:pt x="410438" y="40368"/>
                </a:lnTo>
                <a:lnTo>
                  <a:pt x="410050" y="40753"/>
                </a:lnTo>
                <a:lnTo>
                  <a:pt x="409669" y="41146"/>
                </a:lnTo>
                <a:lnTo>
                  <a:pt x="409292" y="41548"/>
                </a:lnTo>
                <a:lnTo>
                  <a:pt x="408922" y="41958"/>
                </a:lnTo>
                <a:lnTo>
                  <a:pt x="408557" y="42375"/>
                </a:lnTo>
                <a:lnTo>
                  <a:pt x="408198" y="42801"/>
                </a:lnTo>
                <a:lnTo>
                  <a:pt x="408051" y="42982"/>
                </a:lnTo>
                <a:lnTo>
                  <a:pt x="408051" y="0"/>
                </a:lnTo>
                <a:lnTo>
                  <a:pt x="394422" y="0"/>
                </a:lnTo>
                <a:lnTo>
                  <a:pt x="394422" y="113154"/>
                </a:lnTo>
                <a:lnTo>
                  <a:pt x="408051" y="113154"/>
                </a:lnTo>
                <a:lnTo>
                  <a:pt x="408051" y="56296"/>
                </a:lnTo>
                <a:close/>
                <a:moveTo>
                  <a:pt x="528057" y="55877"/>
                </a:moveTo>
                <a:lnTo>
                  <a:pt x="528248" y="55518"/>
                </a:lnTo>
                <a:lnTo>
                  <a:pt x="528444" y="55162"/>
                </a:lnTo>
                <a:lnTo>
                  <a:pt x="528644" y="54810"/>
                </a:lnTo>
                <a:lnTo>
                  <a:pt x="528849" y="54462"/>
                </a:lnTo>
                <a:lnTo>
                  <a:pt x="529058" y="54117"/>
                </a:lnTo>
                <a:lnTo>
                  <a:pt x="529272" y="53776"/>
                </a:lnTo>
                <a:lnTo>
                  <a:pt x="529491" y="53439"/>
                </a:lnTo>
                <a:lnTo>
                  <a:pt x="529714" y="53105"/>
                </a:lnTo>
                <a:lnTo>
                  <a:pt x="529942" y="52776"/>
                </a:lnTo>
                <a:lnTo>
                  <a:pt x="530175" y="52450"/>
                </a:lnTo>
                <a:lnTo>
                  <a:pt x="530412" y="52127"/>
                </a:lnTo>
                <a:lnTo>
                  <a:pt x="530654" y="51809"/>
                </a:lnTo>
                <a:lnTo>
                  <a:pt x="530900" y="51494"/>
                </a:lnTo>
                <a:lnTo>
                  <a:pt x="531151" y="51183"/>
                </a:lnTo>
                <a:lnTo>
                  <a:pt x="531405" y="50879"/>
                </a:lnTo>
                <a:lnTo>
                  <a:pt x="531664" y="50580"/>
                </a:lnTo>
                <a:lnTo>
                  <a:pt x="531927" y="50286"/>
                </a:lnTo>
                <a:lnTo>
                  <a:pt x="532194" y="49999"/>
                </a:lnTo>
                <a:lnTo>
                  <a:pt x="532465" y="49716"/>
                </a:lnTo>
                <a:lnTo>
                  <a:pt x="532741" y="49440"/>
                </a:lnTo>
                <a:lnTo>
                  <a:pt x="533020" y="49169"/>
                </a:lnTo>
                <a:lnTo>
                  <a:pt x="533303" y="48904"/>
                </a:lnTo>
                <a:lnTo>
                  <a:pt x="533591" y="48644"/>
                </a:lnTo>
                <a:lnTo>
                  <a:pt x="533882" y="48390"/>
                </a:lnTo>
                <a:lnTo>
                  <a:pt x="534178" y="48142"/>
                </a:lnTo>
                <a:lnTo>
                  <a:pt x="534478" y="47899"/>
                </a:lnTo>
                <a:lnTo>
                  <a:pt x="534782" y="47662"/>
                </a:lnTo>
                <a:lnTo>
                  <a:pt x="535090" y="47430"/>
                </a:lnTo>
                <a:lnTo>
                  <a:pt x="535402" y="47205"/>
                </a:lnTo>
                <a:lnTo>
                  <a:pt x="535718" y="46984"/>
                </a:lnTo>
                <a:lnTo>
                  <a:pt x="536038" y="46770"/>
                </a:lnTo>
                <a:lnTo>
                  <a:pt x="536363" y="46561"/>
                </a:lnTo>
                <a:lnTo>
                  <a:pt x="536691" y="46357"/>
                </a:lnTo>
                <a:lnTo>
                  <a:pt x="537024" y="46160"/>
                </a:lnTo>
                <a:lnTo>
                  <a:pt x="537360" y="45968"/>
                </a:lnTo>
                <a:lnTo>
                  <a:pt x="537701" y="45781"/>
                </a:lnTo>
                <a:lnTo>
                  <a:pt x="538046" y="45600"/>
                </a:lnTo>
                <a:lnTo>
                  <a:pt x="538394" y="45426"/>
                </a:lnTo>
                <a:lnTo>
                  <a:pt x="538746" y="45259"/>
                </a:lnTo>
                <a:lnTo>
                  <a:pt x="539101" y="45100"/>
                </a:lnTo>
                <a:lnTo>
                  <a:pt x="539459" y="44948"/>
                </a:lnTo>
                <a:lnTo>
                  <a:pt x="539820" y="44803"/>
                </a:lnTo>
                <a:lnTo>
                  <a:pt x="540184" y="44666"/>
                </a:lnTo>
                <a:lnTo>
                  <a:pt x="540552" y="44536"/>
                </a:lnTo>
                <a:lnTo>
                  <a:pt x="540923" y="44413"/>
                </a:lnTo>
                <a:lnTo>
                  <a:pt x="541297" y="44298"/>
                </a:lnTo>
                <a:lnTo>
                  <a:pt x="541674" y="44191"/>
                </a:lnTo>
                <a:lnTo>
                  <a:pt x="542055" y="44091"/>
                </a:lnTo>
                <a:lnTo>
                  <a:pt x="542438" y="43998"/>
                </a:lnTo>
                <a:lnTo>
                  <a:pt x="542825" y="43913"/>
                </a:lnTo>
                <a:lnTo>
                  <a:pt x="543215" y="43835"/>
                </a:lnTo>
                <a:lnTo>
                  <a:pt x="543608" y="43764"/>
                </a:lnTo>
                <a:lnTo>
                  <a:pt x="544005" y="43701"/>
                </a:lnTo>
                <a:lnTo>
                  <a:pt x="544404" y="43646"/>
                </a:lnTo>
                <a:lnTo>
                  <a:pt x="544807" y="43597"/>
                </a:lnTo>
                <a:lnTo>
                  <a:pt x="545213" y="43557"/>
                </a:lnTo>
                <a:lnTo>
                  <a:pt x="545622" y="43523"/>
                </a:lnTo>
                <a:lnTo>
                  <a:pt x="546035" y="43497"/>
                </a:lnTo>
                <a:lnTo>
                  <a:pt x="546450" y="43479"/>
                </a:lnTo>
                <a:lnTo>
                  <a:pt x="546869" y="43468"/>
                </a:lnTo>
                <a:lnTo>
                  <a:pt x="547291" y="43464"/>
                </a:lnTo>
                <a:lnTo>
                  <a:pt x="547718" y="43467"/>
                </a:lnTo>
                <a:lnTo>
                  <a:pt x="548139" y="43476"/>
                </a:lnTo>
                <a:lnTo>
                  <a:pt x="548555" y="43491"/>
                </a:lnTo>
                <a:lnTo>
                  <a:pt x="548965" y="43512"/>
                </a:lnTo>
                <a:lnTo>
                  <a:pt x="549369" y="43539"/>
                </a:lnTo>
                <a:lnTo>
                  <a:pt x="549768" y="43572"/>
                </a:lnTo>
                <a:lnTo>
                  <a:pt x="550161" y="43611"/>
                </a:lnTo>
                <a:lnTo>
                  <a:pt x="550549" y="43656"/>
                </a:lnTo>
                <a:lnTo>
                  <a:pt x="550931" y="43707"/>
                </a:lnTo>
                <a:lnTo>
                  <a:pt x="551307" y="43764"/>
                </a:lnTo>
                <a:lnTo>
                  <a:pt x="551678" y="43828"/>
                </a:lnTo>
                <a:lnTo>
                  <a:pt x="552043" y="43897"/>
                </a:lnTo>
                <a:lnTo>
                  <a:pt x="552402" y="43972"/>
                </a:lnTo>
                <a:lnTo>
                  <a:pt x="552756" y="44053"/>
                </a:lnTo>
                <a:lnTo>
                  <a:pt x="553104" y="44140"/>
                </a:lnTo>
                <a:lnTo>
                  <a:pt x="553446" y="44233"/>
                </a:lnTo>
                <a:lnTo>
                  <a:pt x="553783" y="44333"/>
                </a:lnTo>
                <a:lnTo>
                  <a:pt x="554114" y="44438"/>
                </a:lnTo>
                <a:lnTo>
                  <a:pt x="554440" y="44549"/>
                </a:lnTo>
                <a:lnTo>
                  <a:pt x="554760" y="44666"/>
                </a:lnTo>
                <a:lnTo>
                  <a:pt x="555074" y="44789"/>
                </a:lnTo>
                <a:lnTo>
                  <a:pt x="555383" y="44919"/>
                </a:lnTo>
                <a:lnTo>
                  <a:pt x="555686" y="45054"/>
                </a:lnTo>
                <a:lnTo>
                  <a:pt x="555984" y="45195"/>
                </a:lnTo>
                <a:lnTo>
                  <a:pt x="556276" y="45343"/>
                </a:lnTo>
                <a:lnTo>
                  <a:pt x="556561" y="45498"/>
                </a:lnTo>
                <a:lnTo>
                  <a:pt x="556841" y="45660"/>
                </a:lnTo>
                <a:lnTo>
                  <a:pt x="557115" y="45829"/>
                </a:lnTo>
                <a:lnTo>
                  <a:pt x="557384" y="46006"/>
                </a:lnTo>
                <a:lnTo>
                  <a:pt x="557646" y="46190"/>
                </a:lnTo>
                <a:lnTo>
                  <a:pt x="557902" y="46380"/>
                </a:lnTo>
                <a:lnTo>
                  <a:pt x="558153" y="46578"/>
                </a:lnTo>
                <a:lnTo>
                  <a:pt x="558398" y="46784"/>
                </a:lnTo>
                <a:lnTo>
                  <a:pt x="558636" y="46996"/>
                </a:lnTo>
                <a:lnTo>
                  <a:pt x="558869" y="47215"/>
                </a:lnTo>
                <a:lnTo>
                  <a:pt x="559096" y="47442"/>
                </a:lnTo>
                <a:lnTo>
                  <a:pt x="559317" y="47676"/>
                </a:lnTo>
                <a:lnTo>
                  <a:pt x="559533" y="47917"/>
                </a:lnTo>
                <a:lnTo>
                  <a:pt x="559742" y="48165"/>
                </a:lnTo>
                <a:lnTo>
                  <a:pt x="559945" y="48420"/>
                </a:lnTo>
                <a:lnTo>
                  <a:pt x="560143" y="48683"/>
                </a:lnTo>
                <a:lnTo>
                  <a:pt x="560335" y="48952"/>
                </a:lnTo>
                <a:lnTo>
                  <a:pt x="560521" y="49229"/>
                </a:lnTo>
                <a:lnTo>
                  <a:pt x="560701" y="49513"/>
                </a:lnTo>
                <a:lnTo>
                  <a:pt x="560875" y="49804"/>
                </a:lnTo>
                <a:lnTo>
                  <a:pt x="561043" y="50102"/>
                </a:lnTo>
                <a:lnTo>
                  <a:pt x="561205" y="50408"/>
                </a:lnTo>
                <a:lnTo>
                  <a:pt x="561362" y="50720"/>
                </a:lnTo>
                <a:lnTo>
                  <a:pt x="561512" y="51041"/>
                </a:lnTo>
                <a:lnTo>
                  <a:pt x="561656" y="51370"/>
                </a:lnTo>
                <a:lnTo>
                  <a:pt x="561793" y="51707"/>
                </a:lnTo>
                <a:lnTo>
                  <a:pt x="561924" y="52053"/>
                </a:lnTo>
                <a:lnTo>
                  <a:pt x="562049" y="52408"/>
                </a:lnTo>
                <a:lnTo>
                  <a:pt x="562167" y="52771"/>
                </a:lnTo>
                <a:lnTo>
                  <a:pt x="562279" y="53143"/>
                </a:lnTo>
                <a:lnTo>
                  <a:pt x="562385" y="53524"/>
                </a:lnTo>
                <a:lnTo>
                  <a:pt x="562484" y="53913"/>
                </a:lnTo>
                <a:lnTo>
                  <a:pt x="562577" y="54310"/>
                </a:lnTo>
                <a:lnTo>
                  <a:pt x="562663" y="54716"/>
                </a:lnTo>
                <a:lnTo>
                  <a:pt x="562743" y="55131"/>
                </a:lnTo>
                <a:lnTo>
                  <a:pt x="562816" y="55554"/>
                </a:lnTo>
                <a:lnTo>
                  <a:pt x="562883" y="55986"/>
                </a:lnTo>
                <a:lnTo>
                  <a:pt x="562944" y="56427"/>
                </a:lnTo>
                <a:lnTo>
                  <a:pt x="562999" y="56876"/>
                </a:lnTo>
                <a:lnTo>
                  <a:pt x="563047" y="57333"/>
                </a:lnTo>
                <a:lnTo>
                  <a:pt x="563088" y="57799"/>
                </a:lnTo>
                <a:lnTo>
                  <a:pt x="563123" y="58274"/>
                </a:lnTo>
                <a:lnTo>
                  <a:pt x="563152" y="58757"/>
                </a:lnTo>
                <a:lnTo>
                  <a:pt x="563174" y="59249"/>
                </a:lnTo>
                <a:lnTo>
                  <a:pt x="563190" y="59749"/>
                </a:lnTo>
                <a:lnTo>
                  <a:pt x="563200" y="60258"/>
                </a:lnTo>
                <a:lnTo>
                  <a:pt x="563203" y="60776"/>
                </a:lnTo>
                <a:lnTo>
                  <a:pt x="563203" y="113154"/>
                </a:lnTo>
                <a:lnTo>
                  <a:pt x="576905" y="113154"/>
                </a:lnTo>
                <a:lnTo>
                  <a:pt x="576905" y="60923"/>
                </a:lnTo>
                <a:lnTo>
                  <a:pt x="576902" y="60270"/>
                </a:lnTo>
                <a:lnTo>
                  <a:pt x="576893" y="59626"/>
                </a:lnTo>
                <a:lnTo>
                  <a:pt x="576878" y="58990"/>
                </a:lnTo>
                <a:lnTo>
                  <a:pt x="576856" y="58362"/>
                </a:lnTo>
                <a:lnTo>
                  <a:pt x="576829" y="57743"/>
                </a:lnTo>
                <a:lnTo>
                  <a:pt x="576795" y="57132"/>
                </a:lnTo>
                <a:lnTo>
                  <a:pt x="576755" y="56529"/>
                </a:lnTo>
                <a:lnTo>
                  <a:pt x="576709" y="55934"/>
                </a:lnTo>
                <a:lnTo>
                  <a:pt x="576657" y="55348"/>
                </a:lnTo>
                <a:lnTo>
                  <a:pt x="576598" y="54770"/>
                </a:lnTo>
                <a:lnTo>
                  <a:pt x="576534" y="54201"/>
                </a:lnTo>
                <a:lnTo>
                  <a:pt x="576463" y="53639"/>
                </a:lnTo>
                <a:lnTo>
                  <a:pt x="576387" y="53086"/>
                </a:lnTo>
                <a:lnTo>
                  <a:pt x="576304" y="52542"/>
                </a:lnTo>
                <a:lnTo>
                  <a:pt x="576215" y="52005"/>
                </a:lnTo>
                <a:lnTo>
                  <a:pt x="576120" y="51477"/>
                </a:lnTo>
                <a:lnTo>
                  <a:pt x="576018" y="50958"/>
                </a:lnTo>
                <a:lnTo>
                  <a:pt x="575911" y="50446"/>
                </a:lnTo>
                <a:lnTo>
                  <a:pt x="575797" y="49943"/>
                </a:lnTo>
                <a:lnTo>
                  <a:pt x="575678" y="49448"/>
                </a:lnTo>
                <a:lnTo>
                  <a:pt x="575552" y="48962"/>
                </a:lnTo>
                <a:lnTo>
                  <a:pt x="575420" y="48484"/>
                </a:lnTo>
                <a:lnTo>
                  <a:pt x="575282" y="48014"/>
                </a:lnTo>
                <a:lnTo>
                  <a:pt x="575137" y="47552"/>
                </a:lnTo>
                <a:lnTo>
                  <a:pt x="574987" y="47099"/>
                </a:lnTo>
                <a:lnTo>
                  <a:pt x="574832" y="46652"/>
                </a:lnTo>
                <a:lnTo>
                  <a:pt x="574671" y="46212"/>
                </a:lnTo>
                <a:lnTo>
                  <a:pt x="574504" y="45779"/>
                </a:lnTo>
                <a:lnTo>
                  <a:pt x="574332" y="45354"/>
                </a:lnTo>
                <a:lnTo>
                  <a:pt x="574154" y="44935"/>
                </a:lnTo>
                <a:lnTo>
                  <a:pt x="573971" y="44523"/>
                </a:lnTo>
                <a:lnTo>
                  <a:pt x="573783" y="44119"/>
                </a:lnTo>
                <a:lnTo>
                  <a:pt x="573589" y="43721"/>
                </a:lnTo>
                <a:lnTo>
                  <a:pt x="573389" y="43331"/>
                </a:lnTo>
                <a:lnTo>
                  <a:pt x="573184" y="42947"/>
                </a:lnTo>
                <a:lnTo>
                  <a:pt x="572973" y="42571"/>
                </a:lnTo>
                <a:lnTo>
                  <a:pt x="572757" y="42201"/>
                </a:lnTo>
                <a:lnTo>
                  <a:pt x="572536" y="41839"/>
                </a:lnTo>
                <a:lnTo>
                  <a:pt x="572309" y="41484"/>
                </a:lnTo>
                <a:lnTo>
                  <a:pt x="572076" y="41135"/>
                </a:lnTo>
                <a:lnTo>
                  <a:pt x="571838" y="40794"/>
                </a:lnTo>
                <a:lnTo>
                  <a:pt x="571594" y="40460"/>
                </a:lnTo>
                <a:lnTo>
                  <a:pt x="571345" y="40132"/>
                </a:lnTo>
                <a:lnTo>
                  <a:pt x="571091" y="39812"/>
                </a:lnTo>
                <a:lnTo>
                  <a:pt x="570831" y="39499"/>
                </a:lnTo>
                <a:lnTo>
                  <a:pt x="570565" y="39193"/>
                </a:lnTo>
                <a:lnTo>
                  <a:pt x="570294" y="38894"/>
                </a:lnTo>
                <a:lnTo>
                  <a:pt x="570017" y="38602"/>
                </a:lnTo>
                <a:lnTo>
                  <a:pt x="569736" y="38317"/>
                </a:lnTo>
                <a:lnTo>
                  <a:pt x="569449" y="38038"/>
                </a:lnTo>
                <a:lnTo>
                  <a:pt x="569158" y="37766"/>
                </a:lnTo>
                <a:lnTo>
                  <a:pt x="568862" y="37500"/>
                </a:lnTo>
                <a:lnTo>
                  <a:pt x="568562" y="37241"/>
                </a:lnTo>
                <a:lnTo>
                  <a:pt x="568256" y="36988"/>
                </a:lnTo>
                <a:lnTo>
                  <a:pt x="567946" y="36742"/>
                </a:lnTo>
                <a:lnTo>
                  <a:pt x="567631" y="36502"/>
                </a:lnTo>
                <a:lnTo>
                  <a:pt x="567312" y="36269"/>
                </a:lnTo>
                <a:lnTo>
                  <a:pt x="566988" y="36043"/>
                </a:lnTo>
                <a:lnTo>
                  <a:pt x="566659" y="35823"/>
                </a:lnTo>
                <a:lnTo>
                  <a:pt x="566325" y="35609"/>
                </a:lnTo>
                <a:lnTo>
                  <a:pt x="565986" y="35402"/>
                </a:lnTo>
                <a:lnTo>
                  <a:pt x="565643" y="35202"/>
                </a:lnTo>
                <a:lnTo>
                  <a:pt x="565295" y="35008"/>
                </a:lnTo>
                <a:lnTo>
                  <a:pt x="564943" y="34820"/>
                </a:lnTo>
                <a:lnTo>
                  <a:pt x="564585" y="34639"/>
                </a:lnTo>
                <a:lnTo>
                  <a:pt x="564223" y="34465"/>
                </a:lnTo>
                <a:lnTo>
                  <a:pt x="563856" y="34297"/>
                </a:lnTo>
                <a:lnTo>
                  <a:pt x="563485" y="34136"/>
                </a:lnTo>
                <a:lnTo>
                  <a:pt x="563108" y="33981"/>
                </a:lnTo>
                <a:lnTo>
                  <a:pt x="562727" y="33833"/>
                </a:lnTo>
                <a:lnTo>
                  <a:pt x="562341" y="33691"/>
                </a:lnTo>
                <a:lnTo>
                  <a:pt x="561951" y="33556"/>
                </a:lnTo>
                <a:lnTo>
                  <a:pt x="561556" y="33426"/>
                </a:lnTo>
                <a:lnTo>
                  <a:pt x="561157" y="33303"/>
                </a:lnTo>
                <a:lnTo>
                  <a:pt x="560754" y="33184"/>
                </a:lnTo>
                <a:lnTo>
                  <a:pt x="560347" y="33072"/>
                </a:lnTo>
                <a:lnTo>
                  <a:pt x="559935" y="32964"/>
                </a:lnTo>
                <a:lnTo>
                  <a:pt x="559520" y="32863"/>
                </a:lnTo>
                <a:lnTo>
                  <a:pt x="559100" y="32766"/>
                </a:lnTo>
                <a:lnTo>
                  <a:pt x="558677" y="32676"/>
                </a:lnTo>
                <a:lnTo>
                  <a:pt x="558249" y="32590"/>
                </a:lnTo>
                <a:lnTo>
                  <a:pt x="557817" y="32511"/>
                </a:lnTo>
                <a:lnTo>
                  <a:pt x="557381" y="32436"/>
                </a:lnTo>
                <a:lnTo>
                  <a:pt x="556941" y="32368"/>
                </a:lnTo>
                <a:lnTo>
                  <a:pt x="556497" y="32304"/>
                </a:lnTo>
                <a:lnTo>
                  <a:pt x="556049" y="32247"/>
                </a:lnTo>
                <a:lnTo>
                  <a:pt x="555597" y="32194"/>
                </a:lnTo>
                <a:lnTo>
                  <a:pt x="555141" y="32148"/>
                </a:lnTo>
                <a:lnTo>
                  <a:pt x="554680" y="32106"/>
                </a:lnTo>
                <a:lnTo>
                  <a:pt x="554216" y="32071"/>
                </a:lnTo>
                <a:lnTo>
                  <a:pt x="553747" y="32041"/>
                </a:lnTo>
                <a:lnTo>
                  <a:pt x="553274" y="32016"/>
                </a:lnTo>
                <a:lnTo>
                  <a:pt x="552798" y="31997"/>
                </a:lnTo>
                <a:lnTo>
                  <a:pt x="552317" y="31983"/>
                </a:lnTo>
                <a:lnTo>
                  <a:pt x="551832" y="31975"/>
                </a:lnTo>
                <a:lnTo>
                  <a:pt x="551343" y="31972"/>
                </a:lnTo>
                <a:lnTo>
                  <a:pt x="550743" y="31977"/>
                </a:lnTo>
                <a:lnTo>
                  <a:pt x="550148" y="31991"/>
                </a:lnTo>
                <a:lnTo>
                  <a:pt x="549558" y="32016"/>
                </a:lnTo>
                <a:lnTo>
                  <a:pt x="548972" y="32051"/>
                </a:lnTo>
                <a:lnTo>
                  <a:pt x="548391" y="32095"/>
                </a:lnTo>
                <a:lnTo>
                  <a:pt x="547814" y="32149"/>
                </a:lnTo>
                <a:lnTo>
                  <a:pt x="547241" y="32213"/>
                </a:lnTo>
                <a:lnTo>
                  <a:pt x="546673" y="32287"/>
                </a:lnTo>
                <a:lnTo>
                  <a:pt x="546109" y="32371"/>
                </a:lnTo>
                <a:lnTo>
                  <a:pt x="545550" y="32464"/>
                </a:lnTo>
                <a:lnTo>
                  <a:pt x="544996" y="32568"/>
                </a:lnTo>
                <a:lnTo>
                  <a:pt x="544446" y="32681"/>
                </a:lnTo>
                <a:lnTo>
                  <a:pt x="543900" y="32804"/>
                </a:lnTo>
                <a:lnTo>
                  <a:pt x="543359" y="32937"/>
                </a:lnTo>
                <a:lnTo>
                  <a:pt x="542822" y="33080"/>
                </a:lnTo>
                <a:lnTo>
                  <a:pt x="542290" y="33232"/>
                </a:lnTo>
                <a:lnTo>
                  <a:pt x="541762" y="33395"/>
                </a:lnTo>
                <a:lnTo>
                  <a:pt x="541239" y="33567"/>
                </a:lnTo>
                <a:lnTo>
                  <a:pt x="540720" y="33749"/>
                </a:lnTo>
                <a:lnTo>
                  <a:pt x="540206" y="33941"/>
                </a:lnTo>
                <a:lnTo>
                  <a:pt x="539696" y="34143"/>
                </a:lnTo>
                <a:lnTo>
                  <a:pt x="539190" y="34355"/>
                </a:lnTo>
                <a:lnTo>
                  <a:pt x="538689" y="34577"/>
                </a:lnTo>
                <a:lnTo>
                  <a:pt x="538193" y="34808"/>
                </a:lnTo>
                <a:lnTo>
                  <a:pt x="537702" y="35048"/>
                </a:lnTo>
                <a:lnTo>
                  <a:pt x="537216" y="35297"/>
                </a:lnTo>
                <a:lnTo>
                  <a:pt x="536736" y="35553"/>
                </a:lnTo>
                <a:lnTo>
                  <a:pt x="536262" y="35818"/>
                </a:lnTo>
                <a:lnTo>
                  <a:pt x="535794" y="36090"/>
                </a:lnTo>
                <a:lnTo>
                  <a:pt x="535332" y="36371"/>
                </a:lnTo>
                <a:lnTo>
                  <a:pt x="534875" y="36660"/>
                </a:lnTo>
                <a:lnTo>
                  <a:pt x="534424" y="36957"/>
                </a:lnTo>
                <a:lnTo>
                  <a:pt x="533978" y="37261"/>
                </a:lnTo>
                <a:lnTo>
                  <a:pt x="533539" y="37574"/>
                </a:lnTo>
                <a:lnTo>
                  <a:pt x="533105" y="37895"/>
                </a:lnTo>
                <a:lnTo>
                  <a:pt x="532677" y="38224"/>
                </a:lnTo>
                <a:lnTo>
                  <a:pt x="532255" y="38561"/>
                </a:lnTo>
                <a:lnTo>
                  <a:pt x="531838" y="38906"/>
                </a:lnTo>
                <a:lnTo>
                  <a:pt x="531428" y="39260"/>
                </a:lnTo>
                <a:lnTo>
                  <a:pt x="531023" y="39621"/>
                </a:lnTo>
                <a:lnTo>
                  <a:pt x="530624" y="39990"/>
                </a:lnTo>
                <a:lnTo>
                  <a:pt x="530230" y="40368"/>
                </a:lnTo>
                <a:lnTo>
                  <a:pt x="529842" y="40753"/>
                </a:lnTo>
                <a:lnTo>
                  <a:pt x="529460" y="41146"/>
                </a:lnTo>
                <a:lnTo>
                  <a:pt x="529084" y="41548"/>
                </a:lnTo>
                <a:lnTo>
                  <a:pt x="528714" y="41958"/>
                </a:lnTo>
                <a:lnTo>
                  <a:pt x="528349" y="42375"/>
                </a:lnTo>
                <a:lnTo>
                  <a:pt x="527990" y="42801"/>
                </a:lnTo>
                <a:lnTo>
                  <a:pt x="527637" y="43234"/>
                </a:lnTo>
                <a:lnTo>
                  <a:pt x="527535" y="43363"/>
                </a:lnTo>
                <a:lnTo>
                  <a:pt x="527106" y="33445"/>
                </a:lnTo>
                <a:lnTo>
                  <a:pt x="514214" y="33445"/>
                </a:lnTo>
                <a:lnTo>
                  <a:pt x="514214" y="113154"/>
                </a:lnTo>
                <a:lnTo>
                  <a:pt x="527843" y="113154"/>
                </a:lnTo>
                <a:lnTo>
                  <a:pt x="527843" y="56296"/>
                </a:lnTo>
                <a:lnTo>
                  <a:pt x="527870" y="56240"/>
                </a:lnTo>
                <a:lnTo>
                  <a:pt x="528057" y="55877"/>
                </a:lnTo>
                <a:close/>
                <a:moveTo>
                  <a:pt x="648371" y="41362"/>
                </a:moveTo>
                <a:lnTo>
                  <a:pt x="648028" y="40968"/>
                </a:lnTo>
                <a:lnTo>
                  <a:pt x="647679" y="40583"/>
                </a:lnTo>
                <a:lnTo>
                  <a:pt x="647324" y="40205"/>
                </a:lnTo>
                <a:lnTo>
                  <a:pt x="646963" y="39836"/>
                </a:lnTo>
                <a:lnTo>
                  <a:pt x="646597" y="39475"/>
                </a:lnTo>
                <a:lnTo>
                  <a:pt x="646224" y="39122"/>
                </a:lnTo>
                <a:lnTo>
                  <a:pt x="645846" y="38777"/>
                </a:lnTo>
                <a:lnTo>
                  <a:pt x="645461" y="38440"/>
                </a:lnTo>
                <a:lnTo>
                  <a:pt x="645071" y="38112"/>
                </a:lnTo>
                <a:lnTo>
                  <a:pt x="644675" y="37792"/>
                </a:lnTo>
                <a:lnTo>
                  <a:pt x="644273" y="37479"/>
                </a:lnTo>
                <a:lnTo>
                  <a:pt x="643865" y="37176"/>
                </a:lnTo>
                <a:lnTo>
                  <a:pt x="643452" y="36880"/>
                </a:lnTo>
                <a:lnTo>
                  <a:pt x="643032" y="36592"/>
                </a:lnTo>
                <a:lnTo>
                  <a:pt x="642606" y="36313"/>
                </a:lnTo>
                <a:lnTo>
                  <a:pt x="642175" y="36042"/>
                </a:lnTo>
                <a:lnTo>
                  <a:pt x="641738" y="35779"/>
                </a:lnTo>
                <a:lnTo>
                  <a:pt x="641295" y="35524"/>
                </a:lnTo>
                <a:lnTo>
                  <a:pt x="640846" y="35278"/>
                </a:lnTo>
                <a:lnTo>
                  <a:pt x="640391" y="35039"/>
                </a:lnTo>
                <a:lnTo>
                  <a:pt x="639930" y="34809"/>
                </a:lnTo>
                <a:lnTo>
                  <a:pt x="639463" y="34587"/>
                </a:lnTo>
                <a:lnTo>
                  <a:pt x="638990" y="34374"/>
                </a:lnTo>
                <a:lnTo>
                  <a:pt x="638511" y="34169"/>
                </a:lnTo>
                <a:lnTo>
                  <a:pt x="638025" y="33974"/>
                </a:lnTo>
                <a:lnTo>
                  <a:pt x="637532" y="33788"/>
                </a:lnTo>
                <a:lnTo>
                  <a:pt x="637033" y="33611"/>
                </a:lnTo>
                <a:lnTo>
                  <a:pt x="636528" y="33443"/>
                </a:lnTo>
                <a:lnTo>
                  <a:pt x="636016" y="33284"/>
                </a:lnTo>
                <a:lnTo>
                  <a:pt x="635497" y="33134"/>
                </a:lnTo>
                <a:lnTo>
                  <a:pt x="634972" y="32993"/>
                </a:lnTo>
                <a:lnTo>
                  <a:pt x="634441" y="32862"/>
                </a:lnTo>
                <a:lnTo>
                  <a:pt x="633903" y="32739"/>
                </a:lnTo>
                <a:lnTo>
                  <a:pt x="633358" y="32626"/>
                </a:lnTo>
                <a:lnTo>
                  <a:pt x="632807" y="32521"/>
                </a:lnTo>
                <a:lnTo>
                  <a:pt x="632249" y="32426"/>
                </a:lnTo>
                <a:lnTo>
                  <a:pt x="631685" y="32340"/>
                </a:lnTo>
                <a:lnTo>
                  <a:pt x="631114" y="32262"/>
                </a:lnTo>
                <a:lnTo>
                  <a:pt x="630537" y="32194"/>
                </a:lnTo>
                <a:lnTo>
                  <a:pt x="629953" y="32135"/>
                </a:lnTo>
                <a:lnTo>
                  <a:pt x="629363" y="32085"/>
                </a:lnTo>
                <a:lnTo>
                  <a:pt x="628766" y="32044"/>
                </a:lnTo>
                <a:lnTo>
                  <a:pt x="628163" y="32013"/>
                </a:lnTo>
                <a:lnTo>
                  <a:pt x="627553" y="31990"/>
                </a:lnTo>
                <a:lnTo>
                  <a:pt x="626936" y="31976"/>
                </a:lnTo>
                <a:lnTo>
                  <a:pt x="626313" y="31972"/>
                </a:lnTo>
                <a:lnTo>
                  <a:pt x="625708" y="31977"/>
                </a:lnTo>
                <a:lnTo>
                  <a:pt x="625108" y="31992"/>
                </a:lnTo>
                <a:lnTo>
                  <a:pt x="624513" y="32017"/>
                </a:lnTo>
                <a:lnTo>
                  <a:pt x="623923" y="32053"/>
                </a:lnTo>
                <a:lnTo>
                  <a:pt x="623339" y="32098"/>
                </a:lnTo>
                <a:lnTo>
                  <a:pt x="622759" y="32154"/>
                </a:lnTo>
                <a:lnTo>
                  <a:pt x="622184" y="32219"/>
                </a:lnTo>
                <a:lnTo>
                  <a:pt x="621615" y="32295"/>
                </a:lnTo>
                <a:lnTo>
                  <a:pt x="621051" y="32381"/>
                </a:lnTo>
                <a:lnTo>
                  <a:pt x="620492" y="32477"/>
                </a:lnTo>
                <a:lnTo>
                  <a:pt x="619938" y="32583"/>
                </a:lnTo>
                <a:lnTo>
                  <a:pt x="619389" y="32699"/>
                </a:lnTo>
                <a:lnTo>
                  <a:pt x="618845" y="32826"/>
                </a:lnTo>
                <a:lnTo>
                  <a:pt x="618306" y="32962"/>
                </a:lnTo>
                <a:lnTo>
                  <a:pt x="617773" y="33108"/>
                </a:lnTo>
                <a:lnTo>
                  <a:pt x="617244" y="33265"/>
                </a:lnTo>
                <a:lnTo>
                  <a:pt x="616721" y="33432"/>
                </a:lnTo>
                <a:lnTo>
                  <a:pt x="616203" y="33609"/>
                </a:lnTo>
                <a:lnTo>
                  <a:pt x="615689" y="33795"/>
                </a:lnTo>
                <a:lnTo>
                  <a:pt x="615181" y="33993"/>
                </a:lnTo>
                <a:lnTo>
                  <a:pt x="614679" y="34200"/>
                </a:lnTo>
                <a:lnTo>
                  <a:pt x="614181" y="34417"/>
                </a:lnTo>
                <a:lnTo>
                  <a:pt x="613688" y="34644"/>
                </a:lnTo>
                <a:lnTo>
                  <a:pt x="613201" y="34882"/>
                </a:lnTo>
                <a:lnTo>
                  <a:pt x="612719" y="35128"/>
                </a:lnTo>
                <a:lnTo>
                  <a:pt x="612243" y="35384"/>
                </a:lnTo>
                <a:lnTo>
                  <a:pt x="611773" y="35648"/>
                </a:lnTo>
                <a:lnTo>
                  <a:pt x="611309" y="35920"/>
                </a:lnTo>
                <a:lnTo>
                  <a:pt x="610851" y="36201"/>
                </a:lnTo>
                <a:lnTo>
                  <a:pt x="610399" y="36491"/>
                </a:lnTo>
                <a:lnTo>
                  <a:pt x="609953" y="36789"/>
                </a:lnTo>
                <a:lnTo>
                  <a:pt x="609513" y="37096"/>
                </a:lnTo>
                <a:lnTo>
                  <a:pt x="609079" y="37411"/>
                </a:lnTo>
                <a:lnTo>
                  <a:pt x="608651" y="37735"/>
                </a:lnTo>
                <a:lnTo>
                  <a:pt x="608229" y="38067"/>
                </a:lnTo>
                <a:lnTo>
                  <a:pt x="607814" y="38408"/>
                </a:lnTo>
                <a:lnTo>
                  <a:pt x="607404" y="38758"/>
                </a:lnTo>
                <a:lnTo>
                  <a:pt x="607000" y="39116"/>
                </a:lnTo>
                <a:lnTo>
                  <a:pt x="606602" y="39483"/>
                </a:lnTo>
                <a:lnTo>
                  <a:pt x="606210" y="39858"/>
                </a:lnTo>
                <a:lnTo>
                  <a:pt x="605825" y="40242"/>
                </a:lnTo>
                <a:lnTo>
                  <a:pt x="605445" y="40635"/>
                </a:lnTo>
                <a:lnTo>
                  <a:pt x="605071" y="41036"/>
                </a:lnTo>
                <a:lnTo>
                  <a:pt x="604703" y="41445"/>
                </a:lnTo>
                <a:lnTo>
                  <a:pt x="604341" y="41863"/>
                </a:lnTo>
                <a:lnTo>
                  <a:pt x="603986" y="42290"/>
                </a:lnTo>
                <a:lnTo>
                  <a:pt x="603636" y="42725"/>
                </a:lnTo>
                <a:lnTo>
                  <a:pt x="603292" y="43169"/>
                </a:lnTo>
                <a:lnTo>
                  <a:pt x="602955" y="43621"/>
                </a:lnTo>
                <a:lnTo>
                  <a:pt x="602624" y="44080"/>
                </a:lnTo>
                <a:lnTo>
                  <a:pt x="602300" y="44546"/>
                </a:lnTo>
                <a:lnTo>
                  <a:pt x="601983" y="45020"/>
                </a:lnTo>
                <a:lnTo>
                  <a:pt x="601672" y="45501"/>
                </a:lnTo>
                <a:lnTo>
                  <a:pt x="601368" y="45989"/>
                </a:lnTo>
                <a:lnTo>
                  <a:pt x="601070" y="46485"/>
                </a:lnTo>
                <a:lnTo>
                  <a:pt x="600779" y="46988"/>
                </a:lnTo>
                <a:lnTo>
                  <a:pt x="600495" y="47498"/>
                </a:lnTo>
                <a:lnTo>
                  <a:pt x="600218" y="48015"/>
                </a:lnTo>
                <a:lnTo>
                  <a:pt x="599947" y="48540"/>
                </a:lnTo>
                <a:lnTo>
                  <a:pt x="599683" y="49072"/>
                </a:lnTo>
                <a:lnTo>
                  <a:pt x="599425" y="49611"/>
                </a:lnTo>
                <a:lnTo>
                  <a:pt x="599174" y="50158"/>
                </a:lnTo>
                <a:lnTo>
                  <a:pt x="598930" y="50712"/>
                </a:lnTo>
                <a:lnTo>
                  <a:pt x="598692" y="51273"/>
                </a:lnTo>
                <a:lnTo>
                  <a:pt x="598461" y="51841"/>
                </a:lnTo>
                <a:lnTo>
                  <a:pt x="598237" y="52417"/>
                </a:lnTo>
                <a:lnTo>
                  <a:pt x="598019" y="53000"/>
                </a:lnTo>
                <a:lnTo>
                  <a:pt x="597808" y="53590"/>
                </a:lnTo>
                <a:lnTo>
                  <a:pt x="597604" y="54188"/>
                </a:lnTo>
                <a:lnTo>
                  <a:pt x="597406" y="54793"/>
                </a:lnTo>
                <a:lnTo>
                  <a:pt x="597215" y="55405"/>
                </a:lnTo>
                <a:lnTo>
                  <a:pt x="597031" y="56024"/>
                </a:lnTo>
                <a:lnTo>
                  <a:pt x="596853" y="56650"/>
                </a:lnTo>
                <a:lnTo>
                  <a:pt x="596683" y="57282"/>
                </a:lnTo>
                <a:lnTo>
                  <a:pt x="596521" y="57919"/>
                </a:lnTo>
                <a:lnTo>
                  <a:pt x="596367" y="58563"/>
                </a:lnTo>
                <a:lnTo>
                  <a:pt x="596219" y="59212"/>
                </a:lnTo>
                <a:lnTo>
                  <a:pt x="596080" y="59866"/>
                </a:lnTo>
                <a:lnTo>
                  <a:pt x="595948" y="60527"/>
                </a:lnTo>
                <a:lnTo>
                  <a:pt x="595823" y="61193"/>
                </a:lnTo>
                <a:lnTo>
                  <a:pt x="595706" y="61865"/>
                </a:lnTo>
                <a:lnTo>
                  <a:pt x="595597" y="62543"/>
                </a:lnTo>
                <a:lnTo>
                  <a:pt x="595495" y="63227"/>
                </a:lnTo>
                <a:lnTo>
                  <a:pt x="595401" y="63916"/>
                </a:lnTo>
                <a:lnTo>
                  <a:pt x="595314" y="64611"/>
                </a:lnTo>
                <a:lnTo>
                  <a:pt x="595235" y="65312"/>
                </a:lnTo>
                <a:lnTo>
                  <a:pt x="595163" y="66018"/>
                </a:lnTo>
                <a:lnTo>
                  <a:pt x="595099" y="66731"/>
                </a:lnTo>
                <a:lnTo>
                  <a:pt x="595042" y="67449"/>
                </a:lnTo>
                <a:lnTo>
                  <a:pt x="594993" y="68173"/>
                </a:lnTo>
                <a:lnTo>
                  <a:pt x="594952" y="68902"/>
                </a:lnTo>
                <a:lnTo>
                  <a:pt x="594918" y="69637"/>
                </a:lnTo>
                <a:lnTo>
                  <a:pt x="594891" y="70379"/>
                </a:lnTo>
                <a:lnTo>
                  <a:pt x="594872" y="71125"/>
                </a:lnTo>
                <a:lnTo>
                  <a:pt x="594861" y="71878"/>
                </a:lnTo>
                <a:lnTo>
                  <a:pt x="594857" y="72636"/>
                </a:lnTo>
                <a:lnTo>
                  <a:pt x="594857" y="74183"/>
                </a:lnTo>
                <a:lnTo>
                  <a:pt x="594861" y="74905"/>
                </a:lnTo>
                <a:lnTo>
                  <a:pt x="594872" y="75623"/>
                </a:lnTo>
                <a:lnTo>
                  <a:pt x="594891" y="76336"/>
                </a:lnTo>
                <a:lnTo>
                  <a:pt x="594918" y="77045"/>
                </a:lnTo>
                <a:lnTo>
                  <a:pt x="594952" y="77749"/>
                </a:lnTo>
                <a:lnTo>
                  <a:pt x="594993" y="78449"/>
                </a:lnTo>
                <a:lnTo>
                  <a:pt x="595042" y="79144"/>
                </a:lnTo>
                <a:lnTo>
                  <a:pt x="595099" y="79835"/>
                </a:lnTo>
                <a:lnTo>
                  <a:pt x="595163" y="80522"/>
                </a:lnTo>
                <a:lnTo>
                  <a:pt x="595235" y="81204"/>
                </a:lnTo>
                <a:lnTo>
                  <a:pt x="595314" y="81881"/>
                </a:lnTo>
                <a:lnTo>
                  <a:pt x="595401" y="82554"/>
                </a:lnTo>
                <a:lnTo>
                  <a:pt x="595495" y="83222"/>
                </a:lnTo>
                <a:lnTo>
                  <a:pt x="595597" y="83886"/>
                </a:lnTo>
                <a:lnTo>
                  <a:pt x="595706" y="84546"/>
                </a:lnTo>
                <a:lnTo>
                  <a:pt x="595823" y="85201"/>
                </a:lnTo>
                <a:lnTo>
                  <a:pt x="595948" y="85851"/>
                </a:lnTo>
                <a:lnTo>
                  <a:pt x="596080" y="86497"/>
                </a:lnTo>
                <a:lnTo>
                  <a:pt x="596219" y="87139"/>
                </a:lnTo>
                <a:lnTo>
                  <a:pt x="596367" y="87776"/>
                </a:lnTo>
                <a:lnTo>
                  <a:pt x="596521" y="88409"/>
                </a:lnTo>
                <a:lnTo>
                  <a:pt x="596683" y="89037"/>
                </a:lnTo>
                <a:lnTo>
                  <a:pt x="596853" y="89661"/>
                </a:lnTo>
                <a:lnTo>
                  <a:pt x="597031" y="90280"/>
                </a:lnTo>
                <a:lnTo>
                  <a:pt x="597215" y="90893"/>
                </a:lnTo>
                <a:lnTo>
                  <a:pt x="597406" y="91500"/>
                </a:lnTo>
                <a:lnTo>
                  <a:pt x="597604" y="92100"/>
                </a:lnTo>
                <a:lnTo>
                  <a:pt x="597809" y="92693"/>
                </a:lnTo>
                <a:lnTo>
                  <a:pt x="598021" y="93280"/>
                </a:lnTo>
                <a:lnTo>
                  <a:pt x="598239" y="93860"/>
                </a:lnTo>
                <a:lnTo>
                  <a:pt x="598464" y="94432"/>
                </a:lnTo>
                <a:lnTo>
                  <a:pt x="598696" y="94999"/>
                </a:lnTo>
                <a:lnTo>
                  <a:pt x="598935" y="95558"/>
                </a:lnTo>
                <a:lnTo>
                  <a:pt x="599180" y="96110"/>
                </a:lnTo>
                <a:lnTo>
                  <a:pt x="599433" y="96656"/>
                </a:lnTo>
                <a:lnTo>
                  <a:pt x="599692" y="97195"/>
                </a:lnTo>
                <a:lnTo>
                  <a:pt x="599958" y="97728"/>
                </a:lnTo>
                <a:lnTo>
                  <a:pt x="600230" y="98253"/>
                </a:lnTo>
                <a:lnTo>
                  <a:pt x="600510" y="98772"/>
                </a:lnTo>
                <a:lnTo>
                  <a:pt x="600796" y="99284"/>
                </a:lnTo>
                <a:lnTo>
                  <a:pt x="601089" y="99789"/>
                </a:lnTo>
                <a:lnTo>
                  <a:pt x="601388" y="100287"/>
                </a:lnTo>
                <a:lnTo>
                  <a:pt x="601695" y="100779"/>
                </a:lnTo>
                <a:lnTo>
                  <a:pt x="602008" y="101263"/>
                </a:lnTo>
                <a:lnTo>
                  <a:pt x="602328" y="101741"/>
                </a:lnTo>
                <a:lnTo>
                  <a:pt x="602655" y="102213"/>
                </a:lnTo>
                <a:lnTo>
                  <a:pt x="602989" y="102677"/>
                </a:lnTo>
                <a:lnTo>
                  <a:pt x="603329" y="103135"/>
                </a:lnTo>
                <a:lnTo>
                  <a:pt x="603676" y="103585"/>
                </a:lnTo>
                <a:lnTo>
                  <a:pt x="604028" y="104026"/>
                </a:lnTo>
                <a:lnTo>
                  <a:pt x="604386" y="104460"/>
                </a:lnTo>
                <a:lnTo>
                  <a:pt x="604750" y="104884"/>
                </a:lnTo>
                <a:lnTo>
                  <a:pt x="605120" y="105301"/>
                </a:lnTo>
                <a:lnTo>
                  <a:pt x="605495" y="105708"/>
                </a:lnTo>
                <a:lnTo>
                  <a:pt x="605877" y="106108"/>
                </a:lnTo>
                <a:lnTo>
                  <a:pt x="606264" y="106499"/>
                </a:lnTo>
                <a:lnTo>
                  <a:pt x="606656" y="106881"/>
                </a:lnTo>
                <a:lnTo>
                  <a:pt x="607055" y="107256"/>
                </a:lnTo>
                <a:lnTo>
                  <a:pt x="607459" y="107621"/>
                </a:lnTo>
                <a:lnTo>
                  <a:pt x="607869" y="107978"/>
                </a:lnTo>
                <a:lnTo>
                  <a:pt x="608285" y="108327"/>
                </a:lnTo>
                <a:lnTo>
                  <a:pt x="608706" y="108667"/>
                </a:lnTo>
                <a:lnTo>
                  <a:pt x="609133" y="108999"/>
                </a:lnTo>
                <a:lnTo>
                  <a:pt x="609566" y="109323"/>
                </a:lnTo>
                <a:lnTo>
                  <a:pt x="610005" y="109638"/>
                </a:lnTo>
                <a:lnTo>
                  <a:pt x="610450" y="109944"/>
                </a:lnTo>
                <a:lnTo>
                  <a:pt x="610900" y="110243"/>
                </a:lnTo>
                <a:lnTo>
                  <a:pt x="611356" y="110532"/>
                </a:lnTo>
                <a:lnTo>
                  <a:pt x="611818" y="110813"/>
                </a:lnTo>
                <a:lnTo>
                  <a:pt x="612285" y="111086"/>
                </a:lnTo>
                <a:lnTo>
                  <a:pt x="612758" y="111351"/>
                </a:lnTo>
                <a:lnTo>
                  <a:pt x="613237" y="111607"/>
                </a:lnTo>
                <a:lnTo>
                  <a:pt x="613722" y="111853"/>
                </a:lnTo>
                <a:lnTo>
                  <a:pt x="614211" y="112089"/>
                </a:lnTo>
                <a:lnTo>
                  <a:pt x="614704" y="112314"/>
                </a:lnTo>
                <a:lnTo>
                  <a:pt x="615203" y="112529"/>
                </a:lnTo>
                <a:lnTo>
                  <a:pt x="615706" y="112734"/>
                </a:lnTo>
                <a:lnTo>
                  <a:pt x="616214" y="112928"/>
                </a:lnTo>
                <a:lnTo>
                  <a:pt x="616727" y="113111"/>
                </a:lnTo>
                <a:lnTo>
                  <a:pt x="617244" y="113284"/>
                </a:lnTo>
                <a:lnTo>
                  <a:pt x="617766" y="113447"/>
                </a:lnTo>
                <a:lnTo>
                  <a:pt x="618293" y="113599"/>
                </a:lnTo>
                <a:lnTo>
                  <a:pt x="618825" y="113741"/>
                </a:lnTo>
                <a:lnTo>
                  <a:pt x="619361" y="113872"/>
                </a:lnTo>
                <a:lnTo>
                  <a:pt x="619902" y="113992"/>
                </a:lnTo>
                <a:lnTo>
                  <a:pt x="620448" y="114103"/>
                </a:lnTo>
                <a:lnTo>
                  <a:pt x="620998" y="114202"/>
                </a:lnTo>
                <a:lnTo>
                  <a:pt x="621554" y="114291"/>
                </a:lnTo>
                <a:lnTo>
                  <a:pt x="622114" y="114370"/>
                </a:lnTo>
                <a:lnTo>
                  <a:pt x="622678" y="114438"/>
                </a:lnTo>
                <a:lnTo>
                  <a:pt x="623248" y="114496"/>
                </a:lnTo>
                <a:lnTo>
                  <a:pt x="623822" y="114543"/>
                </a:lnTo>
                <a:lnTo>
                  <a:pt x="624401" y="114580"/>
                </a:lnTo>
                <a:lnTo>
                  <a:pt x="624985" y="114606"/>
                </a:lnTo>
                <a:lnTo>
                  <a:pt x="625573" y="114622"/>
                </a:lnTo>
                <a:lnTo>
                  <a:pt x="626166" y="114627"/>
                </a:lnTo>
                <a:lnTo>
                  <a:pt x="626795" y="114622"/>
                </a:lnTo>
                <a:lnTo>
                  <a:pt x="627417" y="114609"/>
                </a:lnTo>
                <a:lnTo>
                  <a:pt x="628033" y="114586"/>
                </a:lnTo>
                <a:lnTo>
                  <a:pt x="628642" y="114554"/>
                </a:lnTo>
                <a:lnTo>
                  <a:pt x="629245" y="114513"/>
                </a:lnTo>
                <a:lnTo>
                  <a:pt x="629840" y="114463"/>
                </a:lnTo>
                <a:lnTo>
                  <a:pt x="630429" y="114404"/>
                </a:lnTo>
                <a:lnTo>
                  <a:pt x="631012" y="114336"/>
                </a:lnTo>
                <a:lnTo>
                  <a:pt x="631588" y="114259"/>
                </a:lnTo>
                <a:lnTo>
                  <a:pt x="632157" y="114173"/>
                </a:lnTo>
                <a:lnTo>
                  <a:pt x="632719" y="114078"/>
                </a:lnTo>
                <a:lnTo>
                  <a:pt x="633275" y="113973"/>
                </a:lnTo>
                <a:lnTo>
                  <a:pt x="633824" y="113860"/>
                </a:lnTo>
                <a:lnTo>
                  <a:pt x="634367" y="113737"/>
                </a:lnTo>
                <a:lnTo>
                  <a:pt x="634903" y="113605"/>
                </a:lnTo>
                <a:lnTo>
                  <a:pt x="635432" y="113465"/>
                </a:lnTo>
                <a:lnTo>
                  <a:pt x="635954" y="113315"/>
                </a:lnTo>
                <a:lnTo>
                  <a:pt x="636470" y="113156"/>
                </a:lnTo>
                <a:lnTo>
                  <a:pt x="636980" y="112988"/>
                </a:lnTo>
                <a:lnTo>
                  <a:pt x="637482" y="112811"/>
                </a:lnTo>
                <a:lnTo>
                  <a:pt x="637978" y="112625"/>
                </a:lnTo>
                <a:lnTo>
                  <a:pt x="638468" y="112429"/>
                </a:lnTo>
                <a:lnTo>
                  <a:pt x="638950" y="112225"/>
                </a:lnTo>
                <a:lnTo>
                  <a:pt x="639426" y="112012"/>
                </a:lnTo>
                <a:lnTo>
                  <a:pt x="639896" y="111790"/>
                </a:lnTo>
                <a:lnTo>
                  <a:pt x="640360" y="111560"/>
                </a:lnTo>
                <a:lnTo>
                  <a:pt x="640817" y="111322"/>
                </a:lnTo>
                <a:lnTo>
                  <a:pt x="641269" y="111075"/>
                </a:lnTo>
                <a:lnTo>
                  <a:pt x="641715" y="110821"/>
                </a:lnTo>
                <a:lnTo>
                  <a:pt x="642154" y="110559"/>
                </a:lnTo>
                <a:lnTo>
                  <a:pt x="642588" y="110289"/>
                </a:lnTo>
                <a:lnTo>
                  <a:pt x="643016" y="110010"/>
                </a:lnTo>
                <a:lnTo>
                  <a:pt x="643437" y="109724"/>
                </a:lnTo>
                <a:lnTo>
                  <a:pt x="643853" y="109429"/>
                </a:lnTo>
                <a:lnTo>
                  <a:pt x="644262" y="109127"/>
                </a:lnTo>
                <a:lnTo>
                  <a:pt x="644666" y="108816"/>
                </a:lnTo>
                <a:lnTo>
                  <a:pt x="645063" y="108498"/>
                </a:lnTo>
                <a:lnTo>
                  <a:pt x="645455" y="108171"/>
                </a:lnTo>
                <a:lnTo>
                  <a:pt x="645841" y="107836"/>
                </a:lnTo>
                <a:lnTo>
                  <a:pt x="646220" y="107493"/>
                </a:lnTo>
                <a:lnTo>
                  <a:pt x="646594" y="107143"/>
                </a:lnTo>
                <a:lnTo>
                  <a:pt x="646961" y="106784"/>
                </a:lnTo>
                <a:lnTo>
                  <a:pt x="647323" y="106417"/>
                </a:lnTo>
                <a:lnTo>
                  <a:pt x="647678" y="106042"/>
                </a:lnTo>
                <a:lnTo>
                  <a:pt x="648028" y="105658"/>
                </a:lnTo>
                <a:lnTo>
                  <a:pt x="648371" y="105267"/>
                </a:lnTo>
                <a:lnTo>
                  <a:pt x="648487" y="105130"/>
                </a:lnTo>
                <a:lnTo>
                  <a:pt x="648487" y="112122"/>
                </a:lnTo>
                <a:lnTo>
                  <a:pt x="648483" y="112695"/>
                </a:lnTo>
                <a:lnTo>
                  <a:pt x="648469" y="113261"/>
                </a:lnTo>
                <a:lnTo>
                  <a:pt x="648447" y="113819"/>
                </a:lnTo>
                <a:lnTo>
                  <a:pt x="648415" y="114370"/>
                </a:lnTo>
                <a:lnTo>
                  <a:pt x="648374" y="114913"/>
                </a:lnTo>
                <a:lnTo>
                  <a:pt x="648324" y="115449"/>
                </a:lnTo>
                <a:lnTo>
                  <a:pt x="648265" y="115977"/>
                </a:lnTo>
                <a:lnTo>
                  <a:pt x="648197" y="116497"/>
                </a:lnTo>
                <a:lnTo>
                  <a:pt x="648120" y="117010"/>
                </a:lnTo>
                <a:lnTo>
                  <a:pt x="648033" y="117516"/>
                </a:lnTo>
                <a:lnTo>
                  <a:pt x="647938" y="118013"/>
                </a:lnTo>
                <a:lnTo>
                  <a:pt x="647834" y="118504"/>
                </a:lnTo>
                <a:lnTo>
                  <a:pt x="647720" y="118986"/>
                </a:lnTo>
                <a:lnTo>
                  <a:pt x="647598" y="119462"/>
                </a:lnTo>
                <a:lnTo>
                  <a:pt x="647466" y="119929"/>
                </a:lnTo>
                <a:lnTo>
                  <a:pt x="647325" y="120389"/>
                </a:lnTo>
                <a:lnTo>
                  <a:pt x="647175" y="120842"/>
                </a:lnTo>
                <a:lnTo>
                  <a:pt x="647016" y="121287"/>
                </a:lnTo>
                <a:lnTo>
                  <a:pt x="646848" y="121724"/>
                </a:lnTo>
                <a:lnTo>
                  <a:pt x="646671" y="122154"/>
                </a:lnTo>
                <a:lnTo>
                  <a:pt x="646485" y="122577"/>
                </a:lnTo>
                <a:lnTo>
                  <a:pt x="646290" y="122991"/>
                </a:lnTo>
                <a:lnTo>
                  <a:pt x="646086" y="123399"/>
                </a:lnTo>
                <a:lnTo>
                  <a:pt x="645872" y="123799"/>
                </a:lnTo>
                <a:lnTo>
                  <a:pt x="645651" y="124190"/>
                </a:lnTo>
                <a:lnTo>
                  <a:pt x="645422" y="124574"/>
                </a:lnTo>
                <a:lnTo>
                  <a:pt x="645186" y="124950"/>
                </a:lnTo>
                <a:lnTo>
                  <a:pt x="644942" y="125318"/>
                </a:lnTo>
                <a:lnTo>
                  <a:pt x="644691" y="125678"/>
                </a:lnTo>
                <a:lnTo>
                  <a:pt x="644433" y="126029"/>
                </a:lnTo>
                <a:lnTo>
                  <a:pt x="644168" y="126373"/>
                </a:lnTo>
                <a:lnTo>
                  <a:pt x="643895" y="126708"/>
                </a:lnTo>
                <a:lnTo>
                  <a:pt x="643616" y="127036"/>
                </a:lnTo>
                <a:lnTo>
                  <a:pt x="643328" y="127355"/>
                </a:lnTo>
                <a:lnTo>
                  <a:pt x="643034" y="127667"/>
                </a:lnTo>
                <a:lnTo>
                  <a:pt x="642732" y="127970"/>
                </a:lnTo>
                <a:lnTo>
                  <a:pt x="642423" y="128265"/>
                </a:lnTo>
                <a:lnTo>
                  <a:pt x="642107" y="128552"/>
                </a:lnTo>
                <a:lnTo>
                  <a:pt x="641783" y="128832"/>
                </a:lnTo>
                <a:lnTo>
                  <a:pt x="641452" y="129103"/>
                </a:lnTo>
                <a:lnTo>
                  <a:pt x="641114" y="129366"/>
                </a:lnTo>
                <a:lnTo>
                  <a:pt x="640768" y="129621"/>
                </a:lnTo>
                <a:lnTo>
                  <a:pt x="640416" y="129867"/>
                </a:lnTo>
                <a:lnTo>
                  <a:pt x="640056" y="130106"/>
                </a:lnTo>
                <a:lnTo>
                  <a:pt x="639688" y="130337"/>
                </a:lnTo>
                <a:lnTo>
                  <a:pt x="639313" y="130560"/>
                </a:lnTo>
                <a:lnTo>
                  <a:pt x="638932" y="130774"/>
                </a:lnTo>
                <a:lnTo>
                  <a:pt x="638542" y="130981"/>
                </a:lnTo>
                <a:lnTo>
                  <a:pt x="638146" y="131179"/>
                </a:lnTo>
                <a:lnTo>
                  <a:pt x="637744" y="131369"/>
                </a:lnTo>
                <a:lnTo>
                  <a:pt x="637336" y="131551"/>
                </a:lnTo>
                <a:lnTo>
                  <a:pt x="636922" y="131724"/>
                </a:lnTo>
                <a:lnTo>
                  <a:pt x="636501" y="131889"/>
                </a:lnTo>
                <a:lnTo>
                  <a:pt x="636074" y="132045"/>
                </a:lnTo>
                <a:lnTo>
                  <a:pt x="635642" y="132192"/>
                </a:lnTo>
                <a:lnTo>
                  <a:pt x="635203" y="132332"/>
                </a:lnTo>
                <a:lnTo>
                  <a:pt x="634758" y="132463"/>
                </a:lnTo>
                <a:lnTo>
                  <a:pt x="634306" y="132585"/>
                </a:lnTo>
                <a:lnTo>
                  <a:pt x="633849" y="132699"/>
                </a:lnTo>
                <a:lnTo>
                  <a:pt x="633386" y="132804"/>
                </a:lnTo>
                <a:lnTo>
                  <a:pt x="632916" y="132901"/>
                </a:lnTo>
                <a:lnTo>
                  <a:pt x="632440" y="132990"/>
                </a:lnTo>
                <a:lnTo>
                  <a:pt x="631958" y="133070"/>
                </a:lnTo>
                <a:lnTo>
                  <a:pt x="631470" y="133142"/>
                </a:lnTo>
                <a:lnTo>
                  <a:pt x="630976" y="133205"/>
                </a:lnTo>
                <a:lnTo>
                  <a:pt x="630476" y="133260"/>
                </a:lnTo>
                <a:lnTo>
                  <a:pt x="629969" y="133307"/>
                </a:lnTo>
                <a:lnTo>
                  <a:pt x="629457" y="133345"/>
                </a:lnTo>
                <a:lnTo>
                  <a:pt x="628938" y="133374"/>
                </a:lnTo>
                <a:lnTo>
                  <a:pt x="628413" y="133395"/>
                </a:lnTo>
                <a:lnTo>
                  <a:pt x="627882" y="133408"/>
                </a:lnTo>
                <a:lnTo>
                  <a:pt x="627345" y="133412"/>
                </a:lnTo>
                <a:lnTo>
                  <a:pt x="626896" y="133408"/>
                </a:lnTo>
                <a:lnTo>
                  <a:pt x="626448" y="133396"/>
                </a:lnTo>
                <a:lnTo>
                  <a:pt x="625999" y="133375"/>
                </a:lnTo>
                <a:lnTo>
                  <a:pt x="625549" y="133347"/>
                </a:lnTo>
                <a:lnTo>
                  <a:pt x="625099" y="133310"/>
                </a:lnTo>
                <a:lnTo>
                  <a:pt x="624649" y="133265"/>
                </a:lnTo>
                <a:lnTo>
                  <a:pt x="624198" y="133212"/>
                </a:lnTo>
                <a:lnTo>
                  <a:pt x="623747" y="133150"/>
                </a:lnTo>
                <a:lnTo>
                  <a:pt x="623296" y="133081"/>
                </a:lnTo>
                <a:lnTo>
                  <a:pt x="622844" y="133003"/>
                </a:lnTo>
                <a:lnTo>
                  <a:pt x="622392" y="132917"/>
                </a:lnTo>
                <a:lnTo>
                  <a:pt x="621939" y="132823"/>
                </a:lnTo>
                <a:lnTo>
                  <a:pt x="621486" y="132720"/>
                </a:lnTo>
                <a:lnTo>
                  <a:pt x="621033" y="132610"/>
                </a:lnTo>
                <a:lnTo>
                  <a:pt x="620579" y="132491"/>
                </a:lnTo>
                <a:lnTo>
                  <a:pt x="620125" y="132364"/>
                </a:lnTo>
                <a:lnTo>
                  <a:pt x="619671" y="132229"/>
                </a:lnTo>
                <a:lnTo>
                  <a:pt x="619216" y="132086"/>
                </a:lnTo>
                <a:lnTo>
                  <a:pt x="618761" y="131935"/>
                </a:lnTo>
                <a:lnTo>
                  <a:pt x="618305" y="131775"/>
                </a:lnTo>
                <a:lnTo>
                  <a:pt x="617849" y="131607"/>
                </a:lnTo>
                <a:lnTo>
                  <a:pt x="617393" y="131431"/>
                </a:lnTo>
                <a:lnTo>
                  <a:pt x="616936" y="131247"/>
                </a:lnTo>
                <a:lnTo>
                  <a:pt x="616479" y="131055"/>
                </a:lnTo>
                <a:lnTo>
                  <a:pt x="616022" y="130852"/>
                </a:lnTo>
                <a:lnTo>
                  <a:pt x="615567" y="130636"/>
                </a:lnTo>
                <a:lnTo>
                  <a:pt x="615114" y="130408"/>
                </a:lnTo>
                <a:lnTo>
                  <a:pt x="614663" y="130167"/>
                </a:lnTo>
                <a:lnTo>
                  <a:pt x="614213" y="129913"/>
                </a:lnTo>
                <a:lnTo>
                  <a:pt x="613765" y="129646"/>
                </a:lnTo>
                <a:lnTo>
                  <a:pt x="613318" y="129366"/>
                </a:lnTo>
                <a:lnTo>
                  <a:pt x="612873" y="129074"/>
                </a:lnTo>
                <a:lnTo>
                  <a:pt x="612430" y="128769"/>
                </a:lnTo>
                <a:lnTo>
                  <a:pt x="611988" y="128451"/>
                </a:lnTo>
                <a:lnTo>
                  <a:pt x="611549" y="128120"/>
                </a:lnTo>
                <a:lnTo>
                  <a:pt x="611110" y="127777"/>
                </a:lnTo>
                <a:lnTo>
                  <a:pt x="610674" y="127420"/>
                </a:lnTo>
                <a:lnTo>
                  <a:pt x="610239" y="127051"/>
                </a:lnTo>
                <a:lnTo>
                  <a:pt x="609806" y="126669"/>
                </a:lnTo>
                <a:lnTo>
                  <a:pt x="609374" y="126275"/>
                </a:lnTo>
                <a:lnTo>
                  <a:pt x="608944" y="125867"/>
                </a:lnTo>
                <a:lnTo>
                  <a:pt x="608516" y="125447"/>
                </a:lnTo>
                <a:lnTo>
                  <a:pt x="608089" y="125014"/>
                </a:lnTo>
                <a:lnTo>
                  <a:pt x="607664" y="124568"/>
                </a:lnTo>
                <a:lnTo>
                  <a:pt x="607241" y="124109"/>
                </a:lnTo>
                <a:lnTo>
                  <a:pt x="606819" y="123638"/>
                </a:lnTo>
                <a:lnTo>
                  <a:pt x="606399" y="123154"/>
                </a:lnTo>
                <a:lnTo>
                  <a:pt x="605981" y="122657"/>
                </a:lnTo>
                <a:lnTo>
                  <a:pt x="598835" y="130760"/>
                </a:lnTo>
                <a:lnTo>
                  <a:pt x="599139" y="131186"/>
                </a:lnTo>
                <a:lnTo>
                  <a:pt x="599449" y="131605"/>
                </a:lnTo>
                <a:lnTo>
                  <a:pt x="599765" y="132016"/>
                </a:lnTo>
                <a:lnTo>
                  <a:pt x="600087" y="132421"/>
                </a:lnTo>
                <a:lnTo>
                  <a:pt x="600415" y="132818"/>
                </a:lnTo>
                <a:lnTo>
                  <a:pt x="600748" y="133207"/>
                </a:lnTo>
                <a:lnTo>
                  <a:pt x="601088" y="133590"/>
                </a:lnTo>
                <a:lnTo>
                  <a:pt x="601434" y="133965"/>
                </a:lnTo>
                <a:lnTo>
                  <a:pt x="601786" y="134332"/>
                </a:lnTo>
                <a:lnTo>
                  <a:pt x="602144" y="134693"/>
                </a:lnTo>
                <a:lnTo>
                  <a:pt x="602508" y="135046"/>
                </a:lnTo>
                <a:lnTo>
                  <a:pt x="602878" y="135392"/>
                </a:lnTo>
                <a:lnTo>
                  <a:pt x="603254" y="135731"/>
                </a:lnTo>
                <a:lnTo>
                  <a:pt x="603636" y="136062"/>
                </a:lnTo>
                <a:lnTo>
                  <a:pt x="604024" y="136386"/>
                </a:lnTo>
                <a:lnTo>
                  <a:pt x="604418" y="136703"/>
                </a:lnTo>
                <a:lnTo>
                  <a:pt x="604818" y="137012"/>
                </a:lnTo>
                <a:lnTo>
                  <a:pt x="605224" y="137314"/>
                </a:lnTo>
                <a:lnTo>
                  <a:pt x="605636" y="137609"/>
                </a:lnTo>
                <a:lnTo>
                  <a:pt x="606054" y="137897"/>
                </a:lnTo>
                <a:lnTo>
                  <a:pt x="606478" y="138177"/>
                </a:lnTo>
                <a:lnTo>
                  <a:pt x="606908" y="138450"/>
                </a:lnTo>
                <a:lnTo>
                  <a:pt x="607344" y="138716"/>
                </a:lnTo>
                <a:lnTo>
                  <a:pt x="607786" y="138974"/>
                </a:lnTo>
                <a:lnTo>
                  <a:pt x="608231" y="139226"/>
                </a:lnTo>
                <a:lnTo>
                  <a:pt x="608678" y="139471"/>
                </a:lnTo>
                <a:lnTo>
                  <a:pt x="609125" y="139711"/>
                </a:lnTo>
                <a:lnTo>
                  <a:pt x="609572" y="139944"/>
                </a:lnTo>
                <a:lnTo>
                  <a:pt x="610021" y="140171"/>
                </a:lnTo>
                <a:lnTo>
                  <a:pt x="610470" y="140392"/>
                </a:lnTo>
                <a:lnTo>
                  <a:pt x="610920" y="140607"/>
                </a:lnTo>
                <a:lnTo>
                  <a:pt x="611371" y="140816"/>
                </a:lnTo>
                <a:lnTo>
                  <a:pt x="611823" y="141018"/>
                </a:lnTo>
                <a:lnTo>
                  <a:pt x="612275" y="141215"/>
                </a:lnTo>
                <a:lnTo>
                  <a:pt x="612728" y="141405"/>
                </a:lnTo>
                <a:lnTo>
                  <a:pt x="613182" y="141589"/>
                </a:lnTo>
                <a:lnTo>
                  <a:pt x="613637" y="141767"/>
                </a:lnTo>
                <a:lnTo>
                  <a:pt x="614092" y="141939"/>
                </a:lnTo>
                <a:lnTo>
                  <a:pt x="614548" y="142105"/>
                </a:lnTo>
                <a:lnTo>
                  <a:pt x="615005" y="142265"/>
                </a:lnTo>
                <a:lnTo>
                  <a:pt x="615463" y="142418"/>
                </a:lnTo>
                <a:lnTo>
                  <a:pt x="615922" y="142565"/>
                </a:lnTo>
                <a:lnTo>
                  <a:pt x="616381" y="142707"/>
                </a:lnTo>
                <a:lnTo>
                  <a:pt x="616841" y="142842"/>
                </a:lnTo>
                <a:lnTo>
                  <a:pt x="617302" y="142971"/>
                </a:lnTo>
                <a:lnTo>
                  <a:pt x="617763" y="143093"/>
                </a:lnTo>
                <a:lnTo>
                  <a:pt x="618226" y="143210"/>
                </a:lnTo>
                <a:lnTo>
                  <a:pt x="618689" y="143320"/>
                </a:lnTo>
                <a:lnTo>
                  <a:pt x="619150" y="143426"/>
                </a:lnTo>
                <a:lnTo>
                  <a:pt x="619606" y="143526"/>
                </a:lnTo>
                <a:lnTo>
                  <a:pt x="620057" y="143623"/>
                </a:lnTo>
                <a:lnTo>
                  <a:pt x="620503" y="143714"/>
                </a:lnTo>
                <a:lnTo>
                  <a:pt x="620944" y="143802"/>
                </a:lnTo>
                <a:lnTo>
                  <a:pt x="621380" y="143884"/>
                </a:lnTo>
                <a:lnTo>
                  <a:pt x="621811" y="143963"/>
                </a:lnTo>
                <a:lnTo>
                  <a:pt x="622237" y="144037"/>
                </a:lnTo>
                <a:lnTo>
                  <a:pt x="622658" y="144106"/>
                </a:lnTo>
                <a:lnTo>
                  <a:pt x="623074" y="144171"/>
                </a:lnTo>
                <a:lnTo>
                  <a:pt x="623485" y="144231"/>
                </a:lnTo>
                <a:lnTo>
                  <a:pt x="623892" y="144287"/>
                </a:lnTo>
                <a:lnTo>
                  <a:pt x="624293" y="144339"/>
                </a:lnTo>
                <a:lnTo>
                  <a:pt x="624689" y="144386"/>
                </a:lnTo>
                <a:lnTo>
                  <a:pt x="625080" y="144428"/>
                </a:lnTo>
                <a:lnTo>
                  <a:pt x="625466" y="144466"/>
                </a:lnTo>
                <a:lnTo>
                  <a:pt x="625847" y="144500"/>
                </a:lnTo>
                <a:lnTo>
                  <a:pt x="626224" y="144529"/>
                </a:lnTo>
                <a:lnTo>
                  <a:pt x="626595" y="144554"/>
                </a:lnTo>
                <a:lnTo>
                  <a:pt x="626961" y="144574"/>
                </a:lnTo>
                <a:lnTo>
                  <a:pt x="627322" y="144589"/>
                </a:lnTo>
                <a:lnTo>
                  <a:pt x="627679" y="144601"/>
                </a:lnTo>
                <a:lnTo>
                  <a:pt x="628030" y="144607"/>
                </a:lnTo>
                <a:lnTo>
                  <a:pt x="628376" y="144610"/>
                </a:lnTo>
                <a:lnTo>
                  <a:pt x="629201" y="144603"/>
                </a:lnTo>
                <a:lnTo>
                  <a:pt x="630018" y="144583"/>
                </a:lnTo>
                <a:lnTo>
                  <a:pt x="630826" y="144549"/>
                </a:lnTo>
                <a:lnTo>
                  <a:pt x="631627" y="144502"/>
                </a:lnTo>
                <a:lnTo>
                  <a:pt x="632419" y="144442"/>
                </a:lnTo>
                <a:lnTo>
                  <a:pt x="633204" y="144368"/>
                </a:lnTo>
                <a:lnTo>
                  <a:pt x="633980" y="144281"/>
                </a:lnTo>
                <a:lnTo>
                  <a:pt x="634748" y="144180"/>
                </a:lnTo>
                <a:lnTo>
                  <a:pt x="635509" y="144066"/>
                </a:lnTo>
                <a:lnTo>
                  <a:pt x="636261" y="143938"/>
                </a:lnTo>
                <a:lnTo>
                  <a:pt x="637005" y="143797"/>
                </a:lnTo>
                <a:lnTo>
                  <a:pt x="637741" y="143643"/>
                </a:lnTo>
                <a:lnTo>
                  <a:pt x="638469" y="143475"/>
                </a:lnTo>
                <a:lnTo>
                  <a:pt x="639189" y="143294"/>
                </a:lnTo>
                <a:lnTo>
                  <a:pt x="639901" y="143099"/>
                </a:lnTo>
                <a:lnTo>
                  <a:pt x="640605" y="142891"/>
                </a:lnTo>
                <a:lnTo>
                  <a:pt x="641301" y="142669"/>
                </a:lnTo>
                <a:lnTo>
                  <a:pt x="641989" y="142434"/>
                </a:lnTo>
                <a:lnTo>
                  <a:pt x="642668" y="142186"/>
                </a:lnTo>
                <a:lnTo>
                  <a:pt x="643340" y="141924"/>
                </a:lnTo>
                <a:lnTo>
                  <a:pt x="644003" y="141649"/>
                </a:lnTo>
                <a:lnTo>
                  <a:pt x="644659" y="141360"/>
                </a:lnTo>
                <a:lnTo>
                  <a:pt x="645306" y="141058"/>
                </a:lnTo>
                <a:lnTo>
                  <a:pt x="645946" y="140742"/>
                </a:lnTo>
                <a:lnTo>
                  <a:pt x="646575" y="140414"/>
                </a:lnTo>
                <a:lnTo>
                  <a:pt x="647193" y="140073"/>
                </a:lnTo>
                <a:lnTo>
                  <a:pt x="647800" y="139719"/>
                </a:lnTo>
                <a:lnTo>
                  <a:pt x="648394" y="139354"/>
                </a:lnTo>
                <a:lnTo>
                  <a:pt x="648977" y="138976"/>
                </a:lnTo>
                <a:lnTo>
                  <a:pt x="649549" y="138585"/>
                </a:lnTo>
                <a:lnTo>
                  <a:pt x="650108" y="138182"/>
                </a:lnTo>
                <a:lnTo>
                  <a:pt x="650657" y="137767"/>
                </a:lnTo>
                <a:lnTo>
                  <a:pt x="651193" y="137339"/>
                </a:lnTo>
                <a:lnTo>
                  <a:pt x="651718" y="136899"/>
                </a:lnTo>
                <a:lnTo>
                  <a:pt x="652231" y="136446"/>
                </a:lnTo>
                <a:lnTo>
                  <a:pt x="652732" y="135981"/>
                </a:lnTo>
                <a:lnTo>
                  <a:pt x="653222" y="135504"/>
                </a:lnTo>
                <a:lnTo>
                  <a:pt x="653701" y="135014"/>
                </a:lnTo>
                <a:lnTo>
                  <a:pt x="654167" y="134512"/>
                </a:lnTo>
                <a:lnTo>
                  <a:pt x="654622" y="133997"/>
                </a:lnTo>
                <a:lnTo>
                  <a:pt x="655066" y="133470"/>
                </a:lnTo>
                <a:lnTo>
                  <a:pt x="655497" y="132931"/>
                </a:lnTo>
                <a:lnTo>
                  <a:pt x="655917" y="132379"/>
                </a:lnTo>
                <a:lnTo>
                  <a:pt x="656326" y="131815"/>
                </a:lnTo>
                <a:lnTo>
                  <a:pt x="656723" y="131238"/>
                </a:lnTo>
                <a:lnTo>
                  <a:pt x="657108" y="130649"/>
                </a:lnTo>
                <a:lnTo>
                  <a:pt x="657481" y="130048"/>
                </a:lnTo>
                <a:lnTo>
                  <a:pt x="657843" y="129434"/>
                </a:lnTo>
                <a:lnTo>
                  <a:pt x="658192" y="128809"/>
                </a:lnTo>
                <a:lnTo>
                  <a:pt x="658526" y="128173"/>
                </a:lnTo>
                <a:lnTo>
                  <a:pt x="658845" y="127526"/>
                </a:lnTo>
                <a:lnTo>
                  <a:pt x="659149" y="126868"/>
                </a:lnTo>
                <a:lnTo>
                  <a:pt x="659438" y="126200"/>
                </a:lnTo>
                <a:lnTo>
                  <a:pt x="659713" y="125520"/>
                </a:lnTo>
                <a:lnTo>
                  <a:pt x="659972" y="124831"/>
                </a:lnTo>
                <a:lnTo>
                  <a:pt x="660217" y="124130"/>
                </a:lnTo>
                <a:lnTo>
                  <a:pt x="660447" y="123419"/>
                </a:lnTo>
                <a:lnTo>
                  <a:pt x="660662" y="122697"/>
                </a:lnTo>
                <a:lnTo>
                  <a:pt x="660862" y="121964"/>
                </a:lnTo>
                <a:lnTo>
                  <a:pt x="661048" y="121220"/>
                </a:lnTo>
                <a:lnTo>
                  <a:pt x="661218" y="120466"/>
                </a:lnTo>
                <a:lnTo>
                  <a:pt x="661374" y="119701"/>
                </a:lnTo>
                <a:lnTo>
                  <a:pt x="661515" y="118925"/>
                </a:lnTo>
                <a:lnTo>
                  <a:pt x="661641" y="118138"/>
                </a:lnTo>
                <a:lnTo>
                  <a:pt x="661752" y="117341"/>
                </a:lnTo>
                <a:lnTo>
                  <a:pt x="661849" y="116533"/>
                </a:lnTo>
                <a:lnTo>
                  <a:pt x="661930" y="115714"/>
                </a:lnTo>
                <a:lnTo>
                  <a:pt x="661997" y="114885"/>
                </a:lnTo>
                <a:lnTo>
                  <a:pt x="662049" y="114044"/>
                </a:lnTo>
                <a:lnTo>
                  <a:pt x="662086" y="113193"/>
                </a:lnTo>
                <a:lnTo>
                  <a:pt x="662108" y="112332"/>
                </a:lnTo>
                <a:lnTo>
                  <a:pt x="662116" y="111459"/>
                </a:lnTo>
                <a:lnTo>
                  <a:pt x="662116" y="33445"/>
                </a:lnTo>
                <a:lnTo>
                  <a:pt x="649740" y="33445"/>
                </a:lnTo>
                <a:lnTo>
                  <a:pt x="649110" y="42264"/>
                </a:lnTo>
                <a:lnTo>
                  <a:pt x="649040" y="42175"/>
                </a:lnTo>
                <a:lnTo>
                  <a:pt x="648709" y="41764"/>
                </a:lnTo>
                <a:lnTo>
                  <a:pt x="648371" y="41362"/>
                </a:lnTo>
                <a:close/>
                <a:moveTo>
                  <a:pt x="648142" y="91809"/>
                </a:moveTo>
                <a:lnTo>
                  <a:pt x="647930" y="92206"/>
                </a:lnTo>
                <a:lnTo>
                  <a:pt x="647714" y="92600"/>
                </a:lnTo>
                <a:lnTo>
                  <a:pt x="647493" y="92990"/>
                </a:lnTo>
                <a:lnTo>
                  <a:pt x="647265" y="93373"/>
                </a:lnTo>
                <a:lnTo>
                  <a:pt x="647032" y="93750"/>
                </a:lnTo>
                <a:lnTo>
                  <a:pt x="646792" y="94121"/>
                </a:lnTo>
                <a:lnTo>
                  <a:pt x="646546" y="94485"/>
                </a:lnTo>
                <a:lnTo>
                  <a:pt x="646293" y="94843"/>
                </a:lnTo>
                <a:lnTo>
                  <a:pt x="646035" y="95194"/>
                </a:lnTo>
                <a:lnTo>
                  <a:pt x="645770" y="95539"/>
                </a:lnTo>
                <a:lnTo>
                  <a:pt x="645499" y="95877"/>
                </a:lnTo>
                <a:lnTo>
                  <a:pt x="645221" y="96209"/>
                </a:lnTo>
                <a:lnTo>
                  <a:pt x="644937" y="96535"/>
                </a:lnTo>
                <a:lnTo>
                  <a:pt x="644647" y="96855"/>
                </a:lnTo>
                <a:lnTo>
                  <a:pt x="644351" y="97168"/>
                </a:lnTo>
                <a:lnTo>
                  <a:pt x="644049" y="97474"/>
                </a:lnTo>
                <a:lnTo>
                  <a:pt x="643740" y="97774"/>
                </a:lnTo>
                <a:lnTo>
                  <a:pt x="643425" y="98068"/>
                </a:lnTo>
                <a:lnTo>
                  <a:pt x="643103" y="98355"/>
                </a:lnTo>
                <a:lnTo>
                  <a:pt x="642776" y="98636"/>
                </a:lnTo>
                <a:lnTo>
                  <a:pt x="642442" y="98911"/>
                </a:lnTo>
                <a:lnTo>
                  <a:pt x="642102" y="99179"/>
                </a:lnTo>
                <a:lnTo>
                  <a:pt x="641755" y="99441"/>
                </a:lnTo>
                <a:lnTo>
                  <a:pt x="641403" y="99696"/>
                </a:lnTo>
                <a:lnTo>
                  <a:pt x="641044" y="99945"/>
                </a:lnTo>
                <a:lnTo>
                  <a:pt x="640679" y="100188"/>
                </a:lnTo>
                <a:lnTo>
                  <a:pt x="640306" y="100422"/>
                </a:lnTo>
                <a:lnTo>
                  <a:pt x="639926" y="100647"/>
                </a:lnTo>
                <a:lnTo>
                  <a:pt x="639537" y="100861"/>
                </a:lnTo>
                <a:lnTo>
                  <a:pt x="639140" y="101066"/>
                </a:lnTo>
                <a:lnTo>
                  <a:pt x="638735" y="101260"/>
                </a:lnTo>
                <a:lnTo>
                  <a:pt x="638321" y="101445"/>
                </a:lnTo>
                <a:lnTo>
                  <a:pt x="637900" y="101620"/>
                </a:lnTo>
                <a:lnTo>
                  <a:pt x="637470" y="101784"/>
                </a:lnTo>
                <a:lnTo>
                  <a:pt x="637032" y="101939"/>
                </a:lnTo>
                <a:lnTo>
                  <a:pt x="636586" y="102083"/>
                </a:lnTo>
                <a:lnTo>
                  <a:pt x="636132" y="102218"/>
                </a:lnTo>
                <a:lnTo>
                  <a:pt x="635669" y="102343"/>
                </a:lnTo>
                <a:lnTo>
                  <a:pt x="635199" y="102458"/>
                </a:lnTo>
                <a:lnTo>
                  <a:pt x="634720" y="102562"/>
                </a:lnTo>
                <a:lnTo>
                  <a:pt x="634233" y="102657"/>
                </a:lnTo>
                <a:lnTo>
                  <a:pt x="633737" y="102742"/>
                </a:lnTo>
                <a:lnTo>
                  <a:pt x="633234" y="102817"/>
                </a:lnTo>
                <a:lnTo>
                  <a:pt x="632723" y="102881"/>
                </a:lnTo>
                <a:lnTo>
                  <a:pt x="632203" y="102936"/>
                </a:lnTo>
                <a:lnTo>
                  <a:pt x="631675" y="102981"/>
                </a:lnTo>
                <a:lnTo>
                  <a:pt x="631139" y="103016"/>
                </a:lnTo>
                <a:lnTo>
                  <a:pt x="630594" y="103041"/>
                </a:lnTo>
                <a:lnTo>
                  <a:pt x="630042" y="103056"/>
                </a:lnTo>
                <a:lnTo>
                  <a:pt x="629481" y="103061"/>
                </a:lnTo>
                <a:lnTo>
                  <a:pt x="629023" y="103057"/>
                </a:lnTo>
                <a:lnTo>
                  <a:pt x="628571" y="103045"/>
                </a:lnTo>
                <a:lnTo>
                  <a:pt x="628124" y="103026"/>
                </a:lnTo>
                <a:lnTo>
                  <a:pt x="627682" y="102999"/>
                </a:lnTo>
                <a:lnTo>
                  <a:pt x="627246" y="102964"/>
                </a:lnTo>
                <a:lnTo>
                  <a:pt x="626815" y="102921"/>
                </a:lnTo>
                <a:lnTo>
                  <a:pt x="626390" y="102870"/>
                </a:lnTo>
                <a:lnTo>
                  <a:pt x="625970" y="102811"/>
                </a:lnTo>
                <a:lnTo>
                  <a:pt x="625555" y="102745"/>
                </a:lnTo>
                <a:lnTo>
                  <a:pt x="625145" y="102671"/>
                </a:lnTo>
                <a:lnTo>
                  <a:pt x="624741" y="102589"/>
                </a:lnTo>
                <a:lnTo>
                  <a:pt x="624343" y="102499"/>
                </a:lnTo>
                <a:lnTo>
                  <a:pt x="623950" y="102402"/>
                </a:lnTo>
                <a:lnTo>
                  <a:pt x="623562" y="102297"/>
                </a:lnTo>
                <a:lnTo>
                  <a:pt x="623179" y="102183"/>
                </a:lnTo>
                <a:lnTo>
                  <a:pt x="622802" y="102062"/>
                </a:lnTo>
                <a:lnTo>
                  <a:pt x="622430" y="101934"/>
                </a:lnTo>
                <a:lnTo>
                  <a:pt x="622064" y="101797"/>
                </a:lnTo>
                <a:lnTo>
                  <a:pt x="621703" y="101653"/>
                </a:lnTo>
                <a:lnTo>
                  <a:pt x="621347" y="101501"/>
                </a:lnTo>
                <a:lnTo>
                  <a:pt x="620997" y="101341"/>
                </a:lnTo>
                <a:lnTo>
                  <a:pt x="620652" y="101173"/>
                </a:lnTo>
                <a:lnTo>
                  <a:pt x="620312" y="100998"/>
                </a:lnTo>
                <a:lnTo>
                  <a:pt x="619978" y="100814"/>
                </a:lnTo>
                <a:lnTo>
                  <a:pt x="619649" y="100624"/>
                </a:lnTo>
                <a:lnTo>
                  <a:pt x="619325" y="100428"/>
                </a:lnTo>
                <a:lnTo>
                  <a:pt x="619006" y="100225"/>
                </a:lnTo>
                <a:lnTo>
                  <a:pt x="618692" y="100017"/>
                </a:lnTo>
                <a:lnTo>
                  <a:pt x="618383" y="99803"/>
                </a:lnTo>
                <a:lnTo>
                  <a:pt x="618079" y="99583"/>
                </a:lnTo>
                <a:lnTo>
                  <a:pt x="617780" y="99356"/>
                </a:lnTo>
                <a:lnTo>
                  <a:pt x="617486" y="99124"/>
                </a:lnTo>
                <a:lnTo>
                  <a:pt x="617196" y="98886"/>
                </a:lnTo>
                <a:lnTo>
                  <a:pt x="616912" y="98641"/>
                </a:lnTo>
                <a:lnTo>
                  <a:pt x="616633" y="98391"/>
                </a:lnTo>
                <a:lnTo>
                  <a:pt x="616359" y="98135"/>
                </a:lnTo>
                <a:lnTo>
                  <a:pt x="616090" y="97872"/>
                </a:lnTo>
                <a:lnTo>
                  <a:pt x="615826" y="97604"/>
                </a:lnTo>
                <a:lnTo>
                  <a:pt x="615567" y="97329"/>
                </a:lnTo>
                <a:lnTo>
                  <a:pt x="615312" y="97049"/>
                </a:lnTo>
                <a:lnTo>
                  <a:pt x="615063" y="96763"/>
                </a:lnTo>
                <a:lnTo>
                  <a:pt x="614819" y="96470"/>
                </a:lnTo>
                <a:lnTo>
                  <a:pt x="614580" y="96172"/>
                </a:lnTo>
                <a:lnTo>
                  <a:pt x="614346" y="95867"/>
                </a:lnTo>
                <a:lnTo>
                  <a:pt x="614116" y="95557"/>
                </a:lnTo>
                <a:lnTo>
                  <a:pt x="613892" y="95240"/>
                </a:lnTo>
                <a:lnTo>
                  <a:pt x="613673" y="94918"/>
                </a:lnTo>
                <a:lnTo>
                  <a:pt x="613458" y="94589"/>
                </a:lnTo>
                <a:lnTo>
                  <a:pt x="613249" y="94256"/>
                </a:lnTo>
                <a:lnTo>
                  <a:pt x="613044" y="93918"/>
                </a:lnTo>
                <a:lnTo>
                  <a:pt x="612844" y="93575"/>
                </a:lnTo>
                <a:lnTo>
                  <a:pt x="612648" y="93228"/>
                </a:lnTo>
                <a:lnTo>
                  <a:pt x="612457" y="92877"/>
                </a:lnTo>
                <a:lnTo>
                  <a:pt x="612271" y="92522"/>
                </a:lnTo>
                <a:lnTo>
                  <a:pt x="612089" y="92162"/>
                </a:lnTo>
                <a:lnTo>
                  <a:pt x="611911" y="91798"/>
                </a:lnTo>
                <a:lnTo>
                  <a:pt x="611739" y="91430"/>
                </a:lnTo>
                <a:lnTo>
                  <a:pt x="611571" y="91057"/>
                </a:lnTo>
                <a:lnTo>
                  <a:pt x="611407" y="90680"/>
                </a:lnTo>
                <a:lnTo>
                  <a:pt x="611248" y="90298"/>
                </a:lnTo>
                <a:lnTo>
                  <a:pt x="611094" y="89912"/>
                </a:lnTo>
                <a:lnTo>
                  <a:pt x="610945" y="89522"/>
                </a:lnTo>
                <a:lnTo>
                  <a:pt x="610799" y="89128"/>
                </a:lnTo>
                <a:lnTo>
                  <a:pt x="610659" y="88729"/>
                </a:lnTo>
                <a:lnTo>
                  <a:pt x="610523" y="88325"/>
                </a:lnTo>
                <a:lnTo>
                  <a:pt x="610392" y="87918"/>
                </a:lnTo>
                <a:lnTo>
                  <a:pt x="610265" y="87506"/>
                </a:lnTo>
                <a:lnTo>
                  <a:pt x="610143" y="87090"/>
                </a:lnTo>
                <a:lnTo>
                  <a:pt x="610026" y="86669"/>
                </a:lnTo>
                <a:lnTo>
                  <a:pt x="609913" y="86244"/>
                </a:lnTo>
                <a:lnTo>
                  <a:pt x="609805" y="85815"/>
                </a:lnTo>
                <a:lnTo>
                  <a:pt x="609701" y="85381"/>
                </a:lnTo>
                <a:lnTo>
                  <a:pt x="609602" y="84944"/>
                </a:lnTo>
                <a:lnTo>
                  <a:pt x="609507" y="84504"/>
                </a:lnTo>
                <a:lnTo>
                  <a:pt x="609416" y="84062"/>
                </a:lnTo>
                <a:lnTo>
                  <a:pt x="609330" y="83617"/>
                </a:lnTo>
                <a:lnTo>
                  <a:pt x="609248" y="83170"/>
                </a:lnTo>
                <a:lnTo>
                  <a:pt x="609170" y="82720"/>
                </a:lnTo>
                <a:lnTo>
                  <a:pt x="609096" y="82267"/>
                </a:lnTo>
                <a:lnTo>
                  <a:pt x="609026" y="81812"/>
                </a:lnTo>
                <a:lnTo>
                  <a:pt x="608961" y="81354"/>
                </a:lnTo>
                <a:lnTo>
                  <a:pt x="608899" y="80894"/>
                </a:lnTo>
                <a:lnTo>
                  <a:pt x="608842" y="80432"/>
                </a:lnTo>
                <a:lnTo>
                  <a:pt x="608790" y="79966"/>
                </a:lnTo>
                <a:lnTo>
                  <a:pt x="608741" y="79498"/>
                </a:lnTo>
                <a:lnTo>
                  <a:pt x="608697" y="79028"/>
                </a:lnTo>
                <a:lnTo>
                  <a:pt x="608657" y="78555"/>
                </a:lnTo>
                <a:lnTo>
                  <a:pt x="608621" y="78080"/>
                </a:lnTo>
                <a:lnTo>
                  <a:pt x="608589" y="77601"/>
                </a:lnTo>
                <a:lnTo>
                  <a:pt x="608562" y="77121"/>
                </a:lnTo>
                <a:lnTo>
                  <a:pt x="608539" y="76638"/>
                </a:lnTo>
                <a:lnTo>
                  <a:pt x="608520" y="76152"/>
                </a:lnTo>
                <a:lnTo>
                  <a:pt x="608505" y="75664"/>
                </a:lnTo>
                <a:lnTo>
                  <a:pt x="608494" y="75173"/>
                </a:lnTo>
                <a:lnTo>
                  <a:pt x="608488" y="74679"/>
                </a:lnTo>
                <a:lnTo>
                  <a:pt x="608486" y="74183"/>
                </a:lnTo>
                <a:lnTo>
                  <a:pt x="608486" y="72636"/>
                </a:lnTo>
                <a:lnTo>
                  <a:pt x="608488" y="72140"/>
                </a:lnTo>
                <a:lnTo>
                  <a:pt x="608494" y="71647"/>
                </a:lnTo>
                <a:lnTo>
                  <a:pt x="608505" y="71155"/>
                </a:lnTo>
                <a:lnTo>
                  <a:pt x="608520" y="70667"/>
                </a:lnTo>
                <a:lnTo>
                  <a:pt x="608539" y="70180"/>
                </a:lnTo>
                <a:lnTo>
                  <a:pt x="608562" y="69697"/>
                </a:lnTo>
                <a:lnTo>
                  <a:pt x="608589" y="69215"/>
                </a:lnTo>
                <a:lnTo>
                  <a:pt x="608621" y="68736"/>
                </a:lnTo>
                <a:lnTo>
                  <a:pt x="608657" y="68259"/>
                </a:lnTo>
                <a:lnTo>
                  <a:pt x="608697" y="67785"/>
                </a:lnTo>
                <a:lnTo>
                  <a:pt x="608741" y="67314"/>
                </a:lnTo>
                <a:lnTo>
                  <a:pt x="608790" y="66844"/>
                </a:lnTo>
                <a:lnTo>
                  <a:pt x="608842" y="66377"/>
                </a:lnTo>
                <a:lnTo>
                  <a:pt x="608899" y="65913"/>
                </a:lnTo>
                <a:lnTo>
                  <a:pt x="608961" y="65451"/>
                </a:lnTo>
                <a:lnTo>
                  <a:pt x="609026" y="64991"/>
                </a:lnTo>
                <a:lnTo>
                  <a:pt x="609096" y="64534"/>
                </a:lnTo>
                <a:lnTo>
                  <a:pt x="609170" y="64079"/>
                </a:lnTo>
                <a:lnTo>
                  <a:pt x="609248" y="63627"/>
                </a:lnTo>
                <a:lnTo>
                  <a:pt x="609330" y="63177"/>
                </a:lnTo>
                <a:lnTo>
                  <a:pt x="609416" y="62730"/>
                </a:lnTo>
                <a:lnTo>
                  <a:pt x="609507" y="62285"/>
                </a:lnTo>
                <a:lnTo>
                  <a:pt x="609602" y="61842"/>
                </a:lnTo>
                <a:lnTo>
                  <a:pt x="609701" y="61402"/>
                </a:lnTo>
                <a:lnTo>
                  <a:pt x="609805" y="60965"/>
                </a:lnTo>
                <a:lnTo>
                  <a:pt x="609913" y="60533"/>
                </a:lnTo>
                <a:lnTo>
                  <a:pt x="610026" y="60105"/>
                </a:lnTo>
                <a:lnTo>
                  <a:pt x="610143" y="59681"/>
                </a:lnTo>
                <a:lnTo>
                  <a:pt x="610265" y="59262"/>
                </a:lnTo>
                <a:lnTo>
                  <a:pt x="610392" y="58847"/>
                </a:lnTo>
                <a:lnTo>
                  <a:pt x="610523" y="58436"/>
                </a:lnTo>
                <a:lnTo>
                  <a:pt x="610659" y="58030"/>
                </a:lnTo>
                <a:lnTo>
                  <a:pt x="610799" y="57628"/>
                </a:lnTo>
                <a:lnTo>
                  <a:pt x="610945" y="57230"/>
                </a:lnTo>
                <a:lnTo>
                  <a:pt x="611094" y="56837"/>
                </a:lnTo>
                <a:lnTo>
                  <a:pt x="611248" y="56448"/>
                </a:lnTo>
                <a:lnTo>
                  <a:pt x="611407" y="56063"/>
                </a:lnTo>
                <a:lnTo>
                  <a:pt x="611571" y="55683"/>
                </a:lnTo>
                <a:lnTo>
                  <a:pt x="611739" y="55307"/>
                </a:lnTo>
                <a:lnTo>
                  <a:pt x="611911" y="54936"/>
                </a:lnTo>
                <a:lnTo>
                  <a:pt x="612089" y="54568"/>
                </a:lnTo>
                <a:lnTo>
                  <a:pt x="612271" y="54206"/>
                </a:lnTo>
                <a:lnTo>
                  <a:pt x="612457" y="53847"/>
                </a:lnTo>
                <a:lnTo>
                  <a:pt x="612648" y="53493"/>
                </a:lnTo>
                <a:lnTo>
                  <a:pt x="612844" y="53143"/>
                </a:lnTo>
                <a:lnTo>
                  <a:pt x="613044" y="52798"/>
                </a:lnTo>
                <a:lnTo>
                  <a:pt x="613249" y="52457"/>
                </a:lnTo>
                <a:lnTo>
                  <a:pt x="613458" y="52120"/>
                </a:lnTo>
                <a:lnTo>
                  <a:pt x="613673" y="51788"/>
                </a:lnTo>
                <a:lnTo>
                  <a:pt x="613892" y="51462"/>
                </a:lnTo>
                <a:lnTo>
                  <a:pt x="614117" y="51143"/>
                </a:lnTo>
                <a:lnTo>
                  <a:pt x="614347" y="50829"/>
                </a:lnTo>
                <a:lnTo>
                  <a:pt x="614581" y="50521"/>
                </a:lnTo>
                <a:lnTo>
                  <a:pt x="614821" y="50218"/>
                </a:lnTo>
                <a:lnTo>
                  <a:pt x="615066" y="49922"/>
                </a:lnTo>
                <a:lnTo>
                  <a:pt x="615316" y="49632"/>
                </a:lnTo>
                <a:lnTo>
                  <a:pt x="615572" y="49347"/>
                </a:lnTo>
                <a:lnTo>
                  <a:pt x="615832" y="49068"/>
                </a:lnTo>
                <a:lnTo>
                  <a:pt x="616098" y="48795"/>
                </a:lnTo>
                <a:lnTo>
                  <a:pt x="616368" y="48529"/>
                </a:lnTo>
                <a:lnTo>
                  <a:pt x="616644" y="48268"/>
                </a:lnTo>
                <a:lnTo>
                  <a:pt x="616925" y="48012"/>
                </a:lnTo>
                <a:lnTo>
                  <a:pt x="617211" y="47763"/>
                </a:lnTo>
                <a:lnTo>
                  <a:pt x="617502" y="47520"/>
                </a:lnTo>
                <a:lnTo>
                  <a:pt x="617798" y="47282"/>
                </a:lnTo>
                <a:lnTo>
                  <a:pt x="618099" y="47051"/>
                </a:lnTo>
                <a:lnTo>
                  <a:pt x="618406" y="46825"/>
                </a:lnTo>
                <a:lnTo>
                  <a:pt x="618717" y="46605"/>
                </a:lnTo>
                <a:lnTo>
                  <a:pt x="619034" y="46391"/>
                </a:lnTo>
                <a:lnTo>
                  <a:pt x="619356" y="46183"/>
                </a:lnTo>
                <a:lnTo>
                  <a:pt x="619683" y="45981"/>
                </a:lnTo>
                <a:lnTo>
                  <a:pt x="620015" y="45784"/>
                </a:lnTo>
                <a:lnTo>
                  <a:pt x="620352" y="45595"/>
                </a:lnTo>
                <a:lnTo>
                  <a:pt x="620695" y="45414"/>
                </a:lnTo>
                <a:lnTo>
                  <a:pt x="621043" y="45241"/>
                </a:lnTo>
                <a:lnTo>
                  <a:pt x="621397" y="45075"/>
                </a:lnTo>
                <a:lnTo>
                  <a:pt x="621756" y="44918"/>
                </a:lnTo>
                <a:lnTo>
                  <a:pt x="622121" y="44769"/>
                </a:lnTo>
                <a:lnTo>
                  <a:pt x="622492" y="44628"/>
                </a:lnTo>
                <a:lnTo>
                  <a:pt x="622867" y="44495"/>
                </a:lnTo>
                <a:lnTo>
                  <a:pt x="623249" y="44370"/>
                </a:lnTo>
                <a:lnTo>
                  <a:pt x="623636" y="44254"/>
                </a:lnTo>
                <a:lnTo>
                  <a:pt x="624028" y="44145"/>
                </a:lnTo>
                <a:lnTo>
                  <a:pt x="624426" y="44044"/>
                </a:lnTo>
                <a:lnTo>
                  <a:pt x="624829" y="43951"/>
                </a:lnTo>
                <a:lnTo>
                  <a:pt x="625238" y="43867"/>
                </a:lnTo>
                <a:lnTo>
                  <a:pt x="625652" y="43790"/>
                </a:lnTo>
                <a:lnTo>
                  <a:pt x="626072" y="43722"/>
                </a:lnTo>
                <a:lnTo>
                  <a:pt x="626497" y="43661"/>
                </a:lnTo>
                <a:lnTo>
                  <a:pt x="626928" y="43609"/>
                </a:lnTo>
                <a:lnTo>
                  <a:pt x="627364" y="43565"/>
                </a:lnTo>
                <a:lnTo>
                  <a:pt x="627806" y="43528"/>
                </a:lnTo>
                <a:lnTo>
                  <a:pt x="628254" y="43500"/>
                </a:lnTo>
                <a:lnTo>
                  <a:pt x="628706" y="43480"/>
                </a:lnTo>
                <a:lnTo>
                  <a:pt x="629165" y="43468"/>
                </a:lnTo>
                <a:lnTo>
                  <a:pt x="629628" y="43464"/>
                </a:lnTo>
                <a:lnTo>
                  <a:pt x="630056" y="43467"/>
                </a:lnTo>
                <a:lnTo>
                  <a:pt x="630479" y="43476"/>
                </a:lnTo>
                <a:lnTo>
                  <a:pt x="630897" y="43492"/>
                </a:lnTo>
                <a:lnTo>
                  <a:pt x="631311" y="43513"/>
                </a:lnTo>
                <a:lnTo>
                  <a:pt x="631720" y="43541"/>
                </a:lnTo>
                <a:lnTo>
                  <a:pt x="632124" y="43574"/>
                </a:lnTo>
                <a:lnTo>
                  <a:pt x="632524" y="43614"/>
                </a:lnTo>
                <a:lnTo>
                  <a:pt x="632919" y="43660"/>
                </a:lnTo>
                <a:lnTo>
                  <a:pt x="633310" y="43713"/>
                </a:lnTo>
                <a:lnTo>
                  <a:pt x="633696" y="43771"/>
                </a:lnTo>
                <a:lnTo>
                  <a:pt x="634077" y="43835"/>
                </a:lnTo>
                <a:lnTo>
                  <a:pt x="634454" y="43906"/>
                </a:lnTo>
                <a:lnTo>
                  <a:pt x="634826" y="43983"/>
                </a:lnTo>
                <a:lnTo>
                  <a:pt x="635193" y="44066"/>
                </a:lnTo>
                <a:lnTo>
                  <a:pt x="635556" y="44155"/>
                </a:lnTo>
                <a:lnTo>
                  <a:pt x="635915" y="44250"/>
                </a:lnTo>
                <a:lnTo>
                  <a:pt x="636269" y="44351"/>
                </a:lnTo>
                <a:lnTo>
                  <a:pt x="636618" y="44458"/>
                </a:lnTo>
                <a:lnTo>
                  <a:pt x="636962" y="44572"/>
                </a:lnTo>
                <a:lnTo>
                  <a:pt x="637302" y="44692"/>
                </a:lnTo>
                <a:lnTo>
                  <a:pt x="637638" y="44818"/>
                </a:lnTo>
                <a:lnTo>
                  <a:pt x="637968" y="44950"/>
                </a:lnTo>
                <a:lnTo>
                  <a:pt x="638294" y="45088"/>
                </a:lnTo>
                <a:lnTo>
                  <a:pt x="638616" y="45232"/>
                </a:lnTo>
                <a:lnTo>
                  <a:pt x="638933" y="45381"/>
                </a:lnTo>
                <a:lnTo>
                  <a:pt x="639246" y="45535"/>
                </a:lnTo>
                <a:lnTo>
                  <a:pt x="639555" y="45693"/>
                </a:lnTo>
                <a:lnTo>
                  <a:pt x="639859" y="45855"/>
                </a:lnTo>
                <a:lnTo>
                  <a:pt x="640159" y="46021"/>
                </a:lnTo>
                <a:lnTo>
                  <a:pt x="640455" y="46192"/>
                </a:lnTo>
                <a:lnTo>
                  <a:pt x="640747" y="46367"/>
                </a:lnTo>
                <a:lnTo>
                  <a:pt x="641035" y="46546"/>
                </a:lnTo>
                <a:lnTo>
                  <a:pt x="641318" y="46729"/>
                </a:lnTo>
                <a:lnTo>
                  <a:pt x="641597" y="46916"/>
                </a:lnTo>
                <a:lnTo>
                  <a:pt x="641872" y="47108"/>
                </a:lnTo>
                <a:lnTo>
                  <a:pt x="642143" y="47304"/>
                </a:lnTo>
                <a:lnTo>
                  <a:pt x="642409" y="47504"/>
                </a:lnTo>
                <a:lnTo>
                  <a:pt x="642671" y="47708"/>
                </a:lnTo>
                <a:lnTo>
                  <a:pt x="642930" y="47917"/>
                </a:lnTo>
                <a:lnTo>
                  <a:pt x="643183" y="48130"/>
                </a:lnTo>
                <a:lnTo>
                  <a:pt x="643433" y="48347"/>
                </a:lnTo>
                <a:lnTo>
                  <a:pt x="643678" y="48568"/>
                </a:lnTo>
                <a:lnTo>
                  <a:pt x="643919" y="48793"/>
                </a:lnTo>
                <a:lnTo>
                  <a:pt x="644156" y="49023"/>
                </a:lnTo>
                <a:lnTo>
                  <a:pt x="644389" y="49257"/>
                </a:lnTo>
                <a:lnTo>
                  <a:pt x="644618" y="49495"/>
                </a:lnTo>
                <a:lnTo>
                  <a:pt x="644842" y="49737"/>
                </a:lnTo>
                <a:lnTo>
                  <a:pt x="645062" y="49984"/>
                </a:lnTo>
                <a:lnTo>
                  <a:pt x="645278" y="50234"/>
                </a:lnTo>
                <a:lnTo>
                  <a:pt x="645491" y="50486"/>
                </a:lnTo>
                <a:lnTo>
                  <a:pt x="645701" y="50742"/>
                </a:lnTo>
                <a:lnTo>
                  <a:pt x="645907" y="51001"/>
                </a:lnTo>
                <a:lnTo>
                  <a:pt x="646110" y="51262"/>
                </a:lnTo>
                <a:lnTo>
                  <a:pt x="646310" y="51526"/>
                </a:lnTo>
                <a:lnTo>
                  <a:pt x="646506" y="51793"/>
                </a:lnTo>
                <a:lnTo>
                  <a:pt x="646699" y="52063"/>
                </a:lnTo>
                <a:lnTo>
                  <a:pt x="646889" y="52335"/>
                </a:lnTo>
                <a:lnTo>
                  <a:pt x="647075" y="52610"/>
                </a:lnTo>
                <a:lnTo>
                  <a:pt x="647258" y="52889"/>
                </a:lnTo>
                <a:lnTo>
                  <a:pt x="647438" y="53170"/>
                </a:lnTo>
                <a:lnTo>
                  <a:pt x="647614" y="53453"/>
                </a:lnTo>
                <a:lnTo>
                  <a:pt x="647787" y="53740"/>
                </a:lnTo>
                <a:lnTo>
                  <a:pt x="647957" y="54029"/>
                </a:lnTo>
                <a:lnTo>
                  <a:pt x="648123" y="54322"/>
                </a:lnTo>
                <a:lnTo>
                  <a:pt x="648286" y="54617"/>
                </a:lnTo>
                <a:lnTo>
                  <a:pt x="648446" y="54915"/>
                </a:lnTo>
                <a:lnTo>
                  <a:pt x="648487" y="54994"/>
                </a:lnTo>
                <a:lnTo>
                  <a:pt x="648487" y="91137"/>
                </a:lnTo>
                <a:lnTo>
                  <a:pt x="648350" y="91409"/>
                </a:lnTo>
                <a:lnTo>
                  <a:pt x="648142" y="91809"/>
                </a:lnTo>
                <a:close/>
                <a:moveTo>
                  <a:pt x="478658" y="33445"/>
                </a:moveTo>
                <a:lnTo>
                  <a:pt x="478658" y="113154"/>
                </a:lnTo>
                <a:lnTo>
                  <a:pt x="492360" y="113154"/>
                </a:lnTo>
                <a:lnTo>
                  <a:pt x="492360" y="33445"/>
                </a:lnTo>
                <a:lnTo>
                  <a:pt x="478658" y="33445"/>
                </a:lnTo>
                <a:close/>
                <a:moveTo>
                  <a:pt x="684450" y="108173"/>
                </a:moveTo>
                <a:lnTo>
                  <a:pt x="684488" y="108420"/>
                </a:lnTo>
                <a:lnTo>
                  <a:pt x="684534" y="108664"/>
                </a:lnTo>
                <a:lnTo>
                  <a:pt x="684587" y="108905"/>
                </a:lnTo>
                <a:lnTo>
                  <a:pt x="684647" y="109143"/>
                </a:lnTo>
                <a:lnTo>
                  <a:pt x="684714" y="109378"/>
                </a:lnTo>
                <a:lnTo>
                  <a:pt x="684787" y="109610"/>
                </a:lnTo>
                <a:lnTo>
                  <a:pt x="684868" y="109838"/>
                </a:lnTo>
                <a:lnTo>
                  <a:pt x="684956" y="110064"/>
                </a:lnTo>
                <a:lnTo>
                  <a:pt x="685051" y="110287"/>
                </a:lnTo>
                <a:lnTo>
                  <a:pt x="685153" y="110506"/>
                </a:lnTo>
                <a:lnTo>
                  <a:pt x="685262" y="110722"/>
                </a:lnTo>
                <a:lnTo>
                  <a:pt x="685378" y="110936"/>
                </a:lnTo>
                <a:lnTo>
                  <a:pt x="685501" y="111146"/>
                </a:lnTo>
                <a:lnTo>
                  <a:pt x="685631" y="111353"/>
                </a:lnTo>
                <a:lnTo>
                  <a:pt x="685769" y="111557"/>
                </a:lnTo>
                <a:lnTo>
                  <a:pt x="685913" y="111758"/>
                </a:lnTo>
                <a:lnTo>
                  <a:pt x="686064" y="111956"/>
                </a:lnTo>
                <a:lnTo>
                  <a:pt x="686222" y="112151"/>
                </a:lnTo>
                <a:lnTo>
                  <a:pt x="686388" y="112343"/>
                </a:lnTo>
                <a:lnTo>
                  <a:pt x="686560" y="112530"/>
                </a:lnTo>
                <a:lnTo>
                  <a:pt x="686739" y="112708"/>
                </a:lnTo>
                <a:lnTo>
                  <a:pt x="686925" y="112878"/>
                </a:lnTo>
                <a:lnTo>
                  <a:pt x="687117" y="113041"/>
                </a:lnTo>
                <a:lnTo>
                  <a:pt x="687317" y="113196"/>
                </a:lnTo>
                <a:lnTo>
                  <a:pt x="687523" y="113342"/>
                </a:lnTo>
                <a:lnTo>
                  <a:pt x="687735" y="113481"/>
                </a:lnTo>
                <a:lnTo>
                  <a:pt x="687955" y="113612"/>
                </a:lnTo>
                <a:lnTo>
                  <a:pt x="688182" y="113735"/>
                </a:lnTo>
                <a:lnTo>
                  <a:pt x="688415" y="113850"/>
                </a:lnTo>
                <a:lnTo>
                  <a:pt x="688655" y="113957"/>
                </a:lnTo>
                <a:lnTo>
                  <a:pt x="688902" y="114056"/>
                </a:lnTo>
                <a:lnTo>
                  <a:pt x="689155" y="114147"/>
                </a:lnTo>
                <a:lnTo>
                  <a:pt x="689415" y="114230"/>
                </a:lnTo>
                <a:lnTo>
                  <a:pt x="689683" y="114306"/>
                </a:lnTo>
                <a:lnTo>
                  <a:pt x="689956" y="114373"/>
                </a:lnTo>
                <a:lnTo>
                  <a:pt x="690237" y="114433"/>
                </a:lnTo>
                <a:lnTo>
                  <a:pt x="690525" y="114484"/>
                </a:lnTo>
                <a:lnTo>
                  <a:pt x="690819" y="114528"/>
                </a:lnTo>
                <a:lnTo>
                  <a:pt x="691120" y="114563"/>
                </a:lnTo>
                <a:lnTo>
                  <a:pt x="691428" y="114591"/>
                </a:lnTo>
                <a:lnTo>
                  <a:pt x="691742" y="114611"/>
                </a:lnTo>
                <a:lnTo>
                  <a:pt x="692063" y="114623"/>
                </a:lnTo>
                <a:lnTo>
                  <a:pt x="692392" y="114627"/>
                </a:lnTo>
                <a:lnTo>
                  <a:pt x="692714" y="114623"/>
                </a:lnTo>
                <a:lnTo>
                  <a:pt x="693030" y="114611"/>
                </a:lnTo>
                <a:lnTo>
                  <a:pt x="693339" y="114591"/>
                </a:lnTo>
                <a:lnTo>
                  <a:pt x="693643" y="114563"/>
                </a:lnTo>
                <a:lnTo>
                  <a:pt x="693940" y="114528"/>
                </a:lnTo>
                <a:lnTo>
                  <a:pt x="694231" y="114484"/>
                </a:lnTo>
                <a:lnTo>
                  <a:pt x="694516" y="114433"/>
                </a:lnTo>
                <a:lnTo>
                  <a:pt x="694794" y="114373"/>
                </a:lnTo>
                <a:lnTo>
                  <a:pt x="695066" y="114306"/>
                </a:lnTo>
                <a:lnTo>
                  <a:pt x="695332" y="114230"/>
                </a:lnTo>
                <a:lnTo>
                  <a:pt x="695591" y="114147"/>
                </a:lnTo>
                <a:lnTo>
                  <a:pt x="695845" y="114056"/>
                </a:lnTo>
                <a:lnTo>
                  <a:pt x="696092" y="113957"/>
                </a:lnTo>
                <a:lnTo>
                  <a:pt x="696333" y="113850"/>
                </a:lnTo>
                <a:lnTo>
                  <a:pt x="696567" y="113735"/>
                </a:lnTo>
                <a:lnTo>
                  <a:pt x="696795" y="113612"/>
                </a:lnTo>
                <a:lnTo>
                  <a:pt x="697017" y="113481"/>
                </a:lnTo>
                <a:lnTo>
                  <a:pt x="697233" y="113342"/>
                </a:lnTo>
                <a:lnTo>
                  <a:pt x="697442" y="113196"/>
                </a:lnTo>
                <a:lnTo>
                  <a:pt x="697646" y="113041"/>
                </a:lnTo>
                <a:lnTo>
                  <a:pt x="697842" y="112878"/>
                </a:lnTo>
                <a:lnTo>
                  <a:pt x="698033" y="112708"/>
                </a:lnTo>
                <a:lnTo>
                  <a:pt x="698217" y="112530"/>
                </a:lnTo>
                <a:lnTo>
                  <a:pt x="698396" y="112343"/>
                </a:lnTo>
                <a:lnTo>
                  <a:pt x="698567" y="112151"/>
                </a:lnTo>
                <a:lnTo>
                  <a:pt x="698731" y="111956"/>
                </a:lnTo>
                <a:lnTo>
                  <a:pt x="698888" y="111758"/>
                </a:lnTo>
                <a:lnTo>
                  <a:pt x="699037" y="111557"/>
                </a:lnTo>
                <a:lnTo>
                  <a:pt x="699179" y="111353"/>
                </a:lnTo>
                <a:lnTo>
                  <a:pt x="699314" y="111146"/>
                </a:lnTo>
                <a:lnTo>
                  <a:pt x="699442" y="110936"/>
                </a:lnTo>
                <a:lnTo>
                  <a:pt x="699562" y="110722"/>
                </a:lnTo>
                <a:lnTo>
                  <a:pt x="699675" y="110506"/>
                </a:lnTo>
                <a:lnTo>
                  <a:pt x="699781" y="110287"/>
                </a:lnTo>
                <a:lnTo>
                  <a:pt x="699879" y="110064"/>
                </a:lnTo>
                <a:lnTo>
                  <a:pt x="699970" y="109838"/>
                </a:lnTo>
                <a:lnTo>
                  <a:pt x="700054" y="109610"/>
                </a:lnTo>
                <a:lnTo>
                  <a:pt x="700131" y="109378"/>
                </a:lnTo>
                <a:lnTo>
                  <a:pt x="700200" y="109143"/>
                </a:lnTo>
                <a:lnTo>
                  <a:pt x="700262" y="108905"/>
                </a:lnTo>
                <a:lnTo>
                  <a:pt x="700316" y="108664"/>
                </a:lnTo>
                <a:lnTo>
                  <a:pt x="700364" y="108420"/>
                </a:lnTo>
                <a:lnTo>
                  <a:pt x="700404" y="108173"/>
                </a:lnTo>
                <a:lnTo>
                  <a:pt x="700437" y="107923"/>
                </a:lnTo>
                <a:lnTo>
                  <a:pt x="700462" y="107670"/>
                </a:lnTo>
                <a:lnTo>
                  <a:pt x="700480" y="107414"/>
                </a:lnTo>
                <a:lnTo>
                  <a:pt x="700491" y="107154"/>
                </a:lnTo>
                <a:lnTo>
                  <a:pt x="700495" y="106892"/>
                </a:lnTo>
                <a:lnTo>
                  <a:pt x="700491" y="106617"/>
                </a:lnTo>
                <a:lnTo>
                  <a:pt x="700480" y="106346"/>
                </a:lnTo>
                <a:lnTo>
                  <a:pt x="700462" y="106079"/>
                </a:lnTo>
                <a:lnTo>
                  <a:pt x="700437" y="105815"/>
                </a:lnTo>
                <a:lnTo>
                  <a:pt x="700404" y="105555"/>
                </a:lnTo>
                <a:lnTo>
                  <a:pt x="700364" y="105299"/>
                </a:lnTo>
                <a:lnTo>
                  <a:pt x="700316" y="105046"/>
                </a:lnTo>
                <a:lnTo>
                  <a:pt x="700262" y="104796"/>
                </a:lnTo>
                <a:lnTo>
                  <a:pt x="700200" y="104551"/>
                </a:lnTo>
                <a:lnTo>
                  <a:pt x="700131" y="104308"/>
                </a:lnTo>
                <a:lnTo>
                  <a:pt x="700054" y="104070"/>
                </a:lnTo>
                <a:lnTo>
                  <a:pt x="699970" y="103835"/>
                </a:lnTo>
                <a:lnTo>
                  <a:pt x="699879" y="103603"/>
                </a:lnTo>
                <a:lnTo>
                  <a:pt x="699781" y="103375"/>
                </a:lnTo>
                <a:lnTo>
                  <a:pt x="699675" y="103151"/>
                </a:lnTo>
                <a:lnTo>
                  <a:pt x="699562" y="102930"/>
                </a:lnTo>
                <a:lnTo>
                  <a:pt x="699442" y="102713"/>
                </a:lnTo>
                <a:lnTo>
                  <a:pt x="699314" y="102499"/>
                </a:lnTo>
                <a:lnTo>
                  <a:pt x="699179" y="102289"/>
                </a:lnTo>
                <a:lnTo>
                  <a:pt x="699037" y="102083"/>
                </a:lnTo>
                <a:lnTo>
                  <a:pt x="698888" y="101880"/>
                </a:lnTo>
                <a:lnTo>
                  <a:pt x="698731" y="101681"/>
                </a:lnTo>
                <a:lnTo>
                  <a:pt x="698567" y="101485"/>
                </a:lnTo>
                <a:lnTo>
                  <a:pt x="698396" y="101293"/>
                </a:lnTo>
                <a:lnTo>
                  <a:pt x="698217" y="101107"/>
                </a:lnTo>
                <a:lnTo>
                  <a:pt x="698033" y="100928"/>
                </a:lnTo>
                <a:lnTo>
                  <a:pt x="697842" y="100758"/>
                </a:lnTo>
                <a:lnTo>
                  <a:pt x="697646" y="100595"/>
                </a:lnTo>
                <a:lnTo>
                  <a:pt x="697442" y="100441"/>
                </a:lnTo>
                <a:lnTo>
                  <a:pt x="697233" y="100294"/>
                </a:lnTo>
                <a:lnTo>
                  <a:pt x="697017" y="100155"/>
                </a:lnTo>
                <a:lnTo>
                  <a:pt x="696795" y="100024"/>
                </a:lnTo>
                <a:lnTo>
                  <a:pt x="696567" y="99901"/>
                </a:lnTo>
                <a:lnTo>
                  <a:pt x="696333" y="99786"/>
                </a:lnTo>
                <a:lnTo>
                  <a:pt x="696092" y="99679"/>
                </a:lnTo>
                <a:lnTo>
                  <a:pt x="695845" y="99580"/>
                </a:lnTo>
                <a:lnTo>
                  <a:pt x="695591" y="99489"/>
                </a:lnTo>
                <a:lnTo>
                  <a:pt x="695332" y="99406"/>
                </a:lnTo>
                <a:lnTo>
                  <a:pt x="695066" y="99330"/>
                </a:lnTo>
                <a:lnTo>
                  <a:pt x="694794" y="99263"/>
                </a:lnTo>
                <a:lnTo>
                  <a:pt x="694516" y="99204"/>
                </a:lnTo>
                <a:lnTo>
                  <a:pt x="694231" y="99152"/>
                </a:lnTo>
                <a:lnTo>
                  <a:pt x="693940" y="99108"/>
                </a:lnTo>
                <a:lnTo>
                  <a:pt x="693643" y="99073"/>
                </a:lnTo>
                <a:lnTo>
                  <a:pt x="693339" y="99045"/>
                </a:lnTo>
                <a:lnTo>
                  <a:pt x="693030" y="99025"/>
                </a:lnTo>
                <a:lnTo>
                  <a:pt x="692714" y="99013"/>
                </a:lnTo>
                <a:lnTo>
                  <a:pt x="692392" y="99009"/>
                </a:lnTo>
                <a:lnTo>
                  <a:pt x="692063" y="99013"/>
                </a:lnTo>
                <a:lnTo>
                  <a:pt x="691742" y="99025"/>
                </a:lnTo>
                <a:lnTo>
                  <a:pt x="691428" y="99045"/>
                </a:lnTo>
                <a:lnTo>
                  <a:pt x="691120" y="99073"/>
                </a:lnTo>
                <a:lnTo>
                  <a:pt x="690819" y="99108"/>
                </a:lnTo>
                <a:lnTo>
                  <a:pt x="690525" y="99152"/>
                </a:lnTo>
                <a:lnTo>
                  <a:pt x="690237" y="99204"/>
                </a:lnTo>
                <a:lnTo>
                  <a:pt x="689956" y="99263"/>
                </a:lnTo>
                <a:lnTo>
                  <a:pt x="689683" y="99330"/>
                </a:lnTo>
                <a:lnTo>
                  <a:pt x="689415" y="99406"/>
                </a:lnTo>
                <a:lnTo>
                  <a:pt x="689155" y="99489"/>
                </a:lnTo>
                <a:lnTo>
                  <a:pt x="688902" y="99580"/>
                </a:lnTo>
                <a:lnTo>
                  <a:pt x="688655" y="99679"/>
                </a:lnTo>
                <a:lnTo>
                  <a:pt x="688415" y="99786"/>
                </a:lnTo>
                <a:lnTo>
                  <a:pt x="688182" y="99901"/>
                </a:lnTo>
                <a:lnTo>
                  <a:pt x="687955" y="100024"/>
                </a:lnTo>
                <a:lnTo>
                  <a:pt x="687735" y="100155"/>
                </a:lnTo>
                <a:lnTo>
                  <a:pt x="687523" y="100294"/>
                </a:lnTo>
                <a:lnTo>
                  <a:pt x="687317" y="100441"/>
                </a:lnTo>
                <a:lnTo>
                  <a:pt x="687117" y="100595"/>
                </a:lnTo>
                <a:lnTo>
                  <a:pt x="686925" y="100758"/>
                </a:lnTo>
                <a:lnTo>
                  <a:pt x="686739" y="100928"/>
                </a:lnTo>
                <a:lnTo>
                  <a:pt x="686560" y="101107"/>
                </a:lnTo>
                <a:lnTo>
                  <a:pt x="686388" y="101293"/>
                </a:lnTo>
                <a:lnTo>
                  <a:pt x="686222" y="101485"/>
                </a:lnTo>
                <a:lnTo>
                  <a:pt x="686064" y="101681"/>
                </a:lnTo>
                <a:lnTo>
                  <a:pt x="685913" y="101880"/>
                </a:lnTo>
                <a:lnTo>
                  <a:pt x="685769" y="102083"/>
                </a:lnTo>
                <a:lnTo>
                  <a:pt x="685631" y="102289"/>
                </a:lnTo>
                <a:lnTo>
                  <a:pt x="685501" y="102499"/>
                </a:lnTo>
                <a:lnTo>
                  <a:pt x="685378" y="102713"/>
                </a:lnTo>
                <a:lnTo>
                  <a:pt x="685262" y="102930"/>
                </a:lnTo>
                <a:lnTo>
                  <a:pt x="685153" y="103151"/>
                </a:lnTo>
                <a:lnTo>
                  <a:pt x="685051" y="103375"/>
                </a:lnTo>
                <a:lnTo>
                  <a:pt x="684956" y="103603"/>
                </a:lnTo>
                <a:lnTo>
                  <a:pt x="684868" y="103835"/>
                </a:lnTo>
                <a:lnTo>
                  <a:pt x="684787" y="104070"/>
                </a:lnTo>
                <a:lnTo>
                  <a:pt x="684714" y="104308"/>
                </a:lnTo>
                <a:lnTo>
                  <a:pt x="684647" y="104551"/>
                </a:lnTo>
                <a:lnTo>
                  <a:pt x="684587" y="104796"/>
                </a:lnTo>
                <a:lnTo>
                  <a:pt x="684534" y="105046"/>
                </a:lnTo>
                <a:lnTo>
                  <a:pt x="684488" y="105299"/>
                </a:lnTo>
                <a:lnTo>
                  <a:pt x="684450" y="105555"/>
                </a:lnTo>
                <a:lnTo>
                  <a:pt x="684418" y="105815"/>
                </a:lnTo>
                <a:lnTo>
                  <a:pt x="684393" y="106079"/>
                </a:lnTo>
                <a:lnTo>
                  <a:pt x="684376" y="106346"/>
                </a:lnTo>
                <a:lnTo>
                  <a:pt x="684365" y="106617"/>
                </a:lnTo>
                <a:lnTo>
                  <a:pt x="684362" y="106892"/>
                </a:lnTo>
                <a:lnTo>
                  <a:pt x="684365" y="107154"/>
                </a:lnTo>
                <a:lnTo>
                  <a:pt x="684376" y="107414"/>
                </a:lnTo>
                <a:lnTo>
                  <a:pt x="684393" y="107670"/>
                </a:lnTo>
                <a:lnTo>
                  <a:pt x="684418" y="107923"/>
                </a:lnTo>
                <a:lnTo>
                  <a:pt x="684450" y="10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defsolution(x,y):">
            <a:extLst xmlns:a="http://schemas.openxmlformats.org/drawingml/2006/main">
              <a:ext uri="{FF2B5EF4-FFF2-40B4-BE49-F238E27FC236}">
                <a16:creationId xmlns:a16="http://schemas.microsoft.com/office/drawing/2014/main" id="{9DB75C77-E545-4A05-9E22-0B37686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055" y="3889882"/>
            <a:ext cx="1528801" cy="140839"/>
          </a:xfrm>
          <a:custGeom xmlns:a="http://schemas.openxmlformats.org/drawingml/2006/main">
            <a:pathLst>
              <a:path w="1528801" h="140839">
                <a:moveTo>
                  <a:pt x="0" y="72462"/>
                </a:moveTo>
                <a:lnTo>
                  <a:pt x="0" y="73869"/>
                </a:lnTo>
                <a:cubicBezTo>
                  <a:pt x="0" y="78557"/>
                  <a:pt x="603" y="83111"/>
                  <a:pt x="1808" y="87531"/>
                </a:cubicBezTo>
                <a:cubicBezTo>
                  <a:pt x="3014" y="91951"/>
                  <a:pt x="4777" y="95857"/>
                  <a:pt x="7099" y="99250"/>
                </a:cubicBezTo>
                <a:cubicBezTo>
                  <a:pt x="9510" y="102688"/>
                  <a:pt x="12512" y="105456"/>
                  <a:pt x="16106" y="107555"/>
                </a:cubicBezTo>
                <a:cubicBezTo>
                  <a:pt x="19701" y="109653"/>
                  <a:pt x="23886" y="110702"/>
                  <a:pt x="28663" y="110702"/>
                </a:cubicBezTo>
                <a:cubicBezTo>
                  <a:pt x="33083" y="110702"/>
                  <a:pt x="37213" y="109798"/>
                  <a:pt x="41053" y="107990"/>
                </a:cubicBezTo>
                <a:cubicBezTo>
                  <a:pt x="44893" y="106182"/>
                  <a:pt x="48063" y="103559"/>
                  <a:pt x="50563" y="100121"/>
                </a:cubicBezTo>
                <a:lnTo>
                  <a:pt x="50831" y="109363"/>
                </a:lnTo>
                <a:lnTo>
                  <a:pt x="58331" y="109363"/>
                </a:lnTo>
                <a:lnTo>
                  <a:pt x="58331" y="6496"/>
                </a:lnTo>
                <a:lnTo>
                  <a:pt x="50295" y="6496"/>
                </a:lnTo>
                <a:lnTo>
                  <a:pt x="50295" y="46679"/>
                </a:lnTo>
                <a:cubicBezTo>
                  <a:pt x="47929" y="43196"/>
                  <a:pt x="44893" y="40473"/>
                  <a:pt x="41187" y="38508"/>
                </a:cubicBezTo>
                <a:cubicBezTo>
                  <a:pt x="37481" y="36544"/>
                  <a:pt x="33351" y="35561"/>
                  <a:pt x="28797" y="35561"/>
                </a:cubicBezTo>
                <a:cubicBezTo>
                  <a:pt x="23842" y="35561"/>
                  <a:pt x="19555" y="36599"/>
                  <a:pt x="15939" y="38676"/>
                </a:cubicBezTo>
                <a:cubicBezTo>
                  <a:pt x="12323" y="40752"/>
                  <a:pt x="9331" y="43553"/>
                  <a:pt x="6965" y="47080"/>
                </a:cubicBezTo>
                <a:cubicBezTo>
                  <a:pt x="4688" y="50384"/>
                  <a:pt x="2958" y="54246"/>
                  <a:pt x="1775" y="58666"/>
                </a:cubicBezTo>
                <a:cubicBezTo>
                  <a:pt x="592" y="63086"/>
                  <a:pt x="0" y="67685"/>
                  <a:pt x="0" y="72462"/>
                </a:cubicBezTo>
                <a:moveTo>
                  <a:pt x="8036" y="73869"/>
                </a:moveTo>
                <a:lnTo>
                  <a:pt x="8036" y="72462"/>
                </a:lnTo>
                <a:cubicBezTo>
                  <a:pt x="8036" y="68890"/>
                  <a:pt x="8427" y="65341"/>
                  <a:pt x="9208" y="61814"/>
                </a:cubicBezTo>
                <a:cubicBezTo>
                  <a:pt x="9990" y="58287"/>
                  <a:pt x="11251" y="55094"/>
                  <a:pt x="12992" y="52237"/>
                </a:cubicBezTo>
                <a:cubicBezTo>
                  <a:pt x="14734" y="49380"/>
                  <a:pt x="17011" y="47058"/>
                  <a:pt x="19823" y="45272"/>
                </a:cubicBezTo>
                <a:cubicBezTo>
                  <a:pt x="22636" y="43486"/>
                  <a:pt x="26141" y="42593"/>
                  <a:pt x="30338" y="42593"/>
                </a:cubicBezTo>
                <a:cubicBezTo>
                  <a:pt x="34981" y="42593"/>
                  <a:pt x="39055" y="43855"/>
                  <a:pt x="42560" y="46377"/>
                </a:cubicBezTo>
                <a:cubicBezTo>
                  <a:pt x="46065" y="48900"/>
                  <a:pt x="48643" y="52215"/>
                  <a:pt x="50295" y="56322"/>
                </a:cubicBezTo>
                <a:lnTo>
                  <a:pt x="50295" y="91013"/>
                </a:lnTo>
                <a:cubicBezTo>
                  <a:pt x="48554" y="94942"/>
                  <a:pt x="45875" y="98023"/>
                  <a:pt x="42258" y="100255"/>
                </a:cubicBezTo>
                <a:cubicBezTo>
                  <a:pt x="38642" y="102487"/>
                  <a:pt x="34624" y="103604"/>
                  <a:pt x="30204" y="103604"/>
                </a:cubicBezTo>
                <a:cubicBezTo>
                  <a:pt x="26052" y="103604"/>
                  <a:pt x="22580" y="102722"/>
                  <a:pt x="19790" y="100958"/>
                </a:cubicBezTo>
                <a:cubicBezTo>
                  <a:pt x="16999" y="99195"/>
                  <a:pt x="14734" y="96884"/>
                  <a:pt x="12992" y="94027"/>
                </a:cubicBezTo>
                <a:cubicBezTo>
                  <a:pt x="11296" y="91214"/>
                  <a:pt x="10046" y="88044"/>
                  <a:pt x="9242" y="84517"/>
                </a:cubicBezTo>
                <a:cubicBezTo>
                  <a:pt x="8438" y="80990"/>
                  <a:pt x="8036" y="77440"/>
                  <a:pt x="8036" y="73869"/>
                </a:cubicBezTo>
                <a:close/>
                <a:moveTo>
                  <a:pt x="115578" y="110702"/>
                </a:moveTo>
                <a:cubicBezTo>
                  <a:pt x="121605" y="110702"/>
                  <a:pt x="126896" y="109519"/>
                  <a:pt x="131450" y="107153"/>
                </a:cubicBezTo>
                <a:cubicBezTo>
                  <a:pt x="136004" y="104787"/>
                  <a:pt x="139665" y="101684"/>
                  <a:pt x="142433" y="97844"/>
                </a:cubicBezTo>
                <a:lnTo>
                  <a:pt x="137343" y="93960"/>
                </a:lnTo>
                <a:cubicBezTo>
                  <a:pt x="134754" y="97174"/>
                  <a:pt x="131651" y="99630"/>
                  <a:pt x="128034" y="101327"/>
                </a:cubicBezTo>
                <a:cubicBezTo>
                  <a:pt x="124418" y="103023"/>
                  <a:pt x="120377" y="103871"/>
                  <a:pt x="115913" y="103871"/>
                </a:cubicBezTo>
                <a:cubicBezTo>
                  <a:pt x="112028" y="103827"/>
                  <a:pt x="108501" y="103045"/>
                  <a:pt x="105331" y="101527"/>
                </a:cubicBezTo>
                <a:cubicBezTo>
                  <a:pt x="102161" y="100009"/>
                  <a:pt x="99438" y="97933"/>
                  <a:pt x="97161" y="95299"/>
                </a:cubicBezTo>
                <a:cubicBezTo>
                  <a:pt x="94929" y="92799"/>
                  <a:pt x="93176" y="89897"/>
                  <a:pt x="91904" y="86593"/>
                </a:cubicBezTo>
                <a:cubicBezTo>
                  <a:pt x="90631" y="83289"/>
                  <a:pt x="89906" y="79717"/>
                  <a:pt x="89727" y="75878"/>
                </a:cubicBezTo>
                <a:lnTo>
                  <a:pt x="89727" y="73668"/>
                </a:lnTo>
                <a:lnTo>
                  <a:pt x="143973" y="73668"/>
                </a:lnTo>
                <a:lnTo>
                  <a:pt x="143973" y="68779"/>
                </a:lnTo>
                <a:cubicBezTo>
                  <a:pt x="143973" y="64180"/>
                  <a:pt x="143315" y="59861"/>
                  <a:pt x="141998" y="55820"/>
                </a:cubicBezTo>
                <a:cubicBezTo>
                  <a:pt x="140681" y="51779"/>
                  <a:pt x="138772" y="48241"/>
                  <a:pt x="136272" y="45205"/>
                </a:cubicBezTo>
                <a:cubicBezTo>
                  <a:pt x="133727" y="42214"/>
                  <a:pt x="130590" y="39859"/>
                  <a:pt x="126862" y="38140"/>
                </a:cubicBezTo>
                <a:cubicBezTo>
                  <a:pt x="123134" y="36421"/>
                  <a:pt x="118882" y="35561"/>
                  <a:pt x="114104" y="35561"/>
                </a:cubicBezTo>
                <a:cubicBezTo>
                  <a:pt x="109550" y="35561"/>
                  <a:pt x="105320" y="36499"/>
                  <a:pt x="101414" y="38374"/>
                </a:cubicBezTo>
                <a:cubicBezTo>
                  <a:pt x="97507" y="40249"/>
                  <a:pt x="94103" y="42839"/>
                  <a:pt x="91200" y="46143"/>
                </a:cubicBezTo>
                <a:cubicBezTo>
                  <a:pt x="88254" y="49447"/>
                  <a:pt x="85943" y="53331"/>
                  <a:pt x="84269" y="57796"/>
                </a:cubicBezTo>
                <a:cubicBezTo>
                  <a:pt x="82595" y="62260"/>
                  <a:pt x="81758" y="67082"/>
                  <a:pt x="81758" y="72261"/>
                </a:cubicBezTo>
                <a:lnTo>
                  <a:pt x="81758" y="75141"/>
                </a:lnTo>
                <a:cubicBezTo>
                  <a:pt x="81758" y="80008"/>
                  <a:pt x="82584" y="84595"/>
                  <a:pt x="84236" y="88903"/>
                </a:cubicBezTo>
                <a:cubicBezTo>
                  <a:pt x="85887" y="93212"/>
                  <a:pt x="88209" y="96996"/>
                  <a:pt x="91200" y="100255"/>
                </a:cubicBezTo>
                <a:cubicBezTo>
                  <a:pt x="94147" y="103470"/>
                  <a:pt x="97697" y="106014"/>
                  <a:pt x="101849" y="107890"/>
                </a:cubicBezTo>
                <a:cubicBezTo>
                  <a:pt x="106001" y="109765"/>
                  <a:pt x="110577" y="110702"/>
                  <a:pt x="115578" y="110702"/>
                </a:cubicBezTo>
                <a:moveTo>
                  <a:pt x="114104" y="42459"/>
                </a:moveTo>
                <a:cubicBezTo>
                  <a:pt x="117542" y="42459"/>
                  <a:pt x="120601" y="43118"/>
                  <a:pt x="123279" y="44435"/>
                </a:cubicBezTo>
                <a:cubicBezTo>
                  <a:pt x="125958" y="45752"/>
                  <a:pt x="128235" y="47504"/>
                  <a:pt x="130110" y="49692"/>
                </a:cubicBezTo>
                <a:cubicBezTo>
                  <a:pt x="131941" y="51880"/>
                  <a:pt x="133381" y="54425"/>
                  <a:pt x="134430" y="57327"/>
                </a:cubicBezTo>
                <a:cubicBezTo>
                  <a:pt x="135479" y="60229"/>
                  <a:pt x="136004" y="63131"/>
                  <a:pt x="136004" y="66033"/>
                </a:cubicBezTo>
                <a:lnTo>
                  <a:pt x="136004" y="66770"/>
                </a:lnTo>
                <a:lnTo>
                  <a:pt x="90129" y="66770"/>
                </a:lnTo>
                <a:cubicBezTo>
                  <a:pt x="90575" y="63287"/>
                  <a:pt x="91468" y="60061"/>
                  <a:pt x="92808" y="57092"/>
                </a:cubicBezTo>
                <a:cubicBezTo>
                  <a:pt x="94147" y="54123"/>
                  <a:pt x="95866" y="51545"/>
                  <a:pt x="97965" y="49357"/>
                </a:cubicBezTo>
                <a:cubicBezTo>
                  <a:pt x="100018" y="47214"/>
                  <a:pt x="102407" y="45529"/>
                  <a:pt x="105130" y="44301"/>
                </a:cubicBezTo>
                <a:cubicBezTo>
                  <a:pt x="107854" y="43073"/>
                  <a:pt x="110845" y="42459"/>
                  <a:pt x="114104" y="42459"/>
                </a:cubicBezTo>
                <a:close/>
                <a:moveTo>
                  <a:pt x="186365" y="109363"/>
                </a:moveTo>
                <a:lnTo>
                  <a:pt x="194737" y="109363"/>
                </a:lnTo>
                <a:lnTo>
                  <a:pt x="194603" y="43531"/>
                </a:lnTo>
                <a:lnTo>
                  <a:pt x="223467" y="43531"/>
                </a:lnTo>
                <a:lnTo>
                  <a:pt x="223467" y="36901"/>
                </a:lnTo>
                <a:lnTo>
                  <a:pt x="194603" y="36901"/>
                </a:lnTo>
                <a:lnTo>
                  <a:pt x="194603" y="31141"/>
                </a:lnTo>
                <a:cubicBezTo>
                  <a:pt x="194603" y="27570"/>
                  <a:pt x="195150" y="24467"/>
                  <a:pt x="196243" y="21832"/>
                </a:cubicBezTo>
                <a:cubicBezTo>
                  <a:pt x="197337" y="19198"/>
                  <a:pt x="198822" y="17100"/>
                  <a:pt x="200697" y="15537"/>
                </a:cubicBezTo>
                <a:cubicBezTo>
                  <a:pt x="202572" y="14064"/>
                  <a:pt x="204749" y="13003"/>
                  <a:pt x="207227" y="12356"/>
                </a:cubicBezTo>
                <a:cubicBezTo>
                  <a:pt x="209704" y="11709"/>
                  <a:pt x="212528" y="11385"/>
                  <a:pt x="215698" y="11385"/>
                </a:cubicBezTo>
                <a:cubicBezTo>
                  <a:pt x="218065" y="11385"/>
                  <a:pt x="220342" y="11541"/>
                  <a:pt x="222529" y="11854"/>
                </a:cubicBezTo>
                <a:cubicBezTo>
                  <a:pt x="224717" y="12166"/>
                  <a:pt x="226771" y="12568"/>
                  <a:pt x="228691" y="13059"/>
                </a:cubicBezTo>
                <a:lnTo>
                  <a:pt x="229695" y="6228"/>
                </a:lnTo>
                <a:cubicBezTo>
                  <a:pt x="228534" y="5916"/>
                  <a:pt x="227385" y="5659"/>
                  <a:pt x="226246" y="5458"/>
                </a:cubicBezTo>
                <a:cubicBezTo>
                  <a:pt x="225108" y="5257"/>
                  <a:pt x="223958" y="5090"/>
                  <a:pt x="222797" y="4956"/>
                </a:cubicBezTo>
                <a:cubicBezTo>
                  <a:pt x="221502" y="4777"/>
                  <a:pt x="220197" y="4632"/>
                  <a:pt x="218879" y="4521"/>
                </a:cubicBezTo>
                <a:cubicBezTo>
                  <a:pt x="217562" y="4409"/>
                  <a:pt x="216212" y="4353"/>
                  <a:pt x="214828" y="4353"/>
                </a:cubicBezTo>
                <a:cubicBezTo>
                  <a:pt x="210943" y="4353"/>
                  <a:pt x="207294" y="4822"/>
                  <a:pt x="203878" y="5759"/>
                </a:cubicBezTo>
                <a:cubicBezTo>
                  <a:pt x="200463" y="6697"/>
                  <a:pt x="197482" y="8215"/>
                  <a:pt x="194937" y="10313"/>
                </a:cubicBezTo>
                <a:cubicBezTo>
                  <a:pt x="192393" y="12457"/>
                  <a:pt x="190361" y="15225"/>
                  <a:pt x="188843" y="18618"/>
                </a:cubicBezTo>
                <a:cubicBezTo>
                  <a:pt x="187325" y="22011"/>
                  <a:pt x="186544" y="26186"/>
                  <a:pt x="186499" y="31141"/>
                </a:cubicBezTo>
                <a:lnTo>
                  <a:pt x="186499" y="36901"/>
                </a:lnTo>
                <a:lnTo>
                  <a:pt x="166676" y="36901"/>
                </a:lnTo>
                <a:lnTo>
                  <a:pt x="166676" y="43531"/>
                </a:lnTo>
                <a:lnTo>
                  <a:pt x="186499" y="43531"/>
                </a:lnTo>
                <a:lnTo>
                  <a:pt x="186365" y="109363"/>
                </a:lnTo>
                <a:close/>
                <a:moveTo>
                  <a:pt x="383041" y="90879"/>
                </a:moveTo>
                <a:cubicBezTo>
                  <a:pt x="383041" y="92576"/>
                  <a:pt x="382672" y="94116"/>
                  <a:pt x="381936" y="95500"/>
                </a:cubicBezTo>
                <a:cubicBezTo>
                  <a:pt x="381199" y="96884"/>
                  <a:pt x="380161" y="98112"/>
                  <a:pt x="378822" y="99183"/>
                </a:cubicBezTo>
                <a:cubicBezTo>
                  <a:pt x="376768" y="100746"/>
                  <a:pt x="374335" y="101918"/>
                  <a:pt x="371522" y="102699"/>
                </a:cubicBezTo>
                <a:cubicBezTo>
                  <a:pt x="368709" y="103481"/>
                  <a:pt x="365718" y="103871"/>
                  <a:pt x="362548" y="103871"/>
                </a:cubicBezTo>
                <a:cubicBezTo>
                  <a:pt x="360137" y="103871"/>
                  <a:pt x="357670" y="103637"/>
                  <a:pt x="355148" y="103168"/>
                </a:cubicBezTo>
                <a:cubicBezTo>
                  <a:pt x="352625" y="102699"/>
                  <a:pt x="350314" y="101885"/>
                  <a:pt x="348216" y="100724"/>
                </a:cubicBezTo>
                <a:cubicBezTo>
                  <a:pt x="346118" y="99563"/>
                  <a:pt x="344343" y="98034"/>
                  <a:pt x="342892" y="96136"/>
                </a:cubicBezTo>
                <a:cubicBezTo>
                  <a:pt x="341441" y="94239"/>
                  <a:pt x="340581" y="91861"/>
                  <a:pt x="340314" y="89004"/>
                </a:cubicBezTo>
                <a:lnTo>
                  <a:pt x="332277" y="89004"/>
                </a:lnTo>
                <a:cubicBezTo>
                  <a:pt x="332411" y="92308"/>
                  <a:pt x="333270" y="95299"/>
                  <a:pt x="334855" y="97978"/>
                </a:cubicBezTo>
                <a:cubicBezTo>
                  <a:pt x="336440" y="100657"/>
                  <a:pt x="338617" y="102934"/>
                  <a:pt x="341385" y="104809"/>
                </a:cubicBezTo>
                <a:cubicBezTo>
                  <a:pt x="344064" y="106640"/>
                  <a:pt x="347234" y="108079"/>
                  <a:pt x="350895" y="109129"/>
                </a:cubicBezTo>
                <a:cubicBezTo>
                  <a:pt x="354556" y="110178"/>
                  <a:pt x="358440" y="110702"/>
                  <a:pt x="362548" y="110702"/>
                </a:cubicBezTo>
                <a:cubicBezTo>
                  <a:pt x="366343" y="110702"/>
                  <a:pt x="370071" y="110234"/>
                  <a:pt x="373732" y="109296"/>
                </a:cubicBezTo>
                <a:cubicBezTo>
                  <a:pt x="377393" y="108358"/>
                  <a:pt x="380608" y="106907"/>
                  <a:pt x="383376" y="104943"/>
                </a:cubicBezTo>
                <a:cubicBezTo>
                  <a:pt x="385653" y="103291"/>
                  <a:pt x="387505" y="101248"/>
                  <a:pt x="388934" y="98815"/>
                </a:cubicBezTo>
                <a:cubicBezTo>
                  <a:pt x="390363" y="96382"/>
                  <a:pt x="391077" y="93603"/>
                  <a:pt x="391077" y="90477"/>
                </a:cubicBezTo>
                <a:cubicBezTo>
                  <a:pt x="391077" y="87173"/>
                  <a:pt x="390329" y="84349"/>
                  <a:pt x="388834" y="82006"/>
                </a:cubicBezTo>
                <a:cubicBezTo>
                  <a:pt x="387338" y="79662"/>
                  <a:pt x="385340" y="77664"/>
                  <a:pt x="382840" y="76012"/>
                </a:cubicBezTo>
                <a:cubicBezTo>
                  <a:pt x="380295" y="74360"/>
                  <a:pt x="377348" y="72998"/>
                  <a:pt x="374000" y="71926"/>
                </a:cubicBezTo>
                <a:cubicBezTo>
                  <a:pt x="370651" y="70855"/>
                  <a:pt x="367146" y="69917"/>
                  <a:pt x="363485" y="69114"/>
                </a:cubicBezTo>
                <a:cubicBezTo>
                  <a:pt x="360628" y="68533"/>
                  <a:pt x="357893" y="67875"/>
                  <a:pt x="355281" y="67138"/>
                </a:cubicBezTo>
                <a:cubicBezTo>
                  <a:pt x="352670" y="66401"/>
                  <a:pt x="350426" y="65475"/>
                  <a:pt x="348551" y="64359"/>
                </a:cubicBezTo>
                <a:cubicBezTo>
                  <a:pt x="346676" y="63332"/>
                  <a:pt x="345247" y="62048"/>
                  <a:pt x="344265" y="60508"/>
                </a:cubicBezTo>
                <a:cubicBezTo>
                  <a:pt x="343283" y="58968"/>
                  <a:pt x="342791" y="57148"/>
                  <a:pt x="342791" y="55050"/>
                </a:cubicBezTo>
                <a:cubicBezTo>
                  <a:pt x="342791" y="52951"/>
                  <a:pt x="343350" y="51110"/>
                  <a:pt x="344466" y="49525"/>
                </a:cubicBezTo>
                <a:cubicBezTo>
                  <a:pt x="345582" y="47940"/>
                  <a:pt x="347033" y="46634"/>
                  <a:pt x="348819" y="45607"/>
                </a:cubicBezTo>
                <a:cubicBezTo>
                  <a:pt x="350605" y="44535"/>
                  <a:pt x="352647" y="43743"/>
                  <a:pt x="354947" y="43230"/>
                </a:cubicBezTo>
                <a:cubicBezTo>
                  <a:pt x="357246" y="42716"/>
                  <a:pt x="359623" y="42459"/>
                  <a:pt x="362079" y="42459"/>
                </a:cubicBezTo>
                <a:cubicBezTo>
                  <a:pt x="364669" y="42459"/>
                  <a:pt x="367180" y="42794"/>
                  <a:pt x="369613" y="43464"/>
                </a:cubicBezTo>
                <a:cubicBezTo>
                  <a:pt x="372046" y="44134"/>
                  <a:pt x="374223" y="45094"/>
                  <a:pt x="376143" y="46344"/>
                </a:cubicBezTo>
                <a:cubicBezTo>
                  <a:pt x="378018" y="47594"/>
                  <a:pt x="379547" y="49134"/>
                  <a:pt x="380730" y="50965"/>
                </a:cubicBezTo>
                <a:cubicBezTo>
                  <a:pt x="381913" y="52795"/>
                  <a:pt x="382527" y="54871"/>
                  <a:pt x="382572" y="57193"/>
                </a:cubicBezTo>
                <a:lnTo>
                  <a:pt x="390675" y="57193"/>
                </a:lnTo>
                <a:cubicBezTo>
                  <a:pt x="390541" y="53755"/>
                  <a:pt x="389704" y="50697"/>
                  <a:pt x="388164" y="48018"/>
                </a:cubicBezTo>
                <a:cubicBezTo>
                  <a:pt x="386624" y="45339"/>
                  <a:pt x="384581" y="43062"/>
                  <a:pt x="382036" y="41187"/>
                </a:cubicBezTo>
                <a:cubicBezTo>
                  <a:pt x="379491" y="39356"/>
                  <a:pt x="376511" y="37961"/>
                  <a:pt x="373096" y="37001"/>
                </a:cubicBezTo>
                <a:cubicBezTo>
                  <a:pt x="369680" y="36041"/>
                  <a:pt x="366008" y="35561"/>
                  <a:pt x="362079" y="35561"/>
                </a:cubicBezTo>
                <a:cubicBezTo>
                  <a:pt x="358597" y="35561"/>
                  <a:pt x="355215" y="36008"/>
                  <a:pt x="351933" y="36901"/>
                </a:cubicBezTo>
                <a:cubicBezTo>
                  <a:pt x="348651" y="37794"/>
                  <a:pt x="345783" y="39044"/>
                  <a:pt x="343327" y="40651"/>
                </a:cubicBezTo>
                <a:cubicBezTo>
                  <a:pt x="340738" y="42392"/>
                  <a:pt x="338673" y="44491"/>
                  <a:pt x="337132" y="46946"/>
                </a:cubicBezTo>
                <a:cubicBezTo>
                  <a:pt x="335592" y="49402"/>
                  <a:pt x="334822" y="52192"/>
                  <a:pt x="334822" y="55318"/>
                </a:cubicBezTo>
                <a:cubicBezTo>
                  <a:pt x="334822" y="58622"/>
                  <a:pt x="335592" y="61423"/>
                  <a:pt x="337132" y="63723"/>
                </a:cubicBezTo>
                <a:cubicBezTo>
                  <a:pt x="338673" y="66022"/>
                  <a:pt x="340693" y="67908"/>
                  <a:pt x="343193" y="69382"/>
                </a:cubicBezTo>
                <a:cubicBezTo>
                  <a:pt x="345872" y="70944"/>
                  <a:pt x="348752" y="72217"/>
                  <a:pt x="351832" y="73199"/>
                </a:cubicBezTo>
                <a:cubicBezTo>
                  <a:pt x="354913" y="74181"/>
                  <a:pt x="358306" y="75052"/>
                  <a:pt x="362012" y="75811"/>
                </a:cubicBezTo>
                <a:cubicBezTo>
                  <a:pt x="364959" y="76436"/>
                  <a:pt x="367794" y="77195"/>
                  <a:pt x="370517" y="78088"/>
                </a:cubicBezTo>
                <a:cubicBezTo>
                  <a:pt x="373241" y="78981"/>
                  <a:pt x="375562" y="80052"/>
                  <a:pt x="377482" y="81302"/>
                </a:cubicBezTo>
                <a:cubicBezTo>
                  <a:pt x="379223" y="82419"/>
                  <a:pt x="380585" y="83769"/>
                  <a:pt x="381567" y="85354"/>
                </a:cubicBezTo>
                <a:cubicBezTo>
                  <a:pt x="382550" y="86939"/>
                  <a:pt x="383041" y="88781"/>
                  <a:pt x="383041" y="90879"/>
                </a:cubicBezTo>
                <a:close/>
                <a:moveTo>
                  <a:pt x="410686" y="72060"/>
                </a:moveTo>
                <a:lnTo>
                  <a:pt x="410686" y="74203"/>
                </a:lnTo>
                <a:cubicBezTo>
                  <a:pt x="410686" y="79159"/>
                  <a:pt x="411423" y="83847"/>
                  <a:pt x="412896" y="88267"/>
                </a:cubicBezTo>
                <a:cubicBezTo>
                  <a:pt x="414370" y="92687"/>
                  <a:pt x="416513" y="96549"/>
                  <a:pt x="419325" y="99853"/>
                </a:cubicBezTo>
                <a:cubicBezTo>
                  <a:pt x="422049" y="103202"/>
                  <a:pt x="425420" y="105847"/>
                  <a:pt x="429438" y="107789"/>
                </a:cubicBezTo>
                <a:cubicBezTo>
                  <a:pt x="433456" y="109731"/>
                  <a:pt x="438010" y="110702"/>
                  <a:pt x="443100" y="110702"/>
                </a:cubicBezTo>
                <a:cubicBezTo>
                  <a:pt x="448145" y="110702"/>
                  <a:pt x="452666" y="109720"/>
                  <a:pt x="456662" y="107756"/>
                </a:cubicBezTo>
                <a:cubicBezTo>
                  <a:pt x="460657" y="105791"/>
                  <a:pt x="464039" y="103157"/>
                  <a:pt x="466808" y="99853"/>
                </a:cubicBezTo>
                <a:cubicBezTo>
                  <a:pt x="469531" y="96505"/>
                  <a:pt x="471629" y="92632"/>
                  <a:pt x="473103" y="88234"/>
                </a:cubicBezTo>
                <a:cubicBezTo>
                  <a:pt x="474576" y="83836"/>
                  <a:pt x="475313" y="79159"/>
                  <a:pt x="475313" y="74203"/>
                </a:cubicBezTo>
                <a:lnTo>
                  <a:pt x="475313" y="72060"/>
                </a:lnTo>
                <a:cubicBezTo>
                  <a:pt x="475313" y="67105"/>
                  <a:pt x="474576" y="62417"/>
                  <a:pt x="473103" y="57997"/>
                </a:cubicBezTo>
                <a:cubicBezTo>
                  <a:pt x="471629" y="53576"/>
                  <a:pt x="469509" y="49715"/>
                  <a:pt x="466741" y="46411"/>
                </a:cubicBezTo>
                <a:cubicBezTo>
                  <a:pt x="463972" y="43062"/>
                  <a:pt x="460590" y="40417"/>
                  <a:pt x="456595" y="38475"/>
                </a:cubicBezTo>
                <a:cubicBezTo>
                  <a:pt x="452599" y="36532"/>
                  <a:pt x="448056" y="35561"/>
                  <a:pt x="442966" y="35561"/>
                </a:cubicBezTo>
                <a:cubicBezTo>
                  <a:pt x="437876" y="35561"/>
                  <a:pt x="433345" y="36544"/>
                  <a:pt x="429371" y="38508"/>
                </a:cubicBezTo>
                <a:cubicBezTo>
                  <a:pt x="425397" y="40473"/>
                  <a:pt x="422027" y="43107"/>
                  <a:pt x="419258" y="46411"/>
                </a:cubicBezTo>
                <a:cubicBezTo>
                  <a:pt x="416490" y="49759"/>
                  <a:pt x="414370" y="53643"/>
                  <a:pt x="412896" y="58064"/>
                </a:cubicBezTo>
                <a:cubicBezTo>
                  <a:pt x="411423" y="62484"/>
                  <a:pt x="410686" y="67149"/>
                  <a:pt x="410686" y="72060"/>
                </a:cubicBezTo>
                <a:moveTo>
                  <a:pt x="418656" y="74203"/>
                </a:moveTo>
                <a:lnTo>
                  <a:pt x="418656" y="72060"/>
                </a:lnTo>
                <a:cubicBezTo>
                  <a:pt x="418700" y="68265"/>
                  <a:pt x="419247" y="64582"/>
                  <a:pt x="420296" y="61010"/>
                </a:cubicBezTo>
                <a:cubicBezTo>
                  <a:pt x="421346" y="57438"/>
                  <a:pt x="422919" y="54291"/>
                  <a:pt x="425018" y="51567"/>
                </a:cubicBezTo>
                <a:cubicBezTo>
                  <a:pt x="427027" y="48799"/>
                  <a:pt x="429538" y="46589"/>
                  <a:pt x="432552" y="44937"/>
                </a:cubicBezTo>
                <a:cubicBezTo>
                  <a:pt x="435566" y="43285"/>
                  <a:pt x="439037" y="42459"/>
                  <a:pt x="442966" y="42459"/>
                </a:cubicBezTo>
                <a:cubicBezTo>
                  <a:pt x="446895" y="42459"/>
                  <a:pt x="450366" y="43285"/>
                  <a:pt x="453380" y="44937"/>
                </a:cubicBezTo>
                <a:cubicBezTo>
                  <a:pt x="456394" y="46589"/>
                  <a:pt x="458950" y="48799"/>
                  <a:pt x="461048" y="51567"/>
                </a:cubicBezTo>
                <a:cubicBezTo>
                  <a:pt x="463057" y="54291"/>
                  <a:pt x="464598" y="57438"/>
                  <a:pt x="465669" y="61010"/>
                </a:cubicBezTo>
                <a:cubicBezTo>
                  <a:pt x="466741" y="64582"/>
                  <a:pt x="467299" y="68265"/>
                  <a:pt x="467343" y="72060"/>
                </a:cubicBezTo>
                <a:lnTo>
                  <a:pt x="467343" y="74203"/>
                </a:lnTo>
                <a:cubicBezTo>
                  <a:pt x="467299" y="78043"/>
                  <a:pt x="466752" y="81749"/>
                  <a:pt x="465703" y="85321"/>
                </a:cubicBezTo>
                <a:cubicBezTo>
                  <a:pt x="464653" y="88892"/>
                  <a:pt x="463124" y="92040"/>
                  <a:pt x="461115" y="94763"/>
                </a:cubicBezTo>
                <a:cubicBezTo>
                  <a:pt x="459017" y="97532"/>
                  <a:pt x="456472" y="99742"/>
                  <a:pt x="453480" y="101394"/>
                </a:cubicBezTo>
                <a:cubicBezTo>
                  <a:pt x="450489" y="103045"/>
                  <a:pt x="447029" y="103871"/>
                  <a:pt x="443100" y="103871"/>
                </a:cubicBezTo>
                <a:cubicBezTo>
                  <a:pt x="439126" y="103871"/>
                  <a:pt x="435622" y="103045"/>
                  <a:pt x="432586" y="101394"/>
                </a:cubicBezTo>
                <a:cubicBezTo>
                  <a:pt x="429550" y="99742"/>
                  <a:pt x="427027" y="97554"/>
                  <a:pt x="425018" y="94830"/>
                </a:cubicBezTo>
                <a:cubicBezTo>
                  <a:pt x="422919" y="92062"/>
                  <a:pt x="421346" y="88892"/>
                  <a:pt x="420296" y="85321"/>
                </a:cubicBezTo>
                <a:cubicBezTo>
                  <a:pt x="419247" y="81749"/>
                  <a:pt x="418700" y="78043"/>
                  <a:pt x="418656" y="74203"/>
                </a:cubicBezTo>
                <a:close/>
                <a:moveTo>
                  <a:pt x="499489" y="6496"/>
                </a:moveTo>
                <a:lnTo>
                  <a:pt x="499489" y="13662"/>
                </a:lnTo>
                <a:lnTo>
                  <a:pt x="525273" y="13662"/>
                </a:lnTo>
                <a:lnTo>
                  <a:pt x="525273" y="102197"/>
                </a:lnTo>
                <a:lnTo>
                  <a:pt x="499489" y="102197"/>
                </a:lnTo>
                <a:lnTo>
                  <a:pt x="499489" y="109363"/>
                </a:lnTo>
                <a:lnTo>
                  <a:pt x="557820" y="109363"/>
                </a:lnTo>
                <a:lnTo>
                  <a:pt x="557820" y="102197"/>
                </a:lnTo>
                <a:lnTo>
                  <a:pt x="533242" y="102197"/>
                </a:lnTo>
                <a:lnTo>
                  <a:pt x="533242" y="6496"/>
                </a:lnTo>
                <a:lnTo>
                  <a:pt x="499489" y="6496"/>
                </a:lnTo>
                <a:close/>
                <a:moveTo>
                  <a:pt x="628996" y="109363"/>
                </a:moveTo>
                <a:lnTo>
                  <a:pt x="636497" y="109363"/>
                </a:lnTo>
                <a:lnTo>
                  <a:pt x="636497" y="36901"/>
                </a:lnTo>
                <a:lnTo>
                  <a:pt x="628394" y="36901"/>
                </a:lnTo>
                <a:lnTo>
                  <a:pt x="628394" y="87932"/>
                </a:lnTo>
                <a:cubicBezTo>
                  <a:pt x="627769" y="90299"/>
                  <a:pt x="626842" y="92431"/>
                  <a:pt x="625614" y="94328"/>
                </a:cubicBezTo>
                <a:cubicBezTo>
                  <a:pt x="624387" y="96226"/>
                  <a:pt x="622880" y="97822"/>
                  <a:pt x="621094" y="99117"/>
                </a:cubicBezTo>
                <a:cubicBezTo>
                  <a:pt x="619174" y="100590"/>
                  <a:pt x="616942" y="101717"/>
                  <a:pt x="614397" y="102499"/>
                </a:cubicBezTo>
                <a:cubicBezTo>
                  <a:pt x="611852" y="103280"/>
                  <a:pt x="609017" y="103671"/>
                  <a:pt x="605891" y="103671"/>
                </a:cubicBezTo>
                <a:cubicBezTo>
                  <a:pt x="602900" y="103671"/>
                  <a:pt x="600311" y="103202"/>
                  <a:pt x="598123" y="102264"/>
                </a:cubicBezTo>
                <a:cubicBezTo>
                  <a:pt x="595935" y="101327"/>
                  <a:pt x="594105" y="99920"/>
                  <a:pt x="592631" y="98045"/>
                </a:cubicBezTo>
                <a:cubicBezTo>
                  <a:pt x="591158" y="96170"/>
                  <a:pt x="590064" y="93859"/>
                  <a:pt x="589350" y="91114"/>
                </a:cubicBezTo>
                <a:cubicBezTo>
                  <a:pt x="588635" y="88368"/>
                  <a:pt x="588278" y="85187"/>
                  <a:pt x="588278" y="81570"/>
                </a:cubicBezTo>
                <a:lnTo>
                  <a:pt x="588278" y="36901"/>
                </a:lnTo>
                <a:lnTo>
                  <a:pt x="580242" y="36901"/>
                </a:lnTo>
                <a:lnTo>
                  <a:pt x="580242" y="81436"/>
                </a:lnTo>
                <a:cubicBezTo>
                  <a:pt x="580286" y="86080"/>
                  <a:pt x="580844" y="90221"/>
                  <a:pt x="581916" y="93859"/>
                </a:cubicBezTo>
                <a:cubicBezTo>
                  <a:pt x="582988" y="97498"/>
                  <a:pt x="584573" y="100545"/>
                  <a:pt x="586671" y="103001"/>
                </a:cubicBezTo>
                <a:cubicBezTo>
                  <a:pt x="588769" y="105501"/>
                  <a:pt x="591348" y="107410"/>
                  <a:pt x="594406" y="108727"/>
                </a:cubicBezTo>
                <a:cubicBezTo>
                  <a:pt x="597464" y="110044"/>
                  <a:pt x="601003" y="110702"/>
                  <a:pt x="605021" y="110702"/>
                </a:cubicBezTo>
                <a:cubicBezTo>
                  <a:pt x="610468" y="110702"/>
                  <a:pt x="615178" y="109575"/>
                  <a:pt x="619152" y="107320"/>
                </a:cubicBezTo>
                <a:cubicBezTo>
                  <a:pt x="623125" y="105066"/>
                  <a:pt x="626295" y="101929"/>
                  <a:pt x="628662" y="97911"/>
                </a:cubicBezTo>
                <a:lnTo>
                  <a:pt x="628996" y="109363"/>
                </a:lnTo>
                <a:close/>
                <a:moveTo>
                  <a:pt x="689400" y="18350"/>
                </a:moveTo>
                <a:lnTo>
                  <a:pt x="681230" y="18350"/>
                </a:lnTo>
                <a:lnTo>
                  <a:pt x="681230" y="36901"/>
                </a:lnTo>
                <a:lnTo>
                  <a:pt x="661072" y="36901"/>
                </a:lnTo>
                <a:lnTo>
                  <a:pt x="661072" y="43531"/>
                </a:lnTo>
                <a:lnTo>
                  <a:pt x="681230" y="43531"/>
                </a:lnTo>
                <a:lnTo>
                  <a:pt x="681230" y="88937"/>
                </a:lnTo>
                <a:cubicBezTo>
                  <a:pt x="681275" y="92911"/>
                  <a:pt x="681866" y="96270"/>
                  <a:pt x="683005" y="99016"/>
                </a:cubicBezTo>
                <a:cubicBezTo>
                  <a:pt x="684143" y="101762"/>
                  <a:pt x="685717" y="104005"/>
                  <a:pt x="687726" y="105747"/>
                </a:cubicBezTo>
                <a:cubicBezTo>
                  <a:pt x="689735" y="107488"/>
                  <a:pt x="692113" y="108749"/>
                  <a:pt x="694858" y="109530"/>
                </a:cubicBezTo>
                <a:cubicBezTo>
                  <a:pt x="697604" y="110312"/>
                  <a:pt x="700584" y="110702"/>
                  <a:pt x="703799" y="110702"/>
                </a:cubicBezTo>
                <a:cubicBezTo>
                  <a:pt x="705362" y="110702"/>
                  <a:pt x="706935" y="110647"/>
                  <a:pt x="708520" y="110535"/>
                </a:cubicBezTo>
                <a:cubicBezTo>
                  <a:pt x="710105" y="110423"/>
                  <a:pt x="711635" y="110256"/>
                  <a:pt x="713108" y="110033"/>
                </a:cubicBezTo>
                <a:cubicBezTo>
                  <a:pt x="714269" y="109854"/>
                  <a:pt x="715374" y="109620"/>
                  <a:pt x="716423" y="109330"/>
                </a:cubicBezTo>
                <a:cubicBezTo>
                  <a:pt x="717472" y="109039"/>
                  <a:pt x="718421" y="108716"/>
                  <a:pt x="719269" y="108358"/>
                </a:cubicBezTo>
                <a:lnTo>
                  <a:pt x="717997" y="102264"/>
                </a:lnTo>
                <a:cubicBezTo>
                  <a:pt x="717327" y="102353"/>
                  <a:pt x="716546" y="102476"/>
                  <a:pt x="715653" y="102632"/>
                </a:cubicBezTo>
                <a:cubicBezTo>
                  <a:pt x="714760" y="102789"/>
                  <a:pt x="713822" y="102934"/>
                  <a:pt x="712840" y="103068"/>
                </a:cubicBezTo>
                <a:cubicBezTo>
                  <a:pt x="711590" y="103246"/>
                  <a:pt x="710317" y="103380"/>
                  <a:pt x="709023" y="103470"/>
                </a:cubicBezTo>
                <a:cubicBezTo>
                  <a:pt x="707728" y="103559"/>
                  <a:pt x="706433" y="103604"/>
                  <a:pt x="705138" y="103604"/>
                </a:cubicBezTo>
                <a:cubicBezTo>
                  <a:pt x="702951" y="103604"/>
                  <a:pt x="700908" y="103358"/>
                  <a:pt x="699011" y="102867"/>
                </a:cubicBezTo>
                <a:cubicBezTo>
                  <a:pt x="697113" y="102376"/>
                  <a:pt x="695450" y="101550"/>
                  <a:pt x="694021" y="100389"/>
                </a:cubicBezTo>
                <a:cubicBezTo>
                  <a:pt x="692593" y="99273"/>
                  <a:pt x="691465" y="97788"/>
                  <a:pt x="690639" y="95935"/>
                </a:cubicBezTo>
                <a:cubicBezTo>
                  <a:pt x="689813" y="94083"/>
                  <a:pt x="689378" y="91750"/>
                  <a:pt x="689333" y="88937"/>
                </a:cubicBezTo>
                <a:lnTo>
                  <a:pt x="689333" y="43531"/>
                </a:lnTo>
                <a:lnTo>
                  <a:pt x="716189" y="43531"/>
                </a:lnTo>
                <a:lnTo>
                  <a:pt x="716189" y="36901"/>
                </a:lnTo>
                <a:lnTo>
                  <a:pt x="689333" y="36901"/>
                </a:lnTo>
                <a:lnTo>
                  <a:pt x="689400" y="18350"/>
                </a:lnTo>
                <a:close/>
                <a:moveTo>
                  <a:pt x="746781" y="36901"/>
                </a:moveTo>
                <a:lnTo>
                  <a:pt x="746781" y="44067"/>
                </a:lnTo>
                <a:lnTo>
                  <a:pt x="772431" y="44067"/>
                </a:lnTo>
                <a:lnTo>
                  <a:pt x="772431" y="102197"/>
                </a:lnTo>
                <a:lnTo>
                  <a:pt x="746781" y="102197"/>
                </a:lnTo>
                <a:lnTo>
                  <a:pt x="746781" y="109363"/>
                </a:lnTo>
                <a:lnTo>
                  <a:pt x="805112" y="109363"/>
                </a:lnTo>
                <a:lnTo>
                  <a:pt x="805112" y="102197"/>
                </a:lnTo>
                <a:lnTo>
                  <a:pt x="780400" y="102197"/>
                </a:lnTo>
                <a:lnTo>
                  <a:pt x="780400" y="36901"/>
                </a:lnTo>
                <a:lnTo>
                  <a:pt x="746781" y="36901"/>
                </a:lnTo>
                <a:moveTo>
                  <a:pt x="770087" y="17078"/>
                </a:moveTo>
                <a:cubicBezTo>
                  <a:pt x="770087" y="18685"/>
                  <a:pt x="770555" y="20069"/>
                  <a:pt x="771493" y="21230"/>
                </a:cubicBezTo>
                <a:cubicBezTo>
                  <a:pt x="772431" y="22391"/>
                  <a:pt x="773971" y="22971"/>
                  <a:pt x="776114" y="22971"/>
                </a:cubicBezTo>
                <a:cubicBezTo>
                  <a:pt x="778257" y="22971"/>
                  <a:pt x="779809" y="22391"/>
                  <a:pt x="780769" y="21230"/>
                </a:cubicBezTo>
                <a:cubicBezTo>
                  <a:pt x="781728" y="20069"/>
                  <a:pt x="782208" y="18685"/>
                  <a:pt x="782208" y="17078"/>
                </a:cubicBezTo>
                <a:cubicBezTo>
                  <a:pt x="782208" y="16185"/>
                  <a:pt x="782086" y="15359"/>
                  <a:pt x="781840" y="14600"/>
                </a:cubicBezTo>
                <a:cubicBezTo>
                  <a:pt x="781594" y="13841"/>
                  <a:pt x="781204" y="13171"/>
                  <a:pt x="780668" y="12590"/>
                </a:cubicBezTo>
                <a:cubicBezTo>
                  <a:pt x="780177" y="12099"/>
                  <a:pt x="779552" y="11698"/>
                  <a:pt x="778793" y="11385"/>
                </a:cubicBezTo>
                <a:cubicBezTo>
                  <a:pt x="778034" y="11072"/>
                  <a:pt x="777141" y="10916"/>
                  <a:pt x="776114" y="10916"/>
                </a:cubicBezTo>
                <a:cubicBezTo>
                  <a:pt x="775087" y="10916"/>
                  <a:pt x="774194" y="11072"/>
                  <a:pt x="773435" y="11385"/>
                </a:cubicBezTo>
                <a:cubicBezTo>
                  <a:pt x="772676" y="11698"/>
                  <a:pt x="772051" y="12099"/>
                  <a:pt x="771560" y="12590"/>
                </a:cubicBezTo>
                <a:cubicBezTo>
                  <a:pt x="771024" y="13171"/>
                  <a:pt x="770645" y="13852"/>
                  <a:pt x="770422" y="14633"/>
                </a:cubicBezTo>
                <a:cubicBezTo>
                  <a:pt x="770198" y="15414"/>
                  <a:pt x="770087" y="16229"/>
                  <a:pt x="770087" y="17078"/>
                </a:cubicBezTo>
                <a:close/>
                <a:moveTo>
                  <a:pt x="823662" y="72060"/>
                </a:moveTo>
                <a:lnTo>
                  <a:pt x="823662" y="74203"/>
                </a:lnTo>
                <a:cubicBezTo>
                  <a:pt x="823662" y="79159"/>
                  <a:pt x="824399" y="83847"/>
                  <a:pt x="825872" y="88267"/>
                </a:cubicBezTo>
                <a:cubicBezTo>
                  <a:pt x="827346" y="92687"/>
                  <a:pt x="829489" y="96549"/>
                  <a:pt x="832302" y="99853"/>
                </a:cubicBezTo>
                <a:cubicBezTo>
                  <a:pt x="835025" y="103202"/>
                  <a:pt x="838396" y="105847"/>
                  <a:pt x="842414" y="107789"/>
                </a:cubicBezTo>
                <a:cubicBezTo>
                  <a:pt x="846432" y="109731"/>
                  <a:pt x="850986" y="110702"/>
                  <a:pt x="856076" y="110702"/>
                </a:cubicBezTo>
                <a:cubicBezTo>
                  <a:pt x="861121" y="110702"/>
                  <a:pt x="865642" y="109720"/>
                  <a:pt x="869638" y="107756"/>
                </a:cubicBezTo>
                <a:cubicBezTo>
                  <a:pt x="873634" y="105791"/>
                  <a:pt x="877016" y="103157"/>
                  <a:pt x="879784" y="99853"/>
                </a:cubicBezTo>
                <a:cubicBezTo>
                  <a:pt x="882507" y="96505"/>
                  <a:pt x="884606" y="92632"/>
                  <a:pt x="886079" y="88234"/>
                </a:cubicBezTo>
                <a:cubicBezTo>
                  <a:pt x="887552" y="83836"/>
                  <a:pt x="888289" y="79159"/>
                  <a:pt x="888289" y="74203"/>
                </a:cubicBezTo>
                <a:lnTo>
                  <a:pt x="888289" y="72060"/>
                </a:lnTo>
                <a:cubicBezTo>
                  <a:pt x="888289" y="67105"/>
                  <a:pt x="887552" y="62417"/>
                  <a:pt x="886079" y="57997"/>
                </a:cubicBezTo>
                <a:cubicBezTo>
                  <a:pt x="884606" y="53576"/>
                  <a:pt x="882485" y="49715"/>
                  <a:pt x="879717" y="46411"/>
                </a:cubicBezTo>
                <a:cubicBezTo>
                  <a:pt x="876949" y="43062"/>
                  <a:pt x="873567" y="40417"/>
                  <a:pt x="869571" y="38475"/>
                </a:cubicBezTo>
                <a:cubicBezTo>
                  <a:pt x="865575" y="36532"/>
                  <a:pt x="861032" y="35561"/>
                  <a:pt x="855942" y="35561"/>
                </a:cubicBezTo>
                <a:cubicBezTo>
                  <a:pt x="850852" y="35561"/>
                  <a:pt x="846321" y="36544"/>
                  <a:pt x="842347" y="38508"/>
                </a:cubicBezTo>
                <a:cubicBezTo>
                  <a:pt x="838374" y="40473"/>
                  <a:pt x="835003" y="43107"/>
                  <a:pt x="832235" y="46411"/>
                </a:cubicBezTo>
                <a:cubicBezTo>
                  <a:pt x="829467" y="49759"/>
                  <a:pt x="827346" y="53643"/>
                  <a:pt x="825872" y="58064"/>
                </a:cubicBezTo>
                <a:cubicBezTo>
                  <a:pt x="824399" y="62484"/>
                  <a:pt x="823662" y="67149"/>
                  <a:pt x="823662" y="72060"/>
                </a:cubicBezTo>
                <a:moveTo>
                  <a:pt x="831632" y="74203"/>
                </a:moveTo>
                <a:lnTo>
                  <a:pt x="831632" y="72060"/>
                </a:lnTo>
                <a:cubicBezTo>
                  <a:pt x="831677" y="68265"/>
                  <a:pt x="832223" y="64582"/>
                  <a:pt x="833273" y="61010"/>
                </a:cubicBezTo>
                <a:cubicBezTo>
                  <a:pt x="834322" y="57438"/>
                  <a:pt x="835896" y="54291"/>
                  <a:pt x="837994" y="51567"/>
                </a:cubicBezTo>
                <a:cubicBezTo>
                  <a:pt x="840003" y="48799"/>
                  <a:pt x="842515" y="46589"/>
                  <a:pt x="845528" y="44937"/>
                </a:cubicBezTo>
                <a:cubicBezTo>
                  <a:pt x="848542" y="43285"/>
                  <a:pt x="852013" y="42459"/>
                  <a:pt x="855942" y="42459"/>
                </a:cubicBezTo>
                <a:cubicBezTo>
                  <a:pt x="859871" y="42459"/>
                  <a:pt x="863342" y="43285"/>
                  <a:pt x="866356" y="44937"/>
                </a:cubicBezTo>
                <a:cubicBezTo>
                  <a:pt x="869370" y="46589"/>
                  <a:pt x="871926" y="48799"/>
                  <a:pt x="874024" y="51567"/>
                </a:cubicBezTo>
                <a:cubicBezTo>
                  <a:pt x="876033" y="54291"/>
                  <a:pt x="877574" y="57438"/>
                  <a:pt x="878645" y="61010"/>
                </a:cubicBezTo>
                <a:cubicBezTo>
                  <a:pt x="879717" y="64582"/>
                  <a:pt x="880275" y="68265"/>
                  <a:pt x="880320" y="72060"/>
                </a:cubicBezTo>
                <a:lnTo>
                  <a:pt x="880320" y="74203"/>
                </a:lnTo>
                <a:cubicBezTo>
                  <a:pt x="880275" y="78043"/>
                  <a:pt x="879728" y="81749"/>
                  <a:pt x="878679" y="85321"/>
                </a:cubicBezTo>
                <a:cubicBezTo>
                  <a:pt x="877630" y="88892"/>
                  <a:pt x="876100" y="92040"/>
                  <a:pt x="874091" y="94763"/>
                </a:cubicBezTo>
                <a:cubicBezTo>
                  <a:pt x="871993" y="97532"/>
                  <a:pt x="869448" y="99742"/>
                  <a:pt x="866457" y="101394"/>
                </a:cubicBezTo>
                <a:cubicBezTo>
                  <a:pt x="863465" y="103045"/>
                  <a:pt x="860005" y="103871"/>
                  <a:pt x="856076" y="103871"/>
                </a:cubicBezTo>
                <a:cubicBezTo>
                  <a:pt x="852103" y="103871"/>
                  <a:pt x="848598" y="103045"/>
                  <a:pt x="845562" y="101394"/>
                </a:cubicBezTo>
                <a:cubicBezTo>
                  <a:pt x="842526" y="99742"/>
                  <a:pt x="840003" y="97554"/>
                  <a:pt x="837994" y="94830"/>
                </a:cubicBezTo>
                <a:cubicBezTo>
                  <a:pt x="835896" y="92062"/>
                  <a:pt x="834322" y="88892"/>
                  <a:pt x="833273" y="85321"/>
                </a:cubicBezTo>
                <a:cubicBezTo>
                  <a:pt x="832223" y="81749"/>
                  <a:pt x="831677" y="78043"/>
                  <a:pt x="831632" y="74203"/>
                </a:cubicBezTo>
                <a:close/>
                <a:moveTo>
                  <a:pt x="910041" y="109363"/>
                </a:moveTo>
                <a:lnTo>
                  <a:pt x="918078" y="109363"/>
                </a:lnTo>
                <a:lnTo>
                  <a:pt x="918078" y="59872"/>
                </a:lnTo>
                <a:cubicBezTo>
                  <a:pt x="918837" y="57505"/>
                  <a:pt x="919919" y="55295"/>
                  <a:pt x="921326" y="53242"/>
                </a:cubicBezTo>
                <a:cubicBezTo>
                  <a:pt x="922732" y="51188"/>
                  <a:pt x="924351" y="49402"/>
                  <a:pt x="926181" y="47884"/>
                </a:cubicBezTo>
                <a:cubicBezTo>
                  <a:pt x="928190" y="46277"/>
                  <a:pt x="930423" y="44993"/>
                  <a:pt x="932878" y="44033"/>
                </a:cubicBezTo>
                <a:cubicBezTo>
                  <a:pt x="935334" y="43073"/>
                  <a:pt x="937946" y="42593"/>
                  <a:pt x="940714" y="42593"/>
                </a:cubicBezTo>
                <a:cubicBezTo>
                  <a:pt x="943884" y="42549"/>
                  <a:pt x="946618" y="42973"/>
                  <a:pt x="948918" y="43866"/>
                </a:cubicBezTo>
                <a:cubicBezTo>
                  <a:pt x="951217" y="44759"/>
                  <a:pt x="953148" y="46076"/>
                  <a:pt x="954711" y="47817"/>
                </a:cubicBezTo>
                <a:cubicBezTo>
                  <a:pt x="956229" y="49558"/>
                  <a:pt x="957356" y="51701"/>
                  <a:pt x="958093" y="54246"/>
                </a:cubicBezTo>
                <a:cubicBezTo>
                  <a:pt x="958829" y="56791"/>
                  <a:pt x="959220" y="59715"/>
                  <a:pt x="959265" y="63019"/>
                </a:cubicBezTo>
                <a:lnTo>
                  <a:pt x="959265" y="109363"/>
                </a:lnTo>
                <a:lnTo>
                  <a:pt x="967301" y="109363"/>
                </a:lnTo>
                <a:lnTo>
                  <a:pt x="967234" y="62885"/>
                </a:lnTo>
                <a:cubicBezTo>
                  <a:pt x="967234" y="58555"/>
                  <a:pt x="966698" y="54682"/>
                  <a:pt x="965627" y="51266"/>
                </a:cubicBezTo>
                <a:cubicBezTo>
                  <a:pt x="964555" y="47851"/>
                  <a:pt x="962993" y="44982"/>
                  <a:pt x="960939" y="42660"/>
                </a:cubicBezTo>
                <a:cubicBezTo>
                  <a:pt x="958841" y="40339"/>
                  <a:pt x="956262" y="38575"/>
                  <a:pt x="953204" y="37370"/>
                </a:cubicBezTo>
                <a:cubicBezTo>
                  <a:pt x="950146" y="36164"/>
                  <a:pt x="946630" y="35561"/>
                  <a:pt x="942656" y="35561"/>
                </a:cubicBezTo>
                <a:cubicBezTo>
                  <a:pt x="939665" y="35561"/>
                  <a:pt x="936852" y="35997"/>
                  <a:pt x="934218" y="36867"/>
                </a:cubicBezTo>
                <a:cubicBezTo>
                  <a:pt x="931584" y="37738"/>
                  <a:pt x="929150" y="38955"/>
                  <a:pt x="926918" y="40517"/>
                </a:cubicBezTo>
                <a:cubicBezTo>
                  <a:pt x="925043" y="41812"/>
                  <a:pt x="923346" y="43352"/>
                  <a:pt x="921828" y="45138"/>
                </a:cubicBezTo>
                <a:cubicBezTo>
                  <a:pt x="920310" y="46924"/>
                  <a:pt x="918993" y="48866"/>
                  <a:pt x="917877" y="50965"/>
                </a:cubicBezTo>
                <a:lnTo>
                  <a:pt x="917475" y="36901"/>
                </a:lnTo>
                <a:lnTo>
                  <a:pt x="910041" y="36901"/>
                </a:lnTo>
                <a:lnTo>
                  <a:pt x="910041" y="109363"/>
                </a:lnTo>
                <a:close/>
                <a:moveTo>
                  <a:pt x="1005404" y="69917"/>
                </a:moveTo>
                <a:lnTo>
                  <a:pt x="1005404" y="70922"/>
                </a:lnTo>
                <a:cubicBezTo>
                  <a:pt x="1005404" y="76101"/>
                  <a:pt x="1005750" y="81168"/>
                  <a:pt x="1006442" y="86124"/>
                </a:cubicBezTo>
                <a:cubicBezTo>
                  <a:pt x="1007134" y="91080"/>
                  <a:pt x="1008127" y="95835"/>
                  <a:pt x="1009422" y="100389"/>
                </a:cubicBezTo>
                <a:cubicBezTo>
                  <a:pt x="1010672" y="104988"/>
                  <a:pt x="1012201" y="109341"/>
                  <a:pt x="1014009" y="113448"/>
                </a:cubicBezTo>
                <a:cubicBezTo>
                  <a:pt x="1015818" y="117556"/>
                  <a:pt x="1017860" y="121328"/>
                  <a:pt x="1020137" y="124766"/>
                </a:cubicBezTo>
                <a:cubicBezTo>
                  <a:pt x="1022370" y="128249"/>
                  <a:pt x="1024792" y="131341"/>
                  <a:pt x="1027404" y="134042"/>
                </a:cubicBezTo>
                <a:cubicBezTo>
                  <a:pt x="1030015" y="136743"/>
                  <a:pt x="1032750" y="139009"/>
                  <a:pt x="1035607" y="140839"/>
                </a:cubicBezTo>
                <a:lnTo>
                  <a:pt x="1037550" y="135615"/>
                </a:lnTo>
                <a:cubicBezTo>
                  <a:pt x="1035049" y="133740"/>
                  <a:pt x="1032717" y="131497"/>
                  <a:pt x="1030551" y="128885"/>
                </a:cubicBezTo>
                <a:cubicBezTo>
                  <a:pt x="1028386" y="126273"/>
                  <a:pt x="1026410" y="123382"/>
                  <a:pt x="1024624" y="120212"/>
                </a:cubicBezTo>
                <a:cubicBezTo>
                  <a:pt x="1022883" y="116953"/>
                  <a:pt x="1021309" y="113404"/>
                  <a:pt x="1019903" y="109564"/>
                </a:cubicBezTo>
                <a:cubicBezTo>
                  <a:pt x="1018496" y="105724"/>
                  <a:pt x="1017302" y="101728"/>
                  <a:pt x="1016320" y="97576"/>
                </a:cubicBezTo>
                <a:cubicBezTo>
                  <a:pt x="1015382" y="93424"/>
                  <a:pt x="1014668" y="89116"/>
                  <a:pt x="1014177" y="84651"/>
                </a:cubicBezTo>
                <a:cubicBezTo>
                  <a:pt x="1013686" y="80186"/>
                  <a:pt x="1013418" y="75654"/>
                  <a:pt x="1013373" y="71056"/>
                </a:cubicBezTo>
                <a:lnTo>
                  <a:pt x="1013373" y="69716"/>
                </a:lnTo>
                <a:cubicBezTo>
                  <a:pt x="1013373" y="65028"/>
                  <a:pt x="1013641" y="60407"/>
                  <a:pt x="1014177" y="55853"/>
                </a:cubicBezTo>
                <a:cubicBezTo>
                  <a:pt x="1014713" y="51299"/>
                  <a:pt x="1015472" y="46924"/>
                  <a:pt x="1016454" y="42727"/>
                </a:cubicBezTo>
                <a:cubicBezTo>
                  <a:pt x="1017481" y="38307"/>
                  <a:pt x="1018787" y="34099"/>
                  <a:pt x="1020372" y="30103"/>
                </a:cubicBezTo>
                <a:cubicBezTo>
                  <a:pt x="1021957" y="26107"/>
                  <a:pt x="1023731" y="22457"/>
                  <a:pt x="1025696" y="19154"/>
                </a:cubicBezTo>
                <a:cubicBezTo>
                  <a:pt x="1027348" y="16341"/>
                  <a:pt x="1029156" y="13774"/>
                  <a:pt x="1031120" y="11452"/>
                </a:cubicBezTo>
                <a:cubicBezTo>
                  <a:pt x="1033085" y="9130"/>
                  <a:pt x="1035228" y="7144"/>
                  <a:pt x="1037550" y="5492"/>
                </a:cubicBezTo>
                <a:lnTo>
                  <a:pt x="1035607" y="0"/>
                </a:lnTo>
                <a:cubicBezTo>
                  <a:pt x="1032750" y="1786"/>
                  <a:pt x="1030027" y="4041"/>
                  <a:pt x="1027437" y="6764"/>
                </a:cubicBezTo>
                <a:cubicBezTo>
                  <a:pt x="1024847" y="9488"/>
                  <a:pt x="1022437" y="12568"/>
                  <a:pt x="1020204" y="16006"/>
                </a:cubicBezTo>
                <a:cubicBezTo>
                  <a:pt x="1017972" y="19488"/>
                  <a:pt x="1015952" y="23283"/>
                  <a:pt x="1014143" y="27391"/>
                </a:cubicBezTo>
                <a:cubicBezTo>
                  <a:pt x="1012335" y="31499"/>
                  <a:pt x="1010784" y="35852"/>
                  <a:pt x="1009489" y="40450"/>
                </a:cubicBezTo>
                <a:cubicBezTo>
                  <a:pt x="1008194" y="45049"/>
                  <a:pt x="1007190" y="49826"/>
                  <a:pt x="1006475" y="54782"/>
                </a:cubicBezTo>
                <a:cubicBezTo>
                  <a:pt x="1005761" y="59738"/>
                  <a:pt x="1005404" y="64783"/>
                  <a:pt x="1005404" y="69917"/>
                </a:cubicBezTo>
                <a:close/>
                <a:moveTo>
                  <a:pt x="1103971" y="66368"/>
                </a:moveTo>
                <a:lnTo>
                  <a:pt x="1081536" y="36901"/>
                </a:lnTo>
                <a:lnTo>
                  <a:pt x="1071959" y="36901"/>
                </a:lnTo>
                <a:lnTo>
                  <a:pt x="1099551" y="72462"/>
                </a:lnTo>
                <a:lnTo>
                  <a:pt x="1070820" y="109363"/>
                </a:lnTo>
                <a:lnTo>
                  <a:pt x="1080464" y="109363"/>
                </a:lnTo>
                <a:lnTo>
                  <a:pt x="1104038" y="78557"/>
                </a:lnTo>
                <a:lnTo>
                  <a:pt x="1127746" y="109363"/>
                </a:lnTo>
                <a:lnTo>
                  <a:pt x="1137255" y="109363"/>
                </a:lnTo>
                <a:lnTo>
                  <a:pt x="1108525" y="72462"/>
                </a:lnTo>
                <a:lnTo>
                  <a:pt x="1136117" y="36901"/>
                </a:lnTo>
                <a:lnTo>
                  <a:pt x="1126473" y="36901"/>
                </a:lnTo>
                <a:lnTo>
                  <a:pt x="1103971" y="66368"/>
                </a:lnTo>
                <a:close/>
                <a:moveTo>
                  <a:pt x="1185206" y="107019"/>
                </a:moveTo>
                <a:lnTo>
                  <a:pt x="1185206" y="96706"/>
                </a:lnTo>
                <a:lnTo>
                  <a:pt x="1176700" y="96706"/>
                </a:lnTo>
                <a:lnTo>
                  <a:pt x="1176700" y="107153"/>
                </a:lnTo>
                <a:cubicBezTo>
                  <a:pt x="1176656" y="110680"/>
                  <a:pt x="1176154" y="113984"/>
                  <a:pt x="1175194" y="117065"/>
                </a:cubicBezTo>
                <a:cubicBezTo>
                  <a:pt x="1174234" y="120145"/>
                  <a:pt x="1172749" y="123114"/>
                  <a:pt x="1170740" y="125972"/>
                </a:cubicBezTo>
                <a:lnTo>
                  <a:pt x="1175830" y="129119"/>
                </a:lnTo>
                <a:cubicBezTo>
                  <a:pt x="1178821" y="126217"/>
                  <a:pt x="1181121" y="122813"/>
                  <a:pt x="1182728" y="118906"/>
                </a:cubicBezTo>
                <a:cubicBezTo>
                  <a:pt x="1184335" y="115000"/>
                  <a:pt x="1185161" y="111037"/>
                  <a:pt x="1185206" y="107019"/>
                </a:cubicBezTo>
                <a:close/>
                <a:moveTo>
                  <a:pt x="1326835" y="138629"/>
                </a:moveTo>
                <a:cubicBezTo>
                  <a:pt x="1329960" y="138629"/>
                  <a:pt x="1332717" y="138105"/>
                  <a:pt x="1335105" y="137055"/>
                </a:cubicBezTo>
                <a:cubicBezTo>
                  <a:pt x="1337494" y="136006"/>
                  <a:pt x="1339604" y="134656"/>
                  <a:pt x="1341434" y="133004"/>
                </a:cubicBezTo>
                <a:cubicBezTo>
                  <a:pt x="1343220" y="131352"/>
                  <a:pt x="1344783" y="129477"/>
                  <a:pt x="1346122" y="127378"/>
                </a:cubicBezTo>
                <a:cubicBezTo>
                  <a:pt x="1347461" y="125280"/>
                  <a:pt x="1348622" y="123137"/>
                  <a:pt x="1349605" y="120949"/>
                </a:cubicBezTo>
                <a:lnTo>
                  <a:pt x="1387041" y="36901"/>
                </a:lnTo>
                <a:lnTo>
                  <a:pt x="1377933" y="36901"/>
                </a:lnTo>
                <a:lnTo>
                  <a:pt x="1354359" y="92085"/>
                </a:lnTo>
                <a:lnTo>
                  <a:pt x="1351748" y="98380"/>
                </a:lnTo>
                <a:lnTo>
                  <a:pt x="1349136" y="91884"/>
                </a:lnTo>
                <a:lnTo>
                  <a:pt x="1324223" y="36901"/>
                </a:lnTo>
                <a:lnTo>
                  <a:pt x="1315182" y="36901"/>
                </a:lnTo>
                <a:lnTo>
                  <a:pt x="1347796" y="107555"/>
                </a:lnTo>
                <a:lnTo>
                  <a:pt x="1342841" y="118136"/>
                </a:lnTo>
                <a:cubicBezTo>
                  <a:pt x="1342126" y="119654"/>
                  <a:pt x="1341278" y="121194"/>
                  <a:pt x="1340296" y="122757"/>
                </a:cubicBezTo>
                <a:cubicBezTo>
                  <a:pt x="1339313" y="124320"/>
                  <a:pt x="1338153" y="125748"/>
                  <a:pt x="1336813" y="127043"/>
                </a:cubicBezTo>
                <a:cubicBezTo>
                  <a:pt x="1335474" y="128338"/>
                  <a:pt x="1333967" y="129387"/>
                  <a:pt x="1332293" y="130191"/>
                </a:cubicBezTo>
                <a:cubicBezTo>
                  <a:pt x="1330618" y="130995"/>
                  <a:pt x="1328754" y="131396"/>
                  <a:pt x="1326701" y="131396"/>
                </a:cubicBezTo>
                <a:cubicBezTo>
                  <a:pt x="1325897" y="131396"/>
                  <a:pt x="1324993" y="131352"/>
                  <a:pt x="1323988" y="131262"/>
                </a:cubicBezTo>
                <a:cubicBezTo>
                  <a:pt x="1322984" y="131173"/>
                  <a:pt x="1321968" y="131061"/>
                  <a:pt x="1320941" y="130928"/>
                </a:cubicBezTo>
                <a:lnTo>
                  <a:pt x="1320004" y="137692"/>
                </a:lnTo>
                <a:cubicBezTo>
                  <a:pt x="1320941" y="137915"/>
                  <a:pt x="1322046" y="138127"/>
                  <a:pt x="1323319" y="138328"/>
                </a:cubicBezTo>
                <a:cubicBezTo>
                  <a:pt x="1324591" y="138529"/>
                  <a:pt x="1325763" y="138629"/>
                  <a:pt x="1326835" y="138629"/>
                </a:cubicBezTo>
                <a:close/>
                <a:moveTo>
                  <a:pt x="1447569" y="70922"/>
                </a:moveTo>
                <a:lnTo>
                  <a:pt x="1447569" y="69917"/>
                </a:lnTo>
                <a:cubicBezTo>
                  <a:pt x="1447525" y="64560"/>
                  <a:pt x="1447145" y="59436"/>
                  <a:pt x="1446431" y="54548"/>
                </a:cubicBezTo>
                <a:cubicBezTo>
                  <a:pt x="1445716" y="49659"/>
                  <a:pt x="1444734" y="44960"/>
                  <a:pt x="1443484" y="40450"/>
                </a:cubicBezTo>
                <a:cubicBezTo>
                  <a:pt x="1442189" y="35807"/>
                  <a:pt x="1440649" y="31454"/>
                  <a:pt x="1438863" y="27391"/>
                </a:cubicBezTo>
                <a:cubicBezTo>
                  <a:pt x="1437077" y="23328"/>
                  <a:pt x="1435046" y="19533"/>
                  <a:pt x="1432769" y="16006"/>
                </a:cubicBezTo>
                <a:cubicBezTo>
                  <a:pt x="1430536" y="12568"/>
                  <a:pt x="1428114" y="9488"/>
                  <a:pt x="1425503" y="6764"/>
                </a:cubicBezTo>
                <a:cubicBezTo>
                  <a:pt x="1422891" y="4041"/>
                  <a:pt x="1420156" y="1786"/>
                  <a:pt x="1417299" y="0"/>
                </a:cubicBezTo>
                <a:lnTo>
                  <a:pt x="1415356" y="5224"/>
                </a:lnTo>
                <a:cubicBezTo>
                  <a:pt x="1417678" y="6920"/>
                  <a:pt x="1419855" y="8985"/>
                  <a:pt x="1421886" y="11418"/>
                </a:cubicBezTo>
                <a:cubicBezTo>
                  <a:pt x="1423918" y="13852"/>
                  <a:pt x="1425782" y="16564"/>
                  <a:pt x="1427478" y="19555"/>
                </a:cubicBezTo>
                <a:cubicBezTo>
                  <a:pt x="1429353" y="22859"/>
                  <a:pt x="1431072" y="26509"/>
                  <a:pt x="1432635" y="30505"/>
                </a:cubicBezTo>
                <a:cubicBezTo>
                  <a:pt x="1434198" y="34501"/>
                  <a:pt x="1435515" y="38776"/>
                  <a:pt x="1436586" y="43330"/>
                </a:cubicBezTo>
                <a:cubicBezTo>
                  <a:pt x="1437434" y="47125"/>
                  <a:pt x="1438126" y="51266"/>
                  <a:pt x="1438662" y="55753"/>
                </a:cubicBezTo>
                <a:cubicBezTo>
                  <a:pt x="1439198" y="60240"/>
                  <a:pt x="1439488" y="64895"/>
                  <a:pt x="1439533" y="69716"/>
                </a:cubicBezTo>
                <a:lnTo>
                  <a:pt x="1439533" y="71056"/>
                </a:lnTo>
                <a:cubicBezTo>
                  <a:pt x="1439488" y="75521"/>
                  <a:pt x="1439243" y="79941"/>
                  <a:pt x="1438796" y="84316"/>
                </a:cubicBezTo>
                <a:cubicBezTo>
                  <a:pt x="1438350" y="88691"/>
                  <a:pt x="1437658" y="92911"/>
                  <a:pt x="1436720" y="96973"/>
                </a:cubicBezTo>
                <a:cubicBezTo>
                  <a:pt x="1435827" y="101260"/>
                  <a:pt x="1434677" y="105334"/>
                  <a:pt x="1433271" y="109196"/>
                </a:cubicBezTo>
                <a:cubicBezTo>
                  <a:pt x="1431865" y="113058"/>
                  <a:pt x="1430269" y="116640"/>
                  <a:pt x="1428483" y="119944"/>
                </a:cubicBezTo>
                <a:cubicBezTo>
                  <a:pt x="1426697" y="123248"/>
                  <a:pt x="1424699" y="126228"/>
                  <a:pt x="1422489" y="128885"/>
                </a:cubicBezTo>
                <a:cubicBezTo>
                  <a:pt x="1420279" y="131541"/>
                  <a:pt x="1417901" y="133785"/>
                  <a:pt x="1415356" y="135615"/>
                </a:cubicBezTo>
                <a:lnTo>
                  <a:pt x="1417299" y="140839"/>
                </a:lnTo>
                <a:cubicBezTo>
                  <a:pt x="1420156" y="139009"/>
                  <a:pt x="1422891" y="136743"/>
                  <a:pt x="1425503" y="134042"/>
                </a:cubicBezTo>
                <a:cubicBezTo>
                  <a:pt x="1428114" y="131341"/>
                  <a:pt x="1430559" y="128249"/>
                  <a:pt x="1432836" y="124766"/>
                </a:cubicBezTo>
                <a:cubicBezTo>
                  <a:pt x="1435068" y="121328"/>
                  <a:pt x="1437088" y="117556"/>
                  <a:pt x="1438897" y="113448"/>
                </a:cubicBezTo>
                <a:cubicBezTo>
                  <a:pt x="1440705" y="109341"/>
                  <a:pt x="1442256" y="104988"/>
                  <a:pt x="1443551" y="100389"/>
                </a:cubicBezTo>
                <a:cubicBezTo>
                  <a:pt x="1444801" y="95835"/>
                  <a:pt x="1445783" y="91080"/>
                  <a:pt x="1446498" y="86124"/>
                </a:cubicBezTo>
                <a:cubicBezTo>
                  <a:pt x="1447212" y="81168"/>
                  <a:pt x="1447569" y="76101"/>
                  <a:pt x="1447569" y="70922"/>
                </a:cubicBezTo>
                <a:close/>
                <a:moveTo>
                  <a:pt x="1515072" y="103604"/>
                </a:moveTo>
                <a:cubicBezTo>
                  <a:pt x="1515072" y="105434"/>
                  <a:pt x="1515675" y="106986"/>
                  <a:pt x="1516880" y="108258"/>
                </a:cubicBezTo>
                <a:cubicBezTo>
                  <a:pt x="1518086" y="109530"/>
                  <a:pt x="1519738" y="110167"/>
                  <a:pt x="1521836" y="110167"/>
                </a:cubicBezTo>
                <a:cubicBezTo>
                  <a:pt x="1523934" y="110167"/>
                  <a:pt x="1525620" y="109530"/>
                  <a:pt x="1526892" y="108258"/>
                </a:cubicBezTo>
                <a:cubicBezTo>
                  <a:pt x="1528165" y="106986"/>
                  <a:pt x="1528801" y="105434"/>
                  <a:pt x="1528801" y="103604"/>
                </a:cubicBezTo>
                <a:cubicBezTo>
                  <a:pt x="1528801" y="101684"/>
                  <a:pt x="1528176" y="100065"/>
                  <a:pt x="1526926" y="98748"/>
                </a:cubicBezTo>
                <a:cubicBezTo>
                  <a:pt x="1525676" y="97431"/>
                  <a:pt x="1523979" y="96773"/>
                  <a:pt x="1521836" y="96773"/>
                </a:cubicBezTo>
                <a:cubicBezTo>
                  <a:pt x="1519738" y="96773"/>
                  <a:pt x="1518086" y="97442"/>
                  <a:pt x="1516880" y="98782"/>
                </a:cubicBezTo>
                <a:cubicBezTo>
                  <a:pt x="1515675" y="100121"/>
                  <a:pt x="1515072" y="101728"/>
                  <a:pt x="1515072" y="103604"/>
                </a:cubicBezTo>
                <a:moveTo>
                  <a:pt x="1515072" y="44937"/>
                </a:moveTo>
                <a:cubicBezTo>
                  <a:pt x="1515072" y="46768"/>
                  <a:pt x="1515675" y="48319"/>
                  <a:pt x="1516880" y="49592"/>
                </a:cubicBezTo>
                <a:cubicBezTo>
                  <a:pt x="1518086" y="50864"/>
                  <a:pt x="1519738" y="51500"/>
                  <a:pt x="1521836" y="51500"/>
                </a:cubicBezTo>
                <a:cubicBezTo>
                  <a:pt x="1523934" y="51500"/>
                  <a:pt x="1525620" y="50864"/>
                  <a:pt x="1526892" y="49592"/>
                </a:cubicBezTo>
                <a:cubicBezTo>
                  <a:pt x="1528165" y="48319"/>
                  <a:pt x="1528801" y="46768"/>
                  <a:pt x="1528801" y="44937"/>
                </a:cubicBezTo>
                <a:cubicBezTo>
                  <a:pt x="1528801" y="43017"/>
                  <a:pt x="1528176" y="41399"/>
                  <a:pt x="1526926" y="40082"/>
                </a:cubicBezTo>
                <a:cubicBezTo>
                  <a:pt x="1525676" y="38765"/>
                  <a:pt x="1523979" y="38106"/>
                  <a:pt x="1521836" y="38106"/>
                </a:cubicBezTo>
                <a:cubicBezTo>
                  <a:pt x="1519738" y="38106"/>
                  <a:pt x="1518086" y="38776"/>
                  <a:pt x="1516880" y="40115"/>
                </a:cubicBezTo>
                <a:cubicBezTo>
                  <a:pt x="1515675" y="41455"/>
                  <a:pt x="1515072" y="43062"/>
                  <a:pt x="1515072" y="449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[...]`">
            <a:extLst xmlns:a="http://schemas.openxmlformats.org/drawingml/2006/main">
              <a:ext uri="{FF2B5EF4-FFF2-40B4-BE49-F238E27FC236}">
                <a16:creationId xmlns:a16="http://schemas.microsoft.com/office/drawing/2014/main" id="{2852DC02-983C-494A-A6F1-32D64CA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950" y="4052909"/>
            <a:ext cx="434059" cy="132334"/>
          </a:xfrm>
          <a:custGeom xmlns:a="http://schemas.openxmlformats.org/drawingml/2006/main">
            <a:pathLst>
              <a:path w="434059" h="132334">
                <a:moveTo>
                  <a:pt x="23172" y="6898"/>
                </a:moveTo>
                <a:lnTo>
                  <a:pt x="23172" y="0"/>
                </a:lnTo>
                <a:lnTo>
                  <a:pt x="0" y="0"/>
                </a:lnTo>
                <a:lnTo>
                  <a:pt x="0" y="132334"/>
                </a:lnTo>
                <a:lnTo>
                  <a:pt x="23172" y="132334"/>
                </a:lnTo>
                <a:lnTo>
                  <a:pt x="23172" y="125436"/>
                </a:lnTo>
                <a:lnTo>
                  <a:pt x="7702" y="125436"/>
                </a:lnTo>
                <a:lnTo>
                  <a:pt x="7702" y="6898"/>
                </a:lnTo>
                <a:lnTo>
                  <a:pt x="23172" y="6898"/>
                </a:lnTo>
                <a:close/>
                <a:moveTo>
                  <a:pt x="88388" y="105680"/>
                </a:moveTo>
                <a:cubicBezTo>
                  <a:pt x="88388" y="107510"/>
                  <a:pt x="88990" y="109062"/>
                  <a:pt x="90196" y="110334"/>
                </a:cubicBezTo>
                <a:cubicBezTo>
                  <a:pt x="91401" y="111607"/>
                  <a:pt x="93053" y="112243"/>
                  <a:pt x="95152" y="112243"/>
                </a:cubicBezTo>
                <a:cubicBezTo>
                  <a:pt x="97250" y="112243"/>
                  <a:pt x="98935" y="111607"/>
                  <a:pt x="100208" y="110334"/>
                </a:cubicBezTo>
                <a:cubicBezTo>
                  <a:pt x="101480" y="109062"/>
                  <a:pt x="102117" y="107510"/>
                  <a:pt x="102117" y="105680"/>
                </a:cubicBezTo>
                <a:cubicBezTo>
                  <a:pt x="102117" y="103760"/>
                  <a:pt x="101491" y="102141"/>
                  <a:pt x="100241" y="100824"/>
                </a:cubicBezTo>
                <a:cubicBezTo>
                  <a:pt x="98991" y="99507"/>
                  <a:pt x="97295" y="98849"/>
                  <a:pt x="95152" y="98849"/>
                </a:cubicBezTo>
                <a:cubicBezTo>
                  <a:pt x="93053" y="98849"/>
                  <a:pt x="91401" y="99518"/>
                  <a:pt x="90196" y="100858"/>
                </a:cubicBezTo>
                <a:cubicBezTo>
                  <a:pt x="88990" y="102197"/>
                  <a:pt x="88388" y="103804"/>
                  <a:pt x="88388" y="105680"/>
                </a:cubicBezTo>
                <a:close/>
                <a:moveTo>
                  <a:pt x="171230" y="105680"/>
                </a:moveTo>
                <a:cubicBezTo>
                  <a:pt x="171230" y="107510"/>
                  <a:pt x="171832" y="109062"/>
                  <a:pt x="173038" y="110334"/>
                </a:cubicBezTo>
                <a:cubicBezTo>
                  <a:pt x="174243" y="111607"/>
                  <a:pt x="175895" y="112243"/>
                  <a:pt x="177994" y="112243"/>
                </a:cubicBezTo>
                <a:cubicBezTo>
                  <a:pt x="180092" y="112243"/>
                  <a:pt x="181777" y="111607"/>
                  <a:pt x="183050" y="110334"/>
                </a:cubicBezTo>
                <a:cubicBezTo>
                  <a:pt x="184322" y="109062"/>
                  <a:pt x="184959" y="107510"/>
                  <a:pt x="184959" y="105680"/>
                </a:cubicBezTo>
                <a:cubicBezTo>
                  <a:pt x="184959" y="103760"/>
                  <a:pt x="184334" y="102141"/>
                  <a:pt x="183083" y="100824"/>
                </a:cubicBezTo>
                <a:cubicBezTo>
                  <a:pt x="181833" y="99507"/>
                  <a:pt x="180137" y="98849"/>
                  <a:pt x="177994" y="98849"/>
                </a:cubicBezTo>
                <a:cubicBezTo>
                  <a:pt x="175895" y="98849"/>
                  <a:pt x="174243" y="99518"/>
                  <a:pt x="173038" y="100858"/>
                </a:cubicBezTo>
                <a:cubicBezTo>
                  <a:pt x="171832" y="102197"/>
                  <a:pt x="171230" y="103804"/>
                  <a:pt x="171230" y="105680"/>
                </a:cubicBezTo>
                <a:close/>
                <a:moveTo>
                  <a:pt x="253523" y="105680"/>
                </a:moveTo>
                <a:cubicBezTo>
                  <a:pt x="253523" y="107510"/>
                  <a:pt x="254126" y="109062"/>
                  <a:pt x="255331" y="110334"/>
                </a:cubicBezTo>
                <a:cubicBezTo>
                  <a:pt x="256537" y="111607"/>
                  <a:pt x="258189" y="112243"/>
                  <a:pt x="260287" y="112243"/>
                </a:cubicBezTo>
                <a:cubicBezTo>
                  <a:pt x="262385" y="112243"/>
                  <a:pt x="264071" y="111607"/>
                  <a:pt x="265343" y="110334"/>
                </a:cubicBezTo>
                <a:cubicBezTo>
                  <a:pt x="266616" y="109062"/>
                  <a:pt x="267252" y="107510"/>
                  <a:pt x="267252" y="105680"/>
                </a:cubicBezTo>
                <a:cubicBezTo>
                  <a:pt x="267252" y="103760"/>
                  <a:pt x="266627" y="102141"/>
                  <a:pt x="265377" y="100824"/>
                </a:cubicBezTo>
                <a:cubicBezTo>
                  <a:pt x="264127" y="99507"/>
                  <a:pt x="262430" y="98849"/>
                  <a:pt x="260287" y="98849"/>
                </a:cubicBezTo>
                <a:cubicBezTo>
                  <a:pt x="258189" y="98849"/>
                  <a:pt x="256537" y="99518"/>
                  <a:pt x="255331" y="100858"/>
                </a:cubicBezTo>
                <a:cubicBezTo>
                  <a:pt x="254126" y="102197"/>
                  <a:pt x="253523" y="103804"/>
                  <a:pt x="253523" y="105680"/>
                </a:cubicBezTo>
                <a:close/>
                <a:moveTo>
                  <a:pt x="328661" y="0"/>
                </a:moveTo>
                <a:lnTo>
                  <a:pt x="328661" y="6898"/>
                </a:lnTo>
                <a:lnTo>
                  <a:pt x="344131" y="6898"/>
                </a:lnTo>
                <a:lnTo>
                  <a:pt x="344131" y="125436"/>
                </a:lnTo>
                <a:lnTo>
                  <a:pt x="328661" y="125436"/>
                </a:lnTo>
                <a:lnTo>
                  <a:pt x="328661" y="132334"/>
                </a:lnTo>
                <a:lnTo>
                  <a:pt x="351832" y="132334"/>
                </a:lnTo>
                <a:lnTo>
                  <a:pt x="351832" y="0"/>
                </a:lnTo>
                <a:lnTo>
                  <a:pt x="328661" y="0"/>
                </a:lnTo>
                <a:close/>
                <a:moveTo>
                  <a:pt x="434059" y="28864"/>
                </a:moveTo>
                <a:lnTo>
                  <a:pt x="422205" y="11050"/>
                </a:lnTo>
                <a:lnTo>
                  <a:pt x="412562" y="11050"/>
                </a:lnTo>
                <a:lnTo>
                  <a:pt x="427094" y="28864"/>
                </a:lnTo>
                <a:lnTo>
                  <a:pt x="434059" y="28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95BC1-D391-4F31-B014-3E24C236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242" y="3477394"/>
            <a:ext cx="3263259" cy="1049665"/>
          </a:xfrm>
          <a:custGeom xmlns:a="http://schemas.openxmlformats.org/drawingml/2006/main">
            <a:pathLst>
              <a:path w="3263259" h="1049665" fill="none">
                <a:moveTo>
                  <a:pt x="0" y="0"/>
                </a:moveTo>
                <a:lnTo>
                  <a:pt x="3263259" y="1049665"/>
                </a:ln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FD321-0D2C-413A-8FD2-3CFEA3B1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290" y="4510833"/>
            <a:ext cx="49788" cy="32453"/>
          </a:xfrm>
          <a:custGeom xmlns:a="http://schemas.openxmlformats.org/drawingml/2006/main">
            <a:pathLst>
              <a:path w="49788" h="32453">
                <a:moveTo>
                  <a:pt x="0" y="32453"/>
                </a:moveTo>
                <a:lnTo>
                  <a:pt x="10448" y="0"/>
                </a:lnTo>
                <a:lnTo>
                  <a:pt x="49788" y="30570"/>
                </a:lnTo>
                <a:lnTo>
                  <a:pt x="0" y="32453"/>
                </a:lnTo>
                <a:close/>
                <a:moveTo>
                  <a:pt x="0" y="32453"/>
                </a:move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F1848-6BCA-480B-8B11-50A9D6CE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9290" y="4510833"/>
            <a:ext cx="49788" cy="32453"/>
          </a:xfrm>
          <a:custGeom xmlns:a="http://schemas.openxmlformats.org/drawingml/2006/main">
            <a:pathLst>
              <a:path w="49788" h="32453" fill="none">
                <a:moveTo>
                  <a:pt x="0" y="32453"/>
                </a:moveTo>
                <a:lnTo>
                  <a:pt x="49788" y="30570"/>
                </a:lnTo>
                <a:lnTo>
                  <a:pt x="10448" y="0"/>
                </a:lnTo>
                <a:lnTo>
                  <a:pt x="0" y="32453"/>
                </a:lnTo>
                <a:close/>
                <a:moveTo>
                  <a:pt x="0" y="32453"/>
                </a:move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10F1E-BB28-481A-A18F-CC5E33D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050" y="1110617"/>
            <a:ext cx="10" cy="5100313"/>
          </a:xfrm>
          <a:custGeom xmlns:a="http://schemas.openxmlformats.org/drawingml/2006/main">
            <a:pathLst>
              <a:path w="1" h="5100313" fill="none">
                <a:moveTo>
                  <a:pt x="0" y="0"/>
                </a:moveTo>
                <a:lnTo>
                  <a:pt x="0" y="5100313"/>
                </a:ln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93FE2-CEA5-4534-BEC8-1F2B5E9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973" y="1016971"/>
            <a:ext cx="68181" cy="93646"/>
          </a:xfrm>
          <a:custGeom xmlns:a="http://schemas.openxmlformats.org/drawingml/2006/main">
            <a:pathLst>
              <a:path w="68181" h="93646">
                <a:moveTo>
                  <a:pt x="68181" y="93646"/>
                </a:moveTo>
                <a:lnTo>
                  <a:pt x="0" y="93646"/>
                </a:lnTo>
                <a:lnTo>
                  <a:pt x="34077" y="0"/>
                </a:lnTo>
                <a:lnTo>
                  <a:pt x="68181" y="93646"/>
                </a:lnTo>
                <a:close/>
                <a:moveTo>
                  <a:pt x="68181" y="936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EA203-AA21-4B01-8A73-B16E39C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973" y="1016971"/>
            <a:ext cx="68181" cy="93646"/>
          </a:xfrm>
          <a:custGeom xmlns:a="http://schemas.openxmlformats.org/drawingml/2006/main">
            <a:pathLst>
              <a:path w="68181" h="93646" fill="none">
                <a:moveTo>
                  <a:pt x="68181" y="93646"/>
                </a:moveTo>
                <a:lnTo>
                  <a:pt x="34077" y="0"/>
                </a:lnTo>
                <a:lnTo>
                  <a:pt x="0" y="93646"/>
                </a:lnTo>
                <a:lnTo>
                  <a:pt x="68181" y="93646"/>
                </a:lnTo>
                <a:close/>
                <a:moveTo>
                  <a:pt x="68181" y="93646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2078C-52F4-40CA-9448-0DB1CE5A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823" y="6200119"/>
            <a:ext cx="4974861" cy="10"/>
          </a:xfrm>
          <a:custGeom xmlns:a="http://schemas.openxmlformats.org/drawingml/2006/main">
            <a:pathLst>
              <a:path w="4974861" h="1" fill="none">
                <a:moveTo>
                  <a:pt x="49748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0171F-2986-4CAB-B516-48B02F7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684" y="6166042"/>
            <a:ext cx="93646" cy="68181"/>
          </a:xfrm>
          <a:custGeom xmlns:a="http://schemas.openxmlformats.org/drawingml/2006/main">
            <a:pathLst>
              <a:path w="93646" h="68181">
                <a:moveTo>
                  <a:pt x="0" y="68181"/>
                </a:moveTo>
                <a:lnTo>
                  <a:pt x="0" y="0"/>
                </a:lnTo>
                <a:lnTo>
                  <a:pt x="93646" y="34077"/>
                </a:lnTo>
                <a:lnTo>
                  <a:pt x="0" y="68181"/>
                </a:lnTo>
                <a:close/>
                <a:moveTo>
                  <a:pt x="0" y="6818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CC75B-9C82-441D-BF09-647C4E3E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684" y="6166042"/>
            <a:ext cx="93646" cy="68181"/>
          </a:xfrm>
          <a:custGeom xmlns:a="http://schemas.openxmlformats.org/drawingml/2006/main">
            <a:pathLst>
              <a:path w="93646" h="68181" fill="none">
                <a:moveTo>
                  <a:pt x="0" y="68181"/>
                </a:moveTo>
                <a:lnTo>
                  <a:pt x="93646" y="34077"/>
                </a:lnTo>
                <a:lnTo>
                  <a:pt x="0" y="0"/>
                </a:lnTo>
                <a:lnTo>
                  <a:pt x="0" y="68181"/>
                </a:lnTo>
                <a:close/>
                <a:moveTo>
                  <a:pt x="0" y="68181"/>
                </a:move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miter/>
          </a:ln>
        </p:spPr>
      </p:sp>
      <p:sp>
        <p:nvSpPr>
          <p:cNvPr id="84" name="Text 90">
            <a:extLst xmlns:a="http://schemas.openxmlformats.org/drawingml/2006/main">
              <a:ext uri="{FF2B5EF4-FFF2-40B4-BE49-F238E27FC236}">
                <a16:creationId xmlns:a16="http://schemas.microsoft.com/office/drawing/2014/main" id="{5410EE63-D2EC-4ED3-931C-2B98E5AE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214" y="2128894"/>
            <a:ext cx="169727" cy="141331"/>
          </a:xfrm>
          <a:custGeom xmlns:a="http://schemas.openxmlformats.org/drawingml/2006/main">
            <a:pathLst>
              <a:path w="169727" h="141331">
                <a:moveTo>
                  <a:pt x="56302" y="81319"/>
                </a:moveTo>
                <a:lnTo>
                  <a:pt x="56257" y="82096"/>
                </a:lnTo>
                <a:lnTo>
                  <a:pt x="56207" y="82871"/>
                </a:lnTo>
                <a:lnTo>
                  <a:pt x="56152" y="83644"/>
                </a:lnTo>
                <a:lnTo>
                  <a:pt x="56093" y="84415"/>
                </a:lnTo>
                <a:lnTo>
                  <a:pt x="56029" y="85185"/>
                </a:lnTo>
                <a:lnTo>
                  <a:pt x="55960" y="85952"/>
                </a:lnTo>
                <a:lnTo>
                  <a:pt x="55886" y="86718"/>
                </a:lnTo>
                <a:lnTo>
                  <a:pt x="55807" y="87482"/>
                </a:lnTo>
                <a:lnTo>
                  <a:pt x="55724" y="88245"/>
                </a:lnTo>
                <a:lnTo>
                  <a:pt x="55636" y="89005"/>
                </a:lnTo>
                <a:lnTo>
                  <a:pt x="55543" y="89764"/>
                </a:lnTo>
                <a:lnTo>
                  <a:pt x="55446" y="90521"/>
                </a:lnTo>
                <a:lnTo>
                  <a:pt x="55344" y="91276"/>
                </a:lnTo>
                <a:lnTo>
                  <a:pt x="55237" y="92029"/>
                </a:lnTo>
                <a:lnTo>
                  <a:pt x="55125" y="92781"/>
                </a:lnTo>
                <a:lnTo>
                  <a:pt x="55006" y="93528"/>
                </a:lnTo>
                <a:lnTo>
                  <a:pt x="54879" y="94269"/>
                </a:lnTo>
                <a:lnTo>
                  <a:pt x="54742" y="95003"/>
                </a:lnTo>
                <a:lnTo>
                  <a:pt x="54597" y="95731"/>
                </a:lnTo>
                <a:lnTo>
                  <a:pt x="54443" y="96453"/>
                </a:lnTo>
                <a:lnTo>
                  <a:pt x="54280" y="97168"/>
                </a:lnTo>
                <a:lnTo>
                  <a:pt x="54109" y="97877"/>
                </a:lnTo>
                <a:lnTo>
                  <a:pt x="53928" y="98580"/>
                </a:lnTo>
                <a:lnTo>
                  <a:pt x="53739" y="99276"/>
                </a:lnTo>
                <a:lnTo>
                  <a:pt x="53540" y="99966"/>
                </a:lnTo>
                <a:lnTo>
                  <a:pt x="53333" y="100649"/>
                </a:lnTo>
                <a:lnTo>
                  <a:pt x="53117" y="101326"/>
                </a:lnTo>
                <a:lnTo>
                  <a:pt x="52892" y="101997"/>
                </a:lnTo>
                <a:lnTo>
                  <a:pt x="52659" y="102661"/>
                </a:lnTo>
                <a:lnTo>
                  <a:pt x="52416" y="103319"/>
                </a:lnTo>
                <a:lnTo>
                  <a:pt x="52165" y="103971"/>
                </a:lnTo>
                <a:lnTo>
                  <a:pt x="51904" y="104616"/>
                </a:lnTo>
                <a:lnTo>
                  <a:pt x="51635" y="105255"/>
                </a:lnTo>
                <a:lnTo>
                  <a:pt x="51357" y="105887"/>
                </a:lnTo>
                <a:lnTo>
                  <a:pt x="51070" y="106513"/>
                </a:lnTo>
                <a:lnTo>
                  <a:pt x="50775" y="107133"/>
                </a:lnTo>
                <a:lnTo>
                  <a:pt x="50470" y="107746"/>
                </a:lnTo>
                <a:lnTo>
                  <a:pt x="50157" y="108353"/>
                </a:lnTo>
                <a:lnTo>
                  <a:pt x="49834" y="108954"/>
                </a:lnTo>
                <a:lnTo>
                  <a:pt x="49501" y="109546"/>
                </a:lnTo>
                <a:lnTo>
                  <a:pt x="49154" y="110128"/>
                </a:lnTo>
                <a:lnTo>
                  <a:pt x="48794" y="110700"/>
                </a:lnTo>
                <a:lnTo>
                  <a:pt x="48421" y="111262"/>
                </a:lnTo>
                <a:lnTo>
                  <a:pt x="48035" y="111813"/>
                </a:lnTo>
                <a:lnTo>
                  <a:pt x="47635" y="112355"/>
                </a:lnTo>
                <a:lnTo>
                  <a:pt x="47222" y="112886"/>
                </a:lnTo>
                <a:lnTo>
                  <a:pt x="46795" y="113408"/>
                </a:lnTo>
                <a:lnTo>
                  <a:pt x="46356" y="113919"/>
                </a:lnTo>
                <a:lnTo>
                  <a:pt x="45903" y="114420"/>
                </a:lnTo>
                <a:lnTo>
                  <a:pt x="45437" y="114910"/>
                </a:lnTo>
                <a:lnTo>
                  <a:pt x="44957" y="115391"/>
                </a:lnTo>
                <a:lnTo>
                  <a:pt x="44464" y="115861"/>
                </a:lnTo>
                <a:lnTo>
                  <a:pt x="43958" y="116322"/>
                </a:lnTo>
                <a:lnTo>
                  <a:pt x="43439" y="116772"/>
                </a:lnTo>
                <a:lnTo>
                  <a:pt x="42906" y="117212"/>
                </a:lnTo>
                <a:lnTo>
                  <a:pt x="42360" y="117642"/>
                </a:lnTo>
                <a:lnTo>
                  <a:pt x="41801" y="118062"/>
                </a:lnTo>
                <a:lnTo>
                  <a:pt x="41229" y="118471"/>
                </a:lnTo>
                <a:lnTo>
                  <a:pt x="40643" y="118871"/>
                </a:lnTo>
                <a:lnTo>
                  <a:pt x="40044" y="119260"/>
                </a:lnTo>
                <a:lnTo>
                  <a:pt x="39432" y="119639"/>
                </a:lnTo>
                <a:lnTo>
                  <a:pt x="38806" y="120008"/>
                </a:lnTo>
                <a:lnTo>
                  <a:pt x="38167" y="120367"/>
                </a:lnTo>
                <a:lnTo>
                  <a:pt x="37513" y="120713"/>
                </a:lnTo>
                <a:lnTo>
                  <a:pt x="36841" y="121045"/>
                </a:lnTo>
                <a:lnTo>
                  <a:pt x="36152" y="121361"/>
                </a:lnTo>
                <a:lnTo>
                  <a:pt x="35446" y="121663"/>
                </a:lnTo>
                <a:lnTo>
                  <a:pt x="34722" y="121951"/>
                </a:lnTo>
                <a:lnTo>
                  <a:pt x="33981" y="122223"/>
                </a:lnTo>
                <a:lnTo>
                  <a:pt x="33222" y="122481"/>
                </a:lnTo>
                <a:lnTo>
                  <a:pt x="32446" y="122724"/>
                </a:lnTo>
                <a:lnTo>
                  <a:pt x="31653" y="122952"/>
                </a:lnTo>
                <a:lnTo>
                  <a:pt x="30842" y="123166"/>
                </a:lnTo>
                <a:lnTo>
                  <a:pt x="30014" y="123365"/>
                </a:lnTo>
                <a:lnTo>
                  <a:pt x="29168" y="123549"/>
                </a:lnTo>
                <a:lnTo>
                  <a:pt x="28306" y="123718"/>
                </a:lnTo>
                <a:lnTo>
                  <a:pt x="27425" y="123873"/>
                </a:lnTo>
                <a:lnTo>
                  <a:pt x="26528" y="124013"/>
                </a:lnTo>
                <a:lnTo>
                  <a:pt x="25613" y="124138"/>
                </a:lnTo>
                <a:lnTo>
                  <a:pt x="24680" y="124248"/>
                </a:lnTo>
                <a:lnTo>
                  <a:pt x="23730" y="124344"/>
                </a:lnTo>
                <a:lnTo>
                  <a:pt x="22763" y="124425"/>
                </a:lnTo>
                <a:lnTo>
                  <a:pt x="21779" y="124492"/>
                </a:lnTo>
                <a:lnTo>
                  <a:pt x="20777" y="124543"/>
                </a:lnTo>
                <a:lnTo>
                  <a:pt x="19757" y="124580"/>
                </a:lnTo>
                <a:lnTo>
                  <a:pt x="18721" y="124602"/>
                </a:lnTo>
                <a:lnTo>
                  <a:pt x="17666" y="124609"/>
                </a:lnTo>
                <a:lnTo>
                  <a:pt x="16344" y="124609"/>
                </a:lnTo>
                <a:lnTo>
                  <a:pt x="16438" y="139442"/>
                </a:lnTo>
                <a:lnTo>
                  <a:pt x="17666" y="139442"/>
                </a:lnTo>
                <a:lnTo>
                  <a:pt x="18917" y="139434"/>
                </a:lnTo>
                <a:lnTo>
                  <a:pt x="20151" y="139410"/>
                </a:lnTo>
                <a:lnTo>
                  <a:pt x="21366" y="139370"/>
                </a:lnTo>
                <a:lnTo>
                  <a:pt x="22565" y="139314"/>
                </a:lnTo>
                <a:lnTo>
                  <a:pt x="23745" y="139243"/>
                </a:lnTo>
                <a:lnTo>
                  <a:pt x="24908" y="139156"/>
                </a:lnTo>
                <a:lnTo>
                  <a:pt x="26054" y="139052"/>
                </a:lnTo>
                <a:lnTo>
                  <a:pt x="27182" y="138933"/>
                </a:lnTo>
                <a:lnTo>
                  <a:pt x="28292" y="138798"/>
                </a:lnTo>
                <a:lnTo>
                  <a:pt x="29385" y="138647"/>
                </a:lnTo>
                <a:lnTo>
                  <a:pt x="30461" y="138480"/>
                </a:lnTo>
                <a:lnTo>
                  <a:pt x="31518" y="138298"/>
                </a:lnTo>
                <a:lnTo>
                  <a:pt x="32559" y="138099"/>
                </a:lnTo>
                <a:lnTo>
                  <a:pt x="33581" y="137884"/>
                </a:lnTo>
                <a:lnTo>
                  <a:pt x="34587" y="137654"/>
                </a:lnTo>
                <a:lnTo>
                  <a:pt x="35574" y="137408"/>
                </a:lnTo>
                <a:lnTo>
                  <a:pt x="36544" y="137146"/>
                </a:lnTo>
                <a:lnTo>
                  <a:pt x="37497" y="136868"/>
                </a:lnTo>
                <a:lnTo>
                  <a:pt x="38432" y="136574"/>
                </a:lnTo>
                <a:lnTo>
                  <a:pt x="39349" y="136264"/>
                </a:lnTo>
                <a:lnTo>
                  <a:pt x="40249" y="135938"/>
                </a:lnTo>
                <a:lnTo>
                  <a:pt x="41131" y="135596"/>
                </a:lnTo>
                <a:lnTo>
                  <a:pt x="41996" y="135239"/>
                </a:lnTo>
                <a:lnTo>
                  <a:pt x="42843" y="134866"/>
                </a:lnTo>
                <a:lnTo>
                  <a:pt x="43675" y="134479"/>
                </a:lnTo>
                <a:lnTo>
                  <a:pt x="44492" y="134080"/>
                </a:lnTo>
                <a:lnTo>
                  <a:pt x="45296" y="133670"/>
                </a:lnTo>
                <a:lnTo>
                  <a:pt x="46086" y="133249"/>
                </a:lnTo>
                <a:lnTo>
                  <a:pt x="46861" y="132816"/>
                </a:lnTo>
                <a:lnTo>
                  <a:pt x="47623" y="132371"/>
                </a:lnTo>
                <a:lnTo>
                  <a:pt x="48371" y="131915"/>
                </a:lnTo>
                <a:lnTo>
                  <a:pt x="49105" y="131448"/>
                </a:lnTo>
                <a:lnTo>
                  <a:pt x="49825" y="130969"/>
                </a:lnTo>
                <a:lnTo>
                  <a:pt x="50531" y="130479"/>
                </a:lnTo>
                <a:lnTo>
                  <a:pt x="51223" y="129978"/>
                </a:lnTo>
                <a:lnTo>
                  <a:pt x="51901" y="129464"/>
                </a:lnTo>
                <a:lnTo>
                  <a:pt x="52565" y="128940"/>
                </a:lnTo>
                <a:lnTo>
                  <a:pt x="53215" y="128404"/>
                </a:lnTo>
                <a:lnTo>
                  <a:pt x="53852" y="127856"/>
                </a:lnTo>
                <a:lnTo>
                  <a:pt x="54474" y="127297"/>
                </a:lnTo>
                <a:lnTo>
                  <a:pt x="55082" y="126727"/>
                </a:lnTo>
                <a:lnTo>
                  <a:pt x="55677" y="126145"/>
                </a:lnTo>
                <a:lnTo>
                  <a:pt x="56257" y="125552"/>
                </a:lnTo>
                <a:lnTo>
                  <a:pt x="56824" y="124947"/>
                </a:lnTo>
                <a:lnTo>
                  <a:pt x="57377" y="124331"/>
                </a:lnTo>
                <a:lnTo>
                  <a:pt x="57915" y="123703"/>
                </a:lnTo>
                <a:lnTo>
                  <a:pt x="58440" y="123064"/>
                </a:lnTo>
                <a:lnTo>
                  <a:pt x="58951" y="122413"/>
                </a:lnTo>
                <a:lnTo>
                  <a:pt x="59450" y="121753"/>
                </a:lnTo>
                <a:lnTo>
                  <a:pt x="59938" y="121085"/>
                </a:lnTo>
                <a:lnTo>
                  <a:pt x="60416" y="120410"/>
                </a:lnTo>
                <a:lnTo>
                  <a:pt x="60884" y="119727"/>
                </a:lnTo>
                <a:lnTo>
                  <a:pt x="61341" y="119038"/>
                </a:lnTo>
                <a:lnTo>
                  <a:pt x="61788" y="118341"/>
                </a:lnTo>
                <a:lnTo>
                  <a:pt x="62225" y="117636"/>
                </a:lnTo>
                <a:lnTo>
                  <a:pt x="62651" y="116924"/>
                </a:lnTo>
                <a:lnTo>
                  <a:pt x="63067" y="116205"/>
                </a:lnTo>
                <a:lnTo>
                  <a:pt x="63473" y="115479"/>
                </a:lnTo>
                <a:lnTo>
                  <a:pt x="63868" y="114745"/>
                </a:lnTo>
                <a:lnTo>
                  <a:pt x="64253" y="114003"/>
                </a:lnTo>
                <a:lnTo>
                  <a:pt x="64628" y="113255"/>
                </a:lnTo>
                <a:lnTo>
                  <a:pt x="64992" y="112499"/>
                </a:lnTo>
                <a:lnTo>
                  <a:pt x="65346" y="111735"/>
                </a:lnTo>
                <a:lnTo>
                  <a:pt x="65690" y="110965"/>
                </a:lnTo>
                <a:lnTo>
                  <a:pt x="66023" y="110187"/>
                </a:lnTo>
                <a:lnTo>
                  <a:pt x="66346" y="109401"/>
                </a:lnTo>
                <a:lnTo>
                  <a:pt x="66659" y="108608"/>
                </a:lnTo>
                <a:lnTo>
                  <a:pt x="66961" y="107808"/>
                </a:lnTo>
                <a:lnTo>
                  <a:pt x="67253" y="107001"/>
                </a:lnTo>
                <a:lnTo>
                  <a:pt x="67535" y="106186"/>
                </a:lnTo>
                <a:lnTo>
                  <a:pt x="67807" y="105364"/>
                </a:lnTo>
                <a:lnTo>
                  <a:pt x="68068" y="104534"/>
                </a:lnTo>
                <a:lnTo>
                  <a:pt x="68320" y="103699"/>
                </a:lnTo>
                <a:lnTo>
                  <a:pt x="68565" y="102861"/>
                </a:lnTo>
                <a:lnTo>
                  <a:pt x="68803" y="102019"/>
                </a:lnTo>
                <a:lnTo>
                  <a:pt x="69033" y="101173"/>
                </a:lnTo>
                <a:lnTo>
                  <a:pt x="69257" y="100325"/>
                </a:lnTo>
                <a:lnTo>
                  <a:pt x="69473" y="99472"/>
                </a:lnTo>
                <a:lnTo>
                  <a:pt x="69682" y="98617"/>
                </a:lnTo>
                <a:lnTo>
                  <a:pt x="69884" y="97758"/>
                </a:lnTo>
                <a:lnTo>
                  <a:pt x="70078" y="96895"/>
                </a:lnTo>
                <a:lnTo>
                  <a:pt x="70265" y="96029"/>
                </a:lnTo>
                <a:lnTo>
                  <a:pt x="70445" y="95160"/>
                </a:lnTo>
                <a:lnTo>
                  <a:pt x="70618" y="94287"/>
                </a:lnTo>
                <a:lnTo>
                  <a:pt x="70784" y="93410"/>
                </a:lnTo>
                <a:lnTo>
                  <a:pt x="70942" y="92531"/>
                </a:lnTo>
                <a:lnTo>
                  <a:pt x="71094" y="91647"/>
                </a:lnTo>
                <a:lnTo>
                  <a:pt x="71238" y="90761"/>
                </a:lnTo>
                <a:lnTo>
                  <a:pt x="71374" y="89871"/>
                </a:lnTo>
                <a:lnTo>
                  <a:pt x="71504" y="88977"/>
                </a:lnTo>
                <a:lnTo>
                  <a:pt x="71626" y="88080"/>
                </a:lnTo>
                <a:lnTo>
                  <a:pt x="71741" y="87180"/>
                </a:lnTo>
                <a:lnTo>
                  <a:pt x="71849" y="86276"/>
                </a:lnTo>
                <a:lnTo>
                  <a:pt x="71950" y="85368"/>
                </a:lnTo>
                <a:lnTo>
                  <a:pt x="72044" y="84458"/>
                </a:lnTo>
                <a:lnTo>
                  <a:pt x="72130" y="83543"/>
                </a:lnTo>
                <a:lnTo>
                  <a:pt x="72211" y="82628"/>
                </a:lnTo>
                <a:lnTo>
                  <a:pt x="72288" y="81714"/>
                </a:lnTo>
                <a:lnTo>
                  <a:pt x="72362" y="80801"/>
                </a:lnTo>
                <a:lnTo>
                  <a:pt x="72433" y="79889"/>
                </a:lnTo>
                <a:lnTo>
                  <a:pt x="72500" y="78978"/>
                </a:lnTo>
                <a:lnTo>
                  <a:pt x="72564" y="78068"/>
                </a:lnTo>
                <a:lnTo>
                  <a:pt x="72624" y="77160"/>
                </a:lnTo>
                <a:lnTo>
                  <a:pt x="72681" y="76253"/>
                </a:lnTo>
                <a:lnTo>
                  <a:pt x="72734" y="75346"/>
                </a:lnTo>
                <a:lnTo>
                  <a:pt x="72784" y="74441"/>
                </a:lnTo>
                <a:lnTo>
                  <a:pt x="72831" y="73537"/>
                </a:lnTo>
                <a:lnTo>
                  <a:pt x="72874" y="72635"/>
                </a:lnTo>
                <a:lnTo>
                  <a:pt x="72913" y="71733"/>
                </a:lnTo>
                <a:lnTo>
                  <a:pt x="72950" y="70833"/>
                </a:lnTo>
                <a:lnTo>
                  <a:pt x="72982" y="69933"/>
                </a:lnTo>
                <a:lnTo>
                  <a:pt x="73012" y="69035"/>
                </a:lnTo>
                <a:lnTo>
                  <a:pt x="73037" y="68138"/>
                </a:lnTo>
                <a:lnTo>
                  <a:pt x="73060" y="67242"/>
                </a:lnTo>
                <a:lnTo>
                  <a:pt x="73079" y="66348"/>
                </a:lnTo>
                <a:lnTo>
                  <a:pt x="73094" y="65454"/>
                </a:lnTo>
                <a:lnTo>
                  <a:pt x="73106" y="64562"/>
                </a:lnTo>
                <a:lnTo>
                  <a:pt x="73115" y="63670"/>
                </a:lnTo>
                <a:lnTo>
                  <a:pt x="73120" y="62780"/>
                </a:lnTo>
                <a:lnTo>
                  <a:pt x="73122" y="61891"/>
                </a:lnTo>
                <a:lnTo>
                  <a:pt x="73122" y="55568"/>
                </a:lnTo>
                <a:lnTo>
                  <a:pt x="73118" y="54696"/>
                </a:lnTo>
                <a:lnTo>
                  <a:pt x="73108" y="53826"/>
                </a:lnTo>
                <a:lnTo>
                  <a:pt x="73091" y="52959"/>
                </a:lnTo>
                <a:lnTo>
                  <a:pt x="73067" y="52093"/>
                </a:lnTo>
                <a:lnTo>
                  <a:pt x="73036" y="51229"/>
                </a:lnTo>
                <a:lnTo>
                  <a:pt x="72998" y="50367"/>
                </a:lnTo>
                <a:lnTo>
                  <a:pt x="72953" y="49507"/>
                </a:lnTo>
                <a:lnTo>
                  <a:pt x="72901" y="48649"/>
                </a:lnTo>
                <a:lnTo>
                  <a:pt x="72843" y="47794"/>
                </a:lnTo>
                <a:lnTo>
                  <a:pt x="72777" y="46940"/>
                </a:lnTo>
                <a:lnTo>
                  <a:pt x="72705" y="46088"/>
                </a:lnTo>
                <a:lnTo>
                  <a:pt x="72626" y="45238"/>
                </a:lnTo>
                <a:lnTo>
                  <a:pt x="72540" y="44390"/>
                </a:lnTo>
                <a:lnTo>
                  <a:pt x="72447" y="43544"/>
                </a:lnTo>
                <a:lnTo>
                  <a:pt x="72347" y="42699"/>
                </a:lnTo>
                <a:lnTo>
                  <a:pt x="72240" y="41857"/>
                </a:lnTo>
                <a:lnTo>
                  <a:pt x="72126" y="41017"/>
                </a:lnTo>
                <a:lnTo>
                  <a:pt x="72006" y="40179"/>
                </a:lnTo>
                <a:lnTo>
                  <a:pt x="71878" y="39343"/>
                </a:lnTo>
                <a:lnTo>
                  <a:pt x="71744" y="38508"/>
                </a:lnTo>
                <a:lnTo>
                  <a:pt x="71603" y="37676"/>
                </a:lnTo>
                <a:lnTo>
                  <a:pt x="71455" y="36846"/>
                </a:lnTo>
                <a:lnTo>
                  <a:pt x="71300" y="36017"/>
                </a:lnTo>
                <a:lnTo>
                  <a:pt x="71138" y="35191"/>
                </a:lnTo>
                <a:lnTo>
                  <a:pt x="70968" y="34369"/>
                </a:lnTo>
                <a:lnTo>
                  <a:pt x="70791" y="33554"/>
                </a:lnTo>
                <a:lnTo>
                  <a:pt x="70605" y="32745"/>
                </a:lnTo>
                <a:lnTo>
                  <a:pt x="70411" y="31944"/>
                </a:lnTo>
                <a:lnTo>
                  <a:pt x="70209" y="31149"/>
                </a:lnTo>
                <a:lnTo>
                  <a:pt x="69998" y="30361"/>
                </a:lnTo>
                <a:lnTo>
                  <a:pt x="69780" y="29580"/>
                </a:lnTo>
                <a:lnTo>
                  <a:pt x="69553" y="28806"/>
                </a:lnTo>
                <a:lnTo>
                  <a:pt x="69318" y="28039"/>
                </a:lnTo>
                <a:lnTo>
                  <a:pt x="69075" y="27279"/>
                </a:lnTo>
                <a:lnTo>
                  <a:pt x="68823" y="26526"/>
                </a:lnTo>
                <a:lnTo>
                  <a:pt x="68564" y="25779"/>
                </a:lnTo>
                <a:lnTo>
                  <a:pt x="68296" y="25040"/>
                </a:lnTo>
                <a:lnTo>
                  <a:pt x="68020" y="24307"/>
                </a:lnTo>
                <a:lnTo>
                  <a:pt x="67735" y="23581"/>
                </a:lnTo>
                <a:lnTo>
                  <a:pt x="67443" y="22862"/>
                </a:lnTo>
                <a:lnTo>
                  <a:pt x="67142" y="22150"/>
                </a:lnTo>
                <a:lnTo>
                  <a:pt x="66833" y="21445"/>
                </a:lnTo>
                <a:lnTo>
                  <a:pt x="66516" y="20747"/>
                </a:lnTo>
                <a:lnTo>
                  <a:pt x="66191" y="20056"/>
                </a:lnTo>
                <a:lnTo>
                  <a:pt x="65858" y="19371"/>
                </a:lnTo>
                <a:lnTo>
                  <a:pt x="65516" y="18694"/>
                </a:lnTo>
                <a:lnTo>
                  <a:pt x="65166" y="18023"/>
                </a:lnTo>
                <a:lnTo>
                  <a:pt x="64808" y="17359"/>
                </a:lnTo>
                <a:lnTo>
                  <a:pt x="64441" y="16705"/>
                </a:lnTo>
                <a:lnTo>
                  <a:pt x="64065" y="16061"/>
                </a:lnTo>
                <a:lnTo>
                  <a:pt x="63679" y="15428"/>
                </a:lnTo>
                <a:lnTo>
                  <a:pt x="63284" y="14807"/>
                </a:lnTo>
                <a:lnTo>
                  <a:pt x="62879" y="14197"/>
                </a:lnTo>
                <a:lnTo>
                  <a:pt x="62464" y="13598"/>
                </a:lnTo>
                <a:lnTo>
                  <a:pt x="62040" y="13010"/>
                </a:lnTo>
                <a:lnTo>
                  <a:pt x="61607" y="12433"/>
                </a:lnTo>
                <a:lnTo>
                  <a:pt x="61164" y="11867"/>
                </a:lnTo>
                <a:lnTo>
                  <a:pt x="60711" y="11313"/>
                </a:lnTo>
                <a:lnTo>
                  <a:pt x="60249" y="10769"/>
                </a:lnTo>
                <a:lnTo>
                  <a:pt x="59778" y="10237"/>
                </a:lnTo>
                <a:lnTo>
                  <a:pt x="59297" y="9716"/>
                </a:lnTo>
                <a:lnTo>
                  <a:pt x="58806" y="9206"/>
                </a:lnTo>
                <a:lnTo>
                  <a:pt x="58306" y="8707"/>
                </a:lnTo>
                <a:lnTo>
                  <a:pt x="57796" y="8219"/>
                </a:lnTo>
                <a:lnTo>
                  <a:pt x="57277" y="7742"/>
                </a:lnTo>
                <a:lnTo>
                  <a:pt x="56749" y="7277"/>
                </a:lnTo>
                <a:lnTo>
                  <a:pt x="56210" y="6823"/>
                </a:lnTo>
                <a:lnTo>
                  <a:pt x="55663" y="6379"/>
                </a:lnTo>
                <a:lnTo>
                  <a:pt x="55106" y="5947"/>
                </a:lnTo>
                <a:lnTo>
                  <a:pt x="54539" y="5526"/>
                </a:lnTo>
                <a:lnTo>
                  <a:pt x="53963" y="5116"/>
                </a:lnTo>
                <a:lnTo>
                  <a:pt x="53377" y="4718"/>
                </a:lnTo>
                <a:lnTo>
                  <a:pt x="52781" y="4333"/>
                </a:lnTo>
                <a:lnTo>
                  <a:pt x="52175" y="3964"/>
                </a:lnTo>
                <a:lnTo>
                  <a:pt x="51558" y="3612"/>
                </a:lnTo>
                <a:lnTo>
                  <a:pt x="50931" y="3276"/>
                </a:lnTo>
                <a:lnTo>
                  <a:pt x="50294" y="2957"/>
                </a:lnTo>
                <a:lnTo>
                  <a:pt x="49645" y="2654"/>
                </a:lnTo>
                <a:lnTo>
                  <a:pt x="48987" y="2367"/>
                </a:lnTo>
                <a:lnTo>
                  <a:pt x="48318" y="2097"/>
                </a:lnTo>
                <a:lnTo>
                  <a:pt x="47638" y="1843"/>
                </a:lnTo>
                <a:lnTo>
                  <a:pt x="46948" y="1605"/>
                </a:lnTo>
                <a:lnTo>
                  <a:pt x="46247" y="1384"/>
                </a:lnTo>
                <a:lnTo>
                  <a:pt x="45536" y="1179"/>
                </a:lnTo>
                <a:lnTo>
                  <a:pt x="44814" y="991"/>
                </a:lnTo>
                <a:lnTo>
                  <a:pt x="44082" y="819"/>
                </a:lnTo>
                <a:lnTo>
                  <a:pt x="43339" y="663"/>
                </a:lnTo>
                <a:lnTo>
                  <a:pt x="42586" y="524"/>
                </a:lnTo>
                <a:lnTo>
                  <a:pt x="41823" y="401"/>
                </a:lnTo>
                <a:lnTo>
                  <a:pt x="41048" y="295"/>
                </a:lnTo>
                <a:lnTo>
                  <a:pt x="40264" y="205"/>
                </a:lnTo>
                <a:lnTo>
                  <a:pt x="39469" y="131"/>
                </a:lnTo>
                <a:lnTo>
                  <a:pt x="38663" y="74"/>
                </a:lnTo>
                <a:lnTo>
                  <a:pt x="37847" y="33"/>
                </a:lnTo>
                <a:lnTo>
                  <a:pt x="37020" y="8"/>
                </a:lnTo>
                <a:lnTo>
                  <a:pt x="36183" y="0"/>
                </a:lnTo>
                <a:lnTo>
                  <a:pt x="35431" y="6"/>
                </a:lnTo>
                <a:lnTo>
                  <a:pt x="34687" y="26"/>
                </a:lnTo>
                <a:lnTo>
                  <a:pt x="33951" y="58"/>
                </a:lnTo>
                <a:lnTo>
                  <a:pt x="33223" y="102"/>
                </a:lnTo>
                <a:lnTo>
                  <a:pt x="32503" y="160"/>
                </a:lnTo>
                <a:lnTo>
                  <a:pt x="31790" y="230"/>
                </a:lnTo>
                <a:lnTo>
                  <a:pt x="31085" y="313"/>
                </a:lnTo>
                <a:lnTo>
                  <a:pt x="30389" y="409"/>
                </a:lnTo>
                <a:lnTo>
                  <a:pt x="29700" y="518"/>
                </a:lnTo>
                <a:lnTo>
                  <a:pt x="29019" y="639"/>
                </a:lnTo>
                <a:lnTo>
                  <a:pt x="28346" y="773"/>
                </a:lnTo>
                <a:lnTo>
                  <a:pt x="27680" y="920"/>
                </a:lnTo>
                <a:lnTo>
                  <a:pt x="27023" y="1080"/>
                </a:lnTo>
                <a:lnTo>
                  <a:pt x="26374" y="1253"/>
                </a:lnTo>
                <a:lnTo>
                  <a:pt x="25732" y="1438"/>
                </a:lnTo>
                <a:lnTo>
                  <a:pt x="25098" y="1636"/>
                </a:lnTo>
                <a:lnTo>
                  <a:pt x="24472" y="1847"/>
                </a:lnTo>
                <a:lnTo>
                  <a:pt x="23854" y="2071"/>
                </a:lnTo>
                <a:lnTo>
                  <a:pt x="23244" y="2307"/>
                </a:lnTo>
                <a:lnTo>
                  <a:pt x="22642" y="2557"/>
                </a:lnTo>
                <a:lnTo>
                  <a:pt x="22048" y="2819"/>
                </a:lnTo>
                <a:lnTo>
                  <a:pt x="21461" y="3093"/>
                </a:lnTo>
                <a:lnTo>
                  <a:pt x="20882" y="3381"/>
                </a:lnTo>
                <a:lnTo>
                  <a:pt x="20312" y="3681"/>
                </a:lnTo>
                <a:lnTo>
                  <a:pt x="19749" y="3993"/>
                </a:lnTo>
                <a:lnTo>
                  <a:pt x="19194" y="4315"/>
                </a:lnTo>
                <a:lnTo>
                  <a:pt x="18647" y="4646"/>
                </a:lnTo>
                <a:lnTo>
                  <a:pt x="18109" y="4988"/>
                </a:lnTo>
                <a:lnTo>
                  <a:pt x="17578" y="5339"/>
                </a:lnTo>
                <a:lnTo>
                  <a:pt x="17055" y="5701"/>
                </a:lnTo>
                <a:lnTo>
                  <a:pt x="16541" y="6072"/>
                </a:lnTo>
                <a:lnTo>
                  <a:pt x="16034" y="6454"/>
                </a:lnTo>
                <a:lnTo>
                  <a:pt x="15536" y="6846"/>
                </a:lnTo>
                <a:lnTo>
                  <a:pt x="15045" y="7247"/>
                </a:lnTo>
                <a:lnTo>
                  <a:pt x="14563" y="7659"/>
                </a:lnTo>
                <a:lnTo>
                  <a:pt x="14088" y="8080"/>
                </a:lnTo>
                <a:lnTo>
                  <a:pt x="13622" y="8512"/>
                </a:lnTo>
                <a:lnTo>
                  <a:pt x="13164" y="8954"/>
                </a:lnTo>
                <a:lnTo>
                  <a:pt x="12713" y="9405"/>
                </a:lnTo>
                <a:lnTo>
                  <a:pt x="12271" y="9867"/>
                </a:lnTo>
                <a:lnTo>
                  <a:pt x="11837" y="10338"/>
                </a:lnTo>
                <a:lnTo>
                  <a:pt x="11411" y="10820"/>
                </a:lnTo>
                <a:lnTo>
                  <a:pt x="10992" y="11312"/>
                </a:lnTo>
                <a:lnTo>
                  <a:pt x="10582" y="11813"/>
                </a:lnTo>
                <a:lnTo>
                  <a:pt x="10180" y="12325"/>
                </a:lnTo>
                <a:lnTo>
                  <a:pt x="9786" y="12847"/>
                </a:lnTo>
                <a:lnTo>
                  <a:pt x="9400" y="13378"/>
                </a:lnTo>
                <a:lnTo>
                  <a:pt x="9022" y="13920"/>
                </a:lnTo>
                <a:lnTo>
                  <a:pt x="8652" y="14470"/>
                </a:lnTo>
                <a:lnTo>
                  <a:pt x="8290" y="15027"/>
                </a:lnTo>
                <a:lnTo>
                  <a:pt x="7935" y="15592"/>
                </a:lnTo>
                <a:lnTo>
                  <a:pt x="7588" y="16163"/>
                </a:lnTo>
                <a:lnTo>
                  <a:pt x="7249" y="16741"/>
                </a:lnTo>
                <a:lnTo>
                  <a:pt x="6917" y="17327"/>
                </a:lnTo>
                <a:lnTo>
                  <a:pt x="6593" y="17919"/>
                </a:lnTo>
                <a:lnTo>
                  <a:pt x="6277" y="18519"/>
                </a:lnTo>
                <a:lnTo>
                  <a:pt x="5969" y="19125"/>
                </a:lnTo>
                <a:lnTo>
                  <a:pt x="5668" y="19739"/>
                </a:lnTo>
                <a:lnTo>
                  <a:pt x="5375" y="20359"/>
                </a:lnTo>
                <a:lnTo>
                  <a:pt x="5090" y="20987"/>
                </a:lnTo>
                <a:lnTo>
                  <a:pt x="4812" y="21622"/>
                </a:lnTo>
                <a:lnTo>
                  <a:pt x="4542" y="22263"/>
                </a:lnTo>
                <a:lnTo>
                  <a:pt x="4280" y="22912"/>
                </a:lnTo>
                <a:lnTo>
                  <a:pt x="4026" y="23568"/>
                </a:lnTo>
                <a:lnTo>
                  <a:pt x="3779" y="24231"/>
                </a:lnTo>
                <a:lnTo>
                  <a:pt x="3540" y="24901"/>
                </a:lnTo>
                <a:lnTo>
                  <a:pt x="3308" y="25578"/>
                </a:lnTo>
                <a:lnTo>
                  <a:pt x="3085" y="26262"/>
                </a:lnTo>
                <a:lnTo>
                  <a:pt x="2869" y="26953"/>
                </a:lnTo>
                <a:lnTo>
                  <a:pt x="2661" y="27651"/>
                </a:lnTo>
                <a:lnTo>
                  <a:pt x="2460" y="28356"/>
                </a:lnTo>
                <a:lnTo>
                  <a:pt x="2267" y="29068"/>
                </a:lnTo>
                <a:lnTo>
                  <a:pt x="2082" y="29786"/>
                </a:lnTo>
                <a:lnTo>
                  <a:pt x="1905" y="30508"/>
                </a:lnTo>
                <a:lnTo>
                  <a:pt x="1736" y="31234"/>
                </a:lnTo>
                <a:lnTo>
                  <a:pt x="1575" y="31965"/>
                </a:lnTo>
                <a:lnTo>
                  <a:pt x="1421" y="32700"/>
                </a:lnTo>
                <a:lnTo>
                  <a:pt x="1275" y="33439"/>
                </a:lnTo>
                <a:lnTo>
                  <a:pt x="1138" y="34182"/>
                </a:lnTo>
                <a:lnTo>
                  <a:pt x="1008" y="34930"/>
                </a:lnTo>
                <a:lnTo>
                  <a:pt x="886" y="35682"/>
                </a:lnTo>
                <a:lnTo>
                  <a:pt x="772" y="36438"/>
                </a:lnTo>
                <a:lnTo>
                  <a:pt x="665" y="37199"/>
                </a:lnTo>
                <a:lnTo>
                  <a:pt x="567" y="37963"/>
                </a:lnTo>
                <a:lnTo>
                  <a:pt x="476" y="38732"/>
                </a:lnTo>
                <a:lnTo>
                  <a:pt x="394" y="39505"/>
                </a:lnTo>
                <a:lnTo>
                  <a:pt x="319" y="40283"/>
                </a:lnTo>
                <a:lnTo>
                  <a:pt x="252" y="41065"/>
                </a:lnTo>
                <a:lnTo>
                  <a:pt x="193" y="41851"/>
                </a:lnTo>
                <a:lnTo>
                  <a:pt x="142" y="42641"/>
                </a:lnTo>
                <a:lnTo>
                  <a:pt x="98" y="43436"/>
                </a:lnTo>
                <a:lnTo>
                  <a:pt x="63" y="44235"/>
                </a:lnTo>
                <a:lnTo>
                  <a:pt x="35" y="45038"/>
                </a:lnTo>
                <a:lnTo>
                  <a:pt x="16" y="45845"/>
                </a:lnTo>
                <a:lnTo>
                  <a:pt x="4" y="46657"/>
                </a:lnTo>
                <a:lnTo>
                  <a:pt x="0" y="47472"/>
                </a:lnTo>
                <a:lnTo>
                  <a:pt x="3" y="48172"/>
                </a:lnTo>
                <a:lnTo>
                  <a:pt x="13" y="48871"/>
                </a:lnTo>
                <a:lnTo>
                  <a:pt x="30" y="49569"/>
                </a:lnTo>
                <a:lnTo>
                  <a:pt x="52" y="50266"/>
                </a:lnTo>
                <a:lnTo>
                  <a:pt x="82" y="50962"/>
                </a:lnTo>
                <a:lnTo>
                  <a:pt x="118" y="51657"/>
                </a:lnTo>
                <a:lnTo>
                  <a:pt x="161" y="52352"/>
                </a:lnTo>
                <a:lnTo>
                  <a:pt x="210" y="53046"/>
                </a:lnTo>
                <a:lnTo>
                  <a:pt x="266" y="53739"/>
                </a:lnTo>
                <a:lnTo>
                  <a:pt x="328" y="54431"/>
                </a:lnTo>
                <a:lnTo>
                  <a:pt x="397" y="55122"/>
                </a:lnTo>
                <a:lnTo>
                  <a:pt x="472" y="55813"/>
                </a:lnTo>
                <a:lnTo>
                  <a:pt x="554" y="56502"/>
                </a:lnTo>
                <a:lnTo>
                  <a:pt x="643" y="57191"/>
                </a:lnTo>
                <a:lnTo>
                  <a:pt x="738" y="57879"/>
                </a:lnTo>
                <a:lnTo>
                  <a:pt x="840" y="58566"/>
                </a:lnTo>
                <a:lnTo>
                  <a:pt x="948" y="59253"/>
                </a:lnTo>
                <a:lnTo>
                  <a:pt x="1063" y="59938"/>
                </a:lnTo>
                <a:lnTo>
                  <a:pt x="1184" y="60623"/>
                </a:lnTo>
                <a:lnTo>
                  <a:pt x="1312" y="61307"/>
                </a:lnTo>
                <a:lnTo>
                  <a:pt x="1447" y="61990"/>
                </a:lnTo>
                <a:lnTo>
                  <a:pt x="1588" y="62673"/>
                </a:lnTo>
                <a:lnTo>
                  <a:pt x="1735" y="63354"/>
                </a:lnTo>
                <a:lnTo>
                  <a:pt x="1889" y="64035"/>
                </a:lnTo>
                <a:lnTo>
                  <a:pt x="2050" y="64712"/>
                </a:lnTo>
                <a:lnTo>
                  <a:pt x="2218" y="65384"/>
                </a:lnTo>
                <a:lnTo>
                  <a:pt x="2394" y="66051"/>
                </a:lnTo>
                <a:lnTo>
                  <a:pt x="2576" y="66713"/>
                </a:lnTo>
                <a:lnTo>
                  <a:pt x="2765" y="67368"/>
                </a:lnTo>
                <a:lnTo>
                  <a:pt x="2961" y="68019"/>
                </a:lnTo>
                <a:lnTo>
                  <a:pt x="3164" y="68664"/>
                </a:lnTo>
                <a:lnTo>
                  <a:pt x="3375" y="69304"/>
                </a:lnTo>
                <a:lnTo>
                  <a:pt x="3592" y="69938"/>
                </a:lnTo>
                <a:lnTo>
                  <a:pt x="3817" y="70567"/>
                </a:lnTo>
                <a:lnTo>
                  <a:pt x="4048" y="71191"/>
                </a:lnTo>
                <a:lnTo>
                  <a:pt x="4287" y="71809"/>
                </a:lnTo>
                <a:lnTo>
                  <a:pt x="4532" y="72422"/>
                </a:lnTo>
                <a:lnTo>
                  <a:pt x="4785" y="73029"/>
                </a:lnTo>
                <a:lnTo>
                  <a:pt x="5045" y="73631"/>
                </a:lnTo>
                <a:lnTo>
                  <a:pt x="5311" y="74227"/>
                </a:lnTo>
                <a:lnTo>
                  <a:pt x="5585" y="74818"/>
                </a:lnTo>
                <a:lnTo>
                  <a:pt x="5866" y="75404"/>
                </a:lnTo>
                <a:lnTo>
                  <a:pt x="6154" y="75984"/>
                </a:lnTo>
                <a:lnTo>
                  <a:pt x="6449" y="76559"/>
                </a:lnTo>
                <a:lnTo>
                  <a:pt x="6751" y="77129"/>
                </a:lnTo>
                <a:lnTo>
                  <a:pt x="7060" y="77693"/>
                </a:lnTo>
                <a:lnTo>
                  <a:pt x="7376" y="78252"/>
                </a:lnTo>
                <a:lnTo>
                  <a:pt x="7700" y="78805"/>
                </a:lnTo>
                <a:lnTo>
                  <a:pt x="8030" y="79351"/>
                </a:lnTo>
                <a:lnTo>
                  <a:pt x="8369" y="79888"/>
                </a:lnTo>
                <a:lnTo>
                  <a:pt x="8716" y="80415"/>
                </a:lnTo>
                <a:lnTo>
                  <a:pt x="9071" y="80934"/>
                </a:lnTo>
                <a:lnTo>
                  <a:pt x="9434" y="81443"/>
                </a:lnTo>
                <a:lnTo>
                  <a:pt x="9804" y="81943"/>
                </a:lnTo>
                <a:lnTo>
                  <a:pt x="10183" y="82434"/>
                </a:lnTo>
                <a:lnTo>
                  <a:pt x="10570" y="82916"/>
                </a:lnTo>
                <a:lnTo>
                  <a:pt x="10965" y="83389"/>
                </a:lnTo>
                <a:lnTo>
                  <a:pt x="11369" y="83852"/>
                </a:lnTo>
                <a:lnTo>
                  <a:pt x="11780" y="84306"/>
                </a:lnTo>
                <a:lnTo>
                  <a:pt x="12199" y="84752"/>
                </a:lnTo>
                <a:lnTo>
                  <a:pt x="12626" y="85187"/>
                </a:lnTo>
                <a:lnTo>
                  <a:pt x="13061" y="85614"/>
                </a:lnTo>
                <a:lnTo>
                  <a:pt x="13504" y="86032"/>
                </a:lnTo>
                <a:lnTo>
                  <a:pt x="13956" y="86440"/>
                </a:lnTo>
                <a:lnTo>
                  <a:pt x="14415" y="86839"/>
                </a:lnTo>
                <a:lnTo>
                  <a:pt x="14882" y="87229"/>
                </a:lnTo>
                <a:lnTo>
                  <a:pt x="15358" y="87610"/>
                </a:lnTo>
                <a:lnTo>
                  <a:pt x="15841" y="87982"/>
                </a:lnTo>
                <a:lnTo>
                  <a:pt x="16333" y="88344"/>
                </a:lnTo>
                <a:lnTo>
                  <a:pt x="16832" y="88698"/>
                </a:lnTo>
                <a:lnTo>
                  <a:pt x="17340" y="89042"/>
                </a:lnTo>
                <a:lnTo>
                  <a:pt x="17855" y="89377"/>
                </a:lnTo>
                <a:lnTo>
                  <a:pt x="18379" y="89700"/>
                </a:lnTo>
                <a:lnTo>
                  <a:pt x="18912" y="90010"/>
                </a:lnTo>
                <a:lnTo>
                  <a:pt x="19454" y="90306"/>
                </a:lnTo>
                <a:lnTo>
                  <a:pt x="20005" y="90588"/>
                </a:lnTo>
                <a:lnTo>
                  <a:pt x="20564" y="90856"/>
                </a:lnTo>
                <a:lnTo>
                  <a:pt x="21132" y="91110"/>
                </a:lnTo>
                <a:lnTo>
                  <a:pt x="21710" y="91351"/>
                </a:lnTo>
                <a:lnTo>
                  <a:pt x="22296" y="91578"/>
                </a:lnTo>
                <a:lnTo>
                  <a:pt x="22890" y="91791"/>
                </a:lnTo>
                <a:lnTo>
                  <a:pt x="23494" y="91991"/>
                </a:lnTo>
                <a:lnTo>
                  <a:pt x="24107" y="92177"/>
                </a:lnTo>
                <a:lnTo>
                  <a:pt x="24728" y="92348"/>
                </a:lnTo>
                <a:lnTo>
                  <a:pt x="25359" y="92507"/>
                </a:lnTo>
                <a:lnTo>
                  <a:pt x="25998" y="92651"/>
                </a:lnTo>
                <a:lnTo>
                  <a:pt x="26646" y="92782"/>
                </a:lnTo>
                <a:lnTo>
                  <a:pt x="27303" y="92899"/>
                </a:lnTo>
                <a:lnTo>
                  <a:pt x="27968" y="93002"/>
                </a:lnTo>
                <a:lnTo>
                  <a:pt x="28643" y="93091"/>
                </a:lnTo>
                <a:lnTo>
                  <a:pt x="29326" y="93167"/>
                </a:lnTo>
                <a:lnTo>
                  <a:pt x="30019" y="93229"/>
                </a:lnTo>
                <a:lnTo>
                  <a:pt x="30720" y="93277"/>
                </a:lnTo>
                <a:lnTo>
                  <a:pt x="31430" y="93311"/>
                </a:lnTo>
                <a:lnTo>
                  <a:pt x="32149" y="93332"/>
                </a:lnTo>
                <a:lnTo>
                  <a:pt x="32876" y="93339"/>
                </a:lnTo>
                <a:lnTo>
                  <a:pt x="33481" y="93332"/>
                </a:lnTo>
                <a:lnTo>
                  <a:pt x="34081" y="93313"/>
                </a:lnTo>
                <a:lnTo>
                  <a:pt x="34677" y="93281"/>
                </a:lnTo>
                <a:lnTo>
                  <a:pt x="35268" y="93235"/>
                </a:lnTo>
                <a:lnTo>
                  <a:pt x="35856" y="93177"/>
                </a:lnTo>
                <a:lnTo>
                  <a:pt x="36440" y="93106"/>
                </a:lnTo>
                <a:lnTo>
                  <a:pt x="37019" y="93022"/>
                </a:lnTo>
                <a:lnTo>
                  <a:pt x="37595" y="92924"/>
                </a:lnTo>
                <a:lnTo>
                  <a:pt x="38166" y="92814"/>
                </a:lnTo>
                <a:lnTo>
                  <a:pt x="38733" y="92691"/>
                </a:lnTo>
                <a:lnTo>
                  <a:pt x="39297" y="92555"/>
                </a:lnTo>
                <a:lnTo>
                  <a:pt x="39856" y="92406"/>
                </a:lnTo>
                <a:lnTo>
                  <a:pt x="40411" y="92244"/>
                </a:lnTo>
                <a:lnTo>
                  <a:pt x="40961" y="92069"/>
                </a:lnTo>
                <a:lnTo>
                  <a:pt x="41508" y="91881"/>
                </a:lnTo>
                <a:lnTo>
                  <a:pt x="42051" y="91680"/>
                </a:lnTo>
                <a:lnTo>
                  <a:pt x="42589" y="91467"/>
                </a:lnTo>
                <a:lnTo>
                  <a:pt x="43124" y="91240"/>
                </a:lnTo>
                <a:lnTo>
                  <a:pt x="43654" y="91000"/>
                </a:lnTo>
                <a:lnTo>
                  <a:pt x="44180" y="90748"/>
                </a:lnTo>
                <a:lnTo>
                  <a:pt x="44703" y="90482"/>
                </a:lnTo>
                <a:lnTo>
                  <a:pt x="45221" y="90203"/>
                </a:lnTo>
                <a:lnTo>
                  <a:pt x="45735" y="89912"/>
                </a:lnTo>
                <a:lnTo>
                  <a:pt x="46244" y="89607"/>
                </a:lnTo>
                <a:lnTo>
                  <a:pt x="46750" y="89292"/>
                </a:lnTo>
                <a:lnTo>
                  <a:pt x="47249" y="88968"/>
                </a:lnTo>
                <a:lnTo>
                  <a:pt x="47744" y="88635"/>
                </a:lnTo>
                <a:lnTo>
                  <a:pt x="48234" y="88294"/>
                </a:lnTo>
                <a:lnTo>
                  <a:pt x="48718" y="87944"/>
                </a:lnTo>
                <a:lnTo>
                  <a:pt x="49197" y="87585"/>
                </a:lnTo>
                <a:lnTo>
                  <a:pt x="49670" y="87218"/>
                </a:lnTo>
                <a:lnTo>
                  <a:pt x="50139" y="86841"/>
                </a:lnTo>
                <a:lnTo>
                  <a:pt x="50602" y="86456"/>
                </a:lnTo>
                <a:lnTo>
                  <a:pt x="51060" y="86063"/>
                </a:lnTo>
                <a:lnTo>
                  <a:pt x="51513" y="85661"/>
                </a:lnTo>
                <a:lnTo>
                  <a:pt x="51960" y="85250"/>
                </a:lnTo>
                <a:lnTo>
                  <a:pt x="52402" y="84830"/>
                </a:lnTo>
                <a:lnTo>
                  <a:pt x="52839" y="84402"/>
                </a:lnTo>
                <a:lnTo>
                  <a:pt x="53271" y="83965"/>
                </a:lnTo>
                <a:lnTo>
                  <a:pt x="53697" y="83519"/>
                </a:lnTo>
                <a:lnTo>
                  <a:pt x="54118" y="83065"/>
                </a:lnTo>
                <a:lnTo>
                  <a:pt x="54534" y="82602"/>
                </a:lnTo>
                <a:lnTo>
                  <a:pt x="54945" y="82130"/>
                </a:lnTo>
                <a:lnTo>
                  <a:pt x="55350" y="81649"/>
                </a:lnTo>
                <a:lnTo>
                  <a:pt x="55751" y="81160"/>
                </a:lnTo>
                <a:lnTo>
                  <a:pt x="56146" y="80662"/>
                </a:lnTo>
                <a:lnTo>
                  <a:pt x="56349" y="80398"/>
                </a:lnTo>
                <a:lnTo>
                  <a:pt x="56342" y="80540"/>
                </a:lnTo>
                <a:lnTo>
                  <a:pt x="56302" y="81319"/>
                </a:lnTo>
                <a:close/>
                <a:moveTo>
                  <a:pt x="56211" y="61029"/>
                </a:moveTo>
                <a:lnTo>
                  <a:pt x="56036" y="61453"/>
                </a:lnTo>
                <a:lnTo>
                  <a:pt x="55857" y="61872"/>
                </a:lnTo>
                <a:lnTo>
                  <a:pt x="55674" y="62288"/>
                </a:lnTo>
                <a:lnTo>
                  <a:pt x="55487" y="62700"/>
                </a:lnTo>
                <a:lnTo>
                  <a:pt x="55296" y="63108"/>
                </a:lnTo>
                <a:lnTo>
                  <a:pt x="55101" y="63512"/>
                </a:lnTo>
                <a:lnTo>
                  <a:pt x="54902" y="63913"/>
                </a:lnTo>
                <a:lnTo>
                  <a:pt x="54700" y="64310"/>
                </a:lnTo>
                <a:lnTo>
                  <a:pt x="54493" y="64703"/>
                </a:lnTo>
                <a:lnTo>
                  <a:pt x="54282" y="65092"/>
                </a:lnTo>
                <a:lnTo>
                  <a:pt x="54068" y="65477"/>
                </a:lnTo>
                <a:lnTo>
                  <a:pt x="53849" y="65859"/>
                </a:lnTo>
                <a:lnTo>
                  <a:pt x="53627" y="66237"/>
                </a:lnTo>
                <a:lnTo>
                  <a:pt x="53401" y="66611"/>
                </a:lnTo>
                <a:lnTo>
                  <a:pt x="53170" y="66982"/>
                </a:lnTo>
                <a:lnTo>
                  <a:pt x="52936" y="67348"/>
                </a:lnTo>
                <a:lnTo>
                  <a:pt x="52698" y="67711"/>
                </a:lnTo>
                <a:lnTo>
                  <a:pt x="52456" y="68070"/>
                </a:lnTo>
                <a:lnTo>
                  <a:pt x="52210" y="68426"/>
                </a:lnTo>
                <a:lnTo>
                  <a:pt x="51960" y="68777"/>
                </a:lnTo>
                <a:lnTo>
                  <a:pt x="51706" y="69125"/>
                </a:lnTo>
                <a:lnTo>
                  <a:pt x="51448" y="69469"/>
                </a:lnTo>
                <a:lnTo>
                  <a:pt x="51186" y="69809"/>
                </a:lnTo>
                <a:lnTo>
                  <a:pt x="50921" y="70146"/>
                </a:lnTo>
                <a:lnTo>
                  <a:pt x="50652" y="70478"/>
                </a:lnTo>
                <a:lnTo>
                  <a:pt x="50380" y="70803"/>
                </a:lnTo>
                <a:lnTo>
                  <a:pt x="50107" y="71123"/>
                </a:lnTo>
                <a:lnTo>
                  <a:pt x="49830" y="71437"/>
                </a:lnTo>
                <a:lnTo>
                  <a:pt x="49552" y="71745"/>
                </a:lnTo>
                <a:lnTo>
                  <a:pt x="49270" y="72047"/>
                </a:lnTo>
                <a:lnTo>
                  <a:pt x="48987" y="72343"/>
                </a:lnTo>
                <a:lnTo>
                  <a:pt x="48701" y="72634"/>
                </a:lnTo>
                <a:lnTo>
                  <a:pt x="48412" y="72918"/>
                </a:lnTo>
                <a:lnTo>
                  <a:pt x="48121" y="73197"/>
                </a:lnTo>
                <a:lnTo>
                  <a:pt x="47828" y="73469"/>
                </a:lnTo>
                <a:lnTo>
                  <a:pt x="47532" y="73736"/>
                </a:lnTo>
                <a:lnTo>
                  <a:pt x="47233" y="73997"/>
                </a:lnTo>
                <a:lnTo>
                  <a:pt x="46932" y="74252"/>
                </a:lnTo>
                <a:lnTo>
                  <a:pt x="46629" y="74501"/>
                </a:lnTo>
                <a:lnTo>
                  <a:pt x="46323" y="74744"/>
                </a:lnTo>
                <a:lnTo>
                  <a:pt x="46015" y="74981"/>
                </a:lnTo>
                <a:lnTo>
                  <a:pt x="45704" y="75212"/>
                </a:lnTo>
                <a:lnTo>
                  <a:pt x="45391" y="75437"/>
                </a:lnTo>
                <a:lnTo>
                  <a:pt x="45075" y="75657"/>
                </a:lnTo>
                <a:lnTo>
                  <a:pt x="44757" y="75870"/>
                </a:lnTo>
                <a:lnTo>
                  <a:pt x="44437" y="76078"/>
                </a:lnTo>
                <a:lnTo>
                  <a:pt x="44114" y="76280"/>
                </a:lnTo>
                <a:lnTo>
                  <a:pt x="43788" y="76476"/>
                </a:lnTo>
                <a:lnTo>
                  <a:pt x="43461" y="76664"/>
                </a:lnTo>
                <a:lnTo>
                  <a:pt x="43133" y="76845"/>
                </a:lnTo>
                <a:lnTo>
                  <a:pt x="42804" y="77018"/>
                </a:lnTo>
                <a:lnTo>
                  <a:pt x="42475" y="77183"/>
                </a:lnTo>
                <a:lnTo>
                  <a:pt x="42144" y="77340"/>
                </a:lnTo>
                <a:lnTo>
                  <a:pt x="41813" y="77488"/>
                </a:lnTo>
                <a:lnTo>
                  <a:pt x="41481" y="77629"/>
                </a:lnTo>
                <a:lnTo>
                  <a:pt x="41148" y="77761"/>
                </a:lnTo>
                <a:lnTo>
                  <a:pt x="40814" y="77886"/>
                </a:lnTo>
                <a:lnTo>
                  <a:pt x="40480" y="78003"/>
                </a:lnTo>
                <a:lnTo>
                  <a:pt x="40145" y="78111"/>
                </a:lnTo>
                <a:lnTo>
                  <a:pt x="39808" y="78212"/>
                </a:lnTo>
                <a:lnTo>
                  <a:pt x="39471" y="78304"/>
                </a:lnTo>
                <a:lnTo>
                  <a:pt x="39134" y="78388"/>
                </a:lnTo>
                <a:lnTo>
                  <a:pt x="38795" y="78465"/>
                </a:lnTo>
                <a:lnTo>
                  <a:pt x="38456" y="78533"/>
                </a:lnTo>
                <a:lnTo>
                  <a:pt x="38115" y="78593"/>
                </a:lnTo>
                <a:lnTo>
                  <a:pt x="37774" y="78646"/>
                </a:lnTo>
                <a:lnTo>
                  <a:pt x="37432" y="78690"/>
                </a:lnTo>
                <a:lnTo>
                  <a:pt x="37090" y="78726"/>
                </a:lnTo>
                <a:lnTo>
                  <a:pt x="36746" y="78754"/>
                </a:lnTo>
                <a:lnTo>
                  <a:pt x="36402" y="78774"/>
                </a:lnTo>
                <a:lnTo>
                  <a:pt x="36057" y="78786"/>
                </a:lnTo>
                <a:lnTo>
                  <a:pt x="35711" y="78790"/>
                </a:lnTo>
                <a:lnTo>
                  <a:pt x="35296" y="78786"/>
                </a:lnTo>
                <a:lnTo>
                  <a:pt x="34886" y="78772"/>
                </a:lnTo>
                <a:lnTo>
                  <a:pt x="34480" y="78748"/>
                </a:lnTo>
                <a:lnTo>
                  <a:pt x="34080" y="78716"/>
                </a:lnTo>
                <a:lnTo>
                  <a:pt x="33684" y="78674"/>
                </a:lnTo>
                <a:lnTo>
                  <a:pt x="33293" y="78622"/>
                </a:lnTo>
                <a:lnTo>
                  <a:pt x="32906" y="78562"/>
                </a:lnTo>
                <a:lnTo>
                  <a:pt x="32525" y="78492"/>
                </a:lnTo>
                <a:lnTo>
                  <a:pt x="32148" y="78412"/>
                </a:lnTo>
                <a:lnTo>
                  <a:pt x="31776" y="78324"/>
                </a:lnTo>
                <a:lnTo>
                  <a:pt x="31409" y="78226"/>
                </a:lnTo>
                <a:lnTo>
                  <a:pt x="31046" y="78119"/>
                </a:lnTo>
                <a:lnTo>
                  <a:pt x="30688" y="78002"/>
                </a:lnTo>
                <a:lnTo>
                  <a:pt x="30335" y="77876"/>
                </a:lnTo>
                <a:lnTo>
                  <a:pt x="29987" y="77741"/>
                </a:lnTo>
                <a:lnTo>
                  <a:pt x="29643" y="77596"/>
                </a:lnTo>
                <a:lnTo>
                  <a:pt x="29305" y="77442"/>
                </a:lnTo>
                <a:lnTo>
                  <a:pt x="28971" y="77279"/>
                </a:lnTo>
                <a:lnTo>
                  <a:pt x="28641" y="77106"/>
                </a:lnTo>
                <a:lnTo>
                  <a:pt x="28317" y="76924"/>
                </a:lnTo>
                <a:lnTo>
                  <a:pt x="27997" y="76733"/>
                </a:lnTo>
                <a:lnTo>
                  <a:pt x="27682" y="76533"/>
                </a:lnTo>
                <a:lnTo>
                  <a:pt x="27372" y="76323"/>
                </a:lnTo>
                <a:lnTo>
                  <a:pt x="27066" y="76104"/>
                </a:lnTo>
                <a:lnTo>
                  <a:pt x="26765" y="75876"/>
                </a:lnTo>
                <a:lnTo>
                  <a:pt x="26469" y="75642"/>
                </a:lnTo>
                <a:lnTo>
                  <a:pt x="26176" y="75401"/>
                </a:lnTo>
                <a:lnTo>
                  <a:pt x="25888" y="75153"/>
                </a:lnTo>
                <a:lnTo>
                  <a:pt x="25604" y="74899"/>
                </a:lnTo>
                <a:lnTo>
                  <a:pt x="25325" y="74638"/>
                </a:lnTo>
                <a:lnTo>
                  <a:pt x="25049" y="74370"/>
                </a:lnTo>
                <a:lnTo>
                  <a:pt x="24778" y="74096"/>
                </a:lnTo>
                <a:lnTo>
                  <a:pt x="24511" y="73815"/>
                </a:lnTo>
                <a:lnTo>
                  <a:pt x="24249" y="73527"/>
                </a:lnTo>
                <a:lnTo>
                  <a:pt x="23990" y="73232"/>
                </a:lnTo>
                <a:lnTo>
                  <a:pt x="23736" y="72931"/>
                </a:lnTo>
                <a:lnTo>
                  <a:pt x="23486" y="72623"/>
                </a:lnTo>
                <a:lnTo>
                  <a:pt x="23241" y="72308"/>
                </a:lnTo>
                <a:lnTo>
                  <a:pt x="23000" y="71986"/>
                </a:lnTo>
                <a:lnTo>
                  <a:pt x="22763" y="71658"/>
                </a:lnTo>
                <a:lnTo>
                  <a:pt x="22530" y="71323"/>
                </a:lnTo>
                <a:lnTo>
                  <a:pt x="22301" y="70982"/>
                </a:lnTo>
                <a:lnTo>
                  <a:pt x="22077" y="70633"/>
                </a:lnTo>
                <a:lnTo>
                  <a:pt x="21857" y="70278"/>
                </a:lnTo>
                <a:lnTo>
                  <a:pt x="21642" y="69916"/>
                </a:lnTo>
                <a:lnTo>
                  <a:pt x="21430" y="69548"/>
                </a:lnTo>
                <a:lnTo>
                  <a:pt x="21223" y="69173"/>
                </a:lnTo>
                <a:lnTo>
                  <a:pt x="21020" y="68791"/>
                </a:lnTo>
                <a:lnTo>
                  <a:pt x="20822" y="68404"/>
                </a:lnTo>
                <a:lnTo>
                  <a:pt x="20628" y="68012"/>
                </a:lnTo>
                <a:lnTo>
                  <a:pt x="20438" y="67617"/>
                </a:lnTo>
                <a:lnTo>
                  <a:pt x="20253" y="67218"/>
                </a:lnTo>
                <a:lnTo>
                  <a:pt x="20072" y="66815"/>
                </a:lnTo>
                <a:lnTo>
                  <a:pt x="19895" y="66409"/>
                </a:lnTo>
                <a:lnTo>
                  <a:pt x="19723" y="65998"/>
                </a:lnTo>
                <a:lnTo>
                  <a:pt x="19556" y="65583"/>
                </a:lnTo>
                <a:lnTo>
                  <a:pt x="19393" y="65164"/>
                </a:lnTo>
                <a:lnTo>
                  <a:pt x="19234" y="64742"/>
                </a:lnTo>
                <a:lnTo>
                  <a:pt x="19080" y="64315"/>
                </a:lnTo>
                <a:lnTo>
                  <a:pt x="18930" y="63885"/>
                </a:lnTo>
                <a:lnTo>
                  <a:pt x="18785" y="63451"/>
                </a:lnTo>
                <a:lnTo>
                  <a:pt x="18644" y="63012"/>
                </a:lnTo>
                <a:lnTo>
                  <a:pt x="18507" y="62570"/>
                </a:lnTo>
                <a:lnTo>
                  <a:pt x="18375" y="62124"/>
                </a:lnTo>
                <a:lnTo>
                  <a:pt x="18247" y="61674"/>
                </a:lnTo>
                <a:lnTo>
                  <a:pt x="18124" y="61220"/>
                </a:lnTo>
                <a:lnTo>
                  <a:pt x="18005" y="60762"/>
                </a:lnTo>
                <a:lnTo>
                  <a:pt x="17891" y="60300"/>
                </a:lnTo>
                <a:lnTo>
                  <a:pt x="17781" y="59834"/>
                </a:lnTo>
                <a:lnTo>
                  <a:pt x="17675" y="59365"/>
                </a:lnTo>
                <a:lnTo>
                  <a:pt x="17574" y="58891"/>
                </a:lnTo>
                <a:lnTo>
                  <a:pt x="17477" y="58414"/>
                </a:lnTo>
                <a:lnTo>
                  <a:pt x="17385" y="57933"/>
                </a:lnTo>
                <a:lnTo>
                  <a:pt x="17296" y="57452"/>
                </a:lnTo>
                <a:lnTo>
                  <a:pt x="17212" y="56969"/>
                </a:lnTo>
                <a:lnTo>
                  <a:pt x="17131" y="56485"/>
                </a:lnTo>
                <a:lnTo>
                  <a:pt x="17054" y="56000"/>
                </a:lnTo>
                <a:lnTo>
                  <a:pt x="16981" y="55513"/>
                </a:lnTo>
                <a:lnTo>
                  <a:pt x="16913" y="55025"/>
                </a:lnTo>
                <a:lnTo>
                  <a:pt x="16848" y="54536"/>
                </a:lnTo>
                <a:lnTo>
                  <a:pt x="16787" y="54045"/>
                </a:lnTo>
                <a:lnTo>
                  <a:pt x="16730" y="53553"/>
                </a:lnTo>
                <a:lnTo>
                  <a:pt x="16676" y="53060"/>
                </a:lnTo>
                <a:lnTo>
                  <a:pt x="16627" y="52565"/>
                </a:lnTo>
                <a:lnTo>
                  <a:pt x="16582" y="52069"/>
                </a:lnTo>
                <a:lnTo>
                  <a:pt x="16541" y="51572"/>
                </a:lnTo>
                <a:lnTo>
                  <a:pt x="16503" y="51074"/>
                </a:lnTo>
                <a:lnTo>
                  <a:pt x="16470" y="50574"/>
                </a:lnTo>
                <a:lnTo>
                  <a:pt x="16440" y="50073"/>
                </a:lnTo>
                <a:lnTo>
                  <a:pt x="16415" y="49570"/>
                </a:lnTo>
                <a:lnTo>
                  <a:pt x="16393" y="49066"/>
                </a:lnTo>
                <a:lnTo>
                  <a:pt x="16375" y="48561"/>
                </a:lnTo>
                <a:lnTo>
                  <a:pt x="16361" y="48055"/>
                </a:lnTo>
                <a:lnTo>
                  <a:pt x="16352" y="47547"/>
                </a:lnTo>
                <a:lnTo>
                  <a:pt x="16346" y="47038"/>
                </a:lnTo>
                <a:lnTo>
                  <a:pt x="16344" y="46528"/>
                </a:lnTo>
                <a:lnTo>
                  <a:pt x="16346" y="45956"/>
                </a:lnTo>
                <a:lnTo>
                  <a:pt x="16353" y="45387"/>
                </a:lnTo>
                <a:lnTo>
                  <a:pt x="16364" y="44822"/>
                </a:lnTo>
                <a:lnTo>
                  <a:pt x="16381" y="44261"/>
                </a:lnTo>
                <a:lnTo>
                  <a:pt x="16401" y="43703"/>
                </a:lnTo>
                <a:lnTo>
                  <a:pt x="16426" y="43149"/>
                </a:lnTo>
                <a:lnTo>
                  <a:pt x="16456" y="42598"/>
                </a:lnTo>
                <a:lnTo>
                  <a:pt x="16491" y="42051"/>
                </a:lnTo>
                <a:lnTo>
                  <a:pt x="16530" y="41508"/>
                </a:lnTo>
                <a:lnTo>
                  <a:pt x="16573" y="40968"/>
                </a:lnTo>
                <a:lnTo>
                  <a:pt x="16622" y="40432"/>
                </a:lnTo>
                <a:lnTo>
                  <a:pt x="16674" y="39900"/>
                </a:lnTo>
                <a:lnTo>
                  <a:pt x="16732" y="39371"/>
                </a:lnTo>
                <a:lnTo>
                  <a:pt x="16794" y="38846"/>
                </a:lnTo>
                <a:lnTo>
                  <a:pt x="16860" y="38324"/>
                </a:lnTo>
                <a:lnTo>
                  <a:pt x="16932" y="37806"/>
                </a:lnTo>
                <a:lnTo>
                  <a:pt x="17007" y="37292"/>
                </a:lnTo>
                <a:lnTo>
                  <a:pt x="17088" y="36781"/>
                </a:lnTo>
                <a:lnTo>
                  <a:pt x="17173" y="36274"/>
                </a:lnTo>
                <a:lnTo>
                  <a:pt x="17262" y="35770"/>
                </a:lnTo>
                <a:lnTo>
                  <a:pt x="17356" y="35270"/>
                </a:lnTo>
                <a:lnTo>
                  <a:pt x="17455" y="34774"/>
                </a:lnTo>
                <a:lnTo>
                  <a:pt x="17558" y="34281"/>
                </a:lnTo>
                <a:lnTo>
                  <a:pt x="17666" y="33792"/>
                </a:lnTo>
                <a:lnTo>
                  <a:pt x="17779" y="33307"/>
                </a:lnTo>
                <a:lnTo>
                  <a:pt x="17895" y="32827"/>
                </a:lnTo>
                <a:lnTo>
                  <a:pt x="18015" y="32353"/>
                </a:lnTo>
                <a:lnTo>
                  <a:pt x="18140" y="31884"/>
                </a:lnTo>
                <a:lnTo>
                  <a:pt x="18269" y="31420"/>
                </a:lnTo>
                <a:lnTo>
                  <a:pt x="18401" y="30962"/>
                </a:lnTo>
                <a:lnTo>
                  <a:pt x="18538" y="30509"/>
                </a:lnTo>
                <a:lnTo>
                  <a:pt x="18679" y="30061"/>
                </a:lnTo>
                <a:lnTo>
                  <a:pt x="18824" y="29618"/>
                </a:lnTo>
                <a:lnTo>
                  <a:pt x="18974" y="29180"/>
                </a:lnTo>
                <a:lnTo>
                  <a:pt x="19127" y="28748"/>
                </a:lnTo>
                <a:lnTo>
                  <a:pt x="19284" y="28321"/>
                </a:lnTo>
                <a:lnTo>
                  <a:pt x="19446" y="27899"/>
                </a:lnTo>
                <a:lnTo>
                  <a:pt x="19611" y="27483"/>
                </a:lnTo>
                <a:lnTo>
                  <a:pt x="19781" y="27072"/>
                </a:lnTo>
                <a:lnTo>
                  <a:pt x="19955" y="26666"/>
                </a:lnTo>
                <a:lnTo>
                  <a:pt x="20133" y="26265"/>
                </a:lnTo>
                <a:lnTo>
                  <a:pt x="20315" y="25869"/>
                </a:lnTo>
                <a:lnTo>
                  <a:pt x="20501" y="25479"/>
                </a:lnTo>
                <a:lnTo>
                  <a:pt x="20691" y="25094"/>
                </a:lnTo>
                <a:lnTo>
                  <a:pt x="20885" y="24714"/>
                </a:lnTo>
                <a:lnTo>
                  <a:pt x="21083" y="24340"/>
                </a:lnTo>
                <a:lnTo>
                  <a:pt x="21286" y="23970"/>
                </a:lnTo>
                <a:lnTo>
                  <a:pt x="21493" y="23606"/>
                </a:lnTo>
                <a:lnTo>
                  <a:pt x="21703" y="23248"/>
                </a:lnTo>
                <a:lnTo>
                  <a:pt x="21918" y="22896"/>
                </a:lnTo>
                <a:lnTo>
                  <a:pt x="22137" y="22552"/>
                </a:lnTo>
                <a:lnTo>
                  <a:pt x="22360" y="22213"/>
                </a:lnTo>
                <a:lnTo>
                  <a:pt x="22587" y="21882"/>
                </a:lnTo>
                <a:lnTo>
                  <a:pt x="22818" y="21557"/>
                </a:lnTo>
                <a:lnTo>
                  <a:pt x="23053" y="21239"/>
                </a:lnTo>
                <a:lnTo>
                  <a:pt x="23293" y="20928"/>
                </a:lnTo>
                <a:lnTo>
                  <a:pt x="23536" y="20623"/>
                </a:lnTo>
                <a:lnTo>
                  <a:pt x="23784" y="20326"/>
                </a:lnTo>
                <a:lnTo>
                  <a:pt x="24035" y="20034"/>
                </a:lnTo>
                <a:lnTo>
                  <a:pt x="24291" y="19750"/>
                </a:lnTo>
                <a:lnTo>
                  <a:pt x="24551" y="19472"/>
                </a:lnTo>
                <a:lnTo>
                  <a:pt x="24815" y="19201"/>
                </a:lnTo>
                <a:lnTo>
                  <a:pt x="25083" y="18937"/>
                </a:lnTo>
                <a:lnTo>
                  <a:pt x="25355" y="18679"/>
                </a:lnTo>
                <a:lnTo>
                  <a:pt x="25632" y="18428"/>
                </a:lnTo>
                <a:lnTo>
                  <a:pt x="25912" y="18184"/>
                </a:lnTo>
                <a:lnTo>
                  <a:pt x="26197" y="17947"/>
                </a:lnTo>
                <a:lnTo>
                  <a:pt x="26485" y="17716"/>
                </a:lnTo>
                <a:lnTo>
                  <a:pt x="26778" y="17492"/>
                </a:lnTo>
                <a:lnTo>
                  <a:pt x="27075" y="17275"/>
                </a:lnTo>
                <a:lnTo>
                  <a:pt x="27375" y="17064"/>
                </a:lnTo>
                <a:lnTo>
                  <a:pt x="27680" y="16860"/>
                </a:lnTo>
                <a:lnTo>
                  <a:pt x="27989" y="16664"/>
                </a:lnTo>
                <a:lnTo>
                  <a:pt x="28302" y="16476"/>
                </a:lnTo>
                <a:lnTo>
                  <a:pt x="28619" y="16296"/>
                </a:lnTo>
                <a:lnTo>
                  <a:pt x="28940" y="16125"/>
                </a:lnTo>
                <a:lnTo>
                  <a:pt x="29265" y="15962"/>
                </a:lnTo>
                <a:lnTo>
                  <a:pt x="29594" y="15808"/>
                </a:lnTo>
                <a:lnTo>
                  <a:pt x="29926" y="15662"/>
                </a:lnTo>
                <a:lnTo>
                  <a:pt x="30263" y="15524"/>
                </a:lnTo>
                <a:lnTo>
                  <a:pt x="30603" y="15394"/>
                </a:lnTo>
                <a:lnTo>
                  <a:pt x="30948" y="15273"/>
                </a:lnTo>
                <a:lnTo>
                  <a:pt x="31296" y="15160"/>
                </a:lnTo>
                <a:lnTo>
                  <a:pt x="31648" y="15056"/>
                </a:lnTo>
                <a:lnTo>
                  <a:pt x="32005" y="14960"/>
                </a:lnTo>
                <a:lnTo>
                  <a:pt x="32365" y="14872"/>
                </a:lnTo>
                <a:lnTo>
                  <a:pt x="32729" y="14793"/>
                </a:lnTo>
                <a:lnTo>
                  <a:pt x="33097" y="14722"/>
                </a:lnTo>
                <a:lnTo>
                  <a:pt x="33469" y="14659"/>
                </a:lnTo>
                <a:lnTo>
                  <a:pt x="33845" y="14605"/>
                </a:lnTo>
                <a:lnTo>
                  <a:pt x="34225" y="14559"/>
                </a:lnTo>
                <a:lnTo>
                  <a:pt x="34608" y="14521"/>
                </a:lnTo>
                <a:lnTo>
                  <a:pt x="34996" y="14492"/>
                </a:lnTo>
                <a:lnTo>
                  <a:pt x="35388" y="14471"/>
                </a:lnTo>
                <a:lnTo>
                  <a:pt x="35783" y="14458"/>
                </a:lnTo>
                <a:lnTo>
                  <a:pt x="36183" y="14454"/>
                </a:lnTo>
                <a:lnTo>
                  <a:pt x="36498" y="14459"/>
                </a:lnTo>
                <a:lnTo>
                  <a:pt x="36812" y="14472"/>
                </a:lnTo>
                <a:lnTo>
                  <a:pt x="37126" y="14494"/>
                </a:lnTo>
                <a:lnTo>
                  <a:pt x="37439" y="14525"/>
                </a:lnTo>
                <a:lnTo>
                  <a:pt x="37751" y="14565"/>
                </a:lnTo>
                <a:lnTo>
                  <a:pt x="38064" y="14614"/>
                </a:lnTo>
                <a:lnTo>
                  <a:pt x="38375" y="14671"/>
                </a:lnTo>
                <a:lnTo>
                  <a:pt x="38687" y="14737"/>
                </a:lnTo>
                <a:lnTo>
                  <a:pt x="38997" y="14813"/>
                </a:lnTo>
                <a:lnTo>
                  <a:pt x="39308" y="14897"/>
                </a:lnTo>
                <a:lnTo>
                  <a:pt x="39617" y="14990"/>
                </a:lnTo>
                <a:lnTo>
                  <a:pt x="39926" y="15091"/>
                </a:lnTo>
                <a:lnTo>
                  <a:pt x="40235" y="15202"/>
                </a:lnTo>
                <a:lnTo>
                  <a:pt x="40544" y="15321"/>
                </a:lnTo>
                <a:lnTo>
                  <a:pt x="40851" y="15450"/>
                </a:lnTo>
                <a:lnTo>
                  <a:pt x="41159" y="15587"/>
                </a:lnTo>
                <a:lnTo>
                  <a:pt x="41465" y="15733"/>
                </a:lnTo>
                <a:lnTo>
                  <a:pt x="41772" y="15887"/>
                </a:lnTo>
                <a:lnTo>
                  <a:pt x="42077" y="16051"/>
                </a:lnTo>
                <a:lnTo>
                  <a:pt x="42383" y="16224"/>
                </a:lnTo>
                <a:lnTo>
                  <a:pt x="42688" y="16405"/>
                </a:lnTo>
                <a:lnTo>
                  <a:pt x="42992" y="16595"/>
                </a:lnTo>
                <a:lnTo>
                  <a:pt x="43296" y="16794"/>
                </a:lnTo>
                <a:lnTo>
                  <a:pt x="43599" y="17002"/>
                </a:lnTo>
                <a:lnTo>
                  <a:pt x="43901" y="17218"/>
                </a:lnTo>
                <a:lnTo>
                  <a:pt x="44200" y="17443"/>
                </a:lnTo>
                <a:lnTo>
                  <a:pt x="44497" y="17675"/>
                </a:lnTo>
                <a:lnTo>
                  <a:pt x="44791" y="17916"/>
                </a:lnTo>
                <a:lnTo>
                  <a:pt x="45082" y="18165"/>
                </a:lnTo>
                <a:lnTo>
                  <a:pt x="45370" y="18422"/>
                </a:lnTo>
                <a:lnTo>
                  <a:pt x="45657" y="18687"/>
                </a:lnTo>
                <a:lnTo>
                  <a:pt x="45940" y="18961"/>
                </a:lnTo>
                <a:lnTo>
                  <a:pt x="46221" y="19242"/>
                </a:lnTo>
                <a:lnTo>
                  <a:pt x="46499" y="19532"/>
                </a:lnTo>
                <a:lnTo>
                  <a:pt x="46774" y="19830"/>
                </a:lnTo>
                <a:lnTo>
                  <a:pt x="47047" y="20137"/>
                </a:lnTo>
                <a:lnTo>
                  <a:pt x="47318" y="20451"/>
                </a:lnTo>
                <a:lnTo>
                  <a:pt x="47585" y="20774"/>
                </a:lnTo>
                <a:lnTo>
                  <a:pt x="47850" y="21105"/>
                </a:lnTo>
                <a:lnTo>
                  <a:pt x="48113" y="21444"/>
                </a:lnTo>
                <a:lnTo>
                  <a:pt x="48373" y="21791"/>
                </a:lnTo>
                <a:lnTo>
                  <a:pt x="48630" y="22146"/>
                </a:lnTo>
                <a:lnTo>
                  <a:pt x="48884" y="22510"/>
                </a:lnTo>
                <a:lnTo>
                  <a:pt x="49136" y="22882"/>
                </a:lnTo>
                <a:lnTo>
                  <a:pt x="49386" y="23262"/>
                </a:lnTo>
                <a:lnTo>
                  <a:pt x="49632" y="23650"/>
                </a:lnTo>
                <a:lnTo>
                  <a:pt x="49876" y="24046"/>
                </a:lnTo>
                <a:lnTo>
                  <a:pt x="50118" y="24451"/>
                </a:lnTo>
                <a:lnTo>
                  <a:pt x="50356" y="24863"/>
                </a:lnTo>
                <a:lnTo>
                  <a:pt x="50590" y="25284"/>
                </a:lnTo>
                <a:lnTo>
                  <a:pt x="50820" y="25713"/>
                </a:lnTo>
                <a:lnTo>
                  <a:pt x="51047" y="26151"/>
                </a:lnTo>
                <a:lnTo>
                  <a:pt x="51269" y="26596"/>
                </a:lnTo>
                <a:lnTo>
                  <a:pt x="51488" y="27050"/>
                </a:lnTo>
                <a:lnTo>
                  <a:pt x="51702" y="27512"/>
                </a:lnTo>
                <a:lnTo>
                  <a:pt x="51913" y="27982"/>
                </a:lnTo>
                <a:lnTo>
                  <a:pt x="52119" y="28460"/>
                </a:lnTo>
                <a:lnTo>
                  <a:pt x="52322" y="28947"/>
                </a:lnTo>
                <a:lnTo>
                  <a:pt x="52521" y="29441"/>
                </a:lnTo>
                <a:lnTo>
                  <a:pt x="52716" y="29944"/>
                </a:lnTo>
                <a:lnTo>
                  <a:pt x="52907" y="30455"/>
                </a:lnTo>
                <a:lnTo>
                  <a:pt x="53094" y="30974"/>
                </a:lnTo>
                <a:lnTo>
                  <a:pt x="53277" y="31502"/>
                </a:lnTo>
                <a:lnTo>
                  <a:pt x="53456" y="32037"/>
                </a:lnTo>
                <a:lnTo>
                  <a:pt x="53631" y="32581"/>
                </a:lnTo>
                <a:lnTo>
                  <a:pt x="53802" y="33133"/>
                </a:lnTo>
                <a:lnTo>
                  <a:pt x="53969" y="33693"/>
                </a:lnTo>
                <a:lnTo>
                  <a:pt x="54133" y="34262"/>
                </a:lnTo>
                <a:lnTo>
                  <a:pt x="54292" y="34838"/>
                </a:lnTo>
                <a:lnTo>
                  <a:pt x="54448" y="35423"/>
                </a:lnTo>
                <a:lnTo>
                  <a:pt x="54599" y="36016"/>
                </a:lnTo>
                <a:lnTo>
                  <a:pt x="54747" y="36617"/>
                </a:lnTo>
                <a:lnTo>
                  <a:pt x="54890" y="37226"/>
                </a:lnTo>
                <a:lnTo>
                  <a:pt x="55026" y="37842"/>
                </a:lnTo>
                <a:lnTo>
                  <a:pt x="55157" y="38465"/>
                </a:lnTo>
                <a:lnTo>
                  <a:pt x="55281" y="39095"/>
                </a:lnTo>
                <a:lnTo>
                  <a:pt x="55399" y="39733"/>
                </a:lnTo>
                <a:lnTo>
                  <a:pt x="55512" y="40378"/>
                </a:lnTo>
                <a:lnTo>
                  <a:pt x="55618" y="41030"/>
                </a:lnTo>
                <a:lnTo>
                  <a:pt x="55718" y="41689"/>
                </a:lnTo>
                <a:lnTo>
                  <a:pt x="55812" y="42355"/>
                </a:lnTo>
                <a:lnTo>
                  <a:pt x="55900" y="43029"/>
                </a:lnTo>
                <a:lnTo>
                  <a:pt x="55982" y="43710"/>
                </a:lnTo>
                <a:lnTo>
                  <a:pt x="56058" y="44398"/>
                </a:lnTo>
                <a:lnTo>
                  <a:pt x="56127" y="45093"/>
                </a:lnTo>
                <a:lnTo>
                  <a:pt x="56191" y="45795"/>
                </a:lnTo>
                <a:lnTo>
                  <a:pt x="56249" y="46505"/>
                </a:lnTo>
                <a:lnTo>
                  <a:pt x="56300" y="47222"/>
                </a:lnTo>
                <a:lnTo>
                  <a:pt x="56346" y="47946"/>
                </a:lnTo>
                <a:lnTo>
                  <a:pt x="56385" y="48677"/>
                </a:lnTo>
                <a:lnTo>
                  <a:pt x="56419" y="49415"/>
                </a:lnTo>
                <a:lnTo>
                  <a:pt x="56446" y="50161"/>
                </a:lnTo>
                <a:lnTo>
                  <a:pt x="56467" y="50913"/>
                </a:lnTo>
                <a:lnTo>
                  <a:pt x="56483" y="51673"/>
                </a:lnTo>
                <a:lnTo>
                  <a:pt x="56492" y="52440"/>
                </a:lnTo>
                <a:lnTo>
                  <a:pt x="56495" y="53215"/>
                </a:lnTo>
                <a:lnTo>
                  <a:pt x="56495" y="60309"/>
                </a:lnTo>
                <a:lnTo>
                  <a:pt x="56381" y="60603"/>
                </a:lnTo>
                <a:lnTo>
                  <a:pt x="56211" y="61029"/>
                </a:lnTo>
                <a:close/>
                <a:moveTo>
                  <a:pt x="169715" y="57479"/>
                </a:moveTo>
                <a:lnTo>
                  <a:pt x="169701" y="56384"/>
                </a:lnTo>
                <a:lnTo>
                  <a:pt x="169681" y="55301"/>
                </a:lnTo>
                <a:lnTo>
                  <a:pt x="169655" y="54229"/>
                </a:lnTo>
                <a:lnTo>
                  <a:pt x="169623" y="53170"/>
                </a:lnTo>
                <a:lnTo>
                  <a:pt x="169586" y="52123"/>
                </a:lnTo>
                <a:lnTo>
                  <a:pt x="169543" y="51089"/>
                </a:lnTo>
                <a:lnTo>
                  <a:pt x="169494" y="50066"/>
                </a:lnTo>
                <a:lnTo>
                  <a:pt x="169440" y="49056"/>
                </a:lnTo>
                <a:lnTo>
                  <a:pt x="169379" y="48057"/>
                </a:lnTo>
                <a:lnTo>
                  <a:pt x="169313" y="47071"/>
                </a:lnTo>
                <a:lnTo>
                  <a:pt x="169242" y="46097"/>
                </a:lnTo>
                <a:lnTo>
                  <a:pt x="169164" y="45135"/>
                </a:lnTo>
                <a:lnTo>
                  <a:pt x="169081" y="44185"/>
                </a:lnTo>
                <a:lnTo>
                  <a:pt x="168992" y="43247"/>
                </a:lnTo>
                <a:lnTo>
                  <a:pt x="168897" y="42322"/>
                </a:lnTo>
                <a:lnTo>
                  <a:pt x="168797" y="41409"/>
                </a:lnTo>
                <a:lnTo>
                  <a:pt x="168690" y="40507"/>
                </a:lnTo>
                <a:lnTo>
                  <a:pt x="168578" y="39618"/>
                </a:lnTo>
                <a:lnTo>
                  <a:pt x="168461" y="38741"/>
                </a:lnTo>
                <a:lnTo>
                  <a:pt x="168337" y="37876"/>
                </a:lnTo>
                <a:lnTo>
                  <a:pt x="168208" y="37024"/>
                </a:lnTo>
                <a:lnTo>
                  <a:pt x="168073" y="36183"/>
                </a:lnTo>
                <a:lnTo>
                  <a:pt x="167933" y="35354"/>
                </a:lnTo>
                <a:lnTo>
                  <a:pt x="167787" y="34535"/>
                </a:lnTo>
                <a:lnTo>
                  <a:pt x="167636" y="33727"/>
                </a:lnTo>
                <a:lnTo>
                  <a:pt x="167479" y="32930"/>
                </a:lnTo>
                <a:lnTo>
                  <a:pt x="167317" y="32144"/>
                </a:lnTo>
                <a:lnTo>
                  <a:pt x="167149" y="31368"/>
                </a:lnTo>
                <a:lnTo>
                  <a:pt x="166976" y="30603"/>
                </a:lnTo>
                <a:lnTo>
                  <a:pt x="166798" y="29848"/>
                </a:lnTo>
                <a:lnTo>
                  <a:pt x="166614" y="29104"/>
                </a:lnTo>
                <a:lnTo>
                  <a:pt x="166425" y="28371"/>
                </a:lnTo>
                <a:lnTo>
                  <a:pt x="166230" y="27648"/>
                </a:lnTo>
                <a:lnTo>
                  <a:pt x="166030" y="26937"/>
                </a:lnTo>
                <a:lnTo>
                  <a:pt x="165825" y="26235"/>
                </a:lnTo>
                <a:lnTo>
                  <a:pt x="165614" y="25545"/>
                </a:lnTo>
                <a:lnTo>
                  <a:pt x="165398" y="24865"/>
                </a:lnTo>
                <a:lnTo>
                  <a:pt x="165176" y="24195"/>
                </a:lnTo>
                <a:lnTo>
                  <a:pt x="164949" y="23537"/>
                </a:lnTo>
                <a:lnTo>
                  <a:pt x="164717" y="22889"/>
                </a:lnTo>
                <a:lnTo>
                  <a:pt x="164479" y="22252"/>
                </a:lnTo>
                <a:lnTo>
                  <a:pt x="164235" y="21625"/>
                </a:lnTo>
                <a:lnTo>
                  <a:pt x="163987" y="21009"/>
                </a:lnTo>
                <a:lnTo>
                  <a:pt x="163732" y="20404"/>
                </a:lnTo>
                <a:lnTo>
                  <a:pt x="163473" y="19809"/>
                </a:lnTo>
                <a:lnTo>
                  <a:pt x="163208" y="19225"/>
                </a:lnTo>
                <a:lnTo>
                  <a:pt x="162938" y="18651"/>
                </a:lnTo>
                <a:lnTo>
                  <a:pt x="162664" y="18087"/>
                </a:lnTo>
                <a:lnTo>
                  <a:pt x="162385" y="17532"/>
                </a:lnTo>
                <a:lnTo>
                  <a:pt x="162102" y="16987"/>
                </a:lnTo>
                <a:lnTo>
                  <a:pt x="161814" y="16451"/>
                </a:lnTo>
                <a:lnTo>
                  <a:pt x="161522" y="15925"/>
                </a:lnTo>
                <a:lnTo>
                  <a:pt x="161226" y="15408"/>
                </a:lnTo>
                <a:lnTo>
                  <a:pt x="160925" y="14900"/>
                </a:lnTo>
                <a:lnTo>
                  <a:pt x="160620" y="14403"/>
                </a:lnTo>
                <a:lnTo>
                  <a:pt x="160310" y="13914"/>
                </a:lnTo>
                <a:lnTo>
                  <a:pt x="159996" y="13436"/>
                </a:lnTo>
                <a:lnTo>
                  <a:pt x="159677" y="12966"/>
                </a:lnTo>
                <a:lnTo>
                  <a:pt x="159354" y="12507"/>
                </a:lnTo>
                <a:lnTo>
                  <a:pt x="159027" y="12056"/>
                </a:lnTo>
                <a:lnTo>
                  <a:pt x="158695" y="11616"/>
                </a:lnTo>
                <a:lnTo>
                  <a:pt x="158358" y="11185"/>
                </a:lnTo>
                <a:lnTo>
                  <a:pt x="158018" y="10763"/>
                </a:lnTo>
                <a:lnTo>
                  <a:pt x="157672" y="10351"/>
                </a:lnTo>
                <a:lnTo>
                  <a:pt x="157323" y="9948"/>
                </a:lnTo>
                <a:lnTo>
                  <a:pt x="156969" y="9555"/>
                </a:lnTo>
                <a:lnTo>
                  <a:pt x="156610" y="9171"/>
                </a:lnTo>
                <a:lnTo>
                  <a:pt x="156248" y="8797"/>
                </a:lnTo>
                <a:lnTo>
                  <a:pt x="155880" y="8432"/>
                </a:lnTo>
                <a:lnTo>
                  <a:pt x="155508" y="8077"/>
                </a:lnTo>
                <a:lnTo>
                  <a:pt x="155132" y="7731"/>
                </a:lnTo>
                <a:lnTo>
                  <a:pt x="154752" y="7392"/>
                </a:lnTo>
                <a:lnTo>
                  <a:pt x="154367" y="7062"/>
                </a:lnTo>
                <a:lnTo>
                  <a:pt x="153979" y="6739"/>
                </a:lnTo>
                <a:lnTo>
                  <a:pt x="153585" y="6424"/>
                </a:lnTo>
                <a:lnTo>
                  <a:pt x="153188" y="6117"/>
                </a:lnTo>
                <a:lnTo>
                  <a:pt x="152786" y="5818"/>
                </a:lnTo>
                <a:lnTo>
                  <a:pt x="152380" y="5527"/>
                </a:lnTo>
                <a:lnTo>
                  <a:pt x="151970" y="5243"/>
                </a:lnTo>
                <a:lnTo>
                  <a:pt x="151556" y="4968"/>
                </a:lnTo>
                <a:lnTo>
                  <a:pt x="151137" y="4700"/>
                </a:lnTo>
                <a:lnTo>
                  <a:pt x="150714" y="4440"/>
                </a:lnTo>
                <a:lnTo>
                  <a:pt x="150287" y="4188"/>
                </a:lnTo>
                <a:lnTo>
                  <a:pt x="149855" y="3944"/>
                </a:lnTo>
                <a:lnTo>
                  <a:pt x="149419" y="3708"/>
                </a:lnTo>
                <a:lnTo>
                  <a:pt x="148979" y="3480"/>
                </a:lnTo>
                <a:lnTo>
                  <a:pt x="148535" y="3259"/>
                </a:lnTo>
                <a:lnTo>
                  <a:pt x="148086" y="3047"/>
                </a:lnTo>
                <a:lnTo>
                  <a:pt x="147634" y="2842"/>
                </a:lnTo>
                <a:lnTo>
                  <a:pt x="147176" y="2645"/>
                </a:lnTo>
                <a:lnTo>
                  <a:pt x="146715" y="2456"/>
                </a:lnTo>
                <a:lnTo>
                  <a:pt x="146249" y="2275"/>
                </a:lnTo>
                <a:lnTo>
                  <a:pt x="145780" y="2102"/>
                </a:lnTo>
                <a:lnTo>
                  <a:pt x="145305" y="1937"/>
                </a:lnTo>
                <a:lnTo>
                  <a:pt x="144827" y="1779"/>
                </a:lnTo>
                <a:lnTo>
                  <a:pt x="144346" y="1627"/>
                </a:lnTo>
                <a:lnTo>
                  <a:pt x="143861" y="1483"/>
                </a:lnTo>
                <a:lnTo>
                  <a:pt x="143373" y="1345"/>
                </a:lnTo>
                <a:lnTo>
                  <a:pt x="142881" y="1214"/>
                </a:lnTo>
                <a:lnTo>
                  <a:pt x="142386" y="1089"/>
                </a:lnTo>
                <a:lnTo>
                  <a:pt x="141887" y="972"/>
                </a:lnTo>
                <a:lnTo>
                  <a:pt x="141385" y="861"/>
                </a:lnTo>
                <a:lnTo>
                  <a:pt x="140879" y="757"/>
                </a:lnTo>
                <a:lnTo>
                  <a:pt x="140370" y="659"/>
                </a:lnTo>
                <a:lnTo>
                  <a:pt x="139858" y="568"/>
                </a:lnTo>
                <a:lnTo>
                  <a:pt x="139342" y="484"/>
                </a:lnTo>
                <a:lnTo>
                  <a:pt x="138822" y="407"/>
                </a:lnTo>
                <a:lnTo>
                  <a:pt x="138300" y="336"/>
                </a:lnTo>
                <a:lnTo>
                  <a:pt x="137773" y="272"/>
                </a:lnTo>
                <a:lnTo>
                  <a:pt x="137244" y="215"/>
                </a:lnTo>
                <a:lnTo>
                  <a:pt x="136711" y="165"/>
                </a:lnTo>
                <a:lnTo>
                  <a:pt x="136174" y="121"/>
                </a:lnTo>
                <a:lnTo>
                  <a:pt x="135634" y="84"/>
                </a:lnTo>
                <a:lnTo>
                  <a:pt x="135091" y="54"/>
                </a:lnTo>
                <a:lnTo>
                  <a:pt x="134544" y="30"/>
                </a:lnTo>
                <a:lnTo>
                  <a:pt x="133993" y="13"/>
                </a:lnTo>
                <a:lnTo>
                  <a:pt x="133439" y="3"/>
                </a:lnTo>
                <a:lnTo>
                  <a:pt x="132882" y="0"/>
                </a:lnTo>
                <a:lnTo>
                  <a:pt x="132192" y="5"/>
                </a:lnTo>
                <a:lnTo>
                  <a:pt x="131507" y="21"/>
                </a:lnTo>
                <a:lnTo>
                  <a:pt x="130828" y="47"/>
                </a:lnTo>
                <a:lnTo>
                  <a:pt x="130154" y="84"/>
                </a:lnTo>
                <a:lnTo>
                  <a:pt x="129486" y="131"/>
                </a:lnTo>
                <a:lnTo>
                  <a:pt x="128823" y="189"/>
                </a:lnTo>
                <a:lnTo>
                  <a:pt x="128165" y="257"/>
                </a:lnTo>
                <a:lnTo>
                  <a:pt x="127513" y="336"/>
                </a:lnTo>
                <a:lnTo>
                  <a:pt x="126866" y="425"/>
                </a:lnTo>
                <a:lnTo>
                  <a:pt x="126225" y="525"/>
                </a:lnTo>
                <a:lnTo>
                  <a:pt x="125589" y="635"/>
                </a:lnTo>
                <a:lnTo>
                  <a:pt x="124958" y="756"/>
                </a:lnTo>
                <a:lnTo>
                  <a:pt x="124333" y="887"/>
                </a:lnTo>
                <a:lnTo>
                  <a:pt x="123713" y="1029"/>
                </a:lnTo>
                <a:lnTo>
                  <a:pt x="123099" y="1181"/>
                </a:lnTo>
                <a:lnTo>
                  <a:pt x="122490" y="1344"/>
                </a:lnTo>
                <a:lnTo>
                  <a:pt x="121887" y="1517"/>
                </a:lnTo>
                <a:lnTo>
                  <a:pt x="121289" y="1701"/>
                </a:lnTo>
                <a:lnTo>
                  <a:pt x="120696" y="1895"/>
                </a:lnTo>
                <a:lnTo>
                  <a:pt x="120109" y="2099"/>
                </a:lnTo>
                <a:lnTo>
                  <a:pt x="119527" y="2315"/>
                </a:lnTo>
                <a:lnTo>
                  <a:pt x="118950" y="2540"/>
                </a:lnTo>
                <a:lnTo>
                  <a:pt x="118379" y="2776"/>
                </a:lnTo>
                <a:lnTo>
                  <a:pt x="117814" y="3023"/>
                </a:lnTo>
                <a:lnTo>
                  <a:pt x="117254" y="3282"/>
                </a:lnTo>
                <a:lnTo>
                  <a:pt x="116701" y="3554"/>
                </a:lnTo>
                <a:lnTo>
                  <a:pt x="116155" y="3840"/>
                </a:lnTo>
                <a:lnTo>
                  <a:pt x="115615" y="4140"/>
                </a:lnTo>
                <a:lnTo>
                  <a:pt x="115081" y="4453"/>
                </a:lnTo>
                <a:lnTo>
                  <a:pt x="114555" y="4780"/>
                </a:lnTo>
                <a:lnTo>
                  <a:pt x="114034" y="5120"/>
                </a:lnTo>
                <a:lnTo>
                  <a:pt x="113521" y="5474"/>
                </a:lnTo>
                <a:lnTo>
                  <a:pt x="113013" y="5842"/>
                </a:lnTo>
                <a:lnTo>
                  <a:pt x="112513" y="6223"/>
                </a:lnTo>
                <a:lnTo>
                  <a:pt x="112019" y="6618"/>
                </a:lnTo>
                <a:lnTo>
                  <a:pt x="111531" y="7026"/>
                </a:lnTo>
                <a:lnTo>
                  <a:pt x="111051" y="7448"/>
                </a:lnTo>
                <a:lnTo>
                  <a:pt x="110576" y="7884"/>
                </a:lnTo>
                <a:lnTo>
                  <a:pt x="110108" y="8334"/>
                </a:lnTo>
                <a:lnTo>
                  <a:pt x="109647" y="8796"/>
                </a:lnTo>
                <a:lnTo>
                  <a:pt x="109193" y="9273"/>
                </a:lnTo>
                <a:lnTo>
                  <a:pt x="108744" y="9763"/>
                </a:lnTo>
                <a:lnTo>
                  <a:pt x="108303" y="10267"/>
                </a:lnTo>
                <a:lnTo>
                  <a:pt x="107868" y="10784"/>
                </a:lnTo>
                <a:lnTo>
                  <a:pt x="107440" y="11315"/>
                </a:lnTo>
                <a:lnTo>
                  <a:pt x="107018" y="11860"/>
                </a:lnTo>
                <a:lnTo>
                  <a:pt x="106602" y="12418"/>
                </a:lnTo>
                <a:lnTo>
                  <a:pt x="106194" y="12990"/>
                </a:lnTo>
                <a:lnTo>
                  <a:pt x="105792" y="13576"/>
                </a:lnTo>
                <a:lnTo>
                  <a:pt x="105398" y="14178"/>
                </a:lnTo>
                <a:lnTo>
                  <a:pt x="105012" y="14796"/>
                </a:lnTo>
                <a:lnTo>
                  <a:pt x="104634" y="15429"/>
                </a:lnTo>
                <a:lnTo>
                  <a:pt x="104263" y="16078"/>
                </a:lnTo>
                <a:lnTo>
                  <a:pt x="103900" y="16742"/>
                </a:lnTo>
                <a:lnTo>
                  <a:pt x="103544" y="17422"/>
                </a:lnTo>
                <a:lnTo>
                  <a:pt x="103197" y="18118"/>
                </a:lnTo>
                <a:lnTo>
                  <a:pt x="102857" y="18829"/>
                </a:lnTo>
                <a:lnTo>
                  <a:pt x="102525" y="19555"/>
                </a:lnTo>
                <a:lnTo>
                  <a:pt x="102200" y="20298"/>
                </a:lnTo>
                <a:lnTo>
                  <a:pt x="101883" y="21056"/>
                </a:lnTo>
                <a:lnTo>
                  <a:pt x="101574" y="21829"/>
                </a:lnTo>
                <a:lnTo>
                  <a:pt x="101273" y="22618"/>
                </a:lnTo>
                <a:lnTo>
                  <a:pt x="100979" y="23423"/>
                </a:lnTo>
                <a:lnTo>
                  <a:pt x="100693" y="24243"/>
                </a:lnTo>
                <a:lnTo>
                  <a:pt x="100415" y="25078"/>
                </a:lnTo>
                <a:lnTo>
                  <a:pt x="100145" y="25930"/>
                </a:lnTo>
                <a:lnTo>
                  <a:pt x="99882" y="26797"/>
                </a:lnTo>
                <a:lnTo>
                  <a:pt x="99627" y="27679"/>
                </a:lnTo>
                <a:lnTo>
                  <a:pt x="99379" y="28577"/>
                </a:lnTo>
                <a:lnTo>
                  <a:pt x="99139" y="29491"/>
                </a:lnTo>
                <a:lnTo>
                  <a:pt x="98907" y="30420"/>
                </a:lnTo>
                <a:lnTo>
                  <a:pt x="98683" y="31365"/>
                </a:lnTo>
                <a:lnTo>
                  <a:pt x="98467" y="32327"/>
                </a:lnTo>
                <a:lnTo>
                  <a:pt x="98261" y="33308"/>
                </a:lnTo>
                <a:lnTo>
                  <a:pt x="98063" y="34308"/>
                </a:lnTo>
                <a:lnTo>
                  <a:pt x="97875" y="35328"/>
                </a:lnTo>
                <a:lnTo>
                  <a:pt x="97696" y="36366"/>
                </a:lnTo>
                <a:lnTo>
                  <a:pt x="97526" y="37423"/>
                </a:lnTo>
                <a:lnTo>
                  <a:pt x="97365" y="38499"/>
                </a:lnTo>
                <a:lnTo>
                  <a:pt x="97214" y="39595"/>
                </a:lnTo>
                <a:lnTo>
                  <a:pt x="97071" y="40709"/>
                </a:lnTo>
                <a:lnTo>
                  <a:pt x="96938" y="41842"/>
                </a:lnTo>
                <a:lnTo>
                  <a:pt x="96814" y="42995"/>
                </a:lnTo>
                <a:lnTo>
                  <a:pt x="96699" y="44166"/>
                </a:lnTo>
                <a:lnTo>
                  <a:pt x="96594" y="45356"/>
                </a:lnTo>
                <a:lnTo>
                  <a:pt x="96497" y="46566"/>
                </a:lnTo>
                <a:lnTo>
                  <a:pt x="96410" y="47794"/>
                </a:lnTo>
                <a:lnTo>
                  <a:pt x="96332" y="49042"/>
                </a:lnTo>
                <a:lnTo>
                  <a:pt x="96263" y="50308"/>
                </a:lnTo>
                <a:lnTo>
                  <a:pt x="96203" y="51594"/>
                </a:lnTo>
                <a:lnTo>
                  <a:pt x="96153" y="52898"/>
                </a:lnTo>
                <a:lnTo>
                  <a:pt x="96111" y="54222"/>
                </a:lnTo>
                <a:lnTo>
                  <a:pt x="96079" y="55565"/>
                </a:lnTo>
                <a:lnTo>
                  <a:pt x="96056" y="56926"/>
                </a:lnTo>
                <a:lnTo>
                  <a:pt x="96043" y="58307"/>
                </a:lnTo>
                <a:lnTo>
                  <a:pt x="96038" y="59707"/>
                </a:lnTo>
                <a:lnTo>
                  <a:pt x="96038" y="80680"/>
                </a:lnTo>
                <a:lnTo>
                  <a:pt x="96041" y="81800"/>
                </a:lnTo>
                <a:lnTo>
                  <a:pt x="96050" y="82908"/>
                </a:lnTo>
                <a:lnTo>
                  <a:pt x="96065" y="84004"/>
                </a:lnTo>
                <a:lnTo>
                  <a:pt x="96085" y="85088"/>
                </a:lnTo>
                <a:lnTo>
                  <a:pt x="96112" y="86161"/>
                </a:lnTo>
                <a:lnTo>
                  <a:pt x="96144" y="87222"/>
                </a:lnTo>
                <a:lnTo>
                  <a:pt x="96183" y="88271"/>
                </a:lnTo>
                <a:lnTo>
                  <a:pt x="96227" y="89308"/>
                </a:lnTo>
                <a:lnTo>
                  <a:pt x="96277" y="90334"/>
                </a:lnTo>
                <a:lnTo>
                  <a:pt x="96333" y="91347"/>
                </a:lnTo>
                <a:lnTo>
                  <a:pt x="96395" y="92349"/>
                </a:lnTo>
                <a:lnTo>
                  <a:pt x="96463" y="93339"/>
                </a:lnTo>
                <a:lnTo>
                  <a:pt x="96537" y="94317"/>
                </a:lnTo>
                <a:lnTo>
                  <a:pt x="96617" y="95284"/>
                </a:lnTo>
                <a:lnTo>
                  <a:pt x="96702" y="96238"/>
                </a:lnTo>
                <a:lnTo>
                  <a:pt x="96794" y="97181"/>
                </a:lnTo>
                <a:lnTo>
                  <a:pt x="96891" y="98112"/>
                </a:lnTo>
                <a:lnTo>
                  <a:pt x="96994" y="99031"/>
                </a:lnTo>
                <a:lnTo>
                  <a:pt x="97104" y="99938"/>
                </a:lnTo>
                <a:lnTo>
                  <a:pt x="97219" y="100834"/>
                </a:lnTo>
                <a:lnTo>
                  <a:pt x="97340" y="101717"/>
                </a:lnTo>
                <a:lnTo>
                  <a:pt x="97467" y="102589"/>
                </a:lnTo>
                <a:lnTo>
                  <a:pt x="97600" y="103449"/>
                </a:lnTo>
                <a:lnTo>
                  <a:pt x="97738" y="104298"/>
                </a:lnTo>
                <a:lnTo>
                  <a:pt x="97883" y="105135"/>
                </a:lnTo>
                <a:lnTo>
                  <a:pt x="98032" y="105962"/>
                </a:lnTo>
                <a:lnTo>
                  <a:pt x="98187" y="106778"/>
                </a:lnTo>
                <a:lnTo>
                  <a:pt x="98347" y="107583"/>
                </a:lnTo>
                <a:lnTo>
                  <a:pt x="98513" y="108378"/>
                </a:lnTo>
                <a:lnTo>
                  <a:pt x="98683" y="109163"/>
                </a:lnTo>
                <a:lnTo>
                  <a:pt x="98859" y="109937"/>
                </a:lnTo>
                <a:lnTo>
                  <a:pt x="99040" y="110701"/>
                </a:lnTo>
                <a:lnTo>
                  <a:pt x="99226" y="111454"/>
                </a:lnTo>
                <a:lnTo>
                  <a:pt x="99418" y="112197"/>
                </a:lnTo>
                <a:lnTo>
                  <a:pt x="99615" y="112929"/>
                </a:lnTo>
                <a:lnTo>
                  <a:pt x="99817" y="113651"/>
                </a:lnTo>
                <a:lnTo>
                  <a:pt x="100024" y="114362"/>
                </a:lnTo>
                <a:lnTo>
                  <a:pt x="100237" y="115062"/>
                </a:lnTo>
                <a:lnTo>
                  <a:pt x="100455" y="115753"/>
                </a:lnTo>
                <a:lnTo>
                  <a:pt x="100678" y="116432"/>
                </a:lnTo>
                <a:lnTo>
                  <a:pt x="100906" y="117101"/>
                </a:lnTo>
                <a:lnTo>
                  <a:pt x="101139" y="117760"/>
                </a:lnTo>
                <a:lnTo>
                  <a:pt x="101378" y="118408"/>
                </a:lnTo>
                <a:lnTo>
                  <a:pt x="101622" y="119046"/>
                </a:lnTo>
                <a:lnTo>
                  <a:pt x="101872" y="119673"/>
                </a:lnTo>
                <a:lnTo>
                  <a:pt x="102126" y="120290"/>
                </a:lnTo>
                <a:lnTo>
                  <a:pt x="102386" y="120896"/>
                </a:lnTo>
                <a:lnTo>
                  <a:pt x="102651" y="121492"/>
                </a:lnTo>
                <a:lnTo>
                  <a:pt x="102921" y="122078"/>
                </a:lnTo>
                <a:lnTo>
                  <a:pt x="103196" y="122654"/>
                </a:lnTo>
                <a:lnTo>
                  <a:pt x="103475" y="123221"/>
                </a:lnTo>
                <a:lnTo>
                  <a:pt x="103758" y="123779"/>
                </a:lnTo>
                <a:lnTo>
                  <a:pt x="104047" y="124327"/>
                </a:lnTo>
                <a:lnTo>
                  <a:pt x="104340" y="124866"/>
                </a:lnTo>
                <a:lnTo>
                  <a:pt x="104637" y="125396"/>
                </a:lnTo>
                <a:lnTo>
                  <a:pt x="104939" y="125916"/>
                </a:lnTo>
                <a:lnTo>
                  <a:pt x="105246" y="126427"/>
                </a:lnTo>
                <a:lnTo>
                  <a:pt x="105557" y="126929"/>
                </a:lnTo>
                <a:lnTo>
                  <a:pt x="105873" y="127421"/>
                </a:lnTo>
                <a:lnTo>
                  <a:pt x="106194" y="127904"/>
                </a:lnTo>
                <a:lnTo>
                  <a:pt x="106519" y="128378"/>
                </a:lnTo>
                <a:lnTo>
                  <a:pt x="106848" y="128842"/>
                </a:lnTo>
                <a:lnTo>
                  <a:pt x="107183" y="129297"/>
                </a:lnTo>
                <a:lnTo>
                  <a:pt x="107522" y="129742"/>
                </a:lnTo>
                <a:lnTo>
                  <a:pt x="107865" y="130179"/>
                </a:lnTo>
                <a:lnTo>
                  <a:pt x="108213" y="130605"/>
                </a:lnTo>
                <a:lnTo>
                  <a:pt x="108566" y="131023"/>
                </a:lnTo>
                <a:lnTo>
                  <a:pt x="108923" y="131431"/>
                </a:lnTo>
                <a:lnTo>
                  <a:pt x="109285" y="131830"/>
                </a:lnTo>
                <a:lnTo>
                  <a:pt x="109651" y="132219"/>
                </a:lnTo>
                <a:lnTo>
                  <a:pt x="110022" y="132599"/>
                </a:lnTo>
                <a:lnTo>
                  <a:pt x="110398" y="132970"/>
                </a:lnTo>
                <a:lnTo>
                  <a:pt x="110778" y="133332"/>
                </a:lnTo>
                <a:lnTo>
                  <a:pt x="111162" y="133686"/>
                </a:lnTo>
                <a:lnTo>
                  <a:pt x="111550" y="134031"/>
                </a:lnTo>
                <a:lnTo>
                  <a:pt x="111942" y="134368"/>
                </a:lnTo>
                <a:lnTo>
                  <a:pt x="112338" y="134696"/>
                </a:lnTo>
                <a:lnTo>
                  <a:pt x="112739" y="135016"/>
                </a:lnTo>
                <a:lnTo>
                  <a:pt x="113143" y="135328"/>
                </a:lnTo>
                <a:lnTo>
                  <a:pt x="113552" y="135631"/>
                </a:lnTo>
                <a:lnTo>
                  <a:pt x="113965" y="135926"/>
                </a:lnTo>
                <a:lnTo>
                  <a:pt x="114382" y="136213"/>
                </a:lnTo>
                <a:lnTo>
                  <a:pt x="114803" y="136491"/>
                </a:lnTo>
                <a:lnTo>
                  <a:pt x="115228" y="136761"/>
                </a:lnTo>
                <a:lnTo>
                  <a:pt x="115657" y="137022"/>
                </a:lnTo>
                <a:lnTo>
                  <a:pt x="116090" y="137276"/>
                </a:lnTo>
                <a:lnTo>
                  <a:pt x="116527" y="137520"/>
                </a:lnTo>
                <a:lnTo>
                  <a:pt x="116969" y="137757"/>
                </a:lnTo>
                <a:lnTo>
                  <a:pt x="117414" y="137985"/>
                </a:lnTo>
                <a:lnTo>
                  <a:pt x="117864" y="138205"/>
                </a:lnTo>
                <a:lnTo>
                  <a:pt x="118318" y="138416"/>
                </a:lnTo>
                <a:lnTo>
                  <a:pt x="118776" y="138619"/>
                </a:lnTo>
                <a:lnTo>
                  <a:pt x="119238" y="138814"/>
                </a:lnTo>
                <a:lnTo>
                  <a:pt x="119704" y="139000"/>
                </a:lnTo>
                <a:lnTo>
                  <a:pt x="120174" y="139178"/>
                </a:lnTo>
                <a:lnTo>
                  <a:pt x="120648" y="139347"/>
                </a:lnTo>
                <a:lnTo>
                  <a:pt x="121126" y="139509"/>
                </a:lnTo>
                <a:lnTo>
                  <a:pt x="121607" y="139664"/>
                </a:lnTo>
                <a:lnTo>
                  <a:pt x="122091" y="139812"/>
                </a:lnTo>
                <a:lnTo>
                  <a:pt x="122578" y="139953"/>
                </a:lnTo>
                <a:lnTo>
                  <a:pt x="123069" y="140088"/>
                </a:lnTo>
                <a:lnTo>
                  <a:pt x="123562" y="140215"/>
                </a:lnTo>
                <a:lnTo>
                  <a:pt x="124058" y="140336"/>
                </a:lnTo>
                <a:lnTo>
                  <a:pt x="124558" y="140449"/>
                </a:lnTo>
                <a:lnTo>
                  <a:pt x="125061" y="140556"/>
                </a:lnTo>
                <a:lnTo>
                  <a:pt x="125567" y="140656"/>
                </a:lnTo>
                <a:lnTo>
                  <a:pt x="126076" y="140749"/>
                </a:lnTo>
                <a:lnTo>
                  <a:pt x="126588" y="140835"/>
                </a:lnTo>
                <a:lnTo>
                  <a:pt x="127103" y="140914"/>
                </a:lnTo>
                <a:lnTo>
                  <a:pt x="127622" y="140987"/>
                </a:lnTo>
                <a:lnTo>
                  <a:pt x="128143" y="141052"/>
                </a:lnTo>
                <a:lnTo>
                  <a:pt x="128668" y="141111"/>
                </a:lnTo>
                <a:lnTo>
                  <a:pt x="129195" y="141162"/>
                </a:lnTo>
                <a:lnTo>
                  <a:pt x="129726" y="141207"/>
                </a:lnTo>
                <a:lnTo>
                  <a:pt x="130260" y="141245"/>
                </a:lnTo>
                <a:lnTo>
                  <a:pt x="130797" y="141276"/>
                </a:lnTo>
                <a:lnTo>
                  <a:pt x="131337" y="141300"/>
                </a:lnTo>
                <a:lnTo>
                  <a:pt x="131881" y="141317"/>
                </a:lnTo>
                <a:lnTo>
                  <a:pt x="132427" y="141328"/>
                </a:lnTo>
                <a:lnTo>
                  <a:pt x="132977" y="141331"/>
                </a:lnTo>
                <a:lnTo>
                  <a:pt x="133675" y="141326"/>
                </a:lnTo>
                <a:lnTo>
                  <a:pt x="134367" y="141309"/>
                </a:lnTo>
                <a:lnTo>
                  <a:pt x="135053" y="141282"/>
                </a:lnTo>
                <a:lnTo>
                  <a:pt x="135733" y="141243"/>
                </a:lnTo>
                <a:lnTo>
                  <a:pt x="136408" y="141194"/>
                </a:lnTo>
                <a:lnTo>
                  <a:pt x="137077" y="141133"/>
                </a:lnTo>
                <a:lnTo>
                  <a:pt x="137741" y="141062"/>
                </a:lnTo>
                <a:lnTo>
                  <a:pt x="138398" y="140979"/>
                </a:lnTo>
                <a:lnTo>
                  <a:pt x="139050" y="140886"/>
                </a:lnTo>
                <a:lnTo>
                  <a:pt x="139696" y="140782"/>
                </a:lnTo>
                <a:lnTo>
                  <a:pt x="140337" y="140666"/>
                </a:lnTo>
                <a:lnTo>
                  <a:pt x="140971" y="140540"/>
                </a:lnTo>
                <a:lnTo>
                  <a:pt x="141600" y="140402"/>
                </a:lnTo>
                <a:lnTo>
                  <a:pt x="142224" y="140254"/>
                </a:lnTo>
                <a:lnTo>
                  <a:pt x="142841" y="140095"/>
                </a:lnTo>
                <a:lnTo>
                  <a:pt x="143453" y="139924"/>
                </a:lnTo>
                <a:lnTo>
                  <a:pt x="144059" y="139743"/>
                </a:lnTo>
                <a:lnTo>
                  <a:pt x="144659" y="139551"/>
                </a:lnTo>
                <a:lnTo>
                  <a:pt x="145253" y="139348"/>
                </a:lnTo>
                <a:lnTo>
                  <a:pt x="145842" y="139133"/>
                </a:lnTo>
                <a:lnTo>
                  <a:pt x="146425" y="138908"/>
                </a:lnTo>
                <a:lnTo>
                  <a:pt x="147002" y="138672"/>
                </a:lnTo>
                <a:lnTo>
                  <a:pt x="147574" y="138424"/>
                </a:lnTo>
                <a:lnTo>
                  <a:pt x="148140" y="138166"/>
                </a:lnTo>
                <a:lnTo>
                  <a:pt x="148699" y="137896"/>
                </a:lnTo>
                <a:lnTo>
                  <a:pt x="149252" y="137612"/>
                </a:lnTo>
                <a:lnTo>
                  <a:pt x="149798" y="137314"/>
                </a:lnTo>
                <a:lnTo>
                  <a:pt x="150337" y="137002"/>
                </a:lnTo>
                <a:lnTo>
                  <a:pt x="150870" y="136677"/>
                </a:lnTo>
                <a:lnTo>
                  <a:pt x="151396" y="136339"/>
                </a:lnTo>
                <a:lnTo>
                  <a:pt x="151915" y="135987"/>
                </a:lnTo>
                <a:lnTo>
                  <a:pt x="152428" y="135621"/>
                </a:lnTo>
                <a:lnTo>
                  <a:pt x="152933" y="135241"/>
                </a:lnTo>
                <a:lnTo>
                  <a:pt x="153432" y="134848"/>
                </a:lnTo>
                <a:lnTo>
                  <a:pt x="153925" y="134442"/>
                </a:lnTo>
                <a:lnTo>
                  <a:pt x="154410" y="134021"/>
                </a:lnTo>
                <a:lnTo>
                  <a:pt x="154889" y="133587"/>
                </a:lnTo>
                <a:lnTo>
                  <a:pt x="155361" y="133140"/>
                </a:lnTo>
                <a:lnTo>
                  <a:pt x="155827" y="132679"/>
                </a:lnTo>
                <a:lnTo>
                  <a:pt x="156285" y="132204"/>
                </a:lnTo>
                <a:lnTo>
                  <a:pt x="156737" y="131716"/>
                </a:lnTo>
                <a:lnTo>
                  <a:pt x="157182" y="131214"/>
                </a:lnTo>
                <a:lnTo>
                  <a:pt x="157621" y="130698"/>
                </a:lnTo>
                <a:lnTo>
                  <a:pt x="158053" y="130169"/>
                </a:lnTo>
                <a:lnTo>
                  <a:pt x="158478" y="129626"/>
                </a:lnTo>
                <a:lnTo>
                  <a:pt x="158896" y="129070"/>
                </a:lnTo>
                <a:lnTo>
                  <a:pt x="159308" y="128500"/>
                </a:lnTo>
                <a:lnTo>
                  <a:pt x="159712" y="127916"/>
                </a:lnTo>
                <a:lnTo>
                  <a:pt x="160110" y="127318"/>
                </a:lnTo>
                <a:lnTo>
                  <a:pt x="160500" y="126704"/>
                </a:lnTo>
                <a:lnTo>
                  <a:pt x="160882" y="126074"/>
                </a:lnTo>
                <a:lnTo>
                  <a:pt x="161257" y="125428"/>
                </a:lnTo>
                <a:lnTo>
                  <a:pt x="161624" y="124767"/>
                </a:lnTo>
                <a:lnTo>
                  <a:pt x="161983" y="124090"/>
                </a:lnTo>
                <a:lnTo>
                  <a:pt x="162334" y="123397"/>
                </a:lnTo>
                <a:lnTo>
                  <a:pt x="162678" y="122688"/>
                </a:lnTo>
                <a:lnTo>
                  <a:pt x="163014" y="121964"/>
                </a:lnTo>
                <a:lnTo>
                  <a:pt x="163342" y="121224"/>
                </a:lnTo>
                <a:lnTo>
                  <a:pt x="163663" y="120468"/>
                </a:lnTo>
                <a:lnTo>
                  <a:pt x="163976" y="119697"/>
                </a:lnTo>
                <a:lnTo>
                  <a:pt x="164281" y="118910"/>
                </a:lnTo>
                <a:lnTo>
                  <a:pt x="164578" y="118107"/>
                </a:lnTo>
                <a:lnTo>
                  <a:pt x="164868" y="117288"/>
                </a:lnTo>
                <a:lnTo>
                  <a:pt x="165150" y="116453"/>
                </a:lnTo>
                <a:lnTo>
                  <a:pt x="165424" y="115603"/>
                </a:lnTo>
                <a:lnTo>
                  <a:pt x="165691" y="114737"/>
                </a:lnTo>
                <a:lnTo>
                  <a:pt x="165950" y="113855"/>
                </a:lnTo>
                <a:lnTo>
                  <a:pt x="166201" y="112958"/>
                </a:lnTo>
                <a:lnTo>
                  <a:pt x="166444" y="112045"/>
                </a:lnTo>
                <a:lnTo>
                  <a:pt x="166680" y="111116"/>
                </a:lnTo>
                <a:lnTo>
                  <a:pt x="166908" y="110171"/>
                </a:lnTo>
                <a:lnTo>
                  <a:pt x="167129" y="109210"/>
                </a:lnTo>
                <a:lnTo>
                  <a:pt x="167341" y="108233"/>
                </a:lnTo>
                <a:lnTo>
                  <a:pt x="167544" y="107237"/>
                </a:lnTo>
                <a:lnTo>
                  <a:pt x="167737" y="106223"/>
                </a:lnTo>
                <a:lnTo>
                  <a:pt x="167922" y="105190"/>
                </a:lnTo>
                <a:lnTo>
                  <a:pt x="168098" y="104139"/>
                </a:lnTo>
                <a:lnTo>
                  <a:pt x="168265" y="103070"/>
                </a:lnTo>
                <a:lnTo>
                  <a:pt x="168423" y="101982"/>
                </a:lnTo>
                <a:lnTo>
                  <a:pt x="168572" y="100876"/>
                </a:lnTo>
                <a:lnTo>
                  <a:pt x="168712" y="99751"/>
                </a:lnTo>
                <a:lnTo>
                  <a:pt x="168843" y="98608"/>
                </a:lnTo>
                <a:lnTo>
                  <a:pt x="168964" y="97447"/>
                </a:lnTo>
                <a:lnTo>
                  <a:pt x="169077" y="96268"/>
                </a:lnTo>
                <a:lnTo>
                  <a:pt x="169181" y="95070"/>
                </a:lnTo>
                <a:lnTo>
                  <a:pt x="169276" y="93853"/>
                </a:lnTo>
                <a:lnTo>
                  <a:pt x="169361" y="92619"/>
                </a:lnTo>
                <a:lnTo>
                  <a:pt x="169438" y="91366"/>
                </a:lnTo>
                <a:lnTo>
                  <a:pt x="169506" y="90094"/>
                </a:lnTo>
                <a:lnTo>
                  <a:pt x="169564" y="88804"/>
                </a:lnTo>
                <a:lnTo>
                  <a:pt x="169614" y="87496"/>
                </a:lnTo>
                <a:lnTo>
                  <a:pt x="169654" y="86170"/>
                </a:lnTo>
                <a:lnTo>
                  <a:pt x="169686" y="84825"/>
                </a:lnTo>
                <a:lnTo>
                  <a:pt x="169709" y="83461"/>
                </a:lnTo>
                <a:lnTo>
                  <a:pt x="169722" y="82080"/>
                </a:lnTo>
                <a:lnTo>
                  <a:pt x="169727" y="80680"/>
                </a:lnTo>
                <a:lnTo>
                  <a:pt x="169727" y="59707"/>
                </a:lnTo>
                <a:lnTo>
                  <a:pt x="169724" y="58587"/>
                </a:lnTo>
                <a:lnTo>
                  <a:pt x="169715" y="57479"/>
                </a:lnTo>
                <a:close/>
                <a:moveTo>
                  <a:pt x="153091" y="85412"/>
                </a:moveTo>
                <a:lnTo>
                  <a:pt x="153079" y="86344"/>
                </a:lnTo>
                <a:lnTo>
                  <a:pt x="153064" y="87265"/>
                </a:lnTo>
                <a:lnTo>
                  <a:pt x="153044" y="88175"/>
                </a:lnTo>
                <a:lnTo>
                  <a:pt x="153020" y="89073"/>
                </a:lnTo>
                <a:lnTo>
                  <a:pt x="152991" y="89960"/>
                </a:lnTo>
                <a:lnTo>
                  <a:pt x="152958" y="90835"/>
                </a:lnTo>
                <a:lnTo>
                  <a:pt x="152920" y="91700"/>
                </a:lnTo>
                <a:lnTo>
                  <a:pt x="152878" y="92553"/>
                </a:lnTo>
                <a:lnTo>
                  <a:pt x="152831" y="93394"/>
                </a:lnTo>
                <a:lnTo>
                  <a:pt x="152781" y="94225"/>
                </a:lnTo>
                <a:lnTo>
                  <a:pt x="152725" y="95044"/>
                </a:lnTo>
                <a:lnTo>
                  <a:pt x="152665" y="95851"/>
                </a:lnTo>
                <a:lnTo>
                  <a:pt x="152601" y="96648"/>
                </a:lnTo>
                <a:lnTo>
                  <a:pt x="152533" y="97433"/>
                </a:lnTo>
                <a:lnTo>
                  <a:pt x="152459" y="98207"/>
                </a:lnTo>
                <a:lnTo>
                  <a:pt x="152382" y="98969"/>
                </a:lnTo>
                <a:lnTo>
                  <a:pt x="152300" y="99720"/>
                </a:lnTo>
                <a:lnTo>
                  <a:pt x="152214" y="100460"/>
                </a:lnTo>
                <a:lnTo>
                  <a:pt x="152123" y="101188"/>
                </a:lnTo>
                <a:lnTo>
                  <a:pt x="152028" y="101905"/>
                </a:lnTo>
                <a:lnTo>
                  <a:pt x="151928" y="102611"/>
                </a:lnTo>
                <a:lnTo>
                  <a:pt x="151824" y="103306"/>
                </a:lnTo>
                <a:lnTo>
                  <a:pt x="151716" y="103989"/>
                </a:lnTo>
                <a:lnTo>
                  <a:pt x="151603" y="104663"/>
                </a:lnTo>
                <a:lnTo>
                  <a:pt x="151485" y="105325"/>
                </a:lnTo>
                <a:lnTo>
                  <a:pt x="151363" y="105977"/>
                </a:lnTo>
                <a:lnTo>
                  <a:pt x="151237" y="106619"/>
                </a:lnTo>
                <a:lnTo>
                  <a:pt x="151107" y="107250"/>
                </a:lnTo>
                <a:lnTo>
                  <a:pt x="150972" y="107871"/>
                </a:lnTo>
                <a:lnTo>
                  <a:pt x="150832" y="108481"/>
                </a:lnTo>
                <a:lnTo>
                  <a:pt x="150688" y="109080"/>
                </a:lnTo>
                <a:lnTo>
                  <a:pt x="150540" y="109670"/>
                </a:lnTo>
                <a:lnTo>
                  <a:pt x="150387" y="110248"/>
                </a:lnTo>
                <a:lnTo>
                  <a:pt x="150230" y="110816"/>
                </a:lnTo>
                <a:lnTo>
                  <a:pt x="150068" y="111374"/>
                </a:lnTo>
                <a:lnTo>
                  <a:pt x="149902" y="111921"/>
                </a:lnTo>
                <a:lnTo>
                  <a:pt x="149732" y="112458"/>
                </a:lnTo>
                <a:lnTo>
                  <a:pt x="149557" y="112984"/>
                </a:lnTo>
                <a:lnTo>
                  <a:pt x="149377" y="113500"/>
                </a:lnTo>
                <a:lnTo>
                  <a:pt x="149194" y="114005"/>
                </a:lnTo>
                <a:lnTo>
                  <a:pt x="149005" y="114500"/>
                </a:lnTo>
                <a:lnTo>
                  <a:pt x="148813" y="114984"/>
                </a:lnTo>
                <a:lnTo>
                  <a:pt x="148616" y="115457"/>
                </a:lnTo>
                <a:lnTo>
                  <a:pt x="148414" y="115921"/>
                </a:lnTo>
                <a:lnTo>
                  <a:pt x="148208" y="116373"/>
                </a:lnTo>
                <a:lnTo>
                  <a:pt x="147998" y="116815"/>
                </a:lnTo>
                <a:lnTo>
                  <a:pt x="147783" y="117248"/>
                </a:lnTo>
                <a:lnTo>
                  <a:pt x="147565" y="117670"/>
                </a:lnTo>
                <a:lnTo>
                  <a:pt x="147342" y="118083"/>
                </a:lnTo>
                <a:lnTo>
                  <a:pt x="147115" y="118486"/>
                </a:lnTo>
                <a:lnTo>
                  <a:pt x="146884" y="118879"/>
                </a:lnTo>
                <a:lnTo>
                  <a:pt x="146649" y="119263"/>
                </a:lnTo>
                <a:lnTo>
                  <a:pt x="146409" y="119637"/>
                </a:lnTo>
                <a:lnTo>
                  <a:pt x="146166" y="120001"/>
                </a:lnTo>
                <a:lnTo>
                  <a:pt x="145919" y="120356"/>
                </a:lnTo>
                <a:lnTo>
                  <a:pt x="145667" y="120701"/>
                </a:lnTo>
                <a:lnTo>
                  <a:pt x="145412" y="121036"/>
                </a:lnTo>
                <a:lnTo>
                  <a:pt x="145152" y="121362"/>
                </a:lnTo>
                <a:lnTo>
                  <a:pt x="144888" y="121678"/>
                </a:lnTo>
                <a:lnTo>
                  <a:pt x="144620" y="121984"/>
                </a:lnTo>
                <a:lnTo>
                  <a:pt x="144348" y="122281"/>
                </a:lnTo>
                <a:lnTo>
                  <a:pt x="144072" y="122568"/>
                </a:lnTo>
                <a:lnTo>
                  <a:pt x="143792" y="122845"/>
                </a:lnTo>
                <a:lnTo>
                  <a:pt x="143507" y="123113"/>
                </a:lnTo>
                <a:lnTo>
                  <a:pt x="143219" y="123371"/>
                </a:lnTo>
                <a:lnTo>
                  <a:pt x="142927" y="123619"/>
                </a:lnTo>
                <a:lnTo>
                  <a:pt x="142630" y="123857"/>
                </a:lnTo>
                <a:lnTo>
                  <a:pt x="142329" y="124086"/>
                </a:lnTo>
                <a:lnTo>
                  <a:pt x="142024" y="124305"/>
                </a:lnTo>
                <a:lnTo>
                  <a:pt x="141715" y="124515"/>
                </a:lnTo>
                <a:lnTo>
                  <a:pt x="141402" y="124715"/>
                </a:lnTo>
                <a:lnTo>
                  <a:pt x="141085" y="124907"/>
                </a:lnTo>
                <a:lnTo>
                  <a:pt x="140763" y="125091"/>
                </a:lnTo>
                <a:lnTo>
                  <a:pt x="140436" y="125265"/>
                </a:lnTo>
                <a:lnTo>
                  <a:pt x="140105" y="125432"/>
                </a:lnTo>
                <a:lnTo>
                  <a:pt x="139770" y="125590"/>
                </a:lnTo>
                <a:lnTo>
                  <a:pt x="139430" y="125739"/>
                </a:lnTo>
                <a:lnTo>
                  <a:pt x="139086" y="125880"/>
                </a:lnTo>
                <a:lnTo>
                  <a:pt x="138737" y="126012"/>
                </a:lnTo>
                <a:lnTo>
                  <a:pt x="138384" y="126135"/>
                </a:lnTo>
                <a:lnTo>
                  <a:pt x="138027" y="126251"/>
                </a:lnTo>
                <a:lnTo>
                  <a:pt x="137665" y="126357"/>
                </a:lnTo>
                <a:lnTo>
                  <a:pt x="137299" y="126455"/>
                </a:lnTo>
                <a:lnTo>
                  <a:pt x="136928" y="126545"/>
                </a:lnTo>
                <a:lnTo>
                  <a:pt x="136553" y="126626"/>
                </a:lnTo>
                <a:lnTo>
                  <a:pt x="136173" y="126698"/>
                </a:lnTo>
                <a:lnTo>
                  <a:pt x="135789" y="126762"/>
                </a:lnTo>
                <a:lnTo>
                  <a:pt x="135401" y="126818"/>
                </a:lnTo>
                <a:lnTo>
                  <a:pt x="135008" y="126865"/>
                </a:lnTo>
                <a:lnTo>
                  <a:pt x="134610" y="126903"/>
                </a:lnTo>
                <a:lnTo>
                  <a:pt x="134209" y="126933"/>
                </a:lnTo>
                <a:lnTo>
                  <a:pt x="133802" y="126954"/>
                </a:lnTo>
                <a:lnTo>
                  <a:pt x="133392" y="126967"/>
                </a:lnTo>
                <a:lnTo>
                  <a:pt x="132977" y="126971"/>
                </a:lnTo>
                <a:lnTo>
                  <a:pt x="132663" y="126969"/>
                </a:lnTo>
                <a:lnTo>
                  <a:pt x="132351" y="126960"/>
                </a:lnTo>
                <a:lnTo>
                  <a:pt x="132041" y="126947"/>
                </a:lnTo>
                <a:lnTo>
                  <a:pt x="131733" y="126928"/>
                </a:lnTo>
                <a:lnTo>
                  <a:pt x="131427" y="126904"/>
                </a:lnTo>
                <a:lnTo>
                  <a:pt x="131123" y="126874"/>
                </a:lnTo>
                <a:lnTo>
                  <a:pt x="130821" y="126839"/>
                </a:lnTo>
                <a:lnTo>
                  <a:pt x="130520" y="126798"/>
                </a:lnTo>
                <a:lnTo>
                  <a:pt x="130222" y="126752"/>
                </a:lnTo>
                <a:lnTo>
                  <a:pt x="129926" y="126701"/>
                </a:lnTo>
                <a:lnTo>
                  <a:pt x="129632" y="126644"/>
                </a:lnTo>
                <a:lnTo>
                  <a:pt x="129340" y="126582"/>
                </a:lnTo>
                <a:lnTo>
                  <a:pt x="129049" y="126514"/>
                </a:lnTo>
                <a:lnTo>
                  <a:pt x="128761" y="126441"/>
                </a:lnTo>
                <a:lnTo>
                  <a:pt x="128475" y="126362"/>
                </a:lnTo>
                <a:lnTo>
                  <a:pt x="128190" y="126278"/>
                </a:lnTo>
                <a:lnTo>
                  <a:pt x="127908" y="126189"/>
                </a:lnTo>
                <a:lnTo>
                  <a:pt x="127627" y="126094"/>
                </a:lnTo>
                <a:lnTo>
                  <a:pt x="127349" y="125994"/>
                </a:lnTo>
                <a:lnTo>
                  <a:pt x="127072" y="125889"/>
                </a:lnTo>
                <a:lnTo>
                  <a:pt x="126798" y="125778"/>
                </a:lnTo>
                <a:lnTo>
                  <a:pt x="126525" y="125661"/>
                </a:lnTo>
                <a:lnTo>
                  <a:pt x="126254" y="125540"/>
                </a:lnTo>
                <a:lnTo>
                  <a:pt x="125986" y="125412"/>
                </a:lnTo>
                <a:lnTo>
                  <a:pt x="125719" y="125279"/>
                </a:lnTo>
                <a:lnTo>
                  <a:pt x="125456" y="125140"/>
                </a:lnTo>
                <a:lnTo>
                  <a:pt x="125195" y="124995"/>
                </a:lnTo>
                <a:lnTo>
                  <a:pt x="124936" y="124844"/>
                </a:lnTo>
                <a:lnTo>
                  <a:pt x="124680" y="124687"/>
                </a:lnTo>
                <a:lnTo>
                  <a:pt x="124427" y="124524"/>
                </a:lnTo>
                <a:lnTo>
                  <a:pt x="124176" y="124354"/>
                </a:lnTo>
                <a:lnTo>
                  <a:pt x="123928" y="124179"/>
                </a:lnTo>
                <a:lnTo>
                  <a:pt x="123683" y="123998"/>
                </a:lnTo>
                <a:lnTo>
                  <a:pt x="123440" y="123810"/>
                </a:lnTo>
                <a:lnTo>
                  <a:pt x="123200" y="123616"/>
                </a:lnTo>
                <a:lnTo>
                  <a:pt x="122963" y="123417"/>
                </a:lnTo>
                <a:lnTo>
                  <a:pt x="122728" y="123211"/>
                </a:lnTo>
                <a:lnTo>
                  <a:pt x="122496" y="122999"/>
                </a:lnTo>
                <a:lnTo>
                  <a:pt x="122266" y="122781"/>
                </a:lnTo>
                <a:lnTo>
                  <a:pt x="122039" y="122557"/>
                </a:lnTo>
                <a:lnTo>
                  <a:pt x="121815" y="122327"/>
                </a:lnTo>
                <a:lnTo>
                  <a:pt x="121593" y="122091"/>
                </a:lnTo>
                <a:lnTo>
                  <a:pt x="121374" y="121849"/>
                </a:lnTo>
                <a:lnTo>
                  <a:pt x="121157" y="121601"/>
                </a:lnTo>
                <a:lnTo>
                  <a:pt x="120943" y="121346"/>
                </a:lnTo>
                <a:lnTo>
                  <a:pt x="120732" y="121086"/>
                </a:lnTo>
                <a:lnTo>
                  <a:pt x="120523" y="120820"/>
                </a:lnTo>
                <a:lnTo>
                  <a:pt x="120317" y="120547"/>
                </a:lnTo>
                <a:lnTo>
                  <a:pt x="120114" y="120268"/>
                </a:lnTo>
                <a:lnTo>
                  <a:pt x="119914" y="119983"/>
                </a:lnTo>
                <a:lnTo>
                  <a:pt x="119716" y="119692"/>
                </a:lnTo>
                <a:lnTo>
                  <a:pt x="119521" y="119394"/>
                </a:lnTo>
                <a:lnTo>
                  <a:pt x="119329" y="119089"/>
                </a:lnTo>
                <a:lnTo>
                  <a:pt x="119139" y="118779"/>
                </a:lnTo>
                <a:lnTo>
                  <a:pt x="118953" y="118462"/>
                </a:lnTo>
                <a:lnTo>
                  <a:pt x="118769" y="118138"/>
                </a:lnTo>
                <a:lnTo>
                  <a:pt x="118588" y="117808"/>
                </a:lnTo>
                <a:lnTo>
                  <a:pt x="118410" y="117472"/>
                </a:lnTo>
                <a:lnTo>
                  <a:pt x="118234" y="117129"/>
                </a:lnTo>
                <a:lnTo>
                  <a:pt x="118062" y="116780"/>
                </a:lnTo>
                <a:lnTo>
                  <a:pt x="117892" y="116424"/>
                </a:lnTo>
                <a:lnTo>
                  <a:pt x="117725" y="116063"/>
                </a:lnTo>
                <a:lnTo>
                  <a:pt x="117561" y="115694"/>
                </a:lnTo>
                <a:lnTo>
                  <a:pt x="117399" y="115320"/>
                </a:lnTo>
                <a:lnTo>
                  <a:pt x="117241" y="114939"/>
                </a:lnTo>
                <a:lnTo>
                  <a:pt x="117085" y="114551"/>
                </a:lnTo>
                <a:lnTo>
                  <a:pt x="116932" y="114157"/>
                </a:lnTo>
                <a:lnTo>
                  <a:pt x="116781" y="113757"/>
                </a:lnTo>
                <a:lnTo>
                  <a:pt x="116634" y="113350"/>
                </a:lnTo>
                <a:lnTo>
                  <a:pt x="116489" y="112937"/>
                </a:lnTo>
                <a:lnTo>
                  <a:pt x="116347" y="112518"/>
                </a:lnTo>
                <a:lnTo>
                  <a:pt x="116208" y="112092"/>
                </a:lnTo>
                <a:lnTo>
                  <a:pt x="116071" y="111659"/>
                </a:lnTo>
                <a:lnTo>
                  <a:pt x="115938" y="111220"/>
                </a:lnTo>
                <a:lnTo>
                  <a:pt x="115806" y="110774"/>
                </a:lnTo>
                <a:lnTo>
                  <a:pt x="115678" y="110322"/>
                </a:lnTo>
                <a:lnTo>
                  <a:pt x="115552" y="109862"/>
                </a:lnTo>
                <a:lnTo>
                  <a:pt x="115428" y="109396"/>
                </a:lnTo>
                <a:lnTo>
                  <a:pt x="115308" y="108924"/>
                </a:lnTo>
                <a:lnTo>
                  <a:pt x="115190" y="108444"/>
                </a:lnTo>
                <a:lnTo>
                  <a:pt x="115074" y="107958"/>
                </a:lnTo>
                <a:lnTo>
                  <a:pt x="114961" y="107465"/>
                </a:lnTo>
                <a:lnTo>
                  <a:pt x="114851" y="106965"/>
                </a:lnTo>
                <a:lnTo>
                  <a:pt x="114744" y="106459"/>
                </a:lnTo>
                <a:lnTo>
                  <a:pt x="114639" y="105946"/>
                </a:lnTo>
                <a:lnTo>
                  <a:pt x="114536" y="105426"/>
                </a:lnTo>
                <a:lnTo>
                  <a:pt x="114436" y="104899"/>
                </a:lnTo>
                <a:lnTo>
                  <a:pt x="114339" y="104366"/>
                </a:lnTo>
                <a:lnTo>
                  <a:pt x="114245" y="103826"/>
                </a:lnTo>
                <a:lnTo>
                  <a:pt x="114153" y="103279"/>
                </a:lnTo>
                <a:lnTo>
                  <a:pt x="114064" y="102726"/>
                </a:lnTo>
                <a:lnTo>
                  <a:pt x="113977" y="102166"/>
                </a:lnTo>
                <a:lnTo>
                  <a:pt x="113893" y="101599"/>
                </a:lnTo>
                <a:lnTo>
                  <a:pt x="113812" y="101025"/>
                </a:lnTo>
                <a:lnTo>
                  <a:pt x="113733" y="100445"/>
                </a:lnTo>
                <a:lnTo>
                  <a:pt x="113657" y="99858"/>
                </a:lnTo>
                <a:lnTo>
                  <a:pt x="113584" y="99263"/>
                </a:lnTo>
                <a:lnTo>
                  <a:pt x="113514" y="98662"/>
                </a:lnTo>
                <a:lnTo>
                  <a:pt x="113447" y="98052"/>
                </a:lnTo>
                <a:lnTo>
                  <a:pt x="113383" y="97435"/>
                </a:lnTo>
                <a:lnTo>
                  <a:pt x="113322" y="96811"/>
                </a:lnTo>
                <a:lnTo>
                  <a:pt x="113264" y="96179"/>
                </a:lnTo>
                <a:lnTo>
                  <a:pt x="113210" y="95540"/>
                </a:lnTo>
                <a:lnTo>
                  <a:pt x="113158" y="94893"/>
                </a:lnTo>
                <a:lnTo>
                  <a:pt x="113110" y="94238"/>
                </a:lnTo>
                <a:lnTo>
                  <a:pt x="113065" y="93576"/>
                </a:lnTo>
                <a:lnTo>
                  <a:pt x="113023" y="92906"/>
                </a:lnTo>
                <a:lnTo>
                  <a:pt x="112984" y="92229"/>
                </a:lnTo>
                <a:lnTo>
                  <a:pt x="112948" y="91544"/>
                </a:lnTo>
                <a:lnTo>
                  <a:pt x="112915" y="90852"/>
                </a:lnTo>
                <a:lnTo>
                  <a:pt x="112886" y="90152"/>
                </a:lnTo>
                <a:lnTo>
                  <a:pt x="112859" y="89445"/>
                </a:lnTo>
                <a:lnTo>
                  <a:pt x="112836" y="88730"/>
                </a:lnTo>
                <a:lnTo>
                  <a:pt x="112816" y="88007"/>
                </a:lnTo>
                <a:lnTo>
                  <a:pt x="112799" y="87277"/>
                </a:lnTo>
                <a:lnTo>
                  <a:pt x="112785" y="86540"/>
                </a:lnTo>
                <a:lnTo>
                  <a:pt x="112774" y="85794"/>
                </a:lnTo>
                <a:lnTo>
                  <a:pt x="112766" y="85042"/>
                </a:lnTo>
                <a:lnTo>
                  <a:pt x="112761" y="84282"/>
                </a:lnTo>
                <a:lnTo>
                  <a:pt x="112760" y="83514"/>
                </a:lnTo>
                <a:lnTo>
                  <a:pt x="112760" y="56778"/>
                </a:lnTo>
                <a:lnTo>
                  <a:pt x="112762" y="55816"/>
                </a:lnTo>
                <a:lnTo>
                  <a:pt x="112769" y="54866"/>
                </a:lnTo>
                <a:lnTo>
                  <a:pt x="112780" y="53928"/>
                </a:lnTo>
                <a:lnTo>
                  <a:pt x="112796" y="53002"/>
                </a:lnTo>
                <a:lnTo>
                  <a:pt x="112817" y="52088"/>
                </a:lnTo>
                <a:lnTo>
                  <a:pt x="112842" y="51186"/>
                </a:lnTo>
                <a:lnTo>
                  <a:pt x="112872" y="50297"/>
                </a:lnTo>
                <a:lnTo>
                  <a:pt x="112907" y="49420"/>
                </a:lnTo>
                <a:lnTo>
                  <a:pt x="112946" y="48554"/>
                </a:lnTo>
                <a:lnTo>
                  <a:pt x="112989" y="47701"/>
                </a:lnTo>
                <a:lnTo>
                  <a:pt x="113037" y="46861"/>
                </a:lnTo>
                <a:lnTo>
                  <a:pt x="113090" y="46032"/>
                </a:lnTo>
                <a:lnTo>
                  <a:pt x="113148" y="45215"/>
                </a:lnTo>
                <a:lnTo>
                  <a:pt x="113210" y="44411"/>
                </a:lnTo>
                <a:lnTo>
                  <a:pt x="113276" y="43618"/>
                </a:lnTo>
                <a:lnTo>
                  <a:pt x="113347" y="42838"/>
                </a:lnTo>
                <a:lnTo>
                  <a:pt x="113423" y="42070"/>
                </a:lnTo>
                <a:lnTo>
                  <a:pt x="113504" y="41314"/>
                </a:lnTo>
                <a:lnTo>
                  <a:pt x="113589" y="40570"/>
                </a:lnTo>
                <a:lnTo>
                  <a:pt x="113678" y="39839"/>
                </a:lnTo>
                <a:lnTo>
                  <a:pt x="113772" y="39119"/>
                </a:lnTo>
                <a:lnTo>
                  <a:pt x="113871" y="38412"/>
                </a:lnTo>
                <a:lnTo>
                  <a:pt x="113974" y="37716"/>
                </a:lnTo>
                <a:lnTo>
                  <a:pt x="114082" y="37033"/>
                </a:lnTo>
                <a:lnTo>
                  <a:pt x="114195" y="36362"/>
                </a:lnTo>
                <a:lnTo>
                  <a:pt x="114311" y="35701"/>
                </a:lnTo>
                <a:lnTo>
                  <a:pt x="114433" y="35051"/>
                </a:lnTo>
                <a:lnTo>
                  <a:pt x="114559" y="34412"/>
                </a:lnTo>
                <a:lnTo>
                  <a:pt x="114689" y="33783"/>
                </a:lnTo>
                <a:lnTo>
                  <a:pt x="114823" y="33166"/>
                </a:lnTo>
                <a:lnTo>
                  <a:pt x="114962" y="32559"/>
                </a:lnTo>
                <a:lnTo>
                  <a:pt x="115106" y="31963"/>
                </a:lnTo>
                <a:lnTo>
                  <a:pt x="115254" y="31378"/>
                </a:lnTo>
                <a:lnTo>
                  <a:pt x="115406" y="30804"/>
                </a:lnTo>
                <a:lnTo>
                  <a:pt x="115563" y="30241"/>
                </a:lnTo>
                <a:lnTo>
                  <a:pt x="115724" y="29688"/>
                </a:lnTo>
                <a:lnTo>
                  <a:pt x="115889" y="29146"/>
                </a:lnTo>
                <a:lnTo>
                  <a:pt x="116059" y="28615"/>
                </a:lnTo>
                <a:lnTo>
                  <a:pt x="116234" y="28095"/>
                </a:lnTo>
                <a:lnTo>
                  <a:pt x="116413" y="27586"/>
                </a:lnTo>
                <a:lnTo>
                  <a:pt x="116596" y="27088"/>
                </a:lnTo>
                <a:lnTo>
                  <a:pt x="116784" y="26600"/>
                </a:lnTo>
                <a:lnTo>
                  <a:pt x="116976" y="26123"/>
                </a:lnTo>
                <a:lnTo>
                  <a:pt x="117172" y="25657"/>
                </a:lnTo>
                <a:lnTo>
                  <a:pt x="117373" y="25202"/>
                </a:lnTo>
                <a:lnTo>
                  <a:pt x="117579" y="24758"/>
                </a:lnTo>
                <a:lnTo>
                  <a:pt x="117789" y="24324"/>
                </a:lnTo>
                <a:lnTo>
                  <a:pt x="118003" y="23902"/>
                </a:lnTo>
                <a:lnTo>
                  <a:pt x="118221" y="23489"/>
                </a:lnTo>
                <a:lnTo>
                  <a:pt x="118444" y="23086"/>
                </a:lnTo>
                <a:lnTo>
                  <a:pt x="118670" y="22692"/>
                </a:lnTo>
                <a:lnTo>
                  <a:pt x="118900" y="22307"/>
                </a:lnTo>
                <a:lnTo>
                  <a:pt x="119135" y="21932"/>
                </a:lnTo>
                <a:lnTo>
                  <a:pt x="119373" y="21566"/>
                </a:lnTo>
                <a:lnTo>
                  <a:pt x="119615" y="21210"/>
                </a:lnTo>
                <a:lnTo>
                  <a:pt x="119861" y="20863"/>
                </a:lnTo>
                <a:lnTo>
                  <a:pt x="120111" y="20525"/>
                </a:lnTo>
                <a:lnTo>
                  <a:pt x="120365" y="20196"/>
                </a:lnTo>
                <a:lnTo>
                  <a:pt x="120622" y="19877"/>
                </a:lnTo>
                <a:lnTo>
                  <a:pt x="120884" y="19568"/>
                </a:lnTo>
                <a:lnTo>
                  <a:pt x="121150" y="19267"/>
                </a:lnTo>
                <a:lnTo>
                  <a:pt x="121420" y="18976"/>
                </a:lnTo>
                <a:lnTo>
                  <a:pt x="121693" y="18695"/>
                </a:lnTo>
                <a:lnTo>
                  <a:pt x="121971" y="18422"/>
                </a:lnTo>
                <a:lnTo>
                  <a:pt x="122252" y="18159"/>
                </a:lnTo>
                <a:lnTo>
                  <a:pt x="122538" y="17906"/>
                </a:lnTo>
                <a:lnTo>
                  <a:pt x="122827" y="17661"/>
                </a:lnTo>
                <a:lnTo>
                  <a:pt x="123120" y="17426"/>
                </a:lnTo>
                <a:lnTo>
                  <a:pt x="123417" y="17201"/>
                </a:lnTo>
                <a:lnTo>
                  <a:pt x="123718" y="16984"/>
                </a:lnTo>
                <a:lnTo>
                  <a:pt x="124023" y="16777"/>
                </a:lnTo>
                <a:lnTo>
                  <a:pt x="124332" y="16580"/>
                </a:lnTo>
                <a:lnTo>
                  <a:pt x="124645" y="16391"/>
                </a:lnTo>
                <a:lnTo>
                  <a:pt x="124962" y="16210"/>
                </a:lnTo>
                <a:lnTo>
                  <a:pt x="125282" y="16037"/>
                </a:lnTo>
                <a:lnTo>
                  <a:pt x="125607" y="15873"/>
                </a:lnTo>
                <a:lnTo>
                  <a:pt x="125935" y="15716"/>
                </a:lnTo>
                <a:lnTo>
                  <a:pt x="126266" y="15567"/>
                </a:lnTo>
                <a:lnTo>
                  <a:pt x="126602" y="15427"/>
                </a:lnTo>
                <a:lnTo>
                  <a:pt x="126941" y="15294"/>
                </a:lnTo>
                <a:lnTo>
                  <a:pt x="127284" y="15169"/>
                </a:lnTo>
                <a:lnTo>
                  <a:pt x="127631" y="15053"/>
                </a:lnTo>
                <a:lnTo>
                  <a:pt x="127981" y="14944"/>
                </a:lnTo>
                <a:lnTo>
                  <a:pt x="128336" y="14844"/>
                </a:lnTo>
                <a:lnTo>
                  <a:pt x="128694" y="14752"/>
                </a:lnTo>
                <a:lnTo>
                  <a:pt x="129056" y="14667"/>
                </a:lnTo>
                <a:lnTo>
                  <a:pt x="129421" y="14591"/>
                </a:lnTo>
                <a:lnTo>
                  <a:pt x="129791" y="14523"/>
                </a:lnTo>
                <a:lnTo>
                  <a:pt x="130164" y="14462"/>
                </a:lnTo>
                <a:lnTo>
                  <a:pt x="130541" y="14410"/>
                </a:lnTo>
                <a:lnTo>
                  <a:pt x="130922" y="14366"/>
                </a:lnTo>
                <a:lnTo>
                  <a:pt x="131306" y="14330"/>
                </a:lnTo>
                <a:lnTo>
                  <a:pt x="131695" y="14302"/>
                </a:lnTo>
                <a:lnTo>
                  <a:pt x="132087" y="14281"/>
                </a:lnTo>
                <a:lnTo>
                  <a:pt x="132483" y="14269"/>
                </a:lnTo>
                <a:lnTo>
                  <a:pt x="132882" y="14265"/>
                </a:lnTo>
                <a:lnTo>
                  <a:pt x="133204" y="14268"/>
                </a:lnTo>
                <a:lnTo>
                  <a:pt x="133523" y="14276"/>
                </a:lnTo>
                <a:lnTo>
                  <a:pt x="133840" y="14288"/>
                </a:lnTo>
                <a:lnTo>
                  <a:pt x="134155" y="14306"/>
                </a:lnTo>
                <a:lnTo>
                  <a:pt x="134467" y="14329"/>
                </a:lnTo>
                <a:lnTo>
                  <a:pt x="134778" y="14357"/>
                </a:lnTo>
                <a:lnTo>
                  <a:pt x="135085" y="14390"/>
                </a:lnTo>
                <a:lnTo>
                  <a:pt x="135391" y="14428"/>
                </a:lnTo>
                <a:lnTo>
                  <a:pt x="135694" y="14471"/>
                </a:lnTo>
                <a:lnTo>
                  <a:pt x="135995" y="14520"/>
                </a:lnTo>
                <a:lnTo>
                  <a:pt x="136294" y="14573"/>
                </a:lnTo>
                <a:lnTo>
                  <a:pt x="136590" y="14631"/>
                </a:lnTo>
                <a:lnTo>
                  <a:pt x="136884" y="14695"/>
                </a:lnTo>
                <a:lnTo>
                  <a:pt x="137176" y="14764"/>
                </a:lnTo>
                <a:lnTo>
                  <a:pt x="137466" y="14837"/>
                </a:lnTo>
                <a:lnTo>
                  <a:pt x="137753" y="14916"/>
                </a:lnTo>
                <a:lnTo>
                  <a:pt x="138038" y="15000"/>
                </a:lnTo>
                <a:lnTo>
                  <a:pt x="138320" y="15089"/>
                </a:lnTo>
                <a:lnTo>
                  <a:pt x="138601" y="15183"/>
                </a:lnTo>
                <a:lnTo>
                  <a:pt x="138879" y="15282"/>
                </a:lnTo>
                <a:lnTo>
                  <a:pt x="139154" y="15386"/>
                </a:lnTo>
                <a:lnTo>
                  <a:pt x="139428" y="15496"/>
                </a:lnTo>
                <a:lnTo>
                  <a:pt x="139699" y="15610"/>
                </a:lnTo>
                <a:lnTo>
                  <a:pt x="139968" y="15730"/>
                </a:lnTo>
                <a:lnTo>
                  <a:pt x="140234" y="15855"/>
                </a:lnTo>
                <a:lnTo>
                  <a:pt x="140498" y="15985"/>
                </a:lnTo>
                <a:lnTo>
                  <a:pt x="140759" y="16122"/>
                </a:lnTo>
                <a:lnTo>
                  <a:pt x="141017" y="16264"/>
                </a:lnTo>
                <a:lnTo>
                  <a:pt x="141273" y="16412"/>
                </a:lnTo>
                <a:lnTo>
                  <a:pt x="141527" y="16565"/>
                </a:lnTo>
                <a:lnTo>
                  <a:pt x="141777" y="16725"/>
                </a:lnTo>
                <a:lnTo>
                  <a:pt x="142025" y="16890"/>
                </a:lnTo>
                <a:lnTo>
                  <a:pt x="142270" y="17060"/>
                </a:lnTo>
                <a:lnTo>
                  <a:pt x="142513" y="17237"/>
                </a:lnTo>
                <a:lnTo>
                  <a:pt x="142753" y="17419"/>
                </a:lnTo>
                <a:lnTo>
                  <a:pt x="142991" y="17607"/>
                </a:lnTo>
                <a:lnTo>
                  <a:pt x="143226" y="17801"/>
                </a:lnTo>
                <a:lnTo>
                  <a:pt x="143458" y="18001"/>
                </a:lnTo>
                <a:lnTo>
                  <a:pt x="143688" y="18206"/>
                </a:lnTo>
                <a:lnTo>
                  <a:pt x="143915" y="18417"/>
                </a:lnTo>
                <a:lnTo>
                  <a:pt x="144139" y="18634"/>
                </a:lnTo>
                <a:lnTo>
                  <a:pt x="144361" y="18856"/>
                </a:lnTo>
                <a:lnTo>
                  <a:pt x="144580" y="19084"/>
                </a:lnTo>
                <a:lnTo>
                  <a:pt x="144796" y="19318"/>
                </a:lnTo>
                <a:lnTo>
                  <a:pt x="145010" y="19558"/>
                </a:lnTo>
                <a:lnTo>
                  <a:pt x="145221" y="19803"/>
                </a:lnTo>
                <a:lnTo>
                  <a:pt x="145430" y="20055"/>
                </a:lnTo>
                <a:lnTo>
                  <a:pt x="145636" y="20312"/>
                </a:lnTo>
                <a:lnTo>
                  <a:pt x="145839" y="20575"/>
                </a:lnTo>
                <a:lnTo>
                  <a:pt x="146040" y="20844"/>
                </a:lnTo>
                <a:lnTo>
                  <a:pt x="146238" y="21121"/>
                </a:lnTo>
                <a:lnTo>
                  <a:pt x="146433" y="21403"/>
                </a:lnTo>
                <a:lnTo>
                  <a:pt x="146625" y="21693"/>
                </a:lnTo>
                <a:lnTo>
                  <a:pt x="146814" y="21988"/>
                </a:lnTo>
                <a:lnTo>
                  <a:pt x="147001" y="22291"/>
                </a:lnTo>
                <a:lnTo>
                  <a:pt x="147184" y="22600"/>
                </a:lnTo>
                <a:lnTo>
                  <a:pt x="147365" y="22916"/>
                </a:lnTo>
                <a:lnTo>
                  <a:pt x="147544" y="23238"/>
                </a:lnTo>
                <a:lnTo>
                  <a:pt x="147719" y="23566"/>
                </a:lnTo>
                <a:lnTo>
                  <a:pt x="147892" y="23902"/>
                </a:lnTo>
                <a:lnTo>
                  <a:pt x="148061" y="24243"/>
                </a:lnTo>
                <a:lnTo>
                  <a:pt x="148228" y="24592"/>
                </a:lnTo>
                <a:lnTo>
                  <a:pt x="148393" y="24947"/>
                </a:lnTo>
                <a:lnTo>
                  <a:pt x="148554" y="25308"/>
                </a:lnTo>
                <a:lnTo>
                  <a:pt x="148713" y="25676"/>
                </a:lnTo>
                <a:lnTo>
                  <a:pt x="148869" y="26051"/>
                </a:lnTo>
                <a:lnTo>
                  <a:pt x="149022" y="26432"/>
                </a:lnTo>
                <a:lnTo>
                  <a:pt x="149172" y="26820"/>
                </a:lnTo>
                <a:lnTo>
                  <a:pt x="149320" y="27214"/>
                </a:lnTo>
                <a:lnTo>
                  <a:pt x="149464" y="27615"/>
                </a:lnTo>
                <a:lnTo>
                  <a:pt x="149606" y="28022"/>
                </a:lnTo>
                <a:lnTo>
                  <a:pt x="149746" y="28436"/>
                </a:lnTo>
                <a:lnTo>
                  <a:pt x="149882" y="28857"/>
                </a:lnTo>
                <a:lnTo>
                  <a:pt x="150016" y="29285"/>
                </a:lnTo>
                <a:lnTo>
                  <a:pt x="150146" y="29720"/>
                </a:lnTo>
                <a:lnTo>
                  <a:pt x="150274" y="30162"/>
                </a:lnTo>
                <a:lnTo>
                  <a:pt x="150400" y="30611"/>
                </a:lnTo>
                <a:lnTo>
                  <a:pt x="150522" y="31067"/>
                </a:lnTo>
                <a:lnTo>
                  <a:pt x="150642" y="31530"/>
                </a:lnTo>
                <a:lnTo>
                  <a:pt x="150759" y="32000"/>
                </a:lnTo>
                <a:lnTo>
                  <a:pt x="150873" y="32477"/>
                </a:lnTo>
                <a:lnTo>
                  <a:pt x="150984" y="32961"/>
                </a:lnTo>
                <a:lnTo>
                  <a:pt x="151092" y="33453"/>
                </a:lnTo>
                <a:lnTo>
                  <a:pt x="151198" y="33951"/>
                </a:lnTo>
                <a:lnTo>
                  <a:pt x="151301" y="34457"/>
                </a:lnTo>
                <a:lnTo>
                  <a:pt x="151401" y="34969"/>
                </a:lnTo>
                <a:lnTo>
                  <a:pt x="151499" y="35488"/>
                </a:lnTo>
                <a:lnTo>
                  <a:pt x="151593" y="36015"/>
                </a:lnTo>
                <a:lnTo>
                  <a:pt x="151685" y="36549"/>
                </a:lnTo>
                <a:lnTo>
                  <a:pt x="151774" y="37089"/>
                </a:lnTo>
                <a:lnTo>
                  <a:pt x="151860" y="37637"/>
                </a:lnTo>
                <a:lnTo>
                  <a:pt x="151943" y="38192"/>
                </a:lnTo>
                <a:lnTo>
                  <a:pt x="152024" y="38754"/>
                </a:lnTo>
                <a:lnTo>
                  <a:pt x="152102" y="39323"/>
                </a:lnTo>
                <a:lnTo>
                  <a:pt x="152177" y="39899"/>
                </a:lnTo>
                <a:lnTo>
                  <a:pt x="152249" y="40482"/>
                </a:lnTo>
                <a:lnTo>
                  <a:pt x="152319" y="41072"/>
                </a:lnTo>
                <a:lnTo>
                  <a:pt x="152385" y="41670"/>
                </a:lnTo>
                <a:lnTo>
                  <a:pt x="152448" y="42276"/>
                </a:lnTo>
                <a:lnTo>
                  <a:pt x="152509" y="42889"/>
                </a:lnTo>
                <a:lnTo>
                  <a:pt x="152567" y="43510"/>
                </a:lnTo>
                <a:lnTo>
                  <a:pt x="152621" y="44139"/>
                </a:lnTo>
                <a:lnTo>
                  <a:pt x="152673" y="44776"/>
                </a:lnTo>
                <a:lnTo>
                  <a:pt x="152722" y="45420"/>
                </a:lnTo>
                <a:lnTo>
                  <a:pt x="152767" y="46072"/>
                </a:lnTo>
                <a:lnTo>
                  <a:pt x="152810" y="46732"/>
                </a:lnTo>
                <a:lnTo>
                  <a:pt x="152850" y="47400"/>
                </a:lnTo>
                <a:lnTo>
                  <a:pt x="152887" y="48075"/>
                </a:lnTo>
                <a:lnTo>
                  <a:pt x="152921" y="48758"/>
                </a:lnTo>
                <a:lnTo>
                  <a:pt x="152952" y="49448"/>
                </a:lnTo>
                <a:lnTo>
                  <a:pt x="152980" y="50147"/>
                </a:lnTo>
                <a:lnTo>
                  <a:pt x="153005" y="50853"/>
                </a:lnTo>
                <a:lnTo>
                  <a:pt x="153027" y="51566"/>
                </a:lnTo>
                <a:lnTo>
                  <a:pt x="153046" y="52288"/>
                </a:lnTo>
                <a:lnTo>
                  <a:pt x="153062" y="53017"/>
                </a:lnTo>
                <a:lnTo>
                  <a:pt x="153076" y="53754"/>
                </a:lnTo>
                <a:lnTo>
                  <a:pt x="153086" y="54498"/>
                </a:lnTo>
                <a:lnTo>
                  <a:pt x="153093" y="55250"/>
                </a:lnTo>
                <a:lnTo>
                  <a:pt x="153098" y="56010"/>
                </a:lnTo>
                <a:lnTo>
                  <a:pt x="153099" y="56778"/>
                </a:lnTo>
                <a:lnTo>
                  <a:pt x="153099" y="83514"/>
                </a:lnTo>
                <a:lnTo>
                  <a:pt x="153097" y="84469"/>
                </a:lnTo>
                <a:lnTo>
                  <a:pt x="153091" y="85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80">
            <a:extLst xmlns:a="http://schemas.openxmlformats.org/drawingml/2006/main">
              <a:ext uri="{FF2B5EF4-FFF2-40B4-BE49-F238E27FC236}">
                <a16:creationId xmlns:a16="http://schemas.microsoft.com/office/drawing/2014/main" id="{93DF1001-D1C6-4645-BFB8-743BDB7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40" y="3024421"/>
            <a:ext cx="168498" cy="141331"/>
          </a:xfrm>
          <a:custGeom xmlns:a="http://schemas.openxmlformats.org/drawingml/2006/main">
            <a:pathLst>
              <a:path w="168498" h="141331">
                <a:moveTo>
                  <a:pt x="54910" y="68007"/>
                </a:moveTo>
                <a:lnTo>
                  <a:pt x="55535" y="67603"/>
                </a:lnTo>
                <a:lnTo>
                  <a:pt x="56148" y="67188"/>
                </a:lnTo>
                <a:lnTo>
                  <a:pt x="56750" y="66761"/>
                </a:lnTo>
                <a:lnTo>
                  <a:pt x="57341" y="66322"/>
                </a:lnTo>
                <a:lnTo>
                  <a:pt x="57921" y="65871"/>
                </a:lnTo>
                <a:lnTo>
                  <a:pt x="58489" y="65409"/>
                </a:lnTo>
                <a:lnTo>
                  <a:pt x="59045" y="64934"/>
                </a:lnTo>
                <a:lnTo>
                  <a:pt x="59591" y="64448"/>
                </a:lnTo>
                <a:lnTo>
                  <a:pt x="60125" y="63950"/>
                </a:lnTo>
                <a:lnTo>
                  <a:pt x="60648" y="63440"/>
                </a:lnTo>
                <a:lnTo>
                  <a:pt x="61159" y="62919"/>
                </a:lnTo>
                <a:lnTo>
                  <a:pt x="61659" y="62385"/>
                </a:lnTo>
                <a:lnTo>
                  <a:pt x="62148" y="61840"/>
                </a:lnTo>
                <a:lnTo>
                  <a:pt x="62626" y="61283"/>
                </a:lnTo>
                <a:lnTo>
                  <a:pt x="63092" y="60714"/>
                </a:lnTo>
                <a:lnTo>
                  <a:pt x="63547" y="60134"/>
                </a:lnTo>
                <a:lnTo>
                  <a:pt x="63990" y="59541"/>
                </a:lnTo>
                <a:lnTo>
                  <a:pt x="64423" y="58937"/>
                </a:lnTo>
                <a:lnTo>
                  <a:pt x="64844" y="58321"/>
                </a:lnTo>
                <a:lnTo>
                  <a:pt x="65253" y="57693"/>
                </a:lnTo>
                <a:lnTo>
                  <a:pt x="65652" y="57054"/>
                </a:lnTo>
                <a:lnTo>
                  <a:pt x="66039" y="56402"/>
                </a:lnTo>
                <a:lnTo>
                  <a:pt x="66414" y="55739"/>
                </a:lnTo>
                <a:lnTo>
                  <a:pt x="66777" y="55066"/>
                </a:lnTo>
                <a:lnTo>
                  <a:pt x="67123" y="54387"/>
                </a:lnTo>
                <a:lnTo>
                  <a:pt x="67455" y="53700"/>
                </a:lnTo>
                <a:lnTo>
                  <a:pt x="67771" y="53007"/>
                </a:lnTo>
                <a:lnTo>
                  <a:pt x="68072" y="52307"/>
                </a:lnTo>
                <a:lnTo>
                  <a:pt x="68357" y="51600"/>
                </a:lnTo>
                <a:lnTo>
                  <a:pt x="68627" y="50886"/>
                </a:lnTo>
                <a:lnTo>
                  <a:pt x="68881" y="50165"/>
                </a:lnTo>
                <a:lnTo>
                  <a:pt x="69120" y="49437"/>
                </a:lnTo>
                <a:lnTo>
                  <a:pt x="69344" y="48703"/>
                </a:lnTo>
                <a:lnTo>
                  <a:pt x="69552" y="47961"/>
                </a:lnTo>
                <a:lnTo>
                  <a:pt x="69744" y="47213"/>
                </a:lnTo>
                <a:lnTo>
                  <a:pt x="69922" y="46457"/>
                </a:lnTo>
                <a:lnTo>
                  <a:pt x="70084" y="45695"/>
                </a:lnTo>
                <a:lnTo>
                  <a:pt x="70230" y="44926"/>
                </a:lnTo>
                <a:lnTo>
                  <a:pt x="70361" y="44150"/>
                </a:lnTo>
                <a:lnTo>
                  <a:pt x="70477" y="43367"/>
                </a:lnTo>
                <a:lnTo>
                  <a:pt x="70577" y="42578"/>
                </a:lnTo>
                <a:lnTo>
                  <a:pt x="70662" y="41781"/>
                </a:lnTo>
                <a:lnTo>
                  <a:pt x="70731" y="40978"/>
                </a:lnTo>
                <a:lnTo>
                  <a:pt x="70785" y="40167"/>
                </a:lnTo>
                <a:lnTo>
                  <a:pt x="70824" y="39350"/>
                </a:lnTo>
                <a:lnTo>
                  <a:pt x="70847" y="38526"/>
                </a:lnTo>
                <a:lnTo>
                  <a:pt x="70854" y="37695"/>
                </a:lnTo>
                <a:lnTo>
                  <a:pt x="70847" y="36701"/>
                </a:lnTo>
                <a:lnTo>
                  <a:pt x="70824" y="35720"/>
                </a:lnTo>
                <a:lnTo>
                  <a:pt x="70786" y="34751"/>
                </a:lnTo>
                <a:lnTo>
                  <a:pt x="70732" y="33795"/>
                </a:lnTo>
                <a:lnTo>
                  <a:pt x="70664" y="32851"/>
                </a:lnTo>
                <a:lnTo>
                  <a:pt x="70580" y="31920"/>
                </a:lnTo>
                <a:lnTo>
                  <a:pt x="70481" y="31001"/>
                </a:lnTo>
                <a:lnTo>
                  <a:pt x="70366" y="30095"/>
                </a:lnTo>
                <a:lnTo>
                  <a:pt x="70237" y="29201"/>
                </a:lnTo>
                <a:lnTo>
                  <a:pt x="70092" y="28319"/>
                </a:lnTo>
                <a:lnTo>
                  <a:pt x="69932" y="27451"/>
                </a:lnTo>
                <a:lnTo>
                  <a:pt x="69756" y="26594"/>
                </a:lnTo>
                <a:lnTo>
                  <a:pt x="69566" y="25750"/>
                </a:lnTo>
                <a:lnTo>
                  <a:pt x="69360" y="24918"/>
                </a:lnTo>
                <a:lnTo>
                  <a:pt x="69138" y="24099"/>
                </a:lnTo>
                <a:lnTo>
                  <a:pt x="68902" y="23293"/>
                </a:lnTo>
                <a:lnTo>
                  <a:pt x="68650" y="22499"/>
                </a:lnTo>
                <a:lnTo>
                  <a:pt x="68383" y="21717"/>
                </a:lnTo>
                <a:lnTo>
                  <a:pt x="68101" y="20948"/>
                </a:lnTo>
                <a:lnTo>
                  <a:pt x="67804" y="20191"/>
                </a:lnTo>
                <a:lnTo>
                  <a:pt x="67491" y="19447"/>
                </a:lnTo>
                <a:lnTo>
                  <a:pt x="67163" y="18715"/>
                </a:lnTo>
                <a:lnTo>
                  <a:pt x="66820" y="17995"/>
                </a:lnTo>
                <a:lnTo>
                  <a:pt x="66462" y="17288"/>
                </a:lnTo>
                <a:lnTo>
                  <a:pt x="66090" y="16595"/>
                </a:lnTo>
                <a:lnTo>
                  <a:pt x="65707" y="15915"/>
                </a:lnTo>
                <a:lnTo>
                  <a:pt x="65312" y="15248"/>
                </a:lnTo>
                <a:lnTo>
                  <a:pt x="64907" y="14596"/>
                </a:lnTo>
                <a:lnTo>
                  <a:pt x="64490" y="13957"/>
                </a:lnTo>
                <a:lnTo>
                  <a:pt x="64061" y="13332"/>
                </a:lnTo>
                <a:lnTo>
                  <a:pt x="63622" y="12721"/>
                </a:lnTo>
                <a:lnTo>
                  <a:pt x="63171" y="12124"/>
                </a:lnTo>
                <a:lnTo>
                  <a:pt x="62708" y="11540"/>
                </a:lnTo>
                <a:lnTo>
                  <a:pt x="62235" y="10971"/>
                </a:lnTo>
                <a:lnTo>
                  <a:pt x="61750" y="10415"/>
                </a:lnTo>
                <a:lnTo>
                  <a:pt x="61254" y="9872"/>
                </a:lnTo>
                <a:lnTo>
                  <a:pt x="60746" y="9344"/>
                </a:lnTo>
                <a:lnTo>
                  <a:pt x="60227" y="8829"/>
                </a:lnTo>
                <a:lnTo>
                  <a:pt x="59697" y="8328"/>
                </a:lnTo>
                <a:lnTo>
                  <a:pt x="59156" y="7841"/>
                </a:lnTo>
                <a:lnTo>
                  <a:pt x="58603" y="7368"/>
                </a:lnTo>
                <a:lnTo>
                  <a:pt x="58039" y="6908"/>
                </a:lnTo>
                <a:lnTo>
                  <a:pt x="57463" y="6463"/>
                </a:lnTo>
                <a:lnTo>
                  <a:pt x="56876" y="6031"/>
                </a:lnTo>
                <a:lnTo>
                  <a:pt x="56278" y="5612"/>
                </a:lnTo>
                <a:lnTo>
                  <a:pt x="55669" y="5208"/>
                </a:lnTo>
                <a:lnTo>
                  <a:pt x="55048" y="4817"/>
                </a:lnTo>
                <a:lnTo>
                  <a:pt x="54416" y="4440"/>
                </a:lnTo>
                <a:lnTo>
                  <a:pt x="53774" y="4078"/>
                </a:lnTo>
                <a:lnTo>
                  <a:pt x="53124" y="3731"/>
                </a:lnTo>
                <a:lnTo>
                  <a:pt x="52466" y="3400"/>
                </a:lnTo>
                <a:lnTo>
                  <a:pt x="51800" y="3083"/>
                </a:lnTo>
                <a:lnTo>
                  <a:pt x="51125" y="2783"/>
                </a:lnTo>
                <a:lnTo>
                  <a:pt x="50442" y="2498"/>
                </a:lnTo>
                <a:lnTo>
                  <a:pt x="49751" y="2228"/>
                </a:lnTo>
                <a:lnTo>
                  <a:pt x="49052" y="1973"/>
                </a:lnTo>
                <a:lnTo>
                  <a:pt x="48345" y="1734"/>
                </a:lnTo>
                <a:lnTo>
                  <a:pt x="47629" y="1511"/>
                </a:lnTo>
                <a:lnTo>
                  <a:pt x="46906" y="1303"/>
                </a:lnTo>
                <a:lnTo>
                  <a:pt x="46174" y="1110"/>
                </a:lnTo>
                <a:lnTo>
                  <a:pt x="45433" y="933"/>
                </a:lnTo>
                <a:lnTo>
                  <a:pt x="44685" y="771"/>
                </a:lnTo>
                <a:lnTo>
                  <a:pt x="43928" y="624"/>
                </a:lnTo>
                <a:lnTo>
                  <a:pt x="43163" y="493"/>
                </a:lnTo>
                <a:lnTo>
                  <a:pt x="42390" y="378"/>
                </a:lnTo>
                <a:lnTo>
                  <a:pt x="41609" y="278"/>
                </a:lnTo>
                <a:lnTo>
                  <a:pt x="40820" y="193"/>
                </a:lnTo>
                <a:lnTo>
                  <a:pt x="40022" y="123"/>
                </a:lnTo>
                <a:lnTo>
                  <a:pt x="39216" y="69"/>
                </a:lnTo>
                <a:lnTo>
                  <a:pt x="38402" y="31"/>
                </a:lnTo>
                <a:lnTo>
                  <a:pt x="37580" y="8"/>
                </a:lnTo>
                <a:lnTo>
                  <a:pt x="36750" y="0"/>
                </a:lnTo>
                <a:lnTo>
                  <a:pt x="35927" y="8"/>
                </a:lnTo>
                <a:lnTo>
                  <a:pt x="35112" y="31"/>
                </a:lnTo>
                <a:lnTo>
                  <a:pt x="34304" y="69"/>
                </a:lnTo>
                <a:lnTo>
                  <a:pt x="33504" y="123"/>
                </a:lnTo>
                <a:lnTo>
                  <a:pt x="32711" y="193"/>
                </a:lnTo>
                <a:lnTo>
                  <a:pt x="31926" y="278"/>
                </a:lnTo>
                <a:lnTo>
                  <a:pt x="31148" y="378"/>
                </a:lnTo>
                <a:lnTo>
                  <a:pt x="30378" y="493"/>
                </a:lnTo>
                <a:lnTo>
                  <a:pt x="29616" y="624"/>
                </a:lnTo>
                <a:lnTo>
                  <a:pt x="28861" y="771"/>
                </a:lnTo>
                <a:lnTo>
                  <a:pt x="28113" y="933"/>
                </a:lnTo>
                <a:lnTo>
                  <a:pt x="27373" y="1110"/>
                </a:lnTo>
                <a:lnTo>
                  <a:pt x="26641" y="1303"/>
                </a:lnTo>
                <a:lnTo>
                  <a:pt x="25916" y="1511"/>
                </a:lnTo>
                <a:lnTo>
                  <a:pt x="25199" y="1734"/>
                </a:lnTo>
                <a:lnTo>
                  <a:pt x="24489" y="1973"/>
                </a:lnTo>
                <a:lnTo>
                  <a:pt x="23787" y="2228"/>
                </a:lnTo>
                <a:lnTo>
                  <a:pt x="23093" y="2498"/>
                </a:lnTo>
                <a:lnTo>
                  <a:pt x="22406" y="2783"/>
                </a:lnTo>
                <a:lnTo>
                  <a:pt x="21726" y="3083"/>
                </a:lnTo>
                <a:lnTo>
                  <a:pt x="21054" y="3400"/>
                </a:lnTo>
                <a:lnTo>
                  <a:pt x="20390" y="3731"/>
                </a:lnTo>
                <a:lnTo>
                  <a:pt x="19733" y="4078"/>
                </a:lnTo>
                <a:lnTo>
                  <a:pt x="19083" y="4440"/>
                </a:lnTo>
                <a:lnTo>
                  <a:pt x="18444" y="4817"/>
                </a:lnTo>
                <a:lnTo>
                  <a:pt x="17816" y="5208"/>
                </a:lnTo>
                <a:lnTo>
                  <a:pt x="17199" y="5612"/>
                </a:lnTo>
                <a:lnTo>
                  <a:pt x="16594" y="6031"/>
                </a:lnTo>
                <a:lnTo>
                  <a:pt x="16001" y="6463"/>
                </a:lnTo>
                <a:lnTo>
                  <a:pt x="15420" y="6908"/>
                </a:lnTo>
                <a:lnTo>
                  <a:pt x="14850" y="7368"/>
                </a:lnTo>
                <a:lnTo>
                  <a:pt x="14292" y="7841"/>
                </a:lnTo>
                <a:lnTo>
                  <a:pt x="13745" y="8328"/>
                </a:lnTo>
                <a:lnTo>
                  <a:pt x="13210" y="8829"/>
                </a:lnTo>
                <a:lnTo>
                  <a:pt x="12687" y="9344"/>
                </a:lnTo>
                <a:lnTo>
                  <a:pt x="12175" y="9872"/>
                </a:lnTo>
                <a:lnTo>
                  <a:pt x="11675" y="10415"/>
                </a:lnTo>
                <a:lnTo>
                  <a:pt x="11187" y="10971"/>
                </a:lnTo>
                <a:lnTo>
                  <a:pt x="10710" y="11540"/>
                </a:lnTo>
                <a:lnTo>
                  <a:pt x="10245" y="12124"/>
                </a:lnTo>
                <a:lnTo>
                  <a:pt x="9792" y="12721"/>
                </a:lnTo>
                <a:lnTo>
                  <a:pt x="9350" y="13332"/>
                </a:lnTo>
                <a:lnTo>
                  <a:pt x="8920" y="13957"/>
                </a:lnTo>
                <a:lnTo>
                  <a:pt x="8501" y="14596"/>
                </a:lnTo>
                <a:lnTo>
                  <a:pt x="8094" y="15248"/>
                </a:lnTo>
                <a:lnTo>
                  <a:pt x="7699" y="15915"/>
                </a:lnTo>
                <a:lnTo>
                  <a:pt x="7316" y="16595"/>
                </a:lnTo>
                <a:lnTo>
                  <a:pt x="6944" y="17288"/>
                </a:lnTo>
                <a:lnTo>
                  <a:pt x="6585" y="17995"/>
                </a:lnTo>
                <a:lnTo>
                  <a:pt x="6242" y="18715"/>
                </a:lnTo>
                <a:lnTo>
                  <a:pt x="5914" y="19447"/>
                </a:lnTo>
                <a:lnTo>
                  <a:pt x="5601" y="20191"/>
                </a:lnTo>
                <a:lnTo>
                  <a:pt x="5304" y="20948"/>
                </a:lnTo>
                <a:lnTo>
                  <a:pt x="5022" y="21717"/>
                </a:lnTo>
                <a:lnTo>
                  <a:pt x="4755" y="22499"/>
                </a:lnTo>
                <a:lnTo>
                  <a:pt x="4503" y="23293"/>
                </a:lnTo>
                <a:lnTo>
                  <a:pt x="4267" y="24099"/>
                </a:lnTo>
                <a:lnTo>
                  <a:pt x="4046" y="24918"/>
                </a:lnTo>
                <a:lnTo>
                  <a:pt x="3840" y="25750"/>
                </a:lnTo>
                <a:lnTo>
                  <a:pt x="3649" y="26594"/>
                </a:lnTo>
                <a:lnTo>
                  <a:pt x="3474" y="27451"/>
                </a:lnTo>
                <a:lnTo>
                  <a:pt x="3313" y="28319"/>
                </a:lnTo>
                <a:lnTo>
                  <a:pt x="3169" y="29201"/>
                </a:lnTo>
                <a:lnTo>
                  <a:pt x="3039" y="30095"/>
                </a:lnTo>
                <a:lnTo>
                  <a:pt x="2924" y="31001"/>
                </a:lnTo>
                <a:lnTo>
                  <a:pt x="2825" y="31920"/>
                </a:lnTo>
                <a:lnTo>
                  <a:pt x="2741" y="32851"/>
                </a:lnTo>
                <a:lnTo>
                  <a:pt x="2673" y="33795"/>
                </a:lnTo>
                <a:lnTo>
                  <a:pt x="2619" y="34751"/>
                </a:lnTo>
                <a:lnTo>
                  <a:pt x="2581" y="35720"/>
                </a:lnTo>
                <a:lnTo>
                  <a:pt x="2558" y="36701"/>
                </a:lnTo>
                <a:lnTo>
                  <a:pt x="2551" y="37695"/>
                </a:lnTo>
                <a:lnTo>
                  <a:pt x="2558" y="38526"/>
                </a:lnTo>
                <a:lnTo>
                  <a:pt x="2581" y="39350"/>
                </a:lnTo>
                <a:lnTo>
                  <a:pt x="2619" y="40167"/>
                </a:lnTo>
                <a:lnTo>
                  <a:pt x="2671" y="40978"/>
                </a:lnTo>
                <a:lnTo>
                  <a:pt x="2739" y="41781"/>
                </a:lnTo>
                <a:lnTo>
                  <a:pt x="2822" y="42578"/>
                </a:lnTo>
                <a:lnTo>
                  <a:pt x="2920" y="43367"/>
                </a:lnTo>
                <a:lnTo>
                  <a:pt x="3034" y="44150"/>
                </a:lnTo>
                <a:lnTo>
                  <a:pt x="3162" y="44926"/>
                </a:lnTo>
                <a:lnTo>
                  <a:pt x="3305" y="45695"/>
                </a:lnTo>
                <a:lnTo>
                  <a:pt x="3464" y="46457"/>
                </a:lnTo>
                <a:lnTo>
                  <a:pt x="3637" y="47213"/>
                </a:lnTo>
                <a:lnTo>
                  <a:pt x="3826" y="47961"/>
                </a:lnTo>
                <a:lnTo>
                  <a:pt x="4030" y="48703"/>
                </a:lnTo>
                <a:lnTo>
                  <a:pt x="4248" y="49437"/>
                </a:lnTo>
                <a:lnTo>
                  <a:pt x="4482" y="50165"/>
                </a:lnTo>
                <a:lnTo>
                  <a:pt x="4731" y="50886"/>
                </a:lnTo>
                <a:lnTo>
                  <a:pt x="4995" y="51600"/>
                </a:lnTo>
                <a:lnTo>
                  <a:pt x="5274" y="52307"/>
                </a:lnTo>
                <a:lnTo>
                  <a:pt x="5569" y="53007"/>
                </a:lnTo>
                <a:lnTo>
                  <a:pt x="5878" y="53700"/>
                </a:lnTo>
                <a:lnTo>
                  <a:pt x="6202" y="54387"/>
                </a:lnTo>
                <a:lnTo>
                  <a:pt x="6542" y="55066"/>
                </a:lnTo>
                <a:lnTo>
                  <a:pt x="6897" y="55739"/>
                </a:lnTo>
                <a:lnTo>
                  <a:pt x="7265" y="56402"/>
                </a:lnTo>
                <a:lnTo>
                  <a:pt x="7644" y="57054"/>
                </a:lnTo>
                <a:lnTo>
                  <a:pt x="8036" y="57693"/>
                </a:lnTo>
                <a:lnTo>
                  <a:pt x="8440" y="58321"/>
                </a:lnTo>
                <a:lnTo>
                  <a:pt x="8855" y="58937"/>
                </a:lnTo>
                <a:lnTo>
                  <a:pt x="9282" y="59541"/>
                </a:lnTo>
                <a:lnTo>
                  <a:pt x="9721" y="60134"/>
                </a:lnTo>
                <a:lnTo>
                  <a:pt x="10172" y="60714"/>
                </a:lnTo>
                <a:lnTo>
                  <a:pt x="10634" y="61283"/>
                </a:lnTo>
                <a:lnTo>
                  <a:pt x="11108" y="61840"/>
                </a:lnTo>
                <a:lnTo>
                  <a:pt x="11595" y="62385"/>
                </a:lnTo>
                <a:lnTo>
                  <a:pt x="12092" y="62919"/>
                </a:lnTo>
                <a:lnTo>
                  <a:pt x="12602" y="63440"/>
                </a:lnTo>
                <a:lnTo>
                  <a:pt x="13124" y="63950"/>
                </a:lnTo>
                <a:lnTo>
                  <a:pt x="13657" y="64448"/>
                </a:lnTo>
                <a:lnTo>
                  <a:pt x="14202" y="64934"/>
                </a:lnTo>
                <a:lnTo>
                  <a:pt x="14759" y="65409"/>
                </a:lnTo>
                <a:lnTo>
                  <a:pt x="15328" y="65871"/>
                </a:lnTo>
                <a:lnTo>
                  <a:pt x="15909" y="66322"/>
                </a:lnTo>
                <a:lnTo>
                  <a:pt x="16501" y="66761"/>
                </a:lnTo>
                <a:lnTo>
                  <a:pt x="17105" y="67188"/>
                </a:lnTo>
                <a:lnTo>
                  <a:pt x="17721" y="67603"/>
                </a:lnTo>
                <a:lnTo>
                  <a:pt x="18349" y="68007"/>
                </a:lnTo>
                <a:lnTo>
                  <a:pt x="18989" y="68398"/>
                </a:lnTo>
                <a:lnTo>
                  <a:pt x="19162" y="68499"/>
                </a:lnTo>
                <a:lnTo>
                  <a:pt x="19014" y="68573"/>
                </a:lnTo>
                <a:lnTo>
                  <a:pt x="18490" y="68850"/>
                </a:lnTo>
                <a:lnTo>
                  <a:pt x="17973" y="69134"/>
                </a:lnTo>
                <a:lnTo>
                  <a:pt x="17462" y="69427"/>
                </a:lnTo>
                <a:lnTo>
                  <a:pt x="16957" y="69727"/>
                </a:lnTo>
                <a:lnTo>
                  <a:pt x="16459" y="70036"/>
                </a:lnTo>
                <a:lnTo>
                  <a:pt x="15967" y="70353"/>
                </a:lnTo>
                <a:lnTo>
                  <a:pt x="15482" y="70677"/>
                </a:lnTo>
                <a:lnTo>
                  <a:pt x="15003" y="71010"/>
                </a:lnTo>
                <a:lnTo>
                  <a:pt x="14530" y="71351"/>
                </a:lnTo>
                <a:lnTo>
                  <a:pt x="14064" y="71700"/>
                </a:lnTo>
                <a:lnTo>
                  <a:pt x="13604" y="72056"/>
                </a:lnTo>
                <a:lnTo>
                  <a:pt x="13151" y="72421"/>
                </a:lnTo>
                <a:lnTo>
                  <a:pt x="12704" y="72794"/>
                </a:lnTo>
                <a:lnTo>
                  <a:pt x="12263" y="73175"/>
                </a:lnTo>
                <a:lnTo>
                  <a:pt x="11829" y="73564"/>
                </a:lnTo>
                <a:lnTo>
                  <a:pt x="11401" y="73961"/>
                </a:lnTo>
                <a:lnTo>
                  <a:pt x="10979" y="74366"/>
                </a:lnTo>
                <a:lnTo>
                  <a:pt x="10564" y="74779"/>
                </a:lnTo>
                <a:lnTo>
                  <a:pt x="10156" y="75200"/>
                </a:lnTo>
                <a:lnTo>
                  <a:pt x="9754" y="75628"/>
                </a:lnTo>
                <a:lnTo>
                  <a:pt x="9360" y="76063"/>
                </a:lnTo>
                <a:lnTo>
                  <a:pt x="8974" y="76503"/>
                </a:lnTo>
                <a:lnTo>
                  <a:pt x="8596" y="76949"/>
                </a:lnTo>
                <a:lnTo>
                  <a:pt x="8225" y="77402"/>
                </a:lnTo>
                <a:lnTo>
                  <a:pt x="7862" y="77860"/>
                </a:lnTo>
                <a:lnTo>
                  <a:pt x="7507" y="78325"/>
                </a:lnTo>
                <a:lnTo>
                  <a:pt x="7159" y="78795"/>
                </a:lnTo>
                <a:lnTo>
                  <a:pt x="6819" y="79272"/>
                </a:lnTo>
                <a:lnTo>
                  <a:pt x="6487" y="79755"/>
                </a:lnTo>
                <a:lnTo>
                  <a:pt x="6162" y="80244"/>
                </a:lnTo>
                <a:lnTo>
                  <a:pt x="5845" y="80739"/>
                </a:lnTo>
                <a:lnTo>
                  <a:pt x="5536" y="81240"/>
                </a:lnTo>
                <a:lnTo>
                  <a:pt x="5235" y="81747"/>
                </a:lnTo>
                <a:lnTo>
                  <a:pt x="4941" y="82260"/>
                </a:lnTo>
                <a:lnTo>
                  <a:pt x="4655" y="82779"/>
                </a:lnTo>
                <a:lnTo>
                  <a:pt x="4377" y="83304"/>
                </a:lnTo>
                <a:lnTo>
                  <a:pt x="4107" y="83836"/>
                </a:lnTo>
                <a:lnTo>
                  <a:pt x="3844" y="84373"/>
                </a:lnTo>
                <a:lnTo>
                  <a:pt x="3589" y="84916"/>
                </a:lnTo>
                <a:lnTo>
                  <a:pt x="3341" y="85466"/>
                </a:lnTo>
                <a:lnTo>
                  <a:pt x="3102" y="86022"/>
                </a:lnTo>
                <a:lnTo>
                  <a:pt x="2870" y="86583"/>
                </a:lnTo>
                <a:lnTo>
                  <a:pt x="2645" y="87151"/>
                </a:lnTo>
                <a:lnTo>
                  <a:pt x="2429" y="87724"/>
                </a:lnTo>
                <a:lnTo>
                  <a:pt x="2223" y="88302"/>
                </a:lnTo>
                <a:lnTo>
                  <a:pt x="2025" y="88885"/>
                </a:lnTo>
                <a:lnTo>
                  <a:pt x="1837" y="89472"/>
                </a:lnTo>
                <a:lnTo>
                  <a:pt x="1658" y="90064"/>
                </a:lnTo>
                <a:lnTo>
                  <a:pt x="1488" y="90661"/>
                </a:lnTo>
                <a:lnTo>
                  <a:pt x="1327" y="91263"/>
                </a:lnTo>
                <a:lnTo>
                  <a:pt x="1176" y="91869"/>
                </a:lnTo>
                <a:lnTo>
                  <a:pt x="1033" y="92481"/>
                </a:lnTo>
                <a:lnTo>
                  <a:pt x="900" y="93097"/>
                </a:lnTo>
                <a:lnTo>
                  <a:pt x="776" y="93717"/>
                </a:lnTo>
                <a:lnTo>
                  <a:pt x="661" y="94343"/>
                </a:lnTo>
                <a:lnTo>
                  <a:pt x="556" y="94973"/>
                </a:lnTo>
                <a:lnTo>
                  <a:pt x="459" y="95608"/>
                </a:lnTo>
                <a:lnTo>
                  <a:pt x="372" y="96248"/>
                </a:lnTo>
                <a:lnTo>
                  <a:pt x="294" y="96892"/>
                </a:lnTo>
                <a:lnTo>
                  <a:pt x="225" y="97541"/>
                </a:lnTo>
                <a:lnTo>
                  <a:pt x="165" y="98195"/>
                </a:lnTo>
                <a:lnTo>
                  <a:pt x="115" y="98854"/>
                </a:lnTo>
                <a:lnTo>
                  <a:pt x="73" y="99518"/>
                </a:lnTo>
                <a:lnTo>
                  <a:pt x="41" y="100186"/>
                </a:lnTo>
                <a:lnTo>
                  <a:pt x="18" y="100859"/>
                </a:lnTo>
                <a:lnTo>
                  <a:pt x="5" y="101537"/>
                </a:lnTo>
                <a:lnTo>
                  <a:pt x="0" y="102219"/>
                </a:lnTo>
                <a:lnTo>
                  <a:pt x="8" y="103260"/>
                </a:lnTo>
                <a:lnTo>
                  <a:pt x="33" y="104287"/>
                </a:lnTo>
                <a:lnTo>
                  <a:pt x="75" y="105301"/>
                </a:lnTo>
                <a:lnTo>
                  <a:pt x="134" y="106301"/>
                </a:lnTo>
                <a:lnTo>
                  <a:pt x="209" y="107289"/>
                </a:lnTo>
                <a:lnTo>
                  <a:pt x="301" y="108263"/>
                </a:lnTo>
                <a:lnTo>
                  <a:pt x="410" y="109223"/>
                </a:lnTo>
                <a:lnTo>
                  <a:pt x="535" y="110171"/>
                </a:lnTo>
                <a:lnTo>
                  <a:pt x="678" y="111105"/>
                </a:lnTo>
                <a:lnTo>
                  <a:pt x="836" y="112026"/>
                </a:lnTo>
                <a:lnTo>
                  <a:pt x="1012" y="112933"/>
                </a:lnTo>
                <a:lnTo>
                  <a:pt x="1205" y="113828"/>
                </a:lnTo>
                <a:lnTo>
                  <a:pt x="1414" y="114709"/>
                </a:lnTo>
                <a:lnTo>
                  <a:pt x="1639" y="115576"/>
                </a:lnTo>
                <a:lnTo>
                  <a:pt x="1882" y="116431"/>
                </a:lnTo>
                <a:lnTo>
                  <a:pt x="2141" y="117272"/>
                </a:lnTo>
                <a:lnTo>
                  <a:pt x="2417" y="118100"/>
                </a:lnTo>
                <a:lnTo>
                  <a:pt x="2710" y="118914"/>
                </a:lnTo>
                <a:lnTo>
                  <a:pt x="3020" y="119716"/>
                </a:lnTo>
                <a:lnTo>
                  <a:pt x="3346" y="120504"/>
                </a:lnTo>
                <a:lnTo>
                  <a:pt x="3689" y="121279"/>
                </a:lnTo>
                <a:lnTo>
                  <a:pt x="4049" y="122040"/>
                </a:lnTo>
                <a:lnTo>
                  <a:pt x="4425" y="122788"/>
                </a:lnTo>
                <a:lnTo>
                  <a:pt x="4818" y="123523"/>
                </a:lnTo>
                <a:lnTo>
                  <a:pt x="5226" y="124244"/>
                </a:lnTo>
                <a:lnTo>
                  <a:pt x="5645" y="124950"/>
                </a:lnTo>
                <a:lnTo>
                  <a:pt x="6077" y="125642"/>
                </a:lnTo>
                <a:lnTo>
                  <a:pt x="6521" y="126319"/>
                </a:lnTo>
                <a:lnTo>
                  <a:pt x="6977" y="126982"/>
                </a:lnTo>
                <a:lnTo>
                  <a:pt x="7446" y="127630"/>
                </a:lnTo>
                <a:lnTo>
                  <a:pt x="7926" y="128263"/>
                </a:lnTo>
                <a:lnTo>
                  <a:pt x="8419" y="128882"/>
                </a:lnTo>
                <a:lnTo>
                  <a:pt x="8923" y="129486"/>
                </a:lnTo>
                <a:lnTo>
                  <a:pt x="9440" y="130075"/>
                </a:lnTo>
                <a:lnTo>
                  <a:pt x="9969" y="130650"/>
                </a:lnTo>
                <a:lnTo>
                  <a:pt x="10510" y="131211"/>
                </a:lnTo>
                <a:lnTo>
                  <a:pt x="11063" y="131756"/>
                </a:lnTo>
                <a:lnTo>
                  <a:pt x="11629" y="132288"/>
                </a:lnTo>
                <a:lnTo>
                  <a:pt x="12206" y="132804"/>
                </a:lnTo>
                <a:lnTo>
                  <a:pt x="12796" y="133306"/>
                </a:lnTo>
                <a:lnTo>
                  <a:pt x="13398" y="133793"/>
                </a:lnTo>
                <a:lnTo>
                  <a:pt x="14011" y="134266"/>
                </a:lnTo>
                <a:lnTo>
                  <a:pt x="14638" y="134724"/>
                </a:lnTo>
                <a:lnTo>
                  <a:pt x="15276" y="135168"/>
                </a:lnTo>
                <a:lnTo>
                  <a:pt x="15926" y="135597"/>
                </a:lnTo>
                <a:lnTo>
                  <a:pt x="16588" y="136011"/>
                </a:lnTo>
                <a:lnTo>
                  <a:pt x="17263" y="136411"/>
                </a:lnTo>
                <a:lnTo>
                  <a:pt x="17950" y="136796"/>
                </a:lnTo>
                <a:lnTo>
                  <a:pt x="18646" y="137166"/>
                </a:lnTo>
                <a:lnTo>
                  <a:pt x="19350" y="137521"/>
                </a:lnTo>
                <a:lnTo>
                  <a:pt x="20061" y="137859"/>
                </a:lnTo>
                <a:lnTo>
                  <a:pt x="20779" y="138182"/>
                </a:lnTo>
                <a:lnTo>
                  <a:pt x="21504" y="138489"/>
                </a:lnTo>
                <a:lnTo>
                  <a:pt x="22236" y="138780"/>
                </a:lnTo>
                <a:lnTo>
                  <a:pt x="22976" y="139056"/>
                </a:lnTo>
                <a:lnTo>
                  <a:pt x="23723" y="139316"/>
                </a:lnTo>
                <a:lnTo>
                  <a:pt x="24477" y="139560"/>
                </a:lnTo>
                <a:lnTo>
                  <a:pt x="25239" y="139788"/>
                </a:lnTo>
                <a:lnTo>
                  <a:pt x="26007" y="140001"/>
                </a:lnTo>
                <a:lnTo>
                  <a:pt x="26783" y="140197"/>
                </a:lnTo>
                <a:lnTo>
                  <a:pt x="27566" y="140378"/>
                </a:lnTo>
                <a:lnTo>
                  <a:pt x="28356" y="140544"/>
                </a:lnTo>
                <a:lnTo>
                  <a:pt x="29154" y="140693"/>
                </a:lnTo>
                <a:lnTo>
                  <a:pt x="29958" y="140827"/>
                </a:lnTo>
                <a:lnTo>
                  <a:pt x="30770" y="140945"/>
                </a:lnTo>
                <a:lnTo>
                  <a:pt x="31589" y="141048"/>
                </a:lnTo>
                <a:lnTo>
                  <a:pt x="32416" y="141134"/>
                </a:lnTo>
                <a:lnTo>
                  <a:pt x="33249" y="141205"/>
                </a:lnTo>
                <a:lnTo>
                  <a:pt x="34090" y="141260"/>
                </a:lnTo>
                <a:lnTo>
                  <a:pt x="34938" y="141300"/>
                </a:lnTo>
                <a:lnTo>
                  <a:pt x="35793" y="141323"/>
                </a:lnTo>
                <a:lnTo>
                  <a:pt x="36655" y="141331"/>
                </a:lnTo>
                <a:lnTo>
                  <a:pt x="37525" y="141323"/>
                </a:lnTo>
                <a:lnTo>
                  <a:pt x="38388" y="141300"/>
                </a:lnTo>
                <a:lnTo>
                  <a:pt x="39243" y="141260"/>
                </a:lnTo>
                <a:lnTo>
                  <a:pt x="40091" y="141205"/>
                </a:lnTo>
                <a:lnTo>
                  <a:pt x="40930" y="141134"/>
                </a:lnTo>
                <a:lnTo>
                  <a:pt x="41763" y="141048"/>
                </a:lnTo>
                <a:lnTo>
                  <a:pt x="42588" y="140945"/>
                </a:lnTo>
                <a:lnTo>
                  <a:pt x="43405" y="140827"/>
                </a:lnTo>
                <a:lnTo>
                  <a:pt x="44215" y="140693"/>
                </a:lnTo>
                <a:lnTo>
                  <a:pt x="45017" y="140544"/>
                </a:lnTo>
                <a:lnTo>
                  <a:pt x="45812" y="140378"/>
                </a:lnTo>
                <a:lnTo>
                  <a:pt x="46599" y="140197"/>
                </a:lnTo>
                <a:lnTo>
                  <a:pt x="47378" y="140001"/>
                </a:lnTo>
                <a:lnTo>
                  <a:pt x="48150" y="139788"/>
                </a:lnTo>
                <a:lnTo>
                  <a:pt x="48915" y="139560"/>
                </a:lnTo>
                <a:lnTo>
                  <a:pt x="49672" y="139316"/>
                </a:lnTo>
                <a:lnTo>
                  <a:pt x="50421" y="139056"/>
                </a:lnTo>
                <a:lnTo>
                  <a:pt x="51163" y="138780"/>
                </a:lnTo>
                <a:lnTo>
                  <a:pt x="51897" y="138489"/>
                </a:lnTo>
                <a:lnTo>
                  <a:pt x="52624" y="138182"/>
                </a:lnTo>
                <a:lnTo>
                  <a:pt x="53343" y="137859"/>
                </a:lnTo>
                <a:lnTo>
                  <a:pt x="54055" y="137521"/>
                </a:lnTo>
                <a:lnTo>
                  <a:pt x="54759" y="137166"/>
                </a:lnTo>
                <a:lnTo>
                  <a:pt x="55455" y="136796"/>
                </a:lnTo>
                <a:lnTo>
                  <a:pt x="56142" y="136411"/>
                </a:lnTo>
                <a:lnTo>
                  <a:pt x="56817" y="136011"/>
                </a:lnTo>
                <a:lnTo>
                  <a:pt x="57479" y="135597"/>
                </a:lnTo>
                <a:lnTo>
                  <a:pt x="58130" y="135168"/>
                </a:lnTo>
                <a:lnTo>
                  <a:pt x="58768" y="134724"/>
                </a:lnTo>
                <a:lnTo>
                  <a:pt x="59394" y="134266"/>
                </a:lnTo>
                <a:lnTo>
                  <a:pt x="60008" y="133793"/>
                </a:lnTo>
                <a:lnTo>
                  <a:pt x="60609" y="133306"/>
                </a:lnTo>
                <a:lnTo>
                  <a:pt x="61199" y="132804"/>
                </a:lnTo>
                <a:lnTo>
                  <a:pt x="61777" y="132288"/>
                </a:lnTo>
                <a:lnTo>
                  <a:pt x="62342" y="131756"/>
                </a:lnTo>
                <a:lnTo>
                  <a:pt x="62895" y="131211"/>
                </a:lnTo>
                <a:lnTo>
                  <a:pt x="63436" y="130650"/>
                </a:lnTo>
                <a:lnTo>
                  <a:pt x="63965" y="130075"/>
                </a:lnTo>
                <a:lnTo>
                  <a:pt x="64482" y="129486"/>
                </a:lnTo>
                <a:lnTo>
                  <a:pt x="64987" y="128882"/>
                </a:lnTo>
                <a:lnTo>
                  <a:pt x="65479" y="128263"/>
                </a:lnTo>
                <a:lnTo>
                  <a:pt x="65960" y="127630"/>
                </a:lnTo>
                <a:lnTo>
                  <a:pt x="66428" y="126982"/>
                </a:lnTo>
                <a:lnTo>
                  <a:pt x="66884" y="126319"/>
                </a:lnTo>
                <a:lnTo>
                  <a:pt x="67328" y="125642"/>
                </a:lnTo>
                <a:lnTo>
                  <a:pt x="67760" y="124950"/>
                </a:lnTo>
                <a:lnTo>
                  <a:pt x="68180" y="124244"/>
                </a:lnTo>
                <a:lnTo>
                  <a:pt x="68587" y="123523"/>
                </a:lnTo>
                <a:lnTo>
                  <a:pt x="68980" y="122788"/>
                </a:lnTo>
                <a:lnTo>
                  <a:pt x="69357" y="122040"/>
                </a:lnTo>
                <a:lnTo>
                  <a:pt x="69716" y="121279"/>
                </a:lnTo>
                <a:lnTo>
                  <a:pt x="70059" y="120504"/>
                </a:lnTo>
                <a:lnTo>
                  <a:pt x="70386" y="119716"/>
                </a:lnTo>
                <a:lnTo>
                  <a:pt x="70695" y="118914"/>
                </a:lnTo>
                <a:lnTo>
                  <a:pt x="70988" y="118100"/>
                </a:lnTo>
                <a:lnTo>
                  <a:pt x="71264" y="117272"/>
                </a:lnTo>
                <a:lnTo>
                  <a:pt x="71523" y="116431"/>
                </a:lnTo>
                <a:lnTo>
                  <a:pt x="71766" y="115576"/>
                </a:lnTo>
                <a:lnTo>
                  <a:pt x="71992" y="114709"/>
                </a:lnTo>
                <a:lnTo>
                  <a:pt x="72201" y="113828"/>
                </a:lnTo>
                <a:lnTo>
                  <a:pt x="72393" y="112933"/>
                </a:lnTo>
                <a:lnTo>
                  <a:pt x="72569" y="112026"/>
                </a:lnTo>
                <a:lnTo>
                  <a:pt x="72728" y="111105"/>
                </a:lnTo>
                <a:lnTo>
                  <a:pt x="72870" y="110171"/>
                </a:lnTo>
                <a:lnTo>
                  <a:pt x="72995" y="109223"/>
                </a:lnTo>
                <a:lnTo>
                  <a:pt x="73104" y="108263"/>
                </a:lnTo>
                <a:lnTo>
                  <a:pt x="73196" y="107289"/>
                </a:lnTo>
                <a:lnTo>
                  <a:pt x="73271" y="106301"/>
                </a:lnTo>
                <a:lnTo>
                  <a:pt x="73330" y="105301"/>
                </a:lnTo>
                <a:lnTo>
                  <a:pt x="73372" y="104287"/>
                </a:lnTo>
                <a:lnTo>
                  <a:pt x="73397" y="103260"/>
                </a:lnTo>
                <a:lnTo>
                  <a:pt x="73405" y="102219"/>
                </a:lnTo>
                <a:lnTo>
                  <a:pt x="73397" y="101310"/>
                </a:lnTo>
                <a:lnTo>
                  <a:pt x="73372" y="100410"/>
                </a:lnTo>
                <a:lnTo>
                  <a:pt x="73331" y="99518"/>
                </a:lnTo>
                <a:lnTo>
                  <a:pt x="73273" y="98635"/>
                </a:lnTo>
                <a:lnTo>
                  <a:pt x="73198" y="97760"/>
                </a:lnTo>
                <a:lnTo>
                  <a:pt x="73107" y="96893"/>
                </a:lnTo>
                <a:lnTo>
                  <a:pt x="72999" y="96036"/>
                </a:lnTo>
                <a:lnTo>
                  <a:pt x="72875" y="95186"/>
                </a:lnTo>
                <a:lnTo>
                  <a:pt x="72734" y="94346"/>
                </a:lnTo>
                <a:lnTo>
                  <a:pt x="72577" y="93513"/>
                </a:lnTo>
                <a:lnTo>
                  <a:pt x="72403" y="92690"/>
                </a:lnTo>
                <a:lnTo>
                  <a:pt x="72213" y="91875"/>
                </a:lnTo>
                <a:lnTo>
                  <a:pt x="72005" y="91068"/>
                </a:lnTo>
                <a:lnTo>
                  <a:pt x="71782" y="90270"/>
                </a:lnTo>
                <a:lnTo>
                  <a:pt x="71542" y="89480"/>
                </a:lnTo>
                <a:lnTo>
                  <a:pt x="71285" y="88699"/>
                </a:lnTo>
                <a:lnTo>
                  <a:pt x="71012" y="87927"/>
                </a:lnTo>
                <a:lnTo>
                  <a:pt x="70722" y="87163"/>
                </a:lnTo>
                <a:lnTo>
                  <a:pt x="70415" y="86407"/>
                </a:lnTo>
                <a:lnTo>
                  <a:pt x="70092" y="85660"/>
                </a:lnTo>
                <a:lnTo>
                  <a:pt x="69753" y="84922"/>
                </a:lnTo>
                <a:lnTo>
                  <a:pt x="69396" y="84192"/>
                </a:lnTo>
                <a:lnTo>
                  <a:pt x="69024" y="83471"/>
                </a:lnTo>
                <a:lnTo>
                  <a:pt x="68634" y="82758"/>
                </a:lnTo>
                <a:lnTo>
                  <a:pt x="68231" y="82056"/>
                </a:lnTo>
                <a:lnTo>
                  <a:pt x="67815" y="81366"/>
                </a:lnTo>
                <a:lnTo>
                  <a:pt x="67386" y="80689"/>
                </a:lnTo>
                <a:lnTo>
                  <a:pt x="66946" y="80025"/>
                </a:lnTo>
                <a:lnTo>
                  <a:pt x="66493" y="79373"/>
                </a:lnTo>
                <a:lnTo>
                  <a:pt x="66028" y="78734"/>
                </a:lnTo>
                <a:lnTo>
                  <a:pt x="65550" y="78108"/>
                </a:lnTo>
                <a:lnTo>
                  <a:pt x="65060" y="77494"/>
                </a:lnTo>
                <a:lnTo>
                  <a:pt x="64558" y="76893"/>
                </a:lnTo>
                <a:lnTo>
                  <a:pt x="64044" y="76304"/>
                </a:lnTo>
                <a:lnTo>
                  <a:pt x="63517" y="75728"/>
                </a:lnTo>
                <a:lnTo>
                  <a:pt x="62978" y="75165"/>
                </a:lnTo>
                <a:lnTo>
                  <a:pt x="62426" y="74614"/>
                </a:lnTo>
                <a:lnTo>
                  <a:pt x="61863" y="74076"/>
                </a:lnTo>
                <a:lnTo>
                  <a:pt x="61287" y="73551"/>
                </a:lnTo>
                <a:lnTo>
                  <a:pt x="60699" y="73038"/>
                </a:lnTo>
                <a:lnTo>
                  <a:pt x="60098" y="72538"/>
                </a:lnTo>
                <a:lnTo>
                  <a:pt x="59485" y="72050"/>
                </a:lnTo>
                <a:lnTo>
                  <a:pt x="58860" y="71575"/>
                </a:lnTo>
                <a:lnTo>
                  <a:pt x="58223" y="71113"/>
                </a:lnTo>
                <a:lnTo>
                  <a:pt x="57573" y="70663"/>
                </a:lnTo>
                <a:lnTo>
                  <a:pt x="56911" y="70226"/>
                </a:lnTo>
                <a:lnTo>
                  <a:pt x="56237" y="69802"/>
                </a:lnTo>
                <a:lnTo>
                  <a:pt x="55550" y="69390"/>
                </a:lnTo>
                <a:lnTo>
                  <a:pt x="54853" y="68993"/>
                </a:lnTo>
                <a:lnTo>
                  <a:pt x="54148" y="68613"/>
                </a:lnTo>
                <a:lnTo>
                  <a:pt x="54019" y="68548"/>
                </a:lnTo>
                <a:lnTo>
                  <a:pt x="54275" y="68398"/>
                </a:lnTo>
                <a:lnTo>
                  <a:pt x="54910" y="68007"/>
                </a:lnTo>
                <a:close/>
                <a:moveTo>
                  <a:pt x="54118" y="39146"/>
                </a:moveTo>
                <a:lnTo>
                  <a:pt x="54100" y="39721"/>
                </a:lnTo>
                <a:lnTo>
                  <a:pt x="54074" y="40290"/>
                </a:lnTo>
                <a:lnTo>
                  <a:pt x="54041" y="40852"/>
                </a:lnTo>
                <a:lnTo>
                  <a:pt x="54000" y="41409"/>
                </a:lnTo>
                <a:lnTo>
                  <a:pt x="53952" y="41958"/>
                </a:lnTo>
                <a:lnTo>
                  <a:pt x="53897" y="42502"/>
                </a:lnTo>
                <a:lnTo>
                  <a:pt x="53834" y="43040"/>
                </a:lnTo>
                <a:lnTo>
                  <a:pt x="53764" y="43571"/>
                </a:lnTo>
                <a:lnTo>
                  <a:pt x="53686" y="44096"/>
                </a:lnTo>
                <a:lnTo>
                  <a:pt x="53601" y="44615"/>
                </a:lnTo>
                <a:lnTo>
                  <a:pt x="53509" y="45127"/>
                </a:lnTo>
                <a:lnTo>
                  <a:pt x="53410" y="45634"/>
                </a:lnTo>
                <a:lnTo>
                  <a:pt x="53302" y="46134"/>
                </a:lnTo>
                <a:lnTo>
                  <a:pt x="53188" y="46627"/>
                </a:lnTo>
                <a:lnTo>
                  <a:pt x="53066" y="47115"/>
                </a:lnTo>
                <a:lnTo>
                  <a:pt x="52937" y="47596"/>
                </a:lnTo>
                <a:lnTo>
                  <a:pt x="52801" y="48072"/>
                </a:lnTo>
                <a:lnTo>
                  <a:pt x="52657" y="48541"/>
                </a:lnTo>
                <a:lnTo>
                  <a:pt x="52505" y="49003"/>
                </a:lnTo>
                <a:lnTo>
                  <a:pt x="52347" y="49460"/>
                </a:lnTo>
                <a:lnTo>
                  <a:pt x="52181" y="49910"/>
                </a:lnTo>
                <a:lnTo>
                  <a:pt x="52007" y="50354"/>
                </a:lnTo>
                <a:lnTo>
                  <a:pt x="51827" y="50791"/>
                </a:lnTo>
                <a:lnTo>
                  <a:pt x="51640" y="51219"/>
                </a:lnTo>
                <a:lnTo>
                  <a:pt x="51448" y="51640"/>
                </a:lnTo>
                <a:lnTo>
                  <a:pt x="51249" y="52052"/>
                </a:lnTo>
                <a:lnTo>
                  <a:pt x="51044" y="52456"/>
                </a:lnTo>
                <a:lnTo>
                  <a:pt x="50832" y="52852"/>
                </a:lnTo>
                <a:lnTo>
                  <a:pt x="50615" y="53239"/>
                </a:lnTo>
                <a:lnTo>
                  <a:pt x="50391" y="53618"/>
                </a:lnTo>
                <a:lnTo>
                  <a:pt x="50161" y="53990"/>
                </a:lnTo>
                <a:lnTo>
                  <a:pt x="49924" y="54353"/>
                </a:lnTo>
                <a:lnTo>
                  <a:pt x="49682" y="54707"/>
                </a:lnTo>
                <a:lnTo>
                  <a:pt x="49433" y="55054"/>
                </a:lnTo>
                <a:lnTo>
                  <a:pt x="49178" y="55392"/>
                </a:lnTo>
                <a:lnTo>
                  <a:pt x="48916" y="55722"/>
                </a:lnTo>
                <a:lnTo>
                  <a:pt x="48649" y="56044"/>
                </a:lnTo>
                <a:lnTo>
                  <a:pt x="48375" y="56358"/>
                </a:lnTo>
                <a:lnTo>
                  <a:pt x="48095" y="56664"/>
                </a:lnTo>
                <a:lnTo>
                  <a:pt x="47809" y="56961"/>
                </a:lnTo>
                <a:lnTo>
                  <a:pt x="47517" y="57250"/>
                </a:lnTo>
                <a:lnTo>
                  <a:pt x="47218" y="57531"/>
                </a:lnTo>
                <a:lnTo>
                  <a:pt x="46913" y="57804"/>
                </a:lnTo>
                <a:lnTo>
                  <a:pt x="46602" y="58069"/>
                </a:lnTo>
                <a:lnTo>
                  <a:pt x="46285" y="58325"/>
                </a:lnTo>
                <a:lnTo>
                  <a:pt x="45961" y="58573"/>
                </a:lnTo>
                <a:lnTo>
                  <a:pt x="45632" y="58812"/>
                </a:lnTo>
                <a:lnTo>
                  <a:pt x="45298" y="59041"/>
                </a:lnTo>
                <a:lnTo>
                  <a:pt x="44959" y="59259"/>
                </a:lnTo>
                <a:lnTo>
                  <a:pt x="44616" y="59468"/>
                </a:lnTo>
                <a:lnTo>
                  <a:pt x="44268" y="59666"/>
                </a:lnTo>
                <a:lnTo>
                  <a:pt x="43915" y="59854"/>
                </a:lnTo>
                <a:lnTo>
                  <a:pt x="43557" y="60032"/>
                </a:lnTo>
                <a:lnTo>
                  <a:pt x="43195" y="60200"/>
                </a:lnTo>
                <a:lnTo>
                  <a:pt x="42828" y="60358"/>
                </a:lnTo>
                <a:lnTo>
                  <a:pt x="42456" y="60505"/>
                </a:lnTo>
                <a:lnTo>
                  <a:pt x="42079" y="60642"/>
                </a:lnTo>
                <a:lnTo>
                  <a:pt x="41698" y="60770"/>
                </a:lnTo>
                <a:lnTo>
                  <a:pt x="41312" y="60886"/>
                </a:lnTo>
                <a:lnTo>
                  <a:pt x="40921" y="60993"/>
                </a:lnTo>
                <a:lnTo>
                  <a:pt x="40525" y="61090"/>
                </a:lnTo>
                <a:lnTo>
                  <a:pt x="40125" y="61176"/>
                </a:lnTo>
                <a:lnTo>
                  <a:pt x="39719" y="61253"/>
                </a:lnTo>
                <a:lnTo>
                  <a:pt x="39309" y="61319"/>
                </a:lnTo>
                <a:lnTo>
                  <a:pt x="38895" y="61375"/>
                </a:lnTo>
                <a:lnTo>
                  <a:pt x="38475" y="61420"/>
                </a:lnTo>
                <a:lnTo>
                  <a:pt x="38051" y="61456"/>
                </a:lnTo>
                <a:lnTo>
                  <a:pt x="37622" y="61481"/>
                </a:lnTo>
                <a:lnTo>
                  <a:pt x="37188" y="61497"/>
                </a:lnTo>
                <a:lnTo>
                  <a:pt x="36750" y="61502"/>
                </a:lnTo>
                <a:lnTo>
                  <a:pt x="36311" y="61497"/>
                </a:lnTo>
                <a:lnTo>
                  <a:pt x="35877" y="61481"/>
                </a:lnTo>
                <a:lnTo>
                  <a:pt x="35448" y="61456"/>
                </a:lnTo>
                <a:lnTo>
                  <a:pt x="35023" y="61420"/>
                </a:lnTo>
                <a:lnTo>
                  <a:pt x="34603" y="61375"/>
                </a:lnTo>
                <a:lnTo>
                  <a:pt x="34187" y="61319"/>
                </a:lnTo>
                <a:lnTo>
                  <a:pt x="33776" y="61253"/>
                </a:lnTo>
                <a:lnTo>
                  <a:pt x="33370" y="61176"/>
                </a:lnTo>
                <a:lnTo>
                  <a:pt x="32968" y="61090"/>
                </a:lnTo>
                <a:lnTo>
                  <a:pt x="32571" y="60993"/>
                </a:lnTo>
                <a:lnTo>
                  <a:pt x="32178" y="60886"/>
                </a:lnTo>
                <a:lnTo>
                  <a:pt x="31790" y="60770"/>
                </a:lnTo>
                <a:lnTo>
                  <a:pt x="31407" y="60642"/>
                </a:lnTo>
                <a:lnTo>
                  <a:pt x="31028" y="60505"/>
                </a:lnTo>
                <a:lnTo>
                  <a:pt x="30653" y="60358"/>
                </a:lnTo>
                <a:lnTo>
                  <a:pt x="30284" y="60200"/>
                </a:lnTo>
                <a:lnTo>
                  <a:pt x="29919" y="60032"/>
                </a:lnTo>
                <a:lnTo>
                  <a:pt x="29558" y="59854"/>
                </a:lnTo>
                <a:lnTo>
                  <a:pt x="29202" y="59666"/>
                </a:lnTo>
                <a:lnTo>
                  <a:pt x="28851" y="59468"/>
                </a:lnTo>
                <a:lnTo>
                  <a:pt x="28504" y="59259"/>
                </a:lnTo>
                <a:lnTo>
                  <a:pt x="28162" y="59041"/>
                </a:lnTo>
                <a:lnTo>
                  <a:pt x="27824" y="58812"/>
                </a:lnTo>
                <a:lnTo>
                  <a:pt x="27492" y="58573"/>
                </a:lnTo>
                <a:lnTo>
                  <a:pt x="27164" y="58325"/>
                </a:lnTo>
                <a:lnTo>
                  <a:pt x="26843" y="58069"/>
                </a:lnTo>
                <a:lnTo>
                  <a:pt x="26528" y="57804"/>
                </a:lnTo>
                <a:lnTo>
                  <a:pt x="26220" y="57531"/>
                </a:lnTo>
                <a:lnTo>
                  <a:pt x="25918" y="57250"/>
                </a:lnTo>
                <a:lnTo>
                  <a:pt x="25623" y="56961"/>
                </a:lnTo>
                <a:lnTo>
                  <a:pt x="25334" y="56664"/>
                </a:lnTo>
                <a:lnTo>
                  <a:pt x="25051" y="56358"/>
                </a:lnTo>
                <a:lnTo>
                  <a:pt x="24775" y="56044"/>
                </a:lnTo>
                <a:lnTo>
                  <a:pt x="24505" y="55722"/>
                </a:lnTo>
                <a:lnTo>
                  <a:pt x="24241" y="55392"/>
                </a:lnTo>
                <a:lnTo>
                  <a:pt x="23984" y="55054"/>
                </a:lnTo>
                <a:lnTo>
                  <a:pt x="23734" y="54707"/>
                </a:lnTo>
                <a:lnTo>
                  <a:pt x="23489" y="54353"/>
                </a:lnTo>
                <a:lnTo>
                  <a:pt x="23251" y="53990"/>
                </a:lnTo>
                <a:lnTo>
                  <a:pt x="23020" y="53618"/>
                </a:lnTo>
                <a:lnTo>
                  <a:pt x="22795" y="53239"/>
                </a:lnTo>
                <a:lnTo>
                  <a:pt x="22576" y="52852"/>
                </a:lnTo>
                <a:lnTo>
                  <a:pt x="22364" y="52456"/>
                </a:lnTo>
                <a:lnTo>
                  <a:pt x="22158" y="52052"/>
                </a:lnTo>
                <a:lnTo>
                  <a:pt x="21958" y="51640"/>
                </a:lnTo>
                <a:lnTo>
                  <a:pt x="21765" y="51219"/>
                </a:lnTo>
                <a:lnTo>
                  <a:pt x="21578" y="50791"/>
                </a:lnTo>
                <a:lnTo>
                  <a:pt x="21398" y="50354"/>
                </a:lnTo>
                <a:lnTo>
                  <a:pt x="21225" y="49910"/>
                </a:lnTo>
                <a:lnTo>
                  <a:pt x="21059" y="49460"/>
                </a:lnTo>
                <a:lnTo>
                  <a:pt x="20900" y="49003"/>
                </a:lnTo>
                <a:lnTo>
                  <a:pt x="20749" y="48541"/>
                </a:lnTo>
                <a:lnTo>
                  <a:pt x="20605" y="48072"/>
                </a:lnTo>
                <a:lnTo>
                  <a:pt x="20468" y="47596"/>
                </a:lnTo>
                <a:lnTo>
                  <a:pt x="20339" y="47115"/>
                </a:lnTo>
                <a:lnTo>
                  <a:pt x="20217" y="46627"/>
                </a:lnTo>
                <a:lnTo>
                  <a:pt x="20103" y="46134"/>
                </a:lnTo>
                <a:lnTo>
                  <a:pt x="19996" y="45634"/>
                </a:lnTo>
                <a:lnTo>
                  <a:pt x="19896" y="45127"/>
                </a:lnTo>
                <a:lnTo>
                  <a:pt x="19804" y="44615"/>
                </a:lnTo>
                <a:lnTo>
                  <a:pt x="19719" y="44096"/>
                </a:lnTo>
                <a:lnTo>
                  <a:pt x="19641" y="43571"/>
                </a:lnTo>
                <a:lnTo>
                  <a:pt x="19571" y="43040"/>
                </a:lnTo>
                <a:lnTo>
                  <a:pt x="19509" y="42502"/>
                </a:lnTo>
                <a:lnTo>
                  <a:pt x="19453" y="41958"/>
                </a:lnTo>
                <a:lnTo>
                  <a:pt x="19405" y="41409"/>
                </a:lnTo>
                <a:lnTo>
                  <a:pt x="19365" y="40852"/>
                </a:lnTo>
                <a:lnTo>
                  <a:pt x="19331" y="40290"/>
                </a:lnTo>
                <a:lnTo>
                  <a:pt x="19306" y="39721"/>
                </a:lnTo>
                <a:lnTo>
                  <a:pt x="19287" y="39146"/>
                </a:lnTo>
                <a:lnTo>
                  <a:pt x="19276" y="38565"/>
                </a:lnTo>
                <a:lnTo>
                  <a:pt x="19272" y="37978"/>
                </a:lnTo>
                <a:lnTo>
                  <a:pt x="19276" y="37375"/>
                </a:lnTo>
                <a:lnTo>
                  <a:pt x="19288" y="36779"/>
                </a:lnTo>
                <a:lnTo>
                  <a:pt x="19306" y="36190"/>
                </a:lnTo>
                <a:lnTo>
                  <a:pt x="19333" y="35608"/>
                </a:lnTo>
                <a:lnTo>
                  <a:pt x="19367" y="35033"/>
                </a:lnTo>
                <a:lnTo>
                  <a:pt x="19408" y="34465"/>
                </a:lnTo>
                <a:lnTo>
                  <a:pt x="19457" y="33903"/>
                </a:lnTo>
                <a:lnTo>
                  <a:pt x="19514" y="33349"/>
                </a:lnTo>
                <a:lnTo>
                  <a:pt x="19578" y="32801"/>
                </a:lnTo>
                <a:lnTo>
                  <a:pt x="19650" y="32260"/>
                </a:lnTo>
                <a:lnTo>
                  <a:pt x="19729" y="31727"/>
                </a:lnTo>
                <a:lnTo>
                  <a:pt x="19816" y="31200"/>
                </a:lnTo>
                <a:lnTo>
                  <a:pt x="19910" y="30679"/>
                </a:lnTo>
                <a:lnTo>
                  <a:pt x="20012" y="30166"/>
                </a:lnTo>
                <a:lnTo>
                  <a:pt x="20121" y="29660"/>
                </a:lnTo>
                <a:lnTo>
                  <a:pt x="20238" y="29161"/>
                </a:lnTo>
                <a:lnTo>
                  <a:pt x="20363" y="28668"/>
                </a:lnTo>
                <a:lnTo>
                  <a:pt x="20495" y="28182"/>
                </a:lnTo>
                <a:lnTo>
                  <a:pt x="20634" y="27704"/>
                </a:lnTo>
                <a:lnTo>
                  <a:pt x="20781" y="27232"/>
                </a:lnTo>
                <a:lnTo>
                  <a:pt x="20936" y="26767"/>
                </a:lnTo>
                <a:lnTo>
                  <a:pt x="21098" y="26309"/>
                </a:lnTo>
                <a:lnTo>
                  <a:pt x="21268" y="25857"/>
                </a:lnTo>
                <a:lnTo>
                  <a:pt x="21445" y="25413"/>
                </a:lnTo>
                <a:lnTo>
                  <a:pt x="21629" y="24976"/>
                </a:lnTo>
                <a:lnTo>
                  <a:pt x="21820" y="24548"/>
                </a:lnTo>
                <a:lnTo>
                  <a:pt x="22016" y="24128"/>
                </a:lnTo>
                <a:lnTo>
                  <a:pt x="22218" y="23717"/>
                </a:lnTo>
                <a:lnTo>
                  <a:pt x="22427" y="23313"/>
                </a:lnTo>
                <a:lnTo>
                  <a:pt x="22641" y="22918"/>
                </a:lnTo>
                <a:lnTo>
                  <a:pt x="22861" y="22532"/>
                </a:lnTo>
                <a:lnTo>
                  <a:pt x="23088" y="22154"/>
                </a:lnTo>
                <a:lnTo>
                  <a:pt x="23321" y="21784"/>
                </a:lnTo>
                <a:lnTo>
                  <a:pt x="23559" y="21423"/>
                </a:lnTo>
                <a:lnTo>
                  <a:pt x="23804" y="21070"/>
                </a:lnTo>
                <a:lnTo>
                  <a:pt x="24055" y="20725"/>
                </a:lnTo>
                <a:lnTo>
                  <a:pt x="24312" y="20389"/>
                </a:lnTo>
                <a:lnTo>
                  <a:pt x="24575" y="20061"/>
                </a:lnTo>
                <a:lnTo>
                  <a:pt x="24844" y="19741"/>
                </a:lnTo>
                <a:lnTo>
                  <a:pt x="25119" y="19430"/>
                </a:lnTo>
                <a:lnTo>
                  <a:pt x="25400" y="19127"/>
                </a:lnTo>
                <a:lnTo>
                  <a:pt x="25688" y="18833"/>
                </a:lnTo>
                <a:lnTo>
                  <a:pt x="25981" y="18546"/>
                </a:lnTo>
                <a:lnTo>
                  <a:pt x="26280" y="18269"/>
                </a:lnTo>
                <a:lnTo>
                  <a:pt x="26586" y="17999"/>
                </a:lnTo>
                <a:lnTo>
                  <a:pt x="26897" y="17738"/>
                </a:lnTo>
                <a:lnTo>
                  <a:pt x="27215" y="17486"/>
                </a:lnTo>
                <a:lnTo>
                  <a:pt x="27539" y="17241"/>
                </a:lnTo>
                <a:lnTo>
                  <a:pt x="27868" y="17006"/>
                </a:lnTo>
                <a:lnTo>
                  <a:pt x="28202" y="16781"/>
                </a:lnTo>
                <a:lnTo>
                  <a:pt x="28540" y="16566"/>
                </a:lnTo>
                <a:lnTo>
                  <a:pt x="28884" y="16361"/>
                </a:lnTo>
                <a:lnTo>
                  <a:pt x="29232" y="16166"/>
                </a:lnTo>
                <a:lnTo>
                  <a:pt x="29585" y="15981"/>
                </a:lnTo>
                <a:lnTo>
                  <a:pt x="29942" y="15806"/>
                </a:lnTo>
                <a:lnTo>
                  <a:pt x="30305" y="15640"/>
                </a:lnTo>
                <a:lnTo>
                  <a:pt x="30672" y="15485"/>
                </a:lnTo>
                <a:lnTo>
                  <a:pt x="31044" y="15340"/>
                </a:lnTo>
                <a:lnTo>
                  <a:pt x="31420" y="15205"/>
                </a:lnTo>
                <a:lnTo>
                  <a:pt x="31802" y="15080"/>
                </a:lnTo>
                <a:lnTo>
                  <a:pt x="32188" y="14965"/>
                </a:lnTo>
                <a:lnTo>
                  <a:pt x="32579" y="14860"/>
                </a:lnTo>
                <a:lnTo>
                  <a:pt x="32975" y="14765"/>
                </a:lnTo>
                <a:lnTo>
                  <a:pt x="33375" y="14680"/>
                </a:lnTo>
                <a:lnTo>
                  <a:pt x="33780" y="14605"/>
                </a:lnTo>
                <a:lnTo>
                  <a:pt x="34190" y="14540"/>
                </a:lnTo>
                <a:lnTo>
                  <a:pt x="34605" y="14485"/>
                </a:lnTo>
                <a:lnTo>
                  <a:pt x="35024" y="14440"/>
                </a:lnTo>
                <a:lnTo>
                  <a:pt x="35449" y="14405"/>
                </a:lnTo>
                <a:lnTo>
                  <a:pt x="35878" y="14380"/>
                </a:lnTo>
                <a:lnTo>
                  <a:pt x="36311" y="14365"/>
                </a:lnTo>
                <a:lnTo>
                  <a:pt x="36750" y="14360"/>
                </a:lnTo>
                <a:lnTo>
                  <a:pt x="37188" y="14365"/>
                </a:lnTo>
                <a:lnTo>
                  <a:pt x="37622" y="14381"/>
                </a:lnTo>
                <a:lnTo>
                  <a:pt x="38051" y="14408"/>
                </a:lnTo>
                <a:lnTo>
                  <a:pt x="38475" y="14445"/>
                </a:lnTo>
                <a:lnTo>
                  <a:pt x="38895" y="14493"/>
                </a:lnTo>
                <a:lnTo>
                  <a:pt x="39309" y="14552"/>
                </a:lnTo>
                <a:lnTo>
                  <a:pt x="39719" y="14621"/>
                </a:lnTo>
                <a:lnTo>
                  <a:pt x="40125" y="14701"/>
                </a:lnTo>
                <a:lnTo>
                  <a:pt x="40525" y="14792"/>
                </a:lnTo>
                <a:lnTo>
                  <a:pt x="40921" y="14893"/>
                </a:lnTo>
                <a:lnTo>
                  <a:pt x="41312" y="15005"/>
                </a:lnTo>
                <a:lnTo>
                  <a:pt x="41698" y="15127"/>
                </a:lnTo>
                <a:lnTo>
                  <a:pt x="42079" y="15261"/>
                </a:lnTo>
                <a:lnTo>
                  <a:pt x="42456" y="15405"/>
                </a:lnTo>
                <a:lnTo>
                  <a:pt x="42828" y="15559"/>
                </a:lnTo>
                <a:lnTo>
                  <a:pt x="43195" y="15724"/>
                </a:lnTo>
                <a:lnTo>
                  <a:pt x="43557" y="15900"/>
                </a:lnTo>
                <a:lnTo>
                  <a:pt x="43915" y="16087"/>
                </a:lnTo>
                <a:lnTo>
                  <a:pt x="44268" y="16284"/>
                </a:lnTo>
                <a:lnTo>
                  <a:pt x="44616" y="16492"/>
                </a:lnTo>
                <a:lnTo>
                  <a:pt x="44959" y="16711"/>
                </a:lnTo>
                <a:lnTo>
                  <a:pt x="45298" y="16940"/>
                </a:lnTo>
                <a:lnTo>
                  <a:pt x="45632" y="17180"/>
                </a:lnTo>
                <a:lnTo>
                  <a:pt x="45961" y="17430"/>
                </a:lnTo>
                <a:lnTo>
                  <a:pt x="46285" y="17690"/>
                </a:lnTo>
                <a:lnTo>
                  <a:pt x="46602" y="17957"/>
                </a:lnTo>
                <a:lnTo>
                  <a:pt x="46913" y="18232"/>
                </a:lnTo>
                <a:lnTo>
                  <a:pt x="47218" y="18515"/>
                </a:lnTo>
                <a:lnTo>
                  <a:pt x="47517" y="18806"/>
                </a:lnTo>
                <a:lnTo>
                  <a:pt x="47809" y="19104"/>
                </a:lnTo>
                <a:lnTo>
                  <a:pt x="48095" y="19410"/>
                </a:lnTo>
                <a:lnTo>
                  <a:pt x="48375" y="19724"/>
                </a:lnTo>
                <a:lnTo>
                  <a:pt x="48649" y="20045"/>
                </a:lnTo>
                <a:lnTo>
                  <a:pt x="48916" y="20374"/>
                </a:lnTo>
                <a:lnTo>
                  <a:pt x="49178" y="20711"/>
                </a:lnTo>
                <a:lnTo>
                  <a:pt x="49433" y="21056"/>
                </a:lnTo>
                <a:lnTo>
                  <a:pt x="49682" y="21408"/>
                </a:lnTo>
                <a:lnTo>
                  <a:pt x="49924" y="21768"/>
                </a:lnTo>
                <a:lnTo>
                  <a:pt x="50161" y="22135"/>
                </a:lnTo>
                <a:lnTo>
                  <a:pt x="50391" y="22511"/>
                </a:lnTo>
                <a:lnTo>
                  <a:pt x="50615" y="22894"/>
                </a:lnTo>
                <a:lnTo>
                  <a:pt x="50832" y="23285"/>
                </a:lnTo>
                <a:lnTo>
                  <a:pt x="51044" y="23683"/>
                </a:lnTo>
                <a:lnTo>
                  <a:pt x="51249" y="24089"/>
                </a:lnTo>
                <a:lnTo>
                  <a:pt x="51448" y="24503"/>
                </a:lnTo>
                <a:lnTo>
                  <a:pt x="51640" y="24925"/>
                </a:lnTo>
                <a:lnTo>
                  <a:pt x="51827" y="25354"/>
                </a:lnTo>
                <a:lnTo>
                  <a:pt x="52007" y="25791"/>
                </a:lnTo>
                <a:lnTo>
                  <a:pt x="52181" y="26235"/>
                </a:lnTo>
                <a:lnTo>
                  <a:pt x="52347" y="26684"/>
                </a:lnTo>
                <a:lnTo>
                  <a:pt x="52505" y="27139"/>
                </a:lnTo>
                <a:lnTo>
                  <a:pt x="52657" y="27599"/>
                </a:lnTo>
                <a:lnTo>
                  <a:pt x="52801" y="28065"/>
                </a:lnTo>
                <a:lnTo>
                  <a:pt x="52937" y="28537"/>
                </a:lnTo>
                <a:lnTo>
                  <a:pt x="53066" y="29014"/>
                </a:lnTo>
                <a:lnTo>
                  <a:pt x="53188" y="29496"/>
                </a:lnTo>
                <a:lnTo>
                  <a:pt x="53302" y="29985"/>
                </a:lnTo>
                <a:lnTo>
                  <a:pt x="53410" y="30479"/>
                </a:lnTo>
                <a:lnTo>
                  <a:pt x="53509" y="30978"/>
                </a:lnTo>
                <a:lnTo>
                  <a:pt x="53601" y="31483"/>
                </a:lnTo>
                <a:lnTo>
                  <a:pt x="53686" y="31994"/>
                </a:lnTo>
                <a:lnTo>
                  <a:pt x="53764" y="32510"/>
                </a:lnTo>
                <a:lnTo>
                  <a:pt x="53834" y="33031"/>
                </a:lnTo>
                <a:lnTo>
                  <a:pt x="53897" y="33559"/>
                </a:lnTo>
                <a:lnTo>
                  <a:pt x="53952" y="34092"/>
                </a:lnTo>
                <a:lnTo>
                  <a:pt x="54000" y="34630"/>
                </a:lnTo>
                <a:lnTo>
                  <a:pt x="54041" y="35174"/>
                </a:lnTo>
                <a:lnTo>
                  <a:pt x="54074" y="35724"/>
                </a:lnTo>
                <a:lnTo>
                  <a:pt x="54100" y="36279"/>
                </a:lnTo>
                <a:lnTo>
                  <a:pt x="54118" y="36840"/>
                </a:lnTo>
                <a:lnTo>
                  <a:pt x="54129" y="37406"/>
                </a:lnTo>
                <a:lnTo>
                  <a:pt x="54133" y="37978"/>
                </a:lnTo>
                <a:lnTo>
                  <a:pt x="54129" y="38565"/>
                </a:lnTo>
                <a:lnTo>
                  <a:pt x="54118" y="39146"/>
                </a:lnTo>
                <a:close/>
                <a:moveTo>
                  <a:pt x="56762" y="103148"/>
                </a:moveTo>
                <a:lnTo>
                  <a:pt x="56741" y="103789"/>
                </a:lnTo>
                <a:lnTo>
                  <a:pt x="56712" y="104422"/>
                </a:lnTo>
                <a:lnTo>
                  <a:pt x="56676" y="105048"/>
                </a:lnTo>
                <a:lnTo>
                  <a:pt x="56630" y="105665"/>
                </a:lnTo>
                <a:lnTo>
                  <a:pt x="56577" y="106274"/>
                </a:lnTo>
                <a:lnTo>
                  <a:pt x="56516" y="106875"/>
                </a:lnTo>
                <a:lnTo>
                  <a:pt x="56446" y="107468"/>
                </a:lnTo>
                <a:lnTo>
                  <a:pt x="56368" y="108053"/>
                </a:lnTo>
                <a:lnTo>
                  <a:pt x="56282" y="108630"/>
                </a:lnTo>
                <a:lnTo>
                  <a:pt x="56188" y="109199"/>
                </a:lnTo>
                <a:lnTo>
                  <a:pt x="56085" y="109759"/>
                </a:lnTo>
                <a:lnTo>
                  <a:pt x="55974" y="110312"/>
                </a:lnTo>
                <a:lnTo>
                  <a:pt x="55855" y="110857"/>
                </a:lnTo>
                <a:lnTo>
                  <a:pt x="55728" y="111394"/>
                </a:lnTo>
                <a:lnTo>
                  <a:pt x="55593" y="111922"/>
                </a:lnTo>
                <a:lnTo>
                  <a:pt x="55450" y="112443"/>
                </a:lnTo>
                <a:lnTo>
                  <a:pt x="55298" y="112956"/>
                </a:lnTo>
                <a:lnTo>
                  <a:pt x="55138" y="113460"/>
                </a:lnTo>
                <a:lnTo>
                  <a:pt x="54970" y="113957"/>
                </a:lnTo>
                <a:lnTo>
                  <a:pt x="54793" y="114445"/>
                </a:lnTo>
                <a:lnTo>
                  <a:pt x="54609" y="114926"/>
                </a:lnTo>
                <a:lnTo>
                  <a:pt x="54416" y="115398"/>
                </a:lnTo>
                <a:lnTo>
                  <a:pt x="54216" y="115862"/>
                </a:lnTo>
                <a:lnTo>
                  <a:pt x="54008" y="116317"/>
                </a:lnTo>
                <a:lnTo>
                  <a:pt x="53793" y="116762"/>
                </a:lnTo>
                <a:lnTo>
                  <a:pt x="53570" y="117199"/>
                </a:lnTo>
                <a:lnTo>
                  <a:pt x="53340" y="117626"/>
                </a:lnTo>
                <a:lnTo>
                  <a:pt x="53102" y="118044"/>
                </a:lnTo>
                <a:lnTo>
                  <a:pt x="52858" y="118452"/>
                </a:lnTo>
                <a:lnTo>
                  <a:pt x="52606" y="118852"/>
                </a:lnTo>
                <a:lnTo>
                  <a:pt x="52346" y="119242"/>
                </a:lnTo>
                <a:lnTo>
                  <a:pt x="52079" y="119623"/>
                </a:lnTo>
                <a:lnTo>
                  <a:pt x="51805" y="119995"/>
                </a:lnTo>
                <a:lnTo>
                  <a:pt x="51523" y="120358"/>
                </a:lnTo>
                <a:lnTo>
                  <a:pt x="51234" y="120712"/>
                </a:lnTo>
                <a:lnTo>
                  <a:pt x="50937" y="121056"/>
                </a:lnTo>
                <a:lnTo>
                  <a:pt x="50634" y="121391"/>
                </a:lnTo>
                <a:lnTo>
                  <a:pt x="50322" y="121717"/>
                </a:lnTo>
                <a:lnTo>
                  <a:pt x="50004" y="122034"/>
                </a:lnTo>
                <a:lnTo>
                  <a:pt x="49678" y="122342"/>
                </a:lnTo>
                <a:lnTo>
                  <a:pt x="49344" y="122641"/>
                </a:lnTo>
                <a:lnTo>
                  <a:pt x="49004" y="122930"/>
                </a:lnTo>
                <a:lnTo>
                  <a:pt x="48656" y="123210"/>
                </a:lnTo>
                <a:lnTo>
                  <a:pt x="48300" y="123481"/>
                </a:lnTo>
                <a:lnTo>
                  <a:pt x="47937" y="123743"/>
                </a:lnTo>
                <a:lnTo>
                  <a:pt x="47567" y="123995"/>
                </a:lnTo>
                <a:lnTo>
                  <a:pt x="47190" y="124238"/>
                </a:lnTo>
                <a:lnTo>
                  <a:pt x="46806" y="124471"/>
                </a:lnTo>
                <a:lnTo>
                  <a:pt x="46415" y="124693"/>
                </a:lnTo>
                <a:lnTo>
                  <a:pt x="46017" y="124905"/>
                </a:lnTo>
                <a:lnTo>
                  <a:pt x="45613" y="125106"/>
                </a:lnTo>
                <a:lnTo>
                  <a:pt x="45202" y="125297"/>
                </a:lnTo>
                <a:lnTo>
                  <a:pt x="44785" y="125478"/>
                </a:lnTo>
                <a:lnTo>
                  <a:pt x="44360" y="125649"/>
                </a:lnTo>
                <a:lnTo>
                  <a:pt x="43929" y="125809"/>
                </a:lnTo>
                <a:lnTo>
                  <a:pt x="43491" y="125959"/>
                </a:lnTo>
                <a:lnTo>
                  <a:pt x="43047" y="126098"/>
                </a:lnTo>
                <a:lnTo>
                  <a:pt x="42595" y="126227"/>
                </a:lnTo>
                <a:lnTo>
                  <a:pt x="42137" y="126346"/>
                </a:lnTo>
                <a:lnTo>
                  <a:pt x="41673" y="126455"/>
                </a:lnTo>
                <a:lnTo>
                  <a:pt x="41201" y="126553"/>
                </a:lnTo>
                <a:lnTo>
                  <a:pt x="40723" y="126641"/>
                </a:lnTo>
                <a:lnTo>
                  <a:pt x="40238" y="126718"/>
                </a:lnTo>
                <a:lnTo>
                  <a:pt x="39746" y="126785"/>
                </a:lnTo>
                <a:lnTo>
                  <a:pt x="39248" y="126842"/>
                </a:lnTo>
                <a:lnTo>
                  <a:pt x="38743" y="126889"/>
                </a:lnTo>
                <a:lnTo>
                  <a:pt x="38231" y="126925"/>
                </a:lnTo>
                <a:lnTo>
                  <a:pt x="37713" y="126951"/>
                </a:lnTo>
                <a:lnTo>
                  <a:pt x="37187" y="126966"/>
                </a:lnTo>
                <a:lnTo>
                  <a:pt x="36655" y="126971"/>
                </a:lnTo>
                <a:lnTo>
                  <a:pt x="36131" y="126966"/>
                </a:lnTo>
                <a:lnTo>
                  <a:pt x="35613" y="126951"/>
                </a:lnTo>
                <a:lnTo>
                  <a:pt x="35102" y="126925"/>
                </a:lnTo>
                <a:lnTo>
                  <a:pt x="34597" y="126889"/>
                </a:lnTo>
                <a:lnTo>
                  <a:pt x="34098" y="126842"/>
                </a:lnTo>
                <a:lnTo>
                  <a:pt x="33606" y="126785"/>
                </a:lnTo>
                <a:lnTo>
                  <a:pt x="33120" y="126718"/>
                </a:lnTo>
                <a:lnTo>
                  <a:pt x="32640" y="126641"/>
                </a:lnTo>
                <a:lnTo>
                  <a:pt x="32167" y="126553"/>
                </a:lnTo>
                <a:lnTo>
                  <a:pt x="31700" y="126455"/>
                </a:lnTo>
                <a:lnTo>
                  <a:pt x="31240" y="126346"/>
                </a:lnTo>
                <a:lnTo>
                  <a:pt x="30786" y="126227"/>
                </a:lnTo>
                <a:lnTo>
                  <a:pt x="30339" y="126098"/>
                </a:lnTo>
                <a:lnTo>
                  <a:pt x="29898" y="125959"/>
                </a:lnTo>
                <a:lnTo>
                  <a:pt x="29463" y="125809"/>
                </a:lnTo>
                <a:lnTo>
                  <a:pt x="29035" y="125649"/>
                </a:lnTo>
                <a:lnTo>
                  <a:pt x="28613" y="125478"/>
                </a:lnTo>
                <a:lnTo>
                  <a:pt x="28197" y="125297"/>
                </a:lnTo>
                <a:lnTo>
                  <a:pt x="27788" y="125106"/>
                </a:lnTo>
                <a:lnTo>
                  <a:pt x="27385" y="124905"/>
                </a:lnTo>
                <a:lnTo>
                  <a:pt x="26989" y="124693"/>
                </a:lnTo>
                <a:lnTo>
                  <a:pt x="26599" y="124471"/>
                </a:lnTo>
                <a:lnTo>
                  <a:pt x="26215" y="124238"/>
                </a:lnTo>
                <a:lnTo>
                  <a:pt x="25838" y="123995"/>
                </a:lnTo>
                <a:lnTo>
                  <a:pt x="25468" y="123743"/>
                </a:lnTo>
                <a:lnTo>
                  <a:pt x="25105" y="123481"/>
                </a:lnTo>
                <a:lnTo>
                  <a:pt x="24750" y="123210"/>
                </a:lnTo>
                <a:lnTo>
                  <a:pt x="24401" y="122930"/>
                </a:lnTo>
                <a:lnTo>
                  <a:pt x="24061" y="122641"/>
                </a:lnTo>
                <a:lnTo>
                  <a:pt x="23727" y="122342"/>
                </a:lnTo>
                <a:lnTo>
                  <a:pt x="23401" y="122034"/>
                </a:lnTo>
                <a:lnTo>
                  <a:pt x="23083" y="121717"/>
                </a:lnTo>
                <a:lnTo>
                  <a:pt x="22772" y="121391"/>
                </a:lnTo>
                <a:lnTo>
                  <a:pt x="22468" y="121056"/>
                </a:lnTo>
                <a:lnTo>
                  <a:pt x="22171" y="120712"/>
                </a:lnTo>
                <a:lnTo>
                  <a:pt x="21882" y="120358"/>
                </a:lnTo>
                <a:lnTo>
                  <a:pt x="21601" y="119995"/>
                </a:lnTo>
                <a:lnTo>
                  <a:pt x="21326" y="119623"/>
                </a:lnTo>
                <a:lnTo>
                  <a:pt x="21059" y="119242"/>
                </a:lnTo>
                <a:lnTo>
                  <a:pt x="20800" y="118852"/>
                </a:lnTo>
                <a:lnTo>
                  <a:pt x="20548" y="118452"/>
                </a:lnTo>
                <a:lnTo>
                  <a:pt x="20303" y="118044"/>
                </a:lnTo>
                <a:lnTo>
                  <a:pt x="20065" y="117626"/>
                </a:lnTo>
                <a:lnTo>
                  <a:pt x="19835" y="117199"/>
                </a:lnTo>
                <a:lnTo>
                  <a:pt x="19613" y="116762"/>
                </a:lnTo>
                <a:lnTo>
                  <a:pt x="19397" y="116317"/>
                </a:lnTo>
                <a:lnTo>
                  <a:pt x="19190" y="115862"/>
                </a:lnTo>
                <a:lnTo>
                  <a:pt x="18989" y="115398"/>
                </a:lnTo>
                <a:lnTo>
                  <a:pt x="18796" y="114926"/>
                </a:lnTo>
                <a:lnTo>
                  <a:pt x="18612" y="114445"/>
                </a:lnTo>
                <a:lnTo>
                  <a:pt x="18435" y="113957"/>
                </a:lnTo>
                <a:lnTo>
                  <a:pt x="18267" y="113460"/>
                </a:lnTo>
                <a:lnTo>
                  <a:pt x="18107" y="112956"/>
                </a:lnTo>
                <a:lnTo>
                  <a:pt x="17956" y="112443"/>
                </a:lnTo>
                <a:lnTo>
                  <a:pt x="17812" y="111922"/>
                </a:lnTo>
                <a:lnTo>
                  <a:pt x="17677" y="111394"/>
                </a:lnTo>
                <a:lnTo>
                  <a:pt x="17550" y="110857"/>
                </a:lnTo>
                <a:lnTo>
                  <a:pt x="17431" y="110312"/>
                </a:lnTo>
                <a:lnTo>
                  <a:pt x="17320" y="109759"/>
                </a:lnTo>
                <a:lnTo>
                  <a:pt x="17218" y="109199"/>
                </a:lnTo>
                <a:lnTo>
                  <a:pt x="17123" y="108630"/>
                </a:lnTo>
                <a:lnTo>
                  <a:pt x="17037" y="108053"/>
                </a:lnTo>
                <a:lnTo>
                  <a:pt x="16959" y="107468"/>
                </a:lnTo>
                <a:lnTo>
                  <a:pt x="16890" y="106875"/>
                </a:lnTo>
                <a:lnTo>
                  <a:pt x="16828" y="106274"/>
                </a:lnTo>
                <a:lnTo>
                  <a:pt x="16775" y="105665"/>
                </a:lnTo>
                <a:lnTo>
                  <a:pt x="16730" y="105048"/>
                </a:lnTo>
                <a:lnTo>
                  <a:pt x="16693" y="104422"/>
                </a:lnTo>
                <a:lnTo>
                  <a:pt x="16664" y="103789"/>
                </a:lnTo>
                <a:lnTo>
                  <a:pt x="16644" y="103148"/>
                </a:lnTo>
                <a:lnTo>
                  <a:pt x="16631" y="102499"/>
                </a:lnTo>
                <a:lnTo>
                  <a:pt x="16627" y="101841"/>
                </a:lnTo>
                <a:lnTo>
                  <a:pt x="16631" y="101207"/>
                </a:lnTo>
                <a:lnTo>
                  <a:pt x="16644" y="100578"/>
                </a:lnTo>
                <a:lnTo>
                  <a:pt x="16665" y="99956"/>
                </a:lnTo>
                <a:lnTo>
                  <a:pt x="16694" y="99339"/>
                </a:lnTo>
                <a:lnTo>
                  <a:pt x="16732" y="98729"/>
                </a:lnTo>
                <a:lnTo>
                  <a:pt x="16778" y="98125"/>
                </a:lnTo>
                <a:lnTo>
                  <a:pt x="16832" y="97526"/>
                </a:lnTo>
                <a:lnTo>
                  <a:pt x="16895" y="96934"/>
                </a:lnTo>
                <a:lnTo>
                  <a:pt x="16966" y="96348"/>
                </a:lnTo>
                <a:lnTo>
                  <a:pt x="17045" y="95768"/>
                </a:lnTo>
                <a:lnTo>
                  <a:pt x="17133" y="95194"/>
                </a:lnTo>
                <a:lnTo>
                  <a:pt x="17229" y="94626"/>
                </a:lnTo>
                <a:lnTo>
                  <a:pt x="17334" y="94064"/>
                </a:lnTo>
                <a:lnTo>
                  <a:pt x="17447" y="93509"/>
                </a:lnTo>
                <a:lnTo>
                  <a:pt x="17568" y="92959"/>
                </a:lnTo>
                <a:lnTo>
                  <a:pt x="17698" y="92415"/>
                </a:lnTo>
                <a:lnTo>
                  <a:pt x="17836" y="91878"/>
                </a:lnTo>
                <a:lnTo>
                  <a:pt x="17982" y="91346"/>
                </a:lnTo>
                <a:lnTo>
                  <a:pt x="18137" y="90821"/>
                </a:lnTo>
                <a:lnTo>
                  <a:pt x="18300" y="90301"/>
                </a:lnTo>
                <a:lnTo>
                  <a:pt x="18472" y="89788"/>
                </a:lnTo>
                <a:lnTo>
                  <a:pt x="18651" y="89281"/>
                </a:lnTo>
                <a:lnTo>
                  <a:pt x="18840" y="88780"/>
                </a:lnTo>
                <a:lnTo>
                  <a:pt x="19036" y="88285"/>
                </a:lnTo>
                <a:lnTo>
                  <a:pt x="19241" y="87797"/>
                </a:lnTo>
                <a:lnTo>
                  <a:pt x="19452" y="87319"/>
                </a:lnTo>
                <a:lnTo>
                  <a:pt x="19670" y="86849"/>
                </a:lnTo>
                <a:lnTo>
                  <a:pt x="19896" y="86389"/>
                </a:lnTo>
                <a:lnTo>
                  <a:pt x="20128" y="85937"/>
                </a:lnTo>
                <a:lnTo>
                  <a:pt x="20368" y="85495"/>
                </a:lnTo>
                <a:lnTo>
                  <a:pt x="20614" y="85061"/>
                </a:lnTo>
                <a:lnTo>
                  <a:pt x="20868" y="84637"/>
                </a:lnTo>
                <a:lnTo>
                  <a:pt x="21129" y="84222"/>
                </a:lnTo>
                <a:lnTo>
                  <a:pt x="21396" y="83815"/>
                </a:lnTo>
                <a:lnTo>
                  <a:pt x="21671" y="83418"/>
                </a:lnTo>
                <a:lnTo>
                  <a:pt x="21953" y="83030"/>
                </a:lnTo>
                <a:lnTo>
                  <a:pt x="22242" y="82650"/>
                </a:lnTo>
                <a:lnTo>
                  <a:pt x="22538" y="82280"/>
                </a:lnTo>
                <a:lnTo>
                  <a:pt x="22841" y="81919"/>
                </a:lnTo>
                <a:lnTo>
                  <a:pt x="23151" y="81567"/>
                </a:lnTo>
                <a:lnTo>
                  <a:pt x="23468" y="81223"/>
                </a:lnTo>
                <a:lnTo>
                  <a:pt x="23792" y="80889"/>
                </a:lnTo>
                <a:lnTo>
                  <a:pt x="24124" y="80564"/>
                </a:lnTo>
                <a:lnTo>
                  <a:pt x="24462" y="80248"/>
                </a:lnTo>
                <a:lnTo>
                  <a:pt x="24807" y="79941"/>
                </a:lnTo>
                <a:lnTo>
                  <a:pt x="25160" y="79643"/>
                </a:lnTo>
                <a:lnTo>
                  <a:pt x="25519" y="79354"/>
                </a:lnTo>
                <a:lnTo>
                  <a:pt x="25886" y="79074"/>
                </a:lnTo>
                <a:lnTo>
                  <a:pt x="26259" y="78804"/>
                </a:lnTo>
                <a:lnTo>
                  <a:pt x="26638" y="78545"/>
                </a:lnTo>
                <a:lnTo>
                  <a:pt x="27024" y="78299"/>
                </a:lnTo>
                <a:lnTo>
                  <a:pt x="27415" y="78063"/>
                </a:lnTo>
                <a:lnTo>
                  <a:pt x="27813" y="77839"/>
                </a:lnTo>
                <a:lnTo>
                  <a:pt x="28218" y="77627"/>
                </a:lnTo>
                <a:lnTo>
                  <a:pt x="28628" y="77426"/>
                </a:lnTo>
                <a:lnTo>
                  <a:pt x="29045" y="77237"/>
                </a:lnTo>
                <a:lnTo>
                  <a:pt x="29468" y="77059"/>
                </a:lnTo>
                <a:lnTo>
                  <a:pt x="29897" y="76892"/>
                </a:lnTo>
                <a:lnTo>
                  <a:pt x="30333" y="76737"/>
                </a:lnTo>
                <a:lnTo>
                  <a:pt x="30774" y="76594"/>
                </a:lnTo>
                <a:lnTo>
                  <a:pt x="31222" y="76462"/>
                </a:lnTo>
                <a:lnTo>
                  <a:pt x="31677" y="76341"/>
                </a:lnTo>
                <a:lnTo>
                  <a:pt x="32137" y="76232"/>
                </a:lnTo>
                <a:lnTo>
                  <a:pt x="32604" y="76134"/>
                </a:lnTo>
                <a:lnTo>
                  <a:pt x="33076" y="76048"/>
                </a:lnTo>
                <a:lnTo>
                  <a:pt x="33555" y="75974"/>
                </a:lnTo>
                <a:lnTo>
                  <a:pt x="34041" y="75911"/>
                </a:lnTo>
                <a:lnTo>
                  <a:pt x="34532" y="75859"/>
                </a:lnTo>
                <a:lnTo>
                  <a:pt x="35030" y="75819"/>
                </a:lnTo>
                <a:lnTo>
                  <a:pt x="35534" y="75790"/>
                </a:lnTo>
                <a:lnTo>
                  <a:pt x="36044" y="75773"/>
                </a:lnTo>
                <a:lnTo>
                  <a:pt x="36561" y="75767"/>
                </a:lnTo>
                <a:lnTo>
                  <a:pt x="37070" y="75773"/>
                </a:lnTo>
                <a:lnTo>
                  <a:pt x="37573" y="75790"/>
                </a:lnTo>
                <a:lnTo>
                  <a:pt x="38071" y="75819"/>
                </a:lnTo>
                <a:lnTo>
                  <a:pt x="38563" y="75859"/>
                </a:lnTo>
                <a:lnTo>
                  <a:pt x="39050" y="75911"/>
                </a:lnTo>
                <a:lnTo>
                  <a:pt x="39531" y="75974"/>
                </a:lnTo>
                <a:lnTo>
                  <a:pt x="40006" y="76048"/>
                </a:lnTo>
                <a:lnTo>
                  <a:pt x="40476" y="76134"/>
                </a:lnTo>
                <a:lnTo>
                  <a:pt x="40941" y="76232"/>
                </a:lnTo>
                <a:lnTo>
                  <a:pt x="41399" y="76341"/>
                </a:lnTo>
                <a:lnTo>
                  <a:pt x="41853" y="76462"/>
                </a:lnTo>
                <a:lnTo>
                  <a:pt x="42300" y="76594"/>
                </a:lnTo>
                <a:lnTo>
                  <a:pt x="42742" y="76737"/>
                </a:lnTo>
                <a:lnTo>
                  <a:pt x="43179" y="76892"/>
                </a:lnTo>
                <a:lnTo>
                  <a:pt x="43609" y="77059"/>
                </a:lnTo>
                <a:lnTo>
                  <a:pt x="44035" y="77237"/>
                </a:lnTo>
                <a:lnTo>
                  <a:pt x="44454" y="77426"/>
                </a:lnTo>
                <a:lnTo>
                  <a:pt x="44869" y="77627"/>
                </a:lnTo>
                <a:lnTo>
                  <a:pt x="45277" y="77839"/>
                </a:lnTo>
                <a:lnTo>
                  <a:pt x="45680" y="78063"/>
                </a:lnTo>
                <a:lnTo>
                  <a:pt x="46078" y="78299"/>
                </a:lnTo>
                <a:lnTo>
                  <a:pt x="46469" y="78545"/>
                </a:lnTo>
                <a:lnTo>
                  <a:pt x="46856" y="78804"/>
                </a:lnTo>
                <a:lnTo>
                  <a:pt x="47236" y="79074"/>
                </a:lnTo>
                <a:lnTo>
                  <a:pt x="47611" y="79354"/>
                </a:lnTo>
                <a:lnTo>
                  <a:pt x="47978" y="79643"/>
                </a:lnTo>
                <a:lnTo>
                  <a:pt x="48338" y="79941"/>
                </a:lnTo>
                <a:lnTo>
                  <a:pt x="48691" y="80248"/>
                </a:lnTo>
                <a:lnTo>
                  <a:pt x="49038" y="80564"/>
                </a:lnTo>
                <a:lnTo>
                  <a:pt x="49377" y="80889"/>
                </a:lnTo>
                <a:lnTo>
                  <a:pt x="49709" y="81223"/>
                </a:lnTo>
                <a:lnTo>
                  <a:pt x="50034" y="81567"/>
                </a:lnTo>
                <a:lnTo>
                  <a:pt x="50352" y="81919"/>
                </a:lnTo>
                <a:lnTo>
                  <a:pt x="50663" y="82280"/>
                </a:lnTo>
                <a:lnTo>
                  <a:pt x="50966" y="82650"/>
                </a:lnTo>
                <a:lnTo>
                  <a:pt x="51263" y="83030"/>
                </a:lnTo>
                <a:lnTo>
                  <a:pt x="51553" y="83418"/>
                </a:lnTo>
                <a:lnTo>
                  <a:pt x="51836" y="83815"/>
                </a:lnTo>
                <a:lnTo>
                  <a:pt x="52111" y="84222"/>
                </a:lnTo>
                <a:lnTo>
                  <a:pt x="52380" y="84637"/>
                </a:lnTo>
                <a:lnTo>
                  <a:pt x="52641" y="85061"/>
                </a:lnTo>
                <a:lnTo>
                  <a:pt x="52896" y="85495"/>
                </a:lnTo>
                <a:lnTo>
                  <a:pt x="53143" y="85937"/>
                </a:lnTo>
                <a:lnTo>
                  <a:pt x="53384" y="86389"/>
                </a:lnTo>
                <a:lnTo>
                  <a:pt x="53617" y="86849"/>
                </a:lnTo>
                <a:lnTo>
                  <a:pt x="53843" y="87319"/>
                </a:lnTo>
                <a:lnTo>
                  <a:pt x="54062" y="87797"/>
                </a:lnTo>
                <a:lnTo>
                  <a:pt x="54275" y="88285"/>
                </a:lnTo>
                <a:lnTo>
                  <a:pt x="54479" y="88780"/>
                </a:lnTo>
                <a:lnTo>
                  <a:pt x="54674" y="89281"/>
                </a:lnTo>
                <a:lnTo>
                  <a:pt x="54861" y="89788"/>
                </a:lnTo>
                <a:lnTo>
                  <a:pt x="55039" y="90301"/>
                </a:lnTo>
                <a:lnTo>
                  <a:pt x="55209" y="90821"/>
                </a:lnTo>
                <a:lnTo>
                  <a:pt x="55370" y="91346"/>
                </a:lnTo>
                <a:lnTo>
                  <a:pt x="55522" y="91878"/>
                </a:lnTo>
                <a:lnTo>
                  <a:pt x="55665" y="92415"/>
                </a:lnTo>
                <a:lnTo>
                  <a:pt x="55800" y="92959"/>
                </a:lnTo>
                <a:lnTo>
                  <a:pt x="55926" y="93509"/>
                </a:lnTo>
                <a:lnTo>
                  <a:pt x="56044" y="94064"/>
                </a:lnTo>
                <a:lnTo>
                  <a:pt x="56152" y="94626"/>
                </a:lnTo>
                <a:lnTo>
                  <a:pt x="56252" y="95194"/>
                </a:lnTo>
                <a:lnTo>
                  <a:pt x="56343" y="95768"/>
                </a:lnTo>
                <a:lnTo>
                  <a:pt x="56426" y="96348"/>
                </a:lnTo>
                <a:lnTo>
                  <a:pt x="56500" y="96934"/>
                </a:lnTo>
                <a:lnTo>
                  <a:pt x="56565" y="97526"/>
                </a:lnTo>
                <a:lnTo>
                  <a:pt x="56622" y="98125"/>
                </a:lnTo>
                <a:lnTo>
                  <a:pt x="56669" y="98729"/>
                </a:lnTo>
                <a:lnTo>
                  <a:pt x="56709" y="99339"/>
                </a:lnTo>
                <a:lnTo>
                  <a:pt x="56739" y="99956"/>
                </a:lnTo>
                <a:lnTo>
                  <a:pt x="56761" y="100578"/>
                </a:lnTo>
                <a:lnTo>
                  <a:pt x="56774" y="101207"/>
                </a:lnTo>
                <a:lnTo>
                  <a:pt x="56778" y="101841"/>
                </a:lnTo>
                <a:lnTo>
                  <a:pt x="56774" y="102499"/>
                </a:lnTo>
                <a:lnTo>
                  <a:pt x="56762" y="103148"/>
                </a:lnTo>
                <a:close/>
                <a:moveTo>
                  <a:pt x="168487" y="57479"/>
                </a:moveTo>
                <a:lnTo>
                  <a:pt x="168473" y="56384"/>
                </a:lnTo>
                <a:lnTo>
                  <a:pt x="168453" y="55301"/>
                </a:lnTo>
                <a:lnTo>
                  <a:pt x="168427" y="54229"/>
                </a:lnTo>
                <a:lnTo>
                  <a:pt x="168395" y="53170"/>
                </a:lnTo>
                <a:lnTo>
                  <a:pt x="168358" y="52123"/>
                </a:lnTo>
                <a:lnTo>
                  <a:pt x="168315" y="51089"/>
                </a:lnTo>
                <a:lnTo>
                  <a:pt x="168266" y="50066"/>
                </a:lnTo>
                <a:lnTo>
                  <a:pt x="168211" y="49056"/>
                </a:lnTo>
                <a:lnTo>
                  <a:pt x="168151" y="48057"/>
                </a:lnTo>
                <a:lnTo>
                  <a:pt x="168085" y="47071"/>
                </a:lnTo>
                <a:lnTo>
                  <a:pt x="168013" y="46097"/>
                </a:lnTo>
                <a:lnTo>
                  <a:pt x="167936" y="45135"/>
                </a:lnTo>
                <a:lnTo>
                  <a:pt x="167853" y="44185"/>
                </a:lnTo>
                <a:lnTo>
                  <a:pt x="167764" y="43247"/>
                </a:lnTo>
                <a:lnTo>
                  <a:pt x="167669" y="42322"/>
                </a:lnTo>
                <a:lnTo>
                  <a:pt x="167568" y="41409"/>
                </a:lnTo>
                <a:lnTo>
                  <a:pt x="167462" y="40507"/>
                </a:lnTo>
                <a:lnTo>
                  <a:pt x="167350" y="39618"/>
                </a:lnTo>
                <a:lnTo>
                  <a:pt x="167233" y="38741"/>
                </a:lnTo>
                <a:lnTo>
                  <a:pt x="167109" y="37876"/>
                </a:lnTo>
                <a:lnTo>
                  <a:pt x="166980" y="37024"/>
                </a:lnTo>
                <a:lnTo>
                  <a:pt x="166845" y="36183"/>
                </a:lnTo>
                <a:lnTo>
                  <a:pt x="166705" y="35354"/>
                </a:lnTo>
                <a:lnTo>
                  <a:pt x="166559" y="34535"/>
                </a:lnTo>
                <a:lnTo>
                  <a:pt x="166407" y="33727"/>
                </a:lnTo>
                <a:lnTo>
                  <a:pt x="166251" y="32930"/>
                </a:lnTo>
                <a:lnTo>
                  <a:pt x="166089" y="32144"/>
                </a:lnTo>
                <a:lnTo>
                  <a:pt x="165921" y="31368"/>
                </a:lnTo>
                <a:lnTo>
                  <a:pt x="165748" y="30603"/>
                </a:lnTo>
                <a:lnTo>
                  <a:pt x="165570" y="29848"/>
                </a:lnTo>
                <a:lnTo>
                  <a:pt x="165386" y="29104"/>
                </a:lnTo>
                <a:lnTo>
                  <a:pt x="165197" y="28371"/>
                </a:lnTo>
                <a:lnTo>
                  <a:pt x="165002" y="27648"/>
                </a:lnTo>
                <a:lnTo>
                  <a:pt x="164802" y="26937"/>
                </a:lnTo>
                <a:lnTo>
                  <a:pt x="164597" y="26235"/>
                </a:lnTo>
                <a:lnTo>
                  <a:pt x="164386" y="25545"/>
                </a:lnTo>
                <a:lnTo>
                  <a:pt x="164170" y="24865"/>
                </a:lnTo>
                <a:lnTo>
                  <a:pt x="163948" y="24195"/>
                </a:lnTo>
                <a:lnTo>
                  <a:pt x="163721" y="23537"/>
                </a:lnTo>
                <a:lnTo>
                  <a:pt x="163488" y="22889"/>
                </a:lnTo>
                <a:lnTo>
                  <a:pt x="163251" y="22252"/>
                </a:lnTo>
                <a:lnTo>
                  <a:pt x="163007" y="21625"/>
                </a:lnTo>
                <a:lnTo>
                  <a:pt x="162758" y="21009"/>
                </a:lnTo>
                <a:lnTo>
                  <a:pt x="162504" y="20404"/>
                </a:lnTo>
                <a:lnTo>
                  <a:pt x="162245" y="19809"/>
                </a:lnTo>
                <a:lnTo>
                  <a:pt x="161980" y="19225"/>
                </a:lnTo>
                <a:lnTo>
                  <a:pt x="161710" y="18651"/>
                </a:lnTo>
                <a:lnTo>
                  <a:pt x="161436" y="18087"/>
                </a:lnTo>
                <a:lnTo>
                  <a:pt x="161157" y="17532"/>
                </a:lnTo>
                <a:lnTo>
                  <a:pt x="160874" y="16987"/>
                </a:lnTo>
                <a:lnTo>
                  <a:pt x="160586" y="16451"/>
                </a:lnTo>
                <a:lnTo>
                  <a:pt x="160294" y="15925"/>
                </a:lnTo>
                <a:lnTo>
                  <a:pt x="159998" y="15408"/>
                </a:lnTo>
                <a:lnTo>
                  <a:pt x="159697" y="14900"/>
                </a:lnTo>
                <a:lnTo>
                  <a:pt x="159391" y="14403"/>
                </a:lnTo>
                <a:lnTo>
                  <a:pt x="159082" y="13914"/>
                </a:lnTo>
                <a:lnTo>
                  <a:pt x="158768" y="13436"/>
                </a:lnTo>
                <a:lnTo>
                  <a:pt x="158449" y="12966"/>
                </a:lnTo>
                <a:lnTo>
                  <a:pt x="158126" y="12507"/>
                </a:lnTo>
                <a:lnTo>
                  <a:pt x="157798" y="12056"/>
                </a:lnTo>
                <a:lnTo>
                  <a:pt x="157467" y="11616"/>
                </a:lnTo>
                <a:lnTo>
                  <a:pt x="157130" y="11185"/>
                </a:lnTo>
                <a:lnTo>
                  <a:pt x="156789" y="10763"/>
                </a:lnTo>
                <a:lnTo>
                  <a:pt x="156444" y="10351"/>
                </a:lnTo>
                <a:lnTo>
                  <a:pt x="156095" y="9948"/>
                </a:lnTo>
                <a:lnTo>
                  <a:pt x="155741" y="9555"/>
                </a:lnTo>
                <a:lnTo>
                  <a:pt x="155382" y="9171"/>
                </a:lnTo>
                <a:lnTo>
                  <a:pt x="155019" y="8797"/>
                </a:lnTo>
                <a:lnTo>
                  <a:pt x="154652" y="8432"/>
                </a:lnTo>
                <a:lnTo>
                  <a:pt x="154280" y="8077"/>
                </a:lnTo>
                <a:lnTo>
                  <a:pt x="153904" y="7731"/>
                </a:lnTo>
                <a:lnTo>
                  <a:pt x="153524" y="7392"/>
                </a:lnTo>
                <a:lnTo>
                  <a:pt x="153139" y="7062"/>
                </a:lnTo>
                <a:lnTo>
                  <a:pt x="152750" y="6739"/>
                </a:lnTo>
                <a:lnTo>
                  <a:pt x="152357" y="6424"/>
                </a:lnTo>
                <a:lnTo>
                  <a:pt x="151960" y="6117"/>
                </a:lnTo>
                <a:lnTo>
                  <a:pt x="151558" y="5818"/>
                </a:lnTo>
                <a:lnTo>
                  <a:pt x="151152" y="5527"/>
                </a:lnTo>
                <a:lnTo>
                  <a:pt x="150742" y="5243"/>
                </a:lnTo>
                <a:lnTo>
                  <a:pt x="150328" y="4968"/>
                </a:lnTo>
                <a:lnTo>
                  <a:pt x="149909" y="4700"/>
                </a:lnTo>
                <a:lnTo>
                  <a:pt x="149486" y="4440"/>
                </a:lnTo>
                <a:lnTo>
                  <a:pt x="149059" y="4188"/>
                </a:lnTo>
                <a:lnTo>
                  <a:pt x="148627" y="3944"/>
                </a:lnTo>
                <a:lnTo>
                  <a:pt x="148191" y="3708"/>
                </a:lnTo>
                <a:lnTo>
                  <a:pt x="147751" y="3480"/>
                </a:lnTo>
                <a:lnTo>
                  <a:pt x="147307" y="3259"/>
                </a:lnTo>
                <a:lnTo>
                  <a:pt x="146858" y="3047"/>
                </a:lnTo>
                <a:lnTo>
                  <a:pt x="146405" y="2842"/>
                </a:lnTo>
                <a:lnTo>
                  <a:pt x="145948" y="2645"/>
                </a:lnTo>
                <a:lnTo>
                  <a:pt x="145487" y="2456"/>
                </a:lnTo>
                <a:lnTo>
                  <a:pt x="145021" y="2275"/>
                </a:lnTo>
                <a:lnTo>
                  <a:pt x="144551" y="2102"/>
                </a:lnTo>
                <a:lnTo>
                  <a:pt x="144077" y="1937"/>
                </a:lnTo>
                <a:lnTo>
                  <a:pt x="143599" y="1779"/>
                </a:lnTo>
                <a:lnTo>
                  <a:pt x="143118" y="1627"/>
                </a:lnTo>
                <a:lnTo>
                  <a:pt x="142633" y="1483"/>
                </a:lnTo>
                <a:lnTo>
                  <a:pt x="142145" y="1345"/>
                </a:lnTo>
                <a:lnTo>
                  <a:pt x="141653" y="1214"/>
                </a:lnTo>
                <a:lnTo>
                  <a:pt x="141157" y="1089"/>
                </a:lnTo>
                <a:lnTo>
                  <a:pt x="140659" y="972"/>
                </a:lnTo>
                <a:lnTo>
                  <a:pt x="140157" y="861"/>
                </a:lnTo>
                <a:lnTo>
                  <a:pt x="139651" y="757"/>
                </a:lnTo>
                <a:lnTo>
                  <a:pt x="139142" y="659"/>
                </a:lnTo>
                <a:lnTo>
                  <a:pt x="138630" y="568"/>
                </a:lnTo>
                <a:lnTo>
                  <a:pt x="138114" y="484"/>
                </a:lnTo>
                <a:lnTo>
                  <a:pt x="137594" y="407"/>
                </a:lnTo>
                <a:lnTo>
                  <a:pt x="137072" y="336"/>
                </a:lnTo>
                <a:lnTo>
                  <a:pt x="136545" y="272"/>
                </a:lnTo>
                <a:lnTo>
                  <a:pt x="136016" y="215"/>
                </a:lnTo>
                <a:lnTo>
                  <a:pt x="135482" y="165"/>
                </a:lnTo>
                <a:lnTo>
                  <a:pt x="134946" y="121"/>
                </a:lnTo>
                <a:lnTo>
                  <a:pt x="134406" y="84"/>
                </a:lnTo>
                <a:lnTo>
                  <a:pt x="133862" y="54"/>
                </a:lnTo>
                <a:lnTo>
                  <a:pt x="133316" y="30"/>
                </a:lnTo>
                <a:lnTo>
                  <a:pt x="132765" y="13"/>
                </a:lnTo>
                <a:lnTo>
                  <a:pt x="132211" y="3"/>
                </a:lnTo>
                <a:lnTo>
                  <a:pt x="131654" y="0"/>
                </a:lnTo>
                <a:lnTo>
                  <a:pt x="130964" y="5"/>
                </a:lnTo>
                <a:lnTo>
                  <a:pt x="130279" y="21"/>
                </a:lnTo>
                <a:lnTo>
                  <a:pt x="129600" y="47"/>
                </a:lnTo>
                <a:lnTo>
                  <a:pt x="128926" y="84"/>
                </a:lnTo>
                <a:lnTo>
                  <a:pt x="128258" y="131"/>
                </a:lnTo>
                <a:lnTo>
                  <a:pt x="127595" y="189"/>
                </a:lnTo>
                <a:lnTo>
                  <a:pt x="126937" y="257"/>
                </a:lnTo>
                <a:lnTo>
                  <a:pt x="126285" y="336"/>
                </a:lnTo>
                <a:lnTo>
                  <a:pt x="125638" y="425"/>
                </a:lnTo>
                <a:lnTo>
                  <a:pt x="124997" y="525"/>
                </a:lnTo>
                <a:lnTo>
                  <a:pt x="124361" y="635"/>
                </a:lnTo>
                <a:lnTo>
                  <a:pt x="123730" y="756"/>
                </a:lnTo>
                <a:lnTo>
                  <a:pt x="123105" y="887"/>
                </a:lnTo>
                <a:lnTo>
                  <a:pt x="122485" y="1029"/>
                </a:lnTo>
                <a:lnTo>
                  <a:pt x="121871" y="1181"/>
                </a:lnTo>
                <a:lnTo>
                  <a:pt x="121262" y="1344"/>
                </a:lnTo>
                <a:lnTo>
                  <a:pt x="120659" y="1517"/>
                </a:lnTo>
                <a:lnTo>
                  <a:pt x="120061" y="1701"/>
                </a:lnTo>
                <a:lnTo>
                  <a:pt x="119468" y="1895"/>
                </a:lnTo>
                <a:lnTo>
                  <a:pt x="118881" y="2099"/>
                </a:lnTo>
                <a:lnTo>
                  <a:pt x="118299" y="2315"/>
                </a:lnTo>
                <a:lnTo>
                  <a:pt x="117722" y="2540"/>
                </a:lnTo>
                <a:lnTo>
                  <a:pt x="117151" y="2776"/>
                </a:lnTo>
                <a:lnTo>
                  <a:pt x="116586" y="3023"/>
                </a:lnTo>
                <a:lnTo>
                  <a:pt x="116026" y="3282"/>
                </a:lnTo>
                <a:lnTo>
                  <a:pt x="115473" y="3554"/>
                </a:lnTo>
                <a:lnTo>
                  <a:pt x="114927" y="3840"/>
                </a:lnTo>
                <a:lnTo>
                  <a:pt x="114387" y="4140"/>
                </a:lnTo>
                <a:lnTo>
                  <a:pt x="113853" y="4453"/>
                </a:lnTo>
                <a:lnTo>
                  <a:pt x="113326" y="4780"/>
                </a:lnTo>
                <a:lnTo>
                  <a:pt x="112806" y="5120"/>
                </a:lnTo>
                <a:lnTo>
                  <a:pt x="112292" y="5474"/>
                </a:lnTo>
                <a:lnTo>
                  <a:pt x="111785" y="5842"/>
                </a:lnTo>
                <a:lnTo>
                  <a:pt x="111285" y="6223"/>
                </a:lnTo>
                <a:lnTo>
                  <a:pt x="110791" y="6618"/>
                </a:lnTo>
                <a:lnTo>
                  <a:pt x="110303" y="7026"/>
                </a:lnTo>
                <a:lnTo>
                  <a:pt x="109822" y="7448"/>
                </a:lnTo>
                <a:lnTo>
                  <a:pt x="109348" y="7884"/>
                </a:lnTo>
                <a:lnTo>
                  <a:pt x="108880" y="8334"/>
                </a:lnTo>
                <a:lnTo>
                  <a:pt x="108419" y="8796"/>
                </a:lnTo>
                <a:lnTo>
                  <a:pt x="107964" y="9273"/>
                </a:lnTo>
                <a:lnTo>
                  <a:pt x="107516" y="9763"/>
                </a:lnTo>
                <a:lnTo>
                  <a:pt x="107075" y="10267"/>
                </a:lnTo>
                <a:lnTo>
                  <a:pt x="106640" y="10784"/>
                </a:lnTo>
                <a:lnTo>
                  <a:pt x="106211" y="11315"/>
                </a:lnTo>
                <a:lnTo>
                  <a:pt x="105790" y="11860"/>
                </a:lnTo>
                <a:lnTo>
                  <a:pt x="105374" y="12418"/>
                </a:lnTo>
                <a:lnTo>
                  <a:pt x="104966" y="12990"/>
                </a:lnTo>
                <a:lnTo>
                  <a:pt x="104564" y="13576"/>
                </a:lnTo>
                <a:lnTo>
                  <a:pt x="104170" y="14178"/>
                </a:lnTo>
                <a:lnTo>
                  <a:pt x="103784" y="14796"/>
                </a:lnTo>
                <a:lnTo>
                  <a:pt x="103405" y="15429"/>
                </a:lnTo>
                <a:lnTo>
                  <a:pt x="103035" y="16078"/>
                </a:lnTo>
                <a:lnTo>
                  <a:pt x="102672" y="16742"/>
                </a:lnTo>
                <a:lnTo>
                  <a:pt x="102316" y="17422"/>
                </a:lnTo>
                <a:lnTo>
                  <a:pt x="101969" y="18118"/>
                </a:lnTo>
                <a:lnTo>
                  <a:pt x="101629" y="18829"/>
                </a:lnTo>
                <a:lnTo>
                  <a:pt x="101297" y="19555"/>
                </a:lnTo>
                <a:lnTo>
                  <a:pt x="100972" y="20298"/>
                </a:lnTo>
                <a:lnTo>
                  <a:pt x="100655" y="21056"/>
                </a:lnTo>
                <a:lnTo>
                  <a:pt x="100346" y="21829"/>
                </a:lnTo>
                <a:lnTo>
                  <a:pt x="100045" y="22618"/>
                </a:lnTo>
                <a:lnTo>
                  <a:pt x="99751" y="23423"/>
                </a:lnTo>
                <a:lnTo>
                  <a:pt x="99465" y="24243"/>
                </a:lnTo>
                <a:lnTo>
                  <a:pt x="99187" y="25078"/>
                </a:lnTo>
                <a:lnTo>
                  <a:pt x="98916" y="25930"/>
                </a:lnTo>
                <a:lnTo>
                  <a:pt x="98654" y="26797"/>
                </a:lnTo>
                <a:lnTo>
                  <a:pt x="98398" y="27679"/>
                </a:lnTo>
                <a:lnTo>
                  <a:pt x="98151" y="28577"/>
                </a:lnTo>
                <a:lnTo>
                  <a:pt x="97911" y="29491"/>
                </a:lnTo>
                <a:lnTo>
                  <a:pt x="97679" y="30420"/>
                </a:lnTo>
                <a:lnTo>
                  <a:pt x="97455" y="31365"/>
                </a:lnTo>
                <a:lnTo>
                  <a:pt x="97239" y="32327"/>
                </a:lnTo>
                <a:lnTo>
                  <a:pt x="97033" y="33308"/>
                </a:lnTo>
                <a:lnTo>
                  <a:pt x="96835" y="34308"/>
                </a:lnTo>
                <a:lnTo>
                  <a:pt x="96647" y="35328"/>
                </a:lnTo>
                <a:lnTo>
                  <a:pt x="96468" y="36366"/>
                </a:lnTo>
                <a:lnTo>
                  <a:pt x="96298" y="37423"/>
                </a:lnTo>
                <a:lnTo>
                  <a:pt x="96137" y="38499"/>
                </a:lnTo>
                <a:lnTo>
                  <a:pt x="95985" y="39595"/>
                </a:lnTo>
                <a:lnTo>
                  <a:pt x="95843" y="40709"/>
                </a:lnTo>
                <a:lnTo>
                  <a:pt x="95710" y="41842"/>
                </a:lnTo>
                <a:lnTo>
                  <a:pt x="95586" y="42995"/>
                </a:lnTo>
                <a:lnTo>
                  <a:pt x="95471" y="44166"/>
                </a:lnTo>
                <a:lnTo>
                  <a:pt x="95365" y="45356"/>
                </a:lnTo>
                <a:lnTo>
                  <a:pt x="95269" y="46566"/>
                </a:lnTo>
                <a:lnTo>
                  <a:pt x="95182" y="47794"/>
                </a:lnTo>
                <a:lnTo>
                  <a:pt x="95104" y="49042"/>
                </a:lnTo>
                <a:lnTo>
                  <a:pt x="95035" y="50308"/>
                </a:lnTo>
                <a:lnTo>
                  <a:pt x="94975" y="51594"/>
                </a:lnTo>
                <a:lnTo>
                  <a:pt x="94925" y="52898"/>
                </a:lnTo>
                <a:lnTo>
                  <a:pt x="94883" y="54222"/>
                </a:lnTo>
                <a:lnTo>
                  <a:pt x="94851" y="55565"/>
                </a:lnTo>
                <a:lnTo>
                  <a:pt x="94828" y="56926"/>
                </a:lnTo>
                <a:lnTo>
                  <a:pt x="94814" y="58307"/>
                </a:lnTo>
                <a:lnTo>
                  <a:pt x="94810" y="59707"/>
                </a:lnTo>
                <a:lnTo>
                  <a:pt x="94810" y="80680"/>
                </a:lnTo>
                <a:lnTo>
                  <a:pt x="94813" y="81800"/>
                </a:lnTo>
                <a:lnTo>
                  <a:pt x="94822" y="82908"/>
                </a:lnTo>
                <a:lnTo>
                  <a:pt x="94836" y="84004"/>
                </a:lnTo>
                <a:lnTo>
                  <a:pt x="94857" y="85088"/>
                </a:lnTo>
                <a:lnTo>
                  <a:pt x="94884" y="86161"/>
                </a:lnTo>
                <a:lnTo>
                  <a:pt x="94916" y="87222"/>
                </a:lnTo>
                <a:lnTo>
                  <a:pt x="94954" y="88271"/>
                </a:lnTo>
                <a:lnTo>
                  <a:pt x="94999" y="89308"/>
                </a:lnTo>
                <a:lnTo>
                  <a:pt x="95049" y="90334"/>
                </a:lnTo>
                <a:lnTo>
                  <a:pt x="95105" y="91347"/>
                </a:lnTo>
                <a:lnTo>
                  <a:pt x="95167" y="92349"/>
                </a:lnTo>
                <a:lnTo>
                  <a:pt x="95235" y="93339"/>
                </a:lnTo>
                <a:lnTo>
                  <a:pt x="95309" y="94317"/>
                </a:lnTo>
                <a:lnTo>
                  <a:pt x="95388" y="95284"/>
                </a:lnTo>
                <a:lnTo>
                  <a:pt x="95474" y="96238"/>
                </a:lnTo>
                <a:lnTo>
                  <a:pt x="95566" y="97181"/>
                </a:lnTo>
                <a:lnTo>
                  <a:pt x="95663" y="98112"/>
                </a:lnTo>
                <a:lnTo>
                  <a:pt x="95766" y="99031"/>
                </a:lnTo>
                <a:lnTo>
                  <a:pt x="95876" y="99938"/>
                </a:lnTo>
                <a:lnTo>
                  <a:pt x="95991" y="100834"/>
                </a:lnTo>
                <a:lnTo>
                  <a:pt x="96112" y="101717"/>
                </a:lnTo>
                <a:lnTo>
                  <a:pt x="96239" y="102589"/>
                </a:lnTo>
                <a:lnTo>
                  <a:pt x="96372" y="103449"/>
                </a:lnTo>
                <a:lnTo>
                  <a:pt x="96510" y="104298"/>
                </a:lnTo>
                <a:lnTo>
                  <a:pt x="96655" y="105135"/>
                </a:lnTo>
                <a:lnTo>
                  <a:pt x="96804" y="105962"/>
                </a:lnTo>
                <a:lnTo>
                  <a:pt x="96959" y="106778"/>
                </a:lnTo>
                <a:lnTo>
                  <a:pt x="97119" y="107583"/>
                </a:lnTo>
                <a:lnTo>
                  <a:pt x="97284" y="108378"/>
                </a:lnTo>
                <a:lnTo>
                  <a:pt x="97455" y="109163"/>
                </a:lnTo>
                <a:lnTo>
                  <a:pt x="97631" y="109937"/>
                </a:lnTo>
                <a:lnTo>
                  <a:pt x="97812" y="110701"/>
                </a:lnTo>
                <a:lnTo>
                  <a:pt x="97998" y="111454"/>
                </a:lnTo>
                <a:lnTo>
                  <a:pt x="98190" y="112197"/>
                </a:lnTo>
                <a:lnTo>
                  <a:pt x="98387" y="112929"/>
                </a:lnTo>
                <a:lnTo>
                  <a:pt x="98589" y="113651"/>
                </a:lnTo>
                <a:lnTo>
                  <a:pt x="98796" y="114362"/>
                </a:lnTo>
                <a:lnTo>
                  <a:pt x="99009" y="115062"/>
                </a:lnTo>
                <a:lnTo>
                  <a:pt x="99226" y="115753"/>
                </a:lnTo>
                <a:lnTo>
                  <a:pt x="99449" y="116432"/>
                </a:lnTo>
                <a:lnTo>
                  <a:pt x="99678" y="117101"/>
                </a:lnTo>
                <a:lnTo>
                  <a:pt x="99911" y="117760"/>
                </a:lnTo>
                <a:lnTo>
                  <a:pt x="100150" y="118408"/>
                </a:lnTo>
                <a:lnTo>
                  <a:pt x="100394" y="119046"/>
                </a:lnTo>
                <a:lnTo>
                  <a:pt x="100643" y="119673"/>
                </a:lnTo>
                <a:lnTo>
                  <a:pt x="100898" y="120290"/>
                </a:lnTo>
                <a:lnTo>
                  <a:pt x="101158" y="120896"/>
                </a:lnTo>
                <a:lnTo>
                  <a:pt x="101423" y="121492"/>
                </a:lnTo>
                <a:lnTo>
                  <a:pt x="101693" y="122078"/>
                </a:lnTo>
                <a:lnTo>
                  <a:pt x="101967" y="122654"/>
                </a:lnTo>
                <a:lnTo>
                  <a:pt x="102247" y="123221"/>
                </a:lnTo>
                <a:lnTo>
                  <a:pt x="102530" y="123779"/>
                </a:lnTo>
                <a:lnTo>
                  <a:pt x="102819" y="124327"/>
                </a:lnTo>
                <a:lnTo>
                  <a:pt x="103112" y="124866"/>
                </a:lnTo>
                <a:lnTo>
                  <a:pt x="103409" y="125396"/>
                </a:lnTo>
                <a:lnTo>
                  <a:pt x="103711" y="125916"/>
                </a:lnTo>
                <a:lnTo>
                  <a:pt x="104018" y="126427"/>
                </a:lnTo>
                <a:lnTo>
                  <a:pt x="104329" y="126929"/>
                </a:lnTo>
                <a:lnTo>
                  <a:pt x="104645" y="127421"/>
                </a:lnTo>
                <a:lnTo>
                  <a:pt x="104966" y="127904"/>
                </a:lnTo>
                <a:lnTo>
                  <a:pt x="105291" y="128378"/>
                </a:lnTo>
                <a:lnTo>
                  <a:pt x="105620" y="128842"/>
                </a:lnTo>
                <a:lnTo>
                  <a:pt x="105955" y="129297"/>
                </a:lnTo>
                <a:lnTo>
                  <a:pt x="106293" y="129742"/>
                </a:lnTo>
                <a:lnTo>
                  <a:pt x="106637" y="130179"/>
                </a:lnTo>
                <a:lnTo>
                  <a:pt x="106985" y="130605"/>
                </a:lnTo>
                <a:lnTo>
                  <a:pt x="107338" y="131023"/>
                </a:lnTo>
                <a:lnTo>
                  <a:pt x="107695" y="131431"/>
                </a:lnTo>
                <a:lnTo>
                  <a:pt x="108057" y="131830"/>
                </a:lnTo>
                <a:lnTo>
                  <a:pt x="108423" y="132219"/>
                </a:lnTo>
                <a:lnTo>
                  <a:pt x="108794" y="132599"/>
                </a:lnTo>
                <a:lnTo>
                  <a:pt x="109170" y="132970"/>
                </a:lnTo>
                <a:lnTo>
                  <a:pt x="109550" y="133332"/>
                </a:lnTo>
                <a:lnTo>
                  <a:pt x="109934" y="133686"/>
                </a:lnTo>
                <a:lnTo>
                  <a:pt x="110322" y="134031"/>
                </a:lnTo>
                <a:lnTo>
                  <a:pt x="110714" y="134368"/>
                </a:lnTo>
                <a:lnTo>
                  <a:pt x="111110" y="134696"/>
                </a:lnTo>
                <a:lnTo>
                  <a:pt x="111511" y="135016"/>
                </a:lnTo>
                <a:lnTo>
                  <a:pt x="111915" y="135328"/>
                </a:lnTo>
                <a:lnTo>
                  <a:pt x="112324" y="135631"/>
                </a:lnTo>
                <a:lnTo>
                  <a:pt x="112737" y="135926"/>
                </a:lnTo>
                <a:lnTo>
                  <a:pt x="113154" y="136213"/>
                </a:lnTo>
                <a:lnTo>
                  <a:pt x="113574" y="136491"/>
                </a:lnTo>
                <a:lnTo>
                  <a:pt x="114000" y="136761"/>
                </a:lnTo>
                <a:lnTo>
                  <a:pt x="114429" y="137022"/>
                </a:lnTo>
                <a:lnTo>
                  <a:pt x="114862" y="137276"/>
                </a:lnTo>
                <a:lnTo>
                  <a:pt x="115299" y="137520"/>
                </a:lnTo>
                <a:lnTo>
                  <a:pt x="115741" y="137757"/>
                </a:lnTo>
                <a:lnTo>
                  <a:pt x="116186" y="137985"/>
                </a:lnTo>
                <a:lnTo>
                  <a:pt x="116636" y="138205"/>
                </a:lnTo>
                <a:lnTo>
                  <a:pt x="117090" y="138416"/>
                </a:lnTo>
                <a:lnTo>
                  <a:pt x="117548" y="138619"/>
                </a:lnTo>
                <a:lnTo>
                  <a:pt x="118009" y="138814"/>
                </a:lnTo>
                <a:lnTo>
                  <a:pt x="118476" y="139000"/>
                </a:lnTo>
                <a:lnTo>
                  <a:pt x="118946" y="139178"/>
                </a:lnTo>
                <a:lnTo>
                  <a:pt x="119420" y="139347"/>
                </a:lnTo>
                <a:lnTo>
                  <a:pt x="119898" y="139509"/>
                </a:lnTo>
                <a:lnTo>
                  <a:pt x="120379" y="139664"/>
                </a:lnTo>
                <a:lnTo>
                  <a:pt x="120863" y="139812"/>
                </a:lnTo>
                <a:lnTo>
                  <a:pt x="121350" y="139953"/>
                </a:lnTo>
                <a:lnTo>
                  <a:pt x="121840" y="140088"/>
                </a:lnTo>
                <a:lnTo>
                  <a:pt x="122334" y="140215"/>
                </a:lnTo>
                <a:lnTo>
                  <a:pt x="122830" y="140336"/>
                </a:lnTo>
                <a:lnTo>
                  <a:pt x="123330" y="140449"/>
                </a:lnTo>
                <a:lnTo>
                  <a:pt x="123833" y="140556"/>
                </a:lnTo>
                <a:lnTo>
                  <a:pt x="124339" y="140656"/>
                </a:lnTo>
                <a:lnTo>
                  <a:pt x="124848" y="140749"/>
                </a:lnTo>
                <a:lnTo>
                  <a:pt x="125360" y="140835"/>
                </a:lnTo>
                <a:lnTo>
                  <a:pt x="125875" y="140914"/>
                </a:lnTo>
                <a:lnTo>
                  <a:pt x="126393" y="140987"/>
                </a:lnTo>
                <a:lnTo>
                  <a:pt x="126915" y="141052"/>
                </a:lnTo>
                <a:lnTo>
                  <a:pt x="127440" y="141111"/>
                </a:lnTo>
                <a:lnTo>
                  <a:pt x="127967" y="141162"/>
                </a:lnTo>
                <a:lnTo>
                  <a:pt x="128498" y="141207"/>
                </a:lnTo>
                <a:lnTo>
                  <a:pt x="129032" y="141245"/>
                </a:lnTo>
                <a:lnTo>
                  <a:pt x="129569" y="141276"/>
                </a:lnTo>
                <a:lnTo>
                  <a:pt x="130109" y="141300"/>
                </a:lnTo>
                <a:lnTo>
                  <a:pt x="130653" y="141317"/>
                </a:lnTo>
                <a:lnTo>
                  <a:pt x="131199" y="141328"/>
                </a:lnTo>
                <a:lnTo>
                  <a:pt x="131749" y="141331"/>
                </a:lnTo>
                <a:lnTo>
                  <a:pt x="132446" y="141326"/>
                </a:lnTo>
                <a:lnTo>
                  <a:pt x="133138" y="141309"/>
                </a:lnTo>
                <a:lnTo>
                  <a:pt x="133825" y="141282"/>
                </a:lnTo>
                <a:lnTo>
                  <a:pt x="134505" y="141243"/>
                </a:lnTo>
                <a:lnTo>
                  <a:pt x="135180" y="141194"/>
                </a:lnTo>
                <a:lnTo>
                  <a:pt x="135849" y="141133"/>
                </a:lnTo>
                <a:lnTo>
                  <a:pt x="136513" y="141062"/>
                </a:lnTo>
                <a:lnTo>
                  <a:pt x="137170" y="140979"/>
                </a:lnTo>
                <a:lnTo>
                  <a:pt x="137822" y="140886"/>
                </a:lnTo>
                <a:lnTo>
                  <a:pt x="138468" y="140782"/>
                </a:lnTo>
                <a:lnTo>
                  <a:pt x="139109" y="140666"/>
                </a:lnTo>
                <a:lnTo>
                  <a:pt x="139743" y="140540"/>
                </a:lnTo>
                <a:lnTo>
                  <a:pt x="140372" y="140402"/>
                </a:lnTo>
                <a:lnTo>
                  <a:pt x="140995" y="140254"/>
                </a:lnTo>
                <a:lnTo>
                  <a:pt x="141613" y="140095"/>
                </a:lnTo>
                <a:lnTo>
                  <a:pt x="142225" y="139924"/>
                </a:lnTo>
                <a:lnTo>
                  <a:pt x="142831" y="139743"/>
                </a:lnTo>
                <a:lnTo>
                  <a:pt x="143431" y="139551"/>
                </a:lnTo>
                <a:lnTo>
                  <a:pt x="144025" y="139348"/>
                </a:lnTo>
                <a:lnTo>
                  <a:pt x="144614" y="139133"/>
                </a:lnTo>
                <a:lnTo>
                  <a:pt x="145197" y="138908"/>
                </a:lnTo>
                <a:lnTo>
                  <a:pt x="145774" y="138672"/>
                </a:lnTo>
                <a:lnTo>
                  <a:pt x="146346" y="138424"/>
                </a:lnTo>
                <a:lnTo>
                  <a:pt x="146911" y="138166"/>
                </a:lnTo>
                <a:lnTo>
                  <a:pt x="147471" y="137896"/>
                </a:lnTo>
                <a:lnTo>
                  <a:pt x="148024" y="137612"/>
                </a:lnTo>
                <a:lnTo>
                  <a:pt x="148570" y="137314"/>
                </a:lnTo>
                <a:lnTo>
                  <a:pt x="149109" y="137002"/>
                </a:lnTo>
                <a:lnTo>
                  <a:pt x="149642" y="136677"/>
                </a:lnTo>
                <a:lnTo>
                  <a:pt x="150168" y="136339"/>
                </a:lnTo>
                <a:lnTo>
                  <a:pt x="150687" y="135987"/>
                </a:lnTo>
                <a:lnTo>
                  <a:pt x="151199" y="135621"/>
                </a:lnTo>
                <a:lnTo>
                  <a:pt x="151705" y="135241"/>
                </a:lnTo>
                <a:lnTo>
                  <a:pt x="152204" y="134848"/>
                </a:lnTo>
                <a:lnTo>
                  <a:pt x="152696" y="134442"/>
                </a:lnTo>
                <a:lnTo>
                  <a:pt x="153182" y="134021"/>
                </a:lnTo>
                <a:lnTo>
                  <a:pt x="153661" y="133587"/>
                </a:lnTo>
                <a:lnTo>
                  <a:pt x="154133" y="133140"/>
                </a:lnTo>
                <a:lnTo>
                  <a:pt x="154598" y="132679"/>
                </a:lnTo>
                <a:lnTo>
                  <a:pt x="155057" y="132204"/>
                </a:lnTo>
                <a:lnTo>
                  <a:pt x="155509" y="131716"/>
                </a:lnTo>
                <a:lnTo>
                  <a:pt x="155954" y="131214"/>
                </a:lnTo>
                <a:lnTo>
                  <a:pt x="156393" y="130698"/>
                </a:lnTo>
                <a:lnTo>
                  <a:pt x="156825" y="130169"/>
                </a:lnTo>
                <a:lnTo>
                  <a:pt x="157250" y="129626"/>
                </a:lnTo>
                <a:lnTo>
                  <a:pt x="157668" y="129070"/>
                </a:lnTo>
                <a:lnTo>
                  <a:pt x="158079" y="128500"/>
                </a:lnTo>
                <a:lnTo>
                  <a:pt x="158484" y="127916"/>
                </a:lnTo>
                <a:lnTo>
                  <a:pt x="158882" y="127318"/>
                </a:lnTo>
                <a:lnTo>
                  <a:pt x="159272" y="126704"/>
                </a:lnTo>
                <a:lnTo>
                  <a:pt x="159654" y="126074"/>
                </a:lnTo>
                <a:lnTo>
                  <a:pt x="160029" y="125428"/>
                </a:lnTo>
                <a:lnTo>
                  <a:pt x="160396" y="124767"/>
                </a:lnTo>
                <a:lnTo>
                  <a:pt x="160755" y="124090"/>
                </a:lnTo>
                <a:lnTo>
                  <a:pt x="161106" y="123397"/>
                </a:lnTo>
                <a:lnTo>
                  <a:pt x="161450" y="122688"/>
                </a:lnTo>
                <a:lnTo>
                  <a:pt x="161786" y="121964"/>
                </a:lnTo>
                <a:lnTo>
                  <a:pt x="162114" y="121224"/>
                </a:lnTo>
                <a:lnTo>
                  <a:pt x="162435" y="120468"/>
                </a:lnTo>
                <a:lnTo>
                  <a:pt x="162747" y="119697"/>
                </a:lnTo>
                <a:lnTo>
                  <a:pt x="163053" y="118910"/>
                </a:lnTo>
                <a:lnTo>
                  <a:pt x="163350" y="118107"/>
                </a:lnTo>
                <a:lnTo>
                  <a:pt x="163640" y="117288"/>
                </a:lnTo>
                <a:lnTo>
                  <a:pt x="163922" y="116453"/>
                </a:lnTo>
                <a:lnTo>
                  <a:pt x="164196" y="115603"/>
                </a:lnTo>
                <a:lnTo>
                  <a:pt x="164463" y="114737"/>
                </a:lnTo>
                <a:lnTo>
                  <a:pt x="164722" y="113855"/>
                </a:lnTo>
                <a:lnTo>
                  <a:pt x="164973" y="112958"/>
                </a:lnTo>
                <a:lnTo>
                  <a:pt x="165216" y="112045"/>
                </a:lnTo>
                <a:lnTo>
                  <a:pt x="165452" y="111116"/>
                </a:lnTo>
                <a:lnTo>
                  <a:pt x="165680" y="110171"/>
                </a:lnTo>
                <a:lnTo>
                  <a:pt x="165900" y="109210"/>
                </a:lnTo>
                <a:lnTo>
                  <a:pt x="166112" y="108233"/>
                </a:lnTo>
                <a:lnTo>
                  <a:pt x="166315" y="107237"/>
                </a:lnTo>
                <a:lnTo>
                  <a:pt x="166509" y="106223"/>
                </a:lnTo>
                <a:lnTo>
                  <a:pt x="166694" y="105190"/>
                </a:lnTo>
                <a:lnTo>
                  <a:pt x="166870" y="104139"/>
                </a:lnTo>
                <a:lnTo>
                  <a:pt x="167037" y="103070"/>
                </a:lnTo>
                <a:lnTo>
                  <a:pt x="167195" y="101982"/>
                </a:lnTo>
                <a:lnTo>
                  <a:pt x="167344" y="100876"/>
                </a:lnTo>
                <a:lnTo>
                  <a:pt x="167484" y="99751"/>
                </a:lnTo>
                <a:lnTo>
                  <a:pt x="167614" y="98608"/>
                </a:lnTo>
                <a:lnTo>
                  <a:pt x="167736" y="97447"/>
                </a:lnTo>
                <a:lnTo>
                  <a:pt x="167849" y="96268"/>
                </a:lnTo>
                <a:lnTo>
                  <a:pt x="167953" y="95070"/>
                </a:lnTo>
                <a:lnTo>
                  <a:pt x="168047" y="93853"/>
                </a:lnTo>
                <a:lnTo>
                  <a:pt x="168133" y="92619"/>
                </a:lnTo>
                <a:lnTo>
                  <a:pt x="168210" y="91366"/>
                </a:lnTo>
                <a:lnTo>
                  <a:pt x="168277" y="90094"/>
                </a:lnTo>
                <a:lnTo>
                  <a:pt x="168336" y="88804"/>
                </a:lnTo>
                <a:lnTo>
                  <a:pt x="168386" y="87496"/>
                </a:lnTo>
                <a:lnTo>
                  <a:pt x="168426" y="86170"/>
                </a:lnTo>
                <a:lnTo>
                  <a:pt x="168458" y="84825"/>
                </a:lnTo>
                <a:lnTo>
                  <a:pt x="168480" y="83461"/>
                </a:lnTo>
                <a:lnTo>
                  <a:pt x="168494" y="82080"/>
                </a:lnTo>
                <a:lnTo>
                  <a:pt x="168498" y="80680"/>
                </a:lnTo>
                <a:lnTo>
                  <a:pt x="168498" y="59707"/>
                </a:lnTo>
                <a:lnTo>
                  <a:pt x="168496" y="58587"/>
                </a:lnTo>
                <a:lnTo>
                  <a:pt x="168487" y="57479"/>
                </a:lnTo>
                <a:close/>
                <a:moveTo>
                  <a:pt x="151862" y="85412"/>
                </a:moveTo>
                <a:lnTo>
                  <a:pt x="151851" y="86344"/>
                </a:lnTo>
                <a:lnTo>
                  <a:pt x="151836" y="87265"/>
                </a:lnTo>
                <a:lnTo>
                  <a:pt x="151816" y="88175"/>
                </a:lnTo>
                <a:lnTo>
                  <a:pt x="151792" y="89073"/>
                </a:lnTo>
                <a:lnTo>
                  <a:pt x="151763" y="89960"/>
                </a:lnTo>
                <a:lnTo>
                  <a:pt x="151730" y="90835"/>
                </a:lnTo>
                <a:lnTo>
                  <a:pt x="151692" y="91700"/>
                </a:lnTo>
                <a:lnTo>
                  <a:pt x="151650" y="92553"/>
                </a:lnTo>
                <a:lnTo>
                  <a:pt x="151603" y="93394"/>
                </a:lnTo>
                <a:lnTo>
                  <a:pt x="151552" y="94225"/>
                </a:lnTo>
                <a:lnTo>
                  <a:pt x="151497" y="95044"/>
                </a:lnTo>
                <a:lnTo>
                  <a:pt x="151437" y="95851"/>
                </a:lnTo>
                <a:lnTo>
                  <a:pt x="151373" y="96648"/>
                </a:lnTo>
                <a:lnTo>
                  <a:pt x="151304" y="97433"/>
                </a:lnTo>
                <a:lnTo>
                  <a:pt x="151231" y="98207"/>
                </a:lnTo>
                <a:lnTo>
                  <a:pt x="151154" y="98969"/>
                </a:lnTo>
                <a:lnTo>
                  <a:pt x="151072" y="99720"/>
                </a:lnTo>
                <a:lnTo>
                  <a:pt x="150986" y="100460"/>
                </a:lnTo>
                <a:lnTo>
                  <a:pt x="150895" y="101188"/>
                </a:lnTo>
                <a:lnTo>
                  <a:pt x="150800" y="101905"/>
                </a:lnTo>
                <a:lnTo>
                  <a:pt x="150700" y="102611"/>
                </a:lnTo>
                <a:lnTo>
                  <a:pt x="150596" y="103306"/>
                </a:lnTo>
                <a:lnTo>
                  <a:pt x="150487" y="103989"/>
                </a:lnTo>
                <a:lnTo>
                  <a:pt x="150374" y="104663"/>
                </a:lnTo>
                <a:lnTo>
                  <a:pt x="150257" y="105325"/>
                </a:lnTo>
                <a:lnTo>
                  <a:pt x="150135" y="105977"/>
                </a:lnTo>
                <a:lnTo>
                  <a:pt x="150009" y="106619"/>
                </a:lnTo>
                <a:lnTo>
                  <a:pt x="149878" y="107250"/>
                </a:lnTo>
                <a:lnTo>
                  <a:pt x="149743" y="107871"/>
                </a:lnTo>
                <a:lnTo>
                  <a:pt x="149604" y="108481"/>
                </a:lnTo>
                <a:lnTo>
                  <a:pt x="149460" y="109080"/>
                </a:lnTo>
                <a:lnTo>
                  <a:pt x="149312" y="109670"/>
                </a:lnTo>
                <a:lnTo>
                  <a:pt x="149159" y="110248"/>
                </a:lnTo>
                <a:lnTo>
                  <a:pt x="149002" y="110816"/>
                </a:lnTo>
                <a:lnTo>
                  <a:pt x="148840" y="111374"/>
                </a:lnTo>
                <a:lnTo>
                  <a:pt x="148674" y="111921"/>
                </a:lnTo>
                <a:lnTo>
                  <a:pt x="148503" y="112458"/>
                </a:lnTo>
                <a:lnTo>
                  <a:pt x="148329" y="112984"/>
                </a:lnTo>
                <a:lnTo>
                  <a:pt x="148149" y="113500"/>
                </a:lnTo>
                <a:lnTo>
                  <a:pt x="147965" y="114005"/>
                </a:lnTo>
                <a:lnTo>
                  <a:pt x="147777" y="114500"/>
                </a:lnTo>
                <a:lnTo>
                  <a:pt x="147585" y="114984"/>
                </a:lnTo>
                <a:lnTo>
                  <a:pt x="147387" y="115457"/>
                </a:lnTo>
                <a:lnTo>
                  <a:pt x="147186" y="115921"/>
                </a:lnTo>
                <a:lnTo>
                  <a:pt x="146980" y="116373"/>
                </a:lnTo>
                <a:lnTo>
                  <a:pt x="146770" y="116815"/>
                </a:lnTo>
                <a:lnTo>
                  <a:pt x="146555" y="117248"/>
                </a:lnTo>
                <a:lnTo>
                  <a:pt x="146336" y="117670"/>
                </a:lnTo>
                <a:lnTo>
                  <a:pt x="146114" y="118083"/>
                </a:lnTo>
                <a:lnTo>
                  <a:pt x="145887" y="118486"/>
                </a:lnTo>
                <a:lnTo>
                  <a:pt x="145656" y="118879"/>
                </a:lnTo>
                <a:lnTo>
                  <a:pt x="145421" y="119263"/>
                </a:lnTo>
                <a:lnTo>
                  <a:pt x="145181" y="119637"/>
                </a:lnTo>
                <a:lnTo>
                  <a:pt x="144938" y="120001"/>
                </a:lnTo>
                <a:lnTo>
                  <a:pt x="144691" y="120356"/>
                </a:lnTo>
                <a:lnTo>
                  <a:pt x="144439" y="120701"/>
                </a:lnTo>
                <a:lnTo>
                  <a:pt x="144183" y="121036"/>
                </a:lnTo>
                <a:lnTo>
                  <a:pt x="143924" y="121362"/>
                </a:lnTo>
                <a:lnTo>
                  <a:pt x="143660" y="121678"/>
                </a:lnTo>
                <a:lnTo>
                  <a:pt x="143392" y="121984"/>
                </a:lnTo>
                <a:lnTo>
                  <a:pt x="143120" y="122281"/>
                </a:lnTo>
                <a:lnTo>
                  <a:pt x="142844" y="122568"/>
                </a:lnTo>
                <a:lnTo>
                  <a:pt x="142564" y="122845"/>
                </a:lnTo>
                <a:lnTo>
                  <a:pt x="142279" y="123113"/>
                </a:lnTo>
                <a:lnTo>
                  <a:pt x="141991" y="123371"/>
                </a:lnTo>
                <a:lnTo>
                  <a:pt x="141698" y="123619"/>
                </a:lnTo>
                <a:lnTo>
                  <a:pt x="141402" y="123857"/>
                </a:lnTo>
                <a:lnTo>
                  <a:pt x="141101" y="124086"/>
                </a:lnTo>
                <a:lnTo>
                  <a:pt x="140796" y="124305"/>
                </a:lnTo>
                <a:lnTo>
                  <a:pt x="140487" y="124515"/>
                </a:lnTo>
                <a:lnTo>
                  <a:pt x="140174" y="124715"/>
                </a:lnTo>
                <a:lnTo>
                  <a:pt x="139857" y="124907"/>
                </a:lnTo>
                <a:lnTo>
                  <a:pt x="139534" y="125091"/>
                </a:lnTo>
                <a:lnTo>
                  <a:pt x="139208" y="125265"/>
                </a:lnTo>
                <a:lnTo>
                  <a:pt x="138877" y="125432"/>
                </a:lnTo>
                <a:lnTo>
                  <a:pt x="138542" y="125590"/>
                </a:lnTo>
                <a:lnTo>
                  <a:pt x="138202" y="125739"/>
                </a:lnTo>
                <a:lnTo>
                  <a:pt x="137858" y="125880"/>
                </a:lnTo>
                <a:lnTo>
                  <a:pt x="137509" y="126012"/>
                </a:lnTo>
                <a:lnTo>
                  <a:pt x="137156" y="126135"/>
                </a:lnTo>
                <a:lnTo>
                  <a:pt x="136799" y="126251"/>
                </a:lnTo>
                <a:lnTo>
                  <a:pt x="136437" y="126357"/>
                </a:lnTo>
                <a:lnTo>
                  <a:pt x="136070" y="126455"/>
                </a:lnTo>
                <a:lnTo>
                  <a:pt x="135700" y="126545"/>
                </a:lnTo>
                <a:lnTo>
                  <a:pt x="135325" y="126626"/>
                </a:lnTo>
                <a:lnTo>
                  <a:pt x="134945" y="126698"/>
                </a:lnTo>
                <a:lnTo>
                  <a:pt x="134561" y="126762"/>
                </a:lnTo>
                <a:lnTo>
                  <a:pt x="134172" y="126818"/>
                </a:lnTo>
                <a:lnTo>
                  <a:pt x="133779" y="126865"/>
                </a:lnTo>
                <a:lnTo>
                  <a:pt x="133382" y="126903"/>
                </a:lnTo>
                <a:lnTo>
                  <a:pt x="132980" y="126933"/>
                </a:lnTo>
                <a:lnTo>
                  <a:pt x="132574" y="126954"/>
                </a:lnTo>
                <a:lnTo>
                  <a:pt x="132164" y="126967"/>
                </a:lnTo>
                <a:lnTo>
                  <a:pt x="131749" y="126971"/>
                </a:lnTo>
                <a:lnTo>
                  <a:pt x="131435" y="126969"/>
                </a:lnTo>
                <a:lnTo>
                  <a:pt x="131123" y="126960"/>
                </a:lnTo>
                <a:lnTo>
                  <a:pt x="130813" y="126947"/>
                </a:lnTo>
                <a:lnTo>
                  <a:pt x="130505" y="126928"/>
                </a:lnTo>
                <a:lnTo>
                  <a:pt x="130199" y="126904"/>
                </a:lnTo>
                <a:lnTo>
                  <a:pt x="129895" y="126874"/>
                </a:lnTo>
                <a:lnTo>
                  <a:pt x="129592" y="126839"/>
                </a:lnTo>
                <a:lnTo>
                  <a:pt x="129292" y="126798"/>
                </a:lnTo>
                <a:lnTo>
                  <a:pt x="128994" y="126752"/>
                </a:lnTo>
                <a:lnTo>
                  <a:pt x="128698" y="126701"/>
                </a:lnTo>
                <a:lnTo>
                  <a:pt x="128404" y="126644"/>
                </a:lnTo>
                <a:lnTo>
                  <a:pt x="128111" y="126582"/>
                </a:lnTo>
                <a:lnTo>
                  <a:pt x="127821" y="126514"/>
                </a:lnTo>
                <a:lnTo>
                  <a:pt x="127533" y="126441"/>
                </a:lnTo>
                <a:lnTo>
                  <a:pt x="127246" y="126362"/>
                </a:lnTo>
                <a:lnTo>
                  <a:pt x="126962" y="126278"/>
                </a:lnTo>
                <a:lnTo>
                  <a:pt x="126680" y="126189"/>
                </a:lnTo>
                <a:lnTo>
                  <a:pt x="126399" y="126094"/>
                </a:lnTo>
                <a:lnTo>
                  <a:pt x="126121" y="125994"/>
                </a:lnTo>
                <a:lnTo>
                  <a:pt x="125844" y="125889"/>
                </a:lnTo>
                <a:lnTo>
                  <a:pt x="125569" y="125778"/>
                </a:lnTo>
                <a:lnTo>
                  <a:pt x="125297" y="125661"/>
                </a:lnTo>
                <a:lnTo>
                  <a:pt x="125026" y="125540"/>
                </a:lnTo>
                <a:lnTo>
                  <a:pt x="124758" y="125412"/>
                </a:lnTo>
                <a:lnTo>
                  <a:pt x="124491" y="125279"/>
                </a:lnTo>
                <a:lnTo>
                  <a:pt x="124228" y="125140"/>
                </a:lnTo>
                <a:lnTo>
                  <a:pt x="123966" y="124995"/>
                </a:lnTo>
                <a:lnTo>
                  <a:pt x="123708" y="124844"/>
                </a:lnTo>
                <a:lnTo>
                  <a:pt x="123452" y="124687"/>
                </a:lnTo>
                <a:lnTo>
                  <a:pt x="123199" y="124524"/>
                </a:lnTo>
                <a:lnTo>
                  <a:pt x="122948" y="124354"/>
                </a:lnTo>
                <a:lnTo>
                  <a:pt x="122700" y="124179"/>
                </a:lnTo>
                <a:lnTo>
                  <a:pt x="122455" y="123998"/>
                </a:lnTo>
                <a:lnTo>
                  <a:pt x="122212" y="123810"/>
                </a:lnTo>
                <a:lnTo>
                  <a:pt x="121972" y="123616"/>
                </a:lnTo>
                <a:lnTo>
                  <a:pt x="121734" y="123417"/>
                </a:lnTo>
                <a:lnTo>
                  <a:pt x="121500" y="123211"/>
                </a:lnTo>
                <a:lnTo>
                  <a:pt x="121267" y="122999"/>
                </a:lnTo>
                <a:lnTo>
                  <a:pt x="121038" y="122781"/>
                </a:lnTo>
                <a:lnTo>
                  <a:pt x="120811" y="122557"/>
                </a:lnTo>
                <a:lnTo>
                  <a:pt x="120586" y="122327"/>
                </a:lnTo>
                <a:lnTo>
                  <a:pt x="120365" y="122091"/>
                </a:lnTo>
                <a:lnTo>
                  <a:pt x="120146" y="121849"/>
                </a:lnTo>
                <a:lnTo>
                  <a:pt x="119929" y="121601"/>
                </a:lnTo>
                <a:lnTo>
                  <a:pt x="119715" y="121346"/>
                </a:lnTo>
                <a:lnTo>
                  <a:pt x="119504" y="121086"/>
                </a:lnTo>
                <a:lnTo>
                  <a:pt x="119295" y="120820"/>
                </a:lnTo>
                <a:lnTo>
                  <a:pt x="119089" y="120547"/>
                </a:lnTo>
                <a:lnTo>
                  <a:pt x="118886" y="120268"/>
                </a:lnTo>
                <a:lnTo>
                  <a:pt x="118685" y="119983"/>
                </a:lnTo>
                <a:lnTo>
                  <a:pt x="118488" y="119692"/>
                </a:lnTo>
                <a:lnTo>
                  <a:pt x="118293" y="119394"/>
                </a:lnTo>
                <a:lnTo>
                  <a:pt x="118101" y="119089"/>
                </a:lnTo>
                <a:lnTo>
                  <a:pt x="117911" y="118779"/>
                </a:lnTo>
                <a:lnTo>
                  <a:pt x="117725" y="118462"/>
                </a:lnTo>
                <a:lnTo>
                  <a:pt x="117541" y="118138"/>
                </a:lnTo>
                <a:lnTo>
                  <a:pt x="117360" y="117808"/>
                </a:lnTo>
                <a:lnTo>
                  <a:pt x="117182" y="117472"/>
                </a:lnTo>
                <a:lnTo>
                  <a:pt x="117006" y="117129"/>
                </a:lnTo>
                <a:lnTo>
                  <a:pt x="116834" y="116780"/>
                </a:lnTo>
                <a:lnTo>
                  <a:pt x="116664" y="116424"/>
                </a:lnTo>
                <a:lnTo>
                  <a:pt x="116497" y="116063"/>
                </a:lnTo>
                <a:lnTo>
                  <a:pt x="116333" y="115694"/>
                </a:lnTo>
                <a:lnTo>
                  <a:pt x="116171" y="115320"/>
                </a:lnTo>
                <a:lnTo>
                  <a:pt x="116012" y="114939"/>
                </a:lnTo>
                <a:lnTo>
                  <a:pt x="115857" y="114551"/>
                </a:lnTo>
                <a:lnTo>
                  <a:pt x="115703" y="114157"/>
                </a:lnTo>
                <a:lnTo>
                  <a:pt x="115553" y="113757"/>
                </a:lnTo>
                <a:lnTo>
                  <a:pt x="115406" y="113350"/>
                </a:lnTo>
                <a:lnTo>
                  <a:pt x="115261" y="112937"/>
                </a:lnTo>
                <a:lnTo>
                  <a:pt x="115119" y="112518"/>
                </a:lnTo>
                <a:lnTo>
                  <a:pt x="114980" y="112092"/>
                </a:lnTo>
                <a:lnTo>
                  <a:pt x="114843" y="111659"/>
                </a:lnTo>
                <a:lnTo>
                  <a:pt x="114709" y="111220"/>
                </a:lnTo>
                <a:lnTo>
                  <a:pt x="114578" y="110774"/>
                </a:lnTo>
                <a:lnTo>
                  <a:pt x="114450" y="110322"/>
                </a:lnTo>
                <a:lnTo>
                  <a:pt x="114324" y="109862"/>
                </a:lnTo>
                <a:lnTo>
                  <a:pt x="114200" y="109396"/>
                </a:lnTo>
                <a:lnTo>
                  <a:pt x="114080" y="108924"/>
                </a:lnTo>
                <a:lnTo>
                  <a:pt x="113961" y="108444"/>
                </a:lnTo>
                <a:lnTo>
                  <a:pt x="113846" y="107958"/>
                </a:lnTo>
                <a:lnTo>
                  <a:pt x="113733" y="107465"/>
                </a:lnTo>
                <a:lnTo>
                  <a:pt x="113623" y="106965"/>
                </a:lnTo>
                <a:lnTo>
                  <a:pt x="113515" y="106459"/>
                </a:lnTo>
                <a:lnTo>
                  <a:pt x="113410" y="105946"/>
                </a:lnTo>
                <a:lnTo>
                  <a:pt x="113308" y="105426"/>
                </a:lnTo>
                <a:lnTo>
                  <a:pt x="113208" y="104899"/>
                </a:lnTo>
                <a:lnTo>
                  <a:pt x="113111" y="104366"/>
                </a:lnTo>
                <a:lnTo>
                  <a:pt x="113017" y="103826"/>
                </a:lnTo>
                <a:lnTo>
                  <a:pt x="112925" y="103279"/>
                </a:lnTo>
                <a:lnTo>
                  <a:pt x="112836" y="102726"/>
                </a:lnTo>
                <a:lnTo>
                  <a:pt x="112749" y="102166"/>
                </a:lnTo>
                <a:lnTo>
                  <a:pt x="112665" y="101599"/>
                </a:lnTo>
                <a:lnTo>
                  <a:pt x="112584" y="101025"/>
                </a:lnTo>
                <a:lnTo>
                  <a:pt x="112505" y="100445"/>
                </a:lnTo>
                <a:lnTo>
                  <a:pt x="112429" y="99858"/>
                </a:lnTo>
                <a:lnTo>
                  <a:pt x="112356" y="99263"/>
                </a:lnTo>
                <a:lnTo>
                  <a:pt x="112286" y="98662"/>
                </a:lnTo>
                <a:lnTo>
                  <a:pt x="112219" y="98052"/>
                </a:lnTo>
                <a:lnTo>
                  <a:pt x="112155" y="97435"/>
                </a:lnTo>
                <a:lnTo>
                  <a:pt x="112094" y="96811"/>
                </a:lnTo>
                <a:lnTo>
                  <a:pt x="112036" y="96179"/>
                </a:lnTo>
                <a:lnTo>
                  <a:pt x="111982" y="95540"/>
                </a:lnTo>
                <a:lnTo>
                  <a:pt x="111930" y="94893"/>
                </a:lnTo>
                <a:lnTo>
                  <a:pt x="111882" y="94238"/>
                </a:lnTo>
                <a:lnTo>
                  <a:pt x="111837" y="93576"/>
                </a:lnTo>
                <a:lnTo>
                  <a:pt x="111795" y="92906"/>
                </a:lnTo>
                <a:lnTo>
                  <a:pt x="111756" y="92229"/>
                </a:lnTo>
                <a:lnTo>
                  <a:pt x="111720" y="91544"/>
                </a:lnTo>
                <a:lnTo>
                  <a:pt x="111687" y="90852"/>
                </a:lnTo>
                <a:lnTo>
                  <a:pt x="111658" y="90152"/>
                </a:lnTo>
                <a:lnTo>
                  <a:pt x="111631" y="89445"/>
                </a:lnTo>
                <a:lnTo>
                  <a:pt x="111608" y="88730"/>
                </a:lnTo>
                <a:lnTo>
                  <a:pt x="111588" y="88007"/>
                </a:lnTo>
                <a:lnTo>
                  <a:pt x="111570" y="87277"/>
                </a:lnTo>
                <a:lnTo>
                  <a:pt x="111556" y="86540"/>
                </a:lnTo>
                <a:lnTo>
                  <a:pt x="111545" y="85794"/>
                </a:lnTo>
                <a:lnTo>
                  <a:pt x="111538" y="85042"/>
                </a:lnTo>
                <a:lnTo>
                  <a:pt x="111533" y="84282"/>
                </a:lnTo>
                <a:lnTo>
                  <a:pt x="111531" y="83514"/>
                </a:lnTo>
                <a:lnTo>
                  <a:pt x="111531" y="56778"/>
                </a:lnTo>
                <a:lnTo>
                  <a:pt x="111534" y="55816"/>
                </a:lnTo>
                <a:lnTo>
                  <a:pt x="111541" y="54866"/>
                </a:lnTo>
                <a:lnTo>
                  <a:pt x="111552" y="53928"/>
                </a:lnTo>
                <a:lnTo>
                  <a:pt x="111568" y="53002"/>
                </a:lnTo>
                <a:lnTo>
                  <a:pt x="111589" y="52088"/>
                </a:lnTo>
                <a:lnTo>
                  <a:pt x="111614" y="51186"/>
                </a:lnTo>
                <a:lnTo>
                  <a:pt x="111644" y="50297"/>
                </a:lnTo>
                <a:lnTo>
                  <a:pt x="111678" y="49420"/>
                </a:lnTo>
                <a:lnTo>
                  <a:pt x="111717" y="48554"/>
                </a:lnTo>
                <a:lnTo>
                  <a:pt x="111761" y="47701"/>
                </a:lnTo>
                <a:lnTo>
                  <a:pt x="111809" y="46861"/>
                </a:lnTo>
                <a:lnTo>
                  <a:pt x="111862" y="46032"/>
                </a:lnTo>
                <a:lnTo>
                  <a:pt x="111920" y="45215"/>
                </a:lnTo>
                <a:lnTo>
                  <a:pt x="111981" y="44411"/>
                </a:lnTo>
                <a:lnTo>
                  <a:pt x="112048" y="43618"/>
                </a:lnTo>
                <a:lnTo>
                  <a:pt x="112119" y="42838"/>
                </a:lnTo>
                <a:lnTo>
                  <a:pt x="112195" y="42070"/>
                </a:lnTo>
                <a:lnTo>
                  <a:pt x="112275" y="41314"/>
                </a:lnTo>
                <a:lnTo>
                  <a:pt x="112360" y="40570"/>
                </a:lnTo>
                <a:lnTo>
                  <a:pt x="112450" y="39839"/>
                </a:lnTo>
                <a:lnTo>
                  <a:pt x="112544" y="39119"/>
                </a:lnTo>
                <a:lnTo>
                  <a:pt x="112643" y="38412"/>
                </a:lnTo>
                <a:lnTo>
                  <a:pt x="112746" y="37716"/>
                </a:lnTo>
                <a:lnTo>
                  <a:pt x="112854" y="37033"/>
                </a:lnTo>
                <a:lnTo>
                  <a:pt x="112966" y="36362"/>
                </a:lnTo>
                <a:lnTo>
                  <a:pt x="113083" y="35701"/>
                </a:lnTo>
                <a:lnTo>
                  <a:pt x="113205" y="35051"/>
                </a:lnTo>
                <a:lnTo>
                  <a:pt x="113330" y="34412"/>
                </a:lnTo>
                <a:lnTo>
                  <a:pt x="113461" y="33783"/>
                </a:lnTo>
                <a:lnTo>
                  <a:pt x="113595" y="33166"/>
                </a:lnTo>
                <a:lnTo>
                  <a:pt x="113734" y="32559"/>
                </a:lnTo>
                <a:lnTo>
                  <a:pt x="113878" y="31963"/>
                </a:lnTo>
                <a:lnTo>
                  <a:pt x="114025" y="31378"/>
                </a:lnTo>
                <a:lnTo>
                  <a:pt x="114178" y="30804"/>
                </a:lnTo>
                <a:lnTo>
                  <a:pt x="114334" y="30241"/>
                </a:lnTo>
                <a:lnTo>
                  <a:pt x="114496" y="29688"/>
                </a:lnTo>
                <a:lnTo>
                  <a:pt x="114661" y="29146"/>
                </a:lnTo>
                <a:lnTo>
                  <a:pt x="114831" y="28615"/>
                </a:lnTo>
                <a:lnTo>
                  <a:pt x="115006" y="28095"/>
                </a:lnTo>
                <a:lnTo>
                  <a:pt x="115184" y="27586"/>
                </a:lnTo>
                <a:lnTo>
                  <a:pt x="115368" y="27088"/>
                </a:lnTo>
                <a:lnTo>
                  <a:pt x="115555" y="26600"/>
                </a:lnTo>
                <a:lnTo>
                  <a:pt x="115748" y="26123"/>
                </a:lnTo>
                <a:lnTo>
                  <a:pt x="115944" y="25657"/>
                </a:lnTo>
                <a:lnTo>
                  <a:pt x="116145" y="25202"/>
                </a:lnTo>
                <a:lnTo>
                  <a:pt x="116351" y="24758"/>
                </a:lnTo>
                <a:lnTo>
                  <a:pt x="116560" y="24324"/>
                </a:lnTo>
                <a:lnTo>
                  <a:pt x="116775" y="23902"/>
                </a:lnTo>
                <a:lnTo>
                  <a:pt x="116993" y="23489"/>
                </a:lnTo>
                <a:lnTo>
                  <a:pt x="117216" y="23086"/>
                </a:lnTo>
                <a:lnTo>
                  <a:pt x="117442" y="22692"/>
                </a:lnTo>
                <a:lnTo>
                  <a:pt x="117672" y="22307"/>
                </a:lnTo>
                <a:lnTo>
                  <a:pt x="117906" y="21932"/>
                </a:lnTo>
                <a:lnTo>
                  <a:pt x="118145" y="21566"/>
                </a:lnTo>
                <a:lnTo>
                  <a:pt x="118387" y="21210"/>
                </a:lnTo>
                <a:lnTo>
                  <a:pt x="118633" y="20863"/>
                </a:lnTo>
                <a:lnTo>
                  <a:pt x="118883" y="20525"/>
                </a:lnTo>
                <a:lnTo>
                  <a:pt x="119136" y="20196"/>
                </a:lnTo>
                <a:lnTo>
                  <a:pt x="119394" y="19877"/>
                </a:lnTo>
                <a:lnTo>
                  <a:pt x="119656" y="19568"/>
                </a:lnTo>
                <a:lnTo>
                  <a:pt x="119922" y="19267"/>
                </a:lnTo>
                <a:lnTo>
                  <a:pt x="120191" y="18976"/>
                </a:lnTo>
                <a:lnTo>
                  <a:pt x="120465" y="18695"/>
                </a:lnTo>
                <a:lnTo>
                  <a:pt x="120743" y="18422"/>
                </a:lnTo>
                <a:lnTo>
                  <a:pt x="121024" y="18159"/>
                </a:lnTo>
                <a:lnTo>
                  <a:pt x="121309" y="17906"/>
                </a:lnTo>
                <a:lnTo>
                  <a:pt x="121599" y="17661"/>
                </a:lnTo>
                <a:lnTo>
                  <a:pt x="121892" y="17426"/>
                </a:lnTo>
                <a:lnTo>
                  <a:pt x="122189" y="17201"/>
                </a:lnTo>
                <a:lnTo>
                  <a:pt x="122490" y="16984"/>
                </a:lnTo>
                <a:lnTo>
                  <a:pt x="122795" y="16777"/>
                </a:lnTo>
                <a:lnTo>
                  <a:pt x="123104" y="16580"/>
                </a:lnTo>
                <a:lnTo>
                  <a:pt x="123417" y="16391"/>
                </a:lnTo>
                <a:lnTo>
                  <a:pt x="123734" y="16210"/>
                </a:lnTo>
                <a:lnTo>
                  <a:pt x="124054" y="16037"/>
                </a:lnTo>
                <a:lnTo>
                  <a:pt x="124378" y="15873"/>
                </a:lnTo>
                <a:lnTo>
                  <a:pt x="124706" y="15716"/>
                </a:lnTo>
                <a:lnTo>
                  <a:pt x="125038" y="15567"/>
                </a:lnTo>
                <a:lnTo>
                  <a:pt x="125374" y="15427"/>
                </a:lnTo>
                <a:lnTo>
                  <a:pt x="125713" y="15294"/>
                </a:lnTo>
                <a:lnTo>
                  <a:pt x="126056" y="15169"/>
                </a:lnTo>
                <a:lnTo>
                  <a:pt x="126403" y="15053"/>
                </a:lnTo>
                <a:lnTo>
                  <a:pt x="126753" y="14944"/>
                </a:lnTo>
                <a:lnTo>
                  <a:pt x="127108" y="14844"/>
                </a:lnTo>
                <a:lnTo>
                  <a:pt x="127466" y="14752"/>
                </a:lnTo>
                <a:lnTo>
                  <a:pt x="127828" y="14667"/>
                </a:lnTo>
                <a:lnTo>
                  <a:pt x="128193" y="14591"/>
                </a:lnTo>
                <a:lnTo>
                  <a:pt x="128563" y="14523"/>
                </a:lnTo>
                <a:lnTo>
                  <a:pt x="128936" y="14462"/>
                </a:lnTo>
                <a:lnTo>
                  <a:pt x="129313" y="14410"/>
                </a:lnTo>
                <a:lnTo>
                  <a:pt x="129694" y="14366"/>
                </a:lnTo>
                <a:lnTo>
                  <a:pt x="130078" y="14330"/>
                </a:lnTo>
                <a:lnTo>
                  <a:pt x="130467" y="14302"/>
                </a:lnTo>
                <a:lnTo>
                  <a:pt x="130859" y="14281"/>
                </a:lnTo>
                <a:lnTo>
                  <a:pt x="131254" y="14269"/>
                </a:lnTo>
                <a:lnTo>
                  <a:pt x="131654" y="14265"/>
                </a:lnTo>
                <a:lnTo>
                  <a:pt x="131976" y="14268"/>
                </a:lnTo>
                <a:lnTo>
                  <a:pt x="132295" y="14276"/>
                </a:lnTo>
                <a:lnTo>
                  <a:pt x="132612" y="14288"/>
                </a:lnTo>
                <a:lnTo>
                  <a:pt x="132927" y="14306"/>
                </a:lnTo>
                <a:lnTo>
                  <a:pt x="133239" y="14329"/>
                </a:lnTo>
                <a:lnTo>
                  <a:pt x="133549" y="14357"/>
                </a:lnTo>
                <a:lnTo>
                  <a:pt x="133857" y="14390"/>
                </a:lnTo>
                <a:lnTo>
                  <a:pt x="134163" y="14428"/>
                </a:lnTo>
                <a:lnTo>
                  <a:pt x="134466" y="14471"/>
                </a:lnTo>
                <a:lnTo>
                  <a:pt x="134767" y="14520"/>
                </a:lnTo>
                <a:lnTo>
                  <a:pt x="135066" y="14573"/>
                </a:lnTo>
                <a:lnTo>
                  <a:pt x="135362" y="14631"/>
                </a:lnTo>
                <a:lnTo>
                  <a:pt x="135656" y="14695"/>
                </a:lnTo>
                <a:lnTo>
                  <a:pt x="135948" y="14764"/>
                </a:lnTo>
                <a:lnTo>
                  <a:pt x="136238" y="14837"/>
                </a:lnTo>
                <a:lnTo>
                  <a:pt x="136525" y="14916"/>
                </a:lnTo>
                <a:lnTo>
                  <a:pt x="136810" y="15000"/>
                </a:lnTo>
                <a:lnTo>
                  <a:pt x="137092" y="15089"/>
                </a:lnTo>
                <a:lnTo>
                  <a:pt x="137372" y="15183"/>
                </a:lnTo>
                <a:lnTo>
                  <a:pt x="137650" y="15282"/>
                </a:lnTo>
                <a:lnTo>
                  <a:pt x="137926" y="15386"/>
                </a:lnTo>
                <a:lnTo>
                  <a:pt x="138200" y="15496"/>
                </a:lnTo>
                <a:lnTo>
                  <a:pt x="138471" y="15610"/>
                </a:lnTo>
                <a:lnTo>
                  <a:pt x="138740" y="15730"/>
                </a:lnTo>
                <a:lnTo>
                  <a:pt x="139006" y="15855"/>
                </a:lnTo>
                <a:lnTo>
                  <a:pt x="139270" y="15985"/>
                </a:lnTo>
                <a:lnTo>
                  <a:pt x="139531" y="16122"/>
                </a:lnTo>
                <a:lnTo>
                  <a:pt x="139789" y="16264"/>
                </a:lnTo>
                <a:lnTo>
                  <a:pt x="140045" y="16412"/>
                </a:lnTo>
                <a:lnTo>
                  <a:pt x="140298" y="16565"/>
                </a:lnTo>
                <a:lnTo>
                  <a:pt x="140549" y="16725"/>
                </a:lnTo>
                <a:lnTo>
                  <a:pt x="140797" y="16890"/>
                </a:lnTo>
                <a:lnTo>
                  <a:pt x="141042" y="17060"/>
                </a:lnTo>
                <a:lnTo>
                  <a:pt x="141285" y="17237"/>
                </a:lnTo>
                <a:lnTo>
                  <a:pt x="141525" y="17419"/>
                </a:lnTo>
                <a:lnTo>
                  <a:pt x="141763" y="17607"/>
                </a:lnTo>
                <a:lnTo>
                  <a:pt x="141998" y="17801"/>
                </a:lnTo>
                <a:lnTo>
                  <a:pt x="142230" y="18001"/>
                </a:lnTo>
                <a:lnTo>
                  <a:pt x="142459" y="18206"/>
                </a:lnTo>
                <a:lnTo>
                  <a:pt x="142686" y="18417"/>
                </a:lnTo>
                <a:lnTo>
                  <a:pt x="142911" y="18634"/>
                </a:lnTo>
                <a:lnTo>
                  <a:pt x="143133" y="18856"/>
                </a:lnTo>
                <a:lnTo>
                  <a:pt x="143352" y="19084"/>
                </a:lnTo>
                <a:lnTo>
                  <a:pt x="143568" y="19318"/>
                </a:lnTo>
                <a:lnTo>
                  <a:pt x="143782" y="19558"/>
                </a:lnTo>
                <a:lnTo>
                  <a:pt x="143993" y="19803"/>
                </a:lnTo>
                <a:lnTo>
                  <a:pt x="144202" y="20055"/>
                </a:lnTo>
                <a:lnTo>
                  <a:pt x="144408" y="20312"/>
                </a:lnTo>
                <a:lnTo>
                  <a:pt x="144611" y="20575"/>
                </a:lnTo>
                <a:lnTo>
                  <a:pt x="144812" y="20844"/>
                </a:lnTo>
                <a:lnTo>
                  <a:pt x="145009" y="21121"/>
                </a:lnTo>
                <a:lnTo>
                  <a:pt x="145204" y="21403"/>
                </a:lnTo>
                <a:lnTo>
                  <a:pt x="145397" y="21693"/>
                </a:lnTo>
                <a:lnTo>
                  <a:pt x="145586" y="21988"/>
                </a:lnTo>
                <a:lnTo>
                  <a:pt x="145772" y="22291"/>
                </a:lnTo>
                <a:lnTo>
                  <a:pt x="145956" y="22600"/>
                </a:lnTo>
                <a:lnTo>
                  <a:pt x="146137" y="22916"/>
                </a:lnTo>
                <a:lnTo>
                  <a:pt x="146315" y="23238"/>
                </a:lnTo>
                <a:lnTo>
                  <a:pt x="146491" y="23566"/>
                </a:lnTo>
                <a:lnTo>
                  <a:pt x="146663" y="23902"/>
                </a:lnTo>
                <a:lnTo>
                  <a:pt x="146833" y="24243"/>
                </a:lnTo>
                <a:lnTo>
                  <a:pt x="147000" y="24592"/>
                </a:lnTo>
                <a:lnTo>
                  <a:pt x="147165" y="24947"/>
                </a:lnTo>
                <a:lnTo>
                  <a:pt x="147326" y="25308"/>
                </a:lnTo>
                <a:lnTo>
                  <a:pt x="147485" y="25676"/>
                </a:lnTo>
                <a:lnTo>
                  <a:pt x="147641" y="26051"/>
                </a:lnTo>
                <a:lnTo>
                  <a:pt x="147794" y="26432"/>
                </a:lnTo>
                <a:lnTo>
                  <a:pt x="147944" y="26820"/>
                </a:lnTo>
                <a:lnTo>
                  <a:pt x="148092" y="27214"/>
                </a:lnTo>
                <a:lnTo>
                  <a:pt x="148236" y="27615"/>
                </a:lnTo>
                <a:lnTo>
                  <a:pt x="148378" y="28022"/>
                </a:lnTo>
                <a:lnTo>
                  <a:pt x="148517" y="28436"/>
                </a:lnTo>
                <a:lnTo>
                  <a:pt x="148654" y="28857"/>
                </a:lnTo>
                <a:lnTo>
                  <a:pt x="148787" y="29285"/>
                </a:lnTo>
                <a:lnTo>
                  <a:pt x="148918" y="29720"/>
                </a:lnTo>
                <a:lnTo>
                  <a:pt x="149046" y="30162"/>
                </a:lnTo>
                <a:lnTo>
                  <a:pt x="149171" y="30611"/>
                </a:lnTo>
                <a:lnTo>
                  <a:pt x="149294" y="31067"/>
                </a:lnTo>
                <a:lnTo>
                  <a:pt x="149414" y="31530"/>
                </a:lnTo>
                <a:lnTo>
                  <a:pt x="149530" y="32000"/>
                </a:lnTo>
                <a:lnTo>
                  <a:pt x="149645" y="32477"/>
                </a:lnTo>
                <a:lnTo>
                  <a:pt x="149756" y="32961"/>
                </a:lnTo>
                <a:lnTo>
                  <a:pt x="149864" y="33453"/>
                </a:lnTo>
                <a:lnTo>
                  <a:pt x="149970" y="33951"/>
                </a:lnTo>
                <a:lnTo>
                  <a:pt x="150073" y="34457"/>
                </a:lnTo>
                <a:lnTo>
                  <a:pt x="150173" y="34969"/>
                </a:lnTo>
                <a:lnTo>
                  <a:pt x="150270" y="35488"/>
                </a:lnTo>
                <a:lnTo>
                  <a:pt x="150365" y="36015"/>
                </a:lnTo>
                <a:lnTo>
                  <a:pt x="150457" y="36549"/>
                </a:lnTo>
                <a:lnTo>
                  <a:pt x="150546" y="37089"/>
                </a:lnTo>
                <a:lnTo>
                  <a:pt x="150632" y="37637"/>
                </a:lnTo>
                <a:lnTo>
                  <a:pt x="150715" y="38192"/>
                </a:lnTo>
                <a:lnTo>
                  <a:pt x="150796" y="38754"/>
                </a:lnTo>
                <a:lnTo>
                  <a:pt x="150874" y="39323"/>
                </a:lnTo>
                <a:lnTo>
                  <a:pt x="150949" y="39899"/>
                </a:lnTo>
                <a:lnTo>
                  <a:pt x="151021" y="40482"/>
                </a:lnTo>
                <a:lnTo>
                  <a:pt x="151090" y="41072"/>
                </a:lnTo>
                <a:lnTo>
                  <a:pt x="151157" y="41670"/>
                </a:lnTo>
                <a:lnTo>
                  <a:pt x="151220" y="42276"/>
                </a:lnTo>
                <a:lnTo>
                  <a:pt x="151281" y="42889"/>
                </a:lnTo>
                <a:lnTo>
                  <a:pt x="151338" y="43510"/>
                </a:lnTo>
                <a:lnTo>
                  <a:pt x="151393" y="44139"/>
                </a:lnTo>
                <a:lnTo>
                  <a:pt x="151445" y="44776"/>
                </a:lnTo>
                <a:lnTo>
                  <a:pt x="151493" y="45420"/>
                </a:lnTo>
                <a:lnTo>
                  <a:pt x="151539" y="46072"/>
                </a:lnTo>
                <a:lnTo>
                  <a:pt x="151582" y="46732"/>
                </a:lnTo>
                <a:lnTo>
                  <a:pt x="151622" y="47400"/>
                </a:lnTo>
                <a:lnTo>
                  <a:pt x="151659" y="48075"/>
                </a:lnTo>
                <a:lnTo>
                  <a:pt x="151693" y="48758"/>
                </a:lnTo>
                <a:lnTo>
                  <a:pt x="151724" y="49448"/>
                </a:lnTo>
                <a:lnTo>
                  <a:pt x="151752" y="50147"/>
                </a:lnTo>
                <a:lnTo>
                  <a:pt x="151777" y="50853"/>
                </a:lnTo>
                <a:lnTo>
                  <a:pt x="151799" y="51566"/>
                </a:lnTo>
                <a:lnTo>
                  <a:pt x="151818" y="52288"/>
                </a:lnTo>
                <a:lnTo>
                  <a:pt x="151834" y="53017"/>
                </a:lnTo>
                <a:lnTo>
                  <a:pt x="151848" y="53754"/>
                </a:lnTo>
                <a:lnTo>
                  <a:pt x="151858" y="54498"/>
                </a:lnTo>
                <a:lnTo>
                  <a:pt x="151865" y="55250"/>
                </a:lnTo>
                <a:lnTo>
                  <a:pt x="151870" y="56010"/>
                </a:lnTo>
                <a:lnTo>
                  <a:pt x="151871" y="56778"/>
                </a:lnTo>
                <a:lnTo>
                  <a:pt x="151871" y="83514"/>
                </a:lnTo>
                <a:lnTo>
                  <a:pt x="151869" y="84469"/>
                </a:lnTo>
                <a:lnTo>
                  <a:pt x="151862" y="85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70">
            <a:extLst xmlns:a="http://schemas.openxmlformats.org/drawingml/2006/main">
              <a:ext uri="{FF2B5EF4-FFF2-40B4-BE49-F238E27FC236}">
                <a16:creationId xmlns:a16="http://schemas.microsoft.com/office/drawing/2014/main" id="{C9E77A1E-66AE-4288-9E71-CFD68BBE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512" y="3909820"/>
            <a:ext cx="171427" cy="141331"/>
          </a:xfrm>
          <a:custGeom xmlns:a="http://schemas.openxmlformats.org/drawingml/2006/main">
            <a:pathLst>
              <a:path w="171427" h="141331">
                <a:moveTo>
                  <a:pt x="78885" y="1889"/>
                </a:moveTo>
                <a:lnTo>
                  <a:pt x="78885" y="11715"/>
                </a:lnTo>
                <a:lnTo>
                  <a:pt x="31554" y="139442"/>
                </a:lnTo>
                <a:lnTo>
                  <a:pt x="13982" y="139442"/>
                </a:lnTo>
                <a:lnTo>
                  <a:pt x="61313" y="16249"/>
                </a:lnTo>
                <a:lnTo>
                  <a:pt x="0" y="16249"/>
                </a:lnTo>
                <a:lnTo>
                  <a:pt x="0" y="1889"/>
                </a:lnTo>
                <a:lnTo>
                  <a:pt x="78885" y="1889"/>
                </a:lnTo>
                <a:close/>
                <a:moveTo>
                  <a:pt x="171427" y="59707"/>
                </a:moveTo>
                <a:lnTo>
                  <a:pt x="171427" y="80680"/>
                </a:lnTo>
                <a:cubicBezTo>
                  <a:pt x="171427" y="91953"/>
                  <a:pt x="170561" y="101464"/>
                  <a:pt x="168829" y="109210"/>
                </a:cubicBezTo>
                <a:cubicBezTo>
                  <a:pt x="167097" y="116957"/>
                  <a:pt x="164625" y="123192"/>
                  <a:pt x="161413" y="127916"/>
                </a:cubicBezTo>
                <a:cubicBezTo>
                  <a:pt x="158201" y="132640"/>
                  <a:pt x="154343" y="136056"/>
                  <a:pt x="149840" y="138166"/>
                </a:cubicBezTo>
                <a:cubicBezTo>
                  <a:pt x="145337" y="140276"/>
                  <a:pt x="140283" y="141331"/>
                  <a:pt x="134677" y="141331"/>
                </a:cubicBezTo>
                <a:cubicBezTo>
                  <a:pt x="130269" y="141331"/>
                  <a:pt x="126159" y="140670"/>
                  <a:pt x="122349" y="139347"/>
                </a:cubicBezTo>
                <a:cubicBezTo>
                  <a:pt x="118538" y="138025"/>
                  <a:pt x="115121" y="135899"/>
                  <a:pt x="112098" y="132970"/>
                </a:cubicBezTo>
                <a:cubicBezTo>
                  <a:pt x="109075" y="130042"/>
                  <a:pt x="106493" y="126215"/>
                  <a:pt x="104352" y="121492"/>
                </a:cubicBezTo>
                <a:cubicBezTo>
                  <a:pt x="102210" y="116768"/>
                  <a:pt x="100573" y="111037"/>
                  <a:pt x="99439" y="104298"/>
                </a:cubicBezTo>
                <a:cubicBezTo>
                  <a:pt x="98305" y="97559"/>
                  <a:pt x="97738" y="89686"/>
                  <a:pt x="97738" y="80680"/>
                </a:cubicBezTo>
                <a:lnTo>
                  <a:pt x="97738" y="59707"/>
                </a:lnTo>
                <a:cubicBezTo>
                  <a:pt x="97738" y="48433"/>
                  <a:pt x="98620" y="38986"/>
                  <a:pt x="100384" y="31365"/>
                </a:cubicBezTo>
                <a:cubicBezTo>
                  <a:pt x="102147" y="23744"/>
                  <a:pt x="104651" y="17619"/>
                  <a:pt x="107894" y="12990"/>
                </a:cubicBezTo>
                <a:cubicBezTo>
                  <a:pt x="111138" y="8361"/>
                  <a:pt x="115011" y="5039"/>
                  <a:pt x="119514" y="3023"/>
                </a:cubicBezTo>
                <a:cubicBezTo>
                  <a:pt x="124018" y="1008"/>
                  <a:pt x="129040" y="0"/>
                  <a:pt x="134583" y="0"/>
                </a:cubicBezTo>
                <a:cubicBezTo>
                  <a:pt x="139054" y="0"/>
                  <a:pt x="143196" y="646"/>
                  <a:pt x="147006" y="1937"/>
                </a:cubicBezTo>
                <a:cubicBezTo>
                  <a:pt x="150816" y="3228"/>
                  <a:pt x="154217" y="5275"/>
                  <a:pt x="157209" y="8077"/>
                </a:cubicBezTo>
                <a:cubicBezTo>
                  <a:pt x="160201" y="10880"/>
                  <a:pt x="162767" y="14596"/>
                  <a:pt x="164908" y="19225"/>
                </a:cubicBezTo>
                <a:cubicBezTo>
                  <a:pt x="167050" y="23854"/>
                  <a:pt x="168672" y="29507"/>
                  <a:pt x="169774" y="36183"/>
                </a:cubicBezTo>
                <a:cubicBezTo>
                  <a:pt x="170876" y="42859"/>
                  <a:pt x="171427" y="50700"/>
                  <a:pt x="171427" y="59707"/>
                </a:cubicBezTo>
                <a:moveTo>
                  <a:pt x="154800" y="83514"/>
                </a:moveTo>
                <a:lnTo>
                  <a:pt x="154800" y="56778"/>
                </a:lnTo>
                <a:cubicBezTo>
                  <a:pt x="154800" y="50606"/>
                  <a:pt x="154516" y="45174"/>
                  <a:pt x="153950" y="40482"/>
                </a:cubicBezTo>
                <a:cubicBezTo>
                  <a:pt x="153383" y="35789"/>
                  <a:pt x="152548" y="31774"/>
                  <a:pt x="151446" y="28436"/>
                </a:cubicBezTo>
                <a:cubicBezTo>
                  <a:pt x="150344" y="25098"/>
                  <a:pt x="148974" y="22390"/>
                  <a:pt x="147337" y="20312"/>
                </a:cubicBezTo>
                <a:cubicBezTo>
                  <a:pt x="145699" y="18233"/>
                  <a:pt x="143810" y="16706"/>
                  <a:pt x="141668" y="15730"/>
                </a:cubicBezTo>
                <a:cubicBezTo>
                  <a:pt x="139527" y="14753"/>
                  <a:pt x="137165" y="14265"/>
                  <a:pt x="134583" y="14265"/>
                </a:cubicBezTo>
                <a:cubicBezTo>
                  <a:pt x="131371" y="14265"/>
                  <a:pt x="128521" y="15037"/>
                  <a:pt x="126033" y="16580"/>
                </a:cubicBezTo>
                <a:cubicBezTo>
                  <a:pt x="123545" y="18123"/>
                  <a:pt x="121435" y="20564"/>
                  <a:pt x="119703" y="23902"/>
                </a:cubicBezTo>
                <a:cubicBezTo>
                  <a:pt x="117971" y="27240"/>
                  <a:pt x="116664" y="31617"/>
                  <a:pt x="115783" y="37033"/>
                </a:cubicBezTo>
                <a:cubicBezTo>
                  <a:pt x="114901" y="42450"/>
                  <a:pt x="114460" y="49031"/>
                  <a:pt x="114460" y="56778"/>
                </a:cubicBezTo>
                <a:lnTo>
                  <a:pt x="114460" y="83514"/>
                </a:lnTo>
                <a:cubicBezTo>
                  <a:pt x="114460" y="89686"/>
                  <a:pt x="114759" y="95134"/>
                  <a:pt x="115358" y="99858"/>
                </a:cubicBezTo>
                <a:cubicBezTo>
                  <a:pt x="115956" y="104581"/>
                  <a:pt x="116806" y="108659"/>
                  <a:pt x="117908" y="112092"/>
                </a:cubicBezTo>
                <a:cubicBezTo>
                  <a:pt x="119011" y="115524"/>
                  <a:pt x="120380" y="118343"/>
                  <a:pt x="122018" y="120547"/>
                </a:cubicBezTo>
                <a:cubicBezTo>
                  <a:pt x="123655" y="122751"/>
                  <a:pt x="125545" y="124373"/>
                  <a:pt x="127686" y="125412"/>
                </a:cubicBezTo>
                <a:cubicBezTo>
                  <a:pt x="129828" y="126452"/>
                  <a:pt x="132158" y="126971"/>
                  <a:pt x="134677" y="126971"/>
                </a:cubicBezTo>
                <a:cubicBezTo>
                  <a:pt x="138015" y="126971"/>
                  <a:pt x="140928" y="126152"/>
                  <a:pt x="143416" y="124515"/>
                </a:cubicBezTo>
                <a:cubicBezTo>
                  <a:pt x="145904" y="122877"/>
                  <a:pt x="147998" y="120311"/>
                  <a:pt x="149698" y="116815"/>
                </a:cubicBezTo>
                <a:cubicBezTo>
                  <a:pt x="151399" y="113320"/>
                  <a:pt x="152674" y="108817"/>
                  <a:pt x="153525" y="103306"/>
                </a:cubicBezTo>
                <a:cubicBezTo>
                  <a:pt x="154375" y="97795"/>
                  <a:pt x="154800" y="91198"/>
                  <a:pt x="154800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10">
            <a:extLst xmlns:a="http://schemas.openxmlformats.org/drawingml/2006/main">
              <a:ext uri="{FF2B5EF4-FFF2-40B4-BE49-F238E27FC236}">
                <a16:creationId xmlns:a16="http://schemas.microsoft.com/office/drawing/2014/main" id="{9A5C04A1-E007-4757-A2C0-49AFAB39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45" y="6290137"/>
            <a:ext cx="164342" cy="141331"/>
          </a:xfrm>
          <a:custGeom xmlns:a="http://schemas.openxmlformats.org/drawingml/2006/main">
            <a:pathLst>
              <a:path w="164342" h="141331">
                <a:moveTo>
                  <a:pt x="45630" y="1889"/>
                </a:moveTo>
                <a:lnTo>
                  <a:pt x="45630" y="139442"/>
                </a:lnTo>
                <a:lnTo>
                  <a:pt x="28909" y="139442"/>
                </a:lnTo>
                <a:lnTo>
                  <a:pt x="28909" y="23595"/>
                </a:lnTo>
                <a:lnTo>
                  <a:pt x="0" y="36372"/>
                </a:lnTo>
                <a:lnTo>
                  <a:pt x="0" y="20681"/>
                </a:lnTo>
                <a:lnTo>
                  <a:pt x="43080" y="1889"/>
                </a:lnTo>
                <a:lnTo>
                  <a:pt x="45630" y="1889"/>
                </a:lnTo>
                <a:close/>
                <a:moveTo>
                  <a:pt x="164342" y="59707"/>
                </a:moveTo>
                <a:lnTo>
                  <a:pt x="164342" y="80680"/>
                </a:lnTo>
                <a:cubicBezTo>
                  <a:pt x="164342" y="91953"/>
                  <a:pt x="163476" y="101464"/>
                  <a:pt x="161744" y="109210"/>
                </a:cubicBezTo>
                <a:cubicBezTo>
                  <a:pt x="160012" y="116957"/>
                  <a:pt x="157540" y="123192"/>
                  <a:pt x="154328" y="127916"/>
                </a:cubicBezTo>
                <a:cubicBezTo>
                  <a:pt x="151115" y="132640"/>
                  <a:pt x="147258" y="136056"/>
                  <a:pt x="142755" y="138166"/>
                </a:cubicBezTo>
                <a:cubicBezTo>
                  <a:pt x="138251" y="140276"/>
                  <a:pt x="133197" y="141331"/>
                  <a:pt x="127592" y="141331"/>
                </a:cubicBezTo>
                <a:cubicBezTo>
                  <a:pt x="123183" y="141331"/>
                  <a:pt x="119074" y="140670"/>
                  <a:pt x="115263" y="139347"/>
                </a:cubicBezTo>
                <a:cubicBezTo>
                  <a:pt x="111453" y="138025"/>
                  <a:pt x="108036" y="135899"/>
                  <a:pt x="105013" y="132970"/>
                </a:cubicBezTo>
                <a:cubicBezTo>
                  <a:pt x="101990" y="130042"/>
                  <a:pt x="99407" y="126215"/>
                  <a:pt x="97266" y="121492"/>
                </a:cubicBezTo>
                <a:cubicBezTo>
                  <a:pt x="95125" y="116768"/>
                  <a:pt x="93487" y="111037"/>
                  <a:pt x="92353" y="104298"/>
                </a:cubicBezTo>
                <a:cubicBezTo>
                  <a:pt x="91220" y="97559"/>
                  <a:pt x="90653" y="89686"/>
                  <a:pt x="90653" y="80680"/>
                </a:cubicBezTo>
                <a:lnTo>
                  <a:pt x="90653" y="59707"/>
                </a:lnTo>
                <a:cubicBezTo>
                  <a:pt x="90653" y="48433"/>
                  <a:pt x="91535" y="38986"/>
                  <a:pt x="93298" y="31365"/>
                </a:cubicBezTo>
                <a:cubicBezTo>
                  <a:pt x="95062" y="23744"/>
                  <a:pt x="97565" y="17619"/>
                  <a:pt x="100809" y="12990"/>
                </a:cubicBezTo>
                <a:cubicBezTo>
                  <a:pt x="104052" y="8361"/>
                  <a:pt x="107926" y="5039"/>
                  <a:pt x="112429" y="3023"/>
                </a:cubicBezTo>
                <a:cubicBezTo>
                  <a:pt x="116932" y="1008"/>
                  <a:pt x="121955" y="0"/>
                  <a:pt x="127497" y="0"/>
                </a:cubicBezTo>
                <a:cubicBezTo>
                  <a:pt x="131969" y="0"/>
                  <a:pt x="136110" y="646"/>
                  <a:pt x="139920" y="1937"/>
                </a:cubicBezTo>
                <a:cubicBezTo>
                  <a:pt x="143731" y="3228"/>
                  <a:pt x="147132" y="5275"/>
                  <a:pt x="150124" y="8077"/>
                </a:cubicBezTo>
                <a:cubicBezTo>
                  <a:pt x="153115" y="10880"/>
                  <a:pt x="155682" y="14596"/>
                  <a:pt x="157823" y="19225"/>
                </a:cubicBezTo>
                <a:cubicBezTo>
                  <a:pt x="159964" y="23854"/>
                  <a:pt x="161586" y="29507"/>
                  <a:pt x="162688" y="36183"/>
                </a:cubicBezTo>
                <a:cubicBezTo>
                  <a:pt x="163791" y="42859"/>
                  <a:pt x="164342" y="50700"/>
                  <a:pt x="164342" y="59707"/>
                </a:cubicBezTo>
                <a:moveTo>
                  <a:pt x="147714" y="83514"/>
                </a:moveTo>
                <a:lnTo>
                  <a:pt x="147714" y="56778"/>
                </a:lnTo>
                <a:cubicBezTo>
                  <a:pt x="147714" y="50606"/>
                  <a:pt x="147431" y="45174"/>
                  <a:pt x="146864" y="40482"/>
                </a:cubicBezTo>
                <a:cubicBezTo>
                  <a:pt x="146297" y="35789"/>
                  <a:pt x="145463" y="31774"/>
                  <a:pt x="144361" y="28436"/>
                </a:cubicBezTo>
                <a:cubicBezTo>
                  <a:pt x="143258" y="25098"/>
                  <a:pt x="141889" y="22390"/>
                  <a:pt x="140251" y="20312"/>
                </a:cubicBezTo>
                <a:cubicBezTo>
                  <a:pt x="138614" y="18233"/>
                  <a:pt x="136724" y="16706"/>
                  <a:pt x="134583" y="15730"/>
                </a:cubicBezTo>
                <a:cubicBezTo>
                  <a:pt x="132441" y="14753"/>
                  <a:pt x="130080" y="14265"/>
                  <a:pt x="127497" y="14265"/>
                </a:cubicBezTo>
                <a:cubicBezTo>
                  <a:pt x="124285" y="14265"/>
                  <a:pt x="121435" y="15037"/>
                  <a:pt x="118948" y="16580"/>
                </a:cubicBezTo>
                <a:cubicBezTo>
                  <a:pt x="116460" y="18123"/>
                  <a:pt x="114350" y="20564"/>
                  <a:pt x="112618" y="23902"/>
                </a:cubicBezTo>
                <a:cubicBezTo>
                  <a:pt x="110886" y="27240"/>
                  <a:pt x="109579" y="31617"/>
                  <a:pt x="108697" y="37033"/>
                </a:cubicBezTo>
                <a:cubicBezTo>
                  <a:pt x="107816" y="42450"/>
                  <a:pt x="107375" y="49031"/>
                  <a:pt x="107375" y="56778"/>
                </a:cubicBezTo>
                <a:lnTo>
                  <a:pt x="107375" y="83514"/>
                </a:lnTo>
                <a:cubicBezTo>
                  <a:pt x="107375" y="89686"/>
                  <a:pt x="107674" y="95134"/>
                  <a:pt x="108272" y="99858"/>
                </a:cubicBezTo>
                <a:cubicBezTo>
                  <a:pt x="108870" y="104581"/>
                  <a:pt x="109721" y="108659"/>
                  <a:pt x="110823" y="112092"/>
                </a:cubicBezTo>
                <a:cubicBezTo>
                  <a:pt x="111925" y="115524"/>
                  <a:pt x="113295" y="118343"/>
                  <a:pt x="114932" y="120547"/>
                </a:cubicBezTo>
                <a:cubicBezTo>
                  <a:pt x="116570" y="122751"/>
                  <a:pt x="118459" y="124373"/>
                  <a:pt x="120601" y="125412"/>
                </a:cubicBezTo>
                <a:cubicBezTo>
                  <a:pt x="122742" y="126452"/>
                  <a:pt x="125073" y="126971"/>
                  <a:pt x="127592" y="126971"/>
                </a:cubicBezTo>
                <a:cubicBezTo>
                  <a:pt x="130930" y="126971"/>
                  <a:pt x="133843" y="126152"/>
                  <a:pt x="136331" y="124515"/>
                </a:cubicBezTo>
                <a:cubicBezTo>
                  <a:pt x="138818" y="122877"/>
                  <a:pt x="140912" y="120311"/>
                  <a:pt x="142613" y="116815"/>
                </a:cubicBezTo>
                <a:cubicBezTo>
                  <a:pt x="144313" y="113320"/>
                  <a:pt x="145589" y="108817"/>
                  <a:pt x="146439" y="103306"/>
                </a:cubicBezTo>
                <a:cubicBezTo>
                  <a:pt x="147289" y="97795"/>
                  <a:pt x="147714" y="91198"/>
                  <a:pt x="147714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20">
            <a:extLst xmlns:a="http://schemas.openxmlformats.org/drawingml/2006/main">
              <a:ext uri="{FF2B5EF4-FFF2-40B4-BE49-F238E27FC236}">
                <a16:creationId xmlns:a16="http://schemas.microsoft.com/office/drawing/2014/main" id="{D66FC445-2445-443F-A6E1-F7FC5657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666" y="6282685"/>
            <a:ext cx="170577" cy="141331"/>
          </a:xfrm>
          <a:custGeom xmlns:a="http://schemas.openxmlformats.org/drawingml/2006/main">
            <a:pathLst>
              <a:path w="170577" h="141331">
                <a:moveTo>
                  <a:pt x="78979" y="125082"/>
                </a:moveTo>
                <a:lnTo>
                  <a:pt x="78979" y="139442"/>
                </a:lnTo>
                <a:lnTo>
                  <a:pt x="2078" y="139442"/>
                </a:lnTo>
                <a:lnTo>
                  <a:pt x="2078" y="126877"/>
                </a:lnTo>
                <a:lnTo>
                  <a:pt x="39962" y="76712"/>
                </a:lnTo>
                <a:cubicBezTo>
                  <a:pt x="44623" y="70540"/>
                  <a:pt x="48181" y="65296"/>
                  <a:pt x="50637" y="60982"/>
                </a:cubicBezTo>
                <a:cubicBezTo>
                  <a:pt x="53094" y="56668"/>
                  <a:pt x="54794" y="52794"/>
                  <a:pt x="55739" y="49362"/>
                </a:cubicBezTo>
                <a:cubicBezTo>
                  <a:pt x="56684" y="45929"/>
                  <a:pt x="57156" y="42418"/>
                  <a:pt x="57156" y="38828"/>
                </a:cubicBezTo>
                <a:cubicBezTo>
                  <a:pt x="57156" y="34294"/>
                  <a:pt x="56432" y="30184"/>
                  <a:pt x="54983" y="26500"/>
                </a:cubicBezTo>
                <a:cubicBezTo>
                  <a:pt x="53534" y="22815"/>
                  <a:pt x="51425" y="19871"/>
                  <a:pt x="48653" y="17666"/>
                </a:cubicBezTo>
                <a:cubicBezTo>
                  <a:pt x="45882" y="15462"/>
                  <a:pt x="42544" y="14360"/>
                  <a:pt x="38639" y="14360"/>
                </a:cubicBezTo>
                <a:cubicBezTo>
                  <a:pt x="33538" y="14360"/>
                  <a:pt x="29365" y="15541"/>
                  <a:pt x="26122" y="17903"/>
                </a:cubicBezTo>
                <a:cubicBezTo>
                  <a:pt x="22878" y="20264"/>
                  <a:pt x="20501" y="23555"/>
                  <a:pt x="18989" y="27775"/>
                </a:cubicBezTo>
                <a:cubicBezTo>
                  <a:pt x="17477" y="31995"/>
                  <a:pt x="16722" y="36844"/>
                  <a:pt x="16722" y="42324"/>
                </a:cubicBezTo>
                <a:lnTo>
                  <a:pt x="0" y="42324"/>
                </a:lnTo>
                <a:cubicBezTo>
                  <a:pt x="0" y="34577"/>
                  <a:pt x="1433" y="27492"/>
                  <a:pt x="4299" y="21067"/>
                </a:cubicBezTo>
                <a:cubicBezTo>
                  <a:pt x="7164" y="14643"/>
                  <a:pt x="11463" y="9526"/>
                  <a:pt x="17194" y="5716"/>
                </a:cubicBezTo>
                <a:cubicBezTo>
                  <a:pt x="22925" y="1905"/>
                  <a:pt x="30074" y="0"/>
                  <a:pt x="38639" y="0"/>
                </a:cubicBezTo>
                <a:cubicBezTo>
                  <a:pt x="46008" y="0"/>
                  <a:pt x="52322" y="1527"/>
                  <a:pt x="57581" y="4582"/>
                </a:cubicBezTo>
                <a:cubicBezTo>
                  <a:pt x="62840" y="7637"/>
                  <a:pt x="66871" y="11919"/>
                  <a:pt x="69674" y="17430"/>
                </a:cubicBezTo>
                <a:cubicBezTo>
                  <a:pt x="72476" y="22941"/>
                  <a:pt x="73878" y="29381"/>
                  <a:pt x="73878" y="36750"/>
                </a:cubicBezTo>
                <a:cubicBezTo>
                  <a:pt x="73878" y="40781"/>
                  <a:pt x="73327" y="44859"/>
                  <a:pt x="72224" y="48984"/>
                </a:cubicBezTo>
                <a:cubicBezTo>
                  <a:pt x="71122" y="53109"/>
                  <a:pt x="69611" y="57219"/>
                  <a:pt x="67690" y="61313"/>
                </a:cubicBezTo>
                <a:cubicBezTo>
                  <a:pt x="65769" y="65407"/>
                  <a:pt x="63517" y="69437"/>
                  <a:pt x="60935" y="73405"/>
                </a:cubicBezTo>
                <a:cubicBezTo>
                  <a:pt x="58353" y="77373"/>
                  <a:pt x="55581" y="81278"/>
                  <a:pt x="52621" y="85120"/>
                </a:cubicBezTo>
                <a:lnTo>
                  <a:pt x="22107" y="125082"/>
                </a:lnTo>
                <a:lnTo>
                  <a:pt x="78979" y="125082"/>
                </a:lnTo>
                <a:close/>
                <a:moveTo>
                  <a:pt x="170577" y="59707"/>
                </a:moveTo>
                <a:lnTo>
                  <a:pt x="170577" y="80680"/>
                </a:lnTo>
                <a:cubicBezTo>
                  <a:pt x="170577" y="91953"/>
                  <a:pt x="169711" y="101464"/>
                  <a:pt x="167979" y="109210"/>
                </a:cubicBezTo>
                <a:cubicBezTo>
                  <a:pt x="166247" y="116957"/>
                  <a:pt x="163775" y="123192"/>
                  <a:pt x="160562" y="127916"/>
                </a:cubicBezTo>
                <a:cubicBezTo>
                  <a:pt x="157350" y="132640"/>
                  <a:pt x="153493" y="136056"/>
                  <a:pt x="148990" y="138166"/>
                </a:cubicBezTo>
                <a:cubicBezTo>
                  <a:pt x="144486" y="140276"/>
                  <a:pt x="139432" y="141331"/>
                  <a:pt x="133827" y="141331"/>
                </a:cubicBezTo>
                <a:cubicBezTo>
                  <a:pt x="129418" y="141331"/>
                  <a:pt x="125308" y="140670"/>
                  <a:pt x="121498" y="139347"/>
                </a:cubicBezTo>
                <a:cubicBezTo>
                  <a:pt x="117688" y="138025"/>
                  <a:pt x="114271" y="135899"/>
                  <a:pt x="111248" y="132970"/>
                </a:cubicBezTo>
                <a:cubicBezTo>
                  <a:pt x="108225" y="130042"/>
                  <a:pt x="105642" y="126215"/>
                  <a:pt x="103501" y="121492"/>
                </a:cubicBezTo>
                <a:cubicBezTo>
                  <a:pt x="101360" y="116768"/>
                  <a:pt x="99722" y="111037"/>
                  <a:pt x="98588" y="104298"/>
                </a:cubicBezTo>
                <a:cubicBezTo>
                  <a:pt x="97455" y="97559"/>
                  <a:pt x="96888" y="89686"/>
                  <a:pt x="96888" y="80680"/>
                </a:cubicBezTo>
                <a:lnTo>
                  <a:pt x="96888" y="59707"/>
                </a:lnTo>
                <a:cubicBezTo>
                  <a:pt x="96888" y="48433"/>
                  <a:pt x="97770" y="38986"/>
                  <a:pt x="99533" y="31365"/>
                </a:cubicBezTo>
                <a:cubicBezTo>
                  <a:pt x="101297" y="23744"/>
                  <a:pt x="103800" y="17619"/>
                  <a:pt x="107044" y="12990"/>
                </a:cubicBezTo>
                <a:cubicBezTo>
                  <a:pt x="110287" y="8361"/>
                  <a:pt x="114161" y="5039"/>
                  <a:pt x="118664" y="3023"/>
                </a:cubicBezTo>
                <a:cubicBezTo>
                  <a:pt x="123167" y="1008"/>
                  <a:pt x="128190" y="0"/>
                  <a:pt x="133732" y="0"/>
                </a:cubicBezTo>
                <a:cubicBezTo>
                  <a:pt x="138204" y="0"/>
                  <a:pt x="142345" y="646"/>
                  <a:pt x="146155" y="1937"/>
                </a:cubicBezTo>
                <a:cubicBezTo>
                  <a:pt x="149966" y="3228"/>
                  <a:pt x="153367" y="5275"/>
                  <a:pt x="156358" y="8077"/>
                </a:cubicBezTo>
                <a:cubicBezTo>
                  <a:pt x="159350" y="10880"/>
                  <a:pt x="161917" y="14596"/>
                  <a:pt x="164058" y="19225"/>
                </a:cubicBezTo>
                <a:cubicBezTo>
                  <a:pt x="166199" y="23854"/>
                  <a:pt x="167821" y="29507"/>
                  <a:pt x="168923" y="36183"/>
                </a:cubicBezTo>
                <a:cubicBezTo>
                  <a:pt x="170025" y="42859"/>
                  <a:pt x="170577" y="50700"/>
                  <a:pt x="170577" y="59707"/>
                </a:cubicBezTo>
                <a:moveTo>
                  <a:pt x="153949" y="83514"/>
                </a:moveTo>
                <a:lnTo>
                  <a:pt x="153949" y="56778"/>
                </a:lnTo>
                <a:cubicBezTo>
                  <a:pt x="153949" y="50606"/>
                  <a:pt x="153666" y="45174"/>
                  <a:pt x="153099" y="40482"/>
                </a:cubicBezTo>
                <a:cubicBezTo>
                  <a:pt x="152532" y="35789"/>
                  <a:pt x="151698" y="31774"/>
                  <a:pt x="150596" y="28436"/>
                </a:cubicBezTo>
                <a:cubicBezTo>
                  <a:pt x="149493" y="25098"/>
                  <a:pt x="148124" y="22390"/>
                  <a:pt x="146486" y="20312"/>
                </a:cubicBezTo>
                <a:cubicBezTo>
                  <a:pt x="144849" y="18233"/>
                  <a:pt x="142959" y="16706"/>
                  <a:pt x="140818" y="15730"/>
                </a:cubicBezTo>
                <a:cubicBezTo>
                  <a:pt x="138676" y="14753"/>
                  <a:pt x="136314" y="14265"/>
                  <a:pt x="133732" y="14265"/>
                </a:cubicBezTo>
                <a:cubicBezTo>
                  <a:pt x="130520" y="14265"/>
                  <a:pt x="127670" y="15037"/>
                  <a:pt x="125182" y="16580"/>
                </a:cubicBezTo>
                <a:cubicBezTo>
                  <a:pt x="122695" y="18123"/>
                  <a:pt x="120585" y="20564"/>
                  <a:pt x="118853" y="23902"/>
                </a:cubicBezTo>
                <a:cubicBezTo>
                  <a:pt x="117121" y="27240"/>
                  <a:pt x="115814" y="31617"/>
                  <a:pt x="114932" y="37033"/>
                </a:cubicBezTo>
                <a:cubicBezTo>
                  <a:pt x="114050" y="42450"/>
                  <a:pt x="113610" y="49031"/>
                  <a:pt x="113610" y="56778"/>
                </a:cubicBezTo>
                <a:lnTo>
                  <a:pt x="113610" y="83514"/>
                </a:lnTo>
                <a:cubicBezTo>
                  <a:pt x="113610" y="89686"/>
                  <a:pt x="113909" y="95134"/>
                  <a:pt x="114507" y="99858"/>
                </a:cubicBezTo>
                <a:cubicBezTo>
                  <a:pt x="115105" y="104581"/>
                  <a:pt x="115956" y="108659"/>
                  <a:pt x="117058" y="112092"/>
                </a:cubicBezTo>
                <a:cubicBezTo>
                  <a:pt x="118160" y="115524"/>
                  <a:pt x="119530" y="118343"/>
                  <a:pt x="121167" y="120547"/>
                </a:cubicBezTo>
                <a:cubicBezTo>
                  <a:pt x="122805" y="122751"/>
                  <a:pt x="124694" y="124373"/>
                  <a:pt x="126836" y="125412"/>
                </a:cubicBezTo>
                <a:cubicBezTo>
                  <a:pt x="128977" y="126452"/>
                  <a:pt x="131307" y="126971"/>
                  <a:pt x="133827" y="126971"/>
                </a:cubicBezTo>
                <a:cubicBezTo>
                  <a:pt x="137165" y="126971"/>
                  <a:pt x="140078" y="126152"/>
                  <a:pt x="142565" y="124515"/>
                </a:cubicBezTo>
                <a:cubicBezTo>
                  <a:pt x="145053" y="122877"/>
                  <a:pt x="147147" y="120311"/>
                  <a:pt x="148848" y="116815"/>
                </a:cubicBezTo>
                <a:cubicBezTo>
                  <a:pt x="150548" y="113320"/>
                  <a:pt x="151824" y="108817"/>
                  <a:pt x="152674" y="103306"/>
                </a:cubicBezTo>
                <a:cubicBezTo>
                  <a:pt x="153524" y="97795"/>
                  <a:pt x="153949" y="91198"/>
                  <a:pt x="153949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30">
            <a:extLst xmlns:a="http://schemas.openxmlformats.org/drawingml/2006/main">
              <a:ext uri="{FF2B5EF4-FFF2-40B4-BE49-F238E27FC236}">
                <a16:creationId xmlns:a16="http://schemas.microsoft.com/office/drawing/2014/main" id="{DD5771DC-33BD-473B-8F3D-7FAA4EDE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079" y="6282685"/>
            <a:ext cx="170293" cy="141331"/>
          </a:xfrm>
          <a:custGeom xmlns:a="http://schemas.openxmlformats.org/drawingml/2006/main">
            <a:pathLst>
              <a:path w="170293" h="141331">
                <a:moveTo>
                  <a:pt x="55133" y="68165"/>
                </a:moveTo>
                <a:lnTo>
                  <a:pt x="55656" y="67865"/>
                </a:lnTo>
                <a:lnTo>
                  <a:pt x="56170" y="67558"/>
                </a:lnTo>
                <a:lnTo>
                  <a:pt x="56675" y="67246"/>
                </a:lnTo>
                <a:lnTo>
                  <a:pt x="57172" y="66926"/>
                </a:lnTo>
                <a:lnTo>
                  <a:pt x="57659" y="66601"/>
                </a:lnTo>
                <a:lnTo>
                  <a:pt x="58138" y="66269"/>
                </a:lnTo>
                <a:lnTo>
                  <a:pt x="58608" y="65930"/>
                </a:lnTo>
                <a:lnTo>
                  <a:pt x="59069" y="65585"/>
                </a:lnTo>
                <a:lnTo>
                  <a:pt x="59521" y="65234"/>
                </a:lnTo>
                <a:lnTo>
                  <a:pt x="59965" y="64877"/>
                </a:lnTo>
                <a:lnTo>
                  <a:pt x="60399" y="64513"/>
                </a:lnTo>
                <a:lnTo>
                  <a:pt x="60825" y="64142"/>
                </a:lnTo>
                <a:lnTo>
                  <a:pt x="61241" y="63766"/>
                </a:lnTo>
                <a:lnTo>
                  <a:pt x="61649" y="63382"/>
                </a:lnTo>
                <a:lnTo>
                  <a:pt x="62048" y="62993"/>
                </a:lnTo>
                <a:lnTo>
                  <a:pt x="62439" y="62597"/>
                </a:lnTo>
                <a:lnTo>
                  <a:pt x="62820" y="62195"/>
                </a:lnTo>
                <a:lnTo>
                  <a:pt x="63192" y="61786"/>
                </a:lnTo>
                <a:lnTo>
                  <a:pt x="63556" y="61371"/>
                </a:lnTo>
                <a:lnTo>
                  <a:pt x="63911" y="60950"/>
                </a:lnTo>
                <a:lnTo>
                  <a:pt x="64257" y="60524"/>
                </a:lnTo>
                <a:lnTo>
                  <a:pt x="64596" y="60095"/>
                </a:lnTo>
                <a:lnTo>
                  <a:pt x="64926" y="59663"/>
                </a:lnTo>
                <a:lnTo>
                  <a:pt x="65249" y="59229"/>
                </a:lnTo>
                <a:lnTo>
                  <a:pt x="65564" y="58792"/>
                </a:lnTo>
                <a:lnTo>
                  <a:pt x="65871" y="58352"/>
                </a:lnTo>
                <a:lnTo>
                  <a:pt x="66170" y="57909"/>
                </a:lnTo>
                <a:lnTo>
                  <a:pt x="66462" y="57464"/>
                </a:lnTo>
                <a:lnTo>
                  <a:pt x="66745" y="57015"/>
                </a:lnTo>
                <a:lnTo>
                  <a:pt x="67020" y="56564"/>
                </a:lnTo>
                <a:lnTo>
                  <a:pt x="67288" y="56111"/>
                </a:lnTo>
                <a:lnTo>
                  <a:pt x="67548" y="55654"/>
                </a:lnTo>
                <a:lnTo>
                  <a:pt x="67800" y="55195"/>
                </a:lnTo>
                <a:lnTo>
                  <a:pt x="68044" y="54732"/>
                </a:lnTo>
                <a:lnTo>
                  <a:pt x="68280" y="54268"/>
                </a:lnTo>
                <a:lnTo>
                  <a:pt x="68508" y="53800"/>
                </a:lnTo>
                <a:lnTo>
                  <a:pt x="68729" y="53329"/>
                </a:lnTo>
                <a:lnTo>
                  <a:pt x="68941" y="52856"/>
                </a:lnTo>
                <a:lnTo>
                  <a:pt x="69146" y="52380"/>
                </a:lnTo>
                <a:lnTo>
                  <a:pt x="69343" y="51901"/>
                </a:lnTo>
                <a:lnTo>
                  <a:pt x="69532" y="51420"/>
                </a:lnTo>
                <a:lnTo>
                  <a:pt x="69713" y="50935"/>
                </a:lnTo>
                <a:lnTo>
                  <a:pt x="69886" y="50448"/>
                </a:lnTo>
                <a:lnTo>
                  <a:pt x="70051" y="49958"/>
                </a:lnTo>
                <a:lnTo>
                  <a:pt x="70209" y="49468"/>
                </a:lnTo>
                <a:lnTo>
                  <a:pt x="70361" y="48981"/>
                </a:lnTo>
                <a:lnTo>
                  <a:pt x="70505" y="48495"/>
                </a:lnTo>
                <a:lnTo>
                  <a:pt x="70643" y="48013"/>
                </a:lnTo>
                <a:lnTo>
                  <a:pt x="70774" y="47532"/>
                </a:lnTo>
                <a:lnTo>
                  <a:pt x="70899" y="47055"/>
                </a:lnTo>
                <a:lnTo>
                  <a:pt x="71016" y="46579"/>
                </a:lnTo>
                <a:lnTo>
                  <a:pt x="71127" y="46106"/>
                </a:lnTo>
                <a:lnTo>
                  <a:pt x="71232" y="45636"/>
                </a:lnTo>
                <a:lnTo>
                  <a:pt x="71329" y="45168"/>
                </a:lnTo>
                <a:lnTo>
                  <a:pt x="71420" y="44702"/>
                </a:lnTo>
                <a:lnTo>
                  <a:pt x="71504" y="44239"/>
                </a:lnTo>
                <a:lnTo>
                  <a:pt x="71581" y="43778"/>
                </a:lnTo>
                <a:lnTo>
                  <a:pt x="71652" y="43320"/>
                </a:lnTo>
                <a:lnTo>
                  <a:pt x="71716" y="42864"/>
                </a:lnTo>
                <a:lnTo>
                  <a:pt x="71773" y="42411"/>
                </a:lnTo>
                <a:lnTo>
                  <a:pt x="71823" y="41960"/>
                </a:lnTo>
                <a:lnTo>
                  <a:pt x="71867" y="41512"/>
                </a:lnTo>
                <a:lnTo>
                  <a:pt x="71904" y="41066"/>
                </a:lnTo>
                <a:lnTo>
                  <a:pt x="71934" y="40622"/>
                </a:lnTo>
                <a:lnTo>
                  <a:pt x="71958" y="40181"/>
                </a:lnTo>
                <a:lnTo>
                  <a:pt x="71975" y="39742"/>
                </a:lnTo>
                <a:lnTo>
                  <a:pt x="71985" y="39306"/>
                </a:lnTo>
                <a:lnTo>
                  <a:pt x="71988" y="38873"/>
                </a:lnTo>
                <a:lnTo>
                  <a:pt x="71980" y="37811"/>
                </a:lnTo>
                <a:lnTo>
                  <a:pt x="71957" y="36763"/>
                </a:lnTo>
                <a:lnTo>
                  <a:pt x="71918" y="35730"/>
                </a:lnTo>
                <a:lnTo>
                  <a:pt x="71863" y="34712"/>
                </a:lnTo>
                <a:lnTo>
                  <a:pt x="71793" y="33709"/>
                </a:lnTo>
                <a:lnTo>
                  <a:pt x="71708" y="32720"/>
                </a:lnTo>
                <a:lnTo>
                  <a:pt x="71606" y="31745"/>
                </a:lnTo>
                <a:lnTo>
                  <a:pt x="71490" y="30785"/>
                </a:lnTo>
                <a:lnTo>
                  <a:pt x="71357" y="29840"/>
                </a:lnTo>
                <a:lnTo>
                  <a:pt x="71209" y="28909"/>
                </a:lnTo>
                <a:lnTo>
                  <a:pt x="71045" y="27993"/>
                </a:lnTo>
                <a:lnTo>
                  <a:pt x="70866" y="27091"/>
                </a:lnTo>
                <a:lnTo>
                  <a:pt x="70672" y="26204"/>
                </a:lnTo>
                <a:lnTo>
                  <a:pt x="70461" y="25332"/>
                </a:lnTo>
                <a:lnTo>
                  <a:pt x="70235" y="24474"/>
                </a:lnTo>
                <a:lnTo>
                  <a:pt x="69994" y="23631"/>
                </a:lnTo>
                <a:lnTo>
                  <a:pt x="69737" y="22802"/>
                </a:lnTo>
                <a:lnTo>
                  <a:pt x="69464" y="21988"/>
                </a:lnTo>
                <a:lnTo>
                  <a:pt x="69176" y="21189"/>
                </a:lnTo>
                <a:lnTo>
                  <a:pt x="68872" y="20404"/>
                </a:lnTo>
                <a:lnTo>
                  <a:pt x="68552" y="19633"/>
                </a:lnTo>
                <a:lnTo>
                  <a:pt x="68217" y="18877"/>
                </a:lnTo>
                <a:lnTo>
                  <a:pt x="67867" y="18136"/>
                </a:lnTo>
                <a:lnTo>
                  <a:pt x="67501" y="17410"/>
                </a:lnTo>
                <a:lnTo>
                  <a:pt x="67121" y="16697"/>
                </a:lnTo>
                <a:lnTo>
                  <a:pt x="66729" y="16000"/>
                </a:lnTo>
                <a:lnTo>
                  <a:pt x="66325" y="15317"/>
                </a:lnTo>
                <a:lnTo>
                  <a:pt x="65909" y="14649"/>
                </a:lnTo>
                <a:lnTo>
                  <a:pt x="65481" y="13996"/>
                </a:lnTo>
                <a:lnTo>
                  <a:pt x="65041" y="13357"/>
                </a:lnTo>
                <a:lnTo>
                  <a:pt x="64590" y="12734"/>
                </a:lnTo>
                <a:lnTo>
                  <a:pt x="64126" y="12125"/>
                </a:lnTo>
                <a:lnTo>
                  <a:pt x="63650" y="11530"/>
                </a:lnTo>
                <a:lnTo>
                  <a:pt x="63163" y="10951"/>
                </a:lnTo>
                <a:lnTo>
                  <a:pt x="62663" y="10386"/>
                </a:lnTo>
                <a:lnTo>
                  <a:pt x="62151" y="9836"/>
                </a:lnTo>
                <a:lnTo>
                  <a:pt x="61628" y="9301"/>
                </a:lnTo>
                <a:lnTo>
                  <a:pt x="61092" y="8781"/>
                </a:lnTo>
                <a:lnTo>
                  <a:pt x="60544" y="8275"/>
                </a:lnTo>
                <a:lnTo>
                  <a:pt x="59985" y="7784"/>
                </a:lnTo>
                <a:lnTo>
                  <a:pt x="59413" y="7308"/>
                </a:lnTo>
                <a:lnTo>
                  <a:pt x="58830" y="6846"/>
                </a:lnTo>
                <a:lnTo>
                  <a:pt x="58234" y="6399"/>
                </a:lnTo>
                <a:lnTo>
                  <a:pt x="57627" y="5967"/>
                </a:lnTo>
                <a:lnTo>
                  <a:pt x="57008" y="5550"/>
                </a:lnTo>
                <a:lnTo>
                  <a:pt x="56376" y="5148"/>
                </a:lnTo>
                <a:lnTo>
                  <a:pt x="55733" y="4760"/>
                </a:lnTo>
                <a:lnTo>
                  <a:pt x="55078" y="4387"/>
                </a:lnTo>
                <a:lnTo>
                  <a:pt x="54412" y="4029"/>
                </a:lnTo>
                <a:lnTo>
                  <a:pt x="53737" y="3686"/>
                </a:lnTo>
                <a:lnTo>
                  <a:pt x="53054" y="3359"/>
                </a:lnTo>
                <a:lnTo>
                  <a:pt x="52361" y="3047"/>
                </a:lnTo>
                <a:lnTo>
                  <a:pt x="51660" y="2750"/>
                </a:lnTo>
                <a:lnTo>
                  <a:pt x="50950" y="2468"/>
                </a:lnTo>
                <a:lnTo>
                  <a:pt x="50231" y="2201"/>
                </a:lnTo>
                <a:lnTo>
                  <a:pt x="49504" y="1950"/>
                </a:lnTo>
                <a:lnTo>
                  <a:pt x="48767" y="1714"/>
                </a:lnTo>
                <a:lnTo>
                  <a:pt x="48022" y="1493"/>
                </a:lnTo>
                <a:lnTo>
                  <a:pt x="47267" y="1287"/>
                </a:lnTo>
                <a:lnTo>
                  <a:pt x="46504" y="1097"/>
                </a:lnTo>
                <a:lnTo>
                  <a:pt x="45732" y="922"/>
                </a:lnTo>
                <a:lnTo>
                  <a:pt x="44951" y="762"/>
                </a:lnTo>
                <a:lnTo>
                  <a:pt x="44162" y="617"/>
                </a:lnTo>
                <a:lnTo>
                  <a:pt x="43363" y="487"/>
                </a:lnTo>
                <a:lnTo>
                  <a:pt x="42555" y="373"/>
                </a:lnTo>
                <a:lnTo>
                  <a:pt x="41739" y="274"/>
                </a:lnTo>
                <a:lnTo>
                  <a:pt x="40914" y="190"/>
                </a:lnTo>
                <a:lnTo>
                  <a:pt x="40080" y="122"/>
                </a:lnTo>
                <a:lnTo>
                  <a:pt x="39237" y="69"/>
                </a:lnTo>
                <a:lnTo>
                  <a:pt x="38385" y="30"/>
                </a:lnTo>
                <a:lnTo>
                  <a:pt x="37525" y="8"/>
                </a:lnTo>
                <a:lnTo>
                  <a:pt x="36655" y="0"/>
                </a:lnTo>
                <a:lnTo>
                  <a:pt x="35747" y="9"/>
                </a:lnTo>
                <a:lnTo>
                  <a:pt x="34849" y="35"/>
                </a:lnTo>
                <a:lnTo>
                  <a:pt x="33961" y="80"/>
                </a:lnTo>
                <a:lnTo>
                  <a:pt x="33082" y="141"/>
                </a:lnTo>
                <a:lnTo>
                  <a:pt x="32214" y="221"/>
                </a:lnTo>
                <a:lnTo>
                  <a:pt x="31356" y="318"/>
                </a:lnTo>
                <a:lnTo>
                  <a:pt x="30508" y="433"/>
                </a:lnTo>
                <a:lnTo>
                  <a:pt x="29670" y="566"/>
                </a:lnTo>
                <a:lnTo>
                  <a:pt x="28841" y="716"/>
                </a:lnTo>
                <a:lnTo>
                  <a:pt x="28023" y="884"/>
                </a:lnTo>
                <a:lnTo>
                  <a:pt x="27215" y="1069"/>
                </a:lnTo>
                <a:lnTo>
                  <a:pt x="26417" y="1272"/>
                </a:lnTo>
                <a:lnTo>
                  <a:pt x="25629" y="1493"/>
                </a:lnTo>
                <a:lnTo>
                  <a:pt x="24851" y="1732"/>
                </a:lnTo>
                <a:lnTo>
                  <a:pt x="24082" y="1988"/>
                </a:lnTo>
                <a:lnTo>
                  <a:pt x="23324" y="2262"/>
                </a:lnTo>
                <a:lnTo>
                  <a:pt x="22576" y="2554"/>
                </a:lnTo>
                <a:lnTo>
                  <a:pt x="21838" y="2863"/>
                </a:lnTo>
                <a:lnTo>
                  <a:pt x="21110" y="3190"/>
                </a:lnTo>
                <a:lnTo>
                  <a:pt x="20392" y="3535"/>
                </a:lnTo>
                <a:lnTo>
                  <a:pt x="19684" y="3897"/>
                </a:lnTo>
                <a:lnTo>
                  <a:pt x="18985" y="4277"/>
                </a:lnTo>
                <a:lnTo>
                  <a:pt x="18297" y="4674"/>
                </a:lnTo>
                <a:lnTo>
                  <a:pt x="17619" y="5090"/>
                </a:lnTo>
                <a:lnTo>
                  <a:pt x="16952" y="5520"/>
                </a:lnTo>
                <a:lnTo>
                  <a:pt x="16298" y="5962"/>
                </a:lnTo>
                <a:lnTo>
                  <a:pt x="15657" y="6416"/>
                </a:lnTo>
                <a:lnTo>
                  <a:pt x="15029" y="6882"/>
                </a:lnTo>
                <a:lnTo>
                  <a:pt x="14413" y="7361"/>
                </a:lnTo>
                <a:lnTo>
                  <a:pt x="13811" y="7851"/>
                </a:lnTo>
                <a:lnTo>
                  <a:pt x="13221" y="8354"/>
                </a:lnTo>
                <a:lnTo>
                  <a:pt x="12644" y="8869"/>
                </a:lnTo>
                <a:lnTo>
                  <a:pt x="12079" y="9396"/>
                </a:lnTo>
                <a:lnTo>
                  <a:pt x="11528" y="9935"/>
                </a:lnTo>
                <a:lnTo>
                  <a:pt x="10989" y="10486"/>
                </a:lnTo>
                <a:lnTo>
                  <a:pt x="10463" y="11049"/>
                </a:lnTo>
                <a:lnTo>
                  <a:pt x="9950" y="11624"/>
                </a:lnTo>
                <a:lnTo>
                  <a:pt x="9449" y="12212"/>
                </a:lnTo>
                <a:lnTo>
                  <a:pt x="8962" y="12811"/>
                </a:lnTo>
                <a:lnTo>
                  <a:pt x="8487" y="13423"/>
                </a:lnTo>
                <a:lnTo>
                  <a:pt x="8025" y="14047"/>
                </a:lnTo>
                <a:lnTo>
                  <a:pt x="7576" y="14683"/>
                </a:lnTo>
                <a:lnTo>
                  <a:pt x="7139" y="15331"/>
                </a:lnTo>
                <a:lnTo>
                  <a:pt x="6715" y="15991"/>
                </a:lnTo>
                <a:lnTo>
                  <a:pt x="6305" y="16663"/>
                </a:lnTo>
                <a:lnTo>
                  <a:pt x="5907" y="17348"/>
                </a:lnTo>
                <a:lnTo>
                  <a:pt x="5521" y="18044"/>
                </a:lnTo>
                <a:lnTo>
                  <a:pt x="5149" y="18753"/>
                </a:lnTo>
                <a:lnTo>
                  <a:pt x="4790" y="19471"/>
                </a:lnTo>
                <a:lnTo>
                  <a:pt x="4447" y="20195"/>
                </a:lnTo>
                <a:lnTo>
                  <a:pt x="4119" y="20926"/>
                </a:lnTo>
                <a:lnTo>
                  <a:pt x="3806" y="21664"/>
                </a:lnTo>
                <a:lnTo>
                  <a:pt x="3509" y="22408"/>
                </a:lnTo>
                <a:lnTo>
                  <a:pt x="3227" y="23159"/>
                </a:lnTo>
                <a:lnTo>
                  <a:pt x="2960" y="23916"/>
                </a:lnTo>
                <a:lnTo>
                  <a:pt x="2708" y="24680"/>
                </a:lnTo>
                <a:lnTo>
                  <a:pt x="2472" y="25450"/>
                </a:lnTo>
                <a:lnTo>
                  <a:pt x="2251" y="26227"/>
                </a:lnTo>
                <a:lnTo>
                  <a:pt x="2045" y="27010"/>
                </a:lnTo>
                <a:lnTo>
                  <a:pt x="1854" y="27800"/>
                </a:lnTo>
                <a:lnTo>
                  <a:pt x="1679" y="28596"/>
                </a:lnTo>
                <a:lnTo>
                  <a:pt x="1518" y="29399"/>
                </a:lnTo>
                <a:lnTo>
                  <a:pt x="1374" y="30209"/>
                </a:lnTo>
                <a:lnTo>
                  <a:pt x="1244" y="31025"/>
                </a:lnTo>
                <a:lnTo>
                  <a:pt x="1129" y="31848"/>
                </a:lnTo>
                <a:lnTo>
                  <a:pt x="1030" y="32677"/>
                </a:lnTo>
                <a:lnTo>
                  <a:pt x="946" y="33513"/>
                </a:lnTo>
                <a:lnTo>
                  <a:pt x="878" y="34355"/>
                </a:lnTo>
                <a:lnTo>
                  <a:pt x="824" y="35204"/>
                </a:lnTo>
                <a:lnTo>
                  <a:pt x="786" y="36059"/>
                </a:lnTo>
                <a:lnTo>
                  <a:pt x="763" y="36921"/>
                </a:lnTo>
                <a:lnTo>
                  <a:pt x="756" y="37789"/>
                </a:lnTo>
                <a:lnTo>
                  <a:pt x="17383" y="37789"/>
                </a:lnTo>
                <a:lnTo>
                  <a:pt x="17387" y="37196"/>
                </a:lnTo>
                <a:lnTo>
                  <a:pt x="17399" y="36610"/>
                </a:lnTo>
                <a:lnTo>
                  <a:pt x="17420" y="36031"/>
                </a:lnTo>
                <a:lnTo>
                  <a:pt x="17449" y="35458"/>
                </a:lnTo>
                <a:lnTo>
                  <a:pt x="17485" y="34891"/>
                </a:lnTo>
                <a:lnTo>
                  <a:pt x="17531" y="34331"/>
                </a:lnTo>
                <a:lnTo>
                  <a:pt x="17584" y="33778"/>
                </a:lnTo>
                <a:lnTo>
                  <a:pt x="17645" y="33231"/>
                </a:lnTo>
                <a:lnTo>
                  <a:pt x="17715" y="32691"/>
                </a:lnTo>
                <a:lnTo>
                  <a:pt x="17793" y="32157"/>
                </a:lnTo>
                <a:lnTo>
                  <a:pt x="17879" y="31630"/>
                </a:lnTo>
                <a:lnTo>
                  <a:pt x="17973" y="31109"/>
                </a:lnTo>
                <a:lnTo>
                  <a:pt x="18076" y="30595"/>
                </a:lnTo>
                <a:lnTo>
                  <a:pt x="18187" y="30087"/>
                </a:lnTo>
                <a:lnTo>
                  <a:pt x="18306" y="29586"/>
                </a:lnTo>
                <a:lnTo>
                  <a:pt x="18433" y="29091"/>
                </a:lnTo>
                <a:lnTo>
                  <a:pt x="18568" y="28603"/>
                </a:lnTo>
                <a:lnTo>
                  <a:pt x="18711" y="28121"/>
                </a:lnTo>
                <a:lnTo>
                  <a:pt x="18863" y="27646"/>
                </a:lnTo>
                <a:lnTo>
                  <a:pt x="19023" y="27178"/>
                </a:lnTo>
                <a:lnTo>
                  <a:pt x="19191" y="26716"/>
                </a:lnTo>
                <a:lnTo>
                  <a:pt x="19368" y="26260"/>
                </a:lnTo>
                <a:lnTo>
                  <a:pt x="19552" y="25811"/>
                </a:lnTo>
                <a:lnTo>
                  <a:pt x="19745" y="25369"/>
                </a:lnTo>
                <a:lnTo>
                  <a:pt x="19945" y="24934"/>
                </a:lnTo>
                <a:lnTo>
                  <a:pt x="20152" y="24507"/>
                </a:lnTo>
                <a:lnTo>
                  <a:pt x="20366" y="24089"/>
                </a:lnTo>
                <a:lnTo>
                  <a:pt x="20587" y="23679"/>
                </a:lnTo>
                <a:lnTo>
                  <a:pt x="20815" y="23277"/>
                </a:lnTo>
                <a:lnTo>
                  <a:pt x="21050" y="22884"/>
                </a:lnTo>
                <a:lnTo>
                  <a:pt x="21291" y="22499"/>
                </a:lnTo>
                <a:lnTo>
                  <a:pt x="21540" y="22122"/>
                </a:lnTo>
                <a:lnTo>
                  <a:pt x="21795" y="21754"/>
                </a:lnTo>
                <a:lnTo>
                  <a:pt x="22057" y="21394"/>
                </a:lnTo>
                <a:lnTo>
                  <a:pt x="22327" y="21042"/>
                </a:lnTo>
                <a:lnTo>
                  <a:pt x="22603" y="20699"/>
                </a:lnTo>
                <a:lnTo>
                  <a:pt x="22886" y="20364"/>
                </a:lnTo>
                <a:lnTo>
                  <a:pt x="23175" y="20037"/>
                </a:lnTo>
                <a:lnTo>
                  <a:pt x="23472" y="19719"/>
                </a:lnTo>
                <a:lnTo>
                  <a:pt x="23776" y="19409"/>
                </a:lnTo>
                <a:lnTo>
                  <a:pt x="24086" y="19108"/>
                </a:lnTo>
                <a:lnTo>
                  <a:pt x="24403" y="18814"/>
                </a:lnTo>
                <a:lnTo>
                  <a:pt x="24728" y="18529"/>
                </a:lnTo>
                <a:lnTo>
                  <a:pt x="25059" y="18253"/>
                </a:lnTo>
                <a:lnTo>
                  <a:pt x="25397" y="17984"/>
                </a:lnTo>
                <a:lnTo>
                  <a:pt x="25742" y="17724"/>
                </a:lnTo>
                <a:lnTo>
                  <a:pt x="26094" y="17473"/>
                </a:lnTo>
                <a:lnTo>
                  <a:pt x="26452" y="17229"/>
                </a:lnTo>
                <a:lnTo>
                  <a:pt x="26817" y="16995"/>
                </a:lnTo>
                <a:lnTo>
                  <a:pt x="27187" y="16771"/>
                </a:lnTo>
                <a:lnTo>
                  <a:pt x="27562" y="16557"/>
                </a:lnTo>
                <a:lnTo>
                  <a:pt x="27943" y="16353"/>
                </a:lnTo>
                <a:lnTo>
                  <a:pt x="28329" y="16158"/>
                </a:lnTo>
                <a:lnTo>
                  <a:pt x="28720" y="15974"/>
                </a:lnTo>
                <a:lnTo>
                  <a:pt x="29116" y="15800"/>
                </a:lnTo>
                <a:lnTo>
                  <a:pt x="29517" y="15635"/>
                </a:lnTo>
                <a:lnTo>
                  <a:pt x="29924" y="15481"/>
                </a:lnTo>
                <a:lnTo>
                  <a:pt x="30336" y="15336"/>
                </a:lnTo>
                <a:lnTo>
                  <a:pt x="30753" y="15202"/>
                </a:lnTo>
                <a:lnTo>
                  <a:pt x="31176" y="15077"/>
                </a:lnTo>
                <a:lnTo>
                  <a:pt x="31604" y="14963"/>
                </a:lnTo>
                <a:lnTo>
                  <a:pt x="32037" y="14858"/>
                </a:lnTo>
                <a:lnTo>
                  <a:pt x="32475" y="14763"/>
                </a:lnTo>
                <a:lnTo>
                  <a:pt x="32918" y="14679"/>
                </a:lnTo>
                <a:lnTo>
                  <a:pt x="33367" y="14604"/>
                </a:lnTo>
                <a:lnTo>
                  <a:pt x="33821" y="14539"/>
                </a:lnTo>
                <a:lnTo>
                  <a:pt x="34280" y="14484"/>
                </a:lnTo>
                <a:lnTo>
                  <a:pt x="34745" y="14440"/>
                </a:lnTo>
                <a:lnTo>
                  <a:pt x="35215" y="14405"/>
                </a:lnTo>
                <a:lnTo>
                  <a:pt x="35690" y="14380"/>
                </a:lnTo>
                <a:lnTo>
                  <a:pt x="36170" y="14365"/>
                </a:lnTo>
                <a:lnTo>
                  <a:pt x="36655" y="14360"/>
                </a:lnTo>
                <a:lnTo>
                  <a:pt x="37171" y="14365"/>
                </a:lnTo>
                <a:lnTo>
                  <a:pt x="37680" y="14379"/>
                </a:lnTo>
                <a:lnTo>
                  <a:pt x="38181" y="14403"/>
                </a:lnTo>
                <a:lnTo>
                  <a:pt x="38675" y="14436"/>
                </a:lnTo>
                <a:lnTo>
                  <a:pt x="39161" y="14478"/>
                </a:lnTo>
                <a:lnTo>
                  <a:pt x="39640" y="14531"/>
                </a:lnTo>
                <a:lnTo>
                  <a:pt x="40112" y="14592"/>
                </a:lnTo>
                <a:lnTo>
                  <a:pt x="40576" y="14664"/>
                </a:lnTo>
                <a:lnTo>
                  <a:pt x="41033" y="14744"/>
                </a:lnTo>
                <a:lnTo>
                  <a:pt x="41482" y="14834"/>
                </a:lnTo>
                <a:lnTo>
                  <a:pt x="41924" y="14934"/>
                </a:lnTo>
                <a:lnTo>
                  <a:pt x="42359" y="15043"/>
                </a:lnTo>
                <a:lnTo>
                  <a:pt x="42787" y="15162"/>
                </a:lnTo>
                <a:lnTo>
                  <a:pt x="43206" y="15290"/>
                </a:lnTo>
                <a:lnTo>
                  <a:pt x="43619" y="15428"/>
                </a:lnTo>
                <a:lnTo>
                  <a:pt x="44024" y="15575"/>
                </a:lnTo>
                <a:lnTo>
                  <a:pt x="44422" y="15731"/>
                </a:lnTo>
                <a:lnTo>
                  <a:pt x="44813" y="15898"/>
                </a:lnTo>
                <a:lnTo>
                  <a:pt x="45196" y="16073"/>
                </a:lnTo>
                <a:lnTo>
                  <a:pt x="45571" y="16258"/>
                </a:lnTo>
                <a:lnTo>
                  <a:pt x="45940" y="16453"/>
                </a:lnTo>
                <a:lnTo>
                  <a:pt x="46300" y="16657"/>
                </a:lnTo>
                <a:lnTo>
                  <a:pt x="46654" y="16871"/>
                </a:lnTo>
                <a:lnTo>
                  <a:pt x="47000" y="17094"/>
                </a:lnTo>
                <a:lnTo>
                  <a:pt x="47339" y="17326"/>
                </a:lnTo>
                <a:lnTo>
                  <a:pt x="47671" y="17568"/>
                </a:lnTo>
                <a:lnTo>
                  <a:pt x="47996" y="17818"/>
                </a:lnTo>
                <a:lnTo>
                  <a:pt x="48314" y="18078"/>
                </a:lnTo>
                <a:lnTo>
                  <a:pt x="48624" y="18347"/>
                </a:lnTo>
                <a:lnTo>
                  <a:pt x="48928" y="18626"/>
                </a:lnTo>
                <a:lnTo>
                  <a:pt x="49225" y="18913"/>
                </a:lnTo>
                <a:lnTo>
                  <a:pt x="49514" y="19210"/>
                </a:lnTo>
                <a:lnTo>
                  <a:pt x="49797" y="19516"/>
                </a:lnTo>
                <a:lnTo>
                  <a:pt x="50072" y="19831"/>
                </a:lnTo>
                <a:lnTo>
                  <a:pt x="50341" y="20155"/>
                </a:lnTo>
                <a:lnTo>
                  <a:pt x="50602" y="20488"/>
                </a:lnTo>
                <a:lnTo>
                  <a:pt x="50856" y="20831"/>
                </a:lnTo>
                <a:lnTo>
                  <a:pt x="51103" y="21182"/>
                </a:lnTo>
                <a:lnTo>
                  <a:pt x="51344" y="21543"/>
                </a:lnTo>
                <a:lnTo>
                  <a:pt x="51577" y="21913"/>
                </a:lnTo>
                <a:lnTo>
                  <a:pt x="51803" y="22292"/>
                </a:lnTo>
                <a:lnTo>
                  <a:pt x="52022" y="22681"/>
                </a:lnTo>
                <a:lnTo>
                  <a:pt x="52234" y="23078"/>
                </a:lnTo>
                <a:lnTo>
                  <a:pt x="52439" y="23485"/>
                </a:lnTo>
                <a:lnTo>
                  <a:pt x="52637" y="23901"/>
                </a:lnTo>
                <a:lnTo>
                  <a:pt x="52828" y="24326"/>
                </a:lnTo>
                <a:lnTo>
                  <a:pt x="53011" y="24760"/>
                </a:lnTo>
                <a:lnTo>
                  <a:pt x="53188" y="25204"/>
                </a:lnTo>
                <a:lnTo>
                  <a:pt x="53358" y="25656"/>
                </a:lnTo>
                <a:lnTo>
                  <a:pt x="53520" y="26117"/>
                </a:lnTo>
                <a:lnTo>
                  <a:pt x="53675" y="26587"/>
                </a:lnTo>
                <a:lnTo>
                  <a:pt x="53823" y="27065"/>
                </a:lnTo>
                <a:lnTo>
                  <a:pt x="53964" y="27553"/>
                </a:lnTo>
                <a:lnTo>
                  <a:pt x="54097" y="28049"/>
                </a:lnTo>
                <a:lnTo>
                  <a:pt x="54224" y="28555"/>
                </a:lnTo>
                <a:lnTo>
                  <a:pt x="54343" y="29069"/>
                </a:lnTo>
                <a:lnTo>
                  <a:pt x="54455" y="29592"/>
                </a:lnTo>
                <a:lnTo>
                  <a:pt x="54559" y="30123"/>
                </a:lnTo>
                <a:lnTo>
                  <a:pt x="54657" y="30664"/>
                </a:lnTo>
                <a:lnTo>
                  <a:pt x="54747" y="31214"/>
                </a:lnTo>
                <a:lnTo>
                  <a:pt x="54830" y="31772"/>
                </a:lnTo>
                <a:lnTo>
                  <a:pt x="54906" y="32339"/>
                </a:lnTo>
                <a:lnTo>
                  <a:pt x="54974" y="32915"/>
                </a:lnTo>
                <a:lnTo>
                  <a:pt x="55036" y="33500"/>
                </a:lnTo>
                <a:lnTo>
                  <a:pt x="55090" y="34094"/>
                </a:lnTo>
                <a:lnTo>
                  <a:pt x="55137" y="34696"/>
                </a:lnTo>
                <a:lnTo>
                  <a:pt x="55176" y="35308"/>
                </a:lnTo>
                <a:lnTo>
                  <a:pt x="55209" y="35928"/>
                </a:lnTo>
                <a:lnTo>
                  <a:pt x="55234" y="36557"/>
                </a:lnTo>
                <a:lnTo>
                  <a:pt x="55252" y="37195"/>
                </a:lnTo>
                <a:lnTo>
                  <a:pt x="55263" y="37842"/>
                </a:lnTo>
                <a:lnTo>
                  <a:pt x="55266" y="38498"/>
                </a:lnTo>
                <a:lnTo>
                  <a:pt x="55262" y="39053"/>
                </a:lnTo>
                <a:lnTo>
                  <a:pt x="55250" y="39604"/>
                </a:lnTo>
                <a:lnTo>
                  <a:pt x="55230" y="40149"/>
                </a:lnTo>
                <a:lnTo>
                  <a:pt x="55202" y="40691"/>
                </a:lnTo>
                <a:lnTo>
                  <a:pt x="55166" y="41227"/>
                </a:lnTo>
                <a:lnTo>
                  <a:pt x="55122" y="41759"/>
                </a:lnTo>
                <a:lnTo>
                  <a:pt x="55070" y="42286"/>
                </a:lnTo>
                <a:lnTo>
                  <a:pt x="55009" y="42808"/>
                </a:lnTo>
                <a:lnTo>
                  <a:pt x="54941" y="43325"/>
                </a:lnTo>
                <a:lnTo>
                  <a:pt x="54865" y="43838"/>
                </a:lnTo>
                <a:lnTo>
                  <a:pt x="54780" y="44346"/>
                </a:lnTo>
                <a:lnTo>
                  <a:pt x="54688" y="44849"/>
                </a:lnTo>
                <a:lnTo>
                  <a:pt x="54587" y="45348"/>
                </a:lnTo>
                <a:lnTo>
                  <a:pt x="54479" y="45842"/>
                </a:lnTo>
                <a:lnTo>
                  <a:pt x="54362" y="46331"/>
                </a:lnTo>
                <a:lnTo>
                  <a:pt x="54238" y="46815"/>
                </a:lnTo>
                <a:lnTo>
                  <a:pt x="54105" y="47295"/>
                </a:lnTo>
                <a:lnTo>
                  <a:pt x="53965" y="47770"/>
                </a:lnTo>
                <a:lnTo>
                  <a:pt x="53816" y="48240"/>
                </a:lnTo>
                <a:lnTo>
                  <a:pt x="53659" y="48705"/>
                </a:lnTo>
                <a:lnTo>
                  <a:pt x="53494" y="49166"/>
                </a:lnTo>
                <a:lnTo>
                  <a:pt x="53322" y="49622"/>
                </a:lnTo>
                <a:lnTo>
                  <a:pt x="53141" y="50073"/>
                </a:lnTo>
                <a:lnTo>
                  <a:pt x="52952" y="50519"/>
                </a:lnTo>
                <a:lnTo>
                  <a:pt x="52755" y="50959"/>
                </a:lnTo>
                <a:lnTo>
                  <a:pt x="52549" y="51391"/>
                </a:lnTo>
                <a:lnTo>
                  <a:pt x="52336" y="51815"/>
                </a:lnTo>
                <a:lnTo>
                  <a:pt x="52113" y="52232"/>
                </a:lnTo>
                <a:lnTo>
                  <a:pt x="51883" y="52640"/>
                </a:lnTo>
                <a:lnTo>
                  <a:pt x="51644" y="53041"/>
                </a:lnTo>
                <a:lnTo>
                  <a:pt x="51397" y="53434"/>
                </a:lnTo>
                <a:lnTo>
                  <a:pt x="51141" y="53819"/>
                </a:lnTo>
                <a:lnTo>
                  <a:pt x="50877" y="54196"/>
                </a:lnTo>
                <a:lnTo>
                  <a:pt x="50605" y="54565"/>
                </a:lnTo>
                <a:lnTo>
                  <a:pt x="50324" y="54926"/>
                </a:lnTo>
                <a:lnTo>
                  <a:pt x="50035" y="55280"/>
                </a:lnTo>
                <a:lnTo>
                  <a:pt x="49738" y="55625"/>
                </a:lnTo>
                <a:lnTo>
                  <a:pt x="49432" y="55963"/>
                </a:lnTo>
                <a:lnTo>
                  <a:pt x="49118" y="56293"/>
                </a:lnTo>
                <a:lnTo>
                  <a:pt x="48795" y="56615"/>
                </a:lnTo>
                <a:lnTo>
                  <a:pt x="48464" y="56930"/>
                </a:lnTo>
                <a:lnTo>
                  <a:pt x="48125" y="57236"/>
                </a:lnTo>
                <a:lnTo>
                  <a:pt x="47777" y="57535"/>
                </a:lnTo>
                <a:lnTo>
                  <a:pt x="47421" y="57825"/>
                </a:lnTo>
                <a:lnTo>
                  <a:pt x="47057" y="58108"/>
                </a:lnTo>
                <a:lnTo>
                  <a:pt x="46684" y="58383"/>
                </a:lnTo>
                <a:lnTo>
                  <a:pt x="46303" y="58650"/>
                </a:lnTo>
                <a:lnTo>
                  <a:pt x="45914" y="58910"/>
                </a:lnTo>
                <a:lnTo>
                  <a:pt x="45516" y="59160"/>
                </a:lnTo>
                <a:lnTo>
                  <a:pt x="45109" y="59399"/>
                </a:lnTo>
                <a:lnTo>
                  <a:pt x="44694" y="59628"/>
                </a:lnTo>
                <a:lnTo>
                  <a:pt x="44271" y="59846"/>
                </a:lnTo>
                <a:lnTo>
                  <a:pt x="43839" y="60053"/>
                </a:lnTo>
                <a:lnTo>
                  <a:pt x="43398" y="60250"/>
                </a:lnTo>
                <a:lnTo>
                  <a:pt x="42949" y="60436"/>
                </a:lnTo>
                <a:lnTo>
                  <a:pt x="42492" y="60612"/>
                </a:lnTo>
                <a:lnTo>
                  <a:pt x="42026" y="60777"/>
                </a:lnTo>
                <a:lnTo>
                  <a:pt x="41551" y="60931"/>
                </a:lnTo>
                <a:lnTo>
                  <a:pt x="41068" y="61075"/>
                </a:lnTo>
                <a:lnTo>
                  <a:pt x="40576" y="61208"/>
                </a:lnTo>
                <a:lnTo>
                  <a:pt x="40076" y="61330"/>
                </a:lnTo>
                <a:lnTo>
                  <a:pt x="39567" y="61442"/>
                </a:lnTo>
                <a:lnTo>
                  <a:pt x="39050" y="61543"/>
                </a:lnTo>
                <a:lnTo>
                  <a:pt x="38524" y="61634"/>
                </a:lnTo>
                <a:lnTo>
                  <a:pt x="37989" y="61713"/>
                </a:lnTo>
                <a:lnTo>
                  <a:pt x="37447" y="61783"/>
                </a:lnTo>
                <a:lnTo>
                  <a:pt x="36895" y="61841"/>
                </a:lnTo>
                <a:lnTo>
                  <a:pt x="36335" y="61889"/>
                </a:lnTo>
                <a:lnTo>
                  <a:pt x="35767" y="61926"/>
                </a:lnTo>
                <a:lnTo>
                  <a:pt x="35190" y="61953"/>
                </a:lnTo>
                <a:lnTo>
                  <a:pt x="34604" y="61969"/>
                </a:lnTo>
                <a:lnTo>
                  <a:pt x="34010" y="61974"/>
                </a:lnTo>
                <a:lnTo>
                  <a:pt x="23240" y="61974"/>
                </a:lnTo>
                <a:lnTo>
                  <a:pt x="23240" y="65847"/>
                </a:lnTo>
                <a:lnTo>
                  <a:pt x="23240" y="72555"/>
                </a:lnTo>
                <a:lnTo>
                  <a:pt x="23240" y="76334"/>
                </a:lnTo>
                <a:lnTo>
                  <a:pt x="34010" y="76334"/>
                </a:lnTo>
                <a:lnTo>
                  <a:pt x="34597" y="76339"/>
                </a:lnTo>
                <a:lnTo>
                  <a:pt x="35177" y="76353"/>
                </a:lnTo>
                <a:lnTo>
                  <a:pt x="35751" y="76376"/>
                </a:lnTo>
                <a:lnTo>
                  <a:pt x="36317" y="76409"/>
                </a:lnTo>
                <a:lnTo>
                  <a:pt x="36876" y="76451"/>
                </a:lnTo>
                <a:lnTo>
                  <a:pt x="37429" y="76503"/>
                </a:lnTo>
                <a:lnTo>
                  <a:pt x="37975" y="76563"/>
                </a:lnTo>
                <a:lnTo>
                  <a:pt x="38513" y="76634"/>
                </a:lnTo>
                <a:lnTo>
                  <a:pt x="39045" y="76713"/>
                </a:lnTo>
                <a:lnTo>
                  <a:pt x="39570" y="76802"/>
                </a:lnTo>
                <a:lnTo>
                  <a:pt x="40088" y="76901"/>
                </a:lnTo>
                <a:lnTo>
                  <a:pt x="40600" y="77008"/>
                </a:lnTo>
                <a:lnTo>
                  <a:pt x="41104" y="77126"/>
                </a:lnTo>
                <a:lnTo>
                  <a:pt x="41601" y="77252"/>
                </a:lnTo>
                <a:lnTo>
                  <a:pt x="42092" y="77388"/>
                </a:lnTo>
                <a:lnTo>
                  <a:pt x="42576" y="77533"/>
                </a:lnTo>
                <a:lnTo>
                  <a:pt x="43052" y="77688"/>
                </a:lnTo>
                <a:lnTo>
                  <a:pt x="43522" y="77852"/>
                </a:lnTo>
                <a:lnTo>
                  <a:pt x="43985" y="78025"/>
                </a:lnTo>
                <a:lnTo>
                  <a:pt x="44442" y="78208"/>
                </a:lnTo>
                <a:lnTo>
                  <a:pt x="44891" y="78400"/>
                </a:lnTo>
                <a:lnTo>
                  <a:pt x="45333" y="78601"/>
                </a:lnTo>
                <a:lnTo>
                  <a:pt x="45769" y="78812"/>
                </a:lnTo>
                <a:lnTo>
                  <a:pt x="46197" y="79032"/>
                </a:lnTo>
                <a:lnTo>
                  <a:pt x="46618" y="79262"/>
                </a:lnTo>
                <a:lnTo>
                  <a:pt x="47031" y="79501"/>
                </a:lnTo>
                <a:lnTo>
                  <a:pt x="47436" y="79751"/>
                </a:lnTo>
                <a:lnTo>
                  <a:pt x="47833" y="80010"/>
                </a:lnTo>
                <a:lnTo>
                  <a:pt x="48222" y="80279"/>
                </a:lnTo>
                <a:lnTo>
                  <a:pt x="48603" y="80558"/>
                </a:lnTo>
                <a:lnTo>
                  <a:pt x="48976" y="80846"/>
                </a:lnTo>
                <a:lnTo>
                  <a:pt x="49341" y="81145"/>
                </a:lnTo>
                <a:lnTo>
                  <a:pt x="49698" y="81454"/>
                </a:lnTo>
                <a:lnTo>
                  <a:pt x="50047" y="81772"/>
                </a:lnTo>
                <a:lnTo>
                  <a:pt x="50387" y="82100"/>
                </a:lnTo>
                <a:lnTo>
                  <a:pt x="50720" y="82438"/>
                </a:lnTo>
                <a:lnTo>
                  <a:pt x="51045" y="82786"/>
                </a:lnTo>
                <a:lnTo>
                  <a:pt x="51361" y="83144"/>
                </a:lnTo>
                <a:lnTo>
                  <a:pt x="51670" y="83512"/>
                </a:lnTo>
                <a:lnTo>
                  <a:pt x="51970" y="83890"/>
                </a:lnTo>
                <a:lnTo>
                  <a:pt x="52263" y="84277"/>
                </a:lnTo>
                <a:lnTo>
                  <a:pt x="52547" y="84675"/>
                </a:lnTo>
                <a:lnTo>
                  <a:pt x="52824" y="85082"/>
                </a:lnTo>
                <a:lnTo>
                  <a:pt x="53092" y="85499"/>
                </a:lnTo>
                <a:lnTo>
                  <a:pt x="53353" y="85926"/>
                </a:lnTo>
                <a:lnTo>
                  <a:pt x="53605" y="86363"/>
                </a:lnTo>
                <a:lnTo>
                  <a:pt x="53849" y="86810"/>
                </a:lnTo>
                <a:lnTo>
                  <a:pt x="54086" y="87266"/>
                </a:lnTo>
                <a:lnTo>
                  <a:pt x="54313" y="87733"/>
                </a:lnTo>
                <a:lnTo>
                  <a:pt x="54531" y="88210"/>
                </a:lnTo>
                <a:lnTo>
                  <a:pt x="54739" y="88698"/>
                </a:lnTo>
                <a:lnTo>
                  <a:pt x="54937" y="89197"/>
                </a:lnTo>
                <a:lnTo>
                  <a:pt x="55126" y="89706"/>
                </a:lnTo>
                <a:lnTo>
                  <a:pt x="55305" y="90226"/>
                </a:lnTo>
                <a:lnTo>
                  <a:pt x="55474" y="90757"/>
                </a:lnTo>
                <a:lnTo>
                  <a:pt x="55634" y="91299"/>
                </a:lnTo>
                <a:lnTo>
                  <a:pt x="55784" y="91851"/>
                </a:lnTo>
                <a:lnTo>
                  <a:pt x="55924" y="92414"/>
                </a:lnTo>
                <a:lnTo>
                  <a:pt x="56055" y="92987"/>
                </a:lnTo>
                <a:lnTo>
                  <a:pt x="56176" y="93571"/>
                </a:lnTo>
                <a:lnTo>
                  <a:pt x="56287" y="94166"/>
                </a:lnTo>
                <a:lnTo>
                  <a:pt x="56389" y="94772"/>
                </a:lnTo>
                <a:lnTo>
                  <a:pt x="56481" y="95388"/>
                </a:lnTo>
                <a:lnTo>
                  <a:pt x="56563" y="96015"/>
                </a:lnTo>
                <a:lnTo>
                  <a:pt x="56635" y="96653"/>
                </a:lnTo>
                <a:lnTo>
                  <a:pt x="56698" y="97301"/>
                </a:lnTo>
                <a:lnTo>
                  <a:pt x="56752" y="97961"/>
                </a:lnTo>
                <a:lnTo>
                  <a:pt x="56795" y="98630"/>
                </a:lnTo>
                <a:lnTo>
                  <a:pt x="56829" y="99311"/>
                </a:lnTo>
                <a:lnTo>
                  <a:pt x="56853" y="100002"/>
                </a:lnTo>
                <a:lnTo>
                  <a:pt x="56868" y="100704"/>
                </a:lnTo>
                <a:lnTo>
                  <a:pt x="56873" y="101416"/>
                </a:lnTo>
                <a:lnTo>
                  <a:pt x="56868" y="102129"/>
                </a:lnTo>
                <a:lnTo>
                  <a:pt x="56855" y="102831"/>
                </a:lnTo>
                <a:lnTo>
                  <a:pt x="56833" y="103524"/>
                </a:lnTo>
                <a:lnTo>
                  <a:pt x="56803" y="104206"/>
                </a:lnTo>
                <a:lnTo>
                  <a:pt x="56764" y="104877"/>
                </a:lnTo>
                <a:lnTo>
                  <a:pt x="56716" y="105539"/>
                </a:lnTo>
                <a:lnTo>
                  <a:pt x="56660" y="106191"/>
                </a:lnTo>
                <a:lnTo>
                  <a:pt x="56594" y="106832"/>
                </a:lnTo>
                <a:lnTo>
                  <a:pt x="56520" y="107463"/>
                </a:lnTo>
                <a:lnTo>
                  <a:pt x="56438" y="108084"/>
                </a:lnTo>
                <a:lnTo>
                  <a:pt x="56347" y="108695"/>
                </a:lnTo>
                <a:lnTo>
                  <a:pt x="56247" y="109295"/>
                </a:lnTo>
                <a:lnTo>
                  <a:pt x="56138" y="109886"/>
                </a:lnTo>
                <a:lnTo>
                  <a:pt x="56021" y="110466"/>
                </a:lnTo>
                <a:lnTo>
                  <a:pt x="55895" y="111036"/>
                </a:lnTo>
                <a:lnTo>
                  <a:pt x="55760" y="111596"/>
                </a:lnTo>
                <a:lnTo>
                  <a:pt x="55616" y="112145"/>
                </a:lnTo>
                <a:lnTo>
                  <a:pt x="55464" y="112685"/>
                </a:lnTo>
                <a:lnTo>
                  <a:pt x="55303" y="113214"/>
                </a:lnTo>
                <a:lnTo>
                  <a:pt x="55134" y="113733"/>
                </a:lnTo>
                <a:lnTo>
                  <a:pt x="54956" y="114242"/>
                </a:lnTo>
                <a:lnTo>
                  <a:pt x="54769" y="114741"/>
                </a:lnTo>
                <a:lnTo>
                  <a:pt x="54573" y="115230"/>
                </a:lnTo>
                <a:lnTo>
                  <a:pt x="54369" y="115708"/>
                </a:lnTo>
                <a:lnTo>
                  <a:pt x="54157" y="116176"/>
                </a:lnTo>
                <a:lnTo>
                  <a:pt x="53938" y="116634"/>
                </a:lnTo>
                <a:lnTo>
                  <a:pt x="53711" y="117083"/>
                </a:lnTo>
                <a:lnTo>
                  <a:pt x="53478" y="117521"/>
                </a:lnTo>
                <a:lnTo>
                  <a:pt x="53238" y="117949"/>
                </a:lnTo>
                <a:lnTo>
                  <a:pt x="52990" y="118367"/>
                </a:lnTo>
                <a:lnTo>
                  <a:pt x="52736" y="118775"/>
                </a:lnTo>
                <a:lnTo>
                  <a:pt x="52474" y="119173"/>
                </a:lnTo>
                <a:lnTo>
                  <a:pt x="52206" y="119561"/>
                </a:lnTo>
                <a:lnTo>
                  <a:pt x="51930" y="119939"/>
                </a:lnTo>
                <a:lnTo>
                  <a:pt x="51647" y="120307"/>
                </a:lnTo>
                <a:lnTo>
                  <a:pt x="51358" y="120664"/>
                </a:lnTo>
                <a:lnTo>
                  <a:pt x="51061" y="121012"/>
                </a:lnTo>
                <a:lnTo>
                  <a:pt x="50757" y="121350"/>
                </a:lnTo>
                <a:lnTo>
                  <a:pt x="50446" y="121678"/>
                </a:lnTo>
                <a:lnTo>
                  <a:pt x="50128" y="121996"/>
                </a:lnTo>
                <a:lnTo>
                  <a:pt x="49803" y="122304"/>
                </a:lnTo>
                <a:lnTo>
                  <a:pt x="49471" y="122602"/>
                </a:lnTo>
                <a:lnTo>
                  <a:pt x="49132" y="122889"/>
                </a:lnTo>
                <a:lnTo>
                  <a:pt x="48786" y="123167"/>
                </a:lnTo>
                <a:lnTo>
                  <a:pt x="48433" y="123435"/>
                </a:lnTo>
                <a:lnTo>
                  <a:pt x="48072" y="123693"/>
                </a:lnTo>
                <a:lnTo>
                  <a:pt x="47705" y="123941"/>
                </a:lnTo>
                <a:lnTo>
                  <a:pt x="47331" y="124178"/>
                </a:lnTo>
                <a:lnTo>
                  <a:pt x="46950" y="124406"/>
                </a:lnTo>
                <a:lnTo>
                  <a:pt x="46563" y="124624"/>
                </a:lnTo>
                <a:lnTo>
                  <a:pt x="46171" y="124833"/>
                </a:lnTo>
                <a:lnTo>
                  <a:pt x="45772" y="125032"/>
                </a:lnTo>
                <a:lnTo>
                  <a:pt x="45368" y="125221"/>
                </a:lnTo>
                <a:lnTo>
                  <a:pt x="44957" y="125400"/>
                </a:lnTo>
                <a:lnTo>
                  <a:pt x="44541" y="125570"/>
                </a:lnTo>
                <a:lnTo>
                  <a:pt x="44119" y="125730"/>
                </a:lnTo>
                <a:lnTo>
                  <a:pt x="43691" y="125880"/>
                </a:lnTo>
                <a:lnTo>
                  <a:pt x="43257" y="126021"/>
                </a:lnTo>
                <a:lnTo>
                  <a:pt x="42817" y="126152"/>
                </a:lnTo>
                <a:lnTo>
                  <a:pt x="42371" y="126273"/>
                </a:lnTo>
                <a:lnTo>
                  <a:pt x="41919" y="126385"/>
                </a:lnTo>
                <a:lnTo>
                  <a:pt x="41462" y="126486"/>
                </a:lnTo>
                <a:lnTo>
                  <a:pt x="40998" y="126578"/>
                </a:lnTo>
                <a:lnTo>
                  <a:pt x="40529" y="126661"/>
                </a:lnTo>
                <a:lnTo>
                  <a:pt x="40053" y="126734"/>
                </a:lnTo>
                <a:lnTo>
                  <a:pt x="39572" y="126797"/>
                </a:lnTo>
                <a:lnTo>
                  <a:pt x="39085" y="126850"/>
                </a:lnTo>
                <a:lnTo>
                  <a:pt x="38592" y="126894"/>
                </a:lnTo>
                <a:lnTo>
                  <a:pt x="38093" y="126928"/>
                </a:lnTo>
                <a:lnTo>
                  <a:pt x="37588" y="126952"/>
                </a:lnTo>
                <a:lnTo>
                  <a:pt x="37078" y="126966"/>
                </a:lnTo>
                <a:lnTo>
                  <a:pt x="36561" y="126971"/>
                </a:lnTo>
                <a:lnTo>
                  <a:pt x="36044" y="126966"/>
                </a:lnTo>
                <a:lnTo>
                  <a:pt x="35534" y="126950"/>
                </a:lnTo>
                <a:lnTo>
                  <a:pt x="35030" y="126925"/>
                </a:lnTo>
                <a:lnTo>
                  <a:pt x="34532" y="126888"/>
                </a:lnTo>
                <a:lnTo>
                  <a:pt x="34041" y="126842"/>
                </a:lnTo>
                <a:lnTo>
                  <a:pt x="33555" y="126784"/>
                </a:lnTo>
                <a:lnTo>
                  <a:pt x="33076" y="126717"/>
                </a:lnTo>
                <a:lnTo>
                  <a:pt x="32604" y="126639"/>
                </a:lnTo>
                <a:lnTo>
                  <a:pt x="32137" y="126551"/>
                </a:lnTo>
                <a:lnTo>
                  <a:pt x="31677" y="126453"/>
                </a:lnTo>
                <a:lnTo>
                  <a:pt x="31222" y="126344"/>
                </a:lnTo>
                <a:lnTo>
                  <a:pt x="30774" y="126224"/>
                </a:lnTo>
                <a:lnTo>
                  <a:pt x="30333" y="126095"/>
                </a:lnTo>
                <a:lnTo>
                  <a:pt x="29897" y="125955"/>
                </a:lnTo>
                <a:lnTo>
                  <a:pt x="29468" y="125804"/>
                </a:lnTo>
                <a:lnTo>
                  <a:pt x="29045" y="125643"/>
                </a:lnTo>
                <a:lnTo>
                  <a:pt x="28628" y="125472"/>
                </a:lnTo>
                <a:lnTo>
                  <a:pt x="28218" y="125291"/>
                </a:lnTo>
                <a:lnTo>
                  <a:pt x="27813" y="125099"/>
                </a:lnTo>
                <a:lnTo>
                  <a:pt x="27415" y="124896"/>
                </a:lnTo>
                <a:lnTo>
                  <a:pt x="27024" y="124684"/>
                </a:lnTo>
                <a:lnTo>
                  <a:pt x="26638" y="124461"/>
                </a:lnTo>
                <a:lnTo>
                  <a:pt x="26259" y="124227"/>
                </a:lnTo>
                <a:lnTo>
                  <a:pt x="25886" y="123984"/>
                </a:lnTo>
                <a:lnTo>
                  <a:pt x="25519" y="123730"/>
                </a:lnTo>
                <a:lnTo>
                  <a:pt x="25160" y="123469"/>
                </a:lnTo>
                <a:lnTo>
                  <a:pt x="24808" y="123199"/>
                </a:lnTo>
                <a:lnTo>
                  <a:pt x="24463" y="122920"/>
                </a:lnTo>
                <a:lnTo>
                  <a:pt x="24126" y="122634"/>
                </a:lnTo>
                <a:lnTo>
                  <a:pt x="23795" y="122339"/>
                </a:lnTo>
                <a:lnTo>
                  <a:pt x="23472" y="122035"/>
                </a:lnTo>
                <a:lnTo>
                  <a:pt x="23156" y="121723"/>
                </a:lnTo>
                <a:lnTo>
                  <a:pt x="22848" y="121403"/>
                </a:lnTo>
                <a:lnTo>
                  <a:pt x="22546" y="121074"/>
                </a:lnTo>
                <a:lnTo>
                  <a:pt x="22252" y="120737"/>
                </a:lnTo>
                <a:lnTo>
                  <a:pt x="21965" y="120391"/>
                </a:lnTo>
                <a:lnTo>
                  <a:pt x="21685" y="120037"/>
                </a:lnTo>
                <a:lnTo>
                  <a:pt x="21412" y="119675"/>
                </a:lnTo>
                <a:lnTo>
                  <a:pt x="21147" y="119304"/>
                </a:lnTo>
                <a:lnTo>
                  <a:pt x="20889" y="118925"/>
                </a:lnTo>
                <a:lnTo>
                  <a:pt x="20638" y="118538"/>
                </a:lnTo>
                <a:lnTo>
                  <a:pt x="20394" y="118142"/>
                </a:lnTo>
                <a:lnTo>
                  <a:pt x="20158" y="117738"/>
                </a:lnTo>
                <a:lnTo>
                  <a:pt x="19928" y="117325"/>
                </a:lnTo>
                <a:lnTo>
                  <a:pt x="19706" y="116904"/>
                </a:lnTo>
                <a:lnTo>
                  <a:pt x="19492" y="116474"/>
                </a:lnTo>
                <a:lnTo>
                  <a:pt x="19284" y="116036"/>
                </a:lnTo>
                <a:lnTo>
                  <a:pt x="19083" y="115590"/>
                </a:lnTo>
                <a:lnTo>
                  <a:pt x="18891" y="115137"/>
                </a:lnTo>
                <a:lnTo>
                  <a:pt x="18706" y="114677"/>
                </a:lnTo>
                <a:lnTo>
                  <a:pt x="18530" y="114211"/>
                </a:lnTo>
                <a:lnTo>
                  <a:pt x="18362" y="113738"/>
                </a:lnTo>
                <a:lnTo>
                  <a:pt x="18202" y="113260"/>
                </a:lnTo>
                <a:lnTo>
                  <a:pt x="18050" y="112775"/>
                </a:lnTo>
                <a:lnTo>
                  <a:pt x="17907" y="112283"/>
                </a:lnTo>
                <a:lnTo>
                  <a:pt x="17771" y="111786"/>
                </a:lnTo>
                <a:lnTo>
                  <a:pt x="17644" y="111282"/>
                </a:lnTo>
                <a:lnTo>
                  <a:pt x="17525" y="110772"/>
                </a:lnTo>
                <a:lnTo>
                  <a:pt x="17415" y="110256"/>
                </a:lnTo>
                <a:lnTo>
                  <a:pt x="17312" y="109734"/>
                </a:lnTo>
                <a:lnTo>
                  <a:pt x="17218" y="109205"/>
                </a:lnTo>
                <a:lnTo>
                  <a:pt x="17132" y="108670"/>
                </a:lnTo>
                <a:lnTo>
                  <a:pt x="17054" y="108129"/>
                </a:lnTo>
                <a:lnTo>
                  <a:pt x="16984" y="107581"/>
                </a:lnTo>
                <a:lnTo>
                  <a:pt x="16923" y="107027"/>
                </a:lnTo>
                <a:lnTo>
                  <a:pt x="16869" y="106467"/>
                </a:lnTo>
                <a:lnTo>
                  <a:pt x="16824" y="105901"/>
                </a:lnTo>
                <a:lnTo>
                  <a:pt x="16787" y="105328"/>
                </a:lnTo>
                <a:lnTo>
                  <a:pt x="16759" y="104749"/>
                </a:lnTo>
                <a:lnTo>
                  <a:pt x="16738" y="104164"/>
                </a:lnTo>
                <a:lnTo>
                  <a:pt x="16726" y="103573"/>
                </a:lnTo>
                <a:lnTo>
                  <a:pt x="16722" y="102975"/>
                </a:lnTo>
                <a:lnTo>
                  <a:pt x="0" y="102975"/>
                </a:lnTo>
                <a:lnTo>
                  <a:pt x="5" y="103737"/>
                </a:lnTo>
                <a:lnTo>
                  <a:pt x="19" y="104492"/>
                </a:lnTo>
                <a:lnTo>
                  <a:pt x="44" y="105240"/>
                </a:lnTo>
                <a:lnTo>
                  <a:pt x="77" y="105981"/>
                </a:lnTo>
                <a:lnTo>
                  <a:pt x="121" y="106715"/>
                </a:lnTo>
                <a:lnTo>
                  <a:pt x="174" y="107442"/>
                </a:lnTo>
                <a:lnTo>
                  <a:pt x="237" y="108161"/>
                </a:lnTo>
                <a:lnTo>
                  <a:pt x="310" y="108874"/>
                </a:lnTo>
                <a:lnTo>
                  <a:pt x="392" y="109579"/>
                </a:lnTo>
                <a:lnTo>
                  <a:pt x="484" y="110278"/>
                </a:lnTo>
                <a:lnTo>
                  <a:pt x="585" y="110969"/>
                </a:lnTo>
                <a:lnTo>
                  <a:pt x="697" y="111653"/>
                </a:lnTo>
                <a:lnTo>
                  <a:pt x="818" y="112331"/>
                </a:lnTo>
                <a:lnTo>
                  <a:pt x="948" y="113001"/>
                </a:lnTo>
                <a:lnTo>
                  <a:pt x="1089" y="113664"/>
                </a:lnTo>
                <a:lnTo>
                  <a:pt x="1239" y="114320"/>
                </a:lnTo>
                <a:lnTo>
                  <a:pt x="1398" y="114969"/>
                </a:lnTo>
                <a:lnTo>
                  <a:pt x="1568" y="115611"/>
                </a:lnTo>
                <a:lnTo>
                  <a:pt x="1747" y="116245"/>
                </a:lnTo>
                <a:lnTo>
                  <a:pt x="1935" y="116873"/>
                </a:lnTo>
                <a:lnTo>
                  <a:pt x="2134" y="117494"/>
                </a:lnTo>
                <a:lnTo>
                  <a:pt x="2342" y="118107"/>
                </a:lnTo>
                <a:lnTo>
                  <a:pt x="2560" y="118714"/>
                </a:lnTo>
                <a:lnTo>
                  <a:pt x="2787" y="119313"/>
                </a:lnTo>
                <a:lnTo>
                  <a:pt x="3023" y="119905"/>
                </a:lnTo>
                <a:lnTo>
                  <a:pt x="3267" y="120489"/>
                </a:lnTo>
                <a:lnTo>
                  <a:pt x="3518" y="121065"/>
                </a:lnTo>
                <a:lnTo>
                  <a:pt x="3778" y="121633"/>
                </a:lnTo>
                <a:lnTo>
                  <a:pt x="4045" y="122194"/>
                </a:lnTo>
                <a:lnTo>
                  <a:pt x="4319" y="122746"/>
                </a:lnTo>
                <a:lnTo>
                  <a:pt x="4602" y="123291"/>
                </a:lnTo>
                <a:lnTo>
                  <a:pt x="4892" y="123827"/>
                </a:lnTo>
                <a:lnTo>
                  <a:pt x="5189" y="124356"/>
                </a:lnTo>
                <a:lnTo>
                  <a:pt x="5495" y="124877"/>
                </a:lnTo>
                <a:lnTo>
                  <a:pt x="5808" y="125390"/>
                </a:lnTo>
                <a:lnTo>
                  <a:pt x="6129" y="125895"/>
                </a:lnTo>
                <a:lnTo>
                  <a:pt x="6458" y="126392"/>
                </a:lnTo>
                <a:lnTo>
                  <a:pt x="6794" y="126882"/>
                </a:lnTo>
                <a:lnTo>
                  <a:pt x="7138" y="127363"/>
                </a:lnTo>
                <a:lnTo>
                  <a:pt x="7490" y="127837"/>
                </a:lnTo>
                <a:lnTo>
                  <a:pt x="7849" y="128302"/>
                </a:lnTo>
                <a:lnTo>
                  <a:pt x="8216" y="128760"/>
                </a:lnTo>
                <a:lnTo>
                  <a:pt x="8591" y="129210"/>
                </a:lnTo>
                <a:lnTo>
                  <a:pt x="8974" y="129652"/>
                </a:lnTo>
                <a:lnTo>
                  <a:pt x="9364" y="130086"/>
                </a:lnTo>
                <a:lnTo>
                  <a:pt x="9762" y="130512"/>
                </a:lnTo>
                <a:lnTo>
                  <a:pt x="10168" y="130930"/>
                </a:lnTo>
                <a:lnTo>
                  <a:pt x="10581" y="131341"/>
                </a:lnTo>
                <a:lnTo>
                  <a:pt x="11001" y="131743"/>
                </a:lnTo>
                <a:lnTo>
                  <a:pt x="11427" y="132137"/>
                </a:lnTo>
                <a:lnTo>
                  <a:pt x="11858" y="132524"/>
                </a:lnTo>
                <a:lnTo>
                  <a:pt x="12295" y="132902"/>
                </a:lnTo>
                <a:lnTo>
                  <a:pt x="12737" y="133272"/>
                </a:lnTo>
                <a:lnTo>
                  <a:pt x="13185" y="133634"/>
                </a:lnTo>
                <a:lnTo>
                  <a:pt x="13638" y="133988"/>
                </a:lnTo>
                <a:lnTo>
                  <a:pt x="14097" y="134334"/>
                </a:lnTo>
                <a:lnTo>
                  <a:pt x="14562" y="134672"/>
                </a:lnTo>
                <a:lnTo>
                  <a:pt x="15032" y="135002"/>
                </a:lnTo>
                <a:lnTo>
                  <a:pt x="15508" y="135324"/>
                </a:lnTo>
                <a:lnTo>
                  <a:pt x="15989" y="135638"/>
                </a:lnTo>
                <a:lnTo>
                  <a:pt x="16476" y="135943"/>
                </a:lnTo>
                <a:lnTo>
                  <a:pt x="16969" y="136241"/>
                </a:lnTo>
                <a:lnTo>
                  <a:pt x="17467" y="136531"/>
                </a:lnTo>
                <a:lnTo>
                  <a:pt x="17971" y="136812"/>
                </a:lnTo>
                <a:lnTo>
                  <a:pt x="18480" y="137086"/>
                </a:lnTo>
                <a:lnTo>
                  <a:pt x="18995" y="137351"/>
                </a:lnTo>
                <a:lnTo>
                  <a:pt x="19515" y="137608"/>
                </a:lnTo>
                <a:lnTo>
                  <a:pt x="20041" y="137858"/>
                </a:lnTo>
                <a:lnTo>
                  <a:pt x="20573" y="138099"/>
                </a:lnTo>
                <a:lnTo>
                  <a:pt x="21110" y="138332"/>
                </a:lnTo>
                <a:lnTo>
                  <a:pt x="21653" y="138557"/>
                </a:lnTo>
                <a:lnTo>
                  <a:pt x="22201" y="138774"/>
                </a:lnTo>
                <a:lnTo>
                  <a:pt x="22754" y="138983"/>
                </a:lnTo>
                <a:lnTo>
                  <a:pt x="23311" y="139183"/>
                </a:lnTo>
                <a:lnTo>
                  <a:pt x="23872" y="139374"/>
                </a:lnTo>
                <a:lnTo>
                  <a:pt x="24437" y="139556"/>
                </a:lnTo>
                <a:lnTo>
                  <a:pt x="25006" y="139729"/>
                </a:lnTo>
                <a:lnTo>
                  <a:pt x="25578" y="139893"/>
                </a:lnTo>
                <a:lnTo>
                  <a:pt x="26155" y="140048"/>
                </a:lnTo>
                <a:lnTo>
                  <a:pt x="26736" y="140195"/>
                </a:lnTo>
                <a:lnTo>
                  <a:pt x="27320" y="140332"/>
                </a:lnTo>
                <a:lnTo>
                  <a:pt x="27909" y="140461"/>
                </a:lnTo>
                <a:lnTo>
                  <a:pt x="28501" y="140581"/>
                </a:lnTo>
                <a:lnTo>
                  <a:pt x="29098" y="140692"/>
                </a:lnTo>
                <a:lnTo>
                  <a:pt x="29698" y="140794"/>
                </a:lnTo>
                <a:lnTo>
                  <a:pt x="30302" y="140887"/>
                </a:lnTo>
                <a:lnTo>
                  <a:pt x="30910" y="140972"/>
                </a:lnTo>
                <a:lnTo>
                  <a:pt x="31522" y="141047"/>
                </a:lnTo>
                <a:lnTo>
                  <a:pt x="32138" y="141114"/>
                </a:lnTo>
                <a:lnTo>
                  <a:pt x="32758" y="141171"/>
                </a:lnTo>
                <a:lnTo>
                  <a:pt x="33382" y="141220"/>
                </a:lnTo>
                <a:lnTo>
                  <a:pt x="34010" y="141260"/>
                </a:lnTo>
                <a:lnTo>
                  <a:pt x="34642" y="141291"/>
                </a:lnTo>
                <a:lnTo>
                  <a:pt x="35278" y="141313"/>
                </a:lnTo>
                <a:lnTo>
                  <a:pt x="35917" y="141327"/>
                </a:lnTo>
                <a:lnTo>
                  <a:pt x="36561" y="141331"/>
                </a:lnTo>
                <a:lnTo>
                  <a:pt x="37220" y="141326"/>
                </a:lnTo>
                <a:lnTo>
                  <a:pt x="37875" y="141313"/>
                </a:lnTo>
                <a:lnTo>
                  <a:pt x="38526" y="141290"/>
                </a:lnTo>
                <a:lnTo>
                  <a:pt x="39172" y="141257"/>
                </a:lnTo>
                <a:lnTo>
                  <a:pt x="39814" y="141216"/>
                </a:lnTo>
                <a:lnTo>
                  <a:pt x="40452" y="141166"/>
                </a:lnTo>
                <a:lnTo>
                  <a:pt x="41086" y="141106"/>
                </a:lnTo>
                <a:lnTo>
                  <a:pt x="41715" y="141037"/>
                </a:lnTo>
                <a:lnTo>
                  <a:pt x="42340" y="140959"/>
                </a:lnTo>
                <a:lnTo>
                  <a:pt x="42961" y="140871"/>
                </a:lnTo>
                <a:lnTo>
                  <a:pt x="43577" y="140775"/>
                </a:lnTo>
                <a:lnTo>
                  <a:pt x="44190" y="140669"/>
                </a:lnTo>
                <a:lnTo>
                  <a:pt x="44798" y="140554"/>
                </a:lnTo>
                <a:lnTo>
                  <a:pt x="45401" y="140430"/>
                </a:lnTo>
                <a:lnTo>
                  <a:pt x="46001" y="140297"/>
                </a:lnTo>
                <a:lnTo>
                  <a:pt x="46596" y="140154"/>
                </a:lnTo>
                <a:lnTo>
                  <a:pt x="47187" y="140002"/>
                </a:lnTo>
                <a:lnTo>
                  <a:pt x="47774" y="139841"/>
                </a:lnTo>
                <a:lnTo>
                  <a:pt x="48356" y="139671"/>
                </a:lnTo>
                <a:lnTo>
                  <a:pt x="48934" y="139492"/>
                </a:lnTo>
                <a:lnTo>
                  <a:pt x="49508" y="139304"/>
                </a:lnTo>
                <a:lnTo>
                  <a:pt x="50078" y="139106"/>
                </a:lnTo>
                <a:lnTo>
                  <a:pt x="50643" y="138899"/>
                </a:lnTo>
                <a:lnTo>
                  <a:pt x="51204" y="138683"/>
                </a:lnTo>
                <a:lnTo>
                  <a:pt x="51760" y="138458"/>
                </a:lnTo>
                <a:lnTo>
                  <a:pt x="52311" y="138224"/>
                </a:lnTo>
                <a:lnTo>
                  <a:pt x="52855" y="137981"/>
                </a:lnTo>
                <a:lnTo>
                  <a:pt x="53394" y="137729"/>
                </a:lnTo>
                <a:lnTo>
                  <a:pt x="53927" y="137469"/>
                </a:lnTo>
                <a:lnTo>
                  <a:pt x="54455" y="137199"/>
                </a:lnTo>
                <a:lnTo>
                  <a:pt x="54976" y="136921"/>
                </a:lnTo>
                <a:lnTo>
                  <a:pt x="55492" y="136634"/>
                </a:lnTo>
                <a:lnTo>
                  <a:pt x="56002" y="136338"/>
                </a:lnTo>
                <a:lnTo>
                  <a:pt x="56507" y="136033"/>
                </a:lnTo>
                <a:lnTo>
                  <a:pt x="57005" y="135719"/>
                </a:lnTo>
                <a:lnTo>
                  <a:pt x="57498" y="135396"/>
                </a:lnTo>
                <a:lnTo>
                  <a:pt x="57986" y="135065"/>
                </a:lnTo>
                <a:lnTo>
                  <a:pt x="58467" y="134724"/>
                </a:lnTo>
                <a:lnTo>
                  <a:pt x="58943" y="134375"/>
                </a:lnTo>
                <a:lnTo>
                  <a:pt x="59413" y="134017"/>
                </a:lnTo>
                <a:lnTo>
                  <a:pt x="59877" y="133650"/>
                </a:lnTo>
                <a:lnTo>
                  <a:pt x="60336" y="133274"/>
                </a:lnTo>
                <a:lnTo>
                  <a:pt x="60788" y="132889"/>
                </a:lnTo>
                <a:lnTo>
                  <a:pt x="61235" y="132496"/>
                </a:lnTo>
                <a:lnTo>
                  <a:pt x="61677" y="132093"/>
                </a:lnTo>
                <a:lnTo>
                  <a:pt x="62112" y="131682"/>
                </a:lnTo>
                <a:lnTo>
                  <a:pt x="62542" y="131262"/>
                </a:lnTo>
                <a:lnTo>
                  <a:pt x="62966" y="130833"/>
                </a:lnTo>
                <a:lnTo>
                  <a:pt x="63383" y="130395"/>
                </a:lnTo>
                <a:lnTo>
                  <a:pt x="63793" y="129950"/>
                </a:lnTo>
                <a:lnTo>
                  <a:pt x="64194" y="129496"/>
                </a:lnTo>
                <a:lnTo>
                  <a:pt x="64588" y="129035"/>
                </a:lnTo>
                <a:lnTo>
                  <a:pt x="64974" y="128566"/>
                </a:lnTo>
                <a:lnTo>
                  <a:pt x="65351" y="128089"/>
                </a:lnTo>
                <a:lnTo>
                  <a:pt x="65721" y="127604"/>
                </a:lnTo>
                <a:lnTo>
                  <a:pt x="66084" y="127111"/>
                </a:lnTo>
                <a:lnTo>
                  <a:pt x="66438" y="126610"/>
                </a:lnTo>
                <a:lnTo>
                  <a:pt x="66784" y="126102"/>
                </a:lnTo>
                <a:lnTo>
                  <a:pt x="67123" y="125585"/>
                </a:lnTo>
                <a:lnTo>
                  <a:pt x="67453" y="125061"/>
                </a:lnTo>
                <a:lnTo>
                  <a:pt x="67776" y="124529"/>
                </a:lnTo>
                <a:lnTo>
                  <a:pt x="68091" y="123989"/>
                </a:lnTo>
                <a:lnTo>
                  <a:pt x="68398" y="123441"/>
                </a:lnTo>
                <a:lnTo>
                  <a:pt x="68697" y="122885"/>
                </a:lnTo>
                <a:lnTo>
                  <a:pt x="68989" y="122322"/>
                </a:lnTo>
                <a:lnTo>
                  <a:pt x="69272" y="121750"/>
                </a:lnTo>
                <a:lnTo>
                  <a:pt x="69548" y="121171"/>
                </a:lnTo>
                <a:lnTo>
                  <a:pt x="69815" y="120583"/>
                </a:lnTo>
                <a:lnTo>
                  <a:pt x="70075" y="119988"/>
                </a:lnTo>
                <a:lnTo>
                  <a:pt x="70327" y="119385"/>
                </a:lnTo>
                <a:lnTo>
                  <a:pt x="70571" y="118774"/>
                </a:lnTo>
                <a:lnTo>
                  <a:pt x="70807" y="118156"/>
                </a:lnTo>
                <a:lnTo>
                  <a:pt x="71035" y="117529"/>
                </a:lnTo>
                <a:lnTo>
                  <a:pt x="71252" y="116895"/>
                </a:lnTo>
                <a:lnTo>
                  <a:pt x="71460" y="116254"/>
                </a:lnTo>
                <a:lnTo>
                  <a:pt x="71659" y="115605"/>
                </a:lnTo>
                <a:lnTo>
                  <a:pt x="71848" y="114948"/>
                </a:lnTo>
                <a:lnTo>
                  <a:pt x="72027" y="114284"/>
                </a:lnTo>
                <a:lnTo>
                  <a:pt x="72196" y="113612"/>
                </a:lnTo>
                <a:lnTo>
                  <a:pt x="72356" y="112933"/>
                </a:lnTo>
                <a:lnTo>
                  <a:pt x="72506" y="112246"/>
                </a:lnTo>
                <a:lnTo>
                  <a:pt x="72646" y="111551"/>
                </a:lnTo>
                <a:lnTo>
                  <a:pt x="72776" y="110849"/>
                </a:lnTo>
                <a:lnTo>
                  <a:pt x="72897" y="110140"/>
                </a:lnTo>
                <a:lnTo>
                  <a:pt x="73009" y="109422"/>
                </a:lnTo>
                <a:lnTo>
                  <a:pt x="73110" y="108698"/>
                </a:lnTo>
                <a:lnTo>
                  <a:pt x="73202" y="107966"/>
                </a:lnTo>
                <a:lnTo>
                  <a:pt x="73285" y="107226"/>
                </a:lnTo>
                <a:lnTo>
                  <a:pt x="73357" y="106478"/>
                </a:lnTo>
                <a:lnTo>
                  <a:pt x="73420" y="105724"/>
                </a:lnTo>
                <a:lnTo>
                  <a:pt x="73473" y="104961"/>
                </a:lnTo>
                <a:lnTo>
                  <a:pt x="73517" y="104191"/>
                </a:lnTo>
                <a:lnTo>
                  <a:pt x="73551" y="103414"/>
                </a:lnTo>
                <a:lnTo>
                  <a:pt x="73575" y="102628"/>
                </a:lnTo>
                <a:lnTo>
                  <a:pt x="73589" y="101836"/>
                </a:lnTo>
                <a:lnTo>
                  <a:pt x="73594" y="101036"/>
                </a:lnTo>
                <a:lnTo>
                  <a:pt x="73591" y="100523"/>
                </a:lnTo>
                <a:lnTo>
                  <a:pt x="73583" y="100010"/>
                </a:lnTo>
                <a:lnTo>
                  <a:pt x="73570" y="99497"/>
                </a:lnTo>
                <a:lnTo>
                  <a:pt x="73551" y="98984"/>
                </a:lnTo>
                <a:lnTo>
                  <a:pt x="73527" y="98471"/>
                </a:lnTo>
                <a:lnTo>
                  <a:pt x="73497" y="97958"/>
                </a:lnTo>
                <a:lnTo>
                  <a:pt x="73462" y="97445"/>
                </a:lnTo>
                <a:lnTo>
                  <a:pt x="73421" y="96931"/>
                </a:lnTo>
                <a:lnTo>
                  <a:pt x="73375" y="96417"/>
                </a:lnTo>
                <a:lnTo>
                  <a:pt x="73324" y="95903"/>
                </a:lnTo>
                <a:lnTo>
                  <a:pt x="73267" y="95389"/>
                </a:lnTo>
                <a:lnTo>
                  <a:pt x="73204" y="94875"/>
                </a:lnTo>
                <a:lnTo>
                  <a:pt x="73137" y="94360"/>
                </a:lnTo>
                <a:lnTo>
                  <a:pt x="73064" y="93846"/>
                </a:lnTo>
                <a:lnTo>
                  <a:pt x="72985" y="93331"/>
                </a:lnTo>
                <a:lnTo>
                  <a:pt x="72901" y="92816"/>
                </a:lnTo>
                <a:lnTo>
                  <a:pt x="72812" y="92301"/>
                </a:lnTo>
                <a:lnTo>
                  <a:pt x="72717" y="91786"/>
                </a:lnTo>
                <a:lnTo>
                  <a:pt x="72617" y="91271"/>
                </a:lnTo>
                <a:lnTo>
                  <a:pt x="72512" y="90755"/>
                </a:lnTo>
                <a:lnTo>
                  <a:pt x="72401" y="90240"/>
                </a:lnTo>
                <a:lnTo>
                  <a:pt x="72284" y="89724"/>
                </a:lnTo>
                <a:lnTo>
                  <a:pt x="72163" y="89208"/>
                </a:lnTo>
                <a:lnTo>
                  <a:pt x="72035" y="88692"/>
                </a:lnTo>
                <a:lnTo>
                  <a:pt x="71901" y="88177"/>
                </a:lnTo>
                <a:lnTo>
                  <a:pt x="71759" y="87666"/>
                </a:lnTo>
                <a:lnTo>
                  <a:pt x="71608" y="87158"/>
                </a:lnTo>
                <a:lnTo>
                  <a:pt x="71449" y="86654"/>
                </a:lnTo>
                <a:lnTo>
                  <a:pt x="71281" y="86153"/>
                </a:lnTo>
                <a:lnTo>
                  <a:pt x="71105" y="85656"/>
                </a:lnTo>
                <a:lnTo>
                  <a:pt x="70921" y="85162"/>
                </a:lnTo>
                <a:lnTo>
                  <a:pt x="70729" y="84671"/>
                </a:lnTo>
                <a:lnTo>
                  <a:pt x="70528" y="84184"/>
                </a:lnTo>
                <a:lnTo>
                  <a:pt x="70318" y="83701"/>
                </a:lnTo>
                <a:lnTo>
                  <a:pt x="70100" y="83221"/>
                </a:lnTo>
                <a:lnTo>
                  <a:pt x="69874" y="82744"/>
                </a:lnTo>
                <a:lnTo>
                  <a:pt x="69640" y="82271"/>
                </a:lnTo>
                <a:lnTo>
                  <a:pt x="69397" y="81801"/>
                </a:lnTo>
                <a:lnTo>
                  <a:pt x="69146" y="81335"/>
                </a:lnTo>
                <a:lnTo>
                  <a:pt x="68886" y="80872"/>
                </a:lnTo>
                <a:lnTo>
                  <a:pt x="68618" y="80412"/>
                </a:lnTo>
                <a:lnTo>
                  <a:pt x="68342" y="79956"/>
                </a:lnTo>
                <a:lnTo>
                  <a:pt x="68057" y="79504"/>
                </a:lnTo>
                <a:lnTo>
                  <a:pt x="67764" y="79055"/>
                </a:lnTo>
                <a:lnTo>
                  <a:pt x="67463" y="78609"/>
                </a:lnTo>
                <a:lnTo>
                  <a:pt x="67153" y="78167"/>
                </a:lnTo>
                <a:lnTo>
                  <a:pt x="66835" y="77729"/>
                </a:lnTo>
                <a:lnTo>
                  <a:pt x="66509" y="77293"/>
                </a:lnTo>
                <a:lnTo>
                  <a:pt x="66172" y="76863"/>
                </a:lnTo>
                <a:lnTo>
                  <a:pt x="65824" y="76441"/>
                </a:lnTo>
                <a:lnTo>
                  <a:pt x="65465" y="76025"/>
                </a:lnTo>
                <a:lnTo>
                  <a:pt x="65094" y="75617"/>
                </a:lnTo>
                <a:lnTo>
                  <a:pt x="64712" y="75216"/>
                </a:lnTo>
                <a:lnTo>
                  <a:pt x="64318" y="74823"/>
                </a:lnTo>
                <a:lnTo>
                  <a:pt x="63913" y="74436"/>
                </a:lnTo>
                <a:lnTo>
                  <a:pt x="63496" y="74057"/>
                </a:lnTo>
                <a:lnTo>
                  <a:pt x="63068" y="73685"/>
                </a:lnTo>
                <a:lnTo>
                  <a:pt x="62628" y="73320"/>
                </a:lnTo>
                <a:lnTo>
                  <a:pt x="62177" y="72962"/>
                </a:lnTo>
                <a:lnTo>
                  <a:pt x="61714" y="72612"/>
                </a:lnTo>
                <a:lnTo>
                  <a:pt x="61240" y="72269"/>
                </a:lnTo>
                <a:lnTo>
                  <a:pt x="60754" y="71933"/>
                </a:lnTo>
                <a:lnTo>
                  <a:pt x="60257" y="71604"/>
                </a:lnTo>
                <a:lnTo>
                  <a:pt x="59749" y="71283"/>
                </a:lnTo>
                <a:lnTo>
                  <a:pt x="59229" y="70968"/>
                </a:lnTo>
                <a:lnTo>
                  <a:pt x="58697" y="70661"/>
                </a:lnTo>
                <a:lnTo>
                  <a:pt x="58154" y="70361"/>
                </a:lnTo>
                <a:lnTo>
                  <a:pt x="57599" y="70069"/>
                </a:lnTo>
                <a:lnTo>
                  <a:pt x="57033" y="69784"/>
                </a:lnTo>
                <a:lnTo>
                  <a:pt x="56456" y="69505"/>
                </a:lnTo>
                <a:lnTo>
                  <a:pt x="55867" y="69235"/>
                </a:lnTo>
                <a:lnTo>
                  <a:pt x="55266" y="68971"/>
                </a:lnTo>
                <a:lnTo>
                  <a:pt x="54653" y="68716"/>
                </a:lnTo>
                <a:lnTo>
                  <a:pt x="54343" y="68596"/>
                </a:lnTo>
                <a:lnTo>
                  <a:pt x="54601" y="68459"/>
                </a:lnTo>
                <a:lnTo>
                  <a:pt x="55133" y="68165"/>
                </a:lnTo>
                <a:close/>
                <a:moveTo>
                  <a:pt x="170282" y="57479"/>
                </a:moveTo>
                <a:lnTo>
                  <a:pt x="170268" y="56384"/>
                </a:lnTo>
                <a:lnTo>
                  <a:pt x="170247" y="55301"/>
                </a:lnTo>
                <a:lnTo>
                  <a:pt x="170222" y="54229"/>
                </a:lnTo>
                <a:lnTo>
                  <a:pt x="170190" y="53170"/>
                </a:lnTo>
                <a:lnTo>
                  <a:pt x="170153" y="52123"/>
                </a:lnTo>
                <a:lnTo>
                  <a:pt x="170110" y="51089"/>
                </a:lnTo>
                <a:lnTo>
                  <a:pt x="170061" y="50066"/>
                </a:lnTo>
                <a:lnTo>
                  <a:pt x="170006" y="49056"/>
                </a:lnTo>
                <a:lnTo>
                  <a:pt x="169946" y="48057"/>
                </a:lnTo>
                <a:lnTo>
                  <a:pt x="169880" y="47071"/>
                </a:lnTo>
                <a:lnTo>
                  <a:pt x="169808" y="46097"/>
                </a:lnTo>
                <a:lnTo>
                  <a:pt x="169731" y="45135"/>
                </a:lnTo>
                <a:lnTo>
                  <a:pt x="169648" y="44185"/>
                </a:lnTo>
                <a:lnTo>
                  <a:pt x="169559" y="43247"/>
                </a:lnTo>
                <a:lnTo>
                  <a:pt x="169464" y="42322"/>
                </a:lnTo>
                <a:lnTo>
                  <a:pt x="169363" y="41409"/>
                </a:lnTo>
                <a:lnTo>
                  <a:pt x="169257" y="40507"/>
                </a:lnTo>
                <a:lnTo>
                  <a:pt x="169145" y="39618"/>
                </a:lnTo>
                <a:lnTo>
                  <a:pt x="169028" y="38741"/>
                </a:lnTo>
                <a:lnTo>
                  <a:pt x="168904" y="37876"/>
                </a:lnTo>
                <a:lnTo>
                  <a:pt x="168775" y="37024"/>
                </a:lnTo>
                <a:lnTo>
                  <a:pt x="168640" y="36183"/>
                </a:lnTo>
                <a:lnTo>
                  <a:pt x="168500" y="35354"/>
                </a:lnTo>
                <a:lnTo>
                  <a:pt x="168354" y="34535"/>
                </a:lnTo>
                <a:lnTo>
                  <a:pt x="168202" y="33727"/>
                </a:lnTo>
                <a:lnTo>
                  <a:pt x="168046" y="32930"/>
                </a:lnTo>
                <a:lnTo>
                  <a:pt x="167884" y="32144"/>
                </a:lnTo>
                <a:lnTo>
                  <a:pt x="167716" y="31368"/>
                </a:lnTo>
                <a:lnTo>
                  <a:pt x="167543" y="30603"/>
                </a:lnTo>
                <a:lnTo>
                  <a:pt x="167365" y="29848"/>
                </a:lnTo>
                <a:lnTo>
                  <a:pt x="167181" y="29104"/>
                </a:lnTo>
                <a:lnTo>
                  <a:pt x="166992" y="28371"/>
                </a:lnTo>
                <a:lnTo>
                  <a:pt x="166797" y="27648"/>
                </a:lnTo>
                <a:lnTo>
                  <a:pt x="166597" y="26937"/>
                </a:lnTo>
                <a:lnTo>
                  <a:pt x="166392" y="26235"/>
                </a:lnTo>
                <a:lnTo>
                  <a:pt x="166181" y="25545"/>
                </a:lnTo>
                <a:lnTo>
                  <a:pt x="165965" y="24865"/>
                </a:lnTo>
                <a:lnTo>
                  <a:pt x="165743" y="24195"/>
                </a:lnTo>
                <a:lnTo>
                  <a:pt x="165516" y="23537"/>
                </a:lnTo>
                <a:lnTo>
                  <a:pt x="165283" y="22889"/>
                </a:lnTo>
                <a:lnTo>
                  <a:pt x="165046" y="22252"/>
                </a:lnTo>
                <a:lnTo>
                  <a:pt x="164802" y="21625"/>
                </a:lnTo>
                <a:lnTo>
                  <a:pt x="164553" y="21009"/>
                </a:lnTo>
                <a:lnTo>
                  <a:pt x="164299" y="20404"/>
                </a:lnTo>
                <a:lnTo>
                  <a:pt x="164040" y="19809"/>
                </a:lnTo>
                <a:lnTo>
                  <a:pt x="163775" y="19225"/>
                </a:lnTo>
                <a:lnTo>
                  <a:pt x="163505" y="18651"/>
                </a:lnTo>
                <a:lnTo>
                  <a:pt x="163231" y="18087"/>
                </a:lnTo>
                <a:lnTo>
                  <a:pt x="162952" y="17532"/>
                </a:lnTo>
                <a:lnTo>
                  <a:pt x="162669" y="16987"/>
                </a:lnTo>
                <a:lnTo>
                  <a:pt x="162381" y="16451"/>
                </a:lnTo>
                <a:lnTo>
                  <a:pt x="162089" y="15925"/>
                </a:lnTo>
                <a:lnTo>
                  <a:pt x="161793" y="15408"/>
                </a:lnTo>
                <a:lnTo>
                  <a:pt x="161492" y="14900"/>
                </a:lnTo>
                <a:lnTo>
                  <a:pt x="161186" y="14403"/>
                </a:lnTo>
                <a:lnTo>
                  <a:pt x="160877" y="13914"/>
                </a:lnTo>
                <a:lnTo>
                  <a:pt x="160562" y="13436"/>
                </a:lnTo>
                <a:lnTo>
                  <a:pt x="160244" y="12966"/>
                </a:lnTo>
                <a:lnTo>
                  <a:pt x="159921" y="12507"/>
                </a:lnTo>
                <a:lnTo>
                  <a:pt x="159593" y="12056"/>
                </a:lnTo>
                <a:lnTo>
                  <a:pt x="159262" y="11616"/>
                </a:lnTo>
                <a:lnTo>
                  <a:pt x="158925" y="11185"/>
                </a:lnTo>
                <a:lnTo>
                  <a:pt x="158584" y="10763"/>
                </a:lnTo>
                <a:lnTo>
                  <a:pt x="158239" y="10351"/>
                </a:lnTo>
                <a:lnTo>
                  <a:pt x="157890" y="9948"/>
                </a:lnTo>
                <a:lnTo>
                  <a:pt x="157536" y="9555"/>
                </a:lnTo>
                <a:lnTo>
                  <a:pt x="157177" y="9171"/>
                </a:lnTo>
                <a:lnTo>
                  <a:pt x="156814" y="8797"/>
                </a:lnTo>
                <a:lnTo>
                  <a:pt x="156447" y="8432"/>
                </a:lnTo>
                <a:lnTo>
                  <a:pt x="156075" y="8077"/>
                </a:lnTo>
                <a:lnTo>
                  <a:pt x="155699" y="7731"/>
                </a:lnTo>
                <a:lnTo>
                  <a:pt x="155319" y="7392"/>
                </a:lnTo>
                <a:lnTo>
                  <a:pt x="154934" y="7062"/>
                </a:lnTo>
                <a:lnTo>
                  <a:pt x="154545" y="6739"/>
                </a:lnTo>
                <a:lnTo>
                  <a:pt x="154152" y="6424"/>
                </a:lnTo>
                <a:lnTo>
                  <a:pt x="153755" y="6117"/>
                </a:lnTo>
                <a:lnTo>
                  <a:pt x="153353" y="5818"/>
                </a:lnTo>
                <a:lnTo>
                  <a:pt x="152947" y="5527"/>
                </a:lnTo>
                <a:lnTo>
                  <a:pt x="152537" y="5243"/>
                </a:lnTo>
                <a:lnTo>
                  <a:pt x="152123" y="4968"/>
                </a:lnTo>
                <a:lnTo>
                  <a:pt x="151704" y="4700"/>
                </a:lnTo>
                <a:lnTo>
                  <a:pt x="151281" y="4440"/>
                </a:lnTo>
                <a:lnTo>
                  <a:pt x="150854" y="4188"/>
                </a:lnTo>
                <a:lnTo>
                  <a:pt x="150422" y="3944"/>
                </a:lnTo>
                <a:lnTo>
                  <a:pt x="149986" y="3708"/>
                </a:lnTo>
                <a:lnTo>
                  <a:pt x="149546" y="3480"/>
                </a:lnTo>
                <a:lnTo>
                  <a:pt x="149102" y="3259"/>
                </a:lnTo>
                <a:lnTo>
                  <a:pt x="148653" y="3047"/>
                </a:lnTo>
                <a:lnTo>
                  <a:pt x="148200" y="2842"/>
                </a:lnTo>
                <a:lnTo>
                  <a:pt x="147743" y="2645"/>
                </a:lnTo>
                <a:lnTo>
                  <a:pt x="147282" y="2456"/>
                </a:lnTo>
                <a:lnTo>
                  <a:pt x="146816" y="2275"/>
                </a:lnTo>
                <a:lnTo>
                  <a:pt x="146346" y="2102"/>
                </a:lnTo>
                <a:lnTo>
                  <a:pt x="145872" y="1937"/>
                </a:lnTo>
                <a:lnTo>
                  <a:pt x="145394" y="1779"/>
                </a:lnTo>
                <a:lnTo>
                  <a:pt x="144913" y="1627"/>
                </a:lnTo>
                <a:lnTo>
                  <a:pt x="144428" y="1483"/>
                </a:lnTo>
                <a:lnTo>
                  <a:pt x="143939" y="1345"/>
                </a:lnTo>
                <a:lnTo>
                  <a:pt x="143448" y="1214"/>
                </a:lnTo>
                <a:lnTo>
                  <a:pt x="142952" y="1089"/>
                </a:lnTo>
                <a:lnTo>
                  <a:pt x="142454" y="972"/>
                </a:lnTo>
                <a:lnTo>
                  <a:pt x="141952" y="861"/>
                </a:lnTo>
                <a:lnTo>
                  <a:pt x="141446" y="757"/>
                </a:lnTo>
                <a:lnTo>
                  <a:pt x="140937" y="659"/>
                </a:lnTo>
                <a:lnTo>
                  <a:pt x="140425" y="568"/>
                </a:lnTo>
                <a:lnTo>
                  <a:pt x="139909" y="484"/>
                </a:lnTo>
                <a:lnTo>
                  <a:pt x="139389" y="407"/>
                </a:lnTo>
                <a:lnTo>
                  <a:pt x="138867" y="336"/>
                </a:lnTo>
                <a:lnTo>
                  <a:pt x="138340" y="272"/>
                </a:lnTo>
                <a:lnTo>
                  <a:pt x="137811" y="215"/>
                </a:lnTo>
                <a:lnTo>
                  <a:pt x="137277" y="165"/>
                </a:lnTo>
                <a:lnTo>
                  <a:pt x="136741" y="121"/>
                </a:lnTo>
                <a:lnTo>
                  <a:pt x="136201" y="84"/>
                </a:lnTo>
                <a:lnTo>
                  <a:pt x="135657" y="54"/>
                </a:lnTo>
                <a:lnTo>
                  <a:pt x="135110" y="30"/>
                </a:lnTo>
                <a:lnTo>
                  <a:pt x="134560" y="13"/>
                </a:lnTo>
                <a:lnTo>
                  <a:pt x="134006" y="3"/>
                </a:lnTo>
                <a:lnTo>
                  <a:pt x="133449" y="0"/>
                </a:lnTo>
                <a:lnTo>
                  <a:pt x="132759" y="5"/>
                </a:lnTo>
                <a:lnTo>
                  <a:pt x="132074" y="21"/>
                </a:lnTo>
                <a:lnTo>
                  <a:pt x="131395" y="47"/>
                </a:lnTo>
                <a:lnTo>
                  <a:pt x="130721" y="84"/>
                </a:lnTo>
                <a:lnTo>
                  <a:pt x="130053" y="131"/>
                </a:lnTo>
                <a:lnTo>
                  <a:pt x="129390" y="189"/>
                </a:lnTo>
                <a:lnTo>
                  <a:pt x="128732" y="257"/>
                </a:lnTo>
                <a:lnTo>
                  <a:pt x="128080" y="336"/>
                </a:lnTo>
                <a:lnTo>
                  <a:pt x="127433" y="425"/>
                </a:lnTo>
                <a:lnTo>
                  <a:pt x="126792" y="525"/>
                </a:lnTo>
                <a:lnTo>
                  <a:pt x="126156" y="635"/>
                </a:lnTo>
                <a:lnTo>
                  <a:pt x="125525" y="756"/>
                </a:lnTo>
                <a:lnTo>
                  <a:pt x="124900" y="887"/>
                </a:lnTo>
                <a:lnTo>
                  <a:pt x="124280" y="1029"/>
                </a:lnTo>
                <a:lnTo>
                  <a:pt x="123666" y="1181"/>
                </a:lnTo>
                <a:lnTo>
                  <a:pt x="123057" y="1344"/>
                </a:lnTo>
                <a:lnTo>
                  <a:pt x="122454" y="1517"/>
                </a:lnTo>
                <a:lnTo>
                  <a:pt x="121856" y="1701"/>
                </a:lnTo>
                <a:lnTo>
                  <a:pt x="121263" y="1895"/>
                </a:lnTo>
                <a:lnTo>
                  <a:pt x="120676" y="2099"/>
                </a:lnTo>
                <a:lnTo>
                  <a:pt x="120094" y="2315"/>
                </a:lnTo>
                <a:lnTo>
                  <a:pt x="119517" y="2540"/>
                </a:lnTo>
                <a:lnTo>
                  <a:pt x="118946" y="2776"/>
                </a:lnTo>
                <a:lnTo>
                  <a:pt x="118381" y="3023"/>
                </a:lnTo>
                <a:lnTo>
                  <a:pt x="117821" y="3282"/>
                </a:lnTo>
                <a:lnTo>
                  <a:pt x="117268" y="3554"/>
                </a:lnTo>
                <a:lnTo>
                  <a:pt x="116722" y="3840"/>
                </a:lnTo>
                <a:lnTo>
                  <a:pt x="116182" y="4140"/>
                </a:lnTo>
                <a:lnTo>
                  <a:pt x="115648" y="4453"/>
                </a:lnTo>
                <a:lnTo>
                  <a:pt x="115121" y="4780"/>
                </a:lnTo>
                <a:lnTo>
                  <a:pt x="114601" y="5120"/>
                </a:lnTo>
                <a:lnTo>
                  <a:pt x="114087" y="5474"/>
                </a:lnTo>
                <a:lnTo>
                  <a:pt x="113580" y="5842"/>
                </a:lnTo>
                <a:lnTo>
                  <a:pt x="113080" y="6223"/>
                </a:lnTo>
                <a:lnTo>
                  <a:pt x="112586" y="6618"/>
                </a:lnTo>
                <a:lnTo>
                  <a:pt x="112098" y="7026"/>
                </a:lnTo>
                <a:lnTo>
                  <a:pt x="111617" y="7448"/>
                </a:lnTo>
                <a:lnTo>
                  <a:pt x="111143" y="7884"/>
                </a:lnTo>
                <a:lnTo>
                  <a:pt x="110675" y="8334"/>
                </a:lnTo>
                <a:lnTo>
                  <a:pt x="110214" y="8796"/>
                </a:lnTo>
                <a:lnTo>
                  <a:pt x="109759" y="9273"/>
                </a:lnTo>
                <a:lnTo>
                  <a:pt x="109311" y="9763"/>
                </a:lnTo>
                <a:lnTo>
                  <a:pt x="108870" y="10267"/>
                </a:lnTo>
                <a:lnTo>
                  <a:pt x="108435" y="10784"/>
                </a:lnTo>
                <a:lnTo>
                  <a:pt x="108006" y="11315"/>
                </a:lnTo>
                <a:lnTo>
                  <a:pt x="107585" y="11860"/>
                </a:lnTo>
                <a:lnTo>
                  <a:pt x="107169" y="12418"/>
                </a:lnTo>
                <a:lnTo>
                  <a:pt x="106761" y="12990"/>
                </a:lnTo>
                <a:lnTo>
                  <a:pt x="106359" y="13576"/>
                </a:lnTo>
                <a:lnTo>
                  <a:pt x="105965" y="14178"/>
                </a:lnTo>
                <a:lnTo>
                  <a:pt x="105579" y="14796"/>
                </a:lnTo>
                <a:lnTo>
                  <a:pt x="105200" y="15429"/>
                </a:lnTo>
                <a:lnTo>
                  <a:pt x="104830" y="16078"/>
                </a:lnTo>
                <a:lnTo>
                  <a:pt x="104467" y="16742"/>
                </a:lnTo>
                <a:lnTo>
                  <a:pt x="104111" y="17422"/>
                </a:lnTo>
                <a:lnTo>
                  <a:pt x="103764" y="18118"/>
                </a:lnTo>
                <a:lnTo>
                  <a:pt x="103424" y="18829"/>
                </a:lnTo>
                <a:lnTo>
                  <a:pt x="103092" y="19555"/>
                </a:lnTo>
                <a:lnTo>
                  <a:pt x="102767" y="20298"/>
                </a:lnTo>
                <a:lnTo>
                  <a:pt x="102450" y="21056"/>
                </a:lnTo>
                <a:lnTo>
                  <a:pt x="102141" y="21829"/>
                </a:lnTo>
                <a:lnTo>
                  <a:pt x="101840" y="22618"/>
                </a:lnTo>
                <a:lnTo>
                  <a:pt x="101546" y="23423"/>
                </a:lnTo>
                <a:lnTo>
                  <a:pt x="101260" y="24243"/>
                </a:lnTo>
                <a:lnTo>
                  <a:pt x="100982" y="25078"/>
                </a:lnTo>
                <a:lnTo>
                  <a:pt x="100711" y="25930"/>
                </a:lnTo>
                <a:lnTo>
                  <a:pt x="100449" y="26797"/>
                </a:lnTo>
                <a:lnTo>
                  <a:pt x="100193" y="27679"/>
                </a:lnTo>
                <a:lnTo>
                  <a:pt x="99946" y="28577"/>
                </a:lnTo>
                <a:lnTo>
                  <a:pt x="99706" y="29491"/>
                </a:lnTo>
                <a:lnTo>
                  <a:pt x="99474" y="30420"/>
                </a:lnTo>
                <a:lnTo>
                  <a:pt x="99250" y="31365"/>
                </a:lnTo>
                <a:lnTo>
                  <a:pt x="99034" y="32327"/>
                </a:lnTo>
                <a:lnTo>
                  <a:pt x="98827" y="33308"/>
                </a:lnTo>
                <a:lnTo>
                  <a:pt x="98630" y="34308"/>
                </a:lnTo>
                <a:lnTo>
                  <a:pt x="98442" y="35328"/>
                </a:lnTo>
                <a:lnTo>
                  <a:pt x="98263" y="36366"/>
                </a:lnTo>
                <a:lnTo>
                  <a:pt x="98093" y="37423"/>
                </a:lnTo>
                <a:lnTo>
                  <a:pt x="97932" y="38499"/>
                </a:lnTo>
                <a:lnTo>
                  <a:pt x="97780" y="39595"/>
                </a:lnTo>
                <a:lnTo>
                  <a:pt x="97638" y="40709"/>
                </a:lnTo>
                <a:lnTo>
                  <a:pt x="97505" y="41842"/>
                </a:lnTo>
                <a:lnTo>
                  <a:pt x="97381" y="42995"/>
                </a:lnTo>
                <a:lnTo>
                  <a:pt x="97266" y="44166"/>
                </a:lnTo>
                <a:lnTo>
                  <a:pt x="97160" y="45356"/>
                </a:lnTo>
                <a:lnTo>
                  <a:pt x="97064" y="46566"/>
                </a:lnTo>
                <a:lnTo>
                  <a:pt x="96977" y="47794"/>
                </a:lnTo>
                <a:lnTo>
                  <a:pt x="96899" y="49042"/>
                </a:lnTo>
                <a:lnTo>
                  <a:pt x="96830" y="50308"/>
                </a:lnTo>
                <a:lnTo>
                  <a:pt x="96770" y="51594"/>
                </a:lnTo>
                <a:lnTo>
                  <a:pt x="96720" y="52898"/>
                </a:lnTo>
                <a:lnTo>
                  <a:pt x="96678" y="54222"/>
                </a:lnTo>
                <a:lnTo>
                  <a:pt x="96646" y="55565"/>
                </a:lnTo>
                <a:lnTo>
                  <a:pt x="96623" y="56926"/>
                </a:lnTo>
                <a:lnTo>
                  <a:pt x="96609" y="58307"/>
                </a:lnTo>
                <a:lnTo>
                  <a:pt x="96605" y="59707"/>
                </a:lnTo>
                <a:lnTo>
                  <a:pt x="96605" y="80680"/>
                </a:lnTo>
                <a:lnTo>
                  <a:pt x="96608" y="81800"/>
                </a:lnTo>
                <a:lnTo>
                  <a:pt x="96617" y="82908"/>
                </a:lnTo>
                <a:lnTo>
                  <a:pt x="96631" y="84004"/>
                </a:lnTo>
                <a:lnTo>
                  <a:pt x="96652" y="85088"/>
                </a:lnTo>
                <a:lnTo>
                  <a:pt x="96679" y="86161"/>
                </a:lnTo>
                <a:lnTo>
                  <a:pt x="96711" y="87222"/>
                </a:lnTo>
                <a:lnTo>
                  <a:pt x="96749" y="88271"/>
                </a:lnTo>
                <a:lnTo>
                  <a:pt x="96794" y="89308"/>
                </a:lnTo>
                <a:lnTo>
                  <a:pt x="96844" y="90334"/>
                </a:lnTo>
                <a:lnTo>
                  <a:pt x="96900" y="91347"/>
                </a:lnTo>
                <a:lnTo>
                  <a:pt x="96962" y="92349"/>
                </a:lnTo>
                <a:lnTo>
                  <a:pt x="97030" y="93339"/>
                </a:lnTo>
                <a:lnTo>
                  <a:pt x="97104" y="94317"/>
                </a:lnTo>
                <a:lnTo>
                  <a:pt x="97183" y="95284"/>
                </a:lnTo>
                <a:lnTo>
                  <a:pt x="97269" y="96238"/>
                </a:lnTo>
                <a:lnTo>
                  <a:pt x="97361" y="97181"/>
                </a:lnTo>
                <a:lnTo>
                  <a:pt x="97458" y="98112"/>
                </a:lnTo>
                <a:lnTo>
                  <a:pt x="97561" y="99031"/>
                </a:lnTo>
                <a:lnTo>
                  <a:pt x="97671" y="99938"/>
                </a:lnTo>
                <a:lnTo>
                  <a:pt x="97786" y="100834"/>
                </a:lnTo>
                <a:lnTo>
                  <a:pt x="97907" y="101717"/>
                </a:lnTo>
                <a:lnTo>
                  <a:pt x="98034" y="102589"/>
                </a:lnTo>
                <a:lnTo>
                  <a:pt x="98167" y="103449"/>
                </a:lnTo>
                <a:lnTo>
                  <a:pt x="98305" y="104298"/>
                </a:lnTo>
                <a:lnTo>
                  <a:pt x="98450" y="105135"/>
                </a:lnTo>
                <a:lnTo>
                  <a:pt x="98599" y="105962"/>
                </a:lnTo>
                <a:lnTo>
                  <a:pt x="98754" y="106778"/>
                </a:lnTo>
                <a:lnTo>
                  <a:pt x="98914" y="107583"/>
                </a:lnTo>
                <a:lnTo>
                  <a:pt x="99079" y="108378"/>
                </a:lnTo>
                <a:lnTo>
                  <a:pt x="99250" y="109163"/>
                </a:lnTo>
                <a:lnTo>
                  <a:pt x="99426" y="109937"/>
                </a:lnTo>
                <a:lnTo>
                  <a:pt x="99607" y="110701"/>
                </a:lnTo>
                <a:lnTo>
                  <a:pt x="99793" y="111454"/>
                </a:lnTo>
                <a:lnTo>
                  <a:pt x="99985" y="112197"/>
                </a:lnTo>
                <a:lnTo>
                  <a:pt x="100182" y="112929"/>
                </a:lnTo>
                <a:lnTo>
                  <a:pt x="100384" y="113651"/>
                </a:lnTo>
                <a:lnTo>
                  <a:pt x="100591" y="114362"/>
                </a:lnTo>
                <a:lnTo>
                  <a:pt x="100804" y="115062"/>
                </a:lnTo>
                <a:lnTo>
                  <a:pt x="101021" y="115753"/>
                </a:lnTo>
                <a:lnTo>
                  <a:pt x="101244" y="116432"/>
                </a:lnTo>
                <a:lnTo>
                  <a:pt x="101473" y="117101"/>
                </a:lnTo>
                <a:lnTo>
                  <a:pt x="101706" y="117760"/>
                </a:lnTo>
                <a:lnTo>
                  <a:pt x="101945" y="118408"/>
                </a:lnTo>
                <a:lnTo>
                  <a:pt x="102189" y="119046"/>
                </a:lnTo>
                <a:lnTo>
                  <a:pt x="102438" y="119673"/>
                </a:lnTo>
                <a:lnTo>
                  <a:pt x="102693" y="120290"/>
                </a:lnTo>
                <a:lnTo>
                  <a:pt x="102953" y="120896"/>
                </a:lnTo>
                <a:lnTo>
                  <a:pt x="103218" y="121492"/>
                </a:lnTo>
                <a:lnTo>
                  <a:pt x="103488" y="122078"/>
                </a:lnTo>
                <a:lnTo>
                  <a:pt x="103762" y="122654"/>
                </a:lnTo>
                <a:lnTo>
                  <a:pt x="104042" y="123221"/>
                </a:lnTo>
                <a:lnTo>
                  <a:pt x="104325" y="123779"/>
                </a:lnTo>
                <a:lnTo>
                  <a:pt x="104614" y="124327"/>
                </a:lnTo>
                <a:lnTo>
                  <a:pt x="104907" y="124866"/>
                </a:lnTo>
                <a:lnTo>
                  <a:pt x="105204" y="125396"/>
                </a:lnTo>
                <a:lnTo>
                  <a:pt x="105506" y="125916"/>
                </a:lnTo>
                <a:lnTo>
                  <a:pt x="105813" y="126427"/>
                </a:lnTo>
                <a:lnTo>
                  <a:pt x="106124" y="126929"/>
                </a:lnTo>
                <a:lnTo>
                  <a:pt x="106440" y="127421"/>
                </a:lnTo>
                <a:lnTo>
                  <a:pt x="106761" y="127904"/>
                </a:lnTo>
                <a:lnTo>
                  <a:pt x="107086" y="128378"/>
                </a:lnTo>
                <a:lnTo>
                  <a:pt x="107415" y="128842"/>
                </a:lnTo>
                <a:lnTo>
                  <a:pt x="107750" y="129297"/>
                </a:lnTo>
                <a:lnTo>
                  <a:pt x="108088" y="129742"/>
                </a:lnTo>
                <a:lnTo>
                  <a:pt x="108432" y="130179"/>
                </a:lnTo>
                <a:lnTo>
                  <a:pt x="108780" y="130605"/>
                </a:lnTo>
                <a:lnTo>
                  <a:pt x="109133" y="131023"/>
                </a:lnTo>
                <a:lnTo>
                  <a:pt x="109490" y="131431"/>
                </a:lnTo>
                <a:lnTo>
                  <a:pt x="109852" y="131830"/>
                </a:lnTo>
                <a:lnTo>
                  <a:pt x="110218" y="132219"/>
                </a:lnTo>
                <a:lnTo>
                  <a:pt x="110589" y="132599"/>
                </a:lnTo>
                <a:lnTo>
                  <a:pt x="110965" y="132970"/>
                </a:lnTo>
                <a:lnTo>
                  <a:pt x="111345" y="133332"/>
                </a:lnTo>
                <a:lnTo>
                  <a:pt x="111729" y="133686"/>
                </a:lnTo>
                <a:lnTo>
                  <a:pt x="112117" y="134031"/>
                </a:lnTo>
                <a:lnTo>
                  <a:pt x="112509" y="134368"/>
                </a:lnTo>
                <a:lnTo>
                  <a:pt x="112905" y="134696"/>
                </a:lnTo>
                <a:lnTo>
                  <a:pt x="113306" y="135016"/>
                </a:lnTo>
                <a:lnTo>
                  <a:pt x="113710" y="135328"/>
                </a:lnTo>
                <a:lnTo>
                  <a:pt x="114119" y="135631"/>
                </a:lnTo>
                <a:lnTo>
                  <a:pt x="114532" y="135926"/>
                </a:lnTo>
                <a:lnTo>
                  <a:pt x="114949" y="136213"/>
                </a:lnTo>
                <a:lnTo>
                  <a:pt x="115369" y="136491"/>
                </a:lnTo>
                <a:lnTo>
                  <a:pt x="115795" y="136761"/>
                </a:lnTo>
                <a:lnTo>
                  <a:pt x="116224" y="137022"/>
                </a:lnTo>
                <a:lnTo>
                  <a:pt x="116657" y="137276"/>
                </a:lnTo>
                <a:lnTo>
                  <a:pt x="117094" y="137520"/>
                </a:lnTo>
                <a:lnTo>
                  <a:pt x="117536" y="137757"/>
                </a:lnTo>
                <a:lnTo>
                  <a:pt x="117981" y="137985"/>
                </a:lnTo>
                <a:lnTo>
                  <a:pt x="118431" y="138205"/>
                </a:lnTo>
                <a:lnTo>
                  <a:pt x="118885" y="138416"/>
                </a:lnTo>
                <a:lnTo>
                  <a:pt x="119342" y="138619"/>
                </a:lnTo>
                <a:lnTo>
                  <a:pt x="119804" y="138814"/>
                </a:lnTo>
                <a:lnTo>
                  <a:pt x="120270" y="139000"/>
                </a:lnTo>
                <a:lnTo>
                  <a:pt x="120741" y="139178"/>
                </a:lnTo>
                <a:lnTo>
                  <a:pt x="121215" y="139347"/>
                </a:lnTo>
                <a:lnTo>
                  <a:pt x="121693" y="139509"/>
                </a:lnTo>
                <a:lnTo>
                  <a:pt x="122174" y="139664"/>
                </a:lnTo>
                <a:lnTo>
                  <a:pt x="122658" y="139812"/>
                </a:lnTo>
                <a:lnTo>
                  <a:pt x="123145" y="139953"/>
                </a:lnTo>
                <a:lnTo>
                  <a:pt x="123635" y="140088"/>
                </a:lnTo>
                <a:lnTo>
                  <a:pt x="124129" y="140215"/>
                </a:lnTo>
                <a:lnTo>
                  <a:pt x="124625" y="140336"/>
                </a:lnTo>
                <a:lnTo>
                  <a:pt x="125125" y="140449"/>
                </a:lnTo>
                <a:lnTo>
                  <a:pt x="125628" y="140556"/>
                </a:lnTo>
                <a:lnTo>
                  <a:pt x="126134" y="140656"/>
                </a:lnTo>
                <a:lnTo>
                  <a:pt x="126643" y="140749"/>
                </a:lnTo>
                <a:lnTo>
                  <a:pt x="127155" y="140835"/>
                </a:lnTo>
                <a:lnTo>
                  <a:pt x="127670" y="140914"/>
                </a:lnTo>
                <a:lnTo>
                  <a:pt x="128188" y="140987"/>
                </a:lnTo>
                <a:lnTo>
                  <a:pt x="128710" y="141052"/>
                </a:lnTo>
                <a:lnTo>
                  <a:pt x="129235" y="141111"/>
                </a:lnTo>
                <a:lnTo>
                  <a:pt x="129762" y="141162"/>
                </a:lnTo>
                <a:lnTo>
                  <a:pt x="130293" y="141207"/>
                </a:lnTo>
                <a:lnTo>
                  <a:pt x="130827" y="141245"/>
                </a:lnTo>
                <a:lnTo>
                  <a:pt x="131364" y="141276"/>
                </a:lnTo>
                <a:lnTo>
                  <a:pt x="131904" y="141300"/>
                </a:lnTo>
                <a:lnTo>
                  <a:pt x="132448" y="141317"/>
                </a:lnTo>
                <a:lnTo>
                  <a:pt x="132994" y="141328"/>
                </a:lnTo>
                <a:lnTo>
                  <a:pt x="133544" y="141331"/>
                </a:lnTo>
                <a:lnTo>
                  <a:pt x="134241" y="141326"/>
                </a:lnTo>
                <a:lnTo>
                  <a:pt x="134933" y="141309"/>
                </a:lnTo>
                <a:lnTo>
                  <a:pt x="135620" y="141282"/>
                </a:lnTo>
                <a:lnTo>
                  <a:pt x="136300" y="141243"/>
                </a:lnTo>
                <a:lnTo>
                  <a:pt x="136975" y="141194"/>
                </a:lnTo>
                <a:lnTo>
                  <a:pt x="137644" y="141133"/>
                </a:lnTo>
                <a:lnTo>
                  <a:pt x="138308" y="141062"/>
                </a:lnTo>
                <a:lnTo>
                  <a:pt x="138965" y="140979"/>
                </a:lnTo>
                <a:lnTo>
                  <a:pt x="139617" y="140886"/>
                </a:lnTo>
                <a:lnTo>
                  <a:pt x="140263" y="140782"/>
                </a:lnTo>
                <a:lnTo>
                  <a:pt x="140904" y="140666"/>
                </a:lnTo>
                <a:lnTo>
                  <a:pt x="141538" y="140540"/>
                </a:lnTo>
                <a:lnTo>
                  <a:pt x="142167" y="140402"/>
                </a:lnTo>
                <a:lnTo>
                  <a:pt x="142790" y="140254"/>
                </a:lnTo>
                <a:lnTo>
                  <a:pt x="143408" y="140095"/>
                </a:lnTo>
                <a:lnTo>
                  <a:pt x="144020" y="139924"/>
                </a:lnTo>
                <a:lnTo>
                  <a:pt x="144625" y="139743"/>
                </a:lnTo>
                <a:lnTo>
                  <a:pt x="145226" y="139551"/>
                </a:lnTo>
                <a:lnTo>
                  <a:pt x="145820" y="139348"/>
                </a:lnTo>
                <a:lnTo>
                  <a:pt x="146409" y="139133"/>
                </a:lnTo>
                <a:lnTo>
                  <a:pt x="146992" y="138908"/>
                </a:lnTo>
                <a:lnTo>
                  <a:pt x="147569" y="138672"/>
                </a:lnTo>
                <a:lnTo>
                  <a:pt x="148141" y="138424"/>
                </a:lnTo>
                <a:lnTo>
                  <a:pt x="148706" y="138166"/>
                </a:lnTo>
                <a:lnTo>
                  <a:pt x="149266" y="137896"/>
                </a:lnTo>
                <a:lnTo>
                  <a:pt x="149819" y="137612"/>
                </a:lnTo>
                <a:lnTo>
                  <a:pt x="150365" y="137314"/>
                </a:lnTo>
                <a:lnTo>
                  <a:pt x="150904" y="137002"/>
                </a:lnTo>
                <a:lnTo>
                  <a:pt x="151437" y="136677"/>
                </a:lnTo>
                <a:lnTo>
                  <a:pt x="151963" y="136339"/>
                </a:lnTo>
                <a:lnTo>
                  <a:pt x="152482" y="135987"/>
                </a:lnTo>
                <a:lnTo>
                  <a:pt x="152994" y="135621"/>
                </a:lnTo>
                <a:lnTo>
                  <a:pt x="153500" y="135241"/>
                </a:lnTo>
                <a:lnTo>
                  <a:pt x="153999" y="134848"/>
                </a:lnTo>
                <a:lnTo>
                  <a:pt x="154491" y="134442"/>
                </a:lnTo>
                <a:lnTo>
                  <a:pt x="154977" y="134021"/>
                </a:lnTo>
                <a:lnTo>
                  <a:pt x="155456" y="133587"/>
                </a:lnTo>
                <a:lnTo>
                  <a:pt x="155928" y="133140"/>
                </a:lnTo>
                <a:lnTo>
                  <a:pt x="156393" y="132679"/>
                </a:lnTo>
                <a:lnTo>
                  <a:pt x="156852" y="132204"/>
                </a:lnTo>
                <a:lnTo>
                  <a:pt x="157304" y="131716"/>
                </a:lnTo>
                <a:lnTo>
                  <a:pt x="157749" y="131214"/>
                </a:lnTo>
                <a:lnTo>
                  <a:pt x="158188" y="130698"/>
                </a:lnTo>
                <a:lnTo>
                  <a:pt x="158619" y="130169"/>
                </a:lnTo>
                <a:lnTo>
                  <a:pt x="159045" y="129626"/>
                </a:lnTo>
                <a:lnTo>
                  <a:pt x="159463" y="129070"/>
                </a:lnTo>
                <a:lnTo>
                  <a:pt x="159874" y="128500"/>
                </a:lnTo>
                <a:lnTo>
                  <a:pt x="160279" y="127916"/>
                </a:lnTo>
                <a:lnTo>
                  <a:pt x="160677" y="127318"/>
                </a:lnTo>
                <a:lnTo>
                  <a:pt x="161067" y="126704"/>
                </a:lnTo>
                <a:lnTo>
                  <a:pt x="161449" y="126074"/>
                </a:lnTo>
                <a:lnTo>
                  <a:pt x="161824" y="125428"/>
                </a:lnTo>
                <a:lnTo>
                  <a:pt x="162191" y="124767"/>
                </a:lnTo>
                <a:lnTo>
                  <a:pt x="162550" y="124090"/>
                </a:lnTo>
                <a:lnTo>
                  <a:pt x="162901" y="123397"/>
                </a:lnTo>
                <a:lnTo>
                  <a:pt x="163245" y="122688"/>
                </a:lnTo>
                <a:lnTo>
                  <a:pt x="163581" y="121964"/>
                </a:lnTo>
                <a:lnTo>
                  <a:pt x="163909" y="121224"/>
                </a:lnTo>
                <a:lnTo>
                  <a:pt x="164230" y="120468"/>
                </a:lnTo>
                <a:lnTo>
                  <a:pt x="164542" y="119697"/>
                </a:lnTo>
                <a:lnTo>
                  <a:pt x="164848" y="118910"/>
                </a:lnTo>
                <a:lnTo>
                  <a:pt x="165145" y="118107"/>
                </a:lnTo>
                <a:lnTo>
                  <a:pt x="165435" y="117288"/>
                </a:lnTo>
                <a:lnTo>
                  <a:pt x="165717" y="116453"/>
                </a:lnTo>
                <a:lnTo>
                  <a:pt x="165991" y="115603"/>
                </a:lnTo>
                <a:lnTo>
                  <a:pt x="166258" y="114737"/>
                </a:lnTo>
                <a:lnTo>
                  <a:pt x="166517" y="113855"/>
                </a:lnTo>
                <a:lnTo>
                  <a:pt x="166768" y="112958"/>
                </a:lnTo>
                <a:lnTo>
                  <a:pt x="167011" y="112045"/>
                </a:lnTo>
                <a:lnTo>
                  <a:pt x="167247" y="111116"/>
                </a:lnTo>
                <a:lnTo>
                  <a:pt x="167475" y="110171"/>
                </a:lnTo>
                <a:lnTo>
                  <a:pt x="167695" y="109210"/>
                </a:lnTo>
                <a:lnTo>
                  <a:pt x="167907" y="108233"/>
                </a:lnTo>
                <a:lnTo>
                  <a:pt x="168110" y="107237"/>
                </a:lnTo>
                <a:lnTo>
                  <a:pt x="168304" y="106223"/>
                </a:lnTo>
                <a:lnTo>
                  <a:pt x="168489" y="105190"/>
                </a:lnTo>
                <a:lnTo>
                  <a:pt x="168665" y="104139"/>
                </a:lnTo>
                <a:lnTo>
                  <a:pt x="168832" y="103070"/>
                </a:lnTo>
                <a:lnTo>
                  <a:pt x="168990" y="101982"/>
                </a:lnTo>
                <a:lnTo>
                  <a:pt x="169139" y="100876"/>
                </a:lnTo>
                <a:lnTo>
                  <a:pt x="169279" y="99751"/>
                </a:lnTo>
                <a:lnTo>
                  <a:pt x="169409" y="98608"/>
                </a:lnTo>
                <a:lnTo>
                  <a:pt x="169531" y="97447"/>
                </a:lnTo>
                <a:lnTo>
                  <a:pt x="169644" y="96268"/>
                </a:lnTo>
                <a:lnTo>
                  <a:pt x="169748" y="95070"/>
                </a:lnTo>
                <a:lnTo>
                  <a:pt x="169842" y="93853"/>
                </a:lnTo>
                <a:lnTo>
                  <a:pt x="169928" y="92619"/>
                </a:lnTo>
                <a:lnTo>
                  <a:pt x="170005" y="91366"/>
                </a:lnTo>
                <a:lnTo>
                  <a:pt x="170072" y="90094"/>
                </a:lnTo>
                <a:lnTo>
                  <a:pt x="170131" y="88804"/>
                </a:lnTo>
                <a:lnTo>
                  <a:pt x="170181" y="87496"/>
                </a:lnTo>
                <a:lnTo>
                  <a:pt x="170221" y="86170"/>
                </a:lnTo>
                <a:lnTo>
                  <a:pt x="170253" y="84825"/>
                </a:lnTo>
                <a:lnTo>
                  <a:pt x="170275" y="83461"/>
                </a:lnTo>
                <a:lnTo>
                  <a:pt x="170289" y="82080"/>
                </a:lnTo>
                <a:lnTo>
                  <a:pt x="170293" y="80680"/>
                </a:lnTo>
                <a:lnTo>
                  <a:pt x="170293" y="59707"/>
                </a:lnTo>
                <a:lnTo>
                  <a:pt x="170291" y="58587"/>
                </a:lnTo>
                <a:lnTo>
                  <a:pt x="170282" y="57479"/>
                </a:lnTo>
                <a:close/>
                <a:moveTo>
                  <a:pt x="153657" y="85412"/>
                </a:moveTo>
                <a:lnTo>
                  <a:pt x="153646" y="86344"/>
                </a:lnTo>
                <a:lnTo>
                  <a:pt x="153631" y="87265"/>
                </a:lnTo>
                <a:lnTo>
                  <a:pt x="153611" y="88175"/>
                </a:lnTo>
                <a:lnTo>
                  <a:pt x="153587" y="89073"/>
                </a:lnTo>
                <a:lnTo>
                  <a:pt x="153558" y="89960"/>
                </a:lnTo>
                <a:lnTo>
                  <a:pt x="153525" y="90835"/>
                </a:lnTo>
                <a:lnTo>
                  <a:pt x="153487" y="91700"/>
                </a:lnTo>
                <a:lnTo>
                  <a:pt x="153445" y="92553"/>
                </a:lnTo>
                <a:lnTo>
                  <a:pt x="153398" y="93394"/>
                </a:lnTo>
                <a:lnTo>
                  <a:pt x="153347" y="94225"/>
                </a:lnTo>
                <a:lnTo>
                  <a:pt x="153292" y="95044"/>
                </a:lnTo>
                <a:lnTo>
                  <a:pt x="153232" y="95851"/>
                </a:lnTo>
                <a:lnTo>
                  <a:pt x="153168" y="96648"/>
                </a:lnTo>
                <a:lnTo>
                  <a:pt x="153099" y="97433"/>
                </a:lnTo>
                <a:lnTo>
                  <a:pt x="153026" y="98207"/>
                </a:lnTo>
                <a:lnTo>
                  <a:pt x="152949" y="98969"/>
                </a:lnTo>
                <a:lnTo>
                  <a:pt x="152867" y="99720"/>
                </a:lnTo>
                <a:lnTo>
                  <a:pt x="152781" y="100460"/>
                </a:lnTo>
                <a:lnTo>
                  <a:pt x="152690" y="101188"/>
                </a:lnTo>
                <a:lnTo>
                  <a:pt x="152595" y="101905"/>
                </a:lnTo>
                <a:lnTo>
                  <a:pt x="152495" y="102611"/>
                </a:lnTo>
                <a:lnTo>
                  <a:pt x="152391" y="103306"/>
                </a:lnTo>
                <a:lnTo>
                  <a:pt x="152282" y="103989"/>
                </a:lnTo>
                <a:lnTo>
                  <a:pt x="152169" y="104663"/>
                </a:lnTo>
                <a:lnTo>
                  <a:pt x="152052" y="105325"/>
                </a:lnTo>
                <a:lnTo>
                  <a:pt x="151930" y="105977"/>
                </a:lnTo>
                <a:lnTo>
                  <a:pt x="151804" y="106619"/>
                </a:lnTo>
                <a:lnTo>
                  <a:pt x="151673" y="107250"/>
                </a:lnTo>
                <a:lnTo>
                  <a:pt x="151538" y="107871"/>
                </a:lnTo>
                <a:lnTo>
                  <a:pt x="151399" y="108481"/>
                </a:lnTo>
                <a:lnTo>
                  <a:pt x="151255" y="109080"/>
                </a:lnTo>
                <a:lnTo>
                  <a:pt x="151107" y="109670"/>
                </a:lnTo>
                <a:lnTo>
                  <a:pt x="150954" y="110248"/>
                </a:lnTo>
                <a:lnTo>
                  <a:pt x="150797" y="110816"/>
                </a:lnTo>
                <a:lnTo>
                  <a:pt x="150635" y="111374"/>
                </a:lnTo>
                <a:lnTo>
                  <a:pt x="150469" y="111921"/>
                </a:lnTo>
                <a:lnTo>
                  <a:pt x="150298" y="112458"/>
                </a:lnTo>
                <a:lnTo>
                  <a:pt x="150124" y="112984"/>
                </a:lnTo>
                <a:lnTo>
                  <a:pt x="149944" y="113500"/>
                </a:lnTo>
                <a:lnTo>
                  <a:pt x="149760" y="114005"/>
                </a:lnTo>
                <a:lnTo>
                  <a:pt x="149572" y="114500"/>
                </a:lnTo>
                <a:lnTo>
                  <a:pt x="149380" y="114984"/>
                </a:lnTo>
                <a:lnTo>
                  <a:pt x="149182" y="115457"/>
                </a:lnTo>
                <a:lnTo>
                  <a:pt x="148981" y="115921"/>
                </a:lnTo>
                <a:lnTo>
                  <a:pt x="148775" y="116373"/>
                </a:lnTo>
                <a:lnTo>
                  <a:pt x="148565" y="116815"/>
                </a:lnTo>
                <a:lnTo>
                  <a:pt x="148350" y="117248"/>
                </a:lnTo>
                <a:lnTo>
                  <a:pt x="148131" y="117670"/>
                </a:lnTo>
                <a:lnTo>
                  <a:pt x="147909" y="118083"/>
                </a:lnTo>
                <a:lnTo>
                  <a:pt x="147682" y="118486"/>
                </a:lnTo>
                <a:lnTo>
                  <a:pt x="147451" y="118879"/>
                </a:lnTo>
                <a:lnTo>
                  <a:pt x="147216" y="119263"/>
                </a:lnTo>
                <a:lnTo>
                  <a:pt x="146976" y="119637"/>
                </a:lnTo>
                <a:lnTo>
                  <a:pt x="146733" y="120001"/>
                </a:lnTo>
                <a:lnTo>
                  <a:pt x="146486" y="120356"/>
                </a:lnTo>
                <a:lnTo>
                  <a:pt x="146234" y="120701"/>
                </a:lnTo>
                <a:lnTo>
                  <a:pt x="145978" y="121036"/>
                </a:lnTo>
                <a:lnTo>
                  <a:pt x="145719" y="121362"/>
                </a:lnTo>
                <a:lnTo>
                  <a:pt x="145455" y="121678"/>
                </a:lnTo>
                <a:lnTo>
                  <a:pt x="145187" y="121984"/>
                </a:lnTo>
                <a:lnTo>
                  <a:pt x="144915" y="122281"/>
                </a:lnTo>
                <a:lnTo>
                  <a:pt x="144639" y="122568"/>
                </a:lnTo>
                <a:lnTo>
                  <a:pt x="144359" y="122845"/>
                </a:lnTo>
                <a:lnTo>
                  <a:pt x="144074" y="123113"/>
                </a:lnTo>
                <a:lnTo>
                  <a:pt x="143786" y="123371"/>
                </a:lnTo>
                <a:lnTo>
                  <a:pt x="143493" y="123619"/>
                </a:lnTo>
                <a:lnTo>
                  <a:pt x="143197" y="123857"/>
                </a:lnTo>
                <a:lnTo>
                  <a:pt x="142896" y="124086"/>
                </a:lnTo>
                <a:lnTo>
                  <a:pt x="142591" y="124305"/>
                </a:lnTo>
                <a:lnTo>
                  <a:pt x="142282" y="124515"/>
                </a:lnTo>
                <a:lnTo>
                  <a:pt x="141969" y="124715"/>
                </a:lnTo>
                <a:lnTo>
                  <a:pt x="141651" y="124907"/>
                </a:lnTo>
                <a:lnTo>
                  <a:pt x="141329" y="125091"/>
                </a:lnTo>
                <a:lnTo>
                  <a:pt x="141003" y="125265"/>
                </a:lnTo>
                <a:lnTo>
                  <a:pt x="140672" y="125432"/>
                </a:lnTo>
                <a:lnTo>
                  <a:pt x="140337" y="125590"/>
                </a:lnTo>
                <a:lnTo>
                  <a:pt x="139997" y="125739"/>
                </a:lnTo>
                <a:lnTo>
                  <a:pt x="139653" y="125880"/>
                </a:lnTo>
                <a:lnTo>
                  <a:pt x="139304" y="126012"/>
                </a:lnTo>
                <a:lnTo>
                  <a:pt x="138951" y="126135"/>
                </a:lnTo>
                <a:lnTo>
                  <a:pt x="138594" y="126251"/>
                </a:lnTo>
                <a:lnTo>
                  <a:pt x="138232" y="126357"/>
                </a:lnTo>
                <a:lnTo>
                  <a:pt x="137865" y="126455"/>
                </a:lnTo>
                <a:lnTo>
                  <a:pt x="137495" y="126545"/>
                </a:lnTo>
                <a:lnTo>
                  <a:pt x="137120" y="126626"/>
                </a:lnTo>
                <a:lnTo>
                  <a:pt x="136740" y="126698"/>
                </a:lnTo>
                <a:lnTo>
                  <a:pt x="136356" y="126762"/>
                </a:lnTo>
                <a:lnTo>
                  <a:pt x="135967" y="126818"/>
                </a:lnTo>
                <a:lnTo>
                  <a:pt x="135574" y="126865"/>
                </a:lnTo>
                <a:lnTo>
                  <a:pt x="135177" y="126903"/>
                </a:lnTo>
                <a:lnTo>
                  <a:pt x="134775" y="126933"/>
                </a:lnTo>
                <a:lnTo>
                  <a:pt x="134369" y="126954"/>
                </a:lnTo>
                <a:lnTo>
                  <a:pt x="133959" y="126967"/>
                </a:lnTo>
                <a:lnTo>
                  <a:pt x="133544" y="126971"/>
                </a:lnTo>
                <a:lnTo>
                  <a:pt x="133230" y="126969"/>
                </a:lnTo>
                <a:lnTo>
                  <a:pt x="132918" y="126960"/>
                </a:lnTo>
                <a:lnTo>
                  <a:pt x="132608" y="126947"/>
                </a:lnTo>
                <a:lnTo>
                  <a:pt x="132300" y="126928"/>
                </a:lnTo>
                <a:lnTo>
                  <a:pt x="131994" y="126904"/>
                </a:lnTo>
                <a:lnTo>
                  <a:pt x="131690" y="126874"/>
                </a:lnTo>
                <a:lnTo>
                  <a:pt x="131387" y="126839"/>
                </a:lnTo>
                <a:lnTo>
                  <a:pt x="131087" y="126798"/>
                </a:lnTo>
                <a:lnTo>
                  <a:pt x="130789" y="126752"/>
                </a:lnTo>
                <a:lnTo>
                  <a:pt x="130493" y="126701"/>
                </a:lnTo>
                <a:lnTo>
                  <a:pt x="130199" y="126644"/>
                </a:lnTo>
                <a:lnTo>
                  <a:pt x="129906" y="126582"/>
                </a:lnTo>
                <a:lnTo>
                  <a:pt x="129616" y="126514"/>
                </a:lnTo>
                <a:lnTo>
                  <a:pt x="129328" y="126441"/>
                </a:lnTo>
                <a:lnTo>
                  <a:pt x="129041" y="126362"/>
                </a:lnTo>
                <a:lnTo>
                  <a:pt x="128757" y="126278"/>
                </a:lnTo>
                <a:lnTo>
                  <a:pt x="128475" y="126189"/>
                </a:lnTo>
                <a:lnTo>
                  <a:pt x="128194" y="126094"/>
                </a:lnTo>
                <a:lnTo>
                  <a:pt x="127916" y="125994"/>
                </a:lnTo>
                <a:lnTo>
                  <a:pt x="127639" y="125889"/>
                </a:lnTo>
                <a:lnTo>
                  <a:pt x="127364" y="125778"/>
                </a:lnTo>
                <a:lnTo>
                  <a:pt x="127092" y="125661"/>
                </a:lnTo>
                <a:lnTo>
                  <a:pt x="126821" y="125540"/>
                </a:lnTo>
                <a:lnTo>
                  <a:pt x="126553" y="125412"/>
                </a:lnTo>
                <a:lnTo>
                  <a:pt x="126286" y="125279"/>
                </a:lnTo>
                <a:lnTo>
                  <a:pt x="126022" y="125140"/>
                </a:lnTo>
                <a:lnTo>
                  <a:pt x="125761" y="124995"/>
                </a:lnTo>
                <a:lnTo>
                  <a:pt x="125503" y="124844"/>
                </a:lnTo>
                <a:lnTo>
                  <a:pt x="125247" y="124687"/>
                </a:lnTo>
                <a:lnTo>
                  <a:pt x="124994" y="124524"/>
                </a:lnTo>
                <a:lnTo>
                  <a:pt x="124743" y="124354"/>
                </a:lnTo>
                <a:lnTo>
                  <a:pt x="124495" y="124179"/>
                </a:lnTo>
                <a:lnTo>
                  <a:pt x="124250" y="123998"/>
                </a:lnTo>
                <a:lnTo>
                  <a:pt x="124007" y="123810"/>
                </a:lnTo>
                <a:lnTo>
                  <a:pt x="123767" y="123616"/>
                </a:lnTo>
                <a:lnTo>
                  <a:pt x="123529" y="123417"/>
                </a:lnTo>
                <a:lnTo>
                  <a:pt x="123295" y="123211"/>
                </a:lnTo>
                <a:lnTo>
                  <a:pt x="123062" y="122999"/>
                </a:lnTo>
                <a:lnTo>
                  <a:pt x="122833" y="122781"/>
                </a:lnTo>
                <a:lnTo>
                  <a:pt x="122606" y="122557"/>
                </a:lnTo>
                <a:lnTo>
                  <a:pt x="122381" y="122327"/>
                </a:lnTo>
                <a:lnTo>
                  <a:pt x="122160" y="122091"/>
                </a:lnTo>
                <a:lnTo>
                  <a:pt x="121940" y="121849"/>
                </a:lnTo>
                <a:lnTo>
                  <a:pt x="121724" y="121601"/>
                </a:lnTo>
                <a:lnTo>
                  <a:pt x="121510" y="121346"/>
                </a:lnTo>
                <a:lnTo>
                  <a:pt x="121299" y="121086"/>
                </a:lnTo>
                <a:lnTo>
                  <a:pt x="121090" y="120820"/>
                </a:lnTo>
                <a:lnTo>
                  <a:pt x="120884" y="120547"/>
                </a:lnTo>
                <a:lnTo>
                  <a:pt x="120681" y="120268"/>
                </a:lnTo>
                <a:lnTo>
                  <a:pt x="120480" y="119983"/>
                </a:lnTo>
                <a:lnTo>
                  <a:pt x="120283" y="119692"/>
                </a:lnTo>
                <a:lnTo>
                  <a:pt x="120088" y="119394"/>
                </a:lnTo>
                <a:lnTo>
                  <a:pt x="119896" y="119089"/>
                </a:lnTo>
                <a:lnTo>
                  <a:pt x="119706" y="118779"/>
                </a:lnTo>
                <a:lnTo>
                  <a:pt x="119520" y="118462"/>
                </a:lnTo>
                <a:lnTo>
                  <a:pt x="119336" y="118138"/>
                </a:lnTo>
                <a:lnTo>
                  <a:pt x="119155" y="117808"/>
                </a:lnTo>
                <a:lnTo>
                  <a:pt x="118977" y="117472"/>
                </a:lnTo>
                <a:lnTo>
                  <a:pt x="118801" y="117129"/>
                </a:lnTo>
                <a:lnTo>
                  <a:pt x="118629" y="116780"/>
                </a:lnTo>
                <a:lnTo>
                  <a:pt x="118459" y="116424"/>
                </a:lnTo>
                <a:lnTo>
                  <a:pt x="118292" y="116063"/>
                </a:lnTo>
                <a:lnTo>
                  <a:pt x="118128" y="115694"/>
                </a:lnTo>
                <a:lnTo>
                  <a:pt x="117966" y="115320"/>
                </a:lnTo>
                <a:lnTo>
                  <a:pt x="117807" y="114939"/>
                </a:lnTo>
                <a:lnTo>
                  <a:pt x="117651" y="114551"/>
                </a:lnTo>
                <a:lnTo>
                  <a:pt x="117498" y="114157"/>
                </a:lnTo>
                <a:lnTo>
                  <a:pt x="117348" y="113757"/>
                </a:lnTo>
                <a:lnTo>
                  <a:pt x="117201" y="113350"/>
                </a:lnTo>
                <a:lnTo>
                  <a:pt x="117056" y="112937"/>
                </a:lnTo>
                <a:lnTo>
                  <a:pt x="116914" y="112518"/>
                </a:lnTo>
                <a:lnTo>
                  <a:pt x="116775" y="112092"/>
                </a:lnTo>
                <a:lnTo>
                  <a:pt x="116638" y="111659"/>
                </a:lnTo>
                <a:lnTo>
                  <a:pt x="116504" y="111220"/>
                </a:lnTo>
                <a:lnTo>
                  <a:pt x="116373" y="110774"/>
                </a:lnTo>
                <a:lnTo>
                  <a:pt x="116245" y="110322"/>
                </a:lnTo>
                <a:lnTo>
                  <a:pt x="116119" y="109862"/>
                </a:lnTo>
                <a:lnTo>
                  <a:pt x="115995" y="109396"/>
                </a:lnTo>
                <a:lnTo>
                  <a:pt x="115875" y="108924"/>
                </a:lnTo>
                <a:lnTo>
                  <a:pt x="115756" y="108444"/>
                </a:lnTo>
                <a:lnTo>
                  <a:pt x="115641" y="107958"/>
                </a:lnTo>
                <a:lnTo>
                  <a:pt x="115528" y="107465"/>
                </a:lnTo>
                <a:lnTo>
                  <a:pt x="115418" y="106965"/>
                </a:lnTo>
                <a:lnTo>
                  <a:pt x="115310" y="106459"/>
                </a:lnTo>
                <a:lnTo>
                  <a:pt x="115205" y="105946"/>
                </a:lnTo>
                <a:lnTo>
                  <a:pt x="115103" y="105426"/>
                </a:lnTo>
                <a:lnTo>
                  <a:pt x="115003" y="104899"/>
                </a:lnTo>
                <a:lnTo>
                  <a:pt x="114906" y="104366"/>
                </a:lnTo>
                <a:lnTo>
                  <a:pt x="114812" y="103826"/>
                </a:lnTo>
                <a:lnTo>
                  <a:pt x="114720" y="103279"/>
                </a:lnTo>
                <a:lnTo>
                  <a:pt x="114631" y="102726"/>
                </a:lnTo>
                <a:lnTo>
                  <a:pt x="114544" y="102166"/>
                </a:lnTo>
                <a:lnTo>
                  <a:pt x="114460" y="101599"/>
                </a:lnTo>
                <a:lnTo>
                  <a:pt x="114379" y="101025"/>
                </a:lnTo>
                <a:lnTo>
                  <a:pt x="114300" y="100445"/>
                </a:lnTo>
                <a:lnTo>
                  <a:pt x="114224" y="99858"/>
                </a:lnTo>
                <a:lnTo>
                  <a:pt x="114151" y="99263"/>
                </a:lnTo>
                <a:lnTo>
                  <a:pt x="114081" y="98662"/>
                </a:lnTo>
                <a:lnTo>
                  <a:pt x="114014" y="98052"/>
                </a:lnTo>
                <a:lnTo>
                  <a:pt x="113950" y="97435"/>
                </a:lnTo>
                <a:lnTo>
                  <a:pt x="113889" y="96811"/>
                </a:lnTo>
                <a:lnTo>
                  <a:pt x="113831" y="96179"/>
                </a:lnTo>
                <a:lnTo>
                  <a:pt x="113777" y="95540"/>
                </a:lnTo>
                <a:lnTo>
                  <a:pt x="113725" y="94893"/>
                </a:lnTo>
                <a:lnTo>
                  <a:pt x="113677" y="94238"/>
                </a:lnTo>
                <a:lnTo>
                  <a:pt x="113632" y="93576"/>
                </a:lnTo>
                <a:lnTo>
                  <a:pt x="113590" y="92906"/>
                </a:lnTo>
                <a:lnTo>
                  <a:pt x="113551" y="92229"/>
                </a:lnTo>
                <a:lnTo>
                  <a:pt x="113515" y="91544"/>
                </a:lnTo>
                <a:lnTo>
                  <a:pt x="113482" y="90852"/>
                </a:lnTo>
                <a:lnTo>
                  <a:pt x="113453" y="90152"/>
                </a:lnTo>
                <a:lnTo>
                  <a:pt x="113426" y="89445"/>
                </a:lnTo>
                <a:lnTo>
                  <a:pt x="113403" y="88730"/>
                </a:lnTo>
                <a:lnTo>
                  <a:pt x="113383" y="88007"/>
                </a:lnTo>
                <a:lnTo>
                  <a:pt x="113365" y="87277"/>
                </a:lnTo>
                <a:lnTo>
                  <a:pt x="113351" y="86540"/>
                </a:lnTo>
                <a:lnTo>
                  <a:pt x="113340" y="85794"/>
                </a:lnTo>
                <a:lnTo>
                  <a:pt x="113333" y="85042"/>
                </a:lnTo>
                <a:lnTo>
                  <a:pt x="113328" y="84282"/>
                </a:lnTo>
                <a:lnTo>
                  <a:pt x="113326" y="83514"/>
                </a:lnTo>
                <a:lnTo>
                  <a:pt x="113326" y="56778"/>
                </a:lnTo>
                <a:lnTo>
                  <a:pt x="113329" y="55816"/>
                </a:lnTo>
                <a:lnTo>
                  <a:pt x="113336" y="54866"/>
                </a:lnTo>
                <a:lnTo>
                  <a:pt x="113347" y="53928"/>
                </a:lnTo>
                <a:lnTo>
                  <a:pt x="113363" y="53002"/>
                </a:lnTo>
                <a:lnTo>
                  <a:pt x="113384" y="52088"/>
                </a:lnTo>
                <a:lnTo>
                  <a:pt x="113409" y="51186"/>
                </a:lnTo>
                <a:lnTo>
                  <a:pt x="113439" y="50297"/>
                </a:lnTo>
                <a:lnTo>
                  <a:pt x="113473" y="49420"/>
                </a:lnTo>
                <a:lnTo>
                  <a:pt x="113512" y="48554"/>
                </a:lnTo>
                <a:lnTo>
                  <a:pt x="113556" y="47701"/>
                </a:lnTo>
                <a:lnTo>
                  <a:pt x="113604" y="46861"/>
                </a:lnTo>
                <a:lnTo>
                  <a:pt x="113657" y="46032"/>
                </a:lnTo>
                <a:lnTo>
                  <a:pt x="113714" y="45215"/>
                </a:lnTo>
                <a:lnTo>
                  <a:pt x="113776" y="44411"/>
                </a:lnTo>
                <a:lnTo>
                  <a:pt x="113843" y="43618"/>
                </a:lnTo>
                <a:lnTo>
                  <a:pt x="113914" y="42838"/>
                </a:lnTo>
                <a:lnTo>
                  <a:pt x="113990" y="42070"/>
                </a:lnTo>
                <a:lnTo>
                  <a:pt x="114070" y="41314"/>
                </a:lnTo>
                <a:lnTo>
                  <a:pt x="114155" y="40570"/>
                </a:lnTo>
                <a:lnTo>
                  <a:pt x="114245" y="39839"/>
                </a:lnTo>
                <a:lnTo>
                  <a:pt x="114339" y="39119"/>
                </a:lnTo>
                <a:lnTo>
                  <a:pt x="114438" y="38412"/>
                </a:lnTo>
                <a:lnTo>
                  <a:pt x="114541" y="37716"/>
                </a:lnTo>
                <a:lnTo>
                  <a:pt x="114649" y="37033"/>
                </a:lnTo>
                <a:lnTo>
                  <a:pt x="114761" y="36362"/>
                </a:lnTo>
                <a:lnTo>
                  <a:pt x="114878" y="35701"/>
                </a:lnTo>
                <a:lnTo>
                  <a:pt x="115000" y="35051"/>
                </a:lnTo>
                <a:lnTo>
                  <a:pt x="115125" y="34412"/>
                </a:lnTo>
                <a:lnTo>
                  <a:pt x="115255" y="33783"/>
                </a:lnTo>
                <a:lnTo>
                  <a:pt x="115390" y="33166"/>
                </a:lnTo>
                <a:lnTo>
                  <a:pt x="115529" y="32559"/>
                </a:lnTo>
                <a:lnTo>
                  <a:pt x="115672" y="31963"/>
                </a:lnTo>
                <a:lnTo>
                  <a:pt x="115820" y="31378"/>
                </a:lnTo>
                <a:lnTo>
                  <a:pt x="115973" y="30804"/>
                </a:lnTo>
                <a:lnTo>
                  <a:pt x="116129" y="30241"/>
                </a:lnTo>
                <a:lnTo>
                  <a:pt x="116290" y="29688"/>
                </a:lnTo>
                <a:lnTo>
                  <a:pt x="116456" y="29146"/>
                </a:lnTo>
                <a:lnTo>
                  <a:pt x="116626" y="28615"/>
                </a:lnTo>
                <a:lnTo>
                  <a:pt x="116801" y="28095"/>
                </a:lnTo>
                <a:lnTo>
                  <a:pt x="116979" y="27586"/>
                </a:lnTo>
                <a:lnTo>
                  <a:pt x="117163" y="27088"/>
                </a:lnTo>
                <a:lnTo>
                  <a:pt x="117350" y="26600"/>
                </a:lnTo>
                <a:lnTo>
                  <a:pt x="117543" y="26123"/>
                </a:lnTo>
                <a:lnTo>
                  <a:pt x="117739" y="25657"/>
                </a:lnTo>
                <a:lnTo>
                  <a:pt x="117940" y="25202"/>
                </a:lnTo>
                <a:lnTo>
                  <a:pt x="118146" y="24758"/>
                </a:lnTo>
                <a:lnTo>
                  <a:pt x="118355" y="24324"/>
                </a:lnTo>
                <a:lnTo>
                  <a:pt x="118570" y="23902"/>
                </a:lnTo>
                <a:lnTo>
                  <a:pt x="118788" y="23489"/>
                </a:lnTo>
                <a:lnTo>
                  <a:pt x="119011" y="23086"/>
                </a:lnTo>
                <a:lnTo>
                  <a:pt x="119237" y="22692"/>
                </a:lnTo>
                <a:lnTo>
                  <a:pt x="119467" y="22307"/>
                </a:lnTo>
                <a:lnTo>
                  <a:pt x="119701" y="21932"/>
                </a:lnTo>
                <a:lnTo>
                  <a:pt x="119940" y="21566"/>
                </a:lnTo>
                <a:lnTo>
                  <a:pt x="120182" y="21210"/>
                </a:lnTo>
                <a:lnTo>
                  <a:pt x="120428" y="20863"/>
                </a:lnTo>
                <a:lnTo>
                  <a:pt x="120678" y="20525"/>
                </a:lnTo>
                <a:lnTo>
                  <a:pt x="120931" y="20196"/>
                </a:lnTo>
                <a:lnTo>
                  <a:pt x="121189" y="19877"/>
                </a:lnTo>
                <a:lnTo>
                  <a:pt x="121451" y="19568"/>
                </a:lnTo>
                <a:lnTo>
                  <a:pt x="121717" y="19267"/>
                </a:lnTo>
                <a:lnTo>
                  <a:pt x="121986" y="18976"/>
                </a:lnTo>
                <a:lnTo>
                  <a:pt x="122260" y="18695"/>
                </a:lnTo>
                <a:lnTo>
                  <a:pt x="122538" y="18422"/>
                </a:lnTo>
                <a:lnTo>
                  <a:pt x="122819" y="18159"/>
                </a:lnTo>
                <a:lnTo>
                  <a:pt x="123104" y="17906"/>
                </a:lnTo>
                <a:lnTo>
                  <a:pt x="123394" y="17661"/>
                </a:lnTo>
                <a:lnTo>
                  <a:pt x="123687" y="17426"/>
                </a:lnTo>
                <a:lnTo>
                  <a:pt x="123984" y="17201"/>
                </a:lnTo>
                <a:lnTo>
                  <a:pt x="124285" y="16984"/>
                </a:lnTo>
                <a:lnTo>
                  <a:pt x="124590" y="16777"/>
                </a:lnTo>
                <a:lnTo>
                  <a:pt x="124899" y="16580"/>
                </a:lnTo>
                <a:lnTo>
                  <a:pt x="125212" y="16391"/>
                </a:lnTo>
                <a:lnTo>
                  <a:pt x="125529" y="16210"/>
                </a:lnTo>
                <a:lnTo>
                  <a:pt x="125849" y="16037"/>
                </a:lnTo>
                <a:lnTo>
                  <a:pt x="126173" y="15873"/>
                </a:lnTo>
                <a:lnTo>
                  <a:pt x="126501" y="15716"/>
                </a:lnTo>
                <a:lnTo>
                  <a:pt x="126833" y="15567"/>
                </a:lnTo>
                <a:lnTo>
                  <a:pt x="127169" y="15427"/>
                </a:lnTo>
                <a:lnTo>
                  <a:pt x="127508" y="15294"/>
                </a:lnTo>
                <a:lnTo>
                  <a:pt x="127851" y="15169"/>
                </a:lnTo>
                <a:lnTo>
                  <a:pt x="128198" y="15053"/>
                </a:lnTo>
                <a:lnTo>
                  <a:pt x="128548" y="14944"/>
                </a:lnTo>
                <a:lnTo>
                  <a:pt x="128903" y="14844"/>
                </a:lnTo>
                <a:lnTo>
                  <a:pt x="129261" y="14752"/>
                </a:lnTo>
                <a:lnTo>
                  <a:pt x="129623" y="14667"/>
                </a:lnTo>
                <a:lnTo>
                  <a:pt x="129988" y="14591"/>
                </a:lnTo>
                <a:lnTo>
                  <a:pt x="130358" y="14523"/>
                </a:lnTo>
                <a:lnTo>
                  <a:pt x="130731" y="14462"/>
                </a:lnTo>
                <a:lnTo>
                  <a:pt x="131108" y="14410"/>
                </a:lnTo>
                <a:lnTo>
                  <a:pt x="131489" y="14366"/>
                </a:lnTo>
                <a:lnTo>
                  <a:pt x="131873" y="14330"/>
                </a:lnTo>
                <a:lnTo>
                  <a:pt x="132262" y="14302"/>
                </a:lnTo>
                <a:lnTo>
                  <a:pt x="132654" y="14281"/>
                </a:lnTo>
                <a:lnTo>
                  <a:pt x="133049" y="14269"/>
                </a:lnTo>
                <a:lnTo>
                  <a:pt x="133449" y="14265"/>
                </a:lnTo>
                <a:lnTo>
                  <a:pt x="133771" y="14268"/>
                </a:lnTo>
                <a:lnTo>
                  <a:pt x="134090" y="14276"/>
                </a:lnTo>
                <a:lnTo>
                  <a:pt x="134407" y="14288"/>
                </a:lnTo>
                <a:lnTo>
                  <a:pt x="134722" y="14306"/>
                </a:lnTo>
                <a:lnTo>
                  <a:pt x="135034" y="14329"/>
                </a:lnTo>
                <a:lnTo>
                  <a:pt x="135344" y="14357"/>
                </a:lnTo>
                <a:lnTo>
                  <a:pt x="135652" y="14390"/>
                </a:lnTo>
                <a:lnTo>
                  <a:pt x="135958" y="14428"/>
                </a:lnTo>
                <a:lnTo>
                  <a:pt x="136261" y="14471"/>
                </a:lnTo>
                <a:lnTo>
                  <a:pt x="136562" y="14520"/>
                </a:lnTo>
                <a:lnTo>
                  <a:pt x="136861" y="14573"/>
                </a:lnTo>
                <a:lnTo>
                  <a:pt x="137157" y="14631"/>
                </a:lnTo>
                <a:lnTo>
                  <a:pt x="137451" y="14695"/>
                </a:lnTo>
                <a:lnTo>
                  <a:pt x="137743" y="14764"/>
                </a:lnTo>
                <a:lnTo>
                  <a:pt x="138032" y="14837"/>
                </a:lnTo>
                <a:lnTo>
                  <a:pt x="138320" y="14916"/>
                </a:lnTo>
                <a:lnTo>
                  <a:pt x="138605" y="15000"/>
                </a:lnTo>
                <a:lnTo>
                  <a:pt x="138887" y="15089"/>
                </a:lnTo>
                <a:lnTo>
                  <a:pt x="139167" y="15183"/>
                </a:lnTo>
                <a:lnTo>
                  <a:pt x="139445" y="15282"/>
                </a:lnTo>
                <a:lnTo>
                  <a:pt x="139721" y="15386"/>
                </a:lnTo>
                <a:lnTo>
                  <a:pt x="139995" y="15496"/>
                </a:lnTo>
                <a:lnTo>
                  <a:pt x="140266" y="15610"/>
                </a:lnTo>
                <a:lnTo>
                  <a:pt x="140535" y="15730"/>
                </a:lnTo>
                <a:lnTo>
                  <a:pt x="140801" y="15855"/>
                </a:lnTo>
                <a:lnTo>
                  <a:pt x="141065" y="15985"/>
                </a:lnTo>
                <a:lnTo>
                  <a:pt x="141326" y="16122"/>
                </a:lnTo>
                <a:lnTo>
                  <a:pt x="141584" y="16264"/>
                </a:lnTo>
                <a:lnTo>
                  <a:pt x="141840" y="16412"/>
                </a:lnTo>
                <a:lnTo>
                  <a:pt x="142093" y="16565"/>
                </a:lnTo>
                <a:lnTo>
                  <a:pt x="142344" y="16725"/>
                </a:lnTo>
                <a:lnTo>
                  <a:pt x="142592" y="16890"/>
                </a:lnTo>
                <a:lnTo>
                  <a:pt x="142837" y="17060"/>
                </a:lnTo>
                <a:lnTo>
                  <a:pt x="143080" y="17237"/>
                </a:lnTo>
                <a:lnTo>
                  <a:pt x="143320" y="17419"/>
                </a:lnTo>
                <a:lnTo>
                  <a:pt x="143558" y="17607"/>
                </a:lnTo>
                <a:lnTo>
                  <a:pt x="143793" y="17801"/>
                </a:lnTo>
                <a:lnTo>
                  <a:pt x="144025" y="18001"/>
                </a:lnTo>
                <a:lnTo>
                  <a:pt x="144254" y="18206"/>
                </a:lnTo>
                <a:lnTo>
                  <a:pt x="144481" y="18417"/>
                </a:lnTo>
                <a:lnTo>
                  <a:pt x="144706" y="18634"/>
                </a:lnTo>
                <a:lnTo>
                  <a:pt x="144928" y="18856"/>
                </a:lnTo>
                <a:lnTo>
                  <a:pt x="145147" y="19084"/>
                </a:lnTo>
                <a:lnTo>
                  <a:pt x="145363" y="19318"/>
                </a:lnTo>
                <a:lnTo>
                  <a:pt x="145577" y="19558"/>
                </a:lnTo>
                <a:lnTo>
                  <a:pt x="145788" y="19803"/>
                </a:lnTo>
                <a:lnTo>
                  <a:pt x="145997" y="20055"/>
                </a:lnTo>
                <a:lnTo>
                  <a:pt x="146203" y="20312"/>
                </a:lnTo>
                <a:lnTo>
                  <a:pt x="146406" y="20575"/>
                </a:lnTo>
                <a:lnTo>
                  <a:pt x="146607" y="20844"/>
                </a:lnTo>
                <a:lnTo>
                  <a:pt x="146804" y="21121"/>
                </a:lnTo>
                <a:lnTo>
                  <a:pt x="146999" y="21403"/>
                </a:lnTo>
                <a:lnTo>
                  <a:pt x="147191" y="21693"/>
                </a:lnTo>
                <a:lnTo>
                  <a:pt x="147381" y="21988"/>
                </a:lnTo>
                <a:lnTo>
                  <a:pt x="147567" y="22291"/>
                </a:lnTo>
                <a:lnTo>
                  <a:pt x="147751" y="22600"/>
                </a:lnTo>
                <a:lnTo>
                  <a:pt x="147932" y="22916"/>
                </a:lnTo>
                <a:lnTo>
                  <a:pt x="148110" y="23238"/>
                </a:lnTo>
                <a:lnTo>
                  <a:pt x="148286" y="23566"/>
                </a:lnTo>
                <a:lnTo>
                  <a:pt x="148458" y="23902"/>
                </a:lnTo>
                <a:lnTo>
                  <a:pt x="148628" y="24243"/>
                </a:lnTo>
                <a:lnTo>
                  <a:pt x="148795" y="24592"/>
                </a:lnTo>
                <a:lnTo>
                  <a:pt x="148960" y="24947"/>
                </a:lnTo>
                <a:lnTo>
                  <a:pt x="149121" y="25308"/>
                </a:lnTo>
                <a:lnTo>
                  <a:pt x="149280" y="25676"/>
                </a:lnTo>
                <a:lnTo>
                  <a:pt x="149436" y="26051"/>
                </a:lnTo>
                <a:lnTo>
                  <a:pt x="149589" y="26432"/>
                </a:lnTo>
                <a:lnTo>
                  <a:pt x="149739" y="26820"/>
                </a:lnTo>
                <a:lnTo>
                  <a:pt x="149887" y="27214"/>
                </a:lnTo>
                <a:lnTo>
                  <a:pt x="150031" y="27615"/>
                </a:lnTo>
                <a:lnTo>
                  <a:pt x="150173" y="28022"/>
                </a:lnTo>
                <a:lnTo>
                  <a:pt x="150312" y="28436"/>
                </a:lnTo>
                <a:lnTo>
                  <a:pt x="150449" y="28857"/>
                </a:lnTo>
                <a:lnTo>
                  <a:pt x="150582" y="29285"/>
                </a:lnTo>
                <a:lnTo>
                  <a:pt x="150713" y="29720"/>
                </a:lnTo>
                <a:lnTo>
                  <a:pt x="150841" y="30162"/>
                </a:lnTo>
                <a:lnTo>
                  <a:pt x="150966" y="30611"/>
                </a:lnTo>
                <a:lnTo>
                  <a:pt x="151089" y="31067"/>
                </a:lnTo>
                <a:lnTo>
                  <a:pt x="151209" y="31530"/>
                </a:lnTo>
                <a:lnTo>
                  <a:pt x="151325" y="32000"/>
                </a:lnTo>
                <a:lnTo>
                  <a:pt x="151439" y="32477"/>
                </a:lnTo>
                <a:lnTo>
                  <a:pt x="151551" y="32961"/>
                </a:lnTo>
                <a:lnTo>
                  <a:pt x="151659" y="33453"/>
                </a:lnTo>
                <a:lnTo>
                  <a:pt x="151765" y="33951"/>
                </a:lnTo>
                <a:lnTo>
                  <a:pt x="151868" y="34457"/>
                </a:lnTo>
                <a:lnTo>
                  <a:pt x="151968" y="34969"/>
                </a:lnTo>
                <a:lnTo>
                  <a:pt x="152065" y="35488"/>
                </a:lnTo>
                <a:lnTo>
                  <a:pt x="152160" y="36015"/>
                </a:lnTo>
                <a:lnTo>
                  <a:pt x="152252" y="36549"/>
                </a:lnTo>
                <a:lnTo>
                  <a:pt x="152341" y="37089"/>
                </a:lnTo>
                <a:lnTo>
                  <a:pt x="152427" y="37637"/>
                </a:lnTo>
                <a:lnTo>
                  <a:pt x="152510" y="38192"/>
                </a:lnTo>
                <a:lnTo>
                  <a:pt x="152591" y="38754"/>
                </a:lnTo>
                <a:lnTo>
                  <a:pt x="152669" y="39323"/>
                </a:lnTo>
                <a:lnTo>
                  <a:pt x="152744" y="39899"/>
                </a:lnTo>
                <a:lnTo>
                  <a:pt x="152816" y="40482"/>
                </a:lnTo>
                <a:lnTo>
                  <a:pt x="152885" y="41072"/>
                </a:lnTo>
                <a:lnTo>
                  <a:pt x="152952" y="41670"/>
                </a:lnTo>
                <a:lnTo>
                  <a:pt x="153015" y="42276"/>
                </a:lnTo>
                <a:lnTo>
                  <a:pt x="153076" y="42889"/>
                </a:lnTo>
                <a:lnTo>
                  <a:pt x="153133" y="43510"/>
                </a:lnTo>
                <a:lnTo>
                  <a:pt x="153188" y="44139"/>
                </a:lnTo>
                <a:lnTo>
                  <a:pt x="153240" y="44776"/>
                </a:lnTo>
                <a:lnTo>
                  <a:pt x="153288" y="45420"/>
                </a:lnTo>
                <a:lnTo>
                  <a:pt x="153334" y="46072"/>
                </a:lnTo>
                <a:lnTo>
                  <a:pt x="153377" y="46732"/>
                </a:lnTo>
                <a:lnTo>
                  <a:pt x="153417" y="47400"/>
                </a:lnTo>
                <a:lnTo>
                  <a:pt x="153454" y="48075"/>
                </a:lnTo>
                <a:lnTo>
                  <a:pt x="153488" y="48758"/>
                </a:lnTo>
                <a:lnTo>
                  <a:pt x="153519" y="49448"/>
                </a:lnTo>
                <a:lnTo>
                  <a:pt x="153547" y="50147"/>
                </a:lnTo>
                <a:lnTo>
                  <a:pt x="153572" y="50853"/>
                </a:lnTo>
                <a:lnTo>
                  <a:pt x="153594" y="51566"/>
                </a:lnTo>
                <a:lnTo>
                  <a:pt x="153613" y="52288"/>
                </a:lnTo>
                <a:lnTo>
                  <a:pt x="153629" y="53017"/>
                </a:lnTo>
                <a:lnTo>
                  <a:pt x="153643" y="53754"/>
                </a:lnTo>
                <a:lnTo>
                  <a:pt x="153653" y="54498"/>
                </a:lnTo>
                <a:lnTo>
                  <a:pt x="153660" y="55250"/>
                </a:lnTo>
                <a:lnTo>
                  <a:pt x="153665" y="56010"/>
                </a:lnTo>
                <a:lnTo>
                  <a:pt x="153666" y="56778"/>
                </a:lnTo>
                <a:lnTo>
                  <a:pt x="153666" y="83514"/>
                </a:lnTo>
                <a:lnTo>
                  <a:pt x="153664" y="84469"/>
                </a:lnTo>
                <a:lnTo>
                  <a:pt x="153657" y="85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40">
            <a:extLst xmlns:a="http://schemas.openxmlformats.org/drawingml/2006/main">
              <a:ext uri="{FF2B5EF4-FFF2-40B4-BE49-F238E27FC236}">
                <a16:creationId xmlns:a16="http://schemas.microsoft.com/office/drawing/2014/main" id="{418FE72A-E4DF-4F74-A01F-D7DDD268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994" y="6282685"/>
            <a:ext cx="173884" cy="141331"/>
          </a:xfrm>
          <a:custGeom xmlns:a="http://schemas.openxmlformats.org/drawingml/2006/main">
            <a:pathLst>
              <a:path w="173884" h="141331">
                <a:moveTo>
                  <a:pt x="51110" y="1889"/>
                </a:moveTo>
                <a:lnTo>
                  <a:pt x="0" y="97212"/>
                </a:lnTo>
                <a:lnTo>
                  <a:pt x="0" y="107510"/>
                </a:lnTo>
                <a:lnTo>
                  <a:pt x="52054" y="107510"/>
                </a:lnTo>
                <a:lnTo>
                  <a:pt x="52054" y="139442"/>
                </a:lnTo>
                <a:lnTo>
                  <a:pt x="68776" y="139442"/>
                </a:lnTo>
                <a:lnTo>
                  <a:pt x="68776" y="107510"/>
                </a:lnTo>
                <a:lnTo>
                  <a:pt x="84081" y="107510"/>
                </a:lnTo>
                <a:lnTo>
                  <a:pt x="84081" y="93150"/>
                </a:lnTo>
                <a:lnTo>
                  <a:pt x="68776" y="93150"/>
                </a:lnTo>
                <a:lnTo>
                  <a:pt x="68776" y="1889"/>
                </a:lnTo>
                <a:lnTo>
                  <a:pt x="64525" y="1889"/>
                </a:lnTo>
                <a:lnTo>
                  <a:pt x="52054" y="1889"/>
                </a:lnTo>
                <a:lnTo>
                  <a:pt x="51110" y="1889"/>
                </a:lnTo>
                <a:close/>
                <a:moveTo>
                  <a:pt x="51110" y="29475"/>
                </a:moveTo>
                <a:lnTo>
                  <a:pt x="52054" y="27533"/>
                </a:lnTo>
                <a:lnTo>
                  <a:pt x="52054" y="93150"/>
                </a:lnTo>
                <a:lnTo>
                  <a:pt x="18611" y="93150"/>
                </a:lnTo>
                <a:lnTo>
                  <a:pt x="51110" y="29475"/>
                </a:lnTo>
                <a:close/>
                <a:moveTo>
                  <a:pt x="173858" y="56384"/>
                </a:moveTo>
                <a:lnTo>
                  <a:pt x="173838" y="55301"/>
                </a:lnTo>
                <a:lnTo>
                  <a:pt x="173812" y="54229"/>
                </a:lnTo>
                <a:lnTo>
                  <a:pt x="173780" y="53170"/>
                </a:lnTo>
                <a:lnTo>
                  <a:pt x="173743" y="52123"/>
                </a:lnTo>
                <a:lnTo>
                  <a:pt x="173700" y="51089"/>
                </a:lnTo>
                <a:lnTo>
                  <a:pt x="173651" y="50066"/>
                </a:lnTo>
                <a:lnTo>
                  <a:pt x="173597" y="49056"/>
                </a:lnTo>
                <a:lnTo>
                  <a:pt x="173536" y="48057"/>
                </a:lnTo>
                <a:lnTo>
                  <a:pt x="173470" y="47071"/>
                </a:lnTo>
                <a:lnTo>
                  <a:pt x="173399" y="46097"/>
                </a:lnTo>
                <a:lnTo>
                  <a:pt x="173321" y="45135"/>
                </a:lnTo>
                <a:lnTo>
                  <a:pt x="173238" y="44185"/>
                </a:lnTo>
                <a:lnTo>
                  <a:pt x="173149" y="43247"/>
                </a:lnTo>
                <a:lnTo>
                  <a:pt x="173054" y="42322"/>
                </a:lnTo>
                <a:lnTo>
                  <a:pt x="172954" y="41409"/>
                </a:lnTo>
                <a:lnTo>
                  <a:pt x="172848" y="40507"/>
                </a:lnTo>
                <a:lnTo>
                  <a:pt x="172736" y="39618"/>
                </a:lnTo>
                <a:lnTo>
                  <a:pt x="172618" y="38741"/>
                </a:lnTo>
                <a:lnTo>
                  <a:pt x="172494" y="37876"/>
                </a:lnTo>
                <a:lnTo>
                  <a:pt x="172365" y="37024"/>
                </a:lnTo>
                <a:lnTo>
                  <a:pt x="172230" y="36183"/>
                </a:lnTo>
                <a:lnTo>
                  <a:pt x="172090" y="35354"/>
                </a:lnTo>
                <a:lnTo>
                  <a:pt x="171944" y="34535"/>
                </a:lnTo>
                <a:lnTo>
                  <a:pt x="171793" y="33727"/>
                </a:lnTo>
                <a:lnTo>
                  <a:pt x="171636" y="32930"/>
                </a:lnTo>
                <a:lnTo>
                  <a:pt x="171474" y="32144"/>
                </a:lnTo>
                <a:lnTo>
                  <a:pt x="171306" y="31368"/>
                </a:lnTo>
                <a:lnTo>
                  <a:pt x="171133" y="30603"/>
                </a:lnTo>
                <a:lnTo>
                  <a:pt x="170955" y="29848"/>
                </a:lnTo>
                <a:lnTo>
                  <a:pt x="170771" y="29104"/>
                </a:lnTo>
                <a:lnTo>
                  <a:pt x="170582" y="28371"/>
                </a:lnTo>
                <a:lnTo>
                  <a:pt x="170387" y="27648"/>
                </a:lnTo>
                <a:lnTo>
                  <a:pt x="170187" y="26937"/>
                </a:lnTo>
                <a:lnTo>
                  <a:pt x="169982" y="26235"/>
                </a:lnTo>
                <a:lnTo>
                  <a:pt x="169771" y="25545"/>
                </a:lnTo>
                <a:lnTo>
                  <a:pt x="169555" y="24865"/>
                </a:lnTo>
                <a:lnTo>
                  <a:pt x="169333" y="24195"/>
                </a:lnTo>
                <a:lnTo>
                  <a:pt x="169106" y="23537"/>
                </a:lnTo>
                <a:lnTo>
                  <a:pt x="168874" y="22889"/>
                </a:lnTo>
                <a:lnTo>
                  <a:pt x="168636" y="22252"/>
                </a:lnTo>
                <a:lnTo>
                  <a:pt x="168392" y="21625"/>
                </a:lnTo>
                <a:lnTo>
                  <a:pt x="168144" y="21009"/>
                </a:lnTo>
                <a:lnTo>
                  <a:pt x="167890" y="20404"/>
                </a:lnTo>
                <a:lnTo>
                  <a:pt x="167630" y="19809"/>
                </a:lnTo>
                <a:lnTo>
                  <a:pt x="167365" y="19225"/>
                </a:lnTo>
                <a:lnTo>
                  <a:pt x="167095" y="18651"/>
                </a:lnTo>
                <a:lnTo>
                  <a:pt x="166821" y="18087"/>
                </a:lnTo>
                <a:lnTo>
                  <a:pt x="166542" y="17532"/>
                </a:lnTo>
                <a:lnTo>
                  <a:pt x="166259" y="16987"/>
                </a:lnTo>
                <a:lnTo>
                  <a:pt x="165971" y="16451"/>
                </a:lnTo>
                <a:lnTo>
                  <a:pt x="165679" y="15925"/>
                </a:lnTo>
                <a:lnTo>
                  <a:pt x="165383" y="15408"/>
                </a:lnTo>
                <a:lnTo>
                  <a:pt x="165082" y="14900"/>
                </a:lnTo>
                <a:lnTo>
                  <a:pt x="164777" y="14403"/>
                </a:lnTo>
                <a:lnTo>
                  <a:pt x="164467" y="13914"/>
                </a:lnTo>
                <a:lnTo>
                  <a:pt x="164153" y="13436"/>
                </a:lnTo>
                <a:lnTo>
                  <a:pt x="163834" y="12966"/>
                </a:lnTo>
                <a:lnTo>
                  <a:pt x="163511" y="12507"/>
                </a:lnTo>
                <a:lnTo>
                  <a:pt x="163184" y="12056"/>
                </a:lnTo>
                <a:lnTo>
                  <a:pt x="162852" y="11616"/>
                </a:lnTo>
                <a:lnTo>
                  <a:pt x="162515" y="11185"/>
                </a:lnTo>
                <a:lnTo>
                  <a:pt x="162175" y="10763"/>
                </a:lnTo>
                <a:lnTo>
                  <a:pt x="161830" y="10351"/>
                </a:lnTo>
                <a:lnTo>
                  <a:pt x="161480" y="9948"/>
                </a:lnTo>
                <a:lnTo>
                  <a:pt x="161126" y="9555"/>
                </a:lnTo>
                <a:lnTo>
                  <a:pt x="160767" y="9171"/>
                </a:lnTo>
                <a:lnTo>
                  <a:pt x="160405" y="8797"/>
                </a:lnTo>
                <a:lnTo>
                  <a:pt x="160037" y="8432"/>
                </a:lnTo>
                <a:lnTo>
                  <a:pt x="159666" y="8077"/>
                </a:lnTo>
                <a:lnTo>
                  <a:pt x="159289" y="7731"/>
                </a:lnTo>
                <a:lnTo>
                  <a:pt x="158909" y="7392"/>
                </a:lnTo>
                <a:lnTo>
                  <a:pt x="158524" y="7062"/>
                </a:lnTo>
                <a:lnTo>
                  <a:pt x="158136" y="6739"/>
                </a:lnTo>
                <a:lnTo>
                  <a:pt x="157742" y="6424"/>
                </a:lnTo>
                <a:lnTo>
                  <a:pt x="157345" y="6117"/>
                </a:lnTo>
                <a:lnTo>
                  <a:pt x="156943" y="5818"/>
                </a:lnTo>
                <a:lnTo>
                  <a:pt x="156537" y="5527"/>
                </a:lnTo>
                <a:lnTo>
                  <a:pt x="156127" y="5243"/>
                </a:lnTo>
                <a:lnTo>
                  <a:pt x="155713" y="4968"/>
                </a:lnTo>
                <a:lnTo>
                  <a:pt x="155294" y="4700"/>
                </a:lnTo>
                <a:lnTo>
                  <a:pt x="154871" y="4440"/>
                </a:lnTo>
                <a:lnTo>
                  <a:pt x="154444" y="4188"/>
                </a:lnTo>
                <a:lnTo>
                  <a:pt x="154012" y="3944"/>
                </a:lnTo>
                <a:lnTo>
                  <a:pt x="153576" y="3708"/>
                </a:lnTo>
                <a:lnTo>
                  <a:pt x="153136" y="3480"/>
                </a:lnTo>
                <a:lnTo>
                  <a:pt x="152692" y="3259"/>
                </a:lnTo>
                <a:lnTo>
                  <a:pt x="152244" y="3047"/>
                </a:lnTo>
                <a:lnTo>
                  <a:pt x="151791" y="2842"/>
                </a:lnTo>
                <a:lnTo>
                  <a:pt x="151334" y="2645"/>
                </a:lnTo>
                <a:lnTo>
                  <a:pt x="150872" y="2456"/>
                </a:lnTo>
                <a:lnTo>
                  <a:pt x="150407" y="2275"/>
                </a:lnTo>
                <a:lnTo>
                  <a:pt x="149937" y="2102"/>
                </a:lnTo>
                <a:lnTo>
                  <a:pt x="149462" y="1937"/>
                </a:lnTo>
                <a:lnTo>
                  <a:pt x="148984" y="1779"/>
                </a:lnTo>
                <a:lnTo>
                  <a:pt x="148503" y="1627"/>
                </a:lnTo>
                <a:lnTo>
                  <a:pt x="148018" y="1483"/>
                </a:lnTo>
                <a:lnTo>
                  <a:pt x="147530" y="1345"/>
                </a:lnTo>
                <a:lnTo>
                  <a:pt x="147038" y="1214"/>
                </a:lnTo>
                <a:lnTo>
                  <a:pt x="146543" y="1089"/>
                </a:lnTo>
                <a:lnTo>
                  <a:pt x="146044" y="972"/>
                </a:lnTo>
                <a:lnTo>
                  <a:pt x="145542" y="861"/>
                </a:lnTo>
                <a:lnTo>
                  <a:pt x="145036" y="757"/>
                </a:lnTo>
                <a:lnTo>
                  <a:pt x="144527" y="659"/>
                </a:lnTo>
                <a:lnTo>
                  <a:pt x="144015" y="568"/>
                </a:lnTo>
                <a:lnTo>
                  <a:pt x="143499" y="484"/>
                </a:lnTo>
                <a:lnTo>
                  <a:pt x="142980" y="407"/>
                </a:lnTo>
                <a:lnTo>
                  <a:pt x="142457" y="336"/>
                </a:lnTo>
                <a:lnTo>
                  <a:pt x="141931" y="272"/>
                </a:lnTo>
                <a:lnTo>
                  <a:pt x="141401" y="215"/>
                </a:lnTo>
                <a:lnTo>
                  <a:pt x="140868" y="165"/>
                </a:lnTo>
                <a:lnTo>
                  <a:pt x="140331" y="121"/>
                </a:lnTo>
                <a:lnTo>
                  <a:pt x="139791" y="84"/>
                </a:lnTo>
                <a:lnTo>
                  <a:pt x="139248" y="54"/>
                </a:lnTo>
                <a:lnTo>
                  <a:pt x="138701" y="30"/>
                </a:lnTo>
                <a:lnTo>
                  <a:pt x="138150" y="13"/>
                </a:lnTo>
                <a:lnTo>
                  <a:pt x="137597" y="3"/>
                </a:lnTo>
                <a:lnTo>
                  <a:pt x="137039" y="0"/>
                </a:lnTo>
                <a:lnTo>
                  <a:pt x="136349" y="5"/>
                </a:lnTo>
                <a:lnTo>
                  <a:pt x="135665" y="21"/>
                </a:lnTo>
                <a:lnTo>
                  <a:pt x="134985" y="47"/>
                </a:lnTo>
                <a:lnTo>
                  <a:pt x="134311" y="84"/>
                </a:lnTo>
                <a:lnTo>
                  <a:pt x="133643" y="131"/>
                </a:lnTo>
                <a:lnTo>
                  <a:pt x="132980" y="189"/>
                </a:lnTo>
                <a:lnTo>
                  <a:pt x="132322" y="257"/>
                </a:lnTo>
                <a:lnTo>
                  <a:pt x="131670" y="336"/>
                </a:lnTo>
                <a:lnTo>
                  <a:pt x="131023" y="425"/>
                </a:lnTo>
                <a:lnTo>
                  <a:pt x="130382" y="525"/>
                </a:lnTo>
                <a:lnTo>
                  <a:pt x="129746" y="635"/>
                </a:lnTo>
                <a:lnTo>
                  <a:pt x="129115" y="756"/>
                </a:lnTo>
                <a:lnTo>
                  <a:pt x="128490" y="887"/>
                </a:lnTo>
                <a:lnTo>
                  <a:pt x="127871" y="1029"/>
                </a:lnTo>
                <a:lnTo>
                  <a:pt x="127256" y="1181"/>
                </a:lnTo>
                <a:lnTo>
                  <a:pt x="126647" y="1344"/>
                </a:lnTo>
                <a:lnTo>
                  <a:pt x="126044" y="1517"/>
                </a:lnTo>
                <a:lnTo>
                  <a:pt x="125446" y="1701"/>
                </a:lnTo>
                <a:lnTo>
                  <a:pt x="124853" y="1895"/>
                </a:lnTo>
                <a:lnTo>
                  <a:pt x="124266" y="2099"/>
                </a:lnTo>
                <a:lnTo>
                  <a:pt x="123684" y="2315"/>
                </a:lnTo>
                <a:lnTo>
                  <a:pt x="123108" y="2540"/>
                </a:lnTo>
                <a:lnTo>
                  <a:pt x="122537" y="2776"/>
                </a:lnTo>
                <a:lnTo>
                  <a:pt x="121971" y="3023"/>
                </a:lnTo>
                <a:lnTo>
                  <a:pt x="121411" y="3282"/>
                </a:lnTo>
                <a:lnTo>
                  <a:pt x="120858" y="3554"/>
                </a:lnTo>
                <a:lnTo>
                  <a:pt x="120312" y="3840"/>
                </a:lnTo>
                <a:lnTo>
                  <a:pt x="119772" y="4140"/>
                </a:lnTo>
                <a:lnTo>
                  <a:pt x="119238" y="4453"/>
                </a:lnTo>
                <a:lnTo>
                  <a:pt x="118712" y="4780"/>
                </a:lnTo>
                <a:lnTo>
                  <a:pt x="118191" y="5120"/>
                </a:lnTo>
                <a:lnTo>
                  <a:pt x="117678" y="5474"/>
                </a:lnTo>
                <a:lnTo>
                  <a:pt x="117171" y="5842"/>
                </a:lnTo>
                <a:lnTo>
                  <a:pt x="116670" y="6223"/>
                </a:lnTo>
                <a:lnTo>
                  <a:pt x="116176" y="6618"/>
                </a:lnTo>
                <a:lnTo>
                  <a:pt x="115689" y="7026"/>
                </a:lnTo>
                <a:lnTo>
                  <a:pt x="115208" y="7448"/>
                </a:lnTo>
                <a:lnTo>
                  <a:pt x="114733" y="7884"/>
                </a:lnTo>
                <a:lnTo>
                  <a:pt x="114266" y="8334"/>
                </a:lnTo>
                <a:lnTo>
                  <a:pt x="113804" y="8796"/>
                </a:lnTo>
                <a:lnTo>
                  <a:pt x="113350" y="9273"/>
                </a:lnTo>
                <a:lnTo>
                  <a:pt x="112902" y="9763"/>
                </a:lnTo>
                <a:lnTo>
                  <a:pt x="112460" y="10267"/>
                </a:lnTo>
                <a:lnTo>
                  <a:pt x="112025" y="10784"/>
                </a:lnTo>
                <a:lnTo>
                  <a:pt x="111597" y="11315"/>
                </a:lnTo>
                <a:lnTo>
                  <a:pt x="111175" y="11860"/>
                </a:lnTo>
                <a:lnTo>
                  <a:pt x="110760" y="12418"/>
                </a:lnTo>
                <a:lnTo>
                  <a:pt x="110351" y="12990"/>
                </a:lnTo>
                <a:lnTo>
                  <a:pt x="109949" y="13576"/>
                </a:lnTo>
                <a:lnTo>
                  <a:pt x="109555" y="14178"/>
                </a:lnTo>
                <a:lnTo>
                  <a:pt x="109169" y="14796"/>
                </a:lnTo>
                <a:lnTo>
                  <a:pt x="108791" y="15429"/>
                </a:lnTo>
                <a:lnTo>
                  <a:pt x="108420" y="16078"/>
                </a:lnTo>
                <a:lnTo>
                  <a:pt x="108057" y="16742"/>
                </a:lnTo>
                <a:lnTo>
                  <a:pt x="107702" y="17422"/>
                </a:lnTo>
                <a:lnTo>
                  <a:pt x="107354" y="18118"/>
                </a:lnTo>
                <a:lnTo>
                  <a:pt x="107014" y="18829"/>
                </a:lnTo>
                <a:lnTo>
                  <a:pt x="106682" y="19555"/>
                </a:lnTo>
                <a:lnTo>
                  <a:pt x="106357" y="20298"/>
                </a:lnTo>
                <a:lnTo>
                  <a:pt x="106041" y="21056"/>
                </a:lnTo>
                <a:lnTo>
                  <a:pt x="105731" y="21829"/>
                </a:lnTo>
                <a:lnTo>
                  <a:pt x="105430" y="22618"/>
                </a:lnTo>
                <a:lnTo>
                  <a:pt x="105136" y="23423"/>
                </a:lnTo>
                <a:lnTo>
                  <a:pt x="104850" y="24243"/>
                </a:lnTo>
                <a:lnTo>
                  <a:pt x="104572" y="25078"/>
                </a:lnTo>
                <a:lnTo>
                  <a:pt x="104302" y="25930"/>
                </a:lnTo>
                <a:lnTo>
                  <a:pt x="104039" y="26797"/>
                </a:lnTo>
                <a:lnTo>
                  <a:pt x="103784" y="27679"/>
                </a:lnTo>
                <a:lnTo>
                  <a:pt x="103536" y="28577"/>
                </a:lnTo>
                <a:lnTo>
                  <a:pt x="103297" y="29491"/>
                </a:lnTo>
                <a:lnTo>
                  <a:pt x="103065" y="30420"/>
                </a:lnTo>
                <a:lnTo>
                  <a:pt x="102840" y="31365"/>
                </a:lnTo>
                <a:lnTo>
                  <a:pt x="102624" y="32327"/>
                </a:lnTo>
                <a:lnTo>
                  <a:pt x="102418" y="33308"/>
                </a:lnTo>
                <a:lnTo>
                  <a:pt x="102220" y="34308"/>
                </a:lnTo>
                <a:lnTo>
                  <a:pt x="102032" y="35328"/>
                </a:lnTo>
                <a:lnTo>
                  <a:pt x="101853" y="36366"/>
                </a:lnTo>
                <a:lnTo>
                  <a:pt x="101683" y="37423"/>
                </a:lnTo>
                <a:lnTo>
                  <a:pt x="101522" y="38499"/>
                </a:lnTo>
                <a:lnTo>
                  <a:pt x="101371" y="39595"/>
                </a:lnTo>
                <a:lnTo>
                  <a:pt x="101228" y="40709"/>
                </a:lnTo>
                <a:lnTo>
                  <a:pt x="101095" y="41842"/>
                </a:lnTo>
                <a:lnTo>
                  <a:pt x="100971" y="42995"/>
                </a:lnTo>
                <a:lnTo>
                  <a:pt x="100856" y="44166"/>
                </a:lnTo>
                <a:lnTo>
                  <a:pt x="100751" y="45356"/>
                </a:lnTo>
                <a:lnTo>
                  <a:pt x="100654" y="46566"/>
                </a:lnTo>
                <a:lnTo>
                  <a:pt x="100567" y="47794"/>
                </a:lnTo>
                <a:lnTo>
                  <a:pt x="100489" y="49042"/>
                </a:lnTo>
                <a:lnTo>
                  <a:pt x="100420" y="50308"/>
                </a:lnTo>
                <a:lnTo>
                  <a:pt x="100360" y="51594"/>
                </a:lnTo>
                <a:lnTo>
                  <a:pt x="100310" y="52898"/>
                </a:lnTo>
                <a:lnTo>
                  <a:pt x="100268" y="54222"/>
                </a:lnTo>
                <a:lnTo>
                  <a:pt x="100236" y="55565"/>
                </a:lnTo>
                <a:lnTo>
                  <a:pt x="100213" y="56926"/>
                </a:lnTo>
                <a:lnTo>
                  <a:pt x="100200" y="58307"/>
                </a:lnTo>
                <a:lnTo>
                  <a:pt x="100195" y="59707"/>
                </a:lnTo>
                <a:lnTo>
                  <a:pt x="100195" y="80680"/>
                </a:lnTo>
                <a:lnTo>
                  <a:pt x="100198" y="81800"/>
                </a:lnTo>
                <a:lnTo>
                  <a:pt x="100207" y="82908"/>
                </a:lnTo>
                <a:lnTo>
                  <a:pt x="100222" y="84004"/>
                </a:lnTo>
                <a:lnTo>
                  <a:pt x="100242" y="85088"/>
                </a:lnTo>
                <a:lnTo>
                  <a:pt x="100269" y="86161"/>
                </a:lnTo>
                <a:lnTo>
                  <a:pt x="100301" y="87222"/>
                </a:lnTo>
                <a:lnTo>
                  <a:pt x="100340" y="88271"/>
                </a:lnTo>
                <a:lnTo>
                  <a:pt x="100384" y="89308"/>
                </a:lnTo>
                <a:lnTo>
                  <a:pt x="100434" y="90334"/>
                </a:lnTo>
                <a:lnTo>
                  <a:pt x="100490" y="91347"/>
                </a:lnTo>
                <a:lnTo>
                  <a:pt x="100552" y="92349"/>
                </a:lnTo>
                <a:lnTo>
                  <a:pt x="100620" y="93339"/>
                </a:lnTo>
                <a:lnTo>
                  <a:pt x="100694" y="94317"/>
                </a:lnTo>
                <a:lnTo>
                  <a:pt x="100774" y="95284"/>
                </a:lnTo>
                <a:lnTo>
                  <a:pt x="100859" y="96238"/>
                </a:lnTo>
                <a:lnTo>
                  <a:pt x="100951" y="97181"/>
                </a:lnTo>
                <a:lnTo>
                  <a:pt x="101048" y="98112"/>
                </a:lnTo>
                <a:lnTo>
                  <a:pt x="101152" y="99031"/>
                </a:lnTo>
                <a:lnTo>
                  <a:pt x="101261" y="99938"/>
                </a:lnTo>
                <a:lnTo>
                  <a:pt x="101376" y="100834"/>
                </a:lnTo>
                <a:lnTo>
                  <a:pt x="101497" y="101717"/>
                </a:lnTo>
                <a:lnTo>
                  <a:pt x="101624" y="102589"/>
                </a:lnTo>
                <a:lnTo>
                  <a:pt x="101757" y="103449"/>
                </a:lnTo>
                <a:lnTo>
                  <a:pt x="101896" y="104298"/>
                </a:lnTo>
                <a:lnTo>
                  <a:pt x="102040" y="105135"/>
                </a:lnTo>
                <a:lnTo>
                  <a:pt x="102189" y="105962"/>
                </a:lnTo>
                <a:lnTo>
                  <a:pt x="102344" y="106778"/>
                </a:lnTo>
                <a:lnTo>
                  <a:pt x="102504" y="107583"/>
                </a:lnTo>
                <a:lnTo>
                  <a:pt x="102670" y="108378"/>
                </a:lnTo>
                <a:lnTo>
                  <a:pt x="102840" y="109163"/>
                </a:lnTo>
                <a:lnTo>
                  <a:pt x="103016" y="109937"/>
                </a:lnTo>
                <a:lnTo>
                  <a:pt x="103197" y="110701"/>
                </a:lnTo>
                <a:lnTo>
                  <a:pt x="103383" y="111454"/>
                </a:lnTo>
                <a:lnTo>
                  <a:pt x="103575" y="112197"/>
                </a:lnTo>
                <a:lnTo>
                  <a:pt x="103772" y="112929"/>
                </a:lnTo>
                <a:lnTo>
                  <a:pt x="103974" y="113651"/>
                </a:lnTo>
                <a:lnTo>
                  <a:pt x="104181" y="114362"/>
                </a:lnTo>
                <a:lnTo>
                  <a:pt x="104394" y="115062"/>
                </a:lnTo>
                <a:lnTo>
                  <a:pt x="104612" y="115753"/>
                </a:lnTo>
                <a:lnTo>
                  <a:pt x="104835" y="116432"/>
                </a:lnTo>
                <a:lnTo>
                  <a:pt x="105063" y="117101"/>
                </a:lnTo>
                <a:lnTo>
                  <a:pt x="105297" y="117760"/>
                </a:lnTo>
                <a:lnTo>
                  <a:pt x="105535" y="118408"/>
                </a:lnTo>
                <a:lnTo>
                  <a:pt x="105779" y="119046"/>
                </a:lnTo>
                <a:lnTo>
                  <a:pt x="106029" y="119673"/>
                </a:lnTo>
                <a:lnTo>
                  <a:pt x="106283" y="120290"/>
                </a:lnTo>
                <a:lnTo>
                  <a:pt x="106543" y="120896"/>
                </a:lnTo>
                <a:lnTo>
                  <a:pt x="106808" y="121492"/>
                </a:lnTo>
                <a:lnTo>
                  <a:pt x="107078" y="122078"/>
                </a:lnTo>
                <a:lnTo>
                  <a:pt x="107353" y="122654"/>
                </a:lnTo>
                <a:lnTo>
                  <a:pt x="107632" y="123221"/>
                </a:lnTo>
                <a:lnTo>
                  <a:pt x="107916" y="123779"/>
                </a:lnTo>
                <a:lnTo>
                  <a:pt x="108204" y="124327"/>
                </a:lnTo>
                <a:lnTo>
                  <a:pt x="108497" y="124866"/>
                </a:lnTo>
                <a:lnTo>
                  <a:pt x="108794" y="125396"/>
                </a:lnTo>
                <a:lnTo>
                  <a:pt x="109096" y="125916"/>
                </a:lnTo>
                <a:lnTo>
                  <a:pt x="109403" y="126427"/>
                </a:lnTo>
                <a:lnTo>
                  <a:pt x="109714" y="126929"/>
                </a:lnTo>
                <a:lnTo>
                  <a:pt x="110030" y="127421"/>
                </a:lnTo>
                <a:lnTo>
                  <a:pt x="110351" y="127904"/>
                </a:lnTo>
                <a:lnTo>
                  <a:pt x="110676" y="128378"/>
                </a:lnTo>
                <a:lnTo>
                  <a:pt x="111006" y="128842"/>
                </a:lnTo>
                <a:lnTo>
                  <a:pt x="111340" y="129297"/>
                </a:lnTo>
                <a:lnTo>
                  <a:pt x="111679" y="129742"/>
                </a:lnTo>
                <a:lnTo>
                  <a:pt x="112022" y="130179"/>
                </a:lnTo>
                <a:lnTo>
                  <a:pt x="112370" y="130605"/>
                </a:lnTo>
                <a:lnTo>
                  <a:pt x="112723" y="131023"/>
                </a:lnTo>
                <a:lnTo>
                  <a:pt x="113080" y="131431"/>
                </a:lnTo>
                <a:lnTo>
                  <a:pt x="113442" y="131830"/>
                </a:lnTo>
                <a:lnTo>
                  <a:pt x="113808" y="132219"/>
                </a:lnTo>
                <a:lnTo>
                  <a:pt x="114179" y="132599"/>
                </a:lnTo>
                <a:lnTo>
                  <a:pt x="114555" y="132970"/>
                </a:lnTo>
                <a:lnTo>
                  <a:pt x="114935" y="133332"/>
                </a:lnTo>
                <a:lnTo>
                  <a:pt x="115319" y="133686"/>
                </a:lnTo>
                <a:lnTo>
                  <a:pt x="115707" y="134031"/>
                </a:lnTo>
                <a:lnTo>
                  <a:pt x="116099" y="134368"/>
                </a:lnTo>
                <a:lnTo>
                  <a:pt x="116496" y="134696"/>
                </a:lnTo>
                <a:lnTo>
                  <a:pt x="116896" y="135016"/>
                </a:lnTo>
                <a:lnTo>
                  <a:pt x="117301" y="135328"/>
                </a:lnTo>
                <a:lnTo>
                  <a:pt x="117709" y="135631"/>
                </a:lnTo>
                <a:lnTo>
                  <a:pt x="118122" y="135926"/>
                </a:lnTo>
                <a:lnTo>
                  <a:pt x="118539" y="136213"/>
                </a:lnTo>
                <a:lnTo>
                  <a:pt x="118960" y="136491"/>
                </a:lnTo>
                <a:lnTo>
                  <a:pt x="119385" y="136761"/>
                </a:lnTo>
                <a:lnTo>
                  <a:pt x="119814" y="137022"/>
                </a:lnTo>
                <a:lnTo>
                  <a:pt x="120247" y="137276"/>
                </a:lnTo>
                <a:lnTo>
                  <a:pt x="120685" y="137520"/>
                </a:lnTo>
                <a:lnTo>
                  <a:pt x="121126" y="137757"/>
                </a:lnTo>
                <a:lnTo>
                  <a:pt x="121571" y="137985"/>
                </a:lnTo>
                <a:lnTo>
                  <a:pt x="122021" y="138205"/>
                </a:lnTo>
                <a:lnTo>
                  <a:pt x="122475" y="138416"/>
                </a:lnTo>
                <a:lnTo>
                  <a:pt x="122933" y="138619"/>
                </a:lnTo>
                <a:lnTo>
                  <a:pt x="123395" y="138814"/>
                </a:lnTo>
                <a:lnTo>
                  <a:pt x="123861" y="139000"/>
                </a:lnTo>
                <a:lnTo>
                  <a:pt x="124331" y="139178"/>
                </a:lnTo>
                <a:lnTo>
                  <a:pt x="124805" y="139347"/>
                </a:lnTo>
                <a:lnTo>
                  <a:pt x="125283" y="139509"/>
                </a:lnTo>
                <a:lnTo>
                  <a:pt x="125764" y="139664"/>
                </a:lnTo>
                <a:lnTo>
                  <a:pt x="126248" y="139812"/>
                </a:lnTo>
                <a:lnTo>
                  <a:pt x="126735" y="139953"/>
                </a:lnTo>
                <a:lnTo>
                  <a:pt x="127226" y="140088"/>
                </a:lnTo>
                <a:lnTo>
                  <a:pt x="127719" y="140215"/>
                </a:lnTo>
                <a:lnTo>
                  <a:pt x="128216" y="140336"/>
                </a:lnTo>
                <a:lnTo>
                  <a:pt x="128715" y="140449"/>
                </a:lnTo>
                <a:lnTo>
                  <a:pt x="129218" y="140556"/>
                </a:lnTo>
                <a:lnTo>
                  <a:pt x="129724" y="140656"/>
                </a:lnTo>
                <a:lnTo>
                  <a:pt x="130233" y="140749"/>
                </a:lnTo>
                <a:lnTo>
                  <a:pt x="130745" y="140835"/>
                </a:lnTo>
                <a:lnTo>
                  <a:pt x="131260" y="140914"/>
                </a:lnTo>
                <a:lnTo>
                  <a:pt x="131779" y="140987"/>
                </a:lnTo>
                <a:lnTo>
                  <a:pt x="132300" y="141052"/>
                </a:lnTo>
                <a:lnTo>
                  <a:pt x="132825" y="141111"/>
                </a:lnTo>
                <a:lnTo>
                  <a:pt x="133353" y="141162"/>
                </a:lnTo>
                <a:lnTo>
                  <a:pt x="133883" y="141207"/>
                </a:lnTo>
                <a:lnTo>
                  <a:pt x="134417" y="141245"/>
                </a:lnTo>
                <a:lnTo>
                  <a:pt x="134954" y="141276"/>
                </a:lnTo>
                <a:lnTo>
                  <a:pt x="135495" y="141300"/>
                </a:lnTo>
                <a:lnTo>
                  <a:pt x="136038" y="141317"/>
                </a:lnTo>
                <a:lnTo>
                  <a:pt x="136584" y="141328"/>
                </a:lnTo>
                <a:lnTo>
                  <a:pt x="137134" y="141331"/>
                </a:lnTo>
                <a:lnTo>
                  <a:pt x="137832" y="141326"/>
                </a:lnTo>
                <a:lnTo>
                  <a:pt x="138524" y="141309"/>
                </a:lnTo>
                <a:lnTo>
                  <a:pt x="139210" y="141282"/>
                </a:lnTo>
                <a:lnTo>
                  <a:pt x="139891" y="141243"/>
                </a:lnTo>
                <a:lnTo>
                  <a:pt x="140565" y="141194"/>
                </a:lnTo>
                <a:lnTo>
                  <a:pt x="141235" y="141133"/>
                </a:lnTo>
                <a:lnTo>
                  <a:pt x="141898" y="141062"/>
                </a:lnTo>
                <a:lnTo>
                  <a:pt x="142555" y="140979"/>
                </a:lnTo>
                <a:lnTo>
                  <a:pt x="143207" y="140886"/>
                </a:lnTo>
                <a:lnTo>
                  <a:pt x="143854" y="140782"/>
                </a:lnTo>
                <a:lnTo>
                  <a:pt x="144494" y="140666"/>
                </a:lnTo>
                <a:lnTo>
                  <a:pt x="145129" y="140540"/>
                </a:lnTo>
                <a:lnTo>
                  <a:pt x="145757" y="140402"/>
                </a:lnTo>
                <a:lnTo>
                  <a:pt x="146381" y="140254"/>
                </a:lnTo>
                <a:lnTo>
                  <a:pt x="146998" y="140095"/>
                </a:lnTo>
                <a:lnTo>
                  <a:pt x="147610" y="139924"/>
                </a:lnTo>
                <a:lnTo>
                  <a:pt x="148216" y="139743"/>
                </a:lnTo>
                <a:lnTo>
                  <a:pt x="148816" y="139551"/>
                </a:lnTo>
                <a:lnTo>
                  <a:pt x="149410" y="139348"/>
                </a:lnTo>
                <a:lnTo>
                  <a:pt x="149999" y="139133"/>
                </a:lnTo>
                <a:lnTo>
                  <a:pt x="150582" y="138908"/>
                </a:lnTo>
                <a:lnTo>
                  <a:pt x="151159" y="138672"/>
                </a:lnTo>
                <a:lnTo>
                  <a:pt x="151731" y="138424"/>
                </a:lnTo>
                <a:lnTo>
                  <a:pt x="152297" y="138166"/>
                </a:lnTo>
                <a:lnTo>
                  <a:pt x="152856" y="137896"/>
                </a:lnTo>
                <a:lnTo>
                  <a:pt x="153409" y="137612"/>
                </a:lnTo>
                <a:lnTo>
                  <a:pt x="153955" y="137314"/>
                </a:lnTo>
                <a:lnTo>
                  <a:pt x="154494" y="137002"/>
                </a:lnTo>
                <a:lnTo>
                  <a:pt x="155027" y="136677"/>
                </a:lnTo>
                <a:lnTo>
                  <a:pt x="155553" y="136339"/>
                </a:lnTo>
                <a:lnTo>
                  <a:pt x="156072" y="135987"/>
                </a:lnTo>
                <a:lnTo>
                  <a:pt x="156585" y="135621"/>
                </a:lnTo>
                <a:lnTo>
                  <a:pt x="157090" y="135241"/>
                </a:lnTo>
                <a:lnTo>
                  <a:pt x="157589" y="134848"/>
                </a:lnTo>
                <a:lnTo>
                  <a:pt x="158082" y="134442"/>
                </a:lnTo>
                <a:lnTo>
                  <a:pt x="158567" y="134021"/>
                </a:lnTo>
                <a:lnTo>
                  <a:pt x="159046" y="133587"/>
                </a:lnTo>
                <a:lnTo>
                  <a:pt x="159518" y="133140"/>
                </a:lnTo>
                <a:lnTo>
                  <a:pt x="159984" y="132679"/>
                </a:lnTo>
                <a:lnTo>
                  <a:pt x="160442" y="132204"/>
                </a:lnTo>
                <a:lnTo>
                  <a:pt x="160894" y="131716"/>
                </a:lnTo>
                <a:lnTo>
                  <a:pt x="161339" y="131214"/>
                </a:lnTo>
                <a:lnTo>
                  <a:pt x="161778" y="130698"/>
                </a:lnTo>
                <a:lnTo>
                  <a:pt x="162210" y="130169"/>
                </a:lnTo>
                <a:lnTo>
                  <a:pt x="162635" y="129626"/>
                </a:lnTo>
                <a:lnTo>
                  <a:pt x="163053" y="129070"/>
                </a:lnTo>
                <a:lnTo>
                  <a:pt x="163465" y="128500"/>
                </a:lnTo>
                <a:lnTo>
                  <a:pt x="163870" y="127916"/>
                </a:lnTo>
                <a:lnTo>
                  <a:pt x="164267" y="127318"/>
                </a:lnTo>
                <a:lnTo>
                  <a:pt x="164657" y="126704"/>
                </a:lnTo>
                <a:lnTo>
                  <a:pt x="165039" y="126074"/>
                </a:lnTo>
                <a:lnTo>
                  <a:pt x="165414" y="125428"/>
                </a:lnTo>
                <a:lnTo>
                  <a:pt x="165781" y="124767"/>
                </a:lnTo>
                <a:lnTo>
                  <a:pt x="166140" y="124090"/>
                </a:lnTo>
                <a:lnTo>
                  <a:pt x="166491" y="123397"/>
                </a:lnTo>
                <a:lnTo>
                  <a:pt x="166835" y="122688"/>
                </a:lnTo>
                <a:lnTo>
                  <a:pt x="167171" y="121964"/>
                </a:lnTo>
                <a:lnTo>
                  <a:pt x="167499" y="121224"/>
                </a:lnTo>
                <a:lnTo>
                  <a:pt x="167820" y="120468"/>
                </a:lnTo>
                <a:lnTo>
                  <a:pt x="168133" y="119697"/>
                </a:lnTo>
                <a:lnTo>
                  <a:pt x="168438" y="118910"/>
                </a:lnTo>
                <a:lnTo>
                  <a:pt x="168735" y="118107"/>
                </a:lnTo>
                <a:lnTo>
                  <a:pt x="169025" y="117288"/>
                </a:lnTo>
                <a:lnTo>
                  <a:pt x="169307" y="116453"/>
                </a:lnTo>
                <a:lnTo>
                  <a:pt x="169581" y="115603"/>
                </a:lnTo>
                <a:lnTo>
                  <a:pt x="169848" y="114737"/>
                </a:lnTo>
                <a:lnTo>
                  <a:pt x="170107" y="113855"/>
                </a:lnTo>
                <a:lnTo>
                  <a:pt x="170358" y="112958"/>
                </a:lnTo>
                <a:lnTo>
                  <a:pt x="170601" y="112045"/>
                </a:lnTo>
                <a:lnTo>
                  <a:pt x="170837" y="111116"/>
                </a:lnTo>
                <a:lnTo>
                  <a:pt x="171065" y="110171"/>
                </a:lnTo>
                <a:lnTo>
                  <a:pt x="171286" y="109210"/>
                </a:lnTo>
                <a:lnTo>
                  <a:pt x="171498" y="108233"/>
                </a:lnTo>
                <a:lnTo>
                  <a:pt x="171701" y="107237"/>
                </a:lnTo>
                <a:lnTo>
                  <a:pt x="171895" y="106223"/>
                </a:lnTo>
                <a:lnTo>
                  <a:pt x="172080" y="105190"/>
                </a:lnTo>
                <a:lnTo>
                  <a:pt x="172255" y="104139"/>
                </a:lnTo>
                <a:lnTo>
                  <a:pt x="172422" y="103070"/>
                </a:lnTo>
                <a:lnTo>
                  <a:pt x="172580" y="101982"/>
                </a:lnTo>
                <a:lnTo>
                  <a:pt x="172729" y="100876"/>
                </a:lnTo>
                <a:lnTo>
                  <a:pt x="172869" y="99751"/>
                </a:lnTo>
                <a:lnTo>
                  <a:pt x="173000" y="98608"/>
                </a:lnTo>
                <a:lnTo>
                  <a:pt x="173121" y="97447"/>
                </a:lnTo>
                <a:lnTo>
                  <a:pt x="173234" y="96268"/>
                </a:lnTo>
                <a:lnTo>
                  <a:pt x="173338" y="95070"/>
                </a:lnTo>
                <a:lnTo>
                  <a:pt x="173433" y="93853"/>
                </a:lnTo>
                <a:lnTo>
                  <a:pt x="173518" y="92619"/>
                </a:lnTo>
                <a:lnTo>
                  <a:pt x="173595" y="91366"/>
                </a:lnTo>
                <a:lnTo>
                  <a:pt x="173663" y="90094"/>
                </a:lnTo>
                <a:lnTo>
                  <a:pt x="173721" y="88804"/>
                </a:lnTo>
                <a:lnTo>
                  <a:pt x="173771" y="87496"/>
                </a:lnTo>
                <a:lnTo>
                  <a:pt x="173812" y="86170"/>
                </a:lnTo>
                <a:lnTo>
                  <a:pt x="173843" y="84825"/>
                </a:lnTo>
                <a:lnTo>
                  <a:pt x="173866" y="83461"/>
                </a:lnTo>
                <a:lnTo>
                  <a:pt x="173879" y="82080"/>
                </a:lnTo>
                <a:lnTo>
                  <a:pt x="173884" y="80680"/>
                </a:lnTo>
                <a:lnTo>
                  <a:pt x="173884" y="59707"/>
                </a:lnTo>
                <a:lnTo>
                  <a:pt x="173881" y="58587"/>
                </a:lnTo>
                <a:lnTo>
                  <a:pt x="173872" y="57479"/>
                </a:lnTo>
                <a:lnTo>
                  <a:pt x="173858" y="56384"/>
                </a:lnTo>
                <a:close/>
                <a:moveTo>
                  <a:pt x="157237" y="86344"/>
                </a:moveTo>
                <a:lnTo>
                  <a:pt x="157221" y="87265"/>
                </a:lnTo>
                <a:lnTo>
                  <a:pt x="157201" y="88175"/>
                </a:lnTo>
                <a:lnTo>
                  <a:pt x="157177" y="89073"/>
                </a:lnTo>
                <a:lnTo>
                  <a:pt x="157148" y="89960"/>
                </a:lnTo>
                <a:lnTo>
                  <a:pt x="157115" y="90835"/>
                </a:lnTo>
                <a:lnTo>
                  <a:pt x="157077" y="91700"/>
                </a:lnTo>
                <a:lnTo>
                  <a:pt x="157035" y="92553"/>
                </a:lnTo>
                <a:lnTo>
                  <a:pt x="156989" y="93394"/>
                </a:lnTo>
                <a:lnTo>
                  <a:pt x="156938" y="94225"/>
                </a:lnTo>
                <a:lnTo>
                  <a:pt x="156882" y="95044"/>
                </a:lnTo>
                <a:lnTo>
                  <a:pt x="156822" y="95851"/>
                </a:lnTo>
                <a:lnTo>
                  <a:pt x="156758" y="96648"/>
                </a:lnTo>
                <a:lnTo>
                  <a:pt x="156690" y="97433"/>
                </a:lnTo>
                <a:lnTo>
                  <a:pt x="156617" y="98207"/>
                </a:lnTo>
                <a:lnTo>
                  <a:pt x="156539" y="98969"/>
                </a:lnTo>
                <a:lnTo>
                  <a:pt x="156457" y="99720"/>
                </a:lnTo>
                <a:lnTo>
                  <a:pt x="156371" y="100460"/>
                </a:lnTo>
                <a:lnTo>
                  <a:pt x="156280" y="101188"/>
                </a:lnTo>
                <a:lnTo>
                  <a:pt x="156185" y="101905"/>
                </a:lnTo>
                <a:lnTo>
                  <a:pt x="156085" y="102611"/>
                </a:lnTo>
                <a:lnTo>
                  <a:pt x="155981" y="103306"/>
                </a:lnTo>
                <a:lnTo>
                  <a:pt x="155873" y="103989"/>
                </a:lnTo>
                <a:lnTo>
                  <a:pt x="155760" y="104663"/>
                </a:lnTo>
                <a:lnTo>
                  <a:pt x="155642" y="105325"/>
                </a:lnTo>
                <a:lnTo>
                  <a:pt x="155521" y="105977"/>
                </a:lnTo>
                <a:lnTo>
                  <a:pt x="155394" y="106619"/>
                </a:lnTo>
                <a:lnTo>
                  <a:pt x="155264" y="107250"/>
                </a:lnTo>
                <a:lnTo>
                  <a:pt x="155129" y="107871"/>
                </a:lnTo>
                <a:lnTo>
                  <a:pt x="154989" y="108481"/>
                </a:lnTo>
                <a:lnTo>
                  <a:pt x="154845" y="109080"/>
                </a:lnTo>
                <a:lnTo>
                  <a:pt x="154697" y="109670"/>
                </a:lnTo>
                <a:lnTo>
                  <a:pt x="154544" y="110248"/>
                </a:lnTo>
                <a:lnTo>
                  <a:pt x="154387" y="110816"/>
                </a:lnTo>
                <a:lnTo>
                  <a:pt x="154225" y="111374"/>
                </a:lnTo>
                <a:lnTo>
                  <a:pt x="154059" y="111921"/>
                </a:lnTo>
                <a:lnTo>
                  <a:pt x="153889" y="112458"/>
                </a:lnTo>
                <a:lnTo>
                  <a:pt x="153714" y="112984"/>
                </a:lnTo>
                <a:lnTo>
                  <a:pt x="153534" y="113500"/>
                </a:lnTo>
                <a:lnTo>
                  <a:pt x="153351" y="114005"/>
                </a:lnTo>
                <a:lnTo>
                  <a:pt x="153162" y="114500"/>
                </a:lnTo>
                <a:lnTo>
                  <a:pt x="152970" y="114984"/>
                </a:lnTo>
                <a:lnTo>
                  <a:pt x="152773" y="115457"/>
                </a:lnTo>
                <a:lnTo>
                  <a:pt x="152571" y="115921"/>
                </a:lnTo>
                <a:lnTo>
                  <a:pt x="152365" y="116373"/>
                </a:lnTo>
                <a:lnTo>
                  <a:pt x="152155" y="116815"/>
                </a:lnTo>
                <a:lnTo>
                  <a:pt x="151940" y="117248"/>
                </a:lnTo>
                <a:lnTo>
                  <a:pt x="151722" y="117670"/>
                </a:lnTo>
                <a:lnTo>
                  <a:pt x="151499" y="118083"/>
                </a:lnTo>
                <a:lnTo>
                  <a:pt x="151272" y="118486"/>
                </a:lnTo>
                <a:lnTo>
                  <a:pt x="151041" y="118879"/>
                </a:lnTo>
                <a:lnTo>
                  <a:pt x="150806" y="119263"/>
                </a:lnTo>
                <a:lnTo>
                  <a:pt x="150567" y="119637"/>
                </a:lnTo>
                <a:lnTo>
                  <a:pt x="150323" y="120001"/>
                </a:lnTo>
                <a:lnTo>
                  <a:pt x="150076" y="120356"/>
                </a:lnTo>
                <a:lnTo>
                  <a:pt x="149824" y="120701"/>
                </a:lnTo>
                <a:lnTo>
                  <a:pt x="149569" y="121036"/>
                </a:lnTo>
                <a:lnTo>
                  <a:pt x="149309" y="121362"/>
                </a:lnTo>
                <a:lnTo>
                  <a:pt x="149045" y="121678"/>
                </a:lnTo>
                <a:lnTo>
                  <a:pt x="148777" y="121984"/>
                </a:lnTo>
                <a:lnTo>
                  <a:pt x="148505" y="122281"/>
                </a:lnTo>
                <a:lnTo>
                  <a:pt x="148229" y="122568"/>
                </a:lnTo>
                <a:lnTo>
                  <a:pt x="147949" y="122845"/>
                </a:lnTo>
                <a:lnTo>
                  <a:pt x="147665" y="123113"/>
                </a:lnTo>
                <a:lnTo>
                  <a:pt x="147376" y="123371"/>
                </a:lnTo>
                <a:lnTo>
                  <a:pt x="147084" y="123619"/>
                </a:lnTo>
                <a:lnTo>
                  <a:pt x="146787" y="123857"/>
                </a:lnTo>
                <a:lnTo>
                  <a:pt x="146486" y="124086"/>
                </a:lnTo>
                <a:lnTo>
                  <a:pt x="146181" y="124305"/>
                </a:lnTo>
                <a:lnTo>
                  <a:pt x="145873" y="124515"/>
                </a:lnTo>
                <a:lnTo>
                  <a:pt x="145559" y="124715"/>
                </a:lnTo>
                <a:lnTo>
                  <a:pt x="145242" y="124907"/>
                </a:lnTo>
                <a:lnTo>
                  <a:pt x="144920" y="125091"/>
                </a:lnTo>
                <a:lnTo>
                  <a:pt x="144593" y="125265"/>
                </a:lnTo>
                <a:lnTo>
                  <a:pt x="144262" y="125432"/>
                </a:lnTo>
                <a:lnTo>
                  <a:pt x="143927" y="125590"/>
                </a:lnTo>
                <a:lnTo>
                  <a:pt x="143587" y="125739"/>
                </a:lnTo>
                <a:lnTo>
                  <a:pt x="143243" y="125880"/>
                </a:lnTo>
                <a:lnTo>
                  <a:pt x="142894" y="126012"/>
                </a:lnTo>
                <a:lnTo>
                  <a:pt x="142541" y="126135"/>
                </a:lnTo>
                <a:lnTo>
                  <a:pt x="142184" y="126251"/>
                </a:lnTo>
                <a:lnTo>
                  <a:pt x="141822" y="126357"/>
                </a:lnTo>
                <a:lnTo>
                  <a:pt x="141456" y="126455"/>
                </a:lnTo>
                <a:lnTo>
                  <a:pt x="141085" y="126545"/>
                </a:lnTo>
                <a:lnTo>
                  <a:pt x="140710" y="126626"/>
                </a:lnTo>
                <a:lnTo>
                  <a:pt x="140330" y="126698"/>
                </a:lnTo>
                <a:lnTo>
                  <a:pt x="139946" y="126762"/>
                </a:lnTo>
                <a:lnTo>
                  <a:pt x="139558" y="126818"/>
                </a:lnTo>
                <a:lnTo>
                  <a:pt x="139165" y="126865"/>
                </a:lnTo>
                <a:lnTo>
                  <a:pt x="138767" y="126903"/>
                </a:lnTo>
                <a:lnTo>
                  <a:pt x="138366" y="126933"/>
                </a:lnTo>
                <a:lnTo>
                  <a:pt x="137959" y="126954"/>
                </a:lnTo>
                <a:lnTo>
                  <a:pt x="137549" y="126967"/>
                </a:lnTo>
                <a:lnTo>
                  <a:pt x="137134" y="126971"/>
                </a:lnTo>
                <a:lnTo>
                  <a:pt x="136820" y="126969"/>
                </a:lnTo>
                <a:lnTo>
                  <a:pt x="136508" y="126960"/>
                </a:lnTo>
                <a:lnTo>
                  <a:pt x="136198" y="126947"/>
                </a:lnTo>
                <a:lnTo>
                  <a:pt x="135890" y="126928"/>
                </a:lnTo>
                <a:lnTo>
                  <a:pt x="135584" y="126904"/>
                </a:lnTo>
                <a:lnTo>
                  <a:pt x="135280" y="126874"/>
                </a:lnTo>
                <a:lnTo>
                  <a:pt x="134978" y="126839"/>
                </a:lnTo>
                <a:lnTo>
                  <a:pt x="134678" y="126798"/>
                </a:lnTo>
                <a:lnTo>
                  <a:pt x="134379" y="126752"/>
                </a:lnTo>
                <a:lnTo>
                  <a:pt x="134083" y="126701"/>
                </a:lnTo>
                <a:lnTo>
                  <a:pt x="133789" y="126644"/>
                </a:lnTo>
                <a:lnTo>
                  <a:pt x="133497" y="126582"/>
                </a:lnTo>
                <a:lnTo>
                  <a:pt x="133206" y="126514"/>
                </a:lnTo>
                <a:lnTo>
                  <a:pt x="132918" y="126441"/>
                </a:lnTo>
                <a:lnTo>
                  <a:pt x="132632" y="126362"/>
                </a:lnTo>
                <a:lnTo>
                  <a:pt x="132347" y="126278"/>
                </a:lnTo>
                <a:lnTo>
                  <a:pt x="132065" y="126189"/>
                </a:lnTo>
                <a:lnTo>
                  <a:pt x="131784" y="126094"/>
                </a:lnTo>
                <a:lnTo>
                  <a:pt x="131506" y="125994"/>
                </a:lnTo>
                <a:lnTo>
                  <a:pt x="131229" y="125889"/>
                </a:lnTo>
                <a:lnTo>
                  <a:pt x="130955" y="125778"/>
                </a:lnTo>
                <a:lnTo>
                  <a:pt x="130682" y="125661"/>
                </a:lnTo>
                <a:lnTo>
                  <a:pt x="130411" y="125540"/>
                </a:lnTo>
                <a:lnTo>
                  <a:pt x="130143" y="125412"/>
                </a:lnTo>
                <a:lnTo>
                  <a:pt x="129876" y="125279"/>
                </a:lnTo>
                <a:lnTo>
                  <a:pt x="129613" y="125140"/>
                </a:lnTo>
                <a:lnTo>
                  <a:pt x="129352" y="124995"/>
                </a:lnTo>
                <a:lnTo>
                  <a:pt x="129093" y="124844"/>
                </a:lnTo>
                <a:lnTo>
                  <a:pt x="128837" y="124687"/>
                </a:lnTo>
                <a:lnTo>
                  <a:pt x="128584" y="124524"/>
                </a:lnTo>
                <a:lnTo>
                  <a:pt x="128333" y="124354"/>
                </a:lnTo>
                <a:lnTo>
                  <a:pt x="128085" y="124179"/>
                </a:lnTo>
                <a:lnTo>
                  <a:pt x="127840" y="123998"/>
                </a:lnTo>
                <a:lnTo>
                  <a:pt x="127597" y="123810"/>
                </a:lnTo>
                <a:lnTo>
                  <a:pt x="127357" y="123616"/>
                </a:lnTo>
                <a:lnTo>
                  <a:pt x="127120" y="123417"/>
                </a:lnTo>
                <a:lnTo>
                  <a:pt x="126885" y="123211"/>
                </a:lnTo>
                <a:lnTo>
                  <a:pt x="126653" y="122999"/>
                </a:lnTo>
                <a:lnTo>
                  <a:pt x="126423" y="122781"/>
                </a:lnTo>
                <a:lnTo>
                  <a:pt x="126196" y="122557"/>
                </a:lnTo>
                <a:lnTo>
                  <a:pt x="125972" y="122327"/>
                </a:lnTo>
                <a:lnTo>
                  <a:pt x="125750" y="122091"/>
                </a:lnTo>
                <a:lnTo>
                  <a:pt x="125531" y="121849"/>
                </a:lnTo>
                <a:lnTo>
                  <a:pt x="125314" y="121601"/>
                </a:lnTo>
                <a:lnTo>
                  <a:pt x="125100" y="121346"/>
                </a:lnTo>
                <a:lnTo>
                  <a:pt x="124889" y="121086"/>
                </a:lnTo>
                <a:lnTo>
                  <a:pt x="124680" y="120820"/>
                </a:lnTo>
                <a:lnTo>
                  <a:pt x="124474" y="120547"/>
                </a:lnTo>
                <a:lnTo>
                  <a:pt x="124271" y="120268"/>
                </a:lnTo>
                <a:lnTo>
                  <a:pt x="124071" y="119983"/>
                </a:lnTo>
                <a:lnTo>
                  <a:pt x="123873" y="119692"/>
                </a:lnTo>
                <a:lnTo>
                  <a:pt x="123678" y="119394"/>
                </a:lnTo>
                <a:lnTo>
                  <a:pt x="123486" y="119089"/>
                </a:lnTo>
                <a:lnTo>
                  <a:pt x="123297" y="118779"/>
                </a:lnTo>
                <a:lnTo>
                  <a:pt x="123110" y="118462"/>
                </a:lnTo>
                <a:lnTo>
                  <a:pt x="122926" y="118138"/>
                </a:lnTo>
                <a:lnTo>
                  <a:pt x="122745" y="117808"/>
                </a:lnTo>
                <a:lnTo>
                  <a:pt x="122567" y="117472"/>
                </a:lnTo>
                <a:lnTo>
                  <a:pt x="122392" y="117129"/>
                </a:lnTo>
                <a:lnTo>
                  <a:pt x="122219" y="116780"/>
                </a:lnTo>
                <a:lnTo>
                  <a:pt x="122049" y="116424"/>
                </a:lnTo>
                <a:lnTo>
                  <a:pt x="121882" y="116063"/>
                </a:lnTo>
                <a:lnTo>
                  <a:pt x="121718" y="115694"/>
                </a:lnTo>
                <a:lnTo>
                  <a:pt x="121556" y="115320"/>
                </a:lnTo>
                <a:lnTo>
                  <a:pt x="121398" y="114939"/>
                </a:lnTo>
                <a:lnTo>
                  <a:pt x="121242" y="114551"/>
                </a:lnTo>
                <a:lnTo>
                  <a:pt x="121089" y="114157"/>
                </a:lnTo>
                <a:lnTo>
                  <a:pt x="120938" y="113757"/>
                </a:lnTo>
                <a:lnTo>
                  <a:pt x="120791" y="113350"/>
                </a:lnTo>
                <a:lnTo>
                  <a:pt x="120646" y="112937"/>
                </a:lnTo>
                <a:lnTo>
                  <a:pt x="120504" y="112518"/>
                </a:lnTo>
                <a:lnTo>
                  <a:pt x="120365" y="112092"/>
                </a:lnTo>
                <a:lnTo>
                  <a:pt x="120228" y="111659"/>
                </a:lnTo>
                <a:lnTo>
                  <a:pt x="120095" y="111220"/>
                </a:lnTo>
                <a:lnTo>
                  <a:pt x="119963" y="110774"/>
                </a:lnTo>
                <a:lnTo>
                  <a:pt x="119835" y="110322"/>
                </a:lnTo>
                <a:lnTo>
                  <a:pt x="119709" y="109862"/>
                </a:lnTo>
                <a:lnTo>
                  <a:pt x="119586" y="109396"/>
                </a:lnTo>
                <a:lnTo>
                  <a:pt x="119465" y="108924"/>
                </a:lnTo>
                <a:lnTo>
                  <a:pt x="119347" y="108444"/>
                </a:lnTo>
                <a:lnTo>
                  <a:pt x="119231" y="107958"/>
                </a:lnTo>
                <a:lnTo>
                  <a:pt x="119118" y="107465"/>
                </a:lnTo>
                <a:lnTo>
                  <a:pt x="119008" y="106965"/>
                </a:lnTo>
                <a:lnTo>
                  <a:pt x="118901" y="106459"/>
                </a:lnTo>
                <a:lnTo>
                  <a:pt x="118796" y="105946"/>
                </a:lnTo>
                <a:lnTo>
                  <a:pt x="118693" y="105426"/>
                </a:lnTo>
                <a:lnTo>
                  <a:pt x="118594" y="104899"/>
                </a:lnTo>
                <a:lnTo>
                  <a:pt x="118496" y="104366"/>
                </a:lnTo>
                <a:lnTo>
                  <a:pt x="118402" y="103826"/>
                </a:lnTo>
                <a:lnTo>
                  <a:pt x="118310" y="103279"/>
                </a:lnTo>
                <a:lnTo>
                  <a:pt x="118221" y="102726"/>
                </a:lnTo>
                <a:lnTo>
                  <a:pt x="118134" y="102166"/>
                </a:lnTo>
                <a:lnTo>
                  <a:pt x="118050" y="101599"/>
                </a:lnTo>
                <a:lnTo>
                  <a:pt x="117969" y="101025"/>
                </a:lnTo>
                <a:lnTo>
                  <a:pt x="117890" y="100445"/>
                </a:lnTo>
                <a:lnTo>
                  <a:pt x="117814" y="99858"/>
                </a:lnTo>
                <a:lnTo>
                  <a:pt x="117741" y="99263"/>
                </a:lnTo>
                <a:lnTo>
                  <a:pt x="117671" y="98662"/>
                </a:lnTo>
                <a:lnTo>
                  <a:pt x="117604" y="98052"/>
                </a:lnTo>
                <a:lnTo>
                  <a:pt x="117540" y="97435"/>
                </a:lnTo>
                <a:lnTo>
                  <a:pt x="117479" y="96811"/>
                </a:lnTo>
                <a:lnTo>
                  <a:pt x="117422" y="96179"/>
                </a:lnTo>
                <a:lnTo>
                  <a:pt x="117367" y="95540"/>
                </a:lnTo>
                <a:lnTo>
                  <a:pt x="117316" y="94893"/>
                </a:lnTo>
                <a:lnTo>
                  <a:pt x="117267" y="94238"/>
                </a:lnTo>
                <a:lnTo>
                  <a:pt x="117222" y="93576"/>
                </a:lnTo>
                <a:lnTo>
                  <a:pt x="117180" y="92906"/>
                </a:lnTo>
                <a:lnTo>
                  <a:pt x="117141" y="92229"/>
                </a:lnTo>
                <a:lnTo>
                  <a:pt x="117105" y="91544"/>
                </a:lnTo>
                <a:lnTo>
                  <a:pt x="117072" y="90852"/>
                </a:lnTo>
                <a:lnTo>
                  <a:pt x="117043" y="90152"/>
                </a:lnTo>
                <a:lnTo>
                  <a:pt x="117016" y="89445"/>
                </a:lnTo>
                <a:lnTo>
                  <a:pt x="116993" y="88730"/>
                </a:lnTo>
                <a:lnTo>
                  <a:pt x="116973" y="88007"/>
                </a:lnTo>
                <a:lnTo>
                  <a:pt x="116956" y="87277"/>
                </a:lnTo>
                <a:lnTo>
                  <a:pt x="116942" y="86540"/>
                </a:lnTo>
                <a:lnTo>
                  <a:pt x="116931" y="85794"/>
                </a:lnTo>
                <a:lnTo>
                  <a:pt x="116923" y="85042"/>
                </a:lnTo>
                <a:lnTo>
                  <a:pt x="116918" y="84282"/>
                </a:lnTo>
                <a:lnTo>
                  <a:pt x="116917" y="83514"/>
                </a:lnTo>
                <a:lnTo>
                  <a:pt x="116917" y="56778"/>
                </a:lnTo>
                <a:lnTo>
                  <a:pt x="116919" y="55816"/>
                </a:lnTo>
                <a:lnTo>
                  <a:pt x="116926" y="54866"/>
                </a:lnTo>
                <a:lnTo>
                  <a:pt x="116937" y="53928"/>
                </a:lnTo>
                <a:lnTo>
                  <a:pt x="116953" y="53002"/>
                </a:lnTo>
                <a:lnTo>
                  <a:pt x="116974" y="52088"/>
                </a:lnTo>
                <a:lnTo>
                  <a:pt x="116999" y="51186"/>
                </a:lnTo>
                <a:lnTo>
                  <a:pt x="117029" y="50297"/>
                </a:lnTo>
                <a:lnTo>
                  <a:pt x="117064" y="49420"/>
                </a:lnTo>
                <a:lnTo>
                  <a:pt x="117103" y="48554"/>
                </a:lnTo>
                <a:lnTo>
                  <a:pt x="117146" y="47701"/>
                </a:lnTo>
                <a:lnTo>
                  <a:pt x="117195" y="46861"/>
                </a:lnTo>
                <a:lnTo>
                  <a:pt x="117247" y="46032"/>
                </a:lnTo>
                <a:lnTo>
                  <a:pt x="117305" y="45215"/>
                </a:lnTo>
                <a:lnTo>
                  <a:pt x="117367" y="44411"/>
                </a:lnTo>
                <a:lnTo>
                  <a:pt x="117433" y="43618"/>
                </a:lnTo>
                <a:lnTo>
                  <a:pt x="117504" y="42838"/>
                </a:lnTo>
                <a:lnTo>
                  <a:pt x="117580" y="42070"/>
                </a:lnTo>
                <a:lnTo>
                  <a:pt x="117661" y="41314"/>
                </a:lnTo>
                <a:lnTo>
                  <a:pt x="117746" y="40570"/>
                </a:lnTo>
                <a:lnTo>
                  <a:pt x="117835" y="39839"/>
                </a:lnTo>
                <a:lnTo>
                  <a:pt x="117929" y="39119"/>
                </a:lnTo>
                <a:lnTo>
                  <a:pt x="118028" y="38412"/>
                </a:lnTo>
                <a:lnTo>
                  <a:pt x="118131" y="37716"/>
                </a:lnTo>
                <a:lnTo>
                  <a:pt x="118239" y="37033"/>
                </a:lnTo>
                <a:lnTo>
                  <a:pt x="118352" y="36362"/>
                </a:lnTo>
                <a:lnTo>
                  <a:pt x="118469" y="35701"/>
                </a:lnTo>
                <a:lnTo>
                  <a:pt x="118590" y="35051"/>
                </a:lnTo>
                <a:lnTo>
                  <a:pt x="118716" y="34412"/>
                </a:lnTo>
                <a:lnTo>
                  <a:pt x="118846" y="33783"/>
                </a:lnTo>
                <a:lnTo>
                  <a:pt x="118980" y="33166"/>
                </a:lnTo>
                <a:lnTo>
                  <a:pt x="119119" y="32559"/>
                </a:lnTo>
                <a:lnTo>
                  <a:pt x="119263" y="31963"/>
                </a:lnTo>
                <a:lnTo>
                  <a:pt x="119411" y="31378"/>
                </a:lnTo>
                <a:lnTo>
                  <a:pt x="119563" y="30804"/>
                </a:lnTo>
                <a:lnTo>
                  <a:pt x="119720" y="30241"/>
                </a:lnTo>
                <a:lnTo>
                  <a:pt x="119881" y="29688"/>
                </a:lnTo>
                <a:lnTo>
                  <a:pt x="120046" y="29146"/>
                </a:lnTo>
                <a:lnTo>
                  <a:pt x="120216" y="28615"/>
                </a:lnTo>
                <a:lnTo>
                  <a:pt x="120391" y="28095"/>
                </a:lnTo>
                <a:lnTo>
                  <a:pt x="120570" y="27586"/>
                </a:lnTo>
                <a:lnTo>
                  <a:pt x="120753" y="27088"/>
                </a:lnTo>
                <a:lnTo>
                  <a:pt x="120941" y="26600"/>
                </a:lnTo>
                <a:lnTo>
                  <a:pt x="121133" y="26123"/>
                </a:lnTo>
                <a:lnTo>
                  <a:pt x="121329" y="25657"/>
                </a:lnTo>
                <a:lnTo>
                  <a:pt x="121530" y="25202"/>
                </a:lnTo>
                <a:lnTo>
                  <a:pt x="121736" y="24758"/>
                </a:lnTo>
                <a:lnTo>
                  <a:pt x="121946" y="24324"/>
                </a:lnTo>
                <a:lnTo>
                  <a:pt x="122160" y="23902"/>
                </a:lnTo>
                <a:lnTo>
                  <a:pt x="122378" y="23489"/>
                </a:lnTo>
                <a:lnTo>
                  <a:pt x="122601" y="23086"/>
                </a:lnTo>
                <a:lnTo>
                  <a:pt x="122827" y="22692"/>
                </a:lnTo>
                <a:lnTo>
                  <a:pt x="123057" y="22307"/>
                </a:lnTo>
                <a:lnTo>
                  <a:pt x="123292" y="21932"/>
                </a:lnTo>
                <a:lnTo>
                  <a:pt x="123530" y="21566"/>
                </a:lnTo>
                <a:lnTo>
                  <a:pt x="123772" y="21210"/>
                </a:lnTo>
                <a:lnTo>
                  <a:pt x="124018" y="20863"/>
                </a:lnTo>
                <a:lnTo>
                  <a:pt x="124268" y="20525"/>
                </a:lnTo>
                <a:lnTo>
                  <a:pt x="124522" y="20196"/>
                </a:lnTo>
                <a:lnTo>
                  <a:pt x="124780" y="19877"/>
                </a:lnTo>
                <a:lnTo>
                  <a:pt x="125041" y="19568"/>
                </a:lnTo>
                <a:lnTo>
                  <a:pt x="125307" y="19267"/>
                </a:lnTo>
                <a:lnTo>
                  <a:pt x="125577" y="18976"/>
                </a:lnTo>
                <a:lnTo>
                  <a:pt x="125850" y="18695"/>
                </a:lnTo>
                <a:lnTo>
                  <a:pt x="126128" y="18422"/>
                </a:lnTo>
                <a:lnTo>
                  <a:pt x="126409" y="18159"/>
                </a:lnTo>
                <a:lnTo>
                  <a:pt x="126695" y="17906"/>
                </a:lnTo>
                <a:lnTo>
                  <a:pt x="126984" y="17661"/>
                </a:lnTo>
                <a:lnTo>
                  <a:pt x="127277" y="17426"/>
                </a:lnTo>
                <a:lnTo>
                  <a:pt x="127574" y="17201"/>
                </a:lnTo>
                <a:lnTo>
                  <a:pt x="127875" y="16984"/>
                </a:lnTo>
                <a:lnTo>
                  <a:pt x="128181" y="16777"/>
                </a:lnTo>
                <a:lnTo>
                  <a:pt x="128490" y="16580"/>
                </a:lnTo>
                <a:lnTo>
                  <a:pt x="128802" y="16391"/>
                </a:lnTo>
                <a:lnTo>
                  <a:pt x="129119" y="16210"/>
                </a:lnTo>
                <a:lnTo>
                  <a:pt x="129439" y="16037"/>
                </a:lnTo>
                <a:lnTo>
                  <a:pt x="129764" y="15873"/>
                </a:lnTo>
                <a:lnTo>
                  <a:pt x="130092" y="15716"/>
                </a:lnTo>
                <a:lnTo>
                  <a:pt x="130423" y="15567"/>
                </a:lnTo>
                <a:lnTo>
                  <a:pt x="130759" y="15427"/>
                </a:lnTo>
                <a:lnTo>
                  <a:pt x="131098" y="15294"/>
                </a:lnTo>
                <a:lnTo>
                  <a:pt x="131441" y="15169"/>
                </a:lnTo>
                <a:lnTo>
                  <a:pt x="131788" y="15053"/>
                </a:lnTo>
                <a:lnTo>
                  <a:pt x="132138" y="14944"/>
                </a:lnTo>
                <a:lnTo>
                  <a:pt x="132493" y="14844"/>
                </a:lnTo>
                <a:lnTo>
                  <a:pt x="132851" y="14752"/>
                </a:lnTo>
                <a:lnTo>
                  <a:pt x="133213" y="14667"/>
                </a:lnTo>
                <a:lnTo>
                  <a:pt x="133579" y="14591"/>
                </a:lnTo>
                <a:lnTo>
                  <a:pt x="133948" y="14523"/>
                </a:lnTo>
                <a:lnTo>
                  <a:pt x="134321" y="14462"/>
                </a:lnTo>
                <a:lnTo>
                  <a:pt x="134698" y="14410"/>
                </a:lnTo>
                <a:lnTo>
                  <a:pt x="135079" y="14366"/>
                </a:lnTo>
                <a:lnTo>
                  <a:pt x="135463" y="14330"/>
                </a:lnTo>
                <a:lnTo>
                  <a:pt x="135852" y="14302"/>
                </a:lnTo>
                <a:lnTo>
                  <a:pt x="136244" y="14281"/>
                </a:lnTo>
                <a:lnTo>
                  <a:pt x="136640" y="14269"/>
                </a:lnTo>
                <a:lnTo>
                  <a:pt x="137039" y="14265"/>
                </a:lnTo>
                <a:lnTo>
                  <a:pt x="137361" y="14268"/>
                </a:lnTo>
                <a:lnTo>
                  <a:pt x="137680" y="14276"/>
                </a:lnTo>
                <a:lnTo>
                  <a:pt x="137997" y="14288"/>
                </a:lnTo>
                <a:lnTo>
                  <a:pt x="138312" y="14306"/>
                </a:lnTo>
                <a:lnTo>
                  <a:pt x="138625" y="14329"/>
                </a:lnTo>
                <a:lnTo>
                  <a:pt x="138935" y="14357"/>
                </a:lnTo>
                <a:lnTo>
                  <a:pt x="139243" y="14390"/>
                </a:lnTo>
                <a:lnTo>
                  <a:pt x="139548" y="14428"/>
                </a:lnTo>
                <a:lnTo>
                  <a:pt x="139851" y="14471"/>
                </a:lnTo>
                <a:lnTo>
                  <a:pt x="140152" y="14520"/>
                </a:lnTo>
                <a:lnTo>
                  <a:pt x="140451" y="14573"/>
                </a:lnTo>
                <a:lnTo>
                  <a:pt x="140747" y="14631"/>
                </a:lnTo>
                <a:lnTo>
                  <a:pt x="141041" y="14695"/>
                </a:lnTo>
                <a:lnTo>
                  <a:pt x="141333" y="14764"/>
                </a:lnTo>
                <a:lnTo>
                  <a:pt x="141623" y="14837"/>
                </a:lnTo>
                <a:lnTo>
                  <a:pt x="141910" y="14916"/>
                </a:lnTo>
                <a:lnTo>
                  <a:pt x="142195" y="15000"/>
                </a:lnTo>
                <a:lnTo>
                  <a:pt x="142477" y="15089"/>
                </a:lnTo>
                <a:lnTo>
                  <a:pt x="142758" y="15183"/>
                </a:lnTo>
                <a:lnTo>
                  <a:pt x="143036" y="15282"/>
                </a:lnTo>
                <a:lnTo>
                  <a:pt x="143311" y="15386"/>
                </a:lnTo>
                <a:lnTo>
                  <a:pt x="143585" y="15496"/>
                </a:lnTo>
                <a:lnTo>
                  <a:pt x="143856" y="15610"/>
                </a:lnTo>
                <a:lnTo>
                  <a:pt x="144125" y="15730"/>
                </a:lnTo>
                <a:lnTo>
                  <a:pt x="144391" y="15855"/>
                </a:lnTo>
                <a:lnTo>
                  <a:pt x="144655" y="15985"/>
                </a:lnTo>
                <a:lnTo>
                  <a:pt x="144916" y="16122"/>
                </a:lnTo>
                <a:lnTo>
                  <a:pt x="145174" y="16264"/>
                </a:lnTo>
                <a:lnTo>
                  <a:pt x="145430" y="16412"/>
                </a:lnTo>
                <a:lnTo>
                  <a:pt x="145684" y="16565"/>
                </a:lnTo>
                <a:lnTo>
                  <a:pt x="145934" y="16725"/>
                </a:lnTo>
                <a:lnTo>
                  <a:pt x="146182" y="16890"/>
                </a:lnTo>
                <a:lnTo>
                  <a:pt x="146428" y="17060"/>
                </a:lnTo>
                <a:lnTo>
                  <a:pt x="146670" y="17237"/>
                </a:lnTo>
                <a:lnTo>
                  <a:pt x="146910" y="17419"/>
                </a:lnTo>
                <a:lnTo>
                  <a:pt x="147148" y="17607"/>
                </a:lnTo>
                <a:lnTo>
                  <a:pt x="147383" y="17801"/>
                </a:lnTo>
                <a:lnTo>
                  <a:pt x="147615" y="18001"/>
                </a:lnTo>
                <a:lnTo>
                  <a:pt x="147845" y="18206"/>
                </a:lnTo>
                <a:lnTo>
                  <a:pt x="148072" y="18417"/>
                </a:lnTo>
                <a:lnTo>
                  <a:pt x="148296" y="18634"/>
                </a:lnTo>
                <a:lnTo>
                  <a:pt x="148518" y="18856"/>
                </a:lnTo>
                <a:lnTo>
                  <a:pt x="148737" y="19084"/>
                </a:lnTo>
                <a:lnTo>
                  <a:pt x="148953" y="19318"/>
                </a:lnTo>
                <a:lnTo>
                  <a:pt x="149167" y="19558"/>
                </a:lnTo>
                <a:lnTo>
                  <a:pt x="149379" y="19803"/>
                </a:lnTo>
                <a:lnTo>
                  <a:pt x="149587" y="20055"/>
                </a:lnTo>
                <a:lnTo>
                  <a:pt x="149793" y="20312"/>
                </a:lnTo>
                <a:lnTo>
                  <a:pt x="149996" y="20575"/>
                </a:lnTo>
                <a:lnTo>
                  <a:pt x="150197" y="20844"/>
                </a:lnTo>
                <a:lnTo>
                  <a:pt x="150395" y="21121"/>
                </a:lnTo>
                <a:lnTo>
                  <a:pt x="150590" y="21403"/>
                </a:lnTo>
                <a:lnTo>
                  <a:pt x="150782" y="21693"/>
                </a:lnTo>
                <a:lnTo>
                  <a:pt x="150971" y="21988"/>
                </a:lnTo>
                <a:lnTo>
                  <a:pt x="151158" y="22291"/>
                </a:lnTo>
                <a:lnTo>
                  <a:pt x="151341" y="22600"/>
                </a:lnTo>
                <a:lnTo>
                  <a:pt x="151522" y="22916"/>
                </a:lnTo>
                <a:lnTo>
                  <a:pt x="151701" y="23238"/>
                </a:lnTo>
                <a:lnTo>
                  <a:pt x="151876" y="23566"/>
                </a:lnTo>
                <a:lnTo>
                  <a:pt x="152049" y="23902"/>
                </a:lnTo>
                <a:lnTo>
                  <a:pt x="152219" y="24243"/>
                </a:lnTo>
                <a:lnTo>
                  <a:pt x="152386" y="24592"/>
                </a:lnTo>
                <a:lnTo>
                  <a:pt x="152550" y="24947"/>
                </a:lnTo>
                <a:lnTo>
                  <a:pt x="152711" y="25308"/>
                </a:lnTo>
                <a:lnTo>
                  <a:pt x="152870" y="25676"/>
                </a:lnTo>
                <a:lnTo>
                  <a:pt x="153026" y="26051"/>
                </a:lnTo>
                <a:lnTo>
                  <a:pt x="153179" y="26432"/>
                </a:lnTo>
                <a:lnTo>
                  <a:pt x="153329" y="26820"/>
                </a:lnTo>
                <a:lnTo>
                  <a:pt x="153477" y="27214"/>
                </a:lnTo>
                <a:lnTo>
                  <a:pt x="153622" y="27615"/>
                </a:lnTo>
                <a:lnTo>
                  <a:pt x="153764" y="28022"/>
                </a:lnTo>
                <a:lnTo>
                  <a:pt x="153903" y="28436"/>
                </a:lnTo>
                <a:lnTo>
                  <a:pt x="154039" y="28857"/>
                </a:lnTo>
                <a:lnTo>
                  <a:pt x="154173" y="29285"/>
                </a:lnTo>
                <a:lnTo>
                  <a:pt x="154303" y="29720"/>
                </a:lnTo>
                <a:lnTo>
                  <a:pt x="154431" y="30162"/>
                </a:lnTo>
                <a:lnTo>
                  <a:pt x="154557" y="30611"/>
                </a:lnTo>
                <a:lnTo>
                  <a:pt x="154679" y="31067"/>
                </a:lnTo>
                <a:lnTo>
                  <a:pt x="154799" y="31530"/>
                </a:lnTo>
                <a:lnTo>
                  <a:pt x="154916" y="32000"/>
                </a:lnTo>
                <a:lnTo>
                  <a:pt x="155030" y="32477"/>
                </a:lnTo>
                <a:lnTo>
                  <a:pt x="155141" y="32961"/>
                </a:lnTo>
                <a:lnTo>
                  <a:pt x="155250" y="33453"/>
                </a:lnTo>
                <a:lnTo>
                  <a:pt x="155355" y="33951"/>
                </a:lnTo>
                <a:lnTo>
                  <a:pt x="155458" y="34457"/>
                </a:lnTo>
                <a:lnTo>
                  <a:pt x="155558" y="34969"/>
                </a:lnTo>
                <a:lnTo>
                  <a:pt x="155656" y="35488"/>
                </a:lnTo>
                <a:lnTo>
                  <a:pt x="155750" y="36015"/>
                </a:lnTo>
                <a:lnTo>
                  <a:pt x="155842" y="36549"/>
                </a:lnTo>
                <a:lnTo>
                  <a:pt x="155931" y="37089"/>
                </a:lnTo>
                <a:lnTo>
                  <a:pt x="156017" y="37637"/>
                </a:lnTo>
                <a:lnTo>
                  <a:pt x="156101" y="38192"/>
                </a:lnTo>
                <a:lnTo>
                  <a:pt x="156181" y="38754"/>
                </a:lnTo>
                <a:lnTo>
                  <a:pt x="156259" y="39323"/>
                </a:lnTo>
                <a:lnTo>
                  <a:pt x="156334" y="39899"/>
                </a:lnTo>
                <a:lnTo>
                  <a:pt x="156406" y="40482"/>
                </a:lnTo>
                <a:lnTo>
                  <a:pt x="156476" y="41072"/>
                </a:lnTo>
                <a:lnTo>
                  <a:pt x="156542" y="41670"/>
                </a:lnTo>
                <a:lnTo>
                  <a:pt x="156606" y="42276"/>
                </a:lnTo>
                <a:lnTo>
                  <a:pt x="156666" y="42889"/>
                </a:lnTo>
                <a:lnTo>
                  <a:pt x="156724" y="43510"/>
                </a:lnTo>
                <a:lnTo>
                  <a:pt x="156778" y="44139"/>
                </a:lnTo>
                <a:lnTo>
                  <a:pt x="156830" y="44776"/>
                </a:lnTo>
                <a:lnTo>
                  <a:pt x="156879" y="45420"/>
                </a:lnTo>
                <a:lnTo>
                  <a:pt x="156924" y="46072"/>
                </a:lnTo>
                <a:lnTo>
                  <a:pt x="156967" y="46732"/>
                </a:lnTo>
                <a:lnTo>
                  <a:pt x="157007" y="47400"/>
                </a:lnTo>
                <a:lnTo>
                  <a:pt x="157044" y="48075"/>
                </a:lnTo>
                <a:lnTo>
                  <a:pt x="157078" y="48758"/>
                </a:lnTo>
                <a:lnTo>
                  <a:pt x="157109" y="49448"/>
                </a:lnTo>
                <a:lnTo>
                  <a:pt x="157137" y="50147"/>
                </a:lnTo>
                <a:lnTo>
                  <a:pt x="157162" y="50853"/>
                </a:lnTo>
                <a:lnTo>
                  <a:pt x="157184" y="51566"/>
                </a:lnTo>
                <a:lnTo>
                  <a:pt x="157203" y="52288"/>
                </a:lnTo>
                <a:lnTo>
                  <a:pt x="157220" y="53017"/>
                </a:lnTo>
                <a:lnTo>
                  <a:pt x="157233" y="53754"/>
                </a:lnTo>
                <a:lnTo>
                  <a:pt x="157243" y="54498"/>
                </a:lnTo>
                <a:lnTo>
                  <a:pt x="157251" y="55250"/>
                </a:lnTo>
                <a:lnTo>
                  <a:pt x="157255" y="56010"/>
                </a:lnTo>
                <a:lnTo>
                  <a:pt x="157256" y="56778"/>
                </a:lnTo>
                <a:lnTo>
                  <a:pt x="157256" y="83514"/>
                </a:lnTo>
                <a:lnTo>
                  <a:pt x="157254" y="84469"/>
                </a:lnTo>
                <a:lnTo>
                  <a:pt x="157248" y="85412"/>
                </a:lnTo>
                <a:lnTo>
                  <a:pt x="157237" y="86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50">
            <a:extLst xmlns:a="http://schemas.openxmlformats.org/drawingml/2006/main">
              <a:ext uri="{FF2B5EF4-FFF2-40B4-BE49-F238E27FC236}">
                <a16:creationId xmlns:a16="http://schemas.microsoft.com/office/drawing/2014/main" id="{6343B7B8-0A35-45E1-8851-0BC2BD4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863" y="6282685"/>
            <a:ext cx="165853" cy="141331"/>
          </a:xfrm>
          <a:custGeom xmlns:a="http://schemas.openxmlformats.org/drawingml/2006/main">
            <a:pathLst>
              <a:path w="165853" h="141331">
                <a:moveTo>
                  <a:pt x="17572" y="73972"/>
                </a:moveTo>
                <a:lnTo>
                  <a:pt x="4251" y="70382"/>
                </a:lnTo>
                <a:lnTo>
                  <a:pt x="10109" y="1889"/>
                </a:lnTo>
                <a:lnTo>
                  <a:pt x="70004" y="1889"/>
                </a:lnTo>
                <a:lnTo>
                  <a:pt x="70004" y="18044"/>
                </a:lnTo>
                <a:lnTo>
                  <a:pt x="24185" y="18044"/>
                </a:lnTo>
                <a:lnTo>
                  <a:pt x="20973" y="55455"/>
                </a:lnTo>
                <a:cubicBezTo>
                  <a:pt x="23114" y="54007"/>
                  <a:pt x="25697" y="52653"/>
                  <a:pt x="28720" y="51393"/>
                </a:cubicBezTo>
                <a:cubicBezTo>
                  <a:pt x="31743" y="50133"/>
                  <a:pt x="35270" y="49504"/>
                  <a:pt x="39301" y="49504"/>
                </a:cubicBezTo>
                <a:cubicBezTo>
                  <a:pt x="44717" y="49504"/>
                  <a:pt x="49551" y="50590"/>
                  <a:pt x="53802" y="52763"/>
                </a:cubicBezTo>
                <a:cubicBezTo>
                  <a:pt x="58053" y="54936"/>
                  <a:pt x="61659" y="58038"/>
                  <a:pt x="64619" y="62069"/>
                </a:cubicBezTo>
                <a:cubicBezTo>
                  <a:pt x="67579" y="66099"/>
                  <a:pt x="69847" y="70949"/>
                  <a:pt x="71421" y="76617"/>
                </a:cubicBezTo>
                <a:cubicBezTo>
                  <a:pt x="72996" y="82286"/>
                  <a:pt x="73783" y="88615"/>
                  <a:pt x="73783" y="95606"/>
                </a:cubicBezTo>
                <a:cubicBezTo>
                  <a:pt x="73783" y="102219"/>
                  <a:pt x="73012" y="108297"/>
                  <a:pt x="71469" y="113840"/>
                </a:cubicBezTo>
                <a:cubicBezTo>
                  <a:pt x="69925" y="119382"/>
                  <a:pt x="67595" y="124216"/>
                  <a:pt x="64478" y="128341"/>
                </a:cubicBezTo>
                <a:cubicBezTo>
                  <a:pt x="61360" y="132466"/>
                  <a:pt x="57455" y="135663"/>
                  <a:pt x="52763" y="137930"/>
                </a:cubicBezTo>
                <a:cubicBezTo>
                  <a:pt x="48071" y="140197"/>
                  <a:pt x="42607" y="141331"/>
                  <a:pt x="36372" y="141331"/>
                </a:cubicBezTo>
                <a:cubicBezTo>
                  <a:pt x="31711" y="141331"/>
                  <a:pt x="27303" y="140558"/>
                  <a:pt x="23146" y="139011"/>
                </a:cubicBezTo>
                <a:cubicBezTo>
                  <a:pt x="18989" y="137464"/>
                  <a:pt x="15257" y="135096"/>
                  <a:pt x="11951" y="131907"/>
                </a:cubicBezTo>
                <a:cubicBezTo>
                  <a:pt x="8644" y="128719"/>
                  <a:pt x="5952" y="124741"/>
                  <a:pt x="3873" y="119974"/>
                </a:cubicBezTo>
                <a:cubicBezTo>
                  <a:pt x="1795" y="115207"/>
                  <a:pt x="504" y="109604"/>
                  <a:pt x="0" y="103164"/>
                </a:cubicBezTo>
                <a:lnTo>
                  <a:pt x="15777" y="103164"/>
                </a:lnTo>
                <a:cubicBezTo>
                  <a:pt x="16407" y="108348"/>
                  <a:pt x="17619" y="112712"/>
                  <a:pt x="19414" y="116254"/>
                </a:cubicBezTo>
                <a:cubicBezTo>
                  <a:pt x="21209" y="119795"/>
                  <a:pt x="23539" y="122467"/>
                  <a:pt x="26405" y="124270"/>
                </a:cubicBezTo>
                <a:cubicBezTo>
                  <a:pt x="29271" y="126071"/>
                  <a:pt x="32593" y="126971"/>
                  <a:pt x="36372" y="126971"/>
                </a:cubicBezTo>
                <a:cubicBezTo>
                  <a:pt x="39584" y="126971"/>
                  <a:pt x="42481" y="126247"/>
                  <a:pt x="45063" y="124798"/>
                </a:cubicBezTo>
                <a:cubicBezTo>
                  <a:pt x="47646" y="123350"/>
                  <a:pt x="49819" y="121271"/>
                  <a:pt x="51582" y="118563"/>
                </a:cubicBezTo>
                <a:cubicBezTo>
                  <a:pt x="53346" y="115855"/>
                  <a:pt x="54700" y="112580"/>
                  <a:pt x="55644" y="108738"/>
                </a:cubicBezTo>
                <a:cubicBezTo>
                  <a:pt x="56589" y="104896"/>
                  <a:pt x="57061" y="100582"/>
                  <a:pt x="57061" y="95795"/>
                </a:cubicBezTo>
                <a:cubicBezTo>
                  <a:pt x="57061" y="91450"/>
                  <a:pt x="56589" y="87419"/>
                  <a:pt x="55644" y="83703"/>
                </a:cubicBezTo>
                <a:cubicBezTo>
                  <a:pt x="54700" y="79987"/>
                  <a:pt x="53283" y="76743"/>
                  <a:pt x="51393" y="73972"/>
                </a:cubicBezTo>
                <a:cubicBezTo>
                  <a:pt x="49504" y="71201"/>
                  <a:pt x="47221" y="69044"/>
                  <a:pt x="44544" y="67501"/>
                </a:cubicBezTo>
                <a:cubicBezTo>
                  <a:pt x="41867" y="65958"/>
                  <a:pt x="38765" y="65186"/>
                  <a:pt x="35238" y="65186"/>
                </a:cubicBezTo>
                <a:cubicBezTo>
                  <a:pt x="30515" y="65186"/>
                  <a:pt x="27035" y="65973"/>
                  <a:pt x="24799" y="67548"/>
                </a:cubicBezTo>
                <a:cubicBezTo>
                  <a:pt x="22563" y="69122"/>
                  <a:pt x="20154" y="71264"/>
                  <a:pt x="17572" y="73972"/>
                </a:cubicBezTo>
                <a:close/>
                <a:moveTo>
                  <a:pt x="165853" y="59707"/>
                </a:moveTo>
                <a:lnTo>
                  <a:pt x="165853" y="80680"/>
                </a:lnTo>
                <a:cubicBezTo>
                  <a:pt x="165853" y="91953"/>
                  <a:pt x="164987" y="101464"/>
                  <a:pt x="163255" y="109210"/>
                </a:cubicBezTo>
                <a:cubicBezTo>
                  <a:pt x="161523" y="116957"/>
                  <a:pt x="159051" y="123192"/>
                  <a:pt x="155839" y="127916"/>
                </a:cubicBezTo>
                <a:cubicBezTo>
                  <a:pt x="152627" y="132640"/>
                  <a:pt x="148769" y="136056"/>
                  <a:pt x="144266" y="138166"/>
                </a:cubicBezTo>
                <a:cubicBezTo>
                  <a:pt x="139763" y="140276"/>
                  <a:pt x="134709" y="141331"/>
                  <a:pt x="129103" y="141331"/>
                </a:cubicBezTo>
                <a:cubicBezTo>
                  <a:pt x="124695" y="141331"/>
                  <a:pt x="120585" y="140670"/>
                  <a:pt x="116775" y="139347"/>
                </a:cubicBezTo>
                <a:cubicBezTo>
                  <a:pt x="112964" y="138025"/>
                  <a:pt x="109548" y="135899"/>
                  <a:pt x="106524" y="132970"/>
                </a:cubicBezTo>
                <a:cubicBezTo>
                  <a:pt x="103501" y="130042"/>
                  <a:pt x="100919" y="126215"/>
                  <a:pt x="98778" y="121492"/>
                </a:cubicBezTo>
                <a:cubicBezTo>
                  <a:pt x="96636" y="116768"/>
                  <a:pt x="94999" y="111037"/>
                  <a:pt x="93865" y="104298"/>
                </a:cubicBezTo>
                <a:cubicBezTo>
                  <a:pt x="92731" y="97559"/>
                  <a:pt x="92165" y="89686"/>
                  <a:pt x="92165" y="80680"/>
                </a:cubicBezTo>
                <a:lnTo>
                  <a:pt x="92165" y="59707"/>
                </a:lnTo>
                <a:cubicBezTo>
                  <a:pt x="92165" y="48433"/>
                  <a:pt x="93046" y="38986"/>
                  <a:pt x="94810" y="31365"/>
                </a:cubicBezTo>
                <a:cubicBezTo>
                  <a:pt x="96573" y="23744"/>
                  <a:pt x="99077" y="17619"/>
                  <a:pt x="102320" y="12990"/>
                </a:cubicBezTo>
                <a:cubicBezTo>
                  <a:pt x="105564" y="8361"/>
                  <a:pt x="109437" y="5039"/>
                  <a:pt x="113940" y="3023"/>
                </a:cubicBezTo>
                <a:cubicBezTo>
                  <a:pt x="118444" y="1008"/>
                  <a:pt x="123466" y="0"/>
                  <a:pt x="129009" y="0"/>
                </a:cubicBezTo>
                <a:cubicBezTo>
                  <a:pt x="133481" y="0"/>
                  <a:pt x="137622" y="646"/>
                  <a:pt x="141432" y="1937"/>
                </a:cubicBezTo>
                <a:cubicBezTo>
                  <a:pt x="145242" y="3228"/>
                  <a:pt x="148643" y="5275"/>
                  <a:pt x="151635" y="8077"/>
                </a:cubicBezTo>
                <a:cubicBezTo>
                  <a:pt x="154627" y="10880"/>
                  <a:pt x="157193" y="14596"/>
                  <a:pt x="159335" y="19225"/>
                </a:cubicBezTo>
                <a:cubicBezTo>
                  <a:pt x="161476" y="23854"/>
                  <a:pt x="163098" y="29507"/>
                  <a:pt x="164200" y="36183"/>
                </a:cubicBezTo>
                <a:cubicBezTo>
                  <a:pt x="165302" y="42859"/>
                  <a:pt x="165853" y="50700"/>
                  <a:pt x="165853" y="59707"/>
                </a:cubicBezTo>
                <a:moveTo>
                  <a:pt x="149226" y="83514"/>
                </a:moveTo>
                <a:lnTo>
                  <a:pt x="149226" y="56778"/>
                </a:lnTo>
                <a:cubicBezTo>
                  <a:pt x="149226" y="50606"/>
                  <a:pt x="148943" y="45174"/>
                  <a:pt x="148376" y="40482"/>
                </a:cubicBezTo>
                <a:cubicBezTo>
                  <a:pt x="147809" y="35789"/>
                  <a:pt x="146974" y="31774"/>
                  <a:pt x="145872" y="28436"/>
                </a:cubicBezTo>
                <a:cubicBezTo>
                  <a:pt x="144770" y="25098"/>
                  <a:pt x="143400" y="22390"/>
                  <a:pt x="141763" y="20312"/>
                </a:cubicBezTo>
                <a:cubicBezTo>
                  <a:pt x="140125" y="18233"/>
                  <a:pt x="138236" y="16706"/>
                  <a:pt x="136094" y="15730"/>
                </a:cubicBezTo>
                <a:cubicBezTo>
                  <a:pt x="133953" y="14753"/>
                  <a:pt x="131591" y="14265"/>
                  <a:pt x="129009" y="14265"/>
                </a:cubicBezTo>
                <a:cubicBezTo>
                  <a:pt x="125797" y="14265"/>
                  <a:pt x="122947" y="15037"/>
                  <a:pt x="120459" y="16580"/>
                </a:cubicBezTo>
                <a:cubicBezTo>
                  <a:pt x="117971" y="18123"/>
                  <a:pt x="115861" y="20564"/>
                  <a:pt x="114129" y="23902"/>
                </a:cubicBezTo>
                <a:cubicBezTo>
                  <a:pt x="112397" y="27240"/>
                  <a:pt x="111091" y="31617"/>
                  <a:pt x="110209" y="37033"/>
                </a:cubicBezTo>
                <a:cubicBezTo>
                  <a:pt x="109327" y="42450"/>
                  <a:pt x="108886" y="49031"/>
                  <a:pt x="108886" y="56778"/>
                </a:cubicBezTo>
                <a:lnTo>
                  <a:pt x="108886" y="83514"/>
                </a:lnTo>
                <a:cubicBezTo>
                  <a:pt x="108886" y="89686"/>
                  <a:pt x="109185" y="95134"/>
                  <a:pt x="109784" y="99858"/>
                </a:cubicBezTo>
                <a:cubicBezTo>
                  <a:pt x="110382" y="104581"/>
                  <a:pt x="111232" y="108659"/>
                  <a:pt x="112334" y="112092"/>
                </a:cubicBezTo>
                <a:cubicBezTo>
                  <a:pt x="113437" y="115524"/>
                  <a:pt x="114806" y="118343"/>
                  <a:pt x="116444" y="120547"/>
                </a:cubicBezTo>
                <a:cubicBezTo>
                  <a:pt x="118082" y="122751"/>
                  <a:pt x="119971" y="124373"/>
                  <a:pt x="122112" y="125412"/>
                </a:cubicBezTo>
                <a:cubicBezTo>
                  <a:pt x="124254" y="126452"/>
                  <a:pt x="126584" y="126971"/>
                  <a:pt x="129103" y="126971"/>
                </a:cubicBezTo>
                <a:cubicBezTo>
                  <a:pt x="132441" y="126971"/>
                  <a:pt x="135354" y="126152"/>
                  <a:pt x="137842" y="124515"/>
                </a:cubicBezTo>
                <a:cubicBezTo>
                  <a:pt x="140330" y="122877"/>
                  <a:pt x="142424" y="120311"/>
                  <a:pt x="144125" y="116815"/>
                </a:cubicBezTo>
                <a:cubicBezTo>
                  <a:pt x="145825" y="113320"/>
                  <a:pt x="147100" y="108817"/>
                  <a:pt x="147951" y="103306"/>
                </a:cubicBezTo>
                <a:cubicBezTo>
                  <a:pt x="148801" y="97795"/>
                  <a:pt x="149226" y="91198"/>
                  <a:pt x="149226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Unreliability">
            <a:extLst xmlns:a="http://schemas.openxmlformats.org/drawingml/2006/main">
              <a:ext uri="{FF2B5EF4-FFF2-40B4-BE49-F238E27FC236}">
                <a16:creationId xmlns:a16="http://schemas.microsoft.com/office/drawing/2014/main" id="{DBA531E2-47C3-4E5E-91BD-5EBFABD9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7008" y="6534800"/>
            <a:ext cx="1190544" cy="252212"/>
          </a:xfrm>
          <a:custGeom xmlns:a="http://schemas.openxmlformats.org/drawingml/2006/main">
            <a:pathLst>
              <a:path w="1190544" h="252212">
                <a:moveTo>
                  <a:pt x="534147" y="23560"/>
                </a:moveTo>
                <a:lnTo>
                  <a:pt x="534208" y="23990"/>
                </a:lnTo>
                <a:lnTo>
                  <a:pt x="534280" y="24414"/>
                </a:lnTo>
                <a:lnTo>
                  <a:pt x="534364" y="24833"/>
                </a:lnTo>
                <a:lnTo>
                  <a:pt x="534459" y="25246"/>
                </a:lnTo>
                <a:lnTo>
                  <a:pt x="534565" y="25653"/>
                </a:lnTo>
                <a:lnTo>
                  <a:pt x="534682" y="26055"/>
                </a:lnTo>
                <a:lnTo>
                  <a:pt x="534810" y="26451"/>
                </a:lnTo>
                <a:lnTo>
                  <a:pt x="534950" y="26842"/>
                </a:lnTo>
                <a:lnTo>
                  <a:pt x="535100" y="27227"/>
                </a:lnTo>
                <a:lnTo>
                  <a:pt x="535262" y="27607"/>
                </a:lnTo>
                <a:lnTo>
                  <a:pt x="535435" y="27981"/>
                </a:lnTo>
                <a:lnTo>
                  <a:pt x="535619" y="28349"/>
                </a:lnTo>
                <a:lnTo>
                  <a:pt x="535814" y="28712"/>
                </a:lnTo>
                <a:lnTo>
                  <a:pt x="536020" y="29069"/>
                </a:lnTo>
                <a:lnTo>
                  <a:pt x="536238" y="29421"/>
                </a:lnTo>
                <a:lnTo>
                  <a:pt x="536466" y="29767"/>
                </a:lnTo>
                <a:lnTo>
                  <a:pt x="536706" y="30107"/>
                </a:lnTo>
                <a:lnTo>
                  <a:pt x="536957" y="30442"/>
                </a:lnTo>
                <a:lnTo>
                  <a:pt x="537219" y="30772"/>
                </a:lnTo>
                <a:lnTo>
                  <a:pt x="537492" y="31091"/>
                </a:lnTo>
                <a:lnTo>
                  <a:pt x="537777" y="31398"/>
                </a:lnTo>
                <a:lnTo>
                  <a:pt x="538072" y="31690"/>
                </a:lnTo>
                <a:lnTo>
                  <a:pt x="538379" y="31969"/>
                </a:lnTo>
                <a:lnTo>
                  <a:pt x="538697" y="32234"/>
                </a:lnTo>
                <a:lnTo>
                  <a:pt x="539026" y="32486"/>
                </a:lnTo>
                <a:lnTo>
                  <a:pt x="539366" y="32724"/>
                </a:lnTo>
                <a:lnTo>
                  <a:pt x="539717" y="32949"/>
                </a:lnTo>
                <a:lnTo>
                  <a:pt x="540080" y="33160"/>
                </a:lnTo>
                <a:lnTo>
                  <a:pt x="540454" y="33357"/>
                </a:lnTo>
                <a:lnTo>
                  <a:pt x="540838" y="33541"/>
                </a:lnTo>
                <a:lnTo>
                  <a:pt x="541234" y="33711"/>
                </a:lnTo>
                <a:lnTo>
                  <a:pt x="541641" y="33867"/>
                </a:lnTo>
                <a:lnTo>
                  <a:pt x="542060" y="34010"/>
                </a:lnTo>
                <a:lnTo>
                  <a:pt x="542489" y="34139"/>
                </a:lnTo>
                <a:lnTo>
                  <a:pt x="542930" y="34255"/>
                </a:lnTo>
                <a:lnTo>
                  <a:pt x="543381" y="34357"/>
                </a:lnTo>
                <a:lnTo>
                  <a:pt x="543844" y="34445"/>
                </a:lnTo>
                <a:lnTo>
                  <a:pt x="544318" y="34520"/>
                </a:lnTo>
                <a:lnTo>
                  <a:pt x="544803" y="34581"/>
                </a:lnTo>
                <a:lnTo>
                  <a:pt x="545300" y="34629"/>
                </a:lnTo>
                <a:lnTo>
                  <a:pt x="545807" y="34663"/>
                </a:lnTo>
                <a:lnTo>
                  <a:pt x="546326" y="34684"/>
                </a:lnTo>
                <a:lnTo>
                  <a:pt x="546855" y="34690"/>
                </a:lnTo>
                <a:lnTo>
                  <a:pt x="547385" y="34684"/>
                </a:lnTo>
                <a:lnTo>
                  <a:pt x="547904" y="34663"/>
                </a:lnTo>
                <a:lnTo>
                  <a:pt x="548412" y="34629"/>
                </a:lnTo>
                <a:lnTo>
                  <a:pt x="548909" y="34581"/>
                </a:lnTo>
                <a:lnTo>
                  <a:pt x="549396" y="34520"/>
                </a:lnTo>
                <a:lnTo>
                  <a:pt x="549871" y="34445"/>
                </a:lnTo>
                <a:lnTo>
                  <a:pt x="550335" y="34357"/>
                </a:lnTo>
                <a:lnTo>
                  <a:pt x="550788" y="34255"/>
                </a:lnTo>
                <a:lnTo>
                  <a:pt x="551231" y="34139"/>
                </a:lnTo>
                <a:lnTo>
                  <a:pt x="551662" y="34010"/>
                </a:lnTo>
                <a:lnTo>
                  <a:pt x="552083" y="33867"/>
                </a:lnTo>
                <a:lnTo>
                  <a:pt x="552493" y="33711"/>
                </a:lnTo>
                <a:lnTo>
                  <a:pt x="552891" y="33541"/>
                </a:lnTo>
                <a:lnTo>
                  <a:pt x="553279" y="33357"/>
                </a:lnTo>
                <a:lnTo>
                  <a:pt x="553656" y="33160"/>
                </a:lnTo>
                <a:lnTo>
                  <a:pt x="554022" y="32949"/>
                </a:lnTo>
                <a:lnTo>
                  <a:pt x="554377" y="32724"/>
                </a:lnTo>
                <a:lnTo>
                  <a:pt x="554721" y="32486"/>
                </a:lnTo>
                <a:lnTo>
                  <a:pt x="555054" y="32234"/>
                </a:lnTo>
                <a:lnTo>
                  <a:pt x="555376" y="31969"/>
                </a:lnTo>
                <a:lnTo>
                  <a:pt x="555688" y="31690"/>
                </a:lnTo>
                <a:lnTo>
                  <a:pt x="555988" y="31398"/>
                </a:lnTo>
                <a:lnTo>
                  <a:pt x="556277" y="31091"/>
                </a:lnTo>
                <a:lnTo>
                  <a:pt x="556556" y="30772"/>
                </a:lnTo>
                <a:lnTo>
                  <a:pt x="556823" y="30442"/>
                </a:lnTo>
                <a:lnTo>
                  <a:pt x="557079" y="30107"/>
                </a:lnTo>
                <a:lnTo>
                  <a:pt x="557324" y="29767"/>
                </a:lnTo>
                <a:lnTo>
                  <a:pt x="557557" y="29421"/>
                </a:lnTo>
                <a:lnTo>
                  <a:pt x="557779" y="29069"/>
                </a:lnTo>
                <a:lnTo>
                  <a:pt x="557989" y="28712"/>
                </a:lnTo>
                <a:lnTo>
                  <a:pt x="558188" y="28349"/>
                </a:lnTo>
                <a:lnTo>
                  <a:pt x="558376" y="27981"/>
                </a:lnTo>
                <a:lnTo>
                  <a:pt x="558552" y="27607"/>
                </a:lnTo>
                <a:lnTo>
                  <a:pt x="558717" y="27227"/>
                </a:lnTo>
                <a:lnTo>
                  <a:pt x="558871" y="26842"/>
                </a:lnTo>
                <a:lnTo>
                  <a:pt x="559013" y="26451"/>
                </a:lnTo>
                <a:lnTo>
                  <a:pt x="559144" y="26055"/>
                </a:lnTo>
                <a:lnTo>
                  <a:pt x="559263" y="25653"/>
                </a:lnTo>
                <a:lnTo>
                  <a:pt x="559371" y="25246"/>
                </a:lnTo>
                <a:lnTo>
                  <a:pt x="559468" y="24833"/>
                </a:lnTo>
                <a:lnTo>
                  <a:pt x="559553" y="24414"/>
                </a:lnTo>
                <a:lnTo>
                  <a:pt x="559627" y="23990"/>
                </a:lnTo>
                <a:lnTo>
                  <a:pt x="559690" y="23560"/>
                </a:lnTo>
                <a:lnTo>
                  <a:pt x="559741" y="23125"/>
                </a:lnTo>
                <a:lnTo>
                  <a:pt x="559781" y="22684"/>
                </a:lnTo>
                <a:lnTo>
                  <a:pt x="559809" y="22238"/>
                </a:lnTo>
                <a:lnTo>
                  <a:pt x="559827" y="21786"/>
                </a:lnTo>
                <a:lnTo>
                  <a:pt x="559832" y="21328"/>
                </a:lnTo>
                <a:lnTo>
                  <a:pt x="559827" y="20849"/>
                </a:lnTo>
                <a:lnTo>
                  <a:pt x="559809" y="20377"/>
                </a:lnTo>
                <a:lnTo>
                  <a:pt x="559781" y="19911"/>
                </a:lnTo>
                <a:lnTo>
                  <a:pt x="559741" y="19451"/>
                </a:lnTo>
                <a:lnTo>
                  <a:pt x="559690" y="18997"/>
                </a:lnTo>
                <a:lnTo>
                  <a:pt x="559627" y="18550"/>
                </a:lnTo>
                <a:lnTo>
                  <a:pt x="559553" y="18108"/>
                </a:lnTo>
                <a:lnTo>
                  <a:pt x="559468" y="17674"/>
                </a:lnTo>
                <a:lnTo>
                  <a:pt x="559371" y="17245"/>
                </a:lnTo>
                <a:lnTo>
                  <a:pt x="559263" y="16822"/>
                </a:lnTo>
                <a:lnTo>
                  <a:pt x="559144" y="16406"/>
                </a:lnTo>
                <a:lnTo>
                  <a:pt x="559013" y="15996"/>
                </a:lnTo>
                <a:lnTo>
                  <a:pt x="558871" y="15592"/>
                </a:lnTo>
                <a:lnTo>
                  <a:pt x="558717" y="15195"/>
                </a:lnTo>
                <a:lnTo>
                  <a:pt x="558552" y="14804"/>
                </a:lnTo>
                <a:lnTo>
                  <a:pt x="558376" y="14419"/>
                </a:lnTo>
                <a:lnTo>
                  <a:pt x="558188" y="14040"/>
                </a:lnTo>
                <a:lnTo>
                  <a:pt x="557989" y="13667"/>
                </a:lnTo>
                <a:lnTo>
                  <a:pt x="557779" y="13301"/>
                </a:lnTo>
                <a:lnTo>
                  <a:pt x="557557" y="12941"/>
                </a:lnTo>
                <a:lnTo>
                  <a:pt x="557324" y="12587"/>
                </a:lnTo>
                <a:lnTo>
                  <a:pt x="557079" y="12240"/>
                </a:lnTo>
                <a:lnTo>
                  <a:pt x="556823" y="11898"/>
                </a:lnTo>
                <a:lnTo>
                  <a:pt x="556556" y="11563"/>
                </a:lnTo>
                <a:lnTo>
                  <a:pt x="556277" y="11238"/>
                </a:lnTo>
                <a:lnTo>
                  <a:pt x="555988" y="10927"/>
                </a:lnTo>
                <a:lnTo>
                  <a:pt x="555688" y="10630"/>
                </a:lnTo>
                <a:lnTo>
                  <a:pt x="555376" y="10346"/>
                </a:lnTo>
                <a:lnTo>
                  <a:pt x="555054" y="10077"/>
                </a:lnTo>
                <a:lnTo>
                  <a:pt x="554721" y="9821"/>
                </a:lnTo>
                <a:lnTo>
                  <a:pt x="554377" y="9579"/>
                </a:lnTo>
                <a:lnTo>
                  <a:pt x="554022" y="9351"/>
                </a:lnTo>
                <a:lnTo>
                  <a:pt x="553656" y="9136"/>
                </a:lnTo>
                <a:lnTo>
                  <a:pt x="553279" y="8936"/>
                </a:lnTo>
                <a:lnTo>
                  <a:pt x="552891" y="8749"/>
                </a:lnTo>
                <a:lnTo>
                  <a:pt x="552493" y="8576"/>
                </a:lnTo>
                <a:lnTo>
                  <a:pt x="552083" y="8417"/>
                </a:lnTo>
                <a:lnTo>
                  <a:pt x="551662" y="8272"/>
                </a:lnTo>
                <a:lnTo>
                  <a:pt x="551231" y="8141"/>
                </a:lnTo>
                <a:lnTo>
                  <a:pt x="550788" y="8023"/>
                </a:lnTo>
                <a:lnTo>
                  <a:pt x="550335" y="7919"/>
                </a:lnTo>
                <a:lnTo>
                  <a:pt x="549871" y="7829"/>
                </a:lnTo>
                <a:lnTo>
                  <a:pt x="549396" y="7753"/>
                </a:lnTo>
                <a:lnTo>
                  <a:pt x="548909" y="7691"/>
                </a:lnTo>
                <a:lnTo>
                  <a:pt x="548412" y="7643"/>
                </a:lnTo>
                <a:lnTo>
                  <a:pt x="547904" y="7608"/>
                </a:lnTo>
                <a:lnTo>
                  <a:pt x="547385" y="7587"/>
                </a:lnTo>
                <a:lnTo>
                  <a:pt x="546855" y="7580"/>
                </a:lnTo>
                <a:lnTo>
                  <a:pt x="546326" y="7587"/>
                </a:lnTo>
                <a:lnTo>
                  <a:pt x="545807" y="7608"/>
                </a:lnTo>
                <a:lnTo>
                  <a:pt x="545300" y="7643"/>
                </a:lnTo>
                <a:lnTo>
                  <a:pt x="544803" y="7691"/>
                </a:lnTo>
                <a:lnTo>
                  <a:pt x="544318" y="7753"/>
                </a:lnTo>
                <a:lnTo>
                  <a:pt x="543844" y="7829"/>
                </a:lnTo>
                <a:lnTo>
                  <a:pt x="543381" y="7919"/>
                </a:lnTo>
                <a:lnTo>
                  <a:pt x="542930" y="8023"/>
                </a:lnTo>
                <a:lnTo>
                  <a:pt x="542489" y="8141"/>
                </a:lnTo>
                <a:lnTo>
                  <a:pt x="542060" y="8272"/>
                </a:lnTo>
                <a:lnTo>
                  <a:pt x="541641" y="8417"/>
                </a:lnTo>
                <a:lnTo>
                  <a:pt x="541234" y="8576"/>
                </a:lnTo>
                <a:lnTo>
                  <a:pt x="540838" y="8749"/>
                </a:lnTo>
                <a:lnTo>
                  <a:pt x="540454" y="8936"/>
                </a:lnTo>
                <a:lnTo>
                  <a:pt x="540080" y="9136"/>
                </a:lnTo>
                <a:lnTo>
                  <a:pt x="539717" y="9351"/>
                </a:lnTo>
                <a:lnTo>
                  <a:pt x="539366" y="9579"/>
                </a:lnTo>
                <a:lnTo>
                  <a:pt x="539026" y="9821"/>
                </a:lnTo>
                <a:lnTo>
                  <a:pt x="538697" y="10077"/>
                </a:lnTo>
                <a:lnTo>
                  <a:pt x="538379" y="10346"/>
                </a:lnTo>
                <a:lnTo>
                  <a:pt x="538072" y="10630"/>
                </a:lnTo>
                <a:lnTo>
                  <a:pt x="537777" y="10927"/>
                </a:lnTo>
                <a:lnTo>
                  <a:pt x="537492" y="11238"/>
                </a:lnTo>
                <a:lnTo>
                  <a:pt x="537219" y="11563"/>
                </a:lnTo>
                <a:lnTo>
                  <a:pt x="536957" y="11898"/>
                </a:lnTo>
                <a:lnTo>
                  <a:pt x="536706" y="12240"/>
                </a:lnTo>
                <a:lnTo>
                  <a:pt x="536466" y="12587"/>
                </a:lnTo>
                <a:lnTo>
                  <a:pt x="536238" y="12941"/>
                </a:lnTo>
                <a:lnTo>
                  <a:pt x="536020" y="13301"/>
                </a:lnTo>
                <a:lnTo>
                  <a:pt x="535814" y="13667"/>
                </a:lnTo>
                <a:lnTo>
                  <a:pt x="535619" y="14040"/>
                </a:lnTo>
                <a:lnTo>
                  <a:pt x="535435" y="14419"/>
                </a:lnTo>
                <a:lnTo>
                  <a:pt x="535262" y="14804"/>
                </a:lnTo>
                <a:lnTo>
                  <a:pt x="535100" y="15195"/>
                </a:lnTo>
                <a:lnTo>
                  <a:pt x="534950" y="15592"/>
                </a:lnTo>
                <a:lnTo>
                  <a:pt x="534810" y="15996"/>
                </a:lnTo>
                <a:lnTo>
                  <a:pt x="534682" y="16406"/>
                </a:lnTo>
                <a:lnTo>
                  <a:pt x="534565" y="16822"/>
                </a:lnTo>
                <a:lnTo>
                  <a:pt x="534459" y="17245"/>
                </a:lnTo>
                <a:lnTo>
                  <a:pt x="534364" y="17674"/>
                </a:lnTo>
                <a:lnTo>
                  <a:pt x="534280" y="18108"/>
                </a:lnTo>
                <a:lnTo>
                  <a:pt x="534208" y="18550"/>
                </a:lnTo>
                <a:lnTo>
                  <a:pt x="534147" y="18997"/>
                </a:lnTo>
                <a:lnTo>
                  <a:pt x="534096" y="19451"/>
                </a:lnTo>
                <a:lnTo>
                  <a:pt x="534057" y="19911"/>
                </a:lnTo>
                <a:lnTo>
                  <a:pt x="534029" y="20377"/>
                </a:lnTo>
                <a:lnTo>
                  <a:pt x="534013" y="20849"/>
                </a:lnTo>
                <a:lnTo>
                  <a:pt x="534007" y="21328"/>
                </a:lnTo>
                <a:lnTo>
                  <a:pt x="534013" y="21786"/>
                </a:lnTo>
                <a:lnTo>
                  <a:pt x="534029" y="22238"/>
                </a:lnTo>
                <a:lnTo>
                  <a:pt x="534057" y="22684"/>
                </a:lnTo>
                <a:lnTo>
                  <a:pt x="534096" y="23125"/>
                </a:lnTo>
                <a:lnTo>
                  <a:pt x="534147" y="23560"/>
                </a:lnTo>
                <a:close/>
                <a:moveTo>
                  <a:pt x="296936" y="95819"/>
                </a:moveTo>
                <a:lnTo>
                  <a:pt x="297144" y="95334"/>
                </a:lnTo>
                <a:lnTo>
                  <a:pt x="297357" y="94855"/>
                </a:lnTo>
                <a:lnTo>
                  <a:pt x="297575" y="94383"/>
                </a:lnTo>
                <a:lnTo>
                  <a:pt x="297798" y="93916"/>
                </a:lnTo>
                <a:lnTo>
                  <a:pt x="298026" y="93455"/>
                </a:lnTo>
                <a:lnTo>
                  <a:pt x="298258" y="93000"/>
                </a:lnTo>
                <a:lnTo>
                  <a:pt x="298496" y="92552"/>
                </a:lnTo>
                <a:lnTo>
                  <a:pt x="298738" y="92109"/>
                </a:lnTo>
                <a:lnTo>
                  <a:pt x="298986" y="91672"/>
                </a:lnTo>
                <a:lnTo>
                  <a:pt x="299238" y="91242"/>
                </a:lnTo>
                <a:lnTo>
                  <a:pt x="299495" y="90817"/>
                </a:lnTo>
                <a:lnTo>
                  <a:pt x="299757" y="90399"/>
                </a:lnTo>
                <a:lnTo>
                  <a:pt x="300024" y="89986"/>
                </a:lnTo>
                <a:lnTo>
                  <a:pt x="300296" y="89580"/>
                </a:lnTo>
                <a:lnTo>
                  <a:pt x="300573" y="89179"/>
                </a:lnTo>
                <a:lnTo>
                  <a:pt x="300855" y="88785"/>
                </a:lnTo>
                <a:lnTo>
                  <a:pt x="301141" y="88396"/>
                </a:lnTo>
                <a:lnTo>
                  <a:pt x="301433" y="88014"/>
                </a:lnTo>
                <a:lnTo>
                  <a:pt x="301729" y="87640"/>
                </a:lnTo>
                <a:lnTo>
                  <a:pt x="302030" y="87272"/>
                </a:lnTo>
                <a:lnTo>
                  <a:pt x="302335" y="86911"/>
                </a:lnTo>
                <a:lnTo>
                  <a:pt x="302645" y="86558"/>
                </a:lnTo>
                <a:lnTo>
                  <a:pt x="302960" y="86212"/>
                </a:lnTo>
                <a:lnTo>
                  <a:pt x="303280" y="85873"/>
                </a:lnTo>
                <a:lnTo>
                  <a:pt x="303604" y="85541"/>
                </a:lnTo>
                <a:lnTo>
                  <a:pt x="303933" y="85216"/>
                </a:lnTo>
                <a:lnTo>
                  <a:pt x="304266" y="84899"/>
                </a:lnTo>
                <a:lnTo>
                  <a:pt x="304605" y="84588"/>
                </a:lnTo>
                <a:lnTo>
                  <a:pt x="304948" y="84285"/>
                </a:lnTo>
                <a:lnTo>
                  <a:pt x="305295" y="83988"/>
                </a:lnTo>
                <a:lnTo>
                  <a:pt x="305648" y="83699"/>
                </a:lnTo>
                <a:lnTo>
                  <a:pt x="306005" y="83417"/>
                </a:lnTo>
                <a:lnTo>
                  <a:pt x="306366" y="83143"/>
                </a:lnTo>
                <a:lnTo>
                  <a:pt x="306733" y="82875"/>
                </a:lnTo>
                <a:lnTo>
                  <a:pt x="307104" y="82614"/>
                </a:lnTo>
                <a:lnTo>
                  <a:pt x="307480" y="82361"/>
                </a:lnTo>
                <a:lnTo>
                  <a:pt x="307860" y="82115"/>
                </a:lnTo>
                <a:lnTo>
                  <a:pt x="308245" y="81876"/>
                </a:lnTo>
                <a:lnTo>
                  <a:pt x="308635" y="81644"/>
                </a:lnTo>
                <a:lnTo>
                  <a:pt x="309029" y="81419"/>
                </a:lnTo>
                <a:lnTo>
                  <a:pt x="309429" y="81201"/>
                </a:lnTo>
                <a:lnTo>
                  <a:pt x="309833" y="80991"/>
                </a:lnTo>
                <a:lnTo>
                  <a:pt x="310243" y="80791"/>
                </a:lnTo>
                <a:lnTo>
                  <a:pt x="310658" y="80599"/>
                </a:lnTo>
                <a:lnTo>
                  <a:pt x="311079" y="80416"/>
                </a:lnTo>
                <a:lnTo>
                  <a:pt x="311506" y="80242"/>
                </a:lnTo>
                <a:lnTo>
                  <a:pt x="311938" y="80077"/>
                </a:lnTo>
                <a:lnTo>
                  <a:pt x="312376" y="79921"/>
                </a:lnTo>
                <a:lnTo>
                  <a:pt x="312819" y="79774"/>
                </a:lnTo>
                <a:lnTo>
                  <a:pt x="313268" y="79635"/>
                </a:lnTo>
                <a:lnTo>
                  <a:pt x="313722" y="79506"/>
                </a:lnTo>
                <a:lnTo>
                  <a:pt x="314182" y="79385"/>
                </a:lnTo>
                <a:lnTo>
                  <a:pt x="314648" y="79274"/>
                </a:lnTo>
                <a:lnTo>
                  <a:pt x="315119" y="79171"/>
                </a:lnTo>
                <a:lnTo>
                  <a:pt x="315596" y="79078"/>
                </a:lnTo>
                <a:lnTo>
                  <a:pt x="316079" y="78993"/>
                </a:lnTo>
                <a:lnTo>
                  <a:pt x="316566" y="78917"/>
                </a:lnTo>
                <a:lnTo>
                  <a:pt x="317060" y="78850"/>
                </a:lnTo>
                <a:lnTo>
                  <a:pt x="317559" y="78792"/>
                </a:lnTo>
                <a:lnTo>
                  <a:pt x="318064" y="78743"/>
                </a:lnTo>
                <a:lnTo>
                  <a:pt x="318574" y="78703"/>
                </a:lnTo>
                <a:lnTo>
                  <a:pt x="319090" y="78672"/>
                </a:lnTo>
                <a:lnTo>
                  <a:pt x="319611" y="78649"/>
                </a:lnTo>
                <a:lnTo>
                  <a:pt x="320138" y="78636"/>
                </a:lnTo>
                <a:lnTo>
                  <a:pt x="320671" y="78631"/>
                </a:lnTo>
                <a:lnTo>
                  <a:pt x="320916" y="78632"/>
                </a:lnTo>
                <a:lnTo>
                  <a:pt x="321158" y="78633"/>
                </a:lnTo>
                <a:lnTo>
                  <a:pt x="321399" y="78634"/>
                </a:lnTo>
                <a:lnTo>
                  <a:pt x="321636" y="78637"/>
                </a:lnTo>
                <a:lnTo>
                  <a:pt x="321871" y="78640"/>
                </a:lnTo>
                <a:lnTo>
                  <a:pt x="322104" y="78644"/>
                </a:lnTo>
                <a:lnTo>
                  <a:pt x="322334" y="78648"/>
                </a:lnTo>
                <a:lnTo>
                  <a:pt x="322562" y="78653"/>
                </a:lnTo>
                <a:lnTo>
                  <a:pt x="322788" y="78659"/>
                </a:lnTo>
                <a:lnTo>
                  <a:pt x="323011" y="78665"/>
                </a:lnTo>
                <a:lnTo>
                  <a:pt x="323231" y="78672"/>
                </a:lnTo>
                <a:lnTo>
                  <a:pt x="323449" y="78680"/>
                </a:lnTo>
                <a:lnTo>
                  <a:pt x="323665" y="78688"/>
                </a:lnTo>
                <a:lnTo>
                  <a:pt x="323878" y="78697"/>
                </a:lnTo>
                <a:lnTo>
                  <a:pt x="324089" y="78707"/>
                </a:lnTo>
                <a:lnTo>
                  <a:pt x="324297" y="78717"/>
                </a:lnTo>
                <a:lnTo>
                  <a:pt x="324503" y="78728"/>
                </a:lnTo>
                <a:lnTo>
                  <a:pt x="324706" y="78740"/>
                </a:lnTo>
                <a:lnTo>
                  <a:pt x="324907" y="78752"/>
                </a:lnTo>
                <a:lnTo>
                  <a:pt x="325105" y="78765"/>
                </a:lnTo>
                <a:lnTo>
                  <a:pt x="325301" y="78779"/>
                </a:lnTo>
                <a:lnTo>
                  <a:pt x="325495" y="78793"/>
                </a:lnTo>
                <a:lnTo>
                  <a:pt x="325686" y="78808"/>
                </a:lnTo>
                <a:lnTo>
                  <a:pt x="325874" y="78824"/>
                </a:lnTo>
                <a:lnTo>
                  <a:pt x="326063" y="78841"/>
                </a:lnTo>
                <a:lnTo>
                  <a:pt x="326253" y="78859"/>
                </a:lnTo>
                <a:lnTo>
                  <a:pt x="326445" y="78879"/>
                </a:lnTo>
                <a:lnTo>
                  <a:pt x="326640" y="78901"/>
                </a:lnTo>
                <a:lnTo>
                  <a:pt x="326836" y="78924"/>
                </a:lnTo>
                <a:lnTo>
                  <a:pt x="327035" y="78949"/>
                </a:lnTo>
                <a:lnTo>
                  <a:pt x="327235" y="78975"/>
                </a:lnTo>
                <a:lnTo>
                  <a:pt x="327438" y="79003"/>
                </a:lnTo>
                <a:lnTo>
                  <a:pt x="327642" y="79032"/>
                </a:lnTo>
                <a:lnTo>
                  <a:pt x="327848" y="79063"/>
                </a:lnTo>
                <a:lnTo>
                  <a:pt x="328057" y="79095"/>
                </a:lnTo>
                <a:lnTo>
                  <a:pt x="328267" y="79129"/>
                </a:lnTo>
                <a:lnTo>
                  <a:pt x="328480" y="79165"/>
                </a:lnTo>
                <a:lnTo>
                  <a:pt x="328694" y="79202"/>
                </a:lnTo>
                <a:lnTo>
                  <a:pt x="328911" y="79241"/>
                </a:lnTo>
                <a:lnTo>
                  <a:pt x="329129" y="79281"/>
                </a:lnTo>
                <a:lnTo>
                  <a:pt x="329350" y="79323"/>
                </a:lnTo>
                <a:lnTo>
                  <a:pt x="329572" y="79366"/>
                </a:lnTo>
                <a:lnTo>
                  <a:pt x="329797" y="79411"/>
                </a:lnTo>
                <a:lnTo>
                  <a:pt x="330023" y="79458"/>
                </a:lnTo>
                <a:lnTo>
                  <a:pt x="330252" y="79506"/>
                </a:lnTo>
                <a:lnTo>
                  <a:pt x="330482" y="79555"/>
                </a:lnTo>
                <a:lnTo>
                  <a:pt x="330715" y="79607"/>
                </a:lnTo>
                <a:lnTo>
                  <a:pt x="330949" y="79659"/>
                </a:lnTo>
                <a:lnTo>
                  <a:pt x="330821" y="57560"/>
                </a:lnTo>
                <a:lnTo>
                  <a:pt x="330742" y="57507"/>
                </a:lnTo>
                <a:lnTo>
                  <a:pt x="330656" y="57454"/>
                </a:lnTo>
                <a:lnTo>
                  <a:pt x="330563" y="57401"/>
                </a:lnTo>
                <a:lnTo>
                  <a:pt x="330462" y="57348"/>
                </a:lnTo>
                <a:lnTo>
                  <a:pt x="330354" y="57295"/>
                </a:lnTo>
                <a:lnTo>
                  <a:pt x="330239" y="57243"/>
                </a:lnTo>
                <a:lnTo>
                  <a:pt x="330116" y="57191"/>
                </a:lnTo>
                <a:lnTo>
                  <a:pt x="329986" y="57139"/>
                </a:lnTo>
                <a:lnTo>
                  <a:pt x="329848" y="57088"/>
                </a:lnTo>
                <a:lnTo>
                  <a:pt x="329703" y="57036"/>
                </a:lnTo>
                <a:lnTo>
                  <a:pt x="329551" y="56985"/>
                </a:lnTo>
                <a:lnTo>
                  <a:pt x="329392" y="56934"/>
                </a:lnTo>
                <a:lnTo>
                  <a:pt x="329225" y="56883"/>
                </a:lnTo>
                <a:lnTo>
                  <a:pt x="329050" y="56833"/>
                </a:lnTo>
                <a:lnTo>
                  <a:pt x="328869" y="56782"/>
                </a:lnTo>
                <a:lnTo>
                  <a:pt x="328680" y="56732"/>
                </a:lnTo>
                <a:lnTo>
                  <a:pt x="328483" y="56682"/>
                </a:lnTo>
                <a:lnTo>
                  <a:pt x="328279" y="56633"/>
                </a:lnTo>
                <a:lnTo>
                  <a:pt x="328068" y="56583"/>
                </a:lnTo>
                <a:lnTo>
                  <a:pt x="327850" y="56534"/>
                </a:lnTo>
                <a:lnTo>
                  <a:pt x="327624" y="56485"/>
                </a:lnTo>
                <a:lnTo>
                  <a:pt x="327391" y="56437"/>
                </a:lnTo>
                <a:lnTo>
                  <a:pt x="327150" y="56388"/>
                </a:lnTo>
                <a:lnTo>
                  <a:pt x="326902" y="56340"/>
                </a:lnTo>
                <a:lnTo>
                  <a:pt x="326652" y="56293"/>
                </a:lnTo>
                <a:lnTo>
                  <a:pt x="326406" y="56247"/>
                </a:lnTo>
                <a:lnTo>
                  <a:pt x="326162" y="56204"/>
                </a:lnTo>
                <a:lnTo>
                  <a:pt x="325923" y="56163"/>
                </a:lnTo>
                <a:lnTo>
                  <a:pt x="325686" y="56124"/>
                </a:lnTo>
                <a:lnTo>
                  <a:pt x="325453" y="56087"/>
                </a:lnTo>
                <a:lnTo>
                  <a:pt x="325223" y="56052"/>
                </a:lnTo>
                <a:lnTo>
                  <a:pt x="324996" y="56018"/>
                </a:lnTo>
                <a:lnTo>
                  <a:pt x="324773" y="55987"/>
                </a:lnTo>
                <a:lnTo>
                  <a:pt x="324553" y="55958"/>
                </a:lnTo>
                <a:lnTo>
                  <a:pt x="324337" y="55931"/>
                </a:lnTo>
                <a:lnTo>
                  <a:pt x="324124" y="55906"/>
                </a:lnTo>
                <a:lnTo>
                  <a:pt x="323914" y="55883"/>
                </a:lnTo>
                <a:lnTo>
                  <a:pt x="323708" y="55862"/>
                </a:lnTo>
                <a:lnTo>
                  <a:pt x="323504" y="55843"/>
                </a:lnTo>
                <a:lnTo>
                  <a:pt x="323305" y="55826"/>
                </a:lnTo>
                <a:lnTo>
                  <a:pt x="323108" y="55811"/>
                </a:lnTo>
                <a:lnTo>
                  <a:pt x="322915" y="55798"/>
                </a:lnTo>
                <a:lnTo>
                  <a:pt x="322725" y="55787"/>
                </a:lnTo>
                <a:lnTo>
                  <a:pt x="322539" y="55778"/>
                </a:lnTo>
                <a:lnTo>
                  <a:pt x="322356" y="55771"/>
                </a:lnTo>
                <a:lnTo>
                  <a:pt x="322176" y="55766"/>
                </a:lnTo>
                <a:lnTo>
                  <a:pt x="322000" y="55763"/>
                </a:lnTo>
                <a:lnTo>
                  <a:pt x="321827" y="55762"/>
                </a:lnTo>
                <a:lnTo>
                  <a:pt x="321061" y="55770"/>
                </a:lnTo>
                <a:lnTo>
                  <a:pt x="320304" y="55795"/>
                </a:lnTo>
                <a:lnTo>
                  <a:pt x="319556" y="55837"/>
                </a:lnTo>
                <a:lnTo>
                  <a:pt x="318817" y="55895"/>
                </a:lnTo>
                <a:lnTo>
                  <a:pt x="318087" y="55971"/>
                </a:lnTo>
                <a:lnTo>
                  <a:pt x="317366" y="56063"/>
                </a:lnTo>
                <a:lnTo>
                  <a:pt x="316655" y="56171"/>
                </a:lnTo>
                <a:lnTo>
                  <a:pt x="315953" y="56297"/>
                </a:lnTo>
                <a:lnTo>
                  <a:pt x="315259" y="56439"/>
                </a:lnTo>
                <a:lnTo>
                  <a:pt x="314575" y="56598"/>
                </a:lnTo>
                <a:lnTo>
                  <a:pt x="313901" y="56774"/>
                </a:lnTo>
                <a:lnTo>
                  <a:pt x="313235" y="56966"/>
                </a:lnTo>
                <a:lnTo>
                  <a:pt x="312578" y="57175"/>
                </a:lnTo>
                <a:lnTo>
                  <a:pt x="311931" y="57401"/>
                </a:lnTo>
                <a:lnTo>
                  <a:pt x="311293" y="57644"/>
                </a:lnTo>
                <a:lnTo>
                  <a:pt x="310663" y="57903"/>
                </a:lnTo>
                <a:lnTo>
                  <a:pt x="310043" y="58179"/>
                </a:lnTo>
                <a:lnTo>
                  <a:pt x="309433" y="58472"/>
                </a:lnTo>
                <a:lnTo>
                  <a:pt x="308831" y="58781"/>
                </a:lnTo>
                <a:lnTo>
                  <a:pt x="308238" y="59107"/>
                </a:lnTo>
                <a:lnTo>
                  <a:pt x="307655" y="59450"/>
                </a:lnTo>
                <a:lnTo>
                  <a:pt x="307081" y="59810"/>
                </a:lnTo>
                <a:lnTo>
                  <a:pt x="306515" y="60186"/>
                </a:lnTo>
                <a:lnTo>
                  <a:pt x="305959" y="60580"/>
                </a:lnTo>
                <a:lnTo>
                  <a:pt x="305412" y="60988"/>
                </a:lnTo>
                <a:lnTo>
                  <a:pt x="304873" y="61409"/>
                </a:lnTo>
                <a:lnTo>
                  <a:pt x="304342" y="61842"/>
                </a:lnTo>
                <a:lnTo>
                  <a:pt x="303820" y="62289"/>
                </a:lnTo>
                <a:lnTo>
                  <a:pt x="303306" y="62749"/>
                </a:lnTo>
                <a:lnTo>
                  <a:pt x="302800" y="63222"/>
                </a:lnTo>
                <a:lnTo>
                  <a:pt x="302302" y="63707"/>
                </a:lnTo>
                <a:lnTo>
                  <a:pt x="301812" y="64206"/>
                </a:lnTo>
                <a:lnTo>
                  <a:pt x="301331" y="64717"/>
                </a:lnTo>
                <a:lnTo>
                  <a:pt x="300858" y="65242"/>
                </a:lnTo>
                <a:lnTo>
                  <a:pt x="300393" y="65779"/>
                </a:lnTo>
                <a:lnTo>
                  <a:pt x="299937" y="66329"/>
                </a:lnTo>
                <a:lnTo>
                  <a:pt x="299489" y="66892"/>
                </a:lnTo>
                <a:lnTo>
                  <a:pt x="299049" y="67469"/>
                </a:lnTo>
                <a:lnTo>
                  <a:pt x="298617" y="68058"/>
                </a:lnTo>
                <a:lnTo>
                  <a:pt x="298193" y="68660"/>
                </a:lnTo>
                <a:lnTo>
                  <a:pt x="297778" y="69275"/>
                </a:lnTo>
                <a:lnTo>
                  <a:pt x="297371" y="69903"/>
                </a:lnTo>
                <a:lnTo>
                  <a:pt x="296972" y="70544"/>
                </a:lnTo>
                <a:lnTo>
                  <a:pt x="296582" y="71197"/>
                </a:lnTo>
                <a:lnTo>
                  <a:pt x="296200" y="71864"/>
                </a:lnTo>
                <a:lnTo>
                  <a:pt x="295980" y="72264"/>
                </a:lnTo>
                <a:lnTo>
                  <a:pt x="295488" y="58331"/>
                </a:lnTo>
                <a:lnTo>
                  <a:pt x="273518" y="58331"/>
                </a:lnTo>
                <a:lnTo>
                  <a:pt x="273518" y="197350"/>
                </a:lnTo>
                <a:lnTo>
                  <a:pt x="296259" y="197350"/>
                </a:lnTo>
                <a:lnTo>
                  <a:pt x="296259" y="97531"/>
                </a:lnTo>
                <a:lnTo>
                  <a:pt x="296341" y="97310"/>
                </a:lnTo>
                <a:lnTo>
                  <a:pt x="296535" y="96807"/>
                </a:lnTo>
                <a:lnTo>
                  <a:pt x="296733" y="96310"/>
                </a:lnTo>
                <a:lnTo>
                  <a:pt x="296936" y="95819"/>
                </a:lnTo>
                <a:close/>
                <a:moveTo>
                  <a:pt x="475034" y="0"/>
                </a:moveTo>
                <a:lnTo>
                  <a:pt x="475034" y="197350"/>
                </a:lnTo>
                <a:lnTo>
                  <a:pt x="497647" y="197350"/>
                </a:lnTo>
                <a:lnTo>
                  <a:pt x="497647" y="0"/>
                </a:lnTo>
                <a:lnTo>
                  <a:pt x="475034" y="0"/>
                </a:lnTo>
                <a:close/>
                <a:moveTo>
                  <a:pt x="739940" y="180879"/>
                </a:moveTo>
                <a:lnTo>
                  <a:pt x="740343" y="181565"/>
                </a:lnTo>
                <a:lnTo>
                  <a:pt x="740770" y="182268"/>
                </a:lnTo>
                <a:lnTo>
                  <a:pt x="741205" y="182959"/>
                </a:lnTo>
                <a:lnTo>
                  <a:pt x="741649" y="183638"/>
                </a:lnTo>
                <a:lnTo>
                  <a:pt x="742101" y="184303"/>
                </a:lnTo>
                <a:lnTo>
                  <a:pt x="742562" y="184955"/>
                </a:lnTo>
                <a:lnTo>
                  <a:pt x="743032" y="185593"/>
                </a:lnTo>
                <a:lnTo>
                  <a:pt x="743512" y="186218"/>
                </a:lnTo>
                <a:lnTo>
                  <a:pt x="744000" y="186830"/>
                </a:lnTo>
                <a:lnTo>
                  <a:pt x="744497" y="187428"/>
                </a:lnTo>
                <a:lnTo>
                  <a:pt x="745002" y="188013"/>
                </a:lnTo>
                <a:lnTo>
                  <a:pt x="745517" y="188585"/>
                </a:lnTo>
                <a:lnTo>
                  <a:pt x="746041" y="189143"/>
                </a:lnTo>
                <a:lnTo>
                  <a:pt x="746574" y="189687"/>
                </a:lnTo>
                <a:lnTo>
                  <a:pt x="747115" y="190219"/>
                </a:lnTo>
                <a:lnTo>
                  <a:pt x="747666" y="190737"/>
                </a:lnTo>
                <a:lnTo>
                  <a:pt x="748225" y="191241"/>
                </a:lnTo>
                <a:lnTo>
                  <a:pt x="748794" y="191732"/>
                </a:lnTo>
                <a:lnTo>
                  <a:pt x="749371" y="192210"/>
                </a:lnTo>
                <a:lnTo>
                  <a:pt x="749957" y="192675"/>
                </a:lnTo>
                <a:lnTo>
                  <a:pt x="750552" y="193126"/>
                </a:lnTo>
                <a:lnTo>
                  <a:pt x="751156" y="193563"/>
                </a:lnTo>
                <a:lnTo>
                  <a:pt x="751769" y="193988"/>
                </a:lnTo>
                <a:lnTo>
                  <a:pt x="752391" y="194398"/>
                </a:lnTo>
                <a:lnTo>
                  <a:pt x="753022" y="194796"/>
                </a:lnTo>
                <a:lnTo>
                  <a:pt x="753662" y="195180"/>
                </a:lnTo>
                <a:lnTo>
                  <a:pt x="754310" y="195551"/>
                </a:lnTo>
                <a:lnTo>
                  <a:pt x="754969" y="195907"/>
                </a:lnTo>
                <a:lnTo>
                  <a:pt x="755637" y="196249"/>
                </a:lnTo>
                <a:lnTo>
                  <a:pt x="756316" y="196575"/>
                </a:lnTo>
                <a:lnTo>
                  <a:pt x="757005" y="196886"/>
                </a:lnTo>
                <a:lnTo>
                  <a:pt x="757704" y="197181"/>
                </a:lnTo>
                <a:lnTo>
                  <a:pt x="758414" y="197462"/>
                </a:lnTo>
                <a:lnTo>
                  <a:pt x="759134" y="197727"/>
                </a:lnTo>
                <a:lnTo>
                  <a:pt x="759864" y="197978"/>
                </a:lnTo>
                <a:lnTo>
                  <a:pt x="760604" y="198213"/>
                </a:lnTo>
                <a:lnTo>
                  <a:pt x="761355" y="198433"/>
                </a:lnTo>
                <a:lnTo>
                  <a:pt x="762115" y="198638"/>
                </a:lnTo>
                <a:lnTo>
                  <a:pt x="762887" y="198827"/>
                </a:lnTo>
                <a:lnTo>
                  <a:pt x="763668" y="199002"/>
                </a:lnTo>
                <a:lnTo>
                  <a:pt x="764460" y="199161"/>
                </a:lnTo>
                <a:lnTo>
                  <a:pt x="765261" y="199305"/>
                </a:lnTo>
                <a:lnTo>
                  <a:pt x="766074" y="199434"/>
                </a:lnTo>
                <a:lnTo>
                  <a:pt x="766896" y="199548"/>
                </a:lnTo>
                <a:lnTo>
                  <a:pt x="767729" y="199646"/>
                </a:lnTo>
                <a:lnTo>
                  <a:pt x="768572" y="199730"/>
                </a:lnTo>
                <a:lnTo>
                  <a:pt x="769425" y="199798"/>
                </a:lnTo>
                <a:lnTo>
                  <a:pt x="770288" y="199851"/>
                </a:lnTo>
                <a:lnTo>
                  <a:pt x="771162" y="199889"/>
                </a:lnTo>
                <a:lnTo>
                  <a:pt x="772046" y="199912"/>
                </a:lnTo>
                <a:lnTo>
                  <a:pt x="772940" y="199919"/>
                </a:lnTo>
                <a:lnTo>
                  <a:pt x="773846" y="199912"/>
                </a:lnTo>
                <a:lnTo>
                  <a:pt x="774744" y="199891"/>
                </a:lnTo>
                <a:lnTo>
                  <a:pt x="775632" y="199856"/>
                </a:lnTo>
                <a:lnTo>
                  <a:pt x="776513" y="199807"/>
                </a:lnTo>
                <a:lnTo>
                  <a:pt x="777385" y="199744"/>
                </a:lnTo>
                <a:lnTo>
                  <a:pt x="778248" y="199666"/>
                </a:lnTo>
                <a:lnTo>
                  <a:pt x="779103" y="199575"/>
                </a:lnTo>
                <a:lnTo>
                  <a:pt x="779950" y="199470"/>
                </a:lnTo>
                <a:lnTo>
                  <a:pt x="780788" y="199350"/>
                </a:lnTo>
                <a:lnTo>
                  <a:pt x="781617" y="199217"/>
                </a:lnTo>
                <a:lnTo>
                  <a:pt x="782438" y="199069"/>
                </a:lnTo>
                <a:lnTo>
                  <a:pt x="783251" y="198907"/>
                </a:lnTo>
                <a:lnTo>
                  <a:pt x="784055" y="198732"/>
                </a:lnTo>
                <a:lnTo>
                  <a:pt x="784851" y="198542"/>
                </a:lnTo>
                <a:lnTo>
                  <a:pt x="785638" y="198338"/>
                </a:lnTo>
                <a:lnTo>
                  <a:pt x="786417" y="198120"/>
                </a:lnTo>
                <a:lnTo>
                  <a:pt x="787187" y="197889"/>
                </a:lnTo>
                <a:lnTo>
                  <a:pt x="787949" y="197643"/>
                </a:lnTo>
                <a:lnTo>
                  <a:pt x="788702" y="197383"/>
                </a:lnTo>
                <a:lnTo>
                  <a:pt x="789447" y="197109"/>
                </a:lnTo>
                <a:lnTo>
                  <a:pt x="790183" y="196821"/>
                </a:lnTo>
                <a:lnTo>
                  <a:pt x="790911" y="196518"/>
                </a:lnTo>
                <a:lnTo>
                  <a:pt x="791630" y="196202"/>
                </a:lnTo>
                <a:lnTo>
                  <a:pt x="792341" y="195872"/>
                </a:lnTo>
                <a:lnTo>
                  <a:pt x="793043" y="195528"/>
                </a:lnTo>
                <a:lnTo>
                  <a:pt x="793737" y="195169"/>
                </a:lnTo>
                <a:lnTo>
                  <a:pt x="794421" y="194796"/>
                </a:lnTo>
                <a:lnTo>
                  <a:pt x="795096" y="194409"/>
                </a:lnTo>
                <a:lnTo>
                  <a:pt x="795763" y="194007"/>
                </a:lnTo>
                <a:lnTo>
                  <a:pt x="796421" y="193591"/>
                </a:lnTo>
                <a:lnTo>
                  <a:pt x="797069" y="193161"/>
                </a:lnTo>
                <a:lnTo>
                  <a:pt x="797709" y="192717"/>
                </a:lnTo>
                <a:lnTo>
                  <a:pt x="798340" y="192258"/>
                </a:lnTo>
                <a:lnTo>
                  <a:pt x="798962" y="191786"/>
                </a:lnTo>
                <a:lnTo>
                  <a:pt x="799575" y="191298"/>
                </a:lnTo>
                <a:lnTo>
                  <a:pt x="800179" y="190797"/>
                </a:lnTo>
                <a:lnTo>
                  <a:pt x="800774" y="190281"/>
                </a:lnTo>
                <a:lnTo>
                  <a:pt x="801360" y="189751"/>
                </a:lnTo>
                <a:lnTo>
                  <a:pt x="801937" y="189207"/>
                </a:lnTo>
                <a:lnTo>
                  <a:pt x="802506" y="188648"/>
                </a:lnTo>
                <a:lnTo>
                  <a:pt x="803065" y="188076"/>
                </a:lnTo>
                <a:lnTo>
                  <a:pt x="803616" y="187489"/>
                </a:lnTo>
                <a:lnTo>
                  <a:pt x="804157" y="186887"/>
                </a:lnTo>
                <a:lnTo>
                  <a:pt x="804690" y="186271"/>
                </a:lnTo>
                <a:lnTo>
                  <a:pt x="805214" y="185642"/>
                </a:lnTo>
                <a:lnTo>
                  <a:pt x="805728" y="184997"/>
                </a:lnTo>
                <a:lnTo>
                  <a:pt x="806234" y="184339"/>
                </a:lnTo>
                <a:lnTo>
                  <a:pt x="806731" y="183666"/>
                </a:lnTo>
                <a:lnTo>
                  <a:pt x="807219" y="182979"/>
                </a:lnTo>
                <a:lnTo>
                  <a:pt x="807696" y="182278"/>
                </a:lnTo>
                <a:lnTo>
                  <a:pt x="808164" y="181562"/>
                </a:lnTo>
                <a:lnTo>
                  <a:pt x="808621" y="180832"/>
                </a:lnTo>
                <a:lnTo>
                  <a:pt x="809068" y="180088"/>
                </a:lnTo>
                <a:lnTo>
                  <a:pt x="809506" y="179330"/>
                </a:lnTo>
                <a:lnTo>
                  <a:pt x="809933" y="178557"/>
                </a:lnTo>
                <a:lnTo>
                  <a:pt x="810350" y="177770"/>
                </a:lnTo>
                <a:lnTo>
                  <a:pt x="810757" y="176969"/>
                </a:lnTo>
                <a:lnTo>
                  <a:pt x="811155" y="176153"/>
                </a:lnTo>
                <a:lnTo>
                  <a:pt x="811542" y="175324"/>
                </a:lnTo>
                <a:lnTo>
                  <a:pt x="811919" y="174480"/>
                </a:lnTo>
                <a:lnTo>
                  <a:pt x="812286" y="173621"/>
                </a:lnTo>
                <a:lnTo>
                  <a:pt x="812643" y="172749"/>
                </a:lnTo>
                <a:lnTo>
                  <a:pt x="812990" y="171862"/>
                </a:lnTo>
                <a:lnTo>
                  <a:pt x="813327" y="170961"/>
                </a:lnTo>
                <a:lnTo>
                  <a:pt x="813654" y="170045"/>
                </a:lnTo>
                <a:lnTo>
                  <a:pt x="813971" y="169115"/>
                </a:lnTo>
                <a:lnTo>
                  <a:pt x="814277" y="168171"/>
                </a:lnTo>
                <a:lnTo>
                  <a:pt x="814574" y="167213"/>
                </a:lnTo>
                <a:lnTo>
                  <a:pt x="814861" y="166241"/>
                </a:lnTo>
                <a:lnTo>
                  <a:pt x="815138" y="165254"/>
                </a:lnTo>
                <a:lnTo>
                  <a:pt x="815404" y="164253"/>
                </a:lnTo>
                <a:lnTo>
                  <a:pt x="815661" y="163237"/>
                </a:lnTo>
                <a:lnTo>
                  <a:pt x="815907" y="162208"/>
                </a:lnTo>
                <a:lnTo>
                  <a:pt x="816143" y="161163"/>
                </a:lnTo>
                <a:lnTo>
                  <a:pt x="816369" y="160105"/>
                </a:lnTo>
                <a:lnTo>
                  <a:pt x="816583" y="159031"/>
                </a:lnTo>
                <a:lnTo>
                  <a:pt x="816788" y="157944"/>
                </a:lnTo>
                <a:lnTo>
                  <a:pt x="816982" y="156841"/>
                </a:lnTo>
                <a:lnTo>
                  <a:pt x="817165" y="155725"/>
                </a:lnTo>
                <a:lnTo>
                  <a:pt x="817338" y="154593"/>
                </a:lnTo>
                <a:lnTo>
                  <a:pt x="817501" y="153448"/>
                </a:lnTo>
                <a:lnTo>
                  <a:pt x="817653" y="152287"/>
                </a:lnTo>
                <a:lnTo>
                  <a:pt x="817794" y="151113"/>
                </a:lnTo>
                <a:lnTo>
                  <a:pt x="817925" y="149923"/>
                </a:lnTo>
                <a:lnTo>
                  <a:pt x="818046" y="148720"/>
                </a:lnTo>
                <a:lnTo>
                  <a:pt x="818156" y="147501"/>
                </a:lnTo>
                <a:lnTo>
                  <a:pt x="818256" y="146269"/>
                </a:lnTo>
                <a:lnTo>
                  <a:pt x="818345" y="145021"/>
                </a:lnTo>
                <a:lnTo>
                  <a:pt x="818423" y="143760"/>
                </a:lnTo>
                <a:lnTo>
                  <a:pt x="818491" y="142483"/>
                </a:lnTo>
                <a:lnTo>
                  <a:pt x="818549" y="141193"/>
                </a:lnTo>
                <a:lnTo>
                  <a:pt x="818596" y="139887"/>
                </a:lnTo>
                <a:lnTo>
                  <a:pt x="818633" y="138568"/>
                </a:lnTo>
                <a:lnTo>
                  <a:pt x="818659" y="137233"/>
                </a:lnTo>
                <a:lnTo>
                  <a:pt x="818675" y="135885"/>
                </a:lnTo>
                <a:lnTo>
                  <a:pt x="818680" y="134521"/>
                </a:lnTo>
                <a:lnTo>
                  <a:pt x="818680" y="121545"/>
                </a:lnTo>
                <a:lnTo>
                  <a:pt x="818675" y="120118"/>
                </a:lnTo>
                <a:lnTo>
                  <a:pt x="818659" y="118709"/>
                </a:lnTo>
                <a:lnTo>
                  <a:pt x="818633" y="117316"/>
                </a:lnTo>
                <a:lnTo>
                  <a:pt x="818596" y="115940"/>
                </a:lnTo>
                <a:lnTo>
                  <a:pt x="818549" y="114580"/>
                </a:lnTo>
                <a:lnTo>
                  <a:pt x="818491" y="113237"/>
                </a:lnTo>
                <a:lnTo>
                  <a:pt x="818423" y="111912"/>
                </a:lnTo>
                <a:lnTo>
                  <a:pt x="818345" y="110602"/>
                </a:lnTo>
                <a:lnTo>
                  <a:pt x="818256" y="109310"/>
                </a:lnTo>
                <a:lnTo>
                  <a:pt x="818156" y="108034"/>
                </a:lnTo>
                <a:lnTo>
                  <a:pt x="818046" y="106775"/>
                </a:lnTo>
                <a:lnTo>
                  <a:pt x="817925" y="105533"/>
                </a:lnTo>
                <a:lnTo>
                  <a:pt x="817794" y="104307"/>
                </a:lnTo>
                <a:lnTo>
                  <a:pt x="817653" y="103098"/>
                </a:lnTo>
                <a:lnTo>
                  <a:pt x="817501" y="101906"/>
                </a:lnTo>
                <a:lnTo>
                  <a:pt x="817338" y="100730"/>
                </a:lnTo>
                <a:lnTo>
                  <a:pt x="817165" y="99572"/>
                </a:lnTo>
                <a:lnTo>
                  <a:pt x="816982" y="98430"/>
                </a:lnTo>
                <a:lnTo>
                  <a:pt x="816788" y="97305"/>
                </a:lnTo>
                <a:lnTo>
                  <a:pt x="816583" y="96196"/>
                </a:lnTo>
                <a:lnTo>
                  <a:pt x="816369" y="95104"/>
                </a:lnTo>
                <a:lnTo>
                  <a:pt x="816143" y="94029"/>
                </a:lnTo>
                <a:lnTo>
                  <a:pt x="815907" y="92971"/>
                </a:lnTo>
                <a:lnTo>
                  <a:pt x="815661" y="91929"/>
                </a:lnTo>
                <a:lnTo>
                  <a:pt x="815404" y="90904"/>
                </a:lnTo>
                <a:lnTo>
                  <a:pt x="815138" y="89893"/>
                </a:lnTo>
                <a:lnTo>
                  <a:pt x="814862" y="88898"/>
                </a:lnTo>
                <a:lnTo>
                  <a:pt x="814576" y="87918"/>
                </a:lnTo>
                <a:lnTo>
                  <a:pt x="814280" y="86953"/>
                </a:lnTo>
                <a:lnTo>
                  <a:pt x="813975" y="86003"/>
                </a:lnTo>
                <a:lnTo>
                  <a:pt x="813659" y="85069"/>
                </a:lnTo>
                <a:lnTo>
                  <a:pt x="813334" y="84149"/>
                </a:lnTo>
                <a:lnTo>
                  <a:pt x="812999" y="83245"/>
                </a:lnTo>
                <a:lnTo>
                  <a:pt x="812654" y="82356"/>
                </a:lnTo>
                <a:lnTo>
                  <a:pt x="812299" y="81482"/>
                </a:lnTo>
                <a:lnTo>
                  <a:pt x="811935" y="80623"/>
                </a:lnTo>
                <a:lnTo>
                  <a:pt x="811561" y="79779"/>
                </a:lnTo>
                <a:lnTo>
                  <a:pt x="811176" y="78951"/>
                </a:lnTo>
                <a:lnTo>
                  <a:pt x="810783" y="78138"/>
                </a:lnTo>
                <a:lnTo>
                  <a:pt x="810379" y="77339"/>
                </a:lnTo>
                <a:lnTo>
                  <a:pt x="809965" y="76557"/>
                </a:lnTo>
                <a:lnTo>
                  <a:pt x="809542" y="75789"/>
                </a:lnTo>
                <a:lnTo>
                  <a:pt x="809109" y="75036"/>
                </a:lnTo>
                <a:lnTo>
                  <a:pt x="808666" y="74299"/>
                </a:lnTo>
                <a:lnTo>
                  <a:pt x="808213" y="73576"/>
                </a:lnTo>
                <a:lnTo>
                  <a:pt x="807750" y="72869"/>
                </a:lnTo>
                <a:lnTo>
                  <a:pt x="807278" y="72177"/>
                </a:lnTo>
                <a:lnTo>
                  <a:pt x="806796" y="71501"/>
                </a:lnTo>
                <a:lnTo>
                  <a:pt x="806304" y="70839"/>
                </a:lnTo>
                <a:lnTo>
                  <a:pt x="805802" y="70191"/>
                </a:lnTo>
                <a:lnTo>
                  <a:pt x="805292" y="69558"/>
                </a:lnTo>
                <a:lnTo>
                  <a:pt x="804772" y="68940"/>
                </a:lnTo>
                <a:lnTo>
                  <a:pt x="804243" y="68336"/>
                </a:lnTo>
                <a:lnTo>
                  <a:pt x="803704" y="67747"/>
                </a:lnTo>
                <a:lnTo>
                  <a:pt x="803156" y="67172"/>
                </a:lnTo>
                <a:lnTo>
                  <a:pt x="802598" y="66611"/>
                </a:lnTo>
                <a:lnTo>
                  <a:pt x="802032" y="66065"/>
                </a:lnTo>
                <a:lnTo>
                  <a:pt x="801455" y="65534"/>
                </a:lnTo>
                <a:lnTo>
                  <a:pt x="800870" y="65017"/>
                </a:lnTo>
                <a:lnTo>
                  <a:pt x="800275" y="64514"/>
                </a:lnTo>
                <a:lnTo>
                  <a:pt x="799671" y="64026"/>
                </a:lnTo>
                <a:lnTo>
                  <a:pt x="799057" y="63553"/>
                </a:lnTo>
                <a:lnTo>
                  <a:pt x="798434" y="63094"/>
                </a:lnTo>
                <a:lnTo>
                  <a:pt x="797802" y="62650"/>
                </a:lnTo>
                <a:lnTo>
                  <a:pt x="797160" y="62220"/>
                </a:lnTo>
                <a:lnTo>
                  <a:pt x="796509" y="61804"/>
                </a:lnTo>
                <a:lnTo>
                  <a:pt x="795848" y="61403"/>
                </a:lnTo>
                <a:lnTo>
                  <a:pt x="795179" y="61017"/>
                </a:lnTo>
                <a:lnTo>
                  <a:pt x="794499" y="60645"/>
                </a:lnTo>
                <a:lnTo>
                  <a:pt x="793811" y="60287"/>
                </a:lnTo>
                <a:lnTo>
                  <a:pt x="793113" y="59944"/>
                </a:lnTo>
                <a:lnTo>
                  <a:pt x="792405" y="59616"/>
                </a:lnTo>
                <a:lnTo>
                  <a:pt x="791689" y="59301"/>
                </a:lnTo>
                <a:lnTo>
                  <a:pt x="790964" y="59000"/>
                </a:lnTo>
                <a:lnTo>
                  <a:pt x="790230" y="58713"/>
                </a:lnTo>
                <a:lnTo>
                  <a:pt x="789488" y="58438"/>
                </a:lnTo>
                <a:lnTo>
                  <a:pt x="788737" y="58177"/>
                </a:lnTo>
                <a:lnTo>
                  <a:pt x="787977" y="57930"/>
                </a:lnTo>
                <a:lnTo>
                  <a:pt x="787208" y="57695"/>
                </a:lnTo>
                <a:lnTo>
                  <a:pt x="786431" y="57475"/>
                </a:lnTo>
                <a:lnTo>
                  <a:pt x="785645" y="57267"/>
                </a:lnTo>
                <a:lnTo>
                  <a:pt x="784850" y="57073"/>
                </a:lnTo>
                <a:lnTo>
                  <a:pt x="784047" y="56892"/>
                </a:lnTo>
                <a:lnTo>
                  <a:pt x="783235" y="56725"/>
                </a:lnTo>
                <a:lnTo>
                  <a:pt x="782414" y="56571"/>
                </a:lnTo>
                <a:lnTo>
                  <a:pt x="781585" y="56431"/>
                </a:lnTo>
                <a:lnTo>
                  <a:pt x="780747" y="56304"/>
                </a:lnTo>
                <a:lnTo>
                  <a:pt x="779900" y="56190"/>
                </a:lnTo>
                <a:lnTo>
                  <a:pt x="779044" y="56089"/>
                </a:lnTo>
                <a:lnTo>
                  <a:pt x="778180" y="56002"/>
                </a:lnTo>
                <a:lnTo>
                  <a:pt x="777307" y="55929"/>
                </a:lnTo>
                <a:lnTo>
                  <a:pt x="776425" y="55869"/>
                </a:lnTo>
                <a:lnTo>
                  <a:pt x="775535" y="55822"/>
                </a:lnTo>
                <a:lnTo>
                  <a:pt x="774636" y="55788"/>
                </a:lnTo>
                <a:lnTo>
                  <a:pt x="773728" y="55768"/>
                </a:lnTo>
                <a:lnTo>
                  <a:pt x="772812" y="55762"/>
                </a:lnTo>
                <a:lnTo>
                  <a:pt x="771918" y="55769"/>
                </a:lnTo>
                <a:lnTo>
                  <a:pt x="771034" y="55792"/>
                </a:lnTo>
                <a:lnTo>
                  <a:pt x="770160" y="55830"/>
                </a:lnTo>
                <a:lnTo>
                  <a:pt x="769296" y="55883"/>
                </a:lnTo>
                <a:lnTo>
                  <a:pt x="768443" y="55951"/>
                </a:lnTo>
                <a:lnTo>
                  <a:pt x="767600" y="56035"/>
                </a:lnTo>
                <a:lnTo>
                  <a:pt x="766768" y="56133"/>
                </a:lnTo>
                <a:lnTo>
                  <a:pt x="765945" y="56247"/>
                </a:lnTo>
                <a:lnTo>
                  <a:pt x="765133" y="56376"/>
                </a:lnTo>
                <a:lnTo>
                  <a:pt x="764331" y="56520"/>
                </a:lnTo>
                <a:lnTo>
                  <a:pt x="763539" y="56679"/>
                </a:lnTo>
                <a:lnTo>
                  <a:pt x="762758" y="56854"/>
                </a:lnTo>
                <a:lnTo>
                  <a:pt x="761987" y="57043"/>
                </a:lnTo>
                <a:lnTo>
                  <a:pt x="761226" y="57248"/>
                </a:lnTo>
                <a:lnTo>
                  <a:pt x="760475" y="57468"/>
                </a:lnTo>
                <a:lnTo>
                  <a:pt x="759735" y="57703"/>
                </a:lnTo>
                <a:lnTo>
                  <a:pt x="759005" y="57953"/>
                </a:lnTo>
                <a:lnTo>
                  <a:pt x="758285" y="58219"/>
                </a:lnTo>
                <a:lnTo>
                  <a:pt x="757576" y="58499"/>
                </a:lnTo>
                <a:lnTo>
                  <a:pt x="756876" y="58795"/>
                </a:lnTo>
                <a:lnTo>
                  <a:pt x="756187" y="59106"/>
                </a:lnTo>
                <a:lnTo>
                  <a:pt x="755509" y="59432"/>
                </a:lnTo>
                <a:lnTo>
                  <a:pt x="754840" y="59773"/>
                </a:lnTo>
                <a:lnTo>
                  <a:pt x="754182" y="60130"/>
                </a:lnTo>
                <a:lnTo>
                  <a:pt x="753533" y="60501"/>
                </a:lnTo>
                <a:lnTo>
                  <a:pt x="752893" y="60885"/>
                </a:lnTo>
                <a:lnTo>
                  <a:pt x="752263" y="61283"/>
                </a:lnTo>
                <a:lnTo>
                  <a:pt x="751641" y="61695"/>
                </a:lnTo>
                <a:lnTo>
                  <a:pt x="751028" y="62120"/>
                </a:lnTo>
                <a:lnTo>
                  <a:pt x="750424" y="62559"/>
                </a:lnTo>
                <a:lnTo>
                  <a:pt x="749829" y="63012"/>
                </a:lnTo>
                <a:lnTo>
                  <a:pt x="749242" y="63478"/>
                </a:lnTo>
                <a:lnTo>
                  <a:pt x="748665" y="63957"/>
                </a:lnTo>
                <a:lnTo>
                  <a:pt x="748097" y="64451"/>
                </a:lnTo>
                <a:lnTo>
                  <a:pt x="747537" y="64958"/>
                </a:lnTo>
                <a:lnTo>
                  <a:pt x="746987" y="65478"/>
                </a:lnTo>
                <a:lnTo>
                  <a:pt x="746445" y="66012"/>
                </a:lnTo>
                <a:lnTo>
                  <a:pt x="745913" y="66560"/>
                </a:lnTo>
                <a:lnTo>
                  <a:pt x="745389" y="67121"/>
                </a:lnTo>
                <a:lnTo>
                  <a:pt x="744874" y="67696"/>
                </a:lnTo>
                <a:lnTo>
                  <a:pt x="744368" y="68285"/>
                </a:lnTo>
                <a:lnTo>
                  <a:pt x="743871" y="68887"/>
                </a:lnTo>
                <a:lnTo>
                  <a:pt x="743383" y="69503"/>
                </a:lnTo>
                <a:lnTo>
                  <a:pt x="742904" y="70132"/>
                </a:lnTo>
                <a:lnTo>
                  <a:pt x="742434" y="70775"/>
                </a:lnTo>
                <a:lnTo>
                  <a:pt x="741972" y="71432"/>
                </a:lnTo>
                <a:lnTo>
                  <a:pt x="741520" y="72102"/>
                </a:lnTo>
                <a:lnTo>
                  <a:pt x="741077" y="72785"/>
                </a:lnTo>
                <a:lnTo>
                  <a:pt x="740691" y="73403"/>
                </a:lnTo>
                <a:lnTo>
                  <a:pt x="740691" y="0"/>
                </a:lnTo>
                <a:lnTo>
                  <a:pt x="717950" y="0"/>
                </a:lnTo>
                <a:lnTo>
                  <a:pt x="717950" y="197350"/>
                </a:lnTo>
                <a:lnTo>
                  <a:pt x="738764" y="197350"/>
                </a:lnTo>
                <a:lnTo>
                  <a:pt x="739940" y="180879"/>
                </a:lnTo>
                <a:close/>
                <a:moveTo>
                  <a:pt x="741197" y="93746"/>
                </a:moveTo>
                <a:lnTo>
                  <a:pt x="741434" y="93271"/>
                </a:lnTo>
                <a:lnTo>
                  <a:pt x="741675" y="92801"/>
                </a:lnTo>
                <a:lnTo>
                  <a:pt x="741921" y="92335"/>
                </a:lnTo>
                <a:lnTo>
                  <a:pt x="742171" y="91873"/>
                </a:lnTo>
                <a:lnTo>
                  <a:pt x="742426" y="91416"/>
                </a:lnTo>
                <a:lnTo>
                  <a:pt x="742685" y="90963"/>
                </a:lnTo>
                <a:lnTo>
                  <a:pt x="742949" y="90514"/>
                </a:lnTo>
                <a:lnTo>
                  <a:pt x="743217" y="90070"/>
                </a:lnTo>
                <a:lnTo>
                  <a:pt x="743489" y="89631"/>
                </a:lnTo>
                <a:lnTo>
                  <a:pt x="743766" y="89196"/>
                </a:lnTo>
                <a:lnTo>
                  <a:pt x="744048" y="88766"/>
                </a:lnTo>
                <a:lnTo>
                  <a:pt x="744334" y="88339"/>
                </a:lnTo>
                <a:lnTo>
                  <a:pt x="744624" y="87918"/>
                </a:lnTo>
                <a:lnTo>
                  <a:pt x="744919" y="87501"/>
                </a:lnTo>
                <a:lnTo>
                  <a:pt x="745218" y="87088"/>
                </a:lnTo>
                <a:lnTo>
                  <a:pt x="745522" y="86680"/>
                </a:lnTo>
                <a:lnTo>
                  <a:pt x="745830" y="86276"/>
                </a:lnTo>
                <a:lnTo>
                  <a:pt x="746144" y="85878"/>
                </a:lnTo>
                <a:lnTo>
                  <a:pt x="746462" y="85487"/>
                </a:lnTo>
                <a:lnTo>
                  <a:pt x="746785" y="85103"/>
                </a:lnTo>
                <a:lnTo>
                  <a:pt x="747114" y="84725"/>
                </a:lnTo>
                <a:lnTo>
                  <a:pt x="747447" y="84355"/>
                </a:lnTo>
                <a:lnTo>
                  <a:pt x="747786" y="83992"/>
                </a:lnTo>
                <a:lnTo>
                  <a:pt x="748130" y="83635"/>
                </a:lnTo>
                <a:lnTo>
                  <a:pt x="748479" y="83285"/>
                </a:lnTo>
                <a:lnTo>
                  <a:pt x="748833" y="82943"/>
                </a:lnTo>
                <a:lnTo>
                  <a:pt x="749192" y="82607"/>
                </a:lnTo>
                <a:lnTo>
                  <a:pt x="749556" y="82278"/>
                </a:lnTo>
                <a:lnTo>
                  <a:pt x="749926" y="81956"/>
                </a:lnTo>
                <a:lnTo>
                  <a:pt x="750300" y="81641"/>
                </a:lnTo>
                <a:lnTo>
                  <a:pt x="750680" y="81333"/>
                </a:lnTo>
                <a:lnTo>
                  <a:pt x="751065" y="81031"/>
                </a:lnTo>
                <a:lnTo>
                  <a:pt x="751455" y="80737"/>
                </a:lnTo>
                <a:lnTo>
                  <a:pt x="751850" y="80450"/>
                </a:lnTo>
                <a:lnTo>
                  <a:pt x="752251" y="80169"/>
                </a:lnTo>
                <a:lnTo>
                  <a:pt x="752656" y="79896"/>
                </a:lnTo>
                <a:lnTo>
                  <a:pt x="753067" y="79629"/>
                </a:lnTo>
                <a:lnTo>
                  <a:pt x="753482" y="79369"/>
                </a:lnTo>
                <a:lnTo>
                  <a:pt x="753903" y="79116"/>
                </a:lnTo>
                <a:lnTo>
                  <a:pt x="754329" y="78870"/>
                </a:lnTo>
                <a:lnTo>
                  <a:pt x="754760" y="78631"/>
                </a:lnTo>
                <a:lnTo>
                  <a:pt x="755197" y="78401"/>
                </a:lnTo>
                <a:lnTo>
                  <a:pt x="755639" y="78180"/>
                </a:lnTo>
                <a:lnTo>
                  <a:pt x="756088" y="77969"/>
                </a:lnTo>
                <a:lnTo>
                  <a:pt x="756543" y="77768"/>
                </a:lnTo>
                <a:lnTo>
                  <a:pt x="757003" y="77576"/>
                </a:lnTo>
                <a:lnTo>
                  <a:pt x="757470" y="77395"/>
                </a:lnTo>
                <a:lnTo>
                  <a:pt x="757943" y="77223"/>
                </a:lnTo>
                <a:lnTo>
                  <a:pt x="758422" y="77061"/>
                </a:lnTo>
                <a:lnTo>
                  <a:pt x="758907" y="76909"/>
                </a:lnTo>
                <a:lnTo>
                  <a:pt x="759397" y="76767"/>
                </a:lnTo>
                <a:lnTo>
                  <a:pt x="759894" y="76634"/>
                </a:lnTo>
                <a:lnTo>
                  <a:pt x="760397" y="76511"/>
                </a:lnTo>
                <a:lnTo>
                  <a:pt x="760906" y="76399"/>
                </a:lnTo>
                <a:lnTo>
                  <a:pt x="761421" y="76296"/>
                </a:lnTo>
                <a:lnTo>
                  <a:pt x="761942" y="76202"/>
                </a:lnTo>
                <a:lnTo>
                  <a:pt x="762469" y="76119"/>
                </a:lnTo>
                <a:lnTo>
                  <a:pt x="763002" y="76045"/>
                </a:lnTo>
                <a:lnTo>
                  <a:pt x="763541" y="75982"/>
                </a:lnTo>
                <a:lnTo>
                  <a:pt x="764086" y="75928"/>
                </a:lnTo>
                <a:lnTo>
                  <a:pt x="764637" y="75883"/>
                </a:lnTo>
                <a:lnTo>
                  <a:pt x="765194" y="75849"/>
                </a:lnTo>
                <a:lnTo>
                  <a:pt x="765757" y="75824"/>
                </a:lnTo>
                <a:lnTo>
                  <a:pt x="766326" y="75810"/>
                </a:lnTo>
                <a:lnTo>
                  <a:pt x="766902" y="75805"/>
                </a:lnTo>
                <a:lnTo>
                  <a:pt x="767582" y="75810"/>
                </a:lnTo>
                <a:lnTo>
                  <a:pt x="768254" y="75824"/>
                </a:lnTo>
                <a:lnTo>
                  <a:pt x="768916" y="75849"/>
                </a:lnTo>
                <a:lnTo>
                  <a:pt x="769569" y="75883"/>
                </a:lnTo>
                <a:lnTo>
                  <a:pt x="770214" y="75928"/>
                </a:lnTo>
                <a:lnTo>
                  <a:pt x="770848" y="75982"/>
                </a:lnTo>
                <a:lnTo>
                  <a:pt x="771474" y="76045"/>
                </a:lnTo>
                <a:lnTo>
                  <a:pt x="772091" y="76119"/>
                </a:lnTo>
                <a:lnTo>
                  <a:pt x="772698" y="76202"/>
                </a:lnTo>
                <a:lnTo>
                  <a:pt x="773297" y="76296"/>
                </a:lnTo>
                <a:lnTo>
                  <a:pt x="773886" y="76399"/>
                </a:lnTo>
                <a:lnTo>
                  <a:pt x="774466" y="76511"/>
                </a:lnTo>
                <a:lnTo>
                  <a:pt x="775037" y="76634"/>
                </a:lnTo>
                <a:lnTo>
                  <a:pt x="775599" y="76767"/>
                </a:lnTo>
                <a:lnTo>
                  <a:pt x="776151" y="76909"/>
                </a:lnTo>
                <a:lnTo>
                  <a:pt x="776695" y="77061"/>
                </a:lnTo>
                <a:lnTo>
                  <a:pt x="777229" y="77223"/>
                </a:lnTo>
                <a:lnTo>
                  <a:pt x="777754" y="77395"/>
                </a:lnTo>
                <a:lnTo>
                  <a:pt x="778270" y="77576"/>
                </a:lnTo>
                <a:lnTo>
                  <a:pt x="778777" y="77768"/>
                </a:lnTo>
                <a:lnTo>
                  <a:pt x="779275" y="77969"/>
                </a:lnTo>
                <a:lnTo>
                  <a:pt x="779764" y="78180"/>
                </a:lnTo>
                <a:lnTo>
                  <a:pt x="780243" y="78401"/>
                </a:lnTo>
                <a:lnTo>
                  <a:pt x="780714" y="78631"/>
                </a:lnTo>
                <a:lnTo>
                  <a:pt x="781175" y="78872"/>
                </a:lnTo>
                <a:lnTo>
                  <a:pt x="781629" y="79122"/>
                </a:lnTo>
                <a:lnTo>
                  <a:pt x="782076" y="79382"/>
                </a:lnTo>
                <a:lnTo>
                  <a:pt x="782514" y="79652"/>
                </a:lnTo>
                <a:lnTo>
                  <a:pt x="782945" y="79932"/>
                </a:lnTo>
                <a:lnTo>
                  <a:pt x="783368" y="80221"/>
                </a:lnTo>
                <a:lnTo>
                  <a:pt x="783783" y="80521"/>
                </a:lnTo>
                <a:lnTo>
                  <a:pt x="784190" y="80830"/>
                </a:lnTo>
                <a:lnTo>
                  <a:pt x="784589" y="81149"/>
                </a:lnTo>
                <a:lnTo>
                  <a:pt x="784981" y="81478"/>
                </a:lnTo>
                <a:lnTo>
                  <a:pt x="785364" y="81816"/>
                </a:lnTo>
                <a:lnTo>
                  <a:pt x="785740" y="82165"/>
                </a:lnTo>
                <a:lnTo>
                  <a:pt x="786109" y="82523"/>
                </a:lnTo>
                <a:lnTo>
                  <a:pt x="786469" y="82891"/>
                </a:lnTo>
                <a:lnTo>
                  <a:pt x="786821" y="83269"/>
                </a:lnTo>
                <a:lnTo>
                  <a:pt x="787166" y="83657"/>
                </a:lnTo>
                <a:lnTo>
                  <a:pt x="787503" y="84054"/>
                </a:lnTo>
                <a:lnTo>
                  <a:pt x="787832" y="84461"/>
                </a:lnTo>
                <a:lnTo>
                  <a:pt x="788154" y="84878"/>
                </a:lnTo>
                <a:lnTo>
                  <a:pt x="788467" y="85305"/>
                </a:lnTo>
                <a:lnTo>
                  <a:pt x="788773" y="85742"/>
                </a:lnTo>
                <a:lnTo>
                  <a:pt x="789071" y="86189"/>
                </a:lnTo>
                <a:lnTo>
                  <a:pt x="789361" y="86645"/>
                </a:lnTo>
                <a:lnTo>
                  <a:pt x="789643" y="87111"/>
                </a:lnTo>
                <a:lnTo>
                  <a:pt x="789918" y="87588"/>
                </a:lnTo>
                <a:lnTo>
                  <a:pt x="790187" y="88074"/>
                </a:lnTo>
                <a:lnTo>
                  <a:pt x="790449" y="88571"/>
                </a:lnTo>
                <a:lnTo>
                  <a:pt x="790705" y="89078"/>
                </a:lnTo>
                <a:lnTo>
                  <a:pt x="790954" y="89595"/>
                </a:lnTo>
                <a:lnTo>
                  <a:pt x="791197" y="90123"/>
                </a:lnTo>
                <a:lnTo>
                  <a:pt x="791433" y="90660"/>
                </a:lnTo>
                <a:lnTo>
                  <a:pt x="791663" y="91209"/>
                </a:lnTo>
                <a:lnTo>
                  <a:pt x="791887" y="91767"/>
                </a:lnTo>
                <a:lnTo>
                  <a:pt x="792103" y="92335"/>
                </a:lnTo>
                <a:lnTo>
                  <a:pt x="792314" y="92914"/>
                </a:lnTo>
                <a:lnTo>
                  <a:pt x="792518" y="93503"/>
                </a:lnTo>
                <a:lnTo>
                  <a:pt x="792715" y="94103"/>
                </a:lnTo>
                <a:lnTo>
                  <a:pt x="792906" y="94712"/>
                </a:lnTo>
                <a:lnTo>
                  <a:pt x="793091" y="95332"/>
                </a:lnTo>
                <a:lnTo>
                  <a:pt x="793269" y="95962"/>
                </a:lnTo>
                <a:lnTo>
                  <a:pt x="793441" y="96603"/>
                </a:lnTo>
                <a:lnTo>
                  <a:pt x="793606" y="97253"/>
                </a:lnTo>
                <a:lnTo>
                  <a:pt x="793765" y="97914"/>
                </a:lnTo>
                <a:lnTo>
                  <a:pt x="793917" y="98586"/>
                </a:lnTo>
                <a:lnTo>
                  <a:pt x="794063" y="99267"/>
                </a:lnTo>
                <a:lnTo>
                  <a:pt x="794202" y="99959"/>
                </a:lnTo>
                <a:lnTo>
                  <a:pt x="794335" y="100661"/>
                </a:lnTo>
                <a:lnTo>
                  <a:pt x="794461" y="101373"/>
                </a:lnTo>
                <a:lnTo>
                  <a:pt x="794582" y="102095"/>
                </a:lnTo>
                <a:lnTo>
                  <a:pt x="794697" y="102828"/>
                </a:lnTo>
                <a:lnTo>
                  <a:pt x="794808" y="103571"/>
                </a:lnTo>
                <a:lnTo>
                  <a:pt x="794913" y="104324"/>
                </a:lnTo>
                <a:lnTo>
                  <a:pt x="795013" y="105088"/>
                </a:lnTo>
                <a:lnTo>
                  <a:pt x="795108" y="105862"/>
                </a:lnTo>
                <a:lnTo>
                  <a:pt x="795197" y="106646"/>
                </a:lnTo>
                <a:lnTo>
                  <a:pt x="795282" y="107440"/>
                </a:lnTo>
                <a:lnTo>
                  <a:pt x="795362" y="108245"/>
                </a:lnTo>
                <a:lnTo>
                  <a:pt x="795436" y="109060"/>
                </a:lnTo>
                <a:lnTo>
                  <a:pt x="795505" y="109885"/>
                </a:lnTo>
                <a:lnTo>
                  <a:pt x="795569" y="110720"/>
                </a:lnTo>
                <a:lnTo>
                  <a:pt x="795628" y="111566"/>
                </a:lnTo>
                <a:lnTo>
                  <a:pt x="795682" y="112422"/>
                </a:lnTo>
                <a:lnTo>
                  <a:pt x="795731" y="113288"/>
                </a:lnTo>
                <a:lnTo>
                  <a:pt x="795775" y="114164"/>
                </a:lnTo>
                <a:lnTo>
                  <a:pt x="795813" y="115051"/>
                </a:lnTo>
                <a:lnTo>
                  <a:pt x="795846" y="115948"/>
                </a:lnTo>
                <a:lnTo>
                  <a:pt x="795875" y="116855"/>
                </a:lnTo>
                <a:lnTo>
                  <a:pt x="795898" y="117772"/>
                </a:lnTo>
                <a:lnTo>
                  <a:pt x="795916" y="118700"/>
                </a:lnTo>
                <a:lnTo>
                  <a:pt x="795928" y="119638"/>
                </a:lnTo>
                <a:lnTo>
                  <a:pt x="795936" y="120586"/>
                </a:lnTo>
                <a:lnTo>
                  <a:pt x="795939" y="121545"/>
                </a:lnTo>
                <a:lnTo>
                  <a:pt x="795939" y="134521"/>
                </a:lnTo>
                <a:lnTo>
                  <a:pt x="795936" y="135480"/>
                </a:lnTo>
                <a:lnTo>
                  <a:pt x="795928" y="136428"/>
                </a:lnTo>
                <a:lnTo>
                  <a:pt x="795914" y="137365"/>
                </a:lnTo>
                <a:lnTo>
                  <a:pt x="795894" y="138292"/>
                </a:lnTo>
                <a:lnTo>
                  <a:pt x="795869" y="139209"/>
                </a:lnTo>
                <a:lnTo>
                  <a:pt x="795838" y="140114"/>
                </a:lnTo>
                <a:lnTo>
                  <a:pt x="795802" y="141010"/>
                </a:lnTo>
                <a:lnTo>
                  <a:pt x="795760" y="141895"/>
                </a:lnTo>
                <a:lnTo>
                  <a:pt x="795713" y="142769"/>
                </a:lnTo>
                <a:lnTo>
                  <a:pt x="795660" y="143633"/>
                </a:lnTo>
                <a:lnTo>
                  <a:pt x="795601" y="144487"/>
                </a:lnTo>
                <a:lnTo>
                  <a:pt x="795537" y="145330"/>
                </a:lnTo>
                <a:lnTo>
                  <a:pt x="795468" y="146163"/>
                </a:lnTo>
                <a:lnTo>
                  <a:pt x="795392" y="146985"/>
                </a:lnTo>
                <a:lnTo>
                  <a:pt x="795311" y="147796"/>
                </a:lnTo>
                <a:lnTo>
                  <a:pt x="795225" y="148597"/>
                </a:lnTo>
                <a:lnTo>
                  <a:pt x="795133" y="149388"/>
                </a:lnTo>
                <a:lnTo>
                  <a:pt x="795035" y="150168"/>
                </a:lnTo>
                <a:lnTo>
                  <a:pt x="794932" y="150938"/>
                </a:lnTo>
                <a:lnTo>
                  <a:pt x="794823" y="151697"/>
                </a:lnTo>
                <a:lnTo>
                  <a:pt x="794709" y="152446"/>
                </a:lnTo>
                <a:lnTo>
                  <a:pt x="794589" y="153184"/>
                </a:lnTo>
                <a:lnTo>
                  <a:pt x="794464" y="153912"/>
                </a:lnTo>
                <a:lnTo>
                  <a:pt x="794333" y="154629"/>
                </a:lnTo>
                <a:lnTo>
                  <a:pt x="794196" y="155336"/>
                </a:lnTo>
                <a:lnTo>
                  <a:pt x="794052" y="156033"/>
                </a:lnTo>
                <a:lnTo>
                  <a:pt x="793902" y="156719"/>
                </a:lnTo>
                <a:lnTo>
                  <a:pt x="793746" y="157395"/>
                </a:lnTo>
                <a:lnTo>
                  <a:pt x="793583" y="158061"/>
                </a:lnTo>
                <a:lnTo>
                  <a:pt x="793413" y="158716"/>
                </a:lnTo>
                <a:lnTo>
                  <a:pt x="793237" y="159362"/>
                </a:lnTo>
                <a:lnTo>
                  <a:pt x="793055" y="159997"/>
                </a:lnTo>
                <a:lnTo>
                  <a:pt x="792866" y="160622"/>
                </a:lnTo>
                <a:lnTo>
                  <a:pt x="792671" y="161236"/>
                </a:lnTo>
                <a:lnTo>
                  <a:pt x="792469" y="161840"/>
                </a:lnTo>
                <a:lnTo>
                  <a:pt x="792261" y="162434"/>
                </a:lnTo>
                <a:lnTo>
                  <a:pt x="792046" y="163018"/>
                </a:lnTo>
                <a:lnTo>
                  <a:pt x="791825" y="163592"/>
                </a:lnTo>
                <a:lnTo>
                  <a:pt x="791597" y="164155"/>
                </a:lnTo>
                <a:lnTo>
                  <a:pt x="791363" y="164708"/>
                </a:lnTo>
                <a:lnTo>
                  <a:pt x="791123" y="165250"/>
                </a:lnTo>
                <a:lnTo>
                  <a:pt x="790876" y="165783"/>
                </a:lnTo>
                <a:lnTo>
                  <a:pt x="790622" y="166305"/>
                </a:lnTo>
                <a:lnTo>
                  <a:pt x="790362" y="166817"/>
                </a:lnTo>
                <a:lnTo>
                  <a:pt x="790096" y="167319"/>
                </a:lnTo>
                <a:lnTo>
                  <a:pt x="789823" y="167810"/>
                </a:lnTo>
                <a:lnTo>
                  <a:pt x="789544" y="168291"/>
                </a:lnTo>
                <a:lnTo>
                  <a:pt x="789258" y="168762"/>
                </a:lnTo>
                <a:lnTo>
                  <a:pt x="788965" y="169223"/>
                </a:lnTo>
                <a:lnTo>
                  <a:pt x="788666" y="169674"/>
                </a:lnTo>
                <a:lnTo>
                  <a:pt x="788359" y="170114"/>
                </a:lnTo>
                <a:lnTo>
                  <a:pt x="788046" y="170545"/>
                </a:lnTo>
                <a:lnTo>
                  <a:pt x="787726" y="170965"/>
                </a:lnTo>
                <a:lnTo>
                  <a:pt x="787399" y="171376"/>
                </a:lnTo>
                <a:lnTo>
                  <a:pt x="787065" y="171776"/>
                </a:lnTo>
                <a:lnTo>
                  <a:pt x="786724" y="172167"/>
                </a:lnTo>
                <a:lnTo>
                  <a:pt x="786376" y="172547"/>
                </a:lnTo>
                <a:lnTo>
                  <a:pt x="786021" y="172918"/>
                </a:lnTo>
                <a:lnTo>
                  <a:pt x="785659" y="173278"/>
                </a:lnTo>
                <a:lnTo>
                  <a:pt x="785291" y="173628"/>
                </a:lnTo>
                <a:lnTo>
                  <a:pt x="784915" y="173969"/>
                </a:lnTo>
                <a:lnTo>
                  <a:pt x="784533" y="174299"/>
                </a:lnTo>
                <a:lnTo>
                  <a:pt x="784143" y="174619"/>
                </a:lnTo>
                <a:lnTo>
                  <a:pt x="783747" y="174929"/>
                </a:lnTo>
                <a:lnTo>
                  <a:pt x="783344" y="175229"/>
                </a:lnTo>
                <a:lnTo>
                  <a:pt x="782934" y="175520"/>
                </a:lnTo>
                <a:lnTo>
                  <a:pt x="782517" y="175800"/>
                </a:lnTo>
                <a:lnTo>
                  <a:pt x="782093" y="176070"/>
                </a:lnTo>
                <a:lnTo>
                  <a:pt x="781662" y="176330"/>
                </a:lnTo>
                <a:lnTo>
                  <a:pt x="781224" y="176580"/>
                </a:lnTo>
                <a:lnTo>
                  <a:pt x="780780" y="176819"/>
                </a:lnTo>
                <a:lnTo>
                  <a:pt x="780328" y="177049"/>
                </a:lnTo>
                <a:lnTo>
                  <a:pt x="779869" y="177269"/>
                </a:lnTo>
                <a:lnTo>
                  <a:pt x="779402" y="177480"/>
                </a:lnTo>
                <a:lnTo>
                  <a:pt x="778926" y="177682"/>
                </a:lnTo>
                <a:lnTo>
                  <a:pt x="778442" y="177874"/>
                </a:lnTo>
                <a:lnTo>
                  <a:pt x="777950" y="178056"/>
                </a:lnTo>
                <a:lnTo>
                  <a:pt x="777449" y="178230"/>
                </a:lnTo>
                <a:lnTo>
                  <a:pt x="776941" y="178394"/>
                </a:lnTo>
                <a:lnTo>
                  <a:pt x="776424" y="178548"/>
                </a:lnTo>
                <a:lnTo>
                  <a:pt x="775898" y="178693"/>
                </a:lnTo>
                <a:lnTo>
                  <a:pt x="775365" y="178829"/>
                </a:lnTo>
                <a:lnTo>
                  <a:pt x="774823" y="178956"/>
                </a:lnTo>
                <a:lnTo>
                  <a:pt x="774273" y="179073"/>
                </a:lnTo>
                <a:lnTo>
                  <a:pt x="773715" y="179181"/>
                </a:lnTo>
                <a:lnTo>
                  <a:pt x="773149" y="179279"/>
                </a:lnTo>
                <a:lnTo>
                  <a:pt x="772574" y="179368"/>
                </a:lnTo>
                <a:lnTo>
                  <a:pt x="771991" y="179448"/>
                </a:lnTo>
                <a:lnTo>
                  <a:pt x="771400" y="179518"/>
                </a:lnTo>
                <a:lnTo>
                  <a:pt x="770800" y="179579"/>
                </a:lnTo>
                <a:lnTo>
                  <a:pt x="770193" y="179630"/>
                </a:lnTo>
                <a:lnTo>
                  <a:pt x="769577" y="179672"/>
                </a:lnTo>
                <a:lnTo>
                  <a:pt x="768952" y="179705"/>
                </a:lnTo>
                <a:lnTo>
                  <a:pt x="768320" y="179729"/>
                </a:lnTo>
                <a:lnTo>
                  <a:pt x="767679" y="179743"/>
                </a:lnTo>
                <a:lnTo>
                  <a:pt x="767030" y="179747"/>
                </a:lnTo>
                <a:lnTo>
                  <a:pt x="766254" y="179739"/>
                </a:lnTo>
                <a:lnTo>
                  <a:pt x="765488" y="179714"/>
                </a:lnTo>
                <a:lnTo>
                  <a:pt x="764734" y="179671"/>
                </a:lnTo>
                <a:lnTo>
                  <a:pt x="763989" y="179612"/>
                </a:lnTo>
                <a:lnTo>
                  <a:pt x="763256" y="179536"/>
                </a:lnTo>
                <a:lnTo>
                  <a:pt x="762533" y="179442"/>
                </a:lnTo>
                <a:lnTo>
                  <a:pt x="761821" y="179332"/>
                </a:lnTo>
                <a:lnTo>
                  <a:pt x="761120" y="179205"/>
                </a:lnTo>
                <a:lnTo>
                  <a:pt x="760429" y="179061"/>
                </a:lnTo>
                <a:lnTo>
                  <a:pt x="759749" y="178900"/>
                </a:lnTo>
                <a:lnTo>
                  <a:pt x="759080" y="178722"/>
                </a:lnTo>
                <a:lnTo>
                  <a:pt x="758422" y="178527"/>
                </a:lnTo>
                <a:lnTo>
                  <a:pt x="757774" y="178315"/>
                </a:lnTo>
                <a:lnTo>
                  <a:pt x="757137" y="178086"/>
                </a:lnTo>
                <a:lnTo>
                  <a:pt x="756511" y="177840"/>
                </a:lnTo>
                <a:lnTo>
                  <a:pt x="755895" y="177577"/>
                </a:lnTo>
                <a:lnTo>
                  <a:pt x="755290" y="177298"/>
                </a:lnTo>
                <a:lnTo>
                  <a:pt x="754696" y="177001"/>
                </a:lnTo>
                <a:lnTo>
                  <a:pt x="754112" y="176687"/>
                </a:lnTo>
                <a:lnTo>
                  <a:pt x="753539" y="176357"/>
                </a:lnTo>
                <a:lnTo>
                  <a:pt x="752977" y="176009"/>
                </a:lnTo>
                <a:lnTo>
                  <a:pt x="752426" y="175645"/>
                </a:lnTo>
                <a:lnTo>
                  <a:pt x="751885" y="175263"/>
                </a:lnTo>
                <a:lnTo>
                  <a:pt x="751355" y="174865"/>
                </a:lnTo>
                <a:lnTo>
                  <a:pt x="750835" y="174453"/>
                </a:lnTo>
                <a:lnTo>
                  <a:pt x="750324" y="174032"/>
                </a:lnTo>
                <a:lnTo>
                  <a:pt x="749822" y="173601"/>
                </a:lnTo>
                <a:lnTo>
                  <a:pt x="749330" y="173161"/>
                </a:lnTo>
                <a:lnTo>
                  <a:pt x="748846" y="172711"/>
                </a:lnTo>
                <a:lnTo>
                  <a:pt x="748372" y="172251"/>
                </a:lnTo>
                <a:lnTo>
                  <a:pt x="747907" y="171782"/>
                </a:lnTo>
                <a:lnTo>
                  <a:pt x="747451" y="171303"/>
                </a:lnTo>
                <a:lnTo>
                  <a:pt x="747004" y="170815"/>
                </a:lnTo>
                <a:lnTo>
                  <a:pt x="746566" y="170317"/>
                </a:lnTo>
                <a:lnTo>
                  <a:pt x="746138" y="169809"/>
                </a:lnTo>
                <a:lnTo>
                  <a:pt x="745718" y="169292"/>
                </a:lnTo>
                <a:lnTo>
                  <a:pt x="745308" y="168765"/>
                </a:lnTo>
                <a:lnTo>
                  <a:pt x="744907" y="168229"/>
                </a:lnTo>
                <a:lnTo>
                  <a:pt x="744515" y="167683"/>
                </a:lnTo>
                <a:lnTo>
                  <a:pt x="744132" y="167128"/>
                </a:lnTo>
                <a:lnTo>
                  <a:pt x="743758" y="166562"/>
                </a:lnTo>
                <a:lnTo>
                  <a:pt x="743393" y="165988"/>
                </a:lnTo>
                <a:lnTo>
                  <a:pt x="743038" y="165403"/>
                </a:lnTo>
                <a:lnTo>
                  <a:pt x="742692" y="164810"/>
                </a:lnTo>
                <a:lnTo>
                  <a:pt x="742354" y="164206"/>
                </a:lnTo>
                <a:lnTo>
                  <a:pt x="742026" y="163593"/>
                </a:lnTo>
                <a:lnTo>
                  <a:pt x="741708" y="162970"/>
                </a:lnTo>
                <a:lnTo>
                  <a:pt x="741398" y="162338"/>
                </a:lnTo>
                <a:lnTo>
                  <a:pt x="741096" y="161700"/>
                </a:lnTo>
                <a:lnTo>
                  <a:pt x="740801" y="161059"/>
                </a:lnTo>
                <a:lnTo>
                  <a:pt x="740691" y="160813"/>
                </a:lnTo>
                <a:lnTo>
                  <a:pt x="740691" y="94809"/>
                </a:lnTo>
                <a:lnTo>
                  <a:pt x="740736" y="94710"/>
                </a:lnTo>
                <a:lnTo>
                  <a:pt x="740964" y="94226"/>
                </a:lnTo>
                <a:lnTo>
                  <a:pt x="741197" y="93746"/>
                </a:lnTo>
                <a:close/>
                <a:moveTo>
                  <a:pt x="91364" y="146677"/>
                </a:moveTo>
                <a:lnTo>
                  <a:pt x="91299" y="147798"/>
                </a:lnTo>
                <a:lnTo>
                  <a:pt x="91219" y="148895"/>
                </a:lnTo>
                <a:lnTo>
                  <a:pt x="91125" y="149971"/>
                </a:lnTo>
                <a:lnTo>
                  <a:pt x="91016" y="151024"/>
                </a:lnTo>
                <a:lnTo>
                  <a:pt x="90893" y="152055"/>
                </a:lnTo>
                <a:lnTo>
                  <a:pt x="90755" y="153064"/>
                </a:lnTo>
                <a:lnTo>
                  <a:pt x="90603" y="154050"/>
                </a:lnTo>
                <a:lnTo>
                  <a:pt x="90436" y="155014"/>
                </a:lnTo>
                <a:lnTo>
                  <a:pt x="90255" y="155956"/>
                </a:lnTo>
                <a:lnTo>
                  <a:pt x="90059" y="156876"/>
                </a:lnTo>
                <a:lnTo>
                  <a:pt x="89849" y="157773"/>
                </a:lnTo>
                <a:lnTo>
                  <a:pt x="89624" y="158648"/>
                </a:lnTo>
                <a:lnTo>
                  <a:pt x="89385" y="159500"/>
                </a:lnTo>
                <a:lnTo>
                  <a:pt x="89131" y="160330"/>
                </a:lnTo>
                <a:lnTo>
                  <a:pt x="88863" y="161138"/>
                </a:lnTo>
                <a:lnTo>
                  <a:pt x="88580" y="161924"/>
                </a:lnTo>
                <a:lnTo>
                  <a:pt x="88283" y="162687"/>
                </a:lnTo>
                <a:lnTo>
                  <a:pt x="87971" y="163428"/>
                </a:lnTo>
                <a:lnTo>
                  <a:pt x="87645" y="164147"/>
                </a:lnTo>
                <a:lnTo>
                  <a:pt x="87304" y="164843"/>
                </a:lnTo>
                <a:lnTo>
                  <a:pt x="86950" y="165520"/>
                </a:lnTo>
                <a:lnTo>
                  <a:pt x="86584" y="166180"/>
                </a:lnTo>
                <a:lnTo>
                  <a:pt x="86206" y="166823"/>
                </a:lnTo>
                <a:lnTo>
                  <a:pt x="85816" y="167449"/>
                </a:lnTo>
                <a:lnTo>
                  <a:pt x="85414" y="168058"/>
                </a:lnTo>
                <a:lnTo>
                  <a:pt x="84999" y="168650"/>
                </a:lnTo>
                <a:lnTo>
                  <a:pt x="84573" y="169225"/>
                </a:lnTo>
                <a:lnTo>
                  <a:pt x="84135" y="169783"/>
                </a:lnTo>
                <a:lnTo>
                  <a:pt x="83684" y="170324"/>
                </a:lnTo>
                <a:lnTo>
                  <a:pt x="83222" y="170848"/>
                </a:lnTo>
                <a:lnTo>
                  <a:pt x="82748" y="171355"/>
                </a:lnTo>
                <a:lnTo>
                  <a:pt x="82261" y="171846"/>
                </a:lnTo>
                <a:lnTo>
                  <a:pt x="81763" y="172319"/>
                </a:lnTo>
                <a:lnTo>
                  <a:pt x="81252" y="172775"/>
                </a:lnTo>
                <a:lnTo>
                  <a:pt x="80729" y="173215"/>
                </a:lnTo>
                <a:lnTo>
                  <a:pt x="80195" y="173637"/>
                </a:lnTo>
                <a:lnTo>
                  <a:pt x="79648" y="174043"/>
                </a:lnTo>
                <a:lnTo>
                  <a:pt x="79089" y="174431"/>
                </a:lnTo>
                <a:lnTo>
                  <a:pt x="78518" y="174803"/>
                </a:lnTo>
                <a:lnTo>
                  <a:pt x="77936" y="175158"/>
                </a:lnTo>
                <a:lnTo>
                  <a:pt x="77341" y="175495"/>
                </a:lnTo>
                <a:lnTo>
                  <a:pt x="76734" y="175816"/>
                </a:lnTo>
                <a:lnTo>
                  <a:pt x="76115" y="176120"/>
                </a:lnTo>
                <a:lnTo>
                  <a:pt x="75484" y="176407"/>
                </a:lnTo>
                <a:lnTo>
                  <a:pt x="74842" y="176679"/>
                </a:lnTo>
                <a:lnTo>
                  <a:pt x="74190" y="176940"/>
                </a:lnTo>
                <a:lnTo>
                  <a:pt x="73529" y="177190"/>
                </a:lnTo>
                <a:lnTo>
                  <a:pt x="72859" y="177428"/>
                </a:lnTo>
                <a:lnTo>
                  <a:pt x="72178" y="177654"/>
                </a:lnTo>
                <a:lnTo>
                  <a:pt x="71489" y="177868"/>
                </a:lnTo>
                <a:lnTo>
                  <a:pt x="70789" y="178071"/>
                </a:lnTo>
                <a:lnTo>
                  <a:pt x="70080" y="178263"/>
                </a:lnTo>
                <a:lnTo>
                  <a:pt x="69362" y="178443"/>
                </a:lnTo>
                <a:lnTo>
                  <a:pt x="68633" y="178611"/>
                </a:lnTo>
                <a:lnTo>
                  <a:pt x="67896" y="178767"/>
                </a:lnTo>
                <a:lnTo>
                  <a:pt x="67148" y="178912"/>
                </a:lnTo>
                <a:lnTo>
                  <a:pt x="66391" y="179046"/>
                </a:lnTo>
                <a:lnTo>
                  <a:pt x="65625" y="179167"/>
                </a:lnTo>
                <a:lnTo>
                  <a:pt x="64849" y="179278"/>
                </a:lnTo>
                <a:lnTo>
                  <a:pt x="64063" y="179376"/>
                </a:lnTo>
                <a:lnTo>
                  <a:pt x="63268" y="179463"/>
                </a:lnTo>
                <a:lnTo>
                  <a:pt x="62463" y="179539"/>
                </a:lnTo>
                <a:lnTo>
                  <a:pt x="61648" y="179602"/>
                </a:lnTo>
                <a:lnTo>
                  <a:pt x="60824" y="179655"/>
                </a:lnTo>
                <a:lnTo>
                  <a:pt x="59990" y="179695"/>
                </a:lnTo>
                <a:lnTo>
                  <a:pt x="59147" y="179724"/>
                </a:lnTo>
                <a:lnTo>
                  <a:pt x="58294" y="179742"/>
                </a:lnTo>
                <a:lnTo>
                  <a:pt x="57432" y="179747"/>
                </a:lnTo>
                <a:lnTo>
                  <a:pt x="56580" y="179742"/>
                </a:lnTo>
                <a:lnTo>
                  <a:pt x="55737" y="179724"/>
                </a:lnTo>
                <a:lnTo>
                  <a:pt x="54903" y="179695"/>
                </a:lnTo>
                <a:lnTo>
                  <a:pt x="54079" y="179655"/>
                </a:lnTo>
                <a:lnTo>
                  <a:pt x="53263" y="179602"/>
                </a:lnTo>
                <a:lnTo>
                  <a:pt x="52457" y="179539"/>
                </a:lnTo>
                <a:lnTo>
                  <a:pt x="51660" y="179463"/>
                </a:lnTo>
                <a:lnTo>
                  <a:pt x="50872" y="179376"/>
                </a:lnTo>
                <a:lnTo>
                  <a:pt x="50093" y="179278"/>
                </a:lnTo>
                <a:lnTo>
                  <a:pt x="49324" y="179167"/>
                </a:lnTo>
                <a:lnTo>
                  <a:pt x="48563" y="179046"/>
                </a:lnTo>
                <a:lnTo>
                  <a:pt x="47812" y="178912"/>
                </a:lnTo>
                <a:lnTo>
                  <a:pt x="47069" y="178767"/>
                </a:lnTo>
                <a:lnTo>
                  <a:pt x="46336" y="178611"/>
                </a:lnTo>
                <a:lnTo>
                  <a:pt x="45612" y="178443"/>
                </a:lnTo>
                <a:lnTo>
                  <a:pt x="44898" y="178263"/>
                </a:lnTo>
                <a:lnTo>
                  <a:pt x="44192" y="178071"/>
                </a:lnTo>
                <a:lnTo>
                  <a:pt x="43495" y="177868"/>
                </a:lnTo>
                <a:lnTo>
                  <a:pt x="42808" y="177654"/>
                </a:lnTo>
                <a:lnTo>
                  <a:pt x="42130" y="177428"/>
                </a:lnTo>
                <a:lnTo>
                  <a:pt x="41461" y="177190"/>
                </a:lnTo>
                <a:lnTo>
                  <a:pt x="40801" y="176940"/>
                </a:lnTo>
                <a:lnTo>
                  <a:pt x="40150" y="176679"/>
                </a:lnTo>
                <a:lnTo>
                  <a:pt x="39508" y="176407"/>
                </a:lnTo>
                <a:lnTo>
                  <a:pt x="38877" y="176120"/>
                </a:lnTo>
                <a:lnTo>
                  <a:pt x="38258" y="175816"/>
                </a:lnTo>
                <a:lnTo>
                  <a:pt x="37651" y="175495"/>
                </a:lnTo>
                <a:lnTo>
                  <a:pt x="37057" y="175158"/>
                </a:lnTo>
                <a:lnTo>
                  <a:pt x="36474" y="174803"/>
                </a:lnTo>
                <a:lnTo>
                  <a:pt x="35903" y="174431"/>
                </a:lnTo>
                <a:lnTo>
                  <a:pt x="35344" y="174043"/>
                </a:lnTo>
                <a:lnTo>
                  <a:pt x="34797" y="173637"/>
                </a:lnTo>
                <a:lnTo>
                  <a:pt x="34263" y="173215"/>
                </a:lnTo>
                <a:lnTo>
                  <a:pt x="33740" y="172775"/>
                </a:lnTo>
                <a:lnTo>
                  <a:pt x="33230" y="172319"/>
                </a:lnTo>
                <a:lnTo>
                  <a:pt x="32731" y="171846"/>
                </a:lnTo>
                <a:lnTo>
                  <a:pt x="32244" y="171355"/>
                </a:lnTo>
                <a:lnTo>
                  <a:pt x="31770" y="170848"/>
                </a:lnTo>
                <a:lnTo>
                  <a:pt x="31308" y="170324"/>
                </a:lnTo>
                <a:lnTo>
                  <a:pt x="30857" y="169783"/>
                </a:lnTo>
                <a:lnTo>
                  <a:pt x="30419" y="169225"/>
                </a:lnTo>
                <a:lnTo>
                  <a:pt x="29993" y="168650"/>
                </a:lnTo>
                <a:lnTo>
                  <a:pt x="29578" y="168058"/>
                </a:lnTo>
                <a:lnTo>
                  <a:pt x="29176" y="167449"/>
                </a:lnTo>
                <a:lnTo>
                  <a:pt x="28786" y="166823"/>
                </a:lnTo>
                <a:lnTo>
                  <a:pt x="28408" y="166180"/>
                </a:lnTo>
                <a:lnTo>
                  <a:pt x="28042" y="165520"/>
                </a:lnTo>
                <a:lnTo>
                  <a:pt x="27688" y="164843"/>
                </a:lnTo>
                <a:lnTo>
                  <a:pt x="27347" y="164147"/>
                </a:lnTo>
                <a:lnTo>
                  <a:pt x="27021" y="163428"/>
                </a:lnTo>
                <a:lnTo>
                  <a:pt x="26709" y="162687"/>
                </a:lnTo>
                <a:lnTo>
                  <a:pt x="26412" y="161924"/>
                </a:lnTo>
                <a:lnTo>
                  <a:pt x="26129" y="161138"/>
                </a:lnTo>
                <a:lnTo>
                  <a:pt x="25861" y="160330"/>
                </a:lnTo>
                <a:lnTo>
                  <a:pt x="25607" y="159500"/>
                </a:lnTo>
                <a:lnTo>
                  <a:pt x="25368" y="158648"/>
                </a:lnTo>
                <a:lnTo>
                  <a:pt x="25143" y="157773"/>
                </a:lnTo>
                <a:lnTo>
                  <a:pt x="24933" y="156876"/>
                </a:lnTo>
                <a:lnTo>
                  <a:pt x="24738" y="155956"/>
                </a:lnTo>
                <a:lnTo>
                  <a:pt x="24556" y="155014"/>
                </a:lnTo>
                <a:lnTo>
                  <a:pt x="24390" y="154050"/>
                </a:lnTo>
                <a:lnTo>
                  <a:pt x="24237" y="153064"/>
                </a:lnTo>
                <a:lnTo>
                  <a:pt x="24100" y="152055"/>
                </a:lnTo>
                <a:lnTo>
                  <a:pt x="23976" y="151024"/>
                </a:lnTo>
                <a:lnTo>
                  <a:pt x="23868" y="149971"/>
                </a:lnTo>
                <a:lnTo>
                  <a:pt x="23773" y="148895"/>
                </a:lnTo>
                <a:lnTo>
                  <a:pt x="23694" y="147798"/>
                </a:lnTo>
                <a:lnTo>
                  <a:pt x="23628" y="146677"/>
                </a:lnTo>
                <a:lnTo>
                  <a:pt x="23578" y="145535"/>
                </a:lnTo>
                <a:lnTo>
                  <a:pt x="23541" y="144370"/>
                </a:lnTo>
                <a:lnTo>
                  <a:pt x="23520" y="143183"/>
                </a:lnTo>
                <a:lnTo>
                  <a:pt x="23512" y="141973"/>
                </a:lnTo>
                <a:lnTo>
                  <a:pt x="23512" y="10279"/>
                </a:lnTo>
                <a:lnTo>
                  <a:pt x="0" y="10279"/>
                </a:lnTo>
                <a:lnTo>
                  <a:pt x="0" y="141973"/>
                </a:lnTo>
                <a:lnTo>
                  <a:pt x="13" y="143715"/>
                </a:lnTo>
                <a:lnTo>
                  <a:pt x="53" y="145427"/>
                </a:lnTo>
                <a:lnTo>
                  <a:pt x="119" y="147111"/>
                </a:lnTo>
                <a:lnTo>
                  <a:pt x="212" y="148765"/>
                </a:lnTo>
                <a:lnTo>
                  <a:pt x="332" y="150391"/>
                </a:lnTo>
                <a:lnTo>
                  <a:pt x="478" y="151987"/>
                </a:lnTo>
                <a:lnTo>
                  <a:pt x="650" y="153555"/>
                </a:lnTo>
                <a:lnTo>
                  <a:pt x="849" y="155093"/>
                </a:lnTo>
                <a:lnTo>
                  <a:pt x="1075" y="156602"/>
                </a:lnTo>
                <a:lnTo>
                  <a:pt x="1327" y="158083"/>
                </a:lnTo>
                <a:lnTo>
                  <a:pt x="1606" y="159534"/>
                </a:lnTo>
                <a:lnTo>
                  <a:pt x="1911" y="160957"/>
                </a:lnTo>
                <a:lnTo>
                  <a:pt x="2243" y="162350"/>
                </a:lnTo>
                <a:lnTo>
                  <a:pt x="2601" y="163715"/>
                </a:lnTo>
                <a:lnTo>
                  <a:pt x="2986" y="165050"/>
                </a:lnTo>
                <a:lnTo>
                  <a:pt x="3398" y="166357"/>
                </a:lnTo>
                <a:lnTo>
                  <a:pt x="3836" y="167634"/>
                </a:lnTo>
                <a:lnTo>
                  <a:pt x="4300" y="168883"/>
                </a:lnTo>
                <a:lnTo>
                  <a:pt x="4791" y="170102"/>
                </a:lnTo>
                <a:lnTo>
                  <a:pt x="5309" y="171293"/>
                </a:lnTo>
                <a:lnTo>
                  <a:pt x="5853" y="172454"/>
                </a:lnTo>
                <a:lnTo>
                  <a:pt x="6424" y="173586"/>
                </a:lnTo>
                <a:lnTo>
                  <a:pt x="7021" y="174690"/>
                </a:lnTo>
                <a:lnTo>
                  <a:pt x="7645" y="175764"/>
                </a:lnTo>
                <a:lnTo>
                  <a:pt x="8291" y="176812"/>
                </a:lnTo>
                <a:lnTo>
                  <a:pt x="8956" y="177836"/>
                </a:lnTo>
                <a:lnTo>
                  <a:pt x="9639" y="178835"/>
                </a:lnTo>
                <a:lnTo>
                  <a:pt x="10341" y="179810"/>
                </a:lnTo>
                <a:lnTo>
                  <a:pt x="11061" y="180760"/>
                </a:lnTo>
                <a:lnTo>
                  <a:pt x="11800" y="181687"/>
                </a:lnTo>
                <a:lnTo>
                  <a:pt x="12558" y="182589"/>
                </a:lnTo>
                <a:lnTo>
                  <a:pt x="13334" y="183466"/>
                </a:lnTo>
                <a:lnTo>
                  <a:pt x="14128" y="184320"/>
                </a:lnTo>
                <a:lnTo>
                  <a:pt x="14941" y="185149"/>
                </a:lnTo>
                <a:lnTo>
                  <a:pt x="15772" y="185953"/>
                </a:lnTo>
                <a:lnTo>
                  <a:pt x="16622" y="186734"/>
                </a:lnTo>
                <a:lnTo>
                  <a:pt x="17491" y="187490"/>
                </a:lnTo>
                <a:lnTo>
                  <a:pt x="18378" y="188221"/>
                </a:lnTo>
                <a:lnTo>
                  <a:pt x="19283" y="188929"/>
                </a:lnTo>
                <a:lnTo>
                  <a:pt x="20207" y="189612"/>
                </a:lnTo>
                <a:lnTo>
                  <a:pt x="21150" y="190271"/>
                </a:lnTo>
                <a:lnTo>
                  <a:pt x="22111" y="190905"/>
                </a:lnTo>
                <a:lnTo>
                  <a:pt x="23091" y="191516"/>
                </a:lnTo>
                <a:lnTo>
                  <a:pt x="24089" y="192101"/>
                </a:lnTo>
                <a:lnTo>
                  <a:pt x="25105" y="192663"/>
                </a:lnTo>
                <a:lnTo>
                  <a:pt x="26140" y="193200"/>
                </a:lnTo>
                <a:lnTo>
                  <a:pt x="27194" y="193713"/>
                </a:lnTo>
                <a:lnTo>
                  <a:pt x="28266" y="194202"/>
                </a:lnTo>
                <a:lnTo>
                  <a:pt x="29353" y="194668"/>
                </a:lnTo>
                <a:lnTo>
                  <a:pt x="30451" y="195115"/>
                </a:lnTo>
                <a:lnTo>
                  <a:pt x="31561" y="195542"/>
                </a:lnTo>
                <a:lnTo>
                  <a:pt x="32681" y="195949"/>
                </a:lnTo>
                <a:lnTo>
                  <a:pt x="33813" y="196336"/>
                </a:lnTo>
                <a:lnTo>
                  <a:pt x="34955" y="196703"/>
                </a:lnTo>
                <a:lnTo>
                  <a:pt x="36109" y="197051"/>
                </a:lnTo>
                <a:lnTo>
                  <a:pt x="37274" y="197378"/>
                </a:lnTo>
                <a:lnTo>
                  <a:pt x="38450" y="197686"/>
                </a:lnTo>
                <a:lnTo>
                  <a:pt x="39638" y="197974"/>
                </a:lnTo>
                <a:lnTo>
                  <a:pt x="40836" y="198242"/>
                </a:lnTo>
                <a:lnTo>
                  <a:pt x="42046" y="198490"/>
                </a:lnTo>
                <a:lnTo>
                  <a:pt x="43267" y="198718"/>
                </a:lnTo>
                <a:lnTo>
                  <a:pt x="44499" y="198927"/>
                </a:lnTo>
                <a:lnTo>
                  <a:pt x="45742" y="199115"/>
                </a:lnTo>
                <a:lnTo>
                  <a:pt x="46996" y="199284"/>
                </a:lnTo>
                <a:lnTo>
                  <a:pt x="48262" y="199433"/>
                </a:lnTo>
                <a:lnTo>
                  <a:pt x="49538" y="199562"/>
                </a:lnTo>
                <a:lnTo>
                  <a:pt x="50826" y="199671"/>
                </a:lnTo>
                <a:lnTo>
                  <a:pt x="52125" y="199760"/>
                </a:lnTo>
                <a:lnTo>
                  <a:pt x="53435" y="199830"/>
                </a:lnTo>
                <a:lnTo>
                  <a:pt x="54756" y="199880"/>
                </a:lnTo>
                <a:lnTo>
                  <a:pt x="56088" y="199909"/>
                </a:lnTo>
                <a:lnTo>
                  <a:pt x="57432" y="199919"/>
                </a:lnTo>
                <a:lnTo>
                  <a:pt x="58692" y="199909"/>
                </a:lnTo>
                <a:lnTo>
                  <a:pt x="59945" y="199880"/>
                </a:lnTo>
                <a:lnTo>
                  <a:pt x="61191" y="199830"/>
                </a:lnTo>
                <a:lnTo>
                  <a:pt x="62430" y="199760"/>
                </a:lnTo>
                <a:lnTo>
                  <a:pt x="63662" y="199671"/>
                </a:lnTo>
                <a:lnTo>
                  <a:pt x="64888" y="199562"/>
                </a:lnTo>
                <a:lnTo>
                  <a:pt x="66106" y="199433"/>
                </a:lnTo>
                <a:lnTo>
                  <a:pt x="67318" y="199284"/>
                </a:lnTo>
                <a:lnTo>
                  <a:pt x="68522" y="199115"/>
                </a:lnTo>
                <a:lnTo>
                  <a:pt x="69720" y="198927"/>
                </a:lnTo>
                <a:lnTo>
                  <a:pt x="70911" y="198718"/>
                </a:lnTo>
                <a:lnTo>
                  <a:pt x="72095" y="198490"/>
                </a:lnTo>
                <a:lnTo>
                  <a:pt x="73272" y="198242"/>
                </a:lnTo>
                <a:lnTo>
                  <a:pt x="74442" y="197974"/>
                </a:lnTo>
                <a:lnTo>
                  <a:pt x="75605" y="197686"/>
                </a:lnTo>
                <a:lnTo>
                  <a:pt x="76761" y="197378"/>
                </a:lnTo>
                <a:lnTo>
                  <a:pt x="77911" y="197051"/>
                </a:lnTo>
                <a:lnTo>
                  <a:pt x="79053" y="196703"/>
                </a:lnTo>
                <a:lnTo>
                  <a:pt x="80189" y="196336"/>
                </a:lnTo>
                <a:lnTo>
                  <a:pt x="81317" y="195949"/>
                </a:lnTo>
                <a:lnTo>
                  <a:pt x="82439" y="195542"/>
                </a:lnTo>
                <a:lnTo>
                  <a:pt x="83554" y="195115"/>
                </a:lnTo>
                <a:lnTo>
                  <a:pt x="84661" y="194668"/>
                </a:lnTo>
                <a:lnTo>
                  <a:pt x="85762" y="194202"/>
                </a:lnTo>
                <a:lnTo>
                  <a:pt x="86851" y="193713"/>
                </a:lnTo>
                <a:lnTo>
                  <a:pt x="87922" y="193200"/>
                </a:lnTo>
                <a:lnTo>
                  <a:pt x="88975" y="192663"/>
                </a:lnTo>
                <a:lnTo>
                  <a:pt x="90011" y="192101"/>
                </a:lnTo>
                <a:lnTo>
                  <a:pt x="91029" y="191516"/>
                </a:lnTo>
                <a:lnTo>
                  <a:pt x="92030" y="190905"/>
                </a:lnTo>
                <a:lnTo>
                  <a:pt x="93013" y="190271"/>
                </a:lnTo>
                <a:lnTo>
                  <a:pt x="93978" y="189612"/>
                </a:lnTo>
                <a:lnTo>
                  <a:pt x="94926" y="188929"/>
                </a:lnTo>
                <a:lnTo>
                  <a:pt x="95856" y="188221"/>
                </a:lnTo>
                <a:lnTo>
                  <a:pt x="96768" y="187490"/>
                </a:lnTo>
                <a:lnTo>
                  <a:pt x="97663" y="186734"/>
                </a:lnTo>
                <a:lnTo>
                  <a:pt x="98540" y="185953"/>
                </a:lnTo>
                <a:lnTo>
                  <a:pt x="99400" y="185149"/>
                </a:lnTo>
                <a:lnTo>
                  <a:pt x="100242" y="184320"/>
                </a:lnTo>
                <a:lnTo>
                  <a:pt x="101066" y="183466"/>
                </a:lnTo>
                <a:lnTo>
                  <a:pt x="101873" y="182589"/>
                </a:lnTo>
                <a:lnTo>
                  <a:pt x="102662" y="181687"/>
                </a:lnTo>
                <a:lnTo>
                  <a:pt x="103433" y="180760"/>
                </a:lnTo>
                <a:lnTo>
                  <a:pt x="104187" y="179810"/>
                </a:lnTo>
                <a:lnTo>
                  <a:pt x="104923" y="178835"/>
                </a:lnTo>
                <a:lnTo>
                  <a:pt x="105642" y="177836"/>
                </a:lnTo>
                <a:lnTo>
                  <a:pt x="106343" y="176812"/>
                </a:lnTo>
                <a:lnTo>
                  <a:pt x="107026" y="175764"/>
                </a:lnTo>
                <a:lnTo>
                  <a:pt x="107687" y="174690"/>
                </a:lnTo>
                <a:lnTo>
                  <a:pt x="108319" y="173586"/>
                </a:lnTo>
                <a:lnTo>
                  <a:pt x="108923" y="172454"/>
                </a:lnTo>
                <a:lnTo>
                  <a:pt x="109499" y="171293"/>
                </a:lnTo>
                <a:lnTo>
                  <a:pt x="110048" y="170102"/>
                </a:lnTo>
                <a:lnTo>
                  <a:pt x="110567" y="168883"/>
                </a:lnTo>
                <a:lnTo>
                  <a:pt x="111059" y="167634"/>
                </a:lnTo>
                <a:lnTo>
                  <a:pt x="111523" y="166357"/>
                </a:lnTo>
                <a:lnTo>
                  <a:pt x="111959" y="165050"/>
                </a:lnTo>
                <a:lnTo>
                  <a:pt x="112366" y="163715"/>
                </a:lnTo>
                <a:lnTo>
                  <a:pt x="112746" y="162350"/>
                </a:lnTo>
                <a:lnTo>
                  <a:pt x="113097" y="160957"/>
                </a:lnTo>
                <a:lnTo>
                  <a:pt x="113420" y="159534"/>
                </a:lnTo>
                <a:lnTo>
                  <a:pt x="113715" y="158083"/>
                </a:lnTo>
                <a:lnTo>
                  <a:pt x="113982" y="156602"/>
                </a:lnTo>
                <a:lnTo>
                  <a:pt x="114221" y="155093"/>
                </a:lnTo>
                <a:lnTo>
                  <a:pt x="114432" y="153555"/>
                </a:lnTo>
                <a:lnTo>
                  <a:pt x="114615" y="151987"/>
                </a:lnTo>
                <a:lnTo>
                  <a:pt x="114769" y="150391"/>
                </a:lnTo>
                <a:lnTo>
                  <a:pt x="114896" y="148765"/>
                </a:lnTo>
                <a:lnTo>
                  <a:pt x="114994" y="147111"/>
                </a:lnTo>
                <a:lnTo>
                  <a:pt x="115064" y="145427"/>
                </a:lnTo>
                <a:lnTo>
                  <a:pt x="115107" y="143715"/>
                </a:lnTo>
                <a:lnTo>
                  <a:pt x="115121" y="141973"/>
                </a:lnTo>
                <a:lnTo>
                  <a:pt x="115121" y="10279"/>
                </a:lnTo>
                <a:lnTo>
                  <a:pt x="91480" y="10279"/>
                </a:lnTo>
                <a:lnTo>
                  <a:pt x="91480" y="141973"/>
                </a:lnTo>
                <a:lnTo>
                  <a:pt x="91472" y="143183"/>
                </a:lnTo>
                <a:lnTo>
                  <a:pt x="91451" y="144370"/>
                </a:lnTo>
                <a:lnTo>
                  <a:pt x="91414" y="145535"/>
                </a:lnTo>
                <a:lnTo>
                  <a:pt x="91364" y="146677"/>
                </a:lnTo>
                <a:close/>
                <a:moveTo>
                  <a:pt x="171142" y="93790"/>
                </a:moveTo>
                <a:lnTo>
                  <a:pt x="171457" y="93202"/>
                </a:lnTo>
                <a:lnTo>
                  <a:pt x="171779" y="92621"/>
                </a:lnTo>
                <a:lnTo>
                  <a:pt x="172107" y="92045"/>
                </a:lnTo>
                <a:lnTo>
                  <a:pt x="172443" y="91477"/>
                </a:lnTo>
                <a:lnTo>
                  <a:pt x="172785" y="90915"/>
                </a:lnTo>
                <a:lnTo>
                  <a:pt x="173133" y="90359"/>
                </a:lnTo>
                <a:lnTo>
                  <a:pt x="173489" y="89809"/>
                </a:lnTo>
                <a:lnTo>
                  <a:pt x="173850" y="89268"/>
                </a:lnTo>
                <a:lnTo>
                  <a:pt x="174216" y="88737"/>
                </a:lnTo>
                <a:lnTo>
                  <a:pt x="174588" y="88215"/>
                </a:lnTo>
                <a:lnTo>
                  <a:pt x="174964" y="87704"/>
                </a:lnTo>
                <a:lnTo>
                  <a:pt x="175346" y="87202"/>
                </a:lnTo>
                <a:lnTo>
                  <a:pt x="175733" y="86710"/>
                </a:lnTo>
                <a:lnTo>
                  <a:pt x="176125" y="86228"/>
                </a:lnTo>
                <a:lnTo>
                  <a:pt x="176522" y="85755"/>
                </a:lnTo>
                <a:lnTo>
                  <a:pt x="176924" y="85292"/>
                </a:lnTo>
                <a:lnTo>
                  <a:pt x="177332" y="84840"/>
                </a:lnTo>
                <a:lnTo>
                  <a:pt x="177744" y="84397"/>
                </a:lnTo>
                <a:lnTo>
                  <a:pt x="178162" y="83963"/>
                </a:lnTo>
                <a:lnTo>
                  <a:pt x="178585" y="83540"/>
                </a:lnTo>
                <a:lnTo>
                  <a:pt x="179013" y="83127"/>
                </a:lnTo>
                <a:lnTo>
                  <a:pt x="179446" y="82723"/>
                </a:lnTo>
                <a:lnTo>
                  <a:pt x="179884" y="82329"/>
                </a:lnTo>
                <a:lnTo>
                  <a:pt x="180327" y="81945"/>
                </a:lnTo>
                <a:lnTo>
                  <a:pt x="180776" y="81571"/>
                </a:lnTo>
                <a:lnTo>
                  <a:pt x="181230" y="81206"/>
                </a:lnTo>
                <a:lnTo>
                  <a:pt x="181688" y="80851"/>
                </a:lnTo>
                <a:lnTo>
                  <a:pt x="182152" y="80507"/>
                </a:lnTo>
                <a:lnTo>
                  <a:pt x="182621" y="80171"/>
                </a:lnTo>
                <a:lnTo>
                  <a:pt x="183095" y="79846"/>
                </a:lnTo>
                <a:lnTo>
                  <a:pt x="183574" y="79531"/>
                </a:lnTo>
                <a:lnTo>
                  <a:pt x="184058" y="79227"/>
                </a:lnTo>
                <a:lnTo>
                  <a:pt x="184544" y="78936"/>
                </a:lnTo>
                <a:lnTo>
                  <a:pt x="185034" y="78658"/>
                </a:lnTo>
                <a:lnTo>
                  <a:pt x="185527" y="78392"/>
                </a:lnTo>
                <a:lnTo>
                  <a:pt x="186023" y="78140"/>
                </a:lnTo>
                <a:lnTo>
                  <a:pt x="186522" y="77901"/>
                </a:lnTo>
                <a:lnTo>
                  <a:pt x="187024" y="77674"/>
                </a:lnTo>
                <a:lnTo>
                  <a:pt x="187529" y="77461"/>
                </a:lnTo>
                <a:lnTo>
                  <a:pt x="188037" y="77260"/>
                </a:lnTo>
                <a:lnTo>
                  <a:pt x="188549" y="77073"/>
                </a:lnTo>
                <a:lnTo>
                  <a:pt x="189063" y="76898"/>
                </a:lnTo>
                <a:lnTo>
                  <a:pt x="189581" y="76736"/>
                </a:lnTo>
                <a:lnTo>
                  <a:pt x="190102" y="76588"/>
                </a:lnTo>
                <a:lnTo>
                  <a:pt x="190626" y="76452"/>
                </a:lnTo>
                <a:lnTo>
                  <a:pt x="191153" y="76329"/>
                </a:lnTo>
                <a:lnTo>
                  <a:pt x="191683" y="76219"/>
                </a:lnTo>
                <a:lnTo>
                  <a:pt x="192216" y="76122"/>
                </a:lnTo>
                <a:lnTo>
                  <a:pt x="192753" y="76038"/>
                </a:lnTo>
                <a:lnTo>
                  <a:pt x="193293" y="75967"/>
                </a:lnTo>
                <a:lnTo>
                  <a:pt x="193835" y="75908"/>
                </a:lnTo>
                <a:lnTo>
                  <a:pt x="194381" y="75863"/>
                </a:lnTo>
                <a:lnTo>
                  <a:pt x="194930" y="75831"/>
                </a:lnTo>
                <a:lnTo>
                  <a:pt x="195482" y="75811"/>
                </a:lnTo>
                <a:lnTo>
                  <a:pt x="196037" y="75805"/>
                </a:lnTo>
                <a:lnTo>
                  <a:pt x="196643" y="75810"/>
                </a:lnTo>
                <a:lnTo>
                  <a:pt x="197240" y="75826"/>
                </a:lnTo>
                <a:lnTo>
                  <a:pt x="197829" y="75852"/>
                </a:lnTo>
                <a:lnTo>
                  <a:pt x="198409" y="75889"/>
                </a:lnTo>
                <a:lnTo>
                  <a:pt x="198980" y="75936"/>
                </a:lnTo>
                <a:lnTo>
                  <a:pt x="199542" y="75994"/>
                </a:lnTo>
                <a:lnTo>
                  <a:pt x="200096" y="76062"/>
                </a:lnTo>
                <a:lnTo>
                  <a:pt x="200641" y="76140"/>
                </a:lnTo>
                <a:lnTo>
                  <a:pt x="201178" y="76229"/>
                </a:lnTo>
                <a:lnTo>
                  <a:pt x="201705" y="76329"/>
                </a:lnTo>
                <a:lnTo>
                  <a:pt x="202224" y="76439"/>
                </a:lnTo>
                <a:lnTo>
                  <a:pt x="202734" y="76560"/>
                </a:lnTo>
                <a:lnTo>
                  <a:pt x="203236" y="76691"/>
                </a:lnTo>
                <a:lnTo>
                  <a:pt x="203729" y="76832"/>
                </a:lnTo>
                <a:lnTo>
                  <a:pt x="204213" y="76984"/>
                </a:lnTo>
                <a:lnTo>
                  <a:pt x="204688" y="77147"/>
                </a:lnTo>
                <a:lnTo>
                  <a:pt x="205155" y="77320"/>
                </a:lnTo>
                <a:lnTo>
                  <a:pt x="205613" y="77503"/>
                </a:lnTo>
                <a:lnTo>
                  <a:pt x="206063" y="77697"/>
                </a:lnTo>
                <a:lnTo>
                  <a:pt x="206503" y="77902"/>
                </a:lnTo>
                <a:lnTo>
                  <a:pt x="206935" y="78117"/>
                </a:lnTo>
                <a:lnTo>
                  <a:pt x="207358" y="78342"/>
                </a:lnTo>
                <a:lnTo>
                  <a:pt x="207773" y="78578"/>
                </a:lnTo>
                <a:lnTo>
                  <a:pt x="208179" y="78824"/>
                </a:lnTo>
                <a:lnTo>
                  <a:pt x="208576" y="79082"/>
                </a:lnTo>
                <a:lnTo>
                  <a:pt x="208965" y="79352"/>
                </a:lnTo>
                <a:lnTo>
                  <a:pt x="209345" y="79635"/>
                </a:lnTo>
                <a:lnTo>
                  <a:pt x="209717" y="79931"/>
                </a:lnTo>
                <a:lnTo>
                  <a:pt x="210080" y="80238"/>
                </a:lnTo>
                <a:lnTo>
                  <a:pt x="210435" y="80559"/>
                </a:lnTo>
                <a:lnTo>
                  <a:pt x="210782" y="80892"/>
                </a:lnTo>
                <a:lnTo>
                  <a:pt x="211120" y="81237"/>
                </a:lnTo>
                <a:lnTo>
                  <a:pt x="211449" y="81595"/>
                </a:lnTo>
                <a:lnTo>
                  <a:pt x="211770" y="81965"/>
                </a:lnTo>
                <a:lnTo>
                  <a:pt x="212083" y="82348"/>
                </a:lnTo>
                <a:lnTo>
                  <a:pt x="212387" y="82743"/>
                </a:lnTo>
                <a:lnTo>
                  <a:pt x="212682" y="83151"/>
                </a:lnTo>
                <a:lnTo>
                  <a:pt x="212969" y="83571"/>
                </a:lnTo>
                <a:lnTo>
                  <a:pt x="213248" y="84004"/>
                </a:lnTo>
                <a:lnTo>
                  <a:pt x="213518" y="84449"/>
                </a:lnTo>
                <a:lnTo>
                  <a:pt x="213780" y="84907"/>
                </a:lnTo>
                <a:lnTo>
                  <a:pt x="214033" y="85377"/>
                </a:lnTo>
                <a:lnTo>
                  <a:pt x="214278" y="85860"/>
                </a:lnTo>
                <a:lnTo>
                  <a:pt x="214514" y="86355"/>
                </a:lnTo>
                <a:lnTo>
                  <a:pt x="214742" y="86862"/>
                </a:lnTo>
                <a:lnTo>
                  <a:pt x="214961" y="87383"/>
                </a:lnTo>
                <a:lnTo>
                  <a:pt x="215172" y="87915"/>
                </a:lnTo>
                <a:lnTo>
                  <a:pt x="215374" y="88460"/>
                </a:lnTo>
                <a:lnTo>
                  <a:pt x="215568" y="89019"/>
                </a:lnTo>
                <a:lnTo>
                  <a:pt x="215754" y="89593"/>
                </a:lnTo>
                <a:lnTo>
                  <a:pt x="215931" y="90182"/>
                </a:lnTo>
                <a:lnTo>
                  <a:pt x="216100" y="90786"/>
                </a:lnTo>
                <a:lnTo>
                  <a:pt x="216261" y="91404"/>
                </a:lnTo>
                <a:lnTo>
                  <a:pt x="216414" y="92038"/>
                </a:lnTo>
                <a:lnTo>
                  <a:pt x="216558" y="92686"/>
                </a:lnTo>
                <a:lnTo>
                  <a:pt x="216694" y="93350"/>
                </a:lnTo>
                <a:lnTo>
                  <a:pt x="216822" y="94028"/>
                </a:lnTo>
                <a:lnTo>
                  <a:pt x="216942" y="94722"/>
                </a:lnTo>
                <a:lnTo>
                  <a:pt x="217053" y="95430"/>
                </a:lnTo>
                <a:lnTo>
                  <a:pt x="217157" y="96153"/>
                </a:lnTo>
                <a:lnTo>
                  <a:pt x="217252" y="96892"/>
                </a:lnTo>
                <a:lnTo>
                  <a:pt x="217338" y="97645"/>
                </a:lnTo>
                <a:lnTo>
                  <a:pt x="217417" y="98413"/>
                </a:lnTo>
                <a:lnTo>
                  <a:pt x="217487" y="99196"/>
                </a:lnTo>
                <a:lnTo>
                  <a:pt x="217549" y="99994"/>
                </a:lnTo>
                <a:lnTo>
                  <a:pt x="217602" y="100807"/>
                </a:lnTo>
                <a:lnTo>
                  <a:pt x="217648" y="101635"/>
                </a:lnTo>
                <a:lnTo>
                  <a:pt x="217685" y="102478"/>
                </a:lnTo>
                <a:lnTo>
                  <a:pt x="217714" y="103335"/>
                </a:lnTo>
                <a:lnTo>
                  <a:pt x="217734" y="104208"/>
                </a:lnTo>
                <a:lnTo>
                  <a:pt x="217747" y="105096"/>
                </a:lnTo>
                <a:lnTo>
                  <a:pt x="217751" y="105998"/>
                </a:lnTo>
                <a:lnTo>
                  <a:pt x="217751" y="197350"/>
                </a:lnTo>
                <a:lnTo>
                  <a:pt x="240492" y="197350"/>
                </a:lnTo>
                <a:lnTo>
                  <a:pt x="240492" y="106255"/>
                </a:lnTo>
                <a:lnTo>
                  <a:pt x="240488" y="105117"/>
                </a:lnTo>
                <a:lnTo>
                  <a:pt x="240474" y="103993"/>
                </a:lnTo>
                <a:lnTo>
                  <a:pt x="240451" y="102884"/>
                </a:lnTo>
                <a:lnTo>
                  <a:pt x="240419" y="101789"/>
                </a:lnTo>
                <a:lnTo>
                  <a:pt x="240378" y="100708"/>
                </a:lnTo>
                <a:lnTo>
                  <a:pt x="240328" y="99642"/>
                </a:lnTo>
                <a:lnTo>
                  <a:pt x="240268" y="98591"/>
                </a:lnTo>
                <a:lnTo>
                  <a:pt x="240200" y="97554"/>
                </a:lnTo>
                <a:lnTo>
                  <a:pt x="240122" y="96532"/>
                </a:lnTo>
                <a:lnTo>
                  <a:pt x="240035" y="95524"/>
                </a:lnTo>
                <a:lnTo>
                  <a:pt x="239939" y="94530"/>
                </a:lnTo>
                <a:lnTo>
                  <a:pt x="239834" y="93552"/>
                </a:lnTo>
                <a:lnTo>
                  <a:pt x="239720" y="92587"/>
                </a:lnTo>
                <a:lnTo>
                  <a:pt x="239596" y="91637"/>
                </a:lnTo>
                <a:lnTo>
                  <a:pt x="239463" y="90702"/>
                </a:lnTo>
                <a:lnTo>
                  <a:pt x="239322" y="89781"/>
                </a:lnTo>
                <a:lnTo>
                  <a:pt x="239171" y="88875"/>
                </a:lnTo>
                <a:lnTo>
                  <a:pt x="239011" y="87983"/>
                </a:lnTo>
                <a:lnTo>
                  <a:pt x="238842" y="87105"/>
                </a:lnTo>
                <a:lnTo>
                  <a:pt x="238663" y="86242"/>
                </a:lnTo>
                <a:lnTo>
                  <a:pt x="238476" y="85394"/>
                </a:lnTo>
                <a:lnTo>
                  <a:pt x="238279" y="84560"/>
                </a:lnTo>
                <a:lnTo>
                  <a:pt x="238073" y="83741"/>
                </a:lnTo>
                <a:lnTo>
                  <a:pt x="237858" y="82936"/>
                </a:lnTo>
                <a:lnTo>
                  <a:pt x="237635" y="82144"/>
                </a:lnTo>
                <a:lnTo>
                  <a:pt x="237404" y="81365"/>
                </a:lnTo>
                <a:lnTo>
                  <a:pt x="237165" y="80598"/>
                </a:lnTo>
                <a:lnTo>
                  <a:pt x="236918" y="79843"/>
                </a:lnTo>
                <a:lnTo>
                  <a:pt x="236663" y="79101"/>
                </a:lnTo>
                <a:lnTo>
                  <a:pt x="236401" y="78370"/>
                </a:lnTo>
                <a:lnTo>
                  <a:pt x="236131" y="77653"/>
                </a:lnTo>
                <a:lnTo>
                  <a:pt x="235853" y="76947"/>
                </a:lnTo>
                <a:lnTo>
                  <a:pt x="235567" y="76254"/>
                </a:lnTo>
                <a:lnTo>
                  <a:pt x="235273" y="75572"/>
                </a:lnTo>
                <a:lnTo>
                  <a:pt x="234972" y="74904"/>
                </a:lnTo>
                <a:lnTo>
                  <a:pt x="234662" y="74247"/>
                </a:lnTo>
                <a:lnTo>
                  <a:pt x="234345" y="73603"/>
                </a:lnTo>
                <a:lnTo>
                  <a:pt x="234020" y="72971"/>
                </a:lnTo>
                <a:lnTo>
                  <a:pt x="233688" y="72351"/>
                </a:lnTo>
                <a:lnTo>
                  <a:pt x="233347" y="71743"/>
                </a:lnTo>
                <a:lnTo>
                  <a:pt x="232999" y="71148"/>
                </a:lnTo>
                <a:lnTo>
                  <a:pt x="232643" y="70565"/>
                </a:lnTo>
                <a:lnTo>
                  <a:pt x="232279" y="69994"/>
                </a:lnTo>
                <a:lnTo>
                  <a:pt x="231907" y="69436"/>
                </a:lnTo>
                <a:lnTo>
                  <a:pt x="231528" y="68890"/>
                </a:lnTo>
                <a:lnTo>
                  <a:pt x="231140" y="68356"/>
                </a:lnTo>
                <a:lnTo>
                  <a:pt x="230745" y="67834"/>
                </a:lnTo>
                <a:lnTo>
                  <a:pt x="230342" y="67325"/>
                </a:lnTo>
                <a:lnTo>
                  <a:pt x="229932" y="66827"/>
                </a:lnTo>
                <a:lnTo>
                  <a:pt x="229514" y="66341"/>
                </a:lnTo>
                <a:lnTo>
                  <a:pt x="229089" y="65866"/>
                </a:lnTo>
                <a:lnTo>
                  <a:pt x="228658" y="65403"/>
                </a:lnTo>
                <a:lnTo>
                  <a:pt x="228219" y="64951"/>
                </a:lnTo>
                <a:lnTo>
                  <a:pt x="227773" y="64510"/>
                </a:lnTo>
                <a:lnTo>
                  <a:pt x="227319" y="64081"/>
                </a:lnTo>
                <a:lnTo>
                  <a:pt x="226859" y="63663"/>
                </a:lnTo>
                <a:lnTo>
                  <a:pt x="226391" y="63257"/>
                </a:lnTo>
                <a:lnTo>
                  <a:pt x="225917" y="62862"/>
                </a:lnTo>
                <a:lnTo>
                  <a:pt x="225435" y="62478"/>
                </a:lnTo>
                <a:lnTo>
                  <a:pt x="224946" y="62105"/>
                </a:lnTo>
                <a:lnTo>
                  <a:pt x="224450" y="61744"/>
                </a:lnTo>
                <a:lnTo>
                  <a:pt x="223947" y="61395"/>
                </a:lnTo>
                <a:lnTo>
                  <a:pt x="223436" y="61056"/>
                </a:lnTo>
                <a:lnTo>
                  <a:pt x="222919" y="60730"/>
                </a:lnTo>
                <a:lnTo>
                  <a:pt x="222394" y="60414"/>
                </a:lnTo>
                <a:lnTo>
                  <a:pt x="221862" y="60110"/>
                </a:lnTo>
                <a:lnTo>
                  <a:pt x="221323" y="59817"/>
                </a:lnTo>
                <a:lnTo>
                  <a:pt x="220777" y="59536"/>
                </a:lnTo>
                <a:lnTo>
                  <a:pt x="220224" y="59266"/>
                </a:lnTo>
                <a:lnTo>
                  <a:pt x="219664" y="59007"/>
                </a:lnTo>
                <a:lnTo>
                  <a:pt x="219096" y="58760"/>
                </a:lnTo>
                <a:lnTo>
                  <a:pt x="218522" y="58524"/>
                </a:lnTo>
                <a:lnTo>
                  <a:pt x="217941" y="58299"/>
                </a:lnTo>
                <a:lnTo>
                  <a:pt x="217355" y="58083"/>
                </a:lnTo>
                <a:lnTo>
                  <a:pt x="216763" y="57876"/>
                </a:lnTo>
                <a:lnTo>
                  <a:pt x="216166" y="57680"/>
                </a:lnTo>
                <a:lnTo>
                  <a:pt x="215564" y="57493"/>
                </a:lnTo>
                <a:lnTo>
                  <a:pt x="214956" y="57315"/>
                </a:lnTo>
                <a:lnTo>
                  <a:pt x="214343" y="57148"/>
                </a:lnTo>
                <a:lnTo>
                  <a:pt x="213725" y="56989"/>
                </a:lnTo>
                <a:lnTo>
                  <a:pt x="213101" y="56841"/>
                </a:lnTo>
                <a:lnTo>
                  <a:pt x="212472" y="56702"/>
                </a:lnTo>
                <a:lnTo>
                  <a:pt x="211838" y="56572"/>
                </a:lnTo>
                <a:lnTo>
                  <a:pt x="211198" y="56452"/>
                </a:lnTo>
                <a:lnTo>
                  <a:pt x="210553" y="56342"/>
                </a:lnTo>
                <a:lnTo>
                  <a:pt x="209903" y="56241"/>
                </a:lnTo>
                <a:lnTo>
                  <a:pt x="209247" y="56150"/>
                </a:lnTo>
                <a:lnTo>
                  <a:pt x="208586" y="56068"/>
                </a:lnTo>
                <a:lnTo>
                  <a:pt x="207919" y="55997"/>
                </a:lnTo>
                <a:lnTo>
                  <a:pt x="207247" y="55934"/>
                </a:lnTo>
                <a:lnTo>
                  <a:pt x="206570" y="55881"/>
                </a:lnTo>
                <a:lnTo>
                  <a:pt x="205888" y="55838"/>
                </a:lnTo>
                <a:lnTo>
                  <a:pt x="205200" y="55805"/>
                </a:lnTo>
                <a:lnTo>
                  <a:pt x="204506" y="55781"/>
                </a:lnTo>
                <a:lnTo>
                  <a:pt x="203808" y="55766"/>
                </a:lnTo>
                <a:lnTo>
                  <a:pt x="203104" y="55762"/>
                </a:lnTo>
                <a:lnTo>
                  <a:pt x="202208" y="55770"/>
                </a:lnTo>
                <a:lnTo>
                  <a:pt x="201318" y="55796"/>
                </a:lnTo>
                <a:lnTo>
                  <a:pt x="200436" y="55839"/>
                </a:lnTo>
                <a:lnTo>
                  <a:pt x="199560" y="55899"/>
                </a:lnTo>
                <a:lnTo>
                  <a:pt x="198691" y="55976"/>
                </a:lnTo>
                <a:lnTo>
                  <a:pt x="197828" y="56071"/>
                </a:lnTo>
                <a:lnTo>
                  <a:pt x="196972" y="56182"/>
                </a:lnTo>
                <a:lnTo>
                  <a:pt x="196123" y="56311"/>
                </a:lnTo>
                <a:lnTo>
                  <a:pt x="195280" y="56457"/>
                </a:lnTo>
                <a:lnTo>
                  <a:pt x="194445" y="56620"/>
                </a:lnTo>
                <a:lnTo>
                  <a:pt x="193615" y="56801"/>
                </a:lnTo>
                <a:lnTo>
                  <a:pt x="192793" y="56998"/>
                </a:lnTo>
                <a:lnTo>
                  <a:pt x="191977" y="57213"/>
                </a:lnTo>
                <a:lnTo>
                  <a:pt x="191168" y="57445"/>
                </a:lnTo>
                <a:lnTo>
                  <a:pt x="190366" y="57694"/>
                </a:lnTo>
                <a:lnTo>
                  <a:pt x="189570" y="57960"/>
                </a:lnTo>
                <a:lnTo>
                  <a:pt x="188781" y="58243"/>
                </a:lnTo>
                <a:lnTo>
                  <a:pt x="187999" y="58544"/>
                </a:lnTo>
                <a:lnTo>
                  <a:pt x="187223" y="58862"/>
                </a:lnTo>
                <a:lnTo>
                  <a:pt x="186455" y="59197"/>
                </a:lnTo>
                <a:lnTo>
                  <a:pt x="185692" y="59549"/>
                </a:lnTo>
                <a:lnTo>
                  <a:pt x="184937" y="59918"/>
                </a:lnTo>
                <a:lnTo>
                  <a:pt x="184188" y="60304"/>
                </a:lnTo>
                <a:lnTo>
                  <a:pt x="183446" y="60708"/>
                </a:lnTo>
                <a:lnTo>
                  <a:pt x="182712" y="61127"/>
                </a:lnTo>
                <a:lnTo>
                  <a:pt x="181986" y="61561"/>
                </a:lnTo>
                <a:lnTo>
                  <a:pt x="181269" y="62008"/>
                </a:lnTo>
                <a:lnTo>
                  <a:pt x="180560" y="62469"/>
                </a:lnTo>
                <a:lnTo>
                  <a:pt x="179861" y="62945"/>
                </a:lnTo>
                <a:lnTo>
                  <a:pt x="179170" y="63434"/>
                </a:lnTo>
                <a:lnTo>
                  <a:pt x="178488" y="63938"/>
                </a:lnTo>
                <a:lnTo>
                  <a:pt x="177814" y="64456"/>
                </a:lnTo>
                <a:lnTo>
                  <a:pt x="177149" y="64987"/>
                </a:lnTo>
                <a:lnTo>
                  <a:pt x="176493" y="65533"/>
                </a:lnTo>
                <a:lnTo>
                  <a:pt x="175846" y="66093"/>
                </a:lnTo>
                <a:lnTo>
                  <a:pt x="175207" y="66666"/>
                </a:lnTo>
                <a:lnTo>
                  <a:pt x="174577" y="67254"/>
                </a:lnTo>
                <a:lnTo>
                  <a:pt x="173956" y="67856"/>
                </a:lnTo>
                <a:lnTo>
                  <a:pt x="173343" y="68472"/>
                </a:lnTo>
                <a:lnTo>
                  <a:pt x="172739" y="69102"/>
                </a:lnTo>
                <a:lnTo>
                  <a:pt x="172144" y="69746"/>
                </a:lnTo>
                <a:lnTo>
                  <a:pt x="171557" y="70405"/>
                </a:lnTo>
                <a:lnTo>
                  <a:pt x="170979" y="71077"/>
                </a:lnTo>
                <a:lnTo>
                  <a:pt x="170410" y="71763"/>
                </a:lnTo>
                <a:lnTo>
                  <a:pt x="169850" y="72463"/>
                </a:lnTo>
                <a:lnTo>
                  <a:pt x="169312" y="73159"/>
                </a:lnTo>
                <a:lnTo>
                  <a:pt x="168670" y="58331"/>
                </a:lnTo>
                <a:lnTo>
                  <a:pt x="147214" y="58331"/>
                </a:lnTo>
                <a:lnTo>
                  <a:pt x="147214" y="197350"/>
                </a:lnTo>
                <a:lnTo>
                  <a:pt x="169955" y="197350"/>
                </a:lnTo>
                <a:lnTo>
                  <a:pt x="169955" y="96192"/>
                </a:lnTo>
                <a:lnTo>
                  <a:pt x="170236" y="95593"/>
                </a:lnTo>
                <a:lnTo>
                  <a:pt x="170531" y="94986"/>
                </a:lnTo>
                <a:lnTo>
                  <a:pt x="170833" y="94385"/>
                </a:lnTo>
                <a:lnTo>
                  <a:pt x="171142" y="93790"/>
                </a:lnTo>
                <a:close/>
                <a:moveTo>
                  <a:pt x="661300" y="182988"/>
                </a:moveTo>
                <a:lnTo>
                  <a:pt x="661358" y="183542"/>
                </a:lnTo>
                <a:lnTo>
                  <a:pt x="661418" y="184100"/>
                </a:lnTo>
                <a:lnTo>
                  <a:pt x="661483" y="184661"/>
                </a:lnTo>
                <a:lnTo>
                  <a:pt x="661550" y="185225"/>
                </a:lnTo>
                <a:lnTo>
                  <a:pt x="661620" y="185793"/>
                </a:lnTo>
                <a:lnTo>
                  <a:pt x="661693" y="186364"/>
                </a:lnTo>
                <a:lnTo>
                  <a:pt x="661770" y="186932"/>
                </a:lnTo>
                <a:lnTo>
                  <a:pt x="661849" y="187491"/>
                </a:lnTo>
                <a:lnTo>
                  <a:pt x="661930" y="188040"/>
                </a:lnTo>
                <a:lnTo>
                  <a:pt x="662015" y="188579"/>
                </a:lnTo>
                <a:lnTo>
                  <a:pt x="662102" y="189108"/>
                </a:lnTo>
                <a:lnTo>
                  <a:pt x="662191" y="189629"/>
                </a:lnTo>
                <a:lnTo>
                  <a:pt x="662284" y="190139"/>
                </a:lnTo>
                <a:lnTo>
                  <a:pt x="662379" y="190640"/>
                </a:lnTo>
                <a:lnTo>
                  <a:pt x="662476" y="191131"/>
                </a:lnTo>
                <a:lnTo>
                  <a:pt x="662577" y="191613"/>
                </a:lnTo>
                <a:lnTo>
                  <a:pt x="662680" y="192085"/>
                </a:lnTo>
                <a:lnTo>
                  <a:pt x="662785" y="192548"/>
                </a:lnTo>
                <a:lnTo>
                  <a:pt x="662894" y="193000"/>
                </a:lnTo>
                <a:lnTo>
                  <a:pt x="663005" y="193444"/>
                </a:lnTo>
                <a:lnTo>
                  <a:pt x="663119" y="193878"/>
                </a:lnTo>
                <a:lnTo>
                  <a:pt x="663235" y="194302"/>
                </a:lnTo>
                <a:lnTo>
                  <a:pt x="663354" y="194716"/>
                </a:lnTo>
                <a:lnTo>
                  <a:pt x="663476" y="195121"/>
                </a:lnTo>
                <a:lnTo>
                  <a:pt x="663600" y="195517"/>
                </a:lnTo>
                <a:lnTo>
                  <a:pt x="663728" y="195902"/>
                </a:lnTo>
                <a:lnTo>
                  <a:pt x="663857" y="196279"/>
                </a:lnTo>
                <a:lnTo>
                  <a:pt x="663990" y="196645"/>
                </a:lnTo>
                <a:lnTo>
                  <a:pt x="664125" y="197002"/>
                </a:lnTo>
                <a:lnTo>
                  <a:pt x="664263" y="197350"/>
                </a:lnTo>
                <a:lnTo>
                  <a:pt x="687775" y="197350"/>
                </a:lnTo>
                <a:lnTo>
                  <a:pt x="687775" y="195294"/>
                </a:lnTo>
                <a:lnTo>
                  <a:pt x="687606" y="194819"/>
                </a:lnTo>
                <a:lnTo>
                  <a:pt x="687439" y="194336"/>
                </a:lnTo>
                <a:lnTo>
                  <a:pt x="687276" y="193846"/>
                </a:lnTo>
                <a:lnTo>
                  <a:pt x="687117" y="193349"/>
                </a:lnTo>
                <a:lnTo>
                  <a:pt x="686961" y="192844"/>
                </a:lnTo>
                <a:lnTo>
                  <a:pt x="686808" y="192331"/>
                </a:lnTo>
                <a:lnTo>
                  <a:pt x="686658" y="191810"/>
                </a:lnTo>
                <a:lnTo>
                  <a:pt x="686512" y="191282"/>
                </a:lnTo>
                <a:lnTo>
                  <a:pt x="686369" y="190747"/>
                </a:lnTo>
                <a:lnTo>
                  <a:pt x="686230" y="190204"/>
                </a:lnTo>
                <a:lnTo>
                  <a:pt x="686093" y="189653"/>
                </a:lnTo>
                <a:lnTo>
                  <a:pt x="685960" y="189095"/>
                </a:lnTo>
                <a:lnTo>
                  <a:pt x="685831" y="188529"/>
                </a:lnTo>
                <a:lnTo>
                  <a:pt x="685705" y="187955"/>
                </a:lnTo>
                <a:lnTo>
                  <a:pt x="685582" y="187374"/>
                </a:lnTo>
                <a:lnTo>
                  <a:pt x="685463" y="186785"/>
                </a:lnTo>
                <a:lnTo>
                  <a:pt x="685347" y="186189"/>
                </a:lnTo>
                <a:lnTo>
                  <a:pt x="685234" y="185585"/>
                </a:lnTo>
                <a:lnTo>
                  <a:pt x="685124" y="184974"/>
                </a:lnTo>
                <a:lnTo>
                  <a:pt x="685018" y="184355"/>
                </a:lnTo>
                <a:lnTo>
                  <a:pt x="684916" y="183728"/>
                </a:lnTo>
                <a:lnTo>
                  <a:pt x="684816" y="183094"/>
                </a:lnTo>
                <a:lnTo>
                  <a:pt x="684720" y="182452"/>
                </a:lnTo>
                <a:lnTo>
                  <a:pt x="684627" y="181803"/>
                </a:lnTo>
                <a:lnTo>
                  <a:pt x="684538" y="181152"/>
                </a:lnTo>
                <a:lnTo>
                  <a:pt x="684453" y="180503"/>
                </a:lnTo>
                <a:lnTo>
                  <a:pt x="684372" y="179858"/>
                </a:lnTo>
                <a:lnTo>
                  <a:pt x="684294" y="179216"/>
                </a:lnTo>
                <a:lnTo>
                  <a:pt x="684220" y="178577"/>
                </a:lnTo>
                <a:lnTo>
                  <a:pt x="684150" y="177941"/>
                </a:lnTo>
                <a:lnTo>
                  <a:pt x="684083" y="177308"/>
                </a:lnTo>
                <a:lnTo>
                  <a:pt x="684021" y="176678"/>
                </a:lnTo>
                <a:lnTo>
                  <a:pt x="683962" y="176052"/>
                </a:lnTo>
                <a:lnTo>
                  <a:pt x="683907" y="175428"/>
                </a:lnTo>
                <a:lnTo>
                  <a:pt x="683856" y="174808"/>
                </a:lnTo>
                <a:lnTo>
                  <a:pt x="683808" y="174191"/>
                </a:lnTo>
                <a:lnTo>
                  <a:pt x="683765" y="173576"/>
                </a:lnTo>
                <a:lnTo>
                  <a:pt x="683725" y="172965"/>
                </a:lnTo>
                <a:lnTo>
                  <a:pt x="683689" y="172358"/>
                </a:lnTo>
                <a:lnTo>
                  <a:pt x="683657" y="171753"/>
                </a:lnTo>
                <a:lnTo>
                  <a:pt x="683628" y="171151"/>
                </a:lnTo>
                <a:lnTo>
                  <a:pt x="683604" y="170553"/>
                </a:lnTo>
                <a:lnTo>
                  <a:pt x="683583" y="169958"/>
                </a:lnTo>
                <a:lnTo>
                  <a:pt x="683566" y="169365"/>
                </a:lnTo>
                <a:lnTo>
                  <a:pt x="683552" y="168776"/>
                </a:lnTo>
                <a:lnTo>
                  <a:pt x="683543" y="168190"/>
                </a:lnTo>
                <a:lnTo>
                  <a:pt x="683537" y="167607"/>
                </a:lnTo>
                <a:lnTo>
                  <a:pt x="683535" y="167028"/>
                </a:lnTo>
                <a:lnTo>
                  <a:pt x="683535" y="98418"/>
                </a:lnTo>
                <a:lnTo>
                  <a:pt x="683526" y="97133"/>
                </a:lnTo>
                <a:lnTo>
                  <a:pt x="683496" y="95870"/>
                </a:lnTo>
                <a:lnTo>
                  <a:pt x="683447" y="94628"/>
                </a:lnTo>
                <a:lnTo>
                  <a:pt x="683378" y="93407"/>
                </a:lnTo>
                <a:lnTo>
                  <a:pt x="683290" y="92208"/>
                </a:lnTo>
                <a:lnTo>
                  <a:pt x="683182" y="91030"/>
                </a:lnTo>
                <a:lnTo>
                  <a:pt x="683054" y="89874"/>
                </a:lnTo>
                <a:lnTo>
                  <a:pt x="682907" y="88739"/>
                </a:lnTo>
                <a:lnTo>
                  <a:pt x="682740" y="87625"/>
                </a:lnTo>
                <a:lnTo>
                  <a:pt x="682554" y="86533"/>
                </a:lnTo>
                <a:lnTo>
                  <a:pt x="682348" y="85462"/>
                </a:lnTo>
                <a:lnTo>
                  <a:pt x="682122" y="84413"/>
                </a:lnTo>
                <a:lnTo>
                  <a:pt x="681877" y="83385"/>
                </a:lnTo>
                <a:lnTo>
                  <a:pt x="681612" y="82379"/>
                </a:lnTo>
                <a:lnTo>
                  <a:pt x="681327" y="81394"/>
                </a:lnTo>
                <a:lnTo>
                  <a:pt x="681023" y="80430"/>
                </a:lnTo>
                <a:lnTo>
                  <a:pt x="680699" y="79488"/>
                </a:lnTo>
                <a:lnTo>
                  <a:pt x="680355" y="78567"/>
                </a:lnTo>
                <a:lnTo>
                  <a:pt x="679992" y="77668"/>
                </a:lnTo>
                <a:lnTo>
                  <a:pt x="679610" y="76790"/>
                </a:lnTo>
                <a:lnTo>
                  <a:pt x="679207" y="75933"/>
                </a:lnTo>
                <a:lnTo>
                  <a:pt x="678785" y="75098"/>
                </a:lnTo>
                <a:lnTo>
                  <a:pt x="678343" y="74284"/>
                </a:lnTo>
                <a:lnTo>
                  <a:pt x="677882" y="73492"/>
                </a:lnTo>
                <a:lnTo>
                  <a:pt x="677404" y="72720"/>
                </a:lnTo>
                <a:lnTo>
                  <a:pt x="676910" y="71965"/>
                </a:lnTo>
                <a:lnTo>
                  <a:pt x="676403" y="71229"/>
                </a:lnTo>
                <a:lnTo>
                  <a:pt x="675880" y="70510"/>
                </a:lnTo>
                <a:lnTo>
                  <a:pt x="675343" y="69810"/>
                </a:lnTo>
                <a:lnTo>
                  <a:pt x="674791" y="69128"/>
                </a:lnTo>
                <a:lnTo>
                  <a:pt x="674224" y="68464"/>
                </a:lnTo>
                <a:lnTo>
                  <a:pt x="673642" y="67817"/>
                </a:lnTo>
                <a:lnTo>
                  <a:pt x="673046" y="67189"/>
                </a:lnTo>
                <a:lnTo>
                  <a:pt x="672435" y="66580"/>
                </a:lnTo>
                <a:lnTo>
                  <a:pt x="671809" y="65988"/>
                </a:lnTo>
                <a:lnTo>
                  <a:pt x="671169" y="65414"/>
                </a:lnTo>
                <a:lnTo>
                  <a:pt x="670514" y="64858"/>
                </a:lnTo>
                <a:lnTo>
                  <a:pt x="669844" y="64320"/>
                </a:lnTo>
                <a:lnTo>
                  <a:pt x="669159" y="63801"/>
                </a:lnTo>
                <a:lnTo>
                  <a:pt x="668460" y="63299"/>
                </a:lnTo>
                <a:lnTo>
                  <a:pt x="667746" y="62816"/>
                </a:lnTo>
                <a:lnTo>
                  <a:pt x="667017" y="62350"/>
                </a:lnTo>
                <a:lnTo>
                  <a:pt x="666274" y="61903"/>
                </a:lnTo>
                <a:lnTo>
                  <a:pt x="665516" y="61474"/>
                </a:lnTo>
                <a:lnTo>
                  <a:pt x="664743" y="61062"/>
                </a:lnTo>
                <a:lnTo>
                  <a:pt x="663955" y="60669"/>
                </a:lnTo>
                <a:lnTo>
                  <a:pt x="663153" y="60294"/>
                </a:lnTo>
                <a:lnTo>
                  <a:pt x="662336" y="59937"/>
                </a:lnTo>
                <a:lnTo>
                  <a:pt x="661506" y="59596"/>
                </a:lnTo>
                <a:lnTo>
                  <a:pt x="660666" y="59270"/>
                </a:lnTo>
                <a:lnTo>
                  <a:pt x="659816" y="58959"/>
                </a:lnTo>
                <a:lnTo>
                  <a:pt x="658956" y="58661"/>
                </a:lnTo>
                <a:lnTo>
                  <a:pt x="658085" y="58379"/>
                </a:lnTo>
                <a:lnTo>
                  <a:pt x="657204" y="58110"/>
                </a:lnTo>
                <a:lnTo>
                  <a:pt x="656313" y="57857"/>
                </a:lnTo>
                <a:lnTo>
                  <a:pt x="655412" y="57617"/>
                </a:lnTo>
                <a:lnTo>
                  <a:pt x="654500" y="57393"/>
                </a:lnTo>
                <a:lnTo>
                  <a:pt x="653578" y="57182"/>
                </a:lnTo>
                <a:lnTo>
                  <a:pt x="652646" y="56987"/>
                </a:lnTo>
                <a:lnTo>
                  <a:pt x="651704" y="56805"/>
                </a:lnTo>
                <a:lnTo>
                  <a:pt x="650751" y="56639"/>
                </a:lnTo>
                <a:lnTo>
                  <a:pt x="649788" y="56486"/>
                </a:lnTo>
                <a:lnTo>
                  <a:pt x="648815" y="56349"/>
                </a:lnTo>
                <a:lnTo>
                  <a:pt x="647831" y="56225"/>
                </a:lnTo>
                <a:lnTo>
                  <a:pt x="646838" y="56117"/>
                </a:lnTo>
                <a:lnTo>
                  <a:pt x="645834" y="56023"/>
                </a:lnTo>
                <a:lnTo>
                  <a:pt x="644819" y="55943"/>
                </a:lnTo>
                <a:lnTo>
                  <a:pt x="643795" y="55878"/>
                </a:lnTo>
                <a:lnTo>
                  <a:pt x="642760" y="55827"/>
                </a:lnTo>
                <a:lnTo>
                  <a:pt x="641715" y="55791"/>
                </a:lnTo>
                <a:lnTo>
                  <a:pt x="640660" y="55769"/>
                </a:lnTo>
                <a:lnTo>
                  <a:pt x="639594" y="55762"/>
                </a:lnTo>
                <a:lnTo>
                  <a:pt x="638699" y="55768"/>
                </a:lnTo>
                <a:lnTo>
                  <a:pt x="637810" y="55786"/>
                </a:lnTo>
                <a:lnTo>
                  <a:pt x="636929" y="55817"/>
                </a:lnTo>
                <a:lnTo>
                  <a:pt x="636056" y="55860"/>
                </a:lnTo>
                <a:lnTo>
                  <a:pt x="635189" y="55915"/>
                </a:lnTo>
                <a:lnTo>
                  <a:pt x="634330" y="55982"/>
                </a:lnTo>
                <a:lnTo>
                  <a:pt x="633479" y="56062"/>
                </a:lnTo>
                <a:lnTo>
                  <a:pt x="632635" y="56154"/>
                </a:lnTo>
                <a:lnTo>
                  <a:pt x="631798" y="56258"/>
                </a:lnTo>
                <a:lnTo>
                  <a:pt x="630969" y="56375"/>
                </a:lnTo>
                <a:lnTo>
                  <a:pt x="630146" y="56504"/>
                </a:lnTo>
                <a:lnTo>
                  <a:pt x="629332" y="56645"/>
                </a:lnTo>
                <a:lnTo>
                  <a:pt x="628524" y="56798"/>
                </a:lnTo>
                <a:lnTo>
                  <a:pt x="627724" y="56964"/>
                </a:lnTo>
                <a:lnTo>
                  <a:pt x="626932" y="57142"/>
                </a:lnTo>
                <a:lnTo>
                  <a:pt x="626146" y="57332"/>
                </a:lnTo>
                <a:lnTo>
                  <a:pt x="625368" y="57534"/>
                </a:lnTo>
                <a:lnTo>
                  <a:pt x="624598" y="57749"/>
                </a:lnTo>
                <a:lnTo>
                  <a:pt x="623835" y="57976"/>
                </a:lnTo>
                <a:lnTo>
                  <a:pt x="623079" y="58215"/>
                </a:lnTo>
                <a:lnTo>
                  <a:pt x="622330" y="58467"/>
                </a:lnTo>
                <a:lnTo>
                  <a:pt x="621589" y="58730"/>
                </a:lnTo>
                <a:lnTo>
                  <a:pt x="620856" y="59006"/>
                </a:lnTo>
                <a:lnTo>
                  <a:pt x="620129" y="59295"/>
                </a:lnTo>
                <a:lnTo>
                  <a:pt x="619411" y="59593"/>
                </a:lnTo>
                <a:lnTo>
                  <a:pt x="618701" y="59901"/>
                </a:lnTo>
                <a:lnTo>
                  <a:pt x="618000" y="60216"/>
                </a:lnTo>
                <a:lnTo>
                  <a:pt x="617308" y="60540"/>
                </a:lnTo>
                <a:lnTo>
                  <a:pt x="616624" y="60873"/>
                </a:lnTo>
                <a:lnTo>
                  <a:pt x="615949" y="61214"/>
                </a:lnTo>
                <a:lnTo>
                  <a:pt x="615283" y="61564"/>
                </a:lnTo>
                <a:lnTo>
                  <a:pt x="614626" y="61922"/>
                </a:lnTo>
                <a:lnTo>
                  <a:pt x="613977" y="62288"/>
                </a:lnTo>
                <a:lnTo>
                  <a:pt x="613337" y="62663"/>
                </a:lnTo>
                <a:lnTo>
                  <a:pt x="612706" y="63046"/>
                </a:lnTo>
                <a:lnTo>
                  <a:pt x="612083" y="63438"/>
                </a:lnTo>
                <a:lnTo>
                  <a:pt x="611469" y="63839"/>
                </a:lnTo>
                <a:lnTo>
                  <a:pt x="610864" y="64248"/>
                </a:lnTo>
                <a:lnTo>
                  <a:pt x="610267" y="64665"/>
                </a:lnTo>
                <a:lnTo>
                  <a:pt x="609679" y="65091"/>
                </a:lnTo>
                <a:lnTo>
                  <a:pt x="609100" y="65525"/>
                </a:lnTo>
                <a:lnTo>
                  <a:pt x="608530" y="65968"/>
                </a:lnTo>
                <a:lnTo>
                  <a:pt x="607968" y="66419"/>
                </a:lnTo>
                <a:lnTo>
                  <a:pt x="607415" y="66879"/>
                </a:lnTo>
                <a:lnTo>
                  <a:pt x="606870" y="67347"/>
                </a:lnTo>
                <a:lnTo>
                  <a:pt x="606335" y="67824"/>
                </a:lnTo>
                <a:lnTo>
                  <a:pt x="605808" y="68309"/>
                </a:lnTo>
                <a:lnTo>
                  <a:pt x="605289" y="68803"/>
                </a:lnTo>
                <a:lnTo>
                  <a:pt x="604780" y="69303"/>
                </a:lnTo>
                <a:lnTo>
                  <a:pt x="604282" y="69808"/>
                </a:lnTo>
                <a:lnTo>
                  <a:pt x="603793" y="70317"/>
                </a:lnTo>
                <a:lnTo>
                  <a:pt x="603314" y="70831"/>
                </a:lnTo>
                <a:lnTo>
                  <a:pt x="602845" y="71350"/>
                </a:lnTo>
                <a:lnTo>
                  <a:pt x="602386" y="71874"/>
                </a:lnTo>
                <a:lnTo>
                  <a:pt x="601938" y="72402"/>
                </a:lnTo>
                <a:lnTo>
                  <a:pt x="601499" y="72935"/>
                </a:lnTo>
                <a:lnTo>
                  <a:pt x="601071" y="73473"/>
                </a:lnTo>
                <a:lnTo>
                  <a:pt x="600652" y="74015"/>
                </a:lnTo>
                <a:lnTo>
                  <a:pt x="600243" y="74563"/>
                </a:lnTo>
                <a:lnTo>
                  <a:pt x="599845" y="75114"/>
                </a:lnTo>
                <a:lnTo>
                  <a:pt x="599456" y="75671"/>
                </a:lnTo>
                <a:lnTo>
                  <a:pt x="599078" y="76232"/>
                </a:lnTo>
                <a:lnTo>
                  <a:pt x="598710" y="76798"/>
                </a:lnTo>
                <a:lnTo>
                  <a:pt x="598351" y="77368"/>
                </a:lnTo>
                <a:lnTo>
                  <a:pt x="598003" y="77943"/>
                </a:lnTo>
                <a:lnTo>
                  <a:pt x="597665" y="78523"/>
                </a:lnTo>
                <a:lnTo>
                  <a:pt x="597336" y="79108"/>
                </a:lnTo>
                <a:lnTo>
                  <a:pt x="597018" y="79697"/>
                </a:lnTo>
                <a:lnTo>
                  <a:pt x="596710" y="80291"/>
                </a:lnTo>
                <a:lnTo>
                  <a:pt x="596412" y="80889"/>
                </a:lnTo>
                <a:lnTo>
                  <a:pt x="596124" y="81493"/>
                </a:lnTo>
                <a:lnTo>
                  <a:pt x="595846" y="82100"/>
                </a:lnTo>
                <a:lnTo>
                  <a:pt x="595579" y="82711"/>
                </a:lnTo>
                <a:lnTo>
                  <a:pt x="595323" y="83322"/>
                </a:lnTo>
                <a:lnTo>
                  <a:pt x="595078" y="83933"/>
                </a:lnTo>
                <a:lnTo>
                  <a:pt x="594845" y="84545"/>
                </a:lnTo>
                <a:lnTo>
                  <a:pt x="594623" y="85158"/>
                </a:lnTo>
                <a:lnTo>
                  <a:pt x="594412" y="85770"/>
                </a:lnTo>
                <a:lnTo>
                  <a:pt x="594213" y="86383"/>
                </a:lnTo>
                <a:lnTo>
                  <a:pt x="594026" y="86997"/>
                </a:lnTo>
                <a:lnTo>
                  <a:pt x="593849" y="87611"/>
                </a:lnTo>
                <a:lnTo>
                  <a:pt x="593684" y="88226"/>
                </a:lnTo>
                <a:lnTo>
                  <a:pt x="593531" y="88841"/>
                </a:lnTo>
                <a:lnTo>
                  <a:pt x="593389" y="89456"/>
                </a:lnTo>
                <a:lnTo>
                  <a:pt x="593258" y="90072"/>
                </a:lnTo>
                <a:lnTo>
                  <a:pt x="593138" y="90688"/>
                </a:lnTo>
                <a:lnTo>
                  <a:pt x="593030" y="91305"/>
                </a:lnTo>
                <a:lnTo>
                  <a:pt x="592934" y="91922"/>
                </a:lnTo>
                <a:lnTo>
                  <a:pt x="592848" y="92540"/>
                </a:lnTo>
                <a:lnTo>
                  <a:pt x="592774" y="93158"/>
                </a:lnTo>
                <a:lnTo>
                  <a:pt x="592712" y="93777"/>
                </a:lnTo>
                <a:lnTo>
                  <a:pt x="592661" y="94396"/>
                </a:lnTo>
                <a:lnTo>
                  <a:pt x="592621" y="95015"/>
                </a:lnTo>
                <a:lnTo>
                  <a:pt x="592592" y="95635"/>
                </a:lnTo>
                <a:lnTo>
                  <a:pt x="592575" y="96255"/>
                </a:lnTo>
                <a:lnTo>
                  <a:pt x="592570" y="96876"/>
                </a:lnTo>
                <a:lnTo>
                  <a:pt x="615311" y="96876"/>
                </a:lnTo>
                <a:lnTo>
                  <a:pt x="615316" y="96385"/>
                </a:lnTo>
                <a:lnTo>
                  <a:pt x="615330" y="95898"/>
                </a:lnTo>
                <a:lnTo>
                  <a:pt x="615354" y="95415"/>
                </a:lnTo>
                <a:lnTo>
                  <a:pt x="615388" y="94934"/>
                </a:lnTo>
                <a:lnTo>
                  <a:pt x="615431" y="94458"/>
                </a:lnTo>
                <a:lnTo>
                  <a:pt x="615484" y="93985"/>
                </a:lnTo>
                <a:lnTo>
                  <a:pt x="615546" y="93516"/>
                </a:lnTo>
                <a:lnTo>
                  <a:pt x="615618" y="93050"/>
                </a:lnTo>
                <a:lnTo>
                  <a:pt x="615699" y="92588"/>
                </a:lnTo>
                <a:lnTo>
                  <a:pt x="615791" y="92129"/>
                </a:lnTo>
                <a:lnTo>
                  <a:pt x="615891" y="91674"/>
                </a:lnTo>
                <a:lnTo>
                  <a:pt x="616002" y="91223"/>
                </a:lnTo>
                <a:lnTo>
                  <a:pt x="616122" y="90775"/>
                </a:lnTo>
                <a:lnTo>
                  <a:pt x="616251" y="90331"/>
                </a:lnTo>
                <a:lnTo>
                  <a:pt x="616390" y="89890"/>
                </a:lnTo>
                <a:lnTo>
                  <a:pt x="616539" y="89453"/>
                </a:lnTo>
                <a:lnTo>
                  <a:pt x="616697" y="89019"/>
                </a:lnTo>
                <a:lnTo>
                  <a:pt x="616865" y="88589"/>
                </a:lnTo>
                <a:lnTo>
                  <a:pt x="617042" y="88162"/>
                </a:lnTo>
                <a:lnTo>
                  <a:pt x="617229" y="87739"/>
                </a:lnTo>
                <a:lnTo>
                  <a:pt x="617426" y="87320"/>
                </a:lnTo>
                <a:lnTo>
                  <a:pt x="617632" y="86904"/>
                </a:lnTo>
                <a:lnTo>
                  <a:pt x="617848" y="86492"/>
                </a:lnTo>
                <a:lnTo>
                  <a:pt x="618073" y="86083"/>
                </a:lnTo>
                <a:lnTo>
                  <a:pt x="618308" y="85680"/>
                </a:lnTo>
                <a:lnTo>
                  <a:pt x="618551" y="85283"/>
                </a:lnTo>
                <a:lnTo>
                  <a:pt x="618802" y="84893"/>
                </a:lnTo>
                <a:lnTo>
                  <a:pt x="619062" y="84510"/>
                </a:lnTo>
                <a:lnTo>
                  <a:pt x="619330" y="84133"/>
                </a:lnTo>
                <a:lnTo>
                  <a:pt x="619607" y="83763"/>
                </a:lnTo>
                <a:lnTo>
                  <a:pt x="619892" y="83399"/>
                </a:lnTo>
                <a:lnTo>
                  <a:pt x="620186" y="83043"/>
                </a:lnTo>
                <a:lnTo>
                  <a:pt x="620488" y="82693"/>
                </a:lnTo>
                <a:lnTo>
                  <a:pt x="620799" y="82349"/>
                </a:lnTo>
                <a:lnTo>
                  <a:pt x="621118" y="82013"/>
                </a:lnTo>
                <a:lnTo>
                  <a:pt x="621446" y="81683"/>
                </a:lnTo>
                <a:lnTo>
                  <a:pt x="621782" y="81360"/>
                </a:lnTo>
                <a:lnTo>
                  <a:pt x="622127" y="81043"/>
                </a:lnTo>
                <a:lnTo>
                  <a:pt x="622480" y="80733"/>
                </a:lnTo>
                <a:lnTo>
                  <a:pt x="622842" y="80430"/>
                </a:lnTo>
                <a:lnTo>
                  <a:pt x="623212" y="80134"/>
                </a:lnTo>
                <a:lnTo>
                  <a:pt x="623590" y="79844"/>
                </a:lnTo>
                <a:lnTo>
                  <a:pt x="623977" y="79561"/>
                </a:lnTo>
                <a:lnTo>
                  <a:pt x="624373" y="79285"/>
                </a:lnTo>
                <a:lnTo>
                  <a:pt x="624777" y="79015"/>
                </a:lnTo>
                <a:lnTo>
                  <a:pt x="625189" y="78752"/>
                </a:lnTo>
                <a:lnTo>
                  <a:pt x="625610" y="78496"/>
                </a:lnTo>
                <a:lnTo>
                  <a:pt x="626039" y="78246"/>
                </a:lnTo>
                <a:lnTo>
                  <a:pt x="626476" y="78005"/>
                </a:lnTo>
                <a:lnTo>
                  <a:pt x="626920" y="77774"/>
                </a:lnTo>
                <a:lnTo>
                  <a:pt x="627371" y="77553"/>
                </a:lnTo>
                <a:lnTo>
                  <a:pt x="627829" y="77343"/>
                </a:lnTo>
                <a:lnTo>
                  <a:pt x="628294" y="77143"/>
                </a:lnTo>
                <a:lnTo>
                  <a:pt x="628766" y="76953"/>
                </a:lnTo>
                <a:lnTo>
                  <a:pt x="629244" y="76774"/>
                </a:lnTo>
                <a:lnTo>
                  <a:pt x="629730" y="76604"/>
                </a:lnTo>
                <a:lnTo>
                  <a:pt x="630222" y="76445"/>
                </a:lnTo>
                <a:lnTo>
                  <a:pt x="630721" y="76296"/>
                </a:lnTo>
                <a:lnTo>
                  <a:pt x="631228" y="76158"/>
                </a:lnTo>
                <a:lnTo>
                  <a:pt x="631741" y="76030"/>
                </a:lnTo>
                <a:lnTo>
                  <a:pt x="632261" y="75912"/>
                </a:lnTo>
                <a:lnTo>
                  <a:pt x="632788" y="75804"/>
                </a:lnTo>
                <a:lnTo>
                  <a:pt x="633322" y="75706"/>
                </a:lnTo>
                <a:lnTo>
                  <a:pt x="633863" y="75619"/>
                </a:lnTo>
                <a:lnTo>
                  <a:pt x="634410" y="75542"/>
                </a:lnTo>
                <a:lnTo>
                  <a:pt x="634965" y="75476"/>
                </a:lnTo>
                <a:lnTo>
                  <a:pt x="635526" y="75419"/>
                </a:lnTo>
                <a:lnTo>
                  <a:pt x="636095" y="75373"/>
                </a:lnTo>
                <a:lnTo>
                  <a:pt x="636670" y="75337"/>
                </a:lnTo>
                <a:lnTo>
                  <a:pt x="637253" y="75311"/>
                </a:lnTo>
                <a:lnTo>
                  <a:pt x="637842" y="75296"/>
                </a:lnTo>
                <a:lnTo>
                  <a:pt x="638438" y="75291"/>
                </a:lnTo>
                <a:lnTo>
                  <a:pt x="639055" y="75295"/>
                </a:lnTo>
                <a:lnTo>
                  <a:pt x="639663" y="75307"/>
                </a:lnTo>
                <a:lnTo>
                  <a:pt x="640262" y="75327"/>
                </a:lnTo>
                <a:lnTo>
                  <a:pt x="640852" y="75355"/>
                </a:lnTo>
                <a:lnTo>
                  <a:pt x="641434" y="75391"/>
                </a:lnTo>
                <a:lnTo>
                  <a:pt x="642007" y="75435"/>
                </a:lnTo>
                <a:lnTo>
                  <a:pt x="642572" y="75488"/>
                </a:lnTo>
                <a:lnTo>
                  <a:pt x="643128" y="75548"/>
                </a:lnTo>
                <a:lnTo>
                  <a:pt x="643675" y="75616"/>
                </a:lnTo>
                <a:lnTo>
                  <a:pt x="644213" y="75692"/>
                </a:lnTo>
                <a:lnTo>
                  <a:pt x="644743" y="75777"/>
                </a:lnTo>
                <a:lnTo>
                  <a:pt x="645264" y="75869"/>
                </a:lnTo>
                <a:lnTo>
                  <a:pt x="645776" y="75969"/>
                </a:lnTo>
                <a:lnTo>
                  <a:pt x="646279" y="76078"/>
                </a:lnTo>
                <a:lnTo>
                  <a:pt x="646774" y="76194"/>
                </a:lnTo>
                <a:lnTo>
                  <a:pt x="647260" y="76319"/>
                </a:lnTo>
                <a:lnTo>
                  <a:pt x="647738" y="76451"/>
                </a:lnTo>
                <a:lnTo>
                  <a:pt x="648207" y="76592"/>
                </a:lnTo>
                <a:lnTo>
                  <a:pt x="648667" y="76740"/>
                </a:lnTo>
                <a:lnTo>
                  <a:pt x="649118" y="76897"/>
                </a:lnTo>
                <a:lnTo>
                  <a:pt x="649561" y="77062"/>
                </a:lnTo>
                <a:lnTo>
                  <a:pt x="649995" y="77234"/>
                </a:lnTo>
                <a:lnTo>
                  <a:pt x="650420" y="77415"/>
                </a:lnTo>
                <a:lnTo>
                  <a:pt x="650837" y="77604"/>
                </a:lnTo>
                <a:lnTo>
                  <a:pt x="651244" y="77801"/>
                </a:lnTo>
                <a:lnTo>
                  <a:pt x="651644" y="78008"/>
                </a:lnTo>
                <a:lnTo>
                  <a:pt x="652035" y="78224"/>
                </a:lnTo>
                <a:lnTo>
                  <a:pt x="652418" y="78449"/>
                </a:lnTo>
                <a:lnTo>
                  <a:pt x="652792" y="78684"/>
                </a:lnTo>
                <a:lnTo>
                  <a:pt x="653157" y="78929"/>
                </a:lnTo>
                <a:lnTo>
                  <a:pt x="653514" y="79182"/>
                </a:lnTo>
                <a:lnTo>
                  <a:pt x="653863" y="79445"/>
                </a:lnTo>
                <a:lnTo>
                  <a:pt x="654203" y="79718"/>
                </a:lnTo>
                <a:lnTo>
                  <a:pt x="654535" y="79999"/>
                </a:lnTo>
                <a:lnTo>
                  <a:pt x="654858" y="80290"/>
                </a:lnTo>
                <a:lnTo>
                  <a:pt x="655173" y="80591"/>
                </a:lnTo>
                <a:lnTo>
                  <a:pt x="655479" y="80901"/>
                </a:lnTo>
                <a:lnTo>
                  <a:pt x="655777" y="81220"/>
                </a:lnTo>
                <a:lnTo>
                  <a:pt x="656066" y="81548"/>
                </a:lnTo>
                <a:lnTo>
                  <a:pt x="656347" y="81886"/>
                </a:lnTo>
                <a:lnTo>
                  <a:pt x="656619" y="82234"/>
                </a:lnTo>
                <a:lnTo>
                  <a:pt x="656883" y="82590"/>
                </a:lnTo>
                <a:lnTo>
                  <a:pt x="657139" y="82956"/>
                </a:lnTo>
                <a:lnTo>
                  <a:pt x="657386" y="83332"/>
                </a:lnTo>
                <a:lnTo>
                  <a:pt x="657624" y="83717"/>
                </a:lnTo>
                <a:lnTo>
                  <a:pt x="657854" y="84111"/>
                </a:lnTo>
                <a:lnTo>
                  <a:pt x="658075" y="84514"/>
                </a:lnTo>
                <a:lnTo>
                  <a:pt x="658289" y="84927"/>
                </a:lnTo>
                <a:lnTo>
                  <a:pt x="658493" y="85350"/>
                </a:lnTo>
                <a:lnTo>
                  <a:pt x="658689" y="85785"/>
                </a:lnTo>
                <a:lnTo>
                  <a:pt x="658876" y="86230"/>
                </a:lnTo>
                <a:lnTo>
                  <a:pt x="659054" y="86687"/>
                </a:lnTo>
                <a:lnTo>
                  <a:pt x="659224" y="87154"/>
                </a:lnTo>
                <a:lnTo>
                  <a:pt x="659385" y="87633"/>
                </a:lnTo>
                <a:lnTo>
                  <a:pt x="659537" y="88123"/>
                </a:lnTo>
                <a:lnTo>
                  <a:pt x="659680" y="88625"/>
                </a:lnTo>
                <a:lnTo>
                  <a:pt x="659815" y="89137"/>
                </a:lnTo>
                <a:lnTo>
                  <a:pt x="659941" y="89660"/>
                </a:lnTo>
                <a:lnTo>
                  <a:pt x="660059" y="90195"/>
                </a:lnTo>
                <a:lnTo>
                  <a:pt x="660168" y="90741"/>
                </a:lnTo>
                <a:lnTo>
                  <a:pt x="660268" y="91298"/>
                </a:lnTo>
                <a:lnTo>
                  <a:pt x="660359" y="91866"/>
                </a:lnTo>
                <a:lnTo>
                  <a:pt x="660442" y="92445"/>
                </a:lnTo>
                <a:lnTo>
                  <a:pt x="660516" y="93036"/>
                </a:lnTo>
                <a:lnTo>
                  <a:pt x="660581" y="93637"/>
                </a:lnTo>
                <a:lnTo>
                  <a:pt x="660637" y="94250"/>
                </a:lnTo>
                <a:lnTo>
                  <a:pt x="660685" y="94874"/>
                </a:lnTo>
                <a:lnTo>
                  <a:pt x="660724" y="95509"/>
                </a:lnTo>
                <a:lnTo>
                  <a:pt x="660755" y="96155"/>
                </a:lnTo>
                <a:lnTo>
                  <a:pt x="660777" y="96813"/>
                </a:lnTo>
                <a:lnTo>
                  <a:pt x="660790" y="97481"/>
                </a:lnTo>
                <a:lnTo>
                  <a:pt x="660794" y="98161"/>
                </a:lnTo>
                <a:lnTo>
                  <a:pt x="660794" y="113065"/>
                </a:lnTo>
                <a:lnTo>
                  <a:pt x="645119" y="113065"/>
                </a:lnTo>
                <a:lnTo>
                  <a:pt x="643990" y="113071"/>
                </a:lnTo>
                <a:lnTo>
                  <a:pt x="642872" y="113089"/>
                </a:lnTo>
                <a:lnTo>
                  <a:pt x="641765" y="113119"/>
                </a:lnTo>
                <a:lnTo>
                  <a:pt x="640670" y="113161"/>
                </a:lnTo>
                <a:lnTo>
                  <a:pt x="639587" y="113215"/>
                </a:lnTo>
                <a:lnTo>
                  <a:pt x="638514" y="113282"/>
                </a:lnTo>
                <a:lnTo>
                  <a:pt x="637453" y="113360"/>
                </a:lnTo>
                <a:lnTo>
                  <a:pt x="636404" y="113450"/>
                </a:lnTo>
                <a:lnTo>
                  <a:pt x="635365" y="113553"/>
                </a:lnTo>
                <a:lnTo>
                  <a:pt x="634339" y="113667"/>
                </a:lnTo>
                <a:lnTo>
                  <a:pt x="633323" y="113794"/>
                </a:lnTo>
                <a:lnTo>
                  <a:pt x="632319" y="113932"/>
                </a:lnTo>
                <a:lnTo>
                  <a:pt x="631326" y="114083"/>
                </a:lnTo>
                <a:lnTo>
                  <a:pt x="630345" y="114245"/>
                </a:lnTo>
                <a:lnTo>
                  <a:pt x="629375" y="114420"/>
                </a:lnTo>
                <a:lnTo>
                  <a:pt x="628416" y="114607"/>
                </a:lnTo>
                <a:lnTo>
                  <a:pt x="627469" y="114805"/>
                </a:lnTo>
                <a:lnTo>
                  <a:pt x="626533" y="115016"/>
                </a:lnTo>
                <a:lnTo>
                  <a:pt x="625609" y="115239"/>
                </a:lnTo>
                <a:lnTo>
                  <a:pt x="624696" y="115474"/>
                </a:lnTo>
                <a:lnTo>
                  <a:pt x="623794" y="115721"/>
                </a:lnTo>
                <a:lnTo>
                  <a:pt x="622904" y="115980"/>
                </a:lnTo>
                <a:lnTo>
                  <a:pt x="622025" y="116251"/>
                </a:lnTo>
                <a:lnTo>
                  <a:pt x="621157" y="116534"/>
                </a:lnTo>
                <a:lnTo>
                  <a:pt x="620301" y="116828"/>
                </a:lnTo>
                <a:lnTo>
                  <a:pt x="619458" y="117131"/>
                </a:lnTo>
                <a:lnTo>
                  <a:pt x="618626" y="117444"/>
                </a:lnTo>
                <a:lnTo>
                  <a:pt x="617808" y="117767"/>
                </a:lnTo>
                <a:lnTo>
                  <a:pt x="617001" y="118099"/>
                </a:lnTo>
                <a:lnTo>
                  <a:pt x="616206" y="118441"/>
                </a:lnTo>
                <a:lnTo>
                  <a:pt x="615424" y="118792"/>
                </a:lnTo>
                <a:lnTo>
                  <a:pt x="614654" y="119154"/>
                </a:lnTo>
                <a:lnTo>
                  <a:pt x="613897" y="119524"/>
                </a:lnTo>
                <a:lnTo>
                  <a:pt x="613151" y="119904"/>
                </a:lnTo>
                <a:lnTo>
                  <a:pt x="612418" y="120294"/>
                </a:lnTo>
                <a:lnTo>
                  <a:pt x="611697" y="120694"/>
                </a:lnTo>
                <a:lnTo>
                  <a:pt x="610989" y="121102"/>
                </a:lnTo>
                <a:lnTo>
                  <a:pt x="610293" y="121521"/>
                </a:lnTo>
                <a:lnTo>
                  <a:pt x="609609" y="121949"/>
                </a:lnTo>
                <a:lnTo>
                  <a:pt x="608937" y="122387"/>
                </a:lnTo>
                <a:lnTo>
                  <a:pt x="608277" y="122834"/>
                </a:lnTo>
                <a:lnTo>
                  <a:pt x="607630" y="123291"/>
                </a:lnTo>
                <a:lnTo>
                  <a:pt x="606995" y="123758"/>
                </a:lnTo>
                <a:lnTo>
                  <a:pt x="606373" y="124234"/>
                </a:lnTo>
                <a:lnTo>
                  <a:pt x="605762" y="124720"/>
                </a:lnTo>
                <a:lnTo>
                  <a:pt x="605164" y="125215"/>
                </a:lnTo>
                <a:lnTo>
                  <a:pt x="604578" y="125720"/>
                </a:lnTo>
                <a:lnTo>
                  <a:pt x="604005" y="126234"/>
                </a:lnTo>
                <a:lnTo>
                  <a:pt x="603443" y="126758"/>
                </a:lnTo>
                <a:lnTo>
                  <a:pt x="602893" y="127289"/>
                </a:lnTo>
                <a:lnTo>
                  <a:pt x="602354" y="127827"/>
                </a:lnTo>
                <a:lnTo>
                  <a:pt x="601827" y="128374"/>
                </a:lnTo>
                <a:lnTo>
                  <a:pt x="601312" y="128928"/>
                </a:lnTo>
                <a:lnTo>
                  <a:pt x="600809" y="129491"/>
                </a:lnTo>
                <a:lnTo>
                  <a:pt x="600316" y="130061"/>
                </a:lnTo>
                <a:lnTo>
                  <a:pt x="599836" y="130638"/>
                </a:lnTo>
                <a:lnTo>
                  <a:pt x="599367" y="131224"/>
                </a:lnTo>
                <a:lnTo>
                  <a:pt x="598910" y="131818"/>
                </a:lnTo>
                <a:lnTo>
                  <a:pt x="598464" y="132419"/>
                </a:lnTo>
                <a:lnTo>
                  <a:pt x="598030" y="133028"/>
                </a:lnTo>
                <a:lnTo>
                  <a:pt x="597608" y="133645"/>
                </a:lnTo>
                <a:lnTo>
                  <a:pt x="597197" y="134269"/>
                </a:lnTo>
                <a:lnTo>
                  <a:pt x="596797" y="134902"/>
                </a:lnTo>
                <a:lnTo>
                  <a:pt x="596410" y="135542"/>
                </a:lnTo>
                <a:lnTo>
                  <a:pt x="596034" y="136190"/>
                </a:lnTo>
                <a:lnTo>
                  <a:pt x="595669" y="136846"/>
                </a:lnTo>
                <a:lnTo>
                  <a:pt x="595316" y="137510"/>
                </a:lnTo>
                <a:lnTo>
                  <a:pt x="594975" y="138181"/>
                </a:lnTo>
                <a:lnTo>
                  <a:pt x="594645" y="138861"/>
                </a:lnTo>
                <a:lnTo>
                  <a:pt x="594327" y="139548"/>
                </a:lnTo>
                <a:lnTo>
                  <a:pt x="594021" y="140243"/>
                </a:lnTo>
                <a:lnTo>
                  <a:pt x="593726" y="140946"/>
                </a:lnTo>
                <a:lnTo>
                  <a:pt x="593443" y="141655"/>
                </a:lnTo>
                <a:lnTo>
                  <a:pt x="593172" y="142370"/>
                </a:lnTo>
                <a:lnTo>
                  <a:pt x="592913" y="143090"/>
                </a:lnTo>
                <a:lnTo>
                  <a:pt x="592666" y="143815"/>
                </a:lnTo>
                <a:lnTo>
                  <a:pt x="592431" y="144546"/>
                </a:lnTo>
                <a:lnTo>
                  <a:pt x="592208" y="145282"/>
                </a:lnTo>
                <a:lnTo>
                  <a:pt x="591997" y="146023"/>
                </a:lnTo>
                <a:lnTo>
                  <a:pt x="591799" y="146770"/>
                </a:lnTo>
                <a:lnTo>
                  <a:pt x="591612" y="147522"/>
                </a:lnTo>
                <a:lnTo>
                  <a:pt x="591437" y="148280"/>
                </a:lnTo>
                <a:lnTo>
                  <a:pt x="591275" y="149043"/>
                </a:lnTo>
                <a:lnTo>
                  <a:pt x="591124" y="149811"/>
                </a:lnTo>
                <a:lnTo>
                  <a:pt x="590986" y="150584"/>
                </a:lnTo>
                <a:lnTo>
                  <a:pt x="590859" y="151363"/>
                </a:lnTo>
                <a:lnTo>
                  <a:pt x="590745" y="152148"/>
                </a:lnTo>
                <a:lnTo>
                  <a:pt x="590642" y="152937"/>
                </a:lnTo>
                <a:lnTo>
                  <a:pt x="590552" y="153732"/>
                </a:lnTo>
                <a:lnTo>
                  <a:pt x="590474" y="154533"/>
                </a:lnTo>
                <a:lnTo>
                  <a:pt x="590407" y="155338"/>
                </a:lnTo>
                <a:lnTo>
                  <a:pt x="590353" y="156149"/>
                </a:lnTo>
                <a:lnTo>
                  <a:pt x="590311" y="156966"/>
                </a:lnTo>
                <a:lnTo>
                  <a:pt x="590281" y="157788"/>
                </a:lnTo>
                <a:lnTo>
                  <a:pt x="590263" y="158615"/>
                </a:lnTo>
                <a:lnTo>
                  <a:pt x="590257" y="159447"/>
                </a:lnTo>
                <a:lnTo>
                  <a:pt x="590266" y="160543"/>
                </a:lnTo>
                <a:lnTo>
                  <a:pt x="590292" y="161623"/>
                </a:lnTo>
                <a:lnTo>
                  <a:pt x="590335" y="162689"/>
                </a:lnTo>
                <a:lnTo>
                  <a:pt x="590396" y="163741"/>
                </a:lnTo>
                <a:lnTo>
                  <a:pt x="590474" y="164777"/>
                </a:lnTo>
                <a:lnTo>
                  <a:pt x="590570" y="165799"/>
                </a:lnTo>
                <a:lnTo>
                  <a:pt x="590683" y="166806"/>
                </a:lnTo>
                <a:lnTo>
                  <a:pt x="590814" y="167799"/>
                </a:lnTo>
                <a:lnTo>
                  <a:pt x="590962" y="168776"/>
                </a:lnTo>
                <a:lnTo>
                  <a:pt x="591127" y="169739"/>
                </a:lnTo>
                <a:lnTo>
                  <a:pt x="591309" y="170687"/>
                </a:lnTo>
                <a:lnTo>
                  <a:pt x="591510" y="171621"/>
                </a:lnTo>
                <a:lnTo>
                  <a:pt x="591727" y="172540"/>
                </a:lnTo>
                <a:lnTo>
                  <a:pt x="591962" y="173444"/>
                </a:lnTo>
                <a:lnTo>
                  <a:pt x="592214" y="174333"/>
                </a:lnTo>
                <a:lnTo>
                  <a:pt x="592484" y="175208"/>
                </a:lnTo>
                <a:lnTo>
                  <a:pt x="592771" y="176068"/>
                </a:lnTo>
                <a:lnTo>
                  <a:pt x="593075" y="176913"/>
                </a:lnTo>
                <a:lnTo>
                  <a:pt x="593397" y="177743"/>
                </a:lnTo>
                <a:lnTo>
                  <a:pt x="593737" y="178559"/>
                </a:lnTo>
                <a:lnTo>
                  <a:pt x="594093" y="179360"/>
                </a:lnTo>
                <a:lnTo>
                  <a:pt x="594467" y="180146"/>
                </a:lnTo>
                <a:lnTo>
                  <a:pt x="594859" y="180918"/>
                </a:lnTo>
                <a:lnTo>
                  <a:pt x="595268" y="181675"/>
                </a:lnTo>
                <a:lnTo>
                  <a:pt x="595692" y="182417"/>
                </a:lnTo>
                <a:lnTo>
                  <a:pt x="596131" y="183143"/>
                </a:lnTo>
                <a:lnTo>
                  <a:pt x="596584" y="183855"/>
                </a:lnTo>
                <a:lnTo>
                  <a:pt x="597050" y="184551"/>
                </a:lnTo>
                <a:lnTo>
                  <a:pt x="597531" y="185232"/>
                </a:lnTo>
                <a:lnTo>
                  <a:pt x="598026" y="185899"/>
                </a:lnTo>
                <a:lnTo>
                  <a:pt x="598535" y="186549"/>
                </a:lnTo>
                <a:lnTo>
                  <a:pt x="599058" y="187185"/>
                </a:lnTo>
                <a:lnTo>
                  <a:pt x="599595" y="187806"/>
                </a:lnTo>
                <a:lnTo>
                  <a:pt x="600146" y="188411"/>
                </a:lnTo>
                <a:lnTo>
                  <a:pt x="600711" y="189001"/>
                </a:lnTo>
                <a:lnTo>
                  <a:pt x="601290" y="189576"/>
                </a:lnTo>
                <a:lnTo>
                  <a:pt x="601884" y="190136"/>
                </a:lnTo>
                <a:lnTo>
                  <a:pt x="602491" y="190681"/>
                </a:lnTo>
                <a:lnTo>
                  <a:pt x="603112" y="191210"/>
                </a:lnTo>
                <a:lnTo>
                  <a:pt x="603748" y="191725"/>
                </a:lnTo>
                <a:lnTo>
                  <a:pt x="604397" y="192224"/>
                </a:lnTo>
                <a:lnTo>
                  <a:pt x="605061" y="192708"/>
                </a:lnTo>
                <a:lnTo>
                  <a:pt x="605738" y="193177"/>
                </a:lnTo>
                <a:lnTo>
                  <a:pt x="606430" y="193631"/>
                </a:lnTo>
                <a:lnTo>
                  <a:pt x="607135" y="194069"/>
                </a:lnTo>
                <a:lnTo>
                  <a:pt x="607855" y="194493"/>
                </a:lnTo>
                <a:lnTo>
                  <a:pt x="608589" y="194901"/>
                </a:lnTo>
                <a:lnTo>
                  <a:pt x="609337" y="195294"/>
                </a:lnTo>
                <a:lnTo>
                  <a:pt x="610097" y="195671"/>
                </a:lnTo>
                <a:lnTo>
                  <a:pt x="610867" y="196033"/>
                </a:lnTo>
                <a:lnTo>
                  <a:pt x="611648" y="196378"/>
                </a:lnTo>
                <a:lnTo>
                  <a:pt x="612440" y="196707"/>
                </a:lnTo>
                <a:lnTo>
                  <a:pt x="613242" y="197020"/>
                </a:lnTo>
                <a:lnTo>
                  <a:pt x="614054" y="197317"/>
                </a:lnTo>
                <a:lnTo>
                  <a:pt x="614877" y="197598"/>
                </a:lnTo>
                <a:lnTo>
                  <a:pt x="615711" y="197863"/>
                </a:lnTo>
                <a:lnTo>
                  <a:pt x="616555" y="198112"/>
                </a:lnTo>
                <a:lnTo>
                  <a:pt x="617409" y="198345"/>
                </a:lnTo>
                <a:lnTo>
                  <a:pt x="618274" y="198562"/>
                </a:lnTo>
                <a:lnTo>
                  <a:pt x="619149" y="198763"/>
                </a:lnTo>
                <a:lnTo>
                  <a:pt x="620035" y="198948"/>
                </a:lnTo>
                <a:lnTo>
                  <a:pt x="620932" y="199116"/>
                </a:lnTo>
                <a:lnTo>
                  <a:pt x="621839" y="199269"/>
                </a:lnTo>
                <a:lnTo>
                  <a:pt x="622756" y="199405"/>
                </a:lnTo>
                <a:lnTo>
                  <a:pt x="623684" y="199526"/>
                </a:lnTo>
                <a:lnTo>
                  <a:pt x="624622" y="199630"/>
                </a:lnTo>
                <a:lnTo>
                  <a:pt x="625571" y="199718"/>
                </a:lnTo>
                <a:lnTo>
                  <a:pt x="626530" y="199791"/>
                </a:lnTo>
                <a:lnTo>
                  <a:pt x="627500" y="199847"/>
                </a:lnTo>
                <a:lnTo>
                  <a:pt x="628480" y="199887"/>
                </a:lnTo>
                <a:lnTo>
                  <a:pt x="629471" y="199911"/>
                </a:lnTo>
                <a:lnTo>
                  <a:pt x="630472" y="199919"/>
                </a:lnTo>
                <a:lnTo>
                  <a:pt x="631154" y="199913"/>
                </a:lnTo>
                <a:lnTo>
                  <a:pt x="631831" y="199896"/>
                </a:lnTo>
                <a:lnTo>
                  <a:pt x="632503" y="199866"/>
                </a:lnTo>
                <a:lnTo>
                  <a:pt x="633168" y="199825"/>
                </a:lnTo>
                <a:lnTo>
                  <a:pt x="633828" y="199771"/>
                </a:lnTo>
                <a:lnTo>
                  <a:pt x="634483" y="199706"/>
                </a:lnTo>
                <a:lnTo>
                  <a:pt x="635132" y="199630"/>
                </a:lnTo>
                <a:lnTo>
                  <a:pt x="635775" y="199541"/>
                </a:lnTo>
                <a:lnTo>
                  <a:pt x="636413" y="199440"/>
                </a:lnTo>
                <a:lnTo>
                  <a:pt x="637046" y="199328"/>
                </a:lnTo>
                <a:lnTo>
                  <a:pt x="637672" y="199204"/>
                </a:lnTo>
                <a:lnTo>
                  <a:pt x="638293" y="199068"/>
                </a:lnTo>
                <a:lnTo>
                  <a:pt x="638909" y="198920"/>
                </a:lnTo>
                <a:lnTo>
                  <a:pt x="639519" y="198761"/>
                </a:lnTo>
                <a:lnTo>
                  <a:pt x="640123" y="198589"/>
                </a:lnTo>
                <a:lnTo>
                  <a:pt x="640722" y="198406"/>
                </a:lnTo>
                <a:lnTo>
                  <a:pt x="641315" y="198211"/>
                </a:lnTo>
                <a:lnTo>
                  <a:pt x="641903" y="198004"/>
                </a:lnTo>
                <a:lnTo>
                  <a:pt x="642485" y="197785"/>
                </a:lnTo>
                <a:lnTo>
                  <a:pt x="643062" y="197555"/>
                </a:lnTo>
                <a:lnTo>
                  <a:pt x="643632" y="197312"/>
                </a:lnTo>
                <a:lnTo>
                  <a:pt x="644198" y="197058"/>
                </a:lnTo>
                <a:lnTo>
                  <a:pt x="644758" y="196792"/>
                </a:lnTo>
                <a:lnTo>
                  <a:pt x="645312" y="196514"/>
                </a:lnTo>
                <a:lnTo>
                  <a:pt x="645860" y="196227"/>
                </a:lnTo>
                <a:lnTo>
                  <a:pt x="646403" y="195934"/>
                </a:lnTo>
                <a:lnTo>
                  <a:pt x="646939" y="195633"/>
                </a:lnTo>
                <a:lnTo>
                  <a:pt x="647469" y="195326"/>
                </a:lnTo>
                <a:lnTo>
                  <a:pt x="647993" y="195012"/>
                </a:lnTo>
                <a:lnTo>
                  <a:pt x="648512" y="194692"/>
                </a:lnTo>
                <a:lnTo>
                  <a:pt x="649024" y="194364"/>
                </a:lnTo>
                <a:lnTo>
                  <a:pt x="649530" y="194030"/>
                </a:lnTo>
                <a:lnTo>
                  <a:pt x="650030" y="193690"/>
                </a:lnTo>
                <a:lnTo>
                  <a:pt x="650525" y="193343"/>
                </a:lnTo>
                <a:lnTo>
                  <a:pt x="651013" y="192989"/>
                </a:lnTo>
                <a:lnTo>
                  <a:pt x="651495" y="192628"/>
                </a:lnTo>
                <a:lnTo>
                  <a:pt x="651971" y="192260"/>
                </a:lnTo>
                <a:lnTo>
                  <a:pt x="652441" y="191886"/>
                </a:lnTo>
                <a:lnTo>
                  <a:pt x="652905" y="191506"/>
                </a:lnTo>
                <a:lnTo>
                  <a:pt x="653363" y="191118"/>
                </a:lnTo>
                <a:lnTo>
                  <a:pt x="653815" y="190724"/>
                </a:lnTo>
                <a:lnTo>
                  <a:pt x="654261" y="190323"/>
                </a:lnTo>
                <a:lnTo>
                  <a:pt x="654701" y="189916"/>
                </a:lnTo>
                <a:lnTo>
                  <a:pt x="655135" y="189501"/>
                </a:lnTo>
                <a:lnTo>
                  <a:pt x="655563" y="189080"/>
                </a:lnTo>
                <a:lnTo>
                  <a:pt x="655985" y="188653"/>
                </a:lnTo>
                <a:lnTo>
                  <a:pt x="656401" y="188219"/>
                </a:lnTo>
                <a:lnTo>
                  <a:pt x="656811" y="187778"/>
                </a:lnTo>
                <a:lnTo>
                  <a:pt x="657214" y="187332"/>
                </a:lnTo>
                <a:lnTo>
                  <a:pt x="657610" y="186885"/>
                </a:lnTo>
                <a:lnTo>
                  <a:pt x="657998" y="186437"/>
                </a:lnTo>
                <a:lnTo>
                  <a:pt x="658380" y="185986"/>
                </a:lnTo>
                <a:lnTo>
                  <a:pt x="658753" y="185534"/>
                </a:lnTo>
                <a:lnTo>
                  <a:pt x="659120" y="185079"/>
                </a:lnTo>
                <a:lnTo>
                  <a:pt x="659479" y="184624"/>
                </a:lnTo>
                <a:lnTo>
                  <a:pt x="659830" y="184166"/>
                </a:lnTo>
                <a:lnTo>
                  <a:pt x="660175" y="183706"/>
                </a:lnTo>
                <a:lnTo>
                  <a:pt x="660512" y="183245"/>
                </a:lnTo>
                <a:lnTo>
                  <a:pt x="660841" y="182782"/>
                </a:lnTo>
                <a:lnTo>
                  <a:pt x="661163" y="182317"/>
                </a:lnTo>
                <a:lnTo>
                  <a:pt x="661225" y="182225"/>
                </a:lnTo>
                <a:lnTo>
                  <a:pt x="661245" y="182437"/>
                </a:lnTo>
                <a:lnTo>
                  <a:pt x="661300" y="182988"/>
                </a:lnTo>
                <a:close/>
                <a:moveTo>
                  <a:pt x="660428" y="163751"/>
                </a:moveTo>
                <a:lnTo>
                  <a:pt x="660171" y="164213"/>
                </a:lnTo>
                <a:lnTo>
                  <a:pt x="659899" y="164677"/>
                </a:lnTo>
                <a:lnTo>
                  <a:pt x="659615" y="165145"/>
                </a:lnTo>
                <a:lnTo>
                  <a:pt x="659316" y="165614"/>
                </a:lnTo>
                <a:lnTo>
                  <a:pt x="659006" y="166083"/>
                </a:lnTo>
                <a:lnTo>
                  <a:pt x="658686" y="166545"/>
                </a:lnTo>
                <a:lnTo>
                  <a:pt x="658356" y="167002"/>
                </a:lnTo>
                <a:lnTo>
                  <a:pt x="658015" y="167452"/>
                </a:lnTo>
                <a:lnTo>
                  <a:pt x="657665" y="167897"/>
                </a:lnTo>
                <a:lnTo>
                  <a:pt x="657305" y="168337"/>
                </a:lnTo>
                <a:lnTo>
                  <a:pt x="656934" y="168770"/>
                </a:lnTo>
                <a:lnTo>
                  <a:pt x="656554" y="169198"/>
                </a:lnTo>
                <a:lnTo>
                  <a:pt x="656164" y="169619"/>
                </a:lnTo>
                <a:lnTo>
                  <a:pt x="655763" y="170035"/>
                </a:lnTo>
                <a:lnTo>
                  <a:pt x="655352" y="170446"/>
                </a:lnTo>
                <a:lnTo>
                  <a:pt x="654932" y="170850"/>
                </a:lnTo>
                <a:lnTo>
                  <a:pt x="654501" y="171249"/>
                </a:lnTo>
                <a:lnTo>
                  <a:pt x="654061" y="171641"/>
                </a:lnTo>
                <a:lnTo>
                  <a:pt x="653610" y="172028"/>
                </a:lnTo>
                <a:lnTo>
                  <a:pt x="653149" y="172410"/>
                </a:lnTo>
                <a:lnTo>
                  <a:pt x="652678" y="172785"/>
                </a:lnTo>
                <a:lnTo>
                  <a:pt x="652198" y="173155"/>
                </a:lnTo>
                <a:lnTo>
                  <a:pt x="651707" y="173518"/>
                </a:lnTo>
                <a:lnTo>
                  <a:pt x="651206" y="173876"/>
                </a:lnTo>
                <a:lnTo>
                  <a:pt x="650695" y="174229"/>
                </a:lnTo>
                <a:lnTo>
                  <a:pt x="650174" y="174575"/>
                </a:lnTo>
                <a:lnTo>
                  <a:pt x="649643" y="174916"/>
                </a:lnTo>
                <a:lnTo>
                  <a:pt x="649102" y="175251"/>
                </a:lnTo>
                <a:lnTo>
                  <a:pt x="648552" y="175576"/>
                </a:lnTo>
                <a:lnTo>
                  <a:pt x="647996" y="175887"/>
                </a:lnTo>
                <a:lnTo>
                  <a:pt x="647432" y="176184"/>
                </a:lnTo>
                <a:lnTo>
                  <a:pt x="646861" y="176468"/>
                </a:lnTo>
                <a:lnTo>
                  <a:pt x="646283" y="176737"/>
                </a:lnTo>
                <a:lnTo>
                  <a:pt x="645697" y="176993"/>
                </a:lnTo>
                <a:lnTo>
                  <a:pt x="645105" y="177235"/>
                </a:lnTo>
                <a:lnTo>
                  <a:pt x="644505" y="177463"/>
                </a:lnTo>
                <a:lnTo>
                  <a:pt x="643898" y="177678"/>
                </a:lnTo>
                <a:lnTo>
                  <a:pt x="643285" y="177878"/>
                </a:lnTo>
                <a:lnTo>
                  <a:pt x="642664" y="178065"/>
                </a:lnTo>
                <a:lnTo>
                  <a:pt x="642035" y="178238"/>
                </a:lnTo>
                <a:lnTo>
                  <a:pt x="641400" y="178397"/>
                </a:lnTo>
                <a:lnTo>
                  <a:pt x="640758" y="178542"/>
                </a:lnTo>
                <a:lnTo>
                  <a:pt x="640108" y="178673"/>
                </a:lnTo>
                <a:lnTo>
                  <a:pt x="639452" y="178791"/>
                </a:lnTo>
                <a:lnTo>
                  <a:pt x="638788" y="178895"/>
                </a:lnTo>
                <a:lnTo>
                  <a:pt x="638117" y="178985"/>
                </a:lnTo>
                <a:lnTo>
                  <a:pt x="637439" y="179061"/>
                </a:lnTo>
                <a:lnTo>
                  <a:pt x="636753" y="179123"/>
                </a:lnTo>
                <a:lnTo>
                  <a:pt x="636061" y="179171"/>
                </a:lnTo>
                <a:lnTo>
                  <a:pt x="635361" y="179206"/>
                </a:lnTo>
                <a:lnTo>
                  <a:pt x="634655" y="179227"/>
                </a:lnTo>
                <a:lnTo>
                  <a:pt x="633941" y="179233"/>
                </a:lnTo>
                <a:lnTo>
                  <a:pt x="633356" y="179230"/>
                </a:lnTo>
                <a:lnTo>
                  <a:pt x="632780" y="179218"/>
                </a:lnTo>
                <a:lnTo>
                  <a:pt x="632213" y="179199"/>
                </a:lnTo>
                <a:lnTo>
                  <a:pt x="631653" y="179173"/>
                </a:lnTo>
                <a:lnTo>
                  <a:pt x="631103" y="179139"/>
                </a:lnTo>
                <a:lnTo>
                  <a:pt x="630560" y="179097"/>
                </a:lnTo>
                <a:lnTo>
                  <a:pt x="630027" y="179048"/>
                </a:lnTo>
                <a:lnTo>
                  <a:pt x="629501" y="178991"/>
                </a:lnTo>
                <a:lnTo>
                  <a:pt x="628984" y="178926"/>
                </a:lnTo>
                <a:lnTo>
                  <a:pt x="628476" y="178854"/>
                </a:lnTo>
                <a:lnTo>
                  <a:pt x="627976" y="178775"/>
                </a:lnTo>
                <a:lnTo>
                  <a:pt x="627485" y="178687"/>
                </a:lnTo>
                <a:lnTo>
                  <a:pt x="627002" y="178593"/>
                </a:lnTo>
                <a:lnTo>
                  <a:pt x="626527" y="178490"/>
                </a:lnTo>
                <a:lnTo>
                  <a:pt x="626061" y="178380"/>
                </a:lnTo>
                <a:lnTo>
                  <a:pt x="625604" y="178263"/>
                </a:lnTo>
                <a:lnTo>
                  <a:pt x="625155" y="178138"/>
                </a:lnTo>
                <a:lnTo>
                  <a:pt x="624714" y="178005"/>
                </a:lnTo>
                <a:lnTo>
                  <a:pt x="624282" y="177865"/>
                </a:lnTo>
                <a:lnTo>
                  <a:pt x="623859" y="177717"/>
                </a:lnTo>
                <a:lnTo>
                  <a:pt x="623444" y="177561"/>
                </a:lnTo>
                <a:lnTo>
                  <a:pt x="623037" y="177398"/>
                </a:lnTo>
                <a:lnTo>
                  <a:pt x="622639" y="177228"/>
                </a:lnTo>
                <a:lnTo>
                  <a:pt x="622249" y="177049"/>
                </a:lnTo>
                <a:lnTo>
                  <a:pt x="621868" y="176862"/>
                </a:lnTo>
                <a:lnTo>
                  <a:pt x="621494" y="176666"/>
                </a:lnTo>
                <a:lnTo>
                  <a:pt x="621129" y="176460"/>
                </a:lnTo>
                <a:lnTo>
                  <a:pt x="620772" y="176244"/>
                </a:lnTo>
                <a:lnTo>
                  <a:pt x="620422" y="176019"/>
                </a:lnTo>
                <a:lnTo>
                  <a:pt x="620081" y="175785"/>
                </a:lnTo>
                <a:lnTo>
                  <a:pt x="619748" y="175540"/>
                </a:lnTo>
                <a:lnTo>
                  <a:pt x="619422" y="175286"/>
                </a:lnTo>
                <a:lnTo>
                  <a:pt x="619105" y="175023"/>
                </a:lnTo>
                <a:lnTo>
                  <a:pt x="618796" y="174750"/>
                </a:lnTo>
                <a:lnTo>
                  <a:pt x="618495" y="174467"/>
                </a:lnTo>
                <a:lnTo>
                  <a:pt x="618202" y="174174"/>
                </a:lnTo>
                <a:lnTo>
                  <a:pt x="617917" y="173873"/>
                </a:lnTo>
                <a:lnTo>
                  <a:pt x="617640" y="173561"/>
                </a:lnTo>
                <a:lnTo>
                  <a:pt x="617371" y="173240"/>
                </a:lnTo>
                <a:lnTo>
                  <a:pt x="617110" y="172909"/>
                </a:lnTo>
                <a:lnTo>
                  <a:pt x="616857" y="172569"/>
                </a:lnTo>
                <a:lnTo>
                  <a:pt x="616612" y="172219"/>
                </a:lnTo>
                <a:lnTo>
                  <a:pt x="616375" y="171860"/>
                </a:lnTo>
                <a:lnTo>
                  <a:pt x="616146" y="171491"/>
                </a:lnTo>
                <a:lnTo>
                  <a:pt x="615925" y="171112"/>
                </a:lnTo>
                <a:lnTo>
                  <a:pt x="615713" y="170724"/>
                </a:lnTo>
                <a:lnTo>
                  <a:pt x="615508" y="170326"/>
                </a:lnTo>
                <a:lnTo>
                  <a:pt x="615311" y="169918"/>
                </a:lnTo>
                <a:lnTo>
                  <a:pt x="615122" y="169500"/>
                </a:lnTo>
                <a:lnTo>
                  <a:pt x="614942" y="169070"/>
                </a:lnTo>
                <a:lnTo>
                  <a:pt x="614769" y="168629"/>
                </a:lnTo>
                <a:lnTo>
                  <a:pt x="614604" y="168175"/>
                </a:lnTo>
                <a:lnTo>
                  <a:pt x="614448" y="167710"/>
                </a:lnTo>
                <a:lnTo>
                  <a:pt x="614299" y="167232"/>
                </a:lnTo>
                <a:lnTo>
                  <a:pt x="614159" y="166743"/>
                </a:lnTo>
                <a:lnTo>
                  <a:pt x="614026" y="166242"/>
                </a:lnTo>
                <a:lnTo>
                  <a:pt x="613902" y="165730"/>
                </a:lnTo>
                <a:lnTo>
                  <a:pt x="613785" y="165205"/>
                </a:lnTo>
                <a:lnTo>
                  <a:pt x="613677" y="164669"/>
                </a:lnTo>
                <a:lnTo>
                  <a:pt x="613577" y="164121"/>
                </a:lnTo>
                <a:lnTo>
                  <a:pt x="613484" y="163561"/>
                </a:lnTo>
                <a:lnTo>
                  <a:pt x="613400" y="162989"/>
                </a:lnTo>
                <a:lnTo>
                  <a:pt x="613324" y="162405"/>
                </a:lnTo>
                <a:lnTo>
                  <a:pt x="613255" y="161810"/>
                </a:lnTo>
                <a:lnTo>
                  <a:pt x="613195" y="161203"/>
                </a:lnTo>
                <a:lnTo>
                  <a:pt x="613143" y="160583"/>
                </a:lnTo>
                <a:lnTo>
                  <a:pt x="613099" y="159952"/>
                </a:lnTo>
                <a:lnTo>
                  <a:pt x="613063" y="159310"/>
                </a:lnTo>
                <a:lnTo>
                  <a:pt x="613034" y="158655"/>
                </a:lnTo>
                <a:lnTo>
                  <a:pt x="613014" y="157989"/>
                </a:lnTo>
                <a:lnTo>
                  <a:pt x="613002" y="157311"/>
                </a:lnTo>
                <a:lnTo>
                  <a:pt x="612998" y="156621"/>
                </a:lnTo>
                <a:lnTo>
                  <a:pt x="613003" y="156088"/>
                </a:lnTo>
                <a:lnTo>
                  <a:pt x="613016" y="155560"/>
                </a:lnTo>
                <a:lnTo>
                  <a:pt x="613037" y="155037"/>
                </a:lnTo>
                <a:lnTo>
                  <a:pt x="613068" y="154518"/>
                </a:lnTo>
                <a:lnTo>
                  <a:pt x="613107" y="154005"/>
                </a:lnTo>
                <a:lnTo>
                  <a:pt x="613155" y="153497"/>
                </a:lnTo>
                <a:lnTo>
                  <a:pt x="613211" y="152993"/>
                </a:lnTo>
                <a:lnTo>
                  <a:pt x="613277" y="152495"/>
                </a:lnTo>
                <a:lnTo>
                  <a:pt x="613351" y="152001"/>
                </a:lnTo>
                <a:lnTo>
                  <a:pt x="613433" y="151512"/>
                </a:lnTo>
                <a:lnTo>
                  <a:pt x="613525" y="151029"/>
                </a:lnTo>
                <a:lnTo>
                  <a:pt x="613625" y="150550"/>
                </a:lnTo>
                <a:lnTo>
                  <a:pt x="613733" y="150076"/>
                </a:lnTo>
                <a:lnTo>
                  <a:pt x="613851" y="149607"/>
                </a:lnTo>
                <a:lnTo>
                  <a:pt x="613977" y="149142"/>
                </a:lnTo>
                <a:lnTo>
                  <a:pt x="614112" y="148683"/>
                </a:lnTo>
                <a:lnTo>
                  <a:pt x="614255" y="148229"/>
                </a:lnTo>
                <a:lnTo>
                  <a:pt x="614408" y="147779"/>
                </a:lnTo>
                <a:lnTo>
                  <a:pt x="614569" y="147335"/>
                </a:lnTo>
                <a:lnTo>
                  <a:pt x="614738" y="146895"/>
                </a:lnTo>
                <a:lnTo>
                  <a:pt x="614917" y="146460"/>
                </a:lnTo>
                <a:lnTo>
                  <a:pt x="615104" y="146030"/>
                </a:lnTo>
                <a:lnTo>
                  <a:pt x="615299" y="145606"/>
                </a:lnTo>
                <a:lnTo>
                  <a:pt x="615504" y="145186"/>
                </a:lnTo>
                <a:lnTo>
                  <a:pt x="615716" y="144771"/>
                </a:lnTo>
                <a:lnTo>
                  <a:pt x="615937" y="144362"/>
                </a:lnTo>
                <a:lnTo>
                  <a:pt x="616165" y="143958"/>
                </a:lnTo>
                <a:lnTo>
                  <a:pt x="616401" y="143560"/>
                </a:lnTo>
                <a:lnTo>
                  <a:pt x="616645" y="143167"/>
                </a:lnTo>
                <a:lnTo>
                  <a:pt x="616897" y="142781"/>
                </a:lnTo>
                <a:lnTo>
                  <a:pt x="617157" y="142399"/>
                </a:lnTo>
                <a:lnTo>
                  <a:pt x="617424" y="142023"/>
                </a:lnTo>
                <a:lnTo>
                  <a:pt x="617699" y="141653"/>
                </a:lnTo>
                <a:lnTo>
                  <a:pt x="617982" y="141289"/>
                </a:lnTo>
                <a:lnTo>
                  <a:pt x="618273" y="140930"/>
                </a:lnTo>
                <a:lnTo>
                  <a:pt x="618571" y="140576"/>
                </a:lnTo>
                <a:lnTo>
                  <a:pt x="618878" y="140228"/>
                </a:lnTo>
                <a:lnTo>
                  <a:pt x="619192" y="139886"/>
                </a:lnTo>
                <a:lnTo>
                  <a:pt x="619514" y="139549"/>
                </a:lnTo>
                <a:lnTo>
                  <a:pt x="619844" y="139218"/>
                </a:lnTo>
                <a:lnTo>
                  <a:pt x="620181" y="138893"/>
                </a:lnTo>
                <a:lnTo>
                  <a:pt x="620527" y="138573"/>
                </a:lnTo>
                <a:lnTo>
                  <a:pt x="620880" y="138258"/>
                </a:lnTo>
                <a:lnTo>
                  <a:pt x="621241" y="137949"/>
                </a:lnTo>
                <a:lnTo>
                  <a:pt x="621610" y="137646"/>
                </a:lnTo>
                <a:lnTo>
                  <a:pt x="621986" y="137349"/>
                </a:lnTo>
                <a:lnTo>
                  <a:pt x="622371" y="137056"/>
                </a:lnTo>
                <a:lnTo>
                  <a:pt x="622763" y="136770"/>
                </a:lnTo>
                <a:lnTo>
                  <a:pt x="623162" y="136489"/>
                </a:lnTo>
                <a:lnTo>
                  <a:pt x="623568" y="136214"/>
                </a:lnTo>
                <a:lnTo>
                  <a:pt x="623981" y="135944"/>
                </a:lnTo>
                <a:lnTo>
                  <a:pt x="624399" y="135680"/>
                </a:lnTo>
                <a:lnTo>
                  <a:pt x="624825" y="135421"/>
                </a:lnTo>
                <a:lnTo>
                  <a:pt x="625256" y="135168"/>
                </a:lnTo>
                <a:lnTo>
                  <a:pt x="625695" y="134920"/>
                </a:lnTo>
                <a:lnTo>
                  <a:pt x="626139" y="134679"/>
                </a:lnTo>
                <a:lnTo>
                  <a:pt x="626590" y="134442"/>
                </a:lnTo>
                <a:lnTo>
                  <a:pt x="627048" y="134211"/>
                </a:lnTo>
                <a:lnTo>
                  <a:pt x="627512" y="133986"/>
                </a:lnTo>
                <a:lnTo>
                  <a:pt x="627983" y="133767"/>
                </a:lnTo>
                <a:lnTo>
                  <a:pt x="628460" y="133553"/>
                </a:lnTo>
                <a:lnTo>
                  <a:pt x="628943" y="133344"/>
                </a:lnTo>
                <a:lnTo>
                  <a:pt x="629433" y="133141"/>
                </a:lnTo>
                <a:lnTo>
                  <a:pt x="629930" y="132944"/>
                </a:lnTo>
                <a:lnTo>
                  <a:pt x="630432" y="132752"/>
                </a:lnTo>
                <a:lnTo>
                  <a:pt x="630942" y="132566"/>
                </a:lnTo>
                <a:lnTo>
                  <a:pt x="631458" y="132386"/>
                </a:lnTo>
                <a:lnTo>
                  <a:pt x="631980" y="132211"/>
                </a:lnTo>
                <a:lnTo>
                  <a:pt x="632509" y="132041"/>
                </a:lnTo>
                <a:lnTo>
                  <a:pt x="633044" y="131877"/>
                </a:lnTo>
                <a:lnTo>
                  <a:pt x="633586" y="131719"/>
                </a:lnTo>
                <a:lnTo>
                  <a:pt x="634134" y="131566"/>
                </a:lnTo>
                <a:lnTo>
                  <a:pt x="634688" y="131420"/>
                </a:lnTo>
                <a:lnTo>
                  <a:pt x="635247" y="131279"/>
                </a:lnTo>
                <a:lnTo>
                  <a:pt x="635811" y="131145"/>
                </a:lnTo>
                <a:lnTo>
                  <a:pt x="636380" y="131017"/>
                </a:lnTo>
                <a:lnTo>
                  <a:pt x="636955" y="130895"/>
                </a:lnTo>
                <a:lnTo>
                  <a:pt x="637535" y="130779"/>
                </a:lnTo>
                <a:lnTo>
                  <a:pt x="638119" y="130670"/>
                </a:lnTo>
                <a:lnTo>
                  <a:pt x="638709" y="130567"/>
                </a:lnTo>
                <a:lnTo>
                  <a:pt x="639304" y="130470"/>
                </a:lnTo>
                <a:lnTo>
                  <a:pt x="639904" y="130380"/>
                </a:lnTo>
                <a:lnTo>
                  <a:pt x="640510" y="130295"/>
                </a:lnTo>
                <a:lnTo>
                  <a:pt x="641120" y="130217"/>
                </a:lnTo>
                <a:lnTo>
                  <a:pt x="641736" y="130145"/>
                </a:lnTo>
                <a:lnTo>
                  <a:pt x="642356" y="130080"/>
                </a:lnTo>
                <a:lnTo>
                  <a:pt x="642982" y="130021"/>
                </a:lnTo>
                <a:lnTo>
                  <a:pt x="643613" y="129967"/>
                </a:lnTo>
                <a:lnTo>
                  <a:pt x="644249" y="129921"/>
                </a:lnTo>
                <a:lnTo>
                  <a:pt x="644890" y="129880"/>
                </a:lnTo>
                <a:lnTo>
                  <a:pt x="645536" y="129846"/>
                </a:lnTo>
                <a:lnTo>
                  <a:pt x="646188" y="129818"/>
                </a:lnTo>
                <a:lnTo>
                  <a:pt x="646845" y="129796"/>
                </a:lnTo>
                <a:lnTo>
                  <a:pt x="647506" y="129780"/>
                </a:lnTo>
                <a:lnTo>
                  <a:pt x="648173" y="129771"/>
                </a:lnTo>
                <a:lnTo>
                  <a:pt x="648845" y="129768"/>
                </a:lnTo>
                <a:lnTo>
                  <a:pt x="660794" y="129768"/>
                </a:lnTo>
                <a:lnTo>
                  <a:pt x="660794" y="163051"/>
                </a:lnTo>
                <a:lnTo>
                  <a:pt x="660672" y="163292"/>
                </a:lnTo>
                <a:lnTo>
                  <a:pt x="660428" y="163751"/>
                </a:lnTo>
                <a:close/>
                <a:moveTo>
                  <a:pt x="446684" y="117261"/>
                </a:moveTo>
                <a:lnTo>
                  <a:pt x="446650" y="115981"/>
                </a:lnTo>
                <a:lnTo>
                  <a:pt x="446607" y="114714"/>
                </a:lnTo>
                <a:lnTo>
                  <a:pt x="446554" y="113460"/>
                </a:lnTo>
                <a:lnTo>
                  <a:pt x="446492" y="112218"/>
                </a:lnTo>
                <a:lnTo>
                  <a:pt x="446420" y="110990"/>
                </a:lnTo>
                <a:lnTo>
                  <a:pt x="446339" y="109774"/>
                </a:lnTo>
                <a:lnTo>
                  <a:pt x="446248" y="108572"/>
                </a:lnTo>
                <a:lnTo>
                  <a:pt x="446147" y="107382"/>
                </a:lnTo>
                <a:lnTo>
                  <a:pt x="446037" y="106205"/>
                </a:lnTo>
                <a:lnTo>
                  <a:pt x="445917" y="105041"/>
                </a:lnTo>
                <a:lnTo>
                  <a:pt x="445787" y="103890"/>
                </a:lnTo>
                <a:lnTo>
                  <a:pt x="445648" y="102752"/>
                </a:lnTo>
                <a:lnTo>
                  <a:pt x="445499" y="101627"/>
                </a:lnTo>
                <a:lnTo>
                  <a:pt x="445341" y="100514"/>
                </a:lnTo>
                <a:lnTo>
                  <a:pt x="445173" y="99415"/>
                </a:lnTo>
                <a:lnTo>
                  <a:pt x="444996" y="98329"/>
                </a:lnTo>
                <a:lnTo>
                  <a:pt x="444809" y="97255"/>
                </a:lnTo>
                <a:lnTo>
                  <a:pt x="444612" y="96194"/>
                </a:lnTo>
                <a:lnTo>
                  <a:pt x="444406" y="95147"/>
                </a:lnTo>
                <a:lnTo>
                  <a:pt x="444190" y="94112"/>
                </a:lnTo>
                <a:lnTo>
                  <a:pt x="443965" y="93090"/>
                </a:lnTo>
                <a:lnTo>
                  <a:pt x="443729" y="92081"/>
                </a:lnTo>
                <a:lnTo>
                  <a:pt x="443483" y="91086"/>
                </a:lnTo>
                <a:lnTo>
                  <a:pt x="443227" y="90104"/>
                </a:lnTo>
                <a:lnTo>
                  <a:pt x="442960" y="89135"/>
                </a:lnTo>
                <a:lnTo>
                  <a:pt x="442683" y="88179"/>
                </a:lnTo>
                <a:lnTo>
                  <a:pt x="442395" y="87238"/>
                </a:lnTo>
                <a:lnTo>
                  <a:pt x="442097" y="86309"/>
                </a:lnTo>
                <a:lnTo>
                  <a:pt x="441788" y="85394"/>
                </a:lnTo>
                <a:lnTo>
                  <a:pt x="441468" y="84492"/>
                </a:lnTo>
                <a:lnTo>
                  <a:pt x="441139" y="83603"/>
                </a:lnTo>
                <a:lnTo>
                  <a:pt x="440798" y="82728"/>
                </a:lnTo>
                <a:lnTo>
                  <a:pt x="440448" y="81867"/>
                </a:lnTo>
                <a:lnTo>
                  <a:pt x="440086" y="81018"/>
                </a:lnTo>
                <a:lnTo>
                  <a:pt x="439715" y="80183"/>
                </a:lnTo>
                <a:lnTo>
                  <a:pt x="439332" y="79362"/>
                </a:lnTo>
                <a:lnTo>
                  <a:pt x="438940" y="78553"/>
                </a:lnTo>
                <a:lnTo>
                  <a:pt x="438536" y="77759"/>
                </a:lnTo>
                <a:lnTo>
                  <a:pt x="438123" y="76977"/>
                </a:lnTo>
                <a:lnTo>
                  <a:pt x="437699" y="76209"/>
                </a:lnTo>
                <a:lnTo>
                  <a:pt x="437264" y="75454"/>
                </a:lnTo>
                <a:lnTo>
                  <a:pt x="436819" y="74713"/>
                </a:lnTo>
                <a:lnTo>
                  <a:pt x="436363" y="73985"/>
                </a:lnTo>
                <a:lnTo>
                  <a:pt x="435897" y="73270"/>
                </a:lnTo>
                <a:lnTo>
                  <a:pt x="435421" y="72569"/>
                </a:lnTo>
                <a:lnTo>
                  <a:pt x="434933" y="71881"/>
                </a:lnTo>
                <a:lnTo>
                  <a:pt x="434433" y="71207"/>
                </a:lnTo>
                <a:lnTo>
                  <a:pt x="433921" y="70548"/>
                </a:lnTo>
                <a:lnTo>
                  <a:pt x="433397" y="69903"/>
                </a:lnTo>
                <a:lnTo>
                  <a:pt x="432861" y="69272"/>
                </a:lnTo>
                <a:lnTo>
                  <a:pt x="432313" y="68656"/>
                </a:lnTo>
                <a:lnTo>
                  <a:pt x="431753" y="68053"/>
                </a:lnTo>
                <a:lnTo>
                  <a:pt x="431181" y="67466"/>
                </a:lnTo>
                <a:lnTo>
                  <a:pt x="430597" y="66892"/>
                </a:lnTo>
                <a:lnTo>
                  <a:pt x="430000" y="66332"/>
                </a:lnTo>
                <a:lnTo>
                  <a:pt x="429392" y="65787"/>
                </a:lnTo>
                <a:lnTo>
                  <a:pt x="428772" y="65256"/>
                </a:lnTo>
                <a:lnTo>
                  <a:pt x="428139" y="64740"/>
                </a:lnTo>
                <a:lnTo>
                  <a:pt x="427495" y="64237"/>
                </a:lnTo>
                <a:lnTo>
                  <a:pt x="426838" y="63749"/>
                </a:lnTo>
                <a:lnTo>
                  <a:pt x="426170" y="63275"/>
                </a:lnTo>
                <a:lnTo>
                  <a:pt x="425489" y="62815"/>
                </a:lnTo>
                <a:lnTo>
                  <a:pt x="424797" y="62370"/>
                </a:lnTo>
                <a:lnTo>
                  <a:pt x="424092" y="61939"/>
                </a:lnTo>
                <a:lnTo>
                  <a:pt x="423375" y="61522"/>
                </a:lnTo>
                <a:lnTo>
                  <a:pt x="422647" y="61120"/>
                </a:lnTo>
                <a:lnTo>
                  <a:pt x="421906" y="60731"/>
                </a:lnTo>
                <a:lnTo>
                  <a:pt x="421153" y="60357"/>
                </a:lnTo>
                <a:lnTo>
                  <a:pt x="420388" y="59997"/>
                </a:lnTo>
                <a:lnTo>
                  <a:pt x="419611" y="59652"/>
                </a:lnTo>
                <a:lnTo>
                  <a:pt x="418820" y="59321"/>
                </a:lnTo>
                <a:lnTo>
                  <a:pt x="418015" y="59005"/>
                </a:lnTo>
                <a:lnTo>
                  <a:pt x="417198" y="58703"/>
                </a:lnTo>
                <a:lnTo>
                  <a:pt x="416366" y="58416"/>
                </a:lnTo>
                <a:lnTo>
                  <a:pt x="415522" y="58144"/>
                </a:lnTo>
                <a:lnTo>
                  <a:pt x="414664" y="57887"/>
                </a:lnTo>
                <a:lnTo>
                  <a:pt x="413793" y="57644"/>
                </a:lnTo>
                <a:lnTo>
                  <a:pt x="412908" y="57416"/>
                </a:lnTo>
                <a:lnTo>
                  <a:pt x="412010" y="57203"/>
                </a:lnTo>
                <a:lnTo>
                  <a:pt x="411099" y="57004"/>
                </a:lnTo>
                <a:lnTo>
                  <a:pt x="410174" y="56821"/>
                </a:lnTo>
                <a:lnTo>
                  <a:pt x="409236" y="56651"/>
                </a:lnTo>
                <a:lnTo>
                  <a:pt x="408284" y="56497"/>
                </a:lnTo>
                <a:lnTo>
                  <a:pt x="407319" y="56357"/>
                </a:lnTo>
                <a:lnTo>
                  <a:pt x="406341" y="56232"/>
                </a:lnTo>
                <a:lnTo>
                  <a:pt x="405349" y="56122"/>
                </a:lnTo>
                <a:lnTo>
                  <a:pt x="404344" y="56026"/>
                </a:lnTo>
                <a:lnTo>
                  <a:pt x="403325" y="55945"/>
                </a:lnTo>
                <a:lnTo>
                  <a:pt x="402293" y="55879"/>
                </a:lnTo>
                <a:lnTo>
                  <a:pt x="401248" y="55828"/>
                </a:lnTo>
                <a:lnTo>
                  <a:pt x="400190" y="55791"/>
                </a:lnTo>
                <a:lnTo>
                  <a:pt x="399118" y="55769"/>
                </a:lnTo>
                <a:lnTo>
                  <a:pt x="398032" y="55762"/>
                </a:lnTo>
                <a:lnTo>
                  <a:pt x="397219" y="55768"/>
                </a:lnTo>
                <a:lnTo>
                  <a:pt x="396408" y="55786"/>
                </a:lnTo>
                <a:lnTo>
                  <a:pt x="395599" y="55817"/>
                </a:lnTo>
                <a:lnTo>
                  <a:pt x="394792" y="55860"/>
                </a:lnTo>
                <a:lnTo>
                  <a:pt x="393986" y="55915"/>
                </a:lnTo>
                <a:lnTo>
                  <a:pt x="393182" y="55982"/>
                </a:lnTo>
                <a:lnTo>
                  <a:pt x="392380" y="56062"/>
                </a:lnTo>
                <a:lnTo>
                  <a:pt x="391579" y="56154"/>
                </a:lnTo>
                <a:lnTo>
                  <a:pt x="390781" y="56258"/>
                </a:lnTo>
                <a:lnTo>
                  <a:pt x="389984" y="56375"/>
                </a:lnTo>
                <a:lnTo>
                  <a:pt x="389189" y="56504"/>
                </a:lnTo>
                <a:lnTo>
                  <a:pt x="388396" y="56645"/>
                </a:lnTo>
                <a:lnTo>
                  <a:pt x="387605" y="56798"/>
                </a:lnTo>
                <a:lnTo>
                  <a:pt x="386815" y="56964"/>
                </a:lnTo>
                <a:lnTo>
                  <a:pt x="386027" y="57142"/>
                </a:lnTo>
                <a:lnTo>
                  <a:pt x="385241" y="57332"/>
                </a:lnTo>
                <a:lnTo>
                  <a:pt x="384457" y="57534"/>
                </a:lnTo>
                <a:lnTo>
                  <a:pt x="383674" y="57749"/>
                </a:lnTo>
                <a:lnTo>
                  <a:pt x="382893" y="57976"/>
                </a:lnTo>
                <a:lnTo>
                  <a:pt x="382115" y="58215"/>
                </a:lnTo>
                <a:lnTo>
                  <a:pt x="381337" y="58467"/>
                </a:lnTo>
                <a:lnTo>
                  <a:pt x="380562" y="58730"/>
                </a:lnTo>
                <a:lnTo>
                  <a:pt x="379788" y="59006"/>
                </a:lnTo>
                <a:lnTo>
                  <a:pt x="379017" y="59295"/>
                </a:lnTo>
                <a:lnTo>
                  <a:pt x="378249" y="59597"/>
                </a:lnTo>
                <a:lnTo>
                  <a:pt x="377488" y="59913"/>
                </a:lnTo>
                <a:lnTo>
                  <a:pt x="376734" y="60244"/>
                </a:lnTo>
                <a:lnTo>
                  <a:pt x="375987" y="60590"/>
                </a:lnTo>
                <a:lnTo>
                  <a:pt x="375246" y="60951"/>
                </a:lnTo>
                <a:lnTo>
                  <a:pt x="374512" y="61326"/>
                </a:lnTo>
                <a:lnTo>
                  <a:pt x="373784" y="61717"/>
                </a:lnTo>
                <a:lnTo>
                  <a:pt x="373064" y="62121"/>
                </a:lnTo>
                <a:lnTo>
                  <a:pt x="372350" y="62541"/>
                </a:lnTo>
                <a:lnTo>
                  <a:pt x="371642" y="62975"/>
                </a:lnTo>
                <a:lnTo>
                  <a:pt x="370942" y="63424"/>
                </a:lnTo>
                <a:lnTo>
                  <a:pt x="370248" y="63888"/>
                </a:lnTo>
                <a:lnTo>
                  <a:pt x="369560" y="64367"/>
                </a:lnTo>
                <a:lnTo>
                  <a:pt x="368880" y="64860"/>
                </a:lnTo>
                <a:lnTo>
                  <a:pt x="368206" y="65368"/>
                </a:lnTo>
                <a:lnTo>
                  <a:pt x="367539" y="65890"/>
                </a:lnTo>
                <a:lnTo>
                  <a:pt x="366878" y="66428"/>
                </a:lnTo>
                <a:lnTo>
                  <a:pt x="366225" y="66980"/>
                </a:lnTo>
                <a:lnTo>
                  <a:pt x="365578" y="67546"/>
                </a:lnTo>
                <a:lnTo>
                  <a:pt x="364937" y="68128"/>
                </a:lnTo>
                <a:lnTo>
                  <a:pt x="364303" y="68724"/>
                </a:lnTo>
                <a:lnTo>
                  <a:pt x="363676" y="69335"/>
                </a:lnTo>
                <a:lnTo>
                  <a:pt x="363056" y="69961"/>
                </a:lnTo>
                <a:lnTo>
                  <a:pt x="362442" y="70601"/>
                </a:lnTo>
                <a:lnTo>
                  <a:pt x="361837" y="71258"/>
                </a:lnTo>
                <a:lnTo>
                  <a:pt x="361243" y="71931"/>
                </a:lnTo>
                <a:lnTo>
                  <a:pt x="360659" y="72622"/>
                </a:lnTo>
                <a:lnTo>
                  <a:pt x="360085" y="73330"/>
                </a:lnTo>
                <a:lnTo>
                  <a:pt x="359522" y="74055"/>
                </a:lnTo>
                <a:lnTo>
                  <a:pt x="358969" y="74797"/>
                </a:lnTo>
                <a:lnTo>
                  <a:pt x="358427" y="75556"/>
                </a:lnTo>
                <a:lnTo>
                  <a:pt x="357896" y="76333"/>
                </a:lnTo>
                <a:lnTo>
                  <a:pt x="357374" y="77127"/>
                </a:lnTo>
                <a:lnTo>
                  <a:pt x="356864" y="77938"/>
                </a:lnTo>
                <a:lnTo>
                  <a:pt x="356363" y="78766"/>
                </a:lnTo>
                <a:lnTo>
                  <a:pt x="355874" y="79611"/>
                </a:lnTo>
                <a:lnTo>
                  <a:pt x="355394" y="80474"/>
                </a:lnTo>
                <a:lnTo>
                  <a:pt x="354926" y="81353"/>
                </a:lnTo>
                <a:lnTo>
                  <a:pt x="354467" y="82250"/>
                </a:lnTo>
                <a:lnTo>
                  <a:pt x="354020" y="83164"/>
                </a:lnTo>
                <a:lnTo>
                  <a:pt x="353582" y="84095"/>
                </a:lnTo>
                <a:lnTo>
                  <a:pt x="353156" y="85044"/>
                </a:lnTo>
                <a:lnTo>
                  <a:pt x="352739" y="86009"/>
                </a:lnTo>
                <a:lnTo>
                  <a:pt x="352333" y="86992"/>
                </a:lnTo>
                <a:lnTo>
                  <a:pt x="351938" y="87992"/>
                </a:lnTo>
                <a:lnTo>
                  <a:pt x="351553" y="89009"/>
                </a:lnTo>
                <a:lnTo>
                  <a:pt x="351179" y="90043"/>
                </a:lnTo>
                <a:lnTo>
                  <a:pt x="350815" y="91094"/>
                </a:lnTo>
                <a:lnTo>
                  <a:pt x="350464" y="92164"/>
                </a:lnTo>
                <a:lnTo>
                  <a:pt x="350127" y="93254"/>
                </a:lnTo>
                <a:lnTo>
                  <a:pt x="349806" y="94363"/>
                </a:lnTo>
                <a:lnTo>
                  <a:pt x="349500" y="95491"/>
                </a:lnTo>
                <a:lnTo>
                  <a:pt x="349208" y="96640"/>
                </a:lnTo>
                <a:lnTo>
                  <a:pt x="348932" y="97808"/>
                </a:lnTo>
                <a:lnTo>
                  <a:pt x="348670" y="98995"/>
                </a:lnTo>
                <a:lnTo>
                  <a:pt x="348424" y="100202"/>
                </a:lnTo>
                <a:lnTo>
                  <a:pt x="348192" y="101429"/>
                </a:lnTo>
                <a:lnTo>
                  <a:pt x="347975" y="102676"/>
                </a:lnTo>
                <a:lnTo>
                  <a:pt x="347773" y="103942"/>
                </a:lnTo>
                <a:lnTo>
                  <a:pt x="347587" y="105227"/>
                </a:lnTo>
                <a:lnTo>
                  <a:pt x="347415" y="106533"/>
                </a:lnTo>
                <a:lnTo>
                  <a:pt x="347258" y="107858"/>
                </a:lnTo>
                <a:lnTo>
                  <a:pt x="347116" y="109202"/>
                </a:lnTo>
                <a:lnTo>
                  <a:pt x="346989" y="110567"/>
                </a:lnTo>
                <a:lnTo>
                  <a:pt x="346877" y="111950"/>
                </a:lnTo>
                <a:lnTo>
                  <a:pt x="346780" y="113354"/>
                </a:lnTo>
                <a:lnTo>
                  <a:pt x="346697" y="114777"/>
                </a:lnTo>
                <a:lnTo>
                  <a:pt x="346630" y="116220"/>
                </a:lnTo>
                <a:lnTo>
                  <a:pt x="346578" y="117682"/>
                </a:lnTo>
                <a:lnTo>
                  <a:pt x="346540" y="119164"/>
                </a:lnTo>
                <a:lnTo>
                  <a:pt x="346518" y="120666"/>
                </a:lnTo>
                <a:lnTo>
                  <a:pt x="346511" y="122187"/>
                </a:lnTo>
                <a:lnTo>
                  <a:pt x="346511" y="137862"/>
                </a:lnTo>
                <a:lnTo>
                  <a:pt x="346517" y="139182"/>
                </a:lnTo>
                <a:lnTo>
                  <a:pt x="346536" y="140488"/>
                </a:lnTo>
                <a:lnTo>
                  <a:pt x="346569" y="141779"/>
                </a:lnTo>
                <a:lnTo>
                  <a:pt x="346614" y="143055"/>
                </a:lnTo>
                <a:lnTo>
                  <a:pt x="346672" y="144316"/>
                </a:lnTo>
                <a:lnTo>
                  <a:pt x="346743" y="145563"/>
                </a:lnTo>
                <a:lnTo>
                  <a:pt x="346828" y="146795"/>
                </a:lnTo>
                <a:lnTo>
                  <a:pt x="346925" y="148012"/>
                </a:lnTo>
                <a:lnTo>
                  <a:pt x="347035" y="149215"/>
                </a:lnTo>
                <a:lnTo>
                  <a:pt x="347157" y="150402"/>
                </a:lnTo>
                <a:lnTo>
                  <a:pt x="347293" y="151576"/>
                </a:lnTo>
                <a:lnTo>
                  <a:pt x="347442" y="152734"/>
                </a:lnTo>
                <a:lnTo>
                  <a:pt x="347604" y="153878"/>
                </a:lnTo>
                <a:lnTo>
                  <a:pt x="347778" y="155006"/>
                </a:lnTo>
                <a:lnTo>
                  <a:pt x="347966" y="156121"/>
                </a:lnTo>
                <a:lnTo>
                  <a:pt x="348167" y="157220"/>
                </a:lnTo>
                <a:lnTo>
                  <a:pt x="348380" y="158305"/>
                </a:lnTo>
                <a:lnTo>
                  <a:pt x="348606" y="159375"/>
                </a:lnTo>
                <a:lnTo>
                  <a:pt x="348846" y="160430"/>
                </a:lnTo>
                <a:lnTo>
                  <a:pt x="349098" y="161471"/>
                </a:lnTo>
                <a:lnTo>
                  <a:pt x="349363" y="162497"/>
                </a:lnTo>
                <a:lnTo>
                  <a:pt x="349641" y="163508"/>
                </a:lnTo>
                <a:lnTo>
                  <a:pt x="349933" y="164504"/>
                </a:lnTo>
                <a:lnTo>
                  <a:pt x="350237" y="165486"/>
                </a:lnTo>
                <a:lnTo>
                  <a:pt x="350553" y="166453"/>
                </a:lnTo>
                <a:lnTo>
                  <a:pt x="350881" y="167406"/>
                </a:lnTo>
                <a:lnTo>
                  <a:pt x="351220" y="168346"/>
                </a:lnTo>
                <a:lnTo>
                  <a:pt x="351571" y="169271"/>
                </a:lnTo>
                <a:lnTo>
                  <a:pt x="351934" y="170182"/>
                </a:lnTo>
                <a:lnTo>
                  <a:pt x="352308" y="171079"/>
                </a:lnTo>
                <a:lnTo>
                  <a:pt x="352694" y="171962"/>
                </a:lnTo>
                <a:lnTo>
                  <a:pt x="353092" y="172831"/>
                </a:lnTo>
                <a:lnTo>
                  <a:pt x="353501" y="173686"/>
                </a:lnTo>
                <a:lnTo>
                  <a:pt x="353922" y="174526"/>
                </a:lnTo>
                <a:lnTo>
                  <a:pt x="354354" y="175353"/>
                </a:lnTo>
                <a:lnTo>
                  <a:pt x="354798" y="176166"/>
                </a:lnTo>
                <a:lnTo>
                  <a:pt x="355253" y="176965"/>
                </a:lnTo>
                <a:lnTo>
                  <a:pt x="355720" y="177749"/>
                </a:lnTo>
                <a:lnTo>
                  <a:pt x="356199" y="178520"/>
                </a:lnTo>
                <a:lnTo>
                  <a:pt x="356689" y="179276"/>
                </a:lnTo>
                <a:lnTo>
                  <a:pt x="357191" y="180019"/>
                </a:lnTo>
                <a:lnTo>
                  <a:pt x="357705" y="180747"/>
                </a:lnTo>
                <a:lnTo>
                  <a:pt x="358230" y="181462"/>
                </a:lnTo>
                <a:lnTo>
                  <a:pt x="358766" y="182162"/>
                </a:lnTo>
                <a:lnTo>
                  <a:pt x="359315" y="182848"/>
                </a:lnTo>
                <a:lnTo>
                  <a:pt x="359875" y="183520"/>
                </a:lnTo>
                <a:lnTo>
                  <a:pt x="360446" y="184178"/>
                </a:lnTo>
                <a:lnTo>
                  <a:pt x="361029" y="184822"/>
                </a:lnTo>
                <a:lnTo>
                  <a:pt x="361623" y="185453"/>
                </a:lnTo>
                <a:lnTo>
                  <a:pt x="362227" y="186069"/>
                </a:lnTo>
                <a:lnTo>
                  <a:pt x="362842" y="186672"/>
                </a:lnTo>
                <a:lnTo>
                  <a:pt x="363467" y="187262"/>
                </a:lnTo>
                <a:lnTo>
                  <a:pt x="364102" y="187838"/>
                </a:lnTo>
                <a:lnTo>
                  <a:pt x="364747" y="188400"/>
                </a:lnTo>
                <a:lnTo>
                  <a:pt x="365403" y="188949"/>
                </a:lnTo>
                <a:lnTo>
                  <a:pt x="366068" y="189484"/>
                </a:lnTo>
                <a:lnTo>
                  <a:pt x="366745" y="190005"/>
                </a:lnTo>
                <a:lnTo>
                  <a:pt x="367431" y="190513"/>
                </a:lnTo>
                <a:lnTo>
                  <a:pt x="368128" y="191007"/>
                </a:lnTo>
                <a:lnTo>
                  <a:pt x="368834" y="191488"/>
                </a:lnTo>
                <a:lnTo>
                  <a:pt x="369552" y="191955"/>
                </a:lnTo>
                <a:lnTo>
                  <a:pt x="370279" y="192408"/>
                </a:lnTo>
                <a:lnTo>
                  <a:pt x="371017" y="192848"/>
                </a:lnTo>
                <a:lnTo>
                  <a:pt x="371765" y="193274"/>
                </a:lnTo>
                <a:lnTo>
                  <a:pt x="372523" y="193686"/>
                </a:lnTo>
                <a:lnTo>
                  <a:pt x="373291" y="194085"/>
                </a:lnTo>
                <a:lnTo>
                  <a:pt x="374070" y="194471"/>
                </a:lnTo>
                <a:lnTo>
                  <a:pt x="374859" y="194842"/>
                </a:lnTo>
                <a:lnTo>
                  <a:pt x="375658" y="195200"/>
                </a:lnTo>
                <a:lnTo>
                  <a:pt x="376468" y="195545"/>
                </a:lnTo>
                <a:lnTo>
                  <a:pt x="377287" y="195876"/>
                </a:lnTo>
                <a:lnTo>
                  <a:pt x="378117" y="196193"/>
                </a:lnTo>
                <a:lnTo>
                  <a:pt x="378957" y="196497"/>
                </a:lnTo>
                <a:lnTo>
                  <a:pt x="379805" y="196788"/>
                </a:lnTo>
                <a:lnTo>
                  <a:pt x="380661" y="197066"/>
                </a:lnTo>
                <a:lnTo>
                  <a:pt x="381526" y="197332"/>
                </a:lnTo>
                <a:lnTo>
                  <a:pt x="382399" y="197584"/>
                </a:lnTo>
                <a:lnTo>
                  <a:pt x="383281" y="197823"/>
                </a:lnTo>
                <a:lnTo>
                  <a:pt x="384171" y="198050"/>
                </a:lnTo>
                <a:lnTo>
                  <a:pt x="385070" y="198263"/>
                </a:lnTo>
                <a:lnTo>
                  <a:pt x="385977" y="198464"/>
                </a:lnTo>
                <a:lnTo>
                  <a:pt x="386893" y="198651"/>
                </a:lnTo>
                <a:lnTo>
                  <a:pt x="387817" y="198826"/>
                </a:lnTo>
                <a:lnTo>
                  <a:pt x="388749" y="198988"/>
                </a:lnTo>
                <a:lnTo>
                  <a:pt x="389690" y="199136"/>
                </a:lnTo>
                <a:lnTo>
                  <a:pt x="390640" y="199272"/>
                </a:lnTo>
                <a:lnTo>
                  <a:pt x="391598" y="199395"/>
                </a:lnTo>
                <a:lnTo>
                  <a:pt x="392564" y="199505"/>
                </a:lnTo>
                <a:lnTo>
                  <a:pt x="393539" y="199602"/>
                </a:lnTo>
                <a:lnTo>
                  <a:pt x="394523" y="199686"/>
                </a:lnTo>
                <a:lnTo>
                  <a:pt x="395515" y="199757"/>
                </a:lnTo>
                <a:lnTo>
                  <a:pt x="396515" y="199816"/>
                </a:lnTo>
                <a:lnTo>
                  <a:pt x="397524" y="199861"/>
                </a:lnTo>
                <a:lnTo>
                  <a:pt x="398542" y="199893"/>
                </a:lnTo>
                <a:lnTo>
                  <a:pt x="399567" y="199913"/>
                </a:lnTo>
                <a:lnTo>
                  <a:pt x="400602" y="199919"/>
                </a:lnTo>
                <a:lnTo>
                  <a:pt x="401602" y="199914"/>
                </a:lnTo>
                <a:lnTo>
                  <a:pt x="402591" y="199898"/>
                </a:lnTo>
                <a:lnTo>
                  <a:pt x="403568" y="199872"/>
                </a:lnTo>
                <a:lnTo>
                  <a:pt x="404533" y="199835"/>
                </a:lnTo>
                <a:lnTo>
                  <a:pt x="405486" y="199788"/>
                </a:lnTo>
                <a:lnTo>
                  <a:pt x="406428" y="199731"/>
                </a:lnTo>
                <a:lnTo>
                  <a:pt x="407357" y="199662"/>
                </a:lnTo>
                <a:lnTo>
                  <a:pt x="408275" y="199584"/>
                </a:lnTo>
                <a:lnTo>
                  <a:pt x="409181" y="199495"/>
                </a:lnTo>
                <a:lnTo>
                  <a:pt x="410075" y="199395"/>
                </a:lnTo>
                <a:lnTo>
                  <a:pt x="410958" y="199285"/>
                </a:lnTo>
                <a:lnTo>
                  <a:pt x="411828" y="199164"/>
                </a:lnTo>
                <a:lnTo>
                  <a:pt x="412687" y="199033"/>
                </a:lnTo>
                <a:lnTo>
                  <a:pt x="413534" y="198892"/>
                </a:lnTo>
                <a:lnTo>
                  <a:pt x="414369" y="198740"/>
                </a:lnTo>
                <a:lnTo>
                  <a:pt x="415192" y="198577"/>
                </a:lnTo>
                <a:lnTo>
                  <a:pt x="416003" y="198404"/>
                </a:lnTo>
                <a:lnTo>
                  <a:pt x="416803" y="198221"/>
                </a:lnTo>
                <a:lnTo>
                  <a:pt x="417590" y="198027"/>
                </a:lnTo>
                <a:lnTo>
                  <a:pt x="418366" y="197822"/>
                </a:lnTo>
                <a:lnTo>
                  <a:pt x="419130" y="197608"/>
                </a:lnTo>
                <a:lnTo>
                  <a:pt x="419883" y="197382"/>
                </a:lnTo>
                <a:lnTo>
                  <a:pt x="420623" y="197146"/>
                </a:lnTo>
                <a:lnTo>
                  <a:pt x="421352" y="196900"/>
                </a:lnTo>
                <a:lnTo>
                  <a:pt x="422070" y="196645"/>
                </a:lnTo>
                <a:lnTo>
                  <a:pt x="422778" y="196384"/>
                </a:lnTo>
                <a:lnTo>
                  <a:pt x="423478" y="196117"/>
                </a:lnTo>
                <a:lnTo>
                  <a:pt x="424168" y="195843"/>
                </a:lnTo>
                <a:lnTo>
                  <a:pt x="424848" y="195564"/>
                </a:lnTo>
                <a:lnTo>
                  <a:pt x="425519" y="195278"/>
                </a:lnTo>
                <a:lnTo>
                  <a:pt x="426181" y="194986"/>
                </a:lnTo>
                <a:lnTo>
                  <a:pt x="426834" y="194687"/>
                </a:lnTo>
                <a:lnTo>
                  <a:pt x="427477" y="194382"/>
                </a:lnTo>
                <a:lnTo>
                  <a:pt x="428111" y="194071"/>
                </a:lnTo>
                <a:lnTo>
                  <a:pt x="428735" y="193754"/>
                </a:lnTo>
                <a:lnTo>
                  <a:pt x="429350" y="193431"/>
                </a:lnTo>
                <a:lnTo>
                  <a:pt x="429955" y="193101"/>
                </a:lnTo>
                <a:lnTo>
                  <a:pt x="430552" y="192765"/>
                </a:lnTo>
                <a:lnTo>
                  <a:pt x="431139" y="192423"/>
                </a:lnTo>
                <a:lnTo>
                  <a:pt x="431716" y="192075"/>
                </a:lnTo>
                <a:lnTo>
                  <a:pt x="432284" y="191720"/>
                </a:lnTo>
                <a:lnTo>
                  <a:pt x="432843" y="191359"/>
                </a:lnTo>
                <a:lnTo>
                  <a:pt x="433392" y="190992"/>
                </a:lnTo>
                <a:lnTo>
                  <a:pt x="433932" y="190618"/>
                </a:lnTo>
                <a:lnTo>
                  <a:pt x="434463" y="190239"/>
                </a:lnTo>
                <a:lnTo>
                  <a:pt x="434984" y="189853"/>
                </a:lnTo>
                <a:lnTo>
                  <a:pt x="435496" y="189461"/>
                </a:lnTo>
                <a:lnTo>
                  <a:pt x="435999" y="189062"/>
                </a:lnTo>
                <a:lnTo>
                  <a:pt x="436493" y="188660"/>
                </a:lnTo>
                <a:lnTo>
                  <a:pt x="436979" y="188256"/>
                </a:lnTo>
                <a:lnTo>
                  <a:pt x="437457" y="187851"/>
                </a:lnTo>
                <a:lnTo>
                  <a:pt x="437928" y="187444"/>
                </a:lnTo>
                <a:lnTo>
                  <a:pt x="438391" y="187035"/>
                </a:lnTo>
                <a:lnTo>
                  <a:pt x="438846" y="186625"/>
                </a:lnTo>
                <a:lnTo>
                  <a:pt x="439293" y="186214"/>
                </a:lnTo>
                <a:lnTo>
                  <a:pt x="439732" y="185800"/>
                </a:lnTo>
                <a:lnTo>
                  <a:pt x="440163" y="185386"/>
                </a:lnTo>
                <a:lnTo>
                  <a:pt x="440587" y="184969"/>
                </a:lnTo>
                <a:lnTo>
                  <a:pt x="441003" y="184551"/>
                </a:lnTo>
                <a:lnTo>
                  <a:pt x="441411" y="184132"/>
                </a:lnTo>
                <a:lnTo>
                  <a:pt x="441811" y="183711"/>
                </a:lnTo>
                <a:lnTo>
                  <a:pt x="442204" y="183288"/>
                </a:lnTo>
                <a:lnTo>
                  <a:pt x="442589" y="182864"/>
                </a:lnTo>
                <a:lnTo>
                  <a:pt x="442965" y="182438"/>
                </a:lnTo>
                <a:lnTo>
                  <a:pt x="443334" y="182011"/>
                </a:lnTo>
                <a:lnTo>
                  <a:pt x="443696" y="181582"/>
                </a:lnTo>
                <a:lnTo>
                  <a:pt x="444049" y="181152"/>
                </a:lnTo>
                <a:lnTo>
                  <a:pt x="444395" y="180720"/>
                </a:lnTo>
                <a:lnTo>
                  <a:pt x="444733" y="180286"/>
                </a:lnTo>
                <a:lnTo>
                  <a:pt x="445063" y="179851"/>
                </a:lnTo>
                <a:lnTo>
                  <a:pt x="445385" y="179415"/>
                </a:lnTo>
                <a:lnTo>
                  <a:pt x="445699" y="178977"/>
                </a:lnTo>
                <a:lnTo>
                  <a:pt x="433750" y="164715"/>
                </a:lnTo>
                <a:lnTo>
                  <a:pt x="433287" y="165289"/>
                </a:lnTo>
                <a:lnTo>
                  <a:pt x="432816" y="165854"/>
                </a:lnTo>
                <a:lnTo>
                  <a:pt x="432339" y="166410"/>
                </a:lnTo>
                <a:lnTo>
                  <a:pt x="431855" y="166958"/>
                </a:lnTo>
                <a:lnTo>
                  <a:pt x="431365" y="167497"/>
                </a:lnTo>
                <a:lnTo>
                  <a:pt x="430868" y="168027"/>
                </a:lnTo>
                <a:lnTo>
                  <a:pt x="430364" y="168549"/>
                </a:lnTo>
                <a:lnTo>
                  <a:pt x="429853" y="169062"/>
                </a:lnTo>
                <a:lnTo>
                  <a:pt x="429336" y="169566"/>
                </a:lnTo>
                <a:lnTo>
                  <a:pt x="428812" y="170062"/>
                </a:lnTo>
                <a:lnTo>
                  <a:pt x="428281" y="170549"/>
                </a:lnTo>
                <a:lnTo>
                  <a:pt x="427744" y="171027"/>
                </a:lnTo>
                <a:lnTo>
                  <a:pt x="427200" y="171496"/>
                </a:lnTo>
                <a:lnTo>
                  <a:pt x="426649" y="171957"/>
                </a:lnTo>
                <a:lnTo>
                  <a:pt x="426092" y="172409"/>
                </a:lnTo>
                <a:lnTo>
                  <a:pt x="425527" y="172852"/>
                </a:lnTo>
                <a:lnTo>
                  <a:pt x="424957" y="173287"/>
                </a:lnTo>
                <a:lnTo>
                  <a:pt x="424379" y="173713"/>
                </a:lnTo>
                <a:lnTo>
                  <a:pt x="423795" y="174130"/>
                </a:lnTo>
                <a:lnTo>
                  <a:pt x="423204" y="174539"/>
                </a:lnTo>
                <a:lnTo>
                  <a:pt x="422606" y="174938"/>
                </a:lnTo>
                <a:lnTo>
                  <a:pt x="422002" y="175329"/>
                </a:lnTo>
                <a:lnTo>
                  <a:pt x="421391" y="175712"/>
                </a:lnTo>
                <a:lnTo>
                  <a:pt x="420774" y="176086"/>
                </a:lnTo>
                <a:lnTo>
                  <a:pt x="420146" y="176447"/>
                </a:lnTo>
                <a:lnTo>
                  <a:pt x="419504" y="176794"/>
                </a:lnTo>
                <a:lnTo>
                  <a:pt x="418848" y="177125"/>
                </a:lnTo>
                <a:lnTo>
                  <a:pt x="418179" y="177440"/>
                </a:lnTo>
                <a:lnTo>
                  <a:pt x="417496" y="177740"/>
                </a:lnTo>
                <a:lnTo>
                  <a:pt x="416799" y="178025"/>
                </a:lnTo>
                <a:lnTo>
                  <a:pt x="416088" y="178294"/>
                </a:lnTo>
                <a:lnTo>
                  <a:pt x="415363" y="178548"/>
                </a:lnTo>
                <a:lnTo>
                  <a:pt x="414624" y="178787"/>
                </a:lnTo>
                <a:lnTo>
                  <a:pt x="413872" y="179010"/>
                </a:lnTo>
                <a:lnTo>
                  <a:pt x="413106" y="179218"/>
                </a:lnTo>
                <a:lnTo>
                  <a:pt x="412326" y="179410"/>
                </a:lnTo>
                <a:lnTo>
                  <a:pt x="411532" y="179587"/>
                </a:lnTo>
                <a:lnTo>
                  <a:pt x="410724" y="179749"/>
                </a:lnTo>
                <a:lnTo>
                  <a:pt x="409903" y="179895"/>
                </a:lnTo>
                <a:lnTo>
                  <a:pt x="409067" y="180026"/>
                </a:lnTo>
                <a:lnTo>
                  <a:pt x="408218" y="180141"/>
                </a:lnTo>
                <a:lnTo>
                  <a:pt x="407355" y="180241"/>
                </a:lnTo>
                <a:lnTo>
                  <a:pt x="406478" y="180326"/>
                </a:lnTo>
                <a:lnTo>
                  <a:pt x="405588" y="180395"/>
                </a:lnTo>
                <a:lnTo>
                  <a:pt x="404683" y="180449"/>
                </a:lnTo>
                <a:lnTo>
                  <a:pt x="403765" y="180488"/>
                </a:lnTo>
                <a:lnTo>
                  <a:pt x="402833" y="180511"/>
                </a:lnTo>
                <a:lnTo>
                  <a:pt x="401887" y="180518"/>
                </a:lnTo>
                <a:lnTo>
                  <a:pt x="401237" y="180514"/>
                </a:lnTo>
                <a:lnTo>
                  <a:pt x="400592" y="180501"/>
                </a:lnTo>
                <a:lnTo>
                  <a:pt x="399954" y="180479"/>
                </a:lnTo>
                <a:lnTo>
                  <a:pt x="399322" y="180449"/>
                </a:lnTo>
                <a:lnTo>
                  <a:pt x="398696" y="180410"/>
                </a:lnTo>
                <a:lnTo>
                  <a:pt x="398076" y="180362"/>
                </a:lnTo>
                <a:lnTo>
                  <a:pt x="397462" y="180305"/>
                </a:lnTo>
                <a:lnTo>
                  <a:pt x="396854" y="180240"/>
                </a:lnTo>
                <a:lnTo>
                  <a:pt x="396252" y="180166"/>
                </a:lnTo>
                <a:lnTo>
                  <a:pt x="395657" y="180083"/>
                </a:lnTo>
                <a:lnTo>
                  <a:pt x="395067" y="179992"/>
                </a:lnTo>
                <a:lnTo>
                  <a:pt x="394483" y="179892"/>
                </a:lnTo>
                <a:lnTo>
                  <a:pt x="393905" y="179783"/>
                </a:lnTo>
                <a:lnTo>
                  <a:pt x="393333" y="179666"/>
                </a:lnTo>
                <a:lnTo>
                  <a:pt x="392767" y="179540"/>
                </a:lnTo>
                <a:lnTo>
                  <a:pt x="392208" y="179405"/>
                </a:lnTo>
                <a:lnTo>
                  <a:pt x="391654" y="179261"/>
                </a:lnTo>
                <a:lnTo>
                  <a:pt x="391106" y="179109"/>
                </a:lnTo>
                <a:lnTo>
                  <a:pt x="390564" y="178948"/>
                </a:lnTo>
                <a:lnTo>
                  <a:pt x="390029" y="178778"/>
                </a:lnTo>
                <a:lnTo>
                  <a:pt x="389499" y="178600"/>
                </a:lnTo>
                <a:lnTo>
                  <a:pt x="388975" y="178413"/>
                </a:lnTo>
                <a:lnTo>
                  <a:pt x="388458" y="178217"/>
                </a:lnTo>
                <a:lnTo>
                  <a:pt x="387946" y="178013"/>
                </a:lnTo>
                <a:lnTo>
                  <a:pt x="387441" y="177799"/>
                </a:lnTo>
                <a:lnTo>
                  <a:pt x="386942" y="177577"/>
                </a:lnTo>
                <a:lnTo>
                  <a:pt x="386451" y="177344"/>
                </a:lnTo>
                <a:lnTo>
                  <a:pt x="385965" y="177103"/>
                </a:lnTo>
                <a:lnTo>
                  <a:pt x="385487" y="176852"/>
                </a:lnTo>
                <a:lnTo>
                  <a:pt x="385015" y="176592"/>
                </a:lnTo>
                <a:lnTo>
                  <a:pt x="384550" y="176322"/>
                </a:lnTo>
                <a:lnTo>
                  <a:pt x="384092" y="176043"/>
                </a:lnTo>
                <a:lnTo>
                  <a:pt x="383640" y="175754"/>
                </a:lnTo>
                <a:lnTo>
                  <a:pt x="383195" y="175457"/>
                </a:lnTo>
                <a:lnTo>
                  <a:pt x="382757" y="175149"/>
                </a:lnTo>
                <a:lnTo>
                  <a:pt x="382325" y="174833"/>
                </a:lnTo>
                <a:lnTo>
                  <a:pt x="381900" y="174507"/>
                </a:lnTo>
                <a:lnTo>
                  <a:pt x="381482" y="174172"/>
                </a:lnTo>
                <a:lnTo>
                  <a:pt x="381070" y="173827"/>
                </a:lnTo>
                <a:lnTo>
                  <a:pt x="380666" y="173473"/>
                </a:lnTo>
                <a:lnTo>
                  <a:pt x="380267" y="173110"/>
                </a:lnTo>
                <a:lnTo>
                  <a:pt x="379876" y="172737"/>
                </a:lnTo>
                <a:lnTo>
                  <a:pt x="379491" y="172355"/>
                </a:lnTo>
                <a:lnTo>
                  <a:pt x="379113" y="171964"/>
                </a:lnTo>
                <a:lnTo>
                  <a:pt x="378742" y="171563"/>
                </a:lnTo>
                <a:lnTo>
                  <a:pt x="378377" y="171152"/>
                </a:lnTo>
                <a:lnTo>
                  <a:pt x="378019" y="170733"/>
                </a:lnTo>
                <a:lnTo>
                  <a:pt x="377668" y="170304"/>
                </a:lnTo>
                <a:lnTo>
                  <a:pt x="377323" y="169865"/>
                </a:lnTo>
                <a:lnTo>
                  <a:pt x="376986" y="169417"/>
                </a:lnTo>
                <a:lnTo>
                  <a:pt x="376656" y="168959"/>
                </a:lnTo>
                <a:lnTo>
                  <a:pt x="376333" y="168491"/>
                </a:lnTo>
                <a:lnTo>
                  <a:pt x="376017" y="168013"/>
                </a:lnTo>
                <a:lnTo>
                  <a:pt x="375708" y="167525"/>
                </a:lnTo>
                <a:lnTo>
                  <a:pt x="375407" y="167028"/>
                </a:lnTo>
                <a:lnTo>
                  <a:pt x="375112" y="166521"/>
                </a:lnTo>
                <a:lnTo>
                  <a:pt x="374825" y="166004"/>
                </a:lnTo>
                <a:lnTo>
                  <a:pt x="374545" y="165477"/>
                </a:lnTo>
                <a:lnTo>
                  <a:pt x="374272" y="164940"/>
                </a:lnTo>
                <a:lnTo>
                  <a:pt x="374006" y="164394"/>
                </a:lnTo>
                <a:lnTo>
                  <a:pt x="373747" y="163837"/>
                </a:lnTo>
                <a:lnTo>
                  <a:pt x="373496" y="163271"/>
                </a:lnTo>
                <a:lnTo>
                  <a:pt x="373251" y="162695"/>
                </a:lnTo>
                <a:lnTo>
                  <a:pt x="373014" y="162110"/>
                </a:lnTo>
                <a:lnTo>
                  <a:pt x="372784" y="161514"/>
                </a:lnTo>
                <a:lnTo>
                  <a:pt x="372560" y="160909"/>
                </a:lnTo>
                <a:lnTo>
                  <a:pt x="372345" y="160293"/>
                </a:lnTo>
                <a:lnTo>
                  <a:pt x="372136" y="159668"/>
                </a:lnTo>
                <a:lnTo>
                  <a:pt x="371934" y="159034"/>
                </a:lnTo>
                <a:lnTo>
                  <a:pt x="371740" y="158389"/>
                </a:lnTo>
                <a:lnTo>
                  <a:pt x="371552" y="157734"/>
                </a:lnTo>
                <a:lnTo>
                  <a:pt x="371372" y="157070"/>
                </a:lnTo>
                <a:lnTo>
                  <a:pt x="371199" y="156396"/>
                </a:lnTo>
                <a:lnTo>
                  <a:pt x="371033" y="155710"/>
                </a:lnTo>
                <a:lnTo>
                  <a:pt x="370875" y="155013"/>
                </a:lnTo>
                <a:lnTo>
                  <a:pt x="370724" y="154306"/>
                </a:lnTo>
                <a:lnTo>
                  <a:pt x="370581" y="153588"/>
                </a:lnTo>
                <a:lnTo>
                  <a:pt x="370444" y="152858"/>
                </a:lnTo>
                <a:lnTo>
                  <a:pt x="370316" y="152118"/>
                </a:lnTo>
                <a:lnTo>
                  <a:pt x="370194" y="151367"/>
                </a:lnTo>
                <a:lnTo>
                  <a:pt x="370080" y="150605"/>
                </a:lnTo>
                <a:lnTo>
                  <a:pt x="369973" y="149832"/>
                </a:lnTo>
                <a:lnTo>
                  <a:pt x="369874" y="149048"/>
                </a:lnTo>
                <a:lnTo>
                  <a:pt x="369782" y="148253"/>
                </a:lnTo>
                <a:lnTo>
                  <a:pt x="369697" y="147447"/>
                </a:lnTo>
                <a:lnTo>
                  <a:pt x="369620" y="146631"/>
                </a:lnTo>
                <a:lnTo>
                  <a:pt x="369550" y="145803"/>
                </a:lnTo>
                <a:lnTo>
                  <a:pt x="369488" y="144964"/>
                </a:lnTo>
                <a:lnTo>
                  <a:pt x="369432" y="144115"/>
                </a:lnTo>
                <a:lnTo>
                  <a:pt x="369385" y="143254"/>
                </a:lnTo>
                <a:lnTo>
                  <a:pt x="369344" y="142383"/>
                </a:lnTo>
                <a:lnTo>
                  <a:pt x="369311" y="141501"/>
                </a:lnTo>
                <a:lnTo>
                  <a:pt x="369285" y="140607"/>
                </a:lnTo>
                <a:lnTo>
                  <a:pt x="369267" y="139703"/>
                </a:lnTo>
                <a:lnTo>
                  <a:pt x="369256" y="138788"/>
                </a:lnTo>
                <a:lnTo>
                  <a:pt x="369252" y="137862"/>
                </a:lnTo>
                <a:lnTo>
                  <a:pt x="369252" y="134393"/>
                </a:lnTo>
                <a:lnTo>
                  <a:pt x="446727" y="134393"/>
                </a:lnTo>
                <a:lnTo>
                  <a:pt x="446727" y="121179"/>
                </a:lnTo>
                <a:lnTo>
                  <a:pt x="446722" y="119860"/>
                </a:lnTo>
                <a:lnTo>
                  <a:pt x="446708" y="118555"/>
                </a:lnTo>
                <a:lnTo>
                  <a:pt x="446684" y="117261"/>
                </a:lnTo>
                <a:close/>
                <a:moveTo>
                  <a:pt x="369697" y="110375"/>
                </a:moveTo>
                <a:lnTo>
                  <a:pt x="369782" y="109403"/>
                </a:lnTo>
                <a:lnTo>
                  <a:pt x="369874" y="108448"/>
                </a:lnTo>
                <a:lnTo>
                  <a:pt x="369973" y="107510"/>
                </a:lnTo>
                <a:lnTo>
                  <a:pt x="370080" y="106589"/>
                </a:lnTo>
                <a:lnTo>
                  <a:pt x="370194" y="105684"/>
                </a:lnTo>
                <a:lnTo>
                  <a:pt x="370316" y="104797"/>
                </a:lnTo>
                <a:lnTo>
                  <a:pt x="370444" y="103927"/>
                </a:lnTo>
                <a:lnTo>
                  <a:pt x="370581" y="103073"/>
                </a:lnTo>
                <a:lnTo>
                  <a:pt x="370724" y="102237"/>
                </a:lnTo>
                <a:lnTo>
                  <a:pt x="370875" y="101417"/>
                </a:lnTo>
                <a:lnTo>
                  <a:pt x="371033" y="100615"/>
                </a:lnTo>
                <a:lnTo>
                  <a:pt x="371199" y="99829"/>
                </a:lnTo>
                <a:lnTo>
                  <a:pt x="371372" y="99060"/>
                </a:lnTo>
                <a:lnTo>
                  <a:pt x="371552" y="98307"/>
                </a:lnTo>
                <a:lnTo>
                  <a:pt x="371737" y="97567"/>
                </a:lnTo>
                <a:lnTo>
                  <a:pt x="371928" y="96841"/>
                </a:lnTo>
                <a:lnTo>
                  <a:pt x="372125" y="96128"/>
                </a:lnTo>
                <a:lnTo>
                  <a:pt x="372328" y="95429"/>
                </a:lnTo>
                <a:lnTo>
                  <a:pt x="372536" y="94744"/>
                </a:lnTo>
                <a:lnTo>
                  <a:pt x="372751" y="94072"/>
                </a:lnTo>
                <a:lnTo>
                  <a:pt x="372971" y="93414"/>
                </a:lnTo>
                <a:lnTo>
                  <a:pt x="373197" y="92770"/>
                </a:lnTo>
                <a:lnTo>
                  <a:pt x="373429" y="92139"/>
                </a:lnTo>
                <a:lnTo>
                  <a:pt x="373666" y="91521"/>
                </a:lnTo>
                <a:lnTo>
                  <a:pt x="373910" y="90918"/>
                </a:lnTo>
                <a:lnTo>
                  <a:pt x="374159" y="90328"/>
                </a:lnTo>
                <a:lnTo>
                  <a:pt x="374414" y="89751"/>
                </a:lnTo>
                <a:lnTo>
                  <a:pt x="374674" y="89188"/>
                </a:lnTo>
                <a:lnTo>
                  <a:pt x="374941" y="88639"/>
                </a:lnTo>
                <a:lnTo>
                  <a:pt x="375213" y="88103"/>
                </a:lnTo>
                <a:lnTo>
                  <a:pt x="375491" y="87581"/>
                </a:lnTo>
                <a:lnTo>
                  <a:pt x="375775" y="87073"/>
                </a:lnTo>
                <a:lnTo>
                  <a:pt x="376065" y="86578"/>
                </a:lnTo>
                <a:lnTo>
                  <a:pt x="376361" y="86097"/>
                </a:lnTo>
                <a:lnTo>
                  <a:pt x="376662" y="85629"/>
                </a:lnTo>
                <a:lnTo>
                  <a:pt x="376969" y="85175"/>
                </a:lnTo>
                <a:lnTo>
                  <a:pt x="377282" y="84734"/>
                </a:lnTo>
                <a:lnTo>
                  <a:pt x="377601" y="84306"/>
                </a:lnTo>
                <a:lnTo>
                  <a:pt x="377925" y="83889"/>
                </a:lnTo>
                <a:lnTo>
                  <a:pt x="378254" y="83482"/>
                </a:lnTo>
                <a:lnTo>
                  <a:pt x="378588" y="83086"/>
                </a:lnTo>
                <a:lnTo>
                  <a:pt x="378928" y="82700"/>
                </a:lnTo>
                <a:lnTo>
                  <a:pt x="379274" y="82325"/>
                </a:lnTo>
                <a:lnTo>
                  <a:pt x="379624" y="81961"/>
                </a:lnTo>
                <a:lnTo>
                  <a:pt x="379980" y="81608"/>
                </a:lnTo>
                <a:lnTo>
                  <a:pt x="380342" y="81265"/>
                </a:lnTo>
                <a:lnTo>
                  <a:pt x="380708" y="80933"/>
                </a:lnTo>
                <a:lnTo>
                  <a:pt x="381080" y="80612"/>
                </a:lnTo>
                <a:lnTo>
                  <a:pt x="381458" y="80302"/>
                </a:lnTo>
                <a:lnTo>
                  <a:pt x="381841" y="80002"/>
                </a:lnTo>
                <a:lnTo>
                  <a:pt x="382229" y="79713"/>
                </a:lnTo>
                <a:lnTo>
                  <a:pt x="382622" y="79434"/>
                </a:lnTo>
                <a:lnTo>
                  <a:pt x="383021" y="79167"/>
                </a:lnTo>
                <a:lnTo>
                  <a:pt x="383425" y="78910"/>
                </a:lnTo>
                <a:lnTo>
                  <a:pt x="383835" y="78664"/>
                </a:lnTo>
                <a:lnTo>
                  <a:pt x="384250" y="78428"/>
                </a:lnTo>
                <a:lnTo>
                  <a:pt x="384670" y="78203"/>
                </a:lnTo>
                <a:lnTo>
                  <a:pt x="385096" y="77989"/>
                </a:lnTo>
                <a:lnTo>
                  <a:pt x="385526" y="77786"/>
                </a:lnTo>
                <a:lnTo>
                  <a:pt x="385963" y="77593"/>
                </a:lnTo>
                <a:lnTo>
                  <a:pt x="386404" y="77411"/>
                </a:lnTo>
                <a:lnTo>
                  <a:pt x="386850" y="77238"/>
                </a:lnTo>
                <a:lnTo>
                  <a:pt x="387300" y="77072"/>
                </a:lnTo>
                <a:lnTo>
                  <a:pt x="387753" y="76914"/>
                </a:lnTo>
                <a:lnTo>
                  <a:pt x="388209" y="76763"/>
                </a:lnTo>
                <a:lnTo>
                  <a:pt x="388668" y="76620"/>
                </a:lnTo>
                <a:lnTo>
                  <a:pt x="389131" y="76483"/>
                </a:lnTo>
                <a:lnTo>
                  <a:pt x="389597" y="76355"/>
                </a:lnTo>
                <a:lnTo>
                  <a:pt x="390066" y="76233"/>
                </a:lnTo>
                <a:lnTo>
                  <a:pt x="390539" y="76119"/>
                </a:lnTo>
                <a:lnTo>
                  <a:pt x="391015" y="76012"/>
                </a:lnTo>
                <a:lnTo>
                  <a:pt x="391495" y="75913"/>
                </a:lnTo>
                <a:lnTo>
                  <a:pt x="391977" y="75821"/>
                </a:lnTo>
                <a:lnTo>
                  <a:pt x="392464" y="75736"/>
                </a:lnTo>
                <a:lnTo>
                  <a:pt x="392953" y="75659"/>
                </a:lnTo>
                <a:lnTo>
                  <a:pt x="393446" y="75589"/>
                </a:lnTo>
                <a:lnTo>
                  <a:pt x="393942" y="75526"/>
                </a:lnTo>
                <a:lnTo>
                  <a:pt x="394442" y="75471"/>
                </a:lnTo>
                <a:lnTo>
                  <a:pt x="394945" y="75423"/>
                </a:lnTo>
                <a:lnTo>
                  <a:pt x="395451" y="75383"/>
                </a:lnTo>
                <a:lnTo>
                  <a:pt x="395960" y="75350"/>
                </a:lnTo>
                <a:lnTo>
                  <a:pt x="396473" y="75324"/>
                </a:lnTo>
                <a:lnTo>
                  <a:pt x="396990" y="75306"/>
                </a:lnTo>
                <a:lnTo>
                  <a:pt x="397509" y="75295"/>
                </a:lnTo>
                <a:lnTo>
                  <a:pt x="398032" y="75291"/>
                </a:lnTo>
                <a:lnTo>
                  <a:pt x="398849" y="75299"/>
                </a:lnTo>
                <a:lnTo>
                  <a:pt x="399650" y="75323"/>
                </a:lnTo>
                <a:lnTo>
                  <a:pt x="400435" y="75364"/>
                </a:lnTo>
                <a:lnTo>
                  <a:pt x="401205" y="75421"/>
                </a:lnTo>
                <a:lnTo>
                  <a:pt x="401959" y="75494"/>
                </a:lnTo>
                <a:lnTo>
                  <a:pt x="402698" y="75583"/>
                </a:lnTo>
                <a:lnTo>
                  <a:pt x="403421" y="75688"/>
                </a:lnTo>
                <a:lnTo>
                  <a:pt x="404128" y="75810"/>
                </a:lnTo>
                <a:lnTo>
                  <a:pt x="404820" y="75948"/>
                </a:lnTo>
                <a:lnTo>
                  <a:pt x="405496" y="76102"/>
                </a:lnTo>
                <a:lnTo>
                  <a:pt x="406156" y="76273"/>
                </a:lnTo>
                <a:lnTo>
                  <a:pt x="406801" y="76459"/>
                </a:lnTo>
                <a:lnTo>
                  <a:pt x="407430" y="76662"/>
                </a:lnTo>
                <a:lnTo>
                  <a:pt x="408044" y="76881"/>
                </a:lnTo>
                <a:lnTo>
                  <a:pt x="408642" y="77117"/>
                </a:lnTo>
                <a:lnTo>
                  <a:pt x="409224" y="77368"/>
                </a:lnTo>
                <a:lnTo>
                  <a:pt x="409791" y="77636"/>
                </a:lnTo>
                <a:lnTo>
                  <a:pt x="410342" y="77920"/>
                </a:lnTo>
                <a:lnTo>
                  <a:pt x="410878" y="78220"/>
                </a:lnTo>
                <a:lnTo>
                  <a:pt x="411398" y="78536"/>
                </a:lnTo>
                <a:lnTo>
                  <a:pt x="411902" y="78869"/>
                </a:lnTo>
                <a:lnTo>
                  <a:pt x="412391" y="79218"/>
                </a:lnTo>
                <a:lnTo>
                  <a:pt x="412864" y="79583"/>
                </a:lnTo>
                <a:lnTo>
                  <a:pt x="413322" y="79964"/>
                </a:lnTo>
                <a:lnTo>
                  <a:pt x="413766" y="80360"/>
                </a:lnTo>
                <a:lnTo>
                  <a:pt x="414200" y="80768"/>
                </a:lnTo>
                <a:lnTo>
                  <a:pt x="414623" y="81188"/>
                </a:lnTo>
                <a:lnTo>
                  <a:pt x="415036" y="81620"/>
                </a:lnTo>
                <a:lnTo>
                  <a:pt x="415439" y="82065"/>
                </a:lnTo>
                <a:lnTo>
                  <a:pt x="415831" y="82522"/>
                </a:lnTo>
                <a:lnTo>
                  <a:pt x="416213" y="82991"/>
                </a:lnTo>
                <a:lnTo>
                  <a:pt x="416584" y="83472"/>
                </a:lnTo>
                <a:lnTo>
                  <a:pt x="416944" y="83965"/>
                </a:lnTo>
                <a:lnTo>
                  <a:pt x="417294" y="84471"/>
                </a:lnTo>
                <a:lnTo>
                  <a:pt x="417634" y="84989"/>
                </a:lnTo>
                <a:lnTo>
                  <a:pt x="417963" y="85519"/>
                </a:lnTo>
                <a:lnTo>
                  <a:pt x="418282" y="86062"/>
                </a:lnTo>
                <a:lnTo>
                  <a:pt x="418590" y="86617"/>
                </a:lnTo>
                <a:lnTo>
                  <a:pt x="418888" y="87183"/>
                </a:lnTo>
                <a:lnTo>
                  <a:pt x="419175" y="87763"/>
                </a:lnTo>
                <a:lnTo>
                  <a:pt x="419451" y="88354"/>
                </a:lnTo>
                <a:lnTo>
                  <a:pt x="419718" y="88958"/>
                </a:lnTo>
                <a:lnTo>
                  <a:pt x="419973" y="89574"/>
                </a:lnTo>
                <a:lnTo>
                  <a:pt x="420219" y="90202"/>
                </a:lnTo>
                <a:lnTo>
                  <a:pt x="420453" y="90842"/>
                </a:lnTo>
                <a:lnTo>
                  <a:pt x="420678" y="91495"/>
                </a:lnTo>
                <a:lnTo>
                  <a:pt x="420891" y="92160"/>
                </a:lnTo>
                <a:lnTo>
                  <a:pt x="421095" y="92837"/>
                </a:lnTo>
                <a:lnTo>
                  <a:pt x="421290" y="93524"/>
                </a:lnTo>
                <a:lnTo>
                  <a:pt x="421478" y="94220"/>
                </a:lnTo>
                <a:lnTo>
                  <a:pt x="421660" y="94926"/>
                </a:lnTo>
                <a:lnTo>
                  <a:pt x="421835" y="95640"/>
                </a:lnTo>
                <a:lnTo>
                  <a:pt x="422004" y="96363"/>
                </a:lnTo>
                <a:lnTo>
                  <a:pt x="422167" y="97095"/>
                </a:lnTo>
                <a:lnTo>
                  <a:pt x="422323" y="97835"/>
                </a:lnTo>
                <a:lnTo>
                  <a:pt x="422472" y="98585"/>
                </a:lnTo>
                <a:lnTo>
                  <a:pt x="422616" y="99344"/>
                </a:lnTo>
                <a:lnTo>
                  <a:pt x="422752" y="100111"/>
                </a:lnTo>
                <a:lnTo>
                  <a:pt x="422882" y="100888"/>
                </a:lnTo>
                <a:lnTo>
                  <a:pt x="423006" y="101673"/>
                </a:lnTo>
                <a:lnTo>
                  <a:pt x="423123" y="102467"/>
                </a:lnTo>
                <a:lnTo>
                  <a:pt x="423234" y="103270"/>
                </a:lnTo>
                <a:lnTo>
                  <a:pt x="423338" y="104083"/>
                </a:lnTo>
                <a:lnTo>
                  <a:pt x="423436" y="104904"/>
                </a:lnTo>
                <a:lnTo>
                  <a:pt x="423527" y="105733"/>
                </a:lnTo>
                <a:lnTo>
                  <a:pt x="423612" y="106572"/>
                </a:lnTo>
                <a:lnTo>
                  <a:pt x="423691" y="107420"/>
                </a:lnTo>
                <a:lnTo>
                  <a:pt x="423763" y="108277"/>
                </a:lnTo>
                <a:lnTo>
                  <a:pt x="423828" y="109142"/>
                </a:lnTo>
                <a:lnTo>
                  <a:pt x="423887" y="110016"/>
                </a:lnTo>
                <a:lnTo>
                  <a:pt x="423940" y="110900"/>
                </a:lnTo>
                <a:lnTo>
                  <a:pt x="423986" y="111792"/>
                </a:lnTo>
                <a:lnTo>
                  <a:pt x="423986" y="114992"/>
                </a:lnTo>
                <a:lnTo>
                  <a:pt x="369407" y="114992"/>
                </a:lnTo>
                <a:lnTo>
                  <a:pt x="369432" y="114433"/>
                </a:lnTo>
                <a:lnTo>
                  <a:pt x="369488" y="113393"/>
                </a:lnTo>
                <a:lnTo>
                  <a:pt x="369550" y="112370"/>
                </a:lnTo>
                <a:lnTo>
                  <a:pt x="369620" y="111364"/>
                </a:lnTo>
                <a:lnTo>
                  <a:pt x="369697" y="110375"/>
                </a:lnTo>
                <a:close/>
                <a:moveTo>
                  <a:pt x="535292" y="58331"/>
                </a:moveTo>
                <a:lnTo>
                  <a:pt x="535292" y="197350"/>
                </a:lnTo>
                <a:lnTo>
                  <a:pt x="557905" y="197350"/>
                </a:lnTo>
                <a:lnTo>
                  <a:pt x="557905" y="58331"/>
                </a:lnTo>
                <a:lnTo>
                  <a:pt x="535292" y="58331"/>
                </a:lnTo>
                <a:close/>
                <a:moveTo>
                  <a:pt x="847275" y="23560"/>
                </a:moveTo>
                <a:lnTo>
                  <a:pt x="847336" y="23990"/>
                </a:lnTo>
                <a:lnTo>
                  <a:pt x="847408" y="24414"/>
                </a:lnTo>
                <a:lnTo>
                  <a:pt x="847492" y="24833"/>
                </a:lnTo>
                <a:lnTo>
                  <a:pt x="847587" y="25246"/>
                </a:lnTo>
                <a:lnTo>
                  <a:pt x="847693" y="25653"/>
                </a:lnTo>
                <a:lnTo>
                  <a:pt x="847810" y="26055"/>
                </a:lnTo>
                <a:lnTo>
                  <a:pt x="847938" y="26451"/>
                </a:lnTo>
                <a:lnTo>
                  <a:pt x="848078" y="26842"/>
                </a:lnTo>
                <a:lnTo>
                  <a:pt x="848228" y="27227"/>
                </a:lnTo>
                <a:lnTo>
                  <a:pt x="848390" y="27607"/>
                </a:lnTo>
                <a:lnTo>
                  <a:pt x="848563" y="27981"/>
                </a:lnTo>
                <a:lnTo>
                  <a:pt x="848747" y="28349"/>
                </a:lnTo>
                <a:lnTo>
                  <a:pt x="848942" y="28712"/>
                </a:lnTo>
                <a:lnTo>
                  <a:pt x="849148" y="29069"/>
                </a:lnTo>
                <a:lnTo>
                  <a:pt x="849366" y="29421"/>
                </a:lnTo>
                <a:lnTo>
                  <a:pt x="849594" y="29767"/>
                </a:lnTo>
                <a:lnTo>
                  <a:pt x="849834" y="30107"/>
                </a:lnTo>
                <a:lnTo>
                  <a:pt x="850085" y="30442"/>
                </a:lnTo>
                <a:lnTo>
                  <a:pt x="850347" y="30772"/>
                </a:lnTo>
                <a:lnTo>
                  <a:pt x="850620" y="31091"/>
                </a:lnTo>
                <a:lnTo>
                  <a:pt x="850905" y="31398"/>
                </a:lnTo>
                <a:lnTo>
                  <a:pt x="851200" y="31690"/>
                </a:lnTo>
                <a:lnTo>
                  <a:pt x="851507" y="31969"/>
                </a:lnTo>
                <a:lnTo>
                  <a:pt x="851825" y="32234"/>
                </a:lnTo>
                <a:lnTo>
                  <a:pt x="852154" y="32486"/>
                </a:lnTo>
                <a:lnTo>
                  <a:pt x="852494" y="32724"/>
                </a:lnTo>
                <a:lnTo>
                  <a:pt x="852845" y="32949"/>
                </a:lnTo>
                <a:lnTo>
                  <a:pt x="853208" y="33160"/>
                </a:lnTo>
                <a:lnTo>
                  <a:pt x="853582" y="33357"/>
                </a:lnTo>
                <a:lnTo>
                  <a:pt x="853966" y="33541"/>
                </a:lnTo>
                <a:lnTo>
                  <a:pt x="854362" y="33711"/>
                </a:lnTo>
                <a:lnTo>
                  <a:pt x="854769" y="33867"/>
                </a:lnTo>
                <a:lnTo>
                  <a:pt x="855188" y="34010"/>
                </a:lnTo>
                <a:lnTo>
                  <a:pt x="855617" y="34139"/>
                </a:lnTo>
                <a:lnTo>
                  <a:pt x="856058" y="34255"/>
                </a:lnTo>
                <a:lnTo>
                  <a:pt x="856509" y="34357"/>
                </a:lnTo>
                <a:lnTo>
                  <a:pt x="856972" y="34445"/>
                </a:lnTo>
                <a:lnTo>
                  <a:pt x="857446" y="34520"/>
                </a:lnTo>
                <a:lnTo>
                  <a:pt x="857931" y="34581"/>
                </a:lnTo>
                <a:lnTo>
                  <a:pt x="858428" y="34629"/>
                </a:lnTo>
                <a:lnTo>
                  <a:pt x="858935" y="34663"/>
                </a:lnTo>
                <a:lnTo>
                  <a:pt x="859454" y="34684"/>
                </a:lnTo>
                <a:lnTo>
                  <a:pt x="859983" y="34690"/>
                </a:lnTo>
                <a:lnTo>
                  <a:pt x="860513" y="34684"/>
                </a:lnTo>
                <a:lnTo>
                  <a:pt x="861032" y="34663"/>
                </a:lnTo>
                <a:lnTo>
                  <a:pt x="861540" y="34629"/>
                </a:lnTo>
                <a:lnTo>
                  <a:pt x="862037" y="34581"/>
                </a:lnTo>
                <a:lnTo>
                  <a:pt x="862524" y="34520"/>
                </a:lnTo>
                <a:lnTo>
                  <a:pt x="862999" y="34445"/>
                </a:lnTo>
                <a:lnTo>
                  <a:pt x="863463" y="34357"/>
                </a:lnTo>
                <a:lnTo>
                  <a:pt x="863916" y="34255"/>
                </a:lnTo>
                <a:lnTo>
                  <a:pt x="864359" y="34139"/>
                </a:lnTo>
                <a:lnTo>
                  <a:pt x="864790" y="34010"/>
                </a:lnTo>
                <a:lnTo>
                  <a:pt x="865211" y="33867"/>
                </a:lnTo>
                <a:lnTo>
                  <a:pt x="865621" y="33711"/>
                </a:lnTo>
                <a:lnTo>
                  <a:pt x="866019" y="33541"/>
                </a:lnTo>
                <a:lnTo>
                  <a:pt x="866407" y="33357"/>
                </a:lnTo>
                <a:lnTo>
                  <a:pt x="866784" y="33160"/>
                </a:lnTo>
                <a:lnTo>
                  <a:pt x="867150" y="32949"/>
                </a:lnTo>
                <a:lnTo>
                  <a:pt x="867505" y="32724"/>
                </a:lnTo>
                <a:lnTo>
                  <a:pt x="867849" y="32486"/>
                </a:lnTo>
                <a:lnTo>
                  <a:pt x="868182" y="32234"/>
                </a:lnTo>
                <a:lnTo>
                  <a:pt x="868504" y="31969"/>
                </a:lnTo>
                <a:lnTo>
                  <a:pt x="868816" y="31690"/>
                </a:lnTo>
                <a:lnTo>
                  <a:pt x="869116" y="31398"/>
                </a:lnTo>
                <a:lnTo>
                  <a:pt x="869405" y="31091"/>
                </a:lnTo>
                <a:lnTo>
                  <a:pt x="869684" y="30772"/>
                </a:lnTo>
                <a:lnTo>
                  <a:pt x="869951" y="30442"/>
                </a:lnTo>
                <a:lnTo>
                  <a:pt x="870207" y="30107"/>
                </a:lnTo>
                <a:lnTo>
                  <a:pt x="870452" y="29767"/>
                </a:lnTo>
                <a:lnTo>
                  <a:pt x="870685" y="29421"/>
                </a:lnTo>
                <a:lnTo>
                  <a:pt x="870907" y="29069"/>
                </a:lnTo>
                <a:lnTo>
                  <a:pt x="871117" y="28712"/>
                </a:lnTo>
                <a:lnTo>
                  <a:pt x="871316" y="28349"/>
                </a:lnTo>
                <a:lnTo>
                  <a:pt x="871504" y="27981"/>
                </a:lnTo>
                <a:lnTo>
                  <a:pt x="871680" y="27607"/>
                </a:lnTo>
                <a:lnTo>
                  <a:pt x="871845" y="27227"/>
                </a:lnTo>
                <a:lnTo>
                  <a:pt x="871999" y="26842"/>
                </a:lnTo>
                <a:lnTo>
                  <a:pt x="872141" y="26451"/>
                </a:lnTo>
                <a:lnTo>
                  <a:pt x="872272" y="26055"/>
                </a:lnTo>
                <a:lnTo>
                  <a:pt x="872391" y="25653"/>
                </a:lnTo>
                <a:lnTo>
                  <a:pt x="872499" y="25246"/>
                </a:lnTo>
                <a:lnTo>
                  <a:pt x="872596" y="24833"/>
                </a:lnTo>
                <a:lnTo>
                  <a:pt x="872681" y="24414"/>
                </a:lnTo>
                <a:lnTo>
                  <a:pt x="872755" y="23990"/>
                </a:lnTo>
                <a:lnTo>
                  <a:pt x="872818" y="23560"/>
                </a:lnTo>
                <a:lnTo>
                  <a:pt x="872869" y="23125"/>
                </a:lnTo>
                <a:lnTo>
                  <a:pt x="872909" y="22684"/>
                </a:lnTo>
                <a:lnTo>
                  <a:pt x="872937" y="22238"/>
                </a:lnTo>
                <a:lnTo>
                  <a:pt x="872954" y="21786"/>
                </a:lnTo>
                <a:lnTo>
                  <a:pt x="872960" y="21328"/>
                </a:lnTo>
                <a:lnTo>
                  <a:pt x="872954" y="20849"/>
                </a:lnTo>
                <a:lnTo>
                  <a:pt x="872937" y="20377"/>
                </a:lnTo>
                <a:lnTo>
                  <a:pt x="872909" y="19911"/>
                </a:lnTo>
                <a:lnTo>
                  <a:pt x="872869" y="19451"/>
                </a:lnTo>
                <a:lnTo>
                  <a:pt x="872818" y="18997"/>
                </a:lnTo>
                <a:lnTo>
                  <a:pt x="872755" y="18550"/>
                </a:lnTo>
                <a:lnTo>
                  <a:pt x="872681" y="18108"/>
                </a:lnTo>
                <a:lnTo>
                  <a:pt x="872596" y="17674"/>
                </a:lnTo>
                <a:lnTo>
                  <a:pt x="872499" y="17245"/>
                </a:lnTo>
                <a:lnTo>
                  <a:pt x="872391" y="16822"/>
                </a:lnTo>
                <a:lnTo>
                  <a:pt x="872272" y="16406"/>
                </a:lnTo>
                <a:lnTo>
                  <a:pt x="872141" y="15996"/>
                </a:lnTo>
                <a:lnTo>
                  <a:pt x="871999" y="15592"/>
                </a:lnTo>
                <a:lnTo>
                  <a:pt x="871845" y="15195"/>
                </a:lnTo>
                <a:lnTo>
                  <a:pt x="871680" y="14804"/>
                </a:lnTo>
                <a:lnTo>
                  <a:pt x="871504" y="14419"/>
                </a:lnTo>
                <a:lnTo>
                  <a:pt x="871316" y="14040"/>
                </a:lnTo>
                <a:lnTo>
                  <a:pt x="871117" y="13667"/>
                </a:lnTo>
                <a:lnTo>
                  <a:pt x="870907" y="13301"/>
                </a:lnTo>
                <a:lnTo>
                  <a:pt x="870685" y="12941"/>
                </a:lnTo>
                <a:lnTo>
                  <a:pt x="870452" y="12587"/>
                </a:lnTo>
                <a:lnTo>
                  <a:pt x="870207" y="12240"/>
                </a:lnTo>
                <a:lnTo>
                  <a:pt x="869951" y="11898"/>
                </a:lnTo>
                <a:lnTo>
                  <a:pt x="869684" y="11563"/>
                </a:lnTo>
                <a:lnTo>
                  <a:pt x="869405" y="11238"/>
                </a:lnTo>
                <a:lnTo>
                  <a:pt x="869116" y="10927"/>
                </a:lnTo>
                <a:lnTo>
                  <a:pt x="868816" y="10630"/>
                </a:lnTo>
                <a:lnTo>
                  <a:pt x="868504" y="10346"/>
                </a:lnTo>
                <a:lnTo>
                  <a:pt x="868182" y="10077"/>
                </a:lnTo>
                <a:lnTo>
                  <a:pt x="867849" y="9821"/>
                </a:lnTo>
                <a:lnTo>
                  <a:pt x="867505" y="9579"/>
                </a:lnTo>
                <a:lnTo>
                  <a:pt x="867150" y="9351"/>
                </a:lnTo>
                <a:lnTo>
                  <a:pt x="866784" y="9136"/>
                </a:lnTo>
                <a:lnTo>
                  <a:pt x="866407" y="8936"/>
                </a:lnTo>
                <a:lnTo>
                  <a:pt x="866019" y="8749"/>
                </a:lnTo>
                <a:lnTo>
                  <a:pt x="865621" y="8576"/>
                </a:lnTo>
                <a:lnTo>
                  <a:pt x="865211" y="8417"/>
                </a:lnTo>
                <a:lnTo>
                  <a:pt x="864790" y="8272"/>
                </a:lnTo>
                <a:lnTo>
                  <a:pt x="864359" y="8141"/>
                </a:lnTo>
                <a:lnTo>
                  <a:pt x="863916" y="8023"/>
                </a:lnTo>
                <a:lnTo>
                  <a:pt x="863463" y="7919"/>
                </a:lnTo>
                <a:lnTo>
                  <a:pt x="862999" y="7829"/>
                </a:lnTo>
                <a:lnTo>
                  <a:pt x="862524" y="7753"/>
                </a:lnTo>
                <a:lnTo>
                  <a:pt x="862037" y="7691"/>
                </a:lnTo>
                <a:lnTo>
                  <a:pt x="861540" y="7643"/>
                </a:lnTo>
                <a:lnTo>
                  <a:pt x="861032" y="7608"/>
                </a:lnTo>
                <a:lnTo>
                  <a:pt x="860513" y="7587"/>
                </a:lnTo>
                <a:lnTo>
                  <a:pt x="859983" y="7580"/>
                </a:lnTo>
                <a:lnTo>
                  <a:pt x="859454" y="7587"/>
                </a:lnTo>
                <a:lnTo>
                  <a:pt x="858935" y="7608"/>
                </a:lnTo>
                <a:lnTo>
                  <a:pt x="858428" y="7643"/>
                </a:lnTo>
                <a:lnTo>
                  <a:pt x="857931" y="7691"/>
                </a:lnTo>
                <a:lnTo>
                  <a:pt x="857446" y="7753"/>
                </a:lnTo>
                <a:lnTo>
                  <a:pt x="856972" y="7829"/>
                </a:lnTo>
                <a:lnTo>
                  <a:pt x="856509" y="7919"/>
                </a:lnTo>
                <a:lnTo>
                  <a:pt x="856058" y="8023"/>
                </a:lnTo>
                <a:lnTo>
                  <a:pt x="855617" y="8141"/>
                </a:lnTo>
                <a:lnTo>
                  <a:pt x="855188" y="8272"/>
                </a:lnTo>
                <a:lnTo>
                  <a:pt x="854769" y="8417"/>
                </a:lnTo>
                <a:lnTo>
                  <a:pt x="854362" y="8576"/>
                </a:lnTo>
                <a:lnTo>
                  <a:pt x="853966" y="8749"/>
                </a:lnTo>
                <a:lnTo>
                  <a:pt x="853582" y="8936"/>
                </a:lnTo>
                <a:lnTo>
                  <a:pt x="853208" y="9136"/>
                </a:lnTo>
                <a:lnTo>
                  <a:pt x="852845" y="9351"/>
                </a:lnTo>
                <a:lnTo>
                  <a:pt x="852494" y="9579"/>
                </a:lnTo>
                <a:lnTo>
                  <a:pt x="852154" y="9821"/>
                </a:lnTo>
                <a:lnTo>
                  <a:pt x="851825" y="10077"/>
                </a:lnTo>
                <a:lnTo>
                  <a:pt x="851507" y="10346"/>
                </a:lnTo>
                <a:lnTo>
                  <a:pt x="851200" y="10630"/>
                </a:lnTo>
                <a:lnTo>
                  <a:pt x="850905" y="10927"/>
                </a:lnTo>
                <a:lnTo>
                  <a:pt x="850620" y="11238"/>
                </a:lnTo>
                <a:lnTo>
                  <a:pt x="850347" y="11563"/>
                </a:lnTo>
                <a:lnTo>
                  <a:pt x="850085" y="11898"/>
                </a:lnTo>
                <a:lnTo>
                  <a:pt x="849834" y="12240"/>
                </a:lnTo>
                <a:lnTo>
                  <a:pt x="849594" y="12587"/>
                </a:lnTo>
                <a:lnTo>
                  <a:pt x="849366" y="12941"/>
                </a:lnTo>
                <a:lnTo>
                  <a:pt x="849148" y="13301"/>
                </a:lnTo>
                <a:lnTo>
                  <a:pt x="848942" y="13667"/>
                </a:lnTo>
                <a:lnTo>
                  <a:pt x="848747" y="14040"/>
                </a:lnTo>
                <a:lnTo>
                  <a:pt x="848563" y="14419"/>
                </a:lnTo>
                <a:lnTo>
                  <a:pt x="848390" y="14804"/>
                </a:lnTo>
                <a:lnTo>
                  <a:pt x="848228" y="15195"/>
                </a:lnTo>
                <a:lnTo>
                  <a:pt x="848078" y="15592"/>
                </a:lnTo>
                <a:lnTo>
                  <a:pt x="847938" y="15996"/>
                </a:lnTo>
                <a:lnTo>
                  <a:pt x="847810" y="16406"/>
                </a:lnTo>
                <a:lnTo>
                  <a:pt x="847693" y="16822"/>
                </a:lnTo>
                <a:lnTo>
                  <a:pt x="847587" y="17245"/>
                </a:lnTo>
                <a:lnTo>
                  <a:pt x="847492" y="17674"/>
                </a:lnTo>
                <a:lnTo>
                  <a:pt x="847408" y="18108"/>
                </a:lnTo>
                <a:lnTo>
                  <a:pt x="847336" y="18550"/>
                </a:lnTo>
                <a:lnTo>
                  <a:pt x="847275" y="18997"/>
                </a:lnTo>
                <a:lnTo>
                  <a:pt x="847224" y="19451"/>
                </a:lnTo>
                <a:lnTo>
                  <a:pt x="847185" y="19911"/>
                </a:lnTo>
                <a:lnTo>
                  <a:pt x="847157" y="20377"/>
                </a:lnTo>
                <a:lnTo>
                  <a:pt x="847141" y="20849"/>
                </a:lnTo>
                <a:lnTo>
                  <a:pt x="847135" y="21328"/>
                </a:lnTo>
                <a:lnTo>
                  <a:pt x="847141" y="21786"/>
                </a:lnTo>
                <a:lnTo>
                  <a:pt x="847157" y="22238"/>
                </a:lnTo>
                <a:lnTo>
                  <a:pt x="847185" y="22684"/>
                </a:lnTo>
                <a:lnTo>
                  <a:pt x="847224" y="23125"/>
                </a:lnTo>
                <a:lnTo>
                  <a:pt x="847275" y="23560"/>
                </a:lnTo>
                <a:close/>
                <a:moveTo>
                  <a:pt x="966737" y="23560"/>
                </a:moveTo>
                <a:lnTo>
                  <a:pt x="966799" y="23990"/>
                </a:lnTo>
                <a:lnTo>
                  <a:pt x="966871" y="24414"/>
                </a:lnTo>
                <a:lnTo>
                  <a:pt x="966955" y="24833"/>
                </a:lnTo>
                <a:lnTo>
                  <a:pt x="967049" y="25246"/>
                </a:lnTo>
                <a:lnTo>
                  <a:pt x="967155" y="25653"/>
                </a:lnTo>
                <a:lnTo>
                  <a:pt x="967273" y="26055"/>
                </a:lnTo>
                <a:lnTo>
                  <a:pt x="967401" y="26451"/>
                </a:lnTo>
                <a:lnTo>
                  <a:pt x="967540" y="26842"/>
                </a:lnTo>
                <a:lnTo>
                  <a:pt x="967691" y="27227"/>
                </a:lnTo>
                <a:lnTo>
                  <a:pt x="967853" y="27607"/>
                </a:lnTo>
                <a:lnTo>
                  <a:pt x="968025" y="27981"/>
                </a:lnTo>
                <a:lnTo>
                  <a:pt x="968209" y="28349"/>
                </a:lnTo>
                <a:lnTo>
                  <a:pt x="968405" y="28712"/>
                </a:lnTo>
                <a:lnTo>
                  <a:pt x="968611" y="29069"/>
                </a:lnTo>
                <a:lnTo>
                  <a:pt x="968828" y="29421"/>
                </a:lnTo>
                <a:lnTo>
                  <a:pt x="969057" y="29767"/>
                </a:lnTo>
                <a:lnTo>
                  <a:pt x="969297" y="30107"/>
                </a:lnTo>
                <a:lnTo>
                  <a:pt x="969548" y="30442"/>
                </a:lnTo>
                <a:lnTo>
                  <a:pt x="969810" y="30772"/>
                </a:lnTo>
                <a:lnTo>
                  <a:pt x="970083" y="31091"/>
                </a:lnTo>
                <a:lnTo>
                  <a:pt x="970368" y="31398"/>
                </a:lnTo>
                <a:lnTo>
                  <a:pt x="970663" y="31690"/>
                </a:lnTo>
                <a:lnTo>
                  <a:pt x="970970" y="31969"/>
                </a:lnTo>
                <a:lnTo>
                  <a:pt x="971288" y="32234"/>
                </a:lnTo>
                <a:lnTo>
                  <a:pt x="971617" y="32486"/>
                </a:lnTo>
                <a:lnTo>
                  <a:pt x="971957" y="32724"/>
                </a:lnTo>
                <a:lnTo>
                  <a:pt x="972308" y="32949"/>
                </a:lnTo>
                <a:lnTo>
                  <a:pt x="972671" y="33160"/>
                </a:lnTo>
                <a:lnTo>
                  <a:pt x="973044" y="33357"/>
                </a:lnTo>
                <a:lnTo>
                  <a:pt x="973429" y="33541"/>
                </a:lnTo>
                <a:lnTo>
                  <a:pt x="973825" y="33711"/>
                </a:lnTo>
                <a:lnTo>
                  <a:pt x="974232" y="33867"/>
                </a:lnTo>
                <a:lnTo>
                  <a:pt x="974650" y="34010"/>
                </a:lnTo>
                <a:lnTo>
                  <a:pt x="975080" y="34139"/>
                </a:lnTo>
                <a:lnTo>
                  <a:pt x="975520" y="34255"/>
                </a:lnTo>
                <a:lnTo>
                  <a:pt x="975972" y="34357"/>
                </a:lnTo>
                <a:lnTo>
                  <a:pt x="976435" y="34445"/>
                </a:lnTo>
                <a:lnTo>
                  <a:pt x="976909" y="34520"/>
                </a:lnTo>
                <a:lnTo>
                  <a:pt x="977394" y="34581"/>
                </a:lnTo>
                <a:lnTo>
                  <a:pt x="977890" y="34629"/>
                </a:lnTo>
                <a:lnTo>
                  <a:pt x="978398" y="34663"/>
                </a:lnTo>
                <a:lnTo>
                  <a:pt x="978916" y="34684"/>
                </a:lnTo>
                <a:lnTo>
                  <a:pt x="979446" y="34690"/>
                </a:lnTo>
                <a:lnTo>
                  <a:pt x="979976" y="34684"/>
                </a:lnTo>
                <a:lnTo>
                  <a:pt x="980495" y="34663"/>
                </a:lnTo>
                <a:lnTo>
                  <a:pt x="981003" y="34629"/>
                </a:lnTo>
                <a:lnTo>
                  <a:pt x="981500" y="34581"/>
                </a:lnTo>
                <a:lnTo>
                  <a:pt x="981986" y="34520"/>
                </a:lnTo>
                <a:lnTo>
                  <a:pt x="982461" y="34445"/>
                </a:lnTo>
                <a:lnTo>
                  <a:pt x="982926" y="34357"/>
                </a:lnTo>
                <a:lnTo>
                  <a:pt x="983379" y="34255"/>
                </a:lnTo>
                <a:lnTo>
                  <a:pt x="983822" y="34139"/>
                </a:lnTo>
                <a:lnTo>
                  <a:pt x="984253" y="34010"/>
                </a:lnTo>
                <a:lnTo>
                  <a:pt x="984674" y="33867"/>
                </a:lnTo>
                <a:lnTo>
                  <a:pt x="985083" y="33711"/>
                </a:lnTo>
                <a:lnTo>
                  <a:pt x="985482" y="33541"/>
                </a:lnTo>
                <a:lnTo>
                  <a:pt x="985870" y="33357"/>
                </a:lnTo>
                <a:lnTo>
                  <a:pt x="986247" y="33160"/>
                </a:lnTo>
                <a:lnTo>
                  <a:pt x="986613" y="32949"/>
                </a:lnTo>
                <a:lnTo>
                  <a:pt x="986968" y="32724"/>
                </a:lnTo>
                <a:lnTo>
                  <a:pt x="987312" y="32486"/>
                </a:lnTo>
                <a:lnTo>
                  <a:pt x="987645" y="32234"/>
                </a:lnTo>
                <a:lnTo>
                  <a:pt x="987967" y="31969"/>
                </a:lnTo>
                <a:lnTo>
                  <a:pt x="988278" y="31690"/>
                </a:lnTo>
                <a:lnTo>
                  <a:pt x="988579" y="31398"/>
                </a:lnTo>
                <a:lnTo>
                  <a:pt x="988868" y="31091"/>
                </a:lnTo>
                <a:lnTo>
                  <a:pt x="989147" y="30772"/>
                </a:lnTo>
                <a:lnTo>
                  <a:pt x="989414" y="30442"/>
                </a:lnTo>
                <a:lnTo>
                  <a:pt x="989670" y="30107"/>
                </a:lnTo>
                <a:lnTo>
                  <a:pt x="989914" y="29767"/>
                </a:lnTo>
                <a:lnTo>
                  <a:pt x="990148" y="29421"/>
                </a:lnTo>
                <a:lnTo>
                  <a:pt x="990369" y="29069"/>
                </a:lnTo>
                <a:lnTo>
                  <a:pt x="990580" y="28712"/>
                </a:lnTo>
                <a:lnTo>
                  <a:pt x="990779" y="28349"/>
                </a:lnTo>
                <a:lnTo>
                  <a:pt x="990967" y="27981"/>
                </a:lnTo>
                <a:lnTo>
                  <a:pt x="991143" y="27607"/>
                </a:lnTo>
                <a:lnTo>
                  <a:pt x="991308" y="27227"/>
                </a:lnTo>
                <a:lnTo>
                  <a:pt x="991462" y="26842"/>
                </a:lnTo>
                <a:lnTo>
                  <a:pt x="991604" y="26451"/>
                </a:lnTo>
                <a:lnTo>
                  <a:pt x="991735" y="26055"/>
                </a:lnTo>
                <a:lnTo>
                  <a:pt x="991854" y="25653"/>
                </a:lnTo>
                <a:lnTo>
                  <a:pt x="991962" y="25246"/>
                </a:lnTo>
                <a:lnTo>
                  <a:pt x="992059" y="24833"/>
                </a:lnTo>
                <a:lnTo>
                  <a:pt x="992144" y="24414"/>
                </a:lnTo>
                <a:lnTo>
                  <a:pt x="992218" y="23990"/>
                </a:lnTo>
                <a:lnTo>
                  <a:pt x="992281" y="23560"/>
                </a:lnTo>
                <a:lnTo>
                  <a:pt x="992332" y="23125"/>
                </a:lnTo>
                <a:lnTo>
                  <a:pt x="992372" y="22684"/>
                </a:lnTo>
                <a:lnTo>
                  <a:pt x="992400" y="22238"/>
                </a:lnTo>
                <a:lnTo>
                  <a:pt x="992417" y="21786"/>
                </a:lnTo>
                <a:lnTo>
                  <a:pt x="992423" y="21328"/>
                </a:lnTo>
                <a:lnTo>
                  <a:pt x="992417" y="20849"/>
                </a:lnTo>
                <a:lnTo>
                  <a:pt x="992400" y="20377"/>
                </a:lnTo>
                <a:lnTo>
                  <a:pt x="992372" y="19911"/>
                </a:lnTo>
                <a:lnTo>
                  <a:pt x="992332" y="19451"/>
                </a:lnTo>
                <a:lnTo>
                  <a:pt x="992281" y="18997"/>
                </a:lnTo>
                <a:lnTo>
                  <a:pt x="992218" y="18550"/>
                </a:lnTo>
                <a:lnTo>
                  <a:pt x="992144" y="18108"/>
                </a:lnTo>
                <a:lnTo>
                  <a:pt x="992059" y="17674"/>
                </a:lnTo>
                <a:lnTo>
                  <a:pt x="991962" y="17245"/>
                </a:lnTo>
                <a:lnTo>
                  <a:pt x="991854" y="16822"/>
                </a:lnTo>
                <a:lnTo>
                  <a:pt x="991735" y="16406"/>
                </a:lnTo>
                <a:lnTo>
                  <a:pt x="991604" y="15996"/>
                </a:lnTo>
                <a:lnTo>
                  <a:pt x="991462" y="15592"/>
                </a:lnTo>
                <a:lnTo>
                  <a:pt x="991308" y="15195"/>
                </a:lnTo>
                <a:lnTo>
                  <a:pt x="991143" y="14804"/>
                </a:lnTo>
                <a:lnTo>
                  <a:pt x="990967" y="14419"/>
                </a:lnTo>
                <a:lnTo>
                  <a:pt x="990779" y="14040"/>
                </a:lnTo>
                <a:lnTo>
                  <a:pt x="990580" y="13667"/>
                </a:lnTo>
                <a:lnTo>
                  <a:pt x="990369" y="13301"/>
                </a:lnTo>
                <a:lnTo>
                  <a:pt x="990148" y="12941"/>
                </a:lnTo>
                <a:lnTo>
                  <a:pt x="989914" y="12587"/>
                </a:lnTo>
                <a:lnTo>
                  <a:pt x="989670" y="12240"/>
                </a:lnTo>
                <a:lnTo>
                  <a:pt x="989414" y="11898"/>
                </a:lnTo>
                <a:lnTo>
                  <a:pt x="989147" y="11563"/>
                </a:lnTo>
                <a:lnTo>
                  <a:pt x="988868" y="11238"/>
                </a:lnTo>
                <a:lnTo>
                  <a:pt x="988579" y="10927"/>
                </a:lnTo>
                <a:lnTo>
                  <a:pt x="988278" y="10630"/>
                </a:lnTo>
                <a:lnTo>
                  <a:pt x="987967" y="10346"/>
                </a:lnTo>
                <a:lnTo>
                  <a:pt x="987645" y="10077"/>
                </a:lnTo>
                <a:lnTo>
                  <a:pt x="987312" y="9821"/>
                </a:lnTo>
                <a:lnTo>
                  <a:pt x="986968" y="9579"/>
                </a:lnTo>
                <a:lnTo>
                  <a:pt x="986613" y="9351"/>
                </a:lnTo>
                <a:lnTo>
                  <a:pt x="986247" y="9136"/>
                </a:lnTo>
                <a:lnTo>
                  <a:pt x="985870" y="8936"/>
                </a:lnTo>
                <a:lnTo>
                  <a:pt x="985482" y="8749"/>
                </a:lnTo>
                <a:lnTo>
                  <a:pt x="985083" y="8576"/>
                </a:lnTo>
                <a:lnTo>
                  <a:pt x="984674" y="8417"/>
                </a:lnTo>
                <a:lnTo>
                  <a:pt x="984253" y="8272"/>
                </a:lnTo>
                <a:lnTo>
                  <a:pt x="983822" y="8141"/>
                </a:lnTo>
                <a:lnTo>
                  <a:pt x="983379" y="8023"/>
                </a:lnTo>
                <a:lnTo>
                  <a:pt x="982926" y="7919"/>
                </a:lnTo>
                <a:lnTo>
                  <a:pt x="982461" y="7829"/>
                </a:lnTo>
                <a:lnTo>
                  <a:pt x="981986" y="7753"/>
                </a:lnTo>
                <a:lnTo>
                  <a:pt x="981500" y="7691"/>
                </a:lnTo>
                <a:lnTo>
                  <a:pt x="981003" y="7643"/>
                </a:lnTo>
                <a:lnTo>
                  <a:pt x="980495" y="7608"/>
                </a:lnTo>
                <a:lnTo>
                  <a:pt x="979976" y="7587"/>
                </a:lnTo>
                <a:lnTo>
                  <a:pt x="979446" y="7580"/>
                </a:lnTo>
                <a:lnTo>
                  <a:pt x="978916" y="7587"/>
                </a:lnTo>
                <a:lnTo>
                  <a:pt x="978398" y="7608"/>
                </a:lnTo>
                <a:lnTo>
                  <a:pt x="977890" y="7643"/>
                </a:lnTo>
                <a:lnTo>
                  <a:pt x="977394" y="7691"/>
                </a:lnTo>
                <a:lnTo>
                  <a:pt x="976909" y="7753"/>
                </a:lnTo>
                <a:lnTo>
                  <a:pt x="976435" y="7829"/>
                </a:lnTo>
                <a:lnTo>
                  <a:pt x="975972" y="7919"/>
                </a:lnTo>
                <a:lnTo>
                  <a:pt x="975520" y="8023"/>
                </a:lnTo>
                <a:lnTo>
                  <a:pt x="975080" y="8141"/>
                </a:lnTo>
                <a:lnTo>
                  <a:pt x="974650" y="8272"/>
                </a:lnTo>
                <a:lnTo>
                  <a:pt x="974232" y="8417"/>
                </a:lnTo>
                <a:lnTo>
                  <a:pt x="973825" y="8576"/>
                </a:lnTo>
                <a:lnTo>
                  <a:pt x="973429" y="8749"/>
                </a:lnTo>
                <a:lnTo>
                  <a:pt x="973044" y="8936"/>
                </a:lnTo>
                <a:lnTo>
                  <a:pt x="972671" y="9136"/>
                </a:lnTo>
                <a:lnTo>
                  <a:pt x="972308" y="9351"/>
                </a:lnTo>
                <a:lnTo>
                  <a:pt x="971957" y="9579"/>
                </a:lnTo>
                <a:lnTo>
                  <a:pt x="971617" y="9821"/>
                </a:lnTo>
                <a:lnTo>
                  <a:pt x="971288" y="10077"/>
                </a:lnTo>
                <a:lnTo>
                  <a:pt x="970970" y="10346"/>
                </a:lnTo>
                <a:lnTo>
                  <a:pt x="970663" y="10630"/>
                </a:lnTo>
                <a:lnTo>
                  <a:pt x="970368" y="10927"/>
                </a:lnTo>
                <a:lnTo>
                  <a:pt x="970083" y="11238"/>
                </a:lnTo>
                <a:lnTo>
                  <a:pt x="969810" y="11563"/>
                </a:lnTo>
                <a:lnTo>
                  <a:pt x="969548" y="11898"/>
                </a:lnTo>
                <a:lnTo>
                  <a:pt x="969297" y="12240"/>
                </a:lnTo>
                <a:lnTo>
                  <a:pt x="969057" y="12587"/>
                </a:lnTo>
                <a:lnTo>
                  <a:pt x="968828" y="12941"/>
                </a:lnTo>
                <a:lnTo>
                  <a:pt x="968611" y="13301"/>
                </a:lnTo>
                <a:lnTo>
                  <a:pt x="968405" y="13667"/>
                </a:lnTo>
                <a:lnTo>
                  <a:pt x="968209" y="14040"/>
                </a:lnTo>
                <a:lnTo>
                  <a:pt x="968025" y="14419"/>
                </a:lnTo>
                <a:lnTo>
                  <a:pt x="967853" y="14804"/>
                </a:lnTo>
                <a:lnTo>
                  <a:pt x="967691" y="15195"/>
                </a:lnTo>
                <a:lnTo>
                  <a:pt x="967540" y="15592"/>
                </a:lnTo>
                <a:lnTo>
                  <a:pt x="967401" y="15996"/>
                </a:lnTo>
                <a:lnTo>
                  <a:pt x="967273" y="16406"/>
                </a:lnTo>
                <a:lnTo>
                  <a:pt x="967155" y="16822"/>
                </a:lnTo>
                <a:lnTo>
                  <a:pt x="967049" y="17245"/>
                </a:lnTo>
                <a:lnTo>
                  <a:pt x="966955" y="17674"/>
                </a:lnTo>
                <a:lnTo>
                  <a:pt x="966871" y="18108"/>
                </a:lnTo>
                <a:lnTo>
                  <a:pt x="966799" y="18550"/>
                </a:lnTo>
                <a:lnTo>
                  <a:pt x="966737" y="18997"/>
                </a:lnTo>
                <a:lnTo>
                  <a:pt x="966687" y="19451"/>
                </a:lnTo>
                <a:lnTo>
                  <a:pt x="966648" y="19911"/>
                </a:lnTo>
                <a:lnTo>
                  <a:pt x="966620" y="20377"/>
                </a:lnTo>
                <a:lnTo>
                  <a:pt x="966603" y="20849"/>
                </a:lnTo>
                <a:lnTo>
                  <a:pt x="966598" y="21328"/>
                </a:lnTo>
                <a:lnTo>
                  <a:pt x="966603" y="21786"/>
                </a:lnTo>
                <a:lnTo>
                  <a:pt x="966620" y="22238"/>
                </a:lnTo>
                <a:lnTo>
                  <a:pt x="966648" y="22684"/>
                </a:lnTo>
                <a:lnTo>
                  <a:pt x="966687" y="23125"/>
                </a:lnTo>
                <a:lnTo>
                  <a:pt x="966737" y="23560"/>
                </a:lnTo>
                <a:close/>
                <a:moveTo>
                  <a:pt x="1012209" y="58331"/>
                </a:moveTo>
                <a:lnTo>
                  <a:pt x="1012209" y="76576"/>
                </a:lnTo>
                <a:lnTo>
                  <a:pt x="1033409" y="76576"/>
                </a:lnTo>
                <a:lnTo>
                  <a:pt x="1033409" y="162760"/>
                </a:lnTo>
                <a:lnTo>
                  <a:pt x="1033415" y="163907"/>
                </a:lnTo>
                <a:lnTo>
                  <a:pt x="1033435" y="165035"/>
                </a:lnTo>
                <a:lnTo>
                  <a:pt x="1033469" y="166142"/>
                </a:lnTo>
                <a:lnTo>
                  <a:pt x="1033516" y="167230"/>
                </a:lnTo>
                <a:lnTo>
                  <a:pt x="1033576" y="168298"/>
                </a:lnTo>
                <a:lnTo>
                  <a:pt x="1033649" y="169346"/>
                </a:lnTo>
                <a:lnTo>
                  <a:pt x="1033736" y="170374"/>
                </a:lnTo>
                <a:lnTo>
                  <a:pt x="1033837" y="171383"/>
                </a:lnTo>
                <a:lnTo>
                  <a:pt x="1033951" y="172371"/>
                </a:lnTo>
                <a:lnTo>
                  <a:pt x="1034078" y="173340"/>
                </a:lnTo>
                <a:lnTo>
                  <a:pt x="1034218" y="174289"/>
                </a:lnTo>
                <a:lnTo>
                  <a:pt x="1034372" y="175217"/>
                </a:lnTo>
                <a:lnTo>
                  <a:pt x="1034539" y="176126"/>
                </a:lnTo>
                <a:lnTo>
                  <a:pt x="1034720" y="177016"/>
                </a:lnTo>
                <a:lnTo>
                  <a:pt x="1034914" y="177885"/>
                </a:lnTo>
                <a:lnTo>
                  <a:pt x="1035122" y="178734"/>
                </a:lnTo>
                <a:lnTo>
                  <a:pt x="1035342" y="179564"/>
                </a:lnTo>
                <a:lnTo>
                  <a:pt x="1035577" y="180374"/>
                </a:lnTo>
                <a:lnTo>
                  <a:pt x="1035824" y="181163"/>
                </a:lnTo>
                <a:lnTo>
                  <a:pt x="1036085" y="181933"/>
                </a:lnTo>
                <a:lnTo>
                  <a:pt x="1036360" y="182683"/>
                </a:lnTo>
                <a:lnTo>
                  <a:pt x="1036647" y="183414"/>
                </a:lnTo>
                <a:lnTo>
                  <a:pt x="1036948" y="184124"/>
                </a:lnTo>
                <a:lnTo>
                  <a:pt x="1037263" y="184814"/>
                </a:lnTo>
                <a:lnTo>
                  <a:pt x="1037588" y="185487"/>
                </a:lnTo>
                <a:lnTo>
                  <a:pt x="1037922" y="186142"/>
                </a:lnTo>
                <a:lnTo>
                  <a:pt x="1038265" y="186782"/>
                </a:lnTo>
                <a:lnTo>
                  <a:pt x="1038616" y="187405"/>
                </a:lnTo>
                <a:lnTo>
                  <a:pt x="1038975" y="188012"/>
                </a:lnTo>
                <a:lnTo>
                  <a:pt x="1039343" y="188603"/>
                </a:lnTo>
                <a:lnTo>
                  <a:pt x="1039719" y="189177"/>
                </a:lnTo>
                <a:lnTo>
                  <a:pt x="1040104" y="189735"/>
                </a:lnTo>
                <a:lnTo>
                  <a:pt x="1040497" y="190277"/>
                </a:lnTo>
                <a:lnTo>
                  <a:pt x="1040899" y="190803"/>
                </a:lnTo>
                <a:lnTo>
                  <a:pt x="1041309" y="191312"/>
                </a:lnTo>
                <a:lnTo>
                  <a:pt x="1041728" y="191805"/>
                </a:lnTo>
                <a:lnTo>
                  <a:pt x="1042155" y="192281"/>
                </a:lnTo>
                <a:lnTo>
                  <a:pt x="1042591" y="192742"/>
                </a:lnTo>
                <a:lnTo>
                  <a:pt x="1043035" y="193186"/>
                </a:lnTo>
                <a:lnTo>
                  <a:pt x="1043487" y="193614"/>
                </a:lnTo>
                <a:lnTo>
                  <a:pt x="1043948" y="194025"/>
                </a:lnTo>
                <a:lnTo>
                  <a:pt x="1044418" y="194421"/>
                </a:lnTo>
                <a:lnTo>
                  <a:pt x="1044896" y="194800"/>
                </a:lnTo>
                <a:lnTo>
                  <a:pt x="1045382" y="195162"/>
                </a:lnTo>
                <a:lnTo>
                  <a:pt x="1045877" y="195509"/>
                </a:lnTo>
                <a:lnTo>
                  <a:pt x="1046381" y="195839"/>
                </a:lnTo>
                <a:lnTo>
                  <a:pt x="1046893" y="196153"/>
                </a:lnTo>
                <a:lnTo>
                  <a:pt x="1047413" y="196450"/>
                </a:lnTo>
                <a:lnTo>
                  <a:pt x="1047940" y="196733"/>
                </a:lnTo>
                <a:lnTo>
                  <a:pt x="1048470" y="197004"/>
                </a:lnTo>
                <a:lnTo>
                  <a:pt x="1049003" y="197263"/>
                </a:lnTo>
                <a:lnTo>
                  <a:pt x="1049540" y="197510"/>
                </a:lnTo>
                <a:lnTo>
                  <a:pt x="1050081" y="197745"/>
                </a:lnTo>
                <a:lnTo>
                  <a:pt x="1050625" y="197968"/>
                </a:lnTo>
                <a:lnTo>
                  <a:pt x="1051173" y="198179"/>
                </a:lnTo>
                <a:lnTo>
                  <a:pt x="1051724" y="198377"/>
                </a:lnTo>
                <a:lnTo>
                  <a:pt x="1052279" y="198564"/>
                </a:lnTo>
                <a:lnTo>
                  <a:pt x="1052838" y="198739"/>
                </a:lnTo>
                <a:lnTo>
                  <a:pt x="1053400" y="198901"/>
                </a:lnTo>
                <a:lnTo>
                  <a:pt x="1053966" y="199052"/>
                </a:lnTo>
                <a:lnTo>
                  <a:pt x="1054535" y="199190"/>
                </a:lnTo>
                <a:lnTo>
                  <a:pt x="1055108" y="199317"/>
                </a:lnTo>
                <a:lnTo>
                  <a:pt x="1055684" y="199431"/>
                </a:lnTo>
                <a:lnTo>
                  <a:pt x="1056264" y="199534"/>
                </a:lnTo>
                <a:lnTo>
                  <a:pt x="1056848" y="199624"/>
                </a:lnTo>
                <a:lnTo>
                  <a:pt x="1057435" y="199702"/>
                </a:lnTo>
                <a:lnTo>
                  <a:pt x="1058025" y="199769"/>
                </a:lnTo>
                <a:lnTo>
                  <a:pt x="1058620" y="199823"/>
                </a:lnTo>
                <a:lnTo>
                  <a:pt x="1059217" y="199865"/>
                </a:lnTo>
                <a:lnTo>
                  <a:pt x="1059819" y="199895"/>
                </a:lnTo>
                <a:lnTo>
                  <a:pt x="1060424" y="199913"/>
                </a:lnTo>
                <a:lnTo>
                  <a:pt x="1061032" y="199919"/>
                </a:lnTo>
                <a:lnTo>
                  <a:pt x="1061521" y="199918"/>
                </a:lnTo>
                <a:lnTo>
                  <a:pt x="1062003" y="199913"/>
                </a:lnTo>
                <a:lnTo>
                  <a:pt x="1062478" y="199906"/>
                </a:lnTo>
                <a:lnTo>
                  <a:pt x="1062945" y="199896"/>
                </a:lnTo>
                <a:lnTo>
                  <a:pt x="1063406" y="199883"/>
                </a:lnTo>
                <a:lnTo>
                  <a:pt x="1063859" y="199867"/>
                </a:lnTo>
                <a:lnTo>
                  <a:pt x="1064305" y="199848"/>
                </a:lnTo>
                <a:lnTo>
                  <a:pt x="1064744" y="199826"/>
                </a:lnTo>
                <a:lnTo>
                  <a:pt x="1065176" y="199802"/>
                </a:lnTo>
                <a:lnTo>
                  <a:pt x="1065601" y="199774"/>
                </a:lnTo>
                <a:lnTo>
                  <a:pt x="1066018" y="199744"/>
                </a:lnTo>
                <a:lnTo>
                  <a:pt x="1066429" y="199710"/>
                </a:lnTo>
                <a:lnTo>
                  <a:pt x="1066832" y="199674"/>
                </a:lnTo>
                <a:lnTo>
                  <a:pt x="1067228" y="199635"/>
                </a:lnTo>
                <a:lnTo>
                  <a:pt x="1067617" y="199593"/>
                </a:lnTo>
                <a:lnTo>
                  <a:pt x="1067999" y="199548"/>
                </a:lnTo>
                <a:lnTo>
                  <a:pt x="1068374" y="199500"/>
                </a:lnTo>
                <a:lnTo>
                  <a:pt x="1068741" y="199449"/>
                </a:lnTo>
                <a:lnTo>
                  <a:pt x="1069102" y="199396"/>
                </a:lnTo>
                <a:lnTo>
                  <a:pt x="1069455" y="199339"/>
                </a:lnTo>
                <a:lnTo>
                  <a:pt x="1069801" y="199280"/>
                </a:lnTo>
                <a:lnTo>
                  <a:pt x="1070140" y="199217"/>
                </a:lnTo>
                <a:lnTo>
                  <a:pt x="1070472" y="199152"/>
                </a:lnTo>
                <a:lnTo>
                  <a:pt x="1070797" y="199084"/>
                </a:lnTo>
                <a:lnTo>
                  <a:pt x="1071116" y="199014"/>
                </a:lnTo>
                <a:lnTo>
                  <a:pt x="1071429" y="198944"/>
                </a:lnTo>
                <a:lnTo>
                  <a:pt x="1071737" y="198874"/>
                </a:lnTo>
                <a:lnTo>
                  <a:pt x="1072039" y="198804"/>
                </a:lnTo>
                <a:lnTo>
                  <a:pt x="1072336" y="198733"/>
                </a:lnTo>
                <a:lnTo>
                  <a:pt x="1072628" y="198662"/>
                </a:lnTo>
                <a:lnTo>
                  <a:pt x="1072914" y="198591"/>
                </a:lnTo>
                <a:lnTo>
                  <a:pt x="1073195" y="198520"/>
                </a:lnTo>
                <a:lnTo>
                  <a:pt x="1073471" y="198449"/>
                </a:lnTo>
                <a:lnTo>
                  <a:pt x="1073741" y="198377"/>
                </a:lnTo>
                <a:lnTo>
                  <a:pt x="1074006" y="198305"/>
                </a:lnTo>
                <a:lnTo>
                  <a:pt x="1074266" y="198233"/>
                </a:lnTo>
                <a:lnTo>
                  <a:pt x="1074520" y="198160"/>
                </a:lnTo>
                <a:lnTo>
                  <a:pt x="1074769" y="198088"/>
                </a:lnTo>
                <a:lnTo>
                  <a:pt x="1075013" y="198015"/>
                </a:lnTo>
                <a:lnTo>
                  <a:pt x="1075251" y="197942"/>
                </a:lnTo>
                <a:lnTo>
                  <a:pt x="1075484" y="197869"/>
                </a:lnTo>
                <a:lnTo>
                  <a:pt x="1075711" y="197795"/>
                </a:lnTo>
                <a:lnTo>
                  <a:pt x="1075934" y="197722"/>
                </a:lnTo>
                <a:lnTo>
                  <a:pt x="1076150" y="197648"/>
                </a:lnTo>
                <a:lnTo>
                  <a:pt x="1076362" y="197573"/>
                </a:lnTo>
                <a:lnTo>
                  <a:pt x="1076568" y="197499"/>
                </a:lnTo>
                <a:lnTo>
                  <a:pt x="1076769" y="197424"/>
                </a:lnTo>
                <a:lnTo>
                  <a:pt x="1076964" y="197350"/>
                </a:lnTo>
                <a:lnTo>
                  <a:pt x="1077093" y="177949"/>
                </a:lnTo>
                <a:lnTo>
                  <a:pt x="1077004" y="177981"/>
                </a:lnTo>
                <a:lnTo>
                  <a:pt x="1076909" y="178014"/>
                </a:lnTo>
                <a:lnTo>
                  <a:pt x="1076808" y="178048"/>
                </a:lnTo>
                <a:lnTo>
                  <a:pt x="1076700" y="178082"/>
                </a:lnTo>
                <a:lnTo>
                  <a:pt x="1076586" y="178118"/>
                </a:lnTo>
                <a:lnTo>
                  <a:pt x="1076466" y="178153"/>
                </a:lnTo>
                <a:lnTo>
                  <a:pt x="1076340" y="178190"/>
                </a:lnTo>
                <a:lnTo>
                  <a:pt x="1076208" y="178227"/>
                </a:lnTo>
                <a:lnTo>
                  <a:pt x="1076069" y="178265"/>
                </a:lnTo>
                <a:lnTo>
                  <a:pt x="1075924" y="178303"/>
                </a:lnTo>
                <a:lnTo>
                  <a:pt x="1075773" y="178342"/>
                </a:lnTo>
                <a:lnTo>
                  <a:pt x="1075615" y="178382"/>
                </a:lnTo>
                <a:lnTo>
                  <a:pt x="1075451" y="178423"/>
                </a:lnTo>
                <a:lnTo>
                  <a:pt x="1075281" y="178464"/>
                </a:lnTo>
                <a:lnTo>
                  <a:pt x="1075105" y="178506"/>
                </a:lnTo>
                <a:lnTo>
                  <a:pt x="1074923" y="178548"/>
                </a:lnTo>
                <a:lnTo>
                  <a:pt x="1074734" y="178591"/>
                </a:lnTo>
                <a:lnTo>
                  <a:pt x="1074539" y="178635"/>
                </a:lnTo>
                <a:lnTo>
                  <a:pt x="1074338" y="178680"/>
                </a:lnTo>
                <a:lnTo>
                  <a:pt x="1074130" y="178725"/>
                </a:lnTo>
                <a:lnTo>
                  <a:pt x="1073917" y="178771"/>
                </a:lnTo>
                <a:lnTo>
                  <a:pt x="1073697" y="178817"/>
                </a:lnTo>
                <a:lnTo>
                  <a:pt x="1073471" y="178864"/>
                </a:lnTo>
                <a:lnTo>
                  <a:pt x="1073238" y="178912"/>
                </a:lnTo>
                <a:lnTo>
                  <a:pt x="1073004" y="178959"/>
                </a:lnTo>
                <a:lnTo>
                  <a:pt x="1072771" y="179005"/>
                </a:lnTo>
                <a:lnTo>
                  <a:pt x="1072540" y="179048"/>
                </a:lnTo>
                <a:lnTo>
                  <a:pt x="1072310" y="179089"/>
                </a:lnTo>
                <a:lnTo>
                  <a:pt x="1072083" y="179128"/>
                </a:lnTo>
                <a:lnTo>
                  <a:pt x="1071857" y="179165"/>
                </a:lnTo>
                <a:lnTo>
                  <a:pt x="1071633" y="179200"/>
                </a:lnTo>
                <a:lnTo>
                  <a:pt x="1071411" y="179233"/>
                </a:lnTo>
                <a:lnTo>
                  <a:pt x="1071190" y="179265"/>
                </a:lnTo>
                <a:lnTo>
                  <a:pt x="1070972" y="179294"/>
                </a:lnTo>
                <a:lnTo>
                  <a:pt x="1070755" y="179321"/>
                </a:lnTo>
                <a:lnTo>
                  <a:pt x="1070540" y="179346"/>
                </a:lnTo>
                <a:lnTo>
                  <a:pt x="1070327" y="179369"/>
                </a:lnTo>
                <a:lnTo>
                  <a:pt x="1070115" y="179390"/>
                </a:lnTo>
                <a:lnTo>
                  <a:pt x="1069906" y="179409"/>
                </a:lnTo>
                <a:lnTo>
                  <a:pt x="1069698" y="179426"/>
                </a:lnTo>
                <a:lnTo>
                  <a:pt x="1069492" y="179441"/>
                </a:lnTo>
                <a:lnTo>
                  <a:pt x="1069287" y="179454"/>
                </a:lnTo>
                <a:lnTo>
                  <a:pt x="1069085" y="179465"/>
                </a:lnTo>
                <a:lnTo>
                  <a:pt x="1068884" y="179474"/>
                </a:lnTo>
                <a:lnTo>
                  <a:pt x="1068685" y="179481"/>
                </a:lnTo>
                <a:lnTo>
                  <a:pt x="1068488" y="179486"/>
                </a:lnTo>
                <a:lnTo>
                  <a:pt x="1068292" y="179489"/>
                </a:lnTo>
                <a:lnTo>
                  <a:pt x="1068099" y="179490"/>
                </a:lnTo>
                <a:lnTo>
                  <a:pt x="1067843" y="179488"/>
                </a:lnTo>
                <a:lnTo>
                  <a:pt x="1067588" y="179482"/>
                </a:lnTo>
                <a:lnTo>
                  <a:pt x="1067334" y="179472"/>
                </a:lnTo>
                <a:lnTo>
                  <a:pt x="1067082" y="179458"/>
                </a:lnTo>
                <a:lnTo>
                  <a:pt x="1066831" y="179440"/>
                </a:lnTo>
                <a:lnTo>
                  <a:pt x="1066581" y="179418"/>
                </a:lnTo>
                <a:lnTo>
                  <a:pt x="1066333" y="179392"/>
                </a:lnTo>
                <a:lnTo>
                  <a:pt x="1066086" y="179362"/>
                </a:lnTo>
                <a:lnTo>
                  <a:pt x="1065840" y="179328"/>
                </a:lnTo>
                <a:lnTo>
                  <a:pt x="1065596" y="179290"/>
                </a:lnTo>
                <a:lnTo>
                  <a:pt x="1065353" y="179248"/>
                </a:lnTo>
                <a:lnTo>
                  <a:pt x="1065112" y="179201"/>
                </a:lnTo>
                <a:lnTo>
                  <a:pt x="1064871" y="179151"/>
                </a:lnTo>
                <a:lnTo>
                  <a:pt x="1064633" y="179097"/>
                </a:lnTo>
                <a:lnTo>
                  <a:pt x="1064395" y="179039"/>
                </a:lnTo>
                <a:lnTo>
                  <a:pt x="1064159" y="178977"/>
                </a:lnTo>
                <a:lnTo>
                  <a:pt x="1063924" y="178910"/>
                </a:lnTo>
                <a:lnTo>
                  <a:pt x="1063690" y="178840"/>
                </a:lnTo>
                <a:lnTo>
                  <a:pt x="1063458" y="178766"/>
                </a:lnTo>
                <a:lnTo>
                  <a:pt x="1063227" y="178687"/>
                </a:lnTo>
                <a:lnTo>
                  <a:pt x="1062998" y="178605"/>
                </a:lnTo>
                <a:lnTo>
                  <a:pt x="1062770" y="178519"/>
                </a:lnTo>
                <a:lnTo>
                  <a:pt x="1062543" y="178428"/>
                </a:lnTo>
                <a:lnTo>
                  <a:pt x="1062317" y="178334"/>
                </a:lnTo>
                <a:lnTo>
                  <a:pt x="1062094" y="178233"/>
                </a:lnTo>
                <a:lnTo>
                  <a:pt x="1061874" y="178124"/>
                </a:lnTo>
                <a:lnTo>
                  <a:pt x="1061658" y="178007"/>
                </a:lnTo>
                <a:lnTo>
                  <a:pt x="1061445" y="177881"/>
                </a:lnTo>
                <a:lnTo>
                  <a:pt x="1061235" y="177746"/>
                </a:lnTo>
                <a:lnTo>
                  <a:pt x="1061028" y="177603"/>
                </a:lnTo>
                <a:lnTo>
                  <a:pt x="1060825" y="177452"/>
                </a:lnTo>
                <a:lnTo>
                  <a:pt x="1060625" y="177292"/>
                </a:lnTo>
                <a:lnTo>
                  <a:pt x="1060429" y="177123"/>
                </a:lnTo>
                <a:lnTo>
                  <a:pt x="1060236" y="176946"/>
                </a:lnTo>
                <a:lnTo>
                  <a:pt x="1060046" y="176760"/>
                </a:lnTo>
                <a:lnTo>
                  <a:pt x="1059860" y="176566"/>
                </a:lnTo>
                <a:lnTo>
                  <a:pt x="1059677" y="176364"/>
                </a:lnTo>
                <a:lnTo>
                  <a:pt x="1059497" y="176153"/>
                </a:lnTo>
                <a:lnTo>
                  <a:pt x="1059321" y="175934"/>
                </a:lnTo>
                <a:lnTo>
                  <a:pt x="1059148" y="175706"/>
                </a:lnTo>
                <a:lnTo>
                  <a:pt x="1058978" y="175469"/>
                </a:lnTo>
                <a:lnTo>
                  <a:pt x="1058812" y="175224"/>
                </a:lnTo>
                <a:lnTo>
                  <a:pt x="1058649" y="174971"/>
                </a:lnTo>
                <a:lnTo>
                  <a:pt x="1058489" y="174709"/>
                </a:lnTo>
                <a:lnTo>
                  <a:pt x="1058333" y="174438"/>
                </a:lnTo>
                <a:lnTo>
                  <a:pt x="1058180" y="174160"/>
                </a:lnTo>
                <a:lnTo>
                  <a:pt x="1058031" y="173872"/>
                </a:lnTo>
                <a:lnTo>
                  <a:pt x="1057884" y="173576"/>
                </a:lnTo>
                <a:lnTo>
                  <a:pt x="1057743" y="173270"/>
                </a:lnTo>
                <a:lnTo>
                  <a:pt x="1057607" y="172952"/>
                </a:lnTo>
                <a:lnTo>
                  <a:pt x="1057478" y="172622"/>
                </a:lnTo>
                <a:lnTo>
                  <a:pt x="1057354" y="172279"/>
                </a:lnTo>
                <a:lnTo>
                  <a:pt x="1057237" y="171925"/>
                </a:lnTo>
                <a:lnTo>
                  <a:pt x="1057126" y="171559"/>
                </a:lnTo>
                <a:lnTo>
                  <a:pt x="1057020" y="171180"/>
                </a:lnTo>
                <a:lnTo>
                  <a:pt x="1056921" y="170790"/>
                </a:lnTo>
                <a:lnTo>
                  <a:pt x="1056828" y="170387"/>
                </a:lnTo>
                <a:lnTo>
                  <a:pt x="1056740" y="169973"/>
                </a:lnTo>
                <a:lnTo>
                  <a:pt x="1056659" y="169546"/>
                </a:lnTo>
                <a:lnTo>
                  <a:pt x="1056584" y="169107"/>
                </a:lnTo>
                <a:lnTo>
                  <a:pt x="1056514" y="168657"/>
                </a:lnTo>
                <a:lnTo>
                  <a:pt x="1056451" y="168194"/>
                </a:lnTo>
                <a:lnTo>
                  <a:pt x="1056394" y="167719"/>
                </a:lnTo>
                <a:lnTo>
                  <a:pt x="1056343" y="167232"/>
                </a:lnTo>
                <a:lnTo>
                  <a:pt x="1056298" y="166734"/>
                </a:lnTo>
                <a:lnTo>
                  <a:pt x="1056258" y="166223"/>
                </a:lnTo>
                <a:lnTo>
                  <a:pt x="1056225" y="165700"/>
                </a:lnTo>
                <a:lnTo>
                  <a:pt x="1056198" y="165165"/>
                </a:lnTo>
                <a:lnTo>
                  <a:pt x="1056177" y="164618"/>
                </a:lnTo>
                <a:lnTo>
                  <a:pt x="1056162" y="164058"/>
                </a:lnTo>
                <a:lnTo>
                  <a:pt x="1056153" y="163487"/>
                </a:lnTo>
                <a:lnTo>
                  <a:pt x="1056150" y="162904"/>
                </a:lnTo>
                <a:lnTo>
                  <a:pt x="1056150" y="76576"/>
                </a:lnTo>
                <a:lnTo>
                  <a:pt x="1077093" y="76576"/>
                </a:lnTo>
                <a:lnTo>
                  <a:pt x="1077093" y="58331"/>
                </a:lnTo>
                <a:lnTo>
                  <a:pt x="1056150" y="58331"/>
                </a:lnTo>
                <a:lnTo>
                  <a:pt x="1056150" y="24412"/>
                </a:lnTo>
                <a:lnTo>
                  <a:pt x="1033409" y="24412"/>
                </a:lnTo>
                <a:lnTo>
                  <a:pt x="1033409" y="58331"/>
                </a:lnTo>
                <a:lnTo>
                  <a:pt x="1012209" y="58331"/>
                </a:lnTo>
                <a:close/>
                <a:moveTo>
                  <a:pt x="908678" y="0"/>
                </a:moveTo>
                <a:lnTo>
                  <a:pt x="908678" y="197350"/>
                </a:lnTo>
                <a:lnTo>
                  <a:pt x="931290" y="197350"/>
                </a:lnTo>
                <a:lnTo>
                  <a:pt x="931290" y="0"/>
                </a:lnTo>
                <a:lnTo>
                  <a:pt x="908678" y="0"/>
                </a:lnTo>
                <a:close/>
                <a:moveTo>
                  <a:pt x="1127459" y="208825"/>
                </a:moveTo>
                <a:lnTo>
                  <a:pt x="1127264" y="209530"/>
                </a:lnTo>
                <a:lnTo>
                  <a:pt x="1127066" y="210223"/>
                </a:lnTo>
                <a:lnTo>
                  <a:pt x="1126865" y="210904"/>
                </a:lnTo>
                <a:lnTo>
                  <a:pt x="1126659" y="211572"/>
                </a:lnTo>
                <a:lnTo>
                  <a:pt x="1126451" y="212227"/>
                </a:lnTo>
                <a:lnTo>
                  <a:pt x="1126238" y="212870"/>
                </a:lnTo>
                <a:lnTo>
                  <a:pt x="1126022" y="213500"/>
                </a:lnTo>
                <a:lnTo>
                  <a:pt x="1125803" y="214117"/>
                </a:lnTo>
                <a:lnTo>
                  <a:pt x="1125580" y="214722"/>
                </a:lnTo>
                <a:lnTo>
                  <a:pt x="1125353" y="215314"/>
                </a:lnTo>
                <a:lnTo>
                  <a:pt x="1125123" y="215893"/>
                </a:lnTo>
                <a:lnTo>
                  <a:pt x="1124889" y="216460"/>
                </a:lnTo>
                <a:lnTo>
                  <a:pt x="1124652" y="217015"/>
                </a:lnTo>
                <a:lnTo>
                  <a:pt x="1124411" y="217556"/>
                </a:lnTo>
                <a:lnTo>
                  <a:pt x="1124166" y="218085"/>
                </a:lnTo>
                <a:lnTo>
                  <a:pt x="1123918" y="218602"/>
                </a:lnTo>
                <a:lnTo>
                  <a:pt x="1123667" y="219106"/>
                </a:lnTo>
                <a:lnTo>
                  <a:pt x="1123412" y="219597"/>
                </a:lnTo>
                <a:lnTo>
                  <a:pt x="1123153" y="220076"/>
                </a:lnTo>
                <a:lnTo>
                  <a:pt x="1122891" y="220541"/>
                </a:lnTo>
                <a:lnTo>
                  <a:pt x="1122625" y="220995"/>
                </a:lnTo>
                <a:lnTo>
                  <a:pt x="1122355" y="221436"/>
                </a:lnTo>
                <a:lnTo>
                  <a:pt x="1122082" y="221864"/>
                </a:lnTo>
                <a:lnTo>
                  <a:pt x="1121806" y="222279"/>
                </a:lnTo>
                <a:lnTo>
                  <a:pt x="1121525" y="222684"/>
                </a:lnTo>
                <a:lnTo>
                  <a:pt x="1121239" y="223078"/>
                </a:lnTo>
                <a:lnTo>
                  <a:pt x="1120949" y="223463"/>
                </a:lnTo>
                <a:lnTo>
                  <a:pt x="1120655" y="223838"/>
                </a:lnTo>
                <a:lnTo>
                  <a:pt x="1120355" y="224203"/>
                </a:lnTo>
                <a:lnTo>
                  <a:pt x="1120051" y="224559"/>
                </a:lnTo>
                <a:lnTo>
                  <a:pt x="1119742" y="224905"/>
                </a:lnTo>
                <a:lnTo>
                  <a:pt x="1119429" y="225241"/>
                </a:lnTo>
                <a:lnTo>
                  <a:pt x="1119110" y="225567"/>
                </a:lnTo>
                <a:lnTo>
                  <a:pt x="1118788" y="225884"/>
                </a:lnTo>
                <a:lnTo>
                  <a:pt x="1118460" y="226191"/>
                </a:lnTo>
                <a:lnTo>
                  <a:pt x="1118128" y="226488"/>
                </a:lnTo>
                <a:lnTo>
                  <a:pt x="1117791" y="226775"/>
                </a:lnTo>
                <a:lnTo>
                  <a:pt x="1117449" y="227053"/>
                </a:lnTo>
                <a:lnTo>
                  <a:pt x="1117103" y="227321"/>
                </a:lnTo>
                <a:lnTo>
                  <a:pt x="1116752" y="227579"/>
                </a:lnTo>
                <a:lnTo>
                  <a:pt x="1116396" y="227828"/>
                </a:lnTo>
                <a:lnTo>
                  <a:pt x="1116036" y="228066"/>
                </a:lnTo>
                <a:lnTo>
                  <a:pt x="1115671" y="228295"/>
                </a:lnTo>
                <a:lnTo>
                  <a:pt x="1115301" y="228514"/>
                </a:lnTo>
                <a:lnTo>
                  <a:pt x="1114927" y="228724"/>
                </a:lnTo>
                <a:lnTo>
                  <a:pt x="1114548" y="228923"/>
                </a:lnTo>
                <a:lnTo>
                  <a:pt x="1114164" y="229113"/>
                </a:lnTo>
                <a:lnTo>
                  <a:pt x="1113775" y="229294"/>
                </a:lnTo>
                <a:lnTo>
                  <a:pt x="1113381" y="229465"/>
                </a:lnTo>
                <a:lnTo>
                  <a:pt x="1112980" y="229630"/>
                </a:lnTo>
                <a:lnTo>
                  <a:pt x="1112572" y="229787"/>
                </a:lnTo>
                <a:lnTo>
                  <a:pt x="1112157" y="229936"/>
                </a:lnTo>
                <a:lnTo>
                  <a:pt x="1111735" y="230079"/>
                </a:lnTo>
                <a:lnTo>
                  <a:pt x="1111306" y="230214"/>
                </a:lnTo>
                <a:lnTo>
                  <a:pt x="1110870" y="230342"/>
                </a:lnTo>
                <a:lnTo>
                  <a:pt x="1110428" y="230462"/>
                </a:lnTo>
                <a:lnTo>
                  <a:pt x="1109978" y="230576"/>
                </a:lnTo>
                <a:lnTo>
                  <a:pt x="1109522" y="230682"/>
                </a:lnTo>
                <a:lnTo>
                  <a:pt x="1109058" y="230780"/>
                </a:lnTo>
                <a:lnTo>
                  <a:pt x="1108588" y="230872"/>
                </a:lnTo>
                <a:lnTo>
                  <a:pt x="1108111" y="230956"/>
                </a:lnTo>
                <a:lnTo>
                  <a:pt x="1107627" y="231032"/>
                </a:lnTo>
                <a:lnTo>
                  <a:pt x="1107135" y="231102"/>
                </a:lnTo>
                <a:lnTo>
                  <a:pt x="1106637" y="231164"/>
                </a:lnTo>
                <a:lnTo>
                  <a:pt x="1106133" y="231219"/>
                </a:lnTo>
                <a:lnTo>
                  <a:pt x="1105621" y="231266"/>
                </a:lnTo>
                <a:lnTo>
                  <a:pt x="1105102" y="231306"/>
                </a:lnTo>
                <a:lnTo>
                  <a:pt x="1104576" y="231339"/>
                </a:lnTo>
                <a:lnTo>
                  <a:pt x="1104044" y="231365"/>
                </a:lnTo>
                <a:lnTo>
                  <a:pt x="1103504" y="231383"/>
                </a:lnTo>
                <a:lnTo>
                  <a:pt x="1102958" y="231394"/>
                </a:lnTo>
                <a:lnTo>
                  <a:pt x="1102405" y="231397"/>
                </a:lnTo>
                <a:lnTo>
                  <a:pt x="1102339" y="231397"/>
                </a:lnTo>
                <a:lnTo>
                  <a:pt x="1102270" y="231396"/>
                </a:lnTo>
                <a:lnTo>
                  <a:pt x="1102198" y="231394"/>
                </a:lnTo>
                <a:lnTo>
                  <a:pt x="1102123" y="231392"/>
                </a:lnTo>
                <a:lnTo>
                  <a:pt x="1102044" y="231389"/>
                </a:lnTo>
                <a:lnTo>
                  <a:pt x="1101963" y="231385"/>
                </a:lnTo>
                <a:lnTo>
                  <a:pt x="1101878" y="231381"/>
                </a:lnTo>
                <a:lnTo>
                  <a:pt x="1101791" y="231376"/>
                </a:lnTo>
                <a:lnTo>
                  <a:pt x="1101700" y="231370"/>
                </a:lnTo>
                <a:lnTo>
                  <a:pt x="1101606" y="231364"/>
                </a:lnTo>
                <a:lnTo>
                  <a:pt x="1101509" y="231357"/>
                </a:lnTo>
                <a:lnTo>
                  <a:pt x="1101409" y="231349"/>
                </a:lnTo>
                <a:lnTo>
                  <a:pt x="1101306" y="231341"/>
                </a:lnTo>
                <a:lnTo>
                  <a:pt x="1101199" y="231332"/>
                </a:lnTo>
                <a:lnTo>
                  <a:pt x="1101090" y="231322"/>
                </a:lnTo>
                <a:lnTo>
                  <a:pt x="1100977" y="231312"/>
                </a:lnTo>
                <a:lnTo>
                  <a:pt x="1100861" y="231301"/>
                </a:lnTo>
                <a:lnTo>
                  <a:pt x="1100742" y="231289"/>
                </a:lnTo>
                <a:lnTo>
                  <a:pt x="1100620" y="231277"/>
                </a:lnTo>
                <a:lnTo>
                  <a:pt x="1100495" y="231264"/>
                </a:lnTo>
                <a:lnTo>
                  <a:pt x="1100367" y="231250"/>
                </a:lnTo>
                <a:lnTo>
                  <a:pt x="1100236" y="231236"/>
                </a:lnTo>
                <a:lnTo>
                  <a:pt x="1100101" y="231220"/>
                </a:lnTo>
                <a:lnTo>
                  <a:pt x="1099963" y="231205"/>
                </a:lnTo>
                <a:lnTo>
                  <a:pt x="1099826" y="231189"/>
                </a:lnTo>
                <a:lnTo>
                  <a:pt x="1099691" y="231173"/>
                </a:lnTo>
                <a:lnTo>
                  <a:pt x="1099560" y="231158"/>
                </a:lnTo>
                <a:lnTo>
                  <a:pt x="1099432" y="231142"/>
                </a:lnTo>
                <a:lnTo>
                  <a:pt x="1099307" y="231127"/>
                </a:lnTo>
                <a:lnTo>
                  <a:pt x="1099185" y="231112"/>
                </a:lnTo>
                <a:lnTo>
                  <a:pt x="1099066" y="231098"/>
                </a:lnTo>
                <a:lnTo>
                  <a:pt x="1098950" y="231083"/>
                </a:lnTo>
                <a:lnTo>
                  <a:pt x="1098837" y="231069"/>
                </a:lnTo>
                <a:lnTo>
                  <a:pt x="1098728" y="231055"/>
                </a:lnTo>
                <a:lnTo>
                  <a:pt x="1098621" y="231042"/>
                </a:lnTo>
                <a:lnTo>
                  <a:pt x="1098518" y="231028"/>
                </a:lnTo>
                <a:lnTo>
                  <a:pt x="1098418" y="231015"/>
                </a:lnTo>
                <a:lnTo>
                  <a:pt x="1098321" y="231002"/>
                </a:lnTo>
                <a:lnTo>
                  <a:pt x="1098227" y="230989"/>
                </a:lnTo>
                <a:lnTo>
                  <a:pt x="1098136" y="230976"/>
                </a:lnTo>
                <a:lnTo>
                  <a:pt x="1098049" y="230964"/>
                </a:lnTo>
                <a:lnTo>
                  <a:pt x="1097964" y="230952"/>
                </a:lnTo>
                <a:lnTo>
                  <a:pt x="1097883" y="230940"/>
                </a:lnTo>
                <a:lnTo>
                  <a:pt x="1097804" y="230928"/>
                </a:lnTo>
                <a:lnTo>
                  <a:pt x="1097729" y="230917"/>
                </a:lnTo>
                <a:lnTo>
                  <a:pt x="1097657" y="230905"/>
                </a:lnTo>
                <a:lnTo>
                  <a:pt x="1097588" y="230894"/>
                </a:lnTo>
                <a:lnTo>
                  <a:pt x="1097522" y="230884"/>
                </a:lnTo>
                <a:lnTo>
                  <a:pt x="1097522" y="250156"/>
                </a:lnTo>
                <a:lnTo>
                  <a:pt x="1097665" y="250199"/>
                </a:lnTo>
                <a:lnTo>
                  <a:pt x="1097815" y="250243"/>
                </a:lnTo>
                <a:lnTo>
                  <a:pt x="1097973" y="250288"/>
                </a:lnTo>
                <a:lnTo>
                  <a:pt x="1098138" y="250334"/>
                </a:lnTo>
                <a:lnTo>
                  <a:pt x="1098310" y="250381"/>
                </a:lnTo>
                <a:lnTo>
                  <a:pt x="1098490" y="250429"/>
                </a:lnTo>
                <a:lnTo>
                  <a:pt x="1098677" y="250478"/>
                </a:lnTo>
                <a:lnTo>
                  <a:pt x="1098871" y="250527"/>
                </a:lnTo>
                <a:lnTo>
                  <a:pt x="1099073" y="250578"/>
                </a:lnTo>
                <a:lnTo>
                  <a:pt x="1099282" y="250629"/>
                </a:lnTo>
                <a:lnTo>
                  <a:pt x="1099499" y="250681"/>
                </a:lnTo>
                <a:lnTo>
                  <a:pt x="1099723" y="250734"/>
                </a:lnTo>
                <a:lnTo>
                  <a:pt x="1099954" y="250788"/>
                </a:lnTo>
                <a:lnTo>
                  <a:pt x="1100192" y="250843"/>
                </a:lnTo>
                <a:lnTo>
                  <a:pt x="1100438" y="250899"/>
                </a:lnTo>
                <a:lnTo>
                  <a:pt x="1100692" y="250955"/>
                </a:lnTo>
                <a:lnTo>
                  <a:pt x="1100952" y="251013"/>
                </a:lnTo>
                <a:lnTo>
                  <a:pt x="1101220" y="251071"/>
                </a:lnTo>
                <a:lnTo>
                  <a:pt x="1101496" y="251131"/>
                </a:lnTo>
                <a:lnTo>
                  <a:pt x="1101778" y="251191"/>
                </a:lnTo>
                <a:lnTo>
                  <a:pt x="1102068" y="251252"/>
                </a:lnTo>
                <a:lnTo>
                  <a:pt x="1102366" y="251314"/>
                </a:lnTo>
                <a:lnTo>
                  <a:pt x="1102671" y="251377"/>
                </a:lnTo>
                <a:lnTo>
                  <a:pt x="1102983" y="251441"/>
                </a:lnTo>
                <a:lnTo>
                  <a:pt x="1103296" y="251504"/>
                </a:lnTo>
                <a:lnTo>
                  <a:pt x="1103605" y="251564"/>
                </a:lnTo>
                <a:lnTo>
                  <a:pt x="1103909" y="251621"/>
                </a:lnTo>
                <a:lnTo>
                  <a:pt x="1104209" y="251676"/>
                </a:lnTo>
                <a:lnTo>
                  <a:pt x="1104504" y="251729"/>
                </a:lnTo>
                <a:lnTo>
                  <a:pt x="1104794" y="251778"/>
                </a:lnTo>
                <a:lnTo>
                  <a:pt x="1105079" y="251825"/>
                </a:lnTo>
                <a:lnTo>
                  <a:pt x="1105360" y="251869"/>
                </a:lnTo>
                <a:lnTo>
                  <a:pt x="1105636" y="251911"/>
                </a:lnTo>
                <a:lnTo>
                  <a:pt x="1105907" y="251949"/>
                </a:lnTo>
                <a:lnTo>
                  <a:pt x="1106174" y="251986"/>
                </a:lnTo>
                <a:lnTo>
                  <a:pt x="1106436" y="252019"/>
                </a:lnTo>
                <a:lnTo>
                  <a:pt x="1106693" y="252050"/>
                </a:lnTo>
                <a:lnTo>
                  <a:pt x="1106946" y="252078"/>
                </a:lnTo>
                <a:lnTo>
                  <a:pt x="1107194" y="252103"/>
                </a:lnTo>
                <a:lnTo>
                  <a:pt x="1107437" y="252126"/>
                </a:lnTo>
                <a:lnTo>
                  <a:pt x="1107675" y="252146"/>
                </a:lnTo>
                <a:lnTo>
                  <a:pt x="1107909" y="252164"/>
                </a:lnTo>
                <a:lnTo>
                  <a:pt x="1108139" y="252178"/>
                </a:lnTo>
                <a:lnTo>
                  <a:pt x="1108363" y="252190"/>
                </a:lnTo>
                <a:lnTo>
                  <a:pt x="1108583" y="252200"/>
                </a:lnTo>
                <a:lnTo>
                  <a:pt x="1108798" y="252206"/>
                </a:lnTo>
                <a:lnTo>
                  <a:pt x="1109008" y="252210"/>
                </a:lnTo>
                <a:lnTo>
                  <a:pt x="1109214" y="252212"/>
                </a:lnTo>
                <a:lnTo>
                  <a:pt x="1109875" y="252206"/>
                </a:lnTo>
                <a:lnTo>
                  <a:pt x="1110528" y="252188"/>
                </a:lnTo>
                <a:lnTo>
                  <a:pt x="1111174" y="252159"/>
                </a:lnTo>
                <a:lnTo>
                  <a:pt x="1111812" y="252118"/>
                </a:lnTo>
                <a:lnTo>
                  <a:pt x="1112444" y="252065"/>
                </a:lnTo>
                <a:lnTo>
                  <a:pt x="1113069" y="252000"/>
                </a:lnTo>
                <a:lnTo>
                  <a:pt x="1113686" y="251924"/>
                </a:lnTo>
                <a:lnTo>
                  <a:pt x="1114296" y="251836"/>
                </a:lnTo>
                <a:lnTo>
                  <a:pt x="1114900" y="251736"/>
                </a:lnTo>
                <a:lnTo>
                  <a:pt x="1115496" y="251624"/>
                </a:lnTo>
                <a:lnTo>
                  <a:pt x="1116085" y="251501"/>
                </a:lnTo>
                <a:lnTo>
                  <a:pt x="1116666" y="251366"/>
                </a:lnTo>
                <a:lnTo>
                  <a:pt x="1117241" y="251219"/>
                </a:lnTo>
                <a:lnTo>
                  <a:pt x="1117808" y="251060"/>
                </a:lnTo>
                <a:lnTo>
                  <a:pt x="1118369" y="250890"/>
                </a:lnTo>
                <a:lnTo>
                  <a:pt x="1118922" y="250707"/>
                </a:lnTo>
                <a:lnTo>
                  <a:pt x="1119468" y="250513"/>
                </a:lnTo>
                <a:lnTo>
                  <a:pt x="1120007" y="250308"/>
                </a:lnTo>
                <a:lnTo>
                  <a:pt x="1120539" y="250090"/>
                </a:lnTo>
                <a:lnTo>
                  <a:pt x="1121063" y="249861"/>
                </a:lnTo>
                <a:lnTo>
                  <a:pt x="1121581" y="249620"/>
                </a:lnTo>
                <a:lnTo>
                  <a:pt x="1122091" y="249368"/>
                </a:lnTo>
                <a:lnTo>
                  <a:pt x="1122594" y="249103"/>
                </a:lnTo>
                <a:lnTo>
                  <a:pt x="1123090" y="248827"/>
                </a:lnTo>
                <a:lnTo>
                  <a:pt x="1123580" y="248542"/>
                </a:lnTo>
                <a:lnTo>
                  <a:pt x="1124064" y="248250"/>
                </a:lnTo>
                <a:lnTo>
                  <a:pt x="1124542" y="247951"/>
                </a:lnTo>
                <a:lnTo>
                  <a:pt x="1125014" y="247645"/>
                </a:lnTo>
                <a:lnTo>
                  <a:pt x="1125480" y="247332"/>
                </a:lnTo>
                <a:lnTo>
                  <a:pt x="1125941" y="247013"/>
                </a:lnTo>
                <a:lnTo>
                  <a:pt x="1126396" y="246687"/>
                </a:lnTo>
                <a:lnTo>
                  <a:pt x="1126845" y="246353"/>
                </a:lnTo>
                <a:lnTo>
                  <a:pt x="1127288" y="246013"/>
                </a:lnTo>
                <a:lnTo>
                  <a:pt x="1127726" y="245666"/>
                </a:lnTo>
                <a:lnTo>
                  <a:pt x="1128157" y="245312"/>
                </a:lnTo>
                <a:lnTo>
                  <a:pt x="1128583" y="244951"/>
                </a:lnTo>
                <a:lnTo>
                  <a:pt x="1129003" y="244584"/>
                </a:lnTo>
                <a:lnTo>
                  <a:pt x="1129417" y="244209"/>
                </a:lnTo>
                <a:lnTo>
                  <a:pt x="1129826" y="243828"/>
                </a:lnTo>
                <a:lnTo>
                  <a:pt x="1130228" y="243440"/>
                </a:lnTo>
                <a:lnTo>
                  <a:pt x="1130625" y="243045"/>
                </a:lnTo>
                <a:lnTo>
                  <a:pt x="1131016" y="242643"/>
                </a:lnTo>
                <a:lnTo>
                  <a:pt x="1131401" y="242234"/>
                </a:lnTo>
                <a:lnTo>
                  <a:pt x="1131781" y="241818"/>
                </a:lnTo>
                <a:lnTo>
                  <a:pt x="1132154" y="241395"/>
                </a:lnTo>
                <a:lnTo>
                  <a:pt x="1132522" y="240966"/>
                </a:lnTo>
                <a:lnTo>
                  <a:pt x="1132884" y="240529"/>
                </a:lnTo>
                <a:lnTo>
                  <a:pt x="1133241" y="240086"/>
                </a:lnTo>
                <a:lnTo>
                  <a:pt x="1133591" y="239638"/>
                </a:lnTo>
                <a:lnTo>
                  <a:pt x="1133937" y="239189"/>
                </a:lnTo>
                <a:lnTo>
                  <a:pt x="1134277" y="238737"/>
                </a:lnTo>
                <a:lnTo>
                  <a:pt x="1134613" y="238283"/>
                </a:lnTo>
                <a:lnTo>
                  <a:pt x="1134943" y="237828"/>
                </a:lnTo>
                <a:lnTo>
                  <a:pt x="1135268" y="237370"/>
                </a:lnTo>
                <a:lnTo>
                  <a:pt x="1135588" y="236910"/>
                </a:lnTo>
                <a:lnTo>
                  <a:pt x="1135903" y="236448"/>
                </a:lnTo>
                <a:lnTo>
                  <a:pt x="1136213" y="235985"/>
                </a:lnTo>
                <a:lnTo>
                  <a:pt x="1136517" y="235519"/>
                </a:lnTo>
                <a:lnTo>
                  <a:pt x="1136817" y="235051"/>
                </a:lnTo>
                <a:lnTo>
                  <a:pt x="1137111" y="234581"/>
                </a:lnTo>
                <a:lnTo>
                  <a:pt x="1137400" y="234110"/>
                </a:lnTo>
                <a:lnTo>
                  <a:pt x="1137684" y="233636"/>
                </a:lnTo>
                <a:lnTo>
                  <a:pt x="1137963" y="233160"/>
                </a:lnTo>
                <a:lnTo>
                  <a:pt x="1138237" y="232682"/>
                </a:lnTo>
                <a:lnTo>
                  <a:pt x="1138506" y="232203"/>
                </a:lnTo>
                <a:lnTo>
                  <a:pt x="1138769" y="231721"/>
                </a:lnTo>
                <a:lnTo>
                  <a:pt x="1139028" y="231237"/>
                </a:lnTo>
                <a:lnTo>
                  <a:pt x="1139281" y="230751"/>
                </a:lnTo>
                <a:lnTo>
                  <a:pt x="1139529" y="230263"/>
                </a:lnTo>
                <a:lnTo>
                  <a:pt x="1139772" y="229773"/>
                </a:lnTo>
                <a:lnTo>
                  <a:pt x="1140010" y="229282"/>
                </a:lnTo>
                <a:lnTo>
                  <a:pt x="1140243" y="228788"/>
                </a:lnTo>
                <a:lnTo>
                  <a:pt x="1140471" y="228295"/>
                </a:lnTo>
                <a:lnTo>
                  <a:pt x="1140696" y="227804"/>
                </a:lnTo>
                <a:lnTo>
                  <a:pt x="1140916" y="227317"/>
                </a:lnTo>
                <a:lnTo>
                  <a:pt x="1141133" y="226833"/>
                </a:lnTo>
                <a:lnTo>
                  <a:pt x="1141346" y="226351"/>
                </a:lnTo>
                <a:lnTo>
                  <a:pt x="1141556" y="225872"/>
                </a:lnTo>
                <a:lnTo>
                  <a:pt x="1141761" y="225397"/>
                </a:lnTo>
                <a:lnTo>
                  <a:pt x="1141963" y="224924"/>
                </a:lnTo>
                <a:lnTo>
                  <a:pt x="1142161" y="224454"/>
                </a:lnTo>
                <a:lnTo>
                  <a:pt x="1142355" y="223987"/>
                </a:lnTo>
                <a:lnTo>
                  <a:pt x="1142546" y="223523"/>
                </a:lnTo>
                <a:lnTo>
                  <a:pt x="1142732" y="223061"/>
                </a:lnTo>
                <a:lnTo>
                  <a:pt x="1142915" y="222603"/>
                </a:lnTo>
                <a:lnTo>
                  <a:pt x="1143094" y="222147"/>
                </a:lnTo>
                <a:lnTo>
                  <a:pt x="1143269" y="221694"/>
                </a:lnTo>
                <a:lnTo>
                  <a:pt x="1143441" y="221245"/>
                </a:lnTo>
                <a:lnTo>
                  <a:pt x="1143608" y="220798"/>
                </a:lnTo>
                <a:lnTo>
                  <a:pt x="1143772" y="220354"/>
                </a:lnTo>
                <a:lnTo>
                  <a:pt x="1143932" y="219913"/>
                </a:lnTo>
                <a:lnTo>
                  <a:pt x="1144088" y="219474"/>
                </a:lnTo>
                <a:lnTo>
                  <a:pt x="1144241" y="219039"/>
                </a:lnTo>
                <a:lnTo>
                  <a:pt x="1144390" y="218607"/>
                </a:lnTo>
                <a:lnTo>
                  <a:pt x="1144534" y="218177"/>
                </a:lnTo>
                <a:lnTo>
                  <a:pt x="1144676" y="217750"/>
                </a:lnTo>
                <a:lnTo>
                  <a:pt x="1190544" y="58331"/>
                </a:lnTo>
                <a:lnTo>
                  <a:pt x="1166389" y="58331"/>
                </a:lnTo>
                <a:lnTo>
                  <a:pt x="1141254" y="158750"/>
                </a:lnTo>
                <a:lnTo>
                  <a:pt x="1115381" y="58331"/>
                </a:lnTo>
                <a:lnTo>
                  <a:pt x="1090584" y="58331"/>
                </a:lnTo>
                <a:lnTo>
                  <a:pt x="1131533" y="195127"/>
                </a:lnTo>
                <a:lnTo>
                  <a:pt x="1127459" y="208825"/>
                </a:lnTo>
                <a:close/>
                <a:moveTo>
                  <a:pt x="848420" y="58331"/>
                </a:moveTo>
                <a:lnTo>
                  <a:pt x="848420" y="197350"/>
                </a:lnTo>
                <a:lnTo>
                  <a:pt x="871033" y="197350"/>
                </a:lnTo>
                <a:lnTo>
                  <a:pt x="871033" y="58331"/>
                </a:lnTo>
                <a:lnTo>
                  <a:pt x="848420" y="58331"/>
                </a:lnTo>
                <a:close/>
                <a:moveTo>
                  <a:pt x="967883" y="58331"/>
                </a:moveTo>
                <a:lnTo>
                  <a:pt x="967883" y="197350"/>
                </a:lnTo>
                <a:lnTo>
                  <a:pt x="990496" y="197350"/>
                </a:lnTo>
                <a:lnTo>
                  <a:pt x="990496" y="58331"/>
                </a:lnTo>
                <a:lnTo>
                  <a:pt x="967883" y="583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A">
            <a:extLst xmlns:a="http://schemas.openxmlformats.org/drawingml/2006/main">
              <a:ext uri="{FF2B5EF4-FFF2-40B4-BE49-F238E27FC236}">
                <a16:creationId xmlns:a16="http://schemas.microsoft.com/office/drawing/2014/main" id="{F45D60F2-BAA4-42D5-9529-664BC72E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581" y="3811279"/>
            <a:ext cx="187071" cy="140817"/>
          </a:xfrm>
          <a:custGeom xmlns:a="http://schemas.openxmlformats.org/drawingml/2006/main">
            <a:pathLst>
              <a:path w="187071" h="140817">
                <a:moveTo>
                  <a:pt x="137991" y="38874"/>
                </a:moveTo>
                <a:lnTo>
                  <a:pt x="187071" y="24155"/>
                </a:lnTo>
                <a:lnTo>
                  <a:pt x="187071" y="0"/>
                </a:lnTo>
                <a:lnTo>
                  <a:pt x="0" y="60258"/>
                </a:lnTo>
                <a:lnTo>
                  <a:pt x="0" y="65398"/>
                </a:lnTo>
                <a:lnTo>
                  <a:pt x="0" y="75548"/>
                </a:lnTo>
                <a:lnTo>
                  <a:pt x="0" y="80559"/>
                </a:lnTo>
                <a:lnTo>
                  <a:pt x="187071" y="140817"/>
                </a:lnTo>
                <a:lnTo>
                  <a:pt x="187071" y="116662"/>
                </a:lnTo>
                <a:lnTo>
                  <a:pt x="137991" y="101943"/>
                </a:lnTo>
                <a:lnTo>
                  <a:pt x="137991" y="38874"/>
                </a:lnTo>
                <a:close/>
                <a:moveTo>
                  <a:pt x="117690" y="95855"/>
                </a:moveTo>
                <a:lnTo>
                  <a:pt x="32838" y="70409"/>
                </a:lnTo>
                <a:lnTo>
                  <a:pt x="117690" y="44962"/>
                </a:lnTo>
                <a:lnTo>
                  <a:pt x="117690" y="95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p">
            <a:extLst xmlns:a="http://schemas.openxmlformats.org/drawingml/2006/main">
              <a:ext uri="{FF2B5EF4-FFF2-40B4-BE49-F238E27FC236}">
                <a16:creationId xmlns:a16="http://schemas.microsoft.com/office/drawing/2014/main" id="{E4D7870C-0B40-4A0C-881A-DB1463B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064" y="3689283"/>
            <a:ext cx="195037" cy="100474"/>
          </a:xfrm>
          <a:custGeom xmlns:a="http://schemas.openxmlformats.org/drawingml/2006/main">
            <a:pathLst>
              <a:path w="195037" h="100474">
                <a:moveTo>
                  <a:pt x="128498" y="77594"/>
                </a:moveTo>
                <a:lnTo>
                  <a:pt x="129142" y="77125"/>
                </a:lnTo>
                <a:lnTo>
                  <a:pt x="129773" y="76648"/>
                </a:lnTo>
                <a:lnTo>
                  <a:pt x="130390" y="76162"/>
                </a:lnTo>
                <a:lnTo>
                  <a:pt x="130995" y="75667"/>
                </a:lnTo>
                <a:lnTo>
                  <a:pt x="131586" y="75162"/>
                </a:lnTo>
                <a:lnTo>
                  <a:pt x="132165" y="74649"/>
                </a:lnTo>
                <a:lnTo>
                  <a:pt x="132730" y="74127"/>
                </a:lnTo>
                <a:lnTo>
                  <a:pt x="133282" y="73597"/>
                </a:lnTo>
                <a:lnTo>
                  <a:pt x="133821" y="73057"/>
                </a:lnTo>
                <a:lnTo>
                  <a:pt x="134346" y="72508"/>
                </a:lnTo>
                <a:lnTo>
                  <a:pt x="134859" y="71950"/>
                </a:lnTo>
                <a:lnTo>
                  <a:pt x="135358" y="71384"/>
                </a:lnTo>
                <a:lnTo>
                  <a:pt x="135844" y="70808"/>
                </a:lnTo>
                <a:lnTo>
                  <a:pt x="136317" y="70224"/>
                </a:lnTo>
                <a:lnTo>
                  <a:pt x="136777" y="69631"/>
                </a:lnTo>
                <a:lnTo>
                  <a:pt x="137224" y="69028"/>
                </a:lnTo>
                <a:lnTo>
                  <a:pt x="137657" y="68417"/>
                </a:lnTo>
                <a:lnTo>
                  <a:pt x="138078" y="67797"/>
                </a:lnTo>
                <a:lnTo>
                  <a:pt x="138485" y="67168"/>
                </a:lnTo>
                <a:lnTo>
                  <a:pt x="138879" y="66530"/>
                </a:lnTo>
                <a:lnTo>
                  <a:pt x="139260" y="65883"/>
                </a:lnTo>
                <a:lnTo>
                  <a:pt x="139627" y="65227"/>
                </a:lnTo>
                <a:lnTo>
                  <a:pt x="139982" y="64563"/>
                </a:lnTo>
                <a:lnTo>
                  <a:pt x="140323" y="63888"/>
                </a:lnTo>
                <a:lnTo>
                  <a:pt x="140649" y="63204"/>
                </a:lnTo>
                <a:lnTo>
                  <a:pt x="140961" y="62510"/>
                </a:lnTo>
                <a:lnTo>
                  <a:pt x="141258" y="61806"/>
                </a:lnTo>
                <a:lnTo>
                  <a:pt x="141541" y="61091"/>
                </a:lnTo>
                <a:lnTo>
                  <a:pt x="141809" y="60367"/>
                </a:lnTo>
                <a:lnTo>
                  <a:pt x="142063" y="59632"/>
                </a:lnTo>
                <a:lnTo>
                  <a:pt x="142302" y="58888"/>
                </a:lnTo>
                <a:lnTo>
                  <a:pt x="142527" y="58133"/>
                </a:lnTo>
                <a:lnTo>
                  <a:pt x="142737" y="57369"/>
                </a:lnTo>
                <a:lnTo>
                  <a:pt x="142933" y="56594"/>
                </a:lnTo>
                <a:lnTo>
                  <a:pt x="143114" y="55810"/>
                </a:lnTo>
                <a:lnTo>
                  <a:pt x="143281" y="55015"/>
                </a:lnTo>
                <a:lnTo>
                  <a:pt x="143433" y="54210"/>
                </a:lnTo>
                <a:lnTo>
                  <a:pt x="143570" y="53396"/>
                </a:lnTo>
                <a:lnTo>
                  <a:pt x="143694" y="52571"/>
                </a:lnTo>
                <a:lnTo>
                  <a:pt x="143802" y="51736"/>
                </a:lnTo>
                <a:lnTo>
                  <a:pt x="143897" y="50891"/>
                </a:lnTo>
                <a:lnTo>
                  <a:pt x="143976" y="50036"/>
                </a:lnTo>
                <a:lnTo>
                  <a:pt x="144042" y="49171"/>
                </a:lnTo>
                <a:lnTo>
                  <a:pt x="144092" y="48296"/>
                </a:lnTo>
                <a:lnTo>
                  <a:pt x="144129" y="47411"/>
                </a:lnTo>
                <a:lnTo>
                  <a:pt x="144150" y="46516"/>
                </a:lnTo>
                <a:lnTo>
                  <a:pt x="144158" y="45611"/>
                </a:lnTo>
                <a:lnTo>
                  <a:pt x="144151" y="44706"/>
                </a:lnTo>
                <a:lnTo>
                  <a:pt x="144130" y="43808"/>
                </a:lnTo>
                <a:lnTo>
                  <a:pt x="144094" y="42919"/>
                </a:lnTo>
                <a:lnTo>
                  <a:pt x="144045" y="42039"/>
                </a:lnTo>
                <a:lnTo>
                  <a:pt x="143982" y="41167"/>
                </a:lnTo>
                <a:lnTo>
                  <a:pt x="143905" y="40303"/>
                </a:lnTo>
                <a:lnTo>
                  <a:pt x="143813" y="39448"/>
                </a:lnTo>
                <a:lnTo>
                  <a:pt x="143708" y="38602"/>
                </a:lnTo>
                <a:lnTo>
                  <a:pt x="143589" y="37764"/>
                </a:lnTo>
                <a:lnTo>
                  <a:pt x="143455" y="36934"/>
                </a:lnTo>
                <a:lnTo>
                  <a:pt x="143307" y="36113"/>
                </a:lnTo>
                <a:lnTo>
                  <a:pt x="143146" y="35301"/>
                </a:lnTo>
                <a:lnTo>
                  <a:pt x="142970" y="34497"/>
                </a:lnTo>
                <a:lnTo>
                  <a:pt x="142781" y="33701"/>
                </a:lnTo>
                <a:lnTo>
                  <a:pt x="142577" y="32914"/>
                </a:lnTo>
                <a:lnTo>
                  <a:pt x="142359" y="32135"/>
                </a:lnTo>
                <a:lnTo>
                  <a:pt x="142127" y="31365"/>
                </a:lnTo>
                <a:lnTo>
                  <a:pt x="141881" y="30603"/>
                </a:lnTo>
                <a:lnTo>
                  <a:pt x="141621" y="29850"/>
                </a:lnTo>
                <a:lnTo>
                  <a:pt x="141347" y="29105"/>
                </a:lnTo>
                <a:lnTo>
                  <a:pt x="141059" y="28369"/>
                </a:lnTo>
                <a:lnTo>
                  <a:pt x="140757" y="27641"/>
                </a:lnTo>
                <a:lnTo>
                  <a:pt x="140441" y="26921"/>
                </a:lnTo>
                <a:lnTo>
                  <a:pt x="140110" y="26210"/>
                </a:lnTo>
                <a:lnTo>
                  <a:pt x="139766" y="25508"/>
                </a:lnTo>
                <a:lnTo>
                  <a:pt x="139407" y="24815"/>
                </a:lnTo>
                <a:lnTo>
                  <a:pt x="139034" y="24132"/>
                </a:lnTo>
                <a:lnTo>
                  <a:pt x="138647" y="23457"/>
                </a:lnTo>
                <a:lnTo>
                  <a:pt x="138246" y="22792"/>
                </a:lnTo>
                <a:lnTo>
                  <a:pt x="137830" y="22135"/>
                </a:lnTo>
                <a:lnTo>
                  <a:pt x="137400" y="21488"/>
                </a:lnTo>
                <a:lnTo>
                  <a:pt x="136956" y="20850"/>
                </a:lnTo>
                <a:lnTo>
                  <a:pt x="136497" y="20221"/>
                </a:lnTo>
                <a:lnTo>
                  <a:pt x="136024" y="19601"/>
                </a:lnTo>
                <a:lnTo>
                  <a:pt x="135537" y="18991"/>
                </a:lnTo>
                <a:lnTo>
                  <a:pt x="135035" y="18389"/>
                </a:lnTo>
                <a:lnTo>
                  <a:pt x="134520" y="17797"/>
                </a:lnTo>
                <a:lnTo>
                  <a:pt x="133990" y="17214"/>
                </a:lnTo>
                <a:lnTo>
                  <a:pt x="133445" y="16640"/>
                </a:lnTo>
                <a:lnTo>
                  <a:pt x="132887" y="16075"/>
                </a:lnTo>
                <a:lnTo>
                  <a:pt x="132314" y="15519"/>
                </a:lnTo>
                <a:lnTo>
                  <a:pt x="131727" y="14972"/>
                </a:lnTo>
                <a:lnTo>
                  <a:pt x="131126" y="14435"/>
                </a:lnTo>
                <a:lnTo>
                  <a:pt x="130510" y="13906"/>
                </a:lnTo>
                <a:lnTo>
                  <a:pt x="129880" y="13387"/>
                </a:lnTo>
                <a:lnTo>
                  <a:pt x="129236" y="12877"/>
                </a:lnTo>
                <a:lnTo>
                  <a:pt x="128577" y="12376"/>
                </a:lnTo>
                <a:lnTo>
                  <a:pt x="127905" y="11885"/>
                </a:lnTo>
                <a:lnTo>
                  <a:pt x="127218" y="11402"/>
                </a:lnTo>
                <a:lnTo>
                  <a:pt x="126516" y="10930"/>
                </a:lnTo>
                <a:lnTo>
                  <a:pt x="125801" y="10467"/>
                </a:lnTo>
                <a:lnTo>
                  <a:pt x="125071" y="10015"/>
                </a:lnTo>
                <a:lnTo>
                  <a:pt x="124327" y="9572"/>
                </a:lnTo>
                <a:lnTo>
                  <a:pt x="123568" y="9138"/>
                </a:lnTo>
                <a:lnTo>
                  <a:pt x="122796" y="8715"/>
                </a:lnTo>
                <a:lnTo>
                  <a:pt x="122009" y="8301"/>
                </a:lnTo>
                <a:lnTo>
                  <a:pt x="121207" y="7898"/>
                </a:lnTo>
                <a:lnTo>
                  <a:pt x="120392" y="7504"/>
                </a:lnTo>
                <a:lnTo>
                  <a:pt x="119562" y="7120"/>
                </a:lnTo>
                <a:lnTo>
                  <a:pt x="118718" y="6745"/>
                </a:lnTo>
                <a:lnTo>
                  <a:pt x="117860" y="6381"/>
                </a:lnTo>
                <a:lnTo>
                  <a:pt x="116987" y="6026"/>
                </a:lnTo>
                <a:lnTo>
                  <a:pt x="116100" y="5681"/>
                </a:lnTo>
                <a:lnTo>
                  <a:pt x="115199" y="5346"/>
                </a:lnTo>
                <a:lnTo>
                  <a:pt x="114284" y="5021"/>
                </a:lnTo>
                <a:lnTo>
                  <a:pt x="113354" y="4706"/>
                </a:lnTo>
                <a:lnTo>
                  <a:pt x="112410" y="4400"/>
                </a:lnTo>
                <a:lnTo>
                  <a:pt x="111452" y="4104"/>
                </a:lnTo>
                <a:lnTo>
                  <a:pt x="110479" y="3818"/>
                </a:lnTo>
                <a:lnTo>
                  <a:pt x="109492" y="3542"/>
                </a:lnTo>
                <a:lnTo>
                  <a:pt x="108491" y="3276"/>
                </a:lnTo>
                <a:lnTo>
                  <a:pt x="107476" y="3019"/>
                </a:lnTo>
                <a:lnTo>
                  <a:pt x="106446" y="2773"/>
                </a:lnTo>
                <a:lnTo>
                  <a:pt x="105402" y="2537"/>
                </a:lnTo>
                <a:lnTo>
                  <a:pt x="104343" y="2312"/>
                </a:lnTo>
                <a:lnTo>
                  <a:pt x="103270" y="2097"/>
                </a:lnTo>
                <a:lnTo>
                  <a:pt x="102182" y="1892"/>
                </a:lnTo>
                <a:lnTo>
                  <a:pt x="101080" y="1698"/>
                </a:lnTo>
                <a:lnTo>
                  <a:pt x="99963" y="1515"/>
                </a:lnTo>
                <a:lnTo>
                  <a:pt x="98832" y="1342"/>
                </a:lnTo>
                <a:lnTo>
                  <a:pt x="97686" y="1179"/>
                </a:lnTo>
                <a:lnTo>
                  <a:pt x="96526" y="1027"/>
                </a:lnTo>
                <a:lnTo>
                  <a:pt x="95351" y="886"/>
                </a:lnTo>
                <a:lnTo>
                  <a:pt x="94162" y="755"/>
                </a:lnTo>
                <a:lnTo>
                  <a:pt x="92958" y="634"/>
                </a:lnTo>
                <a:lnTo>
                  <a:pt x="91740" y="524"/>
                </a:lnTo>
                <a:lnTo>
                  <a:pt x="90507" y="425"/>
                </a:lnTo>
                <a:lnTo>
                  <a:pt x="89260" y="335"/>
                </a:lnTo>
                <a:lnTo>
                  <a:pt x="87998" y="257"/>
                </a:lnTo>
                <a:lnTo>
                  <a:pt x="86722" y="189"/>
                </a:lnTo>
                <a:lnTo>
                  <a:pt x="85431" y="131"/>
                </a:lnTo>
                <a:lnTo>
                  <a:pt x="84126" y="84"/>
                </a:lnTo>
                <a:lnTo>
                  <a:pt x="82806" y="47"/>
                </a:lnTo>
                <a:lnTo>
                  <a:pt x="81472" y="21"/>
                </a:lnTo>
                <a:lnTo>
                  <a:pt x="80123" y="5"/>
                </a:lnTo>
                <a:lnTo>
                  <a:pt x="78760" y="0"/>
                </a:lnTo>
                <a:lnTo>
                  <a:pt x="65783" y="0"/>
                </a:lnTo>
                <a:lnTo>
                  <a:pt x="64357" y="5"/>
                </a:lnTo>
                <a:lnTo>
                  <a:pt x="62947" y="21"/>
                </a:lnTo>
                <a:lnTo>
                  <a:pt x="61554" y="46"/>
                </a:lnTo>
                <a:lnTo>
                  <a:pt x="60178" y="82"/>
                </a:lnTo>
                <a:lnTo>
                  <a:pt x="58819" y="128"/>
                </a:lnTo>
                <a:lnTo>
                  <a:pt x="57476" y="185"/>
                </a:lnTo>
                <a:lnTo>
                  <a:pt x="56150" y="251"/>
                </a:lnTo>
                <a:lnTo>
                  <a:pt x="54841" y="328"/>
                </a:lnTo>
                <a:lnTo>
                  <a:pt x="53548" y="416"/>
                </a:lnTo>
                <a:lnTo>
                  <a:pt x="52272" y="513"/>
                </a:lnTo>
                <a:lnTo>
                  <a:pt x="51013" y="621"/>
                </a:lnTo>
                <a:lnTo>
                  <a:pt x="49771" y="739"/>
                </a:lnTo>
                <a:lnTo>
                  <a:pt x="48545" y="867"/>
                </a:lnTo>
                <a:lnTo>
                  <a:pt x="47337" y="1006"/>
                </a:lnTo>
                <a:lnTo>
                  <a:pt x="46144" y="1154"/>
                </a:lnTo>
                <a:lnTo>
                  <a:pt x="44969" y="1313"/>
                </a:lnTo>
                <a:lnTo>
                  <a:pt x="43810" y="1483"/>
                </a:lnTo>
                <a:lnTo>
                  <a:pt x="42668" y="1662"/>
                </a:lnTo>
                <a:lnTo>
                  <a:pt x="41543" y="1852"/>
                </a:lnTo>
                <a:lnTo>
                  <a:pt x="40435" y="2052"/>
                </a:lnTo>
                <a:lnTo>
                  <a:pt x="39343" y="2263"/>
                </a:lnTo>
                <a:lnTo>
                  <a:pt x="38268" y="2483"/>
                </a:lnTo>
                <a:lnTo>
                  <a:pt x="37209" y="2714"/>
                </a:lnTo>
                <a:lnTo>
                  <a:pt x="36168" y="2955"/>
                </a:lnTo>
                <a:lnTo>
                  <a:pt x="35142" y="3206"/>
                </a:lnTo>
                <a:lnTo>
                  <a:pt x="34132" y="3468"/>
                </a:lnTo>
                <a:lnTo>
                  <a:pt x="33137" y="3739"/>
                </a:lnTo>
                <a:lnTo>
                  <a:pt x="32156" y="4020"/>
                </a:lnTo>
                <a:lnTo>
                  <a:pt x="31191" y="4312"/>
                </a:lnTo>
                <a:lnTo>
                  <a:pt x="30242" y="4613"/>
                </a:lnTo>
                <a:lnTo>
                  <a:pt x="29307" y="4925"/>
                </a:lnTo>
                <a:lnTo>
                  <a:pt x="28388" y="5246"/>
                </a:lnTo>
                <a:lnTo>
                  <a:pt x="27483" y="5578"/>
                </a:lnTo>
                <a:lnTo>
                  <a:pt x="26594" y="5920"/>
                </a:lnTo>
                <a:lnTo>
                  <a:pt x="25720" y="6271"/>
                </a:lnTo>
                <a:lnTo>
                  <a:pt x="24861" y="6633"/>
                </a:lnTo>
                <a:lnTo>
                  <a:pt x="24018" y="7005"/>
                </a:lnTo>
                <a:lnTo>
                  <a:pt x="23189" y="7386"/>
                </a:lnTo>
                <a:lnTo>
                  <a:pt x="22376" y="7778"/>
                </a:lnTo>
                <a:lnTo>
                  <a:pt x="21578" y="8180"/>
                </a:lnTo>
                <a:lnTo>
                  <a:pt x="20795" y="8592"/>
                </a:lnTo>
                <a:lnTo>
                  <a:pt x="20027" y="9014"/>
                </a:lnTo>
                <a:lnTo>
                  <a:pt x="19275" y="9446"/>
                </a:lnTo>
                <a:lnTo>
                  <a:pt x="18537" y="9888"/>
                </a:lnTo>
                <a:lnTo>
                  <a:pt x="17815" y="10340"/>
                </a:lnTo>
                <a:lnTo>
                  <a:pt x="17108" y="10802"/>
                </a:lnTo>
                <a:lnTo>
                  <a:pt x="16416" y="11274"/>
                </a:lnTo>
                <a:lnTo>
                  <a:pt x="15739" y="11756"/>
                </a:lnTo>
                <a:lnTo>
                  <a:pt x="15077" y="12248"/>
                </a:lnTo>
                <a:lnTo>
                  <a:pt x="14430" y="12749"/>
                </a:lnTo>
                <a:lnTo>
                  <a:pt x="13797" y="13260"/>
                </a:lnTo>
                <a:lnTo>
                  <a:pt x="13178" y="13780"/>
                </a:lnTo>
                <a:lnTo>
                  <a:pt x="12574" y="14309"/>
                </a:lnTo>
                <a:lnTo>
                  <a:pt x="11985" y="14848"/>
                </a:lnTo>
                <a:lnTo>
                  <a:pt x="11410" y="15396"/>
                </a:lnTo>
                <a:lnTo>
                  <a:pt x="10850" y="15953"/>
                </a:lnTo>
                <a:lnTo>
                  <a:pt x="10304" y="16520"/>
                </a:lnTo>
                <a:lnTo>
                  <a:pt x="9772" y="17096"/>
                </a:lnTo>
                <a:lnTo>
                  <a:pt x="9255" y="17682"/>
                </a:lnTo>
                <a:lnTo>
                  <a:pt x="8753" y="18277"/>
                </a:lnTo>
                <a:lnTo>
                  <a:pt x="8265" y="18881"/>
                </a:lnTo>
                <a:lnTo>
                  <a:pt x="7792" y="19495"/>
                </a:lnTo>
                <a:lnTo>
                  <a:pt x="7333" y="20118"/>
                </a:lnTo>
                <a:lnTo>
                  <a:pt x="6888" y="20750"/>
                </a:lnTo>
                <a:lnTo>
                  <a:pt x="6458" y="21392"/>
                </a:lnTo>
                <a:lnTo>
                  <a:pt x="6043" y="22043"/>
                </a:lnTo>
                <a:lnTo>
                  <a:pt x="5642" y="22703"/>
                </a:lnTo>
                <a:lnTo>
                  <a:pt x="5255" y="23373"/>
                </a:lnTo>
                <a:lnTo>
                  <a:pt x="4883" y="24052"/>
                </a:lnTo>
                <a:lnTo>
                  <a:pt x="4526" y="24741"/>
                </a:lnTo>
                <a:lnTo>
                  <a:pt x="4183" y="25439"/>
                </a:lnTo>
                <a:lnTo>
                  <a:pt x="3854" y="26146"/>
                </a:lnTo>
                <a:lnTo>
                  <a:pt x="3540" y="26863"/>
                </a:lnTo>
                <a:lnTo>
                  <a:pt x="3239" y="27589"/>
                </a:lnTo>
                <a:lnTo>
                  <a:pt x="2951" y="28323"/>
                </a:lnTo>
                <a:lnTo>
                  <a:pt x="2677" y="29067"/>
                </a:lnTo>
                <a:lnTo>
                  <a:pt x="2416" y="29821"/>
                </a:lnTo>
                <a:lnTo>
                  <a:pt x="2168" y="30583"/>
                </a:lnTo>
                <a:lnTo>
                  <a:pt x="1934" y="31354"/>
                </a:lnTo>
                <a:lnTo>
                  <a:pt x="1713" y="32135"/>
                </a:lnTo>
                <a:lnTo>
                  <a:pt x="1506" y="32925"/>
                </a:lnTo>
                <a:lnTo>
                  <a:pt x="1312" y="33724"/>
                </a:lnTo>
                <a:lnTo>
                  <a:pt x="1131" y="34532"/>
                </a:lnTo>
                <a:lnTo>
                  <a:pt x="964" y="35349"/>
                </a:lnTo>
                <a:lnTo>
                  <a:pt x="810" y="36175"/>
                </a:lnTo>
                <a:lnTo>
                  <a:pt x="669" y="37011"/>
                </a:lnTo>
                <a:lnTo>
                  <a:pt x="542" y="37855"/>
                </a:lnTo>
                <a:lnTo>
                  <a:pt x="428" y="38709"/>
                </a:lnTo>
                <a:lnTo>
                  <a:pt x="328" y="39572"/>
                </a:lnTo>
                <a:lnTo>
                  <a:pt x="241" y="40444"/>
                </a:lnTo>
                <a:lnTo>
                  <a:pt x="167" y="41325"/>
                </a:lnTo>
                <a:lnTo>
                  <a:pt x="107" y="42216"/>
                </a:lnTo>
                <a:lnTo>
                  <a:pt x="60" y="43115"/>
                </a:lnTo>
                <a:lnTo>
                  <a:pt x="27" y="44024"/>
                </a:lnTo>
                <a:lnTo>
                  <a:pt x="7" y="44941"/>
                </a:lnTo>
                <a:lnTo>
                  <a:pt x="0" y="45868"/>
                </a:lnTo>
                <a:lnTo>
                  <a:pt x="8" y="46763"/>
                </a:lnTo>
                <a:lnTo>
                  <a:pt x="30" y="47648"/>
                </a:lnTo>
                <a:lnTo>
                  <a:pt x="68" y="48523"/>
                </a:lnTo>
                <a:lnTo>
                  <a:pt x="121" y="49389"/>
                </a:lnTo>
                <a:lnTo>
                  <a:pt x="190" y="50245"/>
                </a:lnTo>
                <a:lnTo>
                  <a:pt x="273" y="51092"/>
                </a:lnTo>
                <a:lnTo>
                  <a:pt x="372" y="51929"/>
                </a:lnTo>
                <a:lnTo>
                  <a:pt x="485" y="52756"/>
                </a:lnTo>
                <a:lnTo>
                  <a:pt x="614" y="53574"/>
                </a:lnTo>
                <a:lnTo>
                  <a:pt x="758" y="54383"/>
                </a:lnTo>
                <a:lnTo>
                  <a:pt x="918" y="55181"/>
                </a:lnTo>
                <a:lnTo>
                  <a:pt x="1092" y="55970"/>
                </a:lnTo>
                <a:lnTo>
                  <a:pt x="1282" y="56750"/>
                </a:lnTo>
                <a:lnTo>
                  <a:pt x="1486" y="57520"/>
                </a:lnTo>
                <a:lnTo>
                  <a:pt x="1706" y="58280"/>
                </a:lnTo>
                <a:lnTo>
                  <a:pt x="1942" y="59031"/>
                </a:lnTo>
                <a:lnTo>
                  <a:pt x="2192" y="59772"/>
                </a:lnTo>
                <a:lnTo>
                  <a:pt x="2457" y="60503"/>
                </a:lnTo>
                <a:lnTo>
                  <a:pt x="2738" y="61225"/>
                </a:lnTo>
                <a:lnTo>
                  <a:pt x="3034" y="61938"/>
                </a:lnTo>
                <a:lnTo>
                  <a:pt x="3345" y="62640"/>
                </a:lnTo>
                <a:lnTo>
                  <a:pt x="3671" y="63334"/>
                </a:lnTo>
                <a:lnTo>
                  <a:pt x="4012" y="64017"/>
                </a:lnTo>
                <a:lnTo>
                  <a:pt x="4368" y="64691"/>
                </a:lnTo>
                <a:lnTo>
                  <a:pt x="4739" y="65356"/>
                </a:lnTo>
                <a:lnTo>
                  <a:pt x="5124" y="66012"/>
                </a:lnTo>
                <a:lnTo>
                  <a:pt x="5522" y="66658"/>
                </a:lnTo>
                <a:lnTo>
                  <a:pt x="5933" y="67296"/>
                </a:lnTo>
                <a:lnTo>
                  <a:pt x="6359" y="67925"/>
                </a:lnTo>
                <a:lnTo>
                  <a:pt x="6798" y="68546"/>
                </a:lnTo>
                <a:lnTo>
                  <a:pt x="7250" y="69157"/>
                </a:lnTo>
                <a:lnTo>
                  <a:pt x="7716" y="69759"/>
                </a:lnTo>
                <a:lnTo>
                  <a:pt x="8196" y="70352"/>
                </a:lnTo>
                <a:lnTo>
                  <a:pt x="8689" y="70937"/>
                </a:lnTo>
                <a:lnTo>
                  <a:pt x="9196" y="71512"/>
                </a:lnTo>
                <a:lnTo>
                  <a:pt x="9717" y="72079"/>
                </a:lnTo>
                <a:lnTo>
                  <a:pt x="10251" y="72636"/>
                </a:lnTo>
                <a:lnTo>
                  <a:pt x="10798" y="73185"/>
                </a:lnTo>
                <a:lnTo>
                  <a:pt x="11360" y="73725"/>
                </a:lnTo>
                <a:lnTo>
                  <a:pt x="11935" y="74256"/>
                </a:lnTo>
                <a:lnTo>
                  <a:pt x="12523" y="74778"/>
                </a:lnTo>
                <a:lnTo>
                  <a:pt x="13125" y="75291"/>
                </a:lnTo>
                <a:lnTo>
                  <a:pt x="13741" y="75795"/>
                </a:lnTo>
                <a:lnTo>
                  <a:pt x="14370" y="76290"/>
                </a:lnTo>
                <a:lnTo>
                  <a:pt x="15013" y="76776"/>
                </a:lnTo>
                <a:lnTo>
                  <a:pt x="15670" y="77254"/>
                </a:lnTo>
                <a:lnTo>
                  <a:pt x="16340" y="77722"/>
                </a:lnTo>
                <a:lnTo>
                  <a:pt x="17024" y="78182"/>
                </a:lnTo>
                <a:lnTo>
                  <a:pt x="17706" y="78623"/>
                </a:lnTo>
                <a:lnTo>
                  <a:pt x="2570" y="79788"/>
                </a:lnTo>
                <a:lnTo>
                  <a:pt x="2570" y="100474"/>
                </a:lnTo>
                <a:lnTo>
                  <a:pt x="195037" y="100474"/>
                </a:lnTo>
                <a:lnTo>
                  <a:pt x="195037" y="77732"/>
                </a:lnTo>
                <a:lnTo>
                  <a:pt x="128300" y="77732"/>
                </a:lnTo>
                <a:lnTo>
                  <a:pt x="128498" y="77594"/>
                </a:lnTo>
                <a:close/>
                <a:moveTo>
                  <a:pt x="36111" y="77537"/>
                </a:moveTo>
                <a:lnTo>
                  <a:pt x="35654" y="77282"/>
                </a:lnTo>
                <a:lnTo>
                  <a:pt x="35201" y="77023"/>
                </a:lnTo>
                <a:lnTo>
                  <a:pt x="34753" y="76760"/>
                </a:lnTo>
                <a:lnTo>
                  <a:pt x="34309" y="76491"/>
                </a:lnTo>
                <a:lnTo>
                  <a:pt x="33869" y="76219"/>
                </a:lnTo>
                <a:lnTo>
                  <a:pt x="33435" y="75942"/>
                </a:lnTo>
                <a:lnTo>
                  <a:pt x="33004" y="75660"/>
                </a:lnTo>
                <a:lnTo>
                  <a:pt x="32578" y="75374"/>
                </a:lnTo>
                <a:lnTo>
                  <a:pt x="32156" y="75084"/>
                </a:lnTo>
                <a:lnTo>
                  <a:pt x="31739" y="74789"/>
                </a:lnTo>
                <a:lnTo>
                  <a:pt x="31327" y="74490"/>
                </a:lnTo>
                <a:lnTo>
                  <a:pt x="30918" y="74186"/>
                </a:lnTo>
                <a:lnTo>
                  <a:pt x="30515" y="73878"/>
                </a:lnTo>
                <a:lnTo>
                  <a:pt x="30117" y="73565"/>
                </a:lnTo>
                <a:lnTo>
                  <a:pt x="29725" y="73246"/>
                </a:lnTo>
                <a:lnTo>
                  <a:pt x="29341" y="72923"/>
                </a:lnTo>
                <a:lnTo>
                  <a:pt x="28964" y="72595"/>
                </a:lnTo>
                <a:lnTo>
                  <a:pt x="28594" y="72261"/>
                </a:lnTo>
                <a:lnTo>
                  <a:pt x="28230" y="71922"/>
                </a:lnTo>
                <a:lnTo>
                  <a:pt x="27874" y="71578"/>
                </a:lnTo>
                <a:lnTo>
                  <a:pt x="27524" y="71229"/>
                </a:lnTo>
                <a:lnTo>
                  <a:pt x="27181" y="70875"/>
                </a:lnTo>
                <a:lnTo>
                  <a:pt x="26845" y="70516"/>
                </a:lnTo>
                <a:lnTo>
                  <a:pt x="26516" y="70152"/>
                </a:lnTo>
                <a:lnTo>
                  <a:pt x="26194" y="69782"/>
                </a:lnTo>
                <a:lnTo>
                  <a:pt x="25879" y="69408"/>
                </a:lnTo>
                <a:lnTo>
                  <a:pt x="25571" y="69028"/>
                </a:lnTo>
                <a:lnTo>
                  <a:pt x="25270" y="68643"/>
                </a:lnTo>
                <a:lnTo>
                  <a:pt x="24976" y="68253"/>
                </a:lnTo>
                <a:lnTo>
                  <a:pt x="24688" y="67858"/>
                </a:lnTo>
                <a:lnTo>
                  <a:pt x="24408" y="67457"/>
                </a:lnTo>
                <a:lnTo>
                  <a:pt x="24134" y="67052"/>
                </a:lnTo>
                <a:lnTo>
                  <a:pt x="23867" y="66642"/>
                </a:lnTo>
                <a:lnTo>
                  <a:pt x="23608" y="66226"/>
                </a:lnTo>
                <a:lnTo>
                  <a:pt x="23355" y="65805"/>
                </a:lnTo>
                <a:lnTo>
                  <a:pt x="23109" y="65379"/>
                </a:lnTo>
                <a:lnTo>
                  <a:pt x="22870" y="64948"/>
                </a:lnTo>
                <a:lnTo>
                  <a:pt x="22639" y="64512"/>
                </a:lnTo>
                <a:lnTo>
                  <a:pt x="22418" y="64070"/>
                </a:lnTo>
                <a:lnTo>
                  <a:pt x="22207" y="63622"/>
                </a:lnTo>
                <a:lnTo>
                  <a:pt x="22006" y="63169"/>
                </a:lnTo>
                <a:lnTo>
                  <a:pt x="21815" y="62710"/>
                </a:lnTo>
                <a:lnTo>
                  <a:pt x="21633" y="62246"/>
                </a:lnTo>
                <a:lnTo>
                  <a:pt x="21462" y="61776"/>
                </a:lnTo>
                <a:lnTo>
                  <a:pt x="21300" y="61301"/>
                </a:lnTo>
                <a:lnTo>
                  <a:pt x="21147" y="60820"/>
                </a:lnTo>
                <a:lnTo>
                  <a:pt x="21005" y="60333"/>
                </a:lnTo>
                <a:lnTo>
                  <a:pt x="20873" y="59841"/>
                </a:lnTo>
                <a:lnTo>
                  <a:pt x="20750" y="59343"/>
                </a:lnTo>
                <a:lnTo>
                  <a:pt x="20637" y="58840"/>
                </a:lnTo>
                <a:lnTo>
                  <a:pt x="20534" y="58331"/>
                </a:lnTo>
                <a:lnTo>
                  <a:pt x="20441" y="57816"/>
                </a:lnTo>
                <a:lnTo>
                  <a:pt x="20357" y="57296"/>
                </a:lnTo>
                <a:lnTo>
                  <a:pt x="20284" y="56771"/>
                </a:lnTo>
                <a:lnTo>
                  <a:pt x="20220" y="56239"/>
                </a:lnTo>
                <a:lnTo>
                  <a:pt x="20166" y="55703"/>
                </a:lnTo>
                <a:lnTo>
                  <a:pt x="20122" y="55160"/>
                </a:lnTo>
                <a:lnTo>
                  <a:pt x="20087" y="54612"/>
                </a:lnTo>
                <a:lnTo>
                  <a:pt x="20063" y="54059"/>
                </a:lnTo>
                <a:lnTo>
                  <a:pt x="20048" y="53500"/>
                </a:lnTo>
                <a:lnTo>
                  <a:pt x="20043" y="52935"/>
                </a:lnTo>
                <a:lnTo>
                  <a:pt x="20048" y="52275"/>
                </a:lnTo>
                <a:lnTo>
                  <a:pt x="20063" y="51623"/>
                </a:lnTo>
                <a:lnTo>
                  <a:pt x="20087" y="50980"/>
                </a:lnTo>
                <a:lnTo>
                  <a:pt x="20122" y="50344"/>
                </a:lnTo>
                <a:lnTo>
                  <a:pt x="20166" y="49716"/>
                </a:lnTo>
                <a:lnTo>
                  <a:pt x="20220" y="49096"/>
                </a:lnTo>
                <a:lnTo>
                  <a:pt x="20284" y="48485"/>
                </a:lnTo>
                <a:lnTo>
                  <a:pt x="20357" y="47881"/>
                </a:lnTo>
                <a:lnTo>
                  <a:pt x="20441" y="47286"/>
                </a:lnTo>
                <a:lnTo>
                  <a:pt x="20534" y="46698"/>
                </a:lnTo>
                <a:lnTo>
                  <a:pt x="20637" y="46119"/>
                </a:lnTo>
                <a:lnTo>
                  <a:pt x="20750" y="45547"/>
                </a:lnTo>
                <a:lnTo>
                  <a:pt x="20873" y="44984"/>
                </a:lnTo>
                <a:lnTo>
                  <a:pt x="21005" y="44428"/>
                </a:lnTo>
                <a:lnTo>
                  <a:pt x="21147" y="43881"/>
                </a:lnTo>
                <a:lnTo>
                  <a:pt x="21300" y="43342"/>
                </a:lnTo>
                <a:lnTo>
                  <a:pt x="21462" y="42810"/>
                </a:lnTo>
                <a:lnTo>
                  <a:pt x="21633" y="42287"/>
                </a:lnTo>
                <a:lnTo>
                  <a:pt x="21815" y="41772"/>
                </a:lnTo>
                <a:lnTo>
                  <a:pt x="22006" y="41264"/>
                </a:lnTo>
                <a:lnTo>
                  <a:pt x="22207" y="40765"/>
                </a:lnTo>
                <a:lnTo>
                  <a:pt x="22418" y="40274"/>
                </a:lnTo>
                <a:lnTo>
                  <a:pt x="22639" y="39791"/>
                </a:lnTo>
                <a:lnTo>
                  <a:pt x="22870" y="39316"/>
                </a:lnTo>
                <a:lnTo>
                  <a:pt x="23110" y="38848"/>
                </a:lnTo>
                <a:lnTo>
                  <a:pt x="23361" y="38387"/>
                </a:lnTo>
                <a:lnTo>
                  <a:pt x="23621" y="37933"/>
                </a:lnTo>
                <a:lnTo>
                  <a:pt x="23891" y="37485"/>
                </a:lnTo>
                <a:lnTo>
                  <a:pt x="24170" y="37044"/>
                </a:lnTo>
                <a:lnTo>
                  <a:pt x="24460" y="36610"/>
                </a:lnTo>
                <a:lnTo>
                  <a:pt x="24759" y="36182"/>
                </a:lnTo>
                <a:lnTo>
                  <a:pt x="25068" y="35761"/>
                </a:lnTo>
                <a:lnTo>
                  <a:pt x="25387" y="35347"/>
                </a:lnTo>
                <a:lnTo>
                  <a:pt x="25716" y="34939"/>
                </a:lnTo>
                <a:lnTo>
                  <a:pt x="26055" y="34538"/>
                </a:lnTo>
                <a:lnTo>
                  <a:pt x="26403" y="34144"/>
                </a:lnTo>
                <a:lnTo>
                  <a:pt x="26761" y="33757"/>
                </a:lnTo>
                <a:lnTo>
                  <a:pt x="27130" y="33376"/>
                </a:lnTo>
                <a:lnTo>
                  <a:pt x="27507" y="33002"/>
                </a:lnTo>
                <a:lnTo>
                  <a:pt x="27895" y="32635"/>
                </a:lnTo>
                <a:lnTo>
                  <a:pt x="28293" y="32274"/>
                </a:lnTo>
                <a:lnTo>
                  <a:pt x="28700" y="31920"/>
                </a:lnTo>
                <a:lnTo>
                  <a:pt x="29117" y="31573"/>
                </a:lnTo>
                <a:lnTo>
                  <a:pt x="29544" y="31232"/>
                </a:lnTo>
                <a:lnTo>
                  <a:pt x="29981" y="30898"/>
                </a:lnTo>
                <a:lnTo>
                  <a:pt x="30427" y="30571"/>
                </a:lnTo>
                <a:lnTo>
                  <a:pt x="30884" y="30250"/>
                </a:lnTo>
                <a:lnTo>
                  <a:pt x="31350" y="29936"/>
                </a:lnTo>
                <a:lnTo>
                  <a:pt x="31826" y="29629"/>
                </a:lnTo>
                <a:lnTo>
                  <a:pt x="32313" y="29329"/>
                </a:lnTo>
                <a:lnTo>
                  <a:pt x="32809" y="29036"/>
                </a:lnTo>
                <a:lnTo>
                  <a:pt x="33316" y="28750"/>
                </a:lnTo>
                <a:lnTo>
                  <a:pt x="33834" y="28470"/>
                </a:lnTo>
                <a:lnTo>
                  <a:pt x="34361" y="28198"/>
                </a:lnTo>
                <a:lnTo>
                  <a:pt x="34899" y="27932"/>
                </a:lnTo>
                <a:lnTo>
                  <a:pt x="35447" y="27674"/>
                </a:lnTo>
                <a:lnTo>
                  <a:pt x="36005" y="27422"/>
                </a:lnTo>
                <a:lnTo>
                  <a:pt x="36574" y="27177"/>
                </a:lnTo>
                <a:lnTo>
                  <a:pt x="37153" y="26939"/>
                </a:lnTo>
                <a:lnTo>
                  <a:pt x="37742" y="26708"/>
                </a:lnTo>
                <a:lnTo>
                  <a:pt x="38341" y="26484"/>
                </a:lnTo>
                <a:lnTo>
                  <a:pt x="38951" y="26267"/>
                </a:lnTo>
                <a:lnTo>
                  <a:pt x="39571" y="26057"/>
                </a:lnTo>
                <a:lnTo>
                  <a:pt x="40201" y="25854"/>
                </a:lnTo>
                <a:lnTo>
                  <a:pt x="40841" y="25657"/>
                </a:lnTo>
                <a:lnTo>
                  <a:pt x="41492" y="25468"/>
                </a:lnTo>
                <a:lnTo>
                  <a:pt x="42153" y="25285"/>
                </a:lnTo>
                <a:lnTo>
                  <a:pt x="42824" y="25109"/>
                </a:lnTo>
                <a:lnTo>
                  <a:pt x="43505" y="24941"/>
                </a:lnTo>
                <a:lnTo>
                  <a:pt x="44197" y="24779"/>
                </a:lnTo>
                <a:lnTo>
                  <a:pt x="44899" y="24624"/>
                </a:lnTo>
                <a:lnTo>
                  <a:pt x="45611" y="24476"/>
                </a:lnTo>
                <a:lnTo>
                  <a:pt x="46334" y="24334"/>
                </a:lnTo>
                <a:lnTo>
                  <a:pt x="47067" y="24199"/>
                </a:lnTo>
                <a:lnTo>
                  <a:pt x="47810" y="24069"/>
                </a:lnTo>
                <a:lnTo>
                  <a:pt x="48563" y="23946"/>
                </a:lnTo>
                <a:lnTo>
                  <a:pt x="49326" y="23829"/>
                </a:lnTo>
                <a:lnTo>
                  <a:pt x="50100" y="23717"/>
                </a:lnTo>
                <a:lnTo>
                  <a:pt x="50884" y="23612"/>
                </a:lnTo>
                <a:lnTo>
                  <a:pt x="51679" y="23512"/>
                </a:lnTo>
                <a:lnTo>
                  <a:pt x="52483" y="23419"/>
                </a:lnTo>
                <a:lnTo>
                  <a:pt x="53298" y="23332"/>
                </a:lnTo>
                <a:lnTo>
                  <a:pt x="54123" y="23250"/>
                </a:lnTo>
                <a:lnTo>
                  <a:pt x="54959" y="23175"/>
                </a:lnTo>
                <a:lnTo>
                  <a:pt x="55804" y="23106"/>
                </a:lnTo>
                <a:lnTo>
                  <a:pt x="56660" y="23043"/>
                </a:lnTo>
                <a:lnTo>
                  <a:pt x="57526" y="22985"/>
                </a:lnTo>
                <a:lnTo>
                  <a:pt x="58403" y="22934"/>
                </a:lnTo>
                <a:lnTo>
                  <a:pt x="59289" y="22889"/>
                </a:lnTo>
                <a:lnTo>
                  <a:pt x="60186" y="22850"/>
                </a:lnTo>
                <a:lnTo>
                  <a:pt x="61093" y="22817"/>
                </a:lnTo>
                <a:lnTo>
                  <a:pt x="62011" y="22790"/>
                </a:lnTo>
                <a:lnTo>
                  <a:pt x="62939" y="22769"/>
                </a:lnTo>
                <a:lnTo>
                  <a:pt x="63876" y="22753"/>
                </a:lnTo>
                <a:lnTo>
                  <a:pt x="64825" y="22744"/>
                </a:lnTo>
                <a:lnTo>
                  <a:pt x="65783" y="22741"/>
                </a:lnTo>
                <a:lnTo>
                  <a:pt x="78760" y="22741"/>
                </a:lnTo>
                <a:lnTo>
                  <a:pt x="79719" y="22744"/>
                </a:lnTo>
                <a:lnTo>
                  <a:pt x="80667" y="22753"/>
                </a:lnTo>
                <a:lnTo>
                  <a:pt x="81606" y="22769"/>
                </a:lnTo>
                <a:lnTo>
                  <a:pt x="82534" y="22790"/>
                </a:lnTo>
                <a:lnTo>
                  <a:pt x="83453" y="22817"/>
                </a:lnTo>
                <a:lnTo>
                  <a:pt x="84361" y="22850"/>
                </a:lnTo>
                <a:lnTo>
                  <a:pt x="85259" y="22889"/>
                </a:lnTo>
                <a:lnTo>
                  <a:pt x="86148" y="22934"/>
                </a:lnTo>
                <a:lnTo>
                  <a:pt x="87026" y="22985"/>
                </a:lnTo>
                <a:lnTo>
                  <a:pt x="87894" y="23043"/>
                </a:lnTo>
                <a:lnTo>
                  <a:pt x="88753" y="23106"/>
                </a:lnTo>
                <a:lnTo>
                  <a:pt x="89601" y="23175"/>
                </a:lnTo>
                <a:lnTo>
                  <a:pt x="90439" y="23250"/>
                </a:lnTo>
                <a:lnTo>
                  <a:pt x="91267" y="23332"/>
                </a:lnTo>
                <a:lnTo>
                  <a:pt x="92085" y="23419"/>
                </a:lnTo>
                <a:lnTo>
                  <a:pt x="92893" y="23512"/>
                </a:lnTo>
                <a:lnTo>
                  <a:pt x="93691" y="23612"/>
                </a:lnTo>
                <a:lnTo>
                  <a:pt x="94479" y="23717"/>
                </a:lnTo>
                <a:lnTo>
                  <a:pt x="95257" y="23829"/>
                </a:lnTo>
                <a:lnTo>
                  <a:pt x="96025" y="23946"/>
                </a:lnTo>
                <a:lnTo>
                  <a:pt x="96783" y="24069"/>
                </a:lnTo>
                <a:lnTo>
                  <a:pt x="97530" y="24199"/>
                </a:lnTo>
                <a:lnTo>
                  <a:pt x="98268" y="24334"/>
                </a:lnTo>
                <a:lnTo>
                  <a:pt x="98996" y="24476"/>
                </a:lnTo>
                <a:lnTo>
                  <a:pt x="99714" y="24624"/>
                </a:lnTo>
                <a:lnTo>
                  <a:pt x="100421" y="24778"/>
                </a:lnTo>
                <a:lnTo>
                  <a:pt x="101118" y="24940"/>
                </a:lnTo>
                <a:lnTo>
                  <a:pt x="101805" y="25108"/>
                </a:lnTo>
                <a:lnTo>
                  <a:pt x="102481" y="25282"/>
                </a:lnTo>
                <a:lnTo>
                  <a:pt x="103148" y="25464"/>
                </a:lnTo>
                <a:lnTo>
                  <a:pt x="103804" y="25652"/>
                </a:lnTo>
                <a:lnTo>
                  <a:pt x="104449" y="25846"/>
                </a:lnTo>
                <a:lnTo>
                  <a:pt x="105085" y="26048"/>
                </a:lnTo>
                <a:lnTo>
                  <a:pt x="105710" y="26256"/>
                </a:lnTo>
                <a:lnTo>
                  <a:pt x="106325" y="26471"/>
                </a:lnTo>
                <a:lnTo>
                  <a:pt x="106930" y="26692"/>
                </a:lnTo>
                <a:lnTo>
                  <a:pt x="107524" y="26920"/>
                </a:lnTo>
                <a:lnTo>
                  <a:pt x="108108" y="27155"/>
                </a:lnTo>
                <a:lnTo>
                  <a:pt x="108682" y="27397"/>
                </a:lnTo>
                <a:lnTo>
                  <a:pt x="109246" y="27645"/>
                </a:lnTo>
                <a:lnTo>
                  <a:pt x="109799" y="27900"/>
                </a:lnTo>
                <a:lnTo>
                  <a:pt x="110343" y="28162"/>
                </a:lnTo>
                <a:lnTo>
                  <a:pt x="110876" y="28430"/>
                </a:lnTo>
                <a:lnTo>
                  <a:pt x="111398" y="28705"/>
                </a:lnTo>
                <a:lnTo>
                  <a:pt x="111911" y="28987"/>
                </a:lnTo>
                <a:lnTo>
                  <a:pt x="112413" y="29275"/>
                </a:lnTo>
                <a:lnTo>
                  <a:pt x="112904" y="29570"/>
                </a:lnTo>
                <a:lnTo>
                  <a:pt x="113386" y="29872"/>
                </a:lnTo>
                <a:lnTo>
                  <a:pt x="113858" y="30181"/>
                </a:lnTo>
                <a:lnTo>
                  <a:pt x="114319" y="30496"/>
                </a:lnTo>
                <a:lnTo>
                  <a:pt x="114770" y="30819"/>
                </a:lnTo>
                <a:lnTo>
                  <a:pt x="115212" y="31148"/>
                </a:lnTo>
                <a:lnTo>
                  <a:pt x="115643" y="31484"/>
                </a:lnTo>
                <a:lnTo>
                  <a:pt x="116064" y="31828"/>
                </a:lnTo>
                <a:lnTo>
                  <a:pt x="116475" y="32178"/>
                </a:lnTo>
                <a:lnTo>
                  <a:pt x="116877" y="32535"/>
                </a:lnTo>
                <a:lnTo>
                  <a:pt x="117268" y="32899"/>
                </a:lnTo>
                <a:lnTo>
                  <a:pt x="117649" y="33269"/>
                </a:lnTo>
                <a:lnTo>
                  <a:pt x="118020" y="33647"/>
                </a:lnTo>
                <a:lnTo>
                  <a:pt x="118381" y="34032"/>
                </a:lnTo>
                <a:lnTo>
                  <a:pt x="118732" y="34423"/>
                </a:lnTo>
                <a:lnTo>
                  <a:pt x="119073" y="34822"/>
                </a:lnTo>
                <a:lnTo>
                  <a:pt x="119404" y="35227"/>
                </a:lnTo>
                <a:lnTo>
                  <a:pt x="119725" y="35640"/>
                </a:lnTo>
                <a:lnTo>
                  <a:pt x="120035" y="36059"/>
                </a:lnTo>
                <a:lnTo>
                  <a:pt x="120336" y="36485"/>
                </a:lnTo>
                <a:lnTo>
                  <a:pt x="120627" y="36918"/>
                </a:lnTo>
                <a:lnTo>
                  <a:pt x="120908" y="37358"/>
                </a:lnTo>
                <a:lnTo>
                  <a:pt x="121178" y="37805"/>
                </a:lnTo>
                <a:lnTo>
                  <a:pt x="121439" y="38259"/>
                </a:lnTo>
                <a:lnTo>
                  <a:pt x="121690" y="38720"/>
                </a:lnTo>
                <a:lnTo>
                  <a:pt x="121930" y="39187"/>
                </a:lnTo>
                <a:lnTo>
                  <a:pt x="122161" y="39662"/>
                </a:lnTo>
                <a:lnTo>
                  <a:pt x="122382" y="40145"/>
                </a:lnTo>
                <a:lnTo>
                  <a:pt x="122593" y="40635"/>
                </a:lnTo>
                <a:lnTo>
                  <a:pt x="122794" y="41132"/>
                </a:lnTo>
                <a:lnTo>
                  <a:pt x="122985" y="41638"/>
                </a:lnTo>
                <a:lnTo>
                  <a:pt x="123167" y="42150"/>
                </a:lnTo>
                <a:lnTo>
                  <a:pt x="123339" y="42671"/>
                </a:lnTo>
                <a:lnTo>
                  <a:pt x="123501" y="43199"/>
                </a:lnTo>
                <a:lnTo>
                  <a:pt x="123653" y="43734"/>
                </a:lnTo>
                <a:lnTo>
                  <a:pt x="123795" y="44277"/>
                </a:lnTo>
                <a:lnTo>
                  <a:pt x="123927" y="44828"/>
                </a:lnTo>
                <a:lnTo>
                  <a:pt x="124050" y="45387"/>
                </a:lnTo>
                <a:lnTo>
                  <a:pt x="124163" y="45952"/>
                </a:lnTo>
                <a:lnTo>
                  <a:pt x="124266" y="46526"/>
                </a:lnTo>
                <a:lnTo>
                  <a:pt x="124359" y="47107"/>
                </a:lnTo>
                <a:lnTo>
                  <a:pt x="124443" y="47696"/>
                </a:lnTo>
                <a:lnTo>
                  <a:pt x="124516" y="48292"/>
                </a:lnTo>
                <a:lnTo>
                  <a:pt x="124580" y="48896"/>
                </a:lnTo>
                <a:lnTo>
                  <a:pt x="124634" y="49507"/>
                </a:lnTo>
                <a:lnTo>
                  <a:pt x="124678" y="50126"/>
                </a:lnTo>
                <a:lnTo>
                  <a:pt x="124713" y="50753"/>
                </a:lnTo>
                <a:lnTo>
                  <a:pt x="124737" y="51387"/>
                </a:lnTo>
                <a:lnTo>
                  <a:pt x="124752" y="52029"/>
                </a:lnTo>
                <a:lnTo>
                  <a:pt x="124757" y="52678"/>
                </a:lnTo>
                <a:lnTo>
                  <a:pt x="124749" y="53454"/>
                </a:lnTo>
                <a:lnTo>
                  <a:pt x="124726" y="54218"/>
                </a:lnTo>
                <a:lnTo>
                  <a:pt x="124687" y="54972"/>
                </a:lnTo>
                <a:lnTo>
                  <a:pt x="124632" y="55713"/>
                </a:lnTo>
                <a:lnTo>
                  <a:pt x="124562" y="56444"/>
                </a:lnTo>
                <a:lnTo>
                  <a:pt x="124476" y="57163"/>
                </a:lnTo>
                <a:lnTo>
                  <a:pt x="124374" y="57870"/>
                </a:lnTo>
                <a:lnTo>
                  <a:pt x="124257" y="58567"/>
                </a:lnTo>
                <a:lnTo>
                  <a:pt x="124124" y="59252"/>
                </a:lnTo>
                <a:lnTo>
                  <a:pt x="123976" y="59925"/>
                </a:lnTo>
                <a:lnTo>
                  <a:pt x="123812" y="60587"/>
                </a:lnTo>
                <a:lnTo>
                  <a:pt x="123633" y="61238"/>
                </a:lnTo>
                <a:lnTo>
                  <a:pt x="123437" y="61878"/>
                </a:lnTo>
                <a:lnTo>
                  <a:pt x="123227" y="62506"/>
                </a:lnTo>
                <a:lnTo>
                  <a:pt x="123000" y="63122"/>
                </a:lnTo>
                <a:lnTo>
                  <a:pt x="122758" y="63727"/>
                </a:lnTo>
                <a:lnTo>
                  <a:pt x="122501" y="64321"/>
                </a:lnTo>
                <a:lnTo>
                  <a:pt x="122227" y="64904"/>
                </a:lnTo>
                <a:lnTo>
                  <a:pt x="121938" y="65475"/>
                </a:lnTo>
                <a:lnTo>
                  <a:pt x="121634" y="66035"/>
                </a:lnTo>
                <a:lnTo>
                  <a:pt x="121314" y="66583"/>
                </a:lnTo>
                <a:lnTo>
                  <a:pt x="120978" y="67120"/>
                </a:lnTo>
                <a:lnTo>
                  <a:pt x="120627" y="67646"/>
                </a:lnTo>
                <a:lnTo>
                  <a:pt x="120260" y="68160"/>
                </a:lnTo>
                <a:lnTo>
                  <a:pt x="119880" y="68664"/>
                </a:lnTo>
                <a:lnTo>
                  <a:pt x="119491" y="69160"/>
                </a:lnTo>
                <a:lnTo>
                  <a:pt x="119093" y="69647"/>
                </a:lnTo>
                <a:lnTo>
                  <a:pt x="118684" y="70125"/>
                </a:lnTo>
                <a:lnTo>
                  <a:pt x="118266" y="70594"/>
                </a:lnTo>
                <a:lnTo>
                  <a:pt x="117839" y="71055"/>
                </a:lnTo>
                <a:lnTo>
                  <a:pt x="117402" y="71507"/>
                </a:lnTo>
                <a:lnTo>
                  <a:pt x="116955" y="71950"/>
                </a:lnTo>
                <a:lnTo>
                  <a:pt x="116499" y="72385"/>
                </a:lnTo>
                <a:lnTo>
                  <a:pt x="116033" y="72811"/>
                </a:lnTo>
                <a:lnTo>
                  <a:pt x="115557" y="73228"/>
                </a:lnTo>
                <a:lnTo>
                  <a:pt x="115072" y="73637"/>
                </a:lnTo>
                <a:lnTo>
                  <a:pt x="114578" y="74037"/>
                </a:lnTo>
                <a:lnTo>
                  <a:pt x="114074" y="74428"/>
                </a:lnTo>
                <a:lnTo>
                  <a:pt x="113560" y="74810"/>
                </a:lnTo>
                <a:lnTo>
                  <a:pt x="113036" y="75184"/>
                </a:lnTo>
                <a:lnTo>
                  <a:pt x="112503" y="75549"/>
                </a:lnTo>
                <a:lnTo>
                  <a:pt x="111961" y="75905"/>
                </a:lnTo>
                <a:lnTo>
                  <a:pt x="111409" y="76253"/>
                </a:lnTo>
                <a:lnTo>
                  <a:pt x="110847" y="76592"/>
                </a:lnTo>
                <a:lnTo>
                  <a:pt x="110275" y="76922"/>
                </a:lnTo>
                <a:lnTo>
                  <a:pt x="109694" y="77244"/>
                </a:lnTo>
                <a:lnTo>
                  <a:pt x="109104" y="77556"/>
                </a:lnTo>
                <a:lnTo>
                  <a:pt x="108757" y="77732"/>
                </a:lnTo>
                <a:lnTo>
                  <a:pt x="36471" y="77732"/>
                </a:lnTo>
                <a:lnTo>
                  <a:pt x="36111" y="77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t">
            <a:extLst xmlns:a="http://schemas.openxmlformats.org/drawingml/2006/main">
              <a:ext uri="{FF2B5EF4-FFF2-40B4-BE49-F238E27FC236}">
                <a16:creationId xmlns:a16="http://schemas.microsoft.com/office/drawing/2014/main" id="{E11A4349-DC1C-42F3-8ECE-B85AD8C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715" y="3610335"/>
            <a:ext cx="175507" cy="64884"/>
          </a:xfrm>
          <a:custGeom xmlns:a="http://schemas.openxmlformats.org/drawingml/2006/main">
            <a:pathLst>
              <a:path w="175507" h="64884">
                <a:moveTo>
                  <a:pt x="33919" y="0"/>
                </a:moveTo>
                <a:lnTo>
                  <a:pt x="33919" y="20943"/>
                </a:lnTo>
                <a:lnTo>
                  <a:pt x="0" y="20943"/>
                </a:lnTo>
                <a:lnTo>
                  <a:pt x="0" y="43684"/>
                </a:lnTo>
                <a:lnTo>
                  <a:pt x="33919" y="43684"/>
                </a:lnTo>
                <a:lnTo>
                  <a:pt x="33919" y="64884"/>
                </a:lnTo>
                <a:lnTo>
                  <a:pt x="52164" y="64884"/>
                </a:lnTo>
                <a:lnTo>
                  <a:pt x="52164" y="43684"/>
                </a:lnTo>
                <a:lnTo>
                  <a:pt x="138348" y="43684"/>
                </a:lnTo>
                <a:lnTo>
                  <a:pt x="139495" y="43677"/>
                </a:lnTo>
                <a:lnTo>
                  <a:pt x="140623" y="43657"/>
                </a:lnTo>
                <a:lnTo>
                  <a:pt x="141731" y="43624"/>
                </a:lnTo>
                <a:lnTo>
                  <a:pt x="142818" y="43577"/>
                </a:lnTo>
                <a:lnTo>
                  <a:pt x="143886" y="43517"/>
                </a:lnTo>
                <a:lnTo>
                  <a:pt x="144934" y="43443"/>
                </a:lnTo>
                <a:lnTo>
                  <a:pt x="145963" y="43356"/>
                </a:lnTo>
                <a:lnTo>
                  <a:pt x="146971" y="43256"/>
                </a:lnTo>
                <a:lnTo>
                  <a:pt x="147959" y="43142"/>
                </a:lnTo>
                <a:lnTo>
                  <a:pt x="148928" y="43015"/>
                </a:lnTo>
                <a:lnTo>
                  <a:pt x="149877" y="42874"/>
                </a:lnTo>
                <a:lnTo>
                  <a:pt x="150806" y="42721"/>
                </a:lnTo>
                <a:lnTo>
                  <a:pt x="151715" y="42553"/>
                </a:lnTo>
                <a:lnTo>
                  <a:pt x="152604" y="42373"/>
                </a:lnTo>
                <a:lnTo>
                  <a:pt x="153473" y="42178"/>
                </a:lnTo>
                <a:lnTo>
                  <a:pt x="154323" y="41971"/>
                </a:lnTo>
                <a:lnTo>
                  <a:pt x="155152" y="41750"/>
                </a:lnTo>
                <a:lnTo>
                  <a:pt x="155962" y="41516"/>
                </a:lnTo>
                <a:lnTo>
                  <a:pt x="156752" y="41268"/>
                </a:lnTo>
                <a:lnTo>
                  <a:pt x="157522" y="41007"/>
                </a:lnTo>
                <a:lnTo>
                  <a:pt x="158272" y="40733"/>
                </a:lnTo>
                <a:lnTo>
                  <a:pt x="159002" y="40445"/>
                </a:lnTo>
                <a:lnTo>
                  <a:pt x="159712" y="40144"/>
                </a:lnTo>
                <a:lnTo>
                  <a:pt x="160403" y="39830"/>
                </a:lnTo>
                <a:lnTo>
                  <a:pt x="161075" y="39504"/>
                </a:lnTo>
                <a:lnTo>
                  <a:pt x="161731" y="39170"/>
                </a:lnTo>
                <a:lnTo>
                  <a:pt x="162370" y="38828"/>
                </a:lnTo>
                <a:lnTo>
                  <a:pt x="162993" y="38477"/>
                </a:lnTo>
                <a:lnTo>
                  <a:pt x="163600" y="38118"/>
                </a:lnTo>
                <a:lnTo>
                  <a:pt x="164191" y="37750"/>
                </a:lnTo>
                <a:lnTo>
                  <a:pt x="164765" y="37374"/>
                </a:lnTo>
                <a:lnTo>
                  <a:pt x="165323" y="36989"/>
                </a:lnTo>
                <a:lnTo>
                  <a:pt x="165865" y="36596"/>
                </a:lnTo>
                <a:lnTo>
                  <a:pt x="166391" y="36194"/>
                </a:lnTo>
                <a:lnTo>
                  <a:pt x="166900" y="35784"/>
                </a:lnTo>
                <a:lnTo>
                  <a:pt x="167393" y="35365"/>
                </a:lnTo>
                <a:lnTo>
                  <a:pt x="167870" y="34938"/>
                </a:lnTo>
                <a:lnTo>
                  <a:pt x="168330" y="34502"/>
                </a:lnTo>
                <a:lnTo>
                  <a:pt x="168774" y="34058"/>
                </a:lnTo>
                <a:lnTo>
                  <a:pt x="169202" y="33605"/>
                </a:lnTo>
                <a:lnTo>
                  <a:pt x="169614" y="33144"/>
                </a:lnTo>
                <a:lnTo>
                  <a:pt x="170009" y="32675"/>
                </a:lnTo>
                <a:lnTo>
                  <a:pt x="170388" y="32197"/>
                </a:lnTo>
                <a:lnTo>
                  <a:pt x="170751" y="31710"/>
                </a:lnTo>
                <a:lnTo>
                  <a:pt x="171097" y="31215"/>
                </a:lnTo>
                <a:lnTo>
                  <a:pt x="171427" y="30712"/>
                </a:lnTo>
                <a:lnTo>
                  <a:pt x="171741" y="30200"/>
                </a:lnTo>
                <a:lnTo>
                  <a:pt x="172038" y="29680"/>
                </a:lnTo>
                <a:lnTo>
                  <a:pt x="172322" y="29153"/>
                </a:lnTo>
                <a:lnTo>
                  <a:pt x="172593" y="28623"/>
                </a:lnTo>
                <a:lnTo>
                  <a:pt x="172852" y="28090"/>
                </a:lnTo>
                <a:lnTo>
                  <a:pt x="173098" y="27552"/>
                </a:lnTo>
                <a:lnTo>
                  <a:pt x="173333" y="27012"/>
                </a:lnTo>
                <a:lnTo>
                  <a:pt x="173556" y="26467"/>
                </a:lnTo>
                <a:lnTo>
                  <a:pt x="173767" y="25920"/>
                </a:lnTo>
                <a:lnTo>
                  <a:pt x="173966" y="25368"/>
                </a:lnTo>
                <a:lnTo>
                  <a:pt x="174152" y="24813"/>
                </a:lnTo>
                <a:lnTo>
                  <a:pt x="174327" y="24255"/>
                </a:lnTo>
                <a:lnTo>
                  <a:pt x="174490" y="23693"/>
                </a:lnTo>
                <a:lnTo>
                  <a:pt x="174640" y="23127"/>
                </a:lnTo>
                <a:lnTo>
                  <a:pt x="174779" y="22558"/>
                </a:lnTo>
                <a:lnTo>
                  <a:pt x="174905" y="21985"/>
                </a:lnTo>
                <a:lnTo>
                  <a:pt x="175020" y="21408"/>
                </a:lnTo>
                <a:lnTo>
                  <a:pt x="175122" y="20828"/>
                </a:lnTo>
                <a:lnTo>
                  <a:pt x="175212" y="20245"/>
                </a:lnTo>
                <a:lnTo>
                  <a:pt x="175291" y="19658"/>
                </a:lnTo>
                <a:lnTo>
                  <a:pt x="175357" y="19067"/>
                </a:lnTo>
                <a:lnTo>
                  <a:pt x="175411" y="18473"/>
                </a:lnTo>
                <a:lnTo>
                  <a:pt x="175453" y="17875"/>
                </a:lnTo>
                <a:lnTo>
                  <a:pt x="175483" y="17274"/>
                </a:lnTo>
                <a:lnTo>
                  <a:pt x="175501" y="16669"/>
                </a:lnTo>
                <a:lnTo>
                  <a:pt x="175507" y="16060"/>
                </a:lnTo>
                <a:lnTo>
                  <a:pt x="175506" y="15571"/>
                </a:lnTo>
                <a:lnTo>
                  <a:pt x="175502" y="15090"/>
                </a:lnTo>
                <a:lnTo>
                  <a:pt x="175494" y="14615"/>
                </a:lnTo>
                <a:lnTo>
                  <a:pt x="175484" y="14147"/>
                </a:lnTo>
                <a:lnTo>
                  <a:pt x="175471" y="13687"/>
                </a:lnTo>
                <a:lnTo>
                  <a:pt x="175455" y="13234"/>
                </a:lnTo>
                <a:lnTo>
                  <a:pt x="175436" y="12788"/>
                </a:lnTo>
                <a:lnTo>
                  <a:pt x="175415" y="12349"/>
                </a:lnTo>
                <a:lnTo>
                  <a:pt x="175390" y="11917"/>
                </a:lnTo>
                <a:lnTo>
                  <a:pt x="175363" y="11492"/>
                </a:lnTo>
                <a:lnTo>
                  <a:pt x="175332" y="11075"/>
                </a:lnTo>
                <a:lnTo>
                  <a:pt x="175299" y="10664"/>
                </a:lnTo>
                <a:lnTo>
                  <a:pt x="175262" y="10261"/>
                </a:lnTo>
                <a:lnTo>
                  <a:pt x="175223" y="9865"/>
                </a:lnTo>
                <a:lnTo>
                  <a:pt x="175181" y="9476"/>
                </a:lnTo>
                <a:lnTo>
                  <a:pt x="175136" y="9094"/>
                </a:lnTo>
                <a:lnTo>
                  <a:pt x="175088" y="8719"/>
                </a:lnTo>
                <a:lnTo>
                  <a:pt x="175038" y="8351"/>
                </a:lnTo>
                <a:lnTo>
                  <a:pt x="174984" y="7991"/>
                </a:lnTo>
                <a:lnTo>
                  <a:pt x="174928" y="7638"/>
                </a:lnTo>
                <a:lnTo>
                  <a:pt x="174868" y="7291"/>
                </a:lnTo>
                <a:lnTo>
                  <a:pt x="174806" y="6952"/>
                </a:lnTo>
                <a:lnTo>
                  <a:pt x="174740" y="6620"/>
                </a:lnTo>
                <a:lnTo>
                  <a:pt x="174672" y="6296"/>
                </a:lnTo>
                <a:lnTo>
                  <a:pt x="174603" y="5977"/>
                </a:lnTo>
                <a:lnTo>
                  <a:pt x="174533" y="5664"/>
                </a:lnTo>
                <a:lnTo>
                  <a:pt x="174463" y="5356"/>
                </a:lnTo>
                <a:lnTo>
                  <a:pt x="174392" y="5054"/>
                </a:lnTo>
                <a:lnTo>
                  <a:pt x="174322" y="4757"/>
                </a:lnTo>
                <a:lnTo>
                  <a:pt x="174251" y="4465"/>
                </a:lnTo>
                <a:lnTo>
                  <a:pt x="174180" y="4178"/>
                </a:lnTo>
                <a:lnTo>
                  <a:pt x="174108" y="3897"/>
                </a:lnTo>
                <a:lnTo>
                  <a:pt x="174037" y="3622"/>
                </a:lnTo>
                <a:lnTo>
                  <a:pt x="173965" y="3351"/>
                </a:lnTo>
                <a:lnTo>
                  <a:pt x="173893" y="3086"/>
                </a:lnTo>
                <a:lnTo>
                  <a:pt x="173821" y="2827"/>
                </a:lnTo>
                <a:lnTo>
                  <a:pt x="173749" y="2572"/>
                </a:lnTo>
                <a:lnTo>
                  <a:pt x="173676" y="2323"/>
                </a:lnTo>
                <a:lnTo>
                  <a:pt x="173603" y="2080"/>
                </a:lnTo>
                <a:lnTo>
                  <a:pt x="173530" y="1842"/>
                </a:lnTo>
                <a:lnTo>
                  <a:pt x="173457" y="1609"/>
                </a:lnTo>
                <a:lnTo>
                  <a:pt x="173384" y="1381"/>
                </a:lnTo>
                <a:lnTo>
                  <a:pt x="173310" y="1159"/>
                </a:lnTo>
                <a:lnTo>
                  <a:pt x="173236" y="942"/>
                </a:lnTo>
                <a:lnTo>
                  <a:pt x="173162" y="731"/>
                </a:lnTo>
                <a:lnTo>
                  <a:pt x="173087" y="525"/>
                </a:lnTo>
                <a:lnTo>
                  <a:pt x="173013" y="324"/>
                </a:lnTo>
                <a:lnTo>
                  <a:pt x="172938" y="128"/>
                </a:lnTo>
                <a:lnTo>
                  <a:pt x="153537" y="0"/>
                </a:lnTo>
                <a:lnTo>
                  <a:pt x="153569" y="89"/>
                </a:lnTo>
                <a:lnTo>
                  <a:pt x="153603" y="184"/>
                </a:lnTo>
                <a:lnTo>
                  <a:pt x="153636" y="285"/>
                </a:lnTo>
                <a:lnTo>
                  <a:pt x="153671" y="393"/>
                </a:lnTo>
                <a:lnTo>
                  <a:pt x="153706" y="506"/>
                </a:lnTo>
                <a:lnTo>
                  <a:pt x="153742" y="626"/>
                </a:lnTo>
                <a:lnTo>
                  <a:pt x="153778" y="753"/>
                </a:lnTo>
                <a:lnTo>
                  <a:pt x="153815" y="885"/>
                </a:lnTo>
                <a:lnTo>
                  <a:pt x="153853" y="1024"/>
                </a:lnTo>
                <a:lnTo>
                  <a:pt x="153892" y="1169"/>
                </a:lnTo>
                <a:lnTo>
                  <a:pt x="153931" y="1320"/>
                </a:lnTo>
                <a:lnTo>
                  <a:pt x="153971" y="1478"/>
                </a:lnTo>
                <a:lnTo>
                  <a:pt x="154011" y="1641"/>
                </a:lnTo>
                <a:lnTo>
                  <a:pt x="154052" y="1811"/>
                </a:lnTo>
                <a:lnTo>
                  <a:pt x="154094" y="1987"/>
                </a:lnTo>
                <a:lnTo>
                  <a:pt x="154137" y="2170"/>
                </a:lnTo>
                <a:lnTo>
                  <a:pt x="154180" y="2359"/>
                </a:lnTo>
                <a:lnTo>
                  <a:pt x="154224" y="2554"/>
                </a:lnTo>
                <a:lnTo>
                  <a:pt x="154268" y="2755"/>
                </a:lnTo>
                <a:lnTo>
                  <a:pt x="154313" y="2962"/>
                </a:lnTo>
                <a:lnTo>
                  <a:pt x="154359" y="3176"/>
                </a:lnTo>
                <a:lnTo>
                  <a:pt x="154406" y="3396"/>
                </a:lnTo>
                <a:lnTo>
                  <a:pt x="154453" y="3622"/>
                </a:lnTo>
                <a:lnTo>
                  <a:pt x="154501" y="3854"/>
                </a:lnTo>
                <a:lnTo>
                  <a:pt x="154548" y="4089"/>
                </a:lnTo>
                <a:lnTo>
                  <a:pt x="154593" y="4322"/>
                </a:lnTo>
                <a:lnTo>
                  <a:pt x="154636" y="4553"/>
                </a:lnTo>
                <a:lnTo>
                  <a:pt x="154677" y="4782"/>
                </a:lnTo>
                <a:lnTo>
                  <a:pt x="154716" y="5010"/>
                </a:lnTo>
                <a:lnTo>
                  <a:pt x="154754" y="5236"/>
                </a:lnTo>
                <a:lnTo>
                  <a:pt x="154789" y="5460"/>
                </a:lnTo>
                <a:lnTo>
                  <a:pt x="154822" y="5682"/>
                </a:lnTo>
                <a:lnTo>
                  <a:pt x="154853" y="5902"/>
                </a:lnTo>
                <a:lnTo>
                  <a:pt x="154882" y="6121"/>
                </a:lnTo>
                <a:lnTo>
                  <a:pt x="154909" y="6338"/>
                </a:lnTo>
                <a:lnTo>
                  <a:pt x="154934" y="6553"/>
                </a:lnTo>
                <a:lnTo>
                  <a:pt x="154957" y="6766"/>
                </a:lnTo>
                <a:lnTo>
                  <a:pt x="154978" y="6977"/>
                </a:lnTo>
                <a:lnTo>
                  <a:pt x="154997" y="7187"/>
                </a:lnTo>
                <a:lnTo>
                  <a:pt x="155014" y="7395"/>
                </a:lnTo>
                <a:lnTo>
                  <a:pt x="155030" y="7601"/>
                </a:lnTo>
                <a:lnTo>
                  <a:pt x="155043" y="7805"/>
                </a:lnTo>
                <a:lnTo>
                  <a:pt x="155054" y="8008"/>
                </a:lnTo>
                <a:lnTo>
                  <a:pt x="155063" y="8209"/>
                </a:lnTo>
                <a:lnTo>
                  <a:pt x="155070" y="8408"/>
                </a:lnTo>
                <a:lnTo>
                  <a:pt x="155075" y="8605"/>
                </a:lnTo>
                <a:lnTo>
                  <a:pt x="155078" y="8800"/>
                </a:lnTo>
                <a:lnTo>
                  <a:pt x="155079" y="8994"/>
                </a:lnTo>
                <a:lnTo>
                  <a:pt x="155077" y="9250"/>
                </a:lnTo>
                <a:lnTo>
                  <a:pt x="155071" y="9505"/>
                </a:lnTo>
                <a:lnTo>
                  <a:pt x="155061" y="9759"/>
                </a:lnTo>
                <a:lnTo>
                  <a:pt x="155047" y="10011"/>
                </a:lnTo>
                <a:lnTo>
                  <a:pt x="155029" y="10262"/>
                </a:lnTo>
                <a:lnTo>
                  <a:pt x="155006" y="10511"/>
                </a:lnTo>
                <a:lnTo>
                  <a:pt x="154980" y="10760"/>
                </a:lnTo>
                <a:lnTo>
                  <a:pt x="154950" y="11007"/>
                </a:lnTo>
                <a:lnTo>
                  <a:pt x="154916" y="11252"/>
                </a:lnTo>
                <a:lnTo>
                  <a:pt x="154878" y="11497"/>
                </a:lnTo>
                <a:lnTo>
                  <a:pt x="154836" y="11739"/>
                </a:lnTo>
                <a:lnTo>
                  <a:pt x="154790" y="11981"/>
                </a:lnTo>
                <a:lnTo>
                  <a:pt x="154739" y="12221"/>
                </a:lnTo>
                <a:lnTo>
                  <a:pt x="154685" y="12460"/>
                </a:lnTo>
                <a:lnTo>
                  <a:pt x="154627" y="12698"/>
                </a:lnTo>
                <a:lnTo>
                  <a:pt x="154565" y="12934"/>
                </a:lnTo>
                <a:lnTo>
                  <a:pt x="154499" y="13169"/>
                </a:lnTo>
                <a:lnTo>
                  <a:pt x="154428" y="13402"/>
                </a:lnTo>
                <a:lnTo>
                  <a:pt x="154354" y="13635"/>
                </a:lnTo>
                <a:lnTo>
                  <a:pt x="154276" y="13865"/>
                </a:lnTo>
                <a:lnTo>
                  <a:pt x="154193" y="14095"/>
                </a:lnTo>
                <a:lnTo>
                  <a:pt x="154107" y="14323"/>
                </a:lnTo>
                <a:lnTo>
                  <a:pt x="154017" y="14550"/>
                </a:lnTo>
                <a:lnTo>
                  <a:pt x="153922" y="14776"/>
                </a:lnTo>
                <a:lnTo>
                  <a:pt x="153822" y="14999"/>
                </a:lnTo>
                <a:lnTo>
                  <a:pt x="153713" y="15219"/>
                </a:lnTo>
                <a:lnTo>
                  <a:pt x="153595" y="15435"/>
                </a:lnTo>
                <a:lnTo>
                  <a:pt x="153469" y="15648"/>
                </a:lnTo>
                <a:lnTo>
                  <a:pt x="153334" y="15858"/>
                </a:lnTo>
                <a:lnTo>
                  <a:pt x="153191" y="16064"/>
                </a:lnTo>
                <a:lnTo>
                  <a:pt x="153040" y="16267"/>
                </a:lnTo>
                <a:lnTo>
                  <a:pt x="152880" y="16467"/>
                </a:lnTo>
                <a:lnTo>
                  <a:pt x="152711" y="16664"/>
                </a:lnTo>
                <a:lnTo>
                  <a:pt x="152534" y="16857"/>
                </a:lnTo>
                <a:lnTo>
                  <a:pt x="152349" y="17046"/>
                </a:lnTo>
                <a:lnTo>
                  <a:pt x="152155" y="17233"/>
                </a:lnTo>
                <a:lnTo>
                  <a:pt x="151952" y="17416"/>
                </a:lnTo>
                <a:lnTo>
                  <a:pt x="151741" y="17595"/>
                </a:lnTo>
                <a:lnTo>
                  <a:pt x="151522" y="17772"/>
                </a:lnTo>
                <a:lnTo>
                  <a:pt x="151294" y="17945"/>
                </a:lnTo>
                <a:lnTo>
                  <a:pt x="151057" y="18114"/>
                </a:lnTo>
                <a:lnTo>
                  <a:pt x="150812" y="18281"/>
                </a:lnTo>
                <a:lnTo>
                  <a:pt x="150559" y="18444"/>
                </a:lnTo>
                <a:lnTo>
                  <a:pt x="150297" y="18603"/>
                </a:lnTo>
                <a:lnTo>
                  <a:pt x="150027" y="18759"/>
                </a:lnTo>
                <a:lnTo>
                  <a:pt x="149748" y="18912"/>
                </a:lnTo>
                <a:lnTo>
                  <a:pt x="149460" y="19062"/>
                </a:lnTo>
                <a:lnTo>
                  <a:pt x="149165" y="19208"/>
                </a:lnTo>
                <a:lnTo>
                  <a:pt x="148858" y="19350"/>
                </a:lnTo>
                <a:lnTo>
                  <a:pt x="148540" y="19485"/>
                </a:lnTo>
                <a:lnTo>
                  <a:pt x="148210" y="19615"/>
                </a:lnTo>
                <a:lnTo>
                  <a:pt x="147868" y="19738"/>
                </a:lnTo>
                <a:lnTo>
                  <a:pt x="147513" y="19856"/>
                </a:lnTo>
                <a:lnTo>
                  <a:pt x="147147" y="19967"/>
                </a:lnTo>
                <a:lnTo>
                  <a:pt x="146769" y="20072"/>
                </a:lnTo>
                <a:lnTo>
                  <a:pt x="146378" y="20172"/>
                </a:lnTo>
                <a:lnTo>
                  <a:pt x="145976" y="20265"/>
                </a:lnTo>
                <a:lnTo>
                  <a:pt x="145561" y="20352"/>
                </a:lnTo>
                <a:lnTo>
                  <a:pt x="145134" y="20434"/>
                </a:lnTo>
                <a:lnTo>
                  <a:pt x="144696" y="20509"/>
                </a:lnTo>
                <a:lnTo>
                  <a:pt x="144245" y="20578"/>
                </a:lnTo>
                <a:lnTo>
                  <a:pt x="143782" y="20642"/>
                </a:lnTo>
                <a:lnTo>
                  <a:pt x="143307" y="20699"/>
                </a:lnTo>
                <a:lnTo>
                  <a:pt x="142821" y="20750"/>
                </a:lnTo>
                <a:lnTo>
                  <a:pt x="142322" y="20795"/>
                </a:lnTo>
                <a:lnTo>
                  <a:pt x="141811" y="20834"/>
                </a:lnTo>
                <a:lnTo>
                  <a:pt x="141288" y="20867"/>
                </a:lnTo>
                <a:lnTo>
                  <a:pt x="140753" y="20895"/>
                </a:lnTo>
                <a:lnTo>
                  <a:pt x="140206" y="20916"/>
                </a:lnTo>
                <a:lnTo>
                  <a:pt x="139647" y="20931"/>
                </a:lnTo>
                <a:lnTo>
                  <a:pt x="139076" y="20940"/>
                </a:lnTo>
                <a:lnTo>
                  <a:pt x="138492" y="20943"/>
                </a:lnTo>
                <a:lnTo>
                  <a:pt x="52164" y="20943"/>
                </a:lnTo>
                <a:lnTo>
                  <a:pt x="52164" y="0"/>
                </a:lnTo>
                <a:lnTo>
                  <a:pt x="339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i">
            <a:extLst xmlns:a="http://schemas.openxmlformats.org/drawingml/2006/main">
              <a:ext uri="{FF2B5EF4-FFF2-40B4-BE49-F238E27FC236}">
                <a16:creationId xmlns:a16="http://schemas.microsoft.com/office/drawing/2014/main" id="{2638B403-98AA-4AC3-85F8-EF8F50A8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883" y="3557648"/>
            <a:ext cx="189769" cy="25825"/>
          </a:xfrm>
          <a:custGeom xmlns:a="http://schemas.openxmlformats.org/drawingml/2006/main">
            <a:pathLst>
              <a:path w="189769" h="25825">
                <a:moveTo>
                  <a:pt x="50751" y="1927"/>
                </a:moveTo>
                <a:lnTo>
                  <a:pt x="189769" y="1927"/>
                </a:lnTo>
                <a:lnTo>
                  <a:pt x="189769" y="24540"/>
                </a:lnTo>
                <a:lnTo>
                  <a:pt x="50751" y="24540"/>
                </a:lnTo>
                <a:lnTo>
                  <a:pt x="50751" y="1927"/>
                </a:lnTo>
                <a:moveTo>
                  <a:pt x="13748" y="25825"/>
                </a:moveTo>
                <a:cubicBezTo>
                  <a:pt x="9893" y="25825"/>
                  <a:pt x="6638" y="24754"/>
                  <a:pt x="3983" y="22613"/>
                </a:cubicBezTo>
                <a:cubicBezTo>
                  <a:pt x="1328" y="20472"/>
                  <a:pt x="0" y="17260"/>
                  <a:pt x="0" y="12977"/>
                </a:cubicBezTo>
                <a:cubicBezTo>
                  <a:pt x="0" y="8694"/>
                  <a:pt x="1328" y="5461"/>
                  <a:pt x="3983" y="3276"/>
                </a:cubicBezTo>
                <a:cubicBezTo>
                  <a:pt x="6638" y="1092"/>
                  <a:pt x="9893" y="0"/>
                  <a:pt x="13748" y="0"/>
                </a:cubicBezTo>
                <a:cubicBezTo>
                  <a:pt x="17431" y="0"/>
                  <a:pt x="20579" y="1092"/>
                  <a:pt x="23191" y="3276"/>
                </a:cubicBezTo>
                <a:cubicBezTo>
                  <a:pt x="25804" y="5461"/>
                  <a:pt x="27110" y="8694"/>
                  <a:pt x="27110" y="12977"/>
                </a:cubicBezTo>
                <a:cubicBezTo>
                  <a:pt x="27110" y="17260"/>
                  <a:pt x="25804" y="20472"/>
                  <a:pt x="23191" y="22613"/>
                </a:cubicBezTo>
                <a:cubicBezTo>
                  <a:pt x="20579" y="24754"/>
                  <a:pt x="17431" y="25825"/>
                  <a:pt x="13748" y="25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">
            <a:extLst xmlns:a="http://schemas.openxmlformats.org/drawingml/2006/main">
              <a:ext uri="{FF2B5EF4-FFF2-40B4-BE49-F238E27FC236}">
                <a16:creationId xmlns:a16="http://schemas.microsoft.com/office/drawing/2014/main" id="{CA23AB79-0F52-489D-BAB8-CF8659C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715" y="3472979"/>
            <a:ext cx="175507" cy="64884"/>
          </a:xfrm>
          <a:custGeom xmlns:a="http://schemas.openxmlformats.org/drawingml/2006/main">
            <a:pathLst>
              <a:path w="175507" h="64884">
                <a:moveTo>
                  <a:pt x="33919" y="0"/>
                </a:moveTo>
                <a:lnTo>
                  <a:pt x="33919" y="20943"/>
                </a:lnTo>
                <a:lnTo>
                  <a:pt x="0" y="20943"/>
                </a:lnTo>
                <a:lnTo>
                  <a:pt x="0" y="43684"/>
                </a:lnTo>
                <a:lnTo>
                  <a:pt x="33919" y="43684"/>
                </a:lnTo>
                <a:lnTo>
                  <a:pt x="33919" y="64884"/>
                </a:lnTo>
                <a:lnTo>
                  <a:pt x="52164" y="64884"/>
                </a:lnTo>
                <a:lnTo>
                  <a:pt x="52164" y="43684"/>
                </a:lnTo>
                <a:lnTo>
                  <a:pt x="138348" y="43684"/>
                </a:lnTo>
                <a:lnTo>
                  <a:pt x="139495" y="43677"/>
                </a:lnTo>
                <a:lnTo>
                  <a:pt x="140623" y="43657"/>
                </a:lnTo>
                <a:lnTo>
                  <a:pt x="141731" y="43624"/>
                </a:lnTo>
                <a:lnTo>
                  <a:pt x="142818" y="43577"/>
                </a:lnTo>
                <a:lnTo>
                  <a:pt x="143886" y="43517"/>
                </a:lnTo>
                <a:lnTo>
                  <a:pt x="144934" y="43443"/>
                </a:lnTo>
                <a:lnTo>
                  <a:pt x="145963" y="43356"/>
                </a:lnTo>
                <a:lnTo>
                  <a:pt x="146971" y="43256"/>
                </a:lnTo>
                <a:lnTo>
                  <a:pt x="147959" y="43142"/>
                </a:lnTo>
                <a:lnTo>
                  <a:pt x="148928" y="43015"/>
                </a:lnTo>
                <a:lnTo>
                  <a:pt x="149877" y="42874"/>
                </a:lnTo>
                <a:lnTo>
                  <a:pt x="150806" y="42721"/>
                </a:lnTo>
                <a:lnTo>
                  <a:pt x="151715" y="42553"/>
                </a:lnTo>
                <a:lnTo>
                  <a:pt x="152604" y="42373"/>
                </a:lnTo>
                <a:lnTo>
                  <a:pt x="153473" y="42178"/>
                </a:lnTo>
                <a:lnTo>
                  <a:pt x="154323" y="41971"/>
                </a:lnTo>
                <a:lnTo>
                  <a:pt x="155152" y="41750"/>
                </a:lnTo>
                <a:lnTo>
                  <a:pt x="155962" y="41516"/>
                </a:lnTo>
                <a:lnTo>
                  <a:pt x="156752" y="41268"/>
                </a:lnTo>
                <a:lnTo>
                  <a:pt x="157522" y="41007"/>
                </a:lnTo>
                <a:lnTo>
                  <a:pt x="158272" y="40733"/>
                </a:lnTo>
                <a:lnTo>
                  <a:pt x="159002" y="40445"/>
                </a:lnTo>
                <a:lnTo>
                  <a:pt x="159712" y="40144"/>
                </a:lnTo>
                <a:lnTo>
                  <a:pt x="160403" y="39830"/>
                </a:lnTo>
                <a:lnTo>
                  <a:pt x="161075" y="39504"/>
                </a:lnTo>
                <a:lnTo>
                  <a:pt x="161731" y="39170"/>
                </a:lnTo>
                <a:lnTo>
                  <a:pt x="162370" y="38828"/>
                </a:lnTo>
                <a:lnTo>
                  <a:pt x="162993" y="38477"/>
                </a:lnTo>
                <a:lnTo>
                  <a:pt x="163600" y="38118"/>
                </a:lnTo>
                <a:lnTo>
                  <a:pt x="164191" y="37750"/>
                </a:lnTo>
                <a:lnTo>
                  <a:pt x="164765" y="37374"/>
                </a:lnTo>
                <a:lnTo>
                  <a:pt x="165323" y="36989"/>
                </a:lnTo>
                <a:lnTo>
                  <a:pt x="165865" y="36596"/>
                </a:lnTo>
                <a:lnTo>
                  <a:pt x="166391" y="36194"/>
                </a:lnTo>
                <a:lnTo>
                  <a:pt x="166900" y="35784"/>
                </a:lnTo>
                <a:lnTo>
                  <a:pt x="167393" y="35365"/>
                </a:lnTo>
                <a:lnTo>
                  <a:pt x="167870" y="34938"/>
                </a:lnTo>
                <a:lnTo>
                  <a:pt x="168330" y="34502"/>
                </a:lnTo>
                <a:lnTo>
                  <a:pt x="168774" y="34058"/>
                </a:lnTo>
                <a:lnTo>
                  <a:pt x="169202" y="33605"/>
                </a:lnTo>
                <a:lnTo>
                  <a:pt x="169614" y="33144"/>
                </a:lnTo>
                <a:lnTo>
                  <a:pt x="170009" y="32675"/>
                </a:lnTo>
                <a:lnTo>
                  <a:pt x="170388" y="32197"/>
                </a:lnTo>
                <a:lnTo>
                  <a:pt x="170751" y="31710"/>
                </a:lnTo>
                <a:lnTo>
                  <a:pt x="171097" y="31215"/>
                </a:lnTo>
                <a:lnTo>
                  <a:pt x="171427" y="30712"/>
                </a:lnTo>
                <a:lnTo>
                  <a:pt x="171741" y="30200"/>
                </a:lnTo>
                <a:lnTo>
                  <a:pt x="172038" y="29680"/>
                </a:lnTo>
                <a:lnTo>
                  <a:pt x="172322" y="29153"/>
                </a:lnTo>
                <a:lnTo>
                  <a:pt x="172593" y="28623"/>
                </a:lnTo>
                <a:lnTo>
                  <a:pt x="172852" y="28090"/>
                </a:lnTo>
                <a:lnTo>
                  <a:pt x="173098" y="27552"/>
                </a:lnTo>
                <a:lnTo>
                  <a:pt x="173333" y="27012"/>
                </a:lnTo>
                <a:lnTo>
                  <a:pt x="173556" y="26467"/>
                </a:lnTo>
                <a:lnTo>
                  <a:pt x="173767" y="25920"/>
                </a:lnTo>
                <a:lnTo>
                  <a:pt x="173966" y="25368"/>
                </a:lnTo>
                <a:lnTo>
                  <a:pt x="174152" y="24813"/>
                </a:lnTo>
                <a:lnTo>
                  <a:pt x="174327" y="24255"/>
                </a:lnTo>
                <a:lnTo>
                  <a:pt x="174490" y="23693"/>
                </a:lnTo>
                <a:lnTo>
                  <a:pt x="174640" y="23127"/>
                </a:lnTo>
                <a:lnTo>
                  <a:pt x="174779" y="22558"/>
                </a:lnTo>
                <a:lnTo>
                  <a:pt x="174905" y="21985"/>
                </a:lnTo>
                <a:lnTo>
                  <a:pt x="175020" y="21408"/>
                </a:lnTo>
                <a:lnTo>
                  <a:pt x="175122" y="20828"/>
                </a:lnTo>
                <a:lnTo>
                  <a:pt x="175212" y="20245"/>
                </a:lnTo>
                <a:lnTo>
                  <a:pt x="175291" y="19658"/>
                </a:lnTo>
                <a:lnTo>
                  <a:pt x="175357" y="19067"/>
                </a:lnTo>
                <a:lnTo>
                  <a:pt x="175411" y="18473"/>
                </a:lnTo>
                <a:lnTo>
                  <a:pt x="175453" y="17875"/>
                </a:lnTo>
                <a:lnTo>
                  <a:pt x="175483" y="17274"/>
                </a:lnTo>
                <a:lnTo>
                  <a:pt x="175501" y="16669"/>
                </a:lnTo>
                <a:lnTo>
                  <a:pt x="175507" y="16060"/>
                </a:lnTo>
                <a:lnTo>
                  <a:pt x="175506" y="15571"/>
                </a:lnTo>
                <a:lnTo>
                  <a:pt x="175502" y="15090"/>
                </a:lnTo>
                <a:lnTo>
                  <a:pt x="175494" y="14615"/>
                </a:lnTo>
                <a:lnTo>
                  <a:pt x="175484" y="14147"/>
                </a:lnTo>
                <a:lnTo>
                  <a:pt x="175471" y="13687"/>
                </a:lnTo>
                <a:lnTo>
                  <a:pt x="175455" y="13234"/>
                </a:lnTo>
                <a:lnTo>
                  <a:pt x="175436" y="12788"/>
                </a:lnTo>
                <a:lnTo>
                  <a:pt x="175415" y="12349"/>
                </a:lnTo>
                <a:lnTo>
                  <a:pt x="175390" y="11917"/>
                </a:lnTo>
                <a:lnTo>
                  <a:pt x="175363" y="11492"/>
                </a:lnTo>
                <a:lnTo>
                  <a:pt x="175332" y="11075"/>
                </a:lnTo>
                <a:lnTo>
                  <a:pt x="175299" y="10664"/>
                </a:lnTo>
                <a:lnTo>
                  <a:pt x="175262" y="10261"/>
                </a:lnTo>
                <a:lnTo>
                  <a:pt x="175223" y="9865"/>
                </a:lnTo>
                <a:lnTo>
                  <a:pt x="175181" y="9476"/>
                </a:lnTo>
                <a:lnTo>
                  <a:pt x="175136" y="9094"/>
                </a:lnTo>
                <a:lnTo>
                  <a:pt x="175088" y="8719"/>
                </a:lnTo>
                <a:lnTo>
                  <a:pt x="175038" y="8351"/>
                </a:lnTo>
                <a:lnTo>
                  <a:pt x="174984" y="7991"/>
                </a:lnTo>
                <a:lnTo>
                  <a:pt x="174928" y="7638"/>
                </a:lnTo>
                <a:lnTo>
                  <a:pt x="174868" y="7291"/>
                </a:lnTo>
                <a:lnTo>
                  <a:pt x="174806" y="6952"/>
                </a:lnTo>
                <a:lnTo>
                  <a:pt x="174740" y="6620"/>
                </a:lnTo>
                <a:lnTo>
                  <a:pt x="174672" y="6296"/>
                </a:lnTo>
                <a:lnTo>
                  <a:pt x="174603" y="5977"/>
                </a:lnTo>
                <a:lnTo>
                  <a:pt x="174533" y="5664"/>
                </a:lnTo>
                <a:lnTo>
                  <a:pt x="174463" y="5356"/>
                </a:lnTo>
                <a:lnTo>
                  <a:pt x="174392" y="5054"/>
                </a:lnTo>
                <a:lnTo>
                  <a:pt x="174322" y="4757"/>
                </a:lnTo>
                <a:lnTo>
                  <a:pt x="174251" y="4465"/>
                </a:lnTo>
                <a:lnTo>
                  <a:pt x="174180" y="4178"/>
                </a:lnTo>
                <a:lnTo>
                  <a:pt x="174108" y="3897"/>
                </a:lnTo>
                <a:lnTo>
                  <a:pt x="174037" y="3622"/>
                </a:lnTo>
                <a:lnTo>
                  <a:pt x="173965" y="3351"/>
                </a:lnTo>
                <a:lnTo>
                  <a:pt x="173893" y="3086"/>
                </a:lnTo>
                <a:lnTo>
                  <a:pt x="173821" y="2827"/>
                </a:lnTo>
                <a:lnTo>
                  <a:pt x="173749" y="2572"/>
                </a:lnTo>
                <a:lnTo>
                  <a:pt x="173676" y="2323"/>
                </a:lnTo>
                <a:lnTo>
                  <a:pt x="173603" y="2080"/>
                </a:lnTo>
                <a:lnTo>
                  <a:pt x="173530" y="1842"/>
                </a:lnTo>
                <a:lnTo>
                  <a:pt x="173457" y="1609"/>
                </a:lnTo>
                <a:lnTo>
                  <a:pt x="173384" y="1381"/>
                </a:lnTo>
                <a:lnTo>
                  <a:pt x="173310" y="1159"/>
                </a:lnTo>
                <a:lnTo>
                  <a:pt x="173236" y="942"/>
                </a:lnTo>
                <a:lnTo>
                  <a:pt x="173162" y="731"/>
                </a:lnTo>
                <a:lnTo>
                  <a:pt x="173087" y="525"/>
                </a:lnTo>
                <a:lnTo>
                  <a:pt x="173013" y="324"/>
                </a:lnTo>
                <a:lnTo>
                  <a:pt x="172938" y="128"/>
                </a:lnTo>
                <a:lnTo>
                  <a:pt x="153537" y="0"/>
                </a:lnTo>
                <a:lnTo>
                  <a:pt x="153569" y="89"/>
                </a:lnTo>
                <a:lnTo>
                  <a:pt x="153603" y="184"/>
                </a:lnTo>
                <a:lnTo>
                  <a:pt x="153636" y="285"/>
                </a:lnTo>
                <a:lnTo>
                  <a:pt x="153671" y="393"/>
                </a:lnTo>
                <a:lnTo>
                  <a:pt x="153706" y="506"/>
                </a:lnTo>
                <a:lnTo>
                  <a:pt x="153742" y="626"/>
                </a:lnTo>
                <a:lnTo>
                  <a:pt x="153778" y="753"/>
                </a:lnTo>
                <a:lnTo>
                  <a:pt x="153815" y="885"/>
                </a:lnTo>
                <a:lnTo>
                  <a:pt x="153853" y="1024"/>
                </a:lnTo>
                <a:lnTo>
                  <a:pt x="153892" y="1169"/>
                </a:lnTo>
                <a:lnTo>
                  <a:pt x="153931" y="1320"/>
                </a:lnTo>
                <a:lnTo>
                  <a:pt x="153971" y="1478"/>
                </a:lnTo>
                <a:lnTo>
                  <a:pt x="154011" y="1641"/>
                </a:lnTo>
                <a:lnTo>
                  <a:pt x="154052" y="1811"/>
                </a:lnTo>
                <a:lnTo>
                  <a:pt x="154094" y="1987"/>
                </a:lnTo>
                <a:lnTo>
                  <a:pt x="154137" y="2170"/>
                </a:lnTo>
                <a:lnTo>
                  <a:pt x="154180" y="2359"/>
                </a:lnTo>
                <a:lnTo>
                  <a:pt x="154224" y="2554"/>
                </a:lnTo>
                <a:lnTo>
                  <a:pt x="154268" y="2755"/>
                </a:lnTo>
                <a:lnTo>
                  <a:pt x="154313" y="2962"/>
                </a:lnTo>
                <a:lnTo>
                  <a:pt x="154359" y="3176"/>
                </a:lnTo>
                <a:lnTo>
                  <a:pt x="154406" y="3396"/>
                </a:lnTo>
                <a:lnTo>
                  <a:pt x="154453" y="3622"/>
                </a:lnTo>
                <a:lnTo>
                  <a:pt x="154501" y="3854"/>
                </a:lnTo>
                <a:lnTo>
                  <a:pt x="154548" y="4089"/>
                </a:lnTo>
                <a:lnTo>
                  <a:pt x="154593" y="4322"/>
                </a:lnTo>
                <a:lnTo>
                  <a:pt x="154636" y="4553"/>
                </a:lnTo>
                <a:lnTo>
                  <a:pt x="154677" y="4782"/>
                </a:lnTo>
                <a:lnTo>
                  <a:pt x="154716" y="5010"/>
                </a:lnTo>
                <a:lnTo>
                  <a:pt x="154754" y="5236"/>
                </a:lnTo>
                <a:lnTo>
                  <a:pt x="154789" y="5460"/>
                </a:lnTo>
                <a:lnTo>
                  <a:pt x="154822" y="5682"/>
                </a:lnTo>
                <a:lnTo>
                  <a:pt x="154853" y="5902"/>
                </a:lnTo>
                <a:lnTo>
                  <a:pt x="154882" y="6121"/>
                </a:lnTo>
                <a:lnTo>
                  <a:pt x="154909" y="6338"/>
                </a:lnTo>
                <a:lnTo>
                  <a:pt x="154934" y="6553"/>
                </a:lnTo>
                <a:lnTo>
                  <a:pt x="154957" y="6766"/>
                </a:lnTo>
                <a:lnTo>
                  <a:pt x="154978" y="6977"/>
                </a:lnTo>
                <a:lnTo>
                  <a:pt x="154997" y="7187"/>
                </a:lnTo>
                <a:lnTo>
                  <a:pt x="155014" y="7395"/>
                </a:lnTo>
                <a:lnTo>
                  <a:pt x="155030" y="7601"/>
                </a:lnTo>
                <a:lnTo>
                  <a:pt x="155043" y="7805"/>
                </a:lnTo>
                <a:lnTo>
                  <a:pt x="155054" y="8008"/>
                </a:lnTo>
                <a:lnTo>
                  <a:pt x="155063" y="8209"/>
                </a:lnTo>
                <a:lnTo>
                  <a:pt x="155070" y="8408"/>
                </a:lnTo>
                <a:lnTo>
                  <a:pt x="155075" y="8605"/>
                </a:lnTo>
                <a:lnTo>
                  <a:pt x="155078" y="8800"/>
                </a:lnTo>
                <a:lnTo>
                  <a:pt x="155079" y="8994"/>
                </a:lnTo>
                <a:lnTo>
                  <a:pt x="155077" y="9250"/>
                </a:lnTo>
                <a:lnTo>
                  <a:pt x="155071" y="9505"/>
                </a:lnTo>
                <a:lnTo>
                  <a:pt x="155061" y="9759"/>
                </a:lnTo>
                <a:lnTo>
                  <a:pt x="155047" y="10011"/>
                </a:lnTo>
                <a:lnTo>
                  <a:pt x="155029" y="10262"/>
                </a:lnTo>
                <a:lnTo>
                  <a:pt x="155006" y="10511"/>
                </a:lnTo>
                <a:lnTo>
                  <a:pt x="154980" y="10760"/>
                </a:lnTo>
                <a:lnTo>
                  <a:pt x="154950" y="11007"/>
                </a:lnTo>
                <a:lnTo>
                  <a:pt x="154916" y="11252"/>
                </a:lnTo>
                <a:lnTo>
                  <a:pt x="154878" y="11497"/>
                </a:lnTo>
                <a:lnTo>
                  <a:pt x="154836" y="11739"/>
                </a:lnTo>
                <a:lnTo>
                  <a:pt x="154790" y="11981"/>
                </a:lnTo>
                <a:lnTo>
                  <a:pt x="154739" y="12221"/>
                </a:lnTo>
                <a:lnTo>
                  <a:pt x="154685" y="12460"/>
                </a:lnTo>
                <a:lnTo>
                  <a:pt x="154627" y="12698"/>
                </a:lnTo>
                <a:lnTo>
                  <a:pt x="154565" y="12934"/>
                </a:lnTo>
                <a:lnTo>
                  <a:pt x="154499" y="13169"/>
                </a:lnTo>
                <a:lnTo>
                  <a:pt x="154428" y="13402"/>
                </a:lnTo>
                <a:lnTo>
                  <a:pt x="154354" y="13635"/>
                </a:lnTo>
                <a:lnTo>
                  <a:pt x="154276" y="13865"/>
                </a:lnTo>
                <a:lnTo>
                  <a:pt x="154193" y="14095"/>
                </a:lnTo>
                <a:lnTo>
                  <a:pt x="154107" y="14323"/>
                </a:lnTo>
                <a:lnTo>
                  <a:pt x="154017" y="14550"/>
                </a:lnTo>
                <a:lnTo>
                  <a:pt x="153922" y="14776"/>
                </a:lnTo>
                <a:lnTo>
                  <a:pt x="153822" y="14999"/>
                </a:lnTo>
                <a:lnTo>
                  <a:pt x="153713" y="15219"/>
                </a:lnTo>
                <a:lnTo>
                  <a:pt x="153595" y="15435"/>
                </a:lnTo>
                <a:lnTo>
                  <a:pt x="153469" y="15648"/>
                </a:lnTo>
                <a:lnTo>
                  <a:pt x="153334" y="15858"/>
                </a:lnTo>
                <a:lnTo>
                  <a:pt x="153191" y="16064"/>
                </a:lnTo>
                <a:lnTo>
                  <a:pt x="153040" y="16267"/>
                </a:lnTo>
                <a:lnTo>
                  <a:pt x="152880" y="16467"/>
                </a:lnTo>
                <a:lnTo>
                  <a:pt x="152711" y="16664"/>
                </a:lnTo>
                <a:lnTo>
                  <a:pt x="152534" y="16857"/>
                </a:lnTo>
                <a:lnTo>
                  <a:pt x="152349" y="17046"/>
                </a:lnTo>
                <a:lnTo>
                  <a:pt x="152155" y="17233"/>
                </a:lnTo>
                <a:lnTo>
                  <a:pt x="151952" y="17416"/>
                </a:lnTo>
                <a:lnTo>
                  <a:pt x="151741" y="17595"/>
                </a:lnTo>
                <a:lnTo>
                  <a:pt x="151522" y="17772"/>
                </a:lnTo>
                <a:lnTo>
                  <a:pt x="151294" y="17945"/>
                </a:lnTo>
                <a:lnTo>
                  <a:pt x="151057" y="18114"/>
                </a:lnTo>
                <a:lnTo>
                  <a:pt x="150812" y="18281"/>
                </a:lnTo>
                <a:lnTo>
                  <a:pt x="150559" y="18444"/>
                </a:lnTo>
                <a:lnTo>
                  <a:pt x="150297" y="18603"/>
                </a:lnTo>
                <a:lnTo>
                  <a:pt x="150027" y="18759"/>
                </a:lnTo>
                <a:lnTo>
                  <a:pt x="149748" y="18912"/>
                </a:lnTo>
                <a:lnTo>
                  <a:pt x="149460" y="19062"/>
                </a:lnTo>
                <a:lnTo>
                  <a:pt x="149165" y="19208"/>
                </a:lnTo>
                <a:lnTo>
                  <a:pt x="148858" y="19350"/>
                </a:lnTo>
                <a:lnTo>
                  <a:pt x="148540" y="19485"/>
                </a:lnTo>
                <a:lnTo>
                  <a:pt x="148210" y="19615"/>
                </a:lnTo>
                <a:lnTo>
                  <a:pt x="147868" y="19738"/>
                </a:lnTo>
                <a:lnTo>
                  <a:pt x="147513" y="19856"/>
                </a:lnTo>
                <a:lnTo>
                  <a:pt x="147147" y="19967"/>
                </a:lnTo>
                <a:lnTo>
                  <a:pt x="146769" y="20072"/>
                </a:lnTo>
                <a:lnTo>
                  <a:pt x="146378" y="20172"/>
                </a:lnTo>
                <a:lnTo>
                  <a:pt x="145976" y="20265"/>
                </a:lnTo>
                <a:lnTo>
                  <a:pt x="145561" y="20352"/>
                </a:lnTo>
                <a:lnTo>
                  <a:pt x="145134" y="20434"/>
                </a:lnTo>
                <a:lnTo>
                  <a:pt x="144696" y="20509"/>
                </a:lnTo>
                <a:lnTo>
                  <a:pt x="144245" y="20578"/>
                </a:lnTo>
                <a:lnTo>
                  <a:pt x="143782" y="20642"/>
                </a:lnTo>
                <a:lnTo>
                  <a:pt x="143307" y="20699"/>
                </a:lnTo>
                <a:lnTo>
                  <a:pt x="142821" y="20750"/>
                </a:lnTo>
                <a:lnTo>
                  <a:pt x="142322" y="20795"/>
                </a:lnTo>
                <a:lnTo>
                  <a:pt x="141811" y="20834"/>
                </a:lnTo>
                <a:lnTo>
                  <a:pt x="141288" y="20867"/>
                </a:lnTo>
                <a:lnTo>
                  <a:pt x="140753" y="20895"/>
                </a:lnTo>
                <a:lnTo>
                  <a:pt x="140206" y="20916"/>
                </a:lnTo>
                <a:lnTo>
                  <a:pt x="139647" y="20931"/>
                </a:lnTo>
                <a:lnTo>
                  <a:pt x="139076" y="20940"/>
                </a:lnTo>
                <a:lnTo>
                  <a:pt x="138492" y="20943"/>
                </a:lnTo>
                <a:lnTo>
                  <a:pt x="52164" y="20943"/>
                </a:lnTo>
                <a:lnTo>
                  <a:pt x="52164" y="0"/>
                </a:lnTo>
                <a:lnTo>
                  <a:pt x="339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u">
            <a:extLst xmlns:a="http://schemas.openxmlformats.org/drawingml/2006/main">
              <a:ext uri="{FF2B5EF4-FFF2-40B4-BE49-F238E27FC236}">
                <a16:creationId xmlns:a16="http://schemas.microsoft.com/office/drawing/2014/main" id="{C0DB7BE6-DFA9-441C-88BF-4197A64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634" y="3353873"/>
            <a:ext cx="141588" cy="93407"/>
          </a:xfrm>
          <a:custGeom xmlns:a="http://schemas.openxmlformats.org/drawingml/2006/main">
            <a:pathLst>
              <a:path w="141588" h="93407">
                <a:moveTo>
                  <a:pt x="139018" y="21585"/>
                </a:moveTo>
                <a:lnTo>
                  <a:pt x="139018" y="0"/>
                </a:lnTo>
                <a:lnTo>
                  <a:pt x="0" y="0"/>
                </a:lnTo>
                <a:lnTo>
                  <a:pt x="0" y="22741"/>
                </a:lnTo>
                <a:lnTo>
                  <a:pt x="102798" y="22741"/>
                </a:lnTo>
                <a:lnTo>
                  <a:pt x="102972" y="22811"/>
                </a:lnTo>
                <a:lnTo>
                  <a:pt x="103737" y="23137"/>
                </a:lnTo>
                <a:lnTo>
                  <a:pt x="104489" y="23476"/>
                </a:lnTo>
                <a:lnTo>
                  <a:pt x="105226" y="23830"/>
                </a:lnTo>
                <a:lnTo>
                  <a:pt x="105948" y="24198"/>
                </a:lnTo>
                <a:lnTo>
                  <a:pt x="106657" y="24579"/>
                </a:lnTo>
                <a:lnTo>
                  <a:pt x="107351" y="24975"/>
                </a:lnTo>
                <a:lnTo>
                  <a:pt x="108031" y="25385"/>
                </a:lnTo>
                <a:lnTo>
                  <a:pt x="108696" y="25809"/>
                </a:lnTo>
                <a:lnTo>
                  <a:pt x="109348" y="26247"/>
                </a:lnTo>
                <a:lnTo>
                  <a:pt x="109985" y="26699"/>
                </a:lnTo>
                <a:lnTo>
                  <a:pt x="110608" y="27165"/>
                </a:lnTo>
                <a:lnTo>
                  <a:pt x="111216" y="27645"/>
                </a:lnTo>
                <a:lnTo>
                  <a:pt x="111810" y="28139"/>
                </a:lnTo>
                <a:lnTo>
                  <a:pt x="112390" y="28648"/>
                </a:lnTo>
                <a:lnTo>
                  <a:pt x="112956" y="29170"/>
                </a:lnTo>
                <a:lnTo>
                  <a:pt x="113507" y="29706"/>
                </a:lnTo>
                <a:lnTo>
                  <a:pt x="114045" y="30257"/>
                </a:lnTo>
                <a:lnTo>
                  <a:pt x="114567" y="30821"/>
                </a:lnTo>
                <a:lnTo>
                  <a:pt x="115076" y="31400"/>
                </a:lnTo>
                <a:lnTo>
                  <a:pt x="115570" y="31992"/>
                </a:lnTo>
                <a:lnTo>
                  <a:pt x="116047" y="32600"/>
                </a:lnTo>
                <a:lnTo>
                  <a:pt x="116504" y="33225"/>
                </a:lnTo>
                <a:lnTo>
                  <a:pt x="116940" y="33867"/>
                </a:lnTo>
                <a:lnTo>
                  <a:pt x="117357" y="34526"/>
                </a:lnTo>
                <a:lnTo>
                  <a:pt x="117752" y="35202"/>
                </a:lnTo>
                <a:lnTo>
                  <a:pt x="118128" y="35895"/>
                </a:lnTo>
                <a:lnTo>
                  <a:pt x="118483" y="36605"/>
                </a:lnTo>
                <a:lnTo>
                  <a:pt x="118818" y="37331"/>
                </a:lnTo>
                <a:lnTo>
                  <a:pt x="119133" y="38075"/>
                </a:lnTo>
                <a:lnTo>
                  <a:pt x="119427" y="38836"/>
                </a:lnTo>
                <a:lnTo>
                  <a:pt x="119701" y="39613"/>
                </a:lnTo>
                <a:lnTo>
                  <a:pt x="119955" y="40408"/>
                </a:lnTo>
                <a:lnTo>
                  <a:pt x="120188" y="41219"/>
                </a:lnTo>
                <a:lnTo>
                  <a:pt x="120401" y="42048"/>
                </a:lnTo>
                <a:lnTo>
                  <a:pt x="120594" y="42893"/>
                </a:lnTo>
                <a:lnTo>
                  <a:pt x="120767" y="43756"/>
                </a:lnTo>
                <a:lnTo>
                  <a:pt x="120919" y="44635"/>
                </a:lnTo>
                <a:lnTo>
                  <a:pt x="121051" y="45531"/>
                </a:lnTo>
                <a:lnTo>
                  <a:pt x="121162" y="46444"/>
                </a:lnTo>
                <a:lnTo>
                  <a:pt x="121254" y="47374"/>
                </a:lnTo>
                <a:lnTo>
                  <a:pt x="121325" y="48322"/>
                </a:lnTo>
                <a:lnTo>
                  <a:pt x="121376" y="49286"/>
                </a:lnTo>
                <a:lnTo>
                  <a:pt x="121406" y="50267"/>
                </a:lnTo>
                <a:lnTo>
                  <a:pt x="121416" y="51265"/>
                </a:lnTo>
                <a:lnTo>
                  <a:pt x="121414" y="51564"/>
                </a:lnTo>
                <a:lnTo>
                  <a:pt x="121406" y="51863"/>
                </a:lnTo>
                <a:lnTo>
                  <a:pt x="121394" y="52162"/>
                </a:lnTo>
                <a:lnTo>
                  <a:pt x="121377" y="52460"/>
                </a:lnTo>
                <a:lnTo>
                  <a:pt x="121355" y="52758"/>
                </a:lnTo>
                <a:lnTo>
                  <a:pt x="121328" y="53055"/>
                </a:lnTo>
                <a:lnTo>
                  <a:pt x="121296" y="53352"/>
                </a:lnTo>
                <a:lnTo>
                  <a:pt x="121259" y="53649"/>
                </a:lnTo>
                <a:lnTo>
                  <a:pt x="121217" y="53945"/>
                </a:lnTo>
                <a:lnTo>
                  <a:pt x="121171" y="54240"/>
                </a:lnTo>
                <a:lnTo>
                  <a:pt x="121119" y="54535"/>
                </a:lnTo>
                <a:lnTo>
                  <a:pt x="121063" y="54830"/>
                </a:lnTo>
                <a:lnTo>
                  <a:pt x="121002" y="55124"/>
                </a:lnTo>
                <a:lnTo>
                  <a:pt x="120935" y="55418"/>
                </a:lnTo>
                <a:lnTo>
                  <a:pt x="120864" y="55711"/>
                </a:lnTo>
                <a:lnTo>
                  <a:pt x="120788" y="56004"/>
                </a:lnTo>
                <a:lnTo>
                  <a:pt x="120707" y="56297"/>
                </a:lnTo>
                <a:lnTo>
                  <a:pt x="120621" y="56589"/>
                </a:lnTo>
                <a:lnTo>
                  <a:pt x="120530" y="56880"/>
                </a:lnTo>
                <a:lnTo>
                  <a:pt x="120435" y="57171"/>
                </a:lnTo>
                <a:lnTo>
                  <a:pt x="120334" y="57462"/>
                </a:lnTo>
                <a:lnTo>
                  <a:pt x="120229" y="57752"/>
                </a:lnTo>
                <a:lnTo>
                  <a:pt x="120118" y="58042"/>
                </a:lnTo>
                <a:lnTo>
                  <a:pt x="120003" y="58331"/>
                </a:lnTo>
                <a:lnTo>
                  <a:pt x="119881" y="58619"/>
                </a:lnTo>
                <a:lnTo>
                  <a:pt x="119753" y="58905"/>
                </a:lnTo>
                <a:lnTo>
                  <a:pt x="119616" y="59188"/>
                </a:lnTo>
                <a:lnTo>
                  <a:pt x="119473" y="59470"/>
                </a:lnTo>
                <a:lnTo>
                  <a:pt x="119322" y="59749"/>
                </a:lnTo>
                <a:lnTo>
                  <a:pt x="119164" y="60026"/>
                </a:lnTo>
                <a:lnTo>
                  <a:pt x="118998" y="60300"/>
                </a:lnTo>
                <a:lnTo>
                  <a:pt x="118825" y="60572"/>
                </a:lnTo>
                <a:lnTo>
                  <a:pt x="118645" y="60843"/>
                </a:lnTo>
                <a:lnTo>
                  <a:pt x="118457" y="61111"/>
                </a:lnTo>
                <a:lnTo>
                  <a:pt x="118262" y="61376"/>
                </a:lnTo>
                <a:lnTo>
                  <a:pt x="118060" y="61640"/>
                </a:lnTo>
                <a:lnTo>
                  <a:pt x="117850" y="61901"/>
                </a:lnTo>
                <a:lnTo>
                  <a:pt x="117633" y="62160"/>
                </a:lnTo>
                <a:lnTo>
                  <a:pt x="117408" y="62417"/>
                </a:lnTo>
                <a:lnTo>
                  <a:pt x="117176" y="62671"/>
                </a:lnTo>
                <a:lnTo>
                  <a:pt x="116937" y="62923"/>
                </a:lnTo>
                <a:lnTo>
                  <a:pt x="116690" y="63173"/>
                </a:lnTo>
                <a:lnTo>
                  <a:pt x="116437" y="63421"/>
                </a:lnTo>
                <a:lnTo>
                  <a:pt x="116175" y="63667"/>
                </a:lnTo>
                <a:lnTo>
                  <a:pt x="115907" y="63910"/>
                </a:lnTo>
                <a:lnTo>
                  <a:pt x="115630" y="64151"/>
                </a:lnTo>
                <a:lnTo>
                  <a:pt x="115347" y="64390"/>
                </a:lnTo>
                <a:lnTo>
                  <a:pt x="115056" y="64627"/>
                </a:lnTo>
                <a:lnTo>
                  <a:pt x="114757" y="64860"/>
                </a:lnTo>
                <a:lnTo>
                  <a:pt x="114450" y="65090"/>
                </a:lnTo>
                <a:lnTo>
                  <a:pt x="114133" y="65315"/>
                </a:lnTo>
                <a:lnTo>
                  <a:pt x="113807" y="65537"/>
                </a:lnTo>
                <a:lnTo>
                  <a:pt x="113473" y="65754"/>
                </a:lnTo>
                <a:lnTo>
                  <a:pt x="113129" y="65968"/>
                </a:lnTo>
                <a:lnTo>
                  <a:pt x="112777" y="66177"/>
                </a:lnTo>
                <a:lnTo>
                  <a:pt x="112415" y="66383"/>
                </a:lnTo>
                <a:lnTo>
                  <a:pt x="112045" y="66584"/>
                </a:lnTo>
                <a:lnTo>
                  <a:pt x="111666" y="66782"/>
                </a:lnTo>
                <a:lnTo>
                  <a:pt x="111278" y="66975"/>
                </a:lnTo>
                <a:lnTo>
                  <a:pt x="110881" y="67164"/>
                </a:lnTo>
                <a:lnTo>
                  <a:pt x="110475" y="67350"/>
                </a:lnTo>
                <a:lnTo>
                  <a:pt x="110060" y="67531"/>
                </a:lnTo>
                <a:lnTo>
                  <a:pt x="109636" y="67708"/>
                </a:lnTo>
                <a:lnTo>
                  <a:pt x="109203" y="67882"/>
                </a:lnTo>
                <a:lnTo>
                  <a:pt x="108762" y="68051"/>
                </a:lnTo>
                <a:lnTo>
                  <a:pt x="108311" y="68216"/>
                </a:lnTo>
                <a:lnTo>
                  <a:pt x="107851" y="68378"/>
                </a:lnTo>
                <a:lnTo>
                  <a:pt x="107383" y="68535"/>
                </a:lnTo>
                <a:lnTo>
                  <a:pt x="106906" y="68688"/>
                </a:lnTo>
                <a:lnTo>
                  <a:pt x="106419" y="68837"/>
                </a:lnTo>
                <a:lnTo>
                  <a:pt x="105924" y="68983"/>
                </a:lnTo>
                <a:lnTo>
                  <a:pt x="105420" y="69124"/>
                </a:lnTo>
                <a:lnTo>
                  <a:pt x="104906" y="69260"/>
                </a:lnTo>
                <a:lnTo>
                  <a:pt x="104380" y="69391"/>
                </a:lnTo>
                <a:lnTo>
                  <a:pt x="103843" y="69515"/>
                </a:lnTo>
                <a:lnTo>
                  <a:pt x="103295" y="69634"/>
                </a:lnTo>
                <a:lnTo>
                  <a:pt x="102735" y="69747"/>
                </a:lnTo>
                <a:lnTo>
                  <a:pt x="102164" y="69854"/>
                </a:lnTo>
                <a:lnTo>
                  <a:pt x="101581" y="69956"/>
                </a:lnTo>
                <a:lnTo>
                  <a:pt x="100987" y="70052"/>
                </a:lnTo>
                <a:lnTo>
                  <a:pt x="100382" y="70142"/>
                </a:lnTo>
                <a:lnTo>
                  <a:pt x="99766" y="70226"/>
                </a:lnTo>
                <a:lnTo>
                  <a:pt x="99138" y="70304"/>
                </a:lnTo>
                <a:lnTo>
                  <a:pt x="98498" y="70376"/>
                </a:lnTo>
                <a:lnTo>
                  <a:pt x="97847" y="70443"/>
                </a:lnTo>
                <a:lnTo>
                  <a:pt x="97185" y="70504"/>
                </a:lnTo>
                <a:lnTo>
                  <a:pt x="96512" y="70559"/>
                </a:lnTo>
                <a:lnTo>
                  <a:pt x="95827" y="70608"/>
                </a:lnTo>
                <a:lnTo>
                  <a:pt x="95130" y="70652"/>
                </a:lnTo>
                <a:lnTo>
                  <a:pt x="94423" y="70690"/>
                </a:lnTo>
                <a:lnTo>
                  <a:pt x="93704" y="70722"/>
                </a:lnTo>
                <a:lnTo>
                  <a:pt x="92973" y="70748"/>
                </a:lnTo>
                <a:lnTo>
                  <a:pt x="92232" y="70768"/>
                </a:lnTo>
                <a:lnTo>
                  <a:pt x="91478" y="70782"/>
                </a:lnTo>
                <a:lnTo>
                  <a:pt x="90714" y="70791"/>
                </a:lnTo>
                <a:lnTo>
                  <a:pt x="89938" y="70794"/>
                </a:lnTo>
                <a:lnTo>
                  <a:pt x="0" y="70794"/>
                </a:lnTo>
                <a:lnTo>
                  <a:pt x="0" y="93407"/>
                </a:lnTo>
                <a:lnTo>
                  <a:pt x="89681" y="93407"/>
                </a:lnTo>
                <a:lnTo>
                  <a:pt x="90830" y="93402"/>
                </a:lnTo>
                <a:lnTo>
                  <a:pt x="91966" y="93388"/>
                </a:lnTo>
                <a:lnTo>
                  <a:pt x="93088" y="93364"/>
                </a:lnTo>
                <a:lnTo>
                  <a:pt x="94196" y="93330"/>
                </a:lnTo>
                <a:lnTo>
                  <a:pt x="95290" y="93287"/>
                </a:lnTo>
                <a:lnTo>
                  <a:pt x="96370" y="93234"/>
                </a:lnTo>
                <a:lnTo>
                  <a:pt x="97437" y="93172"/>
                </a:lnTo>
                <a:lnTo>
                  <a:pt x="98489" y="93100"/>
                </a:lnTo>
                <a:lnTo>
                  <a:pt x="99528" y="93019"/>
                </a:lnTo>
                <a:lnTo>
                  <a:pt x="100553" y="92927"/>
                </a:lnTo>
                <a:lnTo>
                  <a:pt x="101564" y="92827"/>
                </a:lnTo>
                <a:lnTo>
                  <a:pt x="102561" y="92716"/>
                </a:lnTo>
                <a:lnTo>
                  <a:pt x="103545" y="92596"/>
                </a:lnTo>
                <a:lnTo>
                  <a:pt x="104514" y="92467"/>
                </a:lnTo>
                <a:lnTo>
                  <a:pt x="105470" y="92328"/>
                </a:lnTo>
                <a:lnTo>
                  <a:pt x="106412" y="92179"/>
                </a:lnTo>
                <a:lnTo>
                  <a:pt x="107340" y="92021"/>
                </a:lnTo>
                <a:lnTo>
                  <a:pt x="108255" y="91853"/>
                </a:lnTo>
                <a:lnTo>
                  <a:pt x="109155" y="91676"/>
                </a:lnTo>
                <a:lnTo>
                  <a:pt x="110042" y="91489"/>
                </a:lnTo>
                <a:lnTo>
                  <a:pt x="110915" y="91292"/>
                </a:lnTo>
                <a:lnTo>
                  <a:pt x="111774" y="91086"/>
                </a:lnTo>
                <a:lnTo>
                  <a:pt x="112619" y="90870"/>
                </a:lnTo>
                <a:lnTo>
                  <a:pt x="113450" y="90645"/>
                </a:lnTo>
                <a:lnTo>
                  <a:pt x="114268" y="90410"/>
                </a:lnTo>
                <a:lnTo>
                  <a:pt x="115073" y="90168"/>
                </a:lnTo>
                <a:lnTo>
                  <a:pt x="115865" y="89918"/>
                </a:lnTo>
                <a:lnTo>
                  <a:pt x="116645" y="89660"/>
                </a:lnTo>
                <a:lnTo>
                  <a:pt x="117411" y="89393"/>
                </a:lnTo>
                <a:lnTo>
                  <a:pt x="118164" y="89119"/>
                </a:lnTo>
                <a:lnTo>
                  <a:pt x="118904" y="88836"/>
                </a:lnTo>
                <a:lnTo>
                  <a:pt x="119632" y="88546"/>
                </a:lnTo>
                <a:lnTo>
                  <a:pt x="120346" y="88248"/>
                </a:lnTo>
                <a:lnTo>
                  <a:pt x="121048" y="87941"/>
                </a:lnTo>
                <a:lnTo>
                  <a:pt x="121736" y="87627"/>
                </a:lnTo>
                <a:lnTo>
                  <a:pt x="122412" y="87304"/>
                </a:lnTo>
                <a:lnTo>
                  <a:pt x="123075" y="86973"/>
                </a:lnTo>
                <a:lnTo>
                  <a:pt x="123724" y="86635"/>
                </a:lnTo>
                <a:lnTo>
                  <a:pt x="124361" y="86288"/>
                </a:lnTo>
                <a:lnTo>
                  <a:pt x="124985" y="85934"/>
                </a:lnTo>
                <a:lnTo>
                  <a:pt x="125596" y="85571"/>
                </a:lnTo>
                <a:lnTo>
                  <a:pt x="126194" y="85200"/>
                </a:lnTo>
                <a:lnTo>
                  <a:pt x="126779" y="84821"/>
                </a:lnTo>
                <a:lnTo>
                  <a:pt x="127351" y="84435"/>
                </a:lnTo>
                <a:lnTo>
                  <a:pt x="127911" y="84040"/>
                </a:lnTo>
                <a:lnTo>
                  <a:pt x="128457" y="83637"/>
                </a:lnTo>
                <a:lnTo>
                  <a:pt x="128990" y="83226"/>
                </a:lnTo>
                <a:lnTo>
                  <a:pt x="129511" y="82807"/>
                </a:lnTo>
                <a:lnTo>
                  <a:pt x="130019" y="82381"/>
                </a:lnTo>
                <a:lnTo>
                  <a:pt x="130516" y="81948"/>
                </a:lnTo>
                <a:lnTo>
                  <a:pt x="131002" y="81508"/>
                </a:lnTo>
                <a:lnTo>
                  <a:pt x="131477" y="81062"/>
                </a:lnTo>
                <a:lnTo>
                  <a:pt x="131941" y="80609"/>
                </a:lnTo>
                <a:lnTo>
                  <a:pt x="132393" y="80149"/>
                </a:lnTo>
                <a:lnTo>
                  <a:pt x="132835" y="79683"/>
                </a:lnTo>
                <a:lnTo>
                  <a:pt x="133265" y="79210"/>
                </a:lnTo>
                <a:lnTo>
                  <a:pt x="133684" y="78730"/>
                </a:lnTo>
                <a:lnTo>
                  <a:pt x="134092" y="78243"/>
                </a:lnTo>
                <a:lnTo>
                  <a:pt x="134489" y="77750"/>
                </a:lnTo>
                <a:lnTo>
                  <a:pt x="134875" y="77250"/>
                </a:lnTo>
                <a:lnTo>
                  <a:pt x="135249" y="76744"/>
                </a:lnTo>
                <a:lnTo>
                  <a:pt x="135613" y="76230"/>
                </a:lnTo>
                <a:lnTo>
                  <a:pt x="135965" y="75710"/>
                </a:lnTo>
                <a:lnTo>
                  <a:pt x="136306" y="75184"/>
                </a:lnTo>
                <a:lnTo>
                  <a:pt x="136636" y="74651"/>
                </a:lnTo>
                <a:lnTo>
                  <a:pt x="136955" y="74110"/>
                </a:lnTo>
                <a:lnTo>
                  <a:pt x="137262" y="73564"/>
                </a:lnTo>
                <a:lnTo>
                  <a:pt x="137559" y="73010"/>
                </a:lnTo>
                <a:lnTo>
                  <a:pt x="137844" y="72450"/>
                </a:lnTo>
                <a:lnTo>
                  <a:pt x="138118" y="71883"/>
                </a:lnTo>
                <a:lnTo>
                  <a:pt x="138381" y="71310"/>
                </a:lnTo>
                <a:lnTo>
                  <a:pt x="138633" y="70730"/>
                </a:lnTo>
                <a:lnTo>
                  <a:pt x="138874" y="70143"/>
                </a:lnTo>
                <a:lnTo>
                  <a:pt x="139105" y="69552"/>
                </a:lnTo>
                <a:lnTo>
                  <a:pt x="139326" y="68954"/>
                </a:lnTo>
                <a:lnTo>
                  <a:pt x="139536" y="68351"/>
                </a:lnTo>
                <a:lnTo>
                  <a:pt x="139736" y="67742"/>
                </a:lnTo>
                <a:lnTo>
                  <a:pt x="139926" y="67128"/>
                </a:lnTo>
                <a:lnTo>
                  <a:pt x="140105" y="66508"/>
                </a:lnTo>
                <a:lnTo>
                  <a:pt x="140275" y="65883"/>
                </a:lnTo>
                <a:lnTo>
                  <a:pt x="140434" y="65252"/>
                </a:lnTo>
                <a:lnTo>
                  <a:pt x="140582" y="64616"/>
                </a:lnTo>
                <a:lnTo>
                  <a:pt x="140721" y="63974"/>
                </a:lnTo>
                <a:lnTo>
                  <a:pt x="140849" y="63326"/>
                </a:lnTo>
                <a:lnTo>
                  <a:pt x="140967" y="62673"/>
                </a:lnTo>
                <a:lnTo>
                  <a:pt x="141075" y="62014"/>
                </a:lnTo>
                <a:lnTo>
                  <a:pt x="141172" y="61350"/>
                </a:lnTo>
                <a:lnTo>
                  <a:pt x="141260" y="60680"/>
                </a:lnTo>
                <a:lnTo>
                  <a:pt x="141337" y="60004"/>
                </a:lnTo>
                <a:lnTo>
                  <a:pt x="141403" y="59323"/>
                </a:lnTo>
                <a:lnTo>
                  <a:pt x="141460" y="58636"/>
                </a:lnTo>
                <a:lnTo>
                  <a:pt x="141506" y="57944"/>
                </a:lnTo>
                <a:lnTo>
                  <a:pt x="141542" y="57246"/>
                </a:lnTo>
                <a:lnTo>
                  <a:pt x="141568" y="56543"/>
                </a:lnTo>
                <a:lnTo>
                  <a:pt x="141583" y="55834"/>
                </a:lnTo>
                <a:lnTo>
                  <a:pt x="141588" y="55119"/>
                </a:lnTo>
                <a:lnTo>
                  <a:pt x="141580" y="54066"/>
                </a:lnTo>
                <a:lnTo>
                  <a:pt x="141555" y="53027"/>
                </a:lnTo>
                <a:lnTo>
                  <a:pt x="141513" y="52001"/>
                </a:lnTo>
                <a:lnTo>
                  <a:pt x="141454" y="50990"/>
                </a:lnTo>
                <a:lnTo>
                  <a:pt x="141379" y="49992"/>
                </a:lnTo>
                <a:lnTo>
                  <a:pt x="141287" y="49008"/>
                </a:lnTo>
                <a:lnTo>
                  <a:pt x="141178" y="48038"/>
                </a:lnTo>
                <a:lnTo>
                  <a:pt x="141053" y="47082"/>
                </a:lnTo>
                <a:lnTo>
                  <a:pt x="140910" y="46139"/>
                </a:lnTo>
                <a:lnTo>
                  <a:pt x="140752" y="45211"/>
                </a:lnTo>
                <a:lnTo>
                  <a:pt x="140576" y="44296"/>
                </a:lnTo>
                <a:lnTo>
                  <a:pt x="140384" y="43395"/>
                </a:lnTo>
                <a:lnTo>
                  <a:pt x="140174" y="42508"/>
                </a:lnTo>
                <a:lnTo>
                  <a:pt x="139949" y="41635"/>
                </a:lnTo>
                <a:lnTo>
                  <a:pt x="139706" y="40775"/>
                </a:lnTo>
                <a:lnTo>
                  <a:pt x="139447" y="39930"/>
                </a:lnTo>
                <a:lnTo>
                  <a:pt x="139171" y="39098"/>
                </a:lnTo>
                <a:lnTo>
                  <a:pt x="138878" y="38280"/>
                </a:lnTo>
                <a:lnTo>
                  <a:pt x="138568" y="37476"/>
                </a:lnTo>
                <a:lnTo>
                  <a:pt x="138242" y="36685"/>
                </a:lnTo>
                <a:lnTo>
                  <a:pt x="137899" y="35909"/>
                </a:lnTo>
                <a:lnTo>
                  <a:pt x="137539" y="35146"/>
                </a:lnTo>
                <a:lnTo>
                  <a:pt x="137163" y="34397"/>
                </a:lnTo>
                <a:lnTo>
                  <a:pt x="136770" y="33662"/>
                </a:lnTo>
                <a:lnTo>
                  <a:pt x="136362" y="32940"/>
                </a:lnTo>
                <a:lnTo>
                  <a:pt x="135941" y="32230"/>
                </a:lnTo>
                <a:lnTo>
                  <a:pt x="135506" y="31531"/>
                </a:lnTo>
                <a:lnTo>
                  <a:pt x="135059" y="30845"/>
                </a:lnTo>
                <a:lnTo>
                  <a:pt x="134598" y="30170"/>
                </a:lnTo>
                <a:lnTo>
                  <a:pt x="134124" y="29507"/>
                </a:lnTo>
                <a:lnTo>
                  <a:pt x="133637" y="28856"/>
                </a:lnTo>
                <a:lnTo>
                  <a:pt x="133137" y="28216"/>
                </a:lnTo>
                <a:lnTo>
                  <a:pt x="132623" y="27589"/>
                </a:lnTo>
                <a:lnTo>
                  <a:pt x="132097" y="26973"/>
                </a:lnTo>
                <a:lnTo>
                  <a:pt x="131557" y="26369"/>
                </a:lnTo>
                <a:lnTo>
                  <a:pt x="131004" y="25777"/>
                </a:lnTo>
                <a:lnTo>
                  <a:pt x="130438" y="25197"/>
                </a:lnTo>
                <a:lnTo>
                  <a:pt x="129859" y="24628"/>
                </a:lnTo>
                <a:lnTo>
                  <a:pt x="129267" y="24071"/>
                </a:lnTo>
                <a:lnTo>
                  <a:pt x="128661" y="23527"/>
                </a:lnTo>
                <a:lnTo>
                  <a:pt x="128043" y="22994"/>
                </a:lnTo>
                <a:lnTo>
                  <a:pt x="127411" y="22472"/>
                </a:lnTo>
                <a:lnTo>
                  <a:pt x="126842" y="22023"/>
                </a:lnTo>
                <a:lnTo>
                  <a:pt x="139018" y="21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d">
            <a:extLst xmlns:a="http://schemas.openxmlformats.org/drawingml/2006/main">
              <a:ext uri="{FF2B5EF4-FFF2-40B4-BE49-F238E27FC236}">
                <a16:creationId xmlns:a16="http://schemas.microsoft.com/office/drawing/2014/main" id="{58480E1C-03C2-4A4F-A944-0D78AE6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303" y="3225392"/>
            <a:ext cx="199919" cy="100345"/>
          </a:xfrm>
          <a:custGeom xmlns:a="http://schemas.openxmlformats.org/drawingml/2006/main">
            <a:pathLst>
              <a:path w="199919" h="100345">
                <a:moveTo>
                  <a:pt x="197350" y="0"/>
                </a:moveTo>
                <a:lnTo>
                  <a:pt x="0" y="0"/>
                </a:lnTo>
                <a:lnTo>
                  <a:pt x="0" y="22613"/>
                </a:lnTo>
                <a:lnTo>
                  <a:pt x="71997" y="22613"/>
                </a:lnTo>
                <a:lnTo>
                  <a:pt x="71432" y="22994"/>
                </a:lnTo>
                <a:lnTo>
                  <a:pt x="70775" y="23455"/>
                </a:lnTo>
                <a:lnTo>
                  <a:pt x="70132" y="23925"/>
                </a:lnTo>
                <a:lnTo>
                  <a:pt x="69503" y="24403"/>
                </a:lnTo>
                <a:lnTo>
                  <a:pt x="68887" y="24890"/>
                </a:lnTo>
                <a:lnTo>
                  <a:pt x="68285" y="25385"/>
                </a:lnTo>
                <a:lnTo>
                  <a:pt x="67696" y="25889"/>
                </a:lnTo>
                <a:lnTo>
                  <a:pt x="67121" y="26402"/>
                </a:lnTo>
                <a:lnTo>
                  <a:pt x="66560" y="26924"/>
                </a:lnTo>
                <a:lnTo>
                  <a:pt x="66012" y="27454"/>
                </a:lnTo>
                <a:lnTo>
                  <a:pt x="65478" y="27993"/>
                </a:lnTo>
                <a:lnTo>
                  <a:pt x="64958" y="28541"/>
                </a:lnTo>
                <a:lnTo>
                  <a:pt x="64451" y="29097"/>
                </a:lnTo>
                <a:lnTo>
                  <a:pt x="63957" y="29662"/>
                </a:lnTo>
                <a:lnTo>
                  <a:pt x="63478" y="30236"/>
                </a:lnTo>
                <a:lnTo>
                  <a:pt x="63012" y="30819"/>
                </a:lnTo>
                <a:lnTo>
                  <a:pt x="62559" y="31410"/>
                </a:lnTo>
                <a:lnTo>
                  <a:pt x="62120" y="32010"/>
                </a:lnTo>
                <a:lnTo>
                  <a:pt x="61695" y="32619"/>
                </a:lnTo>
                <a:lnTo>
                  <a:pt x="61283" y="33236"/>
                </a:lnTo>
                <a:lnTo>
                  <a:pt x="60885" y="33862"/>
                </a:lnTo>
                <a:lnTo>
                  <a:pt x="60501" y="34497"/>
                </a:lnTo>
                <a:lnTo>
                  <a:pt x="60130" y="35140"/>
                </a:lnTo>
                <a:lnTo>
                  <a:pt x="59773" y="35793"/>
                </a:lnTo>
                <a:lnTo>
                  <a:pt x="59432" y="36457"/>
                </a:lnTo>
                <a:lnTo>
                  <a:pt x="59106" y="37131"/>
                </a:lnTo>
                <a:lnTo>
                  <a:pt x="58795" y="37815"/>
                </a:lnTo>
                <a:lnTo>
                  <a:pt x="58499" y="38510"/>
                </a:lnTo>
                <a:lnTo>
                  <a:pt x="58219" y="39215"/>
                </a:lnTo>
                <a:lnTo>
                  <a:pt x="57953" y="39931"/>
                </a:lnTo>
                <a:lnTo>
                  <a:pt x="57703" y="40658"/>
                </a:lnTo>
                <a:lnTo>
                  <a:pt x="57468" y="41395"/>
                </a:lnTo>
                <a:lnTo>
                  <a:pt x="57248" y="42142"/>
                </a:lnTo>
                <a:lnTo>
                  <a:pt x="57043" y="42900"/>
                </a:lnTo>
                <a:lnTo>
                  <a:pt x="56854" y="43668"/>
                </a:lnTo>
                <a:lnTo>
                  <a:pt x="56679" y="44447"/>
                </a:lnTo>
                <a:lnTo>
                  <a:pt x="56520" y="45236"/>
                </a:lnTo>
                <a:lnTo>
                  <a:pt x="56376" y="46036"/>
                </a:lnTo>
                <a:lnTo>
                  <a:pt x="56247" y="46846"/>
                </a:lnTo>
                <a:lnTo>
                  <a:pt x="56133" y="47667"/>
                </a:lnTo>
                <a:lnTo>
                  <a:pt x="56035" y="48498"/>
                </a:lnTo>
                <a:lnTo>
                  <a:pt x="55951" y="49340"/>
                </a:lnTo>
                <a:lnTo>
                  <a:pt x="55883" y="50192"/>
                </a:lnTo>
                <a:lnTo>
                  <a:pt x="55830" y="51055"/>
                </a:lnTo>
                <a:lnTo>
                  <a:pt x="55792" y="51928"/>
                </a:lnTo>
                <a:lnTo>
                  <a:pt x="55769" y="52812"/>
                </a:lnTo>
                <a:lnTo>
                  <a:pt x="55762" y="53706"/>
                </a:lnTo>
                <a:lnTo>
                  <a:pt x="55768" y="54570"/>
                </a:lnTo>
                <a:lnTo>
                  <a:pt x="55788" y="55428"/>
                </a:lnTo>
                <a:lnTo>
                  <a:pt x="55822" y="56279"/>
                </a:lnTo>
                <a:lnTo>
                  <a:pt x="55869" y="57125"/>
                </a:lnTo>
                <a:lnTo>
                  <a:pt x="55929" y="57964"/>
                </a:lnTo>
                <a:lnTo>
                  <a:pt x="56002" y="58797"/>
                </a:lnTo>
                <a:lnTo>
                  <a:pt x="56089" y="59624"/>
                </a:lnTo>
                <a:lnTo>
                  <a:pt x="56190" y="60444"/>
                </a:lnTo>
                <a:lnTo>
                  <a:pt x="56304" y="61258"/>
                </a:lnTo>
                <a:lnTo>
                  <a:pt x="56431" y="62066"/>
                </a:lnTo>
                <a:lnTo>
                  <a:pt x="56571" y="62868"/>
                </a:lnTo>
                <a:lnTo>
                  <a:pt x="56725" y="63663"/>
                </a:lnTo>
                <a:lnTo>
                  <a:pt x="56892" y="64452"/>
                </a:lnTo>
                <a:lnTo>
                  <a:pt x="57073" y="65235"/>
                </a:lnTo>
                <a:lnTo>
                  <a:pt x="57267" y="66012"/>
                </a:lnTo>
                <a:lnTo>
                  <a:pt x="57475" y="66782"/>
                </a:lnTo>
                <a:lnTo>
                  <a:pt x="57695" y="67547"/>
                </a:lnTo>
                <a:lnTo>
                  <a:pt x="57930" y="68305"/>
                </a:lnTo>
                <a:lnTo>
                  <a:pt x="58177" y="69056"/>
                </a:lnTo>
                <a:lnTo>
                  <a:pt x="58438" y="69802"/>
                </a:lnTo>
                <a:lnTo>
                  <a:pt x="58713" y="70541"/>
                </a:lnTo>
                <a:lnTo>
                  <a:pt x="59000" y="71274"/>
                </a:lnTo>
                <a:lnTo>
                  <a:pt x="59301" y="72001"/>
                </a:lnTo>
                <a:lnTo>
                  <a:pt x="59616" y="72721"/>
                </a:lnTo>
                <a:lnTo>
                  <a:pt x="59944" y="73434"/>
                </a:lnTo>
                <a:lnTo>
                  <a:pt x="60287" y="74139"/>
                </a:lnTo>
                <a:lnTo>
                  <a:pt x="60645" y="74835"/>
                </a:lnTo>
                <a:lnTo>
                  <a:pt x="61017" y="75523"/>
                </a:lnTo>
                <a:lnTo>
                  <a:pt x="61403" y="76202"/>
                </a:lnTo>
                <a:lnTo>
                  <a:pt x="61804" y="76873"/>
                </a:lnTo>
                <a:lnTo>
                  <a:pt x="62220" y="77535"/>
                </a:lnTo>
                <a:lnTo>
                  <a:pt x="62650" y="78189"/>
                </a:lnTo>
                <a:lnTo>
                  <a:pt x="63094" y="78834"/>
                </a:lnTo>
                <a:lnTo>
                  <a:pt x="63553" y="79471"/>
                </a:lnTo>
                <a:lnTo>
                  <a:pt x="64026" y="80099"/>
                </a:lnTo>
                <a:lnTo>
                  <a:pt x="64514" y="80719"/>
                </a:lnTo>
                <a:lnTo>
                  <a:pt x="65017" y="81331"/>
                </a:lnTo>
                <a:lnTo>
                  <a:pt x="65534" y="81934"/>
                </a:lnTo>
                <a:lnTo>
                  <a:pt x="66065" y="82528"/>
                </a:lnTo>
                <a:lnTo>
                  <a:pt x="66611" y="83114"/>
                </a:lnTo>
                <a:lnTo>
                  <a:pt x="67172" y="83692"/>
                </a:lnTo>
                <a:lnTo>
                  <a:pt x="67747" y="84261"/>
                </a:lnTo>
                <a:lnTo>
                  <a:pt x="68336" y="84821"/>
                </a:lnTo>
                <a:lnTo>
                  <a:pt x="68940" y="85373"/>
                </a:lnTo>
                <a:lnTo>
                  <a:pt x="69558" y="85917"/>
                </a:lnTo>
                <a:lnTo>
                  <a:pt x="70191" y="86452"/>
                </a:lnTo>
                <a:lnTo>
                  <a:pt x="70839" y="86979"/>
                </a:lnTo>
                <a:lnTo>
                  <a:pt x="71501" y="87497"/>
                </a:lnTo>
                <a:lnTo>
                  <a:pt x="72177" y="88006"/>
                </a:lnTo>
                <a:lnTo>
                  <a:pt x="72869" y="88505"/>
                </a:lnTo>
                <a:lnTo>
                  <a:pt x="73576" y="88994"/>
                </a:lnTo>
                <a:lnTo>
                  <a:pt x="74299" y="89474"/>
                </a:lnTo>
                <a:lnTo>
                  <a:pt x="75036" y="89944"/>
                </a:lnTo>
                <a:lnTo>
                  <a:pt x="75789" y="90404"/>
                </a:lnTo>
                <a:lnTo>
                  <a:pt x="76557" y="90854"/>
                </a:lnTo>
                <a:lnTo>
                  <a:pt x="77339" y="91294"/>
                </a:lnTo>
                <a:lnTo>
                  <a:pt x="78138" y="91725"/>
                </a:lnTo>
                <a:lnTo>
                  <a:pt x="78951" y="92145"/>
                </a:lnTo>
                <a:lnTo>
                  <a:pt x="79779" y="92556"/>
                </a:lnTo>
                <a:lnTo>
                  <a:pt x="80623" y="92957"/>
                </a:lnTo>
                <a:lnTo>
                  <a:pt x="81482" y="93349"/>
                </a:lnTo>
                <a:lnTo>
                  <a:pt x="82356" y="93730"/>
                </a:lnTo>
                <a:lnTo>
                  <a:pt x="83245" y="94102"/>
                </a:lnTo>
                <a:lnTo>
                  <a:pt x="84149" y="94463"/>
                </a:lnTo>
                <a:lnTo>
                  <a:pt x="85069" y="94815"/>
                </a:lnTo>
                <a:lnTo>
                  <a:pt x="86003" y="95158"/>
                </a:lnTo>
                <a:lnTo>
                  <a:pt x="86953" y="95490"/>
                </a:lnTo>
                <a:lnTo>
                  <a:pt x="87918" y="95812"/>
                </a:lnTo>
                <a:lnTo>
                  <a:pt x="88898" y="96125"/>
                </a:lnTo>
                <a:lnTo>
                  <a:pt x="89893" y="96428"/>
                </a:lnTo>
                <a:lnTo>
                  <a:pt x="90904" y="96721"/>
                </a:lnTo>
                <a:lnTo>
                  <a:pt x="91929" y="97005"/>
                </a:lnTo>
                <a:lnTo>
                  <a:pt x="92971" y="97277"/>
                </a:lnTo>
                <a:lnTo>
                  <a:pt x="94029" y="97538"/>
                </a:lnTo>
                <a:lnTo>
                  <a:pt x="95104" y="97787"/>
                </a:lnTo>
                <a:lnTo>
                  <a:pt x="96196" y="98025"/>
                </a:lnTo>
                <a:lnTo>
                  <a:pt x="97305" y="98251"/>
                </a:lnTo>
                <a:lnTo>
                  <a:pt x="98430" y="98466"/>
                </a:lnTo>
                <a:lnTo>
                  <a:pt x="99572" y="98669"/>
                </a:lnTo>
                <a:lnTo>
                  <a:pt x="100730" y="98860"/>
                </a:lnTo>
                <a:lnTo>
                  <a:pt x="101906" y="99040"/>
                </a:lnTo>
                <a:lnTo>
                  <a:pt x="103098" y="99208"/>
                </a:lnTo>
                <a:lnTo>
                  <a:pt x="104307" y="99365"/>
                </a:lnTo>
                <a:lnTo>
                  <a:pt x="105533" y="99510"/>
                </a:lnTo>
                <a:lnTo>
                  <a:pt x="106775" y="99643"/>
                </a:lnTo>
                <a:lnTo>
                  <a:pt x="108034" y="99765"/>
                </a:lnTo>
                <a:lnTo>
                  <a:pt x="109310" y="99875"/>
                </a:lnTo>
                <a:lnTo>
                  <a:pt x="110602" y="99974"/>
                </a:lnTo>
                <a:lnTo>
                  <a:pt x="111912" y="100061"/>
                </a:lnTo>
                <a:lnTo>
                  <a:pt x="113237" y="100136"/>
                </a:lnTo>
                <a:lnTo>
                  <a:pt x="114580" y="100200"/>
                </a:lnTo>
                <a:lnTo>
                  <a:pt x="115940" y="100252"/>
                </a:lnTo>
                <a:lnTo>
                  <a:pt x="117316" y="100293"/>
                </a:lnTo>
                <a:lnTo>
                  <a:pt x="118709" y="100322"/>
                </a:lnTo>
                <a:lnTo>
                  <a:pt x="120118" y="100339"/>
                </a:lnTo>
                <a:lnTo>
                  <a:pt x="121545" y="100345"/>
                </a:lnTo>
                <a:lnTo>
                  <a:pt x="134521" y="100345"/>
                </a:lnTo>
                <a:lnTo>
                  <a:pt x="135885" y="100339"/>
                </a:lnTo>
                <a:lnTo>
                  <a:pt x="137233" y="100322"/>
                </a:lnTo>
                <a:lnTo>
                  <a:pt x="138568" y="100293"/>
                </a:lnTo>
                <a:lnTo>
                  <a:pt x="139887" y="100252"/>
                </a:lnTo>
                <a:lnTo>
                  <a:pt x="141193" y="100200"/>
                </a:lnTo>
                <a:lnTo>
                  <a:pt x="142483" y="100136"/>
                </a:lnTo>
                <a:lnTo>
                  <a:pt x="143760" y="100061"/>
                </a:lnTo>
                <a:lnTo>
                  <a:pt x="145021" y="99974"/>
                </a:lnTo>
                <a:lnTo>
                  <a:pt x="146269" y="99875"/>
                </a:lnTo>
                <a:lnTo>
                  <a:pt x="147501" y="99765"/>
                </a:lnTo>
                <a:lnTo>
                  <a:pt x="148720" y="99643"/>
                </a:lnTo>
                <a:lnTo>
                  <a:pt x="149923" y="99510"/>
                </a:lnTo>
                <a:lnTo>
                  <a:pt x="151113" y="99365"/>
                </a:lnTo>
                <a:lnTo>
                  <a:pt x="152287" y="99208"/>
                </a:lnTo>
                <a:lnTo>
                  <a:pt x="153448" y="99040"/>
                </a:lnTo>
                <a:lnTo>
                  <a:pt x="154593" y="98860"/>
                </a:lnTo>
                <a:lnTo>
                  <a:pt x="155725" y="98669"/>
                </a:lnTo>
                <a:lnTo>
                  <a:pt x="156841" y="98466"/>
                </a:lnTo>
                <a:lnTo>
                  <a:pt x="157944" y="98251"/>
                </a:lnTo>
                <a:lnTo>
                  <a:pt x="159031" y="98025"/>
                </a:lnTo>
                <a:lnTo>
                  <a:pt x="160105" y="97787"/>
                </a:lnTo>
                <a:lnTo>
                  <a:pt x="161163" y="97538"/>
                </a:lnTo>
                <a:lnTo>
                  <a:pt x="162208" y="97277"/>
                </a:lnTo>
                <a:lnTo>
                  <a:pt x="163237" y="97005"/>
                </a:lnTo>
                <a:lnTo>
                  <a:pt x="164253" y="96721"/>
                </a:lnTo>
                <a:lnTo>
                  <a:pt x="165254" y="96428"/>
                </a:lnTo>
                <a:lnTo>
                  <a:pt x="166241" y="96124"/>
                </a:lnTo>
                <a:lnTo>
                  <a:pt x="167213" y="95811"/>
                </a:lnTo>
                <a:lnTo>
                  <a:pt x="168171" y="95487"/>
                </a:lnTo>
                <a:lnTo>
                  <a:pt x="169115" y="95154"/>
                </a:lnTo>
                <a:lnTo>
                  <a:pt x="170045" y="94810"/>
                </a:lnTo>
                <a:lnTo>
                  <a:pt x="170961" y="94456"/>
                </a:lnTo>
                <a:lnTo>
                  <a:pt x="171862" y="94093"/>
                </a:lnTo>
                <a:lnTo>
                  <a:pt x="172749" y="93719"/>
                </a:lnTo>
                <a:lnTo>
                  <a:pt x="173621" y="93335"/>
                </a:lnTo>
                <a:lnTo>
                  <a:pt x="174480" y="92941"/>
                </a:lnTo>
                <a:lnTo>
                  <a:pt x="175324" y="92537"/>
                </a:lnTo>
                <a:lnTo>
                  <a:pt x="176153" y="92123"/>
                </a:lnTo>
                <a:lnTo>
                  <a:pt x="176969" y="91700"/>
                </a:lnTo>
                <a:lnTo>
                  <a:pt x="177770" y="91266"/>
                </a:lnTo>
                <a:lnTo>
                  <a:pt x="178557" y="90822"/>
                </a:lnTo>
                <a:lnTo>
                  <a:pt x="179330" y="90368"/>
                </a:lnTo>
                <a:lnTo>
                  <a:pt x="180088" y="89903"/>
                </a:lnTo>
                <a:lnTo>
                  <a:pt x="180832" y="89429"/>
                </a:lnTo>
                <a:lnTo>
                  <a:pt x="181562" y="88945"/>
                </a:lnTo>
                <a:lnTo>
                  <a:pt x="182278" y="88451"/>
                </a:lnTo>
                <a:lnTo>
                  <a:pt x="182979" y="87947"/>
                </a:lnTo>
                <a:lnTo>
                  <a:pt x="183666" y="87433"/>
                </a:lnTo>
                <a:lnTo>
                  <a:pt x="184339" y="86909"/>
                </a:lnTo>
                <a:lnTo>
                  <a:pt x="184997" y="86378"/>
                </a:lnTo>
                <a:lnTo>
                  <a:pt x="185642" y="85840"/>
                </a:lnTo>
                <a:lnTo>
                  <a:pt x="186271" y="85293"/>
                </a:lnTo>
                <a:lnTo>
                  <a:pt x="186887" y="84739"/>
                </a:lnTo>
                <a:lnTo>
                  <a:pt x="187489" y="84176"/>
                </a:lnTo>
                <a:lnTo>
                  <a:pt x="188076" y="83606"/>
                </a:lnTo>
                <a:lnTo>
                  <a:pt x="188648" y="83028"/>
                </a:lnTo>
                <a:lnTo>
                  <a:pt x="189207" y="82443"/>
                </a:lnTo>
                <a:lnTo>
                  <a:pt x="189751" y="81849"/>
                </a:lnTo>
                <a:lnTo>
                  <a:pt x="190281" y="81248"/>
                </a:lnTo>
                <a:lnTo>
                  <a:pt x="190797" y="80639"/>
                </a:lnTo>
                <a:lnTo>
                  <a:pt x="191298" y="80022"/>
                </a:lnTo>
                <a:lnTo>
                  <a:pt x="191786" y="79397"/>
                </a:lnTo>
                <a:lnTo>
                  <a:pt x="192258" y="78765"/>
                </a:lnTo>
                <a:lnTo>
                  <a:pt x="192717" y="78125"/>
                </a:lnTo>
                <a:lnTo>
                  <a:pt x="193161" y="77477"/>
                </a:lnTo>
                <a:lnTo>
                  <a:pt x="193591" y="76821"/>
                </a:lnTo>
                <a:lnTo>
                  <a:pt x="194007" y="76157"/>
                </a:lnTo>
                <a:lnTo>
                  <a:pt x="194409" y="75485"/>
                </a:lnTo>
                <a:lnTo>
                  <a:pt x="194796" y="74806"/>
                </a:lnTo>
                <a:lnTo>
                  <a:pt x="195169" y="74119"/>
                </a:lnTo>
                <a:lnTo>
                  <a:pt x="195528" y="73424"/>
                </a:lnTo>
                <a:lnTo>
                  <a:pt x="195872" y="72721"/>
                </a:lnTo>
                <a:lnTo>
                  <a:pt x="196202" y="72011"/>
                </a:lnTo>
                <a:lnTo>
                  <a:pt x="196518" y="71295"/>
                </a:lnTo>
                <a:lnTo>
                  <a:pt x="196821" y="70573"/>
                </a:lnTo>
                <a:lnTo>
                  <a:pt x="197109" y="69845"/>
                </a:lnTo>
                <a:lnTo>
                  <a:pt x="197383" y="69110"/>
                </a:lnTo>
                <a:lnTo>
                  <a:pt x="197643" y="68369"/>
                </a:lnTo>
                <a:lnTo>
                  <a:pt x="197889" y="67622"/>
                </a:lnTo>
                <a:lnTo>
                  <a:pt x="198120" y="66868"/>
                </a:lnTo>
                <a:lnTo>
                  <a:pt x="198338" y="66108"/>
                </a:lnTo>
                <a:lnTo>
                  <a:pt x="198542" y="65342"/>
                </a:lnTo>
                <a:lnTo>
                  <a:pt x="198732" y="64570"/>
                </a:lnTo>
                <a:lnTo>
                  <a:pt x="198907" y="63792"/>
                </a:lnTo>
                <a:lnTo>
                  <a:pt x="199069" y="63007"/>
                </a:lnTo>
                <a:lnTo>
                  <a:pt x="199217" y="62216"/>
                </a:lnTo>
                <a:lnTo>
                  <a:pt x="199350" y="61419"/>
                </a:lnTo>
                <a:lnTo>
                  <a:pt x="199470" y="60615"/>
                </a:lnTo>
                <a:lnTo>
                  <a:pt x="199575" y="59806"/>
                </a:lnTo>
                <a:lnTo>
                  <a:pt x="199666" y="58990"/>
                </a:lnTo>
                <a:lnTo>
                  <a:pt x="199744" y="58167"/>
                </a:lnTo>
                <a:lnTo>
                  <a:pt x="199807" y="57339"/>
                </a:lnTo>
                <a:lnTo>
                  <a:pt x="199856" y="56504"/>
                </a:lnTo>
                <a:lnTo>
                  <a:pt x="199891" y="55663"/>
                </a:lnTo>
                <a:lnTo>
                  <a:pt x="199912" y="54816"/>
                </a:lnTo>
                <a:lnTo>
                  <a:pt x="199919" y="53963"/>
                </a:lnTo>
                <a:lnTo>
                  <a:pt x="199912" y="53069"/>
                </a:lnTo>
                <a:lnTo>
                  <a:pt x="199889" y="52185"/>
                </a:lnTo>
                <a:lnTo>
                  <a:pt x="199851" y="51311"/>
                </a:lnTo>
                <a:lnTo>
                  <a:pt x="199798" y="50447"/>
                </a:lnTo>
                <a:lnTo>
                  <a:pt x="199730" y="49594"/>
                </a:lnTo>
                <a:lnTo>
                  <a:pt x="199646" y="48751"/>
                </a:lnTo>
                <a:lnTo>
                  <a:pt x="199548" y="47919"/>
                </a:lnTo>
                <a:lnTo>
                  <a:pt x="199434" y="47096"/>
                </a:lnTo>
                <a:lnTo>
                  <a:pt x="199305" y="46284"/>
                </a:lnTo>
                <a:lnTo>
                  <a:pt x="199161" y="45482"/>
                </a:lnTo>
                <a:lnTo>
                  <a:pt x="199002" y="44690"/>
                </a:lnTo>
                <a:lnTo>
                  <a:pt x="198827" y="43909"/>
                </a:lnTo>
                <a:lnTo>
                  <a:pt x="198638" y="43138"/>
                </a:lnTo>
                <a:lnTo>
                  <a:pt x="198433" y="42377"/>
                </a:lnTo>
                <a:lnTo>
                  <a:pt x="198213" y="41626"/>
                </a:lnTo>
                <a:lnTo>
                  <a:pt x="197978" y="40886"/>
                </a:lnTo>
                <a:lnTo>
                  <a:pt x="197727" y="40156"/>
                </a:lnTo>
                <a:lnTo>
                  <a:pt x="197462" y="39436"/>
                </a:lnTo>
                <a:lnTo>
                  <a:pt x="197181" y="38727"/>
                </a:lnTo>
                <a:lnTo>
                  <a:pt x="196886" y="38027"/>
                </a:lnTo>
                <a:lnTo>
                  <a:pt x="196575" y="37338"/>
                </a:lnTo>
                <a:lnTo>
                  <a:pt x="196249" y="36660"/>
                </a:lnTo>
                <a:lnTo>
                  <a:pt x="195907" y="35991"/>
                </a:lnTo>
                <a:lnTo>
                  <a:pt x="195551" y="35333"/>
                </a:lnTo>
                <a:lnTo>
                  <a:pt x="195180" y="34684"/>
                </a:lnTo>
                <a:lnTo>
                  <a:pt x="194796" y="34044"/>
                </a:lnTo>
                <a:lnTo>
                  <a:pt x="194398" y="33414"/>
                </a:lnTo>
                <a:lnTo>
                  <a:pt x="193988" y="32792"/>
                </a:lnTo>
                <a:lnTo>
                  <a:pt x="193563" y="32179"/>
                </a:lnTo>
                <a:lnTo>
                  <a:pt x="193126" y="31575"/>
                </a:lnTo>
                <a:lnTo>
                  <a:pt x="192675" y="30980"/>
                </a:lnTo>
                <a:lnTo>
                  <a:pt x="192210" y="30393"/>
                </a:lnTo>
                <a:lnTo>
                  <a:pt x="191732" y="29816"/>
                </a:lnTo>
                <a:lnTo>
                  <a:pt x="191241" y="29248"/>
                </a:lnTo>
                <a:lnTo>
                  <a:pt x="190737" y="28688"/>
                </a:lnTo>
                <a:lnTo>
                  <a:pt x="190219" y="28138"/>
                </a:lnTo>
                <a:lnTo>
                  <a:pt x="189687" y="27596"/>
                </a:lnTo>
                <a:lnTo>
                  <a:pt x="189143" y="27063"/>
                </a:lnTo>
                <a:lnTo>
                  <a:pt x="188585" y="26540"/>
                </a:lnTo>
                <a:lnTo>
                  <a:pt x="188013" y="26025"/>
                </a:lnTo>
                <a:lnTo>
                  <a:pt x="187428" y="25519"/>
                </a:lnTo>
                <a:lnTo>
                  <a:pt x="186830" y="25022"/>
                </a:lnTo>
                <a:lnTo>
                  <a:pt x="186218" y="24534"/>
                </a:lnTo>
                <a:lnTo>
                  <a:pt x="185593" y="24055"/>
                </a:lnTo>
                <a:lnTo>
                  <a:pt x="184955" y="23585"/>
                </a:lnTo>
                <a:lnTo>
                  <a:pt x="184303" y="23123"/>
                </a:lnTo>
                <a:lnTo>
                  <a:pt x="183638" y="22671"/>
                </a:lnTo>
                <a:lnTo>
                  <a:pt x="182959" y="22228"/>
                </a:lnTo>
                <a:lnTo>
                  <a:pt x="182268" y="21792"/>
                </a:lnTo>
                <a:lnTo>
                  <a:pt x="182225" y="21766"/>
                </a:lnTo>
                <a:lnTo>
                  <a:pt x="197350" y="20686"/>
                </a:lnTo>
                <a:lnTo>
                  <a:pt x="197350" y="0"/>
                </a:lnTo>
                <a:close/>
                <a:moveTo>
                  <a:pt x="162445" y="22613"/>
                </a:moveTo>
                <a:lnTo>
                  <a:pt x="162852" y="22806"/>
                </a:lnTo>
                <a:lnTo>
                  <a:pt x="163484" y="23115"/>
                </a:lnTo>
                <a:lnTo>
                  <a:pt x="164105" y="23432"/>
                </a:lnTo>
                <a:lnTo>
                  <a:pt x="164716" y="23758"/>
                </a:lnTo>
                <a:lnTo>
                  <a:pt x="165316" y="24092"/>
                </a:lnTo>
                <a:lnTo>
                  <a:pt x="165906" y="24435"/>
                </a:lnTo>
                <a:lnTo>
                  <a:pt x="166486" y="24785"/>
                </a:lnTo>
                <a:lnTo>
                  <a:pt x="167055" y="25144"/>
                </a:lnTo>
                <a:lnTo>
                  <a:pt x="167613" y="25511"/>
                </a:lnTo>
                <a:lnTo>
                  <a:pt x="168161" y="25886"/>
                </a:lnTo>
                <a:lnTo>
                  <a:pt x="168698" y="26270"/>
                </a:lnTo>
                <a:lnTo>
                  <a:pt x="169225" y="26662"/>
                </a:lnTo>
                <a:lnTo>
                  <a:pt x="169742" y="27062"/>
                </a:lnTo>
                <a:lnTo>
                  <a:pt x="170248" y="27470"/>
                </a:lnTo>
                <a:lnTo>
                  <a:pt x="170743" y="27887"/>
                </a:lnTo>
                <a:lnTo>
                  <a:pt x="171228" y="28311"/>
                </a:lnTo>
                <a:lnTo>
                  <a:pt x="171703" y="28744"/>
                </a:lnTo>
                <a:lnTo>
                  <a:pt x="172167" y="29186"/>
                </a:lnTo>
                <a:lnTo>
                  <a:pt x="172621" y="29635"/>
                </a:lnTo>
                <a:lnTo>
                  <a:pt x="173064" y="30093"/>
                </a:lnTo>
                <a:lnTo>
                  <a:pt x="173496" y="30559"/>
                </a:lnTo>
                <a:lnTo>
                  <a:pt x="173919" y="31034"/>
                </a:lnTo>
                <a:lnTo>
                  <a:pt x="174330" y="31516"/>
                </a:lnTo>
                <a:lnTo>
                  <a:pt x="174731" y="32007"/>
                </a:lnTo>
                <a:lnTo>
                  <a:pt x="175122" y="32506"/>
                </a:lnTo>
                <a:lnTo>
                  <a:pt x="175499" y="33015"/>
                </a:lnTo>
                <a:lnTo>
                  <a:pt x="175861" y="33537"/>
                </a:lnTo>
                <a:lnTo>
                  <a:pt x="176206" y="34070"/>
                </a:lnTo>
                <a:lnTo>
                  <a:pt x="176535" y="34615"/>
                </a:lnTo>
                <a:lnTo>
                  <a:pt x="176849" y="35173"/>
                </a:lnTo>
                <a:lnTo>
                  <a:pt x="177146" y="35742"/>
                </a:lnTo>
                <a:lnTo>
                  <a:pt x="177427" y="36324"/>
                </a:lnTo>
                <a:lnTo>
                  <a:pt x="177692" y="36917"/>
                </a:lnTo>
                <a:lnTo>
                  <a:pt x="177941" y="37523"/>
                </a:lnTo>
                <a:lnTo>
                  <a:pt x="178174" y="38141"/>
                </a:lnTo>
                <a:lnTo>
                  <a:pt x="178390" y="38770"/>
                </a:lnTo>
                <a:lnTo>
                  <a:pt x="178591" y="39412"/>
                </a:lnTo>
                <a:lnTo>
                  <a:pt x="178776" y="40066"/>
                </a:lnTo>
                <a:lnTo>
                  <a:pt x="178944" y="40732"/>
                </a:lnTo>
                <a:lnTo>
                  <a:pt x="179097" y="41410"/>
                </a:lnTo>
                <a:lnTo>
                  <a:pt x="179233" y="42100"/>
                </a:lnTo>
                <a:lnTo>
                  <a:pt x="179354" y="42801"/>
                </a:lnTo>
                <a:lnTo>
                  <a:pt x="179458" y="43516"/>
                </a:lnTo>
                <a:lnTo>
                  <a:pt x="179547" y="44242"/>
                </a:lnTo>
                <a:lnTo>
                  <a:pt x="179619" y="44980"/>
                </a:lnTo>
                <a:lnTo>
                  <a:pt x="179675" y="45730"/>
                </a:lnTo>
                <a:lnTo>
                  <a:pt x="179715" y="46492"/>
                </a:lnTo>
                <a:lnTo>
                  <a:pt x="179739" y="47266"/>
                </a:lnTo>
                <a:lnTo>
                  <a:pt x="179747" y="48053"/>
                </a:lnTo>
                <a:lnTo>
                  <a:pt x="179743" y="48702"/>
                </a:lnTo>
                <a:lnTo>
                  <a:pt x="179729" y="49343"/>
                </a:lnTo>
                <a:lnTo>
                  <a:pt x="179705" y="49977"/>
                </a:lnTo>
                <a:lnTo>
                  <a:pt x="179672" y="50603"/>
                </a:lnTo>
                <a:lnTo>
                  <a:pt x="179630" y="51221"/>
                </a:lnTo>
                <a:lnTo>
                  <a:pt x="179579" y="51831"/>
                </a:lnTo>
                <a:lnTo>
                  <a:pt x="179518" y="52433"/>
                </a:lnTo>
                <a:lnTo>
                  <a:pt x="179448" y="53028"/>
                </a:lnTo>
                <a:lnTo>
                  <a:pt x="179368" y="53614"/>
                </a:lnTo>
                <a:lnTo>
                  <a:pt x="179279" y="54193"/>
                </a:lnTo>
                <a:lnTo>
                  <a:pt x="179181" y="54765"/>
                </a:lnTo>
                <a:lnTo>
                  <a:pt x="179073" y="55328"/>
                </a:lnTo>
                <a:lnTo>
                  <a:pt x="178956" y="55883"/>
                </a:lnTo>
                <a:lnTo>
                  <a:pt x="178829" y="56431"/>
                </a:lnTo>
                <a:lnTo>
                  <a:pt x="178693" y="56971"/>
                </a:lnTo>
                <a:lnTo>
                  <a:pt x="178548" y="57503"/>
                </a:lnTo>
                <a:lnTo>
                  <a:pt x="178394" y="58027"/>
                </a:lnTo>
                <a:lnTo>
                  <a:pt x="178230" y="58544"/>
                </a:lnTo>
                <a:lnTo>
                  <a:pt x="178056" y="59053"/>
                </a:lnTo>
                <a:lnTo>
                  <a:pt x="177874" y="59554"/>
                </a:lnTo>
                <a:lnTo>
                  <a:pt x="177682" y="60047"/>
                </a:lnTo>
                <a:lnTo>
                  <a:pt x="177480" y="60532"/>
                </a:lnTo>
                <a:lnTo>
                  <a:pt x="177269" y="61009"/>
                </a:lnTo>
                <a:lnTo>
                  <a:pt x="177049" y="61479"/>
                </a:lnTo>
                <a:lnTo>
                  <a:pt x="176819" y="61941"/>
                </a:lnTo>
                <a:lnTo>
                  <a:pt x="176580" y="62397"/>
                </a:lnTo>
                <a:lnTo>
                  <a:pt x="176330" y="62845"/>
                </a:lnTo>
                <a:lnTo>
                  <a:pt x="176070" y="63287"/>
                </a:lnTo>
                <a:lnTo>
                  <a:pt x="175800" y="63721"/>
                </a:lnTo>
                <a:lnTo>
                  <a:pt x="175520" y="64149"/>
                </a:lnTo>
                <a:lnTo>
                  <a:pt x="175229" y="64570"/>
                </a:lnTo>
                <a:lnTo>
                  <a:pt x="174929" y="64984"/>
                </a:lnTo>
                <a:lnTo>
                  <a:pt x="174619" y="65391"/>
                </a:lnTo>
                <a:lnTo>
                  <a:pt x="174299" y="65791"/>
                </a:lnTo>
                <a:lnTo>
                  <a:pt x="173969" y="66184"/>
                </a:lnTo>
                <a:lnTo>
                  <a:pt x="173628" y="66570"/>
                </a:lnTo>
                <a:lnTo>
                  <a:pt x="173278" y="66949"/>
                </a:lnTo>
                <a:lnTo>
                  <a:pt x="172918" y="67322"/>
                </a:lnTo>
                <a:lnTo>
                  <a:pt x="172547" y="67687"/>
                </a:lnTo>
                <a:lnTo>
                  <a:pt x="172167" y="68046"/>
                </a:lnTo>
                <a:lnTo>
                  <a:pt x="171776" y="68398"/>
                </a:lnTo>
                <a:lnTo>
                  <a:pt x="171376" y="68742"/>
                </a:lnTo>
                <a:lnTo>
                  <a:pt x="170965" y="69080"/>
                </a:lnTo>
                <a:lnTo>
                  <a:pt x="170545" y="69411"/>
                </a:lnTo>
                <a:lnTo>
                  <a:pt x="170114" y="69735"/>
                </a:lnTo>
                <a:lnTo>
                  <a:pt x="169674" y="70052"/>
                </a:lnTo>
                <a:lnTo>
                  <a:pt x="169223" y="70362"/>
                </a:lnTo>
                <a:lnTo>
                  <a:pt x="168762" y="70666"/>
                </a:lnTo>
                <a:lnTo>
                  <a:pt x="168291" y="70962"/>
                </a:lnTo>
                <a:lnTo>
                  <a:pt x="167810" y="71252"/>
                </a:lnTo>
                <a:lnTo>
                  <a:pt x="167319" y="71535"/>
                </a:lnTo>
                <a:lnTo>
                  <a:pt x="166817" y="71811"/>
                </a:lnTo>
                <a:lnTo>
                  <a:pt x="166305" y="72081"/>
                </a:lnTo>
                <a:lnTo>
                  <a:pt x="165783" y="72344"/>
                </a:lnTo>
                <a:lnTo>
                  <a:pt x="165250" y="72600"/>
                </a:lnTo>
                <a:lnTo>
                  <a:pt x="164708" y="72850"/>
                </a:lnTo>
                <a:lnTo>
                  <a:pt x="164155" y="73093"/>
                </a:lnTo>
                <a:lnTo>
                  <a:pt x="163592" y="73329"/>
                </a:lnTo>
                <a:lnTo>
                  <a:pt x="163018" y="73558"/>
                </a:lnTo>
                <a:lnTo>
                  <a:pt x="162434" y="73781"/>
                </a:lnTo>
                <a:lnTo>
                  <a:pt x="161840" y="73997"/>
                </a:lnTo>
                <a:lnTo>
                  <a:pt x="161236" y="74207"/>
                </a:lnTo>
                <a:lnTo>
                  <a:pt x="160622" y="74410"/>
                </a:lnTo>
                <a:lnTo>
                  <a:pt x="159997" y="74606"/>
                </a:lnTo>
                <a:lnTo>
                  <a:pt x="159362" y="74795"/>
                </a:lnTo>
                <a:lnTo>
                  <a:pt x="158716" y="74978"/>
                </a:lnTo>
                <a:lnTo>
                  <a:pt x="158061" y="75154"/>
                </a:lnTo>
                <a:lnTo>
                  <a:pt x="157395" y="75323"/>
                </a:lnTo>
                <a:lnTo>
                  <a:pt x="156719" y="75486"/>
                </a:lnTo>
                <a:lnTo>
                  <a:pt x="156033" y="75642"/>
                </a:lnTo>
                <a:lnTo>
                  <a:pt x="155336" y="75791"/>
                </a:lnTo>
                <a:lnTo>
                  <a:pt x="154629" y="75933"/>
                </a:lnTo>
                <a:lnTo>
                  <a:pt x="153912" y="76070"/>
                </a:lnTo>
                <a:lnTo>
                  <a:pt x="153184" y="76200"/>
                </a:lnTo>
                <a:lnTo>
                  <a:pt x="152446" y="76325"/>
                </a:lnTo>
                <a:lnTo>
                  <a:pt x="151697" y="76444"/>
                </a:lnTo>
                <a:lnTo>
                  <a:pt x="150938" y="76557"/>
                </a:lnTo>
                <a:lnTo>
                  <a:pt x="150168" y="76664"/>
                </a:lnTo>
                <a:lnTo>
                  <a:pt x="149388" y="76766"/>
                </a:lnTo>
                <a:lnTo>
                  <a:pt x="148597" y="76861"/>
                </a:lnTo>
                <a:lnTo>
                  <a:pt x="147796" y="76951"/>
                </a:lnTo>
                <a:lnTo>
                  <a:pt x="146985" y="77035"/>
                </a:lnTo>
                <a:lnTo>
                  <a:pt x="146163" y="77114"/>
                </a:lnTo>
                <a:lnTo>
                  <a:pt x="145330" y="77186"/>
                </a:lnTo>
                <a:lnTo>
                  <a:pt x="144487" y="77253"/>
                </a:lnTo>
                <a:lnTo>
                  <a:pt x="143633" y="77314"/>
                </a:lnTo>
                <a:lnTo>
                  <a:pt x="142769" y="77369"/>
                </a:lnTo>
                <a:lnTo>
                  <a:pt x="141895" y="77418"/>
                </a:lnTo>
                <a:lnTo>
                  <a:pt x="141010" y="77462"/>
                </a:lnTo>
                <a:lnTo>
                  <a:pt x="140114" y="77499"/>
                </a:lnTo>
                <a:lnTo>
                  <a:pt x="139209" y="77531"/>
                </a:lnTo>
                <a:lnTo>
                  <a:pt x="138292" y="77557"/>
                </a:lnTo>
                <a:lnTo>
                  <a:pt x="137365" y="77578"/>
                </a:lnTo>
                <a:lnTo>
                  <a:pt x="136428" y="77592"/>
                </a:lnTo>
                <a:lnTo>
                  <a:pt x="135480" y="77601"/>
                </a:lnTo>
                <a:lnTo>
                  <a:pt x="134521" y="77604"/>
                </a:lnTo>
                <a:lnTo>
                  <a:pt x="121545" y="77604"/>
                </a:lnTo>
                <a:lnTo>
                  <a:pt x="120586" y="77601"/>
                </a:lnTo>
                <a:lnTo>
                  <a:pt x="119638" y="77592"/>
                </a:lnTo>
                <a:lnTo>
                  <a:pt x="118700" y="77577"/>
                </a:lnTo>
                <a:lnTo>
                  <a:pt x="117772" y="77555"/>
                </a:lnTo>
                <a:lnTo>
                  <a:pt x="116855" y="77528"/>
                </a:lnTo>
                <a:lnTo>
                  <a:pt x="115948" y="77495"/>
                </a:lnTo>
                <a:lnTo>
                  <a:pt x="115051" y="77456"/>
                </a:lnTo>
                <a:lnTo>
                  <a:pt x="114164" y="77411"/>
                </a:lnTo>
                <a:lnTo>
                  <a:pt x="113288" y="77360"/>
                </a:lnTo>
                <a:lnTo>
                  <a:pt x="112422" y="77302"/>
                </a:lnTo>
                <a:lnTo>
                  <a:pt x="111566" y="77239"/>
                </a:lnTo>
                <a:lnTo>
                  <a:pt x="110720" y="77170"/>
                </a:lnTo>
                <a:lnTo>
                  <a:pt x="109885" y="77095"/>
                </a:lnTo>
                <a:lnTo>
                  <a:pt x="109060" y="77013"/>
                </a:lnTo>
                <a:lnTo>
                  <a:pt x="108245" y="76926"/>
                </a:lnTo>
                <a:lnTo>
                  <a:pt x="107440" y="76833"/>
                </a:lnTo>
                <a:lnTo>
                  <a:pt x="106646" y="76733"/>
                </a:lnTo>
                <a:lnTo>
                  <a:pt x="105862" y="76628"/>
                </a:lnTo>
                <a:lnTo>
                  <a:pt x="105088" y="76517"/>
                </a:lnTo>
                <a:lnTo>
                  <a:pt x="104324" y="76399"/>
                </a:lnTo>
                <a:lnTo>
                  <a:pt x="103571" y="76276"/>
                </a:lnTo>
                <a:lnTo>
                  <a:pt x="102828" y="76146"/>
                </a:lnTo>
                <a:lnTo>
                  <a:pt x="102095" y="76011"/>
                </a:lnTo>
                <a:lnTo>
                  <a:pt x="101373" y="75869"/>
                </a:lnTo>
                <a:lnTo>
                  <a:pt x="100661" y="75721"/>
                </a:lnTo>
                <a:lnTo>
                  <a:pt x="99959" y="75568"/>
                </a:lnTo>
                <a:lnTo>
                  <a:pt x="99267" y="75407"/>
                </a:lnTo>
                <a:lnTo>
                  <a:pt x="98586" y="75241"/>
                </a:lnTo>
                <a:lnTo>
                  <a:pt x="97914" y="75068"/>
                </a:lnTo>
                <a:lnTo>
                  <a:pt x="97253" y="74889"/>
                </a:lnTo>
                <a:lnTo>
                  <a:pt x="96603" y="74704"/>
                </a:lnTo>
                <a:lnTo>
                  <a:pt x="95962" y="74513"/>
                </a:lnTo>
                <a:lnTo>
                  <a:pt x="95332" y="74315"/>
                </a:lnTo>
                <a:lnTo>
                  <a:pt x="94712" y="74111"/>
                </a:lnTo>
                <a:lnTo>
                  <a:pt x="94103" y="73901"/>
                </a:lnTo>
                <a:lnTo>
                  <a:pt x="93503" y="73685"/>
                </a:lnTo>
                <a:lnTo>
                  <a:pt x="92914" y="73462"/>
                </a:lnTo>
                <a:lnTo>
                  <a:pt x="92335" y="73233"/>
                </a:lnTo>
                <a:lnTo>
                  <a:pt x="91767" y="72998"/>
                </a:lnTo>
                <a:lnTo>
                  <a:pt x="91209" y="72757"/>
                </a:lnTo>
                <a:lnTo>
                  <a:pt x="90660" y="72509"/>
                </a:lnTo>
                <a:lnTo>
                  <a:pt x="90123" y="72256"/>
                </a:lnTo>
                <a:lnTo>
                  <a:pt x="89595" y="71995"/>
                </a:lnTo>
                <a:lnTo>
                  <a:pt x="89078" y="71729"/>
                </a:lnTo>
                <a:lnTo>
                  <a:pt x="88571" y="71457"/>
                </a:lnTo>
                <a:lnTo>
                  <a:pt x="88074" y="71178"/>
                </a:lnTo>
                <a:lnTo>
                  <a:pt x="87588" y="70893"/>
                </a:lnTo>
                <a:lnTo>
                  <a:pt x="87111" y="70601"/>
                </a:lnTo>
                <a:lnTo>
                  <a:pt x="86645" y="70303"/>
                </a:lnTo>
                <a:lnTo>
                  <a:pt x="86189" y="69997"/>
                </a:lnTo>
                <a:lnTo>
                  <a:pt x="85742" y="69684"/>
                </a:lnTo>
                <a:lnTo>
                  <a:pt x="85305" y="69363"/>
                </a:lnTo>
                <a:lnTo>
                  <a:pt x="84878" y="69034"/>
                </a:lnTo>
                <a:lnTo>
                  <a:pt x="84461" y="68698"/>
                </a:lnTo>
                <a:lnTo>
                  <a:pt x="84054" y="68354"/>
                </a:lnTo>
                <a:lnTo>
                  <a:pt x="83657" y="68003"/>
                </a:lnTo>
                <a:lnTo>
                  <a:pt x="83269" y="67644"/>
                </a:lnTo>
                <a:lnTo>
                  <a:pt x="82891" y="67278"/>
                </a:lnTo>
                <a:lnTo>
                  <a:pt x="82523" y="66904"/>
                </a:lnTo>
                <a:lnTo>
                  <a:pt x="82165" y="66522"/>
                </a:lnTo>
                <a:lnTo>
                  <a:pt x="81816" y="66133"/>
                </a:lnTo>
                <a:lnTo>
                  <a:pt x="81478" y="65736"/>
                </a:lnTo>
                <a:lnTo>
                  <a:pt x="81149" y="65331"/>
                </a:lnTo>
                <a:lnTo>
                  <a:pt x="80830" y="64919"/>
                </a:lnTo>
                <a:lnTo>
                  <a:pt x="80521" y="64500"/>
                </a:lnTo>
                <a:lnTo>
                  <a:pt x="80221" y="64073"/>
                </a:lnTo>
                <a:lnTo>
                  <a:pt x="79932" y="63638"/>
                </a:lnTo>
                <a:lnTo>
                  <a:pt x="79652" y="63196"/>
                </a:lnTo>
                <a:lnTo>
                  <a:pt x="79382" y="62746"/>
                </a:lnTo>
                <a:lnTo>
                  <a:pt x="79122" y="62288"/>
                </a:lnTo>
                <a:lnTo>
                  <a:pt x="78872" y="61823"/>
                </a:lnTo>
                <a:lnTo>
                  <a:pt x="78631" y="61351"/>
                </a:lnTo>
                <a:lnTo>
                  <a:pt x="78401" y="60870"/>
                </a:lnTo>
                <a:lnTo>
                  <a:pt x="78180" y="60383"/>
                </a:lnTo>
                <a:lnTo>
                  <a:pt x="77969" y="59888"/>
                </a:lnTo>
                <a:lnTo>
                  <a:pt x="77768" y="59386"/>
                </a:lnTo>
                <a:lnTo>
                  <a:pt x="77576" y="58876"/>
                </a:lnTo>
                <a:lnTo>
                  <a:pt x="77395" y="58359"/>
                </a:lnTo>
                <a:lnTo>
                  <a:pt x="77223" y="57835"/>
                </a:lnTo>
                <a:lnTo>
                  <a:pt x="77061" y="57303"/>
                </a:lnTo>
                <a:lnTo>
                  <a:pt x="76909" y="56764"/>
                </a:lnTo>
                <a:lnTo>
                  <a:pt x="76767" y="56218"/>
                </a:lnTo>
                <a:lnTo>
                  <a:pt x="76634" y="55664"/>
                </a:lnTo>
                <a:lnTo>
                  <a:pt x="76511" y="55103"/>
                </a:lnTo>
                <a:lnTo>
                  <a:pt x="76399" y="54535"/>
                </a:lnTo>
                <a:lnTo>
                  <a:pt x="76296" y="53959"/>
                </a:lnTo>
                <a:lnTo>
                  <a:pt x="76202" y="53376"/>
                </a:lnTo>
                <a:lnTo>
                  <a:pt x="76119" y="52785"/>
                </a:lnTo>
                <a:lnTo>
                  <a:pt x="76045" y="52187"/>
                </a:lnTo>
                <a:lnTo>
                  <a:pt x="75982" y="51582"/>
                </a:lnTo>
                <a:lnTo>
                  <a:pt x="75928" y="50969"/>
                </a:lnTo>
                <a:lnTo>
                  <a:pt x="75883" y="50349"/>
                </a:lnTo>
                <a:lnTo>
                  <a:pt x="75849" y="49722"/>
                </a:lnTo>
                <a:lnTo>
                  <a:pt x="75824" y="49087"/>
                </a:lnTo>
                <a:lnTo>
                  <a:pt x="75810" y="48445"/>
                </a:lnTo>
                <a:lnTo>
                  <a:pt x="75805" y="47796"/>
                </a:lnTo>
                <a:lnTo>
                  <a:pt x="75810" y="47220"/>
                </a:lnTo>
                <a:lnTo>
                  <a:pt x="75824" y="46651"/>
                </a:lnTo>
                <a:lnTo>
                  <a:pt x="75849" y="46088"/>
                </a:lnTo>
                <a:lnTo>
                  <a:pt x="75883" y="45531"/>
                </a:lnTo>
                <a:lnTo>
                  <a:pt x="75928" y="44980"/>
                </a:lnTo>
                <a:lnTo>
                  <a:pt x="75982" y="44435"/>
                </a:lnTo>
                <a:lnTo>
                  <a:pt x="76045" y="43896"/>
                </a:lnTo>
                <a:lnTo>
                  <a:pt x="76119" y="43363"/>
                </a:lnTo>
                <a:lnTo>
                  <a:pt x="76202" y="42836"/>
                </a:lnTo>
                <a:lnTo>
                  <a:pt x="76296" y="42315"/>
                </a:lnTo>
                <a:lnTo>
                  <a:pt x="76399" y="41800"/>
                </a:lnTo>
                <a:lnTo>
                  <a:pt x="76511" y="41291"/>
                </a:lnTo>
                <a:lnTo>
                  <a:pt x="76634" y="40788"/>
                </a:lnTo>
                <a:lnTo>
                  <a:pt x="76767" y="40291"/>
                </a:lnTo>
                <a:lnTo>
                  <a:pt x="76909" y="39801"/>
                </a:lnTo>
                <a:lnTo>
                  <a:pt x="77061" y="39316"/>
                </a:lnTo>
                <a:lnTo>
                  <a:pt x="77223" y="38837"/>
                </a:lnTo>
                <a:lnTo>
                  <a:pt x="77395" y="38364"/>
                </a:lnTo>
                <a:lnTo>
                  <a:pt x="77576" y="37897"/>
                </a:lnTo>
                <a:lnTo>
                  <a:pt x="77768" y="37437"/>
                </a:lnTo>
                <a:lnTo>
                  <a:pt x="77969" y="36982"/>
                </a:lnTo>
                <a:lnTo>
                  <a:pt x="78180" y="36533"/>
                </a:lnTo>
                <a:lnTo>
                  <a:pt x="78401" y="36091"/>
                </a:lnTo>
                <a:lnTo>
                  <a:pt x="78631" y="35654"/>
                </a:lnTo>
                <a:lnTo>
                  <a:pt x="78870" y="35223"/>
                </a:lnTo>
                <a:lnTo>
                  <a:pt x="79116" y="34797"/>
                </a:lnTo>
                <a:lnTo>
                  <a:pt x="79369" y="34377"/>
                </a:lnTo>
                <a:lnTo>
                  <a:pt x="79629" y="33962"/>
                </a:lnTo>
                <a:lnTo>
                  <a:pt x="79896" y="33553"/>
                </a:lnTo>
                <a:lnTo>
                  <a:pt x="80169" y="33149"/>
                </a:lnTo>
                <a:lnTo>
                  <a:pt x="80450" y="32750"/>
                </a:lnTo>
                <a:lnTo>
                  <a:pt x="80737" y="32356"/>
                </a:lnTo>
                <a:lnTo>
                  <a:pt x="81031" y="31968"/>
                </a:lnTo>
                <a:lnTo>
                  <a:pt x="81333" y="31585"/>
                </a:lnTo>
                <a:lnTo>
                  <a:pt x="81641" y="31208"/>
                </a:lnTo>
                <a:lnTo>
                  <a:pt x="81956" y="30836"/>
                </a:lnTo>
                <a:lnTo>
                  <a:pt x="82278" y="30469"/>
                </a:lnTo>
                <a:lnTo>
                  <a:pt x="82607" y="30108"/>
                </a:lnTo>
                <a:lnTo>
                  <a:pt x="82943" y="29752"/>
                </a:lnTo>
                <a:lnTo>
                  <a:pt x="83285" y="29401"/>
                </a:lnTo>
                <a:lnTo>
                  <a:pt x="83635" y="29056"/>
                </a:lnTo>
                <a:lnTo>
                  <a:pt x="83992" y="28716"/>
                </a:lnTo>
                <a:lnTo>
                  <a:pt x="84355" y="28381"/>
                </a:lnTo>
                <a:lnTo>
                  <a:pt x="84725" y="28052"/>
                </a:lnTo>
                <a:lnTo>
                  <a:pt x="85103" y="27728"/>
                </a:lnTo>
                <a:lnTo>
                  <a:pt x="85487" y="27410"/>
                </a:lnTo>
                <a:lnTo>
                  <a:pt x="85878" y="27096"/>
                </a:lnTo>
                <a:lnTo>
                  <a:pt x="86276" y="26789"/>
                </a:lnTo>
                <a:lnTo>
                  <a:pt x="86680" y="26486"/>
                </a:lnTo>
                <a:lnTo>
                  <a:pt x="87088" y="26187"/>
                </a:lnTo>
                <a:lnTo>
                  <a:pt x="87501" y="25892"/>
                </a:lnTo>
                <a:lnTo>
                  <a:pt x="87918" y="25602"/>
                </a:lnTo>
                <a:lnTo>
                  <a:pt x="88339" y="25316"/>
                </a:lnTo>
                <a:lnTo>
                  <a:pt x="88766" y="25034"/>
                </a:lnTo>
                <a:lnTo>
                  <a:pt x="89196" y="24756"/>
                </a:lnTo>
                <a:lnTo>
                  <a:pt x="89631" y="24483"/>
                </a:lnTo>
                <a:lnTo>
                  <a:pt x="90070" y="24214"/>
                </a:lnTo>
                <a:lnTo>
                  <a:pt x="90514" y="23949"/>
                </a:lnTo>
                <a:lnTo>
                  <a:pt x="90963" y="23688"/>
                </a:lnTo>
                <a:lnTo>
                  <a:pt x="91416" y="23432"/>
                </a:lnTo>
                <a:lnTo>
                  <a:pt x="91873" y="23180"/>
                </a:lnTo>
                <a:lnTo>
                  <a:pt x="92335" y="22932"/>
                </a:lnTo>
                <a:lnTo>
                  <a:pt x="92801" y="22688"/>
                </a:lnTo>
                <a:lnTo>
                  <a:pt x="92949" y="22613"/>
                </a:lnTo>
                <a:lnTo>
                  <a:pt x="162445" y="226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e">
            <a:extLst xmlns:a="http://schemas.openxmlformats.org/drawingml/2006/main">
              <a:ext uri="{FF2B5EF4-FFF2-40B4-BE49-F238E27FC236}">
                <a16:creationId xmlns:a16="http://schemas.microsoft.com/office/drawing/2014/main" id="{44C59EDD-7389-408F-8045-1E20354C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064" y="3095282"/>
            <a:ext cx="144158" cy="100217"/>
          </a:xfrm>
          <a:custGeom xmlns:a="http://schemas.openxmlformats.org/drawingml/2006/main">
            <a:pathLst>
              <a:path w="144158" h="100217">
                <a:moveTo>
                  <a:pt x="78631" y="0"/>
                </a:moveTo>
                <a:lnTo>
                  <a:pt x="65418" y="0"/>
                </a:lnTo>
                <a:lnTo>
                  <a:pt x="64099" y="5"/>
                </a:lnTo>
                <a:lnTo>
                  <a:pt x="62793" y="19"/>
                </a:lnTo>
                <a:lnTo>
                  <a:pt x="61500" y="43"/>
                </a:lnTo>
                <a:lnTo>
                  <a:pt x="60220" y="77"/>
                </a:lnTo>
                <a:lnTo>
                  <a:pt x="58953" y="120"/>
                </a:lnTo>
                <a:lnTo>
                  <a:pt x="57698" y="173"/>
                </a:lnTo>
                <a:lnTo>
                  <a:pt x="56457" y="235"/>
                </a:lnTo>
                <a:lnTo>
                  <a:pt x="55228" y="307"/>
                </a:lnTo>
                <a:lnTo>
                  <a:pt x="54013" y="388"/>
                </a:lnTo>
                <a:lnTo>
                  <a:pt x="52810" y="480"/>
                </a:lnTo>
                <a:lnTo>
                  <a:pt x="51620" y="580"/>
                </a:lnTo>
                <a:lnTo>
                  <a:pt x="50444" y="691"/>
                </a:lnTo>
                <a:lnTo>
                  <a:pt x="49280" y="810"/>
                </a:lnTo>
                <a:lnTo>
                  <a:pt x="48129" y="940"/>
                </a:lnTo>
                <a:lnTo>
                  <a:pt x="46990" y="1079"/>
                </a:lnTo>
                <a:lnTo>
                  <a:pt x="45865" y="1228"/>
                </a:lnTo>
                <a:lnTo>
                  <a:pt x="44753" y="1386"/>
                </a:lnTo>
                <a:lnTo>
                  <a:pt x="43654" y="1554"/>
                </a:lnTo>
                <a:lnTo>
                  <a:pt x="42567" y="1731"/>
                </a:lnTo>
                <a:lnTo>
                  <a:pt x="41493" y="1918"/>
                </a:lnTo>
                <a:lnTo>
                  <a:pt x="40433" y="2115"/>
                </a:lnTo>
                <a:lnTo>
                  <a:pt x="39385" y="2321"/>
                </a:lnTo>
                <a:lnTo>
                  <a:pt x="38350" y="2537"/>
                </a:lnTo>
                <a:lnTo>
                  <a:pt x="37328" y="2762"/>
                </a:lnTo>
                <a:lnTo>
                  <a:pt x="36319" y="2998"/>
                </a:lnTo>
                <a:lnTo>
                  <a:pt x="35324" y="3244"/>
                </a:lnTo>
                <a:lnTo>
                  <a:pt x="34342" y="3500"/>
                </a:lnTo>
                <a:lnTo>
                  <a:pt x="33373" y="3767"/>
                </a:lnTo>
                <a:lnTo>
                  <a:pt x="32418" y="4044"/>
                </a:lnTo>
                <a:lnTo>
                  <a:pt x="31476" y="4332"/>
                </a:lnTo>
                <a:lnTo>
                  <a:pt x="30547" y="4631"/>
                </a:lnTo>
                <a:lnTo>
                  <a:pt x="29632" y="4939"/>
                </a:lnTo>
                <a:lnTo>
                  <a:pt x="28730" y="5259"/>
                </a:lnTo>
                <a:lnTo>
                  <a:pt x="27842" y="5589"/>
                </a:lnTo>
                <a:lnTo>
                  <a:pt x="26967" y="5929"/>
                </a:lnTo>
                <a:lnTo>
                  <a:pt x="26105" y="6280"/>
                </a:lnTo>
                <a:lnTo>
                  <a:pt x="25257" y="6641"/>
                </a:lnTo>
                <a:lnTo>
                  <a:pt x="24422" y="7013"/>
                </a:lnTo>
                <a:lnTo>
                  <a:pt x="23600" y="7395"/>
                </a:lnTo>
                <a:lnTo>
                  <a:pt x="22792" y="7787"/>
                </a:lnTo>
                <a:lnTo>
                  <a:pt x="21997" y="8191"/>
                </a:lnTo>
                <a:lnTo>
                  <a:pt x="21215" y="8604"/>
                </a:lnTo>
                <a:lnTo>
                  <a:pt x="20447" y="9028"/>
                </a:lnTo>
                <a:lnTo>
                  <a:pt x="19693" y="9463"/>
                </a:lnTo>
                <a:lnTo>
                  <a:pt x="18951" y="9908"/>
                </a:lnTo>
                <a:lnTo>
                  <a:pt x="18223" y="10364"/>
                </a:lnTo>
                <a:lnTo>
                  <a:pt x="17508" y="10830"/>
                </a:lnTo>
                <a:lnTo>
                  <a:pt x="16807" y="11306"/>
                </a:lnTo>
                <a:lnTo>
                  <a:pt x="16119" y="11794"/>
                </a:lnTo>
                <a:lnTo>
                  <a:pt x="15446" y="12294"/>
                </a:lnTo>
                <a:lnTo>
                  <a:pt x="14787" y="12806"/>
                </a:lnTo>
                <a:lnTo>
                  <a:pt x="14141" y="13330"/>
                </a:lnTo>
                <a:lnTo>
                  <a:pt x="13511" y="13866"/>
                </a:lnTo>
                <a:lnTo>
                  <a:pt x="12894" y="14414"/>
                </a:lnTo>
                <a:lnTo>
                  <a:pt x="12292" y="14974"/>
                </a:lnTo>
                <a:lnTo>
                  <a:pt x="11704" y="15546"/>
                </a:lnTo>
                <a:lnTo>
                  <a:pt x="11130" y="16131"/>
                </a:lnTo>
                <a:lnTo>
                  <a:pt x="10571" y="16727"/>
                </a:lnTo>
                <a:lnTo>
                  <a:pt x="10026" y="17335"/>
                </a:lnTo>
                <a:lnTo>
                  <a:pt x="9495" y="17955"/>
                </a:lnTo>
                <a:lnTo>
                  <a:pt x="8978" y="18588"/>
                </a:lnTo>
                <a:lnTo>
                  <a:pt x="8476" y="19232"/>
                </a:lnTo>
                <a:lnTo>
                  <a:pt x="7987" y="19889"/>
                </a:lnTo>
                <a:lnTo>
                  <a:pt x="7514" y="20557"/>
                </a:lnTo>
                <a:lnTo>
                  <a:pt x="7054" y="21238"/>
                </a:lnTo>
                <a:lnTo>
                  <a:pt x="6609" y="21930"/>
                </a:lnTo>
                <a:lnTo>
                  <a:pt x="6177" y="22635"/>
                </a:lnTo>
                <a:lnTo>
                  <a:pt x="5761" y="23352"/>
                </a:lnTo>
                <a:lnTo>
                  <a:pt x="5358" y="24080"/>
                </a:lnTo>
                <a:lnTo>
                  <a:pt x="4970" y="24821"/>
                </a:lnTo>
                <a:lnTo>
                  <a:pt x="4596" y="25574"/>
                </a:lnTo>
                <a:lnTo>
                  <a:pt x="4236" y="26339"/>
                </a:lnTo>
                <a:lnTo>
                  <a:pt x="3890" y="27117"/>
                </a:lnTo>
                <a:lnTo>
                  <a:pt x="3559" y="27908"/>
                </a:lnTo>
                <a:lnTo>
                  <a:pt x="3243" y="28712"/>
                </a:lnTo>
                <a:lnTo>
                  <a:pt x="2942" y="29530"/>
                </a:lnTo>
                <a:lnTo>
                  <a:pt x="2655" y="30361"/>
                </a:lnTo>
                <a:lnTo>
                  <a:pt x="2383" y="31205"/>
                </a:lnTo>
                <a:lnTo>
                  <a:pt x="2125" y="32063"/>
                </a:lnTo>
                <a:lnTo>
                  <a:pt x="1883" y="32934"/>
                </a:lnTo>
                <a:lnTo>
                  <a:pt x="1655" y="33819"/>
                </a:lnTo>
                <a:lnTo>
                  <a:pt x="1441" y="34717"/>
                </a:lnTo>
                <a:lnTo>
                  <a:pt x="1243" y="35629"/>
                </a:lnTo>
                <a:lnTo>
                  <a:pt x="1059" y="36553"/>
                </a:lnTo>
                <a:lnTo>
                  <a:pt x="890" y="37492"/>
                </a:lnTo>
                <a:lnTo>
                  <a:pt x="735" y="38443"/>
                </a:lnTo>
                <a:lnTo>
                  <a:pt x="596" y="39408"/>
                </a:lnTo>
                <a:lnTo>
                  <a:pt x="471" y="40386"/>
                </a:lnTo>
                <a:lnTo>
                  <a:pt x="360" y="41378"/>
                </a:lnTo>
                <a:lnTo>
                  <a:pt x="265" y="42383"/>
                </a:lnTo>
                <a:lnTo>
                  <a:pt x="184" y="43402"/>
                </a:lnTo>
                <a:lnTo>
                  <a:pt x="118" y="44434"/>
                </a:lnTo>
                <a:lnTo>
                  <a:pt x="66" y="45479"/>
                </a:lnTo>
                <a:lnTo>
                  <a:pt x="29" y="46538"/>
                </a:lnTo>
                <a:lnTo>
                  <a:pt x="7" y="47610"/>
                </a:lnTo>
                <a:lnTo>
                  <a:pt x="0" y="48695"/>
                </a:lnTo>
                <a:lnTo>
                  <a:pt x="6" y="49508"/>
                </a:lnTo>
                <a:lnTo>
                  <a:pt x="25" y="50319"/>
                </a:lnTo>
                <a:lnTo>
                  <a:pt x="55" y="51128"/>
                </a:lnTo>
                <a:lnTo>
                  <a:pt x="98" y="51936"/>
                </a:lnTo>
                <a:lnTo>
                  <a:pt x="153" y="52741"/>
                </a:lnTo>
                <a:lnTo>
                  <a:pt x="221" y="53545"/>
                </a:lnTo>
                <a:lnTo>
                  <a:pt x="301" y="54347"/>
                </a:lnTo>
                <a:lnTo>
                  <a:pt x="393" y="55148"/>
                </a:lnTo>
                <a:lnTo>
                  <a:pt x="497" y="55946"/>
                </a:lnTo>
                <a:lnTo>
                  <a:pt x="613" y="56743"/>
                </a:lnTo>
                <a:lnTo>
                  <a:pt x="742" y="57538"/>
                </a:lnTo>
                <a:lnTo>
                  <a:pt x="883" y="58331"/>
                </a:lnTo>
                <a:lnTo>
                  <a:pt x="1037" y="59123"/>
                </a:lnTo>
                <a:lnTo>
                  <a:pt x="1202" y="59912"/>
                </a:lnTo>
                <a:lnTo>
                  <a:pt x="1380" y="60700"/>
                </a:lnTo>
                <a:lnTo>
                  <a:pt x="1570" y="61486"/>
                </a:lnTo>
                <a:lnTo>
                  <a:pt x="1773" y="62270"/>
                </a:lnTo>
                <a:lnTo>
                  <a:pt x="1987" y="63053"/>
                </a:lnTo>
                <a:lnTo>
                  <a:pt x="2214" y="63834"/>
                </a:lnTo>
                <a:lnTo>
                  <a:pt x="2454" y="64613"/>
                </a:lnTo>
                <a:lnTo>
                  <a:pt x="2705" y="65390"/>
                </a:lnTo>
                <a:lnTo>
                  <a:pt x="2969" y="66165"/>
                </a:lnTo>
                <a:lnTo>
                  <a:pt x="3245" y="66939"/>
                </a:lnTo>
                <a:lnTo>
                  <a:pt x="3533" y="67710"/>
                </a:lnTo>
                <a:lnTo>
                  <a:pt x="3835" y="68478"/>
                </a:lnTo>
                <a:lnTo>
                  <a:pt x="4152" y="69239"/>
                </a:lnTo>
                <a:lnTo>
                  <a:pt x="4483" y="69993"/>
                </a:lnTo>
                <a:lnTo>
                  <a:pt x="4829" y="70740"/>
                </a:lnTo>
                <a:lnTo>
                  <a:pt x="5190" y="71481"/>
                </a:lnTo>
                <a:lnTo>
                  <a:pt x="5565" y="72215"/>
                </a:lnTo>
                <a:lnTo>
                  <a:pt x="5955" y="72943"/>
                </a:lnTo>
                <a:lnTo>
                  <a:pt x="6360" y="73663"/>
                </a:lnTo>
                <a:lnTo>
                  <a:pt x="6779" y="74377"/>
                </a:lnTo>
                <a:lnTo>
                  <a:pt x="7214" y="75085"/>
                </a:lnTo>
                <a:lnTo>
                  <a:pt x="7663" y="75785"/>
                </a:lnTo>
                <a:lnTo>
                  <a:pt x="8127" y="76479"/>
                </a:lnTo>
                <a:lnTo>
                  <a:pt x="8605" y="77167"/>
                </a:lnTo>
                <a:lnTo>
                  <a:pt x="9098" y="77847"/>
                </a:lnTo>
                <a:lnTo>
                  <a:pt x="9606" y="78521"/>
                </a:lnTo>
                <a:lnTo>
                  <a:pt x="10129" y="79188"/>
                </a:lnTo>
                <a:lnTo>
                  <a:pt x="10666" y="79849"/>
                </a:lnTo>
                <a:lnTo>
                  <a:pt x="11218" y="80502"/>
                </a:lnTo>
                <a:lnTo>
                  <a:pt x="11785" y="81150"/>
                </a:lnTo>
                <a:lnTo>
                  <a:pt x="12366" y="81790"/>
                </a:lnTo>
                <a:lnTo>
                  <a:pt x="12963" y="82424"/>
                </a:lnTo>
                <a:lnTo>
                  <a:pt x="13574" y="83051"/>
                </a:lnTo>
                <a:lnTo>
                  <a:pt x="14199" y="83671"/>
                </a:lnTo>
                <a:lnTo>
                  <a:pt x="14840" y="84285"/>
                </a:lnTo>
                <a:lnTo>
                  <a:pt x="15496" y="84890"/>
                </a:lnTo>
                <a:lnTo>
                  <a:pt x="16170" y="85484"/>
                </a:lnTo>
                <a:lnTo>
                  <a:pt x="16860" y="86068"/>
                </a:lnTo>
                <a:lnTo>
                  <a:pt x="17568" y="86642"/>
                </a:lnTo>
                <a:lnTo>
                  <a:pt x="18293" y="87205"/>
                </a:lnTo>
                <a:lnTo>
                  <a:pt x="19036" y="87758"/>
                </a:lnTo>
                <a:lnTo>
                  <a:pt x="19795" y="88300"/>
                </a:lnTo>
                <a:lnTo>
                  <a:pt x="20572" y="88832"/>
                </a:lnTo>
                <a:lnTo>
                  <a:pt x="21365" y="89353"/>
                </a:lnTo>
                <a:lnTo>
                  <a:pt x="22176" y="89863"/>
                </a:lnTo>
                <a:lnTo>
                  <a:pt x="23004" y="90364"/>
                </a:lnTo>
                <a:lnTo>
                  <a:pt x="23850" y="90853"/>
                </a:lnTo>
                <a:lnTo>
                  <a:pt x="24712" y="91333"/>
                </a:lnTo>
                <a:lnTo>
                  <a:pt x="25592" y="91801"/>
                </a:lnTo>
                <a:lnTo>
                  <a:pt x="26489" y="92260"/>
                </a:lnTo>
                <a:lnTo>
                  <a:pt x="27403" y="92707"/>
                </a:lnTo>
                <a:lnTo>
                  <a:pt x="28334" y="93145"/>
                </a:lnTo>
                <a:lnTo>
                  <a:pt x="29282" y="93572"/>
                </a:lnTo>
                <a:lnTo>
                  <a:pt x="30248" y="93988"/>
                </a:lnTo>
                <a:lnTo>
                  <a:pt x="31230" y="94394"/>
                </a:lnTo>
                <a:lnTo>
                  <a:pt x="32230" y="94789"/>
                </a:lnTo>
                <a:lnTo>
                  <a:pt x="33247" y="95174"/>
                </a:lnTo>
                <a:lnTo>
                  <a:pt x="34281" y="95548"/>
                </a:lnTo>
                <a:lnTo>
                  <a:pt x="35333" y="95912"/>
                </a:lnTo>
                <a:lnTo>
                  <a:pt x="36403" y="96264"/>
                </a:lnTo>
                <a:lnTo>
                  <a:pt x="37492" y="96600"/>
                </a:lnTo>
                <a:lnTo>
                  <a:pt x="38601" y="96921"/>
                </a:lnTo>
                <a:lnTo>
                  <a:pt x="39730" y="97228"/>
                </a:lnTo>
                <a:lnTo>
                  <a:pt x="40878" y="97519"/>
                </a:lnTo>
                <a:lnTo>
                  <a:pt x="42046" y="97795"/>
                </a:lnTo>
                <a:lnTo>
                  <a:pt x="43234" y="98057"/>
                </a:lnTo>
                <a:lnTo>
                  <a:pt x="44441" y="98304"/>
                </a:lnTo>
                <a:lnTo>
                  <a:pt x="45668" y="98535"/>
                </a:lnTo>
                <a:lnTo>
                  <a:pt x="46914" y="98752"/>
                </a:lnTo>
                <a:lnTo>
                  <a:pt x="48180" y="98954"/>
                </a:lnTo>
                <a:lnTo>
                  <a:pt x="49466" y="99141"/>
                </a:lnTo>
                <a:lnTo>
                  <a:pt x="50771" y="99312"/>
                </a:lnTo>
                <a:lnTo>
                  <a:pt x="52096" y="99469"/>
                </a:lnTo>
                <a:lnTo>
                  <a:pt x="53441" y="99611"/>
                </a:lnTo>
                <a:lnTo>
                  <a:pt x="54805" y="99738"/>
                </a:lnTo>
                <a:lnTo>
                  <a:pt x="56189" y="99850"/>
                </a:lnTo>
                <a:lnTo>
                  <a:pt x="57592" y="99948"/>
                </a:lnTo>
                <a:lnTo>
                  <a:pt x="59016" y="100030"/>
                </a:lnTo>
                <a:lnTo>
                  <a:pt x="60458" y="100097"/>
                </a:lnTo>
                <a:lnTo>
                  <a:pt x="61921" y="100149"/>
                </a:lnTo>
                <a:lnTo>
                  <a:pt x="63403" y="100187"/>
                </a:lnTo>
                <a:lnTo>
                  <a:pt x="64904" y="100209"/>
                </a:lnTo>
                <a:lnTo>
                  <a:pt x="66426" y="100217"/>
                </a:lnTo>
                <a:lnTo>
                  <a:pt x="82101" y="100217"/>
                </a:lnTo>
                <a:lnTo>
                  <a:pt x="83421" y="100210"/>
                </a:lnTo>
                <a:lnTo>
                  <a:pt x="84726" y="100191"/>
                </a:lnTo>
                <a:lnTo>
                  <a:pt x="86017" y="100158"/>
                </a:lnTo>
                <a:lnTo>
                  <a:pt x="87293" y="100113"/>
                </a:lnTo>
                <a:lnTo>
                  <a:pt x="88555" y="100055"/>
                </a:lnTo>
                <a:lnTo>
                  <a:pt x="89801" y="99984"/>
                </a:lnTo>
                <a:lnTo>
                  <a:pt x="91033" y="99900"/>
                </a:lnTo>
                <a:lnTo>
                  <a:pt x="92251" y="99803"/>
                </a:lnTo>
                <a:lnTo>
                  <a:pt x="93453" y="99693"/>
                </a:lnTo>
                <a:lnTo>
                  <a:pt x="94641" y="99570"/>
                </a:lnTo>
                <a:lnTo>
                  <a:pt x="95814" y="99434"/>
                </a:lnTo>
                <a:lnTo>
                  <a:pt x="96972" y="99285"/>
                </a:lnTo>
                <a:lnTo>
                  <a:pt x="98116" y="99123"/>
                </a:lnTo>
                <a:lnTo>
                  <a:pt x="99245" y="98949"/>
                </a:lnTo>
                <a:lnTo>
                  <a:pt x="100359" y="98761"/>
                </a:lnTo>
                <a:lnTo>
                  <a:pt x="101459" y="98561"/>
                </a:lnTo>
                <a:lnTo>
                  <a:pt x="102543" y="98347"/>
                </a:lnTo>
                <a:lnTo>
                  <a:pt x="103613" y="98121"/>
                </a:lnTo>
                <a:lnTo>
                  <a:pt x="104669" y="97881"/>
                </a:lnTo>
                <a:lnTo>
                  <a:pt x="105709" y="97629"/>
                </a:lnTo>
                <a:lnTo>
                  <a:pt x="106735" y="97364"/>
                </a:lnTo>
                <a:lnTo>
                  <a:pt x="107746" y="97086"/>
                </a:lnTo>
                <a:lnTo>
                  <a:pt x="108743" y="96795"/>
                </a:lnTo>
                <a:lnTo>
                  <a:pt x="109724" y="96491"/>
                </a:lnTo>
                <a:lnTo>
                  <a:pt x="110692" y="96174"/>
                </a:lnTo>
                <a:lnTo>
                  <a:pt x="111645" y="95846"/>
                </a:lnTo>
                <a:lnTo>
                  <a:pt x="112584" y="95507"/>
                </a:lnTo>
                <a:lnTo>
                  <a:pt x="113509" y="95156"/>
                </a:lnTo>
                <a:lnTo>
                  <a:pt x="114420" y="94793"/>
                </a:lnTo>
                <a:lnTo>
                  <a:pt x="115317" y="94419"/>
                </a:lnTo>
                <a:lnTo>
                  <a:pt x="116200" y="94033"/>
                </a:lnTo>
                <a:lnTo>
                  <a:pt x="117069" y="93635"/>
                </a:lnTo>
                <a:lnTo>
                  <a:pt x="117924" y="93226"/>
                </a:lnTo>
                <a:lnTo>
                  <a:pt x="118765" y="92806"/>
                </a:lnTo>
                <a:lnTo>
                  <a:pt x="119592" y="92373"/>
                </a:lnTo>
                <a:lnTo>
                  <a:pt x="120404" y="91929"/>
                </a:lnTo>
                <a:lnTo>
                  <a:pt x="121203" y="91474"/>
                </a:lnTo>
                <a:lnTo>
                  <a:pt x="121988" y="91007"/>
                </a:lnTo>
                <a:lnTo>
                  <a:pt x="122758" y="90528"/>
                </a:lnTo>
                <a:lnTo>
                  <a:pt x="123515" y="90038"/>
                </a:lnTo>
                <a:lnTo>
                  <a:pt x="124257" y="89536"/>
                </a:lnTo>
                <a:lnTo>
                  <a:pt x="124986" y="89023"/>
                </a:lnTo>
                <a:lnTo>
                  <a:pt x="125700" y="88497"/>
                </a:lnTo>
                <a:lnTo>
                  <a:pt x="126400" y="87961"/>
                </a:lnTo>
                <a:lnTo>
                  <a:pt x="127087" y="87412"/>
                </a:lnTo>
                <a:lnTo>
                  <a:pt x="127759" y="86853"/>
                </a:lnTo>
                <a:lnTo>
                  <a:pt x="128417" y="86281"/>
                </a:lnTo>
                <a:lnTo>
                  <a:pt x="129061" y="85698"/>
                </a:lnTo>
                <a:lnTo>
                  <a:pt x="129691" y="85104"/>
                </a:lnTo>
                <a:lnTo>
                  <a:pt x="130308" y="84500"/>
                </a:lnTo>
                <a:lnTo>
                  <a:pt x="130911" y="83885"/>
                </a:lnTo>
                <a:lnTo>
                  <a:pt x="131500" y="83260"/>
                </a:lnTo>
                <a:lnTo>
                  <a:pt x="132076" y="82625"/>
                </a:lnTo>
                <a:lnTo>
                  <a:pt x="132638" y="81980"/>
                </a:lnTo>
                <a:lnTo>
                  <a:pt x="133187" y="81324"/>
                </a:lnTo>
                <a:lnTo>
                  <a:pt x="133722" y="80659"/>
                </a:lnTo>
                <a:lnTo>
                  <a:pt x="134243" y="79983"/>
                </a:lnTo>
                <a:lnTo>
                  <a:pt x="134751" y="79296"/>
                </a:lnTo>
                <a:lnTo>
                  <a:pt x="135245" y="78600"/>
                </a:lnTo>
                <a:lnTo>
                  <a:pt x="135726" y="77893"/>
                </a:lnTo>
                <a:lnTo>
                  <a:pt x="136193" y="77176"/>
                </a:lnTo>
                <a:lnTo>
                  <a:pt x="136646" y="76448"/>
                </a:lnTo>
                <a:lnTo>
                  <a:pt x="137086" y="75710"/>
                </a:lnTo>
                <a:lnTo>
                  <a:pt x="137512" y="74963"/>
                </a:lnTo>
                <a:lnTo>
                  <a:pt x="137925" y="74204"/>
                </a:lnTo>
                <a:lnTo>
                  <a:pt x="138324" y="73436"/>
                </a:lnTo>
                <a:lnTo>
                  <a:pt x="138709" y="72657"/>
                </a:lnTo>
                <a:lnTo>
                  <a:pt x="139081" y="71868"/>
                </a:lnTo>
                <a:lnTo>
                  <a:pt x="139439" y="71069"/>
                </a:lnTo>
                <a:lnTo>
                  <a:pt x="139783" y="70260"/>
                </a:lnTo>
                <a:lnTo>
                  <a:pt x="140114" y="69440"/>
                </a:lnTo>
                <a:lnTo>
                  <a:pt x="140432" y="68610"/>
                </a:lnTo>
                <a:lnTo>
                  <a:pt x="140736" y="67770"/>
                </a:lnTo>
                <a:lnTo>
                  <a:pt x="141027" y="66923"/>
                </a:lnTo>
                <a:lnTo>
                  <a:pt x="141305" y="66066"/>
                </a:lnTo>
                <a:lnTo>
                  <a:pt x="141570" y="65201"/>
                </a:lnTo>
                <a:lnTo>
                  <a:pt x="141822" y="64328"/>
                </a:lnTo>
                <a:lnTo>
                  <a:pt x="142062" y="63446"/>
                </a:lnTo>
                <a:lnTo>
                  <a:pt x="142288" y="62556"/>
                </a:lnTo>
                <a:lnTo>
                  <a:pt x="142502" y="61657"/>
                </a:lnTo>
                <a:lnTo>
                  <a:pt x="142702" y="60750"/>
                </a:lnTo>
                <a:lnTo>
                  <a:pt x="142890" y="59835"/>
                </a:lnTo>
                <a:lnTo>
                  <a:pt x="143064" y="58910"/>
                </a:lnTo>
                <a:lnTo>
                  <a:pt x="143226" y="57978"/>
                </a:lnTo>
                <a:lnTo>
                  <a:pt x="143375" y="57037"/>
                </a:lnTo>
                <a:lnTo>
                  <a:pt x="143511" y="56087"/>
                </a:lnTo>
                <a:lnTo>
                  <a:pt x="143634" y="55129"/>
                </a:lnTo>
                <a:lnTo>
                  <a:pt x="143744" y="54163"/>
                </a:lnTo>
                <a:lnTo>
                  <a:pt x="143841" y="53188"/>
                </a:lnTo>
                <a:lnTo>
                  <a:pt x="143925" y="52204"/>
                </a:lnTo>
                <a:lnTo>
                  <a:pt x="143996" y="51212"/>
                </a:lnTo>
                <a:lnTo>
                  <a:pt x="144054" y="50212"/>
                </a:lnTo>
                <a:lnTo>
                  <a:pt x="144099" y="49203"/>
                </a:lnTo>
                <a:lnTo>
                  <a:pt x="144132" y="48186"/>
                </a:lnTo>
                <a:lnTo>
                  <a:pt x="144151" y="47160"/>
                </a:lnTo>
                <a:lnTo>
                  <a:pt x="144158" y="46125"/>
                </a:lnTo>
                <a:lnTo>
                  <a:pt x="144152" y="45125"/>
                </a:lnTo>
                <a:lnTo>
                  <a:pt x="144137" y="44136"/>
                </a:lnTo>
                <a:lnTo>
                  <a:pt x="144111" y="43159"/>
                </a:lnTo>
                <a:lnTo>
                  <a:pt x="144074" y="42194"/>
                </a:lnTo>
                <a:lnTo>
                  <a:pt x="144027" y="41241"/>
                </a:lnTo>
                <a:lnTo>
                  <a:pt x="143969" y="40299"/>
                </a:lnTo>
                <a:lnTo>
                  <a:pt x="143901" y="39370"/>
                </a:lnTo>
                <a:lnTo>
                  <a:pt x="143822" y="38452"/>
                </a:lnTo>
                <a:lnTo>
                  <a:pt x="143733" y="37546"/>
                </a:lnTo>
                <a:lnTo>
                  <a:pt x="143633" y="36652"/>
                </a:lnTo>
                <a:lnTo>
                  <a:pt x="143523" y="35770"/>
                </a:lnTo>
                <a:lnTo>
                  <a:pt x="143403" y="34899"/>
                </a:lnTo>
                <a:lnTo>
                  <a:pt x="143272" y="34040"/>
                </a:lnTo>
                <a:lnTo>
                  <a:pt x="143130" y="33194"/>
                </a:lnTo>
                <a:lnTo>
                  <a:pt x="142978" y="32359"/>
                </a:lnTo>
                <a:lnTo>
                  <a:pt x="142816" y="31535"/>
                </a:lnTo>
                <a:lnTo>
                  <a:pt x="142643" y="30724"/>
                </a:lnTo>
                <a:lnTo>
                  <a:pt x="142459" y="29924"/>
                </a:lnTo>
                <a:lnTo>
                  <a:pt x="142265" y="29137"/>
                </a:lnTo>
                <a:lnTo>
                  <a:pt x="142061" y="28361"/>
                </a:lnTo>
                <a:lnTo>
                  <a:pt x="141846" y="27597"/>
                </a:lnTo>
                <a:lnTo>
                  <a:pt x="141621" y="26844"/>
                </a:lnTo>
                <a:lnTo>
                  <a:pt x="141385" y="26104"/>
                </a:lnTo>
                <a:lnTo>
                  <a:pt x="141138" y="25375"/>
                </a:lnTo>
                <a:lnTo>
                  <a:pt x="140884" y="24657"/>
                </a:lnTo>
                <a:lnTo>
                  <a:pt x="140623" y="23949"/>
                </a:lnTo>
                <a:lnTo>
                  <a:pt x="140355" y="23249"/>
                </a:lnTo>
                <a:lnTo>
                  <a:pt x="140082" y="22559"/>
                </a:lnTo>
                <a:lnTo>
                  <a:pt x="139802" y="21879"/>
                </a:lnTo>
                <a:lnTo>
                  <a:pt x="139516" y="21208"/>
                </a:lnTo>
                <a:lnTo>
                  <a:pt x="139224" y="20546"/>
                </a:lnTo>
                <a:lnTo>
                  <a:pt x="138926" y="19893"/>
                </a:lnTo>
                <a:lnTo>
                  <a:pt x="138621" y="19250"/>
                </a:lnTo>
                <a:lnTo>
                  <a:pt x="138310" y="18617"/>
                </a:lnTo>
                <a:lnTo>
                  <a:pt x="137993" y="17992"/>
                </a:lnTo>
                <a:lnTo>
                  <a:pt x="137669" y="17377"/>
                </a:lnTo>
                <a:lnTo>
                  <a:pt x="137340" y="16772"/>
                </a:lnTo>
                <a:lnTo>
                  <a:pt x="137004" y="16175"/>
                </a:lnTo>
                <a:lnTo>
                  <a:pt x="136662" y="15589"/>
                </a:lnTo>
                <a:lnTo>
                  <a:pt x="136313" y="15011"/>
                </a:lnTo>
                <a:lnTo>
                  <a:pt x="135958" y="14443"/>
                </a:lnTo>
                <a:lnTo>
                  <a:pt x="135598" y="13884"/>
                </a:lnTo>
                <a:lnTo>
                  <a:pt x="135230" y="13335"/>
                </a:lnTo>
                <a:lnTo>
                  <a:pt x="134857" y="12795"/>
                </a:lnTo>
                <a:lnTo>
                  <a:pt x="134477" y="12264"/>
                </a:lnTo>
                <a:lnTo>
                  <a:pt x="134091" y="11743"/>
                </a:lnTo>
                <a:lnTo>
                  <a:pt x="133699" y="11231"/>
                </a:lnTo>
                <a:lnTo>
                  <a:pt x="133301" y="10728"/>
                </a:lnTo>
                <a:lnTo>
                  <a:pt x="132899" y="10234"/>
                </a:lnTo>
                <a:lnTo>
                  <a:pt x="132495" y="9748"/>
                </a:lnTo>
                <a:lnTo>
                  <a:pt x="132089" y="9270"/>
                </a:lnTo>
                <a:lnTo>
                  <a:pt x="131682" y="8799"/>
                </a:lnTo>
                <a:lnTo>
                  <a:pt x="131274" y="8337"/>
                </a:lnTo>
                <a:lnTo>
                  <a:pt x="130864" y="7882"/>
                </a:lnTo>
                <a:lnTo>
                  <a:pt x="130452" y="7434"/>
                </a:lnTo>
                <a:lnTo>
                  <a:pt x="130039" y="6995"/>
                </a:lnTo>
                <a:lnTo>
                  <a:pt x="129624" y="6564"/>
                </a:lnTo>
                <a:lnTo>
                  <a:pt x="129208" y="6140"/>
                </a:lnTo>
                <a:lnTo>
                  <a:pt x="128790" y="5724"/>
                </a:lnTo>
                <a:lnTo>
                  <a:pt x="128370" y="5316"/>
                </a:lnTo>
                <a:lnTo>
                  <a:pt x="127949" y="4916"/>
                </a:lnTo>
                <a:lnTo>
                  <a:pt x="127527" y="4523"/>
                </a:lnTo>
                <a:lnTo>
                  <a:pt x="127103" y="4139"/>
                </a:lnTo>
                <a:lnTo>
                  <a:pt x="126677" y="3762"/>
                </a:lnTo>
                <a:lnTo>
                  <a:pt x="126250" y="3393"/>
                </a:lnTo>
                <a:lnTo>
                  <a:pt x="125821" y="3031"/>
                </a:lnTo>
                <a:lnTo>
                  <a:pt x="125390" y="2678"/>
                </a:lnTo>
                <a:lnTo>
                  <a:pt x="124958" y="2332"/>
                </a:lnTo>
                <a:lnTo>
                  <a:pt x="124525" y="1994"/>
                </a:lnTo>
                <a:lnTo>
                  <a:pt x="124090" y="1664"/>
                </a:lnTo>
                <a:lnTo>
                  <a:pt x="123653" y="1342"/>
                </a:lnTo>
                <a:lnTo>
                  <a:pt x="123215" y="1028"/>
                </a:lnTo>
                <a:lnTo>
                  <a:pt x="108953" y="12977"/>
                </a:lnTo>
                <a:lnTo>
                  <a:pt x="109527" y="13441"/>
                </a:lnTo>
                <a:lnTo>
                  <a:pt x="110092" y="13911"/>
                </a:lnTo>
                <a:lnTo>
                  <a:pt x="110649" y="14388"/>
                </a:lnTo>
                <a:lnTo>
                  <a:pt x="111197" y="14872"/>
                </a:lnTo>
                <a:lnTo>
                  <a:pt x="111736" y="15362"/>
                </a:lnTo>
                <a:lnTo>
                  <a:pt x="112266" y="15860"/>
                </a:lnTo>
                <a:lnTo>
                  <a:pt x="112787" y="16363"/>
                </a:lnTo>
                <a:lnTo>
                  <a:pt x="113300" y="16874"/>
                </a:lnTo>
                <a:lnTo>
                  <a:pt x="113805" y="17391"/>
                </a:lnTo>
                <a:lnTo>
                  <a:pt x="114300" y="17915"/>
                </a:lnTo>
                <a:lnTo>
                  <a:pt x="114787" y="18446"/>
                </a:lnTo>
                <a:lnTo>
                  <a:pt x="115265" y="18983"/>
                </a:lnTo>
                <a:lnTo>
                  <a:pt x="115735" y="19527"/>
                </a:lnTo>
                <a:lnTo>
                  <a:pt x="116195" y="20078"/>
                </a:lnTo>
                <a:lnTo>
                  <a:pt x="116647" y="20636"/>
                </a:lnTo>
                <a:lnTo>
                  <a:pt x="117091" y="21200"/>
                </a:lnTo>
                <a:lnTo>
                  <a:pt x="117525" y="21770"/>
                </a:lnTo>
                <a:lnTo>
                  <a:pt x="117951" y="22348"/>
                </a:lnTo>
                <a:lnTo>
                  <a:pt x="118368" y="22932"/>
                </a:lnTo>
                <a:lnTo>
                  <a:pt x="118777" y="23523"/>
                </a:lnTo>
                <a:lnTo>
                  <a:pt x="119177" y="24121"/>
                </a:lnTo>
                <a:lnTo>
                  <a:pt x="119568" y="24725"/>
                </a:lnTo>
                <a:lnTo>
                  <a:pt x="119950" y="25336"/>
                </a:lnTo>
                <a:lnTo>
                  <a:pt x="120324" y="25954"/>
                </a:lnTo>
                <a:lnTo>
                  <a:pt x="120686" y="26581"/>
                </a:lnTo>
                <a:lnTo>
                  <a:pt x="121032" y="27223"/>
                </a:lnTo>
                <a:lnTo>
                  <a:pt x="121363" y="27879"/>
                </a:lnTo>
                <a:lnTo>
                  <a:pt x="121679" y="28548"/>
                </a:lnTo>
                <a:lnTo>
                  <a:pt x="121979" y="29231"/>
                </a:lnTo>
                <a:lnTo>
                  <a:pt x="122263" y="29928"/>
                </a:lnTo>
                <a:lnTo>
                  <a:pt x="122533" y="30639"/>
                </a:lnTo>
                <a:lnTo>
                  <a:pt x="122787" y="31364"/>
                </a:lnTo>
                <a:lnTo>
                  <a:pt x="123025" y="32103"/>
                </a:lnTo>
                <a:lnTo>
                  <a:pt x="123248" y="32855"/>
                </a:lnTo>
                <a:lnTo>
                  <a:pt x="123456" y="33621"/>
                </a:lnTo>
                <a:lnTo>
                  <a:pt x="123649" y="34401"/>
                </a:lnTo>
                <a:lnTo>
                  <a:pt x="123826" y="35195"/>
                </a:lnTo>
                <a:lnTo>
                  <a:pt x="123987" y="36003"/>
                </a:lnTo>
                <a:lnTo>
                  <a:pt x="124133" y="36824"/>
                </a:lnTo>
                <a:lnTo>
                  <a:pt x="124264" y="37660"/>
                </a:lnTo>
                <a:lnTo>
                  <a:pt x="124380" y="38509"/>
                </a:lnTo>
                <a:lnTo>
                  <a:pt x="124480" y="39372"/>
                </a:lnTo>
                <a:lnTo>
                  <a:pt x="124564" y="40249"/>
                </a:lnTo>
                <a:lnTo>
                  <a:pt x="124634" y="41139"/>
                </a:lnTo>
                <a:lnTo>
                  <a:pt x="124688" y="42044"/>
                </a:lnTo>
                <a:lnTo>
                  <a:pt x="124726" y="42962"/>
                </a:lnTo>
                <a:lnTo>
                  <a:pt x="124749" y="43894"/>
                </a:lnTo>
                <a:lnTo>
                  <a:pt x="124757" y="44840"/>
                </a:lnTo>
                <a:lnTo>
                  <a:pt x="124752" y="45491"/>
                </a:lnTo>
                <a:lnTo>
                  <a:pt x="124739" y="46135"/>
                </a:lnTo>
                <a:lnTo>
                  <a:pt x="124718" y="46773"/>
                </a:lnTo>
                <a:lnTo>
                  <a:pt x="124687" y="47405"/>
                </a:lnTo>
                <a:lnTo>
                  <a:pt x="124648" y="48031"/>
                </a:lnTo>
                <a:lnTo>
                  <a:pt x="124600" y="48651"/>
                </a:lnTo>
                <a:lnTo>
                  <a:pt x="124544" y="49265"/>
                </a:lnTo>
                <a:lnTo>
                  <a:pt x="124478" y="49873"/>
                </a:lnTo>
                <a:lnTo>
                  <a:pt x="124404" y="50475"/>
                </a:lnTo>
                <a:lnTo>
                  <a:pt x="124322" y="51071"/>
                </a:lnTo>
                <a:lnTo>
                  <a:pt x="124230" y="51660"/>
                </a:lnTo>
                <a:lnTo>
                  <a:pt x="124130" y="52244"/>
                </a:lnTo>
                <a:lnTo>
                  <a:pt x="124022" y="52822"/>
                </a:lnTo>
                <a:lnTo>
                  <a:pt x="123904" y="53394"/>
                </a:lnTo>
                <a:lnTo>
                  <a:pt x="123778" y="53960"/>
                </a:lnTo>
                <a:lnTo>
                  <a:pt x="123643" y="54520"/>
                </a:lnTo>
                <a:lnTo>
                  <a:pt x="123500" y="55073"/>
                </a:lnTo>
                <a:lnTo>
                  <a:pt x="123347" y="55621"/>
                </a:lnTo>
                <a:lnTo>
                  <a:pt x="123187" y="56163"/>
                </a:lnTo>
                <a:lnTo>
                  <a:pt x="123017" y="56698"/>
                </a:lnTo>
                <a:lnTo>
                  <a:pt x="122839" y="57228"/>
                </a:lnTo>
                <a:lnTo>
                  <a:pt x="122652" y="57752"/>
                </a:lnTo>
                <a:lnTo>
                  <a:pt x="122456" y="58269"/>
                </a:lnTo>
                <a:lnTo>
                  <a:pt x="122251" y="58781"/>
                </a:lnTo>
                <a:lnTo>
                  <a:pt x="122038" y="59286"/>
                </a:lnTo>
                <a:lnTo>
                  <a:pt x="121815" y="59785"/>
                </a:lnTo>
                <a:lnTo>
                  <a:pt x="121583" y="60276"/>
                </a:lnTo>
                <a:lnTo>
                  <a:pt x="121341" y="60762"/>
                </a:lnTo>
                <a:lnTo>
                  <a:pt x="121090" y="61240"/>
                </a:lnTo>
                <a:lnTo>
                  <a:pt x="120830" y="61712"/>
                </a:lnTo>
                <a:lnTo>
                  <a:pt x="120560" y="62177"/>
                </a:lnTo>
                <a:lnTo>
                  <a:pt x="120281" y="62635"/>
                </a:lnTo>
                <a:lnTo>
                  <a:pt x="119993" y="63087"/>
                </a:lnTo>
                <a:lnTo>
                  <a:pt x="119695" y="63532"/>
                </a:lnTo>
                <a:lnTo>
                  <a:pt x="119388" y="63970"/>
                </a:lnTo>
                <a:lnTo>
                  <a:pt x="119071" y="64402"/>
                </a:lnTo>
                <a:lnTo>
                  <a:pt x="118746" y="64827"/>
                </a:lnTo>
                <a:lnTo>
                  <a:pt x="118410" y="65245"/>
                </a:lnTo>
                <a:lnTo>
                  <a:pt x="118066" y="65657"/>
                </a:lnTo>
                <a:lnTo>
                  <a:pt x="117712" y="66062"/>
                </a:lnTo>
                <a:lnTo>
                  <a:pt x="117348" y="66460"/>
                </a:lnTo>
                <a:lnTo>
                  <a:pt x="116976" y="66851"/>
                </a:lnTo>
                <a:lnTo>
                  <a:pt x="116593" y="67236"/>
                </a:lnTo>
                <a:lnTo>
                  <a:pt x="116202" y="67614"/>
                </a:lnTo>
                <a:lnTo>
                  <a:pt x="115801" y="67985"/>
                </a:lnTo>
                <a:lnTo>
                  <a:pt x="115391" y="68350"/>
                </a:lnTo>
                <a:lnTo>
                  <a:pt x="114971" y="68708"/>
                </a:lnTo>
                <a:lnTo>
                  <a:pt x="114542" y="69059"/>
                </a:lnTo>
                <a:lnTo>
                  <a:pt x="114104" y="69404"/>
                </a:lnTo>
                <a:lnTo>
                  <a:pt x="113656" y="69741"/>
                </a:lnTo>
                <a:lnTo>
                  <a:pt x="113197" y="70071"/>
                </a:lnTo>
                <a:lnTo>
                  <a:pt x="112729" y="70394"/>
                </a:lnTo>
                <a:lnTo>
                  <a:pt x="112252" y="70710"/>
                </a:lnTo>
                <a:lnTo>
                  <a:pt x="111764" y="71019"/>
                </a:lnTo>
                <a:lnTo>
                  <a:pt x="111267" y="71320"/>
                </a:lnTo>
                <a:lnTo>
                  <a:pt x="110759" y="71615"/>
                </a:lnTo>
                <a:lnTo>
                  <a:pt x="110242" y="71902"/>
                </a:lnTo>
                <a:lnTo>
                  <a:pt x="109715" y="72182"/>
                </a:lnTo>
                <a:lnTo>
                  <a:pt x="109179" y="72455"/>
                </a:lnTo>
                <a:lnTo>
                  <a:pt x="108632" y="72721"/>
                </a:lnTo>
                <a:lnTo>
                  <a:pt x="108076" y="72980"/>
                </a:lnTo>
                <a:lnTo>
                  <a:pt x="107510" y="73232"/>
                </a:lnTo>
                <a:lnTo>
                  <a:pt x="106934" y="73476"/>
                </a:lnTo>
                <a:lnTo>
                  <a:pt x="106348" y="73713"/>
                </a:lnTo>
                <a:lnTo>
                  <a:pt x="105752" y="73944"/>
                </a:lnTo>
                <a:lnTo>
                  <a:pt x="105147" y="74167"/>
                </a:lnTo>
                <a:lnTo>
                  <a:pt x="104532" y="74383"/>
                </a:lnTo>
                <a:lnTo>
                  <a:pt x="103907" y="74591"/>
                </a:lnTo>
                <a:lnTo>
                  <a:pt x="103272" y="74793"/>
                </a:lnTo>
                <a:lnTo>
                  <a:pt x="102627" y="74988"/>
                </a:lnTo>
                <a:lnTo>
                  <a:pt x="101973" y="75175"/>
                </a:lnTo>
                <a:lnTo>
                  <a:pt x="101309" y="75355"/>
                </a:lnTo>
                <a:lnTo>
                  <a:pt x="100634" y="75528"/>
                </a:lnTo>
                <a:lnTo>
                  <a:pt x="99948" y="75694"/>
                </a:lnTo>
                <a:lnTo>
                  <a:pt x="99252" y="75852"/>
                </a:lnTo>
                <a:lnTo>
                  <a:pt x="98545" y="76003"/>
                </a:lnTo>
                <a:lnTo>
                  <a:pt x="97826" y="76146"/>
                </a:lnTo>
                <a:lnTo>
                  <a:pt x="97097" y="76283"/>
                </a:lnTo>
                <a:lnTo>
                  <a:pt x="96357" y="76411"/>
                </a:lnTo>
                <a:lnTo>
                  <a:pt x="95605" y="76533"/>
                </a:lnTo>
                <a:lnTo>
                  <a:pt x="94843" y="76647"/>
                </a:lnTo>
                <a:lnTo>
                  <a:pt x="94070" y="76754"/>
                </a:lnTo>
                <a:lnTo>
                  <a:pt x="93286" y="76853"/>
                </a:lnTo>
                <a:lnTo>
                  <a:pt x="92492" y="76945"/>
                </a:lnTo>
                <a:lnTo>
                  <a:pt x="91686" y="77030"/>
                </a:lnTo>
                <a:lnTo>
                  <a:pt x="90869" y="77107"/>
                </a:lnTo>
                <a:lnTo>
                  <a:pt x="90041" y="77177"/>
                </a:lnTo>
                <a:lnTo>
                  <a:pt x="89203" y="77240"/>
                </a:lnTo>
                <a:lnTo>
                  <a:pt x="88353" y="77295"/>
                </a:lnTo>
                <a:lnTo>
                  <a:pt x="87493" y="77343"/>
                </a:lnTo>
                <a:lnTo>
                  <a:pt x="86621" y="77383"/>
                </a:lnTo>
                <a:lnTo>
                  <a:pt x="85739" y="77416"/>
                </a:lnTo>
                <a:lnTo>
                  <a:pt x="84846" y="77442"/>
                </a:lnTo>
                <a:lnTo>
                  <a:pt x="83942" y="77460"/>
                </a:lnTo>
                <a:lnTo>
                  <a:pt x="83027" y="77471"/>
                </a:lnTo>
                <a:lnTo>
                  <a:pt x="82101" y="77475"/>
                </a:lnTo>
                <a:lnTo>
                  <a:pt x="78631" y="77475"/>
                </a:lnTo>
                <a:lnTo>
                  <a:pt x="78631" y="0"/>
                </a:lnTo>
                <a:close/>
                <a:moveTo>
                  <a:pt x="58672" y="77295"/>
                </a:moveTo>
                <a:lnTo>
                  <a:pt x="57632" y="77240"/>
                </a:lnTo>
                <a:lnTo>
                  <a:pt x="56609" y="77177"/>
                </a:lnTo>
                <a:lnTo>
                  <a:pt x="55603" y="77107"/>
                </a:lnTo>
                <a:lnTo>
                  <a:pt x="54614" y="77030"/>
                </a:lnTo>
                <a:lnTo>
                  <a:pt x="53642" y="76945"/>
                </a:lnTo>
                <a:lnTo>
                  <a:pt x="52686" y="76853"/>
                </a:lnTo>
                <a:lnTo>
                  <a:pt x="51748" y="76754"/>
                </a:lnTo>
                <a:lnTo>
                  <a:pt x="50827" y="76647"/>
                </a:lnTo>
                <a:lnTo>
                  <a:pt x="49923" y="76533"/>
                </a:lnTo>
                <a:lnTo>
                  <a:pt x="49035" y="76411"/>
                </a:lnTo>
                <a:lnTo>
                  <a:pt x="48165" y="76283"/>
                </a:lnTo>
                <a:lnTo>
                  <a:pt x="47312" y="76146"/>
                </a:lnTo>
                <a:lnTo>
                  <a:pt x="46475" y="76003"/>
                </a:lnTo>
                <a:lnTo>
                  <a:pt x="45656" y="75852"/>
                </a:lnTo>
                <a:lnTo>
                  <a:pt x="44853" y="75694"/>
                </a:lnTo>
                <a:lnTo>
                  <a:pt x="44067" y="75528"/>
                </a:lnTo>
                <a:lnTo>
                  <a:pt x="43299" y="75355"/>
                </a:lnTo>
                <a:lnTo>
                  <a:pt x="42545" y="75176"/>
                </a:lnTo>
                <a:lnTo>
                  <a:pt x="41806" y="74990"/>
                </a:lnTo>
                <a:lnTo>
                  <a:pt x="41079" y="74799"/>
                </a:lnTo>
                <a:lnTo>
                  <a:pt x="40367" y="74602"/>
                </a:lnTo>
                <a:lnTo>
                  <a:pt x="39668" y="74399"/>
                </a:lnTo>
                <a:lnTo>
                  <a:pt x="38982" y="74191"/>
                </a:lnTo>
                <a:lnTo>
                  <a:pt x="38311" y="73976"/>
                </a:lnTo>
                <a:lnTo>
                  <a:pt x="37653" y="73756"/>
                </a:lnTo>
                <a:lnTo>
                  <a:pt x="37008" y="73530"/>
                </a:lnTo>
                <a:lnTo>
                  <a:pt x="36377" y="73299"/>
                </a:lnTo>
                <a:lnTo>
                  <a:pt x="35760" y="73061"/>
                </a:lnTo>
                <a:lnTo>
                  <a:pt x="35156" y="72818"/>
                </a:lnTo>
                <a:lnTo>
                  <a:pt x="34566" y="72568"/>
                </a:lnTo>
                <a:lnTo>
                  <a:pt x="33989" y="72314"/>
                </a:lnTo>
                <a:lnTo>
                  <a:pt x="33427" y="72053"/>
                </a:lnTo>
                <a:lnTo>
                  <a:pt x="32877" y="71786"/>
                </a:lnTo>
                <a:lnTo>
                  <a:pt x="32342" y="71514"/>
                </a:lnTo>
                <a:lnTo>
                  <a:pt x="31820" y="71236"/>
                </a:lnTo>
                <a:lnTo>
                  <a:pt x="31311" y="70952"/>
                </a:lnTo>
                <a:lnTo>
                  <a:pt x="30816" y="70662"/>
                </a:lnTo>
                <a:lnTo>
                  <a:pt x="30335" y="70366"/>
                </a:lnTo>
                <a:lnTo>
                  <a:pt x="29867" y="70065"/>
                </a:lnTo>
                <a:lnTo>
                  <a:pt x="29413" y="69758"/>
                </a:lnTo>
                <a:lnTo>
                  <a:pt x="28973" y="69445"/>
                </a:lnTo>
                <a:lnTo>
                  <a:pt x="28545" y="69126"/>
                </a:lnTo>
                <a:lnTo>
                  <a:pt x="28127" y="68803"/>
                </a:lnTo>
                <a:lnTo>
                  <a:pt x="27720" y="68473"/>
                </a:lnTo>
                <a:lnTo>
                  <a:pt x="27324" y="68139"/>
                </a:lnTo>
                <a:lnTo>
                  <a:pt x="26939" y="67799"/>
                </a:lnTo>
                <a:lnTo>
                  <a:pt x="26564" y="67453"/>
                </a:lnTo>
                <a:lnTo>
                  <a:pt x="26200" y="67103"/>
                </a:lnTo>
                <a:lnTo>
                  <a:pt x="25846" y="66747"/>
                </a:lnTo>
                <a:lnTo>
                  <a:pt x="25504" y="66385"/>
                </a:lnTo>
                <a:lnTo>
                  <a:pt x="25172" y="66019"/>
                </a:lnTo>
                <a:lnTo>
                  <a:pt x="24851" y="65647"/>
                </a:lnTo>
                <a:lnTo>
                  <a:pt x="24540" y="65269"/>
                </a:lnTo>
                <a:lnTo>
                  <a:pt x="24240" y="64886"/>
                </a:lnTo>
                <a:lnTo>
                  <a:pt x="23951" y="64498"/>
                </a:lnTo>
                <a:lnTo>
                  <a:pt x="23673" y="64105"/>
                </a:lnTo>
                <a:lnTo>
                  <a:pt x="23405" y="63706"/>
                </a:lnTo>
                <a:lnTo>
                  <a:pt x="23148" y="63302"/>
                </a:lnTo>
                <a:lnTo>
                  <a:pt x="22902" y="62892"/>
                </a:lnTo>
                <a:lnTo>
                  <a:pt x="22667" y="62477"/>
                </a:lnTo>
                <a:lnTo>
                  <a:pt x="22442" y="62057"/>
                </a:lnTo>
                <a:lnTo>
                  <a:pt x="22228" y="61632"/>
                </a:lnTo>
                <a:lnTo>
                  <a:pt x="22024" y="61201"/>
                </a:lnTo>
                <a:lnTo>
                  <a:pt x="21831" y="60764"/>
                </a:lnTo>
                <a:lnTo>
                  <a:pt x="21649" y="60323"/>
                </a:lnTo>
                <a:lnTo>
                  <a:pt x="21476" y="59877"/>
                </a:lnTo>
                <a:lnTo>
                  <a:pt x="21311" y="59427"/>
                </a:lnTo>
                <a:lnTo>
                  <a:pt x="21152" y="58975"/>
                </a:lnTo>
                <a:lnTo>
                  <a:pt x="21002" y="58519"/>
                </a:lnTo>
                <a:lnTo>
                  <a:pt x="20858" y="58059"/>
                </a:lnTo>
                <a:lnTo>
                  <a:pt x="20722" y="57596"/>
                </a:lnTo>
                <a:lnTo>
                  <a:pt x="20593" y="57130"/>
                </a:lnTo>
                <a:lnTo>
                  <a:pt x="20472" y="56661"/>
                </a:lnTo>
                <a:lnTo>
                  <a:pt x="20357" y="56188"/>
                </a:lnTo>
                <a:lnTo>
                  <a:pt x="20251" y="55712"/>
                </a:lnTo>
                <a:lnTo>
                  <a:pt x="20151" y="55233"/>
                </a:lnTo>
                <a:lnTo>
                  <a:pt x="20059" y="54750"/>
                </a:lnTo>
                <a:lnTo>
                  <a:pt x="19975" y="54264"/>
                </a:lnTo>
                <a:lnTo>
                  <a:pt x="19897" y="53774"/>
                </a:lnTo>
                <a:lnTo>
                  <a:pt x="19828" y="53281"/>
                </a:lnTo>
                <a:lnTo>
                  <a:pt x="19765" y="52785"/>
                </a:lnTo>
                <a:lnTo>
                  <a:pt x="19710" y="52285"/>
                </a:lnTo>
                <a:lnTo>
                  <a:pt x="19662" y="51783"/>
                </a:lnTo>
                <a:lnTo>
                  <a:pt x="19621" y="51276"/>
                </a:lnTo>
                <a:lnTo>
                  <a:pt x="19588" y="50767"/>
                </a:lnTo>
                <a:lnTo>
                  <a:pt x="19563" y="50254"/>
                </a:lnTo>
                <a:lnTo>
                  <a:pt x="19544" y="49738"/>
                </a:lnTo>
                <a:lnTo>
                  <a:pt x="19533" y="49218"/>
                </a:lnTo>
                <a:lnTo>
                  <a:pt x="19529" y="48695"/>
                </a:lnTo>
                <a:lnTo>
                  <a:pt x="19537" y="47878"/>
                </a:lnTo>
                <a:lnTo>
                  <a:pt x="19562" y="47077"/>
                </a:lnTo>
                <a:lnTo>
                  <a:pt x="19602" y="46292"/>
                </a:lnTo>
                <a:lnTo>
                  <a:pt x="19659" y="45522"/>
                </a:lnTo>
                <a:lnTo>
                  <a:pt x="19732" y="44768"/>
                </a:lnTo>
                <a:lnTo>
                  <a:pt x="19821" y="44029"/>
                </a:lnTo>
                <a:lnTo>
                  <a:pt x="19927" y="43307"/>
                </a:lnTo>
                <a:lnTo>
                  <a:pt x="20049" y="42599"/>
                </a:lnTo>
                <a:lnTo>
                  <a:pt x="20187" y="41907"/>
                </a:lnTo>
                <a:lnTo>
                  <a:pt x="20341" y="41231"/>
                </a:lnTo>
                <a:lnTo>
                  <a:pt x="20511" y="40571"/>
                </a:lnTo>
                <a:lnTo>
                  <a:pt x="20698" y="39926"/>
                </a:lnTo>
                <a:lnTo>
                  <a:pt x="20901" y="39297"/>
                </a:lnTo>
                <a:lnTo>
                  <a:pt x="21120" y="38683"/>
                </a:lnTo>
                <a:lnTo>
                  <a:pt x="21355" y="38085"/>
                </a:lnTo>
                <a:lnTo>
                  <a:pt x="21607" y="37503"/>
                </a:lnTo>
                <a:lnTo>
                  <a:pt x="21874" y="36936"/>
                </a:lnTo>
                <a:lnTo>
                  <a:pt x="22158" y="36385"/>
                </a:lnTo>
                <a:lnTo>
                  <a:pt x="22458" y="35849"/>
                </a:lnTo>
                <a:lnTo>
                  <a:pt x="22775" y="35329"/>
                </a:lnTo>
                <a:lnTo>
                  <a:pt x="23108" y="34825"/>
                </a:lnTo>
                <a:lnTo>
                  <a:pt x="23456" y="34336"/>
                </a:lnTo>
                <a:lnTo>
                  <a:pt x="23822" y="33863"/>
                </a:lnTo>
                <a:lnTo>
                  <a:pt x="24203" y="33406"/>
                </a:lnTo>
                <a:lnTo>
                  <a:pt x="24599" y="32961"/>
                </a:lnTo>
                <a:lnTo>
                  <a:pt x="25006" y="32527"/>
                </a:lnTo>
                <a:lnTo>
                  <a:pt x="25426" y="32104"/>
                </a:lnTo>
                <a:lnTo>
                  <a:pt x="25859" y="31691"/>
                </a:lnTo>
                <a:lnTo>
                  <a:pt x="26303" y="31288"/>
                </a:lnTo>
                <a:lnTo>
                  <a:pt x="26760" y="30896"/>
                </a:lnTo>
                <a:lnTo>
                  <a:pt x="27229" y="30515"/>
                </a:lnTo>
                <a:lnTo>
                  <a:pt x="27710" y="30143"/>
                </a:lnTo>
                <a:lnTo>
                  <a:pt x="28204" y="29783"/>
                </a:lnTo>
                <a:lnTo>
                  <a:pt x="28710" y="29433"/>
                </a:lnTo>
                <a:lnTo>
                  <a:pt x="29228" y="29093"/>
                </a:lnTo>
                <a:lnTo>
                  <a:pt x="29758" y="28764"/>
                </a:lnTo>
                <a:lnTo>
                  <a:pt x="30300" y="28445"/>
                </a:lnTo>
                <a:lnTo>
                  <a:pt x="30855" y="28137"/>
                </a:lnTo>
                <a:lnTo>
                  <a:pt x="31422" y="27840"/>
                </a:lnTo>
                <a:lnTo>
                  <a:pt x="32001" y="27552"/>
                </a:lnTo>
                <a:lnTo>
                  <a:pt x="32593" y="27276"/>
                </a:lnTo>
                <a:lnTo>
                  <a:pt x="33196" y="27009"/>
                </a:lnTo>
                <a:lnTo>
                  <a:pt x="33812" y="26754"/>
                </a:lnTo>
                <a:lnTo>
                  <a:pt x="34440" y="26508"/>
                </a:lnTo>
                <a:lnTo>
                  <a:pt x="35081" y="26274"/>
                </a:lnTo>
                <a:lnTo>
                  <a:pt x="35733" y="26049"/>
                </a:lnTo>
                <a:lnTo>
                  <a:pt x="36398" y="25836"/>
                </a:lnTo>
                <a:lnTo>
                  <a:pt x="37075" y="25632"/>
                </a:lnTo>
                <a:lnTo>
                  <a:pt x="37763" y="25437"/>
                </a:lnTo>
                <a:lnTo>
                  <a:pt x="38459" y="25249"/>
                </a:lnTo>
                <a:lnTo>
                  <a:pt x="39164" y="25067"/>
                </a:lnTo>
                <a:lnTo>
                  <a:pt x="39878" y="24892"/>
                </a:lnTo>
                <a:lnTo>
                  <a:pt x="40601" y="24723"/>
                </a:lnTo>
                <a:lnTo>
                  <a:pt x="41333" y="24560"/>
                </a:lnTo>
                <a:lnTo>
                  <a:pt x="42074" y="24404"/>
                </a:lnTo>
                <a:lnTo>
                  <a:pt x="42824" y="24255"/>
                </a:lnTo>
                <a:lnTo>
                  <a:pt x="43582" y="24112"/>
                </a:lnTo>
                <a:lnTo>
                  <a:pt x="44350" y="23975"/>
                </a:lnTo>
                <a:lnTo>
                  <a:pt x="45126" y="23845"/>
                </a:lnTo>
                <a:lnTo>
                  <a:pt x="45912" y="23721"/>
                </a:lnTo>
                <a:lnTo>
                  <a:pt x="46706" y="23604"/>
                </a:lnTo>
                <a:lnTo>
                  <a:pt x="47509" y="23493"/>
                </a:lnTo>
                <a:lnTo>
                  <a:pt x="48321" y="23389"/>
                </a:lnTo>
                <a:lnTo>
                  <a:pt x="49142" y="23291"/>
                </a:lnTo>
                <a:lnTo>
                  <a:pt x="49972" y="23200"/>
                </a:lnTo>
                <a:lnTo>
                  <a:pt x="50811" y="23115"/>
                </a:lnTo>
                <a:lnTo>
                  <a:pt x="51658" y="23036"/>
                </a:lnTo>
                <a:lnTo>
                  <a:pt x="52515" y="22965"/>
                </a:lnTo>
                <a:lnTo>
                  <a:pt x="53381" y="22899"/>
                </a:lnTo>
                <a:lnTo>
                  <a:pt x="54255" y="22840"/>
                </a:lnTo>
                <a:lnTo>
                  <a:pt x="55138" y="22788"/>
                </a:lnTo>
                <a:lnTo>
                  <a:pt x="56031" y="22741"/>
                </a:lnTo>
                <a:lnTo>
                  <a:pt x="59231" y="22741"/>
                </a:lnTo>
                <a:lnTo>
                  <a:pt x="59231" y="77320"/>
                </a:lnTo>
                <a:lnTo>
                  <a:pt x="58672" y="77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60">
            <a:extLst xmlns:a="http://schemas.openxmlformats.org/drawingml/2006/main">
              <a:ext uri="{FF2B5EF4-FFF2-40B4-BE49-F238E27FC236}">
                <a16:creationId xmlns:a16="http://schemas.microsoft.com/office/drawing/2014/main" id="{8898130C-6A52-44AF-A10A-F676D54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858" y="4790154"/>
            <a:ext cx="167081" cy="141331"/>
          </a:xfrm>
          <a:custGeom xmlns:a="http://schemas.openxmlformats.org/drawingml/2006/main">
            <a:pathLst>
              <a:path w="167081" h="141331">
                <a:moveTo>
                  <a:pt x="167078" y="58587"/>
                </a:moveTo>
                <a:lnTo>
                  <a:pt x="167070" y="57479"/>
                </a:lnTo>
                <a:lnTo>
                  <a:pt x="167056" y="56384"/>
                </a:lnTo>
                <a:lnTo>
                  <a:pt x="167035" y="55301"/>
                </a:lnTo>
                <a:lnTo>
                  <a:pt x="167010" y="54229"/>
                </a:lnTo>
                <a:lnTo>
                  <a:pt x="166978" y="53170"/>
                </a:lnTo>
                <a:lnTo>
                  <a:pt x="166941" y="52123"/>
                </a:lnTo>
                <a:lnTo>
                  <a:pt x="166898" y="51089"/>
                </a:lnTo>
                <a:lnTo>
                  <a:pt x="166849" y="50066"/>
                </a:lnTo>
                <a:lnTo>
                  <a:pt x="166794" y="49056"/>
                </a:lnTo>
                <a:lnTo>
                  <a:pt x="166734" y="48057"/>
                </a:lnTo>
                <a:lnTo>
                  <a:pt x="166668" y="47071"/>
                </a:lnTo>
                <a:lnTo>
                  <a:pt x="166596" y="46097"/>
                </a:lnTo>
                <a:lnTo>
                  <a:pt x="166519" y="45135"/>
                </a:lnTo>
                <a:lnTo>
                  <a:pt x="166436" y="44185"/>
                </a:lnTo>
                <a:lnTo>
                  <a:pt x="166347" y="43247"/>
                </a:lnTo>
                <a:lnTo>
                  <a:pt x="166252" y="42322"/>
                </a:lnTo>
                <a:lnTo>
                  <a:pt x="166151" y="41409"/>
                </a:lnTo>
                <a:lnTo>
                  <a:pt x="166045" y="40507"/>
                </a:lnTo>
                <a:lnTo>
                  <a:pt x="165933" y="39618"/>
                </a:lnTo>
                <a:lnTo>
                  <a:pt x="165816" y="38741"/>
                </a:lnTo>
                <a:lnTo>
                  <a:pt x="165692" y="37876"/>
                </a:lnTo>
                <a:lnTo>
                  <a:pt x="165563" y="37024"/>
                </a:lnTo>
                <a:lnTo>
                  <a:pt x="165428" y="36183"/>
                </a:lnTo>
                <a:lnTo>
                  <a:pt x="165288" y="35354"/>
                </a:lnTo>
                <a:lnTo>
                  <a:pt x="165142" y="34535"/>
                </a:lnTo>
                <a:lnTo>
                  <a:pt x="164990" y="33727"/>
                </a:lnTo>
                <a:lnTo>
                  <a:pt x="164834" y="32930"/>
                </a:lnTo>
                <a:lnTo>
                  <a:pt x="164672" y="32144"/>
                </a:lnTo>
                <a:lnTo>
                  <a:pt x="164504" y="31368"/>
                </a:lnTo>
                <a:lnTo>
                  <a:pt x="164331" y="30603"/>
                </a:lnTo>
                <a:lnTo>
                  <a:pt x="164153" y="29848"/>
                </a:lnTo>
                <a:lnTo>
                  <a:pt x="163969" y="29104"/>
                </a:lnTo>
                <a:lnTo>
                  <a:pt x="163780" y="28371"/>
                </a:lnTo>
                <a:lnTo>
                  <a:pt x="163585" y="27648"/>
                </a:lnTo>
                <a:lnTo>
                  <a:pt x="163385" y="26937"/>
                </a:lnTo>
                <a:lnTo>
                  <a:pt x="163180" y="26235"/>
                </a:lnTo>
                <a:lnTo>
                  <a:pt x="162969" y="25545"/>
                </a:lnTo>
                <a:lnTo>
                  <a:pt x="162753" y="24865"/>
                </a:lnTo>
                <a:lnTo>
                  <a:pt x="162531" y="24195"/>
                </a:lnTo>
                <a:lnTo>
                  <a:pt x="162304" y="23537"/>
                </a:lnTo>
                <a:lnTo>
                  <a:pt x="162071" y="22889"/>
                </a:lnTo>
                <a:lnTo>
                  <a:pt x="161833" y="22252"/>
                </a:lnTo>
                <a:lnTo>
                  <a:pt x="161590" y="21625"/>
                </a:lnTo>
                <a:lnTo>
                  <a:pt x="161341" y="21009"/>
                </a:lnTo>
                <a:lnTo>
                  <a:pt x="161087" y="20404"/>
                </a:lnTo>
                <a:lnTo>
                  <a:pt x="160828" y="19809"/>
                </a:lnTo>
                <a:lnTo>
                  <a:pt x="160563" y="19225"/>
                </a:lnTo>
                <a:lnTo>
                  <a:pt x="160293" y="18651"/>
                </a:lnTo>
                <a:lnTo>
                  <a:pt x="160019" y="18087"/>
                </a:lnTo>
                <a:lnTo>
                  <a:pt x="159740" y="17532"/>
                </a:lnTo>
                <a:lnTo>
                  <a:pt x="159457" y="16987"/>
                </a:lnTo>
                <a:lnTo>
                  <a:pt x="159169" y="16451"/>
                </a:lnTo>
                <a:lnTo>
                  <a:pt x="158877" y="15925"/>
                </a:lnTo>
                <a:lnTo>
                  <a:pt x="158581" y="15408"/>
                </a:lnTo>
                <a:lnTo>
                  <a:pt x="158280" y="14900"/>
                </a:lnTo>
                <a:lnTo>
                  <a:pt x="157974" y="14403"/>
                </a:lnTo>
                <a:lnTo>
                  <a:pt x="157665" y="13914"/>
                </a:lnTo>
                <a:lnTo>
                  <a:pt x="157350" y="13436"/>
                </a:lnTo>
                <a:lnTo>
                  <a:pt x="157032" y="12966"/>
                </a:lnTo>
                <a:lnTo>
                  <a:pt x="156709" y="12507"/>
                </a:lnTo>
                <a:lnTo>
                  <a:pt x="156381" y="12056"/>
                </a:lnTo>
                <a:lnTo>
                  <a:pt x="156049" y="11616"/>
                </a:lnTo>
                <a:lnTo>
                  <a:pt x="155713" y="11185"/>
                </a:lnTo>
                <a:lnTo>
                  <a:pt x="155372" y="10763"/>
                </a:lnTo>
                <a:lnTo>
                  <a:pt x="155027" y="10351"/>
                </a:lnTo>
                <a:lnTo>
                  <a:pt x="154678" y="9948"/>
                </a:lnTo>
                <a:lnTo>
                  <a:pt x="154324" y="9555"/>
                </a:lnTo>
                <a:lnTo>
                  <a:pt x="153965" y="9171"/>
                </a:lnTo>
                <a:lnTo>
                  <a:pt x="153602" y="8797"/>
                </a:lnTo>
                <a:lnTo>
                  <a:pt x="153235" y="8432"/>
                </a:lnTo>
                <a:lnTo>
                  <a:pt x="152863" y="8077"/>
                </a:lnTo>
                <a:lnTo>
                  <a:pt x="152487" y="7731"/>
                </a:lnTo>
                <a:lnTo>
                  <a:pt x="152107" y="7392"/>
                </a:lnTo>
                <a:lnTo>
                  <a:pt x="151722" y="7062"/>
                </a:lnTo>
                <a:lnTo>
                  <a:pt x="151333" y="6739"/>
                </a:lnTo>
                <a:lnTo>
                  <a:pt x="150940" y="6424"/>
                </a:lnTo>
                <a:lnTo>
                  <a:pt x="150543" y="6117"/>
                </a:lnTo>
                <a:lnTo>
                  <a:pt x="150141" y="5818"/>
                </a:lnTo>
                <a:lnTo>
                  <a:pt x="149735" y="5527"/>
                </a:lnTo>
                <a:lnTo>
                  <a:pt x="149325" y="5243"/>
                </a:lnTo>
                <a:lnTo>
                  <a:pt x="148910" y="4968"/>
                </a:lnTo>
                <a:lnTo>
                  <a:pt x="148492" y="4700"/>
                </a:lnTo>
                <a:lnTo>
                  <a:pt x="148069" y="4440"/>
                </a:lnTo>
                <a:lnTo>
                  <a:pt x="147641" y="4188"/>
                </a:lnTo>
                <a:lnTo>
                  <a:pt x="147210" y="3944"/>
                </a:lnTo>
                <a:lnTo>
                  <a:pt x="146774" y="3708"/>
                </a:lnTo>
                <a:lnTo>
                  <a:pt x="146334" y="3480"/>
                </a:lnTo>
                <a:lnTo>
                  <a:pt x="145890" y="3259"/>
                </a:lnTo>
                <a:lnTo>
                  <a:pt x="145441" y="3047"/>
                </a:lnTo>
                <a:lnTo>
                  <a:pt x="144988" y="2842"/>
                </a:lnTo>
                <a:lnTo>
                  <a:pt x="144531" y="2645"/>
                </a:lnTo>
                <a:lnTo>
                  <a:pt x="144070" y="2456"/>
                </a:lnTo>
                <a:lnTo>
                  <a:pt x="143604" y="2275"/>
                </a:lnTo>
                <a:lnTo>
                  <a:pt x="143134" y="2102"/>
                </a:lnTo>
                <a:lnTo>
                  <a:pt x="142660" y="1937"/>
                </a:lnTo>
                <a:lnTo>
                  <a:pt x="142182" y="1779"/>
                </a:lnTo>
                <a:lnTo>
                  <a:pt x="141701" y="1627"/>
                </a:lnTo>
                <a:lnTo>
                  <a:pt x="141216" y="1483"/>
                </a:lnTo>
                <a:lnTo>
                  <a:pt x="140727" y="1345"/>
                </a:lnTo>
                <a:lnTo>
                  <a:pt x="140236" y="1214"/>
                </a:lnTo>
                <a:lnTo>
                  <a:pt x="139740" y="1089"/>
                </a:lnTo>
                <a:lnTo>
                  <a:pt x="139242" y="972"/>
                </a:lnTo>
                <a:lnTo>
                  <a:pt x="138740" y="861"/>
                </a:lnTo>
                <a:lnTo>
                  <a:pt x="138234" y="757"/>
                </a:lnTo>
                <a:lnTo>
                  <a:pt x="137725" y="659"/>
                </a:lnTo>
                <a:lnTo>
                  <a:pt x="137212" y="568"/>
                </a:lnTo>
                <a:lnTo>
                  <a:pt x="136697" y="484"/>
                </a:lnTo>
                <a:lnTo>
                  <a:pt x="136177" y="407"/>
                </a:lnTo>
                <a:lnTo>
                  <a:pt x="135654" y="336"/>
                </a:lnTo>
                <a:lnTo>
                  <a:pt x="135128" y="272"/>
                </a:lnTo>
                <a:lnTo>
                  <a:pt x="134599" y="215"/>
                </a:lnTo>
                <a:lnTo>
                  <a:pt x="134065" y="165"/>
                </a:lnTo>
                <a:lnTo>
                  <a:pt x="133529" y="121"/>
                </a:lnTo>
                <a:lnTo>
                  <a:pt x="132989" y="84"/>
                </a:lnTo>
                <a:lnTo>
                  <a:pt x="132445" y="54"/>
                </a:lnTo>
                <a:lnTo>
                  <a:pt x="131898" y="30"/>
                </a:lnTo>
                <a:lnTo>
                  <a:pt x="131348" y="13"/>
                </a:lnTo>
                <a:lnTo>
                  <a:pt x="130794" y="3"/>
                </a:lnTo>
                <a:lnTo>
                  <a:pt x="130237" y="0"/>
                </a:lnTo>
                <a:lnTo>
                  <a:pt x="129547" y="5"/>
                </a:lnTo>
                <a:lnTo>
                  <a:pt x="128862" y="21"/>
                </a:lnTo>
                <a:lnTo>
                  <a:pt x="128183" y="47"/>
                </a:lnTo>
                <a:lnTo>
                  <a:pt x="127509" y="84"/>
                </a:lnTo>
                <a:lnTo>
                  <a:pt x="126841" y="131"/>
                </a:lnTo>
                <a:lnTo>
                  <a:pt x="126178" y="189"/>
                </a:lnTo>
                <a:lnTo>
                  <a:pt x="125520" y="257"/>
                </a:lnTo>
                <a:lnTo>
                  <a:pt x="124868" y="336"/>
                </a:lnTo>
                <a:lnTo>
                  <a:pt x="124221" y="425"/>
                </a:lnTo>
                <a:lnTo>
                  <a:pt x="123580" y="525"/>
                </a:lnTo>
                <a:lnTo>
                  <a:pt x="122944" y="635"/>
                </a:lnTo>
                <a:lnTo>
                  <a:pt x="122313" y="756"/>
                </a:lnTo>
                <a:lnTo>
                  <a:pt x="121688" y="887"/>
                </a:lnTo>
                <a:lnTo>
                  <a:pt x="121068" y="1029"/>
                </a:lnTo>
                <a:lnTo>
                  <a:pt x="120454" y="1181"/>
                </a:lnTo>
                <a:lnTo>
                  <a:pt x="119845" y="1344"/>
                </a:lnTo>
                <a:lnTo>
                  <a:pt x="119242" y="1517"/>
                </a:lnTo>
                <a:lnTo>
                  <a:pt x="118643" y="1701"/>
                </a:lnTo>
                <a:lnTo>
                  <a:pt x="118051" y="1895"/>
                </a:lnTo>
                <a:lnTo>
                  <a:pt x="117464" y="2099"/>
                </a:lnTo>
                <a:lnTo>
                  <a:pt x="116882" y="2315"/>
                </a:lnTo>
                <a:lnTo>
                  <a:pt x="116305" y="2540"/>
                </a:lnTo>
                <a:lnTo>
                  <a:pt x="115734" y="2776"/>
                </a:lnTo>
                <a:lnTo>
                  <a:pt x="115169" y="3023"/>
                </a:lnTo>
                <a:lnTo>
                  <a:pt x="114609" y="3282"/>
                </a:lnTo>
                <a:lnTo>
                  <a:pt x="114056" y="3554"/>
                </a:lnTo>
                <a:lnTo>
                  <a:pt x="113509" y="3840"/>
                </a:lnTo>
                <a:lnTo>
                  <a:pt x="112970" y="4140"/>
                </a:lnTo>
                <a:lnTo>
                  <a:pt x="112436" y="4453"/>
                </a:lnTo>
                <a:lnTo>
                  <a:pt x="111909" y="4780"/>
                </a:lnTo>
                <a:lnTo>
                  <a:pt x="111389" y="5120"/>
                </a:lnTo>
                <a:lnTo>
                  <a:pt x="110875" y="5474"/>
                </a:lnTo>
                <a:lnTo>
                  <a:pt x="110368" y="5842"/>
                </a:lnTo>
                <a:lnTo>
                  <a:pt x="109868" y="6223"/>
                </a:lnTo>
                <a:lnTo>
                  <a:pt x="109374" y="6618"/>
                </a:lnTo>
                <a:lnTo>
                  <a:pt x="108886" y="7026"/>
                </a:lnTo>
                <a:lnTo>
                  <a:pt x="108405" y="7448"/>
                </a:lnTo>
                <a:lnTo>
                  <a:pt x="107931" y="7884"/>
                </a:lnTo>
                <a:lnTo>
                  <a:pt x="107463" y="8334"/>
                </a:lnTo>
                <a:lnTo>
                  <a:pt x="107002" y="8796"/>
                </a:lnTo>
                <a:lnTo>
                  <a:pt x="106547" y="9273"/>
                </a:lnTo>
                <a:lnTo>
                  <a:pt x="106099" y="9763"/>
                </a:lnTo>
                <a:lnTo>
                  <a:pt x="105658" y="10267"/>
                </a:lnTo>
                <a:lnTo>
                  <a:pt x="105223" y="10784"/>
                </a:lnTo>
                <a:lnTo>
                  <a:pt x="104794" y="11315"/>
                </a:lnTo>
                <a:lnTo>
                  <a:pt x="104373" y="11860"/>
                </a:lnTo>
                <a:lnTo>
                  <a:pt x="103957" y="12418"/>
                </a:lnTo>
                <a:lnTo>
                  <a:pt x="103549" y="12990"/>
                </a:lnTo>
                <a:lnTo>
                  <a:pt x="103147" y="13576"/>
                </a:lnTo>
                <a:lnTo>
                  <a:pt x="102753" y="14178"/>
                </a:lnTo>
                <a:lnTo>
                  <a:pt x="102367" y="14796"/>
                </a:lnTo>
                <a:lnTo>
                  <a:pt x="101988" y="15429"/>
                </a:lnTo>
                <a:lnTo>
                  <a:pt x="101618" y="16078"/>
                </a:lnTo>
                <a:lnTo>
                  <a:pt x="101255" y="16742"/>
                </a:lnTo>
                <a:lnTo>
                  <a:pt x="100899" y="17422"/>
                </a:lnTo>
                <a:lnTo>
                  <a:pt x="100552" y="18118"/>
                </a:lnTo>
                <a:lnTo>
                  <a:pt x="100212" y="18829"/>
                </a:lnTo>
                <a:lnTo>
                  <a:pt x="99879" y="19555"/>
                </a:lnTo>
                <a:lnTo>
                  <a:pt x="99555" y="20298"/>
                </a:lnTo>
                <a:lnTo>
                  <a:pt x="99238" y="21056"/>
                </a:lnTo>
                <a:lnTo>
                  <a:pt x="98929" y="21829"/>
                </a:lnTo>
                <a:lnTo>
                  <a:pt x="98628" y="22618"/>
                </a:lnTo>
                <a:lnTo>
                  <a:pt x="98334" y="23423"/>
                </a:lnTo>
                <a:lnTo>
                  <a:pt x="98048" y="24243"/>
                </a:lnTo>
                <a:lnTo>
                  <a:pt x="97770" y="25078"/>
                </a:lnTo>
                <a:lnTo>
                  <a:pt x="97499" y="25930"/>
                </a:lnTo>
                <a:lnTo>
                  <a:pt x="97236" y="26797"/>
                </a:lnTo>
                <a:lnTo>
                  <a:pt x="96981" y="27679"/>
                </a:lnTo>
                <a:lnTo>
                  <a:pt x="96734" y="28577"/>
                </a:lnTo>
                <a:lnTo>
                  <a:pt x="96494" y="29491"/>
                </a:lnTo>
                <a:lnTo>
                  <a:pt x="96262" y="30420"/>
                </a:lnTo>
                <a:lnTo>
                  <a:pt x="96038" y="31365"/>
                </a:lnTo>
                <a:lnTo>
                  <a:pt x="95822" y="32327"/>
                </a:lnTo>
                <a:lnTo>
                  <a:pt x="95615" y="33308"/>
                </a:lnTo>
                <a:lnTo>
                  <a:pt x="95418" y="34308"/>
                </a:lnTo>
                <a:lnTo>
                  <a:pt x="95230" y="35328"/>
                </a:lnTo>
                <a:lnTo>
                  <a:pt x="95051" y="36366"/>
                </a:lnTo>
                <a:lnTo>
                  <a:pt x="94881" y="37423"/>
                </a:lnTo>
                <a:lnTo>
                  <a:pt x="94720" y="38499"/>
                </a:lnTo>
                <a:lnTo>
                  <a:pt x="94568" y="39595"/>
                </a:lnTo>
                <a:lnTo>
                  <a:pt x="94426" y="40709"/>
                </a:lnTo>
                <a:lnTo>
                  <a:pt x="94293" y="41842"/>
                </a:lnTo>
                <a:lnTo>
                  <a:pt x="94169" y="42995"/>
                </a:lnTo>
                <a:lnTo>
                  <a:pt x="94054" y="44166"/>
                </a:lnTo>
                <a:lnTo>
                  <a:pt x="93948" y="45356"/>
                </a:lnTo>
                <a:lnTo>
                  <a:pt x="93852" y="46566"/>
                </a:lnTo>
                <a:lnTo>
                  <a:pt x="93765" y="47794"/>
                </a:lnTo>
                <a:lnTo>
                  <a:pt x="93687" y="49042"/>
                </a:lnTo>
                <a:lnTo>
                  <a:pt x="93618" y="50308"/>
                </a:lnTo>
                <a:lnTo>
                  <a:pt x="93558" y="51594"/>
                </a:lnTo>
                <a:lnTo>
                  <a:pt x="93508" y="52898"/>
                </a:lnTo>
                <a:lnTo>
                  <a:pt x="93466" y="54222"/>
                </a:lnTo>
                <a:lnTo>
                  <a:pt x="93434" y="55565"/>
                </a:lnTo>
                <a:lnTo>
                  <a:pt x="93411" y="56926"/>
                </a:lnTo>
                <a:lnTo>
                  <a:pt x="93397" y="58307"/>
                </a:lnTo>
                <a:lnTo>
                  <a:pt x="93393" y="59707"/>
                </a:lnTo>
                <a:lnTo>
                  <a:pt x="93393" y="80680"/>
                </a:lnTo>
                <a:lnTo>
                  <a:pt x="93396" y="81800"/>
                </a:lnTo>
                <a:lnTo>
                  <a:pt x="93405" y="82908"/>
                </a:lnTo>
                <a:lnTo>
                  <a:pt x="93419" y="84004"/>
                </a:lnTo>
                <a:lnTo>
                  <a:pt x="93440" y="85088"/>
                </a:lnTo>
                <a:lnTo>
                  <a:pt x="93467" y="86161"/>
                </a:lnTo>
                <a:lnTo>
                  <a:pt x="93499" y="87222"/>
                </a:lnTo>
                <a:lnTo>
                  <a:pt x="93537" y="88271"/>
                </a:lnTo>
                <a:lnTo>
                  <a:pt x="93582" y="89308"/>
                </a:lnTo>
                <a:lnTo>
                  <a:pt x="93632" y="90334"/>
                </a:lnTo>
                <a:lnTo>
                  <a:pt x="93688" y="91347"/>
                </a:lnTo>
                <a:lnTo>
                  <a:pt x="93750" y="92349"/>
                </a:lnTo>
                <a:lnTo>
                  <a:pt x="93818" y="93339"/>
                </a:lnTo>
                <a:lnTo>
                  <a:pt x="93892" y="94317"/>
                </a:lnTo>
                <a:lnTo>
                  <a:pt x="93971" y="95284"/>
                </a:lnTo>
                <a:lnTo>
                  <a:pt x="94057" y="96238"/>
                </a:lnTo>
                <a:lnTo>
                  <a:pt x="94148" y="97181"/>
                </a:lnTo>
                <a:lnTo>
                  <a:pt x="94246" y="98112"/>
                </a:lnTo>
                <a:lnTo>
                  <a:pt x="94349" y="99031"/>
                </a:lnTo>
                <a:lnTo>
                  <a:pt x="94458" y="99938"/>
                </a:lnTo>
                <a:lnTo>
                  <a:pt x="94574" y="100834"/>
                </a:lnTo>
                <a:lnTo>
                  <a:pt x="94695" y="101717"/>
                </a:lnTo>
                <a:lnTo>
                  <a:pt x="94822" y="102589"/>
                </a:lnTo>
                <a:lnTo>
                  <a:pt x="94954" y="103449"/>
                </a:lnTo>
                <a:lnTo>
                  <a:pt x="95093" y="104298"/>
                </a:lnTo>
                <a:lnTo>
                  <a:pt x="95238" y="105135"/>
                </a:lnTo>
                <a:lnTo>
                  <a:pt x="95387" y="105962"/>
                </a:lnTo>
                <a:lnTo>
                  <a:pt x="95542" y="106778"/>
                </a:lnTo>
                <a:lnTo>
                  <a:pt x="95702" y="107583"/>
                </a:lnTo>
                <a:lnTo>
                  <a:pt x="95867" y="108378"/>
                </a:lnTo>
                <a:lnTo>
                  <a:pt x="96038" y="109163"/>
                </a:lnTo>
                <a:lnTo>
                  <a:pt x="96214" y="109937"/>
                </a:lnTo>
                <a:lnTo>
                  <a:pt x="96395" y="110701"/>
                </a:lnTo>
                <a:lnTo>
                  <a:pt x="96581" y="111454"/>
                </a:lnTo>
                <a:lnTo>
                  <a:pt x="96773" y="112197"/>
                </a:lnTo>
                <a:lnTo>
                  <a:pt x="96970" y="112929"/>
                </a:lnTo>
                <a:lnTo>
                  <a:pt x="97172" y="113651"/>
                </a:lnTo>
                <a:lnTo>
                  <a:pt x="97379" y="114362"/>
                </a:lnTo>
                <a:lnTo>
                  <a:pt x="97591" y="115062"/>
                </a:lnTo>
                <a:lnTo>
                  <a:pt x="97809" y="115753"/>
                </a:lnTo>
                <a:lnTo>
                  <a:pt x="98032" y="116432"/>
                </a:lnTo>
                <a:lnTo>
                  <a:pt x="98261" y="117101"/>
                </a:lnTo>
                <a:lnTo>
                  <a:pt x="98494" y="117760"/>
                </a:lnTo>
                <a:lnTo>
                  <a:pt x="98733" y="118408"/>
                </a:lnTo>
                <a:lnTo>
                  <a:pt x="98977" y="119046"/>
                </a:lnTo>
                <a:lnTo>
                  <a:pt x="99226" y="119673"/>
                </a:lnTo>
                <a:lnTo>
                  <a:pt x="99481" y="120290"/>
                </a:lnTo>
                <a:lnTo>
                  <a:pt x="99741" y="120896"/>
                </a:lnTo>
                <a:lnTo>
                  <a:pt x="100006" y="121492"/>
                </a:lnTo>
                <a:lnTo>
                  <a:pt x="100276" y="122078"/>
                </a:lnTo>
                <a:lnTo>
                  <a:pt x="100550" y="122654"/>
                </a:lnTo>
                <a:lnTo>
                  <a:pt x="100829" y="123221"/>
                </a:lnTo>
                <a:lnTo>
                  <a:pt x="101113" y="123779"/>
                </a:lnTo>
                <a:lnTo>
                  <a:pt x="101402" y="124327"/>
                </a:lnTo>
                <a:lnTo>
                  <a:pt x="101694" y="124866"/>
                </a:lnTo>
                <a:lnTo>
                  <a:pt x="101992" y="125396"/>
                </a:lnTo>
                <a:lnTo>
                  <a:pt x="102294" y="125916"/>
                </a:lnTo>
                <a:lnTo>
                  <a:pt x="102601" y="126427"/>
                </a:lnTo>
                <a:lnTo>
                  <a:pt x="102912" y="126929"/>
                </a:lnTo>
                <a:lnTo>
                  <a:pt x="103228" y="127421"/>
                </a:lnTo>
                <a:lnTo>
                  <a:pt x="103549" y="127904"/>
                </a:lnTo>
                <a:lnTo>
                  <a:pt x="103874" y="128378"/>
                </a:lnTo>
                <a:lnTo>
                  <a:pt x="104203" y="128842"/>
                </a:lnTo>
                <a:lnTo>
                  <a:pt x="104538" y="129297"/>
                </a:lnTo>
                <a:lnTo>
                  <a:pt x="104876" y="129742"/>
                </a:lnTo>
                <a:lnTo>
                  <a:pt x="105220" y="130179"/>
                </a:lnTo>
                <a:lnTo>
                  <a:pt x="105568" y="130605"/>
                </a:lnTo>
                <a:lnTo>
                  <a:pt x="105920" y="131023"/>
                </a:lnTo>
                <a:lnTo>
                  <a:pt x="106278" y="131431"/>
                </a:lnTo>
                <a:lnTo>
                  <a:pt x="106640" y="131830"/>
                </a:lnTo>
                <a:lnTo>
                  <a:pt x="107006" y="132219"/>
                </a:lnTo>
                <a:lnTo>
                  <a:pt x="107377" y="132599"/>
                </a:lnTo>
                <a:lnTo>
                  <a:pt x="107753" y="132970"/>
                </a:lnTo>
                <a:lnTo>
                  <a:pt x="108132" y="133332"/>
                </a:lnTo>
                <a:lnTo>
                  <a:pt x="108517" y="133686"/>
                </a:lnTo>
                <a:lnTo>
                  <a:pt x="108905" y="134031"/>
                </a:lnTo>
                <a:lnTo>
                  <a:pt x="109297" y="134368"/>
                </a:lnTo>
                <a:lnTo>
                  <a:pt x="109693" y="134696"/>
                </a:lnTo>
                <a:lnTo>
                  <a:pt x="110094" y="135016"/>
                </a:lnTo>
                <a:lnTo>
                  <a:pt x="110498" y="135328"/>
                </a:lnTo>
                <a:lnTo>
                  <a:pt x="110907" y="135631"/>
                </a:lnTo>
                <a:lnTo>
                  <a:pt x="111320" y="135926"/>
                </a:lnTo>
                <a:lnTo>
                  <a:pt x="111736" y="136213"/>
                </a:lnTo>
                <a:lnTo>
                  <a:pt x="112157" y="136491"/>
                </a:lnTo>
                <a:lnTo>
                  <a:pt x="112582" y="136761"/>
                </a:lnTo>
                <a:lnTo>
                  <a:pt x="113012" y="137022"/>
                </a:lnTo>
                <a:lnTo>
                  <a:pt x="113445" y="137276"/>
                </a:lnTo>
                <a:lnTo>
                  <a:pt x="113882" y="137520"/>
                </a:lnTo>
                <a:lnTo>
                  <a:pt x="114324" y="137757"/>
                </a:lnTo>
                <a:lnTo>
                  <a:pt x="114769" y="137985"/>
                </a:lnTo>
                <a:lnTo>
                  <a:pt x="115219" y="138205"/>
                </a:lnTo>
                <a:lnTo>
                  <a:pt x="115673" y="138416"/>
                </a:lnTo>
                <a:lnTo>
                  <a:pt x="116130" y="138619"/>
                </a:lnTo>
                <a:lnTo>
                  <a:pt x="116592" y="138814"/>
                </a:lnTo>
                <a:lnTo>
                  <a:pt x="117058" y="139000"/>
                </a:lnTo>
                <a:lnTo>
                  <a:pt x="117529" y="139178"/>
                </a:lnTo>
                <a:lnTo>
                  <a:pt x="118003" y="139347"/>
                </a:lnTo>
                <a:lnTo>
                  <a:pt x="118481" y="139509"/>
                </a:lnTo>
                <a:lnTo>
                  <a:pt x="118962" y="139664"/>
                </a:lnTo>
                <a:lnTo>
                  <a:pt x="119446" y="139812"/>
                </a:lnTo>
                <a:lnTo>
                  <a:pt x="119933" y="139953"/>
                </a:lnTo>
                <a:lnTo>
                  <a:pt x="120423" y="140088"/>
                </a:lnTo>
                <a:lnTo>
                  <a:pt x="120917" y="140215"/>
                </a:lnTo>
                <a:lnTo>
                  <a:pt x="121413" y="140336"/>
                </a:lnTo>
                <a:lnTo>
                  <a:pt x="121913" y="140449"/>
                </a:lnTo>
                <a:lnTo>
                  <a:pt x="122416" y="140556"/>
                </a:lnTo>
                <a:lnTo>
                  <a:pt x="122922" y="140656"/>
                </a:lnTo>
                <a:lnTo>
                  <a:pt x="123431" y="140749"/>
                </a:lnTo>
                <a:lnTo>
                  <a:pt x="123943" y="140835"/>
                </a:lnTo>
                <a:lnTo>
                  <a:pt x="124458" y="140914"/>
                </a:lnTo>
                <a:lnTo>
                  <a:pt x="124976" y="140987"/>
                </a:lnTo>
                <a:lnTo>
                  <a:pt x="125498" y="141052"/>
                </a:lnTo>
                <a:lnTo>
                  <a:pt x="126022" y="141111"/>
                </a:lnTo>
                <a:lnTo>
                  <a:pt x="126550" y="141162"/>
                </a:lnTo>
                <a:lnTo>
                  <a:pt x="127081" y="141207"/>
                </a:lnTo>
                <a:lnTo>
                  <a:pt x="127615" y="141245"/>
                </a:lnTo>
                <a:lnTo>
                  <a:pt x="128152" y="141276"/>
                </a:lnTo>
                <a:lnTo>
                  <a:pt x="128692" y="141300"/>
                </a:lnTo>
                <a:lnTo>
                  <a:pt x="129236" y="141317"/>
                </a:lnTo>
                <a:lnTo>
                  <a:pt x="129782" y="141328"/>
                </a:lnTo>
                <a:lnTo>
                  <a:pt x="130331" y="141331"/>
                </a:lnTo>
                <a:lnTo>
                  <a:pt x="131029" y="141326"/>
                </a:lnTo>
                <a:lnTo>
                  <a:pt x="131721" y="141309"/>
                </a:lnTo>
                <a:lnTo>
                  <a:pt x="132408" y="141282"/>
                </a:lnTo>
                <a:lnTo>
                  <a:pt x="133088" y="141243"/>
                </a:lnTo>
                <a:lnTo>
                  <a:pt x="133763" y="141194"/>
                </a:lnTo>
                <a:lnTo>
                  <a:pt x="134432" y="141133"/>
                </a:lnTo>
                <a:lnTo>
                  <a:pt x="135096" y="141062"/>
                </a:lnTo>
                <a:lnTo>
                  <a:pt x="135753" y="140979"/>
                </a:lnTo>
                <a:lnTo>
                  <a:pt x="136405" y="140886"/>
                </a:lnTo>
                <a:lnTo>
                  <a:pt x="137051" y="140782"/>
                </a:lnTo>
                <a:lnTo>
                  <a:pt x="137692" y="140666"/>
                </a:lnTo>
                <a:lnTo>
                  <a:pt x="138326" y="140540"/>
                </a:lnTo>
                <a:lnTo>
                  <a:pt x="138955" y="140402"/>
                </a:lnTo>
                <a:lnTo>
                  <a:pt x="139578" y="140254"/>
                </a:lnTo>
                <a:lnTo>
                  <a:pt x="140196" y="140095"/>
                </a:lnTo>
                <a:lnTo>
                  <a:pt x="140807" y="139924"/>
                </a:lnTo>
                <a:lnTo>
                  <a:pt x="141413" y="139743"/>
                </a:lnTo>
                <a:lnTo>
                  <a:pt x="142014" y="139551"/>
                </a:lnTo>
                <a:lnTo>
                  <a:pt x="142608" y="139348"/>
                </a:lnTo>
                <a:lnTo>
                  <a:pt x="143197" y="139133"/>
                </a:lnTo>
                <a:lnTo>
                  <a:pt x="143780" y="138908"/>
                </a:lnTo>
                <a:lnTo>
                  <a:pt x="144357" y="138672"/>
                </a:lnTo>
                <a:lnTo>
                  <a:pt x="144929" y="138424"/>
                </a:lnTo>
                <a:lnTo>
                  <a:pt x="145494" y="138166"/>
                </a:lnTo>
                <a:lnTo>
                  <a:pt x="146054" y="137896"/>
                </a:lnTo>
                <a:lnTo>
                  <a:pt x="146607" y="137612"/>
                </a:lnTo>
                <a:lnTo>
                  <a:pt x="147153" y="137314"/>
                </a:lnTo>
                <a:lnTo>
                  <a:pt x="147692" y="137002"/>
                </a:lnTo>
                <a:lnTo>
                  <a:pt x="148225" y="136677"/>
                </a:lnTo>
                <a:lnTo>
                  <a:pt x="148751" y="136339"/>
                </a:lnTo>
                <a:lnTo>
                  <a:pt x="149270" y="135987"/>
                </a:lnTo>
                <a:lnTo>
                  <a:pt x="149782" y="135621"/>
                </a:lnTo>
                <a:lnTo>
                  <a:pt x="150288" y="135241"/>
                </a:lnTo>
                <a:lnTo>
                  <a:pt x="150787" y="134848"/>
                </a:lnTo>
                <a:lnTo>
                  <a:pt x="151279" y="134442"/>
                </a:lnTo>
                <a:lnTo>
                  <a:pt x="151765" y="134021"/>
                </a:lnTo>
                <a:lnTo>
                  <a:pt x="152244" y="133587"/>
                </a:lnTo>
                <a:lnTo>
                  <a:pt x="152716" y="133140"/>
                </a:lnTo>
                <a:lnTo>
                  <a:pt x="153181" y="132679"/>
                </a:lnTo>
                <a:lnTo>
                  <a:pt x="153640" y="132204"/>
                </a:lnTo>
                <a:lnTo>
                  <a:pt x="154092" y="131716"/>
                </a:lnTo>
                <a:lnTo>
                  <a:pt x="154537" y="131214"/>
                </a:lnTo>
                <a:lnTo>
                  <a:pt x="154976" y="130698"/>
                </a:lnTo>
                <a:lnTo>
                  <a:pt x="155407" y="130169"/>
                </a:lnTo>
                <a:lnTo>
                  <a:pt x="155832" y="129626"/>
                </a:lnTo>
                <a:lnTo>
                  <a:pt x="156251" y="129070"/>
                </a:lnTo>
                <a:lnTo>
                  <a:pt x="156662" y="128500"/>
                </a:lnTo>
                <a:lnTo>
                  <a:pt x="157067" y="127916"/>
                </a:lnTo>
                <a:lnTo>
                  <a:pt x="157465" y="127318"/>
                </a:lnTo>
                <a:lnTo>
                  <a:pt x="157855" y="126704"/>
                </a:lnTo>
                <a:lnTo>
                  <a:pt x="158237" y="126074"/>
                </a:lnTo>
                <a:lnTo>
                  <a:pt x="158612" y="125428"/>
                </a:lnTo>
                <a:lnTo>
                  <a:pt x="158978" y="124767"/>
                </a:lnTo>
                <a:lnTo>
                  <a:pt x="159338" y="124090"/>
                </a:lnTo>
                <a:lnTo>
                  <a:pt x="159689" y="123397"/>
                </a:lnTo>
                <a:lnTo>
                  <a:pt x="160033" y="122688"/>
                </a:lnTo>
                <a:lnTo>
                  <a:pt x="160369" y="121964"/>
                </a:lnTo>
                <a:lnTo>
                  <a:pt x="160697" y="121224"/>
                </a:lnTo>
                <a:lnTo>
                  <a:pt x="161017" y="120468"/>
                </a:lnTo>
                <a:lnTo>
                  <a:pt x="161330" y="119697"/>
                </a:lnTo>
                <a:lnTo>
                  <a:pt x="161635" y="118910"/>
                </a:lnTo>
                <a:lnTo>
                  <a:pt x="161933" y="118107"/>
                </a:lnTo>
                <a:lnTo>
                  <a:pt x="162223" y="117288"/>
                </a:lnTo>
                <a:lnTo>
                  <a:pt x="162505" y="116453"/>
                </a:lnTo>
                <a:lnTo>
                  <a:pt x="162779" y="115603"/>
                </a:lnTo>
                <a:lnTo>
                  <a:pt x="163046" y="114737"/>
                </a:lnTo>
                <a:lnTo>
                  <a:pt x="163304" y="113855"/>
                </a:lnTo>
                <a:lnTo>
                  <a:pt x="163556" y="112958"/>
                </a:lnTo>
                <a:lnTo>
                  <a:pt x="163799" y="112045"/>
                </a:lnTo>
                <a:lnTo>
                  <a:pt x="164035" y="111116"/>
                </a:lnTo>
                <a:lnTo>
                  <a:pt x="164263" y="110171"/>
                </a:lnTo>
                <a:lnTo>
                  <a:pt x="164483" y="109210"/>
                </a:lnTo>
                <a:lnTo>
                  <a:pt x="164695" y="108233"/>
                </a:lnTo>
                <a:lnTo>
                  <a:pt x="164898" y="107237"/>
                </a:lnTo>
                <a:lnTo>
                  <a:pt x="165092" y="106223"/>
                </a:lnTo>
                <a:lnTo>
                  <a:pt x="165277" y="105190"/>
                </a:lnTo>
                <a:lnTo>
                  <a:pt x="165453" y="104139"/>
                </a:lnTo>
                <a:lnTo>
                  <a:pt x="165620" y="103070"/>
                </a:lnTo>
                <a:lnTo>
                  <a:pt x="165778" y="101982"/>
                </a:lnTo>
                <a:lnTo>
                  <a:pt x="165927" y="100876"/>
                </a:lnTo>
                <a:lnTo>
                  <a:pt x="166067" y="99751"/>
                </a:lnTo>
                <a:lnTo>
                  <a:pt x="166197" y="98608"/>
                </a:lnTo>
                <a:lnTo>
                  <a:pt x="166319" y="97447"/>
                </a:lnTo>
                <a:lnTo>
                  <a:pt x="166432" y="96268"/>
                </a:lnTo>
                <a:lnTo>
                  <a:pt x="166536" y="95070"/>
                </a:lnTo>
                <a:lnTo>
                  <a:pt x="166630" y="93853"/>
                </a:lnTo>
                <a:lnTo>
                  <a:pt x="166716" y="92619"/>
                </a:lnTo>
                <a:lnTo>
                  <a:pt x="166793" y="91366"/>
                </a:lnTo>
                <a:lnTo>
                  <a:pt x="166860" y="90094"/>
                </a:lnTo>
                <a:lnTo>
                  <a:pt x="166919" y="88804"/>
                </a:lnTo>
                <a:lnTo>
                  <a:pt x="166969" y="87496"/>
                </a:lnTo>
                <a:lnTo>
                  <a:pt x="167009" y="86170"/>
                </a:lnTo>
                <a:lnTo>
                  <a:pt x="167041" y="84825"/>
                </a:lnTo>
                <a:lnTo>
                  <a:pt x="167063" y="83461"/>
                </a:lnTo>
                <a:lnTo>
                  <a:pt x="167077" y="82080"/>
                </a:lnTo>
                <a:lnTo>
                  <a:pt x="167081" y="80680"/>
                </a:lnTo>
                <a:lnTo>
                  <a:pt x="167081" y="59707"/>
                </a:lnTo>
                <a:lnTo>
                  <a:pt x="167078" y="58587"/>
                </a:lnTo>
                <a:close/>
                <a:moveTo>
                  <a:pt x="150452" y="84469"/>
                </a:moveTo>
                <a:lnTo>
                  <a:pt x="150445" y="85412"/>
                </a:lnTo>
                <a:lnTo>
                  <a:pt x="150434" y="86344"/>
                </a:lnTo>
                <a:lnTo>
                  <a:pt x="150419" y="87265"/>
                </a:lnTo>
                <a:lnTo>
                  <a:pt x="150399" y="88175"/>
                </a:lnTo>
                <a:lnTo>
                  <a:pt x="150374" y="89073"/>
                </a:lnTo>
                <a:lnTo>
                  <a:pt x="150346" y="89960"/>
                </a:lnTo>
                <a:lnTo>
                  <a:pt x="150312" y="90835"/>
                </a:lnTo>
                <a:lnTo>
                  <a:pt x="150275" y="91700"/>
                </a:lnTo>
                <a:lnTo>
                  <a:pt x="150233" y="92553"/>
                </a:lnTo>
                <a:lnTo>
                  <a:pt x="150186" y="93394"/>
                </a:lnTo>
                <a:lnTo>
                  <a:pt x="150135" y="94225"/>
                </a:lnTo>
                <a:lnTo>
                  <a:pt x="150080" y="95044"/>
                </a:lnTo>
                <a:lnTo>
                  <a:pt x="150020" y="95851"/>
                </a:lnTo>
                <a:lnTo>
                  <a:pt x="149956" y="96648"/>
                </a:lnTo>
                <a:lnTo>
                  <a:pt x="149887" y="97433"/>
                </a:lnTo>
                <a:lnTo>
                  <a:pt x="149814" y="98207"/>
                </a:lnTo>
                <a:lnTo>
                  <a:pt x="149737" y="98969"/>
                </a:lnTo>
                <a:lnTo>
                  <a:pt x="149655" y="99720"/>
                </a:lnTo>
                <a:lnTo>
                  <a:pt x="149568" y="100460"/>
                </a:lnTo>
                <a:lnTo>
                  <a:pt x="149478" y="101188"/>
                </a:lnTo>
                <a:lnTo>
                  <a:pt x="149382" y="101905"/>
                </a:lnTo>
                <a:lnTo>
                  <a:pt x="149283" y="102611"/>
                </a:lnTo>
                <a:lnTo>
                  <a:pt x="149179" y="103306"/>
                </a:lnTo>
                <a:lnTo>
                  <a:pt x="149070" y="103989"/>
                </a:lnTo>
                <a:lnTo>
                  <a:pt x="148957" y="104663"/>
                </a:lnTo>
                <a:lnTo>
                  <a:pt x="148840" y="105325"/>
                </a:lnTo>
                <a:lnTo>
                  <a:pt x="148718" y="105977"/>
                </a:lnTo>
                <a:lnTo>
                  <a:pt x="148592" y="106619"/>
                </a:lnTo>
                <a:lnTo>
                  <a:pt x="148461" y="107250"/>
                </a:lnTo>
                <a:lnTo>
                  <a:pt x="148326" y="107871"/>
                </a:lnTo>
                <a:lnTo>
                  <a:pt x="148187" y="108481"/>
                </a:lnTo>
                <a:lnTo>
                  <a:pt x="148043" y="109080"/>
                </a:lnTo>
                <a:lnTo>
                  <a:pt x="147895" y="109670"/>
                </a:lnTo>
                <a:lnTo>
                  <a:pt x="147742" y="110248"/>
                </a:lnTo>
                <a:lnTo>
                  <a:pt x="147585" y="110816"/>
                </a:lnTo>
                <a:lnTo>
                  <a:pt x="147423" y="111374"/>
                </a:lnTo>
                <a:lnTo>
                  <a:pt x="147257" y="111921"/>
                </a:lnTo>
                <a:lnTo>
                  <a:pt x="147086" y="112458"/>
                </a:lnTo>
                <a:lnTo>
                  <a:pt x="146911" y="112984"/>
                </a:lnTo>
                <a:lnTo>
                  <a:pt x="146732" y="113500"/>
                </a:lnTo>
                <a:lnTo>
                  <a:pt x="146548" y="114005"/>
                </a:lnTo>
                <a:lnTo>
                  <a:pt x="146360" y="114500"/>
                </a:lnTo>
                <a:lnTo>
                  <a:pt x="146167" y="114984"/>
                </a:lnTo>
                <a:lnTo>
                  <a:pt x="145970" y="115457"/>
                </a:lnTo>
                <a:lnTo>
                  <a:pt x="145769" y="115921"/>
                </a:lnTo>
                <a:lnTo>
                  <a:pt x="145563" y="116373"/>
                </a:lnTo>
                <a:lnTo>
                  <a:pt x="145353" y="116815"/>
                </a:lnTo>
                <a:lnTo>
                  <a:pt x="145138" y="117248"/>
                </a:lnTo>
                <a:lnTo>
                  <a:pt x="144919" y="117670"/>
                </a:lnTo>
                <a:lnTo>
                  <a:pt x="144697" y="118083"/>
                </a:lnTo>
                <a:lnTo>
                  <a:pt x="144470" y="118486"/>
                </a:lnTo>
                <a:lnTo>
                  <a:pt x="144239" y="118879"/>
                </a:lnTo>
                <a:lnTo>
                  <a:pt x="144003" y="119263"/>
                </a:lnTo>
                <a:lnTo>
                  <a:pt x="143764" y="119637"/>
                </a:lnTo>
                <a:lnTo>
                  <a:pt x="143521" y="120001"/>
                </a:lnTo>
                <a:lnTo>
                  <a:pt x="143274" y="120356"/>
                </a:lnTo>
                <a:lnTo>
                  <a:pt x="143022" y="120701"/>
                </a:lnTo>
                <a:lnTo>
                  <a:pt x="142766" y="121036"/>
                </a:lnTo>
                <a:lnTo>
                  <a:pt x="142507" y="121362"/>
                </a:lnTo>
                <a:lnTo>
                  <a:pt x="142243" y="121678"/>
                </a:lnTo>
                <a:lnTo>
                  <a:pt x="141975" y="121984"/>
                </a:lnTo>
                <a:lnTo>
                  <a:pt x="141703" y="122281"/>
                </a:lnTo>
                <a:lnTo>
                  <a:pt x="141427" y="122568"/>
                </a:lnTo>
                <a:lnTo>
                  <a:pt x="141147" y="122845"/>
                </a:lnTo>
                <a:lnTo>
                  <a:pt x="140862" y="123113"/>
                </a:lnTo>
                <a:lnTo>
                  <a:pt x="140574" y="123371"/>
                </a:lnTo>
                <a:lnTo>
                  <a:pt x="140281" y="123619"/>
                </a:lnTo>
                <a:lnTo>
                  <a:pt x="139985" y="123857"/>
                </a:lnTo>
                <a:lnTo>
                  <a:pt x="139684" y="124086"/>
                </a:lnTo>
                <a:lnTo>
                  <a:pt x="139379" y="124305"/>
                </a:lnTo>
                <a:lnTo>
                  <a:pt x="139070" y="124515"/>
                </a:lnTo>
                <a:lnTo>
                  <a:pt x="138757" y="124715"/>
                </a:lnTo>
                <a:lnTo>
                  <a:pt x="138439" y="124907"/>
                </a:lnTo>
                <a:lnTo>
                  <a:pt x="138117" y="125091"/>
                </a:lnTo>
                <a:lnTo>
                  <a:pt x="137791" y="125265"/>
                </a:lnTo>
                <a:lnTo>
                  <a:pt x="137460" y="125432"/>
                </a:lnTo>
                <a:lnTo>
                  <a:pt x="137125" y="125590"/>
                </a:lnTo>
                <a:lnTo>
                  <a:pt x="136785" y="125739"/>
                </a:lnTo>
                <a:lnTo>
                  <a:pt x="136441" y="125880"/>
                </a:lnTo>
                <a:lnTo>
                  <a:pt x="136092" y="126012"/>
                </a:lnTo>
                <a:lnTo>
                  <a:pt x="135739" y="126135"/>
                </a:lnTo>
                <a:lnTo>
                  <a:pt x="135382" y="126251"/>
                </a:lnTo>
                <a:lnTo>
                  <a:pt x="135020" y="126357"/>
                </a:lnTo>
                <a:lnTo>
                  <a:pt x="134653" y="126455"/>
                </a:lnTo>
                <a:lnTo>
                  <a:pt x="134283" y="126545"/>
                </a:lnTo>
                <a:lnTo>
                  <a:pt x="133907" y="126626"/>
                </a:lnTo>
                <a:lnTo>
                  <a:pt x="133528" y="126698"/>
                </a:lnTo>
                <a:lnTo>
                  <a:pt x="133144" y="126762"/>
                </a:lnTo>
                <a:lnTo>
                  <a:pt x="132755" y="126818"/>
                </a:lnTo>
                <a:lnTo>
                  <a:pt x="132362" y="126865"/>
                </a:lnTo>
                <a:lnTo>
                  <a:pt x="131965" y="126903"/>
                </a:lnTo>
                <a:lnTo>
                  <a:pt x="131563" y="126933"/>
                </a:lnTo>
                <a:lnTo>
                  <a:pt x="131157" y="126954"/>
                </a:lnTo>
                <a:lnTo>
                  <a:pt x="130747" y="126967"/>
                </a:lnTo>
                <a:lnTo>
                  <a:pt x="130331" y="126971"/>
                </a:lnTo>
                <a:lnTo>
                  <a:pt x="130018" y="126969"/>
                </a:lnTo>
                <a:lnTo>
                  <a:pt x="129706" y="126960"/>
                </a:lnTo>
                <a:lnTo>
                  <a:pt x="129396" y="126947"/>
                </a:lnTo>
                <a:lnTo>
                  <a:pt x="129088" y="126928"/>
                </a:lnTo>
                <a:lnTo>
                  <a:pt x="128782" y="126904"/>
                </a:lnTo>
                <a:lnTo>
                  <a:pt x="128477" y="126874"/>
                </a:lnTo>
                <a:lnTo>
                  <a:pt x="128175" y="126839"/>
                </a:lnTo>
                <a:lnTo>
                  <a:pt x="127875" y="126798"/>
                </a:lnTo>
                <a:lnTo>
                  <a:pt x="127577" y="126752"/>
                </a:lnTo>
                <a:lnTo>
                  <a:pt x="127281" y="126701"/>
                </a:lnTo>
                <a:lnTo>
                  <a:pt x="126987" y="126644"/>
                </a:lnTo>
                <a:lnTo>
                  <a:pt x="126694" y="126582"/>
                </a:lnTo>
                <a:lnTo>
                  <a:pt x="126404" y="126514"/>
                </a:lnTo>
                <a:lnTo>
                  <a:pt x="126116" y="126441"/>
                </a:lnTo>
                <a:lnTo>
                  <a:pt x="125829" y="126362"/>
                </a:lnTo>
                <a:lnTo>
                  <a:pt x="125545" y="126278"/>
                </a:lnTo>
                <a:lnTo>
                  <a:pt x="125262" y="126189"/>
                </a:lnTo>
                <a:lnTo>
                  <a:pt x="124982" y="126094"/>
                </a:lnTo>
                <a:lnTo>
                  <a:pt x="124703" y="125994"/>
                </a:lnTo>
                <a:lnTo>
                  <a:pt x="124427" y="125889"/>
                </a:lnTo>
                <a:lnTo>
                  <a:pt x="124152" y="125778"/>
                </a:lnTo>
                <a:lnTo>
                  <a:pt x="123880" y="125661"/>
                </a:lnTo>
                <a:lnTo>
                  <a:pt x="123609" y="125540"/>
                </a:lnTo>
                <a:lnTo>
                  <a:pt x="123341" y="125412"/>
                </a:lnTo>
                <a:lnTo>
                  <a:pt x="123074" y="125279"/>
                </a:lnTo>
                <a:lnTo>
                  <a:pt x="122810" y="125140"/>
                </a:lnTo>
                <a:lnTo>
                  <a:pt x="122549" y="124995"/>
                </a:lnTo>
                <a:lnTo>
                  <a:pt x="122291" y="124844"/>
                </a:lnTo>
                <a:lnTo>
                  <a:pt x="122035" y="124687"/>
                </a:lnTo>
                <a:lnTo>
                  <a:pt x="121782" y="124524"/>
                </a:lnTo>
                <a:lnTo>
                  <a:pt x="121531" y="124354"/>
                </a:lnTo>
                <a:lnTo>
                  <a:pt x="121283" y="124179"/>
                </a:lnTo>
                <a:lnTo>
                  <a:pt x="121038" y="123998"/>
                </a:lnTo>
                <a:lnTo>
                  <a:pt x="120795" y="123810"/>
                </a:lnTo>
                <a:lnTo>
                  <a:pt x="120555" y="123616"/>
                </a:lnTo>
                <a:lnTo>
                  <a:pt x="120317" y="123417"/>
                </a:lnTo>
                <a:lnTo>
                  <a:pt x="120083" y="123211"/>
                </a:lnTo>
                <a:lnTo>
                  <a:pt x="119850" y="122999"/>
                </a:lnTo>
                <a:lnTo>
                  <a:pt x="119621" y="122781"/>
                </a:lnTo>
                <a:lnTo>
                  <a:pt x="119394" y="122557"/>
                </a:lnTo>
                <a:lnTo>
                  <a:pt x="119169" y="122327"/>
                </a:lnTo>
                <a:lnTo>
                  <a:pt x="118948" y="122091"/>
                </a:lnTo>
                <a:lnTo>
                  <a:pt x="118728" y="121849"/>
                </a:lnTo>
                <a:lnTo>
                  <a:pt x="118512" y="121601"/>
                </a:lnTo>
                <a:lnTo>
                  <a:pt x="118298" y="121346"/>
                </a:lnTo>
                <a:lnTo>
                  <a:pt x="118087" y="121086"/>
                </a:lnTo>
                <a:lnTo>
                  <a:pt x="117878" y="120820"/>
                </a:lnTo>
                <a:lnTo>
                  <a:pt x="117672" y="120547"/>
                </a:lnTo>
                <a:lnTo>
                  <a:pt x="117469" y="120268"/>
                </a:lnTo>
                <a:lnTo>
                  <a:pt x="117268" y="119983"/>
                </a:lnTo>
                <a:lnTo>
                  <a:pt x="117071" y="119692"/>
                </a:lnTo>
                <a:lnTo>
                  <a:pt x="116876" y="119394"/>
                </a:lnTo>
                <a:lnTo>
                  <a:pt x="116684" y="119089"/>
                </a:lnTo>
                <a:lnTo>
                  <a:pt x="116494" y="118779"/>
                </a:lnTo>
                <a:lnTo>
                  <a:pt x="116308" y="118462"/>
                </a:lnTo>
                <a:lnTo>
                  <a:pt x="116124" y="118138"/>
                </a:lnTo>
                <a:lnTo>
                  <a:pt x="115943" y="117808"/>
                </a:lnTo>
                <a:lnTo>
                  <a:pt x="115765" y="117472"/>
                </a:lnTo>
                <a:lnTo>
                  <a:pt x="115589" y="117129"/>
                </a:lnTo>
                <a:lnTo>
                  <a:pt x="115417" y="116780"/>
                </a:lnTo>
                <a:lnTo>
                  <a:pt x="115247" y="116424"/>
                </a:lnTo>
                <a:lnTo>
                  <a:pt x="115080" y="116063"/>
                </a:lnTo>
                <a:lnTo>
                  <a:pt x="114915" y="115694"/>
                </a:lnTo>
                <a:lnTo>
                  <a:pt x="114754" y="115320"/>
                </a:lnTo>
                <a:lnTo>
                  <a:pt x="114595" y="114939"/>
                </a:lnTo>
                <a:lnTo>
                  <a:pt x="114439" y="114551"/>
                </a:lnTo>
                <a:lnTo>
                  <a:pt x="114286" y="114157"/>
                </a:lnTo>
                <a:lnTo>
                  <a:pt x="114136" y="113757"/>
                </a:lnTo>
                <a:lnTo>
                  <a:pt x="113988" y="113350"/>
                </a:lnTo>
                <a:lnTo>
                  <a:pt x="113844" y="112937"/>
                </a:lnTo>
                <a:lnTo>
                  <a:pt x="113702" y="112518"/>
                </a:lnTo>
                <a:lnTo>
                  <a:pt x="113563" y="112092"/>
                </a:lnTo>
                <a:lnTo>
                  <a:pt x="113426" y="111659"/>
                </a:lnTo>
                <a:lnTo>
                  <a:pt x="113292" y="111220"/>
                </a:lnTo>
                <a:lnTo>
                  <a:pt x="113161" y="110774"/>
                </a:lnTo>
                <a:lnTo>
                  <a:pt x="113033" y="110322"/>
                </a:lnTo>
                <a:lnTo>
                  <a:pt x="112907" y="109862"/>
                </a:lnTo>
                <a:lnTo>
                  <a:pt x="112783" y="109396"/>
                </a:lnTo>
                <a:lnTo>
                  <a:pt x="112662" y="108924"/>
                </a:lnTo>
                <a:lnTo>
                  <a:pt x="112544" y="108444"/>
                </a:lnTo>
                <a:lnTo>
                  <a:pt x="112429" y="107958"/>
                </a:lnTo>
                <a:lnTo>
                  <a:pt x="112316" y="107465"/>
                </a:lnTo>
                <a:lnTo>
                  <a:pt x="112206" y="106965"/>
                </a:lnTo>
                <a:lnTo>
                  <a:pt x="112098" y="106459"/>
                </a:lnTo>
                <a:lnTo>
                  <a:pt x="111993" y="105946"/>
                </a:lnTo>
                <a:lnTo>
                  <a:pt x="111891" y="105426"/>
                </a:lnTo>
                <a:lnTo>
                  <a:pt x="111791" y="104899"/>
                </a:lnTo>
                <a:lnTo>
                  <a:pt x="111694" y="104366"/>
                </a:lnTo>
                <a:lnTo>
                  <a:pt x="111600" y="103826"/>
                </a:lnTo>
                <a:lnTo>
                  <a:pt x="111508" y="103279"/>
                </a:lnTo>
                <a:lnTo>
                  <a:pt x="111419" y="102726"/>
                </a:lnTo>
                <a:lnTo>
                  <a:pt x="111332" y="102166"/>
                </a:lnTo>
                <a:lnTo>
                  <a:pt x="111248" y="101599"/>
                </a:lnTo>
                <a:lnTo>
                  <a:pt x="111167" y="101025"/>
                </a:lnTo>
                <a:lnTo>
                  <a:pt x="111088" y="100445"/>
                </a:lnTo>
                <a:lnTo>
                  <a:pt x="111012" y="99858"/>
                </a:lnTo>
                <a:lnTo>
                  <a:pt x="110939" y="99263"/>
                </a:lnTo>
                <a:lnTo>
                  <a:pt x="110868" y="98662"/>
                </a:lnTo>
                <a:lnTo>
                  <a:pt x="110801" y="98052"/>
                </a:lnTo>
                <a:lnTo>
                  <a:pt x="110738" y="97435"/>
                </a:lnTo>
                <a:lnTo>
                  <a:pt x="110677" y="96811"/>
                </a:lnTo>
                <a:lnTo>
                  <a:pt x="110619" y="96179"/>
                </a:lnTo>
                <a:lnTo>
                  <a:pt x="110565" y="95540"/>
                </a:lnTo>
                <a:lnTo>
                  <a:pt x="110513" y="94893"/>
                </a:lnTo>
                <a:lnTo>
                  <a:pt x="110465" y="94238"/>
                </a:lnTo>
                <a:lnTo>
                  <a:pt x="110420" y="93576"/>
                </a:lnTo>
                <a:lnTo>
                  <a:pt x="110378" y="92906"/>
                </a:lnTo>
                <a:lnTo>
                  <a:pt x="110339" y="92229"/>
                </a:lnTo>
                <a:lnTo>
                  <a:pt x="110303" y="91544"/>
                </a:lnTo>
                <a:lnTo>
                  <a:pt x="110270" y="90852"/>
                </a:lnTo>
                <a:lnTo>
                  <a:pt x="110241" y="90152"/>
                </a:lnTo>
                <a:lnTo>
                  <a:pt x="110214" y="89445"/>
                </a:lnTo>
                <a:lnTo>
                  <a:pt x="110191" y="88730"/>
                </a:lnTo>
                <a:lnTo>
                  <a:pt x="110170" y="88007"/>
                </a:lnTo>
                <a:lnTo>
                  <a:pt x="110153" y="87277"/>
                </a:lnTo>
                <a:lnTo>
                  <a:pt x="110139" y="86540"/>
                </a:lnTo>
                <a:lnTo>
                  <a:pt x="110128" y="85794"/>
                </a:lnTo>
                <a:lnTo>
                  <a:pt x="110121" y="85042"/>
                </a:lnTo>
                <a:lnTo>
                  <a:pt x="110116" y="84282"/>
                </a:lnTo>
                <a:lnTo>
                  <a:pt x="110114" y="83514"/>
                </a:lnTo>
                <a:lnTo>
                  <a:pt x="110114" y="56778"/>
                </a:lnTo>
                <a:lnTo>
                  <a:pt x="110117" y="55816"/>
                </a:lnTo>
                <a:lnTo>
                  <a:pt x="110124" y="54866"/>
                </a:lnTo>
                <a:lnTo>
                  <a:pt x="110135" y="53928"/>
                </a:lnTo>
                <a:lnTo>
                  <a:pt x="110151" y="53002"/>
                </a:lnTo>
                <a:lnTo>
                  <a:pt x="110172" y="52088"/>
                </a:lnTo>
                <a:lnTo>
                  <a:pt x="110197" y="51186"/>
                </a:lnTo>
                <a:lnTo>
                  <a:pt x="110227" y="50297"/>
                </a:lnTo>
                <a:lnTo>
                  <a:pt x="110261" y="49420"/>
                </a:lnTo>
                <a:lnTo>
                  <a:pt x="110300" y="48554"/>
                </a:lnTo>
                <a:lnTo>
                  <a:pt x="110344" y="47701"/>
                </a:lnTo>
                <a:lnTo>
                  <a:pt x="110392" y="46861"/>
                </a:lnTo>
                <a:lnTo>
                  <a:pt x="110445" y="46032"/>
                </a:lnTo>
                <a:lnTo>
                  <a:pt x="110502" y="45215"/>
                </a:lnTo>
                <a:lnTo>
                  <a:pt x="110564" y="44411"/>
                </a:lnTo>
                <a:lnTo>
                  <a:pt x="110631" y="43618"/>
                </a:lnTo>
                <a:lnTo>
                  <a:pt x="110702" y="42838"/>
                </a:lnTo>
                <a:lnTo>
                  <a:pt x="110778" y="42070"/>
                </a:lnTo>
                <a:lnTo>
                  <a:pt x="110858" y="41314"/>
                </a:lnTo>
                <a:lnTo>
                  <a:pt x="110943" y="40570"/>
                </a:lnTo>
                <a:lnTo>
                  <a:pt x="111033" y="39839"/>
                </a:lnTo>
                <a:lnTo>
                  <a:pt x="111127" y="39119"/>
                </a:lnTo>
                <a:lnTo>
                  <a:pt x="111226" y="38412"/>
                </a:lnTo>
                <a:lnTo>
                  <a:pt x="111329" y="37716"/>
                </a:lnTo>
                <a:lnTo>
                  <a:pt x="111437" y="37033"/>
                </a:lnTo>
                <a:lnTo>
                  <a:pt x="111549" y="36362"/>
                </a:lnTo>
                <a:lnTo>
                  <a:pt x="111666" y="35701"/>
                </a:lnTo>
                <a:lnTo>
                  <a:pt x="111788" y="35051"/>
                </a:lnTo>
                <a:lnTo>
                  <a:pt x="111913" y="34412"/>
                </a:lnTo>
                <a:lnTo>
                  <a:pt x="112043" y="33783"/>
                </a:lnTo>
                <a:lnTo>
                  <a:pt x="112178" y="33166"/>
                </a:lnTo>
                <a:lnTo>
                  <a:pt x="112317" y="32559"/>
                </a:lnTo>
                <a:lnTo>
                  <a:pt x="112460" y="31963"/>
                </a:lnTo>
                <a:lnTo>
                  <a:pt x="112608" y="31378"/>
                </a:lnTo>
                <a:lnTo>
                  <a:pt x="112761" y="30804"/>
                </a:lnTo>
                <a:lnTo>
                  <a:pt x="112917" y="30241"/>
                </a:lnTo>
                <a:lnTo>
                  <a:pt x="113078" y="29688"/>
                </a:lnTo>
                <a:lnTo>
                  <a:pt x="113244" y="29146"/>
                </a:lnTo>
                <a:lnTo>
                  <a:pt x="113414" y="28615"/>
                </a:lnTo>
                <a:lnTo>
                  <a:pt x="113588" y="28095"/>
                </a:lnTo>
                <a:lnTo>
                  <a:pt x="113767" y="27586"/>
                </a:lnTo>
                <a:lnTo>
                  <a:pt x="113951" y="27088"/>
                </a:lnTo>
                <a:lnTo>
                  <a:pt x="114138" y="26600"/>
                </a:lnTo>
                <a:lnTo>
                  <a:pt x="114330" y="26123"/>
                </a:lnTo>
                <a:lnTo>
                  <a:pt x="114527" y="25657"/>
                </a:lnTo>
                <a:lnTo>
                  <a:pt x="114728" y="25202"/>
                </a:lnTo>
                <a:lnTo>
                  <a:pt x="114933" y="24758"/>
                </a:lnTo>
                <a:lnTo>
                  <a:pt x="115143" y="24324"/>
                </a:lnTo>
                <a:lnTo>
                  <a:pt x="115358" y="23902"/>
                </a:lnTo>
                <a:lnTo>
                  <a:pt x="115576" y="23489"/>
                </a:lnTo>
                <a:lnTo>
                  <a:pt x="115798" y="23086"/>
                </a:lnTo>
                <a:lnTo>
                  <a:pt x="116025" y="22692"/>
                </a:lnTo>
                <a:lnTo>
                  <a:pt x="116255" y="22307"/>
                </a:lnTo>
                <a:lnTo>
                  <a:pt x="116489" y="21932"/>
                </a:lnTo>
                <a:lnTo>
                  <a:pt x="116727" y="21566"/>
                </a:lnTo>
                <a:lnTo>
                  <a:pt x="116970" y="21210"/>
                </a:lnTo>
                <a:lnTo>
                  <a:pt x="117216" y="20863"/>
                </a:lnTo>
                <a:lnTo>
                  <a:pt x="117466" y="20525"/>
                </a:lnTo>
                <a:lnTo>
                  <a:pt x="117719" y="20196"/>
                </a:lnTo>
                <a:lnTo>
                  <a:pt x="117977" y="19877"/>
                </a:lnTo>
                <a:lnTo>
                  <a:pt x="118239" y="19568"/>
                </a:lnTo>
                <a:lnTo>
                  <a:pt x="118505" y="19267"/>
                </a:lnTo>
                <a:lnTo>
                  <a:pt x="118774" y="18976"/>
                </a:lnTo>
                <a:lnTo>
                  <a:pt x="119048" y="18695"/>
                </a:lnTo>
                <a:lnTo>
                  <a:pt x="119325" y="18422"/>
                </a:lnTo>
                <a:lnTo>
                  <a:pt x="119607" y="18159"/>
                </a:lnTo>
                <a:lnTo>
                  <a:pt x="119892" y="17906"/>
                </a:lnTo>
                <a:lnTo>
                  <a:pt x="120182" y="17661"/>
                </a:lnTo>
                <a:lnTo>
                  <a:pt x="120475" y="17426"/>
                </a:lnTo>
                <a:lnTo>
                  <a:pt x="120772" y="17201"/>
                </a:lnTo>
                <a:lnTo>
                  <a:pt x="121073" y="16984"/>
                </a:lnTo>
                <a:lnTo>
                  <a:pt x="121378" y="16777"/>
                </a:lnTo>
                <a:lnTo>
                  <a:pt x="121687" y="16580"/>
                </a:lnTo>
                <a:lnTo>
                  <a:pt x="122000" y="16391"/>
                </a:lnTo>
                <a:lnTo>
                  <a:pt x="122317" y="16210"/>
                </a:lnTo>
                <a:lnTo>
                  <a:pt x="122637" y="16037"/>
                </a:lnTo>
                <a:lnTo>
                  <a:pt x="122961" y="15873"/>
                </a:lnTo>
                <a:lnTo>
                  <a:pt x="123289" y="15716"/>
                </a:lnTo>
                <a:lnTo>
                  <a:pt x="123621" y="15567"/>
                </a:lnTo>
                <a:lnTo>
                  <a:pt x="123956" y="15427"/>
                </a:lnTo>
                <a:lnTo>
                  <a:pt x="124296" y="15294"/>
                </a:lnTo>
                <a:lnTo>
                  <a:pt x="124639" y="15169"/>
                </a:lnTo>
                <a:lnTo>
                  <a:pt x="124986" y="15053"/>
                </a:lnTo>
                <a:lnTo>
                  <a:pt x="125336" y="14944"/>
                </a:lnTo>
                <a:lnTo>
                  <a:pt x="125691" y="14844"/>
                </a:lnTo>
                <a:lnTo>
                  <a:pt x="126049" y="14752"/>
                </a:lnTo>
                <a:lnTo>
                  <a:pt x="126411" y="14667"/>
                </a:lnTo>
                <a:lnTo>
                  <a:pt x="126776" y="14591"/>
                </a:lnTo>
                <a:lnTo>
                  <a:pt x="127146" y="14523"/>
                </a:lnTo>
                <a:lnTo>
                  <a:pt x="127519" y="14462"/>
                </a:lnTo>
                <a:lnTo>
                  <a:pt x="127896" y="14410"/>
                </a:lnTo>
                <a:lnTo>
                  <a:pt x="128277" y="14366"/>
                </a:lnTo>
                <a:lnTo>
                  <a:pt x="128661" y="14330"/>
                </a:lnTo>
                <a:lnTo>
                  <a:pt x="129049" y="14302"/>
                </a:lnTo>
                <a:lnTo>
                  <a:pt x="129442" y="14281"/>
                </a:lnTo>
                <a:lnTo>
                  <a:pt x="129837" y="14269"/>
                </a:lnTo>
                <a:lnTo>
                  <a:pt x="130237" y="14265"/>
                </a:lnTo>
                <a:lnTo>
                  <a:pt x="130559" y="14268"/>
                </a:lnTo>
                <a:lnTo>
                  <a:pt x="130878" y="14276"/>
                </a:lnTo>
                <a:lnTo>
                  <a:pt x="131195" y="14288"/>
                </a:lnTo>
                <a:lnTo>
                  <a:pt x="131510" y="14306"/>
                </a:lnTo>
                <a:lnTo>
                  <a:pt x="131822" y="14329"/>
                </a:lnTo>
                <a:lnTo>
                  <a:pt x="132132" y="14357"/>
                </a:lnTo>
                <a:lnTo>
                  <a:pt x="132440" y="14390"/>
                </a:lnTo>
                <a:lnTo>
                  <a:pt x="132746" y="14428"/>
                </a:lnTo>
                <a:lnTo>
                  <a:pt x="133049" y="14471"/>
                </a:lnTo>
                <a:lnTo>
                  <a:pt x="133350" y="14520"/>
                </a:lnTo>
                <a:lnTo>
                  <a:pt x="133649" y="14573"/>
                </a:lnTo>
                <a:lnTo>
                  <a:pt x="133945" y="14631"/>
                </a:lnTo>
                <a:lnTo>
                  <a:pt x="134239" y="14695"/>
                </a:lnTo>
                <a:lnTo>
                  <a:pt x="134531" y="14764"/>
                </a:lnTo>
                <a:lnTo>
                  <a:pt x="134820" y="14837"/>
                </a:lnTo>
                <a:lnTo>
                  <a:pt x="135108" y="14916"/>
                </a:lnTo>
                <a:lnTo>
                  <a:pt x="135393" y="15000"/>
                </a:lnTo>
                <a:lnTo>
                  <a:pt x="135675" y="15089"/>
                </a:lnTo>
                <a:lnTo>
                  <a:pt x="135955" y="15183"/>
                </a:lnTo>
                <a:lnTo>
                  <a:pt x="136233" y="15282"/>
                </a:lnTo>
                <a:lnTo>
                  <a:pt x="136509" y="15386"/>
                </a:lnTo>
                <a:lnTo>
                  <a:pt x="136783" y="15496"/>
                </a:lnTo>
                <a:lnTo>
                  <a:pt x="137054" y="15610"/>
                </a:lnTo>
                <a:lnTo>
                  <a:pt x="137322" y="15730"/>
                </a:lnTo>
                <a:lnTo>
                  <a:pt x="137589" y="15855"/>
                </a:lnTo>
                <a:lnTo>
                  <a:pt x="137853" y="15985"/>
                </a:lnTo>
                <a:lnTo>
                  <a:pt x="138114" y="16122"/>
                </a:lnTo>
                <a:lnTo>
                  <a:pt x="138372" y="16264"/>
                </a:lnTo>
                <a:lnTo>
                  <a:pt x="138628" y="16412"/>
                </a:lnTo>
                <a:lnTo>
                  <a:pt x="138881" y="16565"/>
                </a:lnTo>
                <a:lnTo>
                  <a:pt x="139132" y="16725"/>
                </a:lnTo>
                <a:lnTo>
                  <a:pt x="139380" y="16890"/>
                </a:lnTo>
                <a:lnTo>
                  <a:pt x="139625" y="17060"/>
                </a:lnTo>
                <a:lnTo>
                  <a:pt x="139868" y="17237"/>
                </a:lnTo>
                <a:lnTo>
                  <a:pt x="140108" y="17419"/>
                </a:lnTo>
                <a:lnTo>
                  <a:pt x="140346" y="17607"/>
                </a:lnTo>
                <a:lnTo>
                  <a:pt x="140580" y="17801"/>
                </a:lnTo>
                <a:lnTo>
                  <a:pt x="140813" y="18001"/>
                </a:lnTo>
                <a:lnTo>
                  <a:pt x="141042" y="18206"/>
                </a:lnTo>
                <a:lnTo>
                  <a:pt x="141269" y="18417"/>
                </a:lnTo>
                <a:lnTo>
                  <a:pt x="141494" y="18634"/>
                </a:lnTo>
                <a:lnTo>
                  <a:pt x="141715" y="18856"/>
                </a:lnTo>
                <a:lnTo>
                  <a:pt x="141935" y="19084"/>
                </a:lnTo>
                <a:lnTo>
                  <a:pt x="142151" y="19318"/>
                </a:lnTo>
                <a:lnTo>
                  <a:pt x="142365" y="19558"/>
                </a:lnTo>
                <a:lnTo>
                  <a:pt x="142576" y="19803"/>
                </a:lnTo>
                <a:lnTo>
                  <a:pt x="142785" y="20055"/>
                </a:lnTo>
                <a:lnTo>
                  <a:pt x="142991" y="20312"/>
                </a:lnTo>
                <a:lnTo>
                  <a:pt x="143194" y="20575"/>
                </a:lnTo>
                <a:lnTo>
                  <a:pt x="143395" y="20844"/>
                </a:lnTo>
                <a:lnTo>
                  <a:pt x="143592" y="21121"/>
                </a:lnTo>
                <a:lnTo>
                  <a:pt x="143787" y="21403"/>
                </a:lnTo>
                <a:lnTo>
                  <a:pt x="143979" y="21693"/>
                </a:lnTo>
                <a:lnTo>
                  <a:pt x="144169" y="21988"/>
                </a:lnTo>
                <a:lnTo>
                  <a:pt x="144355" y="22291"/>
                </a:lnTo>
                <a:lnTo>
                  <a:pt x="144539" y="22600"/>
                </a:lnTo>
                <a:lnTo>
                  <a:pt x="144720" y="22916"/>
                </a:lnTo>
                <a:lnTo>
                  <a:pt x="144898" y="23238"/>
                </a:lnTo>
                <a:lnTo>
                  <a:pt x="145074" y="23566"/>
                </a:lnTo>
                <a:lnTo>
                  <a:pt x="145246" y="23902"/>
                </a:lnTo>
                <a:lnTo>
                  <a:pt x="145416" y="24243"/>
                </a:lnTo>
                <a:lnTo>
                  <a:pt x="145583" y="24592"/>
                </a:lnTo>
                <a:lnTo>
                  <a:pt x="145748" y="24947"/>
                </a:lnTo>
                <a:lnTo>
                  <a:pt x="145909" y="25308"/>
                </a:lnTo>
                <a:lnTo>
                  <a:pt x="146068" y="25676"/>
                </a:lnTo>
                <a:lnTo>
                  <a:pt x="146224" y="26051"/>
                </a:lnTo>
                <a:lnTo>
                  <a:pt x="146377" y="26432"/>
                </a:lnTo>
                <a:lnTo>
                  <a:pt x="146527" y="26820"/>
                </a:lnTo>
                <a:lnTo>
                  <a:pt x="146675" y="27214"/>
                </a:lnTo>
                <a:lnTo>
                  <a:pt x="146819" y="27615"/>
                </a:lnTo>
                <a:lnTo>
                  <a:pt x="146961" y="28022"/>
                </a:lnTo>
                <a:lnTo>
                  <a:pt x="147100" y="28436"/>
                </a:lnTo>
                <a:lnTo>
                  <a:pt x="147237" y="28857"/>
                </a:lnTo>
                <a:lnTo>
                  <a:pt x="147370" y="29285"/>
                </a:lnTo>
                <a:lnTo>
                  <a:pt x="147501" y="29720"/>
                </a:lnTo>
                <a:lnTo>
                  <a:pt x="147629" y="30162"/>
                </a:lnTo>
                <a:lnTo>
                  <a:pt x="147754" y="30611"/>
                </a:lnTo>
                <a:lnTo>
                  <a:pt x="147877" y="31067"/>
                </a:lnTo>
                <a:lnTo>
                  <a:pt x="147996" y="31530"/>
                </a:lnTo>
                <a:lnTo>
                  <a:pt x="148113" y="32000"/>
                </a:lnTo>
                <a:lnTo>
                  <a:pt x="148227" y="32477"/>
                </a:lnTo>
                <a:lnTo>
                  <a:pt x="148339" y="32961"/>
                </a:lnTo>
                <a:lnTo>
                  <a:pt x="148447" y="33453"/>
                </a:lnTo>
                <a:lnTo>
                  <a:pt x="148553" y="33951"/>
                </a:lnTo>
                <a:lnTo>
                  <a:pt x="148656" y="34457"/>
                </a:lnTo>
                <a:lnTo>
                  <a:pt x="148756" y="34969"/>
                </a:lnTo>
                <a:lnTo>
                  <a:pt x="148853" y="35488"/>
                </a:lnTo>
                <a:lnTo>
                  <a:pt x="148948" y="36015"/>
                </a:lnTo>
                <a:lnTo>
                  <a:pt x="149040" y="36549"/>
                </a:lnTo>
                <a:lnTo>
                  <a:pt x="149129" y="37089"/>
                </a:lnTo>
                <a:lnTo>
                  <a:pt x="149215" y="37637"/>
                </a:lnTo>
                <a:lnTo>
                  <a:pt x="149298" y="38192"/>
                </a:lnTo>
                <a:lnTo>
                  <a:pt x="149379" y="38754"/>
                </a:lnTo>
                <a:lnTo>
                  <a:pt x="149457" y="39323"/>
                </a:lnTo>
                <a:lnTo>
                  <a:pt x="149532" y="39899"/>
                </a:lnTo>
                <a:lnTo>
                  <a:pt x="149604" y="40482"/>
                </a:lnTo>
                <a:lnTo>
                  <a:pt x="149673" y="41072"/>
                </a:lnTo>
                <a:lnTo>
                  <a:pt x="149740" y="41670"/>
                </a:lnTo>
                <a:lnTo>
                  <a:pt x="149803" y="42276"/>
                </a:lnTo>
                <a:lnTo>
                  <a:pt x="149864" y="42889"/>
                </a:lnTo>
                <a:lnTo>
                  <a:pt x="149921" y="43510"/>
                </a:lnTo>
                <a:lnTo>
                  <a:pt x="149976" y="44139"/>
                </a:lnTo>
                <a:lnTo>
                  <a:pt x="150028" y="44776"/>
                </a:lnTo>
                <a:lnTo>
                  <a:pt x="150076" y="45420"/>
                </a:lnTo>
                <a:lnTo>
                  <a:pt x="150122" y="46072"/>
                </a:lnTo>
                <a:lnTo>
                  <a:pt x="150165" y="46732"/>
                </a:lnTo>
                <a:lnTo>
                  <a:pt x="150205" y="47400"/>
                </a:lnTo>
                <a:lnTo>
                  <a:pt x="150242" y="48075"/>
                </a:lnTo>
                <a:lnTo>
                  <a:pt x="150276" y="48758"/>
                </a:lnTo>
                <a:lnTo>
                  <a:pt x="150307" y="49448"/>
                </a:lnTo>
                <a:lnTo>
                  <a:pt x="150335" y="50147"/>
                </a:lnTo>
                <a:lnTo>
                  <a:pt x="150360" y="50853"/>
                </a:lnTo>
                <a:lnTo>
                  <a:pt x="150382" y="51566"/>
                </a:lnTo>
                <a:lnTo>
                  <a:pt x="150401" y="52288"/>
                </a:lnTo>
                <a:lnTo>
                  <a:pt x="150417" y="53017"/>
                </a:lnTo>
                <a:lnTo>
                  <a:pt x="150431" y="53754"/>
                </a:lnTo>
                <a:lnTo>
                  <a:pt x="150441" y="54498"/>
                </a:lnTo>
                <a:lnTo>
                  <a:pt x="150448" y="55250"/>
                </a:lnTo>
                <a:lnTo>
                  <a:pt x="150453" y="56010"/>
                </a:lnTo>
                <a:lnTo>
                  <a:pt x="150454" y="56778"/>
                </a:lnTo>
                <a:lnTo>
                  <a:pt x="150454" y="83514"/>
                </a:lnTo>
                <a:lnTo>
                  <a:pt x="150452" y="84469"/>
                </a:lnTo>
                <a:close/>
                <a:moveTo>
                  <a:pt x="17218" y="59421"/>
                </a:moveTo>
                <a:lnTo>
                  <a:pt x="17287" y="58632"/>
                </a:lnTo>
                <a:lnTo>
                  <a:pt x="17363" y="57843"/>
                </a:lnTo>
                <a:lnTo>
                  <a:pt x="17443" y="57056"/>
                </a:lnTo>
                <a:lnTo>
                  <a:pt x="17530" y="56270"/>
                </a:lnTo>
                <a:lnTo>
                  <a:pt x="17622" y="55484"/>
                </a:lnTo>
                <a:lnTo>
                  <a:pt x="17720" y="54700"/>
                </a:lnTo>
                <a:lnTo>
                  <a:pt x="17823" y="53916"/>
                </a:lnTo>
                <a:lnTo>
                  <a:pt x="17931" y="53134"/>
                </a:lnTo>
                <a:lnTo>
                  <a:pt x="18046" y="52353"/>
                </a:lnTo>
                <a:lnTo>
                  <a:pt x="18166" y="51572"/>
                </a:lnTo>
                <a:lnTo>
                  <a:pt x="18291" y="50793"/>
                </a:lnTo>
                <a:lnTo>
                  <a:pt x="18422" y="50014"/>
                </a:lnTo>
                <a:lnTo>
                  <a:pt x="18561" y="49239"/>
                </a:lnTo>
                <a:lnTo>
                  <a:pt x="18708" y="48471"/>
                </a:lnTo>
                <a:lnTo>
                  <a:pt x="18864" y="47709"/>
                </a:lnTo>
                <a:lnTo>
                  <a:pt x="19030" y="46953"/>
                </a:lnTo>
                <a:lnTo>
                  <a:pt x="19204" y="46204"/>
                </a:lnTo>
                <a:lnTo>
                  <a:pt x="19388" y="45461"/>
                </a:lnTo>
                <a:lnTo>
                  <a:pt x="19580" y="44724"/>
                </a:lnTo>
                <a:lnTo>
                  <a:pt x="19782" y="43994"/>
                </a:lnTo>
                <a:lnTo>
                  <a:pt x="19992" y="43270"/>
                </a:lnTo>
                <a:lnTo>
                  <a:pt x="20212" y="42553"/>
                </a:lnTo>
                <a:lnTo>
                  <a:pt x="20440" y="41842"/>
                </a:lnTo>
                <a:lnTo>
                  <a:pt x="20678" y="41137"/>
                </a:lnTo>
                <a:lnTo>
                  <a:pt x="20924" y="40439"/>
                </a:lnTo>
                <a:lnTo>
                  <a:pt x="21180" y="39747"/>
                </a:lnTo>
                <a:lnTo>
                  <a:pt x="21445" y="39061"/>
                </a:lnTo>
                <a:lnTo>
                  <a:pt x="21718" y="38382"/>
                </a:lnTo>
                <a:lnTo>
                  <a:pt x="22001" y="37710"/>
                </a:lnTo>
                <a:lnTo>
                  <a:pt x="22293" y="37044"/>
                </a:lnTo>
                <a:lnTo>
                  <a:pt x="22593" y="36384"/>
                </a:lnTo>
                <a:lnTo>
                  <a:pt x="22903" y="35730"/>
                </a:lnTo>
                <a:lnTo>
                  <a:pt x="23222" y="35083"/>
                </a:lnTo>
                <a:lnTo>
                  <a:pt x="23550" y="34443"/>
                </a:lnTo>
                <a:lnTo>
                  <a:pt x="23886" y="33808"/>
                </a:lnTo>
                <a:lnTo>
                  <a:pt x="24232" y="33181"/>
                </a:lnTo>
                <a:lnTo>
                  <a:pt x="24588" y="32561"/>
                </a:lnTo>
                <a:lnTo>
                  <a:pt x="24957" y="31952"/>
                </a:lnTo>
                <a:lnTo>
                  <a:pt x="25336" y="31353"/>
                </a:lnTo>
                <a:lnTo>
                  <a:pt x="25728" y="30765"/>
                </a:lnTo>
                <a:lnTo>
                  <a:pt x="26132" y="30187"/>
                </a:lnTo>
                <a:lnTo>
                  <a:pt x="26547" y="29620"/>
                </a:lnTo>
                <a:lnTo>
                  <a:pt x="26974" y="29063"/>
                </a:lnTo>
                <a:lnTo>
                  <a:pt x="27413" y="28517"/>
                </a:lnTo>
                <a:lnTo>
                  <a:pt x="27864" y="27981"/>
                </a:lnTo>
                <a:lnTo>
                  <a:pt x="28326" y="27456"/>
                </a:lnTo>
                <a:lnTo>
                  <a:pt x="28800" y="26941"/>
                </a:lnTo>
                <a:lnTo>
                  <a:pt x="29287" y="26437"/>
                </a:lnTo>
                <a:lnTo>
                  <a:pt x="29784" y="25943"/>
                </a:lnTo>
                <a:lnTo>
                  <a:pt x="30294" y="25460"/>
                </a:lnTo>
                <a:lnTo>
                  <a:pt x="30816" y="24987"/>
                </a:lnTo>
                <a:lnTo>
                  <a:pt x="31349" y="24524"/>
                </a:lnTo>
                <a:lnTo>
                  <a:pt x="31894" y="24073"/>
                </a:lnTo>
                <a:lnTo>
                  <a:pt x="32451" y="23631"/>
                </a:lnTo>
                <a:lnTo>
                  <a:pt x="33020" y="23200"/>
                </a:lnTo>
                <a:lnTo>
                  <a:pt x="33601" y="22780"/>
                </a:lnTo>
                <a:lnTo>
                  <a:pt x="34193" y="22370"/>
                </a:lnTo>
                <a:lnTo>
                  <a:pt x="34797" y="21971"/>
                </a:lnTo>
                <a:lnTo>
                  <a:pt x="35413" y="21582"/>
                </a:lnTo>
                <a:lnTo>
                  <a:pt x="36041" y="21203"/>
                </a:lnTo>
                <a:lnTo>
                  <a:pt x="36683" y="20838"/>
                </a:lnTo>
                <a:lnTo>
                  <a:pt x="37339" y="20487"/>
                </a:lnTo>
                <a:lnTo>
                  <a:pt x="38010" y="20153"/>
                </a:lnTo>
                <a:lnTo>
                  <a:pt x="38696" y="19834"/>
                </a:lnTo>
                <a:lnTo>
                  <a:pt x="39397" y="19530"/>
                </a:lnTo>
                <a:lnTo>
                  <a:pt x="40112" y="19243"/>
                </a:lnTo>
                <a:lnTo>
                  <a:pt x="40843" y="18970"/>
                </a:lnTo>
                <a:lnTo>
                  <a:pt x="41589" y="18713"/>
                </a:lnTo>
                <a:lnTo>
                  <a:pt x="42350" y="18472"/>
                </a:lnTo>
                <a:lnTo>
                  <a:pt x="43125" y="18247"/>
                </a:lnTo>
                <a:lnTo>
                  <a:pt x="43916" y="18037"/>
                </a:lnTo>
                <a:lnTo>
                  <a:pt x="44721" y="17842"/>
                </a:lnTo>
                <a:lnTo>
                  <a:pt x="45541" y="17663"/>
                </a:lnTo>
                <a:lnTo>
                  <a:pt x="46377" y="17500"/>
                </a:lnTo>
                <a:lnTo>
                  <a:pt x="47227" y="17352"/>
                </a:lnTo>
                <a:lnTo>
                  <a:pt x="48092" y="17220"/>
                </a:lnTo>
                <a:lnTo>
                  <a:pt x="48972" y="17103"/>
                </a:lnTo>
                <a:lnTo>
                  <a:pt x="49867" y="17002"/>
                </a:lnTo>
                <a:lnTo>
                  <a:pt x="50777" y="16916"/>
                </a:lnTo>
                <a:lnTo>
                  <a:pt x="51701" y="16846"/>
                </a:lnTo>
                <a:lnTo>
                  <a:pt x="52641" y="16792"/>
                </a:lnTo>
                <a:lnTo>
                  <a:pt x="53596" y="16753"/>
                </a:lnTo>
                <a:lnTo>
                  <a:pt x="54565" y="16729"/>
                </a:lnTo>
                <a:lnTo>
                  <a:pt x="55550" y="16722"/>
                </a:lnTo>
                <a:lnTo>
                  <a:pt x="56778" y="16722"/>
                </a:lnTo>
                <a:lnTo>
                  <a:pt x="56778" y="1889"/>
                </a:lnTo>
                <a:lnTo>
                  <a:pt x="55550" y="1889"/>
                </a:lnTo>
                <a:lnTo>
                  <a:pt x="54082" y="1901"/>
                </a:lnTo>
                <a:lnTo>
                  <a:pt x="52637" y="1936"/>
                </a:lnTo>
                <a:lnTo>
                  <a:pt x="51215" y="1994"/>
                </a:lnTo>
                <a:lnTo>
                  <a:pt x="49817" y="2076"/>
                </a:lnTo>
                <a:lnTo>
                  <a:pt x="48443" y="2180"/>
                </a:lnTo>
                <a:lnTo>
                  <a:pt x="47092" y="2308"/>
                </a:lnTo>
                <a:lnTo>
                  <a:pt x="45764" y="2459"/>
                </a:lnTo>
                <a:lnTo>
                  <a:pt x="44460" y="2634"/>
                </a:lnTo>
                <a:lnTo>
                  <a:pt x="43179" y="2831"/>
                </a:lnTo>
                <a:lnTo>
                  <a:pt x="41922" y="3052"/>
                </a:lnTo>
                <a:lnTo>
                  <a:pt x="40688" y="3297"/>
                </a:lnTo>
                <a:lnTo>
                  <a:pt x="39478" y="3564"/>
                </a:lnTo>
                <a:lnTo>
                  <a:pt x="38291" y="3855"/>
                </a:lnTo>
                <a:lnTo>
                  <a:pt x="37127" y="4169"/>
                </a:lnTo>
                <a:lnTo>
                  <a:pt x="35987" y="4506"/>
                </a:lnTo>
                <a:lnTo>
                  <a:pt x="34871" y="4867"/>
                </a:lnTo>
                <a:lnTo>
                  <a:pt x="33778" y="5250"/>
                </a:lnTo>
                <a:lnTo>
                  <a:pt x="32708" y="5657"/>
                </a:lnTo>
                <a:lnTo>
                  <a:pt x="31662" y="6088"/>
                </a:lnTo>
                <a:lnTo>
                  <a:pt x="30639" y="6541"/>
                </a:lnTo>
                <a:lnTo>
                  <a:pt x="29640" y="7018"/>
                </a:lnTo>
                <a:lnTo>
                  <a:pt x="28664" y="7518"/>
                </a:lnTo>
                <a:lnTo>
                  <a:pt x="27712" y="8042"/>
                </a:lnTo>
                <a:lnTo>
                  <a:pt x="26783" y="8588"/>
                </a:lnTo>
                <a:lnTo>
                  <a:pt x="25875" y="9154"/>
                </a:lnTo>
                <a:lnTo>
                  <a:pt x="24985" y="9737"/>
                </a:lnTo>
                <a:lnTo>
                  <a:pt x="24113" y="10335"/>
                </a:lnTo>
                <a:lnTo>
                  <a:pt x="23259" y="10949"/>
                </a:lnTo>
                <a:lnTo>
                  <a:pt x="22423" y="11580"/>
                </a:lnTo>
                <a:lnTo>
                  <a:pt x="21605" y="12226"/>
                </a:lnTo>
                <a:lnTo>
                  <a:pt x="20805" y="12889"/>
                </a:lnTo>
                <a:lnTo>
                  <a:pt x="20023" y="13568"/>
                </a:lnTo>
                <a:lnTo>
                  <a:pt x="19259" y="14262"/>
                </a:lnTo>
                <a:lnTo>
                  <a:pt x="18513" y="14973"/>
                </a:lnTo>
                <a:lnTo>
                  <a:pt x="17786" y="15700"/>
                </a:lnTo>
                <a:lnTo>
                  <a:pt x="17076" y="16443"/>
                </a:lnTo>
                <a:lnTo>
                  <a:pt x="16384" y="17202"/>
                </a:lnTo>
                <a:lnTo>
                  <a:pt x="15711" y="17976"/>
                </a:lnTo>
                <a:lnTo>
                  <a:pt x="15055" y="18767"/>
                </a:lnTo>
                <a:lnTo>
                  <a:pt x="14418" y="19575"/>
                </a:lnTo>
                <a:lnTo>
                  <a:pt x="13798" y="20398"/>
                </a:lnTo>
                <a:lnTo>
                  <a:pt x="13197" y="21237"/>
                </a:lnTo>
                <a:lnTo>
                  <a:pt x="12613" y="22092"/>
                </a:lnTo>
                <a:lnTo>
                  <a:pt x="12048" y="22963"/>
                </a:lnTo>
                <a:lnTo>
                  <a:pt x="11501" y="23851"/>
                </a:lnTo>
                <a:lnTo>
                  <a:pt x="10971" y="24754"/>
                </a:lnTo>
                <a:lnTo>
                  <a:pt x="10460" y="25673"/>
                </a:lnTo>
                <a:lnTo>
                  <a:pt x="9967" y="26609"/>
                </a:lnTo>
                <a:lnTo>
                  <a:pt x="9489" y="27557"/>
                </a:lnTo>
                <a:lnTo>
                  <a:pt x="9024" y="28514"/>
                </a:lnTo>
                <a:lnTo>
                  <a:pt x="8573" y="29480"/>
                </a:lnTo>
                <a:lnTo>
                  <a:pt x="8134" y="30455"/>
                </a:lnTo>
                <a:lnTo>
                  <a:pt x="7708" y="31440"/>
                </a:lnTo>
                <a:lnTo>
                  <a:pt x="7295" y="32434"/>
                </a:lnTo>
                <a:lnTo>
                  <a:pt x="6895" y="33437"/>
                </a:lnTo>
                <a:lnTo>
                  <a:pt x="6508" y="34449"/>
                </a:lnTo>
                <a:lnTo>
                  <a:pt x="6134" y="35470"/>
                </a:lnTo>
                <a:lnTo>
                  <a:pt x="5773" y="36501"/>
                </a:lnTo>
                <a:lnTo>
                  <a:pt x="5425" y="37540"/>
                </a:lnTo>
                <a:lnTo>
                  <a:pt x="5090" y="38589"/>
                </a:lnTo>
                <a:lnTo>
                  <a:pt x="4768" y="39647"/>
                </a:lnTo>
                <a:lnTo>
                  <a:pt x="4458" y="40714"/>
                </a:lnTo>
                <a:lnTo>
                  <a:pt x="4162" y="41791"/>
                </a:lnTo>
                <a:lnTo>
                  <a:pt x="3879" y="42876"/>
                </a:lnTo>
                <a:lnTo>
                  <a:pt x="3608" y="43971"/>
                </a:lnTo>
                <a:lnTo>
                  <a:pt x="3351" y="45075"/>
                </a:lnTo>
                <a:lnTo>
                  <a:pt x="3106" y="46188"/>
                </a:lnTo>
                <a:lnTo>
                  <a:pt x="2875" y="47311"/>
                </a:lnTo>
                <a:lnTo>
                  <a:pt x="2656" y="48442"/>
                </a:lnTo>
                <a:lnTo>
                  <a:pt x="2451" y="49583"/>
                </a:lnTo>
                <a:lnTo>
                  <a:pt x="2258" y="50733"/>
                </a:lnTo>
                <a:lnTo>
                  <a:pt x="2078" y="51892"/>
                </a:lnTo>
                <a:lnTo>
                  <a:pt x="1909" y="53057"/>
                </a:lnTo>
                <a:lnTo>
                  <a:pt x="1746" y="54223"/>
                </a:lnTo>
                <a:lnTo>
                  <a:pt x="1591" y="55392"/>
                </a:lnTo>
                <a:lnTo>
                  <a:pt x="1443" y="56562"/>
                </a:lnTo>
                <a:lnTo>
                  <a:pt x="1303" y="57735"/>
                </a:lnTo>
                <a:lnTo>
                  <a:pt x="1169" y="58909"/>
                </a:lnTo>
                <a:lnTo>
                  <a:pt x="1043" y="60086"/>
                </a:lnTo>
                <a:lnTo>
                  <a:pt x="924" y="61264"/>
                </a:lnTo>
                <a:lnTo>
                  <a:pt x="812" y="62445"/>
                </a:lnTo>
                <a:lnTo>
                  <a:pt x="707" y="63627"/>
                </a:lnTo>
                <a:lnTo>
                  <a:pt x="610" y="64811"/>
                </a:lnTo>
                <a:lnTo>
                  <a:pt x="520" y="65997"/>
                </a:lnTo>
                <a:lnTo>
                  <a:pt x="437" y="67185"/>
                </a:lnTo>
                <a:lnTo>
                  <a:pt x="361" y="68376"/>
                </a:lnTo>
                <a:lnTo>
                  <a:pt x="292" y="69568"/>
                </a:lnTo>
                <a:lnTo>
                  <a:pt x="231" y="70762"/>
                </a:lnTo>
                <a:lnTo>
                  <a:pt x="177" y="71958"/>
                </a:lnTo>
                <a:lnTo>
                  <a:pt x="130" y="73156"/>
                </a:lnTo>
                <a:lnTo>
                  <a:pt x="90" y="74355"/>
                </a:lnTo>
                <a:lnTo>
                  <a:pt x="58" y="75557"/>
                </a:lnTo>
                <a:lnTo>
                  <a:pt x="32" y="76761"/>
                </a:lnTo>
                <a:lnTo>
                  <a:pt x="14" y="77967"/>
                </a:lnTo>
                <a:lnTo>
                  <a:pt x="4" y="79175"/>
                </a:lnTo>
                <a:lnTo>
                  <a:pt x="0" y="80384"/>
                </a:lnTo>
                <a:lnTo>
                  <a:pt x="0" y="88592"/>
                </a:lnTo>
                <a:lnTo>
                  <a:pt x="4" y="89393"/>
                </a:lnTo>
                <a:lnTo>
                  <a:pt x="15" y="90194"/>
                </a:lnTo>
                <a:lnTo>
                  <a:pt x="34" y="90993"/>
                </a:lnTo>
                <a:lnTo>
                  <a:pt x="60" y="91792"/>
                </a:lnTo>
                <a:lnTo>
                  <a:pt x="94" y="92590"/>
                </a:lnTo>
                <a:lnTo>
                  <a:pt x="136" y="93386"/>
                </a:lnTo>
                <a:lnTo>
                  <a:pt x="185" y="94182"/>
                </a:lnTo>
                <a:lnTo>
                  <a:pt x="241" y="94976"/>
                </a:lnTo>
                <a:lnTo>
                  <a:pt x="306" y="95770"/>
                </a:lnTo>
                <a:lnTo>
                  <a:pt x="377" y="96563"/>
                </a:lnTo>
                <a:lnTo>
                  <a:pt x="456" y="97355"/>
                </a:lnTo>
                <a:lnTo>
                  <a:pt x="543" y="98145"/>
                </a:lnTo>
                <a:lnTo>
                  <a:pt x="638" y="98935"/>
                </a:lnTo>
                <a:lnTo>
                  <a:pt x="739" y="99724"/>
                </a:lnTo>
                <a:lnTo>
                  <a:pt x="849" y="100511"/>
                </a:lnTo>
                <a:lnTo>
                  <a:pt x="966" y="101298"/>
                </a:lnTo>
                <a:lnTo>
                  <a:pt x="1090" y="102084"/>
                </a:lnTo>
                <a:lnTo>
                  <a:pt x="1222" y="102869"/>
                </a:lnTo>
                <a:lnTo>
                  <a:pt x="1362" y="103653"/>
                </a:lnTo>
                <a:lnTo>
                  <a:pt x="1509" y="104436"/>
                </a:lnTo>
                <a:lnTo>
                  <a:pt x="1664" y="105217"/>
                </a:lnTo>
                <a:lnTo>
                  <a:pt x="1826" y="105998"/>
                </a:lnTo>
                <a:lnTo>
                  <a:pt x="1996" y="106778"/>
                </a:lnTo>
                <a:lnTo>
                  <a:pt x="2173" y="107557"/>
                </a:lnTo>
                <a:lnTo>
                  <a:pt x="2358" y="108332"/>
                </a:lnTo>
                <a:lnTo>
                  <a:pt x="2552" y="109102"/>
                </a:lnTo>
                <a:lnTo>
                  <a:pt x="2754" y="109865"/>
                </a:lnTo>
                <a:lnTo>
                  <a:pt x="2964" y="110623"/>
                </a:lnTo>
                <a:lnTo>
                  <a:pt x="3183" y="111374"/>
                </a:lnTo>
                <a:lnTo>
                  <a:pt x="3410" y="112120"/>
                </a:lnTo>
                <a:lnTo>
                  <a:pt x="3645" y="112860"/>
                </a:lnTo>
                <a:lnTo>
                  <a:pt x="3889" y="113594"/>
                </a:lnTo>
                <a:lnTo>
                  <a:pt x="4141" y="114322"/>
                </a:lnTo>
                <a:lnTo>
                  <a:pt x="4402" y="115045"/>
                </a:lnTo>
                <a:lnTo>
                  <a:pt x="4671" y="115761"/>
                </a:lnTo>
                <a:lnTo>
                  <a:pt x="4948" y="116471"/>
                </a:lnTo>
                <a:lnTo>
                  <a:pt x="5234" y="117176"/>
                </a:lnTo>
                <a:lnTo>
                  <a:pt x="5528" y="117875"/>
                </a:lnTo>
                <a:lnTo>
                  <a:pt x="5830" y="118568"/>
                </a:lnTo>
                <a:lnTo>
                  <a:pt x="6141" y="119255"/>
                </a:lnTo>
                <a:lnTo>
                  <a:pt x="6460" y="119936"/>
                </a:lnTo>
                <a:lnTo>
                  <a:pt x="6787" y="120611"/>
                </a:lnTo>
                <a:lnTo>
                  <a:pt x="7123" y="121280"/>
                </a:lnTo>
                <a:lnTo>
                  <a:pt x="7467" y="121944"/>
                </a:lnTo>
                <a:lnTo>
                  <a:pt x="7820" y="122601"/>
                </a:lnTo>
                <a:lnTo>
                  <a:pt x="8181" y="123253"/>
                </a:lnTo>
                <a:lnTo>
                  <a:pt x="8550" y="123899"/>
                </a:lnTo>
                <a:lnTo>
                  <a:pt x="8928" y="124539"/>
                </a:lnTo>
                <a:lnTo>
                  <a:pt x="9314" y="125170"/>
                </a:lnTo>
                <a:lnTo>
                  <a:pt x="9708" y="125791"/>
                </a:lnTo>
                <a:lnTo>
                  <a:pt x="10111" y="126401"/>
                </a:lnTo>
                <a:lnTo>
                  <a:pt x="10522" y="127000"/>
                </a:lnTo>
                <a:lnTo>
                  <a:pt x="10941" y="127589"/>
                </a:lnTo>
                <a:lnTo>
                  <a:pt x="11369" y="128167"/>
                </a:lnTo>
                <a:lnTo>
                  <a:pt x="11805" y="128735"/>
                </a:lnTo>
                <a:lnTo>
                  <a:pt x="12250" y="129292"/>
                </a:lnTo>
                <a:lnTo>
                  <a:pt x="12703" y="129838"/>
                </a:lnTo>
                <a:lnTo>
                  <a:pt x="13164" y="130374"/>
                </a:lnTo>
                <a:lnTo>
                  <a:pt x="13634" y="130899"/>
                </a:lnTo>
                <a:lnTo>
                  <a:pt x="14112" y="131413"/>
                </a:lnTo>
                <a:lnTo>
                  <a:pt x="14598" y="131917"/>
                </a:lnTo>
                <a:lnTo>
                  <a:pt x="15093" y="132410"/>
                </a:lnTo>
                <a:lnTo>
                  <a:pt x="15596" y="132892"/>
                </a:lnTo>
                <a:lnTo>
                  <a:pt x="16108" y="133364"/>
                </a:lnTo>
                <a:lnTo>
                  <a:pt x="16627" y="133825"/>
                </a:lnTo>
                <a:lnTo>
                  <a:pt x="17156" y="134275"/>
                </a:lnTo>
                <a:lnTo>
                  <a:pt x="17692" y="134715"/>
                </a:lnTo>
                <a:lnTo>
                  <a:pt x="18237" y="135145"/>
                </a:lnTo>
                <a:lnTo>
                  <a:pt x="18790" y="135563"/>
                </a:lnTo>
                <a:lnTo>
                  <a:pt x="19352" y="135971"/>
                </a:lnTo>
                <a:lnTo>
                  <a:pt x="19922" y="136368"/>
                </a:lnTo>
                <a:lnTo>
                  <a:pt x="20501" y="136755"/>
                </a:lnTo>
                <a:lnTo>
                  <a:pt x="21088" y="137128"/>
                </a:lnTo>
                <a:lnTo>
                  <a:pt x="21684" y="137486"/>
                </a:lnTo>
                <a:lnTo>
                  <a:pt x="22290" y="137828"/>
                </a:lnTo>
                <a:lnTo>
                  <a:pt x="22904" y="138153"/>
                </a:lnTo>
                <a:lnTo>
                  <a:pt x="23528" y="138463"/>
                </a:lnTo>
                <a:lnTo>
                  <a:pt x="24161" y="138757"/>
                </a:lnTo>
                <a:lnTo>
                  <a:pt x="24804" y="139035"/>
                </a:lnTo>
                <a:lnTo>
                  <a:pt x="25455" y="139297"/>
                </a:lnTo>
                <a:lnTo>
                  <a:pt x="26116" y="139544"/>
                </a:lnTo>
                <a:lnTo>
                  <a:pt x="26786" y="139774"/>
                </a:lnTo>
                <a:lnTo>
                  <a:pt x="27465" y="139988"/>
                </a:lnTo>
                <a:lnTo>
                  <a:pt x="28153" y="140187"/>
                </a:lnTo>
                <a:lnTo>
                  <a:pt x="28850" y="140370"/>
                </a:lnTo>
                <a:lnTo>
                  <a:pt x="29557" y="140537"/>
                </a:lnTo>
                <a:lnTo>
                  <a:pt x="30273" y="140688"/>
                </a:lnTo>
                <a:lnTo>
                  <a:pt x="30998" y="140823"/>
                </a:lnTo>
                <a:lnTo>
                  <a:pt x="31732" y="140942"/>
                </a:lnTo>
                <a:lnTo>
                  <a:pt x="32475" y="141045"/>
                </a:lnTo>
                <a:lnTo>
                  <a:pt x="33227" y="141132"/>
                </a:lnTo>
                <a:lnTo>
                  <a:pt x="33989" y="141204"/>
                </a:lnTo>
                <a:lnTo>
                  <a:pt x="34760" y="141260"/>
                </a:lnTo>
                <a:lnTo>
                  <a:pt x="35540" y="141299"/>
                </a:lnTo>
                <a:lnTo>
                  <a:pt x="36329" y="141323"/>
                </a:lnTo>
                <a:lnTo>
                  <a:pt x="37128" y="141331"/>
                </a:lnTo>
                <a:lnTo>
                  <a:pt x="37880" y="141325"/>
                </a:lnTo>
                <a:lnTo>
                  <a:pt x="38624" y="141306"/>
                </a:lnTo>
                <a:lnTo>
                  <a:pt x="39360" y="141275"/>
                </a:lnTo>
                <a:lnTo>
                  <a:pt x="40089" y="141231"/>
                </a:lnTo>
                <a:lnTo>
                  <a:pt x="40810" y="141175"/>
                </a:lnTo>
                <a:lnTo>
                  <a:pt x="41524" y="141107"/>
                </a:lnTo>
                <a:lnTo>
                  <a:pt x="42229" y="141026"/>
                </a:lnTo>
                <a:lnTo>
                  <a:pt x="42927" y="140932"/>
                </a:lnTo>
                <a:lnTo>
                  <a:pt x="43618" y="140827"/>
                </a:lnTo>
                <a:lnTo>
                  <a:pt x="44300" y="140708"/>
                </a:lnTo>
                <a:lnTo>
                  <a:pt x="44975" y="140578"/>
                </a:lnTo>
                <a:lnTo>
                  <a:pt x="45642" y="140434"/>
                </a:lnTo>
                <a:lnTo>
                  <a:pt x="46302" y="140279"/>
                </a:lnTo>
                <a:lnTo>
                  <a:pt x="46953" y="140110"/>
                </a:lnTo>
                <a:lnTo>
                  <a:pt x="47597" y="139930"/>
                </a:lnTo>
                <a:lnTo>
                  <a:pt x="48234" y="139737"/>
                </a:lnTo>
                <a:lnTo>
                  <a:pt x="48862" y="139531"/>
                </a:lnTo>
                <a:lnTo>
                  <a:pt x="49483" y="139313"/>
                </a:lnTo>
                <a:lnTo>
                  <a:pt x="50096" y="139083"/>
                </a:lnTo>
                <a:lnTo>
                  <a:pt x="50702" y="138840"/>
                </a:lnTo>
                <a:lnTo>
                  <a:pt x="51299" y="138585"/>
                </a:lnTo>
                <a:lnTo>
                  <a:pt x="51889" y="138317"/>
                </a:lnTo>
                <a:lnTo>
                  <a:pt x="52472" y="138037"/>
                </a:lnTo>
                <a:lnTo>
                  <a:pt x="53046" y="137744"/>
                </a:lnTo>
                <a:lnTo>
                  <a:pt x="53613" y="137440"/>
                </a:lnTo>
                <a:lnTo>
                  <a:pt x="54172" y="137127"/>
                </a:lnTo>
                <a:lnTo>
                  <a:pt x="54723" y="136803"/>
                </a:lnTo>
                <a:lnTo>
                  <a:pt x="55265" y="136470"/>
                </a:lnTo>
                <a:lnTo>
                  <a:pt x="55800" y="136127"/>
                </a:lnTo>
                <a:lnTo>
                  <a:pt x="56326" y="135774"/>
                </a:lnTo>
                <a:lnTo>
                  <a:pt x="56845" y="135411"/>
                </a:lnTo>
                <a:lnTo>
                  <a:pt x="57355" y="135038"/>
                </a:lnTo>
                <a:lnTo>
                  <a:pt x="57858" y="134656"/>
                </a:lnTo>
                <a:lnTo>
                  <a:pt x="58352" y="134264"/>
                </a:lnTo>
                <a:lnTo>
                  <a:pt x="58839" y="133862"/>
                </a:lnTo>
                <a:lnTo>
                  <a:pt x="59317" y="133450"/>
                </a:lnTo>
                <a:lnTo>
                  <a:pt x="59787" y="133028"/>
                </a:lnTo>
                <a:lnTo>
                  <a:pt x="60250" y="132597"/>
                </a:lnTo>
                <a:lnTo>
                  <a:pt x="60704" y="132155"/>
                </a:lnTo>
                <a:lnTo>
                  <a:pt x="61150" y="131704"/>
                </a:lnTo>
                <a:lnTo>
                  <a:pt x="61588" y="131243"/>
                </a:lnTo>
                <a:lnTo>
                  <a:pt x="62018" y="130773"/>
                </a:lnTo>
                <a:lnTo>
                  <a:pt x="62440" y="130292"/>
                </a:lnTo>
                <a:lnTo>
                  <a:pt x="62854" y="129802"/>
                </a:lnTo>
                <a:lnTo>
                  <a:pt x="63261" y="129301"/>
                </a:lnTo>
                <a:lnTo>
                  <a:pt x="63658" y="128791"/>
                </a:lnTo>
                <a:lnTo>
                  <a:pt x="64048" y="128271"/>
                </a:lnTo>
                <a:lnTo>
                  <a:pt x="64430" y="127742"/>
                </a:lnTo>
                <a:lnTo>
                  <a:pt x="64804" y="127203"/>
                </a:lnTo>
                <a:lnTo>
                  <a:pt x="65171" y="126658"/>
                </a:lnTo>
                <a:lnTo>
                  <a:pt x="65529" y="126105"/>
                </a:lnTo>
                <a:lnTo>
                  <a:pt x="65880" y="125545"/>
                </a:lnTo>
                <a:lnTo>
                  <a:pt x="66223" y="124977"/>
                </a:lnTo>
                <a:lnTo>
                  <a:pt x="66559" y="124403"/>
                </a:lnTo>
                <a:lnTo>
                  <a:pt x="66887" y="123821"/>
                </a:lnTo>
                <a:lnTo>
                  <a:pt x="67207" y="123232"/>
                </a:lnTo>
                <a:lnTo>
                  <a:pt x="67519" y="122636"/>
                </a:lnTo>
                <a:lnTo>
                  <a:pt x="67824" y="122033"/>
                </a:lnTo>
                <a:lnTo>
                  <a:pt x="68121" y="121422"/>
                </a:lnTo>
                <a:lnTo>
                  <a:pt x="68410" y="120805"/>
                </a:lnTo>
                <a:lnTo>
                  <a:pt x="68692" y="120180"/>
                </a:lnTo>
                <a:lnTo>
                  <a:pt x="68965" y="119548"/>
                </a:lnTo>
                <a:lnTo>
                  <a:pt x="69231" y="118908"/>
                </a:lnTo>
                <a:lnTo>
                  <a:pt x="69490" y="118262"/>
                </a:lnTo>
                <a:lnTo>
                  <a:pt x="69741" y="117608"/>
                </a:lnTo>
                <a:lnTo>
                  <a:pt x="69984" y="116947"/>
                </a:lnTo>
                <a:lnTo>
                  <a:pt x="70219" y="116279"/>
                </a:lnTo>
                <a:lnTo>
                  <a:pt x="70446" y="115603"/>
                </a:lnTo>
                <a:lnTo>
                  <a:pt x="70666" y="114921"/>
                </a:lnTo>
                <a:lnTo>
                  <a:pt x="70878" y="114231"/>
                </a:lnTo>
                <a:lnTo>
                  <a:pt x="71083" y="113534"/>
                </a:lnTo>
                <a:lnTo>
                  <a:pt x="71280" y="112830"/>
                </a:lnTo>
                <a:lnTo>
                  <a:pt x="71468" y="112120"/>
                </a:lnTo>
                <a:lnTo>
                  <a:pt x="71649" y="111406"/>
                </a:lnTo>
                <a:lnTo>
                  <a:pt x="71822" y="110687"/>
                </a:lnTo>
                <a:lnTo>
                  <a:pt x="71987" y="109964"/>
                </a:lnTo>
                <a:lnTo>
                  <a:pt x="72144" y="109238"/>
                </a:lnTo>
                <a:lnTo>
                  <a:pt x="72292" y="108506"/>
                </a:lnTo>
                <a:lnTo>
                  <a:pt x="72433" y="107771"/>
                </a:lnTo>
                <a:lnTo>
                  <a:pt x="72565" y="107031"/>
                </a:lnTo>
                <a:lnTo>
                  <a:pt x="72690" y="106287"/>
                </a:lnTo>
                <a:lnTo>
                  <a:pt x="72807" y="105539"/>
                </a:lnTo>
                <a:lnTo>
                  <a:pt x="72915" y="104786"/>
                </a:lnTo>
                <a:lnTo>
                  <a:pt x="73016" y="104029"/>
                </a:lnTo>
                <a:lnTo>
                  <a:pt x="73108" y="103268"/>
                </a:lnTo>
                <a:lnTo>
                  <a:pt x="73192" y="102503"/>
                </a:lnTo>
                <a:lnTo>
                  <a:pt x="73269" y="101733"/>
                </a:lnTo>
                <a:lnTo>
                  <a:pt x="73337" y="100959"/>
                </a:lnTo>
                <a:lnTo>
                  <a:pt x="73397" y="100181"/>
                </a:lnTo>
                <a:lnTo>
                  <a:pt x="73450" y="99398"/>
                </a:lnTo>
                <a:lnTo>
                  <a:pt x="73494" y="98612"/>
                </a:lnTo>
                <a:lnTo>
                  <a:pt x="73530" y="97821"/>
                </a:lnTo>
                <a:lnTo>
                  <a:pt x="73558" y="97026"/>
                </a:lnTo>
                <a:lnTo>
                  <a:pt x="73578" y="96226"/>
                </a:lnTo>
                <a:lnTo>
                  <a:pt x="73590" y="95422"/>
                </a:lnTo>
                <a:lnTo>
                  <a:pt x="73594" y="94614"/>
                </a:lnTo>
                <a:lnTo>
                  <a:pt x="73591" y="93907"/>
                </a:lnTo>
                <a:lnTo>
                  <a:pt x="73581" y="93202"/>
                </a:lnTo>
                <a:lnTo>
                  <a:pt x="73565" y="92498"/>
                </a:lnTo>
                <a:lnTo>
                  <a:pt x="73542" y="91795"/>
                </a:lnTo>
                <a:lnTo>
                  <a:pt x="73512" y="91094"/>
                </a:lnTo>
                <a:lnTo>
                  <a:pt x="73476" y="90394"/>
                </a:lnTo>
                <a:lnTo>
                  <a:pt x="73433" y="89696"/>
                </a:lnTo>
                <a:lnTo>
                  <a:pt x="73384" y="88999"/>
                </a:lnTo>
                <a:lnTo>
                  <a:pt x="73328" y="88304"/>
                </a:lnTo>
                <a:lnTo>
                  <a:pt x="73266" y="87610"/>
                </a:lnTo>
                <a:lnTo>
                  <a:pt x="73197" y="86918"/>
                </a:lnTo>
                <a:lnTo>
                  <a:pt x="73122" y="86227"/>
                </a:lnTo>
                <a:lnTo>
                  <a:pt x="73040" y="85538"/>
                </a:lnTo>
                <a:lnTo>
                  <a:pt x="72951" y="84850"/>
                </a:lnTo>
                <a:lnTo>
                  <a:pt x="72856" y="84163"/>
                </a:lnTo>
                <a:lnTo>
                  <a:pt x="72754" y="83478"/>
                </a:lnTo>
                <a:lnTo>
                  <a:pt x="72646" y="82795"/>
                </a:lnTo>
                <a:lnTo>
                  <a:pt x="72531" y="82113"/>
                </a:lnTo>
                <a:lnTo>
                  <a:pt x="72410" y="81432"/>
                </a:lnTo>
                <a:lnTo>
                  <a:pt x="72282" y="80753"/>
                </a:lnTo>
                <a:lnTo>
                  <a:pt x="72148" y="80076"/>
                </a:lnTo>
                <a:lnTo>
                  <a:pt x="72007" y="79400"/>
                </a:lnTo>
                <a:lnTo>
                  <a:pt x="71859" y="78725"/>
                </a:lnTo>
                <a:lnTo>
                  <a:pt x="71705" y="78052"/>
                </a:lnTo>
                <a:lnTo>
                  <a:pt x="71544" y="77383"/>
                </a:lnTo>
                <a:lnTo>
                  <a:pt x="71375" y="76718"/>
                </a:lnTo>
                <a:lnTo>
                  <a:pt x="71199" y="76060"/>
                </a:lnTo>
                <a:lnTo>
                  <a:pt x="71016" y="75407"/>
                </a:lnTo>
                <a:lnTo>
                  <a:pt x="70825" y="74760"/>
                </a:lnTo>
                <a:lnTo>
                  <a:pt x="70627" y="74118"/>
                </a:lnTo>
                <a:lnTo>
                  <a:pt x="70422" y="73482"/>
                </a:lnTo>
                <a:lnTo>
                  <a:pt x="70209" y="72851"/>
                </a:lnTo>
                <a:lnTo>
                  <a:pt x="69989" y="72226"/>
                </a:lnTo>
                <a:lnTo>
                  <a:pt x="69761" y="71607"/>
                </a:lnTo>
                <a:lnTo>
                  <a:pt x="69526" y="70993"/>
                </a:lnTo>
                <a:lnTo>
                  <a:pt x="69284" y="70384"/>
                </a:lnTo>
                <a:lnTo>
                  <a:pt x="69034" y="69782"/>
                </a:lnTo>
                <a:lnTo>
                  <a:pt x="68777" y="69184"/>
                </a:lnTo>
                <a:lnTo>
                  <a:pt x="68513" y="68593"/>
                </a:lnTo>
                <a:lnTo>
                  <a:pt x="68241" y="68007"/>
                </a:lnTo>
                <a:lnTo>
                  <a:pt x="67961" y="67426"/>
                </a:lnTo>
                <a:lnTo>
                  <a:pt x="67675" y="66851"/>
                </a:lnTo>
                <a:lnTo>
                  <a:pt x="67381" y="66282"/>
                </a:lnTo>
                <a:lnTo>
                  <a:pt x="67080" y="65718"/>
                </a:lnTo>
                <a:lnTo>
                  <a:pt x="66771" y="65159"/>
                </a:lnTo>
                <a:lnTo>
                  <a:pt x="66455" y="64607"/>
                </a:lnTo>
                <a:lnTo>
                  <a:pt x="66131" y="64060"/>
                </a:lnTo>
                <a:lnTo>
                  <a:pt x="65800" y="63518"/>
                </a:lnTo>
                <a:lnTo>
                  <a:pt x="65462" y="62984"/>
                </a:lnTo>
                <a:lnTo>
                  <a:pt x="65115" y="62459"/>
                </a:lnTo>
                <a:lnTo>
                  <a:pt x="64761" y="61942"/>
                </a:lnTo>
                <a:lnTo>
                  <a:pt x="64399" y="61435"/>
                </a:lnTo>
                <a:lnTo>
                  <a:pt x="64029" y="60937"/>
                </a:lnTo>
                <a:lnTo>
                  <a:pt x="63651" y="60448"/>
                </a:lnTo>
                <a:lnTo>
                  <a:pt x="63265" y="59968"/>
                </a:lnTo>
                <a:lnTo>
                  <a:pt x="62872" y="59496"/>
                </a:lnTo>
                <a:lnTo>
                  <a:pt x="62470" y="59034"/>
                </a:lnTo>
                <a:lnTo>
                  <a:pt x="62061" y="58581"/>
                </a:lnTo>
                <a:lnTo>
                  <a:pt x="61643" y="58137"/>
                </a:lnTo>
                <a:lnTo>
                  <a:pt x="61218" y="57702"/>
                </a:lnTo>
                <a:lnTo>
                  <a:pt x="60785" y="57276"/>
                </a:lnTo>
                <a:lnTo>
                  <a:pt x="60344" y="56859"/>
                </a:lnTo>
                <a:lnTo>
                  <a:pt x="59896" y="56451"/>
                </a:lnTo>
                <a:lnTo>
                  <a:pt x="59439" y="56052"/>
                </a:lnTo>
                <a:lnTo>
                  <a:pt x="58975" y="55662"/>
                </a:lnTo>
                <a:lnTo>
                  <a:pt x="58502" y="55281"/>
                </a:lnTo>
                <a:lnTo>
                  <a:pt x="58022" y="54909"/>
                </a:lnTo>
                <a:lnTo>
                  <a:pt x="57534" y="54546"/>
                </a:lnTo>
                <a:lnTo>
                  <a:pt x="57038" y="54193"/>
                </a:lnTo>
                <a:lnTo>
                  <a:pt x="56534" y="53848"/>
                </a:lnTo>
                <a:lnTo>
                  <a:pt x="56022" y="53512"/>
                </a:lnTo>
                <a:lnTo>
                  <a:pt x="55503" y="53185"/>
                </a:lnTo>
                <a:lnTo>
                  <a:pt x="54975" y="52869"/>
                </a:lnTo>
                <a:lnTo>
                  <a:pt x="54438" y="52567"/>
                </a:lnTo>
                <a:lnTo>
                  <a:pt x="53893" y="52278"/>
                </a:lnTo>
                <a:lnTo>
                  <a:pt x="53339" y="52003"/>
                </a:lnTo>
                <a:lnTo>
                  <a:pt x="52776" y="51740"/>
                </a:lnTo>
                <a:lnTo>
                  <a:pt x="52205" y="51492"/>
                </a:lnTo>
                <a:lnTo>
                  <a:pt x="51625" y="51257"/>
                </a:lnTo>
                <a:lnTo>
                  <a:pt x="51036" y="51035"/>
                </a:lnTo>
                <a:lnTo>
                  <a:pt x="50439" y="50827"/>
                </a:lnTo>
                <a:lnTo>
                  <a:pt x="49833" y="50632"/>
                </a:lnTo>
                <a:lnTo>
                  <a:pt x="49218" y="50450"/>
                </a:lnTo>
                <a:lnTo>
                  <a:pt x="48594" y="50282"/>
                </a:lnTo>
                <a:lnTo>
                  <a:pt x="47962" y="50128"/>
                </a:lnTo>
                <a:lnTo>
                  <a:pt x="47321" y="49987"/>
                </a:lnTo>
                <a:lnTo>
                  <a:pt x="46672" y="49859"/>
                </a:lnTo>
                <a:lnTo>
                  <a:pt x="46013" y="49745"/>
                </a:lnTo>
                <a:lnTo>
                  <a:pt x="45346" y="49644"/>
                </a:lnTo>
                <a:lnTo>
                  <a:pt x="44671" y="49557"/>
                </a:lnTo>
                <a:lnTo>
                  <a:pt x="43986" y="49483"/>
                </a:lnTo>
                <a:lnTo>
                  <a:pt x="43293" y="49422"/>
                </a:lnTo>
                <a:lnTo>
                  <a:pt x="42592" y="49375"/>
                </a:lnTo>
                <a:lnTo>
                  <a:pt x="41881" y="49342"/>
                </a:lnTo>
                <a:lnTo>
                  <a:pt x="41162" y="49321"/>
                </a:lnTo>
                <a:lnTo>
                  <a:pt x="40434" y="49315"/>
                </a:lnTo>
                <a:lnTo>
                  <a:pt x="39931" y="49319"/>
                </a:lnTo>
                <a:lnTo>
                  <a:pt x="39431" y="49330"/>
                </a:lnTo>
                <a:lnTo>
                  <a:pt x="38932" y="49349"/>
                </a:lnTo>
                <a:lnTo>
                  <a:pt x="38435" y="49376"/>
                </a:lnTo>
                <a:lnTo>
                  <a:pt x="37940" y="49411"/>
                </a:lnTo>
                <a:lnTo>
                  <a:pt x="37447" y="49453"/>
                </a:lnTo>
                <a:lnTo>
                  <a:pt x="36956" y="49504"/>
                </a:lnTo>
                <a:lnTo>
                  <a:pt x="36466" y="49561"/>
                </a:lnTo>
                <a:lnTo>
                  <a:pt x="35979" y="49627"/>
                </a:lnTo>
                <a:lnTo>
                  <a:pt x="35494" y="49700"/>
                </a:lnTo>
                <a:lnTo>
                  <a:pt x="35011" y="49781"/>
                </a:lnTo>
                <a:lnTo>
                  <a:pt x="34530" y="49870"/>
                </a:lnTo>
                <a:lnTo>
                  <a:pt x="34050" y="49966"/>
                </a:lnTo>
                <a:lnTo>
                  <a:pt x="33573" y="50070"/>
                </a:lnTo>
                <a:lnTo>
                  <a:pt x="33098" y="50182"/>
                </a:lnTo>
                <a:lnTo>
                  <a:pt x="32625" y="50301"/>
                </a:lnTo>
                <a:lnTo>
                  <a:pt x="32153" y="50429"/>
                </a:lnTo>
                <a:lnTo>
                  <a:pt x="31684" y="50564"/>
                </a:lnTo>
                <a:lnTo>
                  <a:pt x="31216" y="50706"/>
                </a:lnTo>
                <a:lnTo>
                  <a:pt x="30751" y="50856"/>
                </a:lnTo>
                <a:lnTo>
                  <a:pt x="30287" y="51014"/>
                </a:lnTo>
                <a:lnTo>
                  <a:pt x="29826" y="51180"/>
                </a:lnTo>
                <a:lnTo>
                  <a:pt x="29366" y="51354"/>
                </a:lnTo>
                <a:lnTo>
                  <a:pt x="28909" y="51535"/>
                </a:lnTo>
                <a:lnTo>
                  <a:pt x="28454" y="51724"/>
                </a:lnTo>
                <a:lnTo>
                  <a:pt x="28002" y="51923"/>
                </a:lnTo>
                <a:lnTo>
                  <a:pt x="27554" y="52130"/>
                </a:lnTo>
                <a:lnTo>
                  <a:pt x="27110" y="52346"/>
                </a:lnTo>
                <a:lnTo>
                  <a:pt x="26669" y="52571"/>
                </a:lnTo>
                <a:lnTo>
                  <a:pt x="26231" y="52804"/>
                </a:lnTo>
                <a:lnTo>
                  <a:pt x="25797" y="53047"/>
                </a:lnTo>
                <a:lnTo>
                  <a:pt x="25366" y="53298"/>
                </a:lnTo>
                <a:lnTo>
                  <a:pt x="24939" y="53559"/>
                </a:lnTo>
                <a:lnTo>
                  <a:pt x="24515" y="53828"/>
                </a:lnTo>
                <a:lnTo>
                  <a:pt x="24094" y="54106"/>
                </a:lnTo>
                <a:lnTo>
                  <a:pt x="23677" y="54393"/>
                </a:lnTo>
                <a:lnTo>
                  <a:pt x="23264" y="54688"/>
                </a:lnTo>
                <a:lnTo>
                  <a:pt x="22854" y="54993"/>
                </a:lnTo>
                <a:lnTo>
                  <a:pt x="22447" y="55306"/>
                </a:lnTo>
                <a:lnTo>
                  <a:pt x="22044" y="55629"/>
                </a:lnTo>
                <a:lnTo>
                  <a:pt x="21644" y="55960"/>
                </a:lnTo>
                <a:lnTo>
                  <a:pt x="21247" y="56300"/>
                </a:lnTo>
                <a:lnTo>
                  <a:pt x="20855" y="56649"/>
                </a:lnTo>
                <a:lnTo>
                  <a:pt x="20465" y="57006"/>
                </a:lnTo>
                <a:lnTo>
                  <a:pt x="20079" y="57373"/>
                </a:lnTo>
                <a:lnTo>
                  <a:pt x="19697" y="57748"/>
                </a:lnTo>
                <a:lnTo>
                  <a:pt x="19317" y="58133"/>
                </a:lnTo>
                <a:lnTo>
                  <a:pt x="18942" y="58526"/>
                </a:lnTo>
                <a:lnTo>
                  <a:pt x="18570" y="58928"/>
                </a:lnTo>
                <a:lnTo>
                  <a:pt x="18203" y="59340"/>
                </a:lnTo>
                <a:lnTo>
                  <a:pt x="17841" y="59761"/>
                </a:lnTo>
                <a:lnTo>
                  <a:pt x="17484" y="60192"/>
                </a:lnTo>
                <a:lnTo>
                  <a:pt x="17131" y="60633"/>
                </a:lnTo>
                <a:lnTo>
                  <a:pt x="17121" y="60646"/>
                </a:lnTo>
                <a:lnTo>
                  <a:pt x="17154" y="60211"/>
                </a:lnTo>
                <a:lnTo>
                  <a:pt x="17218" y="59421"/>
                </a:lnTo>
                <a:close/>
                <a:moveTo>
                  <a:pt x="17023" y="81505"/>
                </a:moveTo>
                <a:lnTo>
                  <a:pt x="17198" y="80996"/>
                </a:lnTo>
                <a:lnTo>
                  <a:pt x="17383" y="80491"/>
                </a:lnTo>
                <a:lnTo>
                  <a:pt x="17576" y="79989"/>
                </a:lnTo>
                <a:lnTo>
                  <a:pt x="17779" y="79490"/>
                </a:lnTo>
                <a:lnTo>
                  <a:pt x="17990" y="78995"/>
                </a:lnTo>
                <a:lnTo>
                  <a:pt x="18210" y="78503"/>
                </a:lnTo>
                <a:lnTo>
                  <a:pt x="18438" y="78014"/>
                </a:lnTo>
                <a:lnTo>
                  <a:pt x="18676" y="77530"/>
                </a:lnTo>
                <a:lnTo>
                  <a:pt x="18923" y="77048"/>
                </a:lnTo>
                <a:lnTo>
                  <a:pt x="19178" y="76570"/>
                </a:lnTo>
                <a:lnTo>
                  <a:pt x="19441" y="76098"/>
                </a:lnTo>
                <a:lnTo>
                  <a:pt x="19710" y="75633"/>
                </a:lnTo>
                <a:lnTo>
                  <a:pt x="19985" y="75175"/>
                </a:lnTo>
                <a:lnTo>
                  <a:pt x="20266" y="74725"/>
                </a:lnTo>
                <a:lnTo>
                  <a:pt x="20553" y="74283"/>
                </a:lnTo>
                <a:lnTo>
                  <a:pt x="20846" y="73848"/>
                </a:lnTo>
                <a:lnTo>
                  <a:pt x="21145" y="73421"/>
                </a:lnTo>
                <a:lnTo>
                  <a:pt x="21451" y="73001"/>
                </a:lnTo>
                <a:lnTo>
                  <a:pt x="21762" y="72589"/>
                </a:lnTo>
                <a:lnTo>
                  <a:pt x="22079" y="72184"/>
                </a:lnTo>
                <a:lnTo>
                  <a:pt x="22403" y="71787"/>
                </a:lnTo>
                <a:lnTo>
                  <a:pt x="22732" y="71398"/>
                </a:lnTo>
                <a:lnTo>
                  <a:pt x="23068" y="71016"/>
                </a:lnTo>
                <a:lnTo>
                  <a:pt x="23410" y="70641"/>
                </a:lnTo>
                <a:lnTo>
                  <a:pt x="23758" y="70274"/>
                </a:lnTo>
                <a:lnTo>
                  <a:pt x="24112" y="69915"/>
                </a:lnTo>
                <a:lnTo>
                  <a:pt x="24471" y="69563"/>
                </a:lnTo>
                <a:lnTo>
                  <a:pt x="24837" y="69219"/>
                </a:lnTo>
                <a:lnTo>
                  <a:pt x="25210" y="68882"/>
                </a:lnTo>
                <a:lnTo>
                  <a:pt x="25588" y="68553"/>
                </a:lnTo>
                <a:lnTo>
                  <a:pt x="25972" y="68231"/>
                </a:lnTo>
                <a:lnTo>
                  <a:pt x="26362" y="67917"/>
                </a:lnTo>
                <a:lnTo>
                  <a:pt x="26758" y="67611"/>
                </a:lnTo>
                <a:lnTo>
                  <a:pt x="27161" y="67312"/>
                </a:lnTo>
                <a:lnTo>
                  <a:pt x="27568" y="67023"/>
                </a:lnTo>
                <a:lnTo>
                  <a:pt x="27977" y="66746"/>
                </a:lnTo>
                <a:lnTo>
                  <a:pt x="28390" y="66481"/>
                </a:lnTo>
                <a:lnTo>
                  <a:pt x="28805" y="66229"/>
                </a:lnTo>
                <a:lnTo>
                  <a:pt x="29223" y="65989"/>
                </a:lnTo>
                <a:lnTo>
                  <a:pt x="29644" y="65762"/>
                </a:lnTo>
                <a:lnTo>
                  <a:pt x="30067" y="65547"/>
                </a:lnTo>
                <a:lnTo>
                  <a:pt x="30494" y="65344"/>
                </a:lnTo>
                <a:lnTo>
                  <a:pt x="30923" y="65153"/>
                </a:lnTo>
                <a:lnTo>
                  <a:pt x="31355" y="64975"/>
                </a:lnTo>
                <a:lnTo>
                  <a:pt x="31789" y="64808"/>
                </a:lnTo>
                <a:lnTo>
                  <a:pt x="32227" y="64655"/>
                </a:lnTo>
                <a:lnTo>
                  <a:pt x="32667" y="64513"/>
                </a:lnTo>
                <a:lnTo>
                  <a:pt x="33110" y="64384"/>
                </a:lnTo>
                <a:lnTo>
                  <a:pt x="33556" y="64267"/>
                </a:lnTo>
                <a:lnTo>
                  <a:pt x="34005" y="64163"/>
                </a:lnTo>
                <a:lnTo>
                  <a:pt x="34456" y="64070"/>
                </a:lnTo>
                <a:lnTo>
                  <a:pt x="34911" y="63990"/>
                </a:lnTo>
                <a:lnTo>
                  <a:pt x="35368" y="63923"/>
                </a:lnTo>
                <a:lnTo>
                  <a:pt x="35827" y="63867"/>
                </a:lnTo>
                <a:lnTo>
                  <a:pt x="36290" y="63824"/>
                </a:lnTo>
                <a:lnTo>
                  <a:pt x="36755" y="63794"/>
                </a:lnTo>
                <a:lnTo>
                  <a:pt x="37224" y="63775"/>
                </a:lnTo>
                <a:lnTo>
                  <a:pt x="37695" y="63769"/>
                </a:lnTo>
                <a:lnTo>
                  <a:pt x="38109" y="63774"/>
                </a:lnTo>
                <a:lnTo>
                  <a:pt x="38520" y="63787"/>
                </a:lnTo>
                <a:lnTo>
                  <a:pt x="38925" y="63810"/>
                </a:lnTo>
                <a:lnTo>
                  <a:pt x="39326" y="63841"/>
                </a:lnTo>
                <a:lnTo>
                  <a:pt x="39721" y="63882"/>
                </a:lnTo>
                <a:lnTo>
                  <a:pt x="40112" y="63931"/>
                </a:lnTo>
                <a:lnTo>
                  <a:pt x="40499" y="63990"/>
                </a:lnTo>
                <a:lnTo>
                  <a:pt x="40880" y="64057"/>
                </a:lnTo>
                <a:lnTo>
                  <a:pt x="41257" y="64134"/>
                </a:lnTo>
                <a:lnTo>
                  <a:pt x="41629" y="64220"/>
                </a:lnTo>
                <a:lnTo>
                  <a:pt x="41997" y="64314"/>
                </a:lnTo>
                <a:lnTo>
                  <a:pt x="42359" y="64418"/>
                </a:lnTo>
                <a:lnTo>
                  <a:pt x="42717" y="64530"/>
                </a:lnTo>
                <a:lnTo>
                  <a:pt x="43070" y="64652"/>
                </a:lnTo>
                <a:lnTo>
                  <a:pt x="43418" y="64783"/>
                </a:lnTo>
                <a:lnTo>
                  <a:pt x="43762" y="64922"/>
                </a:lnTo>
                <a:lnTo>
                  <a:pt x="44101" y="65071"/>
                </a:lnTo>
                <a:lnTo>
                  <a:pt x="44435" y="65229"/>
                </a:lnTo>
                <a:lnTo>
                  <a:pt x="44764" y="65395"/>
                </a:lnTo>
                <a:lnTo>
                  <a:pt x="45088" y="65571"/>
                </a:lnTo>
                <a:lnTo>
                  <a:pt x="45408" y="65756"/>
                </a:lnTo>
                <a:lnTo>
                  <a:pt x="45723" y="65950"/>
                </a:lnTo>
                <a:lnTo>
                  <a:pt x="46033" y="66152"/>
                </a:lnTo>
                <a:lnTo>
                  <a:pt x="46339" y="66364"/>
                </a:lnTo>
                <a:lnTo>
                  <a:pt x="46640" y="66583"/>
                </a:lnTo>
                <a:lnTo>
                  <a:pt x="46936" y="66809"/>
                </a:lnTo>
                <a:lnTo>
                  <a:pt x="47228" y="67042"/>
                </a:lnTo>
                <a:lnTo>
                  <a:pt x="47516" y="67281"/>
                </a:lnTo>
                <a:lnTo>
                  <a:pt x="47799" y="67526"/>
                </a:lnTo>
                <a:lnTo>
                  <a:pt x="48078" y="67778"/>
                </a:lnTo>
                <a:lnTo>
                  <a:pt x="48352" y="68037"/>
                </a:lnTo>
                <a:lnTo>
                  <a:pt x="48622" y="68302"/>
                </a:lnTo>
                <a:lnTo>
                  <a:pt x="48887" y="68574"/>
                </a:lnTo>
                <a:lnTo>
                  <a:pt x="49148" y="68852"/>
                </a:lnTo>
                <a:lnTo>
                  <a:pt x="49405" y="69137"/>
                </a:lnTo>
                <a:lnTo>
                  <a:pt x="49657" y="69429"/>
                </a:lnTo>
                <a:lnTo>
                  <a:pt x="49905" y="69727"/>
                </a:lnTo>
                <a:lnTo>
                  <a:pt x="50148" y="70031"/>
                </a:lnTo>
                <a:lnTo>
                  <a:pt x="50387" y="70342"/>
                </a:lnTo>
                <a:lnTo>
                  <a:pt x="50622" y="70660"/>
                </a:lnTo>
                <a:lnTo>
                  <a:pt x="50852" y="70984"/>
                </a:lnTo>
                <a:lnTo>
                  <a:pt x="51077" y="71315"/>
                </a:lnTo>
                <a:lnTo>
                  <a:pt x="51298" y="71652"/>
                </a:lnTo>
                <a:lnTo>
                  <a:pt x="51515" y="71996"/>
                </a:lnTo>
                <a:lnTo>
                  <a:pt x="51727" y="72347"/>
                </a:lnTo>
                <a:lnTo>
                  <a:pt x="51935" y="72704"/>
                </a:lnTo>
                <a:lnTo>
                  <a:pt x="52139" y="73068"/>
                </a:lnTo>
                <a:lnTo>
                  <a:pt x="52338" y="73438"/>
                </a:lnTo>
                <a:lnTo>
                  <a:pt x="52533" y="73813"/>
                </a:lnTo>
                <a:lnTo>
                  <a:pt x="52723" y="74193"/>
                </a:lnTo>
                <a:lnTo>
                  <a:pt x="52910" y="74577"/>
                </a:lnTo>
                <a:lnTo>
                  <a:pt x="53092" y="74966"/>
                </a:lnTo>
                <a:lnTo>
                  <a:pt x="53271" y="75358"/>
                </a:lnTo>
                <a:lnTo>
                  <a:pt x="53445" y="75755"/>
                </a:lnTo>
                <a:lnTo>
                  <a:pt x="53615" y="76156"/>
                </a:lnTo>
                <a:lnTo>
                  <a:pt x="53781" y="76562"/>
                </a:lnTo>
                <a:lnTo>
                  <a:pt x="53943" y="76971"/>
                </a:lnTo>
                <a:lnTo>
                  <a:pt x="54101" y="77385"/>
                </a:lnTo>
                <a:lnTo>
                  <a:pt x="54255" y="77803"/>
                </a:lnTo>
                <a:lnTo>
                  <a:pt x="54404" y="78226"/>
                </a:lnTo>
                <a:lnTo>
                  <a:pt x="54550" y="78652"/>
                </a:lnTo>
                <a:lnTo>
                  <a:pt x="54691" y="79083"/>
                </a:lnTo>
                <a:lnTo>
                  <a:pt x="54829" y="79518"/>
                </a:lnTo>
                <a:lnTo>
                  <a:pt x="54962" y="79958"/>
                </a:lnTo>
                <a:lnTo>
                  <a:pt x="55091" y="80401"/>
                </a:lnTo>
                <a:lnTo>
                  <a:pt x="55216" y="80849"/>
                </a:lnTo>
                <a:lnTo>
                  <a:pt x="55337" y="81301"/>
                </a:lnTo>
                <a:lnTo>
                  <a:pt x="55454" y="81758"/>
                </a:lnTo>
                <a:lnTo>
                  <a:pt x="55567" y="82218"/>
                </a:lnTo>
                <a:lnTo>
                  <a:pt x="55676" y="82683"/>
                </a:lnTo>
                <a:lnTo>
                  <a:pt x="55780" y="83153"/>
                </a:lnTo>
                <a:lnTo>
                  <a:pt x="55881" y="83626"/>
                </a:lnTo>
                <a:lnTo>
                  <a:pt x="55977" y="84102"/>
                </a:lnTo>
                <a:lnTo>
                  <a:pt x="56069" y="84580"/>
                </a:lnTo>
                <a:lnTo>
                  <a:pt x="56157" y="85059"/>
                </a:lnTo>
                <a:lnTo>
                  <a:pt x="56241" y="85540"/>
                </a:lnTo>
                <a:lnTo>
                  <a:pt x="56321" y="86022"/>
                </a:lnTo>
                <a:lnTo>
                  <a:pt x="56397" y="86506"/>
                </a:lnTo>
                <a:lnTo>
                  <a:pt x="56469" y="86991"/>
                </a:lnTo>
                <a:lnTo>
                  <a:pt x="56537" y="87478"/>
                </a:lnTo>
                <a:lnTo>
                  <a:pt x="56600" y="87966"/>
                </a:lnTo>
                <a:lnTo>
                  <a:pt x="56660" y="88455"/>
                </a:lnTo>
                <a:lnTo>
                  <a:pt x="56715" y="88946"/>
                </a:lnTo>
                <a:lnTo>
                  <a:pt x="56766" y="89439"/>
                </a:lnTo>
                <a:lnTo>
                  <a:pt x="56813" y="89933"/>
                </a:lnTo>
                <a:lnTo>
                  <a:pt x="56856" y="90429"/>
                </a:lnTo>
                <a:lnTo>
                  <a:pt x="56895" y="90925"/>
                </a:lnTo>
                <a:lnTo>
                  <a:pt x="56930" y="91424"/>
                </a:lnTo>
                <a:lnTo>
                  <a:pt x="56961" y="91924"/>
                </a:lnTo>
                <a:lnTo>
                  <a:pt x="56988" y="92425"/>
                </a:lnTo>
                <a:lnTo>
                  <a:pt x="57010" y="92928"/>
                </a:lnTo>
                <a:lnTo>
                  <a:pt x="57029" y="93432"/>
                </a:lnTo>
                <a:lnTo>
                  <a:pt x="57043" y="93938"/>
                </a:lnTo>
                <a:lnTo>
                  <a:pt x="57053" y="94446"/>
                </a:lnTo>
                <a:lnTo>
                  <a:pt x="57059" y="94954"/>
                </a:lnTo>
                <a:lnTo>
                  <a:pt x="57061" y="95465"/>
                </a:lnTo>
                <a:lnTo>
                  <a:pt x="57059" y="96036"/>
                </a:lnTo>
                <a:lnTo>
                  <a:pt x="57052" y="96604"/>
                </a:lnTo>
                <a:lnTo>
                  <a:pt x="57041" y="97168"/>
                </a:lnTo>
                <a:lnTo>
                  <a:pt x="57025" y="97728"/>
                </a:lnTo>
                <a:lnTo>
                  <a:pt x="57004" y="98284"/>
                </a:lnTo>
                <a:lnTo>
                  <a:pt x="56979" y="98836"/>
                </a:lnTo>
                <a:lnTo>
                  <a:pt x="56949" y="99385"/>
                </a:lnTo>
                <a:lnTo>
                  <a:pt x="56915" y="99929"/>
                </a:lnTo>
                <a:lnTo>
                  <a:pt x="56875" y="100470"/>
                </a:lnTo>
                <a:lnTo>
                  <a:pt x="56832" y="101006"/>
                </a:lnTo>
                <a:lnTo>
                  <a:pt x="56784" y="101539"/>
                </a:lnTo>
                <a:lnTo>
                  <a:pt x="56731" y="102067"/>
                </a:lnTo>
                <a:lnTo>
                  <a:pt x="56673" y="102592"/>
                </a:lnTo>
                <a:lnTo>
                  <a:pt x="56611" y="103113"/>
                </a:lnTo>
                <a:lnTo>
                  <a:pt x="56545" y="103630"/>
                </a:lnTo>
                <a:lnTo>
                  <a:pt x="56474" y="104143"/>
                </a:lnTo>
                <a:lnTo>
                  <a:pt x="56398" y="104652"/>
                </a:lnTo>
                <a:lnTo>
                  <a:pt x="56317" y="105157"/>
                </a:lnTo>
                <a:lnTo>
                  <a:pt x="56233" y="105659"/>
                </a:lnTo>
                <a:lnTo>
                  <a:pt x="56143" y="106156"/>
                </a:lnTo>
                <a:lnTo>
                  <a:pt x="56049" y="106649"/>
                </a:lnTo>
                <a:lnTo>
                  <a:pt x="55950" y="107139"/>
                </a:lnTo>
                <a:lnTo>
                  <a:pt x="55847" y="107625"/>
                </a:lnTo>
                <a:lnTo>
                  <a:pt x="55739" y="108106"/>
                </a:lnTo>
                <a:lnTo>
                  <a:pt x="55627" y="108583"/>
                </a:lnTo>
                <a:lnTo>
                  <a:pt x="55510" y="109054"/>
                </a:lnTo>
                <a:lnTo>
                  <a:pt x="55390" y="109520"/>
                </a:lnTo>
                <a:lnTo>
                  <a:pt x="55265" y="109981"/>
                </a:lnTo>
                <a:lnTo>
                  <a:pt x="55137" y="110436"/>
                </a:lnTo>
                <a:lnTo>
                  <a:pt x="55004" y="110886"/>
                </a:lnTo>
                <a:lnTo>
                  <a:pt x="54867" y="111330"/>
                </a:lnTo>
                <a:lnTo>
                  <a:pt x="54726" y="111769"/>
                </a:lnTo>
                <a:lnTo>
                  <a:pt x="54581" y="112203"/>
                </a:lnTo>
                <a:lnTo>
                  <a:pt x="54432" y="112631"/>
                </a:lnTo>
                <a:lnTo>
                  <a:pt x="54278" y="113054"/>
                </a:lnTo>
                <a:lnTo>
                  <a:pt x="54121" y="113471"/>
                </a:lnTo>
                <a:lnTo>
                  <a:pt x="53960" y="113883"/>
                </a:lnTo>
                <a:lnTo>
                  <a:pt x="53794" y="114290"/>
                </a:lnTo>
                <a:lnTo>
                  <a:pt x="53624" y="114691"/>
                </a:lnTo>
                <a:lnTo>
                  <a:pt x="53451" y="115087"/>
                </a:lnTo>
                <a:lnTo>
                  <a:pt x="53273" y="115477"/>
                </a:lnTo>
                <a:lnTo>
                  <a:pt x="53091" y="115862"/>
                </a:lnTo>
                <a:lnTo>
                  <a:pt x="52905" y="116242"/>
                </a:lnTo>
                <a:lnTo>
                  <a:pt x="52714" y="116616"/>
                </a:lnTo>
                <a:lnTo>
                  <a:pt x="52520" y="116984"/>
                </a:lnTo>
                <a:lnTo>
                  <a:pt x="52322" y="117348"/>
                </a:lnTo>
                <a:lnTo>
                  <a:pt x="52119" y="117706"/>
                </a:lnTo>
                <a:lnTo>
                  <a:pt x="51913" y="118058"/>
                </a:lnTo>
                <a:lnTo>
                  <a:pt x="51702" y="118405"/>
                </a:lnTo>
                <a:lnTo>
                  <a:pt x="51487" y="118744"/>
                </a:lnTo>
                <a:lnTo>
                  <a:pt x="51268" y="119078"/>
                </a:lnTo>
                <a:lnTo>
                  <a:pt x="51044" y="119404"/>
                </a:lnTo>
                <a:lnTo>
                  <a:pt x="50816" y="119725"/>
                </a:lnTo>
                <a:lnTo>
                  <a:pt x="50584" y="120038"/>
                </a:lnTo>
                <a:lnTo>
                  <a:pt x="50348" y="120345"/>
                </a:lnTo>
                <a:lnTo>
                  <a:pt x="50107" y="120646"/>
                </a:lnTo>
                <a:lnTo>
                  <a:pt x="49862" y="120940"/>
                </a:lnTo>
                <a:lnTo>
                  <a:pt x="49613" y="121227"/>
                </a:lnTo>
                <a:lnTo>
                  <a:pt x="49360" y="121508"/>
                </a:lnTo>
                <a:lnTo>
                  <a:pt x="49102" y="121783"/>
                </a:lnTo>
                <a:lnTo>
                  <a:pt x="48840" y="122050"/>
                </a:lnTo>
                <a:lnTo>
                  <a:pt x="48574" y="122312"/>
                </a:lnTo>
                <a:lnTo>
                  <a:pt x="48304" y="122567"/>
                </a:lnTo>
                <a:lnTo>
                  <a:pt x="48029" y="122815"/>
                </a:lnTo>
                <a:lnTo>
                  <a:pt x="47750" y="123056"/>
                </a:lnTo>
                <a:lnTo>
                  <a:pt x="47467" y="123292"/>
                </a:lnTo>
                <a:lnTo>
                  <a:pt x="47179" y="123520"/>
                </a:lnTo>
                <a:lnTo>
                  <a:pt x="46887" y="123742"/>
                </a:lnTo>
                <a:lnTo>
                  <a:pt x="46591" y="123958"/>
                </a:lnTo>
                <a:lnTo>
                  <a:pt x="46291" y="124167"/>
                </a:lnTo>
                <a:lnTo>
                  <a:pt x="45986" y="124369"/>
                </a:lnTo>
                <a:lnTo>
                  <a:pt x="45678" y="124565"/>
                </a:lnTo>
                <a:lnTo>
                  <a:pt x="45365" y="124754"/>
                </a:lnTo>
                <a:lnTo>
                  <a:pt x="45048" y="124934"/>
                </a:lnTo>
                <a:lnTo>
                  <a:pt x="44728" y="125107"/>
                </a:lnTo>
                <a:lnTo>
                  <a:pt x="44403" y="125271"/>
                </a:lnTo>
                <a:lnTo>
                  <a:pt x="44076" y="125428"/>
                </a:lnTo>
                <a:lnTo>
                  <a:pt x="43744" y="125576"/>
                </a:lnTo>
                <a:lnTo>
                  <a:pt x="43408" y="125717"/>
                </a:lnTo>
                <a:lnTo>
                  <a:pt x="43069" y="125849"/>
                </a:lnTo>
                <a:lnTo>
                  <a:pt x="42726" y="125974"/>
                </a:lnTo>
                <a:lnTo>
                  <a:pt x="42379" y="126090"/>
                </a:lnTo>
                <a:lnTo>
                  <a:pt x="42029" y="126199"/>
                </a:lnTo>
                <a:lnTo>
                  <a:pt x="41674" y="126299"/>
                </a:lnTo>
                <a:lnTo>
                  <a:pt x="41316" y="126391"/>
                </a:lnTo>
                <a:lnTo>
                  <a:pt x="40954" y="126475"/>
                </a:lnTo>
                <a:lnTo>
                  <a:pt x="40589" y="126552"/>
                </a:lnTo>
                <a:lnTo>
                  <a:pt x="40219" y="126620"/>
                </a:lnTo>
                <a:lnTo>
                  <a:pt x="39846" y="126680"/>
                </a:lnTo>
                <a:lnTo>
                  <a:pt x="39469" y="126732"/>
                </a:lnTo>
                <a:lnTo>
                  <a:pt x="39088" y="126776"/>
                </a:lnTo>
                <a:lnTo>
                  <a:pt x="38704" y="126813"/>
                </a:lnTo>
                <a:lnTo>
                  <a:pt x="38315" y="126841"/>
                </a:lnTo>
                <a:lnTo>
                  <a:pt x="37923" y="126861"/>
                </a:lnTo>
                <a:lnTo>
                  <a:pt x="37527" y="126873"/>
                </a:lnTo>
                <a:lnTo>
                  <a:pt x="37128" y="126877"/>
                </a:lnTo>
                <a:lnTo>
                  <a:pt x="36813" y="126872"/>
                </a:lnTo>
                <a:lnTo>
                  <a:pt x="36499" y="126860"/>
                </a:lnTo>
                <a:lnTo>
                  <a:pt x="36185" y="126838"/>
                </a:lnTo>
                <a:lnTo>
                  <a:pt x="35872" y="126809"/>
                </a:lnTo>
                <a:lnTo>
                  <a:pt x="35559" y="126770"/>
                </a:lnTo>
                <a:lnTo>
                  <a:pt x="35247" y="126724"/>
                </a:lnTo>
                <a:lnTo>
                  <a:pt x="34935" y="126668"/>
                </a:lnTo>
                <a:lnTo>
                  <a:pt x="34624" y="126604"/>
                </a:lnTo>
                <a:lnTo>
                  <a:pt x="34313" y="126532"/>
                </a:lnTo>
                <a:lnTo>
                  <a:pt x="34003" y="126451"/>
                </a:lnTo>
                <a:lnTo>
                  <a:pt x="33694" y="126362"/>
                </a:lnTo>
                <a:lnTo>
                  <a:pt x="33384" y="126264"/>
                </a:lnTo>
                <a:lnTo>
                  <a:pt x="33076" y="126158"/>
                </a:lnTo>
                <a:lnTo>
                  <a:pt x="32767" y="126043"/>
                </a:lnTo>
                <a:lnTo>
                  <a:pt x="32459" y="125920"/>
                </a:lnTo>
                <a:lnTo>
                  <a:pt x="32152" y="125788"/>
                </a:lnTo>
                <a:lnTo>
                  <a:pt x="31845" y="125647"/>
                </a:lnTo>
                <a:lnTo>
                  <a:pt x="31539" y="125498"/>
                </a:lnTo>
                <a:lnTo>
                  <a:pt x="31233" y="125341"/>
                </a:lnTo>
                <a:lnTo>
                  <a:pt x="30928" y="125175"/>
                </a:lnTo>
                <a:lnTo>
                  <a:pt x="30623" y="125001"/>
                </a:lnTo>
                <a:lnTo>
                  <a:pt x="30319" y="124818"/>
                </a:lnTo>
                <a:lnTo>
                  <a:pt x="30015" y="124626"/>
                </a:lnTo>
                <a:lnTo>
                  <a:pt x="29712" y="124426"/>
                </a:lnTo>
                <a:lnTo>
                  <a:pt x="29410" y="124218"/>
                </a:lnTo>
                <a:lnTo>
                  <a:pt x="29111" y="124001"/>
                </a:lnTo>
                <a:lnTo>
                  <a:pt x="28814" y="123776"/>
                </a:lnTo>
                <a:lnTo>
                  <a:pt x="28520" y="123543"/>
                </a:lnTo>
                <a:lnTo>
                  <a:pt x="28229" y="123302"/>
                </a:lnTo>
                <a:lnTo>
                  <a:pt x="27940" y="123052"/>
                </a:lnTo>
                <a:lnTo>
                  <a:pt x="27654" y="122795"/>
                </a:lnTo>
                <a:lnTo>
                  <a:pt x="27371" y="122529"/>
                </a:lnTo>
                <a:lnTo>
                  <a:pt x="27090" y="122255"/>
                </a:lnTo>
                <a:lnTo>
                  <a:pt x="26812" y="121973"/>
                </a:lnTo>
                <a:lnTo>
                  <a:pt x="26536" y="121683"/>
                </a:lnTo>
                <a:lnTo>
                  <a:pt x="26263" y="121384"/>
                </a:lnTo>
                <a:lnTo>
                  <a:pt x="25993" y="121077"/>
                </a:lnTo>
                <a:lnTo>
                  <a:pt x="25725" y="120762"/>
                </a:lnTo>
                <a:lnTo>
                  <a:pt x="25460" y="120439"/>
                </a:lnTo>
                <a:lnTo>
                  <a:pt x="25198" y="120108"/>
                </a:lnTo>
                <a:lnTo>
                  <a:pt x="24938" y="119769"/>
                </a:lnTo>
                <a:lnTo>
                  <a:pt x="24681" y="119421"/>
                </a:lnTo>
                <a:lnTo>
                  <a:pt x="24426" y="119065"/>
                </a:lnTo>
                <a:lnTo>
                  <a:pt x="24174" y="118701"/>
                </a:lnTo>
                <a:lnTo>
                  <a:pt x="23925" y="118329"/>
                </a:lnTo>
                <a:lnTo>
                  <a:pt x="23679" y="117949"/>
                </a:lnTo>
                <a:lnTo>
                  <a:pt x="23434" y="117560"/>
                </a:lnTo>
                <a:lnTo>
                  <a:pt x="23193" y="117164"/>
                </a:lnTo>
                <a:lnTo>
                  <a:pt x="22955" y="116759"/>
                </a:lnTo>
                <a:lnTo>
                  <a:pt x="22721" y="116346"/>
                </a:lnTo>
                <a:lnTo>
                  <a:pt x="22490" y="115926"/>
                </a:lnTo>
                <a:lnTo>
                  <a:pt x="22264" y="115498"/>
                </a:lnTo>
                <a:lnTo>
                  <a:pt x="22042" y="115063"/>
                </a:lnTo>
                <a:lnTo>
                  <a:pt x="21823" y="114619"/>
                </a:lnTo>
                <a:lnTo>
                  <a:pt x="21609" y="114169"/>
                </a:lnTo>
                <a:lnTo>
                  <a:pt x="21398" y="113710"/>
                </a:lnTo>
                <a:lnTo>
                  <a:pt x="21191" y="113244"/>
                </a:lnTo>
                <a:lnTo>
                  <a:pt x="20989" y="112770"/>
                </a:lnTo>
                <a:lnTo>
                  <a:pt x="20790" y="112288"/>
                </a:lnTo>
                <a:lnTo>
                  <a:pt x="20595" y="111799"/>
                </a:lnTo>
                <a:lnTo>
                  <a:pt x="20404" y="111302"/>
                </a:lnTo>
                <a:lnTo>
                  <a:pt x="20217" y="110797"/>
                </a:lnTo>
                <a:lnTo>
                  <a:pt x="20034" y="110285"/>
                </a:lnTo>
                <a:lnTo>
                  <a:pt x="19855" y="109765"/>
                </a:lnTo>
                <a:lnTo>
                  <a:pt x="19680" y="109237"/>
                </a:lnTo>
                <a:lnTo>
                  <a:pt x="19509" y="108702"/>
                </a:lnTo>
                <a:lnTo>
                  <a:pt x="19341" y="108159"/>
                </a:lnTo>
                <a:lnTo>
                  <a:pt x="19178" y="107608"/>
                </a:lnTo>
                <a:lnTo>
                  <a:pt x="19019" y="107049"/>
                </a:lnTo>
                <a:lnTo>
                  <a:pt x="18863" y="106483"/>
                </a:lnTo>
                <a:lnTo>
                  <a:pt x="18711" y="105910"/>
                </a:lnTo>
                <a:lnTo>
                  <a:pt x="18564" y="105328"/>
                </a:lnTo>
                <a:lnTo>
                  <a:pt x="18421" y="104739"/>
                </a:lnTo>
                <a:lnTo>
                  <a:pt x="18285" y="104142"/>
                </a:lnTo>
                <a:lnTo>
                  <a:pt x="18154" y="103538"/>
                </a:lnTo>
                <a:lnTo>
                  <a:pt x="18030" y="102927"/>
                </a:lnTo>
                <a:lnTo>
                  <a:pt x="17912" y="102308"/>
                </a:lnTo>
                <a:lnTo>
                  <a:pt x="17799" y="101682"/>
                </a:lnTo>
                <a:lnTo>
                  <a:pt x="17693" y="101049"/>
                </a:lnTo>
                <a:lnTo>
                  <a:pt x="17593" y="100408"/>
                </a:lnTo>
                <a:lnTo>
                  <a:pt x="17499" y="99760"/>
                </a:lnTo>
                <a:lnTo>
                  <a:pt x="17411" y="99104"/>
                </a:lnTo>
                <a:lnTo>
                  <a:pt x="17329" y="98441"/>
                </a:lnTo>
                <a:lnTo>
                  <a:pt x="17253" y="97771"/>
                </a:lnTo>
                <a:lnTo>
                  <a:pt x="17183" y="97093"/>
                </a:lnTo>
                <a:lnTo>
                  <a:pt x="17120" y="96408"/>
                </a:lnTo>
                <a:lnTo>
                  <a:pt x="17062" y="95716"/>
                </a:lnTo>
                <a:lnTo>
                  <a:pt x="17010" y="95016"/>
                </a:lnTo>
                <a:lnTo>
                  <a:pt x="16965" y="94309"/>
                </a:lnTo>
                <a:lnTo>
                  <a:pt x="16925" y="93595"/>
                </a:lnTo>
                <a:lnTo>
                  <a:pt x="16892" y="92873"/>
                </a:lnTo>
                <a:lnTo>
                  <a:pt x="16865" y="92143"/>
                </a:lnTo>
                <a:lnTo>
                  <a:pt x="16843" y="91407"/>
                </a:lnTo>
                <a:lnTo>
                  <a:pt x="16828" y="90663"/>
                </a:lnTo>
                <a:lnTo>
                  <a:pt x="16819" y="89911"/>
                </a:lnTo>
                <a:lnTo>
                  <a:pt x="16816" y="89153"/>
                </a:lnTo>
                <a:lnTo>
                  <a:pt x="16816" y="82148"/>
                </a:lnTo>
                <a:lnTo>
                  <a:pt x="16856" y="82018"/>
                </a:lnTo>
                <a:lnTo>
                  <a:pt x="17023" y="81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695E8-E093-408D-9982-0273D865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248" y="2933948"/>
            <a:ext cx="90034" cy="90034"/>
          </a:xfrm>
          <a:custGeom xmlns:a="http://schemas.openxmlformats.org/drawingml/2006/main">
            <a:pathLst>
              <a:path w="90034" h="90034">
                <a:moveTo>
                  <a:pt x="0" y="45014"/>
                </a:moveTo>
                <a:cubicBezTo>
                  <a:pt x="0" y="20149"/>
                  <a:pt x="20176" y="0"/>
                  <a:pt x="45020" y="0"/>
                </a:cubicBezTo>
                <a:cubicBezTo>
                  <a:pt x="56961" y="0"/>
                  <a:pt x="68419" y="4748"/>
                  <a:pt x="76852" y="13182"/>
                </a:cubicBezTo>
                <a:cubicBezTo>
                  <a:pt x="85286" y="21615"/>
                  <a:pt x="90034" y="33073"/>
                  <a:pt x="90034" y="45014"/>
                </a:cubicBezTo>
                <a:cubicBezTo>
                  <a:pt x="90034" y="69885"/>
                  <a:pt x="69885" y="90034"/>
                  <a:pt x="45020" y="90034"/>
                </a:cubicBezTo>
                <a:cubicBezTo>
                  <a:pt x="20176" y="90034"/>
                  <a:pt x="0" y="69885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AD9A3-A78C-4E2E-B65A-627C0CC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396" y="3053053"/>
            <a:ext cx="90034" cy="90034"/>
          </a:xfrm>
          <a:custGeom xmlns:a="http://schemas.openxmlformats.org/drawingml/2006/main">
            <a:pathLst>
              <a:path w="90034" h="90034">
                <a:moveTo>
                  <a:pt x="0" y="45014"/>
                </a:moveTo>
                <a:cubicBezTo>
                  <a:pt x="0" y="20149"/>
                  <a:pt x="20149" y="0"/>
                  <a:pt x="45020" y="0"/>
                </a:cubicBezTo>
                <a:cubicBezTo>
                  <a:pt x="56961" y="0"/>
                  <a:pt x="68419" y="4748"/>
                  <a:pt x="76852" y="13182"/>
                </a:cubicBezTo>
                <a:cubicBezTo>
                  <a:pt x="85286" y="21615"/>
                  <a:pt x="90034" y="33073"/>
                  <a:pt x="90034" y="45014"/>
                </a:cubicBezTo>
                <a:cubicBezTo>
                  <a:pt x="90034" y="69885"/>
                  <a:pt x="69885" y="90034"/>
                  <a:pt x="45020" y="90034"/>
                </a:cubicBezTo>
                <a:cubicBezTo>
                  <a:pt x="20149" y="90034"/>
                  <a:pt x="0" y="69885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03A34-EB00-42EB-9B3E-21205CC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441" y="3414345"/>
            <a:ext cx="90027" cy="90034"/>
          </a:xfrm>
          <a:custGeom xmlns:a="http://schemas.openxmlformats.org/drawingml/2006/main">
            <a:pathLst>
              <a:path w="90027" h="90034">
                <a:moveTo>
                  <a:pt x="0" y="45014"/>
                </a:moveTo>
                <a:cubicBezTo>
                  <a:pt x="0" y="20176"/>
                  <a:pt x="20143" y="0"/>
                  <a:pt x="45014" y="0"/>
                </a:cubicBezTo>
                <a:cubicBezTo>
                  <a:pt x="56961" y="0"/>
                  <a:pt x="68412" y="4748"/>
                  <a:pt x="76846" y="13182"/>
                </a:cubicBezTo>
                <a:cubicBezTo>
                  <a:pt x="85286" y="21642"/>
                  <a:pt x="90027" y="33073"/>
                  <a:pt x="90027" y="45014"/>
                </a:cubicBezTo>
                <a:cubicBezTo>
                  <a:pt x="90027" y="69885"/>
                  <a:pt x="69885" y="90034"/>
                  <a:pt x="45014" y="90034"/>
                </a:cubicBezTo>
                <a:cubicBezTo>
                  <a:pt x="20143" y="90034"/>
                  <a:pt x="0" y="69885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47735-7169-498A-9D20-A5FB4C8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250" y="3119557"/>
            <a:ext cx="3259158" cy="941272"/>
          </a:xfrm>
          <a:custGeom xmlns:a="http://schemas.openxmlformats.org/drawingml/2006/main">
            <a:pathLst>
              <a:path w="3259158" h="941272" fill="none">
                <a:moveTo>
                  <a:pt x="0" y="0"/>
                </a:moveTo>
                <a:lnTo>
                  <a:pt x="3259158" y="941272"/>
                </a:ln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3B86B-43D8-4704-8189-4B04586F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60" y="4044443"/>
            <a:ext cx="49742" cy="32737"/>
          </a:xfrm>
          <a:custGeom xmlns:a="http://schemas.openxmlformats.org/drawingml/2006/main">
            <a:pathLst>
              <a:path w="49742" h="32737">
                <a:moveTo>
                  <a:pt x="0" y="32737"/>
                </a:moveTo>
                <a:lnTo>
                  <a:pt x="9470" y="0"/>
                </a:lnTo>
                <a:lnTo>
                  <a:pt x="49742" y="29355"/>
                </a:lnTo>
                <a:lnTo>
                  <a:pt x="0" y="32737"/>
                </a:lnTo>
                <a:close/>
                <a:moveTo>
                  <a:pt x="0" y="32737"/>
                </a:move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2A81A-5B76-4190-91CE-128AAC4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60" y="4044443"/>
            <a:ext cx="49742" cy="32737"/>
          </a:xfrm>
          <a:custGeom xmlns:a="http://schemas.openxmlformats.org/drawingml/2006/main">
            <a:pathLst>
              <a:path w="49742" h="32737" fill="none">
                <a:moveTo>
                  <a:pt x="0" y="32737"/>
                </a:moveTo>
                <a:lnTo>
                  <a:pt x="49742" y="29355"/>
                </a:lnTo>
                <a:lnTo>
                  <a:pt x="9470" y="0"/>
                </a:lnTo>
                <a:lnTo>
                  <a:pt x="0" y="32737"/>
                </a:lnTo>
                <a:close/>
                <a:moveTo>
                  <a:pt x="0" y="32737"/>
                </a:move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2FC3D-B66E-46FC-92BB-06890B0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607" y="2987943"/>
            <a:ext cx="3622615" cy="1072469"/>
          </a:xfrm>
          <a:custGeom xmlns:a="http://schemas.openxmlformats.org/drawingml/2006/main">
            <a:pathLst>
              <a:path w="3622615" h="1072469" fill="none">
                <a:moveTo>
                  <a:pt x="0" y="0"/>
                </a:moveTo>
                <a:lnTo>
                  <a:pt x="3622615" y="1072469"/>
                </a:ln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3E624-826F-4DC5-BA14-513A7A8E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95" y="4044080"/>
            <a:ext cx="49736" cy="32690"/>
          </a:xfrm>
          <a:custGeom xmlns:a="http://schemas.openxmlformats.org/drawingml/2006/main">
            <a:pathLst>
              <a:path w="49736" h="32690">
                <a:moveTo>
                  <a:pt x="0" y="32690"/>
                </a:moveTo>
                <a:lnTo>
                  <a:pt x="9675" y="0"/>
                </a:lnTo>
                <a:lnTo>
                  <a:pt x="49736" y="29646"/>
                </a:lnTo>
                <a:lnTo>
                  <a:pt x="0" y="32690"/>
                </a:lnTo>
                <a:close/>
                <a:moveTo>
                  <a:pt x="0" y="32690"/>
                </a:move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B2DBA-CDAC-4FDE-B4F4-B78D55B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395" y="4044080"/>
            <a:ext cx="49736" cy="32690"/>
          </a:xfrm>
          <a:custGeom xmlns:a="http://schemas.openxmlformats.org/drawingml/2006/main">
            <a:pathLst>
              <a:path w="49736" h="32690" fill="none">
                <a:moveTo>
                  <a:pt x="0" y="32690"/>
                </a:moveTo>
                <a:lnTo>
                  <a:pt x="49736" y="29646"/>
                </a:lnTo>
                <a:lnTo>
                  <a:pt x="9675" y="0"/>
                </a:lnTo>
                <a:lnTo>
                  <a:pt x="0" y="32690"/>
                </a:lnTo>
                <a:close/>
                <a:moveTo>
                  <a:pt x="0" y="32690"/>
                </a:move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1A72C-A84D-4573-BB3D-835454D5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9" y="3364094"/>
            <a:ext cx="90034" cy="90027"/>
          </a:xfrm>
          <a:custGeom xmlns:a="http://schemas.openxmlformats.org/drawingml/2006/main">
            <a:pathLst>
              <a:path w="90034" h="90027">
                <a:moveTo>
                  <a:pt x="0" y="45014"/>
                </a:moveTo>
                <a:cubicBezTo>
                  <a:pt x="0" y="20143"/>
                  <a:pt x="20149" y="0"/>
                  <a:pt x="45014" y="0"/>
                </a:cubicBezTo>
                <a:cubicBezTo>
                  <a:pt x="56961" y="0"/>
                  <a:pt x="68386" y="4742"/>
                  <a:pt x="76852" y="13182"/>
                </a:cubicBezTo>
                <a:cubicBezTo>
                  <a:pt x="85286" y="21615"/>
                  <a:pt x="90034" y="33067"/>
                  <a:pt x="90034" y="45014"/>
                </a:cubicBezTo>
                <a:cubicBezTo>
                  <a:pt x="90034" y="69858"/>
                  <a:pt x="69858" y="90027"/>
                  <a:pt x="45014" y="90027"/>
                </a:cubicBezTo>
                <a:cubicBezTo>
                  <a:pt x="20149" y="90027"/>
                  <a:pt x="0" y="69858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E7690-499F-4C32-A123-ECDF203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19" y="3170686"/>
            <a:ext cx="90027" cy="90034"/>
          </a:xfrm>
          <a:custGeom xmlns:a="http://schemas.openxmlformats.org/drawingml/2006/main">
            <a:pathLst>
              <a:path w="90027" h="90034">
                <a:moveTo>
                  <a:pt x="0" y="45020"/>
                </a:moveTo>
                <a:cubicBezTo>
                  <a:pt x="0" y="20149"/>
                  <a:pt x="20143" y="0"/>
                  <a:pt x="45014" y="0"/>
                </a:cubicBezTo>
                <a:cubicBezTo>
                  <a:pt x="56961" y="0"/>
                  <a:pt x="68386" y="4748"/>
                  <a:pt x="76846" y="13188"/>
                </a:cubicBezTo>
                <a:cubicBezTo>
                  <a:pt x="85286" y="21622"/>
                  <a:pt x="90027" y="33073"/>
                  <a:pt x="90027" y="45020"/>
                </a:cubicBezTo>
                <a:cubicBezTo>
                  <a:pt x="90027" y="69865"/>
                  <a:pt x="69858" y="90034"/>
                  <a:pt x="45014" y="90034"/>
                </a:cubicBezTo>
                <a:cubicBezTo>
                  <a:pt x="20143" y="90034"/>
                  <a:pt x="0" y="69865"/>
                  <a:pt x="0" y="45020"/>
                </a:cubicBezTo>
                <a:close/>
                <a:moveTo>
                  <a:pt x="0" y="45020"/>
                </a:moveTo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Claude3.7sonnet">
            <a:extLst xmlns:a="http://schemas.openxmlformats.org/drawingml/2006/main">
              <a:ext uri="{FF2B5EF4-FFF2-40B4-BE49-F238E27FC236}">
                <a16:creationId xmlns:a16="http://schemas.microsoft.com/office/drawing/2014/main" id="{3B4EEEA5-9A12-4B5A-B036-08332F5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167" y="3025461"/>
            <a:ext cx="1183095" cy="125048"/>
          </a:xfrm>
          <a:custGeom xmlns:a="http://schemas.openxmlformats.org/drawingml/2006/main">
            <a:pathLst>
              <a:path w="1183095" h="125048">
                <a:moveTo>
                  <a:pt x="546194" y="62279"/>
                </a:moveTo>
                <a:lnTo>
                  <a:pt x="546605" y="62008"/>
                </a:lnTo>
                <a:lnTo>
                  <a:pt x="547011" y="61730"/>
                </a:lnTo>
                <a:lnTo>
                  <a:pt x="547411" y="61447"/>
                </a:lnTo>
                <a:lnTo>
                  <a:pt x="547804" y="61158"/>
                </a:lnTo>
                <a:lnTo>
                  <a:pt x="548193" y="60862"/>
                </a:lnTo>
                <a:lnTo>
                  <a:pt x="548575" y="60560"/>
                </a:lnTo>
                <a:lnTo>
                  <a:pt x="548951" y="60253"/>
                </a:lnTo>
                <a:lnTo>
                  <a:pt x="549321" y="59939"/>
                </a:lnTo>
                <a:lnTo>
                  <a:pt x="549686" y="59618"/>
                </a:lnTo>
                <a:lnTo>
                  <a:pt x="550045" y="59292"/>
                </a:lnTo>
                <a:lnTo>
                  <a:pt x="550398" y="58960"/>
                </a:lnTo>
                <a:lnTo>
                  <a:pt x="550745" y="58622"/>
                </a:lnTo>
                <a:lnTo>
                  <a:pt x="551086" y="58277"/>
                </a:lnTo>
                <a:lnTo>
                  <a:pt x="551420" y="57927"/>
                </a:lnTo>
                <a:lnTo>
                  <a:pt x="551748" y="57574"/>
                </a:lnTo>
                <a:lnTo>
                  <a:pt x="552069" y="57218"/>
                </a:lnTo>
                <a:lnTo>
                  <a:pt x="552384" y="56858"/>
                </a:lnTo>
                <a:lnTo>
                  <a:pt x="552691" y="56494"/>
                </a:lnTo>
                <a:lnTo>
                  <a:pt x="552992" y="56127"/>
                </a:lnTo>
                <a:lnTo>
                  <a:pt x="553286" y="55757"/>
                </a:lnTo>
                <a:lnTo>
                  <a:pt x="553572" y="55383"/>
                </a:lnTo>
                <a:lnTo>
                  <a:pt x="553853" y="55006"/>
                </a:lnTo>
                <a:lnTo>
                  <a:pt x="554126" y="54625"/>
                </a:lnTo>
                <a:lnTo>
                  <a:pt x="554392" y="54240"/>
                </a:lnTo>
                <a:lnTo>
                  <a:pt x="554652" y="53853"/>
                </a:lnTo>
                <a:lnTo>
                  <a:pt x="554905" y="53461"/>
                </a:lnTo>
                <a:lnTo>
                  <a:pt x="555150" y="53066"/>
                </a:lnTo>
                <a:lnTo>
                  <a:pt x="555390" y="52668"/>
                </a:lnTo>
                <a:lnTo>
                  <a:pt x="555622" y="52266"/>
                </a:lnTo>
                <a:lnTo>
                  <a:pt x="555847" y="51861"/>
                </a:lnTo>
                <a:lnTo>
                  <a:pt x="556066" y="51452"/>
                </a:lnTo>
                <a:lnTo>
                  <a:pt x="556277" y="51040"/>
                </a:lnTo>
                <a:lnTo>
                  <a:pt x="556482" y="50625"/>
                </a:lnTo>
                <a:lnTo>
                  <a:pt x="556680" y="50205"/>
                </a:lnTo>
                <a:lnTo>
                  <a:pt x="556872" y="49783"/>
                </a:lnTo>
                <a:lnTo>
                  <a:pt x="557056" y="49357"/>
                </a:lnTo>
                <a:lnTo>
                  <a:pt x="557234" y="48927"/>
                </a:lnTo>
                <a:lnTo>
                  <a:pt x="557404" y="48495"/>
                </a:lnTo>
                <a:lnTo>
                  <a:pt x="557567" y="48061"/>
                </a:lnTo>
                <a:lnTo>
                  <a:pt x="557723" y="47626"/>
                </a:lnTo>
                <a:lnTo>
                  <a:pt x="557872" y="47189"/>
                </a:lnTo>
                <a:lnTo>
                  <a:pt x="558013" y="46750"/>
                </a:lnTo>
                <a:lnTo>
                  <a:pt x="558148" y="46310"/>
                </a:lnTo>
                <a:lnTo>
                  <a:pt x="558275" y="45869"/>
                </a:lnTo>
                <a:lnTo>
                  <a:pt x="558394" y="45426"/>
                </a:lnTo>
                <a:lnTo>
                  <a:pt x="558507" y="44981"/>
                </a:lnTo>
                <a:lnTo>
                  <a:pt x="558612" y="44535"/>
                </a:lnTo>
                <a:lnTo>
                  <a:pt x="558710" y="44088"/>
                </a:lnTo>
                <a:lnTo>
                  <a:pt x="558801" y="43639"/>
                </a:lnTo>
                <a:lnTo>
                  <a:pt x="558884" y="43188"/>
                </a:lnTo>
                <a:lnTo>
                  <a:pt x="558960" y="42736"/>
                </a:lnTo>
                <a:lnTo>
                  <a:pt x="559029" y="42282"/>
                </a:lnTo>
                <a:lnTo>
                  <a:pt x="559091" y="41827"/>
                </a:lnTo>
                <a:lnTo>
                  <a:pt x="559145" y="41370"/>
                </a:lnTo>
                <a:lnTo>
                  <a:pt x="559192" y="40912"/>
                </a:lnTo>
                <a:lnTo>
                  <a:pt x="559232" y="40452"/>
                </a:lnTo>
                <a:lnTo>
                  <a:pt x="559265" y="39991"/>
                </a:lnTo>
                <a:lnTo>
                  <a:pt x="559290" y="39528"/>
                </a:lnTo>
                <a:lnTo>
                  <a:pt x="559309" y="39064"/>
                </a:lnTo>
                <a:lnTo>
                  <a:pt x="559319" y="38598"/>
                </a:lnTo>
                <a:lnTo>
                  <a:pt x="559323" y="38131"/>
                </a:lnTo>
                <a:lnTo>
                  <a:pt x="559315" y="37227"/>
                </a:lnTo>
                <a:lnTo>
                  <a:pt x="559293" y="36336"/>
                </a:lnTo>
                <a:lnTo>
                  <a:pt x="559255" y="35456"/>
                </a:lnTo>
                <a:lnTo>
                  <a:pt x="559202" y="34589"/>
                </a:lnTo>
                <a:lnTo>
                  <a:pt x="559135" y="33734"/>
                </a:lnTo>
                <a:lnTo>
                  <a:pt x="559052" y="32891"/>
                </a:lnTo>
                <a:lnTo>
                  <a:pt x="558954" y="32061"/>
                </a:lnTo>
                <a:lnTo>
                  <a:pt x="558841" y="31242"/>
                </a:lnTo>
                <a:lnTo>
                  <a:pt x="558713" y="30436"/>
                </a:lnTo>
                <a:lnTo>
                  <a:pt x="558570" y="29641"/>
                </a:lnTo>
                <a:lnTo>
                  <a:pt x="558411" y="28859"/>
                </a:lnTo>
                <a:lnTo>
                  <a:pt x="558238" y="28089"/>
                </a:lnTo>
                <a:lnTo>
                  <a:pt x="558050" y="27331"/>
                </a:lnTo>
                <a:lnTo>
                  <a:pt x="557846" y="26585"/>
                </a:lnTo>
                <a:lnTo>
                  <a:pt x="557628" y="25851"/>
                </a:lnTo>
                <a:lnTo>
                  <a:pt x="557394" y="25129"/>
                </a:lnTo>
                <a:lnTo>
                  <a:pt x="557146" y="24420"/>
                </a:lnTo>
                <a:lnTo>
                  <a:pt x="556882" y="23722"/>
                </a:lnTo>
                <a:lnTo>
                  <a:pt x="556603" y="23037"/>
                </a:lnTo>
                <a:lnTo>
                  <a:pt x="556309" y="22364"/>
                </a:lnTo>
                <a:lnTo>
                  <a:pt x="556000" y="21703"/>
                </a:lnTo>
                <a:lnTo>
                  <a:pt x="555676" y="21054"/>
                </a:lnTo>
                <a:lnTo>
                  <a:pt x="555337" y="20417"/>
                </a:lnTo>
                <a:lnTo>
                  <a:pt x="554983" y="19792"/>
                </a:lnTo>
                <a:lnTo>
                  <a:pt x="554616" y="19180"/>
                </a:lnTo>
                <a:lnTo>
                  <a:pt x="554237" y="18580"/>
                </a:lnTo>
                <a:lnTo>
                  <a:pt x="553846" y="17993"/>
                </a:lnTo>
                <a:lnTo>
                  <a:pt x="553443" y="17418"/>
                </a:lnTo>
                <a:lnTo>
                  <a:pt x="553029" y="16857"/>
                </a:lnTo>
                <a:lnTo>
                  <a:pt x="552603" y="16308"/>
                </a:lnTo>
                <a:lnTo>
                  <a:pt x="552165" y="15771"/>
                </a:lnTo>
                <a:lnTo>
                  <a:pt x="551715" y="15248"/>
                </a:lnTo>
                <a:lnTo>
                  <a:pt x="551254" y="14737"/>
                </a:lnTo>
                <a:lnTo>
                  <a:pt x="550781" y="14238"/>
                </a:lnTo>
                <a:lnTo>
                  <a:pt x="550296" y="13753"/>
                </a:lnTo>
                <a:lnTo>
                  <a:pt x="549800" y="13280"/>
                </a:lnTo>
                <a:lnTo>
                  <a:pt x="549292" y="12819"/>
                </a:lnTo>
                <a:lnTo>
                  <a:pt x="548772" y="12372"/>
                </a:lnTo>
                <a:lnTo>
                  <a:pt x="548240" y="11937"/>
                </a:lnTo>
                <a:lnTo>
                  <a:pt x="547697" y="11515"/>
                </a:lnTo>
                <a:lnTo>
                  <a:pt x="547142" y="11105"/>
                </a:lnTo>
                <a:lnTo>
                  <a:pt x="546575" y="10708"/>
                </a:lnTo>
                <a:lnTo>
                  <a:pt x="545997" y="10324"/>
                </a:lnTo>
                <a:lnTo>
                  <a:pt x="545407" y="9953"/>
                </a:lnTo>
                <a:lnTo>
                  <a:pt x="544805" y="9594"/>
                </a:lnTo>
                <a:lnTo>
                  <a:pt x="544191" y="9248"/>
                </a:lnTo>
                <a:lnTo>
                  <a:pt x="543566" y="8915"/>
                </a:lnTo>
                <a:lnTo>
                  <a:pt x="542929" y="8594"/>
                </a:lnTo>
                <a:lnTo>
                  <a:pt x="542281" y="8286"/>
                </a:lnTo>
                <a:lnTo>
                  <a:pt x="541625" y="7992"/>
                </a:lnTo>
                <a:lnTo>
                  <a:pt x="540961" y="7710"/>
                </a:lnTo>
                <a:lnTo>
                  <a:pt x="540288" y="7441"/>
                </a:lnTo>
                <a:lnTo>
                  <a:pt x="539606" y="7186"/>
                </a:lnTo>
                <a:lnTo>
                  <a:pt x="538915" y="6944"/>
                </a:lnTo>
                <a:lnTo>
                  <a:pt x="538216" y="6714"/>
                </a:lnTo>
                <a:lnTo>
                  <a:pt x="537508" y="6498"/>
                </a:lnTo>
                <a:lnTo>
                  <a:pt x="536792" y="6295"/>
                </a:lnTo>
                <a:lnTo>
                  <a:pt x="536067" y="6105"/>
                </a:lnTo>
                <a:lnTo>
                  <a:pt x="535333" y="5929"/>
                </a:lnTo>
                <a:lnTo>
                  <a:pt x="534591" y="5765"/>
                </a:lnTo>
                <a:lnTo>
                  <a:pt x="533840" y="5614"/>
                </a:lnTo>
                <a:lnTo>
                  <a:pt x="533080" y="5477"/>
                </a:lnTo>
                <a:lnTo>
                  <a:pt x="532312" y="5352"/>
                </a:lnTo>
                <a:lnTo>
                  <a:pt x="531535" y="5241"/>
                </a:lnTo>
                <a:lnTo>
                  <a:pt x="530749" y="5143"/>
                </a:lnTo>
                <a:lnTo>
                  <a:pt x="529955" y="5058"/>
                </a:lnTo>
                <a:lnTo>
                  <a:pt x="529152" y="4986"/>
                </a:lnTo>
                <a:lnTo>
                  <a:pt x="528340" y="4927"/>
                </a:lnTo>
                <a:lnTo>
                  <a:pt x="527520" y="4881"/>
                </a:lnTo>
                <a:lnTo>
                  <a:pt x="526691" y="4848"/>
                </a:lnTo>
                <a:lnTo>
                  <a:pt x="525853" y="4828"/>
                </a:lnTo>
                <a:lnTo>
                  <a:pt x="525007" y="4822"/>
                </a:lnTo>
                <a:lnTo>
                  <a:pt x="524253" y="4829"/>
                </a:lnTo>
                <a:lnTo>
                  <a:pt x="523505" y="4849"/>
                </a:lnTo>
                <a:lnTo>
                  <a:pt x="522762" y="4884"/>
                </a:lnTo>
                <a:lnTo>
                  <a:pt x="522025" y="4932"/>
                </a:lnTo>
                <a:lnTo>
                  <a:pt x="521293" y="4994"/>
                </a:lnTo>
                <a:lnTo>
                  <a:pt x="520567" y="5070"/>
                </a:lnTo>
                <a:lnTo>
                  <a:pt x="519847" y="5159"/>
                </a:lnTo>
                <a:lnTo>
                  <a:pt x="519132" y="5263"/>
                </a:lnTo>
                <a:lnTo>
                  <a:pt x="518422" y="5380"/>
                </a:lnTo>
                <a:lnTo>
                  <a:pt x="517719" y="5511"/>
                </a:lnTo>
                <a:lnTo>
                  <a:pt x="517020" y="5655"/>
                </a:lnTo>
                <a:lnTo>
                  <a:pt x="516328" y="5814"/>
                </a:lnTo>
                <a:lnTo>
                  <a:pt x="515641" y="5986"/>
                </a:lnTo>
                <a:lnTo>
                  <a:pt x="514959" y="6172"/>
                </a:lnTo>
                <a:lnTo>
                  <a:pt x="514284" y="6372"/>
                </a:lnTo>
                <a:lnTo>
                  <a:pt x="513613" y="6585"/>
                </a:lnTo>
                <a:lnTo>
                  <a:pt x="512949" y="6813"/>
                </a:lnTo>
                <a:lnTo>
                  <a:pt x="512290" y="7054"/>
                </a:lnTo>
                <a:lnTo>
                  <a:pt x="511636" y="7309"/>
                </a:lnTo>
                <a:lnTo>
                  <a:pt x="510988" y="7577"/>
                </a:lnTo>
                <a:lnTo>
                  <a:pt x="510346" y="7860"/>
                </a:lnTo>
                <a:lnTo>
                  <a:pt x="509709" y="8156"/>
                </a:lnTo>
                <a:lnTo>
                  <a:pt x="509078" y="8466"/>
                </a:lnTo>
                <a:lnTo>
                  <a:pt x="508452" y="8790"/>
                </a:lnTo>
                <a:lnTo>
                  <a:pt x="507835" y="9126"/>
                </a:lnTo>
                <a:lnTo>
                  <a:pt x="507228" y="9473"/>
                </a:lnTo>
                <a:lnTo>
                  <a:pt x="506632" y="9831"/>
                </a:lnTo>
                <a:lnTo>
                  <a:pt x="506047" y="10201"/>
                </a:lnTo>
                <a:lnTo>
                  <a:pt x="505472" y="10581"/>
                </a:lnTo>
                <a:lnTo>
                  <a:pt x="504909" y="10972"/>
                </a:lnTo>
                <a:lnTo>
                  <a:pt x="504356" y="11374"/>
                </a:lnTo>
                <a:lnTo>
                  <a:pt x="503813" y="11787"/>
                </a:lnTo>
                <a:lnTo>
                  <a:pt x="503282" y="12211"/>
                </a:lnTo>
                <a:lnTo>
                  <a:pt x="502761" y="12646"/>
                </a:lnTo>
                <a:lnTo>
                  <a:pt x="502251" y="13092"/>
                </a:lnTo>
                <a:lnTo>
                  <a:pt x="501752" y="13550"/>
                </a:lnTo>
                <a:lnTo>
                  <a:pt x="501263" y="14018"/>
                </a:lnTo>
                <a:lnTo>
                  <a:pt x="500785" y="14497"/>
                </a:lnTo>
                <a:lnTo>
                  <a:pt x="500318" y="14987"/>
                </a:lnTo>
                <a:lnTo>
                  <a:pt x="499862" y="15488"/>
                </a:lnTo>
                <a:lnTo>
                  <a:pt x="499416" y="16000"/>
                </a:lnTo>
                <a:lnTo>
                  <a:pt x="498982" y="16523"/>
                </a:lnTo>
                <a:lnTo>
                  <a:pt x="498558" y="17057"/>
                </a:lnTo>
                <a:lnTo>
                  <a:pt x="498144" y="17602"/>
                </a:lnTo>
                <a:lnTo>
                  <a:pt x="497742" y="18159"/>
                </a:lnTo>
                <a:lnTo>
                  <a:pt x="497350" y="18726"/>
                </a:lnTo>
                <a:lnTo>
                  <a:pt x="496969" y="19304"/>
                </a:lnTo>
                <a:lnTo>
                  <a:pt x="496598" y="19893"/>
                </a:lnTo>
                <a:lnTo>
                  <a:pt x="496241" y="20492"/>
                </a:lnTo>
                <a:lnTo>
                  <a:pt x="495899" y="21099"/>
                </a:lnTo>
                <a:lnTo>
                  <a:pt x="495572" y="21715"/>
                </a:lnTo>
                <a:lnTo>
                  <a:pt x="495260" y="22340"/>
                </a:lnTo>
                <a:lnTo>
                  <a:pt x="494964" y="22973"/>
                </a:lnTo>
                <a:lnTo>
                  <a:pt x="494682" y="23615"/>
                </a:lnTo>
                <a:lnTo>
                  <a:pt x="494416" y="24266"/>
                </a:lnTo>
                <a:lnTo>
                  <a:pt x="494165" y="24925"/>
                </a:lnTo>
                <a:lnTo>
                  <a:pt x="493929" y="25593"/>
                </a:lnTo>
                <a:lnTo>
                  <a:pt x="493709" y="26270"/>
                </a:lnTo>
                <a:lnTo>
                  <a:pt x="493504" y="26955"/>
                </a:lnTo>
                <a:lnTo>
                  <a:pt x="493313" y="27649"/>
                </a:lnTo>
                <a:lnTo>
                  <a:pt x="493139" y="28351"/>
                </a:lnTo>
                <a:lnTo>
                  <a:pt x="492979" y="29062"/>
                </a:lnTo>
                <a:lnTo>
                  <a:pt x="492834" y="29782"/>
                </a:lnTo>
                <a:lnTo>
                  <a:pt x="492705" y="30510"/>
                </a:lnTo>
                <a:lnTo>
                  <a:pt x="492591" y="31247"/>
                </a:lnTo>
                <a:lnTo>
                  <a:pt x="492492" y="31992"/>
                </a:lnTo>
                <a:lnTo>
                  <a:pt x="492409" y="32746"/>
                </a:lnTo>
                <a:lnTo>
                  <a:pt x="492340" y="33509"/>
                </a:lnTo>
                <a:lnTo>
                  <a:pt x="492287" y="34280"/>
                </a:lnTo>
                <a:lnTo>
                  <a:pt x="492249" y="35060"/>
                </a:lnTo>
                <a:lnTo>
                  <a:pt x="492226" y="35849"/>
                </a:lnTo>
                <a:lnTo>
                  <a:pt x="492218" y="36646"/>
                </a:lnTo>
                <a:lnTo>
                  <a:pt x="514801" y="36646"/>
                </a:lnTo>
                <a:lnTo>
                  <a:pt x="514803" y="36309"/>
                </a:lnTo>
                <a:lnTo>
                  <a:pt x="514811" y="35975"/>
                </a:lnTo>
                <a:lnTo>
                  <a:pt x="514824" y="35645"/>
                </a:lnTo>
                <a:lnTo>
                  <a:pt x="514841" y="35320"/>
                </a:lnTo>
                <a:lnTo>
                  <a:pt x="514864" y="34998"/>
                </a:lnTo>
                <a:lnTo>
                  <a:pt x="514891" y="34679"/>
                </a:lnTo>
                <a:lnTo>
                  <a:pt x="514924" y="34365"/>
                </a:lnTo>
                <a:lnTo>
                  <a:pt x="514962" y="34055"/>
                </a:lnTo>
                <a:lnTo>
                  <a:pt x="515004" y="33748"/>
                </a:lnTo>
                <a:lnTo>
                  <a:pt x="515052" y="33446"/>
                </a:lnTo>
                <a:lnTo>
                  <a:pt x="515105" y="33147"/>
                </a:lnTo>
                <a:lnTo>
                  <a:pt x="515163" y="32852"/>
                </a:lnTo>
                <a:lnTo>
                  <a:pt x="515225" y="32561"/>
                </a:lnTo>
                <a:lnTo>
                  <a:pt x="515293" y="32274"/>
                </a:lnTo>
                <a:lnTo>
                  <a:pt x="515366" y="31991"/>
                </a:lnTo>
                <a:lnTo>
                  <a:pt x="515444" y="31712"/>
                </a:lnTo>
                <a:lnTo>
                  <a:pt x="515527" y="31436"/>
                </a:lnTo>
                <a:lnTo>
                  <a:pt x="515615" y="31165"/>
                </a:lnTo>
                <a:lnTo>
                  <a:pt x="515708" y="30897"/>
                </a:lnTo>
                <a:lnTo>
                  <a:pt x="515806" y="30633"/>
                </a:lnTo>
                <a:lnTo>
                  <a:pt x="515908" y="30373"/>
                </a:lnTo>
                <a:lnTo>
                  <a:pt x="516016" y="30117"/>
                </a:lnTo>
                <a:lnTo>
                  <a:pt x="516129" y="29865"/>
                </a:lnTo>
                <a:lnTo>
                  <a:pt x="516248" y="29617"/>
                </a:lnTo>
                <a:lnTo>
                  <a:pt x="516370" y="29373"/>
                </a:lnTo>
                <a:lnTo>
                  <a:pt x="516496" y="29134"/>
                </a:lnTo>
                <a:lnTo>
                  <a:pt x="516626" y="28900"/>
                </a:lnTo>
                <a:lnTo>
                  <a:pt x="516760" y="28670"/>
                </a:lnTo>
                <a:lnTo>
                  <a:pt x="516897" y="28446"/>
                </a:lnTo>
                <a:lnTo>
                  <a:pt x="517039" y="28226"/>
                </a:lnTo>
                <a:lnTo>
                  <a:pt x="517184" y="28012"/>
                </a:lnTo>
                <a:lnTo>
                  <a:pt x="517332" y="27802"/>
                </a:lnTo>
                <a:lnTo>
                  <a:pt x="517485" y="27597"/>
                </a:lnTo>
                <a:lnTo>
                  <a:pt x="517641" y="27397"/>
                </a:lnTo>
                <a:lnTo>
                  <a:pt x="517801" y="27201"/>
                </a:lnTo>
                <a:lnTo>
                  <a:pt x="517965" y="27011"/>
                </a:lnTo>
                <a:lnTo>
                  <a:pt x="518133" y="26825"/>
                </a:lnTo>
                <a:lnTo>
                  <a:pt x="518304" y="26644"/>
                </a:lnTo>
                <a:lnTo>
                  <a:pt x="518480" y="26468"/>
                </a:lnTo>
                <a:lnTo>
                  <a:pt x="518658" y="26297"/>
                </a:lnTo>
                <a:lnTo>
                  <a:pt x="518841" y="26131"/>
                </a:lnTo>
                <a:lnTo>
                  <a:pt x="519028" y="25970"/>
                </a:lnTo>
                <a:lnTo>
                  <a:pt x="519218" y="25813"/>
                </a:lnTo>
                <a:lnTo>
                  <a:pt x="519412" y="25662"/>
                </a:lnTo>
                <a:lnTo>
                  <a:pt x="519610" y="25515"/>
                </a:lnTo>
                <a:lnTo>
                  <a:pt x="519811" y="25373"/>
                </a:lnTo>
                <a:lnTo>
                  <a:pt x="520017" y="25236"/>
                </a:lnTo>
                <a:lnTo>
                  <a:pt x="520226" y="25104"/>
                </a:lnTo>
                <a:lnTo>
                  <a:pt x="520437" y="24977"/>
                </a:lnTo>
                <a:lnTo>
                  <a:pt x="520650" y="24855"/>
                </a:lnTo>
                <a:lnTo>
                  <a:pt x="520864" y="24739"/>
                </a:lnTo>
                <a:lnTo>
                  <a:pt x="521079" y="24628"/>
                </a:lnTo>
                <a:lnTo>
                  <a:pt x="521296" y="24523"/>
                </a:lnTo>
                <a:lnTo>
                  <a:pt x="521514" y="24423"/>
                </a:lnTo>
                <a:lnTo>
                  <a:pt x="521733" y="24328"/>
                </a:lnTo>
                <a:lnTo>
                  <a:pt x="521953" y="24239"/>
                </a:lnTo>
                <a:lnTo>
                  <a:pt x="522175" y="24155"/>
                </a:lnTo>
                <a:lnTo>
                  <a:pt x="522398" y="24077"/>
                </a:lnTo>
                <a:lnTo>
                  <a:pt x="522622" y="24004"/>
                </a:lnTo>
                <a:lnTo>
                  <a:pt x="522847" y="23936"/>
                </a:lnTo>
                <a:lnTo>
                  <a:pt x="523074" y="23874"/>
                </a:lnTo>
                <a:lnTo>
                  <a:pt x="523302" y="23817"/>
                </a:lnTo>
                <a:lnTo>
                  <a:pt x="523531" y="23766"/>
                </a:lnTo>
                <a:lnTo>
                  <a:pt x="523762" y="23720"/>
                </a:lnTo>
                <a:lnTo>
                  <a:pt x="523993" y="23679"/>
                </a:lnTo>
                <a:lnTo>
                  <a:pt x="524226" y="23644"/>
                </a:lnTo>
                <a:lnTo>
                  <a:pt x="524460" y="23614"/>
                </a:lnTo>
                <a:lnTo>
                  <a:pt x="524696" y="23590"/>
                </a:lnTo>
                <a:lnTo>
                  <a:pt x="524933" y="23571"/>
                </a:lnTo>
                <a:lnTo>
                  <a:pt x="525171" y="23558"/>
                </a:lnTo>
                <a:lnTo>
                  <a:pt x="525410" y="23550"/>
                </a:lnTo>
                <a:lnTo>
                  <a:pt x="525650" y="23547"/>
                </a:lnTo>
                <a:lnTo>
                  <a:pt x="525963" y="23550"/>
                </a:lnTo>
                <a:lnTo>
                  <a:pt x="526271" y="23561"/>
                </a:lnTo>
                <a:lnTo>
                  <a:pt x="526574" y="23578"/>
                </a:lnTo>
                <a:lnTo>
                  <a:pt x="526874" y="23601"/>
                </a:lnTo>
                <a:lnTo>
                  <a:pt x="527168" y="23632"/>
                </a:lnTo>
                <a:lnTo>
                  <a:pt x="527458" y="23670"/>
                </a:lnTo>
                <a:lnTo>
                  <a:pt x="527744" y="23714"/>
                </a:lnTo>
                <a:lnTo>
                  <a:pt x="528025" y="23765"/>
                </a:lnTo>
                <a:lnTo>
                  <a:pt x="528302" y="23823"/>
                </a:lnTo>
                <a:lnTo>
                  <a:pt x="528575" y="23888"/>
                </a:lnTo>
                <a:lnTo>
                  <a:pt x="528842" y="23959"/>
                </a:lnTo>
                <a:lnTo>
                  <a:pt x="529106" y="24038"/>
                </a:lnTo>
                <a:lnTo>
                  <a:pt x="529365" y="24123"/>
                </a:lnTo>
                <a:lnTo>
                  <a:pt x="529619" y="24215"/>
                </a:lnTo>
                <a:lnTo>
                  <a:pt x="529869" y="24314"/>
                </a:lnTo>
                <a:lnTo>
                  <a:pt x="530115" y="24420"/>
                </a:lnTo>
                <a:lnTo>
                  <a:pt x="530356" y="24532"/>
                </a:lnTo>
                <a:lnTo>
                  <a:pt x="530593" y="24652"/>
                </a:lnTo>
                <a:lnTo>
                  <a:pt x="530825" y="24778"/>
                </a:lnTo>
                <a:lnTo>
                  <a:pt x="531052" y="24911"/>
                </a:lnTo>
                <a:lnTo>
                  <a:pt x="531276" y="25050"/>
                </a:lnTo>
                <a:lnTo>
                  <a:pt x="531495" y="25197"/>
                </a:lnTo>
                <a:lnTo>
                  <a:pt x="531709" y="25351"/>
                </a:lnTo>
                <a:lnTo>
                  <a:pt x="531919" y="25511"/>
                </a:lnTo>
                <a:lnTo>
                  <a:pt x="532124" y="25677"/>
                </a:lnTo>
                <a:lnTo>
                  <a:pt x="532325" y="25848"/>
                </a:lnTo>
                <a:lnTo>
                  <a:pt x="532521" y="26023"/>
                </a:lnTo>
                <a:lnTo>
                  <a:pt x="532713" y="26203"/>
                </a:lnTo>
                <a:lnTo>
                  <a:pt x="532901" y="26388"/>
                </a:lnTo>
                <a:lnTo>
                  <a:pt x="533084" y="26578"/>
                </a:lnTo>
                <a:lnTo>
                  <a:pt x="533263" y="26772"/>
                </a:lnTo>
                <a:lnTo>
                  <a:pt x="533437" y="26972"/>
                </a:lnTo>
                <a:lnTo>
                  <a:pt x="533606" y="27175"/>
                </a:lnTo>
                <a:lnTo>
                  <a:pt x="533772" y="27384"/>
                </a:lnTo>
                <a:lnTo>
                  <a:pt x="533932" y="27598"/>
                </a:lnTo>
                <a:lnTo>
                  <a:pt x="534088" y="27816"/>
                </a:lnTo>
                <a:lnTo>
                  <a:pt x="534240" y="28038"/>
                </a:lnTo>
                <a:lnTo>
                  <a:pt x="534388" y="28266"/>
                </a:lnTo>
                <a:lnTo>
                  <a:pt x="534531" y="28498"/>
                </a:lnTo>
                <a:lnTo>
                  <a:pt x="534669" y="28735"/>
                </a:lnTo>
                <a:lnTo>
                  <a:pt x="534803" y="28977"/>
                </a:lnTo>
                <a:lnTo>
                  <a:pt x="534932" y="29224"/>
                </a:lnTo>
                <a:lnTo>
                  <a:pt x="535057" y="29475"/>
                </a:lnTo>
                <a:lnTo>
                  <a:pt x="535178" y="29731"/>
                </a:lnTo>
                <a:lnTo>
                  <a:pt x="535294" y="29992"/>
                </a:lnTo>
                <a:lnTo>
                  <a:pt x="535406" y="30257"/>
                </a:lnTo>
                <a:lnTo>
                  <a:pt x="535513" y="30527"/>
                </a:lnTo>
                <a:lnTo>
                  <a:pt x="535615" y="30802"/>
                </a:lnTo>
                <a:lnTo>
                  <a:pt x="535714" y="31081"/>
                </a:lnTo>
                <a:lnTo>
                  <a:pt x="535808" y="31363"/>
                </a:lnTo>
                <a:lnTo>
                  <a:pt x="535898" y="31649"/>
                </a:lnTo>
                <a:lnTo>
                  <a:pt x="535984" y="31939"/>
                </a:lnTo>
                <a:lnTo>
                  <a:pt x="536065" y="32231"/>
                </a:lnTo>
                <a:lnTo>
                  <a:pt x="536143" y="32528"/>
                </a:lnTo>
                <a:lnTo>
                  <a:pt x="536216" y="32827"/>
                </a:lnTo>
                <a:lnTo>
                  <a:pt x="536285" y="33131"/>
                </a:lnTo>
                <a:lnTo>
                  <a:pt x="536350" y="33437"/>
                </a:lnTo>
                <a:lnTo>
                  <a:pt x="536411" y="33748"/>
                </a:lnTo>
                <a:lnTo>
                  <a:pt x="536467" y="34061"/>
                </a:lnTo>
                <a:lnTo>
                  <a:pt x="536520" y="34379"/>
                </a:lnTo>
                <a:lnTo>
                  <a:pt x="536568" y="34699"/>
                </a:lnTo>
                <a:lnTo>
                  <a:pt x="536612" y="35023"/>
                </a:lnTo>
                <a:lnTo>
                  <a:pt x="536651" y="35351"/>
                </a:lnTo>
                <a:lnTo>
                  <a:pt x="536687" y="35682"/>
                </a:lnTo>
                <a:lnTo>
                  <a:pt x="536718" y="36017"/>
                </a:lnTo>
                <a:lnTo>
                  <a:pt x="536746" y="36355"/>
                </a:lnTo>
                <a:lnTo>
                  <a:pt x="536769" y="36697"/>
                </a:lnTo>
                <a:lnTo>
                  <a:pt x="536787" y="37042"/>
                </a:lnTo>
                <a:lnTo>
                  <a:pt x="536802" y="37390"/>
                </a:lnTo>
                <a:lnTo>
                  <a:pt x="536813" y="37742"/>
                </a:lnTo>
                <a:lnTo>
                  <a:pt x="536819" y="38098"/>
                </a:lnTo>
                <a:lnTo>
                  <a:pt x="536821" y="38457"/>
                </a:lnTo>
                <a:lnTo>
                  <a:pt x="536819" y="38862"/>
                </a:lnTo>
                <a:lnTo>
                  <a:pt x="536812" y="39263"/>
                </a:lnTo>
                <a:lnTo>
                  <a:pt x="536801" y="39660"/>
                </a:lnTo>
                <a:lnTo>
                  <a:pt x="536785" y="40052"/>
                </a:lnTo>
                <a:lnTo>
                  <a:pt x="536765" y="40440"/>
                </a:lnTo>
                <a:lnTo>
                  <a:pt x="536741" y="40824"/>
                </a:lnTo>
                <a:lnTo>
                  <a:pt x="536712" y="41204"/>
                </a:lnTo>
                <a:lnTo>
                  <a:pt x="536678" y="41579"/>
                </a:lnTo>
                <a:lnTo>
                  <a:pt x="536640" y="41949"/>
                </a:lnTo>
                <a:lnTo>
                  <a:pt x="536598" y="42316"/>
                </a:lnTo>
                <a:lnTo>
                  <a:pt x="536551" y="42678"/>
                </a:lnTo>
                <a:lnTo>
                  <a:pt x="536499" y="43036"/>
                </a:lnTo>
                <a:lnTo>
                  <a:pt x="536444" y="43389"/>
                </a:lnTo>
                <a:lnTo>
                  <a:pt x="536383" y="43739"/>
                </a:lnTo>
                <a:lnTo>
                  <a:pt x="536319" y="44084"/>
                </a:lnTo>
                <a:lnTo>
                  <a:pt x="536249" y="44424"/>
                </a:lnTo>
                <a:lnTo>
                  <a:pt x="536176" y="44760"/>
                </a:lnTo>
                <a:lnTo>
                  <a:pt x="536098" y="45092"/>
                </a:lnTo>
                <a:lnTo>
                  <a:pt x="536015" y="45420"/>
                </a:lnTo>
                <a:lnTo>
                  <a:pt x="535928" y="45743"/>
                </a:lnTo>
                <a:lnTo>
                  <a:pt x="535836" y="46062"/>
                </a:lnTo>
                <a:lnTo>
                  <a:pt x="535740" y="46377"/>
                </a:lnTo>
                <a:lnTo>
                  <a:pt x="535640" y="46687"/>
                </a:lnTo>
                <a:lnTo>
                  <a:pt x="535535" y="46993"/>
                </a:lnTo>
                <a:lnTo>
                  <a:pt x="535425" y="47294"/>
                </a:lnTo>
                <a:lnTo>
                  <a:pt x="535311" y="47589"/>
                </a:lnTo>
                <a:lnTo>
                  <a:pt x="535191" y="47879"/>
                </a:lnTo>
                <a:lnTo>
                  <a:pt x="535066" y="48162"/>
                </a:lnTo>
                <a:lnTo>
                  <a:pt x="534937" y="48440"/>
                </a:lnTo>
                <a:lnTo>
                  <a:pt x="534802" y="48711"/>
                </a:lnTo>
                <a:lnTo>
                  <a:pt x="534662" y="48977"/>
                </a:lnTo>
                <a:lnTo>
                  <a:pt x="534517" y="49237"/>
                </a:lnTo>
                <a:lnTo>
                  <a:pt x="534367" y="49492"/>
                </a:lnTo>
                <a:lnTo>
                  <a:pt x="534212" y="49740"/>
                </a:lnTo>
                <a:lnTo>
                  <a:pt x="534053" y="49982"/>
                </a:lnTo>
                <a:lnTo>
                  <a:pt x="533888" y="50219"/>
                </a:lnTo>
                <a:lnTo>
                  <a:pt x="533718" y="50450"/>
                </a:lnTo>
                <a:lnTo>
                  <a:pt x="533543" y="50675"/>
                </a:lnTo>
                <a:lnTo>
                  <a:pt x="533363" y="50894"/>
                </a:lnTo>
                <a:lnTo>
                  <a:pt x="533178" y="51107"/>
                </a:lnTo>
                <a:lnTo>
                  <a:pt x="532988" y="51315"/>
                </a:lnTo>
                <a:lnTo>
                  <a:pt x="532793" y="51517"/>
                </a:lnTo>
                <a:lnTo>
                  <a:pt x="532593" y="51712"/>
                </a:lnTo>
                <a:lnTo>
                  <a:pt x="532387" y="51902"/>
                </a:lnTo>
                <a:lnTo>
                  <a:pt x="532177" y="52086"/>
                </a:lnTo>
                <a:lnTo>
                  <a:pt x="531962" y="52265"/>
                </a:lnTo>
                <a:lnTo>
                  <a:pt x="531742" y="52437"/>
                </a:lnTo>
                <a:lnTo>
                  <a:pt x="531517" y="52604"/>
                </a:lnTo>
                <a:lnTo>
                  <a:pt x="531287" y="52764"/>
                </a:lnTo>
                <a:lnTo>
                  <a:pt x="531051" y="52917"/>
                </a:lnTo>
                <a:lnTo>
                  <a:pt x="530811" y="53064"/>
                </a:lnTo>
                <a:lnTo>
                  <a:pt x="530566" y="53204"/>
                </a:lnTo>
                <a:lnTo>
                  <a:pt x="530316" y="53337"/>
                </a:lnTo>
                <a:lnTo>
                  <a:pt x="530060" y="53463"/>
                </a:lnTo>
                <a:lnTo>
                  <a:pt x="529800" y="53582"/>
                </a:lnTo>
                <a:lnTo>
                  <a:pt x="529534" y="53695"/>
                </a:lnTo>
                <a:lnTo>
                  <a:pt x="529264" y="53800"/>
                </a:lnTo>
                <a:lnTo>
                  <a:pt x="528989" y="53899"/>
                </a:lnTo>
                <a:lnTo>
                  <a:pt x="528708" y="53991"/>
                </a:lnTo>
                <a:lnTo>
                  <a:pt x="528423" y="54077"/>
                </a:lnTo>
                <a:lnTo>
                  <a:pt x="528132" y="54155"/>
                </a:lnTo>
                <a:lnTo>
                  <a:pt x="527837" y="54227"/>
                </a:lnTo>
                <a:lnTo>
                  <a:pt x="527536" y="54291"/>
                </a:lnTo>
                <a:lnTo>
                  <a:pt x="527231" y="54349"/>
                </a:lnTo>
                <a:lnTo>
                  <a:pt x="526920" y="54401"/>
                </a:lnTo>
                <a:lnTo>
                  <a:pt x="526605" y="54445"/>
                </a:lnTo>
                <a:lnTo>
                  <a:pt x="526284" y="54482"/>
                </a:lnTo>
                <a:lnTo>
                  <a:pt x="525958" y="54513"/>
                </a:lnTo>
                <a:lnTo>
                  <a:pt x="525628" y="54537"/>
                </a:lnTo>
                <a:lnTo>
                  <a:pt x="525292" y="54554"/>
                </a:lnTo>
                <a:lnTo>
                  <a:pt x="524951" y="54564"/>
                </a:lnTo>
                <a:lnTo>
                  <a:pt x="524605" y="54568"/>
                </a:lnTo>
                <a:lnTo>
                  <a:pt x="513595" y="54568"/>
                </a:lnTo>
                <a:lnTo>
                  <a:pt x="513595" y="60515"/>
                </a:lnTo>
                <a:lnTo>
                  <a:pt x="513595" y="67265"/>
                </a:lnTo>
                <a:lnTo>
                  <a:pt x="513595" y="72810"/>
                </a:lnTo>
                <a:lnTo>
                  <a:pt x="524605" y="72810"/>
                </a:lnTo>
                <a:lnTo>
                  <a:pt x="524965" y="72814"/>
                </a:lnTo>
                <a:lnTo>
                  <a:pt x="525320" y="72823"/>
                </a:lnTo>
                <a:lnTo>
                  <a:pt x="525670" y="72839"/>
                </a:lnTo>
                <a:lnTo>
                  <a:pt x="526016" y="72861"/>
                </a:lnTo>
                <a:lnTo>
                  <a:pt x="526358" y="72889"/>
                </a:lnTo>
                <a:lnTo>
                  <a:pt x="526695" y="72923"/>
                </a:lnTo>
                <a:lnTo>
                  <a:pt x="527028" y="72964"/>
                </a:lnTo>
                <a:lnTo>
                  <a:pt x="527356" y="73011"/>
                </a:lnTo>
                <a:lnTo>
                  <a:pt x="527679" y="73065"/>
                </a:lnTo>
                <a:lnTo>
                  <a:pt x="527999" y="73124"/>
                </a:lnTo>
                <a:lnTo>
                  <a:pt x="528313" y="73190"/>
                </a:lnTo>
                <a:lnTo>
                  <a:pt x="528624" y="73262"/>
                </a:lnTo>
                <a:lnTo>
                  <a:pt x="528930" y="73341"/>
                </a:lnTo>
                <a:lnTo>
                  <a:pt x="529231" y="73426"/>
                </a:lnTo>
                <a:lnTo>
                  <a:pt x="529528" y="73517"/>
                </a:lnTo>
                <a:lnTo>
                  <a:pt x="529820" y="73614"/>
                </a:lnTo>
                <a:lnTo>
                  <a:pt x="530108" y="73718"/>
                </a:lnTo>
                <a:lnTo>
                  <a:pt x="530392" y="73828"/>
                </a:lnTo>
                <a:lnTo>
                  <a:pt x="530671" y="73944"/>
                </a:lnTo>
                <a:lnTo>
                  <a:pt x="530945" y="74066"/>
                </a:lnTo>
                <a:lnTo>
                  <a:pt x="531215" y="74195"/>
                </a:lnTo>
                <a:lnTo>
                  <a:pt x="531481" y="74330"/>
                </a:lnTo>
                <a:lnTo>
                  <a:pt x="531742" y="74471"/>
                </a:lnTo>
                <a:lnTo>
                  <a:pt x="531999" y="74619"/>
                </a:lnTo>
                <a:lnTo>
                  <a:pt x="532251" y="74773"/>
                </a:lnTo>
                <a:lnTo>
                  <a:pt x="532498" y="74934"/>
                </a:lnTo>
                <a:lnTo>
                  <a:pt x="532740" y="75102"/>
                </a:lnTo>
                <a:lnTo>
                  <a:pt x="532977" y="75277"/>
                </a:lnTo>
                <a:lnTo>
                  <a:pt x="533209" y="75459"/>
                </a:lnTo>
                <a:lnTo>
                  <a:pt x="533436" y="75648"/>
                </a:lnTo>
                <a:lnTo>
                  <a:pt x="533657" y="75844"/>
                </a:lnTo>
                <a:lnTo>
                  <a:pt x="533874" y="76047"/>
                </a:lnTo>
                <a:lnTo>
                  <a:pt x="534086" y="76257"/>
                </a:lnTo>
                <a:lnTo>
                  <a:pt x="534293" y="76474"/>
                </a:lnTo>
                <a:lnTo>
                  <a:pt x="534495" y="76698"/>
                </a:lnTo>
                <a:lnTo>
                  <a:pt x="534691" y="76929"/>
                </a:lnTo>
                <a:lnTo>
                  <a:pt x="534883" y="77167"/>
                </a:lnTo>
                <a:lnTo>
                  <a:pt x="535070" y="77412"/>
                </a:lnTo>
                <a:lnTo>
                  <a:pt x="535251" y="77664"/>
                </a:lnTo>
                <a:lnTo>
                  <a:pt x="535428" y="77923"/>
                </a:lnTo>
                <a:lnTo>
                  <a:pt x="535600" y="78188"/>
                </a:lnTo>
                <a:lnTo>
                  <a:pt x="535766" y="78461"/>
                </a:lnTo>
                <a:lnTo>
                  <a:pt x="535928" y="78741"/>
                </a:lnTo>
                <a:lnTo>
                  <a:pt x="536084" y="79028"/>
                </a:lnTo>
                <a:lnTo>
                  <a:pt x="536236" y="79321"/>
                </a:lnTo>
                <a:lnTo>
                  <a:pt x="536382" y="79622"/>
                </a:lnTo>
                <a:lnTo>
                  <a:pt x="536524" y="79930"/>
                </a:lnTo>
                <a:lnTo>
                  <a:pt x="536660" y="80244"/>
                </a:lnTo>
                <a:lnTo>
                  <a:pt x="536791" y="80567"/>
                </a:lnTo>
                <a:lnTo>
                  <a:pt x="536917" y="80897"/>
                </a:lnTo>
                <a:lnTo>
                  <a:pt x="537037" y="81237"/>
                </a:lnTo>
                <a:lnTo>
                  <a:pt x="537151" y="81585"/>
                </a:lnTo>
                <a:lnTo>
                  <a:pt x="537260" y="81941"/>
                </a:lnTo>
                <a:lnTo>
                  <a:pt x="537363" y="82306"/>
                </a:lnTo>
                <a:lnTo>
                  <a:pt x="537461" y="82679"/>
                </a:lnTo>
                <a:lnTo>
                  <a:pt x="537553" y="83061"/>
                </a:lnTo>
                <a:lnTo>
                  <a:pt x="537640" y="83452"/>
                </a:lnTo>
                <a:lnTo>
                  <a:pt x="537721" y="83851"/>
                </a:lnTo>
                <a:lnTo>
                  <a:pt x="537796" y="84258"/>
                </a:lnTo>
                <a:lnTo>
                  <a:pt x="537866" y="84674"/>
                </a:lnTo>
                <a:lnTo>
                  <a:pt x="537930" y="85099"/>
                </a:lnTo>
                <a:lnTo>
                  <a:pt x="537988" y="85532"/>
                </a:lnTo>
                <a:lnTo>
                  <a:pt x="538041" y="85973"/>
                </a:lnTo>
                <a:lnTo>
                  <a:pt x="538089" y="86423"/>
                </a:lnTo>
                <a:lnTo>
                  <a:pt x="538131" y="86882"/>
                </a:lnTo>
                <a:lnTo>
                  <a:pt x="538167" y="87349"/>
                </a:lnTo>
                <a:lnTo>
                  <a:pt x="538198" y="87824"/>
                </a:lnTo>
                <a:lnTo>
                  <a:pt x="538223" y="88309"/>
                </a:lnTo>
                <a:lnTo>
                  <a:pt x="538242" y="88801"/>
                </a:lnTo>
                <a:lnTo>
                  <a:pt x="538256" y="89302"/>
                </a:lnTo>
                <a:lnTo>
                  <a:pt x="538265" y="89812"/>
                </a:lnTo>
                <a:lnTo>
                  <a:pt x="538267" y="90330"/>
                </a:lnTo>
                <a:lnTo>
                  <a:pt x="538265" y="90723"/>
                </a:lnTo>
                <a:lnTo>
                  <a:pt x="538257" y="91112"/>
                </a:lnTo>
                <a:lnTo>
                  <a:pt x="538244" y="91498"/>
                </a:lnTo>
                <a:lnTo>
                  <a:pt x="538225" y="91879"/>
                </a:lnTo>
                <a:lnTo>
                  <a:pt x="538201" y="92257"/>
                </a:lnTo>
                <a:lnTo>
                  <a:pt x="538172" y="92630"/>
                </a:lnTo>
                <a:lnTo>
                  <a:pt x="538138" y="93000"/>
                </a:lnTo>
                <a:lnTo>
                  <a:pt x="538098" y="93366"/>
                </a:lnTo>
                <a:lnTo>
                  <a:pt x="538053" y="93728"/>
                </a:lnTo>
                <a:lnTo>
                  <a:pt x="538002" y="94086"/>
                </a:lnTo>
                <a:lnTo>
                  <a:pt x="537947" y="94440"/>
                </a:lnTo>
                <a:lnTo>
                  <a:pt x="537886" y="94790"/>
                </a:lnTo>
                <a:lnTo>
                  <a:pt x="537819" y="95136"/>
                </a:lnTo>
                <a:lnTo>
                  <a:pt x="537748" y="95479"/>
                </a:lnTo>
                <a:lnTo>
                  <a:pt x="537671" y="95817"/>
                </a:lnTo>
                <a:lnTo>
                  <a:pt x="537589" y="96152"/>
                </a:lnTo>
                <a:lnTo>
                  <a:pt x="537501" y="96483"/>
                </a:lnTo>
                <a:lnTo>
                  <a:pt x="537409" y="96809"/>
                </a:lnTo>
                <a:lnTo>
                  <a:pt x="537310" y="97132"/>
                </a:lnTo>
                <a:lnTo>
                  <a:pt x="537207" y="97451"/>
                </a:lnTo>
                <a:lnTo>
                  <a:pt x="537098" y="97766"/>
                </a:lnTo>
                <a:lnTo>
                  <a:pt x="536984" y="98077"/>
                </a:lnTo>
                <a:lnTo>
                  <a:pt x="536865" y="98385"/>
                </a:lnTo>
                <a:lnTo>
                  <a:pt x="536741" y="98688"/>
                </a:lnTo>
                <a:lnTo>
                  <a:pt x="536611" y="98986"/>
                </a:lnTo>
                <a:lnTo>
                  <a:pt x="536477" y="99279"/>
                </a:lnTo>
                <a:lnTo>
                  <a:pt x="536337" y="99567"/>
                </a:lnTo>
                <a:lnTo>
                  <a:pt x="536194" y="99849"/>
                </a:lnTo>
                <a:lnTo>
                  <a:pt x="536045" y="100125"/>
                </a:lnTo>
                <a:lnTo>
                  <a:pt x="535892" y="100396"/>
                </a:lnTo>
                <a:lnTo>
                  <a:pt x="535734" y="100661"/>
                </a:lnTo>
                <a:lnTo>
                  <a:pt x="535571" y="100920"/>
                </a:lnTo>
                <a:lnTo>
                  <a:pt x="535403" y="101174"/>
                </a:lnTo>
                <a:lnTo>
                  <a:pt x="535231" y="101423"/>
                </a:lnTo>
                <a:lnTo>
                  <a:pt x="535054" y="101665"/>
                </a:lnTo>
                <a:lnTo>
                  <a:pt x="534872" y="101902"/>
                </a:lnTo>
                <a:lnTo>
                  <a:pt x="534686" y="102134"/>
                </a:lnTo>
                <a:lnTo>
                  <a:pt x="534494" y="102360"/>
                </a:lnTo>
                <a:lnTo>
                  <a:pt x="534298" y="102581"/>
                </a:lnTo>
                <a:lnTo>
                  <a:pt x="534097" y="102795"/>
                </a:lnTo>
                <a:lnTo>
                  <a:pt x="533892" y="103005"/>
                </a:lnTo>
                <a:lnTo>
                  <a:pt x="533682" y="103208"/>
                </a:lnTo>
                <a:lnTo>
                  <a:pt x="533467" y="103407"/>
                </a:lnTo>
                <a:lnTo>
                  <a:pt x="533247" y="103599"/>
                </a:lnTo>
                <a:lnTo>
                  <a:pt x="533022" y="103786"/>
                </a:lnTo>
                <a:lnTo>
                  <a:pt x="532793" y="103967"/>
                </a:lnTo>
                <a:lnTo>
                  <a:pt x="532559" y="104143"/>
                </a:lnTo>
                <a:lnTo>
                  <a:pt x="532320" y="104313"/>
                </a:lnTo>
                <a:lnTo>
                  <a:pt x="532078" y="104477"/>
                </a:lnTo>
                <a:lnTo>
                  <a:pt x="531831" y="104634"/>
                </a:lnTo>
                <a:lnTo>
                  <a:pt x="531581" y="104784"/>
                </a:lnTo>
                <a:lnTo>
                  <a:pt x="531327" y="104927"/>
                </a:lnTo>
                <a:lnTo>
                  <a:pt x="531070" y="105063"/>
                </a:lnTo>
                <a:lnTo>
                  <a:pt x="530809" y="105192"/>
                </a:lnTo>
                <a:lnTo>
                  <a:pt x="530544" y="105314"/>
                </a:lnTo>
                <a:lnTo>
                  <a:pt x="530276" y="105430"/>
                </a:lnTo>
                <a:lnTo>
                  <a:pt x="530004" y="105538"/>
                </a:lnTo>
                <a:lnTo>
                  <a:pt x="529728" y="105639"/>
                </a:lnTo>
                <a:lnTo>
                  <a:pt x="529449" y="105733"/>
                </a:lnTo>
                <a:lnTo>
                  <a:pt x="529166" y="105820"/>
                </a:lnTo>
                <a:lnTo>
                  <a:pt x="528880" y="105900"/>
                </a:lnTo>
                <a:lnTo>
                  <a:pt x="528590" y="105974"/>
                </a:lnTo>
                <a:lnTo>
                  <a:pt x="528296" y="106040"/>
                </a:lnTo>
                <a:lnTo>
                  <a:pt x="527999" y="106099"/>
                </a:lnTo>
                <a:lnTo>
                  <a:pt x="527698" y="106152"/>
                </a:lnTo>
                <a:lnTo>
                  <a:pt x="527393" y="106197"/>
                </a:lnTo>
                <a:lnTo>
                  <a:pt x="527085" y="106235"/>
                </a:lnTo>
                <a:lnTo>
                  <a:pt x="526773" y="106267"/>
                </a:lnTo>
                <a:lnTo>
                  <a:pt x="526458" y="106291"/>
                </a:lnTo>
                <a:lnTo>
                  <a:pt x="526139" y="106309"/>
                </a:lnTo>
                <a:lnTo>
                  <a:pt x="525816" y="106319"/>
                </a:lnTo>
                <a:lnTo>
                  <a:pt x="525489" y="106323"/>
                </a:lnTo>
                <a:lnTo>
                  <a:pt x="525209" y="106319"/>
                </a:lnTo>
                <a:lnTo>
                  <a:pt x="524932" y="106309"/>
                </a:lnTo>
                <a:lnTo>
                  <a:pt x="524657" y="106292"/>
                </a:lnTo>
                <a:lnTo>
                  <a:pt x="524384" y="106269"/>
                </a:lnTo>
                <a:lnTo>
                  <a:pt x="524114" y="106239"/>
                </a:lnTo>
                <a:lnTo>
                  <a:pt x="523847" y="106202"/>
                </a:lnTo>
                <a:lnTo>
                  <a:pt x="523582" y="106158"/>
                </a:lnTo>
                <a:lnTo>
                  <a:pt x="523320" y="106108"/>
                </a:lnTo>
                <a:lnTo>
                  <a:pt x="523060" y="106051"/>
                </a:lnTo>
                <a:lnTo>
                  <a:pt x="522802" y="105988"/>
                </a:lnTo>
                <a:lnTo>
                  <a:pt x="522547" y="105917"/>
                </a:lnTo>
                <a:lnTo>
                  <a:pt x="522295" y="105840"/>
                </a:lnTo>
                <a:lnTo>
                  <a:pt x="522045" y="105757"/>
                </a:lnTo>
                <a:lnTo>
                  <a:pt x="521798" y="105666"/>
                </a:lnTo>
                <a:lnTo>
                  <a:pt x="521553" y="105569"/>
                </a:lnTo>
                <a:lnTo>
                  <a:pt x="521311" y="105465"/>
                </a:lnTo>
                <a:lnTo>
                  <a:pt x="521071" y="105355"/>
                </a:lnTo>
                <a:lnTo>
                  <a:pt x="520833" y="105238"/>
                </a:lnTo>
                <a:lnTo>
                  <a:pt x="520599" y="105114"/>
                </a:lnTo>
                <a:lnTo>
                  <a:pt x="520366" y="104983"/>
                </a:lnTo>
                <a:lnTo>
                  <a:pt x="520136" y="104846"/>
                </a:lnTo>
                <a:lnTo>
                  <a:pt x="519909" y="104702"/>
                </a:lnTo>
                <a:lnTo>
                  <a:pt x="519684" y="104551"/>
                </a:lnTo>
                <a:lnTo>
                  <a:pt x="519462" y="104394"/>
                </a:lnTo>
                <a:lnTo>
                  <a:pt x="519243" y="104230"/>
                </a:lnTo>
                <a:lnTo>
                  <a:pt x="519028" y="104062"/>
                </a:lnTo>
                <a:lnTo>
                  <a:pt x="518816" y="103888"/>
                </a:lnTo>
                <a:lnTo>
                  <a:pt x="518608" y="103710"/>
                </a:lnTo>
                <a:lnTo>
                  <a:pt x="518404" y="103526"/>
                </a:lnTo>
                <a:lnTo>
                  <a:pt x="518204" y="103336"/>
                </a:lnTo>
                <a:lnTo>
                  <a:pt x="518007" y="103142"/>
                </a:lnTo>
                <a:lnTo>
                  <a:pt x="517815" y="102943"/>
                </a:lnTo>
                <a:lnTo>
                  <a:pt x="517626" y="102738"/>
                </a:lnTo>
                <a:lnTo>
                  <a:pt x="517440" y="102528"/>
                </a:lnTo>
                <a:lnTo>
                  <a:pt x="517259" y="102313"/>
                </a:lnTo>
                <a:lnTo>
                  <a:pt x="517081" y="102093"/>
                </a:lnTo>
                <a:lnTo>
                  <a:pt x="516907" y="101868"/>
                </a:lnTo>
                <a:lnTo>
                  <a:pt x="516737" y="101638"/>
                </a:lnTo>
                <a:lnTo>
                  <a:pt x="516571" y="101402"/>
                </a:lnTo>
                <a:lnTo>
                  <a:pt x="516408" y="101161"/>
                </a:lnTo>
                <a:lnTo>
                  <a:pt x="516249" y="100915"/>
                </a:lnTo>
                <a:lnTo>
                  <a:pt x="516094" y="100664"/>
                </a:lnTo>
                <a:lnTo>
                  <a:pt x="515943" y="100408"/>
                </a:lnTo>
                <a:lnTo>
                  <a:pt x="515795" y="100147"/>
                </a:lnTo>
                <a:lnTo>
                  <a:pt x="515652" y="99880"/>
                </a:lnTo>
                <a:lnTo>
                  <a:pt x="515512" y="99608"/>
                </a:lnTo>
                <a:lnTo>
                  <a:pt x="515375" y="99332"/>
                </a:lnTo>
                <a:lnTo>
                  <a:pt x="515243" y="99050"/>
                </a:lnTo>
                <a:lnTo>
                  <a:pt x="515115" y="98763"/>
                </a:lnTo>
                <a:lnTo>
                  <a:pt x="514993" y="98474"/>
                </a:lnTo>
                <a:lnTo>
                  <a:pt x="514876" y="98181"/>
                </a:lnTo>
                <a:lnTo>
                  <a:pt x="514764" y="97885"/>
                </a:lnTo>
                <a:lnTo>
                  <a:pt x="514658" y="97586"/>
                </a:lnTo>
                <a:lnTo>
                  <a:pt x="514557" y="97284"/>
                </a:lnTo>
                <a:lnTo>
                  <a:pt x="514462" y="96979"/>
                </a:lnTo>
                <a:lnTo>
                  <a:pt x="514372" y="96670"/>
                </a:lnTo>
                <a:lnTo>
                  <a:pt x="514288" y="96358"/>
                </a:lnTo>
                <a:lnTo>
                  <a:pt x="514209" y="96043"/>
                </a:lnTo>
                <a:lnTo>
                  <a:pt x="514136" y="95725"/>
                </a:lnTo>
                <a:lnTo>
                  <a:pt x="514068" y="95403"/>
                </a:lnTo>
                <a:lnTo>
                  <a:pt x="514005" y="95078"/>
                </a:lnTo>
                <a:lnTo>
                  <a:pt x="513948" y="94750"/>
                </a:lnTo>
                <a:lnTo>
                  <a:pt x="513896" y="94419"/>
                </a:lnTo>
                <a:lnTo>
                  <a:pt x="513850" y="94085"/>
                </a:lnTo>
                <a:lnTo>
                  <a:pt x="513809" y="93747"/>
                </a:lnTo>
                <a:lnTo>
                  <a:pt x="513774" y="93406"/>
                </a:lnTo>
                <a:lnTo>
                  <a:pt x="513744" y="93062"/>
                </a:lnTo>
                <a:lnTo>
                  <a:pt x="513719" y="92715"/>
                </a:lnTo>
                <a:lnTo>
                  <a:pt x="513700" y="92365"/>
                </a:lnTo>
                <a:lnTo>
                  <a:pt x="513687" y="92011"/>
                </a:lnTo>
                <a:lnTo>
                  <a:pt x="513679" y="91654"/>
                </a:lnTo>
                <a:lnTo>
                  <a:pt x="513676" y="91294"/>
                </a:lnTo>
                <a:lnTo>
                  <a:pt x="491174" y="91294"/>
                </a:lnTo>
                <a:lnTo>
                  <a:pt x="491179" y="92014"/>
                </a:lnTo>
                <a:lnTo>
                  <a:pt x="491193" y="92725"/>
                </a:lnTo>
                <a:lnTo>
                  <a:pt x="491218" y="93428"/>
                </a:lnTo>
                <a:lnTo>
                  <a:pt x="491252" y="94123"/>
                </a:lnTo>
                <a:lnTo>
                  <a:pt x="491296" y="94810"/>
                </a:lnTo>
                <a:lnTo>
                  <a:pt x="491350" y="95488"/>
                </a:lnTo>
                <a:lnTo>
                  <a:pt x="491413" y="96159"/>
                </a:lnTo>
                <a:lnTo>
                  <a:pt x="491486" y="96822"/>
                </a:lnTo>
                <a:lnTo>
                  <a:pt x="491569" y="97476"/>
                </a:lnTo>
                <a:lnTo>
                  <a:pt x="491662" y="98123"/>
                </a:lnTo>
                <a:lnTo>
                  <a:pt x="491765" y="98761"/>
                </a:lnTo>
                <a:lnTo>
                  <a:pt x="491877" y="99391"/>
                </a:lnTo>
                <a:lnTo>
                  <a:pt x="491999" y="100013"/>
                </a:lnTo>
                <a:lnTo>
                  <a:pt x="492131" y="100627"/>
                </a:lnTo>
                <a:lnTo>
                  <a:pt x="492272" y="101233"/>
                </a:lnTo>
                <a:lnTo>
                  <a:pt x="492424" y="101831"/>
                </a:lnTo>
                <a:lnTo>
                  <a:pt x="492585" y="102421"/>
                </a:lnTo>
                <a:lnTo>
                  <a:pt x="492756" y="103002"/>
                </a:lnTo>
                <a:lnTo>
                  <a:pt x="492937" y="103576"/>
                </a:lnTo>
                <a:lnTo>
                  <a:pt x="493127" y="104142"/>
                </a:lnTo>
                <a:lnTo>
                  <a:pt x="493327" y="104699"/>
                </a:lnTo>
                <a:lnTo>
                  <a:pt x="493537" y="105248"/>
                </a:lnTo>
                <a:lnTo>
                  <a:pt x="493757" y="105789"/>
                </a:lnTo>
                <a:lnTo>
                  <a:pt x="493986" y="106323"/>
                </a:lnTo>
                <a:lnTo>
                  <a:pt x="494224" y="106848"/>
                </a:lnTo>
                <a:lnTo>
                  <a:pt x="494469" y="107366"/>
                </a:lnTo>
                <a:lnTo>
                  <a:pt x="494721" y="107876"/>
                </a:lnTo>
                <a:lnTo>
                  <a:pt x="494980" y="108379"/>
                </a:lnTo>
                <a:lnTo>
                  <a:pt x="495246" y="108874"/>
                </a:lnTo>
                <a:lnTo>
                  <a:pt x="495518" y="109361"/>
                </a:lnTo>
                <a:lnTo>
                  <a:pt x="495798" y="109841"/>
                </a:lnTo>
                <a:lnTo>
                  <a:pt x="496085" y="110314"/>
                </a:lnTo>
                <a:lnTo>
                  <a:pt x="496379" y="110779"/>
                </a:lnTo>
                <a:lnTo>
                  <a:pt x="496679" y="111236"/>
                </a:lnTo>
                <a:lnTo>
                  <a:pt x="496987" y="111686"/>
                </a:lnTo>
                <a:lnTo>
                  <a:pt x="497302" y="112129"/>
                </a:lnTo>
                <a:lnTo>
                  <a:pt x="497623" y="112564"/>
                </a:lnTo>
                <a:lnTo>
                  <a:pt x="497952" y="112991"/>
                </a:lnTo>
                <a:lnTo>
                  <a:pt x="498287" y="113411"/>
                </a:lnTo>
                <a:lnTo>
                  <a:pt x="498630" y="113823"/>
                </a:lnTo>
                <a:lnTo>
                  <a:pt x="498979" y="114228"/>
                </a:lnTo>
                <a:lnTo>
                  <a:pt x="499336" y="114625"/>
                </a:lnTo>
                <a:lnTo>
                  <a:pt x="499699" y="115015"/>
                </a:lnTo>
                <a:lnTo>
                  <a:pt x="500070" y="115397"/>
                </a:lnTo>
                <a:lnTo>
                  <a:pt x="500447" y="115772"/>
                </a:lnTo>
                <a:lnTo>
                  <a:pt x="500831" y="116139"/>
                </a:lnTo>
                <a:lnTo>
                  <a:pt x="501223" y="116498"/>
                </a:lnTo>
                <a:lnTo>
                  <a:pt x="501621" y="116850"/>
                </a:lnTo>
                <a:lnTo>
                  <a:pt x="502025" y="117195"/>
                </a:lnTo>
                <a:lnTo>
                  <a:pt x="502433" y="117532"/>
                </a:lnTo>
                <a:lnTo>
                  <a:pt x="502846" y="117861"/>
                </a:lnTo>
                <a:lnTo>
                  <a:pt x="503263" y="118183"/>
                </a:lnTo>
                <a:lnTo>
                  <a:pt x="503684" y="118497"/>
                </a:lnTo>
                <a:lnTo>
                  <a:pt x="504110" y="118804"/>
                </a:lnTo>
                <a:lnTo>
                  <a:pt x="504540" y="119103"/>
                </a:lnTo>
                <a:lnTo>
                  <a:pt x="504974" y="119395"/>
                </a:lnTo>
                <a:lnTo>
                  <a:pt x="505413" y="119679"/>
                </a:lnTo>
                <a:lnTo>
                  <a:pt x="505856" y="119956"/>
                </a:lnTo>
                <a:lnTo>
                  <a:pt x="506303" y="120225"/>
                </a:lnTo>
                <a:lnTo>
                  <a:pt x="506754" y="120487"/>
                </a:lnTo>
                <a:lnTo>
                  <a:pt x="507210" y="120741"/>
                </a:lnTo>
                <a:lnTo>
                  <a:pt x="507671" y="120987"/>
                </a:lnTo>
                <a:lnTo>
                  <a:pt x="508135" y="121226"/>
                </a:lnTo>
                <a:lnTo>
                  <a:pt x="508604" y="121458"/>
                </a:lnTo>
                <a:lnTo>
                  <a:pt x="509077" y="121682"/>
                </a:lnTo>
                <a:lnTo>
                  <a:pt x="509555" y="121898"/>
                </a:lnTo>
                <a:lnTo>
                  <a:pt x="510036" y="122107"/>
                </a:lnTo>
                <a:lnTo>
                  <a:pt x="510523" y="122308"/>
                </a:lnTo>
                <a:lnTo>
                  <a:pt x="511013" y="122502"/>
                </a:lnTo>
                <a:lnTo>
                  <a:pt x="511508" y="122688"/>
                </a:lnTo>
                <a:lnTo>
                  <a:pt x="512007" y="122867"/>
                </a:lnTo>
                <a:lnTo>
                  <a:pt x="512511" y="123038"/>
                </a:lnTo>
                <a:lnTo>
                  <a:pt x="513017" y="123202"/>
                </a:lnTo>
                <a:lnTo>
                  <a:pt x="513524" y="123359"/>
                </a:lnTo>
                <a:lnTo>
                  <a:pt x="514032" y="123509"/>
                </a:lnTo>
                <a:lnTo>
                  <a:pt x="514541" y="123652"/>
                </a:lnTo>
                <a:lnTo>
                  <a:pt x="515051" y="123788"/>
                </a:lnTo>
                <a:lnTo>
                  <a:pt x="515562" y="123917"/>
                </a:lnTo>
                <a:lnTo>
                  <a:pt x="516074" y="124039"/>
                </a:lnTo>
                <a:lnTo>
                  <a:pt x="516587" y="124155"/>
                </a:lnTo>
                <a:lnTo>
                  <a:pt x="517101" y="124263"/>
                </a:lnTo>
                <a:lnTo>
                  <a:pt x="517616" y="124364"/>
                </a:lnTo>
                <a:lnTo>
                  <a:pt x="518132" y="124458"/>
                </a:lnTo>
                <a:lnTo>
                  <a:pt x="518648" y="124545"/>
                </a:lnTo>
                <a:lnTo>
                  <a:pt x="519166" y="124625"/>
                </a:lnTo>
                <a:lnTo>
                  <a:pt x="519685" y="124699"/>
                </a:lnTo>
                <a:lnTo>
                  <a:pt x="520205" y="124765"/>
                </a:lnTo>
                <a:lnTo>
                  <a:pt x="520726" y="124824"/>
                </a:lnTo>
                <a:lnTo>
                  <a:pt x="521247" y="124877"/>
                </a:lnTo>
                <a:lnTo>
                  <a:pt x="521770" y="124922"/>
                </a:lnTo>
                <a:lnTo>
                  <a:pt x="522294" y="124960"/>
                </a:lnTo>
                <a:lnTo>
                  <a:pt x="522818" y="124992"/>
                </a:lnTo>
                <a:lnTo>
                  <a:pt x="523344" y="125016"/>
                </a:lnTo>
                <a:lnTo>
                  <a:pt x="523871" y="125034"/>
                </a:lnTo>
                <a:lnTo>
                  <a:pt x="524398" y="125044"/>
                </a:lnTo>
                <a:lnTo>
                  <a:pt x="524927" y="125048"/>
                </a:lnTo>
                <a:lnTo>
                  <a:pt x="525561" y="125044"/>
                </a:lnTo>
                <a:lnTo>
                  <a:pt x="526192" y="125032"/>
                </a:lnTo>
                <a:lnTo>
                  <a:pt x="526818" y="125012"/>
                </a:lnTo>
                <a:lnTo>
                  <a:pt x="527441" y="124984"/>
                </a:lnTo>
                <a:lnTo>
                  <a:pt x="528059" y="124948"/>
                </a:lnTo>
                <a:lnTo>
                  <a:pt x="528674" y="124904"/>
                </a:lnTo>
                <a:lnTo>
                  <a:pt x="529285" y="124853"/>
                </a:lnTo>
                <a:lnTo>
                  <a:pt x="529892" y="124793"/>
                </a:lnTo>
                <a:lnTo>
                  <a:pt x="530495" y="124725"/>
                </a:lnTo>
                <a:lnTo>
                  <a:pt x="531094" y="124650"/>
                </a:lnTo>
                <a:lnTo>
                  <a:pt x="531689" y="124566"/>
                </a:lnTo>
                <a:lnTo>
                  <a:pt x="532280" y="124475"/>
                </a:lnTo>
                <a:lnTo>
                  <a:pt x="532868" y="124376"/>
                </a:lnTo>
                <a:lnTo>
                  <a:pt x="533451" y="124268"/>
                </a:lnTo>
                <a:lnTo>
                  <a:pt x="534031" y="124153"/>
                </a:lnTo>
                <a:lnTo>
                  <a:pt x="534606" y="124030"/>
                </a:lnTo>
                <a:lnTo>
                  <a:pt x="535178" y="123898"/>
                </a:lnTo>
                <a:lnTo>
                  <a:pt x="535746" y="123759"/>
                </a:lnTo>
                <a:lnTo>
                  <a:pt x="536310" y="123612"/>
                </a:lnTo>
                <a:lnTo>
                  <a:pt x="536870" y="123457"/>
                </a:lnTo>
                <a:lnTo>
                  <a:pt x="537426" y="123294"/>
                </a:lnTo>
                <a:lnTo>
                  <a:pt x="537978" y="123123"/>
                </a:lnTo>
                <a:lnTo>
                  <a:pt x="538527" y="122944"/>
                </a:lnTo>
                <a:lnTo>
                  <a:pt x="539071" y="122757"/>
                </a:lnTo>
                <a:lnTo>
                  <a:pt x="539611" y="122563"/>
                </a:lnTo>
                <a:lnTo>
                  <a:pt x="540145" y="122361"/>
                </a:lnTo>
                <a:lnTo>
                  <a:pt x="540673" y="122151"/>
                </a:lnTo>
                <a:lnTo>
                  <a:pt x="541196" y="121934"/>
                </a:lnTo>
                <a:lnTo>
                  <a:pt x="541714" y="121710"/>
                </a:lnTo>
                <a:lnTo>
                  <a:pt x="542225" y="121479"/>
                </a:lnTo>
                <a:lnTo>
                  <a:pt x="542732" y="121240"/>
                </a:lnTo>
                <a:lnTo>
                  <a:pt x="543232" y="120994"/>
                </a:lnTo>
                <a:lnTo>
                  <a:pt x="543727" y="120740"/>
                </a:lnTo>
                <a:lnTo>
                  <a:pt x="544217" y="120479"/>
                </a:lnTo>
                <a:lnTo>
                  <a:pt x="544701" y="120210"/>
                </a:lnTo>
                <a:lnTo>
                  <a:pt x="545179" y="119934"/>
                </a:lnTo>
                <a:lnTo>
                  <a:pt x="545652" y="119651"/>
                </a:lnTo>
                <a:lnTo>
                  <a:pt x="546119" y="119360"/>
                </a:lnTo>
                <a:lnTo>
                  <a:pt x="546580" y="119062"/>
                </a:lnTo>
                <a:lnTo>
                  <a:pt x="547036" y="118757"/>
                </a:lnTo>
                <a:lnTo>
                  <a:pt x="547487" y="118444"/>
                </a:lnTo>
                <a:lnTo>
                  <a:pt x="547931" y="118124"/>
                </a:lnTo>
                <a:lnTo>
                  <a:pt x="548371" y="117796"/>
                </a:lnTo>
                <a:lnTo>
                  <a:pt x="548804" y="117461"/>
                </a:lnTo>
                <a:lnTo>
                  <a:pt x="549232" y="117118"/>
                </a:lnTo>
                <a:lnTo>
                  <a:pt x="549655" y="116769"/>
                </a:lnTo>
                <a:lnTo>
                  <a:pt x="550072" y="116411"/>
                </a:lnTo>
                <a:lnTo>
                  <a:pt x="550483" y="116047"/>
                </a:lnTo>
                <a:lnTo>
                  <a:pt x="550888" y="115675"/>
                </a:lnTo>
                <a:lnTo>
                  <a:pt x="551285" y="115296"/>
                </a:lnTo>
                <a:lnTo>
                  <a:pt x="551675" y="114910"/>
                </a:lnTo>
                <a:lnTo>
                  <a:pt x="552057" y="114518"/>
                </a:lnTo>
                <a:lnTo>
                  <a:pt x="552431" y="114118"/>
                </a:lnTo>
                <a:lnTo>
                  <a:pt x="552798" y="113711"/>
                </a:lnTo>
                <a:lnTo>
                  <a:pt x="553158" y="113297"/>
                </a:lnTo>
                <a:lnTo>
                  <a:pt x="553510" y="112877"/>
                </a:lnTo>
                <a:lnTo>
                  <a:pt x="553854" y="112449"/>
                </a:lnTo>
                <a:lnTo>
                  <a:pt x="554191" y="112014"/>
                </a:lnTo>
                <a:lnTo>
                  <a:pt x="554521" y="111573"/>
                </a:lnTo>
                <a:lnTo>
                  <a:pt x="554843" y="111124"/>
                </a:lnTo>
                <a:lnTo>
                  <a:pt x="555157" y="110669"/>
                </a:lnTo>
                <a:lnTo>
                  <a:pt x="555464" y="110206"/>
                </a:lnTo>
                <a:lnTo>
                  <a:pt x="555763" y="109737"/>
                </a:lnTo>
                <a:lnTo>
                  <a:pt x="556055" y="109260"/>
                </a:lnTo>
                <a:lnTo>
                  <a:pt x="556339" y="108777"/>
                </a:lnTo>
                <a:lnTo>
                  <a:pt x="556616" y="108286"/>
                </a:lnTo>
                <a:lnTo>
                  <a:pt x="556885" y="107789"/>
                </a:lnTo>
                <a:lnTo>
                  <a:pt x="557146" y="107285"/>
                </a:lnTo>
                <a:lnTo>
                  <a:pt x="557401" y="106773"/>
                </a:lnTo>
                <a:lnTo>
                  <a:pt x="557647" y="106255"/>
                </a:lnTo>
                <a:lnTo>
                  <a:pt x="557886" y="105730"/>
                </a:lnTo>
                <a:lnTo>
                  <a:pt x="558118" y="105197"/>
                </a:lnTo>
                <a:lnTo>
                  <a:pt x="558341" y="104659"/>
                </a:lnTo>
                <a:lnTo>
                  <a:pt x="558554" y="104114"/>
                </a:lnTo>
                <a:lnTo>
                  <a:pt x="558758" y="103563"/>
                </a:lnTo>
                <a:lnTo>
                  <a:pt x="558952" y="103005"/>
                </a:lnTo>
                <a:lnTo>
                  <a:pt x="559137" y="102442"/>
                </a:lnTo>
                <a:lnTo>
                  <a:pt x="559313" y="101872"/>
                </a:lnTo>
                <a:lnTo>
                  <a:pt x="559479" y="101297"/>
                </a:lnTo>
                <a:lnTo>
                  <a:pt x="559636" y="100715"/>
                </a:lnTo>
                <a:lnTo>
                  <a:pt x="559783" y="100127"/>
                </a:lnTo>
                <a:lnTo>
                  <a:pt x="559920" y="99533"/>
                </a:lnTo>
                <a:lnTo>
                  <a:pt x="560048" y="98933"/>
                </a:lnTo>
                <a:lnTo>
                  <a:pt x="560167" y="98326"/>
                </a:lnTo>
                <a:lnTo>
                  <a:pt x="560276" y="97714"/>
                </a:lnTo>
                <a:lnTo>
                  <a:pt x="560376" y="97095"/>
                </a:lnTo>
                <a:lnTo>
                  <a:pt x="560466" y="96470"/>
                </a:lnTo>
                <a:lnTo>
                  <a:pt x="560546" y="95839"/>
                </a:lnTo>
                <a:lnTo>
                  <a:pt x="560618" y="95202"/>
                </a:lnTo>
                <a:lnTo>
                  <a:pt x="560679" y="94559"/>
                </a:lnTo>
                <a:lnTo>
                  <a:pt x="560731" y="93910"/>
                </a:lnTo>
                <a:lnTo>
                  <a:pt x="560774" y="93254"/>
                </a:lnTo>
                <a:lnTo>
                  <a:pt x="560807" y="92593"/>
                </a:lnTo>
                <a:lnTo>
                  <a:pt x="560831" y="91925"/>
                </a:lnTo>
                <a:lnTo>
                  <a:pt x="560845" y="91251"/>
                </a:lnTo>
                <a:lnTo>
                  <a:pt x="560850" y="90571"/>
                </a:lnTo>
                <a:lnTo>
                  <a:pt x="560846" y="90011"/>
                </a:lnTo>
                <a:lnTo>
                  <a:pt x="560836" y="89455"/>
                </a:lnTo>
                <a:lnTo>
                  <a:pt x="560819" y="88903"/>
                </a:lnTo>
                <a:lnTo>
                  <a:pt x="560794" y="88355"/>
                </a:lnTo>
                <a:lnTo>
                  <a:pt x="560763" y="87812"/>
                </a:lnTo>
                <a:lnTo>
                  <a:pt x="560724" y="87274"/>
                </a:lnTo>
                <a:lnTo>
                  <a:pt x="560679" y="86739"/>
                </a:lnTo>
                <a:lnTo>
                  <a:pt x="560627" y="86209"/>
                </a:lnTo>
                <a:lnTo>
                  <a:pt x="560567" y="85683"/>
                </a:lnTo>
                <a:lnTo>
                  <a:pt x="560501" y="85162"/>
                </a:lnTo>
                <a:lnTo>
                  <a:pt x="560428" y="84645"/>
                </a:lnTo>
                <a:lnTo>
                  <a:pt x="560348" y="84132"/>
                </a:lnTo>
                <a:lnTo>
                  <a:pt x="560260" y="83623"/>
                </a:lnTo>
                <a:lnTo>
                  <a:pt x="560166" y="83119"/>
                </a:lnTo>
                <a:lnTo>
                  <a:pt x="560065" y="82619"/>
                </a:lnTo>
                <a:lnTo>
                  <a:pt x="559957" y="82124"/>
                </a:lnTo>
                <a:lnTo>
                  <a:pt x="559842" y="81633"/>
                </a:lnTo>
                <a:lnTo>
                  <a:pt x="559720" y="81146"/>
                </a:lnTo>
                <a:lnTo>
                  <a:pt x="559591" y="80663"/>
                </a:lnTo>
                <a:lnTo>
                  <a:pt x="559455" y="80185"/>
                </a:lnTo>
                <a:lnTo>
                  <a:pt x="559312" y="79711"/>
                </a:lnTo>
                <a:lnTo>
                  <a:pt x="559162" y="79242"/>
                </a:lnTo>
                <a:lnTo>
                  <a:pt x="559005" y="78776"/>
                </a:lnTo>
                <a:lnTo>
                  <a:pt x="558841" y="78315"/>
                </a:lnTo>
                <a:lnTo>
                  <a:pt x="558670" y="77859"/>
                </a:lnTo>
                <a:lnTo>
                  <a:pt x="558492" y="77408"/>
                </a:lnTo>
                <a:lnTo>
                  <a:pt x="558307" y="76962"/>
                </a:lnTo>
                <a:lnTo>
                  <a:pt x="558114" y="76522"/>
                </a:lnTo>
                <a:lnTo>
                  <a:pt x="557915" y="76086"/>
                </a:lnTo>
                <a:lnTo>
                  <a:pt x="557708" y="75656"/>
                </a:lnTo>
                <a:lnTo>
                  <a:pt x="557495" y="75231"/>
                </a:lnTo>
                <a:lnTo>
                  <a:pt x="557274" y="74811"/>
                </a:lnTo>
                <a:lnTo>
                  <a:pt x="557046" y="74396"/>
                </a:lnTo>
                <a:lnTo>
                  <a:pt x="556811" y="73986"/>
                </a:lnTo>
                <a:lnTo>
                  <a:pt x="556569" y="73582"/>
                </a:lnTo>
                <a:lnTo>
                  <a:pt x="556319" y="73182"/>
                </a:lnTo>
                <a:lnTo>
                  <a:pt x="556063" y="72788"/>
                </a:lnTo>
                <a:lnTo>
                  <a:pt x="555800" y="72399"/>
                </a:lnTo>
                <a:lnTo>
                  <a:pt x="555529" y="72015"/>
                </a:lnTo>
                <a:lnTo>
                  <a:pt x="555251" y="71636"/>
                </a:lnTo>
                <a:lnTo>
                  <a:pt x="554966" y="71263"/>
                </a:lnTo>
                <a:lnTo>
                  <a:pt x="554674" y="70894"/>
                </a:lnTo>
                <a:lnTo>
                  <a:pt x="554375" y="70531"/>
                </a:lnTo>
                <a:lnTo>
                  <a:pt x="554069" y="70173"/>
                </a:lnTo>
                <a:lnTo>
                  <a:pt x="553756" y="69820"/>
                </a:lnTo>
                <a:lnTo>
                  <a:pt x="553435" y="69472"/>
                </a:lnTo>
                <a:lnTo>
                  <a:pt x="553108" y="69130"/>
                </a:lnTo>
                <a:lnTo>
                  <a:pt x="552773" y="68792"/>
                </a:lnTo>
                <a:lnTo>
                  <a:pt x="552432" y="68461"/>
                </a:lnTo>
                <a:lnTo>
                  <a:pt x="552083" y="68136"/>
                </a:lnTo>
                <a:lnTo>
                  <a:pt x="551727" y="67817"/>
                </a:lnTo>
                <a:lnTo>
                  <a:pt x="551364" y="67505"/>
                </a:lnTo>
                <a:lnTo>
                  <a:pt x="550993" y="67200"/>
                </a:lnTo>
                <a:lnTo>
                  <a:pt x="550616" y="66901"/>
                </a:lnTo>
                <a:lnTo>
                  <a:pt x="550232" y="66609"/>
                </a:lnTo>
                <a:lnTo>
                  <a:pt x="549840" y="66323"/>
                </a:lnTo>
                <a:lnTo>
                  <a:pt x="549441" y="66044"/>
                </a:lnTo>
                <a:lnTo>
                  <a:pt x="549035" y="65772"/>
                </a:lnTo>
                <a:lnTo>
                  <a:pt x="548623" y="65506"/>
                </a:lnTo>
                <a:lnTo>
                  <a:pt x="548203" y="65246"/>
                </a:lnTo>
                <a:lnTo>
                  <a:pt x="547775" y="64993"/>
                </a:lnTo>
                <a:lnTo>
                  <a:pt x="547341" y="64747"/>
                </a:lnTo>
                <a:lnTo>
                  <a:pt x="546900" y="64507"/>
                </a:lnTo>
                <a:lnTo>
                  <a:pt x="546451" y="64274"/>
                </a:lnTo>
                <a:lnTo>
                  <a:pt x="545996" y="64047"/>
                </a:lnTo>
                <a:lnTo>
                  <a:pt x="545533" y="63827"/>
                </a:lnTo>
                <a:lnTo>
                  <a:pt x="545063" y="63614"/>
                </a:lnTo>
                <a:lnTo>
                  <a:pt x="544586" y="63407"/>
                </a:lnTo>
                <a:lnTo>
                  <a:pt x="544422" y="63339"/>
                </a:lnTo>
                <a:lnTo>
                  <a:pt x="544489" y="63302"/>
                </a:lnTo>
                <a:lnTo>
                  <a:pt x="544924" y="63055"/>
                </a:lnTo>
                <a:lnTo>
                  <a:pt x="545353" y="62803"/>
                </a:lnTo>
                <a:lnTo>
                  <a:pt x="545777" y="62544"/>
                </a:lnTo>
                <a:lnTo>
                  <a:pt x="546194" y="62279"/>
                </a:lnTo>
                <a:close/>
                <a:moveTo>
                  <a:pt x="95823" y="0"/>
                </a:moveTo>
                <a:lnTo>
                  <a:pt x="95823" y="123440"/>
                </a:lnTo>
                <a:lnTo>
                  <a:pt x="118406" y="123440"/>
                </a:lnTo>
                <a:lnTo>
                  <a:pt x="118406" y="0"/>
                </a:lnTo>
                <a:lnTo>
                  <a:pt x="95823" y="0"/>
                </a:lnTo>
                <a:close/>
                <a:moveTo>
                  <a:pt x="337357" y="43629"/>
                </a:moveTo>
                <a:lnTo>
                  <a:pt x="337324" y="43585"/>
                </a:lnTo>
                <a:lnTo>
                  <a:pt x="337013" y="43187"/>
                </a:lnTo>
                <a:lnTo>
                  <a:pt x="336697" y="42797"/>
                </a:lnTo>
                <a:lnTo>
                  <a:pt x="336376" y="42416"/>
                </a:lnTo>
                <a:lnTo>
                  <a:pt x="336050" y="42043"/>
                </a:lnTo>
                <a:lnTo>
                  <a:pt x="335719" y="41679"/>
                </a:lnTo>
                <a:lnTo>
                  <a:pt x="335384" y="41323"/>
                </a:lnTo>
                <a:lnTo>
                  <a:pt x="335043" y="40976"/>
                </a:lnTo>
                <a:lnTo>
                  <a:pt x="334698" y="40638"/>
                </a:lnTo>
                <a:lnTo>
                  <a:pt x="334348" y="40307"/>
                </a:lnTo>
                <a:lnTo>
                  <a:pt x="333992" y="39986"/>
                </a:lnTo>
                <a:lnTo>
                  <a:pt x="333632" y="39673"/>
                </a:lnTo>
                <a:lnTo>
                  <a:pt x="333268" y="39368"/>
                </a:lnTo>
                <a:lnTo>
                  <a:pt x="332898" y="39072"/>
                </a:lnTo>
                <a:lnTo>
                  <a:pt x="332523" y="38784"/>
                </a:lnTo>
                <a:lnTo>
                  <a:pt x="332143" y="38505"/>
                </a:lnTo>
                <a:lnTo>
                  <a:pt x="331759" y="38234"/>
                </a:lnTo>
                <a:lnTo>
                  <a:pt x="331370" y="37972"/>
                </a:lnTo>
                <a:lnTo>
                  <a:pt x="330975" y="37720"/>
                </a:lnTo>
                <a:lnTo>
                  <a:pt x="330576" y="37478"/>
                </a:lnTo>
                <a:lnTo>
                  <a:pt x="330171" y="37247"/>
                </a:lnTo>
                <a:lnTo>
                  <a:pt x="329761" y="37027"/>
                </a:lnTo>
                <a:lnTo>
                  <a:pt x="329346" y="36817"/>
                </a:lnTo>
                <a:lnTo>
                  <a:pt x="328926" y="36619"/>
                </a:lnTo>
                <a:lnTo>
                  <a:pt x="328501" y="36431"/>
                </a:lnTo>
                <a:lnTo>
                  <a:pt x="328070" y="36253"/>
                </a:lnTo>
                <a:lnTo>
                  <a:pt x="327635" y="36087"/>
                </a:lnTo>
                <a:lnTo>
                  <a:pt x="327194" y="35931"/>
                </a:lnTo>
                <a:lnTo>
                  <a:pt x="326748" y="35786"/>
                </a:lnTo>
                <a:lnTo>
                  <a:pt x="326297" y="35652"/>
                </a:lnTo>
                <a:lnTo>
                  <a:pt x="325840" y="35528"/>
                </a:lnTo>
                <a:lnTo>
                  <a:pt x="325379" y="35415"/>
                </a:lnTo>
                <a:lnTo>
                  <a:pt x="324912" y="35313"/>
                </a:lnTo>
                <a:lnTo>
                  <a:pt x="324440" y="35222"/>
                </a:lnTo>
                <a:lnTo>
                  <a:pt x="323963" y="35141"/>
                </a:lnTo>
                <a:lnTo>
                  <a:pt x="323481" y="35072"/>
                </a:lnTo>
                <a:lnTo>
                  <a:pt x="322994" y="35013"/>
                </a:lnTo>
                <a:lnTo>
                  <a:pt x="322502" y="34964"/>
                </a:lnTo>
                <a:lnTo>
                  <a:pt x="322004" y="34927"/>
                </a:lnTo>
                <a:lnTo>
                  <a:pt x="321501" y="34900"/>
                </a:lnTo>
                <a:lnTo>
                  <a:pt x="320993" y="34884"/>
                </a:lnTo>
                <a:lnTo>
                  <a:pt x="320480" y="34878"/>
                </a:lnTo>
                <a:lnTo>
                  <a:pt x="319914" y="34883"/>
                </a:lnTo>
                <a:lnTo>
                  <a:pt x="319353" y="34896"/>
                </a:lnTo>
                <a:lnTo>
                  <a:pt x="318797" y="34919"/>
                </a:lnTo>
                <a:lnTo>
                  <a:pt x="318247" y="34951"/>
                </a:lnTo>
                <a:lnTo>
                  <a:pt x="317702" y="34992"/>
                </a:lnTo>
                <a:lnTo>
                  <a:pt x="317163" y="35042"/>
                </a:lnTo>
                <a:lnTo>
                  <a:pt x="316629" y="35100"/>
                </a:lnTo>
                <a:lnTo>
                  <a:pt x="316100" y="35168"/>
                </a:lnTo>
                <a:lnTo>
                  <a:pt x="315577" y="35246"/>
                </a:lnTo>
                <a:lnTo>
                  <a:pt x="315060" y="35332"/>
                </a:lnTo>
                <a:lnTo>
                  <a:pt x="314548" y="35427"/>
                </a:lnTo>
                <a:lnTo>
                  <a:pt x="314041" y="35531"/>
                </a:lnTo>
                <a:lnTo>
                  <a:pt x="313540" y="35645"/>
                </a:lnTo>
                <a:lnTo>
                  <a:pt x="313044" y="35767"/>
                </a:lnTo>
                <a:lnTo>
                  <a:pt x="312554" y="35899"/>
                </a:lnTo>
                <a:lnTo>
                  <a:pt x="312069" y="36039"/>
                </a:lnTo>
                <a:lnTo>
                  <a:pt x="311589" y="36189"/>
                </a:lnTo>
                <a:lnTo>
                  <a:pt x="311115" y="36347"/>
                </a:lnTo>
                <a:lnTo>
                  <a:pt x="310647" y="36515"/>
                </a:lnTo>
                <a:lnTo>
                  <a:pt x="310184" y="36692"/>
                </a:lnTo>
                <a:lnTo>
                  <a:pt x="309726" y="36878"/>
                </a:lnTo>
                <a:lnTo>
                  <a:pt x="309274" y="37073"/>
                </a:lnTo>
                <a:lnTo>
                  <a:pt x="308827" y="37277"/>
                </a:lnTo>
                <a:lnTo>
                  <a:pt x="308385" y="37490"/>
                </a:lnTo>
                <a:lnTo>
                  <a:pt x="307950" y="37712"/>
                </a:lnTo>
                <a:lnTo>
                  <a:pt x="307519" y="37944"/>
                </a:lnTo>
                <a:lnTo>
                  <a:pt x="307095" y="38185"/>
                </a:lnTo>
                <a:lnTo>
                  <a:pt x="306676" y="38436"/>
                </a:lnTo>
                <a:lnTo>
                  <a:pt x="306264" y="38695"/>
                </a:lnTo>
                <a:lnTo>
                  <a:pt x="305856" y="38964"/>
                </a:lnTo>
                <a:lnTo>
                  <a:pt x="305455" y="39243"/>
                </a:lnTo>
                <a:lnTo>
                  <a:pt x="305059" y="39531"/>
                </a:lnTo>
                <a:lnTo>
                  <a:pt x="304669" y="39828"/>
                </a:lnTo>
                <a:lnTo>
                  <a:pt x="304285" y="40134"/>
                </a:lnTo>
                <a:lnTo>
                  <a:pt x="303906" y="40450"/>
                </a:lnTo>
                <a:lnTo>
                  <a:pt x="303533" y="40775"/>
                </a:lnTo>
                <a:lnTo>
                  <a:pt x="303166" y="41110"/>
                </a:lnTo>
                <a:lnTo>
                  <a:pt x="302805" y="41453"/>
                </a:lnTo>
                <a:lnTo>
                  <a:pt x="302449" y="41807"/>
                </a:lnTo>
                <a:lnTo>
                  <a:pt x="302099" y="42169"/>
                </a:lnTo>
                <a:lnTo>
                  <a:pt x="301755" y="42541"/>
                </a:lnTo>
                <a:lnTo>
                  <a:pt x="301416" y="42922"/>
                </a:lnTo>
                <a:lnTo>
                  <a:pt x="301083" y="43313"/>
                </a:lnTo>
                <a:lnTo>
                  <a:pt x="300756" y="43713"/>
                </a:lnTo>
                <a:lnTo>
                  <a:pt x="300435" y="44122"/>
                </a:lnTo>
                <a:lnTo>
                  <a:pt x="300119" y="44541"/>
                </a:lnTo>
                <a:lnTo>
                  <a:pt x="299809" y="44969"/>
                </a:lnTo>
                <a:lnTo>
                  <a:pt x="299505" y="45406"/>
                </a:lnTo>
                <a:lnTo>
                  <a:pt x="299207" y="45853"/>
                </a:lnTo>
                <a:lnTo>
                  <a:pt x="298915" y="46308"/>
                </a:lnTo>
                <a:lnTo>
                  <a:pt x="298629" y="46774"/>
                </a:lnTo>
                <a:lnTo>
                  <a:pt x="298350" y="47248"/>
                </a:lnTo>
                <a:lnTo>
                  <a:pt x="298077" y="47731"/>
                </a:lnTo>
                <a:lnTo>
                  <a:pt x="297810" y="48224"/>
                </a:lnTo>
                <a:lnTo>
                  <a:pt x="297549" y="48726"/>
                </a:lnTo>
                <a:lnTo>
                  <a:pt x="297295" y="49237"/>
                </a:lnTo>
                <a:lnTo>
                  <a:pt x="297047" y="49757"/>
                </a:lnTo>
                <a:lnTo>
                  <a:pt x="296805" y="50287"/>
                </a:lnTo>
                <a:lnTo>
                  <a:pt x="296570" y="50825"/>
                </a:lnTo>
                <a:lnTo>
                  <a:pt x="296341" y="51373"/>
                </a:lnTo>
                <a:lnTo>
                  <a:pt x="296118" y="51930"/>
                </a:lnTo>
                <a:lnTo>
                  <a:pt x="295901" y="52497"/>
                </a:lnTo>
                <a:lnTo>
                  <a:pt x="295691" y="53072"/>
                </a:lnTo>
                <a:lnTo>
                  <a:pt x="295487" y="53657"/>
                </a:lnTo>
                <a:lnTo>
                  <a:pt x="295289" y="54251"/>
                </a:lnTo>
                <a:lnTo>
                  <a:pt x="295098" y="54854"/>
                </a:lnTo>
                <a:lnTo>
                  <a:pt x="294912" y="55466"/>
                </a:lnTo>
                <a:lnTo>
                  <a:pt x="294733" y="56088"/>
                </a:lnTo>
                <a:lnTo>
                  <a:pt x="294561" y="56719"/>
                </a:lnTo>
                <a:lnTo>
                  <a:pt x="294394" y="57359"/>
                </a:lnTo>
                <a:lnTo>
                  <a:pt x="294234" y="58008"/>
                </a:lnTo>
                <a:lnTo>
                  <a:pt x="294080" y="58666"/>
                </a:lnTo>
                <a:lnTo>
                  <a:pt x="293933" y="59334"/>
                </a:lnTo>
                <a:lnTo>
                  <a:pt x="293792" y="60011"/>
                </a:lnTo>
                <a:lnTo>
                  <a:pt x="293657" y="60697"/>
                </a:lnTo>
                <a:lnTo>
                  <a:pt x="293528" y="61392"/>
                </a:lnTo>
                <a:lnTo>
                  <a:pt x="293406" y="62096"/>
                </a:lnTo>
                <a:lnTo>
                  <a:pt x="293289" y="62810"/>
                </a:lnTo>
                <a:lnTo>
                  <a:pt x="293179" y="63533"/>
                </a:lnTo>
                <a:lnTo>
                  <a:pt x="293076" y="64265"/>
                </a:lnTo>
                <a:lnTo>
                  <a:pt x="292979" y="65006"/>
                </a:lnTo>
                <a:lnTo>
                  <a:pt x="292888" y="65757"/>
                </a:lnTo>
                <a:lnTo>
                  <a:pt x="292803" y="66516"/>
                </a:lnTo>
                <a:lnTo>
                  <a:pt x="292724" y="67285"/>
                </a:lnTo>
                <a:lnTo>
                  <a:pt x="292652" y="68063"/>
                </a:lnTo>
                <a:lnTo>
                  <a:pt x="292586" y="68851"/>
                </a:lnTo>
                <a:lnTo>
                  <a:pt x="292527" y="69647"/>
                </a:lnTo>
                <a:lnTo>
                  <a:pt x="292473" y="70453"/>
                </a:lnTo>
                <a:lnTo>
                  <a:pt x="292426" y="71268"/>
                </a:lnTo>
                <a:lnTo>
                  <a:pt x="292385" y="72092"/>
                </a:lnTo>
                <a:lnTo>
                  <a:pt x="292351" y="72926"/>
                </a:lnTo>
                <a:lnTo>
                  <a:pt x="292322" y="73768"/>
                </a:lnTo>
                <a:lnTo>
                  <a:pt x="292300" y="74620"/>
                </a:lnTo>
                <a:lnTo>
                  <a:pt x="292285" y="75481"/>
                </a:lnTo>
                <a:lnTo>
                  <a:pt x="292275" y="76351"/>
                </a:lnTo>
                <a:lnTo>
                  <a:pt x="292272" y="77230"/>
                </a:lnTo>
                <a:lnTo>
                  <a:pt x="292272" y="83017"/>
                </a:lnTo>
                <a:lnTo>
                  <a:pt x="292275" y="83863"/>
                </a:lnTo>
                <a:lnTo>
                  <a:pt x="292285" y="84701"/>
                </a:lnTo>
                <a:lnTo>
                  <a:pt x="292300" y="85531"/>
                </a:lnTo>
                <a:lnTo>
                  <a:pt x="292322" y="86353"/>
                </a:lnTo>
                <a:lnTo>
                  <a:pt x="292351" y="87166"/>
                </a:lnTo>
                <a:lnTo>
                  <a:pt x="292385" y="87972"/>
                </a:lnTo>
                <a:lnTo>
                  <a:pt x="292426" y="88769"/>
                </a:lnTo>
                <a:lnTo>
                  <a:pt x="292473" y="89558"/>
                </a:lnTo>
                <a:lnTo>
                  <a:pt x="292527" y="90338"/>
                </a:lnTo>
                <a:lnTo>
                  <a:pt x="292586" y="91110"/>
                </a:lnTo>
                <a:lnTo>
                  <a:pt x="292652" y="91875"/>
                </a:lnTo>
                <a:lnTo>
                  <a:pt x="292724" y="92630"/>
                </a:lnTo>
                <a:lnTo>
                  <a:pt x="292803" y="93378"/>
                </a:lnTo>
                <a:lnTo>
                  <a:pt x="292888" y="94117"/>
                </a:lnTo>
                <a:lnTo>
                  <a:pt x="292979" y="94849"/>
                </a:lnTo>
                <a:lnTo>
                  <a:pt x="293076" y="95572"/>
                </a:lnTo>
                <a:lnTo>
                  <a:pt x="293179" y="96286"/>
                </a:lnTo>
                <a:lnTo>
                  <a:pt x="293289" y="96993"/>
                </a:lnTo>
                <a:lnTo>
                  <a:pt x="293406" y="97691"/>
                </a:lnTo>
                <a:lnTo>
                  <a:pt x="293528" y="98381"/>
                </a:lnTo>
                <a:lnTo>
                  <a:pt x="293657" y="99063"/>
                </a:lnTo>
                <a:lnTo>
                  <a:pt x="293792" y="99736"/>
                </a:lnTo>
                <a:lnTo>
                  <a:pt x="293933" y="100402"/>
                </a:lnTo>
                <a:lnTo>
                  <a:pt x="294080" y="101059"/>
                </a:lnTo>
                <a:lnTo>
                  <a:pt x="294234" y="101707"/>
                </a:lnTo>
                <a:lnTo>
                  <a:pt x="294394" y="102347"/>
                </a:lnTo>
                <a:lnTo>
                  <a:pt x="294560" y="102979"/>
                </a:lnTo>
                <a:lnTo>
                  <a:pt x="294732" y="103601"/>
                </a:lnTo>
                <a:lnTo>
                  <a:pt x="294911" y="104215"/>
                </a:lnTo>
                <a:lnTo>
                  <a:pt x="295095" y="104821"/>
                </a:lnTo>
                <a:lnTo>
                  <a:pt x="295286" y="105417"/>
                </a:lnTo>
                <a:lnTo>
                  <a:pt x="295482" y="106006"/>
                </a:lnTo>
                <a:lnTo>
                  <a:pt x="295685" y="106585"/>
                </a:lnTo>
                <a:lnTo>
                  <a:pt x="295894" y="107156"/>
                </a:lnTo>
                <a:lnTo>
                  <a:pt x="296109" y="107718"/>
                </a:lnTo>
                <a:lnTo>
                  <a:pt x="296331" y="108271"/>
                </a:lnTo>
                <a:lnTo>
                  <a:pt x="296558" y="108816"/>
                </a:lnTo>
                <a:lnTo>
                  <a:pt x="296792" y="109352"/>
                </a:lnTo>
                <a:lnTo>
                  <a:pt x="297031" y="109880"/>
                </a:lnTo>
                <a:lnTo>
                  <a:pt x="297277" y="110399"/>
                </a:lnTo>
                <a:lnTo>
                  <a:pt x="297529" y="110909"/>
                </a:lnTo>
                <a:lnTo>
                  <a:pt x="297787" y="111411"/>
                </a:lnTo>
                <a:lnTo>
                  <a:pt x="298052" y="111904"/>
                </a:lnTo>
                <a:lnTo>
                  <a:pt x="298322" y="112388"/>
                </a:lnTo>
                <a:lnTo>
                  <a:pt x="298598" y="112863"/>
                </a:lnTo>
                <a:lnTo>
                  <a:pt x="298881" y="113330"/>
                </a:lnTo>
                <a:lnTo>
                  <a:pt x="299170" y="113789"/>
                </a:lnTo>
                <a:lnTo>
                  <a:pt x="299465" y="114238"/>
                </a:lnTo>
                <a:lnTo>
                  <a:pt x="299766" y="114679"/>
                </a:lnTo>
                <a:lnTo>
                  <a:pt x="300073" y="115111"/>
                </a:lnTo>
                <a:lnTo>
                  <a:pt x="300385" y="115534"/>
                </a:lnTo>
                <a:lnTo>
                  <a:pt x="300704" y="115947"/>
                </a:lnTo>
                <a:lnTo>
                  <a:pt x="301028" y="116352"/>
                </a:lnTo>
                <a:lnTo>
                  <a:pt x="301358" y="116747"/>
                </a:lnTo>
                <a:lnTo>
                  <a:pt x="301695" y="117134"/>
                </a:lnTo>
                <a:lnTo>
                  <a:pt x="302037" y="117511"/>
                </a:lnTo>
                <a:lnTo>
                  <a:pt x="302384" y="117879"/>
                </a:lnTo>
                <a:lnTo>
                  <a:pt x="302738" y="118239"/>
                </a:lnTo>
                <a:lnTo>
                  <a:pt x="303098" y="118589"/>
                </a:lnTo>
                <a:lnTo>
                  <a:pt x="303463" y="118930"/>
                </a:lnTo>
                <a:lnTo>
                  <a:pt x="303834" y="119262"/>
                </a:lnTo>
                <a:lnTo>
                  <a:pt x="304211" y="119585"/>
                </a:lnTo>
                <a:lnTo>
                  <a:pt x="304594" y="119899"/>
                </a:lnTo>
                <a:lnTo>
                  <a:pt x="304983" y="120203"/>
                </a:lnTo>
                <a:lnTo>
                  <a:pt x="305378" y="120499"/>
                </a:lnTo>
                <a:lnTo>
                  <a:pt x="305779" y="120786"/>
                </a:lnTo>
                <a:lnTo>
                  <a:pt x="306185" y="121063"/>
                </a:lnTo>
                <a:lnTo>
                  <a:pt x="306597" y="121332"/>
                </a:lnTo>
                <a:lnTo>
                  <a:pt x="307015" y="121591"/>
                </a:lnTo>
                <a:lnTo>
                  <a:pt x="307439" y="121842"/>
                </a:lnTo>
                <a:lnTo>
                  <a:pt x="307869" y="122083"/>
                </a:lnTo>
                <a:lnTo>
                  <a:pt x="308305" y="122315"/>
                </a:lnTo>
                <a:lnTo>
                  <a:pt x="308746" y="122538"/>
                </a:lnTo>
                <a:lnTo>
                  <a:pt x="309193" y="122752"/>
                </a:lnTo>
                <a:lnTo>
                  <a:pt x="309645" y="122956"/>
                </a:lnTo>
                <a:lnTo>
                  <a:pt x="310103" y="123150"/>
                </a:lnTo>
                <a:lnTo>
                  <a:pt x="310566" y="123335"/>
                </a:lnTo>
                <a:lnTo>
                  <a:pt x="311035" y="123511"/>
                </a:lnTo>
                <a:lnTo>
                  <a:pt x="311509" y="123677"/>
                </a:lnTo>
                <a:lnTo>
                  <a:pt x="311988" y="123833"/>
                </a:lnTo>
                <a:lnTo>
                  <a:pt x="312473" y="123980"/>
                </a:lnTo>
                <a:lnTo>
                  <a:pt x="312964" y="124118"/>
                </a:lnTo>
                <a:lnTo>
                  <a:pt x="313459" y="124246"/>
                </a:lnTo>
                <a:lnTo>
                  <a:pt x="313961" y="124364"/>
                </a:lnTo>
                <a:lnTo>
                  <a:pt x="314467" y="124474"/>
                </a:lnTo>
                <a:lnTo>
                  <a:pt x="314979" y="124573"/>
                </a:lnTo>
                <a:lnTo>
                  <a:pt x="315497" y="124663"/>
                </a:lnTo>
                <a:lnTo>
                  <a:pt x="316020" y="124744"/>
                </a:lnTo>
                <a:lnTo>
                  <a:pt x="316548" y="124815"/>
                </a:lnTo>
                <a:lnTo>
                  <a:pt x="317082" y="124877"/>
                </a:lnTo>
                <a:lnTo>
                  <a:pt x="317622" y="124929"/>
                </a:lnTo>
                <a:lnTo>
                  <a:pt x="318166" y="124972"/>
                </a:lnTo>
                <a:lnTo>
                  <a:pt x="318717" y="125005"/>
                </a:lnTo>
                <a:lnTo>
                  <a:pt x="319272" y="125029"/>
                </a:lnTo>
                <a:lnTo>
                  <a:pt x="319833" y="125043"/>
                </a:lnTo>
                <a:lnTo>
                  <a:pt x="320400" y="125048"/>
                </a:lnTo>
                <a:lnTo>
                  <a:pt x="320913" y="125042"/>
                </a:lnTo>
                <a:lnTo>
                  <a:pt x="321421" y="125026"/>
                </a:lnTo>
                <a:lnTo>
                  <a:pt x="321923" y="124999"/>
                </a:lnTo>
                <a:lnTo>
                  <a:pt x="322420" y="124962"/>
                </a:lnTo>
                <a:lnTo>
                  <a:pt x="322912" y="124913"/>
                </a:lnTo>
                <a:lnTo>
                  <a:pt x="323398" y="124854"/>
                </a:lnTo>
                <a:lnTo>
                  <a:pt x="323880" y="124784"/>
                </a:lnTo>
                <a:lnTo>
                  <a:pt x="324356" y="124704"/>
                </a:lnTo>
                <a:lnTo>
                  <a:pt x="324826" y="124612"/>
                </a:lnTo>
                <a:lnTo>
                  <a:pt x="325292" y="124510"/>
                </a:lnTo>
                <a:lnTo>
                  <a:pt x="325752" y="124398"/>
                </a:lnTo>
                <a:lnTo>
                  <a:pt x="326206" y="124274"/>
                </a:lnTo>
                <a:lnTo>
                  <a:pt x="326656" y="124140"/>
                </a:lnTo>
                <a:lnTo>
                  <a:pt x="327100" y="123995"/>
                </a:lnTo>
                <a:lnTo>
                  <a:pt x="327539" y="123839"/>
                </a:lnTo>
                <a:lnTo>
                  <a:pt x="327972" y="123672"/>
                </a:lnTo>
                <a:lnTo>
                  <a:pt x="328400" y="123495"/>
                </a:lnTo>
                <a:lnTo>
                  <a:pt x="328823" y="123307"/>
                </a:lnTo>
                <a:lnTo>
                  <a:pt x="329241" y="123108"/>
                </a:lnTo>
                <a:lnTo>
                  <a:pt x="329653" y="122899"/>
                </a:lnTo>
                <a:lnTo>
                  <a:pt x="330060" y="122679"/>
                </a:lnTo>
                <a:lnTo>
                  <a:pt x="330462" y="122448"/>
                </a:lnTo>
                <a:lnTo>
                  <a:pt x="330858" y="122206"/>
                </a:lnTo>
                <a:lnTo>
                  <a:pt x="331249" y="121953"/>
                </a:lnTo>
                <a:lnTo>
                  <a:pt x="331635" y="121692"/>
                </a:lnTo>
                <a:lnTo>
                  <a:pt x="332017" y="121421"/>
                </a:lnTo>
                <a:lnTo>
                  <a:pt x="332394" y="121143"/>
                </a:lnTo>
                <a:lnTo>
                  <a:pt x="332766" y="120856"/>
                </a:lnTo>
                <a:lnTo>
                  <a:pt x="333134" y="120561"/>
                </a:lnTo>
                <a:lnTo>
                  <a:pt x="333497" y="120258"/>
                </a:lnTo>
                <a:lnTo>
                  <a:pt x="333855" y="119947"/>
                </a:lnTo>
                <a:lnTo>
                  <a:pt x="334209" y="119627"/>
                </a:lnTo>
                <a:lnTo>
                  <a:pt x="334559" y="119300"/>
                </a:lnTo>
                <a:lnTo>
                  <a:pt x="334903" y="118964"/>
                </a:lnTo>
                <a:lnTo>
                  <a:pt x="335243" y="118619"/>
                </a:lnTo>
                <a:lnTo>
                  <a:pt x="335579" y="118267"/>
                </a:lnTo>
                <a:lnTo>
                  <a:pt x="335910" y="117906"/>
                </a:lnTo>
                <a:lnTo>
                  <a:pt x="336236" y="117537"/>
                </a:lnTo>
                <a:lnTo>
                  <a:pt x="336558" y="117160"/>
                </a:lnTo>
                <a:lnTo>
                  <a:pt x="336875" y="116774"/>
                </a:lnTo>
                <a:lnTo>
                  <a:pt x="337187" y="116381"/>
                </a:lnTo>
                <a:lnTo>
                  <a:pt x="337495" y="115979"/>
                </a:lnTo>
                <a:lnTo>
                  <a:pt x="337798" y="115569"/>
                </a:lnTo>
                <a:lnTo>
                  <a:pt x="338097" y="115150"/>
                </a:lnTo>
                <a:lnTo>
                  <a:pt x="338391" y="114724"/>
                </a:lnTo>
                <a:lnTo>
                  <a:pt x="338509" y="114547"/>
                </a:lnTo>
                <a:lnTo>
                  <a:pt x="339527" y="123601"/>
                </a:lnTo>
                <a:lnTo>
                  <a:pt x="359939" y="123521"/>
                </a:lnTo>
                <a:lnTo>
                  <a:pt x="359939" y="0"/>
                </a:lnTo>
                <a:lnTo>
                  <a:pt x="337357" y="0"/>
                </a:lnTo>
                <a:lnTo>
                  <a:pt x="337357" y="43629"/>
                </a:lnTo>
                <a:close/>
                <a:moveTo>
                  <a:pt x="336857" y="100791"/>
                </a:moveTo>
                <a:lnTo>
                  <a:pt x="336684" y="101059"/>
                </a:lnTo>
                <a:lnTo>
                  <a:pt x="336506" y="101320"/>
                </a:lnTo>
                <a:lnTo>
                  <a:pt x="336322" y="101575"/>
                </a:lnTo>
                <a:lnTo>
                  <a:pt x="336134" y="101825"/>
                </a:lnTo>
                <a:lnTo>
                  <a:pt x="335942" y="102068"/>
                </a:lnTo>
                <a:lnTo>
                  <a:pt x="335744" y="102305"/>
                </a:lnTo>
                <a:lnTo>
                  <a:pt x="335541" y="102535"/>
                </a:lnTo>
                <a:lnTo>
                  <a:pt x="335334" y="102760"/>
                </a:lnTo>
                <a:lnTo>
                  <a:pt x="335121" y="102978"/>
                </a:lnTo>
                <a:lnTo>
                  <a:pt x="334904" y="103191"/>
                </a:lnTo>
                <a:lnTo>
                  <a:pt x="334682" y="103397"/>
                </a:lnTo>
                <a:lnTo>
                  <a:pt x="334455" y="103597"/>
                </a:lnTo>
                <a:lnTo>
                  <a:pt x="334223" y="103791"/>
                </a:lnTo>
                <a:lnTo>
                  <a:pt x="333985" y="103978"/>
                </a:lnTo>
                <a:lnTo>
                  <a:pt x="333742" y="104157"/>
                </a:lnTo>
                <a:lnTo>
                  <a:pt x="333493" y="104328"/>
                </a:lnTo>
                <a:lnTo>
                  <a:pt x="333238" y="104491"/>
                </a:lnTo>
                <a:lnTo>
                  <a:pt x="332977" y="104646"/>
                </a:lnTo>
                <a:lnTo>
                  <a:pt x="332711" y="104793"/>
                </a:lnTo>
                <a:lnTo>
                  <a:pt x="332438" y="104932"/>
                </a:lnTo>
                <a:lnTo>
                  <a:pt x="332160" y="105063"/>
                </a:lnTo>
                <a:lnTo>
                  <a:pt x="331876" y="105187"/>
                </a:lnTo>
                <a:lnTo>
                  <a:pt x="331586" y="105302"/>
                </a:lnTo>
                <a:lnTo>
                  <a:pt x="331290" y="105409"/>
                </a:lnTo>
                <a:lnTo>
                  <a:pt x="330988" y="105509"/>
                </a:lnTo>
                <a:lnTo>
                  <a:pt x="330680" y="105600"/>
                </a:lnTo>
                <a:lnTo>
                  <a:pt x="330367" y="105684"/>
                </a:lnTo>
                <a:lnTo>
                  <a:pt x="330047" y="105759"/>
                </a:lnTo>
                <a:lnTo>
                  <a:pt x="329722" y="105827"/>
                </a:lnTo>
                <a:lnTo>
                  <a:pt x="329391" y="105887"/>
                </a:lnTo>
                <a:lnTo>
                  <a:pt x="329054" y="105938"/>
                </a:lnTo>
                <a:lnTo>
                  <a:pt x="328711" y="105982"/>
                </a:lnTo>
                <a:lnTo>
                  <a:pt x="328363" y="106018"/>
                </a:lnTo>
                <a:lnTo>
                  <a:pt x="328008" y="106046"/>
                </a:lnTo>
                <a:lnTo>
                  <a:pt x="327648" y="106066"/>
                </a:lnTo>
                <a:lnTo>
                  <a:pt x="327282" y="106077"/>
                </a:lnTo>
                <a:lnTo>
                  <a:pt x="326909" y="106081"/>
                </a:lnTo>
                <a:lnTo>
                  <a:pt x="326623" y="106079"/>
                </a:lnTo>
                <a:lnTo>
                  <a:pt x="326341" y="106072"/>
                </a:lnTo>
                <a:lnTo>
                  <a:pt x="326063" y="106061"/>
                </a:lnTo>
                <a:lnTo>
                  <a:pt x="325789" y="106045"/>
                </a:lnTo>
                <a:lnTo>
                  <a:pt x="325518" y="106024"/>
                </a:lnTo>
                <a:lnTo>
                  <a:pt x="325252" y="105999"/>
                </a:lnTo>
                <a:lnTo>
                  <a:pt x="324989" y="105969"/>
                </a:lnTo>
                <a:lnTo>
                  <a:pt x="324731" y="105934"/>
                </a:lnTo>
                <a:lnTo>
                  <a:pt x="324476" y="105895"/>
                </a:lnTo>
                <a:lnTo>
                  <a:pt x="324225" y="105851"/>
                </a:lnTo>
                <a:lnTo>
                  <a:pt x="323978" y="105803"/>
                </a:lnTo>
                <a:lnTo>
                  <a:pt x="323735" y="105750"/>
                </a:lnTo>
                <a:lnTo>
                  <a:pt x="323496" y="105692"/>
                </a:lnTo>
                <a:lnTo>
                  <a:pt x="323261" y="105630"/>
                </a:lnTo>
                <a:lnTo>
                  <a:pt x="323029" y="105563"/>
                </a:lnTo>
                <a:lnTo>
                  <a:pt x="322802" y="105492"/>
                </a:lnTo>
                <a:lnTo>
                  <a:pt x="322578" y="105416"/>
                </a:lnTo>
                <a:lnTo>
                  <a:pt x="322359" y="105336"/>
                </a:lnTo>
                <a:lnTo>
                  <a:pt x="322143" y="105250"/>
                </a:lnTo>
                <a:lnTo>
                  <a:pt x="321931" y="105161"/>
                </a:lnTo>
                <a:lnTo>
                  <a:pt x="321723" y="105066"/>
                </a:lnTo>
                <a:lnTo>
                  <a:pt x="321519" y="104967"/>
                </a:lnTo>
                <a:lnTo>
                  <a:pt x="321319" y="104864"/>
                </a:lnTo>
                <a:lnTo>
                  <a:pt x="321123" y="104755"/>
                </a:lnTo>
                <a:lnTo>
                  <a:pt x="320931" y="104642"/>
                </a:lnTo>
                <a:lnTo>
                  <a:pt x="320741" y="104524"/>
                </a:lnTo>
                <a:lnTo>
                  <a:pt x="320555" y="104401"/>
                </a:lnTo>
                <a:lnTo>
                  <a:pt x="320372" y="104273"/>
                </a:lnTo>
                <a:lnTo>
                  <a:pt x="320192" y="104140"/>
                </a:lnTo>
                <a:lnTo>
                  <a:pt x="320016" y="104002"/>
                </a:lnTo>
                <a:lnTo>
                  <a:pt x="319842" y="103859"/>
                </a:lnTo>
                <a:lnTo>
                  <a:pt x="319672" y="103711"/>
                </a:lnTo>
                <a:lnTo>
                  <a:pt x="319505" y="103557"/>
                </a:lnTo>
                <a:lnTo>
                  <a:pt x="319341" y="103399"/>
                </a:lnTo>
                <a:lnTo>
                  <a:pt x="319181" y="103236"/>
                </a:lnTo>
                <a:lnTo>
                  <a:pt x="319024" y="103068"/>
                </a:lnTo>
                <a:lnTo>
                  <a:pt x="318870" y="102894"/>
                </a:lnTo>
                <a:lnTo>
                  <a:pt x="318719" y="102716"/>
                </a:lnTo>
                <a:lnTo>
                  <a:pt x="318571" y="102533"/>
                </a:lnTo>
                <a:lnTo>
                  <a:pt x="318426" y="102344"/>
                </a:lnTo>
                <a:lnTo>
                  <a:pt x="318285" y="102151"/>
                </a:lnTo>
                <a:lnTo>
                  <a:pt x="318147" y="101953"/>
                </a:lnTo>
                <a:lnTo>
                  <a:pt x="318012" y="101749"/>
                </a:lnTo>
                <a:lnTo>
                  <a:pt x="317881" y="101541"/>
                </a:lnTo>
                <a:lnTo>
                  <a:pt x="317752" y="101327"/>
                </a:lnTo>
                <a:lnTo>
                  <a:pt x="317627" y="101109"/>
                </a:lnTo>
                <a:lnTo>
                  <a:pt x="317505" y="100885"/>
                </a:lnTo>
                <a:lnTo>
                  <a:pt x="317386" y="100657"/>
                </a:lnTo>
                <a:lnTo>
                  <a:pt x="317270" y="100423"/>
                </a:lnTo>
                <a:lnTo>
                  <a:pt x="317157" y="100184"/>
                </a:lnTo>
                <a:lnTo>
                  <a:pt x="317047" y="99939"/>
                </a:lnTo>
                <a:lnTo>
                  <a:pt x="316940" y="99688"/>
                </a:lnTo>
                <a:lnTo>
                  <a:pt x="316835" y="99432"/>
                </a:lnTo>
                <a:lnTo>
                  <a:pt x="316733" y="99170"/>
                </a:lnTo>
                <a:lnTo>
                  <a:pt x="316634" y="98903"/>
                </a:lnTo>
                <a:lnTo>
                  <a:pt x="316538" y="98630"/>
                </a:lnTo>
                <a:lnTo>
                  <a:pt x="316444" y="98351"/>
                </a:lnTo>
                <a:lnTo>
                  <a:pt x="316354" y="98067"/>
                </a:lnTo>
                <a:lnTo>
                  <a:pt x="316266" y="97778"/>
                </a:lnTo>
                <a:lnTo>
                  <a:pt x="316181" y="97482"/>
                </a:lnTo>
                <a:lnTo>
                  <a:pt x="316098" y="97182"/>
                </a:lnTo>
                <a:lnTo>
                  <a:pt x="316019" y="96875"/>
                </a:lnTo>
                <a:lnTo>
                  <a:pt x="315942" y="96563"/>
                </a:lnTo>
                <a:lnTo>
                  <a:pt x="315868" y="96246"/>
                </a:lnTo>
                <a:lnTo>
                  <a:pt x="315797" y="95923"/>
                </a:lnTo>
                <a:lnTo>
                  <a:pt x="315729" y="95594"/>
                </a:lnTo>
                <a:lnTo>
                  <a:pt x="315663" y="95260"/>
                </a:lnTo>
                <a:lnTo>
                  <a:pt x="315600" y="94920"/>
                </a:lnTo>
                <a:lnTo>
                  <a:pt x="315540" y="94574"/>
                </a:lnTo>
                <a:lnTo>
                  <a:pt x="315483" y="94223"/>
                </a:lnTo>
                <a:lnTo>
                  <a:pt x="315429" y="93867"/>
                </a:lnTo>
                <a:lnTo>
                  <a:pt x="315377" y="93504"/>
                </a:lnTo>
                <a:lnTo>
                  <a:pt x="315328" y="93136"/>
                </a:lnTo>
                <a:lnTo>
                  <a:pt x="315281" y="92762"/>
                </a:lnTo>
                <a:lnTo>
                  <a:pt x="315236" y="92382"/>
                </a:lnTo>
                <a:lnTo>
                  <a:pt x="315193" y="91996"/>
                </a:lnTo>
                <a:lnTo>
                  <a:pt x="315152" y="91604"/>
                </a:lnTo>
                <a:lnTo>
                  <a:pt x="315113" y="91206"/>
                </a:lnTo>
                <a:lnTo>
                  <a:pt x="315077" y="90802"/>
                </a:lnTo>
                <a:lnTo>
                  <a:pt x="315042" y="90392"/>
                </a:lnTo>
                <a:lnTo>
                  <a:pt x="315010" y="89976"/>
                </a:lnTo>
                <a:lnTo>
                  <a:pt x="314979" y="89554"/>
                </a:lnTo>
                <a:lnTo>
                  <a:pt x="314951" y="89127"/>
                </a:lnTo>
                <a:lnTo>
                  <a:pt x="314925" y="88693"/>
                </a:lnTo>
                <a:lnTo>
                  <a:pt x="314901" y="88253"/>
                </a:lnTo>
                <a:lnTo>
                  <a:pt x="314879" y="87807"/>
                </a:lnTo>
                <a:lnTo>
                  <a:pt x="314859" y="87355"/>
                </a:lnTo>
                <a:lnTo>
                  <a:pt x="314841" y="86897"/>
                </a:lnTo>
                <a:lnTo>
                  <a:pt x="314826" y="86433"/>
                </a:lnTo>
                <a:lnTo>
                  <a:pt x="314812" y="85963"/>
                </a:lnTo>
                <a:lnTo>
                  <a:pt x="314801" y="85487"/>
                </a:lnTo>
                <a:lnTo>
                  <a:pt x="314791" y="85005"/>
                </a:lnTo>
                <a:lnTo>
                  <a:pt x="314784" y="84517"/>
                </a:lnTo>
                <a:lnTo>
                  <a:pt x="314779" y="84023"/>
                </a:lnTo>
                <a:lnTo>
                  <a:pt x="314775" y="83523"/>
                </a:lnTo>
                <a:lnTo>
                  <a:pt x="314774" y="83017"/>
                </a:lnTo>
                <a:lnTo>
                  <a:pt x="314774" y="77230"/>
                </a:lnTo>
                <a:lnTo>
                  <a:pt x="314776" y="76718"/>
                </a:lnTo>
                <a:lnTo>
                  <a:pt x="314779" y="76211"/>
                </a:lnTo>
                <a:lnTo>
                  <a:pt x="314785" y="75710"/>
                </a:lnTo>
                <a:lnTo>
                  <a:pt x="314793" y="75216"/>
                </a:lnTo>
                <a:lnTo>
                  <a:pt x="314804" y="74727"/>
                </a:lnTo>
                <a:lnTo>
                  <a:pt x="314817" y="74244"/>
                </a:lnTo>
                <a:lnTo>
                  <a:pt x="314832" y="73768"/>
                </a:lnTo>
                <a:lnTo>
                  <a:pt x="314850" y="73297"/>
                </a:lnTo>
                <a:lnTo>
                  <a:pt x="314870" y="72832"/>
                </a:lnTo>
                <a:lnTo>
                  <a:pt x="314893" y="72374"/>
                </a:lnTo>
                <a:lnTo>
                  <a:pt x="314918" y="71921"/>
                </a:lnTo>
                <a:lnTo>
                  <a:pt x="314945" y="71474"/>
                </a:lnTo>
                <a:lnTo>
                  <a:pt x="314975" y="71034"/>
                </a:lnTo>
                <a:lnTo>
                  <a:pt x="315007" y="70599"/>
                </a:lnTo>
                <a:lnTo>
                  <a:pt x="315041" y="70170"/>
                </a:lnTo>
                <a:lnTo>
                  <a:pt x="315078" y="69748"/>
                </a:lnTo>
                <a:lnTo>
                  <a:pt x="315117" y="69331"/>
                </a:lnTo>
                <a:lnTo>
                  <a:pt x="315159" y="68920"/>
                </a:lnTo>
                <a:lnTo>
                  <a:pt x="315202" y="68516"/>
                </a:lnTo>
                <a:lnTo>
                  <a:pt x="315249" y="68117"/>
                </a:lnTo>
                <a:lnTo>
                  <a:pt x="315297" y="67724"/>
                </a:lnTo>
                <a:lnTo>
                  <a:pt x="315348" y="67338"/>
                </a:lnTo>
                <a:lnTo>
                  <a:pt x="315402" y="66957"/>
                </a:lnTo>
                <a:lnTo>
                  <a:pt x="315457" y="66582"/>
                </a:lnTo>
                <a:lnTo>
                  <a:pt x="315516" y="66213"/>
                </a:lnTo>
                <a:lnTo>
                  <a:pt x="315576" y="65850"/>
                </a:lnTo>
                <a:lnTo>
                  <a:pt x="315639" y="65492"/>
                </a:lnTo>
                <a:lnTo>
                  <a:pt x="315704" y="65140"/>
                </a:lnTo>
                <a:lnTo>
                  <a:pt x="315772" y="64794"/>
                </a:lnTo>
                <a:lnTo>
                  <a:pt x="315842" y="64453"/>
                </a:lnTo>
                <a:lnTo>
                  <a:pt x="315914" y="64117"/>
                </a:lnTo>
                <a:lnTo>
                  <a:pt x="315989" y="63787"/>
                </a:lnTo>
                <a:lnTo>
                  <a:pt x="316066" y="63463"/>
                </a:lnTo>
                <a:lnTo>
                  <a:pt x="316145" y="63144"/>
                </a:lnTo>
                <a:lnTo>
                  <a:pt x="316227" y="62831"/>
                </a:lnTo>
                <a:lnTo>
                  <a:pt x="316311" y="62524"/>
                </a:lnTo>
                <a:lnTo>
                  <a:pt x="316398" y="62222"/>
                </a:lnTo>
                <a:lnTo>
                  <a:pt x="316487" y="61925"/>
                </a:lnTo>
                <a:lnTo>
                  <a:pt x="316578" y="61635"/>
                </a:lnTo>
                <a:lnTo>
                  <a:pt x="316672" y="61350"/>
                </a:lnTo>
                <a:lnTo>
                  <a:pt x="316768" y="61070"/>
                </a:lnTo>
                <a:lnTo>
                  <a:pt x="316866" y="60796"/>
                </a:lnTo>
                <a:lnTo>
                  <a:pt x="316967" y="60527"/>
                </a:lnTo>
                <a:lnTo>
                  <a:pt x="317070" y="60265"/>
                </a:lnTo>
                <a:lnTo>
                  <a:pt x="317176" y="60007"/>
                </a:lnTo>
                <a:lnTo>
                  <a:pt x="317284" y="59756"/>
                </a:lnTo>
                <a:lnTo>
                  <a:pt x="317394" y="59510"/>
                </a:lnTo>
                <a:lnTo>
                  <a:pt x="317507" y="59269"/>
                </a:lnTo>
                <a:lnTo>
                  <a:pt x="317622" y="59034"/>
                </a:lnTo>
                <a:lnTo>
                  <a:pt x="317741" y="58804"/>
                </a:lnTo>
                <a:lnTo>
                  <a:pt x="317864" y="58579"/>
                </a:lnTo>
                <a:lnTo>
                  <a:pt x="317990" y="58359"/>
                </a:lnTo>
                <a:lnTo>
                  <a:pt x="318120" y="58145"/>
                </a:lnTo>
                <a:lnTo>
                  <a:pt x="318253" y="57935"/>
                </a:lnTo>
                <a:lnTo>
                  <a:pt x="318389" y="57731"/>
                </a:lnTo>
                <a:lnTo>
                  <a:pt x="318529" y="57532"/>
                </a:lnTo>
                <a:lnTo>
                  <a:pt x="318673" y="57338"/>
                </a:lnTo>
                <a:lnTo>
                  <a:pt x="318820" y="57150"/>
                </a:lnTo>
                <a:lnTo>
                  <a:pt x="318970" y="56966"/>
                </a:lnTo>
                <a:lnTo>
                  <a:pt x="319124" y="56788"/>
                </a:lnTo>
                <a:lnTo>
                  <a:pt x="319282" y="56615"/>
                </a:lnTo>
                <a:lnTo>
                  <a:pt x="319442" y="56446"/>
                </a:lnTo>
                <a:lnTo>
                  <a:pt x="319607" y="56284"/>
                </a:lnTo>
                <a:lnTo>
                  <a:pt x="319775" y="56126"/>
                </a:lnTo>
                <a:lnTo>
                  <a:pt x="319946" y="55973"/>
                </a:lnTo>
                <a:lnTo>
                  <a:pt x="320121" y="55826"/>
                </a:lnTo>
                <a:lnTo>
                  <a:pt x="320300" y="55684"/>
                </a:lnTo>
                <a:lnTo>
                  <a:pt x="320481" y="55547"/>
                </a:lnTo>
                <a:lnTo>
                  <a:pt x="320667" y="55415"/>
                </a:lnTo>
                <a:lnTo>
                  <a:pt x="320856" y="55288"/>
                </a:lnTo>
                <a:lnTo>
                  <a:pt x="321048" y="55166"/>
                </a:lnTo>
                <a:lnTo>
                  <a:pt x="321244" y="55050"/>
                </a:lnTo>
                <a:lnTo>
                  <a:pt x="321443" y="54938"/>
                </a:lnTo>
                <a:lnTo>
                  <a:pt x="321646" y="54832"/>
                </a:lnTo>
                <a:lnTo>
                  <a:pt x="321852" y="54730"/>
                </a:lnTo>
                <a:lnTo>
                  <a:pt x="322062" y="54632"/>
                </a:lnTo>
                <a:lnTo>
                  <a:pt x="322275" y="54540"/>
                </a:lnTo>
                <a:lnTo>
                  <a:pt x="322492" y="54452"/>
                </a:lnTo>
                <a:lnTo>
                  <a:pt x="322712" y="54369"/>
                </a:lnTo>
                <a:lnTo>
                  <a:pt x="322936" y="54291"/>
                </a:lnTo>
                <a:lnTo>
                  <a:pt x="323163" y="54217"/>
                </a:lnTo>
                <a:lnTo>
                  <a:pt x="323394" y="54149"/>
                </a:lnTo>
                <a:lnTo>
                  <a:pt x="323628" y="54084"/>
                </a:lnTo>
                <a:lnTo>
                  <a:pt x="323866" y="54025"/>
                </a:lnTo>
                <a:lnTo>
                  <a:pt x="324107" y="53971"/>
                </a:lnTo>
                <a:lnTo>
                  <a:pt x="324351" y="53921"/>
                </a:lnTo>
                <a:lnTo>
                  <a:pt x="324600" y="53876"/>
                </a:lnTo>
                <a:lnTo>
                  <a:pt x="324851" y="53835"/>
                </a:lnTo>
                <a:lnTo>
                  <a:pt x="325106" y="53800"/>
                </a:lnTo>
                <a:lnTo>
                  <a:pt x="325365" y="53769"/>
                </a:lnTo>
                <a:lnTo>
                  <a:pt x="325627" y="53743"/>
                </a:lnTo>
                <a:lnTo>
                  <a:pt x="325893" y="53722"/>
                </a:lnTo>
                <a:lnTo>
                  <a:pt x="326162" y="53705"/>
                </a:lnTo>
                <a:lnTo>
                  <a:pt x="326434" y="53693"/>
                </a:lnTo>
                <a:lnTo>
                  <a:pt x="326710" y="53686"/>
                </a:lnTo>
                <a:lnTo>
                  <a:pt x="326990" y="53684"/>
                </a:lnTo>
                <a:lnTo>
                  <a:pt x="327250" y="53686"/>
                </a:lnTo>
                <a:lnTo>
                  <a:pt x="327507" y="53693"/>
                </a:lnTo>
                <a:lnTo>
                  <a:pt x="327761" y="53705"/>
                </a:lnTo>
                <a:lnTo>
                  <a:pt x="328013" y="53722"/>
                </a:lnTo>
                <a:lnTo>
                  <a:pt x="328263" y="53743"/>
                </a:lnTo>
                <a:lnTo>
                  <a:pt x="328509" y="53769"/>
                </a:lnTo>
                <a:lnTo>
                  <a:pt x="328753" y="53800"/>
                </a:lnTo>
                <a:lnTo>
                  <a:pt x="328994" y="53835"/>
                </a:lnTo>
                <a:lnTo>
                  <a:pt x="329233" y="53876"/>
                </a:lnTo>
                <a:lnTo>
                  <a:pt x="329469" y="53921"/>
                </a:lnTo>
                <a:lnTo>
                  <a:pt x="329702" y="53971"/>
                </a:lnTo>
                <a:lnTo>
                  <a:pt x="329933" y="54025"/>
                </a:lnTo>
                <a:lnTo>
                  <a:pt x="330161" y="54084"/>
                </a:lnTo>
                <a:lnTo>
                  <a:pt x="330387" y="54149"/>
                </a:lnTo>
                <a:lnTo>
                  <a:pt x="330609" y="54217"/>
                </a:lnTo>
                <a:lnTo>
                  <a:pt x="330829" y="54291"/>
                </a:lnTo>
                <a:lnTo>
                  <a:pt x="331047" y="54369"/>
                </a:lnTo>
                <a:lnTo>
                  <a:pt x="331262" y="54452"/>
                </a:lnTo>
                <a:lnTo>
                  <a:pt x="331474" y="54540"/>
                </a:lnTo>
                <a:lnTo>
                  <a:pt x="331683" y="54632"/>
                </a:lnTo>
                <a:lnTo>
                  <a:pt x="331890" y="54730"/>
                </a:lnTo>
                <a:lnTo>
                  <a:pt x="332094" y="54832"/>
                </a:lnTo>
                <a:lnTo>
                  <a:pt x="332296" y="54938"/>
                </a:lnTo>
                <a:lnTo>
                  <a:pt x="332495" y="55050"/>
                </a:lnTo>
                <a:lnTo>
                  <a:pt x="332691" y="55166"/>
                </a:lnTo>
                <a:lnTo>
                  <a:pt x="332885" y="55285"/>
                </a:lnTo>
                <a:lnTo>
                  <a:pt x="333076" y="55409"/>
                </a:lnTo>
                <a:lnTo>
                  <a:pt x="333264" y="55536"/>
                </a:lnTo>
                <a:lnTo>
                  <a:pt x="333449" y="55668"/>
                </a:lnTo>
                <a:lnTo>
                  <a:pt x="333632" y="55803"/>
                </a:lnTo>
                <a:lnTo>
                  <a:pt x="333813" y="55942"/>
                </a:lnTo>
                <a:lnTo>
                  <a:pt x="333990" y="56086"/>
                </a:lnTo>
                <a:lnTo>
                  <a:pt x="334165" y="56233"/>
                </a:lnTo>
                <a:lnTo>
                  <a:pt x="334338" y="56384"/>
                </a:lnTo>
                <a:lnTo>
                  <a:pt x="334508" y="56539"/>
                </a:lnTo>
                <a:lnTo>
                  <a:pt x="334675" y="56697"/>
                </a:lnTo>
                <a:lnTo>
                  <a:pt x="334839" y="56860"/>
                </a:lnTo>
                <a:lnTo>
                  <a:pt x="335001" y="57027"/>
                </a:lnTo>
                <a:lnTo>
                  <a:pt x="335160" y="57197"/>
                </a:lnTo>
                <a:lnTo>
                  <a:pt x="335316" y="57371"/>
                </a:lnTo>
                <a:lnTo>
                  <a:pt x="335470" y="57550"/>
                </a:lnTo>
                <a:lnTo>
                  <a:pt x="335621" y="57732"/>
                </a:lnTo>
                <a:lnTo>
                  <a:pt x="335770" y="57918"/>
                </a:lnTo>
                <a:lnTo>
                  <a:pt x="335916" y="58108"/>
                </a:lnTo>
                <a:lnTo>
                  <a:pt x="336059" y="58302"/>
                </a:lnTo>
                <a:lnTo>
                  <a:pt x="336200" y="58500"/>
                </a:lnTo>
                <a:lnTo>
                  <a:pt x="336338" y="58702"/>
                </a:lnTo>
                <a:lnTo>
                  <a:pt x="336473" y="58907"/>
                </a:lnTo>
                <a:lnTo>
                  <a:pt x="336606" y="59117"/>
                </a:lnTo>
                <a:lnTo>
                  <a:pt x="336736" y="59330"/>
                </a:lnTo>
                <a:lnTo>
                  <a:pt x="336863" y="59546"/>
                </a:lnTo>
                <a:lnTo>
                  <a:pt x="336989" y="59767"/>
                </a:lnTo>
                <a:lnTo>
                  <a:pt x="337111" y="59991"/>
                </a:lnTo>
                <a:lnTo>
                  <a:pt x="337231" y="60218"/>
                </a:lnTo>
                <a:lnTo>
                  <a:pt x="337349" y="60449"/>
                </a:lnTo>
                <a:lnTo>
                  <a:pt x="337357" y="60466"/>
                </a:lnTo>
                <a:lnTo>
                  <a:pt x="337357" y="99934"/>
                </a:lnTo>
                <a:lnTo>
                  <a:pt x="337348" y="99951"/>
                </a:lnTo>
                <a:lnTo>
                  <a:pt x="337189" y="100237"/>
                </a:lnTo>
                <a:lnTo>
                  <a:pt x="337026" y="100517"/>
                </a:lnTo>
                <a:lnTo>
                  <a:pt x="336857" y="100791"/>
                </a:lnTo>
                <a:close/>
                <a:moveTo>
                  <a:pt x="57696" y="87744"/>
                </a:moveTo>
                <a:lnTo>
                  <a:pt x="57647" y="88376"/>
                </a:lnTo>
                <a:lnTo>
                  <a:pt x="57592" y="88995"/>
                </a:lnTo>
                <a:lnTo>
                  <a:pt x="57532" y="89600"/>
                </a:lnTo>
                <a:lnTo>
                  <a:pt x="57467" y="90192"/>
                </a:lnTo>
                <a:lnTo>
                  <a:pt x="57397" y="90770"/>
                </a:lnTo>
                <a:lnTo>
                  <a:pt x="57321" y="91334"/>
                </a:lnTo>
                <a:lnTo>
                  <a:pt x="57240" y="91886"/>
                </a:lnTo>
                <a:lnTo>
                  <a:pt x="57153" y="92424"/>
                </a:lnTo>
                <a:lnTo>
                  <a:pt x="57062" y="92948"/>
                </a:lnTo>
                <a:lnTo>
                  <a:pt x="56965" y="93459"/>
                </a:lnTo>
                <a:lnTo>
                  <a:pt x="56863" y="93956"/>
                </a:lnTo>
                <a:lnTo>
                  <a:pt x="56755" y="94440"/>
                </a:lnTo>
                <a:lnTo>
                  <a:pt x="56642" y="94911"/>
                </a:lnTo>
                <a:lnTo>
                  <a:pt x="56524" y="95368"/>
                </a:lnTo>
                <a:lnTo>
                  <a:pt x="56400" y="95812"/>
                </a:lnTo>
                <a:lnTo>
                  <a:pt x="56272" y="96242"/>
                </a:lnTo>
                <a:lnTo>
                  <a:pt x="56138" y="96659"/>
                </a:lnTo>
                <a:lnTo>
                  <a:pt x="55998" y="97062"/>
                </a:lnTo>
                <a:lnTo>
                  <a:pt x="55853" y="97452"/>
                </a:lnTo>
                <a:lnTo>
                  <a:pt x="55703" y="97831"/>
                </a:lnTo>
                <a:lnTo>
                  <a:pt x="55546" y="98199"/>
                </a:lnTo>
                <a:lnTo>
                  <a:pt x="55382" y="98558"/>
                </a:lnTo>
                <a:lnTo>
                  <a:pt x="55212" y="98907"/>
                </a:lnTo>
                <a:lnTo>
                  <a:pt x="55035" y="99246"/>
                </a:lnTo>
                <a:lnTo>
                  <a:pt x="54851" y="99575"/>
                </a:lnTo>
                <a:lnTo>
                  <a:pt x="54661" y="99895"/>
                </a:lnTo>
                <a:lnTo>
                  <a:pt x="54465" y="100204"/>
                </a:lnTo>
                <a:lnTo>
                  <a:pt x="54262" y="100504"/>
                </a:lnTo>
                <a:lnTo>
                  <a:pt x="54052" y="100794"/>
                </a:lnTo>
                <a:lnTo>
                  <a:pt x="53836" y="101074"/>
                </a:lnTo>
                <a:lnTo>
                  <a:pt x="53613" y="101345"/>
                </a:lnTo>
                <a:lnTo>
                  <a:pt x="53384" y="101606"/>
                </a:lnTo>
                <a:lnTo>
                  <a:pt x="53148" y="101856"/>
                </a:lnTo>
                <a:lnTo>
                  <a:pt x="52906" y="102098"/>
                </a:lnTo>
                <a:lnTo>
                  <a:pt x="52657" y="102329"/>
                </a:lnTo>
                <a:lnTo>
                  <a:pt x="52401" y="102550"/>
                </a:lnTo>
                <a:lnTo>
                  <a:pt x="52139" y="102762"/>
                </a:lnTo>
                <a:lnTo>
                  <a:pt x="51870" y="102964"/>
                </a:lnTo>
                <a:lnTo>
                  <a:pt x="51595" y="103156"/>
                </a:lnTo>
                <a:lnTo>
                  <a:pt x="51314" y="103338"/>
                </a:lnTo>
                <a:lnTo>
                  <a:pt x="51025" y="103511"/>
                </a:lnTo>
                <a:lnTo>
                  <a:pt x="50730" y="103673"/>
                </a:lnTo>
                <a:lnTo>
                  <a:pt x="50429" y="103826"/>
                </a:lnTo>
                <a:lnTo>
                  <a:pt x="50120" y="103971"/>
                </a:lnTo>
                <a:lnTo>
                  <a:pt x="49804" y="104109"/>
                </a:lnTo>
                <a:lnTo>
                  <a:pt x="49479" y="104242"/>
                </a:lnTo>
                <a:lnTo>
                  <a:pt x="49146" y="104368"/>
                </a:lnTo>
                <a:lnTo>
                  <a:pt x="48806" y="104488"/>
                </a:lnTo>
                <a:lnTo>
                  <a:pt x="48457" y="104602"/>
                </a:lnTo>
                <a:lnTo>
                  <a:pt x="48101" y="104710"/>
                </a:lnTo>
                <a:lnTo>
                  <a:pt x="47737" y="104811"/>
                </a:lnTo>
                <a:lnTo>
                  <a:pt x="47364" y="104907"/>
                </a:lnTo>
                <a:lnTo>
                  <a:pt x="46984" y="104996"/>
                </a:lnTo>
                <a:lnTo>
                  <a:pt x="46596" y="105079"/>
                </a:lnTo>
                <a:lnTo>
                  <a:pt x="46200" y="105156"/>
                </a:lnTo>
                <a:lnTo>
                  <a:pt x="45796" y="105227"/>
                </a:lnTo>
                <a:lnTo>
                  <a:pt x="45383" y="105291"/>
                </a:lnTo>
                <a:lnTo>
                  <a:pt x="44963" y="105350"/>
                </a:lnTo>
                <a:lnTo>
                  <a:pt x="44535" y="105402"/>
                </a:lnTo>
                <a:lnTo>
                  <a:pt x="44100" y="105448"/>
                </a:lnTo>
                <a:lnTo>
                  <a:pt x="43656" y="105488"/>
                </a:lnTo>
                <a:lnTo>
                  <a:pt x="43204" y="105522"/>
                </a:lnTo>
                <a:lnTo>
                  <a:pt x="42744" y="105550"/>
                </a:lnTo>
                <a:lnTo>
                  <a:pt x="42276" y="105572"/>
                </a:lnTo>
                <a:lnTo>
                  <a:pt x="41801" y="105587"/>
                </a:lnTo>
                <a:lnTo>
                  <a:pt x="41317" y="105596"/>
                </a:lnTo>
                <a:lnTo>
                  <a:pt x="40825" y="105599"/>
                </a:lnTo>
                <a:lnTo>
                  <a:pt x="40400" y="105596"/>
                </a:lnTo>
                <a:lnTo>
                  <a:pt x="39981" y="105588"/>
                </a:lnTo>
                <a:lnTo>
                  <a:pt x="39568" y="105573"/>
                </a:lnTo>
                <a:lnTo>
                  <a:pt x="39161" y="105552"/>
                </a:lnTo>
                <a:lnTo>
                  <a:pt x="38761" y="105526"/>
                </a:lnTo>
                <a:lnTo>
                  <a:pt x="38367" y="105494"/>
                </a:lnTo>
                <a:lnTo>
                  <a:pt x="37979" y="105456"/>
                </a:lnTo>
                <a:lnTo>
                  <a:pt x="37597" y="105412"/>
                </a:lnTo>
                <a:lnTo>
                  <a:pt x="37222" y="105362"/>
                </a:lnTo>
                <a:lnTo>
                  <a:pt x="36853" y="105307"/>
                </a:lnTo>
                <a:lnTo>
                  <a:pt x="36490" y="105245"/>
                </a:lnTo>
                <a:lnTo>
                  <a:pt x="36134" y="105178"/>
                </a:lnTo>
                <a:lnTo>
                  <a:pt x="35784" y="105105"/>
                </a:lnTo>
                <a:lnTo>
                  <a:pt x="35440" y="105026"/>
                </a:lnTo>
                <a:lnTo>
                  <a:pt x="35102" y="104941"/>
                </a:lnTo>
                <a:lnTo>
                  <a:pt x="34771" y="104850"/>
                </a:lnTo>
                <a:lnTo>
                  <a:pt x="34446" y="104754"/>
                </a:lnTo>
                <a:lnTo>
                  <a:pt x="34127" y="104651"/>
                </a:lnTo>
                <a:lnTo>
                  <a:pt x="33815" y="104543"/>
                </a:lnTo>
                <a:lnTo>
                  <a:pt x="33509" y="104429"/>
                </a:lnTo>
                <a:lnTo>
                  <a:pt x="33209" y="104309"/>
                </a:lnTo>
                <a:lnTo>
                  <a:pt x="32915" y="104183"/>
                </a:lnTo>
                <a:lnTo>
                  <a:pt x="32628" y="104052"/>
                </a:lnTo>
                <a:lnTo>
                  <a:pt x="32347" y="103914"/>
                </a:lnTo>
                <a:lnTo>
                  <a:pt x="32071" y="103770"/>
                </a:lnTo>
                <a:lnTo>
                  <a:pt x="31801" y="103619"/>
                </a:lnTo>
                <a:lnTo>
                  <a:pt x="31535" y="103461"/>
                </a:lnTo>
                <a:lnTo>
                  <a:pt x="31274" y="103296"/>
                </a:lnTo>
                <a:lnTo>
                  <a:pt x="31018" y="103124"/>
                </a:lnTo>
                <a:lnTo>
                  <a:pt x="30767" y="102945"/>
                </a:lnTo>
                <a:lnTo>
                  <a:pt x="30521" y="102759"/>
                </a:lnTo>
                <a:lnTo>
                  <a:pt x="30280" y="102566"/>
                </a:lnTo>
                <a:lnTo>
                  <a:pt x="30043" y="102367"/>
                </a:lnTo>
                <a:lnTo>
                  <a:pt x="29812" y="102160"/>
                </a:lnTo>
                <a:lnTo>
                  <a:pt x="29585" y="101946"/>
                </a:lnTo>
                <a:lnTo>
                  <a:pt x="29363" y="101725"/>
                </a:lnTo>
                <a:lnTo>
                  <a:pt x="29146" y="101498"/>
                </a:lnTo>
                <a:lnTo>
                  <a:pt x="28934" y="101263"/>
                </a:lnTo>
                <a:lnTo>
                  <a:pt x="28727" y="101022"/>
                </a:lnTo>
                <a:lnTo>
                  <a:pt x="28525" y="100773"/>
                </a:lnTo>
                <a:lnTo>
                  <a:pt x="28328" y="100518"/>
                </a:lnTo>
                <a:lnTo>
                  <a:pt x="28135" y="100255"/>
                </a:lnTo>
                <a:lnTo>
                  <a:pt x="27948" y="99986"/>
                </a:lnTo>
                <a:lnTo>
                  <a:pt x="27765" y="99710"/>
                </a:lnTo>
                <a:lnTo>
                  <a:pt x="27587" y="99426"/>
                </a:lnTo>
                <a:lnTo>
                  <a:pt x="27414" y="99136"/>
                </a:lnTo>
                <a:lnTo>
                  <a:pt x="27246" y="98839"/>
                </a:lnTo>
                <a:lnTo>
                  <a:pt x="27083" y="98535"/>
                </a:lnTo>
                <a:lnTo>
                  <a:pt x="26924" y="98223"/>
                </a:lnTo>
                <a:lnTo>
                  <a:pt x="26769" y="97904"/>
                </a:lnTo>
                <a:lnTo>
                  <a:pt x="26617" y="97578"/>
                </a:lnTo>
                <a:lnTo>
                  <a:pt x="26469" y="97244"/>
                </a:lnTo>
                <a:lnTo>
                  <a:pt x="26325" y="96903"/>
                </a:lnTo>
                <a:lnTo>
                  <a:pt x="26184" y="96555"/>
                </a:lnTo>
                <a:lnTo>
                  <a:pt x="26047" y="96199"/>
                </a:lnTo>
                <a:lnTo>
                  <a:pt x="25913" y="95836"/>
                </a:lnTo>
                <a:lnTo>
                  <a:pt x="25783" y="95465"/>
                </a:lnTo>
                <a:lnTo>
                  <a:pt x="25657" y="95087"/>
                </a:lnTo>
                <a:lnTo>
                  <a:pt x="25534" y="94702"/>
                </a:lnTo>
                <a:lnTo>
                  <a:pt x="25415" y="94309"/>
                </a:lnTo>
                <a:lnTo>
                  <a:pt x="25300" y="93909"/>
                </a:lnTo>
                <a:lnTo>
                  <a:pt x="25188" y="93502"/>
                </a:lnTo>
                <a:lnTo>
                  <a:pt x="25080" y="93087"/>
                </a:lnTo>
                <a:lnTo>
                  <a:pt x="24976" y="92665"/>
                </a:lnTo>
                <a:lnTo>
                  <a:pt x="24875" y="92235"/>
                </a:lnTo>
                <a:lnTo>
                  <a:pt x="24777" y="91798"/>
                </a:lnTo>
                <a:lnTo>
                  <a:pt x="24684" y="91354"/>
                </a:lnTo>
                <a:lnTo>
                  <a:pt x="24594" y="90902"/>
                </a:lnTo>
                <a:lnTo>
                  <a:pt x="24507" y="90443"/>
                </a:lnTo>
                <a:lnTo>
                  <a:pt x="24425" y="89977"/>
                </a:lnTo>
                <a:lnTo>
                  <a:pt x="24346" y="89503"/>
                </a:lnTo>
                <a:lnTo>
                  <a:pt x="24270" y="89022"/>
                </a:lnTo>
                <a:lnTo>
                  <a:pt x="24198" y="88532"/>
                </a:lnTo>
                <a:lnTo>
                  <a:pt x="24129" y="88034"/>
                </a:lnTo>
                <a:lnTo>
                  <a:pt x="24063" y="87528"/>
                </a:lnTo>
                <a:lnTo>
                  <a:pt x="24000" y="87013"/>
                </a:lnTo>
                <a:lnTo>
                  <a:pt x="23940" y="86490"/>
                </a:lnTo>
                <a:lnTo>
                  <a:pt x="23883" y="85958"/>
                </a:lnTo>
                <a:lnTo>
                  <a:pt x="23830" y="85417"/>
                </a:lnTo>
                <a:lnTo>
                  <a:pt x="23779" y="84868"/>
                </a:lnTo>
                <a:lnTo>
                  <a:pt x="23731" y="84311"/>
                </a:lnTo>
                <a:lnTo>
                  <a:pt x="23687" y="83745"/>
                </a:lnTo>
                <a:lnTo>
                  <a:pt x="23646" y="83171"/>
                </a:lnTo>
                <a:lnTo>
                  <a:pt x="23607" y="82588"/>
                </a:lnTo>
                <a:lnTo>
                  <a:pt x="23572" y="81997"/>
                </a:lnTo>
                <a:lnTo>
                  <a:pt x="23540" y="81397"/>
                </a:lnTo>
                <a:lnTo>
                  <a:pt x="23510" y="80788"/>
                </a:lnTo>
                <a:lnTo>
                  <a:pt x="23484" y="80171"/>
                </a:lnTo>
                <a:lnTo>
                  <a:pt x="23461" y="79546"/>
                </a:lnTo>
                <a:lnTo>
                  <a:pt x="23441" y="78912"/>
                </a:lnTo>
                <a:lnTo>
                  <a:pt x="23425" y="78270"/>
                </a:lnTo>
                <a:lnTo>
                  <a:pt x="23411" y="77619"/>
                </a:lnTo>
                <a:lnTo>
                  <a:pt x="23400" y="76959"/>
                </a:lnTo>
                <a:lnTo>
                  <a:pt x="23392" y="76291"/>
                </a:lnTo>
                <a:lnTo>
                  <a:pt x="23388" y="75615"/>
                </a:lnTo>
                <a:lnTo>
                  <a:pt x="23386" y="74930"/>
                </a:lnTo>
                <a:lnTo>
                  <a:pt x="23386" y="54939"/>
                </a:lnTo>
                <a:lnTo>
                  <a:pt x="23388" y="54241"/>
                </a:lnTo>
                <a:lnTo>
                  <a:pt x="23393" y="53552"/>
                </a:lnTo>
                <a:lnTo>
                  <a:pt x="23402" y="52872"/>
                </a:lnTo>
                <a:lnTo>
                  <a:pt x="23414" y="52201"/>
                </a:lnTo>
                <a:lnTo>
                  <a:pt x="23430" y="51538"/>
                </a:lnTo>
                <a:lnTo>
                  <a:pt x="23449" y="50885"/>
                </a:lnTo>
                <a:lnTo>
                  <a:pt x="23472" y="50240"/>
                </a:lnTo>
                <a:lnTo>
                  <a:pt x="23498" y="49605"/>
                </a:lnTo>
                <a:lnTo>
                  <a:pt x="23527" y="48978"/>
                </a:lnTo>
                <a:lnTo>
                  <a:pt x="23561" y="48360"/>
                </a:lnTo>
                <a:lnTo>
                  <a:pt x="23597" y="47751"/>
                </a:lnTo>
                <a:lnTo>
                  <a:pt x="23637" y="47151"/>
                </a:lnTo>
                <a:lnTo>
                  <a:pt x="23681" y="46561"/>
                </a:lnTo>
                <a:lnTo>
                  <a:pt x="23728" y="45979"/>
                </a:lnTo>
                <a:lnTo>
                  <a:pt x="23779" y="45405"/>
                </a:lnTo>
                <a:lnTo>
                  <a:pt x="23833" y="44841"/>
                </a:lnTo>
                <a:lnTo>
                  <a:pt x="23890" y="44286"/>
                </a:lnTo>
                <a:lnTo>
                  <a:pt x="23951" y="43740"/>
                </a:lnTo>
                <a:lnTo>
                  <a:pt x="24016" y="43202"/>
                </a:lnTo>
                <a:lnTo>
                  <a:pt x="24084" y="42674"/>
                </a:lnTo>
                <a:lnTo>
                  <a:pt x="24155" y="42154"/>
                </a:lnTo>
                <a:lnTo>
                  <a:pt x="24230" y="41644"/>
                </a:lnTo>
                <a:lnTo>
                  <a:pt x="24309" y="41142"/>
                </a:lnTo>
                <a:lnTo>
                  <a:pt x="24391" y="40649"/>
                </a:lnTo>
                <a:lnTo>
                  <a:pt x="24476" y="40165"/>
                </a:lnTo>
                <a:lnTo>
                  <a:pt x="24566" y="39688"/>
                </a:lnTo>
                <a:lnTo>
                  <a:pt x="24660" y="39219"/>
                </a:lnTo>
                <a:lnTo>
                  <a:pt x="24758" y="38758"/>
                </a:lnTo>
                <a:lnTo>
                  <a:pt x="24860" y="38305"/>
                </a:lnTo>
                <a:lnTo>
                  <a:pt x="24966" y="37859"/>
                </a:lnTo>
                <a:lnTo>
                  <a:pt x="25076" y="37422"/>
                </a:lnTo>
                <a:lnTo>
                  <a:pt x="25190" y="36992"/>
                </a:lnTo>
                <a:lnTo>
                  <a:pt x="25308" y="36570"/>
                </a:lnTo>
                <a:lnTo>
                  <a:pt x="25430" y="36155"/>
                </a:lnTo>
                <a:lnTo>
                  <a:pt x="25556" y="35749"/>
                </a:lnTo>
                <a:lnTo>
                  <a:pt x="25687" y="35350"/>
                </a:lnTo>
                <a:lnTo>
                  <a:pt x="25821" y="34960"/>
                </a:lnTo>
                <a:lnTo>
                  <a:pt x="25959" y="34577"/>
                </a:lnTo>
                <a:lnTo>
                  <a:pt x="26102" y="34201"/>
                </a:lnTo>
                <a:lnTo>
                  <a:pt x="26248" y="33834"/>
                </a:lnTo>
                <a:lnTo>
                  <a:pt x="26398" y="33475"/>
                </a:lnTo>
                <a:lnTo>
                  <a:pt x="26553" y="33123"/>
                </a:lnTo>
                <a:lnTo>
                  <a:pt x="26712" y="32779"/>
                </a:lnTo>
                <a:lnTo>
                  <a:pt x="26874" y="32443"/>
                </a:lnTo>
                <a:lnTo>
                  <a:pt x="27041" y="32114"/>
                </a:lnTo>
                <a:lnTo>
                  <a:pt x="27212" y="31794"/>
                </a:lnTo>
                <a:lnTo>
                  <a:pt x="27386" y="31481"/>
                </a:lnTo>
                <a:lnTo>
                  <a:pt x="27565" y="31176"/>
                </a:lnTo>
                <a:lnTo>
                  <a:pt x="27748" y="30879"/>
                </a:lnTo>
                <a:lnTo>
                  <a:pt x="27935" y="30588"/>
                </a:lnTo>
                <a:lnTo>
                  <a:pt x="28126" y="30304"/>
                </a:lnTo>
                <a:lnTo>
                  <a:pt x="28322" y="30027"/>
                </a:lnTo>
                <a:lnTo>
                  <a:pt x="28522" y="29756"/>
                </a:lnTo>
                <a:lnTo>
                  <a:pt x="28725" y="29493"/>
                </a:lnTo>
                <a:lnTo>
                  <a:pt x="28933" y="29236"/>
                </a:lnTo>
                <a:lnTo>
                  <a:pt x="29146" y="28986"/>
                </a:lnTo>
                <a:lnTo>
                  <a:pt x="29362" y="28743"/>
                </a:lnTo>
                <a:lnTo>
                  <a:pt x="29583" y="28507"/>
                </a:lnTo>
                <a:lnTo>
                  <a:pt x="29807" y="28277"/>
                </a:lnTo>
                <a:lnTo>
                  <a:pt x="30036" y="28055"/>
                </a:lnTo>
                <a:lnTo>
                  <a:pt x="30269" y="27839"/>
                </a:lnTo>
                <a:lnTo>
                  <a:pt x="30507" y="27630"/>
                </a:lnTo>
                <a:lnTo>
                  <a:pt x="30748" y="27428"/>
                </a:lnTo>
                <a:lnTo>
                  <a:pt x="30994" y="27233"/>
                </a:lnTo>
                <a:lnTo>
                  <a:pt x="31244" y="27045"/>
                </a:lnTo>
                <a:lnTo>
                  <a:pt x="31498" y="26863"/>
                </a:lnTo>
                <a:lnTo>
                  <a:pt x="31756" y="26688"/>
                </a:lnTo>
                <a:lnTo>
                  <a:pt x="32019" y="26521"/>
                </a:lnTo>
                <a:lnTo>
                  <a:pt x="32285" y="26360"/>
                </a:lnTo>
                <a:lnTo>
                  <a:pt x="32556" y="26205"/>
                </a:lnTo>
                <a:lnTo>
                  <a:pt x="32831" y="26058"/>
                </a:lnTo>
                <a:lnTo>
                  <a:pt x="33110" y="25918"/>
                </a:lnTo>
                <a:lnTo>
                  <a:pt x="33394" y="25783"/>
                </a:lnTo>
                <a:lnTo>
                  <a:pt x="33682" y="25654"/>
                </a:lnTo>
                <a:lnTo>
                  <a:pt x="33974" y="25531"/>
                </a:lnTo>
                <a:lnTo>
                  <a:pt x="34271" y="25414"/>
                </a:lnTo>
                <a:lnTo>
                  <a:pt x="34572" y="25303"/>
                </a:lnTo>
                <a:lnTo>
                  <a:pt x="34878" y="25197"/>
                </a:lnTo>
                <a:lnTo>
                  <a:pt x="35189" y="25097"/>
                </a:lnTo>
                <a:lnTo>
                  <a:pt x="35503" y="25002"/>
                </a:lnTo>
                <a:lnTo>
                  <a:pt x="35823" y="24914"/>
                </a:lnTo>
                <a:lnTo>
                  <a:pt x="36146" y="24831"/>
                </a:lnTo>
                <a:lnTo>
                  <a:pt x="36474" y="24754"/>
                </a:lnTo>
                <a:lnTo>
                  <a:pt x="36807" y="24682"/>
                </a:lnTo>
                <a:lnTo>
                  <a:pt x="37144" y="24616"/>
                </a:lnTo>
                <a:lnTo>
                  <a:pt x="37486" y="24556"/>
                </a:lnTo>
                <a:lnTo>
                  <a:pt x="37832" y="24502"/>
                </a:lnTo>
                <a:lnTo>
                  <a:pt x="38182" y="24453"/>
                </a:lnTo>
                <a:lnTo>
                  <a:pt x="38537" y="24410"/>
                </a:lnTo>
                <a:lnTo>
                  <a:pt x="38897" y="24373"/>
                </a:lnTo>
                <a:lnTo>
                  <a:pt x="39260" y="24342"/>
                </a:lnTo>
                <a:lnTo>
                  <a:pt x="39629" y="24316"/>
                </a:lnTo>
                <a:lnTo>
                  <a:pt x="40002" y="24296"/>
                </a:lnTo>
                <a:lnTo>
                  <a:pt x="40379" y="24282"/>
                </a:lnTo>
                <a:lnTo>
                  <a:pt x="40761" y="24273"/>
                </a:lnTo>
                <a:lnTo>
                  <a:pt x="41147" y="24270"/>
                </a:lnTo>
                <a:lnTo>
                  <a:pt x="41664" y="24274"/>
                </a:lnTo>
                <a:lnTo>
                  <a:pt x="42173" y="24284"/>
                </a:lnTo>
                <a:lnTo>
                  <a:pt x="42671" y="24301"/>
                </a:lnTo>
                <a:lnTo>
                  <a:pt x="43160" y="24325"/>
                </a:lnTo>
                <a:lnTo>
                  <a:pt x="43640" y="24356"/>
                </a:lnTo>
                <a:lnTo>
                  <a:pt x="44110" y="24393"/>
                </a:lnTo>
                <a:lnTo>
                  <a:pt x="44571" y="24438"/>
                </a:lnTo>
                <a:lnTo>
                  <a:pt x="45022" y="24489"/>
                </a:lnTo>
                <a:lnTo>
                  <a:pt x="45464" y="24547"/>
                </a:lnTo>
                <a:lnTo>
                  <a:pt x="45896" y="24612"/>
                </a:lnTo>
                <a:lnTo>
                  <a:pt x="46319" y="24684"/>
                </a:lnTo>
                <a:lnTo>
                  <a:pt x="46732" y="24762"/>
                </a:lnTo>
                <a:lnTo>
                  <a:pt x="47136" y="24848"/>
                </a:lnTo>
                <a:lnTo>
                  <a:pt x="47530" y="24940"/>
                </a:lnTo>
                <a:lnTo>
                  <a:pt x="47915" y="25039"/>
                </a:lnTo>
                <a:lnTo>
                  <a:pt x="48290" y="25145"/>
                </a:lnTo>
                <a:lnTo>
                  <a:pt x="48656" y="25258"/>
                </a:lnTo>
                <a:lnTo>
                  <a:pt x="49012" y="25378"/>
                </a:lnTo>
                <a:lnTo>
                  <a:pt x="49359" y="25504"/>
                </a:lnTo>
                <a:lnTo>
                  <a:pt x="49697" y="25637"/>
                </a:lnTo>
                <a:lnTo>
                  <a:pt x="50025" y="25778"/>
                </a:lnTo>
                <a:lnTo>
                  <a:pt x="50343" y="25925"/>
                </a:lnTo>
                <a:lnTo>
                  <a:pt x="50652" y="26078"/>
                </a:lnTo>
                <a:lnTo>
                  <a:pt x="50951" y="26239"/>
                </a:lnTo>
                <a:lnTo>
                  <a:pt x="51243" y="26408"/>
                </a:lnTo>
                <a:lnTo>
                  <a:pt x="51527" y="26587"/>
                </a:lnTo>
                <a:lnTo>
                  <a:pt x="51806" y="26775"/>
                </a:lnTo>
                <a:lnTo>
                  <a:pt x="52077" y="26974"/>
                </a:lnTo>
                <a:lnTo>
                  <a:pt x="52343" y="27182"/>
                </a:lnTo>
                <a:lnTo>
                  <a:pt x="52601" y="27399"/>
                </a:lnTo>
                <a:lnTo>
                  <a:pt x="52853" y="27627"/>
                </a:lnTo>
                <a:lnTo>
                  <a:pt x="53099" y="27864"/>
                </a:lnTo>
                <a:lnTo>
                  <a:pt x="53338" y="28111"/>
                </a:lnTo>
                <a:lnTo>
                  <a:pt x="53570" y="28368"/>
                </a:lnTo>
                <a:lnTo>
                  <a:pt x="53796" y="28635"/>
                </a:lnTo>
                <a:lnTo>
                  <a:pt x="54015" y="28911"/>
                </a:lnTo>
                <a:lnTo>
                  <a:pt x="54228" y="29197"/>
                </a:lnTo>
                <a:lnTo>
                  <a:pt x="54434" y="29493"/>
                </a:lnTo>
                <a:lnTo>
                  <a:pt x="54634" y="29799"/>
                </a:lnTo>
                <a:lnTo>
                  <a:pt x="54827" y="30114"/>
                </a:lnTo>
                <a:lnTo>
                  <a:pt x="55013" y="30440"/>
                </a:lnTo>
                <a:lnTo>
                  <a:pt x="55193" y="30775"/>
                </a:lnTo>
                <a:lnTo>
                  <a:pt x="55366" y="31119"/>
                </a:lnTo>
                <a:lnTo>
                  <a:pt x="55533" y="31474"/>
                </a:lnTo>
                <a:lnTo>
                  <a:pt x="55693" y="31838"/>
                </a:lnTo>
                <a:lnTo>
                  <a:pt x="55847" y="32212"/>
                </a:lnTo>
                <a:lnTo>
                  <a:pt x="55994" y="32596"/>
                </a:lnTo>
                <a:lnTo>
                  <a:pt x="56135" y="32990"/>
                </a:lnTo>
                <a:lnTo>
                  <a:pt x="56270" y="33394"/>
                </a:lnTo>
                <a:lnTo>
                  <a:pt x="56400" y="33812"/>
                </a:lnTo>
                <a:lnTo>
                  <a:pt x="56525" y="34241"/>
                </a:lnTo>
                <a:lnTo>
                  <a:pt x="56645" y="34683"/>
                </a:lnTo>
                <a:lnTo>
                  <a:pt x="56760" y="35137"/>
                </a:lnTo>
                <a:lnTo>
                  <a:pt x="56871" y="35604"/>
                </a:lnTo>
                <a:lnTo>
                  <a:pt x="56976" y="36083"/>
                </a:lnTo>
                <a:lnTo>
                  <a:pt x="57077" y="36575"/>
                </a:lnTo>
                <a:lnTo>
                  <a:pt x="57173" y="37079"/>
                </a:lnTo>
                <a:lnTo>
                  <a:pt x="57263" y="37595"/>
                </a:lnTo>
                <a:lnTo>
                  <a:pt x="57350" y="38124"/>
                </a:lnTo>
                <a:lnTo>
                  <a:pt x="57431" y="38665"/>
                </a:lnTo>
                <a:lnTo>
                  <a:pt x="57507" y="39219"/>
                </a:lnTo>
                <a:lnTo>
                  <a:pt x="57578" y="39785"/>
                </a:lnTo>
                <a:lnTo>
                  <a:pt x="57645" y="40364"/>
                </a:lnTo>
                <a:lnTo>
                  <a:pt x="57706" y="40955"/>
                </a:lnTo>
                <a:lnTo>
                  <a:pt x="57763" y="41558"/>
                </a:lnTo>
                <a:lnTo>
                  <a:pt x="57815" y="42174"/>
                </a:lnTo>
                <a:lnTo>
                  <a:pt x="57862" y="42802"/>
                </a:lnTo>
                <a:lnTo>
                  <a:pt x="57904" y="43443"/>
                </a:lnTo>
                <a:lnTo>
                  <a:pt x="57941" y="44096"/>
                </a:lnTo>
                <a:lnTo>
                  <a:pt x="57973" y="44761"/>
                </a:lnTo>
                <a:lnTo>
                  <a:pt x="58001" y="45439"/>
                </a:lnTo>
                <a:lnTo>
                  <a:pt x="58023" y="46129"/>
                </a:lnTo>
                <a:lnTo>
                  <a:pt x="81490" y="46129"/>
                </a:lnTo>
                <a:lnTo>
                  <a:pt x="81403" y="45031"/>
                </a:lnTo>
                <a:lnTo>
                  <a:pt x="81303" y="43947"/>
                </a:lnTo>
                <a:lnTo>
                  <a:pt x="81190" y="42877"/>
                </a:lnTo>
                <a:lnTo>
                  <a:pt x="81065" y="41821"/>
                </a:lnTo>
                <a:lnTo>
                  <a:pt x="80926" y="40779"/>
                </a:lnTo>
                <a:lnTo>
                  <a:pt x="80774" y="39750"/>
                </a:lnTo>
                <a:lnTo>
                  <a:pt x="80609" y="38736"/>
                </a:lnTo>
                <a:lnTo>
                  <a:pt x="80432" y="37736"/>
                </a:lnTo>
                <a:lnTo>
                  <a:pt x="80241" y="36749"/>
                </a:lnTo>
                <a:lnTo>
                  <a:pt x="80037" y="35777"/>
                </a:lnTo>
                <a:lnTo>
                  <a:pt x="79821" y="34818"/>
                </a:lnTo>
                <a:lnTo>
                  <a:pt x="79591" y="33874"/>
                </a:lnTo>
                <a:lnTo>
                  <a:pt x="79349" y="32943"/>
                </a:lnTo>
                <a:lnTo>
                  <a:pt x="79093" y="32026"/>
                </a:lnTo>
                <a:lnTo>
                  <a:pt x="78825" y="31124"/>
                </a:lnTo>
                <a:lnTo>
                  <a:pt x="78543" y="30235"/>
                </a:lnTo>
                <a:lnTo>
                  <a:pt x="78249" y="29360"/>
                </a:lnTo>
                <a:lnTo>
                  <a:pt x="77941" y="28499"/>
                </a:lnTo>
                <a:lnTo>
                  <a:pt x="77621" y="27652"/>
                </a:lnTo>
                <a:lnTo>
                  <a:pt x="77287" y="26819"/>
                </a:lnTo>
                <a:lnTo>
                  <a:pt x="76941" y="26000"/>
                </a:lnTo>
                <a:lnTo>
                  <a:pt x="76582" y="25195"/>
                </a:lnTo>
                <a:lnTo>
                  <a:pt x="76209" y="24404"/>
                </a:lnTo>
                <a:lnTo>
                  <a:pt x="75824" y="23627"/>
                </a:lnTo>
                <a:lnTo>
                  <a:pt x="75426" y="22865"/>
                </a:lnTo>
                <a:lnTo>
                  <a:pt x="75013" y="22118"/>
                </a:lnTo>
                <a:lnTo>
                  <a:pt x="74588" y="21386"/>
                </a:lnTo>
                <a:lnTo>
                  <a:pt x="74149" y="20670"/>
                </a:lnTo>
                <a:lnTo>
                  <a:pt x="73696" y="19970"/>
                </a:lnTo>
                <a:lnTo>
                  <a:pt x="73230" y="19285"/>
                </a:lnTo>
                <a:lnTo>
                  <a:pt x="72750" y="18616"/>
                </a:lnTo>
                <a:lnTo>
                  <a:pt x="72257" y="17962"/>
                </a:lnTo>
                <a:lnTo>
                  <a:pt x="71750" y="17323"/>
                </a:lnTo>
                <a:lnTo>
                  <a:pt x="71230" y="16700"/>
                </a:lnTo>
                <a:lnTo>
                  <a:pt x="70696" y="16092"/>
                </a:lnTo>
                <a:lnTo>
                  <a:pt x="70148" y="15500"/>
                </a:lnTo>
                <a:lnTo>
                  <a:pt x="69587" y="14924"/>
                </a:lnTo>
                <a:lnTo>
                  <a:pt x="69013" y="14363"/>
                </a:lnTo>
                <a:lnTo>
                  <a:pt x="68425" y="13817"/>
                </a:lnTo>
                <a:lnTo>
                  <a:pt x="67823" y="13287"/>
                </a:lnTo>
                <a:lnTo>
                  <a:pt x="67208" y="12772"/>
                </a:lnTo>
                <a:lnTo>
                  <a:pt x="66580" y="12273"/>
                </a:lnTo>
                <a:lnTo>
                  <a:pt x="65938" y="11790"/>
                </a:lnTo>
                <a:lnTo>
                  <a:pt x="65282" y="11321"/>
                </a:lnTo>
                <a:lnTo>
                  <a:pt x="64613" y="10869"/>
                </a:lnTo>
                <a:lnTo>
                  <a:pt x="63930" y="10432"/>
                </a:lnTo>
                <a:lnTo>
                  <a:pt x="63234" y="10010"/>
                </a:lnTo>
                <a:lnTo>
                  <a:pt x="62524" y="9604"/>
                </a:lnTo>
                <a:lnTo>
                  <a:pt x="61800" y="9213"/>
                </a:lnTo>
                <a:lnTo>
                  <a:pt x="61062" y="8840"/>
                </a:lnTo>
                <a:lnTo>
                  <a:pt x="60309" y="8483"/>
                </a:lnTo>
                <a:lnTo>
                  <a:pt x="59541" y="8143"/>
                </a:lnTo>
                <a:lnTo>
                  <a:pt x="58759" y="7819"/>
                </a:lnTo>
                <a:lnTo>
                  <a:pt x="57963" y="7512"/>
                </a:lnTo>
                <a:lnTo>
                  <a:pt x="57152" y="7221"/>
                </a:lnTo>
                <a:lnTo>
                  <a:pt x="56327" y="6947"/>
                </a:lnTo>
                <a:lnTo>
                  <a:pt x="55487" y="6690"/>
                </a:lnTo>
                <a:lnTo>
                  <a:pt x="54632" y="6449"/>
                </a:lnTo>
                <a:lnTo>
                  <a:pt x="53763" y="6225"/>
                </a:lnTo>
                <a:lnTo>
                  <a:pt x="52880" y="6017"/>
                </a:lnTo>
                <a:lnTo>
                  <a:pt x="51982" y="5826"/>
                </a:lnTo>
                <a:lnTo>
                  <a:pt x="51070" y="5652"/>
                </a:lnTo>
                <a:lnTo>
                  <a:pt x="50143" y="5494"/>
                </a:lnTo>
                <a:lnTo>
                  <a:pt x="49201" y="5353"/>
                </a:lnTo>
                <a:lnTo>
                  <a:pt x="48245" y="5229"/>
                </a:lnTo>
                <a:lnTo>
                  <a:pt x="47275" y="5121"/>
                </a:lnTo>
                <a:lnTo>
                  <a:pt x="46290" y="5029"/>
                </a:lnTo>
                <a:lnTo>
                  <a:pt x="45290" y="4955"/>
                </a:lnTo>
                <a:lnTo>
                  <a:pt x="44276" y="4897"/>
                </a:lnTo>
                <a:lnTo>
                  <a:pt x="43247" y="4855"/>
                </a:lnTo>
                <a:lnTo>
                  <a:pt x="42204" y="4830"/>
                </a:lnTo>
                <a:lnTo>
                  <a:pt x="41147" y="4822"/>
                </a:lnTo>
                <a:lnTo>
                  <a:pt x="40353" y="4828"/>
                </a:lnTo>
                <a:lnTo>
                  <a:pt x="39567" y="4844"/>
                </a:lnTo>
                <a:lnTo>
                  <a:pt x="38787" y="4873"/>
                </a:lnTo>
                <a:lnTo>
                  <a:pt x="38014" y="4912"/>
                </a:lnTo>
                <a:lnTo>
                  <a:pt x="37247" y="4963"/>
                </a:lnTo>
                <a:lnTo>
                  <a:pt x="36488" y="5025"/>
                </a:lnTo>
                <a:lnTo>
                  <a:pt x="35736" y="5099"/>
                </a:lnTo>
                <a:lnTo>
                  <a:pt x="34990" y="5183"/>
                </a:lnTo>
                <a:lnTo>
                  <a:pt x="34251" y="5279"/>
                </a:lnTo>
                <a:lnTo>
                  <a:pt x="33519" y="5387"/>
                </a:lnTo>
                <a:lnTo>
                  <a:pt x="32794" y="5505"/>
                </a:lnTo>
                <a:lnTo>
                  <a:pt x="32076" y="5635"/>
                </a:lnTo>
                <a:lnTo>
                  <a:pt x="31364" y="5776"/>
                </a:lnTo>
                <a:lnTo>
                  <a:pt x="30659" y="5929"/>
                </a:lnTo>
                <a:lnTo>
                  <a:pt x="29962" y="6092"/>
                </a:lnTo>
                <a:lnTo>
                  <a:pt x="29271" y="6267"/>
                </a:lnTo>
                <a:lnTo>
                  <a:pt x="28586" y="6454"/>
                </a:lnTo>
                <a:lnTo>
                  <a:pt x="27909" y="6651"/>
                </a:lnTo>
                <a:lnTo>
                  <a:pt x="27239" y="6860"/>
                </a:lnTo>
                <a:lnTo>
                  <a:pt x="26575" y="7080"/>
                </a:lnTo>
                <a:lnTo>
                  <a:pt x="25918" y="7312"/>
                </a:lnTo>
                <a:lnTo>
                  <a:pt x="25268" y="7555"/>
                </a:lnTo>
                <a:lnTo>
                  <a:pt x="24625" y="7809"/>
                </a:lnTo>
                <a:lnTo>
                  <a:pt x="23989" y="8074"/>
                </a:lnTo>
                <a:lnTo>
                  <a:pt x="23360" y="8351"/>
                </a:lnTo>
                <a:lnTo>
                  <a:pt x="22739" y="8638"/>
                </a:lnTo>
                <a:lnTo>
                  <a:pt x="22125" y="8936"/>
                </a:lnTo>
                <a:lnTo>
                  <a:pt x="21520" y="9245"/>
                </a:lnTo>
                <a:lnTo>
                  <a:pt x="20922" y="9565"/>
                </a:lnTo>
                <a:lnTo>
                  <a:pt x="20332" y="9896"/>
                </a:lnTo>
                <a:lnTo>
                  <a:pt x="19750" y="10238"/>
                </a:lnTo>
                <a:lnTo>
                  <a:pt x="19176" y="10591"/>
                </a:lnTo>
                <a:lnTo>
                  <a:pt x="18609" y="10954"/>
                </a:lnTo>
                <a:lnTo>
                  <a:pt x="18051" y="11328"/>
                </a:lnTo>
                <a:lnTo>
                  <a:pt x="17500" y="11714"/>
                </a:lnTo>
                <a:lnTo>
                  <a:pt x="16957" y="12110"/>
                </a:lnTo>
                <a:lnTo>
                  <a:pt x="16422" y="12517"/>
                </a:lnTo>
                <a:lnTo>
                  <a:pt x="15894" y="12935"/>
                </a:lnTo>
                <a:lnTo>
                  <a:pt x="15375" y="13364"/>
                </a:lnTo>
                <a:lnTo>
                  <a:pt x="14863" y="13803"/>
                </a:lnTo>
                <a:lnTo>
                  <a:pt x="14359" y="14254"/>
                </a:lnTo>
                <a:lnTo>
                  <a:pt x="13863" y="14716"/>
                </a:lnTo>
                <a:lnTo>
                  <a:pt x="13375" y="15188"/>
                </a:lnTo>
                <a:lnTo>
                  <a:pt x="12894" y="15671"/>
                </a:lnTo>
                <a:lnTo>
                  <a:pt x="12421" y="16165"/>
                </a:lnTo>
                <a:lnTo>
                  <a:pt x="11956" y="16670"/>
                </a:lnTo>
                <a:lnTo>
                  <a:pt x="11499" y="17186"/>
                </a:lnTo>
                <a:lnTo>
                  <a:pt x="11050" y="17713"/>
                </a:lnTo>
                <a:lnTo>
                  <a:pt x="10609" y="18250"/>
                </a:lnTo>
                <a:lnTo>
                  <a:pt x="10177" y="18798"/>
                </a:lnTo>
                <a:lnTo>
                  <a:pt x="9753" y="19356"/>
                </a:lnTo>
                <a:lnTo>
                  <a:pt x="9338" y="19925"/>
                </a:lnTo>
                <a:lnTo>
                  <a:pt x="8932" y="20504"/>
                </a:lnTo>
                <a:lnTo>
                  <a:pt x="8534" y="21093"/>
                </a:lnTo>
                <a:lnTo>
                  <a:pt x="8145" y="21693"/>
                </a:lnTo>
                <a:lnTo>
                  <a:pt x="7764" y="22304"/>
                </a:lnTo>
                <a:lnTo>
                  <a:pt x="7392" y="22925"/>
                </a:lnTo>
                <a:lnTo>
                  <a:pt x="7029" y="23556"/>
                </a:lnTo>
                <a:lnTo>
                  <a:pt x="6675" y="24198"/>
                </a:lnTo>
                <a:lnTo>
                  <a:pt x="6329" y="24850"/>
                </a:lnTo>
                <a:lnTo>
                  <a:pt x="5991" y="25513"/>
                </a:lnTo>
                <a:lnTo>
                  <a:pt x="5663" y="26186"/>
                </a:lnTo>
                <a:lnTo>
                  <a:pt x="5343" y="26870"/>
                </a:lnTo>
                <a:lnTo>
                  <a:pt x="5032" y="27564"/>
                </a:lnTo>
                <a:lnTo>
                  <a:pt x="4729" y="28269"/>
                </a:lnTo>
                <a:lnTo>
                  <a:pt x="4435" y="28984"/>
                </a:lnTo>
                <a:lnTo>
                  <a:pt x="4150" y="29710"/>
                </a:lnTo>
                <a:lnTo>
                  <a:pt x="3873" y="30446"/>
                </a:lnTo>
                <a:lnTo>
                  <a:pt x="3605" y="31192"/>
                </a:lnTo>
                <a:lnTo>
                  <a:pt x="3346" y="31949"/>
                </a:lnTo>
                <a:lnTo>
                  <a:pt x="3095" y="32717"/>
                </a:lnTo>
                <a:lnTo>
                  <a:pt x="2853" y="33495"/>
                </a:lnTo>
                <a:lnTo>
                  <a:pt x="2620" y="34282"/>
                </a:lnTo>
                <a:lnTo>
                  <a:pt x="2397" y="35080"/>
                </a:lnTo>
                <a:lnTo>
                  <a:pt x="2184" y="35887"/>
                </a:lnTo>
                <a:lnTo>
                  <a:pt x="1981" y="36704"/>
                </a:lnTo>
                <a:lnTo>
                  <a:pt x="1788" y="37531"/>
                </a:lnTo>
                <a:lnTo>
                  <a:pt x="1605" y="38368"/>
                </a:lnTo>
                <a:lnTo>
                  <a:pt x="1431" y="39214"/>
                </a:lnTo>
                <a:lnTo>
                  <a:pt x="1268" y="40070"/>
                </a:lnTo>
                <a:lnTo>
                  <a:pt x="1114" y="40936"/>
                </a:lnTo>
                <a:lnTo>
                  <a:pt x="971" y="41812"/>
                </a:lnTo>
                <a:lnTo>
                  <a:pt x="837" y="42698"/>
                </a:lnTo>
                <a:lnTo>
                  <a:pt x="713" y="43593"/>
                </a:lnTo>
                <a:lnTo>
                  <a:pt x="599" y="44498"/>
                </a:lnTo>
                <a:lnTo>
                  <a:pt x="495" y="45413"/>
                </a:lnTo>
                <a:lnTo>
                  <a:pt x="401" y="46337"/>
                </a:lnTo>
                <a:lnTo>
                  <a:pt x="317" y="47271"/>
                </a:lnTo>
                <a:lnTo>
                  <a:pt x="243" y="48216"/>
                </a:lnTo>
                <a:lnTo>
                  <a:pt x="178" y="49169"/>
                </a:lnTo>
                <a:lnTo>
                  <a:pt x="124" y="50133"/>
                </a:lnTo>
                <a:lnTo>
                  <a:pt x="79" y="51106"/>
                </a:lnTo>
                <a:lnTo>
                  <a:pt x="45" y="52090"/>
                </a:lnTo>
                <a:lnTo>
                  <a:pt x="20" y="53082"/>
                </a:lnTo>
                <a:lnTo>
                  <a:pt x="5" y="54085"/>
                </a:lnTo>
                <a:lnTo>
                  <a:pt x="0" y="55098"/>
                </a:lnTo>
                <a:lnTo>
                  <a:pt x="0" y="74933"/>
                </a:lnTo>
                <a:lnTo>
                  <a:pt x="5" y="75945"/>
                </a:lnTo>
                <a:lnTo>
                  <a:pt x="19" y="76947"/>
                </a:lnTo>
                <a:lnTo>
                  <a:pt x="42" y="77940"/>
                </a:lnTo>
                <a:lnTo>
                  <a:pt x="75" y="78923"/>
                </a:lnTo>
                <a:lnTo>
                  <a:pt x="117" y="79895"/>
                </a:lnTo>
                <a:lnTo>
                  <a:pt x="168" y="80858"/>
                </a:lnTo>
                <a:lnTo>
                  <a:pt x="229" y="81811"/>
                </a:lnTo>
                <a:lnTo>
                  <a:pt x="299" y="82754"/>
                </a:lnTo>
                <a:lnTo>
                  <a:pt x="379" y="83688"/>
                </a:lnTo>
                <a:lnTo>
                  <a:pt x="467" y="84611"/>
                </a:lnTo>
                <a:lnTo>
                  <a:pt x="566" y="85524"/>
                </a:lnTo>
                <a:lnTo>
                  <a:pt x="673" y="86428"/>
                </a:lnTo>
                <a:lnTo>
                  <a:pt x="790" y="87321"/>
                </a:lnTo>
                <a:lnTo>
                  <a:pt x="916" y="88205"/>
                </a:lnTo>
                <a:lnTo>
                  <a:pt x="1052" y="89079"/>
                </a:lnTo>
                <a:lnTo>
                  <a:pt x="1197" y="89943"/>
                </a:lnTo>
                <a:lnTo>
                  <a:pt x="1351" y="90797"/>
                </a:lnTo>
                <a:lnTo>
                  <a:pt x="1514" y="91641"/>
                </a:lnTo>
                <a:lnTo>
                  <a:pt x="1687" y="92475"/>
                </a:lnTo>
                <a:lnTo>
                  <a:pt x="1870" y="93300"/>
                </a:lnTo>
                <a:lnTo>
                  <a:pt x="2061" y="94114"/>
                </a:lnTo>
                <a:lnTo>
                  <a:pt x="2262" y="94919"/>
                </a:lnTo>
                <a:lnTo>
                  <a:pt x="2473" y="95713"/>
                </a:lnTo>
                <a:lnTo>
                  <a:pt x="2692" y="96498"/>
                </a:lnTo>
                <a:lnTo>
                  <a:pt x="2921" y="97272"/>
                </a:lnTo>
                <a:lnTo>
                  <a:pt x="3159" y="98036"/>
                </a:lnTo>
                <a:lnTo>
                  <a:pt x="3406" y="98790"/>
                </a:lnTo>
                <a:lnTo>
                  <a:pt x="3662" y="99533"/>
                </a:lnTo>
                <a:lnTo>
                  <a:pt x="3927" y="100265"/>
                </a:lnTo>
                <a:lnTo>
                  <a:pt x="4202" y="100987"/>
                </a:lnTo>
                <a:lnTo>
                  <a:pt x="4485" y="101699"/>
                </a:lnTo>
                <a:lnTo>
                  <a:pt x="4777" y="102400"/>
                </a:lnTo>
                <a:lnTo>
                  <a:pt x="5079" y="103091"/>
                </a:lnTo>
                <a:lnTo>
                  <a:pt x="5389" y="103771"/>
                </a:lnTo>
                <a:lnTo>
                  <a:pt x="5709" y="104441"/>
                </a:lnTo>
                <a:lnTo>
                  <a:pt x="6037" y="105101"/>
                </a:lnTo>
                <a:lnTo>
                  <a:pt x="6375" y="105750"/>
                </a:lnTo>
                <a:lnTo>
                  <a:pt x="6722" y="106388"/>
                </a:lnTo>
                <a:lnTo>
                  <a:pt x="7078" y="107016"/>
                </a:lnTo>
                <a:lnTo>
                  <a:pt x="7443" y="107634"/>
                </a:lnTo>
                <a:lnTo>
                  <a:pt x="7817" y="108241"/>
                </a:lnTo>
                <a:lnTo>
                  <a:pt x="8200" y="108838"/>
                </a:lnTo>
                <a:lnTo>
                  <a:pt x="8592" y="109424"/>
                </a:lnTo>
                <a:lnTo>
                  <a:pt x="8993" y="110000"/>
                </a:lnTo>
                <a:lnTo>
                  <a:pt x="9403" y="110566"/>
                </a:lnTo>
                <a:lnTo>
                  <a:pt x="9823" y="111121"/>
                </a:lnTo>
                <a:lnTo>
                  <a:pt x="10251" y="111665"/>
                </a:lnTo>
                <a:lnTo>
                  <a:pt x="10689" y="112199"/>
                </a:lnTo>
                <a:lnTo>
                  <a:pt x="11134" y="112722"/>
                </a:lnTo>
                <a:lnTo>
                  <a:pt x="11588" y="113235"/>
                </a:lnTo>
                <a:lnTo>
                  <a:pt x="12050" y="113737"/>
                </a:lnTo>
                <a:lnTo>
                  <a:pt x="12519" y="114228"/>
                </a:lnTo>
                <a:lnTo>
                  <a:pt x="12996" y="114708"/>
                </a:lnTo>
                <a:lnTo>
                  <a:pt x="13481" y="115178"/>
                </a:lnTo>
                <a:lnTo>
                  <a:pt x="13974" y="115637"/>
                </a:lnTo>
                <a:lnTo>
                  <a:pt x="14475" y="116085"/>
                </a:lnTo>
                <a:lnTo>
                  <a:pt x="14983" y="116522"/>
                </a:lnTo>
                <a:lnTo>
                  <a:pt x="15499" y="116949"/>
                </a:lnTo>
                <a:lnTo>
                  <a:pt x="16023" y="117365"/>
                </a:lnTo>
                <a:lnTo>
                  <a:pt x="16555" y="117770"/>
                </a:lnTo>
                <a:lnTo>
                  <a:pt x="17095" y="118165"/>
                </a:lnTo>
                <a:lnTo>
                  <a:pt x="17642" y="118548"/>
                </a:lnTo>
                <a:lnTo>
                  <a:pt x="18198" y="118921"/>
                </a:lnTo>
                <a:lnTo>
                  <a:pt x="18761" y="119284"/>
                </a:lnTo>
                <a:lnTo>
                  <a:pt x="19332" y="119635"/>
                </a:lnTo>
                <a:lnTo>
                  <a:pt x="19910" y="119976"/>
                </a:lnTo>
                <a:lnTo>
                  <a:pt x="20497" y="120306"/>
                </a:lnTo>
                <a:lnTo>
                  <a:pt x="21091" y="120625"/>
                </a:lnTo>
                <a:lnTo>
                  <a:pt x="21693" y="120934"/>
                </a:lnTo>
                <a:lnTo>
                  <a:pt x="22303" y="121232"/>
                </a:lnTo>
                <a:lnTo>
                  <a:pt x="22921" y="121519"/>
                </a:lnTo>
                <a:lnTo>
                  <a:pt x="23547" y="121795"/>
                </a:lnTo>
                <a:lnTo>
                  <a:pt x="24180" y="122061"/>
                </a:lnTo>
                <a:lnTo>
                  <a:pt x="24821" y="122315"/>
                </a:lnTo>
                <a:lnTo>
                  <a:pt x="25469" y="122558"/>
                </a:lnTo>
                <a:lnTo>
                  <a:pt x="26125" y="122789"/>
                </a:lnTo>
                <a:lnTo>
                  <a:pt x="26789" y="123009"/>
                </a:lnTo>
                <a:lnTo>
                  <a:pt x="27460" y="123218"/>
                </a:lnTo>
                <a:lnTo>
                  <a:pt x="28138" y="123416"/>
                </a:lnTo>
                <a:lnTo>
                  <a:pt x="28824" y="123602"/>
                </a:lnTo>
                <a:lnTo>
                  <a:pt x="29518" y="123777"/>
                </a:lnTo>
                <a:lnTo>
                  <a:pt x="30219" y="123941"/>
                </a:lnTo>
                <a:lnTo>
                  <a:pt x="30927" y="124093"/>
                </a:lnTo>
                <a:lnTo>
                  <a:pt x="31644" y="124234"/>
                </a:lnTo>
                <a:lnTo>
                  <a:pt x="32367" y="124364"/>
                </a:lnTo>
                <a:lnTo>
                  <a:pt x="33099" y="124483"/>
                </a:lnTo>
                <a:lnTo>
                  <a:pt x="33837" y="124590"/>
                </a:lnTo>
                <a:lnTo>
                  <a:pt x="34584" y="124686"/>
                </a:lnTo>
                <a:lnTo>
                  <a:pt x="35337" y="124771"/>
                </a:lnTo>
                <a:lnTo>
                  <a:pt x="36099" y="124844"/>
                </a:lnTo>
                <a:lnTo>
                  <a:pt x="36868" y="124906"/>
                </a:lnTo>
                <a:lnTo>
                  <a:pt x="37644" y="124957"/>
                </a:lnTo>
                <a:lnTo>
                  <a:pt x="38428" y="124997"/>
                </a:lnTo>
                <a:lnTo>
                  <a:pt x="39220" y="125025"/>
                </a:lnTo>
                <a:lnTo>
                  <a:pt x="40019" y="125042"/>
                </a:lnTo>
                <a:lnTo>
                  <a:pt x="40825" y="125048"/>
                </a:lnTo>
                <a:lnTo>
                  <a:pt x="41864" y="125039"/>
                </a:lnTo>
                <a:lnTo>
                  <a:pt x="42889" y="125015"/>
                </a:lnTo>
                <a:lnTo>
                  <a:pt x="43902" y="124975"/>
                </a:lnTo>
                <a:lnTo>
                  <a:pt x="44903" y="124918"/>
                </a:lnTo>
                <a:lnTo>
                  <a:pt x="45890" y="124845"/>
                </a:lnTo>
                <a:lnTo>
                  <a:pt x="46865" y="124756"/>
                </a:lnTo>
                <a:lnTo>
                  <a:pt x="47827" y="124650"/>
                </a:lnTo>
                <a:lnTo>
                  <a:pt x="48777" y="124529"/>
                </a:lnTo>
                <a:lnTo>
                  <a:pt x="49714" y="124391"/>
                </a:lnTo>
                <a:lnTo>
                  <a:pt x="50638" y="124237"/>
                </a:lnTo>
                <a:lnTo>
                  <a:pt x="51549" y="124067"/>
                </a:lnTo>
                <a:lnTo>
                  <a:pt x="52448" y="123880"/>
                </a:lnTo>
                <a:lnTo>
                  <a:pt x="53334" y="123678"/>
                </a:lnTo>
                <a:lnTo>
                  <a:pt x="54207" y="123459"/>
                </a:lnTo>
                <a:lnTo>
                  <a:pt x="55068" y="123224"/>
                </a:lnTo>
                <a:lnTo>
                  <a:pt x="55916" y="122973"/>
                </a:lnTo>
                <a:lnTo>
                  <a:pt x="56751" y="122705"/>
                </a:lnTo>
                <a:lnTo>
                  <a:pt x="57574" y="122421"/>
                </a:lnTo>
                <a:lnTo>
                  <a:pt x="58384" y="122121"/>
                </a:lnTo>
                <a:lnTo>
                  <a:pt x="59181" y="121805"/>
                </a:lnTo>
                <a:lnTo>
                  <a:pt x="59965" y="121473"/>
                </a:lnTo>
                <a:lnTo>
                  <a:pt x="60737" y="121125"/>
                </a:lnTo>
                <a:lnTo>
                  <a:pt x="61496" y="120760"/>
                </a:lnTo>
                <a:lnTo>
                  <a:pt x="62242" y="120379"/>
                </a:lnTo>
                <a:lnTo>
                  <a:pt x="62975" y="119982"/>
                </a:lnTo>
                <a:lnTo>
                  <a:pt x="63694" y="119570"/>
                </a:lnTo>
                <a:lnTo>
                  <a:pt x="64399" y="119142"/>
                </a:lnTo>
                <a:lnTo>
                  <a:pt x="65090" y="118700"/>
                </a:lnTo>
                <a:lnTo>
                  <a:pt x="65766" y="118242"/>
                </a:lnTo>
                <a:lnTo>
                  <a:pt x="66429" y="117769"/>
                </a:lnTo>
                <a:lnTo>
                  <a:pt x="67077" y="117281"/>
                </a:lnTo>
                <a:lnTo>
                  <a:pt x="67712" y="116777"/>
                </a:lnTo>
                <a:lnTo>
                  <a:pt x="68332" y="116258"/>
                </a:lnTo>
                <a:lnTo>
                  <a:pt x="68938" y="115724"/>
                </a:lnTo>
                <a:lnTo>
                  <a:pt x="69530" y="115175"/>
                </a:lnTo>
                <a:lnTo>
                  <a:pt x="70108" y="114611"/>
                </a:lnTo>
                <a:lnTo>
                  <a:pt x="70672" y="114031"/>
                </a:lnTo>
                <a:lnTo>
                  <a:pt x="71222" y="113436"/>
                </a:lnTo>
                <a:lnTo>
                  <a:pt x="71758" y="112826"/>
                </a:lnTo>
                <a:lnTo>
                  <a:pt x="72279" y="112201"/>
                </a:lnTo>
                <a:lnTo>
                  <a:pt x="72787" y="111560"/>
                </a:lnTo>
                <a:lnTo>
                  <a:pt x="73280" y="110904"/>
                </a:lnTo>
                <a:lnTo>
                  <a:pt x="73759" y="110233"/>
                </a:lnTo>
                <a:lnTo>
                  <a:pt x="74225" y="109547"/>
                </a:lnTo>
                <a:lnTo>
                  <a:pt x="74676" y="108845"/>
                </a:lnTo>
                <a:lnTo>
                  <a:pt x="75113" y="108128"/>
                </a:lnTo>
                <a:lnTo>
                  <a:pt x="75536" y="107396"/>
                </a:lnTo>
                <a:lnTo>
                  <a:pt x="75945" y="106649"/>
                </a:lnTo>
                <a:lnTo>
                  <a:pt x="76339" y="105887"/>
                </a:lnTo>
                <a:lnTo>
                  <a:pt x="76718" y="105110"/>
                </a:lnTo>
                <a:lnTo>
                  <a:pt x="77082" y="104319"/>
                </a:lnTo>
                <a:lnTo>
                  <a:pt x="77431" y="103514"/>
                </a:lnTo>
                <a:lnTo>
                  <a:pt x="77765" y="102694"/>
                </a:lnTo>
                <a:lnTo>
                  <a:pt x="78084" y="101859"/>
                </a:lnTo>
                <a:lnTo>
                  <a:pt x="78388" y="101011"/>
                </a:lnTo>
                <a:lnTo>
                  <a:pt x="78677" y="100148"/>
                </a:lnTo>
                <a:lnTo>
                  <a:pt x="78951" y="99270"/>
                </a:lnTo>
                <a:lnTo>
                  <a:pt x="79209" y="98379"/>
                </a:lnTo>
                <a:lnTo>
                  <a:pt x="79453" y="97472"/>
                </a:lnTo>
                <a:lnTo>
                  <a:pt x="79682" y="96552"/>
                </a:lnTo>
                <a:lnTo>
                  <a:pt x="79895" y="95617"/>
                </a:lnTo>
                <a:lnTo>
                  <a:pt x="80093" y="94668"/>
                </a:lnTo>
                <a:lnTo>
                  <a:pt x="80277" y="93704"/>
                </a:lnTo>
                <a:lnTo>
                  <a:pt x="80445" y="92726"/>
                </a:lnTo>
                <a:lnTo>
                  <a:pt x="80598" y="91733"/>
                </a:lnTo>
                <a:lnTo>
                  <a:pt x="80736" y="90726"/>
                </a:lnTo>
                <a:lnTo>
                  <a:pt x="80859" y="89705"/>
                </a:lnTo>
                <a:lnTo>
                  <a:pt x="80967" y="88669"/>
                </a:lnTo>
                <a:lnTo>
                  <a:pt x="81060" y="87619"/>
                </a:lnTo>
                <a:lnTo>
                  <a:pt x="81138" y="86555"/>
                </a:lnTo>
                <a:lnTo>
                  <a:pt x="81201" y="85476"/>
                </a:lnTo>
                <a:lnTo>
                  <a:pt x="81249" y="84383"/>
                </a:lnTo>
                <a:lnTo>
                  <a:pt x="57863" y="84383"/>
                </a:lnTo>
                <a:lnTo>
                  <a:pt x="57840" y="85082"/>
                </a:lnTo>
                <a:lnTo>
                  <a:pt x="57812" y="85768"/>
                </a:lnTo>
                <a:lnTo>
                  <a:pt x="57778" y="86440"/>
                </a:lnTo>
                <a:lnTo>
                  <a:pt x="57740" y="87099"/>
                </a:lnTo>
                <a:lnTo>
                  <a:pt x="57696" y="87744"/>
                </a:lnTo>
                <a:close/>
                <a:moveTo>
                  <a:pt x="175862" y="117410"/>
                </a:moveTo>
                <a:lnTo>
                  <a:pt x="175946" y="117815"/>
                </a:lnTo>
                <a:lnTo>
                  <a:pt x="176032" y="118213"/>
                </a:lnTo>
                <a:lnTo>
                  <a:pt x="176121" y="118606"/>
                </a:lnTo>
                <a:lnTo>
                  <a:pt x="176212" y="118992"/>
                </a:lnTo>
                <a:lnTo>
                  <a:pt x="176306" y="119372"/>
                </a:lnTo>
                <a:lnTo>
                  <a:pt x="176403" y="119745"/>
                </a:lnTo>
                <a:lnTo>
                  <a:pt x="176503" y="120113"/>
                </a:lnTo>
                <a:lnTo>
                  <a:pt x="176605" y="120474"/>
                </a:lnTo>
                <a:lnTo>
                  <a:pt x="176709" y="120828"/>
                </a:lnTo>
                <a:lnTo>
                  <a:pt x="176817" y="121177"/>
                </a:lnTo>
                <a:lnTo>
                  <a:pt x="176927" y="121519"/>
                </a:lnTo>
                <a:lnTo>
                  <a:pt x="177039" y="121855"/>
                </a:lnTo>
                <a:lnTo>
                  <a:pt x="177155" y="122185"/>
                </a:lnTo>
                <a:lnTo>
                  <a:pt x="177273" y="122508"/>
                </a:lnTo>
                <a:lnTo>
                  <a:pt x="177393" y="122825"/>
                </a:lnTo>
                <a:lnTo>
                  <a:pt x="177517" y="123136"/>
                </a:lnTo>
                <a:lnTo>
                  <a:pt x="177643" y="123440"/>
                </a:lnTo>
                <a:lnTo>
                  <a:pt x="200305" y="123440"/>
                </a:lnTo>
                <a:lnTo>
                  <a:pt x="200305" y="122074"/>
                </a:lnTo>
                <a:lnTo>
                  <a:pt x="200179" y="121797"/>
                </a:lnTo>
                <a:lnTo>
                  <a:pt x="200056" y="121516"/>
                </a:lnTo>
                <a:lnTo>
                  <a:pt x="199936" y="121230"/>
                </a:lnTo>
                <a:lnTo>
                  <a:pt x="199818" y="120940"/>
                </a:lnTo>
                <a:lnTo>
                  <a:pt x="199702" y="120645"/>
                </a:lnTo>
                <a:lnTo>
                  <a:pt x="199590" y="120346"/>
                </a:lnTo>
                <a:lnTo>
                  <a:pt x="199480" y="120043"/>
                </a:lnTo>
                <a:lnTo>
                  <a:pt x="199372" y="119735"/>
                </a:lnTo>
                <a:lnTo>
                  <a:pt x="199268" y="119422"/>
                </a:lnTo>
                <a:lnTo>
                  <a:pt x="199166" y="119105"/>
                </a:lnTo>
                <a:lnTo>
                  <a:pt x="199066" y="118784"/>
                </a:lnTo>
                <a:lnTo>
                  <a:pt x="198969" y="118458"/>
                </a:lnTo>
                <a:lnTo>
                  <a:pt x="198875" y="118127"/>
                </a:lnTo>
                <a:lnTo>
                  <a:pt x="198784" y="117792"/>
                </a:lnTo>
                <a:lnTo>
                  <a:pt x="198695" y="117453"/>
                </a:lnTo>
                <a:lnTo>
                  <a:pt x="198609" y="117109"/>
                </a:lnTo>
                <a:lnTo>
                  <a:pt x="198525" y="116761"/>
                </a:lnTo>
                <a:lnTo>
                  <a:pt x="198444" y="116408"/>
                </a:lnTo>
                <a:lnTo>
                  <a:pt x="198366" y="116051"/>
                </a:lnTo>
                <a:lnTo>
                  <a:pt x="198291" y="115689"/>
                </a:lnTo>
                <a:lnTo>
                  <a:pt x="198218" y="115323"/>
                </a:lnTo>
                <a:lnTo>
                  <a:pt x="198148" y="114953"/>
                </a:lnTo>
                <a:lnTo>
                  <a:pt x="198080" y="114578"/>
                </a:lnTo>
                <a:lnTo>
                  <a:pt x="198015" y="114198"/>
                </a:lnTo>
                <a:lnTo>
                  <a:pt x="197953" y="113812"/>
                </a:lnTo>
                <a:lnTo>
                  <a:pt x="197893" y="113416"/>
                </a:lnTo>
                <a:lnTo>
                  <a:pt x="197836" y="113010"/>
                </a:lnTo>
                <a:lnTo>
                  <a:pt x="197782" y="112595"/>
                </a:lnTo>
                <a:lnTo>
                  <a:pt x="197730" y="112171"/>
                </a:lnTo>
                <a:lnTo>
                  <a:pt x="197681" y="111737"/>
                </a:lnTo>
                <a:lnTo>
                  <a:pt x="197635" y="111294"/>
                </a:lnTo>
                <a:lnTo>
                  <a:pt x="197591" y="110841"/>
                </a:lnTo>
                <a:lnTo>
                  <a:pt x="197550" y="110378"/>
                </a:lnTo>
                <a:lnTo>
                  <a:pt x="197511" y="109907"/>
                </a:lnTo>
                <a:lnTo>
                  <a:pt x="197476" y="109425"/>
                </a:lnTo>
                <a:lnTo>
                  <a:pt x="197442" y="108934"/>
                </a:lnTo>
                <a:lnTo>
                  <a:pt x="197412" y="108434"/>
                </a:lnTo>
                <a:lnTo>
                  <a:pt x="197384" y="107924"/>
                </a:lnTo>
                <a:lnTo>
                  <a:pt x="197359" y="107405"/>
                </a:lnTo>
                <a:lnTo>
                  <a:pt x="197336" y="106876"/>
                </a:lnTo>
                <a:lnTo>
                  <a:pt x="197316" y="106338"/>
                </a:lnTo>
                <a:lnTo>
                  <a:pt x="197299" y="105790"/>
                </a:lnTo>
                <a:lnTo>
                  <a:pt x="197285" y="105233"/>
                </a:lnTo>
                <a:lnTo>
                  <a:pt x="197273" y="104666"/>
                </a:lnTo>
                <a:lnTo>
                  <a:pt x="197263" y="104090"/>
                </a:lnTo>
                <a:lnTo>
                  <a:pt x="197257" y="103504"/>
                </a:lnTo>
                <a:lnTo>
                  <a:pt x="197253" y="102909"/>
                </a:lnTo>
                <a:lnTo>
                  <a:pt x="197252" y="102304"/>
                </a:lnTo>
                <a:lnTo>
                  <a:pt x="197252" y="63568"/>
                </a:lnTo>
                <a:lnTo>
                  <a:pt x="197245" y="62731"/>
                </a:lnTo>
                <a:lnTo>
                  <a:pt x="197224" y="61907"/>
                </a:lnTo>
                <a:lnTo>
                  <a:pt x="197190" y="61096"/>
                </a:lnTo>
                <a:lnTo>
                  <a:pt x="197142" y="60298"/>
                </a:lnTo>
                <a:lnTo>
                  <a:pt x="197081" y="59513"/>
                </a:lnTo>
                <a:lnTo>
                  <a:pt x="197005" y="58742"/>
                </a:lnTo>
                <a:lnTo>
                  <a:pt x="196917" y="57983"/>
                </a:lnTo>
                <a:lnTo>
                  <a:pt x="196814" y="57238"/>
                </a:lnTo>
                <a:lnTo>
                  <a:pt x="196698" y="56505"/>
                </a:lnTo>
                <a:lnTo>
                  <a:pt x="196568" y="55786"/>
                </a:lnTo>
                <a:lnTo>
                  <a:pt x="196424" y="55080"/>
                </a:lnTo>
                <a:lnTo>
                  <a:pt x="196267" y="54387"/>
                </a:lnTo>
                <a:lnTo>
                  <a:pt x="196096" y="53707"/>
                </a:lnTo>
                <a:lnTo>
                  <a:pt x="195912" y="53040"/>
                </a:lnTo>
                <a:lnTo>
                  <a:pt x="195713" y="52386"/>
                </a:lnTo>
                <a:lnTo>
                  <a:pt x="195501" y="51746"/>
                </a:lnTo>
                <a:lnTo>
                  <a:pt x="195276" y="51119"/>
                </a:lnTo>
                <a:lnTo>
                  <a:pt x="195036" y="50504"/>
                </a:lnTo>
                <a:lnTo>
                  <a:pt x="194784" y="49903"/>
                </a:lnTo>
                <a:lnTo>
                  <a:pt x="194517" y="49315"/>
                </a:lnTo>
                <a:lnTo>
                  <a:pt x="194237" y="48740"/>
                </a:lnTo>
                <a:lnTo>
                  <a:pt x="193943" y="48178"/>
                </a:lnTo>
                <a:lnTo>
                  <a:pt x="193635" y="47629"/>
                </a:lnTo>
                <a:lnTo>
                  <a:pt x="193314" y="47094"/>
                </a:lnTo>
                <a:lnTo>
                  <a:pt x="192981" y="46571"/>
                </a:lnTo>
                <a:lnTo>
                  <a:pt x="192638" y="46059"/>
                </a:lnTo>
                <a:lnTo>
                  <a:pt x="192285" y="45560"/>
                </a:lnTo>
                <a:lnTo>
                  <a:pt x="191923" y="45072"/>
                </a:lnTo>
                <a:lnTo>
                  <a:pt x="191551" y="44597"/>
                </a:lnTo>
                <a:lnTo>
                  <a:pt x="191169" y="44133"/>
                </a:lnTo>
                <a:lnTo>
                  <a:pt x="190777" y="43681"/>
                </a:lnTo>
                <a:lnTo>
                  <a:pt x="190376" y="43241"/>
                </a:lnTo>
                <a:lnTo>
                  <a:pt x="189965" y="42812"/>
                </a:lnTo>
                <a:lnTo>
                  <a:pt x="189544" y="42396"/>
                </a:lnTo>
                <a:lnTo>
                  <a:pt x="189113" y="41991"/>
                </a:lnTo>
                <a:lnTo>
                  <a:pt x="188673" y="41599"/>
                </a:lnTo>
                <a:lnTo>
                  <a:pt x="188222" y="41218"/>
                </a:lnTo>
                <a:lnTo>
                  <a:pt x="187762" y="40849"/>
                </a:lnTo>
                <a:lnTo>
                  <a:pt x="187293" y="40492"/>
                </a:lnTo>
                <a:lnTo>
                  <a:pt x="186813" y="40147"/>
                </a:lnTo>
                <a:lnTo>
                  <a:pt x="186324" y="39813"/>
                </a:lnTo>
                <a:lnTo>
                  <a:pt x="185825" y="39492"/>
                </a:lnTo>
                <a:lnTo>
                  <a:pt x="185316" y="39182"/>
                </a:lnTo>
                <a:lnTo>
                  <a:pt x="184797" y="38884"/>
                </a:lnTo>
                <a:lnTo>
                  <a:pt x="184269" y="38598"/>
                </a:lnTo>
                <a:lnTo>
                  <a:pt x="183731" y="38324"/>
                </a:lnTo>
                <a:lnTo>
                  <a:pt x="183183" y="38062"/>
                </a:lnTo>
                <a:lnTo>
                  <a:pt x="182625" y="37812"/>
                </a:lnTo>
                <a:lnTo>
                  <a:pt x="182059" y="37572"/>
                </a:lnTo>
                <a:lnTo>
                  <a:pt x="181487" y="37343"/>
                </a:lnTo>
                <a:lnTo>
                  <a:pt x="180907" y="37124"/>
                </a:lnTo>
                <a:lnTo>
                  <a:pt x="180321" y="36915"/>
                </a:lnTo>
                <a:lnTo>
                  <a:pt x="179729" y="36717"/>
                </a:lnTo>
                <a:lnTo>
                  <a:pt x="179129" y="36528"/>
                </a:lnTo>
                <a:lnTo>
                  <a:pt x="178523" y="36350"/>
                </a:lnTo>
                <a:lnTo>
                  <a:pt x="177910" y="36182"/>
                </a:lnTo>
                <a:lnTo>
                  <a:pt x="177291" y="36024"/>
                </a:lnTo>
                <a:lnTo>
                  <a:pt x="176665" y="35876"/>
                </a:lnTo>
                <a:lnTo>
                  <a:pt x="176032" y="35739"/>
                </a:lnTo>
                <a:lnTo>
                  <a:pt x="175392" y="35612"/>
                </a:lnTo>
                <a:lnTo>
                  <a:pt x="174746" y="35494"/>
                </a:lnTo>
                <a:lnTo>
                  <a:pt x="174093" y="35388"/>
                </a:lnTo>
                <a:lnTo>
                  <a:pt x="173433" y="35291"/>
                </a:lnTo>
                <a:lnTo>
                  <a:pt x="172767" y="35204"/>
                </a:lnTo>
                <a:lnTo>
                  <a:pt x="172094" y="35128"/>
                </a:lnTo>
                <a:lnTo>
                  <a:pt x="171414" y="35062"/>
                </a:lnTo>
                <a:lnTo>
                  <a:pt x="170728" y="35006"/>
                </a:lnTo>
                <a:lnTo>
                  <a:pt x="170035" y="34960"/>
                </a:lnTo>
                <a:lnTo>
                  <a:pt x="169335" y="34924"/>
                </a:lnTo>
                <a:lnTo>
                  <a:pt x="168628" y="34899"/>
                </a:lnTo>
                <a:lnTo>
                  <a:pt x="167915" y="34883"/>
                </a:lnTo>
                <a:lnTo>
                  <a:pt x="167195" y="34878"/>
                </a:lnTo>
                <a:lnTo>
                  <a:pt x="166588" y="34882"/>
                </a:lnTo>
                <a:lnTo>
                  <a:pt x="165986" y="34893"/>
                </a:lnTo>
                <a:lnTo>
                  <a:pt x="165389" y="34912"/>
                </a:lnTo>
                <a:lnTo>
                  <a:pt x="164798" y="34939"/>
                </a:lnTo>
                <a:lnTo>
                  <a:pt x="164211" y="34972"/>
                </a:lnTo>
                <a:lnTo>
                  <a:pt x="163629" y="35014"/>
                </a:lnTo>
                <a:lnTo>
                  <a:pt x="163052" y="35063"/>
                </a:lnTo>
                <a:lnTo>
                  <a:pt x="162480" y="35119"/>
                </a:lnTo>
                <a:lnTo>
                  <a:pt x="161914" y="35183"/>
                </a:lnTo>
                <a:lnTo>
                  <a:pt x="161352" y="35255"/>
                </a:lnTo>
                <a:lnTo>
                  <a:pt x="160795" y="35334"/>
                </a:lnTo>
                <a:lnTo>
                  <a:pt x="160244" y="35421"/>
                </a:lnTo>
                <a:lnTo>
                  <a:pt x="159697" y="35515"/>
                </a:lnTo>
                <a:lnTo>
                  <a:pt x="159155" y="35617"/>
                </a:lnTo>
                <a:lnTo>
                  <a:pt x="158619" y="35726"/>
                </a:lnTo>
                <a:lnTo>
                  <a:pt x="158087" y="35843"/>
                </a:lnTo>
                <a:lnTo>
                  <a:pt x="157561" y="35967"/>
                </a:lnTo>
                <a:lnTo>
                  <a:pt x="157039" y="36099"/>
                </a:lnTo>
                <a:lnTo>
                  <a:pt x="156523" y="36238"/>
                </a:lnTo>
                <a:lnTo>
                  <a:pt x="156011" y="36385"/>
                </a:lnTo>
                <a:lnTo>
                  <a:pt x="155505" y="36540"/>
                </a:lnTo>
                <a:lnTo>
                  <a:pt x="155003" y="36702"/>
                </a:lnTo>
                <a:lnTo>
                  <a:pt x="154507" y="36871"/>
                </a:lnTo>
                <a:lnTo>
                  <a:pt x="154015" y="37048"/>
                </a:lnTo>
                <a:lnTo>
                  <a:pt x="153529" y="37232"/>
                </a:lnTo>
                <a:lnTo>
                  <a:pt x="153049" y="37421"/>
                </a:lnTo>
                <a:lnTo>
                  <a:pt x="152574" y="37616"/>
                </a:lnTo>
                <a:lnTo>
                  <a:pt x="152106" y="37817"/>
                </a:lnTo>
                <a:lnTo>
                  <a:pt x="151642" y="38024"/>
                </a:lnTo>
                <a:lnTo>
                  <a:pt x="151185" y="38236"/>
                </a:lnTo>
                <a:lnTo>
                  <a:pt x="150733" y="38454"/>
                </a:lnTo>
                <a:lnTo>
                  <a:pt x="150287" y="38678"/>
                </a:lnTo>
                <a:lnTo>
                  <a:pt x="149847" y="38907"/>
                </a:lnTo>
                <a:lnTo>
                  <a:pt x="149412" y="39142"/>
                </a:lnTo>
                <a:lnTo>
                  <a:pt x="148984" y="39383"/>
                </a:lnTo>
                <a:lnTo>
                  <a:pt x="148561" y="39630"/>
                </a:lnTo>
                <a:lnTo>
                  <a:pt x="148143" y="39882"/>
                </a:lnTo>
                <a:lnTo>
                  <a:pt x="147732" y="40140"/>
                </a:lnTo>
                <a:lnTo>
                  <a:pt x="147326" y="40404"/>
                </a:lnTo>
                <a:lnTo>
                  <a:pt x="146925" y="40673"/>
                </a:lnTo>
                <a:lnTo>
                  <a:pt x="146531" y="40949"/>
                </a:lnTo>
                <a:lnTo>
                  <a:pt x="146142" y="41230"/>
                </a:lnTo>
                <a:lnTo>
                  <a:pt x="145759" y="41516"/>
                </a:lnTo>
                <a:lnTo>
                  <a:pt x="145382" y="41809"/>
                </a:lnTo>
                <a:lnTo>
                  <a:pt x="145010" y="42107"/>
                </a:lnTo>
                <a:lnTo>
                  <a:pt x="144644" y="42411"/>
                </a:lnTo>
                <a:lnTo>
                  <a:pt x="144284" y="42720"/>
                </a:lnTo>
                <a:lnTo>
                  <a:pt x="143930" y="43035"/>
                </a:lnTo>
                <a:lnTo>
                  <a:pt x="143582" y="43356"/>
                </a:lnTo>
                <a:lnTo>
                  <a:pt x="143241" y="43680"/>
                </a:lnTo>
                <a:lnTo>
                  <a:pt x="142907" y="44008"/>
                </a:lnTo>
                <a:lnTo>
                  <a:pt x="142580" y="44341"/>
                </a:lnTo>
                <a:lnTo>
                  <a:pt x="142261" y="44678"/>
                </a:lnTo>
                <a:lnTo>
                  <a:pt x="141948" y="45019"/>
                </a:lnTo>
                <a:lnTo>
                  <a:pt x="141643" y="45365"/>
                </a:lnTo>
                <a:lnTo>
                  <a:pt x="141344" y="45714"/>
                </a:lnTo>
                <a:lnTo>
                  <a:pt x="141053" y="46068"/>
                </a:lnTo>
                <a:lnTo>
                  <a:pt x="140769" y="46426"/>
                </a:lnTo>
                <a:lnTo>
                  <a:pt x="140492" y="46788"/>
                </a:lnTo>
                <a:lnTo>
                  <a:pt x="140223" y="47154"/>
                </a:lnTo>
                <a:lnTo>
                  <a:pt x="139960" y="47524"/>
                </a:lnTo>
                <a:lnTo>
                  <a:pt x="139705" y="47899"/>
                </a:lnTo>
                <a:lnTo>
                  <a:pt x="139456" y="48278"/>
                </a:lnTo>
                <a:lnTo>
                  <a:pt x="139215" y="48661"/>
                </a:lnTo>
                <a:lnTo>
                  <a:pt x="138981" y="49048"/>
                </a:lnTo>
                <a:lnTo>
                  <a:pt x="138754" y="49439"/>
                </a:lnTo>
                <a:lnTo>
                  <a:pt x="138534" y="49835"/>
                </a:lnTo>
                <a:lnTo>
                  <a:pt x="138321" y="50235"/>
                </a:lnTo>
                <a:lnTo>
                  <a:pt x="138115" y="50639"/>
                </a:lnTo>
                <a:lnTo>
                  <a:pt x="137916" y="51047"/>
                </a:lnTo>
                <a:lnTo>
                  <a:pt x="137725" y="51459"/>
                </a:lnTo>
                <a:lnTo>
                  <a:pt x="137541" y="51875"/>
                </a:lnTo>
                <a:lnTo>
                  <a:pt x="137363" y="52295"/>
                </a:lnTo>
                <a:lnTo>
                  <a:pt x="137194" y="52717"/>
                </a:lnTo>
                <a:lnTo>
                  <a:pt x="137032" y="53141"/>
                </a:lnTo>
                <a:lnTo>
                  <a:pt x="136878" y="53566"/>
                </a:lnTo>
                <a:lnTo>
                  <a:pt x="136731" y="53994"/>
                </a:lnTo>
                <a:lnTo>
                  <a:pt x="136591" y="54424"/>
                </a:lnTo>
                <a:lnTo>
                  <a:pt x="136459" y="54857"/>
                </a:lnTo>
                <a:lnTo>
                  <a:pt x="136335" y="55291"/>
                </a:lnTo>
                <a:lnTo>
                  <a:pt x="136218" y="55727"/>
                </a:lnTo>
                <a:lnTo>
                  <a:pt x="136109" y="56166"/>
                </a:lnTo>
                <a:lnTo>
                  <a:pt x="136007" y="56606"/>
                </a:lnTo>
                <a:lnTo>
                  <a:pt x="135913" y="57049"/>
                </a:lnTo>
                <a:lnTo>
                  <a:pt x="135827" y="57494"/>
                </a:lnTo>
                <a:lnTo>
                  <a:pt x="135747" y="57940"/>
                </a:lnTo>
                <a:lnTo>
                  <a:pt x="135676" y="58389"/>
                </a:lnTo>
                <a:lnTo>
                  <a:pt x="135612" y="58840"/>
                </a:lnTo>
                <a:lnTo>
                  <a:pt x="135555" y="59293"/>
                </a:lnTo>
                <a:lnTo>
                  <a:pt x="135506" y="59749"/>
                </a:lnTo>
                <a:lnTo>
                  <a:pt x="135465" y="60206"/>
                </a:lnTo>
                <a:lnTo>
                  <a:pt x="135431" y="60665"/>
                </a:lnTo>
                <a:lnTo>
                  <a:pt x="135405" y="61127"/>
                </a:lnTo>
                <a:lnTo>
                  <a:pt x="135386" y="61590"/>
                </a:lnTo>
                <a:lnTo>
                  <a:pt x="135374" y="62056"/>
                </a:lnTo>
                <a:lnTo>
                  <a:pt x="135371" y="62524"/>
                </a:lnTo>
                <a:lnTo>
                  <a:pt x="157953" y="62524"/>
                </a:lnTo>
                <a:lnTo>
                  <a:pt x="157955" y="62264"/>
                </a:lnTo>
                <a:lnTo>
                  <a:pt x="157960" y="62008"/>
                </a:lnTo>
                <a:lnTo>
                  <a:pt x="157968" y="61754"/>
                </a:lnTo>
                <a:lnTo>
                  <a:pt x="157979" y="61504"/>
                </a:lnTo>
                <a:lnTo>
                  <a:pt x="157993" y="61256"/>
                </a:lnTo>
                <a:lnTo>
                  <a:pt x="158011" y="61012"/>
                </a:lnTo>
                <a:lnTo>
                  <a:pt x="158032" y="60771"/>
                </a:lnTo>
                <a:lnTo>
                  <a:pt x="158056" y="60532"/>
                </a:lnTo>
                <a:lnTo>
                  <a:pt x="158083" y="60297"/>
                </a:lnTo>
                <a:lnTo>
                  <a:pt x="158114" y="60065"/>
                </a:lnTo>
                <a:lnTo>
                  <a:pt x="158147" y="59836"/>
                </a:lnTo>
                <a:lnTo>
                  <a:pt x="158184" y="59611"/>
                </a:lnTo>
                <a:lnTo>
                  <a:pt x="158224" y="59388"/>
                </a:lnTo>
                <a:lnTo>
                  <a:pt x="158268" y="59168"/>
                </a:lnTo>
                <a:lnTo>
                  <a:pt x="158314" y="58951"/>
                </a:lnTo>
                <a:lnTo>
                  <a:pt x="158364" y="58738"/>
                </a:lnTo>
                <a:lnTo>
                  <a:pt x="158417" y="58527"/>
                </a:lnTo>
                <a:lnTo>
                  <a:pt x="158473" y="58320"/>
                </a:lnTo>
                <a:lnTo>
                  <a:pt x="158532" y="58115"/>
                </a:lnTo>
                <a:lnTo>
                  <a:pt x="158595" y="57914"/>
                </a:lnTo>
                <a:lnTo>
                  <a:pt x="158661" y="57716"/>
                </a:lnTo>
                <a:lnTo>
                  <a:pt x="158730" y="57520"/>
                </a:lnTo>
                <a:lnTo>
                  <a:pt x="158802" y="57328"/>
                </a:lnTo>
                <a:lnTo>
                  <a:pt x="158877" y="57139"/>
                </a:lnTo>
                <a:lnTo>
                  <a:pt x="158956" y="56954"/>
                </a:lnTo>
                <a:lnTo>
                  <a:pt x="159038" y="56772"/>
                </a:lnTo>
                <a:lnTo>
                  <a:pt x="159124" y="56593"/>
                </a:lnTo>
                <a:lnTo>
                  <a:pt x="159213" y="56418"/>
                </a:lnTo>
                <a:lnTo>
                  <a:pt x="159306" y="56247"/>
                </a:lnTo>
                <a:lnTo>
                  <a:pt x="159402" y="56080"/>
                </a:lnTo>
                <a:lnTo>
                  <a:pt x="159502" y="55916"/>
                </a:lnTo>
                <a:lnTo>
                  <a:pt x="159605" y="55755"/>
                </a:lnTo>
                <a:lnTo>
                  <a:pt x="159712" y="55599"/>
                </a:lnTo>
                <a:lnTo>
                  <a:pt x="159822" y="55446"/>
                </a:lnTo>
                <a:lnTo>
                  <a:pt x="159936" y="55296"/>
                </a:lnTo>
                <a:lnTo>
                  <a:pt x="160053" y="55150"/>
                </a:lnTo>
                <a:lnTo>
                  <a:pt x="160173" y="55008"/>
                </a:lnTo>
                <a:lnTo>
                  <a:pt x="160297" y="54870"/>
                </a:lnTo>
                <a:lnTo>
                  <a:pt x="160425" y="54735"/>
                </a:lnTo>
                <a:lnTo>
                  <a:pt x="160556" y="54603"/>
                </a:lnTo>
                <a:lnTo>
                  <a:pt x="160691" y="54476"/>
                </a:lnTo>
                <a:lnTo>
                  <a:pt x="160829" y="54352"/>
                </a:lnTo>
                <a:lnTo>
                  <a:pt x="160970" y="54231"/>
                </a:lnTo>
                <a:lnTo>
                  <a:pt x="161115" y="54114"/>
                </a:lnTo>
                <a:lnTo>
                  <a:pt x="161264" y="54001"/>
                </a:lnTo>
                <a:lnTo>
                  <a:pt x="161416" y="53892"/>
                </a:lnTo>
                <a:lnTo>
                  <a:pt x="161571" y="53786"/>
                </a:lnTo>
                <a:lnTo>
                  <a:pt x="161730" y="53684"/>
                </a:lnTo>
                <a:lnTo>
                  <a:pt x="161893" y="53585"/>
                </a:lnTo>
                <a:lnTo>
                  <a:pt x="162058" y="53491"/>
                </a:lnTo>
                <a:lnTo>
                  <a:pt x="162228" y="53401"/>
                </a:lnTo>
                <a:lnTo>
                  <a:pt x="162400" y="53315"/>
                </a:lnTo>
                <a:lnTo>
                  <a:pt x="162576" y="53234"/>
                </a:lnTo>
                <a:lnTo>
                  <a:pt x="162755" y="53156"/>
                </a:lnTo>
                <a:lnTo>
                  <a:pt x="162937" y="53083"/>
                </a:lnTo>
                <a:lnTo>
                  <a:pt x="163123" y="53014"/>
                </a:lnTo>
                <a:lnTo>
                  <a:pt x="163313" y="52949"/>
                </a:lnTo>
                <a:lnTo>
                  <a:pt x="163505" y="52888"/>
                </a:lnTo>
                <a:lnTo>
                  <a:pt x="163701" y="52832"/>
                </a:lnTo>
                <a:lnTo>
                  <a:pt x="163900" y="52780"/>
                </a:lnTo>
                <a:lnTo>
                  <a:pt x="164103" y="52731"/>
                </a:lnTo>
                <a:lnTo>
                  <a:pt x="164309" y="52687"/>
                </a:lnTo>
                <a:lnTo>
                  <a:pt x="164518" y="52648"/>
                </a:lnTo>
                <a:lnTo>
                  <a:pt x="164731" y="52612"/>
                </a:lnTo>
                <a:lnTo>
                  <a:pt x="164947" y="52581"/>
                </a:lnTo>
                <a:lnTo>
                  <a:pt x="165166" y="52554"/>
                </a:lnTo>
                <a:lnTo>
                  <a:pt x="165389" y="52530"/>
                </a:lnTo>
                <a:lnTo>
                  <a:pt x="165615" y="52512"/>
                </a:lnTo>
                <a:lnTo>
                  <a:pt x="165844" y="52497"/>
                </a:lnTo>
                <a:lnTo>
                  <a:pt x="166077" y="52487"/>
                </a:lnTo>
                <a:lnTo>
                  <a:pt x="166313" y="52480"/>
                </a:lnTo>
                <a:lnTo>
                  <a:pt x="166552" y="52478"/>
                </a:lnTo>
                <a:lnTo>
                  <a:pt x="166765" y="52480"/>
                </a:lnTo>
                <a:lnTo>
                  <a:pt x="166976" y="52486"/>
                </a:lnTo>
                <a:lnTo>
                  <a:pt x="167183" y="52495"/>
                </a:lnTo>
                <a:lnTo>
                  <a:pt x="167388" y="52508"/>
                </a:lnTo>
                <a:lnTo>
                  <a:pt x="167591" y="52525"/>
                </a:lnTo>
                <a:lnTo>
                  <a:pt x="167790" y="52546"/>
                </a:lnTo>
                <a:lnTo>
                  <a:pt x="167987" y="52570"/>
                </a:lnTo>
                <a:lnTo>
                  <a:pt x="168182" y="52599"/>
                </a:lnTo>
                <a:lnTo>
                  <a:pt x="168374" y="52631"/>
                </a:lnTo>
                <a:lnTo>
                  <a:pt x="168563" y="52667"/>
                </a:lnTo>
                <a:lnTo>
                  <a:pt x="168749" y="52706"/>
                </a:lnTo>
                <a:lnTo>
                  <a:pt x="168933" y="52749"/>
                </a:lnTo>
                <a:lnTo>
                  <a:pt x="169114" y="52796"/>
                </a:lnTo>
                <a:lnTo>
                  <a:pt x="169293" y="52847"/>
                </a:lnTo>
                <a:lnTo>
                  <a:pt x="169469" y="52902"/>
                </a:lnTo>
                <a:lnTo>
                  <a:pt x="169642" y="52960"/>
                </a:lnTo>
                <a:lnTo>
                  <a:pt x="169812" y="53023"/>
                </a:lnTo>
                <a:lnTo>
                  <a:pt x="169980" y="53088"/>
                </a:lnTo>
                <a:lnTo>
                  <a:pt x="170146" y="53158"/>
                </a:lnTo>
                <a:lnTo>
                  <a:pt x="170308" y="53232"/>
                </a:lnTo>
                <a:lnTo>
                  <a:pt x="170468" y="53309"/>
                </a:lnTo>
                <a:lnTo>
                  <a:pt x="170625" y="53390"/>
                </a:lnTo>
                <a:lnTo>
                  <a:pt x="170780" y="53475"/>
                </a:lnTo>
                <a:lnTo>
                  <a:pt x="170932" y="53563"/>
                </a:lnTo>
                <a:lnTo>
                  <a:pt x="171081" y="53656"/>
                </a:lnTo>
                <a:lnTo>
                  <a:pt x="171227" y="53753"/>
                </a:lnTo>
                <a:lnTo>
                  <a:pt x="171370" y="53854"/>
                </a:lnTo>
                <a:lnTo>
                  <a:pt x="171510" y="53959"/>
                </a:lnTo>
                <a:lnTo>
                  <a:pt x="171647" y="54069"/>
                </a:lnTo>
                <a:lnTo>
                  <a:pt x="171781" y="54183"/>
                </a:lnTo>
                <a:lnTo>
                  <a:pt x="171912" y="54302"/>
                </a:lnTo>
                <a:lnTo>
                  <a:pt x="172039" y="54425"/>
                </a:lnTo>
                <a:lnTo>
                  <a:pt x="172164" y="54552"/>
                </a:lnTo>
                <a:lnTo>
                  <a:pt x="172285" y="54683"/>
                </a:lnTo>
                <a:lnTo>
                  <a:pt x="172404" y="54819"/>
                </a:lnTo>
                <a:lnTo>
                  <a:pt x="172519" y="54959"/>
                </a:lnTo>
                <a:lnTo>
                  <a:pt x="172632" y="55104"/>
                </a:lnTo>
                <a:lnTo>
                  <a:pt x="172741" y="55253"/>
                </a:lnTo>
                <a:lnTo>
                  <a:pt x="172847" y="55406"/>
                </a:lnTo>
                <a:lnTo>
                  <a:pt x="172950" y="55563"/>
                </a:lnTo>
                <a:lnTo>
                  <a:pt x="173050" y="55725"/>
                </a:lnTo>
                <a:lnTo>
                  <a:pt x="173147" y="55891"/>
                </a:lnTo>
                <a:lnTo>
                  <a:pt x="173241" y="56062"/>
                </a:lnTo>
                <a:lnTo>
                  <a:pt x="173332" y="56236"/>
                </a:lnTo>
                <a:lnTo>
                  <a:pt x="173420" y="56415"/>
                </a:lnTo>
                <a:lnTo>
                  <a:pt x="173504" y="56599"/>
                </a:lnTo>
                <a:lnTo>
                  <a:pt x="173586" y="56787"/>
                </a:lnTo>
                <a:lnTo>
                  <a:pt x="173664" y="56979"/>
                </a:lnTo>
                <a:lnTo>
                  <a:pt x="173740" y="57176"/>
                </a:lnTo>
                <a:lnTo>
                  <a:pt x="173812" y="57378"/>
                </a:lnTo>
                <a:lnTo>
                  <a:pt x="173881" y="57586"/>
                </a:lnTo>
                <a:lnTo>
                  <a:pt x="173947" y="57800"/>
                </a:lnTo>
                <a:lnTo>
                  <a:pt x="174009" y="58019"/>
                </a:lnTo>
                <a:lnTo>
                  <a:pt x="174069" y="58244"/>
                </a:lnTo>
                <a:lnTo>
                  <a:pt x="174125" y="58475"/>
                </a:lnTo>
                <a:lnTo>
                  <a:pt x="174178" y="58711"/>
                </a:lnTo>
                <a:lnTo>
                  <a:pt x="174228" y="58953"/>
                </a:lnTo>
                <a:lnTo>
                  <a:pt x="174274" y="59200"/>
                </a:lnTo>
                <a:lnTo>
                  <a:pt x="174318" y="59453"/>
                </a:lnTo>
                <a:lnTo>
                  <a:pt x="174358" y="59711"/>
                </a:lnTo>
                <a:lnTo>
                  <a:pt x="174395" y="59975"/>
                </a:lnTo>
                <a:lnTo>
                  <a:pt x="174428" y="60245"/>
                </a:lnTo>
                <a:lnTo>
                  <a:pt x="174459" y="60520"/>
                </a:lnTo>
                <a:lnTo>
                  <a:pt x="174486" y="60800"/>
                </a:lnTo>
                <a:lnTo>
                  <a:pt x="174510" y="61087"/>
                </a:lnTo>
                <a:lnTo>
                  <a:pt x="174531" y="61379"/>
                </a:lnTo>
                <a:lnTo>
                  <a:pt x="174549" y="61676"/>
                </a:lnTo>
                <a:lnTo>
                  <a:pt x="174563" y="61979"/>
                </a:lnTo>
                <a:lnTo>
                  <a:pt x="174574" y="62288"/>
                </a:lnTo>
                <a:lnTo>
                  <a:pt x="174582" y="62602"/>
                </a:lnTo>
                <a:lnTo>
                  <a:pt x="174587" y="62922"/>
                </a:lnTo>
                <a:lnTo>
                  <a:pt x="174589" y="63247"/>
                </a:lnTo>
                <a:lnTo>
                  <a:pt x="174589" y="70239"/>
                </a:lnTo>
                <a:lnTo>
                  <a:pt x="168401" y="70239"/>
                </a:lnTo>
                <a:lnTo>
                  <a:pt x="167675" y="70242"/>
                </a:lnTo>
                <a:lnTo>
                  <a:pt x="166956" y="70253"/>
                </a:lnTo>
                <a:lnTo>
                  <a:pt x="166246" y="70270"/>
                </a:lnTo>
                <a:lnTo>
                  <a:pt x="165543" y="70295"/>
                </a:lnTo>
                <a:lnTo>
                  <a:pt x="164848" y="70326"/>
                </a:lnTo>
                <a:lnTo>
                  <a:pt x="164161" y="70364"/>
                </a:lnTo>
                <a:lnTo>
                  <a:pt x="163482" y="70410"/>
                </a:lnTo>
                <a:lnTo>
                  <a:pt x="162811" y="70462"/>
                </a:lnTo>
                <a:lnTo>
                  <a:pt x="162147" y="70522"/>
                </a:lnTo>
                <a:lnTo>
                  <a:pt x="161491" y="70588"/>
                </a:lnTo>
                <a:lnTo>
                  <a:pt x="160844" y="70661"/>
                </a:lnTo>
                <a:lnTo>
                  <a:pt x="160203" y="70742"/>
                </a:lnTo>
                <a:lnTo>
                  <a:pt x="159571" y="70829"/>
                </a:lnTo>
                <a:lnTo>
                  <a:pt x="158947" y="70923"/>
                </a:lnTo>
                <a:lnTo>
                  <a:pt x="158330" y="71025"/>
                </a:lnTo>
                <a:lnTo>
                  <a:pt x="157721" y="71133"/>
                </a:lnTo>
                <a:lnTo>
                  <a:pt x="157120" y="71248"/>
                </a:lnTo>
                <a:lnTo>
                  <a:pt x="156527" y="71370"/>
                </a:lnTo>
                <a:lnTo>
                  <a:pt x="155941" y="71500"/>
                </a:lnTo>
                <a:lnTo>
                  <a:pt x="155364" y="71636"/>
                </a:lnTo>
                <a:lnTo>
                  <a:pt x="154794" y="71779"/>
                </a:lnTo>
                <a:lnTo>
                  <a:pt x="154232" y="71929"/>
                </a:lnTo>
                <a:lnTo>
                  <a:pt x="153678" y="72086"/>
                </a:lnTo>
                <a:lnTo>
                  <a:pt x="153131" y="72250"/>
                </a:lnTo>
                <a:lnTo>
                  <a:pt x="152593" y="72421"/>
                </a:lnTo>
                <a:lnTo>
                  <a:pt x="152062" y="72598"/>
                </a:lnTo>
                <a:lnTo>
                  <a:pt x="151539" y="72780"/>
                </a:lnTo>
                <a:lnTo>
                  <a:pt x="151024" y="72969"/>
                </a:lnTo>
                <a:lnTo>
                  <a:pt x="150517" y="73164"/>
                </a:lnTo>
                <a:lnTo>
                  <a:pt x="150017" y="73365"/>
                </a:lnTo>
                <a:lnTo>
                  <a:pt x="149525" y="73571"/>
                </a:lnTo>
                <a:lnTo>
                  <a:pt x="149042" y="73784"/>
                </a:lnTo>
                <a:lnTo>
                  <a:pt x="148566" y="74003"/>
                </a:lnTo>
                <a:lnTo>
                  <a:pt x="148097" y="74228"/>
                </a:lnTo>
                <a:lnTo>
                  <a:pt x="147637" y="74458"/>
                </a:lnTo>
                <a:lnTo>
                  <a:pt x="147184" y="74695"/>
                </a:lnTo>
                <a:lnTo>
                  <a:pt x="146740" y="74938"/>
                </a:lnTo>
                <a:lnTo>
                  <a:pt x="146303" y="75187"/>
                </a:lnTo>
                <a:lnTo>
                  <a:pt x="145873" y="75442"/>
                </a:lnTo>
                <a:lnTo>
                  <a:pt x="145452" y="75703"/>
                </a:lnTo>
                <a:lnTo>
                  <a:pt x="145038" y="75970"/>
                </a:lnTo>
                <a:lnTo>
                  <a:pt x="144633" y="76243"/>
                </a:lnTo>
                <a:lnTo>
                  <a:pt x="144235" y="76522"/>
                </a:lnTo>
                <a:lnTo>
                  <a:pt x="143845" y="76806"/>
                </a:lnTo>
                <a:lnTo>
                  <a:pt x="143462" y="77097"/>
                </a:lnTo>
                <a:lnTo>
                  <a:pt x="143088" y="77394"/>
                </a:lnTo>
                <a:lnTo>
                  <a:pt x="142721" y="77697"/>
                </a:lnTo>
                <a:lnTo>
                  <a:pt x="142362" y="78007"/>
                </a:lnTo>
                <a:lnTo>
                  <a:pt x="142011" y="78321"/>
                </a:lnTo>
                <a:lnTo>
                  <a:pt x="141667" y="78641"/>
                </a:lnTo>
                <a:lnTo>
                  <a:pt x="141331" y="78967"/>
                </a:lnTo>
                <a:lnTo>
                  <a:pt x="141002" y="79299"/>
                </a:lnTo>
                <a:lnTo>
                  <a:pt x="140680" y="79636"/>
                </a:lnTo>
                <a:lnTo>
                  <a:pt x="140366" y="79978"/>
                </a:lnTo>
                <a:lnTo>
                  <a:pt x="140059" y="80326"/>
                </a:lnTo>
                <a:lnTo>
                  <a:pt x="139760" y="80680"/>
                </a:lnTo>
                <a:lnTo>
                  <a:pt x="139467" y="81039"/>
                </a:lnTo>
                <a:lnTo>
                  <a:pt x="139183" y="81404"/>
                </a:lnTo>
                <a:lnTo>
                  <a:pt x="138905" y="81775"/>
                </a:lnTo>
                <a:lnTo>
                  <a:pt x="138636" y="82151"/>
                </a:lnTo>
                <a:lnTo>
                  <a:pt x="138373" y="82533"/>
                </a:lnTo>
                <a:lnTo>
                  <a:pt x="138118" y="82920"/>
                </a:lnTo>
                <a:lnTo>
                  <a:pt x="137870" y="83313"/>
                </a:lnTo>
                <a:lnTo>
                  <a:pt x="137630" y="83711"/>
                </a:lnTo>
                <a:lnTo>
                  <a:pt x="137397" y="84115"/>
                </a:lnTo>
                <a:lnTo>
                  <a:pt x="137171" y="84525"/>
                </a:lnTo>
                <a:lnTo>
                  <a:pt x="136953" y="84940"/>
                </a:lnTo>
                <a:lnTo>
                  <a:pt x="136742" y="85361"/>
                </a:lnTo>
                <a:lnTo>
                  <a:pt x="136539" y="85787"/>
                </a:lnTo>
                <a:lnTo>
                  <a:pt x="136343" y="86220"/>
                </a:lnTo>
                <a:lnTo>
                  <a:pt x="136155" y="86657"/>
                </a:lnTo>
                <a:lnTo>
                  <a:pt x="135973" y="87100"/>
                </a:lnTo>
                <a:lnTo>
                  <a:pt x="135800" y="87548"/>
                </a:lnTo>
                <a:lnTo>
                  <a:pt x="135633" y="88001"/>
                </a:lnTo>
                <a:lnTo>
                  <a:pt x="135474" y="88458"/>
                </a:lnTo>
                <a:lnTo>
                  <a:pt x="135323" y="88919"/>
                </a:lnTo>
                <a:lnTo>
                  <a:pt x="135179" y="89384"/>
                </a:lnTo>
                <a:lnTo>
                  <a:pt x="135042" y="89854"/>
                </a:lnTo>
                <a:lnTo>
                  <a:pt x="134912" y="90328"/>
                </a:lnTo>
                <a:lnTo>
                  <a:pt x="134790" y="90807"/>
                </a:lnTo>
                <a:lnTo>
                  <a:pt x="134676" y="91290"/>
                </a:lnTo>
                <a:lnTo>
                  <a:pt x="134568" y="91777"/>
                </a:lnTo>
                <a:lnTo>
                  <a:pt x="134469" y="92268"/>
                </a:lnTo>
                <a:lnTo>
                  <a:pt x="134376" y="92764"/>
                </a:lnTo>
                <a:lnTo>
                  <a:pt x="134291" y="93264"/>
                </a:lnTo>
                <a:lnTo>
                  <a:pt x="134214" y="93769"/>
                </a:lnTo>
                <a:lnTo>
                  <a:pt x="134143" y="94278"/>
                </a:lnTo>
                <a:lnTo>
                  <a:pt x="134080" y="94791"/>
                </a:lnTo>
                <a:lnTo>
                  <a:pt x="134025" y="95308"/>
                </a:lnTo>
                <a:lnTo>
                  <a:pt x="133977" y="95830"/>
                </a:lnTo>
                <a:lnTo>
                  <a:pt x="133936" y="96356"/>
                </a:lnTo>
                <a:lnTo>
                  <a:pt x="133903" y="96887"/>
                </a:lnTo>
                <a:lnTo>
                  <a:pt x="133877" y="97422"/>
                </a:lnTo>
                <a:lnTo>
                  <a:pt x="133859" y="97961"/>
                </a:lnTo>
                <a:lnTo>
                  <a:pt x="133847" y="98504"/>
                </a:lnTo>
                <a:lnTo>
                  <a:pt x="133844" y="99052"/>
                </a:lnTo>
                <a:lnTo>
                  <a:pt x="133850" y="99712"/>
                </a:lnTo>
                <a:lnTo>
                  <a:pt x="133867" y="100365"/>
                </a:lnTo>
                <a:lnTo>
                  <a:pt x="133896" y="101010"/>
                </a:lnTo>
                <a:lnTo>
                  <a:pt x="133936" y="101647"/>
                </a:lnTo>
                <a:lnTo>
                  <a:pt x="133989" y="102277"/>
                </a:lnTo>
                <a:lnTo>
                  <a:pt x="134052" y="102899"/>
                </a:lnTo>
                <a:lnTo>
                  <a:pt x="134127" y="103514"/>
                </a:lnTo>
                <a:lnTo>
                  <a:pt x="134214" y="104122"/>
                </a:lnTo>
                <a:lnTo>
                  <a:pt x="134313" y="104722"/>
                </a:lnTo>
                <a:lnTo>
                  <a:pt x="134423" y="105314"/>
                </a:lnTo>
                <a:lnTo>
                  <a:pt x="134544" y="105899"/>
                </a:lnTo>
                <a:lnTo>
                  <a:pt x="134678" y="106476"/>
                </a:lnTo>
                <a:lnTo>
                  <a:pt x="134822" y="107045"/>
                </a:lnTo>
                <a:lnTo>
                  <a:pt x="134979" y="107608"/>
                </a:lnTo>
                <a:lnTo>
                  <a:pt x="135147" y="108162"/>
                </a:lnTo>
                <a:lnTo>
                  <a:pt x="135326" y="108709"/>
                </a:lnTo>
                <a:lnTo>
                  <a:pt x="135517" y="109249"/>
                </a:lnTo>
                <a:lnTo>
                  <a:pt x="135720" y="109781"/>
                </a:lnTo>
                <a:lnTo>
                  <a:pt x="135934" y="110305"/>
                </a:lnTo>
                <a:lnTo>
                  <a:pt x="136160" y="110822"/>
                </a:lnTo>
                <a:lnTo>
                  <a:pt x="136397" y="111332"/>
                </a:lnTo>
                <a:lnTo>
                  <a:pt x="136646" y="111833"/>
                </a:lnTo>
                <a:lnTo>
                  <a:pt x="136907" y="112328"/>
                </a:lnTo>
                <a:lnTo>
                  <a:pt x="137179" y="112814"/>
                </a:lnTo>
                <a:lnTo>
                  <a:pt x="137461" y="113293"/>
                </a:lnTo>
                <a:lnTo>
                  <a:pt x="137752" y="113762"/>
                </a:lnTo>
                <a:lnTo>
                  <a:pt x="138051" y="114223"/>
                </a:lnTo>
                <a:lnTo>
                  <a:pt x="138359" y="114674"/>
                </a:lnTo>
                <a:lnTo>
                  <a:pt x="138675" y="115117"/>
                </a:lnTo>
                <a:lnTo>
                  <a:pt x="139000" y="115551"/>
                </a:lnTo>
                <a:lnTo>
                  <a:pt x="139333" y="115975"/>
                </a:lnTo>
                <a:lnTo>
                  <a:pt x="139675" y="116391"/>
                </a:lnTo>
                <a:lnTo>
                  <a:pt x="140025" y="116798"/>
                </a:lnTo>
                <a:lnTo>
                  <a:pt x="140384" y="117196"/>
                </a:lnTo>
                <a:lnTo>
                  <a:pt x="140751" y="117585"/>
                </a:lnTo>
                <a:lnTo>
                  <a:pt x="141127" y="117965"/>
                </a:lnTo>
                <a:lnTo>
                  <a:pt x="141511" y="118336"/>
                </a:lnTo>
                <a:lnTo>
                  <a:pt x="141904" y="118698"/>
                </a:lnTo>
                <a:lnTo>
                  <a:pt x="142305" y="119051"/>
                </a:lnTo>
                <a:lnTo>
                  <a:pt x="142715" y="119395"/>
                </a:lnTo>
                <a:lnTo>
                  <a:pt x="143134" y="119731"/>
                </a:lnTo>
                <a:lnTo>
                  <a:pt x="143560" y="120057"/>
                </a:lnTo>
                <a:lnTo>
                  <a:pt x="143996" y="120375"/>
                </a:lnTo>
                <a:lnTo>
                  <a:pt x="144440" y="120683"/>
                </a:lnTo>
                <a:lnTo>
                  <a:pt x="144892" y="120983"/>
                </a:lnTo>
                <a:lnTo>
                  <a:pt x="145353" y="121273"/>
                </a:lnTo>
                <a:lnTo>
                  <a:pt x="145822" y="121555"/>
                </a:lnTo>
                <a:lnTo>
                  <a:pt x="146300" y="121828"/>
                </a:lnTo>
                <a:lnTo>
                  <a:pt x="146785" y="122091"/>
                </a:lnTo>
                <a:lnTo>
                  <a:pt x="147273" y="122342"/>
                </a:lnTo>
                <a:lnTo>
                  <a:pt x="147766" y="122582"/>
                </a:lnTo>
                <a:lnTo>
                  <a:pt x="148263" y="122812"/>
                </a:lnTo>
                <a:lnTo>
                  <a:pt x="148764" y="123030"/>
                </a:lnTo>
                <a:lnTo>
                  <a:pt x="149269" y="123236"/>
                </a:lnTo>
                <a:lnTo>
                  <a:pt x="149778" y="123432"/>
                </a:lnTo>
                <a:lnTo>
                  <a:pt x="150292" y="123617"/>
                </a:lnTo>
                <a:lnTo>
                  <a:pt x="150810" y="123790"/>
                </a:lnTo>
                <a:lnTo>
                  <a:pt x="151331" y="123952"/>
                </a:lnTo>
                <a:lnTo>
                  <a:pt x="151858" y="124103"/>
                </a:lnTo>
                <a:lnTo>
                  <a:pt x="152388" y="124243"/>
                </a:lnTo>
                <a:lnTo>
                  <a:pt x="152922" y="124371"/>
                </a:lnTo>
                <a:lnTo>
                  <a:pt x="153461" y="124489"/>
                </a:lnTo>
                <a:lnTo>
                  <a:pt x="154004" y="124595"/>
                </a:lnTo>
                <a:lnTo>
                  <a:pt x="154551" y="124690"/>
                </a:lnTo>
                <a:lnTo>
                  <a:pt x="155102" y="124774"/>
                </a:lnTo>
                <a:lnTo>
                  <a:pt x="155658" y="124846"/>
                </a:lnTo>
                <a:lnTo>
                  <a:pt x="156217" y="124908"/>
                </a:lnTo>
                <a:lnTo>
                  <a:pt x="156781" y="124958"/>
                </a:lnTo>
                <a:lnTo>
                  <a:pt x="157349" y="124997"/>
                </a:lnTo>
                <a:lnTo>
                  <a:pt x="157921" y="125025"/>
                </a:lnTo>
                <a:lnTo>
                  <a:pt x="158498" y="125042"/>
                </a:lnTo>
                <a:lnTo>
                  <a:pt x="159078" y="125048"/>
                </a:lnTo>
                <a:lnTo>
                  <a:pt x="159491" y="125045"/>
                </a:lnTo>
                <a:lnTo>
                  <a:pt x="159900" y="125036"/>
                </a:lnTo>
                <a:lnTo>
                  <a:pt x="160303" y="125021"/>
                </a:lnTo>
                <a:lnTo>
                  <a:pt x="160702" y="125000"/>
                </a:lnTo>
                <a:lnTo>
                  <a:pt x="161097" y="124973"/>
                </a:lnTo>
                <a:lnTo>
                  <a:pt x="161487" y="124940"/>
                </a:lnTo>
                <a:lnTo>
                  <a:pt x="161872" y="124901"/>
                </a:lnTo>
                <a:lnTo>
                  <a:pt x="162253" y="124856"/>
                </a:lnTo>
                <a:lnTo>
                  <a:pt x="162629" y="124805"/>
                </a:lnTo>
                <a:lnTo>
                  <a:pt x="163000" y="124748"/>
                </a:lnTo>
                <a:lnTo>
                  <a:pt x="163367" y="124685"/>
                </a:lnTo>
                <a:lnTo>
                  <a:pt x="163729" y="124616"/>
                </a:lnTo>
                <a:lnTo>
                  <a:pt x="164087" y="124541"/>
                </a:lnTo>
                <a:lnTo>
                  <a:pt x="164440" y="124460"/>
                </a:lnTo>
                <a:lnTo>
                  <a:pt x="164789" y="124373"/>
                </a:lnTo>
                <a:lnTo>
                  <a:pt x="165132" y="124280"/>
                </a:lnTo>
                <a:lnTo>
                  <a:pt x="165472" y="124181"/>
                </a:lnTo>
                <a:lnTo>
                  <a:pt x="165806" y="124076"/>
                </a:lnTo>
                <a:lnTo>
                  <a:pt x="166136" y="123965"/>
                </a:lnTo>
                <a:lnTo>
                  <a:pt x="166462" y="123848"/>
                </a:lnTo>
                <a:lnTo>
                  <a:pt x="166783" y="123725"/>
                </a:lnTo>
                <a:lnTo>
                  <a:pt x="167099" y="123596"/>
                </a:lnTo>
                <a:lnTo>
                  <a:pt x="167410" y="123461"/>
                </a:lnTo>
                <a:lnTo>
                  <a:pt x="167718" y="123320"/>
                </a:lnTo>
                <a:lnTo>
                  <a:pt x="168020" y="123174"/>
                </a:lnTo>
                <a:lnTo>
                  <a:pt x="168319" y="123025"/>
                </a:lnTo>
                <a:lnTo>
                  <a:pt x="168613" y="122872"/>
                </a:lnTo>
                <a:lnTo>
                  <a:pt x="168904" y="122716"/>
                </a:lnTo>
                <a:lnTo>
                  <a:pt x="169191" y="122556"/>
                </a:lnTo>
                <a:lnTo>
                  <a:pt x="169473" y="122393"/>
                </a:lnTo>
                <a:lnTo>
                  <a:pt x="169751" y="122226"/>
                </a:lnTo>
                <a:lnTo>
                  <a:pt x="170026" y="122056"/>
                </a:lnTo>
                <a:lnTo>
                  <a:pt x="170296" y="121883"/>
                </a:lnTo>
                <a:lnTo>
                  <a:pt x="170562" y="121705"/>
                </a:lnTo>
                <a:lnTo>
                  <a:pt x="170825" y="121525"/>
                </a:lnTo>
                <a:lnTo>
                  <a:pt x="171083" y="121341"/>
                </a:lnTo>
                <a:lnTo>
                  <a:pt x="171337" y="121153"/>
                </a:lnTo>
                <a:lnTo>
                  <a:pt x="171587" y="120962"/>
                </a:lnTo>
                <a:lnTo>
                  <a:pt x="171833" y="120767"/>
                </a:lnTo>
                <a:lnTo>
                  <a:pt x="172075" y="120569"/>
                </a:lnTo>
                <a:lnTo>
                  <a:pt x="172313" y="120368"/>
                </a:lnTo>
                <a:lnTo>
                  <a:pt x="172547" y="120163"/>
                </a:lnTo>
                <a:lnTo>
                  <a:pt x="172777" y="119954"/>
                </a:lnTo>
                <a:lnTo>
                  <a:pt x="173003" y="119742"/>
                </a:lnTo>
                <a:lnTo>
                  <a:pt x="173224" y="119527"/>
                </a:lnTo>
                <a:lnTo>
                  <a:pt x="173442" y="119308"/>
                </a:lnTo>
                <a:lnTo>
                  <a:pt x="173656" y="119085"/>
                </a:lnTo>
                <a:lnTo>
                  <a:pt x="173865" y="118859"/>
                </a:lnTo>
                <a:lnTo>
                  <a:pt x="174072" y="118631"/>
                </a:lnTo>
                <a:lnTo>
                  <a:pt x="174275" y="118401"/>
                </a:lnTo>
                <a:lnTo>
                  <a:pt x="174475" y="118169"/>
                </a:lnTo>
                <a:lnTo>
                  <a:pt x="174672" y="117935"/>
                </a:lnTo>
                <a:lnTo>
                  <a:pt x="174867" y="117700"/>
                </a:lnTo>
                <a:lnTo>
                  <a:pt x="175058" y="117463"/>
                </a:lnTo>
                <a:lnTo>
                  <a:pt x="175247" y="117225"/>
                </a:lnTo>
                <a:lnTo>
                  <a:pt x="175433" y="116984"/>
                </a:lnTo>
                <a:lnTo>
                  <a:pt x="175615" y="116742"/>
                </a:lnTo>
                <a:lnTo>
                  <a:pt x="175710" y="116614"/>
                </a:lnTo>
                <a:lnTo>
                  <a:pt x="175782" y="116998"/>
                </a:lnTo>
                <a:lnTo>
                  <a:pt x="175862" y="117410"/>
                </a:lnTo>
                <a:close/>
                <a:moveTo>
                  <a:pt x="174398" y="102324"/>
                </a:moveTo>
                <a:lnTo>
                  <a:pt x="174275" y="102500"/>
                </a:lnTo>
                <a:lnTo>
                  <a:pt x="174148" y="102673"/>
                </a:lnTo>
                <a:lnTo>
                  <a:pt x="174015" y="102844"/>
                </a:lnTo>
                <a:lnTo>
                  <a:pt x="173878" y="103014"/>
                </a:lnTo>
                <a:lnTo>
                  <a:pt x="173736" y="103180"/>
                </a:lnTo>
                <a:lnTo>
                  <a:pt x="173589" y="103345"/>
                </a:lnTo>
                <a:lnTo>
                  <a:pt x="173437" y="103508"/>
                </a:lnTo>
                <a:lnTo>
                  <a:pt x="173280" y="103668"/>
                </a:lnTo>
                <a:lnTo>
                  <a:pt x="173118" y="103826"/>
                </a:lnTo>
                <a:lnTo>
                  <a:pt x="172951" y="103981"/>
                </a:lnTo>
                <a:lnTo>
                  <a:pt x="172780" y="104135"/>
                </a:lnTo>
                <a:lnTo>
                  <a:pt x="172603" y="104286"/>
                </a:lnTo>
                <a:lnTo>
                  <a:pt x="172422" y="104435"/>
                </a:lnTo>
                <a:lnTo>
                  <a:pt x="172236" y="104582"/>
                </a:lnTo>
                <a:lnTo>
                  <a:pt x="172045" y="104726"/>
                </a:lnTo>
                <a:lnTo>
                  <a:pt x="171849" y="104868"/>
                </a:lnTo>
                <a:lnTo>
                  <a:pt x="171648" y="105008"/>
                </a:lnTo>
                <a:lnTo>
                  <a:pt x="171442" y="105146"/>
                </a:lnTo>
                <a:lnTo>
                  <a:pt x="171232" y="105282"/>
                </a:lnTo>
                <a:lnTo>
                  <a:pt x="171016" y="105415"/>
                </a:lnTo>
                <a:lnTo>
                  <a:pt x="170796" y="105546"/>
                </a:lnTo>
                <a:lnTo>
                  <a:pt x="170570" y="105675"/>
                </a:lnTo>
                <a:lnTo>
                  <a:pt x="170341" y="105800"/>
                </a:lnTo>
                <a:lnTo>
                  <a:pt x="170108" y="105919"/>
                </a:lnTo>
                <a:lnTo>
                  <a:pt x="169872" y="106034"/>
                </a:lnTo>
                <a:lnTo>
                  <a:pt x="169633" y="106143"/>
                </a:lnTo>
                <a:lnTo>
                  <a:pt x="169390" y="106246"/>
                </a:lnTo>
                <a:lnTo>
                  <a:pt x="169144" y="106345"/>
                </a:lnTo>
                <a:lnTo>
                  <a:pt x="168895" y="106438"/>
                </a:lnTo>
                <a:lnTo>
                  <a:pt x="168642" y="106526"/>
                </a:lnTo>
                <a:lnTo>
                  <a:pt x="168386" y="106608"/>
                </a:lnTo>
                <a:lnTo>
                  <a:pt x="168126" y="106685"/>
                </a:lnTo>
                <a:lnTo>
                  <a:pt x="167863" y="106757"/>
                </a:lnTo>
                <a:lnTo>
                  <a:pt x="167597" y="106824"/>
                </a:lnTo>
                <a:lnTo>
                  <a:pt x="167327" y="106885"/>
                </a:lnTo>
                <a:lnTo>
                  <a:pt x="167054" y="106941"/>
                </a:lnTo>
                <a:lnTo>
                  <a:pt x="166778" y="106991"/>
                </a:lnTo>
                <a:lnTo>
                  <a:pt x="166499" y="107036"/>
                </a:lnTo>
                <a:lnTo>
                  <a:pt x="166216" y="107076"/>
                </a:lnTo>
                <a:lnTo>
                  <a:pt x="165929" y="107111"/>
                </a:lnTo>
                <a:lnTo>
                  <a:pt x="165640" y="107140"/>
                </a:lnTo>
                <a:lnTo>
                  <a:pt x="165347" y="107164"/>
                </a:lnTo>
                <a:lnTo>
                  <a:pt x="165050" y="107183"/>
                </a:lnTo>
                <a:lnTo>
                  <a:pt x="164751" y="107196"/>
                </a:lnTo>
                <a:lnTo>
                  <a:pt x="164448" y="107204"/>
                </a:lnTo>
                <a:lnTo>
                  <a:pt x="164141" y="107207"/>
                </a:lnTo>
                <a:lnTo>
                  <a:pt x="163941" y="107205"/>
                </a:lnTo>
                <a:lnTo>
                  <a:pt x="163744" y="107199"/>
                </a:lnTo>
                <a:lnTo>
                  <a:pt x="163549" y="107189"/>
                </a:lnTo>
                <a:lnTo>
                  <a:pt x="163355" y="107175"/>
                </a:lnTo>
                <a:lnTo>
                  <a:pt x="163165" y="107158"/>
                </a:lnTo>
                <a:lnTo>
                  <a:pt x="162976" y="107136"/>
                </a:lnTo>
                <a:lnTo>
                  <a:pt x="162790" y="107111"/>
                </a:lnTo>
                <a:lnTo>
                  <a:pt x="162605" y="107081"/>
                </a:lnTo>
                <a:lnTo>
                  <a:pt x="162423" y="107048"/>
                </a:lnTo>
                <a:lnTo>
                  <a:pt x="162244" y="107011"/>
                </a:lnTo>
                <a:lnTo>
                  <a:pt x="162066" y="106970"/>
                </a:lnTo>
                <a:lnTo>
                  <a:pt x="161891" y="106925"/>
                </a:lnTo>
                <a:lnTo>
                  <a:pt x="161718" y="106876"/>
                </a:lnTo>
                <a:lnTo>
                  <a:pt x="161547" y="106823"/>
                </a:lnTo>
                <a:lnTo>
                  <a:pt x="161379" y="106766"/>
                </a:lnTo>
                <a:lnTo>
                  <a:pt x="161212" y="106705"/>
                </a:lnTo>
                <a:lnTo>
                  <a:pt x="161048" y="106641"/>
                </a:lnTo>
                <a:lnTo>
                  <a:pt x="160887" y="106572"/>
                </a:lnTo>
                <a:lnTo>
                  <a:pt x="160727" y="106500"/>
                </a:lnTo>
                <a:lnTo>
                  <a:pt x="160570" y="106423"/>
                </a:lnTo>
                <a:lnTo>
                  <a:pt x="160414" y="106343"/>
                </a:lnTo>
                <a:lnTo>
                  <a:pt x="160261" y="106259"/>
                </a:lnTo>
                <a:lnTo>
                  <a:pt x="160111" y="106171"/>
                </a:lnTo>
                <a:lnTo>
                  <a:pt x="159962" y="106079"/>
                </a:lnTo>
                <a:lnTo>
                  <a:pt x="159817" y="105983"/>
                </a:lnTo>
                <a:lnTo>
                  <a:pt x="159674" y="105883"/>
                </a:lnTo>
                <a:lnTo>
                  <a:pt x="159534" y="105780"/>
                </a:lnTo>
                <a:lnTo>
                  <a:pt x="159398" y="105673"/>
                </a:lnTo>
                <a:lnTo>
                  <a:pt x="159264" y="105563"/>
                </a:lnTo>
                <a:lnTo>
                  <a:pt x="159134" y="105448"/>
                </a:lnTo>
                <a:lnTo>
                  <a:pt x="159006" y="105331"/>
                </a:lnTo>
                <a:lnTo>
                  <a:pt x="158882" y="105209"/>
                </a:lnTo>
                <a:lnTo>
                  <a:pt x="158761" y="105084"/>
                </a:lnTo>
                <a:lnTo>
                  <a:pt x="158642" y="104955"/>
                </a:lnTo>
                <a:lnTo>
                  <a:pt x="158527" y="104823"/>
                </a:lnTo>
                <a:lnTo>
                  <a:pt x="158415" y="104687"/>
                </a:lnTo>
                <a:lnTo>
                  <a:pt x="158306" y="104547"/>
                </a:lnTo>
                <a:lnTo>
                  <a:pt x="158200" y="104404"/>
                </a:lnTo>
                <a:lnTo>
                  <a:pt x="158098" y="104257"/>
                </a:lnTo>
                <a:lnTo>
                  <a:pt x="157998" y="104107"/>
                </a:lnTo>
                <a:lnTo>
                  <a:pt x="157901" y="103952"/>
                </a:lnTo>
                <a:lnTo>
                  <a:pt x="157808" y="103795"/>
                </a:lnTo>
                <a:lnTo>
                  <a:pt x="157717" y="103633"/>
                </a:lnTo>
                <a:lnTo>
                  <a:pt x="157629" y="103468"/>
                </a:lnTo>
                <a:lnTo>
                  <a:pt x="157545" y="103299"/>
                </a:lnTo>
                <a:lnTo>
                  <a:pt x="157464" y="103127"/>
                </a:lnTo>
                <a:lnTo>
                  <a:pt x="157385" y="102951"/>
                </a:lnTo>
                <a:lnTo>
                  <a:pt x="157310" y="102771"/>
                </a:lnTo>
                <a:lnTo>
                  <a:pt x="157238" y="102588"/>
                </a:lnTo>
                <a:lnTo>
                  <a:pt x="157169" y="102402"/>
                </a:lnTo>
                <a:lnTo>
                  <a:pt x="157103" y="102212"/>
                </a:lnTo>
                <a:lnTo>
                  <a:pt x="157040" y="102019"/>
                </a:lnTo>
                <a:lnTo>
                  <a:pt x="156980" y="101822"/>
                </a:lnTo>
                <a:lnTo>
                  <a:pt x="156924" y="101622"/>
                </a:lnTo>
                <a:lnTo>
                  <a:pt x="156870" y="101419"/>
                </a:lnTo>
                <a:lnTo>
                  <a:pt x="156819" y="101212"/>
                </a:lnTo>
                <a:lnTo>
                  <a:pt x="156772" y="101002"/>
                </a:lnTo>
                <a:lnTo>
                  <a:pt x="156727" y="100789"/>
                </a:lnTo>
                <a:lnTo>
                  <a:pt x="156686" y="100572"/>
                </a:lnTo>
                <a:lnTo>
                  <a:pt x="156647" y="100352"/>
                </a:lnTo>
                <a:lnTo>
                  <a:pt x="156612" y="100129"/>
                </a:lnTo>
                <a:lnTo>
                  <a:pt x="156580" y="99902"/>
                </a:lnTo>
                <a:lnTo>
                  <a:pt x="156551" y="99672"/>
                </a:lnTo>
                <a:lnTo>
                  <a:pt x="156524" y="99439"/>
                </a:lnTo>
                <a:lnTo>
                  <a:pt x="156501" y="99202"/>
                </a:lnTo>
                <a:lnTo>
                  <a:pt x="156482" y="98961"/>
                </a:lnTo>
                <a:lnTo>
                  <a:pt x="156465" y="98718"/>
                </a:lnTo>
                <a:lnTo>
                  <a:pt x="156451" y="98471"/>
                </a:lnTo>
                <a:lnTo>
                  <a:pt x="156440" y="98221"/>
                </a:lnTo>
                <a:lnTo>
                  <a:pt x="156432" y="97967"/>
                </a:lnTo>
                <a:lnTo>
                  <a:pt x="156428" y="97710"/>
                </a:lnTo>
                <a:lnTo>
                  <a:pt x="156426" y="97450"/>
                </a:lnTo>
                <a:lnTo>
                  <a:pt x="156428" y="97215"/>
                </a:lnTo>
                <a:lnTo>
                  <a:pt x="156432" y="96982"/>
                </a:lnTo>
                <a:lnTo>
                  <a:pt x="156438" y="96749"/>
                </a:lnTo>
                <a:lnTo>
                  <a:pt x="156447" y="96518"/>
                </a:lnTo>
                <a:lnTo>
                  <a:pt x="156459" y="96288"/>
                </a:lnTo>
                <a:lnTo>
                  <a:pt x="156474" y="96059"/>
                </a:lnTo>
                <a:lnTo>
                  <a:pt x="156491" y="95831"/>
                </a:lnTo>
                <a:lnTo>
                  <a:pt x="156511" y="95604"/>
                </a:lnTo>
                <a:lnTo>
                  <a:pt x="156534" y="95378"/>
                </a:lnTo>
                <a:lnTo>
                  <a:pt x="156559" y="95154"/>
                </a:lnTo>
                <a:lnTo>
                  <a:pt x="156587" y="94930"/>
                </a:lnTo>
                <a:lnTo>
                  <a:pt x="156617" y="94708"/>
                </a:lnTo>
                <a:lnTo>
                  <a:pt x="156650" y="94487"/>
                </a:lnTo>
                <a:lnTo>
                  <a:pt x="156686" y="94267"/>
                </a:lnTo>
                <a:lnTo>
                  <a:pt x="156724" y="94048"/>
                </a:lnTo>
                <a:lnTo>
                  <a:pt x="156766" y="93830"/>
                </a:lnTo>
                <a:lnTo>
                  <a:pt x="156809" y="93613"/>
                </a:lnTo>
                <a:lnTo>
                  <a:pt x="156856" y="93398"/>
                </a:lnTo>
                <a:lnTo>
                  <a:pt x="156905" y="93183"/>
                </a:lnTo>
                <a:lnTo>
                  <a:pt x="156956" y="92970"/>
                </a:lnTo>
                <a:lnTo>
                  <a:pt x="157011" y="92758"/>
                </a:lnTo>
                <a:lnTo>
                  <a:pt x="157068" y="92547"/>
                </a:lnTo>
                <a:lnTo>
                  <a:pt x="157127" y="92337"/>
                </a:lnTo>
                <a:lnTo>
                  <a:pt x="157190" y="92128"/>
                </a:lnTo>
                <a:lnTo>
                  <a:pt x="157255" y="91921"/>
                </a:lnTo>
                <a:lnTo>
                  <a:pt x="157323" y="91715"/>
                </a:lnTo>
                <a:lnTo>
                  <a:pt x="157394" y="91512"/>
                </a:lnTo>
                <a:lnTo>
                  <a:pt x="157468" y="91311"/>
                </a:lnTo>
                <a:lnTo>
                  <a:pt x="157544" y="91112"/>
                </a:lnTo>
                <a:lnTo>
                  <a:pt x="157624" y="90915"/>
                </a:lnTo>
                <a:lnTo>
                  <a:pt x="157707" y="90721"/>
                </a:lnTo>
                <a:lnTo>
                  <a:pt x="157792" y="90528"/>
                </a:lnTo>
                <a:lnTo>
                  <a:pt x="157881" y="90338"/>
                </a:lnTo>
                <a:lnTo>
                  <a:pt x="157972" y="90149"/>
                </a:lnTo>
                <a:lnTo>
                  <a:pt x="158067" y="89963"/>
                </a:lnTo>
                <a:lnTo>
                  <a:pt x="158164" y="89779"/>
                </a:lnTo>
                <a:lnTo>
                  <a:pt x="158264" y="89597"/>
                </a:lnTo>
                <a:lnTo>
                  <a:pt x="158368" y="89417"/>
                </a:lnTo>
                <a:lnTo>
                  <a:pt x="158474" y="89239"/>
                </a:lnTo>
                <a:lnTo>
                  <a:pt x="158583" y="89063"/>
                </a:lnTo>
                <a:lnTo>
                  <a:pt x="158695" y="88889"/>
                </a:lnTo>
                <a:lnTo>
                  <a:pt x="158810" y="88718"/>
                </a:lnTo>
                <a:lnTo>
                  <a:pt x="158927" y="88549"/>
                </a:lnTo>
                <a:lnTo>
                  <a:pt x="159048" y="88381"/>
                </a:lnTo>
                <a:lnTo>
                  <a:pt x="159172" y="88216"/>
                </a:lnTo>
                <a:lnTo>
                  <a:pt x="159298" y="88053"/>
                </a:lnTo>
                <a:lnTo>
                  <a:pt x="159428" y="87892"/>
                </a:lnTo>
                <a:lnTo>
                  <a:pt x="159560" y="87733"/>
                </a:lnTo>
                <a:lnTo>
                  <a:pt x="159696" y="87577"/>
                </a:lnTo>
                <a:lnTo>
                  <a:pt x="159834" y="87423"/>
                </a:lnTo>
                <a:lnTo>
                  <a:pt x="159974" y="87272"/>
                </a:lnTo>
                <a:lnTo>
                  <a:pt x="160117" y="87125"/>
                </a:lnTo>
                <a:lnTo>
                  <a:pt x="160263" y="86980"/>
                </a:lnTo>
                <a:lnTo>
                  <a:pt x="160412" y="86838"/>
                </a:lnTo>
                <a:lnTo>
                  <a:pt x="160563" y="86699"/>
                </a:lnTo>
                <a:lnTo>
                  <a:pt x="160717" y="86563"/>
                </a:lnTo>
                <a:lnTo>
                  <a:pt x="160873" y="86430"/>
                </a:lnTo>
                <a:lnTo>
                  <a:pt x="161032" y="86300"/>
                </a:lnTo>
                <a:lnTo>
                  <a:pt x="161194" y="86173"/>
                </a:lnTo>
                <a:lnTo>
                  <a:pt x="161359" y="86049"/>
                </a:lnTo>
                <a:lnTo>
                  <a:pt x="161526" y="85928"/>
                </a:lnTo>
                <a:lnTo>
                  <a:pt x="161695" y="85810"/>
                </a:lnTo>
                <a:lnTo>
                  <a:pt x="161868" y="85695"/>
                </a:lnTo>
                <a:lnTo>
                  <a:pt x="162043" y="85582"/>
                </a:lnTo>
                <a:lnTo>
                  <a:pt x="162221" y="85473"/>
                </a:lnTo>
                <a:lnTo>
                  <a:pt x="162401" y="85366"/>
                </a:lnTo>
                <a:lnTo>
                  <a:pt x="162584" y="85263"/>
                </a:lnTo>
                <a:lnTo>
                  <a:pt x="162769" y="85162"/>
                </a:lnTo>
                <a:lnTo>
                  <a:pt x="162958" y="85065"/>
                </a:lnTo>
                <a:lnTo>
                  <a:pt x="163149" y="84970"/>
                </a:lnTo>
                <a:lnTo>
                  <a:pt x="163342" y="84879"/>
                </a:lnTo>
                <a:lnTo>
                  <a:pt x="163539" y="84790"/>
                </a:lnTo>
                <a:lnTo>
                  <a:pt x="163738" y="84704"/>
                </a:lnTo>
                <a:lnTo>
                  <a:pt x="163940" y="84622"/>
                </a:lnTo>
                <a:lnTo>
                  <a:pt x="164144" y="84544"/>
                </a:lnTo>
                <a:lnTo>
                  <a:pt x="164352" y="84469"/>
                </a:lnTo>
                <a:lnTo>
                  <a:pt x="164563" y="84398"/>
                </a:lnTo>
                <a:lnTo>
                  <a:pt x="164777" y="84331"/>
                </a:lnTo>
                <a:lnTo>
                  <a:pt x="164993" y="84267"/>
                </a:lnTo>
                <a:lnTo>
                  <a:pt x="165213" y="84207"/>
                </a:lnTo>
                <a:lnTo>
                  <a:pt x="165435" y="84150"/>
                </a:lnTo>
                <a:lnTo>
                  <a:pt x="165661" y="84097"/>
                </a:lnTo>
                <a:lnTo>
                  <a:pt x="165889" y="84048"/>
                </a:lnTo>
                <a:lnTo>
                  <a:pt x="166120" y="84002"/>
                </a:lnTo>
                <a:lnTo>
                  <a:pt x="166354" y="83961"/>
                </a:lnTo>
                <a:lnTo>
                  <a:pt x="166592" y="83922"/>
                </a:lnTo>
                <a:lnTo>
                  <a:pt x="166832" y="83888"/>
                </a:lnTo>
                <a:lnTo>
                  <a:pt x="167075" y="83857"/>
                </a:lnTo>
                <a:lnTo>
                  <a:pt x="167320" y="83829"/>
                </a:lnTo>
                <a:lnTo>
                  <a:pt x="167569" y="83806"/>
                </a:lnTo>
                <a:lnTo>
                  <a:pt x="167821" y="83786"/>
                </a:lnTo>
                <a:lnTo>
                  <a:pt x="168076" y="83769"/>
                </a:lnTo>
                <a:lnTo>
                  <a:pt x="168333" y="83756"/>
                </a:lnTo>
                <a:lnTo>
                  <a:pt x="168594" y="83747"/>
                </a:lnTo>
                <a:lnTo>
                  <a:pt x="168857" y="83742"/>
                </a:lnTo>
                <a:lnTo>
                  <a:pt x="169124" y="83740"/>
                </a:lnTo>
                <a:lnTo>
                  <a:pt x="174589" y="83740"/>
                </a:lnTo>
                <a:lnTo>
                  <a:pt x="174589" y="102029"/>
                </a:lnTo>
                <a:lnTo>
                  <a:pt x="174516" y="102146"/>
                </a:lnTo>
                <a:lnTo>
                  <a:pt x="174398" y="102324"/>
                </a:lnTo>
                <a:close/>
                <a:moveTo>
                  <a:pt x="442587" y="74578"/>
                </a:moveTo>
                <a:lnTo>
                  <a:pt x="442561" y="73739"/>
                </a:lnTo>
                <a:lnTo>
                  <a:pt x="442529" y="72909"/>
                </a:lnTo>
                <a:lnTo>
                  <a:pt x="442489" y="72087"/>
                </a:lnTo>
                <a:lnTo>
                  <a:pt x="442442" y="71275"/>
                </a:lnTo>
                <a:lnTo>
                  <a:pt x="442387" y="70471"/>
                </a:lnTo>
                <a:lnTo>
                  <a:pt x="442326" y="69676"/>
                </a:lnTo>
                <a:lnTo>
                  <a:pt x="442257" y="68890"/>
                </a:lnTo>
                <a:lnTo>
                  <a:pt x="442180" y="68114"/>
                </a:lnTo>
                <a:lnTo>
                  <a:pt x="442097" y="67346"/>
                </a:lnTo>
                <a:lnTo>
                  <a:pt x="442006" y="66587"/>
                </a:lnTo>
                <a:lnTo>
                  <a:pt x="441908" y="65837"/>
                </a:lnTo>
                <a:lnTo>
                  <a:pt x="441803" y="65095"/>
                </a:lnTo>
                <a:lnTo>
                  <a:pt x="441691" y="64363"/>
                </a:lnTo>
                <a:lnTo>
                  <a:pt x="441571" y="63640"/>
                </a:lnTo>
                <a:lnTo>
                  <a:pt x="441444" y="62926"/>
                </a:lnTo>
                <a:lnTo>
                  <a:pt x="441310" y="62220"/>
                </a:lnTo>
                <a:lnTo>
                  <a:pt x="441168" y="61524"/>
                </a:lnTo>
                <a:lnTo>
                  <a:pt x="441020" y="60836"/>
                </a:lnTo>
                <a:lnTo>
                  <a:pt x="440864" y="60157"/>
                </a:lnTo>
                <a:lnTo>
                  <a:pt x="440700" y="59488"/>
                </a:lnTo>
                <a:lnTo>
                  <a:pt x="440530" y="58827"/>
                </a:lnTo>
                <a:lnTo>
                  <a:pt x="440352" y="58175"/>
                </a:lnTo>
                <a:lnTo>
                  <a:pt x="440168" y="57532"/>
                </a:lnTo>
                <a:lnTo>
                  <a:pt x="439976" y="56898"/>
                </a:lnTo>
                <a:lnTo>
                  <a:pt x="439778" y="56272"/>
                </a:lnTo>
                <a:lnTo>
                  <a:pt x="439572" y="55655"/>
                </a:lnTo>
                <a:lnTo>
                  <a:pt x="439360" y="55047"/>
                </a:lnTo>
                <a:lnTo>
                  <a:pt x="439140" y="54448"/>
                </a:lnTo>
                <a:lnTo>
                  <a:pt x="438914" y="53858"/>
                </a:lnTo>
                <a:lnTo>
                  <a:pt x="438680" y="53276"/>
                </a:lnTo>
                <a:lnTo>
                  <a:pt x="438440" y="52703"/>
                </a:lnTo>
                <a:lnTo>
                  <a:pt x="438193" y="52139"/>
                </a:lnTo>
                <a:lnTo>
                  <a:pt x="437938" y="51584"/>
                </a:lnTo>
                <a:lnTo>
                  <a:pt x="437677" y="51038"/>
                </a:lnTo>
                <a:lnTo>
                  <a:pt x="437409" y="50500"/>
                </a:lnTo>
                <a:lnTo>
                  <a:pt x="437133" y="49971"/>
                </a:lnTo>
                <a:lnTo>
                  <a:pt x="436851" y="49451"/>
                </a:lnTo>
                <a:lnTo>
                  <a:pt x="436562" y="48940"/>
                </a:lnTo>
                <a:lnTo>
                  <a:pt x="436266" y="48437"/>
                </a:lnTo>
                <a:lnTo>
                  <a:pt x="435962" y="47944"/>
                </a:lnTo>
                <a:lnTo>
                  <a:pt x="435652" y="47459"/>
                </a:lnTo>
                <a:lnTo>
                  <a:pt x="435335" y="46983"/>
                </a:lnTo>
                <a:lnTo>
                  <a:pt x="435011" y="46515"/>
                </a:lnTo>
                <a:lnTo>
                  <a:pt x="434680" y="46057"/>
                </a:lnTo>
                <a:lnTo>
                  <a:pt x="434342" y="45607"/>
                </a:lnTo>
                <a:lnTo>
                  <a:pt x="433997" y="45166"/>
                </a:lnTo>
                <a:lnTo>
                  <a:pt x="433644" y="44735"/>
                </a:lnTo>
                <a:lnTo>
                  <a:pt x="433284" y="44312"/>
                </a:lnTo>
                <a:lnTo>
                  <a:pt x="432916" y="43899"/>
                </a:lnTo>
                <a:lnTo>
                  <a:pt x="432542" y="43495"/>
                </a:lnTo>
                <a:lnTo>
                  <a:pt x="432159" y="43101"/>
                </a:lnTo>
                <a:lnTo>
                  <a:pt x="431770" y="42715"/>
                </a:lnTo>
                <a:lnTo>
                  <a:pt x="431373" y="42339"/>
                </a:lnTo>
                <a:lnTo>
                  <a:pt x="430968" y="41972"/>
                </a:lnTo>
                <a:lnTo>
                  <a:pt x="430557" y="41614"/>
                </a:lnTo>
                <a:lnTo>
                  <a:pt x="430137" y="41265"/>
                </a:lnTo>
                <a:lnTo>
                  <a:pt x="429711" y="40926"/>
                </a:lnTo>
                <a:lnTo>
                  <a:pt x="429277" y="40595"/>
                </a:lnTo>
                <a:lnTo>
                  <a:pt x="428835" y="40274"/>
                </a:lnTo>
                <a:lnTo>
                  <a:pt x="428387" y="39963"/>
                </a:lnTo>
                <a:lnTo>
                  <a:pt x="427931" y="39660"/>
                </a:lnTo>
                <a:lnTo>
                  <a:pt x="427467" y="39367"/>
                </a:lnTo>
                <a:lnTo>
                  <a:pt x="426996" y="39082"/>
                </a:lnTo>
                <a:lnTo>
                  <a:pt x="426518" y="38807"/>
                </a:lnTo>
                <a:lnTo>
                  <a:pt x="426032" y="38542"/>
                </a:lnTo>
                <a:lnTo>
                  <a:pt x="425539" y="38285"/>
                </a:lnTo>
                <a:lnTo>
                  <a:pt x="425038" y="38038"/>
                </a:lnTo>
                <a:lnTo>
                  <a:pt x="424530" y="37799"/>
                </a:lnTo>
                <a:lnTo>
                  <a:pt x="424015" y="37571"/>
                </a:lnTo>
                <a:lnTo>
                  <a:pt x="423493" y="37351"/>
                </a:lnTo>
                <a:lnTo>
                  <a:pt x="422963" y="37141"/>
                </a:lnTo>
                <a:lnTo>
                  <a:pt x="422427" y="36940"/>
                </a:lnTo>
                <a:lnTo>
                  <a:pt x="421884" y="36748"/>
                </a:lnTo>
                <a:lnTo>
                  <a:pt x="421334" y="36566"/>
                </a:lnTo>
                <a:lnTo>
                  <a:pt x="420778" y="36393"/>
                </a:lnTo>
                <a:lnTo>
                  <a:pt x="420214" y="36229"/>
                </a:lnTo>
                <a:lnTo>
                  <a:pt x="419644" y="36075"/>
                </a:lnTo>
                <a:lnTo>
                  <a:pt x="419067" y="35930"/>
                </a:lnTo>
                <a:lnTo>
                  <a:pt x="418483" y="35794"/>
                </a:lnTo>
                <a:lnTo>
                  <a:pt x="417892" y="35668"/>
                </a:lnTo>
                <a:lnTo>
                  <a:pt x="417294" y="35551"/>
                </a:lnTo>
                <a:lnTo>
                  <a:pt x="416690" y="35444"/>
                </a:lnTo>
                <a:lnTo>
                  <a:pt x="416079" y="35346"/>
                </a:lnTo>
                <a:lnTo>
                  <a:pt x="415461" y="35257"/>
                </a:lnTo>
                <a:lnTo>
                  <a:pt x="414836" y="35177"/>
                </a:lnTo>
                <a:lnTo>
                  <a:pt x="414204" y="35107"/>
                </a:lnTo>
                <a:lnTo>
                  <a:pt x="413565" y="35047"/>
                </a:lnTo>
                <a:lnTo>
                  <a:pt x="412920" y="34995"/>
                </a:lnTo>
                <a:lnTo>
                  <a:pt x="412267" y="34953"/>
                </a:lnTo>
                <a:lnTo>
                  <a:pt x="411608" y="34920"/>
                </a:lnTo>
                <a:lnTo>
                  <a:pt x="410942" y="34897"/>
                </a:lnTo>
                <a:lnTo>
                  <a:pt x="410269" y="34883"/>
                </a:lnTo>
                <a:lnTo>
                  <a:pt x="409590" y="34878"/>
                </a:lnTo>
                <a:lnTo>
                  <a:pt x="408909" y="34883"/>
                </a:lnTo>
                <a:lnTo>
                  <a:pt x="408235" y="34897"/>
                </a:lnTo>
                <a:lnTo>
                  <a:pt x="407567" y="34920"/>
                </a:lnTo>
                <a:lnTo>
                  <a:pt x="406905" y="34953"/>
                </a:lnTo>
                <a:lnTo>
                  <a:pt x="406249" y="34995"/>
                </a:lnTo>
                <a:lnTo>
                  <a:pt x="405599" y="35047"/>
                </a:lnTo>
                <a:lnTo>
                  <a:pt x="404955" y="35107"/>
                </a:lnTo>
                <a:lnTo>
                  <a:pt x="404317" y="35177"/>
                </a:lnTo>
                <a:lnTo>
                  <a:pt x="403685" y="35257"/>
                </a:lnTo>
                <a:lnTo>
                  <a:pt x="403058" y="35346"/>
                </a:lnTo>
                <a:lnTo>
                  <a:pt x="402438" y="35444"/>
                </a:lnTo>
                <a:lnTo>
                  <a:pt x="401824" y="35551"/>
                </a:lnTo>
                <a:lnTo>
                  <a:pt x="401216" y="35668"/>
                </a:lnTo>
                <a:lnTo>
                  <a:pt x="400614" y="35794"/>
                </a:lnTo>
                <a:lnTo>
                  <a:pt x="400018" y="35930"/>
                </a:lnTo>
                <a:lnTo>
                  <a:pt x="399428" y="36075"/>
                </a:lnTo>
                <a:lnTo>
                  <a:pt x="398844" y="36229"/>
                </a:lnTo>
                <a:lnTo>
                  <a:pt x="398266" y="36393"/>
                </a:lnTo>
                <a:lnTo>
                  <a:pt x="397694" y="36566"/>
                </a:lnTo>
                <a:lnTo>
                  <a:pt x="397127" y="36748"/>
                </a:lnTo>
                <a:lnTo>
                  <a:pt x="396567" y="36940"/>
                </a:lnTo>
                <a:lnTo>
                  <a:pt x="396013" y="37141"/>
                </a:lnTo>
                <a:lnTo>
                  <a:pt x="395465" y="37351"/>
                </a:lnTo>
                <a:lnTo>
                  <a:pt x="394923" y="37571"/>
                </a:lnTo>
                <a:lnTo>
                  <a:pt x="394387" y="37800"/>
                </a:lnTo>
                <a:lnTo>
                  <a:pt x="393859" y="38038"/>
                </a:lnTo>
                <a:lnTo>
                  <a:pt x="393338" y="38287"/>
                </a:lnTo>
                <a:lnTo>
                  <a:pt x="392823" y="38545"/>
                </a:lnTo>
                <a:lnTo>
                  <a:pt x="392316" y="38813"/>
                </a:lnTo>
                <a:lnTo>
                  <a:pt x="391816" y="39090"/>
                </a:lnTo>
                <a:lnTo>
                  <a:pt x="391323" y="39377"/>
                </a:lnTo>
                <a:lnTo>
                  <a:pt x="390838" y="39673"/>
                </a:lnTo>
                <a:lnTo>
                  <a:pt x="390359" y="39980"/>
                </a:lnTo>
                <a:lnTo>
                  <a:pt x="389888" y="40295"/>
                </a:lnTo>
                <a:lnTo>
                  <a:pt x="389423" y="40621"/>
                </a:lnTo>
                <a:lnTo>
                  <a:pt x="388966" y="40956"/>
                </a:lnTo>
                <a:lnTo>
                  <a:pt x="388516" y="41301"/>
                </a:lnTo>
                <a:lnTo>
                  <a:pt x="388073" y="41655"/>
                </a:lnTo>
                <a:lnTo>
                  <a:pt x="387637" y="42019"/>
                </a:lnTo>
                <a:lnTo>
                  <a:pt x="387208" y="42392"/>
                </a:lnTo>
                <a:lnTo>
                  <a:pt x="386786" y="42776"/>
                </a:lnTo>
                <a:lnTo>
                  <a:pt x="386372" y="43168"/>
                </a:lnTo>
                <a:lnTo>
                  <a:pt x="385964" y="43571"/>
                </a:lnTo>
                <a:lnTo>
                  <a:pt x="385564" y="43983"/>
                </a:lnTo>
                <a:lnTo>
                  <a:pt x="385171" y="44405"/>
                </a:lnTo>
                <a:lnTo>
                  <a:pt x="384784" y="44836"/>
                </a:lnTo>
                <a:lnTo>
                  <a:pt x="384405" y="45277"/>
                </a:lnTo>
                <a:lnTo>
                  <a:pt x="384034" y="45728"/>
                </a:lnTo>
                <a:lnTo>
                  <a:pt x="383669" y="46187"/>
                </a:lnTo>
                <a:lnTo>
                  <a:pt x="383311" y="46656"/>
                </a:lnTo>
                <a:lnTo>
                  <a:pt x="382960" y="47133"/>
                </a:lnTo>
                <a:lnTo>
                  <a:pt x="382616" y="47619"/>
                </a:lnTo>
                <a:lnTo>
                  <a:pt x="382279" y="48114"/>
                </a:lnTo>
                <a:lnTo>
                  <a:pt x="381949" y="48618"/>
                </a:lnTo>
                <a:lnTo>
                  <a:pt x="381626" y="49131"/>
                </a:lnTo>
                <a:lnTo>
                  <a:pt x="381310" y="49652"/>
                </a:lnTo>
                <a:lnTo>
                  <a:pt x="381001" y="50182"/>
                </a:lnTo>
                <a:lnTo>
                  <a:pt x="380699" y="50721"/>
                </a:lnTo>
                <a:lnTo>
                  <a:pt x="380404" y="51269"/>
                </a:lnTo>
                <a:lnTo>
                  <a:pt x="380116" y="51825"/>
                </a:lnTo>
                <a:lnTo>
                  <a:pt x="379835" y="52390"/>
                </a:lnTo>
                <a:lnTo>
                  <a:pt x="379560" y="52965"/>
                </a:lnTo>
                <a:lnTo>
                  <a:pt x="379293" y="53547"/>
                </a:lnTo>
                <a:lnTo>
                  <a:pt x="379033" y="54139"/>
                </a:lnTo>
                <a:lnTo>
                  <a:pt x="378780" y="54739"/>
                </a:lnTo>
                <a:lnTo>
                  <a:pt x="378534" y="55349"/>
                </a:lnTo>
                <a:lnTo>
                  <a:pt x="378294" y="55967"/>
                </a:lnTo>
                <a:lnTo>
                  <a:pt x="378062" y="56594"/>
                </a:lnTo>
                <a:lnTo>
                  <a:pt x="377837" y="57229"/>
                </a:lnTo>
                <a:lnTo>
                  <a:pt x="377618" y="57873"/>
                </a:lnTo>
                <a:lnTo>
                  <a:pt x="377407" y="58527"/>
                </a:lnTo>
                <a:lnTo>
                  <a:pt x="377203" y="59189"/>
                </a:lnTo>
                <a:lnTo>
                  <a:pt x="377006" y="59860"/>
                </a:lnTo>
                <a:lnTo>
                  <a:pt x="376817" y="60539"/>
                </a:lnTo>
                <a:lnTo>
                  <a:pt x="376637" y="61229"/>
                </a:lnTo>
                <a:lnTo>
                  <a:pt x="376466" y="61927"/>
                </a:lnTo>
                <a:lnTo>
                  <a:pt x="376303" y="62634"/>
                </a:lnTo>
                <a:lnTo>
                  <a:pt x="376148" y="63350"/>
                </a:lnTo>
                <a:lnTo>
                  <a:pt x="376001" y="64075"/>
                </a:lnTo>
                <a:lnTo>
                  <a:pt x="375863" y="64810"/>
                </a:lnTo>
                <a:lnTo>
                  <a:pt x="375733" y="65553"/>
                </a:lnTo>
                <a:lnTo>
                  <a:pt x="375612" y="66306"/>
                </a:lnTo>
                <a:lnTo>
                  <a:pt x="375499" y="67067"/>
                </a:lnTo>
                <a:lnTo>
                  <a:pt x="375394" y="67838"/>
                </a:lnTo>
                <a:lnTo>
                  <a:pt x="375298" y="68618"/>
                </a:lnTo>
                <a:lnTo>
                  <a:pt x="375210" y="69406"/>
                </a:lnTo>
                <a:lnTo>
                  <a:pt x="375131" y="70204"/>
                </a:lnTo>
                <a:lnTo>
                  <a:pt x="375059" y="71011"/>
                </a:lnTo>
                <a:lnTo>
                  <a:pt x="374997" y="71827"/>
                </a:lnTo>
                <a:lnTo>
                  <a:pt x="374942" y="72652"/>
                </a:lnTo>
                <a:lnTo>
                  <a:pt x="374896" y="73486"/>
                </a:lnTo>
                <a:lnTo>
                  <a:pt x="374859" y="74330"/>
                </a:lnTo>
                <a:lnTo>
                  <a:pt x="374829" y="75182"/>
                </a:lnTo>
                <a:lnTo>
                  <a:pt x="374808" y="76043"/>
                </a:lnTo>
                <a:lnTo>
                  <a:pt x="374796" y="76914"/>
                </a:lnTo>
                <a:lnTo>
                  <a:pt x="374792" y="77793"/>
                </a:lnTo>
                <a:lnTo>
                  <a:pt x="374792" y="84946"/>
                </a:lnTo>
                <a:lnTo>
                  <a:pt x="374796" y="85732"/>
                </a:lnTo>
                <a:lnTo>
                  <a:pt x="374809" y="86512"/>
                </a:lnTo>
                <a:lnTo>
                  <a:pt x="374831" y="87284"/>
                </a:lnTo>
                <a:lnTo>
                  <a:pt x="374861" y="88048"/>
                </a:lnTo>
                <a:lnTo>
                  <a:pt x="374900" y="88806"/>
                </a:lnTo>
                <a:lnTo>
                  <a:pt x="374947" y="89556"/>
                </a:lnTo>
                <a:lnTo>
                  <a:pt x="375004" y="90300"/>
                </a:lnTo>
                <a:lnTo>
                  <a:pt x="375068" y="91035"/>
                </a:lnTo>
                <a:lnTo>
                  <a:pt x="375142" y="91764"/>
                </a:lnTo>
                <a:lnTo>
                  <a:pt x="375224" y="92485"/>
                </a:lnTo>
                <a:lnTo>
                  <a:pt x="375315" y="93199"/>
                </a:lnTo>
                <a:lnTo>
                  <a:pt x="375414" y="93906"/>
                </a:lnTo>
                <a:lnTo>
                  <a:pt x="375523" y="94606"/>
                </a:lnTo>
                <a:lnTo>
                  <a:pt x="375639" y="95298"/>
                </a:lnTo>
                <a:lnTo>
                  <a:pt x="375765" y="95983"/>
                </a:lnTo>
                <a:lnTo>
                  <a:pt x="375899" y="96661"/>
                </a:lnTo>
                <a:lnTo>
                  <a:pt x="376042" y="97331"/>
                </a:lnTo>
                <a:lnTo>
                  <a:pt x="376193" y="97995"/>
                </a:lnTo>
                <a:lnTo>
                  <a:pt x="376353" y="98651"/>
                </a:lnTo>
                <a:lnTo>
                  <a:pt x="376522" y="99300"/>
                </a:lnTo>
                <a:lnTo>
                  <a:pt x="376699" y="99941"/>
                </a:lnTo>
                <a:lnTo>
                  <a:pt x="376885" y="100575"/>
                </a:lnTo>
                <a:lnTo>
                  <a:pt x="377080" y="101202"/>
                </a:lnTo>
                <a:lnTo>
                  <a:pt x="377283" y="101822"/>
                </a:lnTo>
                <a:lnTo>
                  <a:pt x="377494" y="102434"/>
                </a:lnTo>
                <a:lnTo>
                  <a:pt x="377714" y="103039"/>
                </a:lnTo>
                <a:lnTo>
                  <a:pt x="377941" y="103636"/>
                </a:lnTo>
                <a:lnTo>
                  <a:pt x="378176" y="104225"/>
                </a:lnTo>
                <a:lnTo>
                  <a:pt x="378419" y="104807"/>
                </a:lnTo>
                <a:lnTo>
                  <a:pt x="378669" y="105381"/>
                </a:lnTo>
                <a:lnTo>
                  <a:pt x="378928" y="105947"/>
                </a:lnTo>
                <a:lnTo>
                  <a:pt x="379194" y="106506"/>
                </a:lnTo>
                <a:lnTo>
                  <a:pt x="379468" y="107056"/>
                </a:lnTo>
                <a:lnTo>
                  <a:pt x="379750" y="107600"/>
                </a:lnTo>
                <a:lnTo>
                  <a:pt x="380039" y="108135"/>
                </a:lnTo>
                <a:lnTo>
                  <a:pt x="380337" y="108663"/>
                </a:lnTo>
                <a:lnTo>
                  <a:pt x="380642" y="109183"/>
                </a:lnTo>
                <a:lnTo>
                  <a:pt x="380955" y="109696"/>
                </a:lnTo>
                <a:lnTo>
                  <a:pt x="381276" y="110201"/>
                </a:lnTo>
                <a:lnTo>
                  <a:pt x="381605" y="110698"/>
                </a:lnTo>
                <a:lnTo>
                  <a:pt x="381941" y="111187"/>
                </a:lnTo>
                <a:lnTo>
                  <a:pt x="382286" y="111669"/>
                </a:lnTo>
                <a:lnTo>
                  <a:pt x="382638" y="112143"/>
                </a:lnTo>
                <a:lnTo>
                  <a:pt x="382998" y="112610"/>
                </a:lnTo>
                <a:lnTo>
                  <a:pt x="383366" y="113069"/>
                </a:lnTo>
                <a:lnTo>
                  <a:pt x="383741" y="113520"/>
                </a:lnTo>
                <a:lnTo>
                  <a:pt x="384125" y="113963"/>
                </a:lnTo>
                <a:lnTo>
                  <a:pt x="384516" y="114399"/>
                </a:lnTo>
                <a:lnTo>
                  <a:pt x="384915" y="114827"/>
                </a:lnTo>
                <a:lnTo>
                  <a:pt x="385321" y="115246"/>
                </a:lnTo>
                <a:lnTo>
                  <a:pt x="385734" y="115657"/>
                </a:lnTo>
                <a:lnTo>
                  <a:pt x="386155" y="116059"/>
                </a:lnTo>
                <a:lnTo>
                  <a:pt x="386584" y="116453"/>
                </a:lnTo>
                <a:lnTo>
                  <a:pt x="387020" y="116838"/>
                </a:lnTo>
                <a:lnTo>
                  <a:pt x="387463" y="117214"/>
                </a:lnTo>
                <a:lnTo>
                  <a:pt x="387913" y="117583"/>
                </a:lnTo>
                <a:lnTo>
                  <a:pt x="388371" y="117942"/>
                </a:lnTo>
                <a:lnTo>
                  <a:pt x="388837" y="118293"/>
                </a:lnTo>
                <a:lnTo>
                  <a:pt x="389309" y="118636"/>
                </a:lnTo>
                <a:lnTo>
                  <a:pt x="389790" y="118970"/>
                </a:lnTo>
                <a:lnTo>
                  <a:pt x="390277" y="119296"/>
                </a:lnTo>
                <a:lnTo>
                  <a:pt x="390772" y="119613"/>
                </a:lnTo>
                <a:lnTo>
                  <a:pt x="391275" y="119921"/>
                </a:lnTo>
                <a:lnTo>
                  <a:pt x="391784" y="120221"/>
                </a:lnTo>
                <a:lnTo>
                  <a:pt x="392301" y="120513"/>
                </a:lnTo>
                <a:lnTo>
                  <a:pt x="392826" y="120796"/>
                </a:lnTo>
                <a:lnTo>
                  <a:pt x="393358" y="121070"/>
                </a:lnTo>
                <a:lnTo>
                  <a:pt x="393897" y="121336"/>
                </a:lnTo>
                <a:lnTo>
                  <a:pt x="394444" y="121594"/>
                </a:lnTo>
                <a:lnTo>
                  <a:pt x="394998" y="121843"/>
                </a:lnTo>
                <a:lnTo>
                  <a:pt x="395560" y="122083"/>
                </a:lnTo>
                <a:lnTo>
                  <a:pt x="396128" y="122315"/>
                </a:lnTo>
                <a:lnTo>
                  <a:pt x="396705" y="122538"/>
                </a:lnTo>
                <a:lnTo>
                  <a:pt x="397288" y="122752"/>
                </a:lnTo>
                <a:lnTo>
                  <a:pt x="397878" y="122956"/>
                </a:lnTo>
                <a:lnTo>
                  <a:pt x="398476" y="123150"/>
                </a:lnTo>
                <a:lnTo>
                  <a:pt x="399080" y="123335"/>
                </a:lnTo>
                <a:lnTo>
                  <a:pt x="399692" y="123511"/>
                </a:lnTo>
                <a:lnTo>
                  <a:pt x="400311" y="123677"/>
                </a:lnTo>
                <a:lnTo>
                  <a:pt x="400937" y="123833"/>
                </a:lnTo>
                <a:lnTo>
                  <a:pt x="401570" y="123980"/>
                </a:lnTo>
                <a:lnTo>
                  <a:pt x="402210" y="124118"/>
                </a:lnTo>
                <a:lnTo>
                  <a:pt x="402858" y="124246"/>
                </a:lnTo>
                <a:lnTo>
                  <a:pt x="403512" y="124364"/>
                </a:lnTo>
                <a:lnTo>
                  <a:pt x="404173" y="124474"/>
                </a:lnTo>
                <a:lnTo>
                  <a:pt x="404842" y="124573"/>
                </a:lnTo>
                <a:lnTo>
                  <a:pt x="405518" y="124663"/>
                </a:lnTo>
                <a:lnTo>
                  <a:pt x="406201" y="124744"/>
                </a:lnTo>
                <a:lnTo>
                  <a:pt x="406891" y="124815"/>
                </a:lnTo>
                <a:lnTo>
                  <a:pt x="407588" y="124877"/>
                </a:lnTo>
                <a:lnTo>
                  <a:pt x="408292" y="124929"/>
                </a:lnTo>
                <a:lnTo>
                  <a:pt x="409004" y="124972"/>
                </a:lnTo>
                <a:lnTo>
                  <a:pt x="409722" y="125005"/>
                </a:lnTo>
                <a:lnTo>
                  <a:pt x="410448" y="125029"/>
                </a:lnTo>
                <a:lnTo>
                  <a:pt x="411180" y="125043"/>
                </a:lnTo>
                <a:lnTo>
                  <a:pt x="411920" y="125048"/>
                </a:lnTo>
                <a:lnTo>
                  <a:pt x="412540" y="125044"/>
                </a:lnTo>
                <a:lnTo>
                  <a:pt x="413153" y="125034"/>
                </a:lnTo>
                <a:lnTo>
                  <a:pt x="413761" y="125017"/>
                </a:lnTo>
                <a:lnTo>
                  <a:pt x="414362" y="124994"/>
                </a:lnTo>
                <a:lnTo>
                  <a:pt x="414957" y="124964"/>
                </a:lnTo>
                <a:lnTo>
                  <a:pt x="415547" y="124927"/>
                </a:lnTo>
                <a:lnTo>
                  <a:pt x="416129" y="124883"/>
                </a:lnTo>
                <a:lnTo>
                  <a:pt x="416706" y="124833"/>
                </a:lnTo>
                <a:lnTo>
                  <a:pt x="417277" y="124776"/>
                </a:lnTo>
                <a:lnTo>
                  <a:pt x="417841" y="124713"/>
                </a:lnTo>
                <a:lnTo>
                  <a:pt x="418400" y="124642"/>
                </a:lnTo>
                <a:lnTo>
                  <a:pt x="418952" y="124565"/>
                </a:lnTo>
                <a:lnTo>
                  <a:pt x="419498" y="124482"/>
                </a:lnTo>
                <a:lnTo>
                  <a:pt x="420038" y="124391"/>
                </a:lnTo>
                <a:lnTo>
                  <a:pt x="420572" y="124294"/>
                </a:lnTo>
                <a:lnTo>
                  <a:pt x="421100" y="124190"/>
                </a:lnTo>
                <a:lnTo>
                  <a:pt x="421621" y="124080"/>
                </a:lnTo>
                <a:lnTo>
                  <a:pt x="422136" y="123963"/>
                </a:lnTo>
                <a:lnTo>
                  <a:pt x="422646" y="123839"/>
                </a:lnTo>
                <a:lnTo>
                  <a:pt x="423149" y="123708"/>
                </a:lnTo>
                <a:lnTo>
                  <a:pt x="423646" y="123571"/>
                </a:lnTo>
                <a:lnTo>
                  <a:pt x="424137" y="123427"/>
                </a:lnTo>
                <a:lnTo>
                  <a:pt x="424621" y="123276"/>
                </a:lnTo>
                <a:lnTo>
                  <a:pt x="425100" y="123119"/>
                </a:lnTo>
                <a:lnTo>
                  <a:pt x="425573" y="122956"/>
                </a:lnTo>
                <a:lnTo>
                  <a:pt x="426040" y="122789"/>
                </a:lnTo>
                <a:lnTo>
                  <a:pt x="426501" y="122619"/>
                </a:lnTo>
                <a:lnTo>
                  <a:pt x="426957" y="122445"/>
                </a:lnTo>
                <a:lnTo>
                  <a:pt x="427408" y="122266"/>
                </a:lnTo>
                <a:lnTo>
                  <a:pt x="427852" y="122084"/>
                </a:lnTo>
                <a:lnTo>
                  <a:pt x="428292" y="121898"/>
                </a:lnTo>
                <a:lnTo>
                  <a:pt x="428725" y="121708"/>
                </a:lnTo>
                <a:lnTo>
                  <a:pt x="429153" y="121514"/>
                </a:lnTo>
                <a:lnTo>
                  <a:pt x="429576" y="121316"/>
                </a:lnTo>
                <a:lnTo>
                  <a:pt x="429993" y="121114"/>
                </a:lnTo>
                <a:lnTo>
                  <a:pt x="430404" y="120909"/>
                </a:lnTo>
                <a:lnTo>
                  <a:pt x="430810" y="120699"/>
                </a:lnTo>
                <a:lnTo>
                  <a:pt x="431210" y="120486"/>
                </a:lnTo>
                <a:lnTo>
                  <a:pt x="431604" y="120268"/>
                </a:lnTo>
                <a:lnTo>
                  <a:pt x="431993" y="120047"/>
                </a:lnTo>
                <a:lnTo>
                  <a:pt x="432377" y="119822"/>
                </a:lnTo>
                <a:lnTo>
                  <a:pt x="432755" y="119593"/>
                </a:lnTo>
                <a:lnTo>
                  <a:pt x="433127" y="119360"/>
                </a:lnTo>
                <a:lnTo>
                  <a:pt x="433494" y="119123"/>
                </a:lnTo>
                <a:lnTo>
                  <a:pt x="433855" y="118882"/>
                </a:lnTo>
                <a:lnTo>
                  <a:pt x="434210" y="118637"/>
                </a:lnTo>
                <a:lnTo>
                  <a:pt x="434560" y="118389"/>
                </a:lnTo>
                <a:lnTo>
                  <a:pt x="434904" y="118136"/>
                </a:lnTo>
                <a:lnTo>
                  <a:pt x="435243" y="117882"/>
                </a:lnTo>
                <a:lnTo>
                  <a:pt x="435575" y="117627"/>
                </a:lnTo>
                <a:lnTo>
                  <a:pt x="435901" y="117373"/>
                </a:lnTo>
                <a:lnTo>
                  <a:pt x="436221" y="117118"/>
                </a:lnTo>
                <a:lnTo>
                  <a:pt x="436535" y="116864"/>
                </a:lnTo>
                <a:lnTo>
                  <a:pt x="436843" y="116609"/>
                </a:lnTo>
                <a:lnTo>
                  <a:pt x="437145" y="116355"/>
                </a:lnTo>
                <a:lnTo>
                  <a:pt x="437440" y="116100"/>
                </a:lnTo>
                <a:lnTo>
                  <a:pt x="437730" y="115846"/>
                </a:lnTo>
                <a:lnTo>
                  <a:pt x="438013" y="115591"/>
                </a:lnTo>
                <a:lnTo>
                  <a:pt x="438290" y="115337"/>
                </a:lnTo>
                <a:lnTo>
                  <a:pt x="438561" y="115082"/>
                </a:lnTo>
                <a:lnTo>
                  <a:pt x="438826" y="114828"/>
                </a:lnTo>
                <a:lnTo>
                  <a:pt x="439084" y="114573"/>
                </a:lnTo>
                <a:lnTo>
                  <a:pt x="439337" y="114319"/>
                </a:lnTo>
                <a:lnTo>
                  <a:pt x="439583" y="114064"/>
                </a:lnTo>
                <a:lnTo>
                  <a:pt x="439824" y="113810"/>
                </a:lnTo>
                <a:lnTo>
                  <a:pt x="440058" y="113555"/>
                </a:lnTo>
                <a:lnTo>
                  <a:pt x="440286" y="113301"/>
                </a:lnTo>
                <a:lnTo>
                  <a:pt x="440508" y="113046"/>
                </a:lnTo>
                <a:lnTo>
                  <a:pt x="440723" y="112792"/>
                </a:lnTo>
                <a:lnTo>
                  <a:pt x="440933" y="112537"/>
                </a:lnTo>
                <a:lnTo>
                  <a:pt x="441136" y="112283"/>
                </a:lnTo>
                <a:lnTo>
                  <a:pt x="441334" y="112028"/>
                </a:lnTo>
                <a:lnTo>
                  <a:pt x="432333" y="98366"/>
                </a:lnTo>
                <a:lnTo>
                  <a:pt x="432049" y="98672"/>
                </a:lnTo>
                <a:lnTo>
                  <a:pt x="431760" y="98972"/>
                </a:lnTo>
                <a:lnTo>
                  <a:pt x="431467" y="99266"/>
                </a:lnTo>
                <a:lnTo>
                  <a:pt x="431169" y="99555"/>
                </a:lnTo>
                <a:lnTo>
                  <a:pt x="430865" y="99839"/>
                </a:lnTo>
                <a:lnTo>
                  <a:pt x="430557" y="100117"/>
                </a:lnTo>
                <a:lnTo>
                  <a:pt x="430244" y="100390"/>
                </a:lnTo>
                <a:lnTo>
                  <a:pt x="429926" y="100657"/>
                </a:lnTo>
                <a:lnTo>
                  <a:pt x="429603" y="100919"/>
                </a:lnTo>
                <a:lnTo>
                  <a:pt x="429276" y="101175"/>
                </a:lnTo>
                <a:lnTo>
                  <a:pt x="428943" y="101426"/>
                </a:lnTo>
                <a:lnTo>
                  <a:pt x="428606" y="101671"/>
                </a:lnTo>
                <a:lnTo>
                  <a:pt x="428264" y="101911"/>
                </a:lnTo>
                <a:lnTo>
                  <a:pt x="427916" y="102146"/>
                </a:lnTo>
                <a:lnTo>
                  <a:pt x="427564" y="102375"/>
                </a:lnTo>
                <a:lnTo>
                  <a:pt x="427207" y="102599"/>
                </a:lnTo>
                <a:lnTo>
                  <a:pt x="426845" y="102817"/>
                </a:lnTo>
                <a:lnTo>
                  <a:pt x="426479" y="103030"/>
                </a:lnTo>
                <a:lnTo>
                  <a:pt x="426107" y="103237"/>
                </a:lnTo>
                <a:lnTo>
                  <a:pt x="425731" y="103439"/>
                </a:lnTo>
                <a:lnTo>
                  <a:pt x="425349" y="103636"/>
                </a:lnTo>
                <a:lnTo>
                  <a:pt x="424963" y="103827"/>
                </a:lnTo>
                <a:lnTo>
                  <a:pt x="424572" y="104013"/>
                </a:lnTo>
                <a:lnTo>
                  <a:pt x="424176" y="104193"/>
                </a:lnTo>
                <a:lnTo>
                  <a:pt x="423775" y="104367"/>
                </a:lnTo>
                <a:lnTo>
                  <a:pt x="423371" y="104533"/>
                </a:lnTo>
                <a:lnTo>
                  <a:pt x="422962" y="104692"/>
                </a:lnTo>
                <a:lnTo>
                  <a:pt x="422549" y="104844"/>
                </a:lnTo>
                <a:lnTo>
                  <a:pt x="422133" y="104988"/>
                </a:lnTo>
                <a:lnTo>
                  <a:pt x="421712" y="105125"/>
                </a:lnTo>
                <a:lnTo>
                  <a:pt x="421287" y="105254"/>
                </a:lnTo>
                <a:lnTo>
                  <a:pt x="420858" y="105376"/>
                </a:lnTo>
                <a:lnTo>
                  <a:pt x="420426" y="105491"/>
                </a:lnTo>
                <a:lnTo>
                  <a:pt x="419989" y="105598"/>
                </a:lnTo>
                <a:lnTo>
                  <a:pt x="419548" y="105698"/>
                </a:lnTo>
                <a:lnTo>
                  <a:pt x="419103" y="105790"/>
                </a:lnTo>
                <a:lnTo>
                  <a:pt x="418654" y="105875"/>
                </a:lnTo>
                <a:lnTo>
                  <a:pt x="418201" y="105953"/>
                </a:lnTo>
                <a:lnTo>
                  <a:pt x="417743" y="106023"/>
                </a:lnTo>
                <a:lnTo>
                  <a:pt x="417282" y="106086"/>
                </a:lnTo>
                <a:lnTo>
                  <a:pt x="416817" y="106141"/>
                </a:lnTo>
                <a:lnTo>
                  <a:pt x="416348" y="106189"/>
                </a:lnTo>
                <a:lnTo>
                  <a:pt x="415874" y="106230"/>
                </a:lnTo>
                <a:lnTo>
                  <a:pt x="415397" y="106263"/>
                </a:lnTo>
                <a:lnTo>
                  <a:pt x="414916" y="106289"/>
                </a:lnTo>
                <a:lnTo>
                  <a:pt x="414430" y="106308"/>
                </a:lnTo>
                <a:lnTo>
                  <a:pt x="413941" y="106319"/>
                </a:lnTo>
                <a:lnTo>
                  <a:pt x="413447" y="106323"/>
                </a:lnTo>
                <a:lnTo>
                  <a:pt x="413121" y="106321"/>
                </a:lnTo>
                <a:lnTo>
                  <a:pt x="412797" y="106315"/>
                </a:lnTo>
                <a:lnTo>
                  <a:pt x="412478" y="106306"/>
                </a:lnTo>
                <a:lnTo>
                  <a:pt x="412161" y="106292"/>
                </a:lnTo>
                <a:lnTo>
                  <a:pt x="411848" y="106275"/>
                </a:lnTo>
                <a:lnTo>
                  <a:pt x="411538" y="106255"/>
                </a:lnTo>
                <a:lnTo>
                  <a:pt x="411232" y="106230"/>
                </a:lnTo>
                <a:lnTo>
                  <a:pt x="410929" y="106202"/>
                </a:lnTo>
                <a:lnTo>
                  <a:pt x="410629" y="106170"/>
                </a:lnTo>
                <a:lnTo>
                  <a:pt x="410333" y="106134"/>
                </a:lnTo>
                <a:lnTo>
                  <a:pt x="410040" y="106095"/>
                </a:lnTo>
                <a:lnTo>
                  <a:pt x="409750" y="106051"/>
                </a:lnTo>
                <a:lnTo>
                  <a:pt x="409464" y="106004"/>
                </a:lnTo>
                <a:lnTo>
                  <a:pt x="409181" y="105953"/>
                </a:lnTo>
                <a:lnTo>
                  <a:pt x="408901" y="105899"/>
                </a:lnTo>
                <a:lnTo>
                  <a:pt x="408625" y="105840"/>
                </a:lnTo>
                <a:lnTo>
                  <a:pt x="408352" y="105778"/>
                </a:lnTo>
                <a:lnTo>
                  <a:pt x="408083" y="105712"/>
                </a:lnTo>
                <a:lnTo>
                  <a:pt x="407816" y="105643"/>
                </a:lnTo>
                <a:lnTo>
                  <a:pt x="407554" y="105569"/>
                </a:lnTo>
                <a:lnTo>
                  <a:pt x="407294" y="105492"/>
                </a:lnTo>
                <a:lnTo>
                  <a:pt x="407038" y="105411"/>
                </a:lnTo>
                <a:lnTo>
                  <a:pt x="406785" y="105326"/>
                </a:lnTo>
                <a:lnTo>
                  <a:pt x="406536" y="105238"/>
                </a:lnTo>
                <a:lnTo>
                  <a:pt x="406289" y="105145"/>
                </a:lnTo>
                <a:lnTo>
                  <a:pt x="406046" y="105047"/>
                </a:lnTo>
                <a:lnTo>
                  <a:pt x="405807" y="104944"/>
                </a:lnTo>
                <a:lnTo>
                  <a:pt x="405570" y="104836"/>
                </a:lnTo>
                <a:lnTo>
                  <a:pt x="405337" y="104723"/>
                </a:lnTo>
                <a:lnTo>
                  <a:pt x="405107" y="104605"/>
                </a:lnTo>
                <a:lnTo>
                  <a:pt x="404880" y="104482"/>
                </a:lnTo>
                <a:lnTo>
                  <a:pt x="404656" y="104354"/>
                </a:lnTo>
                <a:lnTo>
                  <a:pt x="404436" y="104220"/>
                </a:lnTo>
                <a:lnTo>
                  <a:pt x="404218" y="104082"/>
                </a:lnTo>
                <a:lnTo>
                  <a:pt x="404004" y="103939"/>
                </a:lnTo>
                <a:lnTo>
                  <a:pt x="403793" y="103791"/>
                </a:lnTo>
                <a:lnTo>
                  <a:pt x="403586" y="103638"/>
                </a:lnTo>
                <a:lnTo>
                  <a:pt x="403381" y="103480"/>
                </a:lnTo>
                <a:lnTo>
                  <a:pt x="403180" y="103316"/>
                </a:lnTo>
                <a:lnTo>
                  <a:pt x="402982" y="103148"/>
                </a:lnTo>
                <a:lnTo>
                  <a:pt x="402787" y="102975"/>
                </a:lnTo>
                <a:lnTo>
                  <a:pt x="402595" y="102797"/>
                </a:lnTo>
                <a:lnTo>
                  <a:pt x="402407" y="102613"/>
                </a:lnTo>
                <a:lnTo>
                  <a:pt x="402222" y="102425"/>
                </a:lnTo>
                <a:lnTo>
                  <a:pt x="402040" y="102231"/>
                </a:lnTo>
                <a:lnTo>
                  <a:pt x="401861" y="102033"/>
                </a:lnTo>
                <a:lnTo>
                  <a:pt x="401685" y="101830"/>
                </a:lnTo>
                <a:lnTo>
                  <a:pt x="401513" y="101621"/>
                </a:lnTo>
                <a:lnTo>
                  <a:pt x="401344" y="101408"/>
                </a:lnTo>
                <a:lnTo>
                  <a:pt x="401178" y="101189"/>
                </a:lnTo>
                <a:lnTo>
                  <a:pt x="401016" y="100964"/>
                </a:lnTo>
                <a:lnTo>
                  <a:pt x="400858" y="100735"/>
                </a:lnTo>
                <a:lnTo>
                  <a:pt x="400703" y="100500"/>
                </a:lnTo>
                <a:lnTo>
                  <a:pt x="400551" y="100260"/>
                </a:lnTo>
                <a:lnTo>
                  <a:pt x="400403" y="100015"/>
                </a:lnTo>
                <a:lnTo>
                  <a:pt x="400258" y="99764"/>
                </a:lnTo>
                <a:lnTo>
                  <a:pt x="400117" y="99508"/>
                </a:lnTo>
                <a:lnTo>
                  <a:pt x="399980" y="99247"/>
                </a:lnTo>
                <a:lnTo>
                  <a:pt x="399845" y="98980"/>
                </a:lnTo>
                <a:lnTo>
                  <a:pt x="399715" y="98708"/>
                </a:lnTo>
                <a:lnTo>
                  <a:pt x="399588" y="98431"/>
                </a:lnTo>
                <a:lnTo>
                  <a:pt x="399464" y="98148"/>
                </a:lnTo>
                <a:lnTo>
                  <a:pt x="399344" y="97860"/>
                </a:lnTo>
                <a:lnTo>
                  <a:pt x="399227" y="97567"/>
                </a:lnTo>
                <a:lnTo>
                  <a:pt x="399114" y="97269"/>
                </a:lnTo>
                <a:lnTo>
                  <a:pt x="399004" y="96965"/>
                </a:lnTo>
                <a:lnTo>
                  <a:pt x="398898" y="96656"/>
                </a:lnTo>
                <a:lnTo>
                  <a:pt x="398795" y="96342"/>
                </a:lnTo>
                <a:lnTo>
                  <a:pt x="398696" y="96022"/>
                </a:lnTo>
                <a:lnTo>
                  <a:pt x="398600" y="95697"/>
                </a:lnTo>
                <a:lnTo>
                  <a:pt x="398508" y="95367"/>
                </a:lnTo>
                <a:lnTo>
                  <a:pt x="398419" y="95031"/>
                </a:lnTo>
                <a:lnTo>
                  <a:pt x="398334" y="94690"/>
                </a:lnTo>
                <a:lnTo>
                  <a:pt x="398252" y="94341"/>
                </a:lnTo>
                <a:lnTo>
                  <a:pt x="398174" y="93986"/>
                </a:lnTo>
                <a:lnTo>
                  <a:pt x="398100" y="93624"/>
                </a:lnTo>
                <a:lnTo>
                  <a:pt x="398029" y="93255"/>
                </a:lnTo>
                <a:lnTo>
                  <a:pt x="397962" y="92879"/>
                </a:lnTo>
                <a:lnTo>
                  <a:pt x="397898" y="92496"/>
                </a:lnTo>
                <a:lnTo>
                  <a:pt x="397838" y="92107"/>
                </a:lnTo>
                <a:lnTo>
                  <a:pt x="397782" y="91711"/>
                </a:lnTo>
                <a:lnTo>
                  <a:pt x="397730" y="91307"/>
                </a:lnTo>
                <a:lnTo>
                  <a:pt x="397681" y="90897"/>
                </a:lnTo>
                <a:lnTo>
                  <a:pt x="397635" y="90481"/>
                </a:lnTo>
                <a:lnTo>
                  <a:pt x="397594" y="90057"/>
                </a:lnTo>
                <a:lnTo>
                  <a:pt x="397555" y="89626"/>
                </a:lnTo>
                <a:lnTo>
                  <a:pt x="397521" y="89189"/>
                </a:lnTo>
                <a:lnTo>
                  <a:pt x="397490" y="88745"/>
                </a:lnTo>
                <a:lnTo>
                  <a:pt x="397463" y="88294"/>
                </a:lnTo>
                <a:lnTo>
                  <a:pt x="397439" y="87836"/>
                </a:lnTo>
                <a:lnTo>
                  <a:pt x="397422" y="87437"/>
                </a:lnTo>
                <a:lnTo>
                  <a:pt x="442619" y="87437"/>
                </a:lnTo>
                <a:lnTo>
                  <a:pt x="442619" y="77150"/>
                </a:lnTo>
                <a:lnTo>
                  <a:pt x="442616" y="76284"/>
                </a:lnTo>
                <a:lnTo>
                  <a:pt x="442605" y="75427"/>
                </a:lnTo>
                <a:lnTo>
                  <a:pt x="442587" y="74578"/>
                </a:lnTo>
                <a:close/>
                <a:moveTo>
                  <a:pt x="397697" y="69592"/>
                </a:moveTo>
                <a:lnTo>
                  <a:pt x="397736" y="69166"/>
                </a:lnTo>
                <a:lnTo>
                  <a:pt x="397777" y="68747"/>
                </a:lnTo>
                <a:lnTo>
                  <a:pt x="397821" y="68333"/>
                </a:lnTo>
                <a:lnTo>
                  <a:pt x="397866" y="67926"/>
                </a:lnTo>
                <a:lnTo>
                  <a:pt x="397914" y="67526"/>
                </a:lnTo>
                <a:lnTo>
                  <a:pt x="397965" y="67131"/>
                </a:lnTo>
                <a:lnTo>
                  <a:pt x="398017" y="66743"/>
                </a:lnTo>
                <a:lnTo>
                  <a:pt x="398072" y="66361"/>
                </a:lnTo>
                <a:lnTo>
                  <a:pt x="398129" y="65985"/>
                </a:lnTo>
                <a:lnTo>
                  <a:pt x="398189" y="65615"/>
                </a:lnTo>
                <a:lnTo>
                  <a:pt x="398251" y="65251"/>
                </a:lnTo>
                <a:lnTo>
                  <a:pt x="398316" y="64892"/>
                </a:lnTo>
                <a:lnTo>
                  <a:pt x="398384" y="64540"/>
                </a:lnTo>
                <a:lnTo>
                  <a:pt x="398454" y="64194"/>
                </a:lnTo>
                <a:lnTo>
                  <a:pt x="398526" y="63854"/>
                </a:lnTo>
                <a:lnTo>
                  <a:pt x="398601" y="63520"/>
                </a:lnTo>
                <a:lnTo>
                  <a:pt x="398678" y="63192"/>
                </a:lnTo>
                <a:lnTo>
                  <a:pt x="398758" y="62870"/>
                </a:lnTo>
                <a:lnTo>
                  <a:pt x="398841" y="62554"/>
                </a:lnTo>
                <a:lnTo>
                  <a:pt x="398926" y="62244"/>
                </a:lnTo>
                <a:lnTo>
                  <a:pt x="399013" y="61940"/>
                </a:lnTo>
                <a:lnTo>
                  <a:pt x="399103" y="61642"/>
                </a:lnTo>
                <a:lnTo>
                  <a:pt x="399196" y="61350"/>
                </a:lnTo>
                <a:lnTo>
                  <a:pt x="399291" y="61063"/>
                </a:lnTo>
                <a:lnTo>
                  <a:pt x="399388" y="60783"/>
                </a:lnTo>
                <a:lnTo>
                  <a:pt x="399488" y="60509"/>
                </a:lnTo>
                <a:lnTo>
                  <a:pt x="399591" y="60241"/>
                </a:lnTo>
                <a:lnTo>
                  <a:pt x="399696" y="59979"/>
                </a:lnTo>
                <a:lnTo>
                  <a:pt x="399803" y="59723"/>
                </a:lnTo>
                <a:lnTo>
                  <a:pt x="399914" y="59473"/>
                </a:lnTo>
                <a:lnTo>
                  <a:pt x="400026" y="59229"/>
                </a:lnTo>
                <a:lnTo>
                  <a:pt x="400142" y="58990"/>
                </a:lnTo>
                <a:lnTo>
                  <a:pt x="400261" y="58757"/>
                </a:lnTo>
                <a:lnTo>
                  <a:pt x="400383" y="58529"/>
                </a:lnTo>
                <a:lnTo>
                  <a:pt x="400508" y="58307"/>
                </a:lnTo>
                <a:lnTo>
                  <a:pt x="400637" y="58090"/>
                </a:lnTo>
                <a:lnTo>
                  <a:pt x="400769" y="57878"/>
                </a:lnTo>
                <a:lnTo>
                  <a:pt x="400905" y="57671"/>
                </a:lnTo>
                <a:lnTo>
                  <a:pt x="401044" y="57470"/>
                </a:lnTo>
                <a:lnTo>
                  <a:pt x="401186" y="57274"/>
                </a:lnTo>
                <a:lnTo>
                  <a:pt x="401332" y="57083"/>
                </a:lnTo>
                <a:lnTo>
                  <a:pt x="401481" y="56898"/>
                </a:lnTo>
                <a:lnTo>
                  <a:pt x="401633" y="56717"/>
                </a:lnTo>
                <a:lnTo>
                  <a:pt x="401789" y="56543"/>
                </a:lnTo>
                <a:lnTo>
                  <a:pt x="401948" y="56373"/>
                </a:lnTo>
                <a:lnTo>
                  <a:pt x="402111" y="56209"/>
                </a:lnTo>
                <a:lnTo>
                  <a:pt x="402276" y="56050"/>
                </a:lnTo>
                <a:lnTo>
                  <a:pt x="402445" y="55896"/>
                </a:lnTo>
                <a:lnTo>
                  <a:pt x="402618" y="55748"/>
                </a:lnTo>
                <a:lnTo>
                  <a:pt x="402794" y="55605"/>
                </a:lnTo>
                <a:lnTo>
                  <a:pt x="402973" y="55467"/>
                </a:lnTo>
                <a:lnTo>
                  <a:pt x="403155" y="55335"/>
                </a:lnTo>
                <a:lnTo>
                  <a:pt x="403341" y="55208"/>
                </a:lnTo>
                <a:lnTo>
                  <a:pt x="403530" y="55086"/>
                </a:lnTo>
                <a:lnTo>
                  <a:pt x="403723" y="54969"/>
                </a:lnTo>
                <a:lnTo>
                  <a:pt x="403919" y="54858"/>
                </a:lnTo>
                <a:lnTo>
                  <a:pt x="404119" y="54751"/>
                </a:lnTo>
                <a:lnTo>
                  <a:pt x="404322" y="54649"/>
                </a:lnTo>
                <a:lnTo>
                  <a:pt x="404529" y="54552"/>
                </a:lnTo>
                <a:lnTo>
                  <a:pt x="404739" y="54460"/>
                </a:lnTo>
                <a:lnTo>
                  <a:pt x="404953" y="54372"/>
                </a:lnTo>
                <a:lnTo>
                  <a:pt x="405171" y="54289"/>
                </a:lnTo>
                <a:lnTo>
                  <a:pt x="405393" y="54210"/>
                </a:lnTo>
                <a:lnTo>
                  <a:pt x="405618" y="54137"/>
                </a:lnTo>
                <a:lnTo>
                  <a:pt x="405846" y="54068"/>
                </a:lnTo>
                <a:lnTo>
                  <a:pt x="406079" y="54004"/>
                </a:lnTo>
                <a:lnTo>
                  <a:pt x="406315" y="53945"/>
                </a:lnTo>
                <a:lnTo>
                  <a:pt x="406554" y="53890"/>
                </a:lnTo>
                <a:lnTo>
                  <a:pt x="406797" y="53840"/>
                </a:lnTo>
                <a:lnTo>
                  <a:pt x="407044" y="53795"/>
                </a:lnTo>
                <a:lnTo>
                  <a:pt x="407295" y="53755"/>
                </a:lnTo>
                <a:lnTo>
                  <a:pt x="407549" y="53719"/>
                </a:lnTo>
                <a:lnTo>
                  <a:pt x="407806" y="53689"/>
                </a:lnTo>
                <a:lnTo>
                  <a:pt x="408068" y="53663"/>
                </a:lnTo>
                <a:lnTo>
                  <a:pt x="408333" y="53641"/>
                </a:lnTo>
                <a:lnTo>
                  <a:pt x="408601" y="53625"/>
                </a:lnTo>
                <a:lnTo>
                  <a:pt x="408873" y="53613"/>
                </a:lnTo>
                <a:lnTo>
                  <a:pt x="409149" y="53606"/>
                </a:lnTo>
                <a:lnTo>
                  <a:pt x="409429" y="53603"/>
                </a:lnTo>
                <a:lnTo>
                  <a:pt x="409761" y="53606"/>
                </a:lnTo>
                <a:lnTo>
                  <a:pt x="410087" y="53616"/>
                </a:lnTo>
                <a:lnTo>
                  <a:pt x="410408" y="53631"/>
                </a:lnTo>
                <a:lnTo>
                  <a:pt x="410724" y="53652"/>
                </a:lnTo>
                <a:lnTo>
                  <a:pt x="411033" y="53680"/>
                </a:lnTo>
                <a:lnTo>
                  <a:pt x="411337" y="53714"/>
                </a:lnTo>
                <a:lnTo>
                  <a:pt x="411636" y="53754"/>
                </a:lnTo>
                <a:lnTo>
                  <a:pt x="411929" y="53800"/>
                </a:lnTo>
                <a:lnTo>
                  <a:pt x="412216" y="53852"/>
                </a:lnTo>
                <a:lnTo>
                  <a:pt x="412498" y="53910"/>
                </a:lnTo>
                <a:lnTo>
                  <a:pt x="412775" y="53975"/>
                </a:lnTo>
                <a:lnTo>
                  <a:pt x="413045" y="54045"/>
                </a:lnTo>
                <a:lnTo>
                  <a:pt x="413310" y="54122"/>
                </a:lnTo>
                <a:lnTo>
                  <a:pt x="413570" y="54205"/>
                </a:lnTo>
                <a:lnTo>
                  <a:pt x="413824" y="54294"/>
                </a:lnTo>
                <a:lnTo>
                  <a:pt x="414072" y="54389"/>
                </a:lnTo>
                <a:lnTo>
                  <a:pt x="414315" y="54490"/>
                </a:lnTo>
                <a:lnTo>
                  <a:pt x="414552" y="54598"/>
                </a:lnTo>
                <a:lnTo>
                  <a:pt x="414784" y="54711"/>
                </a:lnTo>
                <a:lnTo>
                  <a:pt x="415010" y="54831"/>
                </a:lnTo>
                <a:lnTo>
                  <a:pt x="415230" y="54957"/>
                </a:lnTo>
                <a:lnTo>
                  <a:pt x="415445" y="55089"/>
                </a:lnTo>
                <a:lnTo>
                  <a:pt x="415654" y="55227"/>
                </a:lnTo>
                <a:lnTo>
                  <a:pt x="415858" y="55371"/>
                </a:lnTo>
                <a:lnTo>
                  <a:pt x="416057" y="55522"/>
                </a:lnTo>
                <a:lnTo>
                  <a:pt x="416251" y="55679"/>
                </a:lnTo>
                <a:lnTo>
                  <a:pt x="416441" y="55842"/>
                </a:lnTo>
                <a:lnTo>
                  <a:pt x="416626" y="56011"/>
                </a:lnTo>
                <a:lnTo>
                  <a:pt x="416807" y="56186"/>
                </a:lnTo>
                <a:lnTo>
                  <a:pt x="416983" y="56368"/>
                </a:lnTo>
                <a:lnTo>
                  <a:pt x="417155" y="56556"/>
                </a:lnTo>
                <a:lnTo>
                  <a:pt x="417322" y="56751"/>
                </a:lnTo>
                <a:lnTo>
                  <a:pt x="417485" y="56952"/>
                </a:lnTo>
                <a:lnTo>
                  <a:pt x="417644" y="57159"/>
                </a:lnTo>
                <a:lnTo>
                  <a:pt x="417798" y="57372"/>
                </a:lnTo>
                <a:lnTo>
                  <a:pt x="417947" y="57591"/>
                </a:lnTo>
                <a:lnTo>
                  <a:pt x="418093" y="57817"/>
                </a:lnTo>
                <a:lnTo>
                  <a:pt x="418233" y="58049"/>
                </a:lnTo>
                <a:lnTo>
                  <a:pt x="418369" y="58288"/>
                </a:lnTo>
                <a:lnTo>
                  <a:pt x="418501" y="58532"/>
                </a:lnTo>
                <a:lnTo>
                  <a:pt x="418628" y="58783"/>
                </a:lnTo>
                <a:lnTo>
                  <a:pt x="418751" y="59040"/>
                </a:lnTo>
                <a:lnTo>
                  <a:pt x="418869" y="59304"/>
                </a:lnTo>
                <a:lnTo>
                  <a:pt x="418983" y="59574"/>
                </a:lnTo>
                <a:lnTo>
                  <a:pt x="419093" y="59850"/>
                </a:lnTo>
                <a:lnTo>
                  <a:pt x="419198" y="60132"/>
                </a:lnTo>
                <a:lnTo>
                  <a:pt x="419298" y="60421"/>
                </a:lnTo>
                <a:lnTo>
                  <a:pt x="419394" y="60716"/>
                </a:lnTo>
                <a:lnTo>
                  <a:pt x="419486" y="61017"/>
                </a:lnTo>
                <a:lnTo>
                  <a:pt x="419574" y="61324"/>
                </a:lnTo>
                <a:lnTo>
                  <a:pt x="419658" y="61637"/>
                </a:lnTo>
                <a:lnTo>
                  <a:pt x="419738" y="61956"/>
                </a:lnTo>
                <a:lnTo>
                  <a:pt x="419814" y="62281"/>
                </a:lnTo>
                <a:lnTo>
                  <a:pt x="419886" y="62612"/>
                </a:lnTo>
                <a:lnTo>
                  <a:pt x="419955" y="62949"/>
                </a:lnTo>
                <a:lnTo>
                  <a:pt x="420019" y="63292"/>
                </a:lnTo>
                <a:lnTo>
                  <a:pt x="420080" y="63641"/>
                </a:lnTo>
                <a:lnTo>
                  <a:pt x="420136" y="63996"/>
                </a:lnTo>
                <a:lnTo>
                  <a:pt x="420189" y="64357"/>
                </a:lnTo>
                <a:lnTo>
                  <a:pt x="420238" y="64724"/>
                </a:lnTo>
                <a:lnTo>
                  <a:pt x="420283" y="65097"/>
                </a:lnTo>
                <a:lnTo>
                  <a:pt x="420324" y="65476"/>
                </a:lnTo>
                <a:lnTo>
                  <a:pt x="420361" y="65861"/>
                </a:lnTo>
                <a:lnTo>
                  <a:pt x="420394" y="66252"/>
                </a:lnTo>
                <a:lnTo>
                  <a:pt x="420423" y="66649"/>
                </a:lnTo>
                <a:lnTo>
                  <a:pt x="420449" y="67052"/>
                </a:lnTo>
                <a:lnTo>
                  <a:pt x="420470" y="67461"/>
                </a:lnTo>
                <a:lnTo>
                  <a:pt x="420488" y="67876"/>
                </a:lnTo>
                <a:lnTo>
                  <a:pt x="420502" y="68297"/>
                </a:lnTo>
                <a:lnTo>
                  <a:pt x="420511" y="68724"/>
                </a:lnTo>
                <a:lnTo>
                  <a:pt x="420517" y="69157"/>
                </a:lnTo>
                <a:lnTo>
                  <a:pt x="420519" y="69596"/>
                </a:lnTo>
                <a:lnTo>
                  <a:pt x="420519" y="71605"/>
                </a:lnTo>
                <a:lnTo>
                  <a:pt x="397548" y="71605"/>
                </a:lnTo>
                <a:lnTo>
                  <a:pt x="397563" y="71359"/>
                </a:lnTo>
                <a:lnTo>
                  <a:pt x="397593" y="70908"/>
                </a:lnTo>
                <a:lnTo>
                  <a:pt x="397625" y="70463"/>
                </a:lnTo>
                <a:lnTo>
                  <a:pt x="397660" y="70024"/>
                </a:lnTo>
                <a:lnTo>
                  <a:pt x="397697" y="69592"/>
                </a:lnTo>
                <a:close/>
                <a:moveTo>
                  <a:pt x="255806" y="99162"/>
                </a:moveTo>
                <a:lnTo>
                  <a:pt x="255706" y="99363"/>
                </a:lnTo>
                <a:lnTo>
                  <a:pt x="255533" y="99692"/>
                </a:lnTo>
                <a:lnTo>
                  <a:pt x="255354" y="100014"/>
                </a:lnTo>
                <a:lnTo>
                  <a:pt x="255168" y="100328"/>
                </a:lnTo>
                <a:lnTo>
                  <a:pt x="254976" y="100636"/>
                </a:lnTo>
                <a:lnTo>
                  <a:pt x="254778" y="100936"/>
                </a:lnTo>
                <a:lnTo>
                  <a:pt x="254574" y="101228"/>
                </a:lnTo>
                <a:lnTo>
                  <a:pt x="254363" y="101514"/>
                </a:lnTo>
                <a:lnTo>
                  <a:pt x="254146" y="101792"/>
                </a:lnTo>
                <a:lnTo>
                  <a:pt x="253923" y="102063"/>
                </a:lnTo>
                <a:lnTo>
                  <a:pt x="253693" y="102327"/>
                </a:lnTo>
                <a:lnTo>
                  <a:pt x="253457" y="102583"/>
                </a:lnTo>
                <a:lnTo>
                  <a:pt x="253215" y="102832"/>
                </a:lnTo>
                <a:lnTo>
                  <a:pt x="252967" y="103074"/>
                </a:lnTo>
                <a:lnTo>
                  <a:pt x="252712" y="103309"/>
                </a:lnTo>
                <a:lnTo>
                  <a:pt x="252450" y="103535"/>
                </a:lnTo>
                <a:lnTo>
                  <a:pt x="252181" y="103752"/>
                </a:lnTo>
                <a:lnTo>
                  <a:pt x="251904" y="103959"/>
                </a:lnTo>
                <a:lnTo>
                  <a:pt x="251619" y="104156"/>
                </a:lnTo>
                <a:lnTo>
                  <a:pt x="251327" y="104344"/>
                </a:lnTo>
                <a:lnTo>
                  <a:pt x="251027" y="104522"/>
                </a:lnTo>
                <a:lnTo>
                  <a:pt x="250719" y="104690"/>
                </a:lnTo>
                <a:lnTo>
                  <a:pt x="250404" y="104849"/>
                </a:lnTo>
                <a:lnTo>
                  <a:pt x="250081" y="104998"/>
                </a:lnTo>
                <a:lnTo>
                  <a:pt x="249750" y="105138"/>
                </a:lnTo>
                <a:lnTo>
                  <a:pt x="249412" y="105268"/>
                </a:lnTo>
                <a:lnTo>
                  <a:pt x="249065" y="105388"/>
                </a:lnTo>
                <a:lnTo>
                  <a:pt x="248712" y="105499"/>
                </a:lnTo>
                <a:lnTo>
                  <a:pt x="248350" y="105600"/>
                </a:lnTo>
                <a:lnTo>
                  <a:pt x="247981" y="105692"/>
                </a:lnTo>
                <a:lnTo>
                  <a:pt x="247604" y="105773"/>
                </a:lnTo>
                <a:lnTo>
                  <a:pt x="247220" y="105846"/>
                </a:lnTo>
                <a:lnTo>
                  <a:pt x="246828" y="105908"/>
                </a:lnTo>
                <a:lnTo>
                  <a:pt x="246428" y="105961"/>
                </a:lnTo>
                <a:lnTo>
                  <a:pt x="246020" y="106004"/>
                </a:lnTo>
                <a:lnTo>
                  <a:pt x="245605" y="106038"/>
                </a:lnTo>
                <a:lnTo>
                  <a:pt x="245183" y="106062"/>
                </a:lnTo>
                <a:lnTo>
                  <a:pt x="244752" y="106077"/>
                </a:lnTo>
                <a:lnTo>
                  <a:pt x="244314" y="106081"/>
                </a:lnTo>
                <a:lnTo>
                  <a:pt x="244154" y="106080"/>
                </a:lnTo>
                <a:lnTo>
                  <a:pt x="243995" y="106077"/>
                </a:lnTo>
                <a:lnTo>
                  <a:pt x="243838" y="106071"/>
                </a:lnTo>
                <a:lnTo>
                  <a:pt x="243682" y="106062"/>
                </a:lnTo>
                <a:lnTo>
                  <a:pt x="243528" y="106052"/>
                </a:lnTo>
                <a:lnTo>
                  <a:pt x="243375" y="106039"/>
                </a:lnTo>
                <a:lnTo>
                  <a:pt x="243223" y="106023"/>
                </a:lnTo>
                <a:lnTo>
                  <a:pt x="243073" y="106006"/>
                </a:lnTo>
                <a:lnTo>
                  <a:pt x="242924" y="105985"/>
                </a:lnTo>
                <a:lnTo>
                  <a:pt x="242776" y="105963"/>
                </a:lnTo>
                <a:lnTo>
                  <a:pt x="242630" y="105938"/>
                </a:lnTo>
                <a:lnTo>
                  <a:pt x="242486" y="105911"/>
                </a:lnTo>
                <a:lnTo>
                  <a:pt x="242342" y="105881"/>
                </a:lnTo>
                <a:lnTo>
                  <a:pt x="242200" y="105849"/>
                </a:lnTo>
                <a:lnTo>
                  <a:pt x="242060" y="105815"/>
                </a:lnTo>
                <a:lnTo>
                  <a:pt x="241921" y="105778"/>
                </a:lnTo>
                <a:lnTo>
                  <a:pt x="241783" y="105739"/>
                </a:lnTo>
                <a:lnTo>
                  <a:pt x="241647" y="105697"/>
                </a:lnTo>
                <a:lnTo>
                  <a:pt x="241512" y="105653"/>
                </a:lnTo>
                <a:lnTo>
                  <a:pt x="241378" y="105607"/>
                </a:lnTo>
                <a:lnTo>
                  <a:pt x="241246" y="105558"/>
                </a:lnTo>
                <a:lnTo>
                  <a:pt x="241115" y="105507"/>
                </a:lnTo>
                <a:lnTo>
                  <a:pt x="240986" y="105454"/>
                </a:lnTo>
                <a:lnTo>
                  <a:pt x="240858" y="105398"/>
                </a:lnTo>
                <a:lnTo>
                  <a:pt x="240732" y="105340"/>
                </a:lnTo>
                <a:lnTo>
                  <a:pt x="240606" y="105278"/>
                </a:lnTo>
                <a:lnTo>
                  <a:pt x="240482" y="105213"/>
                </a:lnTo>
                <a:lnTo>
                  <a:pt x="240359" y="105145"/>
                </a:lnTo>
                <a:lnTo>
                  <a:pt x="240238" y="105074"/>
                </a:lnTo>
                <a:lnTo>
                  <a:pt x="240117" y="104999"/>
                </a:lnTo>
                <a:lnTo>
                  <a:pt x="239998" y="104921"/>
                </a:lnTo>
                <a:lnTo>
                  <a:pt x="239880" y="104840"/>
                </a:lnTo>
                <a:lnTo>
                  <a:pt x="239764" y="104756"/>
                </a:lnTo>
                <a:lnTo>
                  <a:pt x="239649" y="104669"/>
                </a:lnTo>
                <a:lnTo>
                  <a:pt x="239534" y="104578"/>
                </a:lnTo>
                <a:lnTo>
                  <a:pt x="239422" y="104484"/>
                </a:lnTo>
                <a:lnTo>
                  <a:pt x="239310" y="104387"/>
                </a:lnTo>
                <a:lnTo>
                  <a:pt x="239200" y="104287"/>
                </a:lnTo>
                <a:lnTo>
                  <a:pt x="239091" y="104183"/>
                </a:lnTo>
                <a:lnTo>
                  <a:pt x="238983" y="104077"/>
                </a:lnTo>
                <a:lnTo>
                  <a:pt x="238876" y="103967"/>
                </a:lnTo>
                <a:lnTo>
                  <a:pt x="238771" y="103854"/>
                </a:lnTo>
                <a:lnTo>
                  <a:pt x="238667" y="103738"/>
                </a:lnTo>
                <a:lnTo>
                  <a:pt x="238564" y="103618"/>
                </a:lnTo>
                <a:lnTo>
                  <a:pt x="238463" y="103495"/>
                </a:lnTo>
                <a:lnTo>
                  <a:pt x="238363" y="103369"/>
                </a:lnTo>
                <a:lnTo>
                  <a:pt x="238264" y="103240"/>
                </a:lnTo>
                <a:lnTo>
                  <a:pt x="238166" y="103108"/>
                </a:lnTo>
                <a:lnTo>
                  <a:pt x="238070" y="102972"/>
                </a:lnTo>
                <a:lnTo>
                  <a:pt x="237976" y="102834"/>
                </a:lnTo>
                <a:lnTo>
                  <a:pt x="237883" y="102692"/>
                </a:lnTo>
                <a:lnTo>
                  <a:pt x="237793" y="102547"/>
                </a:lnTo>
                <a:lnTo>
                  <a:pt x="237705" y="102398"/>
                </a:lnTo>
                <a:lnTo>
                  <a:pt x="237618" y="102247"/>
                </a:lnTo>
                <a:lnTo>
                  <a:pt x="237534" y="102092"/>
                </a:lnTo>
                <a:lnTo>
                  <a:pt x="237452" y="101934"/>
                </a:lnTo>
                <a:lnTo>
                  <a:pt x="237371" y="101773"/>
                </a:lnTo>
                <a:lnTo>
                  <a:pt x="237293" y="101608"/>
                </a:lnTo>
                <a:lnTo>
                  <a:pt x="237216" y="101440"/>
                </a:lnTo>
                <a:lnTo>
                  <a:pt x="237141" y="101270"/>
                </a:lnTo>
                <a:lnTo>
                  <a:pt x="237069" y="101096"/>
                </a:lnTo>
                <a:lnTo>
                  <a:pt x="236998" y="100918"/>
                </a:lnTo>
                <a:lnTo>
                  <a:pt x="236929" y="100738"/>
                </a:lnTo>
                <a:lnTo>
                  <a:pt x="236862" y="100554"/>
                </a:lnTo>
                <a:lnTo>
                  <a:pt x="236797" y="100367"/>
                </a:lnTo>
                <a:lnTo>
                  <a:pt x="236734" y="100177"/>
                </a:lnTo>
                <a:lnTo>
                  <a:pt x="236673" y="99984"/>
                </a:lnTo>
                <a:lnTo>
                  <a:pt x="236614" y="99787"/>
                </a:lnTo>
                <a:lnTo>
                  <a:pt x="236557" y="99588"/>
                </a:lnTo>
                <a:lnTo>
                  <a:pt x="236502" y="99385"/>
                </a:lnTo>
                <a:lnTo>
                  <a:pt x="236449" y="99179"/>
                </a:lnTo>
                <a:lnTo>
                  <a:pt x="236398" y="98969"/>
                </a:lnTo>
                <a:lnTo>
                  <a:pt x="236349" y="98756"/>
                </a:lnTo>
                <a:lnTo>
                  <a:pt x="236302" y="98540"/>
                </a:lnTo>
                <a:lnTo>
                  <a:pt x="236257" y="98321"/>
                </a:lnTo>
                <a:lnTo>
                  <a:pt x="236214" y="98097"/>
                </a:lnTo>
                <a:lnTo>
                  <a:pt x="236173" y="97871"/>
                </a:lnTo>
                <a:lnTo>
                  <a:pt x="236134" y="97641"/>
                </a:lnTo>
                <a:lnTo>
                  <a:pt x="236098" y="97407"/>
                </a:lnTo>
                <a:lnTo>
                  <a:pt x="236063" y="97170"/>
                </a:lnTo>
                <a:lnTo>
                  <a:pt x="236031" y="96929"/>
                </a:lnTo>
                <a:lnTo>
                  <a:pt x="236000" y="96685"/>
                </a:lnTo>
                <a:lnTo>
                  <a:pt x="235972" y="96438"/>
                </a:lnTo>
                <a:lnTo>
                  <a:pt x="235946" y="96187"/>
                </a:lnTo>
                <a:lnTo>
                  <a:pt x="235922" y="95932"/>
                </a:lnTo>
                <a:lnTo>
                  <a:pt x="235900" y="95674"/>
                </a:lnTo>
                <a:lnTo>
                  <a:pt x="235880" y="95412"/>
                </a:lnTo>
                <a:lnTo>
                  <a:pt x="235862" y="95147"/>
                </a:lnTo>
                <a:lnTo>
                  <a:pt x="235846" y="94879"/>
                </a:lnTo>
                <a:lnTo>
                  <a:pt x="235833" y="94607"/>
                </a:lnTo>
                <a:lnTo>
                  <a:pt x="235821" y="94331"/>
                </a:lnTo>
                <a:lnTo>
                  <a:pt x="235812" y="94052"/>
                </a:lnTo>
                <a:lnTo>
                  <a:pt x="235805" y="93770"/>
                </a:lnTo>
                <a:lnTo>
                  <a:pt x="235799" y="93484"/>
                </a:lnTo>
                <a:lnTo>
                  <a:pt x="235796" y="93195"/>
                </a:lnTo>
                <a:lnTo>
                  <a:pt x="235795" y="92902"/>
                </a:lnTo>
                <a:lnTo>
                  <a:pt x="235795" y="36486"/>
                </a:lnTo>
                <a:lnTo>
                  <a:pt x="213213" y="36486"/>
                </a:lnTo>
                <a:lnTo>
                  <a:pt x="213213" y="92741"/>
                </a:lnTo>
                <a:lnTo>
                  <a:pt x="213216" y="93453"/>
                </a:lnTo>
                <a:lnTo>
                  <a:pt x="213225" y="94157"/>
                </a:lnTo>
                <a:lnTo>
                  <a:pt x="213241" y="94852"/>
                </a:lnTo>
                <a:lnTo>
                  <a:pt x="213263" y="95539"/>
                </a:lnTo>
                <a:lnTo>
                  <a:pt x="213291" y="96217"/>
                </a:lnTo>
                <a:lnTo>
                  <a:pt x="213326" y="96887"/>
                </a:lnTo>
                <a:lnTo>
                  <a:pt x="213367" y="97548"/>
                </a:lnTo>
                <a:lnTo>
                  <a:pt x="213414" y="98201"/>
                </a:lnTo>
                <a:lnTo>
                  <a:pt x="213467" y="98845"/>
                </a:lnTo>
                <a:lnTo>
                  <a:pt x="213527" y="99481"/>
                </a:lnTo>
                <a:lnTo>
                  <a:pt x="213593" y="100108"/>
                </a:lnTo>
                <a:lnTo>
                  <a:pt x="213665" y="100727"/>
                </a:lnTo>
                <a:lnTo>
                  <a:pt x="213743" y="101337"/>
                </a:lnTo>
                <a:lnTo>
                  <a:pt x="213828" y="101939"/>
                </a:lnTo>
                <a:lnTo>
                  <a:pt x="213919" y="102532"/>
                </a:lnTo>
                <a:lnTo>
                  <a:pt x="214016" y="103117"/>
                </a:lnTo>
                <a:lnTo>
                  <a:pt x="214120" y="103693"/>
                </a:lnTo>
                <a:lnTo>
                  <a:pt x="214230" y="104261"/>
                </a:lnTo>
                <a:lnTo>
                  <a:pt x="214346" y="104820"/>
                </a:lnTo>
                <a:lnTo>
                  <a:pt x="214468" y="105370"/>
                </a:lnTo>
                <a:lnTo>
                  <a:pt x="214597" y="105913"/>
                </a:lnTo>
                <a:lnTo>
                  <a:pt x="214732" y="106446"/>
                </a:lnTo>
                <a:lnTo>
                  <a:pt x="214873" y="106971"/>
                </a:lnTo>
                <a:lnTo>
                  <a:pt x="215021" y="107488"/>
                </a:lnTo>
                <a:lnTo>
                  <a:pt x="215174" y="107996"/>
                </a:lnTo>
                <a:lnTo>
                  <a:pt x="215332" y="108497"/>
                </a:lnTo>
                <a:lnTo>
                  <a:pt x="215495" y="108990"/>
                </a:lnTo>
                <a:lnTo>
                  <a:pt x="215663" y="109475"/>
                </a:lnTo>
                <a:lnTo>
                  <a:pt x="215835" y="109952"/>
                </a:lnTo>
                <a:lnTo>
                  <a:pt x="216013" y="110421"/>
                </a:lnTo>
                <a:lnTo>
                  <a:pt x="216195" y="110883"/>
                </a:lnTo>
                <a:lnTo>
                  <a:pt x="216383" y="111336"/>
                </a:lnTo>
                <a:lnTo>
                  <a:pt x="216575" y="111782"/>
                </a:lnTo>
                <a:lnTo>
                  <a:pt x="216772" y="112220"/>
                </a:lnTo>
                <a:lnTo>
                  <a:pt x="216974" y="112651"/>
                </a:lnTo>
                <a:lnTo>
                  <a:pt x="217181" y="113073"/>
                </a:lnTo>
                <a:lnTo>
                  <a:pt x="217392" y="113488"/>
                </a:lnTo>
                <a:lnTo>
                  <a:pt x="217609" y="113895"/>
                </a:lnTo>
                <a:lnTo>
                  <a:pt x="217831" y="114294"/>
                </a:lnTo>
                <a:lnTo>
                  <a:pt x="218057" y="114685"/>
                </a:lnTo>
                <a:lnTo>
                  <a:pt x="218288" y="115068"/>
                </a:lnTo>
                <a:lnTo>
                  <a:pt x="218524" y="115444"/>
                </a:lnTo>
                <a:lnTo>
                  <a:pt x="218765" y="115812"/>
                </a:lnTo>
                <a:lnTo>
                  <a:pt x="219011" y="116172"/>
                </a:lnTo>
                <a:lnTo>
                  <a:pt x="219262" y="116524"/>
                </a:lnTo>
                <a:lnTo>
                  <a:pt x="219518" y="116868"/>
                </a:lnTo>
                <a:lnTo>
                  <a:pt x="219778" y="117205"/>
                </a:lnTo>
                <a:lnTo>
                  <a:pt x="220044" y="117533"/>
                </a:lnTo>
                <a:lnTo>
                  <a:pt x="220314" y="117855"/>
                </a:lnTo>
                <a:lnTo>
                  <a:pt x="220588" y="118169"/>
                </a:lnTo>
                <a:lnTo>
                  <a:pt x="220867" y="118475"/>
                </a:lnTo>
                <a:lnTo>
                  <a:pt x="221150" y="118775"/>
                </a:lnTo>
                <a:lnTo>
                  <a:pt x="221437" y="119067"/>
                </a:lnTo>
                <a:lnTo>
                  <a:pt x="221729" y="119352"/>
                </a:lnTo>
                <a:lnTo>
                  <a:pt x="222025" y="119629"/>
                </a:lnTo>
                <a:lnTo>
                  <a:pt x="222325" y="119900"/>
                </a:lnTo>
                <a:lnTo>
                  <a:pt x="222630" y="120163"/>
                </a:lnTo>
                <a:lnTo>
                  <a:pt x="222939" y="120419"/>
                </a:lnTo>
                <a:lnTo>
                  <a:pt x="223252" y="120667"/>
                </a:lnTo>
                <a:lnTo>
                  <a:pt x="223570" y="120909"/>
                </a:lnTo>
                <a:lnTo>
                  <a:pt x="223892" y="121143"/>
                </a:lnTo>
                <a:lnTo>
                  <a:pt x="224218" y="121370"/>
                </a:lnTo>
                <a:lnTo>
                  <a:pt x="224549" y="121589"/>
                </a:lnTo>
                <a:lnTo>
                  <a:pt x="224883" y="121802"/>
                </a:lnTo>
                <a:lnTo>
                  <a:pt x="225223" y="122007"/>
                </a:lnTo>
                <a:lnTo>
                  <a:pt x="225566" y="122205"/>
                </a:lnTo>
                <a:lnTo>
                  <a:pt x="225914" y="122395"/>
                </a:lnTo>
                <a:lnTo>
                  <a:pt x="226266" y="122579"/>
                </a:lnTo>
                <a:lnTo>
                  <a:pt x="226623" y="122755"/>
                </a:lnTo>
                <a:lnTo>
                  <a:pt x="226984" y="122923"/>
                </a:lnTo>
                <a:lnTo>
                  <a:pt x="227349" y="123085"/>
                </a:lnTo>
                <a:lnTo>
                  <a:pt x="227719" y="123239"/>
                </a:lnTo>
                <a:lnTo>
                  <a:pt x="228092" y="123387"/>
                </a:lnTo>
                <a:lnTo>
                  <a:pt x="228468" y="123528"/>
                </a:lnTo>
                <a:lnTo>
                  <a:pt x="228847" y="123663"/>
                </a:lnTo>
                <a:lnTo>
                  <a:pt x="229229" y="123792"/>
                </a:lnTo>
                <a:lnTo>
                  <a:pt x="229614" y="123914"/>
                </a:lnTo>
                <a:lnTo>
                  <a:pt x="230001" y="124030"/>
                </a:lnTo>
                <a:lnTo>
                  <a:pt x="230392" y="124140"/>
                </a:lnTo>
                <a:lnTo>
                  <a:pt x="230786" y="124244"/>
                </a:lnTo>
                <a:lnTo>
                  <a:pt x="231182" y="124341"/>
                </a:lnTo>
                <a:lnTo>
                  <a:pt x="231582" y="124432"/>
                </a:lnTo>
                <a:lnTo>
                  <a:pt x="231984" y="124517"/>
                </a:lnTo>
                <a:lnTo>
                  <a:pt x="232390" y="124595"/>
                </a:lnTo>
                <a:lnTo>
                  <a:pt x="232798" y="124668"/>
                </a:lnTo>
                <a:lnTo>
                  <a:pt x="233209" y="124734"/>
                </a:lnTo>
                <a:lnTo>
                  <a:pt x="233623" y="124793"/>
                </a:lnTo>
                <a:lnTo>
                  <a:pt x="234041" y="124847"/>
                </a:lnTo>
                <a:lnTo>
                  <a:pt x="234461" y="124894"/>
                </a:lnTo>
                <a:lnTo>
                  <a:pt x="234884" y="124934"/>
                </a:lnTo>
                <a:lnTo>
                  <a:pt x="235309" y="124969"/>
                </a:lnTo>
                <a:lnTo>
                  <a:pt x="235738" y="124997"/>
                </a:lnTo>
                <a:lnTo>
                  <a:pt x="236170" y="125019"/>
                </a:lnTo>
                <a:lnTo>
                  <a:pt x="236605" y="125035"/>
                </a:lnTo>
                <a:lnTo>
                  <a:pt x="237042" y="125044"/>
                </a:lnTo>
                <a:lnTo>
                  <a:pt x="237483" y="125048"/>
                </a:lnTo>
                <a:lnTo>
                  <a:pt x="238056" y="125042"/>
                </a:lnTo>
                <a:lnTo>
                  <a:pt x="238622" y="125027"/>
                </a:lnTo>
                <a:lnTo>
                  <a:pt x="239182" y="125000"/>
                </a:lnTo>
                <a:lnTo>
                  <a:pt x="239736" y="124964"/>
                </a:lnTo>
                <a:lnTo>
                  <a:pt x="240284" y="124917"/>
                </a:lnTo>
                <a:lnTo>
                  <a:pt x="240826" y="124859"/>
                </a:lnTo>
                <a:lnTo>
                  <a:pt x="241361" y="124791"/>
                </a:lnTo>
                <a:lnTo>
                  <a:pt x="241890" y="124713"/>
                </a:lnTo>
                <a:lnTo>
                  <a:pt x="242412" y="124624"/>
                </a:lnTo>
                <a:lnTo>
                  <a:pt x="242928" y="124524"/>
                </a:lnTo>
                <a:lnTo>
                  <a:pt x="243438" y="124414"/>
                </a:lnTo>
                <a:lnTo>
                  <a:pt x="243942" y="124294"/>
                </a:lnTo>
                <a:lnTo>
                  <a:pt x="244440" y="124163"/>
                </a:lnTo>
                <a:lnTo>
                  <a:pt x="244931" y="124022"/>
                </a:lnTo>
                <a:lnTo>
                  <a:pt x="245416" y="123870"/>
                </a:lnTo>
                <a:lnTo>
                  <a:pt x="245894" y="123708"/>
                </a:lnTo>
                <a:lnTo>
                  <a:pt x="246367" y="123535"/>
                </a:lnTo>
                <a:lnTo>
                  <a:pt x="246833" y="123352"/>
                </a:lnTo>
                <a:lnTo>
                  <a:pt x="247293" y="123159"/>
                </a:lnTo>
                <a:lnTo>
                  <a:pt x="247746" y="122955"/>
                </a:lnTo>
                <a:lnTo>
                  <a:pt x="248193" y="122740"/>
                </a:lnTo>
                <a:lnTo>
                  <a:pt x="248634" y="122515"/>
                </a:lnTo>
                <a:lnTo>
                  <a:pt x="249069" y="122280"/>
                </a:lnTo>
                <a:lnTo>
                  <a:pt x="249497" y="122034"/>
                </a:lnTo>
                <a:lnTo>
                  <a:pt x="249920" y="121778"/>
                </a:lnTo>
                <a:lnTo>
                  <a:pt x="250336" y="121515"/>
                </a:lnTo>
                <a:lnTo>
                  <a:pt x="250746" y="121242"/>
                </a:lnTo>
                <a:lnTo>
                  <a:pt x="251149" y="120961"/>
                </a:lnTo>
                <a:lnTo>
                  <a:pt x="251547" y="120672"/>
                </a:lnTo>
                <a:lnTo>
                  <a:pt x="251938" y="120374"/>
                </a:lnTo>
                <a:lnTo>
                  <a:pt x="252324" y="120067"/>
                </a:lnTo>
                <a:lnTo>
                  <a:pt x="252703" y="119752"/>
                </a:lnTo>
                <a:lnTo>
                  <a:pt x="253076" y="119429"/>
                </a:lnTo>
                <a:lnTo>
                  <a:pt x="253443" y="119097"/>
                </a:lnTo>
                <a:lnTo>
                  <a:pt x="253804" y="118756"/>
                </a:lnTo>
                <a:lnTo>
                  <a:pt x="254159" y="118407"/>
                </a:lnTo>
                <a:lnTo>
                  <a:pt x="254507" y="118050"/>
                </a:lnTo>
                <a:lnTo>
                  <a:pt x="254849" y="117684"/>
                </a:lnTo>
                <a:lnTo>
                  <a:pt x="255186" y="117309"/>
                </a:lnTo>
                <a:lnTo>
                  <a:pt x="255516" y="116926"/>
                </a:lnTo>
                <a:lnTo>
                  <a:pt x="255840" y="116535"/>
                </a:lnTo>
                <a:lnTo>
                  <a:pt x="256158" y="116135"/>
                </a:lnTo>
                <a:lnTo>
                  <a:pt x="256469" y="115726"/>
                </a:lnTo>
                <a:lnTo>
                  <a:pt x="256652" y="115477"/>
                </a:lnTo>
                <a:lnTo>
                  <a:pt x="257172" y="123440"/>
                </a:lnTo>
                <a:lnTo>
                  <a:pt x="278388" y="123440"/>
                </a:lnTo>
                <a:lnTo>
                  <a:pt x="278388" y="36486"/>
                </a:lnTo>
                <a:lnTo>
                  <a:pt x="255806" y="36486"/>
                </a:lnTo>
                <a:lnTo>
                  <a:pt x="255806" y="99162"/>
                </a:lnTo>
                <a:close/>
                <a:moveTo>
                  <a:pt x="1138252" y="36486"/>
                </a:moveTo>
                <a:lnTo>
                  <a:pt x="1138252" y="53443"/>
                </a:lnTo>
                <a:lnTo>
                  <a:pt x="1148458" y="53443"/>
                </a:lnTo>
                <a:lnTo>
                  <a:pt x="1148458" y="99313"/>
                </a:lnTo>
                <a:lnTo>
                  <a:pt x="1148463" y="100078"/>
                </a:lnTo>
                <a:lnTo>
                  <a:pt x="1148477" y="100830"/>
                </a:lnTo>
                <a:lnTo>
                  <a:pt x="1148501" y="101570"/>
                </a:lnTo>
                <a:lnTo>
                  <a:pt x="1148534" y="102297"/>
                </a:lnTo>
                <a:lnTo>
                  <a:pt x="1148577" y="103013"/>
                </a:lnTo>
                <a:lnTo>
                  <a:pt x="1148629" y="103716"/>
                </a:lnTo>
                <a:lnTo>
                  <a:pt x="1148691" y="104406"/>
                </a:lnTo>
                <a:lnTo>
                  <a:pt x="1148762" y="105085"/>
                </a:lnTo>
                <a:lnTo>
                  <a:pt x="1148842" y="105751"/>
                </a:lnTo>
                <a:lnTo>
                  <a:pt x="1148933" y="106405"/>
                </a:lnTo>
                <a:lnTo>
                  <a:pt x="1149032" y="107047"/>
                </a:lnTo>
                <a:lnTo>
                  <a:pt x="1149141" y="107676"/>
                </a:lnTo>
                <a:lnTo>
                  <a:pt x="1149260" y="108293"/>
                </a:lnTo>
                <a:lnTo>
                  <a:pt x="1149388" y="108898"/>
                </a:lnTo>
                <a:lnTo>
                  <a:pt x="1149526" y="109491"/>
                </a:lnTo>
                <a:lnTo>
                  <a:pt x="1149673" y="110071"/>
                </a:lnTo>
                <a:lnTo>
                  <a:pt x="1149829" y="110639"/>
                </a:lnTo>
                <a:lnTo>
                  <a:pt x="1149995" y="111195"/>
                </a:lnTo>
                <a:lnTo>
                  <a:pt x="1150171" y="111738"/>
                </a:lnTo>
                <a:lnTo>
                  <a:pt x="1150356" y="112269"/>
                </a:lnTo>
                <a:lnTo>
                  <a:pt x="1150550" y="112788"/>
                </a:lnTo>
                <a:lnTo>
                  <a:pt x="1150754" y="113295"/>
                </a:lnTo>
                <a:lnTo>
                  <a:pt x="1150968" y="113789"/>
                </a:lnTo>
                <a:lnTo>
                  <a:pt x="1151191" y="114271"/>
                </a:lnTo>
                <a:lnTo>
                  <a:pt x="1151422" y="114741"/>
                </a:lnTo>
                <a:lnTo>
                  <a:pt x="1151661" y="115201"/>
                </a:lnTo>
                <a:lnTo>
                  <a:pt x="1151908" y="115649"/>
                </a:lnTo>
                <a:lnTo>
                  <a:pt x="1152163" y="116086"/>
                </a:lnTo>
                <a:lnTo>
                  <a:pt x="1152425" y="116513"/>
                </a:lnTo>
                <a:lnTo>
                  <a:pt x="1152695" y="116928"/>
                </a:lnTo>
                <a:lnTo>
                  <a:pt x="1152972" y="117332"/>
                </a:lnTo>
                <a:lnTo>
                  <a:pt x="1153258" y="117725"/>
                </a:lnTo>
                <a:lnTo>
                  <a:pt x="1153551" y="118108"/>
                </a:lnTo>
                <a:lnTo>
                  <a:pt x="1153851" y="118479"/>
                </a:lnTo>
                <a:lnTo>
                  <a:pt x="1154160" y="118839"/>
                </a:lnTo>
                <a:lnTo>
                  <a:pt x="1154475" y="119188"/>
                </a:lnTo>
                <a:lnTo>
                  <a:pt x="1154799" y="119526"/>
                </a:lnTo>
                <a:lnTo>
                  <a:pt x="1155130" y="119853"/>
                </a:lnTo>
                <a:lnTo>
                  <a:pt x="1155469" y="120169"/>
                </a:lnTo>
                <a:lnTo>
                  <a:pt x="1155816" y="120474"/>
                </a:lnTo>
                <a:lnTo>
                  <a:pt x="1156170" y="120768"/>
                </a:lnTo>
                <a:lnTo>
                  <a:pt x="1156532" y="121050"/>
                </a:lnTo>
                <a:lnTo>
                  <a:pt x="1156902" y="121322"/>
                </a:lnTo>
                <a:lnTo>
                  <a:pt x="1157279" y="121583"/>
                </a:lnTo>
                <a:lnTo>
                  <a:pt x="1157664" y="121833"/>
                </a:lnTo>
                <a:lnTo>
                  <a:pt x="1158057" y="122072"/>
                </a:lnTo>
                <a:lnTo>
                  <a:pt x="1158457" y="122299"/>
                </a:lnTo>
                <a:lnTo>
                  <a:pt x="1158865" y="122516"/>
                </a:lnTo>
                <a:lnTo>
                  <a:pt x="1159280" y="122723"/>
                </a:lnTo>
                <a:lnTo>
                  <a:pt x="1159702" y="122920"/>
                </a:lnTo>
                <a:lnTo>
                  <a:pt x="1160129" y="123109"/>
                </a:lnTo>
                <a:lnTo>
                  <a:pt x="1160563" y="123290"/>
                </a:lnTo>
                <a:lnTo>
                  <a:pt x="1161003" y="123461"/>
                </a:lnTo>
                <a:lnTo>
                  <a:pt x="1161450" y="123624"/>
                </a:lnTo>
                <a:lnTo>
                  <a:pt x="1161902" y="123777"/>
                </a:lnTo>
                <a:lnTo>
                  <a:pt x="1162361" y="123922"/>
                </a:lnTo>
                <a:lnTo>
                  <a:pt x="1162827" y="124059"/>
                </a:lnTo>
                <a:lnTo>
                  <a:pt x="1163298" y="124186"/>
                </a:lnTo>
                <a:lnTo>
                  <a:pt x="1163776" y="124305"/>
                </a:lnTo>
                <a:lnTo>
                  <a:pt x="1164260" y="124415"/>
                </a:lnTo>
                <a:lnTo>
                  <a:pt x="1164750" y="124516"/>
                </a:lnTo>
                <a:lnTo>
                  <a:pt x="1165247" y="124608"/>
                </a:lnTo>
                <a:lnTo>
                  <a:pt x="1165750" y="124692"/>
                </a:lnTo>
                <a:lnTo>
                  <a:pt x="1166259" y="124766"/>
                </a:lnTo>
                <a:lnTo>
                  <a:pt x="1166774" y="124832"/>
                </a:lnTo>
                <a:lnTo>
                  <a:pt x="1167296" y="124889"/>
                </a:lnTo>
                <a:lnTo>
                  <a:pt x="1167824" y="124938"/>
                </a:lnTo>
                <a:lnTo>
                  <a:pt x="1168358" y="124977"/>
                </a:lnTo>
                <a:lnTo>
                  <a:pt x="1168899" y="125008"/>
                </a:lnTo>
                <a:lnTo>
                  <a:pt x="1169446" y="125030"/>
                </a:lnTo>
                <a:lnTo>
                  <a:pt x="1169999" y="125043"/>
                </a:lnTo>
                <a:lnTo>
                  <a:pt x="1170558" y="125048"/>
                </a:lnTo>
                <a:lnTo>
                  <a:pt x="1170891" y="125047"/>
                </a:lnTo>
                <a:lnTo>
                  <a:pt x="1171221" y="125044"/>
                </a:lnTo>
                <a:lnTo>
                  <a:pt x="1171546" y="125039"/>
                </a:lnTo>
                <a:lnTo>
                  <a:pt x="1171868" y="125032"/>
                </a:lnTo>
                <a:lnTo>
                  <a:pt x="1172186" y="125023"/>
                </a:lnTo>
                <a:lnTo>
                  <a:pt x="1172500" y="125012"/>
                </a:lnTo>
                <a:lnTo>
                  <a:pt x="1172810" y="125000"/>
                </a:lnTo>
                <a:lnTo>
                  <a:pt x="1173117" y="124985"/>
                </a:lnTo>
                <a:lnTo>
                  <a:pt x="1173420" y="124968"/>
                </a:lnTo>
                <a:lnTo>
                  <a:pt x="1173719" y="124950"/>
                </a:lnTo>
                <a:lnTo>
                  <a:pt x="1174014" y="124929"/>
                </a:lnTo>
                <a:lnTo>
                  <a:pt x="1174305" y="124907"/>
                </a:lnTo>
                <a:lnTo>
                  <a:pt x="1174593" y="124882"/>
                </a:lnTo>
                <a:lnTo>
                  <a:pt x="1174877" y="124856"/>
                </a:lnTo>
                <a:lnTo>
                  <a:pt x="1175157" y="124828"/>
                </a:lnTo>
                <a:lnTo>
                  <a:pt x="1175434" y="124797"/>
                </a:lnTo>
                <a:lnTo>
                  <a:pt x="1175707" y="124765"/>
                </a:lnTo>
                <a:lnTo>
                  <a:pt x="1175976" y="124731"/>
                </a:lnTo>
                <a:lnTo>
                  <a:pt x="1176241" y="124695"/>
                </a:lnTo>
                <a:lnTo>
                  <a:pt x="1176502" y="124657"/>
                </a:lnTo>
                <a:lnTo>
                  <a:pt x="1176760" y="124617"/>
                </a:lnTo>
                <a:lnTo>
                  <a:pt x="1177014" y="124575"/>
                </a:lnTo>
                <a:lnTo>
                  <a:pt x="1177264" y="124531"/>
                </a:lnTo>
                <a:lnTo>
                  <a:pt x="1177510" y="124485"/>
                </a:lnTo>
                <a:lnTo>
                  <a:pt x="1177754" y="124437"/>
                </a:lnTo>
                <a:lnTo>
                  <a:pt x="1177997" y="124388"/>
                </a:lnTo>
                <a:lnTo>
                  <a:pt x="1178239" y="124337"/>
                </a:lnTo>
                <a:lnTo>
                  <a:pt x="1178480" y="124284"/>
                </a:lnTo>
                <a:lnTo>
                  <a:pt x="1178720" y="124230"/>
                </a:lnTo>
                <a:lnTo>
                  <a:pt x="1178959" y="124174"/>
                </a:lnTo>
                <a:lnTo>
                  <a:pt x="1179197" y="124116"/>
                </a:lnTo>
                <a:lnTo>
                  <a:pt x="1179434" y="124056"/>
                </a:lnTo>
                <a:lnTo>
                  <a:pt x="1179670" y="123995"/>
                </a:lnTo>
                <a:lnTo>
                  <a:pt x="1179906" y="123932"/>
                </a:lnTo>
                <a:lnTo>
                  <a:pt x="1180140" y="123868"/>
                </a:lnTo>
                <a:lnTo>
                  <a:pt x="1180373" y="123802"/>
                </a:lnTo>
                <a:lnTo>
                  <a:pt x="1180605" y="123734"/>
                </a:lnTo>
                <a:lnTo>
                  <a:pt x="1180837" y="123665"/>
                </a:lnTo>
                <a:lnTo>
                  <a:pt x="1181067" y="123593"/>
                </a:lnTo>
                <a:lnTo>
                  <a:pt x="1181296" y="123521"/>
                </a:lnTo>
                <a:lnTo>
                  <a:pt x="1181524" y="123446"/>
                </a:lnTo>
                <a:lnTo>
                  <a:pt x="1181752" y="123370"/>
                </a:lnTo>
                <a:lnTo>
                  <a:pt x="1181978" y="123292"/>
                </a:lnTo>
                <a:lnTo>
                  <a:pt x="1182204" y="123213"/>
                </a:lnTo>
                <a:lnTo>
                  <a:pt x="1182428" y="123131"/>
                </a:lnTo>
                <a:lnTo>
                  <a:pt x="1182651" y="123048"/>
                </a:lnTo>
                <a:lnTo>
                  <a:pt x="1182874" y="122964"/>
                </a:lnTo>
                <a:lnTo>
                  <a:pt x="1183095" y="122878"/>
                </a:lnTo>
                <a:lnTo>
                  <a:pt x="1183095" y="105278"/>
                </a:lnTo>
                <a:lnTo>
                  <a:pt x="1183034" y="105298"/>
                </a:lnTo>
                <a:lnTo>
                  <a:pt x="1182970" y="105318"/>
                </a:lnTo>
                <a:lnTo>
                  <a:pt x="1182903" y="105337"/>
                </a:lnTo>
                <a:lnTo>
                  <a:pt x="1182834" y="105357"/>
                </a:lnTo>
                <a:lnTo>
                  <a:pt x="1182763" y="105377"/>
                </a:lnTo>
                <a:lnTo>
                  <a:pt x="1182689" y="105396"/>
                </a:lnTo>
                <a:lnTo>
                  <a:pt x="1182612" y="105415"/>
                </a:lnTo>
                <a:lnTo>
                  <a:pt x="1182533" y="105434"/>
                </a:lnTo>
                <a:lnTo>
                  <a:pt x="1182451" y="105453"/>
                </a:lnTo>
                <a:lnTo>
                  <a:pt x="1182367" y="105472"/>
                </a:lnTo>
                <a:lnTo>
                  <a:pt x="1182280" y="105490"/>
                </a:lnTo>
                <a:lnTo>
                  <a:pt x="1182191" y="105509"/>
                </a:lnTo>
                <a:lnTo>
                  <a:pt x="1182100" y="105527"/>
                </a:lnTo>
                <a:lnTo>
                  <a:pt x="1182005" y="105545"/>
                </a:lnTo>
                <a:lnTo>
                  <a:pt x="1181909" y="105563"/>
                </a:lnTo>
                <a:lnTo>
                  <a:pt x="1181810" y="105581"/>
                </a:lnTo>
                <a:lnTo>
                  <a:pt x="1181708" y="105599"/>
                </a:lnTo>
                <a:lnTo>
                  <a:pt x="1181604" y="105617"/>
                </a:lnTo>
                <a:lnTo>
                  <a:pt x="1181497" y="105634"/>
                </a:lnTo>
                <a:lnTo>
                  <a:pt x="1181388" y="105652"/>
                </a:lnTo>
                <a:lnTo>
                  <a:pt x="1181276" y="105669"/>
                </a:lnTo>
                <a:lnTo>
                  <a:pt x="1181162" y="105686"/>
                </a:lnTo>
                <a:lnTo>
                  <a:pt x="1181045" y="105703"/>
                </a:lnTo>
                <a:lnTo>
                  <a:pt x="1180926" y="105720"/>
                </a:lnTo>
                <a:lnTo>
                  <a:pt x="1180804" y="105736"/>
                </a:lnTo>
                <a:lnTo>
                  <a:pt x="1180682" y="105752"/>
                </a:lnTo>
                <a:lnTo>
                  <a:pt x="1180559" y="105767"/>
                </a:lnTo>
                <a:lnTo>
                  <a:pt x="1180434" y="105781"/>
                </a:lnTo>
                <a:lnTo>
                  <a:pt x="1180309" y="105795"/>
                </a:lnTo>
                <a:lnTo>
                  <a:pt x="1180182" y="105808"/>
                </a:lnTo>
                <a:lnTo>
                  <a:pt x="1180054" y="105820"/>
                </a:lnTo>
                <a:lnTo>
                  <a:pt x="1179925" y="105831"/>
                </a:lnTo>
                <a:lnTo>
                  <a:pt x="1179795" y="105842"/>
                </a:lnTo>
                <a:lnTo>
                  <a:pt x="1179664" y="105852"/>
                </a:lnTo>
                <a:lnTo>
                  <a:pt x="1179532" y="105862"/>
                </a:lnTo>
                <a:lnTo>
                  <a:pt x="1179399" y="105870"/>
                </a:lnTo>
                <a:lnTo>
                  <a:pt x="1179264" y="105879"/>
                </a:lnTo>
                <a:lnTo>
                  <a:pt x="1179128" y="105886"/>
                </a:lnTo>
                <a:lnTo>
                  <a:pt x="1178992" y="105892"/>
                </a:lnTo>
                <a:lnTo>
                  <a:pt x="1178854" y="105898"/>
                </a:lnTo>
                <a:lnTo>
                  <a:pt x="1178715" y="105904"/>
                </a:lnTo>
                <a:lnTo>
                  <a:pt x="1178575" y="105908"/>
                </a:lnTo>
                <a:lnTo>
                  <a:pt x="1178434" y="105912"/>
                </a:lnTo>
                <a:lnTo>
                  <a:pt x="1178291" y="105915"/>
                </a:lnTo>
                <a:lnTo>
                  <a:pt x="1178148" y="105918"/>
                </a:lnTo>
                <a:lnTo>
                  <a:pt x="1178003" y="105919"/>
                </a:lnTo>
                <a:lnTo>
                  <a:pt x="1177858" y="105920"/>
                </a:lnTo>
                <a:lnTo>
                  <a:pt x="1177711" y="105921"/>
                </a:lnTo>
                <a:lnTo>
                  <a:pt x="1177512" y="105919"/>
                </a:lnTo>
                <a:lnTo>
                  <a:pt x="1177316" y="105915"/>
                </a:lnTo>
                <a:lnTo>
                  <a:pt x="1177123" y="105909"/>
                </a:lnTo>
                <a:lnTo>
                  <a:pt x="1176933" y="105900"/>
                </a:lnTo>
                <a:lnTo>
                  <a:pt x="1176746" y="105888"/>
                </a:lnTo>
                <a:lnTo>
                  <a:pt x="1176563" y="105873"/>
                </a:lnTo>
                <a:lnTo>
                  <a:pt x="1176383" y="105856"/>
                </a:lnTo>
                <a:lnTo>
                  <a:pt x="1176206" y="105836"/>
                </a:lnTo>
                <a:lnTo>
                  <a:pt x="1176033" y="105813"/>
                </a:lnTo>
                <a:lnTo>
                  <a:pt x="1175862" y="105788"/>
                </a:lnTo>
                <a:lnTo>
                  <a:pt x="1175695" y="105760"/>
                </a:lnTo>
                <a:lnTo>
                  <a:pt x="1175531" y="105730"/>
                </a:lnTo>
                <a:lnTo>
                  <a:pt x="1175370" y="105697"/>
                </a:lnTo>
                <a:lnTo>
                  <a:pt x="1175213" y="105661"/>
                </a:lnTo>
                <a:lnTo>
                  <a:pt x="1175058" y="105622"/>
                </a:lnTo>
                <a:lnTo>
                  <a:pt x="1174907" y="105581"/>
                </a:lnTo>
                <a:lnTo>
                  <a:pt x="1174759" y="105538"/>
                </a:lnTo>
                <a:lnTo>
                  <a:pt x="1174614" y="105491"/>
                </a:lnTo>
                <a:lnTo>
                  <a:pt x="1174473" y="105442"/>
                </a:lnTo>
                <a:lnTo>
                  <a:pt x="1174335" y="105391"/>
                </a:lnTo>
                <a:lnTo>
                  <a:pt x="1174199" y="105336"/>
                </a:lnTo>
                <a:lnTo>
                  <a:pt x="1174067" y="105279"/>
                </a:lnTo>
                <a:lnTo>
                  <a:pt x="1173939" y="105220"/>
                </a:lnTo>
                <a:lnTo>
                  <a:pt x="1173813" y="105157"/>
                </a:lnTo>
                <a:lnTo>
                  <a:pt x="1173691" y="105091"/>
                </a:lnTo>
                <a:lnTo>
                  <a:pt x="1173571" y="105021"/>
                </a:lnTo>
                <a:lnTo>
                  <a:pt x="1173453" y="104947"/>
                </a:lnTo>
                <a:lnTo>
                  <a:pt x="1173339" y="104869"/>
                </a:lnTo>
                <a:lnTo>
                  <a:pt x="1173227" y="104786"/>
                </a:lnTo>
                <a:lnTo>
                  <a:pt x="1173118" y="104699"/>
                </a:lnTo>
                <a:lnTo>
                  <a:pt x="1173011" y="104608"/>
                </a:lnTo>
                <a:lnTo>
                  <a:pt x="1172907" y="104513"/>
                </a:lnTo>
                <a:lnTo>
                  <a:pt x="1172806" y="104414"/>
                </a:lnTo>
                <a:lnTo>
                  <a:pt x="1172707" y="104310"/>
                </a:lnTo>
                <a:lnTo>
                  <a:pt x="1172611" y="104202"/>
                </a:lnTo>
                <a:lnTo>
                  <a:pt x="1172517" y="104091"/>
                </a:lnTo>
                <a:lnTo>
                  <a:pt x="1172427" y="103974"/>
                </a:lnTo>
                <a:lnTo>
                  <a:pt x="1172339" y="103854"/>
                </a:lnTo>
                <a:lnTo>
                  <a:pt x="1172253" y="103730"/>
                </a:lnTo>
                <a:lnTo>
                  <a:pt x="1172170" y="103601"/>
                </a:lnTo>
                <a:lnTo>
                  <a:pt x="1172090" y="103469"/>
                </a:lnTo>
                <a:lnTo>
                  <a:pt x="1172013" y="103332"/>
                </a:lnTo>
                <a:lnTo>
                  <a:pt x="1171938" y="103191"/>
                </a:lnTo>
                <a:lnTo>
                  <a:pt x="1171866" y="103045"/>
                </a:lnTo>
                <a:lnTo>
                  <a:pt x="1171796" y="102896"/>
                </a:lnTo>
                <a:lnTo>
                  <a:pt x="1171729" y="102742"/>
                </a:lnTo>
                <a:lnTo>
                  <a:pt x="1171665" y="102584"/>
                </a:lnTo>
                <a:lnTo>
                  <a:pt x="1171603" y="102422"/>
                </a:lnTo>
                <a:lnTo>
                  <a:pt x="1171544" y="102255"/>
                </a:lnTo>
                <a:lnTo>
                  <a:pt x="1171488" y="102083"/>
                </a:lnTo>
                <a:lnTo>
                  <a:pt x="1171434" y="101905"/>
                </a:lnTo>
                <a:lnTo>
                  <a:pt x="1171382" y="101722"/>
                </a:lnTo>
                <a:lnTo>
                  <a:pt x="1171333" y="101533"/>
                </a:lnTo>
                <a:lnTo>
                  <a:pt x="1171287" y="101339"/>
                </a:lnTo>
                <a:lnTo>
                  <a:pt x="1171243" y="101139"/>
                </a:lnTo>
                <a:lnTo>
                  <a:pt x="1171201" y="100934"/>
                </a:lnTo>
                <a:lnTo>
                  <a:pt x="1171162" y="100723"/>
                </a:lnTo>
                <a:lnTo>
                  <a:pt x="1171126" y="100507"/>
                </a:lnTo>
                <a:lnTo>
                  <a:pt x="1171092" y="100286"/>
                </a:lnTo>
                <a:lnTo>
                  <a:pt x="1171061" y="100059"/>
                </a:lnTo>
                <a:lnTo>
                  <a:pt x="1171032" y="99827"/>
                </a:lnTo>
                <a:lnTo>
                  <a:pt x="1171006" y="99589"/>
                </a:lnTo>
                <a:lnTo>
                  <a:pt x="1170982" y="99346"/>
                </a:lnTo>
                <a:lnTo>
                  <a:pt x="1170960" y="99097"/>
                </a:lnTo>
                <a:lnTo>
                  <a:pt x="1170941" y="98843"/>
                </a:lnTo>
                <a:lnTo>
                  <a:pt x="1170925" y="98584"/>
                </a:lnTo>
                <a:lnTo>
                  <a:pt x="1170911" y="98319"/>
                </a:lnTo>
                <a:lnTo>
                  <a:pt x="1170900" y="98048"/>
                </a:lnTo>
                <a:lnTo>
                  <a:pt x="1170891" y="97772"/>
                </a:lnTo>
                <a:lnTo>
                  <a:pt x="1170885" y="97491"/>
                </a:lnTo>
                <a:lnTo>
                  <a:pt x="1170881" y="97204"/>
                </a:lnTo>
                <a:lnTo>
                  <a:pt x="1170880" y="96912"/>
                </a:lnTo>
                <a:lnTo>
                  <a:pt x="1170880" y="53443"/>
                </a:lnTo>
                <a:lnTo>
                  <a:pt x="1182613" y="53443"/>
                </a:lnTo>
                <a:lnTo>
                  <a:pt x="1182613" y="36486"/>
                </a:lnTo>
                <a:lnTo>
                  <a:pt x="1170880" y="36486"/>
                </a:lnTo>
                <a:lnTo>
                  <a:pt x="1170880" y="14948"/>
                </a:lnTo>
                <a:lnTo>
                  <a:pt x="1148458" y="14948"/>
                </a:lnTo>
                <a:lnTo>
                  <a:pt x="1148458" y="36486"/>
                </a:lnTo>
                <a:lnTo>
                  <a:pt x="1138252" y="36486"/>
                </a:lnTo>
                <a:close/>
                <a:moveTo>
                  <a:pt x="925491" y="59875"/>
                </a:moveTo>
                <a:lnTo>
                  <a:pt x="925635" y="59622"/>
                </a:lnTo>
                <a:lnTo>
                  <a:pt x="925783" y="59375"/>
                </a:lnTo>
                <a:lnTo>
                  <a:pt x="925933" y="59132"/>
                </a:lnTo>
                <a:lnTo>
                  <a:pt x="926087" y="58895"/>
                </a:lnTo>
                <a:lnTo>
                  <a:pt x="926243" y="58662"/>
                </a:lnTo>
                <a:lnTo>
                  <a:pt x="926402" y="58434"/>
                </a:lnTo>
                <a:lnTo>
                  <a:pt x="926565" y="58211"/>
                </a:lnTo>
                <a:lnTo>
                  <a:pt x="926730" y="57993"/>
                </a:lnTo>
                <a:lnTo>
                  <a:pt x="926898" y="57780"/>
                </a:lnTo>
                <a:lnTo>
                  <a:pt x="927069" y="57571"/>
                </a:lnTo>
                <a:lnTo>
                  <a:pt x="927243" y="57368"/>
                </a:lnTo>
                <a:lnTo>
                  <a:pt x="927420" y="57169"/>
                </a:lnTo>
                <a:lnTo>
                  <a:pt x="927599" y="56975"/>
                </a:lnTo>
                <a:lnTo>
                  <a:pt x="927782" y="56787"/>
                </a:lnTo>
                <a:lnTo>
                  <a:pt x="927968" y="56603"/>
                </a:lnTo>
                <a:lnTo>
                  <a:pt x="928156" y="56424"/>
                </a:lnTo>
                <a:lnTo>
                  <a:pt x="928348" y="56249"/>
                </a:lnTo>
                <a:lnTo>
                  <a:pt x="928542" y="56080"/>
                </a:lnTo>
                <a:lnTo>
                  <a:pt x="928739" y="55916"/>
                </a:lnTo>
                <a:lnTo>
                  <a:pt x="928940" y="55756"/>
                </a:lnTo>
                <a:lnTo>
                  <a:pt x="929143" y="55601"/>
                </a:lnTo>
                <a:lnTo>
                  <a:pt x="929349" y="55452"/>
                </a:lnTo>
                <a:lnTo>
                  <a:pt x="929558" y="55307"/>
                </a:lnTo>
                <a:lnTo>
                  <a:pt x="929769" y="55169"/>
                </a:lnTo>
                <a:lnTo>
                  <a:pt x="929983" y="55037"/>
                </a:lnTo>
                <a:lnTo>
                  <a:pt x="930200" y="54911"/>
                </a:lnTo>
                <a:lnTo>
                  <a:pt x="930419" y="54792"/>
                </a:lnTo>
                <a:lnTo>
                  <a:pt x="930640" y="54678"/>
                </a:lnTo>
                <a:lnTo>
                  <a:pt x="930864" y="54571"/>
                </a:lnTo>
                <a:lnTo>
                  <a:pt x="931090" y="54469"/>
                </a:lnTo>
                <a:lnTo>
                  <a:pt x="931319" y="54374"/>
                </a:lnTo>
                <a:lnTo>
                  <a:pt x="931551" y="54285"/>
                </a:lnTo>
                <a:lnTo>
                  <a:pt x="931785" y="54202"/>
                </a:lnTo>
                <a:lnTo>
                  <a:pt x="932021" y="54126"/>
                </a:lnTo>
                <a:lnTo>
                  <a:pt x="932260" y="54055"/>
                </a:lnTo>
                <a:lnTo>
                  <a:pt x="932502" y="53991"/>
                </a:lnTo>
                <a:lnTo>
                  <a:pt x="932746" y="53932"/>
                </a:lnTo>
                <a:lnTo>
                  <a:pt x="932992" y="53880"/>
                </a:lnTo>
                <a:lnTo>
                  <a:pt x="933241" y="53834"/>
                </a:lnTo>
                <a:lnTo>
                  <a:pt x="933493" y="53794"/>
                </a:lnTo>
                <a:lnTo>
                  <a:pt x="933747" y="53760"/>
                </a:lnTo>
                <a:lnTo>
                  <a:pt x="934004" y="53733"/>
                </a:lnTo>
                <a:lnTo>
                  <a:pt x="934263" y="53711"/>
                </a:lnTo>
                <a:lnTo>
                  <a:pt x="934524" y="53696"/>
                </a:lnTo>
                <a:lnTo>
                  <a:pt x="934788" y="53687"/>
                </a:lnTo>
                <a:lnTo>
                  <a:pt x="935055" y="53684"/>
                </a:lnTo>
                <a:lnTo>
                  <a:pt x="935341" y="53686"/>
                </a:lnTo>
                <a:lnTo>
                  <a:pt x="935622" y="53692"/>
                </a:lnTo>
                <a:lnTo>
                  <a:pt x="935899" y="53703"/>
                </a:lnTo>
                <a:lnTo>
                  <a:pt x="936172" y="53718"/>
                </a:lnTo>
                <a:lnTo>
                  <a:pt x="936441" y="53738"/>
                </a:lnTo>
                <a:lnTo>
                  <a:pt x="936705" y="53761"/>
                </a:lnTo>
                <a:lnTo>
                  <a:pt x="936965" y="53790"/>
                </a:lnTo>
                <a:lnTo>
                  <a:pt x="937220" y="53822"/>
                </a:lnTo>
                <a:lnTo>
                  <a:pt x="937472" y="53859"/>
                </a:lnTo>
                <a:lnTo>
                  <a:pt x="937718" y="53900"/>
                </a:lnTo>
                <a:lnTo>
                  <a:pt x="937961" y="53945"/>
                </a:lnTo>
                <a:lnTo>
                  <a:pt x="938199" y="53995"/>
                </a:lnTo>
                <a:lnTo>
                  <a:pt x="938433" y="54049"/>
                </a:lnTo>
                <a:lnTo>
                  <a:pt x="938663" y="54108"/>
                </a:lnTo>
                <a:lnTo>
                  <a:pt x="938888" y="54170"/>
                </a:lnTo>
                <a:lnTo>
                  <a:pt x="939109" y="54237"/>
                </a:lnTo>
                <a:lnTo>
                  <a:pt x="939326" y="54309"/>
                </a:lnTo>
                <a:lnTo>
                  <a:pt x="939538" y="54384"/>
                </a:lnTo>
                <a:lnTo>
                  <a:pt x="939746" y="54464"/>
                </a:lnTo>
                <a:lnTo>
                  <a:pt x="939949" y="54549"/>
                </a:lnTo>
                <a:lnTo>
                  <a:pt x="940149" y="54637"/>
                </a:lnTo>
                <a:lnTo>
                  <a:pt x="940344" y="54730"/>
                </a:lnTo>
                <a:lnTo>
                  <a:pt x="940534" y="54828"/>
                </a:lnTo>
                <a:lnTo>
                  <a:pt x="940721" y="54929"/>
                </a:lnTo>
                <a:lnTo>
                  <a:pt x="940903" y="55036"/>
                </a:lnTo>
                <a:lnTo>
                  <a:pt x="941082" y="55150"/>
                </a:lnTo>
                <a:lnTo>
                  <a:pt x="941256" y="55270"/>
                </a:lnTo>
                <a:lnTo>
                  <a:pt x="941427" y="55396"/>
                </a:lnTo>
                <a:lnTo>
                  <a:pt x="941594" y="55529"/>
                </a:lnTo>
                <a:lnTo>
                  <a:pt x="941758" y="55668"/>
                </a:lnTo>
                <a:lnTo>
                  <a:pt x="941918" y="55813"/>
                </a:lnTo>
                <a:lnTo>
                  <a:pt x="942074" y="55965"/>
                </a:lnTo>
                <a:lnTo>
                  <a:pt x="942226" y="56123"/>
                </a:lnTo>
                <a:lnTo>
                  <a:pt x="942374" y="56288"/>
                </a:lnTo>
                <a:lnTo>
                  <a:pt x="942519" y="56459"/>
                </a:lnTo>
                <a:lnTo>
                  <a:pt x="942660" y="56637"/>
                </a:lnTo>
                <a:lnTo>
                  <a:pt x="942797" y="56821"/>
                </a:lnTo>
                <a:lnTo>
                  <a:pt x="942930" y="57012"/>
                </a:lnTo>
                <a:lnTo>
                  <a:pt x="943059" y="57208"/>
                </a:lnTo>
                <a:lnTo>
                  <a:pt x="943185" y="57412"/>
                </a:lnTo>
                <a:lnTo>
                  <a:pt x="943307" y="57621"/>
                </a:lnTo>
                <a:lnTo>
                  <a:pt x="943425" y="57837"/>
                </a:lnTo>
                <a:lnTo>
                  <a:pt x="943540" y="58060"/>
                </a:lnTo>
                <a:lnTo>
                  <a:pt x="943651" y="58289"/>
                </a:lnTo>
                <a:lnTo>
                  <a:pt x="943758" y="58524"/>
                </a:lnTo>
                <a:lnTo>
                  <a:pt x="943861" y="58766"/>
                </a:lnTo>
                <a:lnTo>
                  <a:pt x="943960" y="59014"/>
                </a:lnTo>
                <a:lnTo>
                  <a:pt x="944056" y="59269"/>
                </a:lnTo>
                <a:lnTo>
                  <a:pt x="944148" y="59531"/>
                </a:lnTo>
                <a:lnTo>
                  <a:pt x="944236" y="59802"/>
                </a:lnTo>
                <a:lnTo>
                  <a:pt x="944320" y="60082"/>
                </a:lnTo>
                <a:lnTo>
                  <a:pt x="944400" y="60371"/>
                </a:lnTo>
                <a:lnTo>
                  <a:pt x="944476" y="60668"/>
                </a:lnTo>
                <a:lnTo>
                  <a:pt x="944548" y="60974"/>
                </a:lnTo>
                <a:lnTo>
                  <a:pt x="944616" y="61289"/>
                </a:lnTo>
                <a:lnTo>
                  <a:pt x="944681" y="61613"/>
                </a:lnTo>
                <a:lnTo>
                  <a:pt x="944741" y="61946"/>
                </a:lnTo>
                <a:lnTo>
                  <a:pt x="944798" y="62287"/>
                </a:lnTo>
                <a:lnTo>
                  <a:pt x="944851" y="62637"/>
                </a:lnTo>
                <a:lnTo>
                  <a:pt x="944900" y="62996"/>
                </a:lnTo>
                <a:lnTo>
                  <a:pt x="944945" y="63364"/>
                </a:lnTo>
                <a:lnTo>
                  <a:pt x="944986" y="63740"/>
                </a:lnTo>
                <a:lnTo>
                  <a:pt x="945023" y="64125"/>
                </a:lnTo>
                <a:lnTo>
                  <a:pt x="945056" y="64519"/>
                </a:lnTo>
                <a:lnTo>
                  <a:pt x="945085" y="64922"/>
                </a:lnTo>
                <a:lnTo>
                  <a:pt x="945111" y="65334"/>
                </a:lnTo>
                <a:lnTo>
                  <a:pt x="945132" y="65754"/>
                </a:lnTo>
                <a:lnTo>
                  <a:pt x="945150" y="66184"/>
                </a:lnTo>
                <a:lnTo>
                  <a:pt x="945163" y="66622"/>
                </a:lnTo>
                <a:lnTo>
                  <a:pt x="945173" y="67069"/>
                </a:lnTo>
                <a:lnTo>
                  <a:pt x="945179" y="67524"/>
                </a:lnTo>
                <a:lnTo>
                  <a:pt x="945181" y="67989"/>
                </a:lnTo>
                <a:lnTo>
                  <a:pt x="945181" y="123440"/>
                </a:lnTo>
                <a:lnTo>
                  <a:pt x="967763" y="123440"/>
                </a:lnTo>
                <a:lnTo>
                  <a:pt x="967763" y="68149"/>
                </a:lnTo>
                <a:lnTo>
                  <a:pt x="967761" y="67378"/>
                </a:lnTo>
                <a:lnTo>
                  <a:pt x="967752" y="66616"/>
                </a:lnTo>
                <a:lnTo>
                  <a:pt x="967737" y="65865"/>
                </a:lnTo>
                <a:lnTo>
                  <a:pt x="967717" y="65124"/>
                </a:lnTo>
                <a:lnTo>
                  <a:pt x="967690" y="64394"/>
                </a:lnTo>
                <a:lnTo>
                  <a:pt x="967658" y="63674"/>
                </a:lnTo>
                <a:lnTo>
                  <a:pt x="967620" y="62964"/>
                </a:lnTo>
                <a:lnTo>
                  <a:pt x="967576" y="62265"/>
                </a:lnTo>
                <a:lnTo>
                  <a:pt x="967526" y="61576"/>
                </a:lnTo>
                <a:lnTo>
                  <a:pt x="967470" y="60897"/>
                </a:lnTo>
                <a:lnTo>
                  <a:pt x="967409" y="60228"/>
                </a:lnTo>
                <a:lnTo>
                  <a:pt x="967342" y="59570"/>
                </a:lnTo>
                <a:lnTo>
                  <a:pt x="967268" y="58923"/>
                </a:lnTo>
                <a:lnTo>
                  <a:pt x="967189" y="58285"/>
                </a:lnTo>
                <a:lnTo>
                  <a:pt x="967104" y="57658"/>
                </a:lnTo>
                <a:lnTo>
                  <a:pt x="967013" y="57041"/>
                </a:lnTo>
                <a:lnTo>
                  <a:pt x="966917" y="56435"/>
                </a:lnTo>
                <a:lnTo>
                  <a:pt x="966814" y="55838"/>
                </a:lnTo>
                <a:lnTo>
                  <a:pt x="966706" y="55253"/>
                </a:lnTo>
                <a:lnTo>
                  <a:pt x="966591" y="54677"/>
                </a:lnTo>
                <a:lnTo>
                  <a:pt x="966471" y="54112"/>
                </a:lnTo>
                <a:lnTo>
                  <a:pt x="966345" y="53557"/>
                </a:lnTo>
                <a:lnTo>
                  <a:pt x="966213" y="53012"/>
                </a:lnTo>
                <a:lnTo>
                  <a:pt x="966076" y="52478"/>
                </a:lnTo>
                <a:lnTo>
                  <a:pt x="965933" y="51953"/>
                </a:lnTo>
                <a:lnTo>
                  <a:pt x="965785" y="51437"/>
                </a:lnTo>
                <a:lnTo>
                  <a:pt x="965633" y="50930"/>
                </a:lnTo>
                <a:lnTo>
                  <a:pt x="965475" y="50431"/>
                </a:lnTo>
                <a:lnTo>
                  <a:pt x="965313" y="49941"/>
                </a:lnTo>
                <a:lnTo>
                  <a:pt x="965147" y="49459"/>
                </a:lnTo>
                <a:lnTo>
                  <a:pt x="964975" y="48987"/>
                </a:lnTo>
                <a:lnTo>
                  <a:pt x="964799" y="48522"/>
                </a:lnTo>
                <a:lnTo>
                  <a:pt x="964618" y="48067"/>
                </a:lnTo>
                <a:lnTo>
                  <a:pt x="964432" y="47620"/>
                </a:lnTo>
                <a:lnTo>
                  <a:pt x="964242" y="47182"/>
                </a:lnTo>
                <a:lnTo>
                  <a:pt x="964047" y="46752"/>
                </a:lnTo>
                <a:lnTo>
                  <a:pt x="963847" y="46331"/>
                </a:lnTo>
                <a:lnTo>
                  <a:pt x="963642" y="45919"/>
                </a:lnTo>
                <a:lnTo>
                  <a:pt x="963433" y="45515"/>
                </a:lnTo>
                <a:lnTo>
                  <a:pt x="963218" y="45120"/>
                </a:lnTo>
                <a:lnTo>
                  <a:pt x="962999" y="44734"/>
                </a:lnTo>
                <a:lnTo>
                  <a:pt x="962776" y="44356"/>
                </a:lnTo>
                <a:lnTo>
                  <a:pt x="962547" y="43987"/>
                </a:lnTo>
                <a:lnTo>
                  <a:pt x="962314" y="43627"/>
                </a:lnTo>
                <a:lnTo>
                  <a:pt x="962076" y="43275"/>
                </a:lnTo>
                <a:lnTo>
                  <a:pt x="961834" y="42932"/>
                </a:lnTo>
                <a:lnTo>
                  <a:pt x="961586" y="42598"/>
                </a:lnTo>
                <a:lnTo>
                  <a:pt x="961334" y="42272"/>
                </a:lnTo>
                <a:lnTo>
                  <a:pt x="961078" y="41954"/>
                </a:lnTo>
                <a:lnTo>
                  <a:pt x="960817" y="41643"/>
                </a:lnTo>
                <a:lnTo>
                  <a:pt x="960553" y="41340"/>
                </a:lnTo>
                <a:lnTo>
                  <a:pt x="960284" y="41044"/>
                </a:lnTo>
                <a:lnTo>
                  <a:pt x="960011" y="40755"/>
                </a:lnTo>
                <a:lnTo>
                  <a:pt x="959735" y="40474"/>
                </a:lnTo>
                <a:lnTo>
                  <a:pt x="959454" y="40199"/>
                </a:lnTo>
                <a:lnTo>
                  <a:pt x="959169" y="39932"/>
                </a:lnTo>
                <a:lnTo>
                  <a:pt x="958880" y="39673"/>
                </a:lnTo>
                <a:lnTo>
                  <a:pt x="958587" y="39420"/>
                </a:lnTo>
                <a:lnTo>
                  <a:pt x="958290" y="39175"/>
                </a:lnTo>
                <a:lnTo>
                  <a:pt x="957989" y="38937"/>
                </a:lnTo>
                <a:lnTo>
                  <a:pt x="957684" y="38706"/>
                </a:lnTo>
                <a:lnTo>
                  <a:pt x="957375" y="38482"/>
                </a:lnTo>
                <a:lnTo>
                  <a:pt x="957062" y="38266"/>
                </a:lnTo>
                <a:lnTo>
                  <a:pt x="956745" y="38057"/>
                </a:lnTo>
                <a:lnTo>
                  <a:pt x="956423" y="37855"/>
                </a:lnTo>
                <a:lnTo>
                  <a:pt x="956098" y="37661"/>
                </a:lnTo>
                <a:lnTo>
                  <a:pt x="955769" y="37474"/>
                </a:lnTo>
                <a:lnTo>
                  <a:pt x="955435" y="37294"/>
                </a:lnTo>
                <a:lnTo>
                  <a:pt x="955098" y="37121"/>
                </a:lnTo>
                <a:lnTo>
                  <a:pt x="954756" y="36955"/>
                </a:lnTo>
                <a:lnTo>
                  <a:pt x="954411" y="36797"/>
                </a:lnTo>
                <a:lnTo>
                  <a:pt x="954061" y="36646"/>
                </a:lnTo>
                <a:lnTo>
                  <a:pt x="953708" y="36502"/>
                </a:lnTo>
                <a:lnTo>
                  <a:pt x="953352" y="36364"/>
                </a:lnTo>
                <a:lnTo>
                  <a:pt x="952993" y="36232"/>
                </a:lnTo>
                <a:lnTo>
                  <a:pt x="952631" y="36106"/>
                </a:lnTo>
                <a:lnTo>
                  <a:pt x="952267" y="35986"/>
                </a:lnTo>
                <a:lnTo>
                  <a:pt x="951899" y="35873"/>
                </a:lnTo>
                <a:lnTo>
                  <a:pt x="951528" y="35765"/>
                </a:lnTo>
                <a:lnTo>
                  <a:pt x="951155" y="35664"/>
                </a:lnTo>
                <a:lnTo>
                  <a:pt x="950778" y="35569"/>
                </a:lnTo>
                <a:lnTo>
                  <a:pt x="950399" y="35480"/>
                </a:lnTo>
                <a:lnTo>
                  <a:pt x="950016" y="35397"/>
                </a:lnTo>
                <a:lnTo>
                  <a:pt x="949631" y="35320"/>
                </a:lnTo>
                <a:lnTo>
                  <a:pt x="949243" y="35250"/>
                </a:lnTo>
                <a:lnTo>
                  <a:pt x="948852" y="35185"/>
                </a:lnTo>
                <a:lnTo>
                  <a:pt x="948458" y="35127"/>
                </a:lnTo>
                <a:lnTo>
                  <a:pt x="948061" y="35075"/>
                </a:lnTo>
                <a:lnTo>
                  <a:pt x="947661" y="35029"/>
                </a:lnTo>
                <a:lnTo>
                  <a:pt x="947258" y="34989"/>
                </a:lnTo>
                <a:lnTo>
                  <a:pt x="946852" y="34955"/>
                </a:lnTo>
                <a:lnTo>
                  <a:pt x="946443" y="34927"/>
                </a:lnTo>
                <a:lnTo>
                  <a:pt x="946032" y="34906"/>
                </a:lnTo>
                <a:lnTo>
                  <a:pt x="945617" y="34891"/>
                </a:lnTo>
                <a:lnTo>
                  <a:pt x="945200" y="34881"/>
                </a:lnTo>
                <a:lnTo>
                  <a:pt x="944779" y="34878"/>
                </a:lnTo>
                <a:lnTo>
                  <a:pt x="944226" y="34883"/>
                </a:lnTo>
                <a:lnTo>
                  <a:pt x="943677" y="34899"/>
                </a:lnTo>
                <a:lnTo>
                  <a:pt x="943133" y="34924"/>
                </a:lnTo>
                <a:lnTo>
                  <a:pt x="942594" y="34960"/>
                </a:lnTo>
                <a:lnTo>
                  <a:pt x="942059" y="35006"/>
                </a:lnTo>
                <a:lnTo>
                  <a:pt x="941529" y="35062"/>
                </a:lnTo>
                <a:lnTo>
                  <a:pt x="941004" y="35128"/>
                </a:lnTo>
                <a:lnTo>
                  <a:pt x="940484" y="35204"/>
                </a:lnTo>
                <a:lnTo>
                  <a:pt x="939969" y="35291"/>
                </a:lnTo>
                <a:lnTo>
                  <a:pt x="939458" y="35388"/>
                </a:lnTo>
                <a:lnTo>
                  <a:pt x="938952" y="35494"/>
                </a:lnTo>
                <a:lnTo>
                  <a:pt x="938450" y="35612"/>
                </a:lnTo>
                <a:lnTo>
                  <a:pt x="937954" y="35739"/>
                </a:lnTo>
                <a:lnTo>
                  <a:pt x="937462" y="35876"/>
                </a:lnTo>
                <a:lnTo>
                  <a:pt x="936975" y="36024"/>
                </a:lnTo>
                <a:lnTo>
                  <a:pt x="936493" y="36182"/>
                </a:lnTo>
                <a:lnTo>
                  <a:pt x="936015" y="36350"/>
                </a:lnTo>
                <a:lnTo>
                  <a:pt x="935542" y="36528"/>
                </a:lnTo>
                <a:lnTo>
                  <a:pt x="935074" y="36717"/>
                </a:lnTo>
                <a:lnTo>
                  <a:pt x="934611" y="36915"/>
                </a:lnTo>
                <a:lnTo>
                  <a:pt x="934152" y="37124"/>
                </a:lnTo>
                <a:lnTo>
                  <a:pt x="933698" y="37343"/>
                </a:lnTo>
                <a:lnTo>
                  <a:pt x="933249" y="37572"/>
                </a:lnTo>
                <a:lnTo>
                  <a:pt x="932805" y="37812"/>
                </a:lnTo>
                <a:lnTo>
                  <a:pt x="932365" y="38061"/>
                </a:lnTo>
                <a:lnTo>
                  <a:pt x="931931" y="38318"/>
                </a:lnTo>
                <a:lnTo>
                  <a:pt x="931502" y="38585"/>
                </a:lnTo>
                <a:lnTo>
                  <a:pt x="931078" y="38861"/>
                </a:lnTo>
                <a:lnTo>
                  <a:pt x="930659" y="39145"/>
                </a:lnTo>
                <a:lnTo>
                  <a:pt x="930246" y="39439"/>
                </a:lnTo>
                <a:lnTo>
                  <a:pt x="929837" y="39741"/>
                </a:lnTo>
                <a:lnTo>
                  <a:pt x="929434" y="40053"/>
                </a:lnTo>
                <a:lnTo>
                  <a:pt x="929036" y="40373"/>
                </a:lnTo>
                <a:lnTo>
                  <a:pt x="928643" y="40702"/>
                </a:lnTo>
                <a:lnTo>
                  <a:pt x="928255" y="41041"/>
                </a:lnTo>
                <a:lnTo>
                  <a:pt x="927872" y="41388"/>
                </a:lnTo>
                <a:lnTo>
                  <a:pt x="927495" y="41744"/>
                </a:lnTo>
                <a:lnTo>
                  <a:pt x="927123" y="42109"/>
                </a:lnTo>
                <a:lnTo>
                  <a:pt x="926755" y="42483"/>
                </a:lnTo>
                <a:lnTo>
                  <a:pt x="926393" y="42866"/>
                </a:lnTo>
                <a:lnTo>
                  <a:pt x="926037" y="43257"/>
                </a:lnTo>
                <a:lnTo>
                  <a:pt x="925685" y="43658"/>
                </a:lnTo>
                <a:lnTo>
                  <a:pt x="925338" y="44068"/>
                </a:lnTo>
                <a:lnTo>
                  <a:pt x="924997" y="44486"/>
                </a:lnTo>
                <a:lnTo>
                  <a:pt x="924661" y="44914"/>
                </a:lnTo>
                <a:lnTo>
                  <a:pt x="924513" y="45109"/>
                </a:lnTo>
                <a:lnTo>
                  <a:pt x="923804" y="36486"/>
                </a:lnTo>
                <a:lnTo>
                  <a:pt x="902748" y="36486"/>
                </a:lnTo>
                <a:lnTo>
                  <a:pt x="902748" y="123440"/>
                </a:lnTo>
                <a:lnTo>
                  <a:pt x="925331" y="123440"/>
                </a:lnTo>
                <a:lnTo>
                  <a:pt x="925331" y="60166"/>
                </a:lnTo>
                <a:lnTo>
                  <a:pt x="925349" y="60132"/>
                </a:lnTo>
                <a:lnTo>
                  <a:pt x="925491" y="59875"/>
                </a:lnTo>
                <a:close/>
                <a:moveTo>
                  <a:pt x="692906" y="19288"/>
                </a:moveTo>
                <a:lnTo>
                  <a:pt x="692906" y="6429"/>
                </a:lnTo>
                <a:lnTo>
                  <a:pt x="622185" y="6429"/>
                </a:lnTo>
                <a:lnTo>
                  <a:pt x="622185" y="25154"/>
                </a:lnTo>
                <a:lnTo>
                  <a:pt x="669279" y="25154"/>
                </a:lnTo>
                <a:lnTo>
                  <a:pt x="632150" y="123440"/>
                </a:lnTo>
                <a:lnTo>
                  <a:pt x="655938" y="123440"/>
                </a:lnTo>
                <a:lnTo>
                  <a:pt x="692906" y="19288"/>
                </a:lnTo>
                <a:close/>
                <a:moveTo>
                  <a:pt x="1007419" y="59375"/>
                </a:moveTo>
                <a:lnTo>
                  <a:pt x="1007569" y="59132"/>
                </a:lnTo>
                <a:lnTo>
                  <a:pt x="1007722" y="58895"/>
                </a:lnTo>
                <a:lnTo>
                  <a:pt x="1007879" y="58662"/>
                </a:lnTo>
                <a:lnTo>
                  <a:pt x="1008038" y="58434"/>
                </a:lnTo>
                <a:lnTo>
                  <a:pt x="1008200" y="58211"/>
                </a:lnTo>
                <a:lnTo>
                  <a:pt x="1008365" y="57993"/>
                </a:lnTo>
                <a:lnTo>
                  <a:pt x="1008533" y="57780"/>
                </a:lnTo>
                <a:lnTo>
                  <a:pt x="1008704" y="57571"/>
                </a:lnTo>
                <a:lnTo>
                  <a:pt x="1008878" y="57368"/>
                </a:lnTo>
                <a:lnTo>
                  <a:pt x="1009055" y="57169"/>
                </a:lnTo>
                <a:lnTo>
                  <a:pt x="1009235" y="56975"/>
                </a:lnTo>
                <a:lnTo>
                  <a:pt x="1009418" y="56787"/>
                </a:lnTo>
                <a:lnTo>
                  <a:pt x="1009603" y="56603"/>
                </a:lnTo>
                <a:lnTo>
                  <a:pt x="1009792" y="56424"/>
                </a:lnTo>
                <a:lnTo>
                  <a:pt x="1009983" y="56249"/>
                </a:lnTo>
                <a:lnTo>
                  <a:pt x="1010178" y="56080"/>
                </a:lnTo>
                <a:lnTo>
                  <a:pt x="1010375" y="55916"/>
                </a:lnTo>
                <a:lnTo>
                  <a:pt x="1010575" y="55756"/>
                </a:lnTo>
                <a:lnTo>
                  <a:pt x="1010779" y="55601"/>
                </a:lnTo>
                <a:lnTo>
                  <a:pt x="1010985" y="55452"/>
                </a:lnTo>
                <a:lnTo>
                  <a:pt x="1011194" y="55307"/>
                </a:lnTo>
                <a:lnTo>
                  <a:pt x="1011405" y="55169"/>
                </a:lnTo>
                <a:lnTo>
                  <a:pt x="1011619" y="55037"/>
                </a:lnTo>
                <a:lnTo>
                  <a:pt x="1011835" y="54911"/>
                </a:lnTo>
                <a:lnTo>
                  <a:pt x="1012054" y="54792"/>
                </a:lnTo>
                <a:lnTo>
                  <a:pt x="1012276" y="54678"/>
                </a:lnTo>
                <a:lnTo>
                  <a:pt x="1012500" y="54571"/>
                </a:lnTo>
                <a:lnTo>
                  <a:pt x="1012726" y="54469"/>
                </a:lnTo>
                <a:lnTo>
                  <a:pt x="1012955" y="54374"/>
                </a:lnTo>
                <a:lnTo>
                  <a:pt x="1013186" y="54285"/>
                </a:lnTo>
                <a:lnTo>
                  <a:pt x="1013420" y="54202"/>
                </a:lnTo>
                <a:lnTo>
                  <a:pt x="1013657" y="54126"/>
                </a:lnTo>
                <a:lnTo>
                  <a:pt x="1013896" y="54055"/>
                </a:lnTo>
                <a:lnTo>
                  <a:pt x="1014137" y="53991"/>
                </a:lnTo>
                <a:lnTo>
                  <a:pt x="1014381" y="53932"/>
                </a:lnTo>
                <a:lnTo>
                  <a:pt x="1014628" y="53880"/>
                </a:lnTo>
                <a:lnTo>
                  <a:pt x="1014877" y="53834"/>
                </a:lnTo>
                <a:lnTo>
                  <a:pt x="1015129" y="53794"/>
                </a:lnTo>
                <a:lnTo>
                  <a:pt x="1015383" y="53760"/>
                </a:lnTo>
                <a:lnTo>
                  <a:pt x="1015639" y="53733"/>
                </a:lnTo>
                <a:lnTo>
                  <a:pt x="1015898" y="53711"/>
                </a:lnTo>
                <a:lnTo>
                  <a:pt x="1016160" y="53696"/>
                </a:lnTo>
                <a:lnTo>
                  <a:pt x="1016424" y="53687"/>
                </a:lnTo>
                <a:lnTo>
                  <a:pt x="1016691" y="53684"/>
                </a:lnTo>
                <a:lnTo>
                  <a:pt x="1016976" y="53686"/>
                </a:lnTo>
                <a:lnTo>
                  <a:pt x="1017258" y="53692"/>
                </a:lnTo>
                <a:lnTo>
                  <a:pt x="1017535" y="53703"/>
                </a:lnTo>
                <a:lnTo>
                  <a:pt x="1017808" y="53718"/>
                </a:lnTo>
                <a:lnTo>
                  <a:pt x="1018076" y="53738"/>
                </a:lnTo>
                <a:lnTo>
                  <a:pt x="1018341" y="53761"/>
                </a:lnTo>
                <a:lnTo>
                  <a:pt x="1018600" y="53790"/>
                </a:lnTo>
                <a:lnTo>
                  <a:pt x="1018856" y="53822"/>
                </a:lnTo>
                <a:lnTo>
                  <a:pt x="1019107" y="53859"/>
                </a:lnTo>
                <a:lnTo>
                  <a:pt x="1019354" y="53900"/>
                </a:lnTo>
                <a:lnTo>
                  <a:pt x="1019597" y="53945"/>
                </a:lnTo>
                <a:lnTo>
                  <a:pt x="1019835" y="53995"/>
                </a:lnTo>
                <a:lnTo>
                  <a:pt x="1020069" y="54049"/>
                </a:lnTo>
                <a:lnTo>
                  <a:pt x="1020298" y="54108"/>
                </a:lnTo>
                <a:lnTo>
                  <a:pt x="1020524" y="54170"/>
                </a:lnTo>
                <a:lnTo>
                  <a:pt x="1020745" y="54237"/>
                </a:lnTo>
                <a:lnTo>
                  <a:pt x="1020961" y="54309"/>
                </a:lnTo>
                <a:lnTo>
                  <a:pt x="1021173" y="54384"/>
                </a:lnTo>
                <a:lnTo>
                  <a:pt x="1021381" y="54464"/>
                </a:lnTo>
                <a:lnTo>
                  <a:pt x="1021585" y="54549"/>
                </a:lnTo>
                <a:lnTo>
                  <a:pt x="1021784" y="54637"/>
                </a:lnTo>
                <a:lnTo>
                  <a:pt x="1021979" y="54730"/>
                </a:lnTo>
                <a:lnTo>
                  <a:pt x="1022170" y="54828"/>
                </a:lnTo>
                <a:lnTo>
                  <a:pt x="1022356" y="54929"/>
                </a:lnTo>
                <a:lnTo>
                  <a:pt x="1022539" y="55036"/>
                </a:lnTo>
                <a:lnTo>
                  <a:pt x="1022717" y="55150"/>
                </a:lnTo>
                <a:lnTo>
                  <a:pt x="1022892" y="55270"/>
                </a:lnTo>
                <a:lnTo>
                  <a:pt x="1023063" y="55396"/>
                </a:lnTo>
                <a:lnTo>
                  <a:pt x="1023230" y="55529"/>
                </a:lnTo>
                <a:lnTo>
                  <a:pt x="1023394" y="55668"/>
                </a:lnTo>
                <a:lnTo>
                  <a:pt x="1023553" y="55813"/>
                </a:lnTo>
                <a:lnTo>
                  <a:pt x="1023709" y="55965"/>
                </a:lnTo>
                <a:lnTo>
                  <a:pt x="1023861" y="56123"/>
                </a:lnTo>
                <a:lnTo>
                  <a:pt x="1024010" y="56288"/>
                </a:lnTo>
                <a:lnTo>
                  <a:pt x="1024154" y="56459"/>
                </a:lnTo>
                <a:lnTo>
                  <a:pt x="1024295" y="56637"/>
                </a:lnTo>
                <a:lnTo>
                  <a:pt x="1024432" y="56821"/>
                </a:lnTo>
                <a:lnTo>
                  <a:pt x="1024566" y="57012"/>
                </a:lnTo>
                <a:lnTo>
                  <a:pt x="1024695" y="57208"/>
                </a:lnTo>
                <a:lnTo>
                  <a:pt x="1024821" y="57412"/>
                </a:lnTo>
                <a:lnTo>
                  <a:pt x="1024943" y="57621"/>
                </a:lnTo>
                <a:lnTo>
                  <a:pt x="1025061" y="57837"/>
                </a:lnTo>
                <a:lnTo>
                  <a:pt x="1025176" y="58060"/>
                </a:lnTo>
                <a:lnTo>
                  <a:pt x="1025286" y="58289"/>
                </a:lnTo>
                <a:lnTo>
                  <a:pt x="1025393" y="58524"/>
                </a:lnTo>
                <a:lnTo>
                  <a:pt x="1025496" y="58766"/>
                </a:lnTo>
                <a:lnTo>
                  <a:pt x="1025596" y="59014"/>
                </a:lnTo>
                <a:lnTo>
                  <a:pt x="1025691" y="59269"/>
                </a:lnTo>
                <a:lnTo>
                  <a:pt x="1025783" y="59531"/>
                </a:lnTo>
                <a:lnTo>
                  <a:pt x="1025871" y="59802"/>
                </a:lnTo>
                <a:lnTo>
                  <a:pt x="1025955" y="60082"/>
                </a:lnTo>
                <a:lnTo>
                  <a:pt x="1026035" y="60371"/>
                </a:lnTo>
                <a:lnTo>
                  <a:pt x="1026111" y="60668"/>
                </a:lnTo>
                <a:lnTo>
                  <a:pt x="1026184" y="60974"/>
                </a:lnTo>
                <a:lnTo>
                  <a:pt x="1026252" y="61289"/>
                </a:lnTo>
                <a:lnTo>
                  <a:pt x="1026317" y="61613"/>
                </a:lnTo>
                <a:lnTo>
                  <a:pt x="1026377" y="61946"/>
                </a:lnTo>
                <a:lnTo>
                  <a:pt x="1026434" y="62287"/>
                </a:lnTo>
                <a:lnTo>
                  <a:pt x="1026486" y="62637"/>
                </a:lnTo>
                <a:lnTo>
                  <a:pt x="1026535" y="62996"/>
                </a:lnTo>
                <a:lnTo>
                  <a:pt x="1026580" y="63364"/>
                </a:lnTo>
                <a:lnTo>
                  <a:pt x="1026621" y="63740"/>
                </a:lnTo>
                <a:lnTo>
                  <a:pt x="1026658" y="64125"/>
                </a:lnTo>
                <a:lnTo>
                  <a:pt x="1026692" y="64519"/>
                </a:lnTo>
                <a:lnTo>
                  <a:pt x="1026721" y="64922"/>
                </a:lnTo>
                <a:lnTo>
                  <a:pt x="1026746" y="65334"/>
                </a:lnTo>
                <a:lnTo>
                  <a:pt x="1026768" y="65754"/>
                </a:lnTo>
                <a:lnTo>
                  <a:pt x="1026785" y="66184"/>
                </a:lnTo>
                <a:lnTo>
                  <a:pt x="1026799" y="66622"/>
                </a:lnTo>
                <a:lnTo>
                  <a:pt x="1026809" y="67069"/>
                </a:lnTo>
                <a:lnTo>
                  <a:pt x="1026815" y="67524"/>
                </a:lnTo>
                <a:lnTo>
                  <a:pt x="1026817" y="67989"/>
                </a:lnTo>
                <a:lnTo>
                  <a:pt x="1026817" y="123440"/>
                </a:lnTo>
                <a:lnTo>
                  <a:pt x="1049399" y="123440"/>
                </a:lnTo>
                <a:lnTo>
                  <a:pt x="1049399" y="68149"/>
                </a:lnTo>
                <a:lnTo>
                  <a:pt x="1049396" y="67378"/>
                </a:lnTo>
                <a:lnTo>
                  <a:pt x="1049387" y="66616"/>
                </a:lnTo>
                <a:lnTo>
                  <a:pt x="1049373" y="65865"/>
                </a:lnTo>
                <a:lnTo>
                  <a:pt x="1049352" y="65124"/>
                </a:lnTo>
                <a:lnTo>
                  <a:pt x="1049326" y="64394"/>
                </a:lnTo>
                <a:lnTo>
                  <a:pt x="1049294" y="63674"/>
                </a:lnTo>
                <a:lnTo>
                  <a:pt x="1049256" y="62964"/>
                </a:lnTo>
                <a:lnTo>
                  <a:pt x="1049212" y="62265"/>
                </a:lnTo>
                <a:lnTo>
                  <a:pt x="1049162" y="61576"/>
                </a:lnTo>
                <a:lnTo>
                  <a:pt x="1049106" y="60897"/>
                </a:lnTo>
                <a:lnTo>
                  <a:pt x="1049045" y="60228"/>
                </a:lnTo>
                <a:lnTo>
                  <a:pt x="1048977" y="59570"/>
                </a:lnTo>
                <a:lnTo>
                  <a:pt x="1048904" y="58923"/>
                </a:lnTo>
                <a:lnTo>
                  <a:pt x="1048825" y="58285"/>
                </a:lnTo>
                <a:lnTo>
                  <a:pt x="1048740" y="57658"/>
                </a:lnTo>
                <a:lnTo>
                  <a:pt x="1048649" y="57041"/>
                </a:lnTo>
                <a:lnTo>
                  <a:pt x="1048552" y="56435"/>
                </a:lnTo>
                <a:lnTo>
                  <a:pt x="1048450" y="55838"/>
                </a:lnTo>
                <a:lnTo>
                  <a:pt x="1048341" y="55253"/>
                </a:lnTo>
                <a:lnTo>
                  <a:pt x="1048227" y="54677"/>
                </a:lnTo>
                <a:lnTo>
                  <a:pt x="1048107" y="54112"/>
                </a:lnTo>
                <a:lnTo>
                  <a:pt x="1047981" y="53557"/>
                </a:lnTo>
                <a:lnTo>
                  <a:pt x="1047849" y="53012"/>
                </a:lnTo>
                <a:lnTo>
                  <a:pt x="1047711" y="52478"/>
                </a:lnTo>
                <a:lnTo>
                  <a:pt x="1047568" y="51953"/>
                </a:lnTo>
                <a:lnTo>
                  <a:pt x="1047421" y="51437"/>
                </a:lnTo>
                <a:lnTo>
                  <a:pt x="1047268" y="50930"/>
                </a:lnTo>
                <a:lnTo>
                  <a:pt x="1047111" y="50431"/>
                </a:lnTo>
                <a:lnTo>
                  <a:pt x="1046949" y="49941"/>
                </a:lnTo>
                <a:lnTo>
                  <a:pt x="1046782" y="49459"/>
                </a:lnTo>
                <a:lnTo>
                  <a:pt x="1046611" y="48987"/>
                </a:lnTo>
                <a:lnTo>
                  <a:pt x="1046435" y="48522"/>
                </a:lnTo>
                <a:lnTo>
                  <a:pt x="1046254" y="48067"/>
                </a:lnTo>
                <a:lnTo>
                  <a:pt x="1046068" y="47620"/>
                </a:lnTo>
                <a:lnTo>
                  <a:pt x="1045877" y="47182"/>
                </a:lnTo>
                <a:lnTo>
                  <a:pt x="1045682" y="46752"/>
                </a:lnTo>
                <a:lnTo>
                  <a:pt x="1045482" y="46331"/>
                </a:lnTo>
                <a:lnTo>
                  <a:pt x="1045278" y="45919"/>
                </a:lnTo>
                <a:lnTo>
                  <a:pt x="1045068" y="45515"/>
                </a:lnTo>
                <a:lnTo>
                  <a:pt x="1044854" y="45120"/>
                </a:lnTo>
                <a:lnTo>
                  <a:pt x="1044635" y="44734"/>
                </a:lnTo>
                <a:lnTo>
                  <a:pt x="1044411" y="44356"/>
                </a:lnTo>
                <a:lnTo>
                  <a:pt x="1044183" y="43987"/>
                </a:lnTo>
                <a:lnTo>
                  <a:pt x="1043950" y="43627"/>
                </a:lnTo>
                <a:lnTo>
                  <a:pt x="1043712" y="43275"/>
                </a:lnTo>
                <a:lnTo>
                  <a:pt x="1043469" y="42932"/>
                </a:lnTo>
                <a:lnTo>
                  <a:pt x="1043222" y="42598"/>
                </a:lnTo>
                <a:lnTo>
                  <a:pt x="1042970" y="42272"/>
                </a:lnTo>
                <a:lnTo>
                  <a:pt x="1042713" y="41954"/>
                </a:lnTo>
                <a:lnTo>
                  <a:pt x="1042453" y="41643"/>
                </a:lnTo>
                <a:lnTo>
                  <a:pt x="1042188" y="41340"/>
                </a:lnTo>
                <a:lnTo>
                  <a:pt x="1041920" y="41044"/>
                </a:lnTo>
                <a:lnTo>
                  <a:pt x="1041647" y="40755"/>
                </a:lnTo>
                <a:lnTo>
                  <a:pt x="1041370" y="40474"/>
                </a:lnTo>
                <a:lnTo>
                  <a:pt x="1041089" y="40199"/>
                </a:lnTo>
                <a:lnTo>
                  <a:pt x="1040805" y="39932"/>
                </a:lnTo>
                <a:lnTo>
                  <a:pt x="1040516" y="39673"/>
                </a:lnTo>
                <a:lnTo>
                  <a:pt x="1040223" y="39420"/>
                </a:lnTo>
                <a:lnTo>
                  <a:pt x="1039926" y="39175"/>
                </a:lnTo>
                <a:lnTo>
                  <a:pt x="1039625" y="38937"/>
                </a:lnTo>
                <a:lnTo>
                  <a:pt x="1039320" y="38706"/>
                </a:lnTo>
                <a:lnTo>
                  <a:pt x="1039011" y="38482"/>
                </a:lnTo>
                <a:lnTo>
                  <a:pt x="1038697" y="38266"/>
                </a:lnTo>
                <a:lnTo>
                  <a:pt x="1038380" y="38057"/>
                </a:lnTo>
                <a:lnTo>
                  <a:pt x="1038059" y="37855"/>
                </a:lnTo>
                <a:lnTo>
                  <a:pt x="1037734" y="37661"/>
                </a:lnTo>
                <a:lnTo>
                  <a:pt x="1037404" y="37474"/>
                </a:lnTo>
                <a:lnTo>
                  <a:pt x="1037071" y="37294"/>
                </a:lnTo>
                <a:lnTo>
                  <a:pt x="1036733" y="37121"/>
                </a:lnTo>
                <a:lnTo>
                  <a:pt x="1036392" y="36955"/>
                </a:lnTo>
                <a:lnTo>
                  <a:pt x="1036046" y="36797"/>
                </a:lnTo>
                <a:lnTo>
                  <a:pt x="1035697" y="36646"/>
                </a:lnTo>
                <a:lnTo>
                  <a:pt x="1035344" y="36502"/>
                </a:lnTo>
                <a:lnTo>
                  <a:pt x="1034988" y="36364"/>
                </a:lnTo>
                <a:lnTo>
                  <a:pt x="1034629" y="36232"/>
                </a:lnTo>
                <a:lnTo>
                  <a:pt x="1034267" y="36106"/>
                </a:lnTo>
                <a:lnTo>
                  <a:pt x="1033902" y="35986"/>
                </a:lnTo>
                <a:lnTo>
                  <a:pt x="1033535" y="35873"/>
                </a:lnTo>
                <a:lnTo>
                  <a:pt x="1033164" y="35765"/>
                </a:lnTo>
                <a:lnTo>
                  <a:pt x="1032790" y="35664"/>
                </a:lnTo>
                <a:lnTo>
                  <a:pt x="1032414" y="35569"/>
                </a:lnTo>
                <a:lnTo>
                  <a:pt x="1032034" y="35480"/>
                </a:lnTo>
                <a:lnTo>
                  <a:pt x="1031652" y="35397"/>
                </a:lnTo>
                <a:lnTo>
                  <a:pt x="1031267" y="35320"/>
                </a:lnTo>
                <a:lnTo>
                  <a:pt x="1030879" y="35250"/>
                </a:lnTo>
                <a:lnTo>
                  <a:pt x="1030487" y="35185"/>
                </a:lnTo>
                <a:lnTo>
                  <a:pt x="1030093" y="35127"/>
                </a:lnTo>
                <a:lnTo>
                  <a:pt x="1029696" y="35075"/>
                </a:lnTo>
                <a:lnTo>
                  <a:pt x="1029296" y="35029"/>
                </a:lnTo>
                <a:lnTo>
                  <a:pt x="1028894" y="34989"/>
                </a:lnTo>
                <a:lnTo>
                  <a:pt x="1028488" y="34955"/>
                </a:lnTo>
                <a:lnTo>
                  <a:pt x="1028079" y="34927"/>
                </a:lnTo>
                <a:lnTo>
                  <a:pt x="1027667" y="34906"/>
                </a:lnTo>
                <a:lnTo>
                  <a:pt x="1027253" y="34891"/>
                </a:lnTo>
                <a:lnTo>
                  <a:pt x="1026835" y="34881"/>
                </a:lnTo>
                <a:lnTo>
                  <a:pt x="1026415" y="34878"/>
                </a:lnTo>
                <a:lnTo>
                  <a:pt x="1025861" y="34883"/>
                </a:lnTo>
                <a:lnTo>
                  <a:pt x="1025313" y="34899"/>
                </a:lnTo>
                <a:lnTo>
                  <a:pt x="1024769" y="34924"/>
                </a:lnTo>
                <a:lnTo>
                  <a:pt x="1024229" y="34960"/>
                </a:lnTo>
                <a:lnTo>
                  <a:pt x="1023695" y="35006"/>
                </a:lnTo>
                <a:lnTo>
                  <a:pt x="1023165" y="35062"/>
                </a:lnTo>
                <a:lnTo>
                  <a:pt x="1022640" y="35128"/>
                </a:lnTo>
                <a:lnTo>
                  <a:pt x="1022120" y="35204"/>
                </a:lnTo>
                <a:lnTo>
                  <a:pt x="1021604" y="35291"/>
                </a:lnTo>
                <a:lnTo>
                  <a:pt x="1021093" y="35388"/>
                </a:lnTo>
                <a:lnTo>
                  <a:pt x="1020587" y="35494"/>
                </a:lnTo>
                <a:lnTo>
                  <a:pt x="1020086" y="35612"/>
                </a:lnTo>
                <a:lnTo>
                  <a:pt x="1019589" y="35739"/>
                </a:lnTo>
                <a:lnTo>
                  <a:pt x="1019098" y="35876"/>
                </a:lnTo>
                <a:lnTo>
                  <a:pt x="1018611" y="36024"/>
                </a:lnTo>
                <a:lnTo>
                  <a:pt x="1018128" y="36182"/>
                </a:lnTo>
                <a:lnTo>
                  <a:pt x="1017651" y="36350"/>
                </a:lnTo>
                <a:lnTo>
                  <a:pt x="1017178" y="36528"/>
                </a:lnTo>
                <a:lnTo>
                  <a:pt x="1016710" y="36717"/>
                </a:lnTo>
                <a:lnTo>
                  <a:pt x="1016246" y="36915"/>
                </a:lnTo>
                <a:lnTo>
                  <a:pt x="1015788" y="37124"/>
                </a:lnTo>
                <a:lnTo>
                  <a:pt x="1015334" y="37343"/>
                </a:lnTo>
                <a:lnTo>
                  <a:pt x="1014885" y="37572"/>
                </a:lnTo>
                <a:lnTo>
                  <a:pt x="1014440" y="37812"/>
                </a:lnTo>
                <a:lnTo>
                  <a:pt x="1014001" y="38061"/>
                </a:lnTo>
                <a:lnTo>
                  <a:pt x="1013567" y="38318"/>
                </a:lnTo>
                <a:lnTo>
                  <a:pt x="1013138" y="38585"/>
                </a:lnTo>
                <a:lnTo>
                  <a:pt x="1012714" y="38861"/>
                </a:lnTo>
                <a:lnTo>
                  <a:pt x="1012295" y="39145"/>
                </a:lnTo>
                <a:lnTo>
                  <a:pt x="1011881" y="39439"/>
                </a:lnTo>
                <a:lnTo>
                  <a:pt x="1011473" y="39741"/>
                </a:lnTo>
                <a:lnTo>
                  <a:pt x="1011070" y="40053"/>
                </a:lnTo>
                <a:lnTo>
                  <a:pt x="1010671" y="40373"/>
                </a:lnTo>
                <a:lnTo>
                  <a:pt x="1010278" y="40702"/>
                </a:lnTo>
                <a:lnTo>
                  <a:pt x="1009891" y="41041"/>
                </a:lnTo>
                <a:lnTo>
                  <a:pt x="1009508" y="41388"/>
                </a:lnTo>
                <a:lnTo>
                  <a:pt x="1009131" y="41744"/>
                </a:lnTo>
                <a:lnTo>
                  <a:pt x="1008758" y="42109"/>
                </a:lnTo>
                <a:lnTo>
                  <a:pt x="1008391" y="42483"/>
                </a:lnTo>
                <a:lnTo>
                  <a:pt x="1008029" y="42866"/>
                </a:lnTo>
                <a:lnTo>
                  <a:pt x="1007672" y="43257"/>
                </a:lnTo>
                <a:lnTo>
                  <a:pt x="1007321" y="43658"/>
                </a:lnTo>
                <a:lnTo>
                  <a:pt x="1006974" y="44068"/>
                </a:lnTo>
                <a:lnTo>
                  <a:pt x="1006633" y="44486"/>
                </a:lnTo>
                <a:lnTo>
                  <a:pt x="1006297" y="44914"/>
                </a:lnTo>
                <a:lnTo>
                  <a:pt x="1006149" y="45109"/>
                </a:lnTo>
                <a:lnTo>
                  <a:pt x="1005440" y="36486"/>
                </a:lnTo>
                <a:lnTo>
                  <a:pt x="984384" y="36486"/>
                </a:lnTo>
                <a:lnTo>
                  <a:pt x="984384" y="123440"/>
                </a:lnTo>
                <a:lnTo>
                  <a:pt x="1006967" y="123440"/>
                </a:lnTo>
                <a:lnTo>
                  <a:pt x="1006967" y="60166"/>
                </a:lnTo>
                <a:lnTo>
                  <a:pt x="1006985" y="60132"/>
                </a:lnTo>
                <a:lnTo>
                  <a:pt x="1007126" y="59875"/>
                </a:lnTo>
                <a:lnTo>
                  <a:pt x="1007271" y="59622"/>
                </a:lnTo>
                <a:lnTo>
                  <a:pt x="1007419" y="59375"/>
                </a:lnTo>
                <a:close/>
                <a:moveTo>
                  <a:pt x="785073" y="100952"/>
                </a:moveTo>
                <a:lnTo>
                  <a:pt x="785053" y="101142"/>
                </a:lnTo>
                <a:lnTo>
                  <a:pt x="785030" y="101329"/>
                </a:lnTo>
                <a:lnTo>
                  <a:pt x="785003" y="101514"/>
                </a:lnTo>
                <a:lnTo>
                  <a:pt x="784972" y="101697"/>
                </a:lnTo>
                <a:lnTo>
                  <a:pt x="784937" y="101878"/>
                </a:lnTo>
                <a:lnTo>
                  <a:pt x="784899" y="102057"/>
                </a:lnTo>
                <a:lnTo>
                  <a:pt x="784857" y="102234"/>
                </a:lnTo>
                <a:lnTo>
                  <a:pt x="784812" y="102409"/>
                </a:lnTo>
                <a:lnTo>
                  <a:pt x="784763" y="102581"/>
                </a:lnTo>
                <a:lnTo>
                  <a:pt x="784711" y="102752"/>
                </a:lnTo>
                <a:lnTo>
                  <a:pt x="784654" y="102920"/>
                </a:lnTo>
                <a:lnTo>
                  <a:pt x="784594" y="103087"/>
                </a:lnTo>
                <a:lnTo>
                  <a:pt x="784531" y="103251"/>
                </a:lnTo>
                <a:lnTo>
                  <a:pt x="784464" y="103413"/>
                </a:lnTo>
                <a:lnTo>
                  <a:pt x="784393" y="103573"/>
                </a:lnTo>
                <a:lnTo>
                  <a:pt x="784319" y="103731"/>
                </a:lnTo>
                <a:lnTo>
                  <a:pt x="784241" y="103887"/>
                </a:lnTo>
                <a:lnTo>
                  <a:pt x="784159" y="104041"/>
                </a:lnTo>
                <a:lnTo>
                  <a:pt x="784074" y="104193"/>
                </a:lnTo>
                <a:lnTo>
                  <a:pt x="783985" y="104342"/>
                </a:lnTo>
                <a:lnTo>
                  <a:pt x="783893" y="104488"/>
                </a:lnTo>
                <a:lnTo>
                  <a:pt x="783797" y="104630"/>
                </a:lnTo>
                <a:lnTo>
                  <a:pt x="783698" y="104769"/>
                </a:lnTo>
                <a:lnTo>
                  <a:pt x="783595" y="104904"/>
                </a:lnTo>
                <a:lnTo>
                  <a:pt x="783489" y="105037"/>
                </a:lnTo>
                <a:lnTo>
                  <a:pt x="783379" y="105166"/>
                </a:lnTo>
                <a:lnTo>
                  <a:pt x="783266" y="105291"/>
                </a:lnTo>
                <a:lnTo>
                  <a:pt x="783149" y="105413"/>
                </a:lnTo>
                <a:lnTo>
                  <a:pt x="783029" y="105532"/>
                </a:lnTo>
                <a:lnTo>
                  <a:pt x="782905" y="105648"/>
                </a:lnTo>
                <a:lnTo>
                  <a:pt x="782778" y="105760"/>
                </a:lnTo>
                <a:lnTo>
                  <a:pt x="782647" y="105869"/>
                </a:lnTo>
                <a:lnTo>
                  <a:pt x="782513" y="105974"/>
                </a:lnTo>
                <a:lnTo>
                  <a:pt x="782376" y="106076"/>
                </a:lnTo>
                <a:lnTo>
                  <a:pt x="782234" y="106175"/>
                </a:lnTo>
                <a:lnTo>
                  <a:pt x="782090" y="106271"/>
                </a:lnTo>
                <a:lnTo>
                  <a:pt x="781942" y="106363"/>
                </a:lnTo>
                <a:lnTo>
                  <a:pt x="781790" y="106451"/>
                </a:lnTo>
                <a:lnTo>
                  <a:pt x="781635" y="106537"/>
                </a:lnTo>
                <a:lnTo>
                  <a:pt x="781476" y="106619"/>
                </a:lnTo>
                <a:lnTo>
                  <a:pt x="781314" y="106698"/>
                </a:lnTo>
                <a:lnTo>
                  <a:pt x="781149" y="106773"/>
                </a:lnTo>
                <a:lnTo>
                  <a:pt x="780980" y="106845"/>
                </a:lnTo>
                <a:lnTo>
                  <a:pt x="780807" y="106914"/>
                </a:lnTo>
                <a:lnTo>
                  <a:pt x="780631" y="106980"/>
                </a:lnTo>
                <a:lnTo>
                  <a:pt x="780451" y="107043"/>
                </a:lnTo>
                <a:lnTo>
                  <a:pt x="780267" y="107103"/>
                </a:lnTo>
                <a:lnTo>
                  <a:pt x="780079" y="107160"/>
                </a:lnTo>
                <a:lnTo>
                  <a:pt x="779887" y="107214"/>
                </a:lnTo>
                <a:lnTo>
                  <a:pt x="779692" y="107265"/>
                </a:lnTo>
                <a:lnTo>
                  <a:pt x="779493" y="107314"/>
                </a:lnTo>
                <a:lnTo>
                  <a:pt x="779290" y="107359"/>
                </a:lnTo>
                <a:lnTo>
                  <a:pt x="779084" y="107402"/>
                </a:lnTo>
                <a:lnTo>
                  <a:pt x="778873" y="107441"/>
                </a:lnTo>
                <a:lnTo>
                  <a:pt x="778659" y="107478"/>
                </a:lnTo>
                <a:lnTo>
                  <a:pt x="778441" y="107511"/>
                </a:lnTo>
                <a:lnTo>
                  <a:pt x="778220" y="107542"/>
                </a:lnTo>
                <a:lnTo>
                  <a:pt x="777994" y="107570"/>
                </a:lnTo>
                <a:lnTo>
                  <a:pt x="777765" y="107595"/>
                </a:lnTo>
                <a:lnTo>
                  <a:pt x="777532" y="107617"/>
                </a:lnTo>
                <a:lnTo>
                  <a:pt x="777296" y="107636"/>
                </a:lnTo>
                <a:lnTo>
                  <a:pt x="777055" y="107652"/>
                </a:lnTo>
                <a:lnTo>
                  <a:pt x="776811" y="107665"/>
                </a:lnTo>
                <a:lnTo>
                  <a:pt x="776563" y="107676"/>
                </a:lnTo>
                <a:lnTo>
                  <a:pt x="776311" y="107683"/>
                </a:lnTo>
                <a:lnTo>
                  <a:pt x="776056" y="107687"/>
                </a:lnTo>
                <a:lnTo>
                  <a:pt x="775796" y="107689"/>
                </a:lnTo>
                <a:lnTo>
                  <a:pt x="775536" y="107687"/>
                </a:lnTo>
                <a:lnTo>
                  <a:pt x="775278" y="107682"/>
                </a:lnTo>
                <a:lnTo>
                  <a:pt x="775022" y="107674"/>
                </a:lnTo>
                <a:lnTo>
                  <a:pt x="774767" y="107662"/>
                </a:lnTo>
                <a:lnTo>
                  <a:pt x="774515" y="107647"/>
                </a:lnTo>
                <a:lnTo>
                  <a:pt x="774264" y="107628"/>
                </a:lnTo>
                <a:lnTo>
                  <a:pt x="774016" y="107607"/>
                </a:lnTo>
                <a:lnTo>
                  <a:pt x="773769" y="107582"/>
                </a:lnTo>
                <a:lnTo>
                  <a:pt x="773525" y="107553"/>
                </a:lnTo>
                <a:lnTo>
                  <a:pt x="773282" y="107521"/>
                </a:lnTo>
                <a:lnTo>
                  <a:pt x="773041" y="107486"/>
                </a:lnTo>
                <a:lnTo>
                  <a:pt x="772803" y="107448"/>
                </a:lnTo>
                <a:lnTo>
                  <a:pt x="772566" y="107406"/>
                </a:lnTo>
                <a:lnTo>
                  <a:pt x="772331" y="107361"/>
                </a:lnTo>
                <a:lnTo>
                  <a:pt x="772098" y="107312"/>
                </a:lnTo>
                <a:lnTo>
                  <a:pt x="771867" y="107260"/>
                </a:lnTo>
                <a:lnTo>
                  <a:pt x="771638" y="107205"/>
                </a:lnTo>
                <a:lnTo>
                  <a:pt x="771411" y="107146"/>
                </a:lnTo>
                <a:lnTo>
                  <a:pt x="771186" y="107084"/>
                </a:lnTo>
                <a:lnTo>
                  <a:pt x="770963" y="107019"/>
                </a:lnTo>
                <a:lnTo>
                  <a:pt x="770742" y="106950"/>
                </a:lnTo>
                <a:lnTo>
                  <a:pt x="770523" y="106878"/>
                </a:lnTo>
                <a:lnTo>
                  <a:pt x="770306" y="106803"/>
                </a:lnTo>
                <a:lnTo>
                  <a:pt x="770090" y="106724"/>
                </a:lnTo>
                <a:lnTo>
                  <a:pt x="769878" y="106641"/>
                </a:lnTo>
                <a:lnTo>
                  <a:pt x="769669" y="106553"/>
                </a:lnTo>
                <a:lnTo>
                  <a:pt x="769464" y="106460"/>
                </a:lnTo>
                <a:lnTo>
                  <a:pt x="769263" y="106362"/>
                </a:lnTo>
                <a:lnTo>
                  <a:pt x="769066" y="106258"/>
                </a:lnTo>
                <a:lnTo>
                  <a:pt x="768872" y="106149"/>
                </a:lnTo>
                <a:lnTo>
                  <a:pt x="768683" y="106035"/>
                </a:lnTo>
                <a:lnTo>
                  <a:pt x="768497" y="105916"/>
                </a:lnTo>
                <a:lnTo>
                  <a:pt x="768314" y="105792"/>
                </a:lnTo>
                <a:lnTo>
                  <a:pt x="768136" y="105663"/>
                </a:lnTo>
                <a:lnTo>
                  <a:pt x="767961" y="105528"/>
                </a:lnTo>
                <a:lnTo>
                  <a:pt x="767790" y="105388"/>
                </a:lnTo>
                <a:lnTo>
                  <a:pt x="767623" y="105243"/>
                </a:lnTo>
                <a:lnTo>
                  <a:pt x="767459" y="105093"/>
                </a:lnTo>
                <a:lnTo>
                  <a:pt x="767300" y="104938"/>
                </a:lnTo>
                <a:lnTo>
                  <a:pt x="767144" y="104778"/>
                </a:lnTo>
                <a:lnTo>
                  <a:pt x="766992" y="104612"/>
                </a:lnTo>
                <a:lnTo>
                  <a:pt x="766843" y="104441"/>
                </a:lnTo>
                <a:lnTo>
                  <a:pt x="766699" y="104266"/>
                </a:lnTo>
                <a:lnTo>
                  <a:pt x="766558" y="104085"/>
                </a:lnTo>
                <a:lnTo>
                  <a:pt x="766421" y="103898"/>
                </a:lnTo>
                <a:lnTo>
                  <a:pt x="766287" y="103707"/>
                </a:lnTo>
                <a:lnTo>
                  <a:pt x="766158" y="103511"/>
                </a:lnTo>
                <a:lnTo>
                  <a:pt x="766032" y="103309"/>
                </a:lnTo>
                <a:lnTo>
                  <a:pt x="765910" y="103101"/>
                </a:lnTo>
                <a:lnTo>
                  <a:pt x="765793" y="102887"/>
                </a:lnTo>
                <a:lnTo>
                  <a:pt x="765681" y="102667"/>
                </a:lnTo>
                <a:lnTo>
                  <a:pt x="765573" y="102439"/>
                </a:lnTo>
                <a:lnTo>
                  <a:pt x="765470" y="102206"/>
                </a:lnTo>
                <a:lnTo>
                  <a:pt x="765372" y="101965"/>
                </a:lnTo>
                <a:lnTo>
                  <a:pt x="765278" y="101718"/>
                </a:lnTo>
                <a:lnTo>
                  <a:pt x="765188" y="101465"/>
                </a:lnTo>
                <a:lnTo>
                  <a:pt x="765103" y="101205"/>
                </a:lnTo>
                <a:lnTo>
                  <a:pt x="765023" y="100938"/>
                </a:lnTo>
                <a:lnTo>
                  <a:pt x="764948" y="100665"/>
                </a:lnTo>
                <a:lnTo>
                  <a:pt x="764877" y="100386"/>
                </a:lnTo>
                <a:lnTo>
                  <a:pt x="764810" y="100099"/>
                </a:lnTo>
                <a:lnTo>
                  <a:pt x="764749" y="99807"/>
                </a:lnTo>
                <a:lnTo>
                  <a:pt x="764692" y="99507"/>
                </a:lnTo>
                <a:lnTo>
                  <a:pt x="764639" y="99201"/>
                </a:lnTo>
                <a:lnTo>
                  <a:pt x="764591" y="98889"/>
                </a:lnTo>
                <a:lnTo>
                  <a:pt x="764548" y="98570"/>
                </a:lnTo>
                <a:lnTo>
                  <a:pt x="764509" y="98244"/>
                </a:lnTo>
                <a:lnTo>
                  <a:pt x="764475" y="97912"/>
                </a:lnTo>
                <a:lnTo>
                  <a:pt x="764445" y="97573"/>
                </a:lnTo>
                <a:lnTo>
                  <a:pt x="764421" y="97228"/>
                </a:lnTo>
                <a:lnTo>
                  <a:pt x="764400" y="96876"/>
                </a:lnTo>
                <a:lnTo>
                  <a:pt x="764385" y="96518"/>
                </a:lnTo>
                <a:lnTo>
                  <a:pt x="743008" y="96518"/>
                </a:lnTo>
                <a:lnTo>
                  <a:pt x="743014" y="97106"/>
                </a:lnTo>
                <a:lnTo>
                  <a:pt x="743033" y="97693"/>
                </a:lnTo>
                <a:lnTo>
                  <a:pt x="743065" y="98278"/>
                </a:lnTo>
                <a:lnTo>
                  <a:pt x="743110" y="98861"/>
                </a:lnTo>
                <a:lnTo>
                  <a:pt x="743168" y="99442"/>
                </a:lnTo>
                <a:lnTo>
                  <a:pt x="743239" y="100021"/>
                </a:lnTo>
                <a:lnTo>
                  <a:pt x="743322" y="100599"/>
                </a:lnTo>
                <a:lnTo>
                  <a:pt x="743418" y="101175"/>
                </a:lnTo>
                <a:lnTo>
                  <a:pt x="743527" y="101749"/>
                </a:lnTo>
                <a:lnTo>
                  <a:pt x="743649" y="102321"/>
                </a:lnTo>
                <a:lnTo>
                  <a:pt x="743784" y="102891"/>
                </a:lnTo>
                <a:lnTo>
                  <a:pt x="743932" y="103460"/>
                </a:lnTo>
                <a:lnTo>
                  <a:pt x="744092" y="104026"/>
                </a:lnTo>
                <a:lnTo>
                  <a:pt x="744265" y="104591"/>
                </a:lnTo>
                <a:lnTo>
                  <a:pt x="744452" y="105154"/>
                </a:lnTo>
                <a:lnTo>
                  <a:pt x="744651" y="105715"/>
                </a:lnTo>
                <a:lnTo>
                  <a:pt x="744862" y="106275"/>
                </a:lnTo>
                <a:lnTo>
                  <a:pt x="745087" y="106832"/>
                </a:lnTo>
                <a:lnTo>
                  <a:pt x="745324" y="107388"/>
                </a:lnTo>
                <a:lnTo>
                  <a:pt x="745575" y="107942"/>
                </a:lnTo>
                <a:lnTo>
                  <a:pt x="745838" y="108494"/>
                </a:lnTo>
                <a:lnTo>
                  <a:pt x="746114" y="109045"/>
                </a:lnTo>
                <a:lnTo>
                  <a:pt x="746403" y="109593"/>
                </a:lnTo>
                <a:lnTo>
                  <a:pt x="746704" y="110140"/>
                </a:lnTo>
                <a:lnTo>
                  <a:pt x="747018" y="110682"/>
                </a:lnTo>
                <a:lnTo>
                  <a:pt x="747345" y="111215"/>
                </a:lnTo>
                <a:lnTo>
                  <a:pt x="747684" y="111740"/>
                </a:lnTo>
                <a:lnTo>
                  <a:pt x="748035" y="112257"/>
                </a:lnTo>
                <a:lnTo>
                  <a:pt x="748398" y="112766"/>
                </a:lnTo>
                <a:lnTo>
                  <a:pt x="748774" y="113267"/>
                </a:lnTo>
                <a:lnTo>
                  <a:pt x="749162" y="113759"/>
                </a:lnTo>
                <a:lnTo>
                  <a:pt x="749562" y="114243"/>
                </a:lnTo>
                <a:lnTo>
                  <a:pt x="749974" y="114719"/>
                </a:lnTo>
                <a:lnTo>
                  <a:pt x="750399" y="115186"/>
                </a:lnTo>
                <a:lnTo>
                  <a:pt x="750836" y="115646"/>
                </a:lnTo>
                <a:lnTo>
                  <a:pt x="751285" y="116097"/>
                </a:lnTo>
                <a:lnTo>
                  <a:pt x="751747" y="116540"/>
                </a:lnTo>
                <a:lnTo>
                  <a:pt x="752220" y="116974"/>
                </a:lnTo>
                <a:lnTo>
                  <a:pt x="752707" y="117401"/>
                </a:lnTo>
                <a:lnTo>
                  <a:pt x="753205" y="117819"/>
                </a:lnTo>
                <a:lnTo>
                  <a:pt x="753716" y="118229"/>
                </a:lnTo>
                <a:lnTo>
                  <a:pt x="754238" y="118631"/>
                </a:lnTo>
                <a:lnTo>
                  <a:pt x="754774" y="119024"/>
                </a:lnTo>
                <a:lnTo>
                  <a:pt x="755321" y="119410"/>
                </a:lnTo>
                <a:lnTo>
                  <a:pt x="755881" y="119787"/>
                </a:lnTo>
                <a:lnTo>
                  <a:pt x="756453" y="120156"/>
                </a:lnTo>
                <a:lnTo>
                  <a:pt x="757037" y="120516"/>
                </a:lnTo>
                <a:lnTo>
                  <a:pt x="757634" y="120869"/>
                </a:lnTo>
                <a:lnTo>
                  <a:pt x="758242" y="121210"/>
                </a:lnTo>
                <a:lnTo>
                  <a:pt x="758862" y="121536"/>
                </a:lnTo>
                <a:lnTo>
                  <a:pt x="759494" y="121848"/>
                </a:lnTo>
                <a:lnTo>
                  <a:pt x="760136" y="122145"/>
                </a:lnTo>
                <a:lnTo>
                  <a:pt x="760791" y="122428"/>
                </a:lnTo>
                <a:lnTo>
                  <a:pt x="761456" y="122697"/>
                </a:lnTo>
                <a:lnTo>
                  <a:pt x="762133" y="122951"/>
                </a:lnTo>
                <a:lnTo>
                  <a:pt x="762822" y="123190"/>
                </a:lnTo>
                <a:lnTo>
                  <a:pt x="763522" y="123415"/>
                </a:lnTo>
                <a:lnTo>
                  <a:pt x="764233" y="123626"/>
                </a:lnTo>
                <a:lnTo>
                  <a:pt x="764956" y="123821"/>
                </a:lnTo>
                <a:lnTo>
                  <a:pt x="765690" y="124003"/>
                </a:lnTo>
                <a:lnTo>
                  <a:pt x="766436" y="124170"/>
                </a:lnTo>
                <a:lnTo>
                  <a:pt x="767193" y="124322"/>
                </a:lnTo>
                <a:lnTo>
                  <a:pt x="767962" y="124460"/>
                </a:lnTo>
                <a:lnTo>
                  <a:pt x="768742" y="124583"/>
                </a:lnTo>
                <a:lnTo>
                  <a:pt x="769534" y="124692"/>
                </a:lnTo>
                <a:lnTo>
                  <a:pt x="770337" y="124786"/>
                </a:lnTo>
                <a:lnTo>
                  <a:pt x="771151" y="124866"/>
                </a:lnTo>
                <a:lnTo>
                  <a:pt x="771977" y="124931"/>
                </a:lnTo>
                <a:lnTo>
                  <a:pt x="772814" y="124982"/>
                </a:lnTo>
                <a:lnTo>
                  <a:pt x="773663" y="125018"/>
                </a:lnTo>
                <a:lnTo>
                  <a:pt x="774523" y="125040"/>
                </a:lnTo>
                <a:lnTo>
                  <a:pt x="775394" y="125048"/>
                </a:lnTo>
                <a:lnTo>
                  <a:pt x="775988" y="125044"/>
                </a:lnTo>
                <a:lnTo>
                  <a:pt x="776577" y="125035"/>
                </a:lnTo>
                <a:lnTo>
                  <a:pt x="777162" y="125019"/>
                </a:lnTo>
                <a:lnTo>
                  <a:pt x="777742" y="124996"/>
                </a:lnTo>
                <a:lnTo>
                  <a:pt x="778317" y="124967"/>
                </a:lnTo>
                <a:lnTo>
                  <a:pt x="778888" y="124932"/>
                </a:lnTo>
                <a:lnTo>
                  <a:pt x="779454" y="124890"/>
                </a:lnTo>
                <a:lnTo>
                  <a:pt x="780015" y="124842"/>
                </a:lnTo>
                <a:lnTo>
                  <a:pt x="780572" y="124788"/>
                </a:lnTo>
                <a:lnTo>
                  <a:pt x="781125" y="124727"/>
                </a:lnTo>
                <a:lnTo>
                  <a:pt x="781672" y="124659"/>
                </a:lnTo>
                <a:lnTo>
                  <a:pt x="782215" y="124585"/>
                </a:lnTo>
                <a:lnTo>
                  <a:pt x="782754" y="124505"/>
                </a:lnTo>
                <a:lnTo>
                  <a:pt x="783288" y="124419"/>
                </a:lnTo>
                <a:lnTo>
                  <a:pt x="783817" y="124325"/>
                </a:lnTo>
                <a:lnTo>
                  <a:pt x="784342" y="124226"/>
                </a:lnTo>
                <a:lnTo>
                  <a:pt x="784862" y="124120"/>
                </a:lnTo>
                <a:lnTo>
                  <a:pt x="785377" y="124008"/>
                </a:lnTo>
                <a:lnTo>
                  <a:pt x="785888" y="123889"/>
                </a:lnTo>
                <a:lnTo>
                  <a:pt x="786394" y="123764"/>
                </a:lnTo>
                <a:lnTo>
                  <a:pt x="786896" y="123632"/>
                </a:lnTo>
                <a:lnTo>
                  <a:pt x="787393" y="123494"/>
                </a:lnTo>
                <a:lnTo>
                  <a:pt x="787886" y="123350"/>
                </a:lnTo>
                <a:lnTo>
                  <a:pt x="788373" y="123199"/>
                </a:lnTo>
                <a:lnTo>
                  <a:pt x="788856" y="123042"/>
                </a:lnTo>
                <a:lnTo>
                  <a:pt x="789333" y="122880"/>
                </a:lnTo>
                <a:lnTo>
                  <a:pt x="789804" y="122712"/>
                </a:lnTo>
                <a:lnTo>
                  <a:pt x="790270" y="122538"/>
                </a:lnTo>
                <a:lnTo>
                  <a:pt x="790730" y="122359"/>
                </a:lnTo>
                <a:lnTo>
                  <a:pt x="791184" y="122174"/>
                </a:lnTo>
                <a:lnTo>
                  <a:pt x="791632" y="121984"/>
                </a:lnTo>
                <a:lnTo>
                  <a:pt x="792075" y="121788"/>
                </a:lnTo>
                <a:lnTo>
                  <a:pt x="792512" y="121587"/>
                </a:lnTo>
                <a:lnTo>
                  <a:pt x="792943" y="121380"/>
                </a:lnTo>
                <a:lnTo>
                  <a:pt x="793368" y="121167"/>
                </a:lnTo>
                <a:lnTo>
                  <a:pt x="793788" y="120949"/>
                </a:lnTo>
                <a:lnTo>
                  <a:pt x="794202" y="120725"/>
                </a:lnTo>
                <a:lnTo>
                  <a:pt x="794610" y="120496"/>
                </a:lnTo>
                <a:lnTo>
                  <a:pt x="795013" y="120261"/>
                </a:lnTo>
                <a:lnTo>
                  <a:pt x="795410" y="120020"/>
                </a:lnTo>
                <a:lnTo>
                  <a:pt x="795801" y="119774"/>
                </a:lnTo>
                <a:lnTo>
                  <a:pt x="796186" y="119522"/>
                </a:lnTo>
                <a:lnTo>
                  <a:pt x="796566" y="119265"/>
                </a:lnTo>
                <a:lnTo>
                  <a:pt x="796940" y="119002"/>
                </a:lnTo>
                <a:lnTo>
                  <a:pt x="797308" y="118734"/>
                </a:lnTo>
                <a:lnTo>
                  <a:pt x="797671" y="118460"/>
                </a:lnTo>
                <a:lnTo>
                  <a:pt x="798028" y="118180"/>
                </a:lnTo>
                <a:lnTo>
                  <a:pt x="798379" y="117895"/>
                </a:lnTo>
                <a:lnTo>
                  <a:pt x="798724" y="117605"/>
                </a:lnTo>
                <a:lnTo>
                  <a:pt x="799062" y="117310"/>
                </a:lnTo>
                <a:lnTo>
                  <a:pt x="799393" y="117011"/>
                </a:lnTo>
                <a:lnTo>
                  <a:pt x="799717" y="116707"/>
                </a:lnTo>
                <a:lnTo>
                  <a:pt x="800035" y="116399"/>
                </a:lnTo>
                <a:lnTo>
                  <a:pt x="800345" y="116087"/>
                </a:lnTo>
                <a:lnTo>
                  <a:pt x="800649" y="115770"/>
                </a:lnTo>
                <a:lnTo>
                  <a:pt x="800946" y="115448"/>
                </a:lnTo>
                <a:lnTo>
                  <a:pt x="801236" y="115122"/>
                </a:lnTo>
                <a:lnTo>
                  <a:pt x="801519" y="114792"/>
                </a:lnTo>
                <a:lnTo>
                  <a:pt x="801796" y="114457"/>
                </a:lnTo>
                <a:lnTo>
                  <a:pt x="802066" y="114118"/>
                </a:lnTo>
                <a:lnTo>
                  <a:pt x="802328" y="113774"/>
                </a:lnTo>
                <a:lnTo>
                  <a:pt x="802584" y="113426"/>
                </a:lnTo>
                <a:lnTo>
                  <a:pt x="802833" y="113073"/>
                </a:lnTo>
                <a:lnTo>
                  <a:pt x="803076" y="112716"/>
                </a:lnTo>
                <a:lnTo>
                  <a:pt x="803311" y="112354"/>
                </a:lnTo>
                <a:lnTo>
                  <a:pt x="803540" y="111988"/>
                </a:lnTo>
                <a:lnTo>
                  <a:pt x="803762" y="111618"/>
                </a:lnTo>
                <a:lnTo>
                  <a:pt x="803976" y="111243"/>
                </a:lnTo>
                <a:lnTo>
                  <a:pt x="804185" y="110863"/>
                </a:lnTo>
                <a:lnTo>
                  <a:pt x="804386" y="110479"/>
                </a:lnTo>
                <a:lnTo>
                  <a:pt x="804580" y="110091"/>
                </a:lnTo>
                <a:lnTo>
                  <a:pt x="804768" y="109698"/>
                </a:lnTo>
                <a:lnTo>
                  <a:pt x="804948" y="109301"/>
                </a:lnTo>
                <a:lnTo>
                  <a:pt x="805121" y="108900"/>
                </a:lnTo>
                <a:lnTo>
                  <a:pt x="805286" y="108496"/>
                </a:lnTo>
                <a:lnTo>
                  <a:pt x="805443" y="108088"/>
                </a:lnTo>
                <a:lnTo>
                  <a:pt x="805593" y="107677"/>
                </a:lnTo>
                <a:lnTo>
                  <a:pt x="805735" y="107262"/>
                </a:lnTo>
                <a:lnTo>
                  <a:pt x="805869" y="106843"/>
                </a:lnTo>
                <a:lnTo>
                  <a:pt x="805996" y="106421"/>
                </a:lnTo>
                <a:lnTo>
                  <a:pt x="806115" y="105995"/>
                </a:lnTo>
                <a:lnTo>
                  <a:pt x="806226" y="105565"/>
                </a:lnTo>
                <a:lnTo>
                  <a:pt x="806329" y="105132"/>
                </a:lnTo>
                <a:lnTo>
                  <a:pt x="806425" y="104695"/>
                </a:lnTo>
                <a:lnTo>
                  <a:pt x="806514" y="104255"/>
                </a:lnTo>
                <a:lnTo>
                  <a:pt x="806594" y="103811"/>
                </a:lnTo>
                <a:lnTo>
                  <a:pt x="806667" y="103363"/>
                </a:lnTo>
                <a:lnTo>
                  <a:pt x="806732" y="102911"/>
                </a:lnTo>
                <a:lnTo>
                  <a:pt x="806790" y="102457"/>
                </a:lnTo>
                <a:lnTo>
                  <a:pt x="806840" y="101998"/>
                </a:lnTo>
                <a:lnTo>
                  <a:pt x="806882" y="101536"/>
                </a:lnTo>
                <a:lnTo>
                  <a:pt x="806916" y="101070"/>
                </a:lnTo>
                <a:lnTo>
                  <a:pt x="806943" y="100600"/>
                </a:lnTo>
                <a:lnTo>
                  <a:pt x="806962" y="100127"/>
                </a:lnTo>
                <a:lnTo>
                  <a:pt x="806974" y="99650"/>
                </a:lnTo>
                <a:lnTo>
                  <a:pt x="806978" y="99170"/>
                </a:lnTo>
                <a:lnTo>
                  <a:pt x="806973" y="98571"/>
                </a:lnTo>
                <a:lnTo>
                  <a:pt x="806959" y="97981"/>
                </a:lnTo>
                <a:lnTo>
                  <a:pt x="806935" y="97398"/>
                </a:lnTo>
                <a:lnTo>
                  <a:pt x="806902" y="96823"/>
                </a:lnTo>
                <a:lnTo>
                  <a:pt x="806859" y="96256"/>
                </a:lnTo>
                <a:lnTo>
                  <a:pt x="806807" y="95697"/>
                </a:lnTo>
                <a:lnTo>
                  <a:pt x="806745" y="95146"/>
                </a:lnTo>
                <a:lnTo>
                  <a:pt x="806674" y="94603"/>
                </a:lnTo>
                <a:lnTo>
                  <a:pt x="806594" y="94068"/>
                </a:lnTo>
                <a:lnTo>
                  <a:pt x="806503" y="93540"/>
                </a:lnTo>
                <a:lnTo>
                  <a:pt x="806404" y="93021"/>
                </a:lnTo>
                <a:lnTo>
                  <a:pt x="806295" y="92510"/>
                </a:lnTo>
                <a:lnTo>
                  <a:pt x="806176" y="92007"/>
                </a:lnTo>
                <a:lnTo>
                  <a:pt x="806048" y="91511"/>
                </a:lnTo>
                <a:lnTo>
                  <a:pt x="805910" y="91024"/>
                </a:lnTo>
                <a:lnTo>
                  <a:pt x="805763" y="90544"/>
                </a:lnTo>
                <a:lnTo>
                  <a:pt x="805607" y="90073"/>
                </a:lnTo>
                <a:lnTo>
                  <a:pt x="805441" y="89609"/>
                </a:lnTo>
                <a:lnTo>
                  <a:pt x="805265" y="89154"/>
                </a:lnTo>
                <a:lnTo>
                  <a:pt x="805080" y="88706"/>
                </a:lnTo>
                <a:lnTo>
                  <a:pt x="804886" y="88266"/>
                </a:lnTo>
                <a:lnTo>
                  <a:pt x="804682" y="87834"/>
                </a:lnTo>
                <a:lnTo>
                  <a:pt x="804468" y="87411"/>
                </a:lnTo>
                <a:lnTo>
                  <a:pt x="804245" y="86995"/>
                </a:lnTo>
                <a:lnTo>
                  <a:pt x="804013" y="86585"/>
                </a:lnTo>
                <a:lnTo>
                  <a:pt x="803770" y="86180"/>
                </a:lnTo>
                <a:lnTo>
                  <a:pt x="803518" y="85779"/>
                </a:lnTo>
                <a:lnTo>
                  <a:pt x="803255" y="85382"/>
                </a:lnTo>
                <a:lnTo>
                  <a:pt x="802983" y="84990"/>
                </a:lnTo>
                <a:lnTo>
                  <a:pt x="802701" y="84601"/>
                </a:lnTo>
                <a:lnTo>
                  <a:pt x="802409" y="84218"/>
                </a:lnTo>
                <a:lnTo>
                  <a:pt x="802107" y="83838"/>
                </a:lnTo>
                <a:lnTo>
                  <a:pt x="801795" y="83463"/>
                </a:lnTo>
                <a:lnTo>
                  <a:pt x="801473" y="83092"/>
                </a:lnTo>
                <a:lnTo>
                  <a:pt x="801141" y="82726"/>
                </a:lnTo>
                <a:lnTo>
                  <a:pt x="800800" y="82364"/>
                </a:lnTo>
                <a:lnTo>
                  <a:pt x="800448" y="82006"/>
                </a:lnTo>
                <a:lnTo>
                  <a:pt x="800087" y="81653"/>
                </a:lnTo>
                <a:lnTo>
                  <a:pt x="799716" y="81303"/>
                </a:lnTo>
                <a:lnTo>
                  <a:pt x="799334" y="80959"/>
                </a:lnTo>
                <a:lnTo>
                  <a:pt x="798943" y="80618"/>
                </a:lnTo>
                <a:lnTo>
                  <a:pt x="798542" y="80282"/>
                </a:lnTo>
                <a:lnTo>
                  <a:pt x="798131" y="79950"/>
                </a:lnTo>
                <a:lnTo>
                  <a:pt x="797710" y="79622"/>
                </a:lnTo>
                <a:lnTo>
                  <a:pt x="797279" y="79299"/>
                </a:lnTo>
                <a:lnTo>
                  <a:pt x="796839" y="78980"/>
                </a:lnTo>
                <a:lnTo>
                  <a:pt x="796388" y="78666"/>
                </a:lnTo>
                <a:lnTo>
                  <a:pt x="795928" y="78356"/>
                </a:lnTo>
                <a:lnTo>
                  <a:pt x="795457" y="78048"/>
                </a:lnTo>
                <a:lnTo>
                  <a:pt x="794975" y="77743"/>
                </a:lnTo>
                <a:lnTo>
                  <a:pt x="794483" y="77439"/>
                </a:lnTo>
                <a:lnTo>
                  <a:pt x="793980" y="77137"/>
                </a:lnTo>
                <a:lnTo>
                  <a:pt x="793466" y="76836"/>
                </a:lnTo>
                <a:lnTo>
                  <a:pt x="792942" y="76537"/>
                </a:lnTo>
                <a:lnTo>
                  <a:pt x="792406" y="76240"/>
                </a:lnTo>
                <a:lnTo>
                  <a:pt x="791860" y="75945"/>
                </a:lnTo>
                <a:lnTo>
                  <a:pt x="791304" y="75651"/>
                </a:lnTo>
                <a:lnTo>
                  <a:pt x="790736" y="75359"/>
                </a:lnTo>
                <a:lnTo>
                  <a:pt x="790158" y="75068"/>
                </a:lnTo>
                <a:lnTo>
                  <a:pt x="789569" y="74779"/>
                </a:lnTo>
                <a:lnTo>
                  <a:pt x="788969" y="74492"/>
                </a:lnTo>
                <a:lnTo>
                  <a:pt x="788359" y="74207"/>
                </a:lnTo>
                <a:lnTo>
                  <a:pt x="787737" y="73923"/>
                </a:lnTo>
                <a:lnTo>
                  <a:pt x="787105" y="73641"/>
                </a:lnTo>
                <a:lnTo>
                  <a:pt x="786463" y="73360"/>
                </a:lnTo>
                <a:lnTo>
                  <a:pt x="785809" y="73082"/>
                </a:lnTo>
                <a:lnTo>
                  <a:pt x="785145" y="72805"/>
                </a:lnTo>
                <a:lnTo>
                  <a:pt x="784470" y="72529"/>
                </a:lnTo>
                <a:lnTo>
                  <a:pt x="783784" y="72255"/>
                </a:lnTo>
                <a:lnTo>
                  <a:pt x="783088" y="71983"/>
                </a:lnTo>
                <a:lnTo>
                  <a:pt x="782381" y="71713"/>
                </a:lnTo>
                <a:lnTo>
                  <a:pt x="781663" y="71444"/>
                </a:lnTo>
                <a:lnTo>
                  <a:pt x="781317" y="71304"/>
                </a:lnTo>
                <a:lnTo>
                  <a:pt x="780976" y="71165"/>
                </a:lnTo>
                <a:lnTo>
                  <a:pt x="780639" y="71027"/>
                </a:lnTo>
                <a:lnTo>
                  <a:pt x="780307" y="70889"/>
                </a:lnTo>
                <a:lnTo>
                  <a:pt x="779979" y="70753"/>
                </a:lnTo>
                <a:lnTo>
                  <a:pt x="779656" y="70618"/>
                </a:lnTo>
                <a:lnTo>
                  <a:pt x="779338" y="70484"/>
                </a:lnTo>
                <a:lnTo>
                  <a:pt x="779024" y="70350"/>
                </a:lnTo>
                <a:lnTo>
                  <a:pt x="778715" y="70218"/>
                </a:lnTo>
                <a:lnTo>
                  <a:pt x="778411" y="70087"/>
                </a:lnTo>
                <a:lnTo>
                  <a:pt x="778111" y="69956"/>
                </a:lnTo>
                <a:lnTo>
                  <a:pt x="777815" y="69827"/>
                </a:lnTo>
                <a:lnTo>
                  <a:pt x="777525" y="69698"/>
                </a:lnTo>
                <a:lnTo>
                  <a:pt x="777239" y="69571"/>
                </a:lnTo>
                <a:lnTo>
                  <a:pt x="776957" y="69445"/>
                </a:lnTo>
                <a:lnTo>
                  <a:pt x="776680" y="69319"/>
                </a:lnTo>
                <a:lnTo>
                  <a:pt x="776408" y="69195"/>
                </a:lnTo>
                <a:lnTo>
                  <a:pt x="776140" y="69071"/>
                </a:lnTo>
                <a:lnTo>
                  <a:pt x="775877" y="68948"/>
                </a:lnTo>
                <a:lnTo>
                  <a:pt x="775619" y="68827"/>
                </a:lnTo>
                <a:lnTo>
                  <a:pt x="775365" y="68706"/>
                </a:lnTo>
                <a:lnTo>
                  <a:pt x="775116" y="68587"/>
                </a:lnTo>
                <a:lnTo>
                  <a:pt x="774871" y="68468"/>
                </a:lnTo>
                <a:lnTo>
                  <a:pt x="774631" y="68350"/>
                </a:lnTo>
                <a:lnTo>
                  <a:pt x="774395" y="68233"/>
                </a:lnTo>
                <a:lnTo>
                  <a:pt x="774164" y="68117"/>
                </a:lnTo>
                <a:lnTo>
                  <a:pt x="773936" y="68000"/>
                </a:lnTo>
                <a:lnTo>
                  <a:pt x="773712" y="67885"/>
                </a:lnTo>
                <a:lnTo>
                  <a:pt x="773493" y="67769"/>
                </a:lnTo>
                <a:lnTo>
                  <a:pt x="773277" y="67655"/>
                </a:lnTo>
                <a:lnTo>
                  <a:pt x="773066" y="67540"/>
                </a:lnTo>
                <a:lnTo>
                  <a:pt x="772859" y="67426"/>
                </a:lnTo>
                <a:lnTo>
                  <a:pt x="772655" y="67312"/>
                </a:lnTo>
                <a:lnTo>
                  <a:pt x="772456" y="67199"/>
                </a:lnTo>
                <a:lnTo>
                  <a:pt x="772261" y="67086"/>
                </a:lnTo>
                <a:lnTo>
                  <a:pt x="772069" y="66974"/>
                </a:lnTo>
                <a:lnTo>
                  <a:pt x="771882" y="66862"/>
                </a:lnTo>
                <a:lnTo>
                  <a:pt x="771699" y="66750"/>
                </a:lnTo>
                <a:lnTo>
                  <a:pt x="771520" y="66639"/>
                </a:lnTo>
                <a:lnTo>
                  <a:pt x="771345" y="66529"/>
                </a:lnTo>
                <a:lnTo>
                  <a:pt x="771174" y="66418"/>
                </a:lnTo>
                <a:lnTo>
                  <a:pt x="771007" y="66308"/>
                </a:lnTo>
                <a:lnTo>
                  <a:pt x="770844" y="66199"/>
                </a:lnTo>
                <a:lnTo>
                  <a:pt x="770685" y="66090"/>
                </a:lnTo>
                <a:lnTo>
                  <a:pt x="770531" y="65981"/>
                </a:lnTo>
                <a:lnTo>
                  <a:pt x="770380" y="65873"/>
                </a:lnTo>
                <a:lnTo>
                  <a:pt x="770233" y="65765"/>
                </a:lnTo>
                <a:lnTo>
                  <a:pt x="770090" y="65658"/>
                </a:lnTo>
                <a:lnTo>
                  <a:pt x="769951" y="65551"/>
                </a:lnTo>
                <a:lnTo>
                  <a:pt x="769816" y="65443"/>
                </a:lnTo>
                <a:lnTo>
                  <a:pt x="769683" y="65335"/>
                </a:lnTo>
                <a:lnTo>
                  <a:pt x="769554" y="65227"/>
                </a:lnTo>
                <a:lnTo>
                  <a:pt x="769427" y="65119"/>
                </a:lnTo>
                <a:lnTo>
                  <a:pt x="769304" y="65010"/>
                </a:lnTo>
                <a:lnTo>
                  <a:pt x="769185" y="64901"/>
                </a:lnTo>
                <a:lnTo>
                  <a:pt x="769068" y="64792"/>
                </a:lnTo>
                <a:lnTo>
                  <a:pt x="768955" y="64682"/>
                </a:lnTo>
                <a:lnTo>
                  <a:pt x="768844" y="64572"/>
                </a:lnTo>
                <a:lnTo>
                  <a:pt x="768738" y="64462"/>
                </a:lnTo>
                <a:lnTo>
                  <a:pt x="768634" y="64352"/>
                </a:lnTo>
                <a:lnTo>
                  <a:pt x="768533" y="64241"/>
                </a:lnTo>
                <a:lnTo>
                  <a:pt x="768436" y="64130"/>
                </a:lnTo>
                <a:lnTo>
                  <a:pt x="768342" y="64019"/>
                </a:lnTo>
                <a:lnTo>
                  <a:pt x="768251" y="63908"/>
                </a:lnTo>
                <a:lnTo>
                  <a:pt x="768163" y="63796"/>
                </a:lnTo>
                <a:lnTo>
                  <a:pt x="768079" y="63684"/>
                </a:lnTo>
                <a:lnTo>
                  <a:pt x="767998" y="63572"/>
                </a:lnTo>
                <a:lnTo>
                  <a:pt x="767919" y="63459"/>
                </a:lnTo>
                <a:lnTo>
                  <a:pt x="767845" y="63346"/>
                </a:lnTo>
                <a:lnTo>
                  <a:pt x="767773" y="63233"/>
                </a:lnTo>
                <a:lnTo>
                  <a:pt x="767705" y="63120"/>
                </a:lnTo>
                <a:lnTo>
                  <a:pt x="767639" y="63006"/>
                </a:lnTo>
                <a:lnTo>
                  <a:pt x="767577" y="62891"/>
                </a:lnTo>
                <a:lnTo>
                  <a:pt x="767517" y="62775"/>
                </a:lnTo>
                <a:lnTo>
                  <a:pt x="767460" y="62658"/>
                </a:lnTo>
                <a:lnTo>
                  <a:pt x="767406" y="62539"/>
                </a:lnTo>
                <a:lnTo>
                  <a:pt x="767354" y="62419"/>
                </a:lnTo>
                <a:lnTo>
                  <a:pt x="767305" y="62298"/>
                </a:lnTo>
                <a:lnTo>
                  <a:pt x="767259" y="62175"/>
                </a:lnTo>
                <a:lnTo>
                  <a:pt x="767215" y="62050"/>
                </a:lnTo>
                <a:lnTo>
                  <a:pt x="767174" y="61925"/>
                </a:lnTo>
                <a:lnTo>
                  <a:pt x="767136" y="61798"/>
                </a:lnTo>
                <a:lnTo>
                  <a:pt x="767100" y="61669"/>
                </a:lnTo>
                <a:lnTo>
                  <a:pt x="767067" y="61539"/>
                </a:lnTo>
                <a:lnTo>
                  <a:pt x="767036" y="61408"/>
                </a:lnTo>
                <a:lnTo>
                  <a:pt x="767008" y="61275"/>
                </a:lnTo>
                <a:lnTo>
                  <a:pt x="766983" y="61141"/>
                </a:lnTo>
                <a:lnTo>
                  <a:pt x="766961" y="61006"/>
                </a:lnTo>
                <a:lnTo>
                  <a:pt x="766941" y="60869"/>
                </a:lnTo>
                <a:lnTo>
                  <a:pt x="766924" y="60731"/>
                </a:lnTo>
                <a:lnTo>
                  <a:pt x="766909" y="60591"/>
                </a:lnTo>
                <a:lnTo>
                  <a:pt x="766897" y="60450"/>
                </a:lnTo>
                <a:lnTo>
                  <a:pt x="766888" y="60307"/>
                </a:lnTo>
                <a:lnTo>
                  <a:pt x="766881" y="60164"/>
                </a:lnTo>
                <a:lnTo>
                  <a:pt x="766877" y="60018"/>
                </a:lnTo>
                <a:lnTo>
                  <a:pt x="766876" y="59872"/>
                </a:lnTo>
                <a:lnTo>
                  <a:pt x="766878" y="59679"/>
                </a:lnTo>
                <a:lnTo>
                  <a:pt x="766883" y="59487"/>
                </a:lnTo>
                <a:lnTo>
                  <a:pt x="766893" y="59298"/>
                </a:lnTo>
                <a:lnTo>
                  <a:pt x="766906" y="59112"/>
                </a:lnTo>
                <a:lnTo>
                  <a:pt x="766923" y="58927"/>
                </a:lnTo>
                <a:lnTo>
                  <a:pt x="766944" y="58744"/>
                </a:lnTo>
                <a:lnTo>
                  <a:pt x="766968" y="58563"/>
                </a:lnTo>
                <a:lnTo>
                  <a:pt x="766996" y="58385"/>
                </a:lnTo>
                <a:lnTo>
                  <a:pt x="767028" y="58209"/>
                </a:lnTo>
                <a:lnTo>
                  <a:pt x="767064" y="58034"/>
                </a:lnTo>
                <a:lnTo>
                  <a:pt x="767104" y="57862"/>
                </a:lnTo>
                <a:lnTo>
                  <a:pt x="767147" y="57692"/>
                </a:lnTo>
                <a:lnTo>
                  <a:pt x="767194" y="57524"/>
                </a:lnTo>
                <a:lnTo>
                  <a:pt x="767245" y="57358"/>
                </a:lnTo>
                <a:lnTo>
                  <a:pt x="767300" y="57194"/>
                </a:lnTo>
                <a:lnTo>
                  <a:pt x="767358" y="57032"/>
                </a:lnTo>
                <a:lnTo>
                  <a:pt x="767420" y="56872"/>
                </a:lnTo>
                <a:lnTo>
                  <a:pt x="767486" y="56715"/>
                </a:lnTo>
                <a:lnTo>
                  <a:pt x="767556" y="56559"/>
                </a:lnTo>
                <a:lnTo>
                  <a:pt x="767629" y="56406"/>
                </a:lnTo>
                <a:lnTo>
                  <a:pt x="767706" y="56255"/>
                </a:lnTo>
                <a:lnTo>
                  <a:pt x="767787" y="56105"/>
                </a:lnTo>
                <a:lnTo>
                  <a:pt x="767872" y="55958"/>
                </a:lnTo>
                <a:lnTo>
                  <a:pt x="767961" y="55813"/>
                </a:lnTo>
                <a:lnTo>
                  <a:pt x="768053" y="55670"/>
                </a:lnTo>
                <a:lnTo>
                  <a:pt x="768147" y="55530"/>
                </a:lnTo>
                <a:lnTo>
                  <a:pt x="768245" y="55392"/>
                </a:lnTo>
                <a:lnTo>
                  <a:pt x="768345" y="55256"/>
                </a:lnTo>
                <a:lnTo>
                  <a:pt x="768448" y="55123"/>
                </a:lnTo>
                <a:lnTo>
                  <a:pt x="768553" y="54992"/>
                </a:lnTo>
                <a:lnTo>
                  <a:pt x="768662" y="54864"/>
                </a:lnTo>
                <a:lnTo>
                  <a:pt x="768773" y="54737"/>
                </a:lnTo>
                <a:lnTo>
                  <a:pt x="768887" y="54613"/>
                </a:lnTo>
                <a:lnTo>
                  <a:pt x="769004" y="54492"/>
                </a:lnTo>
                <a:lnTo>
                  <a:pt x="769124" y="54373"/>
                </a:lnTo>
                <a:lnTo>
                  <a:pt x="769247" y="54256"/>
                </a:lnTo>
                <a:lnTo>
                  <a:pt x="769372" y="54142"/>
                </a:lnTo>
                <a:lnTo>
                  <a:pt x="769500" y="54030"/>
                </a:lnTo>
                <a:lnTo>
                  <a:pt x="769631" y="53920"/>
                </a:lnTo>
                <a:lnTo>
                  <a:pt x="769765" y="53813"/>
                </a:lnTo>
                <a:lnTo>
                  <a:pt x="769901" y="53708"/>
                </a:lnTo>
                <a:lnTo>
                  <a:pt x="770040" y="53606"/>
                </a:lnTo>
                <a:lnTo>
                  <a:pt x="770182" y="53506"/>
                </a:lnTo>
                <a:lnTo>
                  <a:pt x="770327" y="53408"/>
                </a:lnTo>
                <a:lnTo>
                  <a:pt x="770475" y="53313"/>
                </a:lnTo>
                <a:lnTo>
                  <a:pt x="770625" y="53220"/>
                </a:lnTo>
                <a:lnTo>
                  <a:pt x="770778" y="53129"/>
                </a:lnTo>
                <a:lnTo>
                  <a:pt x="770934" y="53041"/>
                </a:lnTo>
                <a:lnTo>
                  <a:pt x="771093" y="52955"/>
                </a:lnTo>
                <a:lnTo>
                  <a:pt x="771253" y="52874"/>
                </a:lnTo>
                <a:lnTo>
                  <a:pt x="771415" y="52796"/>
                </a:lnTo>
                <a:lnTo>
                  <a:pt x="771578" y="52721"/>
                </a:lnTo>
                <a:lnTo>
                  <a:pt x="771744" y="52651"/>
                </a:lnTo>
                <a:lnTo>
                  <a:pt x="771911" y="52584"/>
                </a:lnTo>
                <a:lnTo>
                  <a:pt x="772080" y="52520"/>
                </a:lnTo>
                <a:lnTo>
                  <a:pt x="772251" y="52460"/>
                </a:lnTo>
                <a:lnTo>
                  <a:pt x="772424" y="52404"/>
                </a:lnTo>
                <a:lnTo>
                  <a:pt x="772599" y="52351"/>
                </a:lnTo>
                <a:lnTo>
                  <a:pt x="772775" y="52303"/>
                </a:lnTo>
                <a:lnTo>
                  <a:pt x="772953" y="52257"/>
                </a:lnTo>
                <a:lnTo>
                  <a:pt x="773133" y="52215"/>
                </a:lnTo>
                <a:lnTo>
                  <a:pt x="773315" y="52177"/>
                </a:lnTo>
                <a:lnTo>
                  <a:pt x="773499" y="52143"/>
                </a:lnTo>
                <a:lnTo>
                  <a:pt x="773685" y="52112"/>
                </a:lnTo>
                <a:lnTo>
                  <a:pt x="773872" y="52085"/>
                </a:lnTo>
                <a:lnTo>
                  <a:pt x="774061" y="52061"/>
                </a:lnTo>
                <a:lnTo>
                  <a:pt x="774252" y="52041"/>
                </a:lnTo>
                <a:lnTo>
                  <a:pt x="774445" y="52025"/>
                </a:lnTo>
                <a:lnTo>
                  <a:pt x="774639" y="52012"/>
                </a:lnTo>
                <a:lnTo>
                  <a:pt x="774836" y="52003"/>
                </a:lnTo>
                <a:lnTo>
                  <a:pt x="775034" y="51998"/>
                </a:lnTo>
                <a:lnTo>
                  <a:pt x="775234" y="51996"/>
                </a:lnTo>
                <a:lnTo>
                  <a:pt x="775506" y="51998"/>
                </a:lnTo>
                <a:lnTo>
                  <a:pt x="775774" y="52005"/>
                </a:lnTo>
                <a:lnTo>
                  <a:pt x="776037" y="52016"/>
                </a:lnTo>
                <a:lnTo>
                  <a:pt x="776295" y="52032"/>
                </a:lnTo>
                <a:lnTo>
                  <a:pt x="776549" y="52052"/>
                </a:lnTo>
                <a:lnTo>
                  <a:pt x="776798" y="52076"/>
                </a:lnTo>
                <a:lnTo>
                  <a:pt x="777043" y="52105"/>
                </a:lnTo>
                <a:lnTo>
                  <a:pt x="777283" y="52139"/>
                </a:lnTo>
                <a:lnTo>
                  <a:pt x="777519" y="52177"/>
                </a:lnTo>
                <a:lnTo>
                  <a:pt x="777749" y="52219"/>
                </a:lnTo>
                <a:lnTo>
                  <a:pt x="777976" y="52266"/>
                </a:lnTo>
                <a:lnTo>
                  <a:pt x="778197" y="52317"/>
                </a:lnTo>
                <a:lnTo>
                  <a:pt x="778414" y="52373"/>
                </a:lnTo>
                <a:lnTo>
                  <a:pt x="778627" y="52434"/>
                </a:lnTo>
                <a:lnTo>
                  <a:pt x="778834" y="52498"/>
                </a:lnTo>
                <a:lnTo>
                  <a:pt x="779038" y="52567"/>
                </a:lnTo>
                <a:lnTo>
                  <a:pt x="779236" y="52641"/>
                </a:lnTo>
                <a:lnTo>
                  <a:pt x="779430" y="52719"/>
                </a:lnTo>
                <a:lnTo>
                  <a:pt x="779620" y="52802"/>
                </a:lnTo>
                <a:lnTo>
                  <a:pt x="779805" y="52889"/>
                </a:lnTo>
                <a:lnTo>
                  <a:pt x="779985" y="52980"/>
                </a:lnTo>
                <a:lnTo>
                  <a:pt x="780160" y="53076"/>
                </a:lnTo>
                <a:lnTo>
                  <a:pt x="780331" y="53177"/>
                </a:lnTo>
                <a:lnTo>
                  <a:pt x="780498" y="53282"/>
                </a:lnTo>
                <a:lnTo>
                  <a:pt x="780660" y="53391"/>
                </a:lnTo>
                <a:lnTo>
                  <a:pt x="780818" y="53503"/>
                </a:lnTo>
                <a:lnTo>
                  <a:pt x="780973" y="53619"/>
                </a:lnTo>
                <a:lnTo>
                  <a:pt x="781124" y="53738"/>
                </a:lnTo>
                <a:lnTo>
                  <a:pt x="781271" y="53861"/>
                </a:lnTo>
                <a:lnTo>
                  <a:pt x="781414" y="53988"/>
                </a:lnTo>
                <a:lnTo>
                  <a:pt x="781554" y="54117"/>
                </a:lnTo>
                <a:lnTo>
                  <a:pt x="781690" y="54251"/>
                </a:lnTo>
                <a:lnTo>
                  <a:pt x="781822" y="54387"/>
                </a:lnTo>
                <a:lnTo>
                  <a:pt x="781950" y="54528"/>
                </a:lnTo>
                <a:lnTo>
                  <a:pt x="782075" y="54672"/>
                </a:lnTo>
                <a:lnTo>
                  <a:pt x="782195" y="54819"/>
                </a:lnTo>
                <a:lnTo>
                  <a:pt x="782312" y="54970"/>
                </a:lnTo>
                <a:lnTo>
                  <a:pt x="782426" y="55124"/>
                </a:lnTo>
                <a:lnTo>
                  <a:pt x="782535" y="55282"/>
                </a:lnTo>
                <a:lnTo>
                  <a:pt x="782641" y="55443"/>
                </a:lnTo>
                <a:lnTo>
                  <a:pt x="782743" y="55607"/>
                </a:lnTo>
                <a:lnTo>
                  <a:pt x="782841" y="55776"/>
                </a:lnTo>
                <a:lnTo>
                  <a:pt x="782935" y="55947"/>
                </a:lnTo>
                <a:lnTo>
                  <a:pt x="783026" y="56122"/>
                </a:lnTo>
                <a:lnTo>
                  <a:pt x="783113" y="56301"/>
                </a:lnTo>
                <a:lnTo>
                  <a:pt x="783196" y="56483"/>
                </a:lnTo>
                <a:lnTo>
                  <a:pt x="783275" y="56669"/>
                </a:lnTo>
                <a:lnTo>
                  <a:pt x="783351" y="56858"/>
                </a:lnTo>
                <a:lnTo>
                  <a:pt x="783423" y="57050"/>
                </a:lnTo>
                <a:lnTo>
                  <a:pt x="783492" y="57244"/>
                </a:lnTo>
                <a:lnTo>
                  <a:pt x="783558" y="57440"/>
                </a:lnTo>
                <a:lnTo>
                  <a:pt x="783621" y="57638"/>
                </a:lnTo>
                <a:lnTo>
                  <a:pt x="783681" y="57839"/>
                </a:lnTo>
                <a:lnTo>
                  <a:pt x="783737" y="58041"/>
                </a:lnTo>
                <a:lnTo>
                  <a:pt x="783791" y="58245"/>
                </a:lnTo>
                <a:lnTo>
                  <a:pt x="783842" y="58452"/>
                </a:lnTo>
                <a:lnTo>
                  <a:pt x="783889" y="58661"/>
                </a:lnTo>
                <a:lnTo>
                  <a:pt x="783934" y="58871"/>
                </a:lnTo>
                <a:lnTo>
                  <a:pt x="783975" y="59084"/>
                </a:lnTo>
                <a:lnTo>
                  <a:pt x="784014" y="59299"/>
                </a:lnTo>
                <a:lnTo>
                  <a:pt x="784049" y="59516"/>
                </a:lnTo>
                <a:lnTo>
                  <a:pt x="784081" y="59735"/>
                </a:lnTo>
                <a:lnTo>
                  <a:pt x="784110" y="59956"/>
                </a:lnTo>
                <a:lnTo>
                  <a:pt x="784136" y="60180"/>
                </a:lnTo>
                <a:lnTo>
                  <a:pt x="784159" y="60405"/>
                </a:lnTo>
                <a:lnTo>
                  <a:pt x="784179" y="60633"/>
                </a:lnTo>
                <a:lnTo>
                  <a:pt x="784196" y="60862"/>
                </a:lnTo>
                <a:lnTo>
                  <a:pt x="784210" y="61094"/>
                </a:lnTo>
                <a:lnTo>
                  <a:pt x="784221" y="61328"/>
                </a:lnTo>
                <a:lnTo>
                  <a:pt x="784228" y="61564"/>
                </a:lnTo>
                <a:lnTo>
                  <a:pt x="784233" y="61802"/>
                </a:lnTo>
                <a:lnTo>
                  <a:pt x="784235" y="62042"/>
                </a:lnTo>
                <a:lnTo>
                  <a:pt x="806737" y="62042"/>
                </a:lnTo>
                <a:lnTo>
                  <a:pt x="806730" y="61369"/>
                </a:lnTo>
                <a:lnTo>
                  <a:pt x="806711" y="60703"/>
                </a:lnTo>
                <a:lnTo>
                  <a:pt x="806678" y="60044"/>
                </a:lnTo>
                <a:lnTo>
                  <a:pt x="806632" y="59392"/>
                </a:lnTo>
                <a:lnTo>
                  <a:pt x="806573" y="58747"/>
                </a:lnTo>
                <a:lnTo>
                  <a:pt x="806501" y="58109"/>
                </a:lnTo>
                <a:lnTo>
                  <a:pt x="806415" y="57478"/>
                </a:lnTo>
                <a:lnTo>
                  <a:pt x="806317" y="56854"/>
                </a:lnTo>
                <a:lnTo>
                  <a:pt x="806206" y="56236"/>
                </a:lnTo>
                <a:lnTo>
                  <a:pt x="806081" y="55626"/>
                </a:lnTo>
                <a:lnTo>
                  <a:pt x="805943" y="55023"/>
                </a:lnTo>
                <a:lnTo>
                  <a:pt x="805792" y="54427"/>
                </a:lnTo>
                <a:lnTo>
                  <a:pt x="805629" y="53838"/>
                </a:lnTo>
                <a:lnTo>
                  <a:pt x="805451" y="53256"/>
                </a:lnTo>
                <a:lnTo>
                  <a:pt x="805261" y="52680"/>
                </a:lnTo>
                <a:lnTo>
                  <a:pt x="805058" y="52112"/>
                </a:lnTo>
                <a:lnTo>
                  <a:pt x="804842" y="51551"/>
                </a:lnTo>
                <a:lnTo>
                  <a:pt x="804612" y="50996"/>
                </a:lnTo>
                <a:lnTo>
                  <a:pt x="804369" y="50449"/>
                </a:lnTo>
                <a:lnTo>
                  <a:pt x="804114" y="49909"/>
                </a:lnTo>
                <a:lnTo>
                  <a:pt x="803845" y="49375"/>
                </a:lnTo>
                <a:lnTo>
                  <a:pt x="803563" y="48849"/>
                </a:lnTo>
                <a:lnTo>
                  <a:pt x="803268" y="48329"/>
                </a:lnTo>
                <a:lnTo>
                  <a:pt x="802960" y="47817"/>
                </a:lnTo>
                <a:lnTo>
                  <a:pt x="802639" y="47313"/>
                </a:lnTo>
                <a:lnTo>
                  <a:pt x="802307" y="46818"/>
                </a:lnTo>
                <a:lnTo>
                  <a:pt x="801964" y="46332"/>
                </a:lnTo>
                <a:lnTo>
                  <a:pt x="801610" y="45856"/>
                </a:lnTo>
                <a:lnTo>
                  <a:pt x="801245" y="45389"/>
                </a:lnTo>
                <a:lnTo>
                  <a:pt x="800868" y="44931"/>
                </a:lnTo>
                <a:lnTo>
                  <a:pt x="800479" y="44483"/>
                </a:lnTo>
                <a:lnTo>
                  <a:pt x="800080" y="44044"/>
                </a:lnTo>
                <a:lnTo>
                  <a:pt x="799669" y="43615"/>
                </a:lnTo>
                <a:lnTo>
                  <a:pt x="799247" y="43195"/>
                </a:lnTo>
                <a:lnTo>
                  <a:pt x="798813" y="42784"/>
                </a:lnTo>
                <a:lnTo>
                  <a:pt x="798369" y="42382"/>
                </a:lnTo>
                <a:lnTo>
                  <a:pt x="797913" y="41990"/>
                </a:lnTo>
                <a:lnTo>
                  <a:pt x="797445" y="41607"/>
                </a:lnTo>
                <a:lnTo>
                  <a:pt x="796967" y="41234"/>
                </a:lnTo>
                <a:lnTo>
                  <a:pt x="796477" y="40870"/>
                </a:lnTo>
                <a:lnTo>
                  <a:pt x="795976" y="40515"/>
                </a:lnTo>
                <a:lnTo>
                  <a:pt x="795463" y="40170"/>
                </a:lnTo>
                <a:lnTo>
                  <a:pt x="794939" y="39834"/>
                </a:lnTo>
                <a:lnTo>
                  <a:pt x="794404" y="39507"/>
                </a:lnTo>
                <a:lnTo>
                  <a:pt x="793858" y="39190"/>
                </a:lnTo>
                <a:lnTo>
                  <a:pt x="793300" y="38882"/>
                </a:lnTo>
                <a:lnTo>
                  <a:pt x="792731" y="38583"/>
                </a:lnTo>
                <a:lnTo>
                  <a:pt x="792151" y="38294"/>
                </a:lnTo>
                <a:lnTo>
                  <a:pt x="791560" y="38015"/>
                </a:lnTo>
                <a:lnTo>
                  <a:pt x="790959" y="37748"/>
                </a:lnTo>
                <a:lnTo>
                  <a:pt x="790349" y="37493"/>
                </a:lnTo>
                <a:lnTo>
                  <a:pt x="789730" y="37250"/>
                </a:lnTo>
                <a:lnTo>
                  <a:pt x="789100" y="37019"/>
                </a:lnTo>
                <a:lnTo>
                  <a:pt x="788461" y="36800"/>
                </a:lnTo>
                <a:lnTo>
                  <a:pt x="787813" y="36592"/>
                </a:lnTo>
                <a:lnTo>
                  <a:pt x="787155" y="36396"/>
                </a:lnTo>
                <a:lnTo>
                  <a:pt x="786487" y="36212"/>
                </a:lnTo>
                <a:lnTo>
                  <a:pt x="785809" y="36041"/>
                </a:lnTo>
                <a:lnTo>
                  <a:pt x="785122" y="35880"/>
                </a:lnTo>
                <a:lnTo>
                  <a:pt x="784425" y="35732"/>
                </a:lnTo>
                <a:lnTo>
                  <a:pt x="783719" y="35596"/>
                </a:lnTo>
                <a:lnTo>
                  <a:pt x="783003" y="35471"/>
                </a:lnTo>
                <a:lnTo>
                  <a:pt x="782278" y="35359"/>
                </a:lnTo>
                <a:lnTo>
                  <a:pt x="781542" y="35258"/>
                </a:lnTo>
                <a:lnTo>
                  <a:pt x="780798" y="35169"/>
                </a:lnTo>
                <a:lnTo>
                  <a:pt x="780043" y="35092"/>
                </a:lnTo>
                <a:lnTo>
                  <a:pt x="779279" y="35027"/>
                </a:lnTo>
                <a:lnTo>
                  <a:pt x="778505" y="34973"/>
                </a:lnTo>
                <a:lnTo>
                  <a:pt x="777722" y="34932"/>
                </a:lnTo>
                <a:lnTo>
                  <a:pt x="776929" y="34902"/>
                </a:lnTo>
                <a:lnTo>
                  <a:pt x="776126" y="34884"/>
                </a:lnTo>
                <a:lnTo>
                  <a:pt x="775314" y="34878"/>
                </a:lnTo>
                <a:lnTo>
                  <a:pt x="774734" y="34882"/>
                </a:lnTo>
                <a:lnTo>
                  <a:pt x="774159" y="34893"/>
                </a:lnTo>
                <a:lnTo>
                  <a:pt x="773588" y="34910"/>
                </a:lnTo>
                <a:lnTo>
                  <a:pt x="773023" y="34935"/>
                </a:lnTo>
                <a:lnTo>
                  <a:pt x="772462" y="34967"/>
                </a:lnTo>
                <a:lnTo>
                  <a:pt x="771906" y="35006"/>
                </a:lnTo>
                <a:lnTo>
                  <a:pt x="771355" y="35053"/>
                </a:lnTo>
                <a:lnTo>
                  <a:pt x="770809" y="35106"/>
                </a:lnTo>
                <a:lnTo>
                  <a:pt x="770268" y="35166"/>
                </a:lnTo>
                <a:lnTo>
                  <a:pt x="769732" y="35234"/>
                </a:lnTo>
                <a:lnTo>
                  <a:pt x="769200" y="35309"/>
                </a:lnTo>
                <a:lnTo>
                  <a:pt x="768674" y="35391"/>
                </a:lnTo>
                <a:lnTo>
                  <a:pt x="768152" y="35480"/>
                </a:lnTo>
                <a:lnTo>
                  <a:pt x="767636" y="35576"/>
                </a:lnTo>
                <a:lnTo>
                  <a:pt x="767124" y="35679"/>
                </a:lnTo>
                <a:lnTo>
                  <a:pt x="766617" y="35789"/>
                </a:lnTo>
                <a:lnTo>
                  <a:pt x="766115" y="35906"/>
                </a:lnTo>
                <a:lnTo>
                  <a:pt x="765618" y="36031"/>
                </a:lnTo>
                <a:lnTo>
                  <a:pt x="765125" y="36163"/>
                </a:lnTo>
                <a:lnTo>
                  <a:pt x="764638" y="36301"/>
                </a:lnTo>
                <a:lnTo>
                  <a:pt x="764155" y="36447"/>
                </a:lnTo>
                <a:lnTo>
                  <a:pt x="763678" y="36600"/>
                </a:lnTo>
                <a:lnTo>
                  <a:pt x="763205" y="36760"/>
                </a:lnTo>
                <a:lnTo>
                  <a:pt x="762737" y="36928"/>
                </a:lnTo>
                <a:lnTo>
                  <a:pt x="762275" y="37101"/>
                </a:lnTo>
                <a:lnTo>
                  <a:pt x="761818" y="37280"/>
                </a:lnTo>
                <a:lnTo>
                  <a:pt x="761368" y="37464"/>
                </a:lnTo>
                <a:lnTo>
                  <a:pt x="760923" y="37653"/>
                </a:lnTo>
                <a:lnTo>
                  <a:pt x="760485" y="37848"/>
                </a:lnTo>
                <a:lnTo>
                  <a:pt x="760052" y="38048"/>
                </a:lnTo>
                <a:lnTo>
                  <a:pt x="759626" y="38253"/>
                </a:lnTo>
                <a:lnTo>
                  <a:pt x="759205" y="38463"/>
                </a:lnTo>
                <a:lnTo>
                  <a:pt x="758791" y="38679"/>
                </a:lnTo>
                <a:lnTo>
                  <a:pt x="758383" y="38900"/>
                </a:lnTo>
                <a:lnTo>
                  <a:pt x="757980" y="39127"/>
                </a:lnTo>
                <a:lnTo>
                  <a:pt x="757584" y="39359"/>
                </a:lnTo>
                <a:lnTo>
                  <a:pt x="757193" y="39596"/>
                </a:lnTo>
                <a:lnTo>
                  <a:pt x="756809" y="39838"/>
                </a:lnTo>
                <a:lnTo>
                  <a:pt x="756430" y="40086"/>
                </a:lnTo>
                <a:lnTo>
                  <a:pt x="756058" y="40339"/>
                </a:lnTo>
                <a:lnTo>
                  <a:pt x="755691" y="40597"/>
                </a:lnTo>
                <a:lnTo>
                  <a:pt x="755331" y="40860"/>
                </a:lnTo>
                <a:lnTo>
                  <a:pt x="754976" y="41129"/>
                </a:lnTo>
                <a:lnTo>
                  <a:pt x="754628" y="41403"/>
                </a:lnTo>
                <a:lnTo>
                  <a:pt x="754286" y="41683"/>
                </a:lnTo>
                <a:lnTo>
                  <a:pt x="753949" y="41968"/>
                </a:lnTo>
                <a:lnTo>
                  <a:pt x="753619" y="42258"/>
                </a:lnTo>
                <a:lnTo>
                  <a:pt x="753294" y="42553"/>
                </a:lnTo>
                <a:lnTo>
                  <a:pt x="752976" y="42853"/>
                </a:lnTo>
                <a:lnTo>
                  <a:pt x="752664" y="43157"/>
                </a:lnTo>
                <a:lnTo>
                  <a:pt x="752358" y="43465"/>
                </a:lnTo>
                <a:lnTo>
                  <a:pt x="752059" y="43776"/>
                </a:lnTo>
                <a:lnTo>
                  <a:pt x="751765" y="44092"/>
                </a:lnTo>
                <a:lnTo>
                  <a:pt x="751478" y="44412"/>
                </a:lnTo>
                <a:lnTo>
                  <a:pt x="751198" y="44735"/>
                </a:lnTo>
                <a:lnTo>
                  <a:pt x="750923" y="45062"/>
                </a:lnTo>
                <a:lnTo>
                  <a:pt x="750655" y="45394"/>
                </a:lnTo>
                <a:lnTo>
                  <a:pt x="750394" y="45729"/>
                </a:lnTo>
                <a:lnTo>
                  <a:pt x="750138" y="46068"/>
                </a:lnTo>
                <a:lnTo>
                  <a:pt x="749889" y="46411"/>
                </a:lnTo>
                <a:lnTo>
                  <a:pt x="749646" y="46757"/>
                </a:lnTo>
                <a:lnTo>
                  <a:pt x="749409" y="47108"/>
                </a:lnTo>
                <a:lnTo>
                  <a:pt x="749179" y="47463"/>
                </a:lnTo>
                <a:lnTo>
                  <a:pt x="748955" y="47821"/>
                </a:lnTo>
                <a:lnTo>
                  <a:pt x="748737" y="48184"/>
                </a:lnTo>
                <a:lnTo>
                  <a:pt x="748525" y="48550"/>
                </a:lnTo>
                <a:lnTo>
                  <a:pt x="748320" y="48921"/>
                </a:lnTo>
                <a:lnTo>
                  <a:pt x="748121" y="49295"/>
                </a:lnTo>
                <a:lnTo>
                  <a:pt x="747928" y="49673"/>
                </a:lnTo>
                <a:lnTo>
                  <a:pt x="747741" y="50055"/>
                </a:lnTo>
                <a:lnTo>
                  <a:pt x="747561" y="50441"/>
                </a:lnTo>
                <a:lnTo>
                  <a:pt x="747387" y="50831"/>
                </a:lnTo>
                <a:lnTo>
                  <a:pt x="747220" y="51224"/>
                </a:lnTo>
                <a:lnTo>
                  <a:pt x="747060" y="51620"/>
                </a:lnTo>
                <a:lnTo>
                  <a:pt x="746907" y="52019"/>
                </a:lnTo>
                <a:lnTo>
                  <a:pt x="746761" y="52421"/>
                </a:lnTo>
                <a:lnTo>
                  <a:pt x="746622" y="52826"/>
                </a:lnTo>
                <a:lnTo>
                  <a:pt x="746491" y="53234"/>
                </a:lnTo>
                <a:lnTo>
                  <a:pt x="746366" y="53645"/>
                </a:lnTo>
                <a:lnTo>
                  <a:pt x="746249" y="54059"/>
                </a:lnTo>
                <a:lnTo>
                  <a:pt x="746139" y="54475"/>
                </a:lnTo>
                <a:lnTo>
                  <a:pt x="746035" y="54895"/>
                </a:lnTo>
                <a:lnTo>
                  <a:pt x="745939" y="55318"/>
                </a:lnTo>
                <a:lnTo>
                  <a:pt x="745850" y="55743"/>
                </a:lnTo>
                <a:lnTo>
                  <a:pt x="745769" y="56171"/>
                </a:lnTo>
                <a:lnTo>
                  <a:pt x="745694" y="56603"/>
                </a:lnTo>
                <a:lnTo>
                  <a:pt x="745626" y="57037"/>
                </a:lnTo>
                <a:lnTo>
                  <a:pt x="745566" y="57474"/>
                </a:lnTo>
                <a:lnTo>
                  <a:pt x="745512" y="57914"/>
                </a:lnTo>
                <a:lnTo>
                  <a:pt x="745466" y="58357"/>
                </a:lnTo>
                <a:lnTo>
                  <a:pt x="745427" y="58803"/>
                </a:lnTo>
                <a:lnTo>
                  <a:pt x="745395" y="59252"/>
                </a:lnTo>
                <a:lnTo>
                  <a:pt x="745370" y="59704"/>
                </a:lnTo>
                <a:lnTo>
                  <a:pt x="745352" y="60159"/>
                </a:lnTo>
                <a:lnTo>
                  <a:pt x="745342" y="60617"/>
                </a:lnTo>
                <a:lnTo>
                  <a:pt x="745338" y="61077"/>
                </a:lnTo>
                <a:lnTo>
                  <a:pt x="745341" y="61504"/>
                </a:lnTo>
                <a:lnTo>
                  <a:pt x="745349" y="61927"/>
                </a:lnTo>
                <a:lnTo>
                  <a:pt x="745363" y="62345"/>
                </a:lnTo>
                <a:lnTo>
                  <a:pt x="745383" y="62760"/>
                </a:lnTo>
                <a:lnTo>
                  <a:pt x="745408" y="63171"/>
                </a:lnTo>
                <a:lnTo>
                  <a:pt x="745439" y="63579"/>
                </a:lnTo>
                <a:lnTo>
                  <a:pt x="745475" y="63982"/>
                </a:lnTo>
                <a:lnTo>
                  <a:pt x="745517" y="64381"/>
                </a:lnTo>
                <a:lnTo>
                  <a:pt x="745564" y="64776"/>
                </a:lnTo>
                <a:lnTo>
                  <a:pt x="745617" y="65168"/>
                </a:lnTo>
                <a:lnTo>
                  <a:pt x="745676" y="65556"/>
                </a:lnTo>
                <a:lnTo>
                  <a:pt x="745740" y="65939"/>
                </a:lnTo>
                <a:lnTo>
                  <a:pt x="745810" y="66319"/>
                </a:lnTo>
                <a:lnTo>
                  <a:pt x="745885" y="66695"/>
                </a:lnTo>
                <a:lnTo>
                  <a:pt x="745966" y="67067"/>
                </a:lnTo>
                <a:lnTo>
                  <a:pt x="746052" y="67435"/>
                </a:lnTo>
                <a:lnTo>
                  <a:pt x="746145" y="67799"/>
                </a:lnTo>
                <a:lnTo>
                  <a:pt x="746242" y="68159"/>
                </a:lnTo>
                <a:lnTo>
                  <a:pt x="746345" y="68516"/>
                </a:lnTo>
                <a:lnTo>
                  <a:pt x="746454" y="68868"/>
                </a:lnTo>
                <a:lnTo>
                  <a:pt x="746569" y="69217"/>
                </a:lnTo>
                <a:lnTo>
                  <a:pt x="746689" y="69561"/>
                </a:lnTo>
                <a:lnTo>
                  <a:pt x="746814" y="69902"/>
                </a:lnTo>
                <a:lnTo>
                  <a:pt x="746945" y="70239"/>
                </a:lnTo>
                <a:lnTo>
                  <a:pt x="747082" y="70572"/>
                </a:lnTo>
                <a:lnTo>
                  <a:pt x="747224" y="70902"/>
                </a:lnTo>
                <a:lnTo>
                  <a:pt x="747372" y="71230"/>
                </a:lnTo>
                <a:lnTo>
                  <a:pt x="747525" y="71554"/>
                </a:lnTo>
                <a:lnTo>
                  <a:pt x="747683" y="71875"/>
                </a:lnTo>
                <a:lnTo>
                  <a:pt x="747847" y="72193"/>
                </a:lnTo>
                <a:lnTo>
                  <a:pt x="748016" y="72508"/>
                </a:lnTo>
                <a:lnTo>
                  <a:pt x="748191" y="72819"/>
                </a:lnTo>
                <a:lnTo>
                  <a:pt x="748371" y="73128"/>
                </a:lnTo>
                <a:lnTo>
                  <a:pt x="748557" y="73434"/>
                </a:lnTo>
                <a:lnTo>
                  <a:pt x="748748" y="73736"/>
                </a:lnTo>
                <a:lnTo>
                  <a:pt x="748944" y="74036"/>
                </a:lnTo>
                <a:lnTo>
                  <a:pt x="749146" y="74332"/>
                </a:lnTo>
                <a:lnTo>
                  <a:pt x="749354" y="74626"/>
                </a:lnTo>
                <a:lnTo>
                  <a:pt x="749567" y="74916"/>
                </a:lnTo>
                <a:lnTo>
                  <a:pt x="749785" y="75204"/>
                </a:lnTo>
                <a:lnTo>
                  <a:pt x="750009" y="75488"/>
                </a:lnTo>
                <a:lnTo>
                  <a:pt x="750238" y="75769"/>
                </a:lnTo>
                <a:lnTo>
                  <a:pt x="750472" y="76047"/>
                </a:lnTo>
                <a:lnTo>
                  <a:pt x="750712" y="76322"/>
                </a:lnTo>
                <a:lnTo>
                  <a:pt x="750958" y="76594"/>
                </a:lnTo>
                <a:lnTo>
                  <a:pt x="751209" y="76863"/>
                </a:lnTo>
                <a:lnTo>
                  <a:pt x="751465" y="77129"/>
                </a:lnTo>
                <a:lnTo>
                  <a:pt x="751727" y="77391"/>
                </a:lnTo>
                <a:lnTo>
                  <a:pt x="751994" y="77651"/>
                </a:lnTo>
                <a:lnTo>
                  <a:pt x="752266" y="77910"/>
                </a:lnTo>
                <a:lnTo>
                  <a:pt x="752543" y="78166"/>
                </a:lnTo>
                <a:lnTo>
                  <a:pt x="752824" y="78420"/>
                </a:lnTo>
                <a:lnTo>
                  <a:pt x="753111" y="78673"/>
                </a:lnTo>
                <a:lnTo>
                  <a:pt x="753402" y="78923"/>
                </a:lnTo>
                <a:lnTo>
                  <a:pt x="753698" y="79172"/>
                </a:lnTo>
                <a:lnTo>
                  <a:pt x="754000" y="79418"/>
                </a:lnTo>
                <a:lnTo>
                  <a:pt x="754306" y="79663"/>
                </a:lnTo>
                <a:lnTo>
                  <a:pt x="754617" y="79905"/>
                </a:lnTo>
                <a:lnTo>
                  <a:pt x="754932" y="80146"/>
                </a:lnTo>
                <a:lnTo>
                  <a:pt x="755253" y="80385"/>
                </a:lnTo>
                <a:lnTo>
                  <a:pt x="755579" y="80622"/>
                </a:lnTo>
                <a:lnTo>
                  <a:pt x="755909" y="80856"/>
                </a:lnTo>
                <a:lnTo>
                  <a:pt x="756244" y="81089"/>
                </a:lnTo>
                <a:lnTo>
                  <a:pt x="756585" y="81320"/>
                </a:lnTo>
                <a:lnTo>
                  <a:pt x="756930" y="81549"/>
                </a:lnTo>
                <a:lnTo>
                  <a:pt x="757280" y="81776"/>
                </a:lnTo>
                <a:lnTo>
                  <a:pt x="757635" y="82001"/>
                </a:lnTo>
                <a:lnTo>
                  <a:pt x="757994" y="82224"/>
                </a:lnTo>
                <a:lnTo>
                  <a:pt x="758359" y="82445"/>
                </a:lnTo>
                <a:lnTo>
                  <a:pt x="758729" y="82665"/>
                </a:lnTo>
                <a:lnTo>
                  <a:pt x="759103" y="82882"/>
                </a:lnTo>
                <a:lnTo>
                  <a:pt x="759482" y="83097"/>
                </a:lnTo>
                <a:lnTo>
                  <a:pt x="759866" y="83311"/>
                </a:lnTo>
                <a:lnTo>
                  <a:pt x="760255" y="83525"/>
                </a:lnTo>
                <a:lnTo>
                  <a:pt x="760649" y="83738"/>
                </a:lnTo>
                <a:lnTo>
                  <a:pt x="761047" y="83950"/>
                </a:lnTo>
                <a:lnTo>
                  <a:pt x="761450" y="84162"/>
                </a:lnTo>
                <a:lnTo>
                  <a:pt x="761858" y="84373"/>
                </a:lnTo>
                <a:lnTo>
                  <a:pt x="762271" y="84584"/>
                </a:lnTo>
                <a:lnTo>
                  <a:pt x="762688" y="84794"/>
                </a:lnTo>
                <a:lnTo>
                  <a:pt x="763110" y="85003"/>
                </a:lnTo>
                <a:lnTo>
                  <a:pt x="763537" y="85212"/>
                </a:lnTo>
                <a:lnTo>
                  <a:pt x="763968" y="85421"/>
                </a:lnTo>
                <a:lnTo>
                  <a:pt x="764405" y="85629"/>
                </a:lnTo>
                <a:lnTo>
                  <a:pt x="764846" y="85836"/>
                </a:lnTo>
                <a:lnTo>
                  <a:pt x="765291" y="86043"/>
                </a:lnTo>
                <a:lnTo>
                  <a:pt x="765742" y="86249"/>
                </a:lnTo>
                <a:lnTo>
                  <a:pt x="766197" y="86455"/>
                </a:lnTo>
                <a:lnTo>
                  <a:pt x="766657" y="86660"/>
                </a:lnTo>
                <a:lnTo>
                  <a:pt x="767122" y="86864"/>
                </a:lnTo>
                <a:lnTo>
                  <a:pt x="767591" y="87068"/>
                </a:lnTo>
                <a:lnTo>
                  <a:pt x="768066" y="87272"/>
                </a:lnTo>
                <a:lnTo>
                  <a:pt x="768545" y="87474"/>
                </a:lnTo>
                <a:lnTo>
                  <a:pt x="769028" y="87677"/>
                </a:lnTo>
                <a:lnTo>
                  <a:pt x="769517" y="87879"/>
                </a:lnTo>
                <a:lnTo>
                  <a:pt x="770010" y="88080"/>
                </a:lnTo>
                <a:lnTo>
                  <a:pt x="770462" y="88273"/>
                </a:lnTo>
                <a:lnTo>
                  <a:pt x="770906" y="88465"/>
                </a:lnTo>
                <a:lnTo>
                  <a:pt x="771342" y="88655"/>
                </a:lnTo>
                <a:lnTo>
                  <a:pt x="771771" y="88844"/>
                </a:lnTo>
                <a:lnTo>
                  <a:pt x="772193" y="89032"/>
                </a:lnTo>
                <a:lnTo>
                  <a:pt x="772607" y="89217"/>
                </a:lnTo>
                <a:lnTo>
                  <a:pt x="773013" y="89402"/>
                </a:lnTo>
                <a:lnTo>
                  <a:pt x="773412" y="89584"/>
                </a:lnTo>
                <a:lnTo>
                  <a:pt x="773804" y="89766"/>
                </a:lnTo>
                <a:lnTo>
                  <a:pt x="774187" y="89945"/>
                </a:lnTo>
                <a:lnTo>
                  <a:pt x="774564" y="90123"/>
                </a:lnTo>
                <a:lnTo>
                  <a:pt x="774932" y="90300"/>
                </a:lnTo>
                <a:lnTo>
                  <a:pt x="775294" y="90475"/>
                </a:lnTo>
                <a:lnTo>
                  <a:pt x="775647" y="90648"/>
                </a:lnTo>
                <a:lnTo>
                  <a:pt x="775993" y="90820"/>
                </a:lnTo>
                <a:lnTo>
                  <a:pt x="776332" y="90991"/>
                </a:lnTo>
                <a:lnTo>
                  <a:pt x="776663" y="91160"/>
                </a:lnTo>
                <a:lnTo>
                  <a:pt x="776987" y="91327"/>
                </a:lnTo>
                <a:lnTo>
                  <a:pt x="777303" y="91493"/>
                </a:lnTo>
                <a:lnTo>
                  <a:pt x="777611" y="91657"/>
                </a:lnTo>
                <a:lnTo>
                  <a:pt x="777912" y="91820"/>
                </a:lnTo>
                <a:lnTo>
                  <a:pt x="778206" y="91981"/>
                </a:lnTo>
                <a:lnTo>
                  <a:pt x="778491" y="92141"/>
                </a:lnTo>
                <a:lnTo>
                  <a:pt x="778770" y="92299"/>
                </a:lnTo>
                <a:lnTo>
                  <a:pt x="779041" y="92456"/>
                </a:lnTo>
                <a:lnTo>
                  <a:pt x="779307" y="92613"/>
                </a:lnTo>
                <a:lnTo>
                  <a:pt x="779566" y="92769"/>
                </a:lnTo>
                <a:lnTo>
                  <a:pt x="779819" y="92925"/>
                </a:lnTo>
                <a:lnTo>
                  <a:pt x="780066" y="93081"/>
                </a:lnTo>
                <a:lnTo>
                  <a:pt x="780307" y="93236"/>
                </a:lnTo>
                <a:lnTo>
                  <a:pt x="780541" y="93390"/>
                </a:lnTo>
                <a:lnTo>
                  <a:pt x="780770" y="93545"/>
                </a:lnTo>
                <a:lnTo>
                  <a:pt x="780992" y="93698"/>
                </a:lnTo>
                <a:lnTo>
                  <a:pt x="781209" y="93852"/>
                </a:lnTo>
                <a:lnTo>
                  <a:pt x="781419" y="94005"/>
                </a:lnTo>
                <a:lnTo>
                  <a:pt x="781623" y="94157"/>
                </a:lnTo>
                <a:lnTo>
                  <a:pt x="781821" y="94309"/>
                </a:lnTo>
                <a:lnTo>
                  <a:pt x="782012" y="94461"/>
                </a:lnTo>
                <a:lnTo>
                  <a:pt x="782198" y="94613"/>
                </a:lnTo>
                <a:lnTo>
                  <a:pt x="782377" y="94763"/>
                </a:lnTo>
                <a:lnTo>
                  <a:pt x="782551" y="94914"/>
                </a:lnTo>
                <a:lnTo>
                  <a:pt x="782718" y="95064"/>
                </a:lnTo>
                <a:lnTo>
                  <a:pt x="782879" y="95214"/>
                </a:lnTo>
                <a:lnTo>
                  <a:pt x="783034" y="95363"/>
                </a:lnTo>
                <a:lnTo>
                  <a:pt x="783182" y="95512"/>
                </a:lnTo>
                <a:lnTo>
                  <a:pt x="783325" y="95660"/>
                </a:lnTo>
                <a:lnTo>
                  <a:pt x="783461" y="95808"/>
                </a:lnTo>
                <a:lnTo>
                  <a:pt x="783592" y="95955"/>
                </a:lnTo>
                <a:lnTo>
                  <a:pt x="783716" y="96104"/>
                </a:lnTo>
                <a:lnTo>
                  <a:pt x="783836" y="96254"/>
                </a:lnTo>
                <a:lnTo>
                  <a:pt x="783950" y="96405"/>
                </a:lnTo>
                <a:lnTo>
                  <a:pt x="784058" y="96558"/>
                </a:lnTo>
                <a:lnTo>
                  <a:pt x="784162" y="96713"/>
                </a:lnTo>
                <a:lnTo>
                  <a:pt x="784260" y="96870"/>
                </a:lnTo>
                <a:lnTo>
                  <a:pt x="784353" y="97028"/>
                </a:lnTo>
                <a:lnTo>
                  <a:pt x="784440" y="97188"/>
                </a:lnTo>
                <a:lnTo>
                  <a:pt x="784522" y="97349"/>
                </a:lnTo>
                <a:lnTo>
                  <a:pt x="784599" y="97513"/>
                </a:lnTo>
                <a:lnTo>
                  <a:pt x="784671" y="97677"/>
                </a:lnTo>
                <a:lnTo>
                  <a:pt x="784737" y="97844"/>
                </a:lnTo>
                <a:lnTo>
                  <a:pt x="784798" y="98012"/>
                </a:lnTo>
                <a:lnTo>
                  <a:pt x="784854" y="98182"/>
                </a:lnTo>
                <a:lnTo>
                  <a:pt x="784904" y="98354"/>
                </a:lnTo>
                <a:lnTo>
                  <a:pt x="784949" y="98527"/>
                </a:lnTo>
                <a:lnTo>
                  <a:pt x="784989" y="98702"/>
                </a:lnTo>
                <a:lnTo>
                  <a:pt x="785023" y="98879"/>
                </a:lnTo>
                <a:lnTo>
                  <a:pt x="785052" y="99057"/>
                </a:lnTo>
                <a:lnTo>
                  <a:pt x="785076" y="99237"/>
                </a:lnTo>
                <a:lnTo>
                  <a:pt x="785095" y="99419"/>
                </a:lnTo>
                <a:lnTo>
                  <a:pt x="785108" y="99602"/>
                </a:lnTo>
                <a:lnTo>
                  <a:pt x="785116" y="99787"/>
                </a:lnTo>
                <a:lnTo>
                  <a:pt x="785119" y="99974"/>
                </a:lnTo>
                <a:lnTo>
                  <a:pt x="785117" y="100174"/>
                </a:lnTo>
                <a:lnTo>
                  <a:pt x="785111" y="100371"/>
                </a:lnTo>
                <a:lnTo>
                  <a:pt x="785102" y="100567"/>
                </a:lnTo>
                <a:lnTo>
                  <a:pt x="785090" y="100761"/>
                </a:lnTo>
                <a:lnTo>
                  <a:pt x="785073" y="100952"/>
                </a:lnTo>
                <a:close/>
                <a:moveTo>
                  <a:pt x="818801" y="87058"/>
                </a:moveTo>
                <a:lnTo>
                  <a:pt x="818848" y="87859"/>
                </a:lnTo>
                <a:lnTo>
                  <a:pt x="818903" y="88652"/>
                </a:lnTo>
                <a:lnTo>
                  <a:pt x="818967" y="89437"/>
                </a:lnTo>
                <a:lnTo>
                  <a:pt x="819039" y="90214"/>
                </a:lnTo>
                <a:lnTo>
                  <a:pt x="819120" y="90984"/>
                </a:lnTo>
                <a:lnTo>
                  <a:pt x="819210" y="91746"/>
                </a:lnTo>
                <a:lnTo>
                  <a:pt x="819307" y="92500"/>
                </a:lnTo>
                <a:lnTo>
                  <a:pt x="819414" y="93246"/>
                </a:lnTo>
                <a:lnTo>
                  <a:pt x="819529" y="93984"/>
                </a:lnTo>
                <a:lnTo>
                  <a:pt x="819652" y="94715"/>
                </a:lnTo>
                <a:lnTo>
                  <a:pt x="819784" y="95438"/>
                </a:lnTo>
                <a:lnTo>
                  <a:pt x="819924" y="96152"/>
                </a:lnTo>
                <a:lnTo>
                  <a:pt x="820073" y="96860"/>
                </a:lnTo>
                <a:lnTo>
                  <a:pt x="820231" y="97559"/>
                </a:lnTo>
                <a:lnTo>
                  <a:pt x="820397" y="98250"/>
                </a:lnTo>
                <a:lnTo>
                  <a:pt x="820571" y="98934"/>
                </a:lnTo>
                <a:lnTo>
                  <a:pt x="820754" y="99610"/>
                </a:lnTo>
                <a:lnTo>
                  <a:pt x="820946" y="100278"/>
                </a:lnTo>
                <a:lnTo>
                  <a:pt x="821146" y="100938"/>
                </a:lnTo>
                <a:lnTo>
                  <a:pt x="821354" y="101590"/>
                </a:lnTo>
                <a:lnTo>
                  <a:pt x="821570" y="102233"/>
                </a:lnTo>
                <a:lnTo>
                  <a:pt x="821793" y="102868"/>
                </a:lnTo>
                <a:lnTo>
                  <a:pt x="822024" y="103494"/>
                </a:lnTo>
                <a:lnTo>
                  <a:pt x="822263" y="104112"/>
                </a:lnTo>
                <a:lnTo>
                  <a:pt x="822509" y="104720"/>
                </a:lnTo>
                <a:lnTo>
                  <a:pt x="822764" y="105320"/>
                </a:lnTo>
                <a:lnTo>
                  <a:pt x="823025" y="105912"/>
                </a:lnTo>
                <a:lnTo>
                  <a:pt x="823295" y="106495"/>
                </a:lnTo>
                <a:lnTo>
                  <a:pt x="823572" y="107069"/>
                </a:lnTo>
                <a:lnTo>
                  <a:pt x="823857" y="107634"/>
                </a:lnTo>
                <a:lnTo>
                  <a:pt x="824149" y="108191"/>
                </a:lnTo>
                <a:lnTo>
                  <a:pt x="824450" y="108739"/>
                </a:lnTo>
                <a:lnTo>
                  <a:pt x="824757" y="109279"/>
                </a:lnTo>
                <a:lnTo>
                  <a:pt x="825073" y="109810"/>
                </a:lnTo>
                <a:lnTo>
                  <a:pt x="825396" y="110332"/>
                </a:lnTo>
                <a:lnTo>
                  <a:pt x="825727" y="110845"/>
                </a:lnTo>
                <a:lnTo>
                  <a:pt x="826066" y="111350"/>
                </a:lnTo>
                <a:lnTo>
                  <a:pt x="826412" y="111847"/>
                </a:lnTo>
                <a:lnTo>
                  <a:pt x="826766" y="112334"/>
                </a:lnTo>
                <a:lnTo>
                  <a:pt x="827127" y="112813"/>
                </a:lnTo>
                <a:lnTo>
                  <a:pt x="827497" y="113284"/>
                </a:lnTo>
                <a:lnTo>
                  <a:pt x="827873" y="113745"/>
                </a:lnTo>
                <a:lnTo>
                  <a:pt x="828258" y="114198"/>
                </a:lnTo>
                <a:lnTo>
                  <a:pt x="828650" y="114642"/>
                </a:lnTo>
                <a:lnTo>
                  <a:pt x="829047" y="115077"/>
                </a:lnTo>
                <a:lnTo>
                  <a:pt x="829452" y="115503"/>
                </a:lnTo>
                <a:lnTo>
                  <a:pt x="829862" y="115919"/>
                </a:lnTo>
                <a:lnTo>
                  <a:pt x="830279" y="116327"/>
                </a:lnTo>
                <a:lnTo>
                  <a:pt x="830702" y="116725"/>
                </a:lnTo>
                <a:lnTo>
                  <a:pt x="831131" y="117114"/>
                </a:lnTo>
                <a:lnTo>
                  <a:pt x="831566" y="117493"/>
                </a:lnTo>
                <a:lnTo>
                  <a:pt x="832008" y="117864"/>
                </a:lnTo>
                <a:lnTo>
                  <a:pt x="832456" y="118225"/>
                </a:lnTo>
                <a:lnTo>
                  <a:pt x="832911" y="118577"/>
                </a:lnTo>
                <a:lnTo>
                  <a:pt x="833371" y="118920"/>
                </a:lnTo>
                <a:lnTo>
                  <a:pt x="833838" y="119253"/>
                </a:lnTo>
                <a:lnTo>
                  <a:pt x="834311" y="119578"/>
                </a:lnTo>
                <a:lnTo>
                  <a:pt x="834791" y="119893"/>
                </a:lnTo>
                <a:lnTo>
                  <a:pt x="835277" y="120199"/>
                </a:lnTo>
                <a:lnTo>
                  <a:pt x="835769" y="120496"/>
                </a:lnTo>
                <a:lnTo>
                  <a:pt x="836267" y="120783"/>
                </a:lnTo>
                <a:lnTo>
                  <a:pt x="836771" y="121062"/>
                </a:lnTo>
                <a:lnTo>
                  <a:pt x="837282" y="121331"/>
                </a:lnTo>
                <a:lnTo>
                  <a:pt x="837799" y="121591"/>
                </a:lnTo>
                <a:lnTo>
                  <a:pt x="838323" y="121841"/>
                </a:lnTo>
                <a:lnTo>
                  <a:pt x="838853" y="122083"/>
                </a:lnTo>
                <a:lnTo>
                  <a:pt x="839389" y="122315"/>
                </a:lnTo>
                <a:lnTo>
                  <a:pt x="839930" y="122538"/>
                </a:lnTo>
                <a:lnTo>
                  <a:pt x="840478" y="122752"/>
                </a:lnTo>
                <a:lnTo>
                  <a:pt x="841030" y="122956"/>
                </a:lnTo>
                <a:lnTo>
                  <a:pt x="841589" y="123150"/>
                </a:lnTo>
                <a:lnTo>
                  <a:pt x="842152" y="123335"/>
                </a:lnTo>
                <a:lnTo>
                  <a:pt x="842721" y="123511"/>
                </a:lnTo>
                <a:lnTo>
                  <a:pt x="843296" y="123677"/>
                </a:lnTo>
                <a:lnTo>
                  <a:pt x="843876" y="123833"/>
                </a:lnTo>
                <a:lnTo>
                  <a:pt x="844461" y="123980"/>
                </a:lnTo>
                <a:lnTo>
                  <a:pt x="845052" y="124118"/>
                </a:lnTo>
                <a:lnTo>
                  <a:pt x="845648" y="124246"/>
                </a:lnTo>
                <a:lnTo>
                  <a:pt x="846250" y="124364"/>
                </a:lnTo>
                <a:lnTo>
                  <a:pt x="846857" y="124474"/>
                </a:lnTo>
                <a:lnTo>
                  <a:pt x="847469" y="124573"/>
                </a:lnTo>
                <a:lnTo>
                  <a:pt x="848087" y="124663"/>
                </a:lnTo>
                <a:lnTo>
                  <a:pt x="848711" y="124744"/>
                </a:lnTo>
                <a:lnTo>
                  <a:pt x="849340" y="124815"/>
                </a:lnTo>
                <a:lnTo>
                  <a:pt x="849974" y="124877"/>
                </a:lnTo>
                <a:lnTo>
                  <a:pt x="850614" y="124929"/>
                </a:lnTo>
                <a:lnTo>
                  <a:pt x="851259" y="124972"/>
                </a:lnTo>
                <a:lnTo>
                  <a:pt x="851910" y="125005"/>
                </a:lnTo>
                <a:lnTo>
                  <a:pt x="852566" y="125029"/>
                </a:lnTo>
                <a:lnTo>
                  <a:pt x="853227" y="125043"/>
                </a:lnTo>
                <a:lnTo>
                  <a:pt x="853894" y="125048"/>
                </a:lnTo>
                <a:lnTo>
                  <a:pt x="854561" y="125043"/>
                </a:lnTo>
                <a:lnTo>
                  <a:pt x="855223" y="125029"/>
                </a:lnTo>
                <a:lnTo>
                  <a:pt x="855878" y="125005"/>
                </a:lnTo>
                <a:lnTo>
                  <a:pt x="856529" y="124972"/>
                </a:lnTo>
                <a:lnTo>
                  <a:pt x="857173" y="124929"/>
                </a:lnTo>
                <a:lnTo>
                  <a:pt x="857812" y="124877"/>
                </a:lnTo>
                <a:lnTo>
                  <a:pt x="858446" y="124815"/>
                </a:lnTo>
                <a:lnTo>
                  <a:pt x="859073" y="124744"/>
                </a:lnTo>
                <a:lnTo>
                  <a:pt x="859696" y="124663"/>
                </a:lnTo>
                <a:lnTo>
                  <a:pt x="860312" y="124573"/>
                </a:lnTo>
                <a:lnTo>
                  <a:pt x="860924" y="124474"/>
                </a:lnTo>
                <a:lnTo>
                  <a:pt x="861529" y="124364"/>
                </a:lnTo>
                <a:lnTo>
                  <a:pt x="862129" y="124246"/>
                </a:lnTo>
                <a:lnTo>
                  <a:pt x="862723" y="124118"/>
                </a:lnTo>
                <a:lnTo>
                  <a:pt x="863312" y="123980"/>
                </a:lnTo>
                <a:lnTo>
                  <a:pt x="863895" y="123833"/>
                </a:lnTo>
                <a:lnTo>
                  <a:pt x="864473" y="123677"/>
                </a:lnTo>
                <a:lnTo>
                  <a:pt x="865045" y="123511"/>
                </a:lnTo>
                <a:lnTo>
                  <a:pt x="865611" y="123335"/>
                </a:lnTo>
                <a:lnTo>
                  <a:pt x="866172" y="123150"/>
                </a:lnTo>
                <a:lnTo>
                  <a:pt x="866728" y="122956"/>
                </a:lnTo>
                <a:lnTo>
                  <a:pt x="867277" y="122752"/>
                </a:lnTo>
                <a:lnTo>
                  <a:pt x="867822" y="122538"/>
                </a:lnTo>
                <a:lnTo>
                  <a:pt x="868360" y="122315"/>
                </a:lnTo>
                <a:lnTo>
                  <a:pt x="868893" y="122083"/>
                </a:lnTo>
                <a:lnTo>
                  <a:pt x="869419" y="121841"/>
                </a:lnTo>
                <a:lnTo>
                  <a:pt x="869939" y="121591"/>
                </a:lnTo>
                <a:lnTo>
                  <a:pt x="870453" y="121331"/>
                </a:lnTo>
                <a:lnTo>
                  <a:pt x="870960" y="121062"/>
                </a:lnTo>
                <a:lnTo>
                  <a:pt x="871462" y="120783"/>
                </a:lnTo>
                <a:lnTo>
                  <a:pt x="871957" y="120496"/>
                </a:lnTo>
                <a:lnTo>
                  <a:pt x="872445" y="120199"/>
                </a:lnTo>
                <a:lnTo>
                  <a:pt x="872928" y="119893"/>
                </a:lnTo>
                <a:lnTo>
                  <a:pt x="873404" y="119578"/>
                </a:lnTo>
                <a:lnTo>
                  <a:pt x="873874" y="119253"/>
                </a:lnTo>
                <a:lnTo>
                  <a:pt x="874337" y="118920"/>
                </a:lnTo>
                <a:lnTo>
                  <a:pt x="874794" y="118577"/>
                </a:lnTo>
                <a:lnTo>
                  <a:pt x="875245" y="118225"/>
                </a:lnTo>
                <a:lnTo>
                  <a:pt x="875690" y="117864"/>
                </a:lnTo>
                <a:lnTo>
                  <a:pt x="876129" y="117493"/>
                </a:lnTo>
                <a:lnTo>
                  <a:pt x="876561" y="117114"/>
                </a:lnTo>
                <a:lnTo>
                  <a:pt x="876987" y="116725"/>
                </a:lnTo>
                <a:lnTo>
                  <a:pt x="877406" y="116327"/>
                </a:lnTo>
                <a:lnTo>
                  <a:pt x="877820" y="115919"/>
                </a:lnTo>
                <a:lnTo>
                  <a:pt x="878227" y="115503"/>
                </a:lnTo>
                <a:lnTo>
                  <a:pt x="878627" y="115077"/>
                </a:lnTo>
                <a:lnTo>
                  <a:pt x="879022" y="114642"/>
                </a:lnTo>
                <a:lnTo>
                  <a:pt x="879410" y="114198"/>
                </a:lnTo>
                <a:lnTo>
                  <a:pt x="879792" y="113745"/>
                </a:lnTo>
                <a:lnTo>
                  <a:pt x="880166" y="113284"/>
                </a:lnTo>
                <a:lnTo>
                  <a:pt x="880532" y="112813"/>
                </a:lnTo>
                <a:lnTo>
                  <a:pt x="880891" y="112334"/>
                </a:lnTo>
                <a:lnTo>
                  <a:pt x="881243" y="111847"/>
                </a:lnTo>
                <a:lnTo>
                  <a:pt x="881588" y="111350"/>
                </a:lnTo>
                <a:lnTo>
                  <a:pt x="881925" y="110845"/>
                </a:lnTo>
                <a:lnTo>
                  <a:pt x="882254" y="110332"/>
                </a:lnTo>
                <a:lnTo>
                  <a:pt x="882576" y="109810"/>
                </a:lnTo>
                <a:lnTo>
                  <a:pt x="882891" y="109279"/>
                </a:lnTo>
                <a:lnTo>
                  <a:pt x="883199" y="108739"/>
                </a:lnTo>
                <a:lnTo>
                  <a:pt x="883499" y="108191"/>
                </a:lnTo>
                <a:lnTo>
                  <a:pt x="883791" y="107634"/>
                </a:lnTo>
                <a:lnTo>
                  <a:pt x="884077" y="107069"/>
                </a:lnTo>
                <a:lnTo>
                  <a:pt x="884355" y="106495"/>
                </a:lnTo>
                <a:lnTo>
                  <a:pt x="884625" y="105912"/>
                </a:lnTo>
                <a:lnTo>
                  <a:pt x="884888" y="105320"/>
                </a:lnTo>
                <a:lnTo>
                  <a:pt x="885144" y="104720"/>
                </a:lnTo>
                <a:lnTo>
                  <a:pt x="885392" y="104112"/>
                </a:lnTo>
                <a:lnTo>
                  <a:pt x="885633" y="103494"/>
                </a:lnTo>
                <a:lnTo>
                  <a:pt x="885866" y="102868"/>
                </a:lnTo>
                <a:lnTo>
                  <a:pt x="886092" y="102233"/>
                </a:lnTo>
                <a:lnTo>
                  <a:pt x="886311" y="101590"/>
                </a:lnTo>
                <a:lnTo>
                  <a:pt x="886522" y="100938"/>
                </a:lnTo>
                <a:lnTo>
                  <a:pt x="886726" y="100278"/>
                </a:lnTo>
                <a:lnTo>
                  <a:pt x="886920" y="99610"/>
                </a:lnTo>
                <a:lnTo>
                  <a:pt x="887106" y="98934"/>
                </a:lnTo>
                <a:lnTo>
                  <a:pt x="887284" y="98250"/>
                </a:lnTo>
                <a:lnTo>
                  <a:pt x="887452" y="97559"/>
                </a:lnTo>
                <a:lnTo>
                  <a:pt x="887612" y="96860"/>
                </a:lnTo>
                <a:lnTo>
                  <a:pt x="887764" y="96152"/>
                </a:lnTo>
                <a:lnTo>
                  <a:pt x="887907" y="95438"/>
                </a:lnTo>
                <a:lnTo>
                  <a:pt x="888041" y="94715"/>
                </a:lnTo>
                <a:lnTo>
                  <a:pt x="888166" y="93984"/>
                </a:lnTo>
                <a:lnTo>
                  <a:pt x="888283" y="93246"/>
                </a:lnTo>
                <a:lnTo>
                  <a:pt x="888391" y="92500"/>
                </a:lnTo>
                <a:lnTo>
                  <a:pt x="888490" y="91746"/>
                </a:lnTo>
                <a:lnTo>
                  <a:pt x="888581" y="90984"/>
                </a:lnTo>
                <a:lnTo>
                  <a:pt x="888663" y="90214"/>
                </a:lnTo>
                <a:lnTo>
                  <a:pt x="888737" y="89437"/>
                </a:lnTo>
                <a:lnTo>
                  <a:pt x="888802" y="88652"/>
                </a:lnTo>
                <a:lnTo>
                  <a:pt x="888858" y="87859"/>
                </a:lnTo>
                <a:lnTo>
                  <a:pt x="888906" y="87058"/>
                </a:lnTo>
                <a:lnTo>
                  <a:pt x="888945" y="86249"/>
                </a:lnTo>
                <a:lnTo>
                  <a:pt x="888975" y="85433"/>
                </a:lnTo>
                <a:lnTo>
                  <a:pt x="888996" y="84608"/>
                </a:lnTo>
                <a:lnTo>
                  <a:pt x="889009" y="83776"/>
                </a:lnTo>
                <a:lnTo>
                  <a:pt x="889014" y="82936"/>
                </a:lnTo>
                <a:lnTo>
                  <a:pt x="889014" y="77070"/>
                </a:lnTo>
                <a:lnTo>
                  <a:pt x="889009" y="76223"/>
                </a:lnTo>
                <a:lnTo>
                  <a:pt x="888996" y="75385"/>
                </a:lnTo>
                <a:lnTo>
                  <a:pt x="888975" y="74555"/>
                </a:lnTo>
                <a:lnTo>
                  <a:pt x="888945" y="73732"/>
                </a:lnTo>
                <a:lnTo>
                  <a:pt x="888906" y="72918"/>
                </a:lnTo>
                <a:lnTo>
                  <a:pt x="888858" y="72112"/>
                </a:lnTo>
                <a:lnTo>
                  <a:pt x="888802" y="71314"/>
                </a:lnTo>
                <a:lnTo>
                  <a:pt x="888737" y="70525"/>
                </a:lnTo>
                <a:lnTo>
                  <a:pt x="888663" y="69743"/>
                </a:lnTo>
                <a:lnTo>
                  <a:pt x="888581" y="68969"/>
                </a:lnTo>
                <a:lnTo>
                  <a:pt x="888490" y="68204"/>
                </a:lnTo>
                <a:lnTo>
                  <a:pt x="888391" y="67446"/>
                </a:lnTo>
                <a:lnTo>
                  <a:pt x="888283" y="66697"/>
                </a:lnTo>
                <a:lnTo>
                  <a:pt x="888166" y="65955"/>
                </a:lnTo>
                <a:lnTo>
                  <a:pt x="888041" y="65222"/>
                </a:lnTo>
                <a:lnTo>
                  <a:pt x="887907" y="64497"/>
                </a:lnTo>
                <a:lnTo>
                  <a:pt x="887764" y="63780"/>
                </a:lnTo>
                <a:lnTo>
                  <a:pt x="887612" y="63071"/>
                </a:lnTo>
                <a:lnTo>
                  <a:pt x="887452" y="62370"/>
                </a:lnTo>
                <a:lnTo>
                  <a:pt x="887284" y="61678"/>
                </a:lnTo>
                <a:lnTo>
                  <a:pt x="887106" y="60993"/>
                </a:lnTo>
                <a:lnTo>
                  <a:pt x="886920" y="60317"/>
                </a:lnTo>
                <a:lnTo>
                  <a:pt x="886726" y="59648"/>
                </a:lnTo>
                <a:lnTo>
                  <a:pt x="886522" y="58988"/>
                </a:lnTo>
                <a:lnTo>
                  <a:pt x="886311" y="58336"/>
                </a:lnTo>
                <a:lnTo>
                  <a:pt x="886092" y="57693"/>
                </a:lnTo>
                <a:lnTo>
                  <a:pt x="885866" y="57058"/>
                </a:lnTo>
                <a:lnTo>
                  <a:pt x="885633" y="56433"/>
                </a:lnTo>
                <a:lnTo>
                  <a:pt x="885392" y="55816"/>
                </a:lnTo>
                <a:lnTo>
                  <a:pt x="885144" y="55208"/>
                </a:lnTo>
                <a:lnTo>
                  <a:pt x="884888" y="54609"/>
                </a:lnTo>
                <a:lnTo>
                  <a:pt x="884625" y="54018"/>
                </a:lnTo>
                <a:lnTo>
                  <a:pt x="884355" y="53437"/>
                </a:lnTo>
                <a:lnTo>
                  <a:pt x="884077" y="52864"/>
                </a:lnTo>
                <a:lnTo>
                  <a:pt x="883791" y="52300"/>
                </a:lnTo>
                <a:lnTo>
                  <a:pt x="883499" y="51745"/>
                </a:lnTo>
                <a:lnTo>
                  <a:pt x="883199" y="51198"/>
                </a:lnTo>
                <a:lnTo>
                  <a:pt x="882891" y="50661"/>
                </a:lnTo>
                <a:lnTo>
                  <a:pt x="882576" y="50132"/>
                </a:lnTo>
                <a:lnTo>
                  <a:pt x="882254" y="49612"/>
                </a:lnTo>
                <a:lnTo>
                  <a:pt x="881925" y="49101"/>
                </a:lnTo>
                <a:lnTo>
                  <a:pt x="881588" y="48598"/>
                </a:lnTo>
                <a:lnTo>
                  <a:pt x="881243" y="48104"/>
                </a:lnTo>
                <a:lnTo>
                  <a:pt x="880891" y="47619"/>
                </a:lnTo>
                <a:lnTo>
                  <a:pt x="880532" y="47143"/>
                </a:lnTo>
                <a:lnTo>
                  <a:pt x="880166" y="46676"/>
                </a:lnTo>
                <a:lnTo>
                  <a:pt x="879792" y="46217"/>
                </a:lnTo>
                <a:lnTo>
                  <a:pt x="879410" y="45768"/>
                </a:lnTo>
                <a:lnTo>
                  <a:pt x="879022" y="45327"/>
                </a:lnTo>
                <a:lnTo>
                  <a:pt x="878627" y="44895"/>
                </a:lnTo>
                <a:lnTo>
                  <a:pt x="878226" y="44472"/>
                </a:lnTo>
                <a:lnTo>
                  <a:pt x="877819" y="44058"/>
                </a:lnTo>
                <a:lnTo>
                  <a:pt x="877405" y="43653"/>
                </a:lnTo>
                <a:lnTo>
                  <a:pt x="876984" y="43256"/>
                </a:lnTo>
                <a:lnTo>
                  <a:pt x="876557" y="42869"/>
                </a:lnTo>
                <a:lnTo>
                  <a:pt x="876124" y="42491"/>
                </a:lnTo>
                <a:lnTo>
                  <a:pt x="875685" y="42121"/>
                </a:lnTo>
                <a:lnTo>
                  <a:pt x="875239" y="41761"/>
                </a:lnTo>
                <a:lnTo>
                  <a:pt x="874786" y="41409"/>
                </a:lnTo>
                <a:lnTo>
                  <a:pt x="874327" y="41066"/>
                </a:lnTo>
                <a:lnTo>
                  <a:pt x="873862" y="40733"/>
                </a:lnTo>
                <a:lnTo>
                  <a:pt x="873390" y="40408"/>
                </a:lnTo>
                <a:lnTo>
                  <a:pt x="872912" y="40092"/>
                </a:lnTo>
                <a:lnTo>
                  <a:pt x="872427" y="39785"/>
                </a:lnTo>
                <a:lnTo>
                  <a:pt x="871936" y="39487"/>
                </a:lnTo>
                <a:lnTo>
                  <a:pt x="871439" y="39198"/>
                </a:lnTo>
                <a:lnTo>
                  <a:pt x="870935" y="38918"/>
                </a:lnTo>
                <a:lnTo>
                  <a:pt x="870425" y="38646"/>
                </a:lnTo>
                <a:lnTo>
                  <a:pt x="869908" y="38384"/>
                </a:lnTo>
                <a:lnTo>
                  <a:pt x="869385" y="38131"/>
                </a:lnTo>
                <a:lnTo>
                  <a:pt x="868856" y="37886"/>
                </a:lnTo>
                <a:lnTo>
                  <a:pt x="868320" y="37651"/>
                </a:lnTo>
                <a:lnTo>
                  <a:pt x="867778" y="37425"/>
                </a:lnTo>
                <a:lnTo>
                  <a:pt x="867230" y="37208"/>
                </a:lnTo>
                <a:lnTo>
                  <a:pt x="866677" y="37001"/>
                </a:lnTo>
                <a:lnTo>
                  <a:pt x="866118" y="36804"/>
                </a:lnTo>
                <a:lnTo>
                  <a:pt x="865553" y="36616"/>
                </a:lnTo>
                <a:lnTo>
                  <a:pt x="864982" y="36438"/>
                </a:lnTo>
                <a:lnTo>
                  <a:pt x="864406" y="36269"/>
                </a:lnTo>
                <a:lnTo>
                  <a:pt x="863824" y="36111"/>
                </a:lnTo>
                <a:lnTo>
                  <a:pt x="863236" y="35961"/>
                </a:lnTo>
                <a:lnTo>
                  <a:pt x="862643" y="35822"/>
                </a:lnTo>
                <a:lnTo>
                  <a:pt x="862044" y="35692"/>
                </a:lnTo>
                <a:lnTo>
                  <a:pt x="861439" y="35571"/>
                </a:lnTo>
                <a:lnTo>
                  <a:pt x="860828" y="35461"/>
                </a:lnTo>
                <a:lnTo>
                  <a:pt x="860212" y="35360"/>
                </a:lnTo>
                <a:lnTo>
                  <a:pt x="859590" y="35268"/>
                </a:lnTo>
                <a:lnTo>
                  <a:pt x="858962" y="35186"/>
                </a:lnTo>
                <a:lnTo>
                  <a:pt x="858328" y="35114"/>
                </a:lnTo>
                <a:lnTo>
                  <a:pt x="857689" y="35052"/>
                </a:lnTo>
                <a:lnTo>
                  <a:pt x="857044" y="34999"/>
                </a:lnTo>
                <a:lnTo>
                  <a:pt x="856394" y="34955"/>
                </a:lnTo>
                <a:lnTo>
                  <a:pt x="855737" y="34922"/>
                </a:lnTo>
                <a:lnTo>
                  <a:pt x="855075" y="34898"/>
                </a:lnTo>
                <a:lnTo>
                  <a:pt x="854407" y="34883"/>
                </a:lnTo>
                <a:lnTo>
                  <a:pt x="853734" y="34878"/>
                </a:lnTo>
                <a:lnTo>
                  <a:pt x="853067" y="34883"/>
                </a:lnTo>
                <a:lnTo>
                  <a:pt x="852405" y="34898"/>
                </a:lnTo>
                <a:lnTo>
                  <a:pt x="851749" y="34922"/>
                </a:lnTo>
                <a:lnTo>
                  <a:pt x="851098" y="34955"/>
                </a:lnTo>
                <a:lnTo>
                  <a:pt x="850453" y="34999"/>
                </a:lnTo>
                <a:lnTo>
                  <a:pt x="849813" y="35052"/>
                </a:lnTo>
                <a:lnTo>
                  <a:pt x="849179" y="35114"/>
                </a:lnTo>
                <a:lnTo>
                  <a:pt x="848550" y="35186"/>
                </a:lnTo>
                <a:lnTo>
                  <a:pt x="847927" y="35268"/>
                </a:lnTo>
                <a:lnTo>
                  <a:pt x="847309" y="35360"/>
                </a:lnTo>
                <a:lnTo>
                  <a:pt x="846696" y="35461"/>
                </a:lnTo>
                <a:lnTo>
                  <a:pt x="846089" y="35571"/>
                </a:lnTo>
                <a:lnTo>
                  <a:pt x="845487" y="35692"/>
                </a:lnTo>
                <a:lnTo>
                  <a:pt x="844891" y="35822"/>
                </a:lnTo>
                <a:lnTo>
                  <a:pt x="844300" y="35961"/>
                </a:lnTo>
                <a:lnTo>
                  <a:pt x="843715" y="36111"/>
                </a:lnTo>
                <a:lnTo>
                  <a:pt x="843135" y="36269"/>
                </a:lnTo>
                <a:lnTo>
                  <a:pt x="842560" y="36438"/>
                </a:lnTo>
                <a:lnTo>
                  <a:pt x="841991" y="36616"/>
                </a:lnTo>
                <a:lnTo>
                  <a:pt x="841428" y="36804"/>
                </a:lnTo>
                <a:lnTo>
                  <a:pt x="840870" y="37001"/>
                </a:lnTo>
                <a:lnTo>
                  <a:pt x="840317" y="37208"/>
                </a:lnTo>
                <a:lnTo>
                  <a:pt x="839770" y="37425"/>
                </a:lnTo>
                <a:lnTo>
                  <a:pt x="839228" y="37651"/>
                </a:lnTo>
                <a:lnTo>
                  <a:pt x="838692" y="37886"/>
                </a:lnTo>
                <a:lnTo>
                  <a:pt x="838163" y="38131"/>
                </a:lnTo>
                <a:lnTo>
                  <a:pt x="837640" y="38384"/>
                </a:lnTo>
                <a:lnTo>
                  <a:pt x="837124" y="38646"/>
                </a:lnTo>
                <a:lnTo>
                  <a:pt x="836614" y="38918"/>
                </a:lnTo>
                <a:lnTo>
                  <a:pt x="836111" y="39198"/>
                </a:lnTo>
                <a:lnTo>
                  <a:pt x="835615" y="39487"/>
                </a:lnTo>
                <a:lnTo>
                  <a:pt x="835125" y="39785"/>
                </a:lnTo>
                <a:lnTo>
                  <a:pt x="834641" y="40092"/>
                </a:lnTo>
                <a:lnTo>
                  <a:pt x="834165" y="40408"/>
                </a:lnTo>
                <a:lnTo>
                  <a:pt x="833694" y="40733"/>
                </a:lnTo>
                <a:lnTo>
                  <a:pt x="833231" y="41066"/>
                </a:lnTo>
                <a:lnTo>
                  <a:pt x="832773" y="41409"/>
                </a:lnTo>
                <a:lnTo>
                  <a:pt x="832323" y="41761"/>
                </a:lnTo>
                <a:lnTo>
                  <a:pt x="831879" y="42121"/>
                </a:lnTo>
                <a:lnTo>
                  <a:pt x="831441" y="42491"/>
                </a:lnTo>
                <a:lnTo>
                  <a:pt x="831010" y="42869"/>
                </a:lnTo>
                <a:lnTo>
                  <a:pt x="830586" y="43256"/>
                </a:lnTo>
                <a:lnTo>
                  <a:pt x="830168" y="43653"/>
                </a:lnTo>
                <a:lnTo>
                  <a:pt x="829757" y="44058"/>
                </a:lnTo>
                <a:lnTo>
                  <a:pt x="829352" y="44472"/>
                </a:lnTo>
                <a:lnTo>
                  <a:pt x="828954" y="44895"/>
                </a:lnTo>
                <a:lnTo>
                  <a:pt x="828563" y="45327"/>
                </a:lnTo>
                <a:lnTo>
                  <a:pt x="828178" y="45768"/>
                </a:lnTo>
                <a:lnTo>
                  <a:pt x="827800" y="46217"/>
                </a:lnTo>
                <a:lnTo>
                  <a:pt x="827429" y="46676"/>
                </a:lnTo>
                <a:lnTo>
                  <a:pt x="827066" y="47143"/>
                </a:lnTo>
                <a:lnTo>
                  <a:pt x="826710" y="47619"/>
                </a:lnTo>
                <a:lnTo>
                  <a:pt x="826361" y="48104"/>
                </a:lnTo>
                <a:lnTo>
                  <a:pt x="826020" y="48598"/>
                </a:lnTo>
                <a:lnTo>
                  <a:pt x="825687" y="49101"/>
                </a:lnTo>
                <a:lnTo>
                  <a:pt x="825360" y="49612"/>
                </a:lnTo>
                <a:lnTo>
                  <a:pt x="825042" y="50132"/>
                </a:lnTo>
                <a:lnTo>
                  <a:pt x="824730" y="50661"/>
                </a:lnTo>
                <a:lnTo>
                  <a:pt x="824426" y="51198"/>
                </a:lnTo>
                <a:lnTo>
                  <a:pt x="824129" y="51745"/>
                </a:lnTo>
                <a:lnTo>
                  <a:pt x="823840" y="52300"/>
                </a:lnTo>
                <a:lnTo>
                  <a:pt x="823558" y="52864"/>
                </a:lnTo>
                <a:lnTo>
                  <a:pt x="823284" y="53437"/>
                </a:lnTo>
                <a:lnTo>
                  <a:pt x="823016" y="54018"/>
                </a:lnTo>
                <a:lnTo>
                  <a:pt x="822757" y="54609"/>
                </a:lnTo>
                <a:lnTo>
                  <a:pt x="822504" y="55208"/>
                </a:lnTo>
                <a:lnTo>
                  <a:pt x="822260" y="55816"/>
                </a:lnTo>
                <a:lnTo>
                  <a:pt x="822022" y="56433"/>
                </a:lnTo>
                <a:lnTo>
                  <a:pt x="821792" y="57058"/>
                </a:lnTo>
                <a:lnTo>
                  <a:pt x="821569" y="57693"/>
                </a:lnTo>
                <a:lnTo>
                  <a:pt x="821354" y="58336"/>
                </a:lnTo>
                <a:lnTo>
                  <a:pt x="821146" y="58988"/>
                </a:lnTo>
                <a:lnTo>
                  <a:pt x="820946" y="59648"/>
                </a:lnTo>
                <a:lnTo>
                  <a:pt x="820754" y="60317"/>
                </a:lnTo>
                <a:lnTo>
                  <a:pt x="820571" y="60993"/>
                </a:lnTo>
                <a:lnTo>
                  <a:pt x="820397" y="61678"/>
                </a:lnTo>
                <a:lnTo>
                  <a:pt x="820231" y="62370"/>
                </a:lnTo>
                <a:lnTo>
                  <a:pt x="820073" y="63071"/>
                </a:lnTo>
                <a:lnTo>
                  <a:pt x="819924" y="63780"/>
                </a:lnTo>
                <a:lnTo>
                  <a:pt x="819784" y="64497"/>
                </a:lnTo>
                <a:lnTo>
                  <a:pt x="819652" y="65222"/>
                </a:lnTo>
                <a:lnTo>
                  <a:pt x="819529" y="65955"/>
                </a:lnTo>
                <a:lnTo>
                  <a:pt x="819414" y="66697"/>
                </a:lnTo>
                <a:lnTo>
                  <a:pt x="819307" y="67446"/>
                </a:lnTo>
                <a:lnTo>
                  <a:pt x="819210" y="68204"/>
                </a:lnTo>
                <a:lnTo>
                  <a:pt x="819120" y="68969"/>
                </a:lnTo>
                <a:lnTo>
                  <a:pt x="819039" y="69743"/>
                </a:lnTo>
                <a:lnTo>
                  <a:pt x="818967" y="70525"/>
                </a:lnTo>
                <a:lnTo>
                  <a:pt x="818903" y="71314"/>
                </a:lnTo>
                <a:lnTo>
                  <a:pt x="818848" y="72112"/>
                </a:lnTo>
                <a:lnTo>
                  <a:pt x="818801" y="72918"/>
                </a:lnTo>
                <a:lnTo>
                  <a:pt x="818763" y="73732"/>
                </a:lnTo>
                <a:lnTo>
                  <a:pt x="818733" y="74555"/>
                </a:lnTo>
                <a:lnTo>
                  <a:pt x="818712" y="75385"/>
                </a:lnTo>
                <a:lnTo>
                  <a:pt x="818699" y="76223"/>
                </a:lnTo>
                <a:lnTo>
                  <a:pt x="818695" y="77070"/>
                </a:lnTo>
                <a:lnTo>
                  <a:pt x="818695" y="82936"/>
                </a:lnTo>
                <a:lnTo>
                  <a:pt x="818699" y="83776"/>
                </a:lnTo>
                <a:lnTo>
                  <a:pt x="818712" y="84608"/>
                </a:lnTo>
                <a:lnTo>
                  <a:pt x="818733" y="85433"/>
                </a:lnTo>
                <a:lnTo>
                  <a:pt x="818763" y="86249"/>
                </a:lnTo>
                <a:lnTo>
                  <a:pt x="818801" y="87058"/>
                </a:lnTo>
                <a:close/>
                <a:moveTo>
                  <a:pt x="841233" y="74686"/>
                </a:moveTo>
                <a:lnTo>
                  <a:pt x="841250" y="74224"/>
                </a:lnTo>
                <a:lnTo>
                  <a:pt x="841269" y="73767"/>
                </a:lnTo>
                <a:lnTo>
                  <a:pt x="841291" y="73315"/>
                </a:lnTo>
                <a:lnTo>
                  <a:pt x="841315" y="72868"/>
                </a:lnTo>
                <a:lnTo>
                  <a:pt x="841343" y="72425"/>
                </a:lnTo>
                <a:lnTo>
                  <a:pt x="841374" y="71987"/>
                </a:lnTo>
                <a:lnTo>
                  <a:pt x="841408" y="71555"/>
                </a:lnTo>
                <a:lnTo>
                  <a:pt x="841444" y="71127"/>
                </a:lnTo>
                <a:lnTo>
                  <a:pt x="841484" y="70704"/>
                </a:lnTo>
                <a:lnTo>
                  <a:pt x="841526" y="70286"/>
                </a:lnTo>
                <a:lnTo>
                  <a:pt x="841572" y="69873"/>
                </a:lnTo>
                <a:lnTo>
                  <a:pt x="841620" y="69464"/>
                </a:lnTo>
                <a:lnTo>
                  <a:pt x="841671" y="69061"/>
                </a:lnTo>
                <a:lnTo>
                  <a:pt x="841726" y="68662"/>
                </a:lnTo>
                <a:lnTo>
                  <a:pt x="841783" y="68269"/>
                </a:lnTo>
                <a:lnTo>
                  <a:pt x="841843" y="67880"/>
                </a:lnTo>
                <a:lnTo>
                  <a:pt x="841906" y="67496"/>
                </a:lnTo>
                <a:lnTo>
                  <a:pt x="841972" y="67117"/>
                </a:lnTo>
                <a:lnTo>
                  <a:pt x="842041" y="66743"/>
                </a:lnTo>
                <a:lnTo>
                  <a:pt x="842112" y="66374"/>
                </a:lnTo>
                <a:lnTo>
                  <a:pt x="842187" y="66011"/>
                </a:lnTo>
                <a:lnTo>
                  <a:pt x="842264" y="65653"/>
                </a:lnTo>
                <a:lnTo>
                  <a:pt x="842344" y="65301"/>
                </a:lnTo>
                <a:lnTo>
                  <a:pt x="842427" y="64954"/>
                </a:lnTo>
                <a:lnTo>
                  <a:pt x="842513" y="64613"/>
                </a:lnTo>
                <a:lnTo>
                  <a:pt x="842601" y="64278"/>
                </a:lnTo>
                <a:lnTo>
                  <a:pt x="842692" y="63948"/>
                </a:lnTo>
                <a:lnTo>
                  <a:pt x="842786" y="63624"/>
                </a:lnTo>
                <a:lnTo>
                  <a:pt x="842883" y="63305"/>
                </a:lnTo>
                <a:lnTo>
                  <a:pt x="842983" y="62992"/>
                </a:lnTo>
                <a:lnTo>
                  <a:pt x="843085" y="62684"/>
                </a:lnTo>
                <a:lnTo>
                  <a:pt x="843191" y="62383"/>
                </a:lnTo>
                <a:lnTo>
                  <a:pt x="843299" y="62086"/>
                </a:lnTo>
                <a:lnTo>
                  <a:pt x="843409" y="61795"/>
                </a:lnTo>
                <a:lnTo>
                  <a:pt x="843523" y="61510"/>
                </a:lnTo>
                <a:lnTo>
                  <a:pt x="843639" y="61231"/>
                </a:lnTo>
                <a:lnTo>
                  <a:pt x="843758" y="60957"/>
                </a:lnTo>
                <a:lnTo>
                  <a:pt x="843880" y="60688"/>
                </a:lnTo>
                <a:lnTo>
                  <a:pt x="844005" y="60425"/>
                </a:lnTo>
                <a:lnTo>
                  <a:pt x="844133" y="60168"/>
                </a:lnTo>
                <a:lnTo>
                  <a:pt x="844263" y="59916"/>
                </a:lnTo>
                <a:lnTo>
                  <a:pt x="844396" y="59670"/>
                </a:lnTo>
                <a:lnTo>
                  <a:pt x="844532" y="59430"/>
                </a:lnTo>
                <a:lnTo>
                  <a:pt x="844670" y="59194"/>
                </a:lnTo>
                <a:lnTo>
                  <a:pt x="844811" y="58964"/>
                </a:lnTo>
                <a:lnTo>
                  <a:pt x="844954" y="58738"/>
                </a:lnTo>
                <a:lnTo>
                  <a:pt x="845099" y="58517"/>
                </a:lnTo>
                <a:lnTo>
                  <a:pt x="845246" y="58300"/>
                </a:lnTo>
                <a:lnTo>
                  <a:pt x="845396" y="58089"/>
                </a:lnTo>
                <a:lnTo>
                  <a:pt x="845548" y="57882"/>
                </a:lnTo>
                <a:lnTo>
                  <a:pt x="845702" y="57680"/>
                </a:lnTo>
                <a:lnTo>
                  <a:pt x="845858" y="57482"/>
                </a:lnTo>
                <a:lnTo>
                  <a:pt x="846016" y="57289"/>
                </a:lnTo>
                <a:lnTo>
                  <a:pt x="846177" y="57102"/>
                </a:lnTo>
                <a:lnTo>
                  <a:pt x="846340" y="56918"/>
                </a:lnTo>
                <a:lnTo>
                  <a:pt x="846505" y="56740"/>
                </a:lnTo>
                <a:lnTo>
                  <a:pt x="846673" y="56566"/>
                </a:lnTo>
                <a:lnTo>
                  <a:pt x="846842" y="56397"/>
                </a:lnTo>
                <a:lnTo>
                  <a:pt x="847014" y="56233"/>
                </a:lnTo>
                <a:lnTo>
                  <a:pt x="847188" y="56074"/>
                </a:lnTo>
                <a:lnTo>
                  <a:pt x="847365" y="55919"/>
                </a:lnTo>
                <a:lnTo>
                  <a:pt x="847543" y="55769"/>
                </a:lnTo>
                <a:lnTo>
                  <a:pt x="847724" y="55624"/>
                </a:lnTo>
                <a:lnTo>
                  <a:pt x="847907" y="55483"/>
                </a:lnTo>
                <a:lnTo>
                  <a:pt x="848093" y="55347"/>
                </a:lnTo>
                <a:lnTo>
                  <a:pt x="848280" y="55216"/>
                </a:lnTo>
                <a:lnTo>
                  <a:pt x="848470" y="55090"/>
                </a:lnTo>
                <a:lnTo>
                  <a:pt x="848662" y="54969"/>
                </a:lnTo>
                <a:lnTo>
                  <a:pt x="848856" y="54853"/>
                </a:lnTo>
                <a:lnTo>
                  <a:pt x="849053" y="54742"/>
                </a:lnTo>
                <a:lnTo>
                  <a:pt x="849252" y="54636"/>
                </a:lnTo>
                <a:lnTo>
                  <a:pt x="849454" y="54535"/>
                </a:lnTo>
                <a:lnTo>
                  <a:pt x="849658" y="54440"/>
                </a:lnTo>
                <a:lnTo>
                  <a:pt x="849864" y="54349"/>
                </a:lnTo>
                <a:lnTo>
                  <a:pt x="850073" y="54264"/>
                </a:lnTo>
                <a:lnTo>
                  <a:pt x="850284" y="54184"/>
                </a:lnTo>
                <a:lnTo>
                  <a:pt x="850497" y="54109"/>
                </a:lnTo>
                <a:lnTo>
                  <a:pt x="850713" y="54039"/>
                </a:lnTo>
                <a:lnTo>
                  <a:pt x="850931" y="53975"/>
                </a:lnTo>
                <a:lnTo>
                  <a:pt x="851151" y="53916"/>
                </a:lnTo>
                <a:lnTo>
                  <a:pt x="851374" y="53861"/>
                </a:lnTo>
                <a:lnTo>
                  <a:pt x="851600" y="53812"/>
                </a:lnTo>
                <a:lnTo>
                  <a:pt x="851827" y="53768"/>
                </a:lnTo>
                <a:lnTo>
                  <a:pt x="852057" y="53730"/>
                </a:lnTo>
                <a:lnTo>
                  <a:pt x="852290" y="53696"/>
                </a:lnTo>
                <a:lnTo>
                  <a:pt x="852524" y="53668"/>
                </a:lnTo>
                <a:lnTo>
                  <a:pt x="852761" y="53645"/>
                </a:lnTo>
                <a:lnTo>
                  <a:pt x="853001" y="53627"/>
                </a:lnTo>
                <a:lnTo>
                  <a:pt x="853243" y="53614"/>
                </a:lnTo>
                <a:lnTo>
                  <a:pt x="853487" y="53606"/>
                </a:lnTo>
                <a:lnTo>
                  <a:pt x="853734" y="53603"/>
                </a:lnTo>
                <a:lnTo>
                  <a:pt x="853980" y="53606"/>
                </a:lnTo>
                <a:lnTo>
                  <a:pt x="854225" y="53614"/>
                </a:lnTo>
                <a:lnTo>
                  <a:pt x="854468" y="53627"/>
                </a:lnTo>
                <a:lnTo>
                  <a:pt x="854708" y="53645"/>
                </a:lnTo>
                <a:lnTo>
                  <a:pt x="854946" y="53668"/>
                </a:lnTo>
                <a:lnTo>
                  <a:pt x="855183" y="53696"/>
                </a:lnTo>
                <a:lnTo>
                  <a:pt x="855417" y="53730"/>
                </a:lnTo>
                <a:lnTo>
                  <a:pt x="855649" y="53768"/>
                </a:lnTo>
                <a:lnTo>
                  <a:pt x="855879" y="53812"/>
                </a:lnTo>
                <a:lnTo>
                  <a:pt x="856107" y="53861"/>
                </a:lnTo>
                <a:lnTo>
                  <a:pt x="856333" y="53916"/>
                </a:lnTo>
                <a:lnTo>
                  <a:pt x="856556" y="53975"/>
                </a:lnTo>
                <a:lnTo>
                  <a:pt x="856778" y="54039"/>
                </a:lnTo>
                <a:lnTo>
                  <a:pt x="856998" y="54109"/>
                </a:lnTo>
                <a:lnTo>
                  <a:pt x="857215" y="54184"/>
                </a:lnTo>
                <a:lnTo>
                  <a:pt x="857430" y="54264"/>
                </a:lnTo>
                <a:lnTo>
                  <a:pt x="857644" y="54349"/>
                </a:lnTo>
                <a:lnTo>
                  <a:pt x="857855" y="54440"/>
                </a:lnTo>
                <a:lnTo>
                  <a:pt x="858064" y="54535"/>
                </a:lnTo>
                <a:lnTo>
                  <a:pt x="858271" y="54636"/>
                </a:lnTo>
                <a:lnTo>
                  <a:pt x="858476" y="54742"/>
                </a:lnTo>
                <a:lnTo>
                  <a:pt x="858679" y="54853"/>
                </a:lnTo>
                <a:lnTo>
                  <a:pt x="858879" y="54969"/>
                </a:lnTo>
                <a:lnTo>
                  <a:pt x="859078" y="55090"/>
                </a:lnTo>
                <a:lnTo>
                  <a:pt x="859274" y="55216"/>
                </a:lnTo>
                <a:lnTo>
                  <a:pt x="859468" y="55347"/>
                </a:lnTo>
                <a:lnTo>
                  <a:pt x="859659" y="55483"/>
                </a:lnTo>
                <a:lnTo>
                  <a:pt x="859847" y="55624"/>
                </a:lnTo>
                <a:lnTo>
                  <a:pt x="860033" y="55769"/>
                </a:lnTo>
                <a:lnTo>
                  <a:pt x="860216" y="55919"/>
                </a:lnTo>
                <a:lnTo>
                  <a:pt x="860396" y="56074"/>
                </a:lnTo>
                <a:lnTo>
                  <a:pt x="860574" y="56233"/>
                </a:lnTo>
                <a:lnTo>
                  <a:pt x="860749" y="56397"/>
                </a:lnTo>
                <a:lnTo>
                  <a:pt x="860921" y="56566"/>
                </a:lnTo>
                <a:lnTo>
                  <a:pt x="861091" y="56740"/>
                </a:lnTo>
                <a:lnTo>
                  <a:pt x="861258" y="56918"/>
                </a:lnTo>
                <a:lnTo>
                  <a:pt x="861422" y="57102"/>
                </a:lnTo>
                <a:lnTo>
                  <a:pt x="861584" y="57289"/>
                </a:lnTo>
                <a:lnTo>
                  <a:pt x="861743" y="57482"/>
                </a:lnTo>
                <a:lnTo>
                  <a:pt x="861900" y="57680"/>
                </a:lnTo>
                <a:lnTo>
                  <a:pt x="862053" y="57882"/>
                </a:lnTo>
                <a:lnTo>
                  <a:pt x="862205" y="58089"/>
                </a:lnTo>
                <a:lnTo>
                  <a:pt x="862353" y="58300"/>
                </a:lnTo>
                <a:lnTo>
                  <a:pt x="862499" y="58517"/>
                </a:lnTo>
                <a:lnTo>
                  <a:pt x="862642" y="58738"/>
                </a:lnTo>
                <a:lnTo>
                  <a:pt x="862783" y="58964"/>
                </a:lnTo>
                <a:lnTo>
                  <a:pt x="862921" y="59194"/>
                </a:lnTo>
                <a:lnTo>
                  <a:pt x="863056" y="59430"/>
                </a:lnTo>
                <a:lnTo>
                  <a:pt x="863189" y="59670"/>
                </a:lnTo>
                <a:lnTo>
                  <a:pt x="863319" y="59916"/>
                </a:lnTo>
                <a:lnTo>
                  <a:pt x="863447" y="60168"/>
                </a:lnTo>
                <a:lnTo>
                  <a:pt x="863572" y="60425"/>
                </a:lnTo>
                <a:lnTo>
                  <a:pt x="863694" y="60688"/>
                </a:lnTo>
                <a:lnTo>
                  <a:pt x="863814" y="60957"/>
                </a:lnTo>
                <a:lnTo>
                  <a:pt x="863932" y="61231"/>
                </a:lnTo>
                <a:lnTo>
                  <a:pt x="864047" y="61510"/>
                </a:lnTo>
                <a:lnTo>
                  <a:pt x="864160" y="61795"/>
                </a:lnTo>
                <a:lnTo>
                  <a:pt x="864270" y="62086"/>
                </a:lnTo>
                <a:lnTo>
                  <a:pt x="864377" y="62383"/>
                </a:lnTo>
                <a:lnTo>
                  <a:pt x="864482" y="62684"/>
                </a:lnTo>
                <a:lnTo>
                  <a:pt x="864585" y="62992"/>
                </a:lnTo>
                <a:lnTo>
                  <a:pt x="864685" y="63305"/>
                </a:lnTo>
                <a:lnTo>
                  <a:pt x="864783" y="63624"/>
                </a:lnTo>
                <a:lnTo>
                  <a:pt x="864878" y="63948"/>
                </a:lnTo>
                <a:lnTo>
                  <a:pt x="864970" y="64278"/>
                </a:lnTo>
                <a:lnTo>
                  <a:pt x="865060" y="64613"/>
                </a:lnTo>
                <a:lnTo>
                  <a:pt x="865148" y="64954"/>
                </a:lnTo>
                <a:lnTo>
                  <a:pt x="865233" y="65301"/>
                </a:lnTo>
                <a:lnTo>
                  <a:pt x="865315" y="65653"/>
                </a:lnTo>
                <a:lnTo>
                  <a:pt x="865395" y="66011"/>
                </a:lnTo>
                <a:lnTo>
                  <a:pt x="865472" y="66374"/>
                </a:lnTo>
                <a:lnTo>
                  <a:pt x="865547" y="66743"/>
                </a:lnTo>
                <a:lnTo>
                  <a:pt x="865619" y="67117"/>
                </a:lnTo>
                <a:lnTo>
                  <a:pt x="865688" y="67496"/>
                </a:lnTo>
                <a:lnTo>
                  <a:pt x="865754" y="67880"/>
                </a:lnTo>
                <a:lnTo>
                  <a:pt x="865817" y="68269"/>
                </a:lnTo>
                <a:lnTo>
                  <a:pt x="865877" y="68662"/>
                </a:lnTo>
                <a:lnTo>
                  <a:pt x="865934" y="69061"/>
                </a:lnTo>
                <a:lnTo>
                  <a:pt x="865988" y="69464"/>
                </a:lnTo>
                <a:lnTo>
                  <a:pt x="866038" y="69873"/>
                </a:lnTo>
                <a:lnTo>
                  <a:pt x="866086" y="70286"/>
                </a:lnTo>
                <a:lnTo>
                  <a:pt x="866130" y="70704"/>
                </a:lnTo>
                <a:lnTo>
                  <a:pt x="866172" y="71127"/>
                </a:lnTo>
                <a:lnTo>
                  <a:pt x="866210" y="71555"/>
                </a:lnTo>
                <a:lnTo>
                  <a:pt x="866246" y="71987"/>
                </a:lnTo>
                <a:lnTo>
                  <a:pt x="866278" y="72425"/>
                </a:lnTo>
                <a:lnTo>
                  <a:pt x="866307" y="72868"/>
                </a:lnTo>
                <a:lnTo>
                  <a:pt x="866333" y="73315"/>
                </a:lnTo>
                <a:lnTo>
                  <a:pt x="866356" y="73767"/>
                </a:lnTo>
                <a:lnTo>
                  <a:pt x="866376" y="74224"/>
                </a:lnTo>
                <a:lnTo>
                  <a:pt x="866393" y="74686"/>
                </a:lnTo>
                <a:lnTo>
                  <a:pt x="866407" y="75153"/>
                </a:lnTo>
                <a:lnTo>
                  <a:pt x="866417" y="75625"/>
                </a:lnTo>
                <a:lnTo>
                  <a:pt x="866425" y="76102"/>
                </a:lnTo>
                <a:lnTo>
                  <a:pt x="866430" y="76583"/>
                </a:lnTo>
                <a:lnTo>
                  <a:pt x="866431" y="77070"/>
                </a:lnTo>
                <a:lnTo>
                  <a:pt x="866431" y="82936"/>
                </a:lnTo>
                <a:lnTo>
                  <a:pt x="866430" y="83436"/>
                </a:lnTo>
                <a:lnTo>
                  <a:pt x="866426" y="83930"/>
                </a:lnTo>
                <a:lnTo>
                  <a:pt x="866419" y="84418"/>
                </a:lnTo>
                <a:lnTo>
                  <a:pt x="866410" y="84901"/>
                </a:lnTo>
                <a:lnTo>
                  <a:pt x="866398" y="85378"/>
                </a:lnTo>
                <a:lnTo>
                  <a:pt x="866384" y="85850"/>
                </a:lnTo>
                <a:lnTo>
                  <a:pt x="866366" y="86316"/>
                </a:lnTo>
                <a:lnTo>
                  <a:pt x="866346" y="86776"/>
                </a:lnTo>
                <a:lnTo>
                  <a:pt x="866324" y="87231"/>
                </a:lnTo>
                <a:lnTo>
                  <a:pt x="866299" y="87680"/>
                </a:lnTo>
                <a:lnTo>
                  <a:pt x="866271" y="88124"/>
                </a:lnTo>
                <a:lnTo>
                  <a:pt x="866240" y="88562"/>
                </a:lnTo>
                <a:lnTo>
                  <a:pt x="866207" y="88994"/>
                </a:lnTo>
                <a:lnTo>
                  <a:pt x="866172" y="89421"/>
                </a:lnTo>
                <a:lnTo>
                  <a:pt x="866133" y="89843"/>
                </a:lnTo>
                <a:lnTo>
                  <a:pt x="866092" y="90259"/>
                </a:lnTo>
                <a:lnTo>
                  <a:pt x="866048" y="90669"/>
                </a:lnTo>
                <a:lnTo>
                  <a:pt x="866002" y="91073"/>
                </a:lnTo>
                <a:lnTo>
                  <a:pt x="865953" y="91472"/>
                </a:lnTo>
                <a:lnTo>
                  <a:pt x="865901" y="91866"/>
                </a:lnTo>
                <a:lnTo>
                  <a:pt x="865847" y="92254"/>
                </a:lnTo>
                <a:lnTo>
                  <a:pt x="865790" y="92636"/>
                </a:lnTo>
                <a:lnTo>
                  <a:pt x="865730" y="93013"/>
                </a:lnTo>
                <a:lnTo>
                  <a:pt x="865668" y="93384"/>
                </a:lnTo>
                <a:lnTo>
                  <a:pt x="865603" y="93749"/>
                </a:lnTo>
                <a:lnTo>
                  <a:pt x="865535" y="94110"/>
                </a:lnTo>
                <a:lnTo>
                  <a:pt x="865464" y="94465"/>
                </a:lnTo>
                <a:lnTo>
                  <a:pt x="865391" y="94815"/>
                </a:lnTo>
                <a:lnTo>
                  <a:pt x="865315" y="95159"/>
                </a:lnTo>
                <a:lnTo>
                  <a:pt x="865236" y="95498"/>
                </a:lnTo>
                <a:lnTo>
                  <a:pt x="865154" y="95832"/>
                </a:lnTo>
                <a:lnTo>
                  <a:pt x="865070" y="96161"/>
                </a:lnTo>
                <a:lnTo>
                  <a:pt x="864982" y="96484"/>
                </a:lnTo>
                <a:lnTo>
                  <a:pt x="864892" y="96802"/>
                </a:lnTo>
                <a:lnTo>
                  <a:pt x="864799" y="97115"/>
                </a:lnTo>
                <a:lnTo>
                  <a:pt x="864703" y="97422"/>
                </a:lnTo>
                <a:lnTo>
                  <a:pt x="864605" y="97724"/>
                </a:lnTo>
                <a:lnTo>
                  <a:pt x="864504" y="98021"/>
                </a:lnTo>
                <a:lnTo>
                  <a:pt x="864400" y="98312"/>
                </a:lnTo>
                <a:lnTo>
                  <a:pt x="864293" y="98599"/>
                </a:lnTo>
                <a:lnTo>
                  <a:pt x="864183" y="98879"/>
                </a:lnTo>
                <a:lnTo>
                  <a:pt x="864071" y="99155"/>
                </a:lnTo>
                <a:lnTo>
                  <a:pt x="863955" y="99425"/>
                </a:lnTo>
                <a:lnTo>
                  <a:pt x="863837" y="99690"/>
                </a:lnTo>
                <a:lnTo>
                  <a:pt x="863716" y="99950"/>
                </a:lnTo>
                <a:lnTo>
                  <a:pt x="863593" y="100204"/>
                </a:lnTo>
                <a:lnTo>
                  <a:pt x="863466" y="100453"/>
                </a:lnTo>
                <a:lnTo>
                  <a:pt x="863337" y="100697"/>
                </a:lnTo>
                <a:lnTo>
                  <a:pt x="863205" y="100935"/>
                </a:lnTo>
                <a:lnTo>
                  <a:pt x="863070" y="101169"/>
                </a:lnTo>
                <a:lnTo>
                  <a:pt x="862932" y="101396"/>
                </a:lnTo>
                <a:lnTo>
                  <a:pt x="862791" y="101619"/>
                </a:lnTo>
                <a:lnTo>
                  <a:pt x="862648" y="101836"/>
                </a:lnTo>
                <a:lnTo>
                  <a:pt x="862501" y="102048"/>
                </a:lnTo>
                <a:lnTo>
                  <a:pt x="862351" y="102255"/>
                </a:lnTo>
                <a:lnTo>
                  <a:pt x="862199" y="102456"/>
                </a:lnTo>
                <a:lnTo>
                  <a:pt x="862043" y="102652"/>
                </a:lnTo>
                <a:lnTo>
                  <a:pt x="861885" y="102843"/>
                </a:lnTo>
                <a:lnTo>
                  <a:pt x="861723" y="103028"/>
                </a:lnTo>
                <a:lnTo>
                  <a:pt x="861559" y="103208"/>
                </a:lnTo>
                <a:lnTo>
                  <a:pt x="861392" y="103383"/>
                </a:lnTo>
                <a:lnTo>
                  <a:pt x="861222" y="103553"/>
                </a:lnTo>
                <a:lnTo>
                  <a:pt x="861049" y="103717"/>
                </a:lnTo>
                <a:lnTo>
                  <a:pt x="860873" y="103876"/>
                </a:lnTo>
                <a:lnTo>
                  <a:pt x="860694" y="104029"/>
                </a:lnTo>
                <a:lnTo>
                  <a:pt x="860512" y="104178"/>
                </a:lnTo>
                <a:lnTo>
                  <a:pt x="860327" y="104321"/>
                </a:lnTo>
                <a:lnTo>
                  <a:pt x="860139" y="104459"/>
                </a:lnTo>
                <a:lnTo>
                  <a:pt x="859949" y="104591"/>
                </a:lnTo>
                <a:lnTo>
                  <a:pt x="859755" y="104718"/>
                </a:lnTo>
                <a:lnTo>
                  <a:pt x="859559" y="104840"/>
                </a:lnTo>
                <a:lnTo>
                  <a:pt x="859359" y="104956"/>
                </a:lnTo>
                <a:lnTo>
                  <a:pt x="859157" y="105068"/>
                </a:lnTo>
                <a:lnTo>
                  <a:pt x="858953" y="105175"/>
                </a:lnTo>
                <a:lnTo>
                  <a:pt x="858746" y="105277"/>
                </a:lnTo>
                <a:lnTo>
                  <a:pt x="858538" y="105374"/>
                </a:lnTo>
                <a:lnTo>
                  <a:pt x="858327" y="105466"/>
                </a:lnTo>
                <a:lnTo>
                  <a:pt x="858114" y="105554"/>
                </a:lnTo>
                <a:lnTo>
                  <a:pt x="857898" y="105637"/>
                </a:lnTo>
                <a:lnTo>
                  <a:pt x="857680" y="105715"/>
                </a:lnTo>
                <a:lnTo>
                  <a:pt x="857461" y="105789"/>
                </a:lnTo>
                <a:lnTo>
                  <a:pt x="857238" y="105858"/>
                </a:lnTo>
                <a:lnTo>
                  <a:pt x="857014" y="105922"/>
                </a:lnTo>
                <a:lnTo>
                  <a:pt x="856788" y="105981"/>
                </a:lnTo>
                <a:lnTo>
                  <a:pt x="856559" y="106036"/>
                </a:lnTo>
                <a:lnTo>
                  <a:pt x="856328" y="106085"/>
                </a:lnTo>
                <a:lnTo>
                  <a:pt x="856094" y="106130"/>
                </a:lnTo>
                <a:lnTo>
                  <a:pt x="855859" y="106171"/>
                </a:lnTo>
                <a:lnTo>
                  <a:pt x="855621" y="106206"/>
                </a:lnTo>
                <a:lnTo>
                  <a:pt x="855381" y="106237"/>
                </a:lnTo>
                <a:lnTo>
                  <a:pt x="855139" y="106263"/>
                </a:lnTo>
                <a:lnTo>
                  <a:pt x="854895" y="106285"/>
                </a:lnTo>
                <a:lnTo>
                  <a:pt x="854648" y="106301"/>
                </a:lnTo>
                <a:lnTo>
                  <a:pt x="854399" y="106313"/>
                </a:lnTo>
                <a:lnTo>
                  <a:pt x="854148" y="106320"/>
                </a:lnTo>
                <a:lnTo>
                  <a:pt x="853894" y="106323"/>
                </a:lnTo>
                <a:lnTo>
                  <a:pt x="853641" y="106320"/>
                </a:lnTo>
                <a:lnTo>
                  <a:pt x="853390" y="106313"/>
                </a:lnTo>
                <a:lnTo>
                  <a:pt x="853142" y="106301"/>
                </a:lnTo>
                <a:lnTo>
                  <a:pt x="852897" y="106285"/>
                </a:lnTo>
                <a:lnTo>
                  <a:pt x="852653" y="106263"/>
                </a:lnTo>
                <a:lnTo>
                  <a:pt x="852413" y="106237"/>
                </a:lnTo>
                <a:lnTo>
                  <a:pt x="852175" y="106206"/>
                </a:lnTo>
                <a:lnTo>
                  <a:pt x="851939" y="106171"/>
                </a:lnTo>
                <a:lnTo>
                  <a:pt x="851706" y="106130"/>
                </a:lnTo>
                <a:lnTo>
                  <a:pt x="851475" y="106085"/>
                </a:lnTo>
                <a:lnTo>
                  <a:pt x="851247" y="106036"/>
                </a:lnTo>
                <a:lnTo>
                  <a:pt x="851021" y="105981"/>
                </a:lnTo>
                <a:lnTo>
                  <a:pt x="850798" y="105922"/>
                </a:lnTo>
                <a:lnTo>
                  <a:pt x="850578" y="105858"/>
                </a:lnTo>
                <a:lnTo>
                  <a:pt x="850360" y="105789"/>
                </a:lnTo>
                <a:lnTo>
                  <a:pt x="850144" y="105715"/>
                </a:lnTo>
                <a:lnTo>
                  <a:pt x="849931" y="105637"/>
                </a:lnTo>
                <a:lnTo>
                  <a:pt x="849720" y="105554"/>
                </a:lnTo>
                <a:lnTo>
                  <a:pt x="849512" y="105466"/>
                </a:lnTo>
                <a:lnTo>
                  <a:pt x="849307" y="105374"/>
                </a:lnTo>
                <a:lnTo>
                  <a:pt x="849104" y="105277"/>
                </a:lnTo>
                <a:lnTo>
                  <a:pt x="848903" y="105175"/>
                </a:lnTo>
                <a:lnTo>
                  <a:pt x="848705" y="105068"/>
                </a:lnTo>
                <a:lnTo>
                  <a:pt x="848510" y="104956"/>
                </a:lnTo>
                <a:lnTo>
                  <a:pt x="848317" y="104840"/>
                </a:lnTo>
                <a:lnTo>
                  <a:pt x="848126" y="104718"/>
                </a:lnTo>
                <a:lnTo>
                  <a:pt x="847938" y="104591"/>
                </a:lnTo>
                <a:lnTo>
                  <a:pt x="847752" y="104459"/>
                </a:lnTo>
                <a:lnTo>
                  <a:pt x="847569" y="104321"/>
                </a:lnTo>
                <a:lnTo>
                  <a:pt x="847387" y="104178"/>
                </a:lnTo>
                <a:lnTo>
                  <a:pt x="847209" y="104029"/>
                </a:lnTo>
                <a:lnTo>
                  <a:pt x="847032" y="103876"/>
                </a:lnTo>
                <a:lnTo>
                  <a:pt x="846858" y="103717"/>
                </a:lnTo>
                <a:lnTo>
                  <a:pt x="846686" y="103553"/>
                </a:lnTo>
                <a:lnTo>
                  <a:pt x="846517" y="103383"/>
                </a:lnTo>
                <a:lnTo>
                  <a:pt x="846350" y="103208"/>
                </a:lnTo>
                <a:lnTo>
                  <a:pt x="846186" y="103028"/>
                </a:lnTo>
                <a:lnTo>
                  <a:pt x="846023" y="102843"/>
                </a:lnTo>
                <a:lnTo>
                  <a:pt x="845864" y="102652"/>
                </a:lnTo>
                <a:lnTo>
                  <a:pt x="845706" y="102456"/>
                </a:lnTo>
                <a:lnTo>
                  <a:pt x="845551" y="102255"/>
                </a:lnTo>
                <a:lnTo>
                  <a:pt x="845398" y="102048"/>
                </a:lnTo>
                <a:lnTo>
                  <a:pt x="845248" y="101836"/>
                </a:lnTo>
                <a:lnTo>
                  <a:pt x="845100" y="101619"/>
                </a:lnTo>
                <a:lnTo>
                  <a:pt x="844954" y="101396"/>
                </a:lnTo>
                <a:lnTo>
                  <a:pt x="844811" y="101169"/>
                </a:lnTo>
                <a:lnTo>
                  <a:pt x="844670" y="100935"/>
                </a:lnTo>
                <a:lnTo>
                  <a:pt x="844532" y="100697"/>
                </a:lnTo>
                <a:lnTo>
                  <a:pt x="844396" y="100453"/>
                </a:lnTo>
                <a:lnTo>
                  <a:pt x="844263" y="100204"/>
                </a:lnTo>
                <a:lnTo>
                  <a:pt x="844133" y="99950"/>
                </a:lnTo>
                <a:lnTo>
                  <a:pt x="844005" y="99690"/>
                </a:lnTo>
                <a:lnTo>
                  <a:pt x="843880" y="99425"/>
                </a:lnTo>
                <a:lnTo>
                  <a:pt x="843758" y="99155"/>
                </a:lnTo>
                <a:lnTo>
                  <a:pt x="843639" y="98879"/>
                </a:lnTo>
                <a:lnTo>
                  <a:pt x="843523" y="98599"/>
                </a:lnTo>
                <a:lnTo>
                  <a:pt x="843409" y="98312"/>
                </a:lnTo>
                <a:lnTo>
                  <a:pt x="843299" y="98021"/>
                </a:lnTo>
                <a:lnTo>
                  <a:pt x="843191" y="97724"/>
                </a:lnTo>
                <a:lnTo>
                  <a:pt x="843085" y="97422"/>
                </a:lnTo>
                <a:lnTo>
                  <a:pt x="842983" y="97115"/>
                </a:lnTo>
                <a:lnTo>
                  <a:pt x="842883" y="96802"/>
                </a:lnTo>
                <a:lnTo>
                  <a:pt x="842786" y="96484"/>
                </a:lnTo>
                <a:lnTo>
                  <a:pt x="842692" y="96161"/>
                </a:lnTo>
                <a:lnTo>
                  <a:pt x="842601" y="95832"/>
                </a:lnTo>
                <a:lnTo>
                  <a:pt x="842513" y="95498"/>
                </a:lnTo>
                <a:lnTo>
                  <a:pt x="842427" y="95159"/>
                </a:lnTo>
                <a:lnTo>
                  <a:pt x="842344" y="94815"/>
                </a:lnTo>
                <a:lnTo>
                  <a:pt x="842264" y="94465"/>
                </a:lnTo>
                <a:lnTo>
                  <a:pt x="842187" y="94110"/>
                </a:lnTo>
                <a:lnTo>
                  <a:pt x="842112" y="93749"/>
                </a:lnTo>
                <a:lnTo>
                  <a:pt x="842041" y="93384"/>
                </a:lnTo>
                <a:lnTo>
                  <a:pt x="841972" y="93013"/>
                </a:lnTo>
                <a:lnTo>
                  <a:pt x="841906" y="92636"/>
                </a:lnTo>
                <a:lnTo>
                  <a:pt x="841843" y="92254"/>
                </a:lnTo>
                <a:lnTo>
                  <a:pt x="841783" y="91866"/>
                </a:lnTo>
                <a:lnTo>
                  <a:pt x="841726" y="91472"/>
                </a:lnTo>
                <a:lnTo>
                  <a:pt x="841671" y="91073"/>
                </a:lnTo>
                <a:lnTo>
                  <a:pt x="841620" y="90669"/>
                </a:lnTo>
                <a:lnTo>
                  <a:pt x="841572" y="90259"/>
                </a:lnTo>
                <a:lnTo>
                  <a:pt x="841526" y="89843"/>
                </a:lnTo>
                <a:lnTo>
                  <a:pt x="841484" y="89421"/>
                </a:lnTo>
                <a:lnTo>
                  <a:pt x="841444" y="88994"/>
                </a:lnTo>
                <a:lnTo>
                  <a:pt x="841408" y="88562"/>
                </a:lnTo>
                <a:lnTo>
                  <a:pt x="841374" y="88124"/>
                </a:lnTo>
                <a:lnTo>
                  <a:pt x="841343" y="87680"/>
                </a:lnTo>
                <a:lnTo>
                  <a:pt x="841315" y="87231"/>
                </a:lnTo>
                <a:lnTo>
                  <a:pt x="841291" y="86776"/>
                </a:lnTo>
                <a:lnTo>
                  <a:pt x="841269" y="86316"/>
                </a:lnTo>
                <a:lnTo>
                  <a:pt x="841250" y="85850"/>
                </a:lnTo>
                <a:lnTo>
                  <a:pt x="841233" y="85378"/>
                </a:lnTo>
                <a:lnTo>
                  <a:pt x="841220" y="84901"/>
                </a:lnTo>
                <a:lnTo>
                  <a:pt x="841210" y="84418"/>
                </a:lnTo>
                <a:lnTo>
                  <a:pt x="841203" y="83930"/>
                </a:lnTo>
                <a:lnTo>
                  <a:pt x="841198" y="83436"/>
                </a:lnTo>
                <a:lnTo>
                  <a:pt x="841197" y="82936"/>
                </a:lnTo>
                <a:lnTo>
                  <a:pt x="841197" y="77070"/>
                </a:lnTo>
                <a:lnTo>
                  <a:pt x="841198" y="76583"/>
                </a:lnTo>
                <a:lnTo>
                  <a:pt x="841203" y="76102"/>
                </a:lnTo>
                <a:lnTo>
                  <a:pt x="841210" y="75625"/>
                </a:lnTo>
                <a:lnTo>
                  <a:pt x="841220" y="75153"/>
                </a:lnTo>
                <a:lnTo>
                  <a:pt x="841233" y="74686"/>
                </a:lnTo>
                <a:close/>
                <a:moveTo>
                  <a:pt x="1131549" y="74578"/>
                </a:moveTo>
                <a:lnTo>
                  <a:pt x="1131524" y="73739"/>
                </a:lnTo>
                <a:lnTo>
                  <a:pt x="1131491" y="72909"/>
                </a:lnTo>
                <a:lnTo>
                  <a:pt x="1131451" y="72087"/>
                </a:lnTo>
                <a:lnTo>
                  <a:pt x="1131404" y="71275"/>
                </a:lnTo>
                <a:lnTo>
                  <a:pt x="1131350" y="70471"/>
                </a:lnTo>
                <a:lnTo>
                  <a:pt x="1131288" y="69676"/>
                </a:lnTo>
                <a:lnTo>
                  <a:pt x="1131219" y="68890"/>
                </a:lnTo>
                <a:lnTo>
                  <a:pt x="1131143" y="68114"/>
                </a:lnTo>
                <a:lnTo>
                  <a:pt x="1131059" y="67346"/>
                </a:lnTo>
                <a:lnTo>
                  <a:pt x="1130969" y="66587"/>
                </a:lnTo>
                <a:lnTo>
                  <a:pt x="1130871" y="65837"/>
                </a:lnTo>
                <a:lnTo>
                  <a:pt x="1130766" y="65095"/>
                </a:lnTo>
                <a:lnTo>
                  <a:pt x="1130653" y="64363"/>
                </a:lnTo>
                <a:lnTo>
                  <a:pt x="1130533" y="63640"/>
                </a:lnTo>
                <a:lnTo>
                  <a:pt x="1130406" y="62926"/>
                </a:lnTo>
                <a:lnTo>
                  <a:pt x="1130272" y="62220"/>
                </a:lnTo>
                <a:lnTo>
                  <a:pt x="1130131" y="61524"/>
                </a:lnTo>
                <a:lnTo>
                  <a:pt x="1129982" y="60836"/>
                </a:lnTo>
                <a:lnTo>
                  <a:pt x="1129826" y="60157"/>
                </a:lnTo>
                <a:lnTo>
                  <a:pt x="1129663" y="59488"/>
                </a:lnTo>
                <a:lnTo>
                  <a:pt x="1129492" y="58827"/>
                </a:lnTo>
                <a:lnTo>
                  <a:pt x="1129315" y="58175"/>
                </a:lnTo>
                <a:lnTo>
                  <a:pt x="1129130" y="57532"/>
                </a:lnTo>
                <a:lnTo>
                  <a:pt x="1128939" y="56898"/>
                </a:lnTo>
                <a:lnTo>
                  <a:pt x="1128740" y="56272"/>
                </a:lnTo>
                <a:lnTo>
                  <a:pt x="1128535" y="55655"/>
                </a:lnTo>
                <a:lnTo>
                  <a:pt x="1128322" y="55047"/>
                </a:lnTo>
                <a:lnTo>
                  <a:pt x="1128103" y="54448"/>
                </a:lnTo>
                <a:lnTo>
                  <a:pt x="1127876" y="53858"/>
                </a:lnTo>
                <a:lnTo>
                  <a:pt x="1127643" y="53276"/>
                </a:lnTo>
                <a:lnTo>
                  <a:pt x="1127402" y="52703"/>
                </a:lnTo>
                <a:lnTo>
                  <a:pt x="1127155" y="52139"/>
                </a:lnTo>
                <a:lnTo>
                  <a:pt x="1126901" y="51584"/>
                </a:lnTo>
                <a:lnTo>
                  <a:pt x="1126639" y="51038"/>
                </a:lnTo>
                <a:lnTo>
                  <a:pt x="1126371" y="50500"/>
                </a:lnTo>
                <a:lnTo>
                  <a:pt x="1126096" y="49971"/>
                </a:lnTo>
                <a:lnTo>
                  <a:pt x="1125813" y="49451"/>
                </a:lnTo>
                <a:lnTo>
                  <a:pt x="1125524" y="48940"/>
                </a:lnTo>
                <a:lnTo>
                  <a:pt x="1125228" y="48437"/>
                </a:lnTo>
                <a:lnTo>
                  <a:pt x="1124925" y="47944"/>
                </a:lnTo>
                <a:lnTo>
                  <a:pt x="1124615" y="47459"/>
                </a:lnTo>
                <a:lnTo>
                  <a:pt x="1124298" y="46983"/>
                </a:lnTo>
                <a:lnTo>
                  <a:pt x="1123973" y="46515"/>
                </a:lnTo>
                <a:lnTo>
                  <a:pt x="1123642" y="46057"/>
                </a:lnTo>
                <a:lnTo>
                  <a:pt x="1123304" y="45607"/>
                </a:lnTo>
                <a:lnTo>
                  <a:pt x="1122959" y="45166"/>
                </a:lnTo>
                <a:lnTo>
                  <a:pt x="1122606" y="44735"/>
                </a:lnTo>
                <a:lnTo>
                  <a:pt x="1122246" y="44312"/>
                </a:lnTo>
                <a:lnTo>
                  <a:pt x="1121879" y="43899"/>
                </a:lnTo>
                <a:lnTo>
                  <a:pt x="1121504" y="43495"/>
                </a:lnTo>
                <a:lnTo>
                  <a:pt x="1121122" y="43101"/>
                </a:lnTo>
                <a:lnTo>
                  <a:pt x="1120732" y="42715"/>
                </a:lnTo>
                <a:lnTo>
                  <a:pt x="1120335" y="42339"/>
                </a:lnTo>
                <a:lnTo>
                  <a:pt x="1119931" y="41972"/>
                </a:lnTo>
                <a:lnTo>
                  <a:pt x="1119519" y="41614"/>
                </a:lnTo>
                <a:lnTo>
                  <a:pt x="1119100" y="41265"/>
                </a:lnTo>
                <a:lnTo>
                  <a:pt x="1118673" y="40926"/>
                </a:lnTo>
                <a:lnTo>
                  <a:pt x="1118239" y="40595"/>
                </a:lnTo>
                <a:lnTo>
                  <a:pt x="1117798" y="40274"/>
                </a:lnTo>
                <a:lnTo>
                  <a:pt x="1117349" y="39963"/>
                </a:lnTo>
                <a:lnTo>
                  <a:pt x="1116893" y="39660"/>
                </a:lnTo>
                <a:lnTo>
                  <a:pt x="1116429" y="39367"/>
                </a:lnTo>
                <a:lnTo>
                  <a:pt x="1115958" y="39082"/>
                </a:lnTo>
                <a:lnTo>
                  <a:pt x="1115480" y="38807"/>
                </a:lnTo>
                <a:lnTo>
                  <a:pt x="1114994" y="38542"/>
                </a:lnTo>
                <a:lnTo>
                  <a:pt x="1114501" y="38285"/>
                </a:lnTo>
                <a:lnTo>
                  <a:pt x="1114001" y="38038"/>
                </a:lnTo>
                <a:lnTo>
                  <a:pt x="1113493" y="37799"/>
                </a:lnTo>
                <a:lnTo>
                  <a:pt x="1112977" y="37571"/>
                </a:lnTo>
                <a:lnTo>
                  <a:pt x="1112455" y="37351"/>
                </a:lnTo>
                <a:lnTo>
                  <a:pt x="1111926" y="37141"/>
                </a:lnTo>
                <a:lnTo>
                  <a:pt x="1111390" y="36940"/>
                </a:lnTo>
                <a:lnTo>
                  <a:pt x="1110847" y="36748"/>
                </a:lnTo>
                <a:lnTo>
                  <a:pt x="1110297" y="36566"/>
                </a:lnTo>
                <a:lnTo>
                  <a:pt x="1109740" y="36393"/>
                </a:lnTo>
                <a:lnTo>
                  <a:pt x="1109177" y="36229"/>
                </a:lnTo>
                <a:lnTo>
                  <a:pt x="1108606" y="36075"/>
                </a:lnTo>
                <a:lnTo>
                  <a:pt x="1108029" y="35930"/>
                </a:lnTo>
                <a:lnTo>
                  <a:pt x="1107445" y="35794"/>
                </a:lnTo>
                <a:lnTo>
                  <a:pt x="1106855" y="35668"/>
                </a:lnTo>
                <a:lnTo>
                  <a:pt x="1106257" y="35551"/>
                </a:lnTo>
                <a:lnTo>
                  <a:pt x="1105652" y="35444"/>
                </a:lnTo>
                <a:lnTo>
                  <a:pt x="1105041" y="35346"/>
                </a:lnTo>
                <a:lnTo>
                  <a:pt x="1104423" y="35257"/>
                </a:lnTo>
                <a:lnTo>
                  <a:pt x="1103798" y="35177"/>
                </a:lnTo>
                <a:lnTo>
                  <a:pt x="1103166" y="35107"/>
                </a:lnTo>
                <a:lnTo>
                  <a:pt x="1102527" y="35047"/>
                </a:lnTo>
                <a:lnTo>
                  <a:pt x="1101882" y="34995"/>
                </a:lnTo>
                <a:lnTo>
                  <a:pt x="1101230" y="34953"/>
                </a:lnTo>
                <a:lnTo>
                  <a:pt x="1100570" y="34920"/>
                </a:lnTo>
                <a:lnTo>
                  <a:pt x="1099904" y="34897"/>
                </a:lnTo>
                <a:lnTo>
                  <a:pt x="1099232" y="34883"/>
                </a:lnTo>
                <a:lnTo>
                  <a:pt x="1098552" y="34878"/>
                </a:lnTo>
                <a:lnTo>
                  <a:pt x="1097872" y="34883"/>
                </a:lnTo>
                <a:lnTo>
                  <a:pt x="1097198" y="34897"/>
                </a:lnTo>
                <a:lnTo>
                  <a:pt x="1096530" y="34920"/>
                </a:lnTo>
                <a:lnTo>
                  <a:pt x="1095868" y="34953"/>
                </a:lnTo>
                <a:lnTo>
                  <a:pt x="1095211" y="34995"/>
                </a:lnTo>
                <a:lnTo>
                  <a:pt x="1094561" y="35047"/>
                </a:lnTo>
                <a:lnTo>
                  <a:pt x="1093917" y="35107"/>
                </a:lnTo>
                <a:lnTo>
                  <a:pt x="1093279" y="35177"/>
                </a:lnTo>
                <a:lnTo>
                  <a:pt x="1092647" y="35257"/>
                </a:lnTo>
                <a:lnTo>
                  <a:pt x="1092021" y="35346"/>
                </a:lnTo>
                <a:lnTo>
                  <a:pt x="1091401" y="35444"/>
                </a:lnTo>
                <a:lnTo>
                  <a:pt x="1090787" y="35551"/>
                </a:lnTo>
                <a:lnTo>
                  <a:pt x="1090179" y="35668"/>
                </a:lnTo>
                <a:lnTo>
                  <a:pt x="1089576" y="35794"/>
                </a:lnTo>
                <a:lnTo>
                  <a:pt x="1088980" y="35930"/>
                </a:lnTo>
                <a:lnTo>
                  <a:pt x="1088390" y="36075"/>
                </a:lnTo>
                <a:lnTo>
                  <a:pt x="1087806" y="36229"/>
                </a:lnTo>
                <a:lnTo>
                  <a:pt x="1087228" y="36393"/>
                </a:lnTo>
                <a:lnTo>
                  <a:pt x="1086656" y="36566"/>
                </a:lnTo>
                <a:lnTo>
                  <a:pt x="1086090" y="36748"/>
                </a:lnTo>
                <a:lnTo>
                  <a:pt x="1085530" y="36940"/>
                </a:lnTo>
                <a:lnTo>
                  <a:pt x="1084976" y="37141"/>
                </a:lnTo>
                <a:lnTo>
                  <a:pt x="1084427" y="37351"/>
                </a:lnTo>
                <a:lnTo>
                  <a:pt x="1083885" y="37571"/>
                </a:lnTo>
                <a:lnTo>
                  <a:pt x="1083350" y="37800"/>
                </a:lnTo>
                <a:lnTo>
                  <a:pt x="1082821" y="38038"/>
                </a:lnTo>
                <a:lnTo>
                  <a:pt x="1082300" y="38287"/>
                </a:lnTo>
                <a:lnTo>
                  <a:pt x="1081786" y="38545"/>
                </a:lnTo>
                <a:lnTo>
                  <a:pt x="1081279" y="38813"/>
                </a:lnTo>
                <a:lnTo>
                  <a:pt x="1080779" y="39090"/>
                </a:lnTo>
                <a:lnTo>
                  <a:pt x="1080286" y="39377"/>
                </a:lnTo>
                <a:lnTo>
                  <a:pt x="1079800" y="39673"/>
                </a:lnTo>
                <a:lnTo>
                  <a:pt x="1079322" y="39980"/>
                </a:lnTo>
                <a:lnTo>
                  <a:pt x="1078850" y="40295"/>
                </a:lnTo>
                <a:lnTo>
                  <a:pt x="1078386" y="40621"/>
                </a:lnTo>
                <a:lnTo>
                  <a:pt x="1077928" y="40956"/>
                </a:lnTo>
                <a:lnTo>
                  <a:pt x="1077478" y="41301"/>
                </a:lnTo>
                <a:lnTo>
                  <a:pt x="1077035" y="41655"/>
                </a:lnTo>
                <a:lnTo>
                  <a:pt x="1076599" y="42019"/>
                </a:lnTo>
                <a:lnTo>
                  <a:pt x="1076170" y="42392"/>
                </a:lnTo>
                <a:lnTo>
                  <a:pt x="1075749" y="42776"/>
                </a:lnTo>
                <a:lnTo>
                  <a:pt x="1075334" y="43168"/>
                </a:lnTo>
                <a:lnTo>
                  <a:pt x="1074927" y="43571"/>
                </a:lnTo>
                <a:lnTo>
                  <a:pt x="1074526" y="43983"/>
                </a:lnTo>
                <a:lnTo>
                  <a:pt x="1074133" y="44405"/>
                </a:lnTo>
                <a:lnTo>
                  <a:pt x="1073747" y="44836"/>
                </a:lnTo>
                <a:lnTo>
                  <a:pt x="1073368" y="45277"/>
                </a:lnTo>
                <a:lnTo>
                  <a:pt x="1072996" y="45728"/>
                </a:lnTo>
                <a:lnTo>
                  <a:pt x="1072631" y="46187"/>
                </a:lnTo>
                <a:lnTo>
                  <a:pt x="1072273" y="46656"/>
                </a:lnTo>
                <a:lnTo>
                  <a:pt x="1071922" y="47133"/>
                </a:lnTo>
                <a:lnTo>
                  <a:pt x="1071578" y="47619"/>
                </a:lnTo>
                <a:lnTo>
                  <a:pt x="1071241" y="48114"/>
                </a:lnTo>
                <a:lnTo>
                  <a:pt x="1070911" y="48618"/>
                </a:lnTo>
                <a:lnTo>
                  <a:pt x="1070588" y="49131"/>
                </a:lnTo>
                <a:lnTo>
                  <a:pt x="1070272" y="49652"/>
                </a:lnTo>
                <a:lnTo>
                  <a:pt x="1069963" y="50182"/>
                </a:lnTo>
                <a:lnTo>
                  <a:pt x="1069661" y="50721"/>
                </a:lnTo>
                <a:lnTo>
                  <a:pt x="1069366" y="51269"/>
                </a:lnTo>
                <a:lnTo>
                  <a:pt x="1069078" y="51825"/>
                </a:lnTo>
                <a:lnTo>
                  <a:pt x="1068797" y="52390"/>
                </a:lnTo>
                <a:lnTo>
                  <a:pt x="1068523" y="52965"/>
                </a:lnTo>
                <a:lnTo>
                  <a:pt x="1068256" y="53547"/>
                </a:lnTo>
                <a:lnTo>
                  <a:pt x="1067995" y="54139"/>
                </a:lnTo>
                <a:lnTo>
                  <a:pt x="1067742" y="54739"/>
                </a:lnTo>
                <a:lnTo>
                  <a:pt x="1067496" y="55349"/>
                </a:lnTo>
                <a:lnTo>
                  <a:pt x="1067257" y="55967"/>
                </a:lnTo>
                <a:lnTo>
                  <a:pt x="1067024" y="56594"/>
                </a:lnTo>
                <a:lnTo>
                  <a:pt x="1066799" y="57229"/>
                </a:lnTo>
                <a:lnTo>
                  <a:pt x="1066581" y="57873"/>
                </a:lnTo>
                <a:lnTo>
                  <a:pt x="1066369" y="58527"/>
                </a:lnTo>
                <a:lnTo>
                  <a:pt x="1066165" y="59189"/>
                </a:lnTo>
                <a:lnTo>
                  <a:pt x="1065968" y="59860"/>
                </a:lnTo>
                <a:lnTo>
                  <a:pt x="1065780" y="60539"/>
                </a:lnTo>
                <a:lnTo>
                  <a:pt x="1065600" y="61229"/>
                </a:lnTo>
                <a:lnTo>
                  <a:pt x="1065428" y="61927"/>
                </a:lnTo>
                <a:lnTo>
                  <a:pt x="1065265" y="62634"/>
                </a:lnTo>
                <a:lnTo>
                  <a:pt x="1065110" y="63350"/>
                </a:lnTo>
                <a:lnTo>
                  <a:pt x="1064964" y="64075"/>
                </a:lnTo>
                <a:lnTo>
                  <a:pt x="1064826" y="64810"/>
                </a:lnTo>
                <a:lnTo>
                  <a:pt x="1064696" y="65553"/>
                </a:lnTo>
                <a:lnTo>
                  <a:pt x="1064574" y="66306"/>
                </a:lnTo>
                <a:lnTo>
                  <a:pt x="1064461" y="67067"/>
                </a:lnTo>
                <a:lnTo>
                  <a:pt x="1064357" y="67838"/>
                </a:lnTo>
                <a:lnTo>
                  <a:pt x="1064260" y="68618"/>
                </a:lnTo>
                <a:lnTo>
                  <a:pt x="1064173" y="69406"/>
                </a:lnTo>
                <a:lnTo>
                  <a:pt x="1064093" y="70204"/>
                </a:lnTo>
                <a:lnTo>
                  <a:pt x="1064022" y="71011"/>
                </a:lnTo>
                <a:lnTo>
                  <a:pt x="1063959" y="71827"/>
                </a:lnTo>
                <a:lnTo>
                  <a:pt x="1063905" y="72652"/>
                </a:lnTo>
                <a:lnTo>
                  <a:pt x="1063859" y="73486"/>
                </a:lnTo>
                <a:lnTo>
                  <a:pt x="1063821" y="74330"/>
                </a:lnTo>
                <a:lnTo>
                  <a:pt x="1063792" y="75182"/>
                </a:lnTo>
                <a:lnTo>
                  <a:pt x="1063771" y="76043"/>
                </a:lnTo>
                <a:lnTo>
                  <a:pt x="1063758" y="76914"/>
                </a:lnTo>
                <a:lnTo>
                  <a:pt x="1063754" y="77793"/>
                </a:lnTo>
                <a:lnTo>
                  <a:pt x="1063754" y="84946"/>
                </a:lnTo>
                <a:lnTo>
                  <a:pt x="1063758" y="85732"/>
                </a:lnTo>
                <a:lnTo>
                  <a:pt x="1063771" y="86512"/>
                </a:lnTo>
                <a:lnTo>
                  <a:pt x="1063793" y="87284"/>
                </a:lnTo>
                <a:lnTo>
                  <a:pt x="1063823" y="88048"/>
                </a:lnTo>
                <a:lnTo>
                  <a:pt x="1063862" y="88806"/>
                </a:lnTo>
                <a:lnTo>
                  <a:pt x="1063910" y="89556"/>
                </a:lnTo>
                <a:lnTo>
                  <a:pt x="1063966" y="90300"/>
                </a:lnTo>
                <a:lnTo>
                  <a:pt x="1064031" y="91035"/>
                </a:lnTo>
                <a:lnTo>
                  <a:pt x="1064104" y="91764"/>
                </a:lnTo>
                <a:lnTo>
                  <a:pt x="1064187" y="92485"/>
                </a:lnTo>
                <a:lnTo>
                  <a:pt x="1064277" y="93199"/>
                </a:lnTo>
                <a:lnTo>
                  <a:pt x="1064377" y="93906"/>
                </a:lnTo>
                <a:lnTo>
                  <a:pt x="1064485" y="94606"/>
                </a:lnTo>
                <a:lnTo>
                  <a:pt x="1064602" y="95298"/>
                </a:lnTo>
                <a:lnTo>
                  <a:pt x="1064727" y="95983"/>
                </a:lnTo>
                <a:lnTo>
                  <a:pt x="1064861" y="96661"/>
                </a:lnTo>
                <a:lnTo>
                  <a:pt x="1065004" y="97331"/>
                </a:lnTo>
                <a:lnTo>
                  <a:pt x="1065155" y="97995"/>
                </a:lnTo>
                <a:lnTo>
                  <a:pt x="1065315" y="98651"/>
                </a:lnTo>
                <a:lnTo>
                  <a:pt x="1065484" y="99300"/>
                </a:lnTo>
                <a:lnTo>
                  <a:pt x="1065661" y="99941"/>
                </a:lnTo>
                <a:lnTo>
                  <a:pt x="1065847" y="100575"/>
                </a:lnTo>
                <a:lnTo>
                  <a:pt x="1066042" y="101202"/>
                </a:lnTo>
                <a:lnTo>
                  <a:pt x="1066245" y="101822"/>
                </a:lnTo>
                <a:lnTo>
                  <a:pt x="1066457" y="102434"/>
                </a:lnTo>
                <a:lnTo>
                  <a:pt x="1066676" y="103039"/>
                </a:lnTo>
                <a:lnTo>
                  <a:pt x="1066903" y="103636"/>
                </a:lnTo>
                <a:lnTo>
                  <a:pt x="1067138" y="104225"/>
                </a:lnTo>
                <a:lnTo>
                  <a:pt x="1067381" y="104807"/>
                </a:lnTo>
                <a:lnTo>
                  <a:pt x="1067632" y="105381"/>
                </a:lnTo>
                <a:lnTo>
                  <a:pt x="1067890" y="105947"/>
                </a:lnTo>
                <a:lnTo>
                  <a:pt x="1068156" y="106506"/>
                </a:lnTo>
                <a:lnTo>
                  <a:pt x="1068430" y="107056"/>
                </a:lnTo>
                <a:lnTo>
                  <a:pt x="1068712" y="107600"/>
                </a:lnTo>
                <a:lnTo>
                  <a:pt x="1069002" y="108135"/>
                </a:lnTo>
                <a:lnTo>
                  <a:pt x="1069299" y="108663"/>
                </a:lnTo>
                <a:lnTo>
                  <a:pt x="1069604" y="109183"/>
                </a:lnTo>
                <a:lnTo>
                  <a:pt x="1069918" y="109696"/>
                </a:lnTo>
                <a:lnTo>
                  <a:pt x="1070238" y="110201"/>
                </a:lnTo>
                <a:lnTo>
                  <a:pt x="1070567" y="110698"/>
                </a:lnTo>
                <a:lnTo>
                  <a:pt x="1070904" y="111187"/>
                </a:lnTo>
                <a:lnTo>
                  <a:pt x="1071248" y="111669"/>
                </a:lnTo>
                <a:lnTo>
                  <a:pt x="1071600" y="112143"/>
                </a:lnTo>
                <a:lnTo>
                  <a:pt x="1071960" y="112610"/>
                </a:lnTo>
                <a:lnTo>
                  <a:pt x="1072328" y="113069"/>
                </a:lnTo>
                <a:lnTo>
                  <a:pt x="1072703" y="113520"/>
                </a:lnTo>
                <a:lnTo>
                  <a:pt x="1073087" y="113963"/>
                </a:lnTo>
                <a:lnTo>
                  <a:pt x="1073478" y="114399"/>
                </a:lnTo>
                <a:lnTo>
                  <a:pt x="1073877" y="114827"/>
                </a:lnTo>
                <a:lnTo>
                  <a:pt x="1074283" y="115246"/>
                </a:lnTo>
                <a:lnTo>
                  <a:pt x="1074697" y="115657"/>
                </a:lnTo>
                <a:lnTo>
                  <a:pt x="1075118" y="116059"/>
                </a:lnTo>
                <a:lnTo>
                  <a:pt x="1075546" y="116453"/>
                </a:lnTo>
                <a:lnTo>
                  <a:pt x="1075982" y="116838"/>
                </a:lnTo>
                <a:lnTo>
                  <a:pt x="1076425" y="117214"/>
                </a:lnTo>
                <a:lnTo>
                  <a:pt x="1076876" y="117583"/>
                </a:lnTo>
                <a:lnTo>
                  <a:pt x="1077334" y="117942"/>
                </a:lnTo>
                <a:lnTo>
                  <a:pt x="1077799" y="118293"/>
                </a:lnTo>
                <a:lnTo>
                  <a:pt x="1078272" y="118636"/>
                </a:lnTo>
                <a:lnTo>
                  <a:pt x="1078752" y="118970"/>
                </a:lnTo>
                <a:lnTo>
                  <a:pt x="1079240" y="119296"/>
                </a:lnTo>
                <a:lnTo>
                  <a:pt x="1079735" y="119613"/>
                </a:lnTo>
                <a:lnTo>
                  <a:pt x="1080237" y="119921"/>
                </a:lnTo>
                <a:lnTo>
                  <a:pt x="1080747" y="120221"/>
                </a:lnTo>
                <a:lnTo>
                  <a:pt x="1081264" y="120513"/>
                </a:lnTo>
                <a:lnTo>
                  <a:pt x="1081788" y="120796"/>
                </a:lnTo>
                <a:lnTo>
                  <a:pt x="1082320" y="121070"/>
                </a:lnTo>
                <a:lnTo>
                  <a:pt x="1082860" y="121336"/>
                </a:lnTo>
                <a:lnTo>
                  <a:pt x="1083406" y="121594"/>
                </a:lnTo>
                <a:lnTo>
                  <a:pt x="1083960" y="121843"/>
                </a:lnTo>
                <a:lnTo>
                  <a:pt x="1084522" y="122083"/>
                </a:lnTo>
                <a:lnTo>
                  <a:pt x="1085091" y="122315"/>
                </a:lnTo>
                <a:lnTo>
                  <a:pt x="1085667" y="122538"/>
                </a:lnTo>
                <a:lnTo>
                  <a:pt x="1086250" y="122752"/>
                </a:lnTo>
                <a:lnTo>
                  <a:pt x="1086841" y="122956"/>
                </a:lnTo>
                <a:lnTo>
                  <a:pt x="1087438" y="123150"/>
                </a:lnTo>
                <a:lnTo>
                  <a:pt x="1088043" y="123335"/>
                </a:lnTo>
                <a:lnTo>
                  <a:pt x="1088654" y="123511"/>
                </a:lnTo>
                <a:lnTo>
                  <a:pt x="1089273" y="123677"/>
                </a:lnTo>
                <a:lnTo>
                  <a:pt x="1089899" y="123833"/>
                </a:lnTo>
                <a:lnTo>
                  <a:pt x="1090532" y="123980"/>
                </a:lnTo>
                <a:lnTo>
                  <a:pt x="1091173" y="124118"/>
                </a:lnTo>
                <a:lnTo>
                  <a:pt x="1091820" y="124246"/>
                </a:lnTo>
                <a:lnTo>
                  <a:pt x="1092474" y="124364"/>
                </a:lnTo>
                <a:lnTo>
                  <a:pt x="1093136" y="124474"/>
                </a:lnTo>
                <a:lnTo>
                  <a:pt x="1093805" y="124573"/>
                </a:lnTo>
                <a:lnTo>
                  <a:pt x="1094480" y="124663"/>
                </a:lnTo>
                <a:lnTo>
                  <a:pt x="1095163" y="124744"/>
                </a:lnTo>
                <a:lnTo>
                  <a:pt x="1095853" y="124815"/>
                </a:lnTo>
                <a:lnTo>
                  <a:pt x="1096550" y="124877"/>
                </a:lnTo>
                <a:lnTo>
                  <a:pt x="1097255" y="124929"/>
                </a:lnTo>
                <a:lnTo>
                  <a:pt x="1097966" y="124972"/>
                </a:lnTo>
                <a:lnTo>
                  <a:pt x="1098684" y="125005"/>
                </a:lnTo>
                <a:lnTo>
                  <a:pt x="1099410" y="125029"/>
                </a:lnTo>
                <a:lnTo>
                  <a:pt x="1100143" y="125043"/>
                </a:lnTo>
                <a:lnTo>
                  <a:pt x="1100882" y="125048"/>
                </a:lnTo>
                <a:lnTo>
                  <a:pt x="1101502" y="125044"/>
                </a:lnTo>
                <a:lnTo>
                  <a:pt x="1102116" y="125034"/>
                </a:lnTo>
                <a:lnTo>
                  <a:pt x="1102723" y="125017"/>
                </a:lnTo>
                <a:lnTo>
                  <a:pt x="1103325" y="124994"/>
                </a:lnTo>
                <a:lnTo>
                  <a:pt x="1103920" y="124964"/>
                </a:lnTo>
                <a:lnTo>
                  <a:pt x="1104509" y="124927"/>
                </a:lnTo>
                <a:lnTo>
                  <a:pt x="1105092" y="124883"/>
                </a:lnTo>
                <a:lnTo>
                  <a:pt x="1105669" y="124833"/>
                </a:lnTo>
                <a:lnTo>
                  <a:pt x="1106239" y="124776"/>
                </a:lnTo>
                <a:lnTo>
                  <a:pt x="1106804" y="124713"/>
                </a:lnTo>
                <a:lnTo>
                  <a:pt x="1107362" y="124642"/>
                </a:lnTo>
                <a:lnTo>
                  <a:pt x="1107914" y="124565"/>
                </a:lnTo>
                <a:lnTo>
                  <a:pt x="1108460" y="124482"/>
                </a:lnTo>
                <a:lnTo>
                  <a:pt x="1109000" y="124391"/>
                </a:lnTo>
                <a:lnTo>
                  <a:pt x="1109534" y="124294"/>
                </a:lnTo>
                <a:lnTo>
                  <a:pt x="1110062" y="124190"/>
                </a:lnTo>
                <a:lnTo>
                  <a:pt x="1110583" y="124080"/>
                </a:lnTo>
                <a:lnTo>
                  <a:pt x="1111099" y="123963"/>
                </a:lnTo>
                <a:lnTo>
                  <a:pt x="1111608" y="123839"/>
                </a:lnTo>
                <a:lnTo>
                  <a:pt x="1112111" y="123708"/>
                </a:lnTo>
                <a:lnTo>
                  <a:pt x="1112608" y="123571"/>
                </a:lnTo>
                <a:lnTo>
                  <a:pt x="1113099" y="123427"/>
                </a:lnTo>
                <a:lnTo>
                  <a:pt x="1113584" y="123276"/>
                </a:lnTo>
                <a:lnTo>
                  <a:pt x="1114062" y="123119"/>
                </a:lnTo>
                <a:lnTo>
                  <a:pt x="1114535" y="122956"/>
                </a:lnTo>
                <a:lnTo>
                  <a:pt x="1115002" y="122789"/>
                </a:lnTo>
                <a:lnTo>
                  <a:pt x="1115464" y="122619"/>
                </a:lnTo>
                <a:lnTo>
                  <a:pt x="1115920" y="122445"/>
                </a:lnTo>
                <a:lnTo>
                  <a:pt x="1116370" y="122266"/>
                </a:lnTo>
                <a:lnTo>
                  <a:pt x="1116815" y="122084"/>
                </a:lnTo>
                <a:lnTo>
                  <a:pt x="1117254" y="121898"/>
                </a:lnTo>
                <a:lnTo>
                  <a:pt x="1117688" y="121708"/>
                </a:lnTo>
                <a:lnTo>
                  <a:pt x="1118116" y="121514"/>
                </a:lnTo>
                <a:lnTo>
                  <a:pt x="1118538" y="121316"/>
                </a:lnTo>
                <a:lnTo>
                  <a:pt x="1118955" y="121114"/>
                </a:lnTo>
                <a:lnTo>
                  <a:pt x="1119366" y="120909"/>
                </a:lnTo>
                <a:lnTo>
                  <a:pt x="1119772" y="120699"/>
                </a:lnTo>
                <a:lnTo>
                  <a:pt x="1120172" y="120486"/>
                </a:lnTo>
                <a:lnTo>
                  <a:pt x="1120567" y="120268"/>
                </a:lnTo>
                <a:lnTo>
                  <a:pt x="1120956" y="120047"/>
                </a:lnTo>
                <a:lnTo>
                  <a:pt x="1121339" y="119822"/>
                </a:lnTo>
                <a:lnTo>
                  <a:pt x="1121717" y="119593"/>
                </a:lnTo>
                <a:lnTo>
                  <a:pt x="1122089" y="119360"/>
                </a:lnTo>
                <a:lnTo>
                  <a:pt x="1122456" y="119123"/>
                </a:lnTo>
                <a:lnTo>
                  <a:pt x="1122817" y="118882"/>
                </a:lnTo>
                <a:lnTo>
                  <a:pt x="1123173" y="118637"/>
                </a:lnTo>
                <a:lnTo>
                  <a:pt x="1123522" y="118389"/>
                </a:lnTo>
                <a:lnTo>
                  <a:pt x="1123867" y="118136"/>
                </a:lnTo>
                <a:lnTo>
                  <a:pt x="1124205" y="117882"/>
                </a:lnTo>
                <a:lnTo>
                  <a:pt x="1124538" y="117627"/>
                </a:lnTo>
                <a:lnTo>
                  <a:pt x="1124864" y="117373"/>
                </a:lnTo>
                <a:lnTo>
                  <a:pt x="1125184" y="117118"/>
                </a:lnTo>
                <a:lnTo>
                  <a:pt x="1125498" y="116864"/>
                </a:lnTo>
                <a:lnTo>
                  <a:pt x="1125806" y="116609"/>
                </a:lnTo>
                <a:lnTo>
                  <a:pt x="1126107" y="116355"/>
                </a:lnTo>
                <a:lnTo>
                  <a:pt x="1126403" y="116100"/>
                </a:lnTo>
                <a:lnTo>
                  <a:pt x="1126692" y="115846"/>
                </a:lnTo>
                <a:lnTo>
                  <a:pt x="1126975" y="115591"/>
                </a:lnTo>
                <a:lnTo>
                  <a:pt x="1127252" y="115337"/>
                </a:lnTo>
                <a:lnTo>
                  <a:pt x="1127523" y="115082"/>
                </a:lnTo>
                <a:lnTo>
                  <a:pt x="1127788" y="114828"/>
                </a:lnTo>
                <a:lnTo>
                  <a:pt x="1128047" y="114573"/>
                </a:lnTo>
                <a:lnTo>
                  <a:pt x="1128299" y="114319"/>
                </a:lnTo>
                <a:lnTo>
                  <a:pt x="1128546" y="114064"/>
                </a:lnTo>
                <a:lnTo>
                  <a:pt x="1128786" y="113810"/>
                </a:lnTo>
                <a:lnTo>
                  <a:pt x="1129020" y="113555"/>
                </a:lnTo>
                <a:lnTo>
                  <a:pt x="1129248" y="113301"/>
                </a:lnTo>
                <a:lnTo>
                  <a:pt x="1129470" y="113046"/>
                </a:lnTo>
                <a:lnTo>
                  <a:pt x="1129686" y="112792"/>
                </a:lnTo>
                <a:lnTo>
                  <a:pt x="1129895" y="112537"/>
                </a:lnTo>
                <a:lnTo>
                  <a:pt x="1130099" y="112283"/>
                </a:lnTo>
                <a:lnTo>
                  <a:pt x="1130296" y="112028"/>
                </a:lnTo>
                <a:lnTo>
                  <a:pt x="1121295" y="98366"/>
                </a:lnTo>
                <a:lnTo>
                  <a:pt x="1121011" y="98672"/>
                </a:lnTo>
                <a:lnTo>
                  <a:pt x="1120723" y="98972"/>
                </a:lnTo>
                <a:lnTo>
                  <a:pt x="1120429" y="99266"/>
                </a:lnTo>
                <a:lnTo>
                  <a:pt x="1120131" y="99555"/>
                </a:lnTo>
                <a:lnTo>
                  <a:pt x="1119828" y="99839"/>
                </a:lnTo>
                <a:lnTo>
                  <a:pt x="1119520" y="100117"/>
                </a:lnTo>
                <a:lnTo>
                  <a:pt x="1119207" y="100390"/>
                </a:lnTo>
                <a:lnTo>
                  <a:pt x="1118889" y="100657"/>
                </a:lnTo>
                <a:lnTo>
                  <a:pt x="1118566" y="100919"/>
                </a:lnTo>
                <a:lnTo>
                  <a:pt x="1118238" y="101175"/>
                </a:lnTo>
                <a:lnTo>
                  <a:pt x="1117906" y="101426"/>
                </a:lnTo>
                <a:lnTo>
                  <a:pt x="1117568" y="101671"/>
                </a:lnTo>
                <a:lnTo>
                  <a:pt x="1117226" y="101911"/>
                </a:lnTo>
                <a:lnTo>
                  <a:pt x="1116879" y="102146"/>
                </a:lnTo>
                <a:lnTo>
                  <a:pt x="1116527" y="102375"/>
                </a:lnTo>
                <a:lnTo>
                  <a:pt x="1116170" y="102599"/>
                </a:lnTo>
                <a:lnTo>
                  <a:pt x="1115808" y="102817"/>
                </a:lnTo>
                <a:lnTo>
                  <a:pt x="1115441" y="103030"/>
                </a:lnTo>
                <a:lnTo>
                  <a:pt x="1115069" y="103237"/>
                </a:lnTo>
                <a:lnTo>
                  <a:pt x="1114693" y="103439"/>
                </a:lnTo>
                <a:lnTo>
                  <a:pt x="1114312" y="103636"/>
                </a:lnTo>
                <a:lnTo>
                  <a:pt x="1113925" y="103827"/>
                </a:lnTo>
                <a:lnTo>
                  <a:pt x="1113534" y="104013"/>
                </a:lnTo>
                <a:lnTo>
                  <a:pt x="1113138" y="104193"/>
                </a:lnTo>
                <a:lnTo>
                  <a:pt x="1112738" y="104367"/>
                </a:lnTo>
                <a:lnTo>
                  <a:pt x="1112333" y="104533"/>
                </a:lnTo>
                <a:lnTo>
                  <a:pt x="1111924" y="104692"/>
                </a:lnTo>
                <a:lnTo>
                  <a:pt x="1111512" y="104844"/>
                </a:lnTo>
                <a:lnTo>
                  <a:pt x="1111095" y="104988"/>
                </a:lnTo>
                <a:lnTo>
                  <a:pt x="1110674" y="105125"/>
                </a:lnTo>
                <a:lnTo>
                  <a:pt x="1110250" y="105254"/>
                </a:lnTo>
                <a:lnTo>
                  <a:pt x="1109821" y="105376"/>
                </a:lnTo>
                <a:lnTo>
                  <a:pt x="1109388" y="105491"/>
                </a:lnTo>
                <a:lnTo>
                  <a:pt x="1108951" y="105598"/>
                </a:lnTo>
                <a:lnTo>
                  <a:pt x="1108510" y="105698"/>
                </a:lnTo>
                <a:lnTo>
                  <a:pt x="1108065" y="105790"/>
                </a:lnTo>
                <a:lnTo>
                  <a:pt x="1107616" y="105875"/>
                </a:lnTo>
                <a:lnTo>
                  <a:pt x="1107163" y="105953"/>
                </a:lnTo>
                <a:lnTo>
                  <a:pt x="1106706" y="106023"/>
                </a:lnTo>
                <a:lnTo>
                  <a:pt x="1106245" y="106086"/>
                </a:lnTo>
                <a:lnTo>
                  <a:pt x="1105779" y="106141"/>
                </a:lnTo>
                <a:lnTo>
                  <a:pt x="1105310" y="106189"/>
                </a:lnTo>
                <a:lnTo>
                  <a:pt x="1104837" y="106230"/>
                </a:lnTo>
                <a:lnTo>
                  <a:pt x="1104359" y="106263"/>
                </a:lnTo>
                <a:lnTo>
                  <a:pt x="1103878" y="106289"/>
                </a:lnTo>
                <a:lnTo>
                  <a:pt x="1103392" y="106308"/>
                </a:lnTo>
                <a:lnTo>
                  <a:pt x="1102903" y="106319"/>
                </a:lnTo>
                <a:lnTo>
                  <a:pt x="1102409" y="106323"/>
                </a:lnTo>
                <a:lnTo>
                  <a:pt x="1102083" y="106321"/>
                </a:lnTo>
                <a:lnTo>
                  <a:pt x="1101760" y="106315"/>
                </a:lnTo>
                <a:lnTo>
                  <a:pt x="1101440" y="106306"/>
                </a:lnTo>
                <a:lnTo>
                  <a:pt x="1101124" y="106292"/>
                </a:lnTo>
                <a:lnTo>
                  <a:pt x="1100810" y="106275"/>
                </a:lnTo>
                <a:lnTo>
                  <a:pt x="1100501" y="106255"/>
                </a:lnTo>
                <a:lnTo>
                  <a:pt x="1100194" y="106230"/>
                </a:lnTo>
                <a:lnTo>
                  <a:pt x="1099891" y="106202"/>
                </a:lnTo>
                <a:lnTo>
                  <a:pt x="1099592" y="106170"/>
                </a:lnTo>
                <a:lnTo>
                  <a:pt x="1099295" y="106134"/>
                </a:lnTo>
                <a:lnTo>
                  <a:pt x="1099002" y="106095"/>
                </a:lnTo>
                <a:lnTo>
                  <a:pt x="1098713" y="106051"/>
                </a:lnTo>
                <a:lnTo>
                  <a:pt x="1098426" y="106004"/>
                </a:lnTo>
                <a:lnTo>
                  <a:pt x="1098143" y="105953"/>
                </a:lnTo>
                <a:lnTo>
                  <a:pt x="1097864" y="105899"/>
                </a:lnTo>
                <a:lnTo>
                  <a:pt x="1097588" y="105840"/>
                </a:lnTo>
                <a:lnTo>
                  <a:pt x="1097315" y="105778"/>
                </a:lnTo>
                <a:lnTo>
                  <a:pt x="1097045" y="105712"/>
                </a:lnTo>
                <a:lnTo>
                  <a:pt x="1096779" y="105643"/>
                </a:lnTo>
                <a:lnTo>
                  <a:pt x="1096516" y="105569"/>
                </a:lnTo>
                <a:lnTo>
                  <a:pt x="1096256" y="105492"/>
                </a:lnTo>
                <a:lnTo>
                  <a:pt x="1096000" y="105411"/>
                </a:lnTo>
                <a:lnTo>
                  <a:pt x="1095748" y="105326"/>
                </a:lnTo>
                <a:lnTo>
                  <a:pt x="1095498" y="105238"/>
                </a:lnTo>
                <a:lnTo>
                  <a:pt x="1095252" y="105145"/>
                </a:lnTo>
                <a:lnTo>
                  <a:pt x="1095009" y="105047"/>
                </a:lnTo>
                <a:lnTo>
                  <a:pt x="1094769" y="104944"/>
                </a:lnTo>
                <a:lnTo>
                  <a:pt x="1094533" y="104836"/>
                </a:lnTo>
                <a:lnTo>
                  <a:pt x="1094299" y="104723"/>
                </a:lnTo>
                <a:lnTo>
                  <a:pt x="1094069" y="104605"/>
                </a:lnTo>
                <a:lnTo>
                  <a:pt x="1093842" y="104482"/>
                </a:lnTo>
                <a:lnTo>
                  <a:pt x="1093618" y="104354"/>
                </a:lnTo>
                <a:lnTo>
                  <a:pt x="1093398" y="104220"/>
                </a:lnTo>
                <a:lnTo>
                  <a:pt x="1093181" y="104082"/>
                </a:lnTo>
                <a:lnTo>
                  <a:pt x="1092966" y="103939"/>
                </a:lnTo>
                <a:lnTo>
                  <a:pt x="1092756" y="103791"/>
                </a:lnTo>
                <a:lnTo>
                  <a:pt x="1092548" y="103638"/>
                </a:lnTo>
                <a:lnTo>
                  <a:pt x="1092343" y="103480"/>
                </a:lnTo>
                <a:lnTo>
                  <a:pt x="1092142" y="103316"/>
                </a:lnTo>
                <a:lnTo>
                  <a:pt x="1091944" y="103148"/>
                </a:lnTo>
                <a:lnTo>
                  <a:pt x="1091749" y="102975"/>
                </a:lnTo>
                <a:lnTo>
                  <a:pt x="1091558" y="102797"/>
                </a:lnTo>
                <a:lnTo>
                  <a:pt x="1091369" y="102613"/>
                </a:lnTo>
                <a:lnTo>
                  <a:pt x="1091184" y="102425"/>
                </a:lnTo>
                <a:lnTo>
                  <a:pt x="1091002" y="102231"/>
                </a:lnTo>
                <a:lnTo>
                  <a:pt x="1090823" y="102033"/>
                </a:lnTo>
                <a:lnTo>
                  <a:pt x="1090648" y="101830"/>
                </a:lnTo>
                <a:lnTo>
                  <a:pt x="1090475" y="101621"/>
                </a:lnTo>
                <a:lnTo>
                  <a:pt x="1090306" y="101408"/>
                </a:lnTo>
                <a:lnTo>
                  <a:pt x="1090141" y="101189"/>
                </a:lnTo>
                <a:lnTo>
                  <a:pt x="1089979" y="100964"/>
                </a:lnTo>
                <a:lnTo>
                  <a:pt x="1089820" y="100735"/>
                </a:lnTo>
                <a:lnTo>
                  <a:pt x="1089665" y="100500"/>
                </a:lnTo>
                <a:lnTo>
                  <a:pt x="1089513" y="100260"/>
                </a:lnTo>
                <a:lnTo>
                  <a:pt x="1089365" y="100015"/>
                </a:lnTo>
                <a:lnTo>
                  <a:pt x="1089221" y="99764"/>
                </a:lnTo>
                <a:lnTo>
                  <a:pt x="1089080" y="99508"/>
                </a:lnTo>
                <a:lnTo>
                  <a:pt x="1088942" y="99247"/>
                </a:lnTo>
                <a:lnTo>
                  <a:pt x="1088808" y="98980"/>
                </a:lnTo>
                <a:lnTo>
                  <a:pt x="1088677" y="98708"/>
                </a:lnTo>
                <a:lnTo>
                  <a:pt x="1088550" y="98431"/>
                </a:lnTo>
                <a:lnTo>
                  <a:pt x="1088426" y="98148"/>
                </a:lnTo>
                <a:lnTo>
                  <a:pt x="1088306" y="97860"/>
                </a:lnTo>
                <a:lnTo>
                  <a:pt x="1088189" y="97567"/>
                </a:lnTo>
                <a:lnTo>
                  <a:pt x="1088076" y="97269"/>
                </a:lnTo>
                <a:lnTo>
                  <a:pt x="1087966" y="96965"/>
                </a:lnTo>
                <a:lnTo>
                  <a:pt x="1087860" y="96656"/>
                </a:lnTo>
                <a:lnTo>
                  <a:pt x="1087757" y="96342"/>
                </a:lnTo>
                <a:lnTo>
                  <a:pt x="1087658" y="96022"/>
                </a:lnTo>
                <a:lnTo>
                  <a:pt x="1087562" y="95697"/>
                </a:lnTo>
                <a:lnTo>
                  <a:pt x="1087470" y="95367"/>
                </a:lnTo>
                <a:lnTo>
                  <a:pt x="1087381" y="95031"/>
                </a:lnTo>
                <a:lnTo>
                  <a:pt x="1087296" y="94690"/>
                </a:lnTo>
                <a:lnTo>
                  <a:pt x="1087214" y="94341"/>
                </a:lnTo>
                <a:lnTo>
                  <a:pt x="1087136" y="93986"/>
                </a:lnTo>
                <a:lnTo>
                  <a:pt x="1087062" y="93624"/>
                </a:lnTo>
                <a:lnTo>
                  <a:pt x="1086991" y="93255"/>
                </a:lnTo>
                <a:lnTo>
                  <a:pt x="1086924" y="92879"/>
                </a:lnTo>
                <a:lnTo>
                  <a:pt x="1086861" y="92496"/>
                </a:lnTo>
                <a:lnTo>
                  <a:pt x="1086801" y="92107"/>
                </a:lnTo>
                <a:lnTo>
                  <a:pt x="1086745" y="91711"/>
                </a:lnTo>
                <a:lnTo>
                  <a:pt x="1086692" y="91307"/>
                </a:lnTo>
                <a:lnTo>
                  <a:pt x="1086643" y="90897"/>
                </a:lnTo>
                <a:lnTo>
                  <a:pt x="1086598" y="90481"/>
                </a:lnTo>
                <a:lnTo>
                  <a:pt x="1086556" y="90057"/>
                </a:lnTo>
                <a:lnTo>
                  <a:pt x="1086518" y="89626"/>
                </a:lnTo>
                <a:lnTo>
                  <a:pt x="1086483" y="89189"/>
                </a:lnTo>
                <a:lnTo>
                  <a:pt x="1086453" y="88745"/>
                </a:lnTo>
                <a:lnTo>
                  <a:pt x="1086425" y="88294"/>
                </a:lnTo>
                <a:lnTo>
                  <a:pt x="1086402" y="87836"/>
                </a:lnTo>
                <a:lnTo>
                  <a:pt x="1086385" y="87437"/>
                </a:lnTo>
                <a:lnTo>
                  <a:pt x="1131582" y="87437"/>
                </a:lnTo>
                <a:lnTo>
                  <a:pt x="1131582" y="77150"/>
                </a:lnTo>
                <a:lnTo>
                  <a:pt x="1131578" y="76284"/>
                </a:lnTo>
                <a:lnTo>
                  <a:pt x="1131567" y="75427"/>
                </a:lnTo>
                <a:lnTo>
                  <a:pt x="1131549" y="74578"/>
                </a:lnTo>
                <a:close/>
                <a:moveTo>
                  <a:pt x="1086622" y="70024"/>
                </a:moveTo>
                <a:lnTo>
                  <a:pt x="1086659" y="69592"/>
                </a:lnTo>
                <a:lnTo>
                  <a:pt x="1086698" y="69166"/>
                </a:lnTo>
                <a:lnTo>
                  <a:pt x="1086739" y="68747"/>
                </a:lnTo>
                <a:lnTo>
                  <a:pt x="1086783" y="68333"/>
                </a:lnTo>
                <a:lnTo>
                  <a:pt x="1086829" y="67926"/>
                </a:lnTo>
                <a:lnTo>
                  <a:pt x="1086877" y="67526"/>
                </a:lnTo>
                <a:lnTo>
                  <a:pt x="1086927" y="67131"/>
                </a:lnTo>
                <a:lnTo>
                  <a:pt x="1086979" y="66743"/>
                </a:lnTo>
                <a:lnTo>
                  <a:pt x="1087034" y="66361"/>
                </a:lnTo>
                <a:lnTo>
                  <a:pt x="1087092" y="65985"/>
                </a:lnTo>
                <a:lnTo>
                  <a:pt x="1087151" y="65615"/>
                </a:lnTo>
                <a:lnTo>
                  <a:pt x="1087214" y="65251"/>
                </a:lnTo>
                <a:lnTo>
                  <a:pt x="1087279" y="64892"/>
                </a:lnTo>
                <a:lnTo>
                  <a:pt x="1087346" y="64540"/>
                </a:lnTo>
                <a:lnTo>
                  <a:pt x="1087416" y="64194"/>
                </a:lnTo>
                <a:lnTo>
                  <a:pt x="1087488" y="63854"/>
                </a:lnTo>
                <a:lnTo>
                  <a:pt x="1087563" y="63520"/>
                </a:lnTo>
                <a:lnTo>
                  <a:pt x="1087641" y="63192"/>
                </a:lnTo>
                <a:lnTo>
                  <a:pt x="1087721" y="62870"/>
                </a:lnTo>
                <a:lnTo>
                  <a:pt x="1087803" y="62554"/>
                </a:lnTo>
                <a:lnTo>
                  <a:pt x="1087888" y="62244"/>
                </a:lnTo>
                <a:lnTo>
                  <a:pt x="1087976" y="61940"/>
                </a:lnTo>
                <a:lnTo>
                  <a:pt x="1088066" y="61642"/>
                </a:lnTo>
                <a:lnTo>
                  <a:pt x="1088158" y="61350"/>
                </a:lnTo>
                <a:lnTo>
                  <a:pt x="1088253" y="61063"/>
                </a:lnTo>
                <a:lnTo>
                  <a:pt x="1088351" y="60783"/>
                </a:lnTo>
                <a:lnTo>
                  <a:pt x="1088451" y="60509"/>
                </a:lnTo>
                <a:lnTo>
                  <a:pt x="1088553" y="60241"/>
                </a:lnTo>
                <a:lnTo>
                  <a:pt x="1088658" y="59979"/>
                </a:lnTo>
                <a:lnTo>
                  <a:pt x="1088766" y="59723"/>
                </a:lnTo>
                <a:lnTo>
                  <a:pt x="1088876" y="59473"/>
                </a:lnTo>
                <a:lnTo>
                  <a:pt x="1088989" y="59229"/>
                </a:lnTo>
                <a:lnTo>
                  <a:pt x="1089104" y="58990"/>
                </a:lnTo>
                <a:lnTo>
                  <a:pt x="1089223" y="58757"/>
                </a:lnTo>
                <a:lnTo>
                  <a:pt x="1089345" y="58529"/>
                </a:lnTo>
                <a:lnTo>
                  <a:pt x="1089471" y="58307"/>
                </a:lnTo>
                <a:lnTo>
                  <a:pt x="1089600" y="58090"/>
                </a:lnTo>
                <a:lnTo>
                  <a:pt x="1089732" y="57878"/>
                </a:lnTo>
                <a:lnTo>
                  <a:pt x="1089868" y="57671"/>
                </a:lnTo>
                <a:lnTo>
                  <a:pt x="1090006" y="57470"/>
                </a:lnTo>
                <a:lnTo>
                  <a:pt x="1090149" y="57274"/>
                </a:lnTo>
                <a:lnTo>
                  <a:pt x="1090294" y="57083"/>
                </a:lnTo>
                <a:lnTo>
                  <a:pt x="1090443" y="56898"/>
                </a:lnTo>
                <a:lnTo>
                  <a:pt x="1090596" y="56717"/>
                </a:lnTo>
                <a:lnTo>
                  <a:pt x="1090752" y="56543"/>
                </a:lnTo>
                <a:lnTo>
                  <a:pt x="1090911" y="56373"/>
                </a:lnTo>
                <a:lnTo>
                  <a:pt x="1091073" y="56209"/>
                </a:lnTo>
                <a:lnTo>
                  <a:pt x="1091239" y="56050"/>
                </a:lnTo>
                <a:lnTo>
                  <a:pt x="1091408" y="55896"/>
                </a:lnTo>
                <a:lnTo>
                  <a:pt x="1091580" y="55748"/>
                </a:lnTo>
                <a:lnTo>
                  <a:pt x="1091756" y="55605"/>
                </a:lnTo>
                <a:lnTo>
                  <a:pt x="1091935" y="55467"/>
                </a:lnTo>
                <a:lnTo>
                  <a:pt x="1092118" y="55335"/>
                </a:lnTo>
                <a:lnTo>
                  <a:pt x="1092304" y="55208"/>
                </a:lnTo>
                <a:lnTo>
                  <a:pt x="1092493" y="55086"/>
                </a:lnTo>
                <a:lnTo>
                  <a:pt x="1092685" y="54969"/>
                </a:lnTo>
                <a:lnTo>
                  <a:pt x="1092881" y="54858"/>
                </a:lnTo>
                <a:lnTo>
                  <a:pt x="1093081" y="54751"/>
                </a:lnTo>
                <a:lnTo>
                  <a:pt x="1093284" y="54649"/>
                </a:lnTo>
                <a:lnTo>
                  <a:pt x="1093491" y="54552"/>
                </a:lnTo>
                <a:lnTo>
                  <a:pt x="1093702" y="54460"/>
                </a:lnTo>
                <a:lnTo>
                  <a:pt x="1093916" y="54372"/>
                </a:lnTo>
                <a:lnTo>
                  <a:pt x="1094134" y="54289"/>
                </a:lnTo>
                <a:lnTo>
                  <a:pt x="1094355" y="54210"/>
                </a:lnTo>
                <a:lnTo>
                  <a:pt x="1094580" y="54137"/>
                </a:lnTo>
                <a:lnTo>
                  <a:pt x="1094809" y="54068"/>
                </a:lnTo>
                <a:lnTo>
                  <a:pt x="1095041" y="54004"/>
                </a:lnTo>
                <a:lnTo>
                  <a:pt x="1095277" y="53945"/>
                </a:lnTo>
                <a:lnTo>
                  <a:pt x="1095517" y="53890"/>
                </a:lnTo>
                <a:lnTo>
                  <a:pt x="1095760" y="53840"/>
                </a:lnTo>
                <a:lnTo>
                  <a:pt x="1096007" y="53795"/>
                </a:lnTo>
                <a:lnTo>
                  <a:pt x="1096257" y="53755"/>
                </a:lnTo>
                <a:lnTo>
                  <a:pt x="1096511" y="53719"/>
                </a:lnTo>
                <a:lnTo>
                  <a:pt x="1096769" y="53689"/>
                </a:lnTo>
                <a:lnTo>
                  <a:pt x="1097030" y="53663"/>
                </a:lnTo>
                <a:lnTo>
                  <a:pt x="1097295" y="53641"/>
                </a:lnTo>
                <a:lnTo>
                  <a:pt x="1097564" y="53625"/>
                </a:lnTo>
                <a:lnTo>
                  <a:pt x="1097836" y="53613"/>
                </a:lnTo>
                <a:lnTo>
                  <a:pt x="1098112" y="53606"/>
                </a:lnTo>
                <a:lnTo>
                  <a:pt x="1098391" y="53603"/>
                </a:lnTo>
                <a:lnTo>
                  <a:pt x="1098723" y="53606"/>
                </a:lnTo>
                <a:lnTo>
                  <a:pt x="1099050" y="53616"/>
                </a:lnTo>
                <a:lnTo>
                  <a:pt x="1099371" y="53631"/>
                </a:lnTo>
                <a:lnTo>
                  <a:pt x="1099686" y="53652"/>
                </a:lnTo>
                <a:lnTo>
                  <a:pt x="1099996" y="53680"/>
                </a:lnTo>
                <a:lnTo>
                  <a:pt x="1100300" y="53714"/>
                </a:lnTo>
                <a:lnTo>
                  <a:pt x="1100598" y="53754"/>
                </a:lnTo>
                <a:lnTo>
                  <a:pt x="1100891" y="53800"/>
                </a:lnTo>
                <a:lnTo>
                  <a:pt x="1101179" y="53852"/>
                </a:lnTo>
                <a:lnTo>
                  <a:pt x="1101461" y="53910"/>
                </a:lnTo>
                <a:lnTo>
                  <a:pt x="1101737" y="53975"/>
                </a:lnTo>
                <a:lnTo>
                  <a:pt x="1102008" y="54045"/>
                </a:lnTo>
                <a:lnTo>
                  <a:pt x="1102273" y="54122"/>
                </a:lnTo>
                <a:lnTo>
                  <a:pt x="1102532" y="54205"/>
                </a:lnTo>
                <a:lnTo>
                  <a:pt x="1102786" y="54294"/>
                </a:lnTo>
                <a:lnTo>
                  <a:pt x="1103034" y="54389"/>
                </a:lnTo>
                <a:lnTo>
                  <a:pt x="1103277" y="54490"/>
                </a:lnTo>
                <a:lnTo>
                  <a:pt x="1103514" y="54598"/>
                </a:lnTo>
                <a:lnTo>
                  <a:pt x="1103746" y="54711"/>
                </a:lnTo>
                <a:lnTo>
                  <a:pt x="1103972" y="54831"/>
                </a:lnTo>
                <a:lnTo>
                  <a:pt x="1104193" y="54957"/>
                </a:lnTo>
                <a:lnTo>
                  <a:pt x="1104407" y="55089"/>
                </a:lnTo>
                <a:lnTo>
                  <a:pt x="1104617" y="55227"/>
                </a:lnTo>
                <a:lnTo>
                  <a:pt x="1104820" y="55371"/>
                </a:lnTo>
                <a:lnTo>
                  <a:pt x="1105019" y="55522"/>
                </a:lnTo>
                <a:lnTo>
                  <a:pt x="1105213" y="55679"/>
                </a:lnTo>
                <a:lnTo>
                  <a:pt x="1105403" y="55842"/>
                </a:lnTo>
                <a:lnTo>
                  <a:pt x="1105588" y="56011"/>
                </a:lnTo>
                <a:lnTo>
                  <a:pt x="1105769" y="56186"/>
                </a:lnTo>
                <a:lnTo>
                  <a:pt x="1105945" y="56368"/>
                </a:lnTo>
                <a:lnTo>
                  <a:pt x="1106117" y="56556"/>
                </a:lnTo>
                <a:lnTo>
                  <a:pt x="1106285" y="56751"/>
                </a:lnTo>
                <a:lnTo>
                  <a:pt x="1106448" y="56952"/>
                </a:lnTo>
                <a:lnTo>
                  <a:pt x="1106606" y="57159"/>
                </a:lnTo>
                <a:lnTo>
                  <a:pt x="1106760" y="57372"/>
                </a:lnTo>
                <a:lnTo>
                  <a:pt x="1106910" y="57591"/>
                </a:lnTo>
                <a:lnTo>
                  <a:pt x="1107055" y="57817"/>
                </a:lnTo>
                <a:lnTo>
                  <a:pt x="1107196" y="58049"/>
                </a:lnTo>
                <a:lnTo>
                  <a:pt x="1107332" y="58288"/>
                </a:lnTo>
                <a:lnTo>
                  <a:pt x="1107463" y="58532"/>
                </a:lnTo>
                <a:lnTo>
                  <a:pt x="1107591" y="58783"/>
                </a:lnTo>
                <a:lnTo>
                  <a:pt x="1107713" y="59040"/>
                </a:lnTo>
                <a:lnTo>
                  <a:pt x="1107832" y="59304"/>
                </a:lnTo>
                <a:lnTo>
                  <a:pt x="1107946" y="59574"/>
                </a:lnTo>
                <a:lnTo>
                  <a:pt x="1108055" y="59850"/>
                </a:lnTo>
                <a:lnTo>
                  <a:pt x="1108160" y="60132"/>
                </a:lnTo>
                <a:lnTo>
                  <a:pt x="1108260" y="60421"/>
                </a:lnTo>
                <a:lnTo>
                  <a:pt x="1108356" y="60716"/>
                </a:lnTo>
                <a:lnTo>
                  <a:pt x="1108448" y="61017"/>
                </a:lnTo>
                <a:lnTo>
                  <a:pt x="1108536" y="61324"/>
                </a:lnTo>
                <a:lnTo>
                  <a:pt x="1108620" y="61637"/>
                </a:lnTo>
                <a:lnTo>
                  <a:pt x="1108700" y="61956"/>
                </a:lnTo>
                <a:lnTo>
                  <a:pt x="1108776" y="62281"/>
                </a:lnTo>
                <a:lnTo>
                  <a:pt x="1108849" y="62612"/>
                </a:lnTo>
                <a:lnTo>
                  <a:pt x="1108917" y="62949"/>
                </a:lnTo>
                <a:lnTo>
                  <a:pt x="1108981" y="63292"/>
                </a:lnTo>
                <a:lnTo>
                  <a:pt x="1109042" y="63641"/>
                </a:lnTo>
                <a:lnTo>
                  <a:pt x="1109099" y="63996"/>
                </a:lnTo>
                <a:lnTo>
                  <a:pt x="1109151" y="64357"/>
                </a:lnTo>
                <a:lnTo>
                  <a:pt x="1109200" y="64724"/>
                </a:lnTo>
                <a:lnTo>
                  <a:pt x="1109245" y="65097"/>
                </a:lnTo>
                <a:lnTo>
                  <a:pt x="1109286" y="65476"/>
                </a:lnTo>
                <a:lnTo>
                  <a:pt x="1109323" y="65861"/>
                </a:lnTo>
                <a:lnTo>
                  <a:pt x="1109357" y="66252"/>
                </a:lnTo>
                <a:lnTo>
                  <a:pt x="1109386" y="66649"/>
                </a:lnTo>
                <a:lnTo>
                  <a:pt x="1109411" y="67052"/>
                </a:lnTo>
                <a:lnTo>
                  <a:pt x="1109433" y="67461"/>
                </a:lnTo>
                <a:lnTo>
                  <a:pt x="1109450" y="67876"/>
                </a:lnTo>
                <a:lnTo>
                  <a:pt x="1109464" y="68297"/>
                </a:lnTo>
                <a:lnTo>
                  <a:pt x="1109474" y="68724"/>
                </a:lnTo>
                <a:lnTo>
                  <a:pt x="1109480" y="69157"/>
                </a:lnTo>
                <a:lnTo>
                  <a:pt x="1109482" y="69596"/>
                </a:lnTo>
                <a:lnTo>
                  <a:pt x="1109482" y="71605"/>
                </a:lnTo>
                <a:lnTo>
                  <a:pt x="1086510" y="71605"/>
                </a:lnTo>
                <a:lnTo>
                  <a:pt x="1086525" y="71359"/>
                </a:lnTo>
                <a:lnTo>
                  <a:pt x="1086555" y="70908"/>
                </a:lnTo>
                <a:lnTo>
                  <a:pt x="1086588" y="70463"/>
                </a:lnTo>
                <a:lnTo>
                  <a:pt x="1086622" y="70024"/>
                </a:lnTo>
                <a:close/>
                <a:moveTo>
                  <a:pt x="579253" y="115213"/>
                </a:moveTo>
                <a:lnTo>
                  <a:pt x="579333" y="115615"/>
                </a:lnTo>
                <a:lnTo>
                  <a:pt x="579425" y="116011"/>
                </a:lnTo>
                <a:lnTo>
                  <a:pt x="579529" y="116401"/>
                </a:lnTo>
                <a:lnTo>
                  <a:pt x="579646" y="116784"/>
                </a:lnTo>
                <a:lnTo>
                  <a:pt x="579775" y="117162"/>
                </a:lnTo>
                <a:lnTo>
                  <a:pt x="579916" y="117533"/>
                </a:lnTo>
                <a:lnTo>
                  <a:pt x="580069" y="117899"/>
                </a:lnTo>
                <a:lnTo>
                  <a:pt x="580235" y="118258"/>
                </a:lnTo>
                <a:lnTo>
                  <a:pt x="580413" y="118611"/>
                </a:lnTo>
                <a:lnTo>
                  <a:pt x="580604" y="118958"/>
                </a:lnTo>
                <a:lnTo>
                  <a:pt x="580806" y="119298"/>
                </a:lnTo>
                <a:lnTo>
                  <a:pt x="581021" y="119633"/>
                </a:lnTo>
                <a:lnTo>
                  <a:pt x="581248" y="119961"/>
                </a:lnTo>
                <a:lnTo>
                  <a:pt x="581488" y="120284"/>
                </a:lnTo>
                <a:lnTo>
                  <a:pt x="581739" y="120600"/>
                </a:lnTo>
                <a:lnTo>
                  <a:pt x="582003" y="120910"/>
                </a:lnTo>
                <a:lnTo>
                  <a:pt x="582279" y="121214"/>
                </a:lnTo>
                <a:lnTo>
                  <a:pt x="582568" y="121511"/>
                </a:lnTo>
                <a:lnTo>
                  <a:pt x="582867" y="121800"/>
                </a:lnTo>
                <a:lnTo>
                  <a:pt x="583175" y="122076"/>
                </a:lnTo>
                <a:lnTo>
                  <a:pt x="583491" y="122340"/>
                </a:lnTo>
                <a:lnTo>
                  <a:pt x="583816" y="122592"/>
                </a:lnTo>
                <a:lnTo>
                  <a:pt x="584149" y="122831"/>
                </a:lnTo>
                <a:lnTo>
                  <a:pt x="584492" y="123058"/>
                </a:lnTo>
                <a:lnTo>
                  <a:pt x="584843" y="123273"/>
                </a:lnTo>
                <a:lnTo>
                  <a:pt x="585202" y="123476"/>
                </a:lnTo>
                <a:lnTo>
                  <a:pt x="585570" y="123666"/>
                </a:lnTo>
                <a:lnTo>
                  <a:pt x="585947" y="123844"/>
                </a:lnTo>
                <a:lnTo>
                  <a:pt x="586333" y="124010"/>
                </a:lnTo>
                <a:lnTo>
                  <a:pt x="586727" y="124163"/>
                </a:lnTo>
                <a:lnTo>
                  <a:pt x="587130" y="124305"/>
                </a:lnTo>
                <a:lnTo>
                  <a:pt x="587541" y="124434"/>
                </a:lnTo>
                <a:lnTo>
                  <a:pt x="587961" y="124550"/>
                </a:lnTo>
                <a:lnTo>
                  <a:pt x="588390" y="124655"/>
                </a:lnTo>
                <a:lnTo>
                  <a:pt x="588827" y="124747"/>
                </a:lnTo>
                <a:lnTo>
                  <a:pt x="589273" y="124827"/>
                </a:lnTo>
                <a:lnTo>
                  <a:pt x="589728" y="124894"/>
                </a:lnTo>
                <a:lnTo>
                  <a:pt x="590191" y="124949"/>
                </a:lnTo>
                <a:lnTo>
                  <a:pt x="590663" y="124992"/>
                </a:lnTo>
                <a:lnTo>
                  <a:pt x="591144" y="125023"/>
                </a:lnTo>
                <a:lnTo>
                  <a:pt x="591633" y="125041"/>
                </a:lnTo>
                <a:lnTo>
                  <a:pt x="592131" y="125048"/>
                </a:lnTo>
                <a:lnTo>
                  <a:pt x="592629" y="125041"/>
                </a:lnTo>
                <a:lnTo>
                  <a:pt x="593119" y="125023"/>
                </a:lnTo>
                <a:lnTo>
                  <a:pt x="593599" y="124992"/>
                </a:lnTo>
                <a:lnTo>
                  <a:pt x="594071" y="124949"/>
                </a:lnTo>
                <a:lnTo>
                  <a:pt x="594535" y="124894"/>
                </a:lnTo>
                <a:lnTo>
                  <a:pt x="594989" y="124827"/>
                </a:lnTo>
                <a:lnTo>
                  <a:pt x="595435" y="124747"/>
                </a:lnTo>
                <a:lnTo>
                  <a:pt x="595873" y="124655"/>
                </a:lnTo>
                <a:lnTo>
                  <a:pt x="596302" y="124550"/>
                </a:lnTo>
                <a:lnTo>
                  <a:pt x="596722" y="124434"/>
                </a:lnTo>
                <a:lnTo>
                  <a:pt x="597133" y="124305"/>
                </a:lnTo>
                <a:lnTo>
                  <a:pt x="597536" y="124163"/>
                </a:lnTo>
                <a:lnTo>
                  <a:pt x="597930" y="124010"/>
                </a:lnTo>
                <a:lnTo>
                  <a:pt x="598316" y="123844"/>
                </a:lnTo>
                <a:lnTo>
                  <a:pt x="598692" y="123666"/>
                </a:lnTo>
                <a:lnTo>
                  <a:pt x="599061" y="123476"/>
                </a:lnTo>
                <a:lnTo>
                  <a:pt x="599420" y="123273"/>
                </a:lnTo>
                <a:lnTo>
                  <a:pt x="599771" y="123058"/>
                </a:lnTo>
                <a:lnTo>
                  <a:pt x="600113" y="122831"/>
                </a:lnTo>
                <a:lnTo>
                  <a:pt x="600447" y="122592"/>
                </a:lnTo>
                <a:lnTo>
                  <a:pt x="600772" y="122340"/>
                </a:lnTo>
                <a:lnTo>
                  <a:pt x="601088" y="122076"/>
                </a:lnTo>
                <a:lnTo>
                  <a:pt x="601396" y="121800"/>
                </a:lnTo>
                <a:lnTo>
                  <a:pt x="601695" y="121511"/>
                </a:lnTo>
                <a:lnTo>
                  <a:pt x="601983" y="121214"/>
                </a:lnTo>
                <a:lnTo>
                  <a:pt x="602260" y="120910"/>
                </a:lnTo>
                <a:lnTo>
                  <a:pt x="602524" y="120600"/>
                </a:lnTo>
                <a:lnTo>
                  <a:pt x="602775" y="120284"/>
                </a:lnTo>
                <a:lnTo>
                  <a:pt x="603015" y="119961"/>
                </a:lnTo>
                <a:lnTo>
                  <a:pt x="603242" y="119633"/>
                </a:lnTo>
                <a:lnTo>
                  <a:pt x="603457" y="119298"/>
                </a:lnTo>
                <a:lnTo>
                  <a:pt x="603659" y="118958"/>
                </a:lnTo>
                <a:lnTo>
                  <a:pt x="603850" y="118611"/>
                </a:lnTo>
                <a:lnTo>
                  <a:pt x="604028" y="118258"/>
                </a:lnTo>
                <a:lnTo>
                  <a:pt x="604193" y="117899"/>
                </a:lnTo>
                <a:lnTo>
                  <a:pt x="604347" y="117533"/>
                </a:lnTo>
                <a:lnTo>
                  <a:pt x="604488" y="117162"/>
                </a:lnTo>
                <a:lnTo>
                  <a:pt x="604617" y="116784"/>
                </a:lnTo>
                <a:lnTo>
                  <a:pt x="604734" y="116401"/>
                </a:lnTo>
                <a:lnTo>
                  <a:pt x="604838" y="116011"/>
                </a:lnTo>
                <a:lnTo>
                  <a:pt x="604930" y="115615"/>
                </a:lnTo>
                <a:lnTo>
                  <a:pt x="605010" y="115213"/>
                </a:lnTo>
                <a:lnTo>
                  <a:pt x="605077" y="114805"/>
                </a:lnTo>
                <a:lnTo>
                  <a:pt x="605133" y="114390"/>
                </a:lnTo>
                <a:lnTo>
                  <a:pt x="605176" y="113970"/>
                </a:lnTo>
                <a:lnTo>
                  <a:pt x="605206" y="113543"/>
                </a:lnTo>
                <a:lnTo>
                  <a:pt x="605225" y="113110"/>
                </a:lnTo>
                <a:lnTo>
                  <a:pt x="605231" y="112671"/>
                </a:lnTo>
                <a:lnTo>
                  <a:pt x="605225" y="112232"/>
                </a:lnTo>
                <a:lnTo>
                  <a:pt x="605206" y="111799"/>
                </a:lnTo>
                <a:lnTo>
                  <a:pt x="605176" y="111372"/>
                </a:lnTo>
                <a:lnTo>
                  <a:pt x="605133" y="110951"/>
                </a:lnTo>
                <a:lnTo>
                  <a:pt x="605077" y="110536"/>
                </a:lnTo>
                <a:lnTo>
                  <a:pt x="605010" y="110127"/>
                </a:lnTo>
                <a:lnTo>
                  <a:pt x="604930" y="109724"/>
                </a:lnTo>
                <a:lnTo>
                  <a:pt x="604838" y="109327"/>
                </a:lnTo>
                <a:lnTo>
                  <a:pt x="604734" y="108936"/>
                </a:lnTo>
                <a:lnTo>
                  <a:pt x="604617" y="108551"/>
                </a:lnTo>
                <a:lnTo>
                  <a:pt x="604488" y="108172"/>
                </a:lnTo>
                <a:lnTo>
                  <a:pt x="604347" y="107799"/>
                </a:lnTo>
                <a:lnTo>
                  <a:pt x="604193" y="107432"/>
                </a:lnTo>
                <a:lnTo>
                  <a:pt x="604028" y="107071"/>
                </a:lnTo>
                <a:lnTo>
                  <a:pt x="603850" y="106716"/>
                </a:lnTo>
                <a:lnTo>
                  <a:pt x="603659" y="106367"/>
                </a:lnTo>
                <a:lnTo>
                  <a:pt x="603457" y="106024"/>
                </a:lnTo>
                <a:lnTo>
                  <a:pt x="603242" y="105687"/>
                </a:lnTo>
                <a:lnTo>
                  <a:pt x="603015" y="105356"/>
                </a:lnTo>
                <a:lnTo>
                  <a:pt x="602775" y="105031"/>
                </a:lnTo>
                <a:lnTo>
                  <a:pt x="602524" y="104712"/>
                </a:lnTo>
                <a:lnTo>
                  <a:pt x="602260" y="104399"/>
                </a:lnTo>
                <a:lnTo>
                  <a:pt x="601983" y="104092"/>
                </a:lnTo>
                <a:lnTo>
                  <a:pt x="601695" y="103791"/>
                </a:lnTo>
                <a:lnTo>
                  <a:pt x="601396" y="103499"/>
                </a:lnTo>
                <a:lnTo>
                  <a:pt x="601088" y="103220"/>
                </a:lnTo>
                <a:lnTo>
                  <a:pt x="600772" y="102953"/>
                </a:lnTo>
                <a:lnTo>
                  <a:pt x="600447" y="102698"/>
                </a:lnTo>
                <a:lnTo>
                  <a:pt x="600113" y="102456"/>
                </a:lnTo>
                <a:lnTo>
                  <a:pt x="599771" y="102226"/>
                </a:lnTo>
                <a:lnTo>
                  <a:pt x="599420" y="102009"/>
                </a:lnTo>
                <a:lnTo>
                  <a:pt x="599061" y="101804"/>
                </a:lnTo>
                <a:lnTo>
                  <a:pt x="598692" y="101612"/>
                </a:lnTo>
                <a:lnTo>
                  <a:pt x="598316" y="101432"/>
                </a:lnTo>
                <a:lnTo>
                  <a:pt x="597930" y="101264"/>
                </a:lnTo>
                <a:lnTo>
                  <a:pt x="597536" y="101109"/>
                </a:lnTo>
                <a:lnTo>
                  <a:pt x="597133" y="100966"/>
                </a:lnTo>
                <a:lnTo>
                  <a:pt x="596722" y="100836"/>
                </a:lnTo>
                <a:lnTo>
                  <a:pt x="596302" y="100718"/>
                </a:lnTo>
                <a:lnTo>
                  <a:pt x="595873" y="100612"/>
                </a:lnTo>
                <a:lnTo>
                  <a:pt x="595435" y="100519"/>
                </a:lnTo>
                <a:lnTo>
                  <a:pt x="594989" y="100438"/>
                </a:lnTo>
                <a:lnTo>
                  <a:pt x="594535" y="100370"/>
                </a:lnTo>
                <a:lnTo>
                  <a:pt x="594071" y="100314"/>
                </a:lnTo>
                <a:lnTo>
                  <a:pt x="593599" y="100271"/>
                </a:lnTo>
                <a:lnTo>
                  <a:pt x="593119" y="100240"/>
                </a:lnTo>
                <a:lnTo>
                  <a:pt x="592629" y="100221"/>
                </a:lnTo>
                <a:lnTo>
                  <a:pt x="592131" y="100215"/>
                </a:lnTo>
                <a:lnTo>
                  <a:pt x="591633" y="100221"/>
                </a:lnTo>
                <a:lnTo>
                  <a:pt x="591144" y="100240"/>
                </a:lnTo>
                <a:lnTo>
                  <a:pt x="590663" y="100271"/>
                </a:lnTo>
                <a:lnTo>
                  <a:pt x="590191" y="100314"/>
                </a:lnTo>
                <a:lnTo>
                  <a:pt x="589728" y="100370"/>
                </a:lnTo>
                <a:lnTo>
                  <a:pt x="589273" y="100438"/>
                </a:lnTo>
                <a:lnTo>
                  <a:pt x="588827" y="100519"/>
                </a:lnTo>
                <a:lnTo>
                  <a:pt x="588390" y="100612"/>
                </a:lnTo>
                <a:lnTo>
                  <a:pt x="587961" y="100718"/>
                </a:lnTo>
                <a:lnTo>
                  <a:pt x="587541" y="100836"/>
                </a:lnTo>
                <a:lnTo>
                  <a:pt x="587130" y="100966"/>
                </a:lnTo>
                <a:lnTo>
                  <a:pt x="586727" y="101109"/>
                </a:lnTo>
                <a:lnTo>
                  <a:pt x="586333" y="101264"/>
                </a:lnTo>
                <a:lnTo>
                  <a:pt x="585947" y="101432"/>
                </a:lnTo>
                <a:lnTo>
                  <a:pt x="585570" y="101612"/>
                </a:lnTo>
                <a:lnTo>
                  <a:pt x="585202" y="101804"/>
                </a:lnTo>
                <a:lnTo>
                  <a:pt x="584843" y="102009"/>
                </a:lnTo>
                <a:lnTo>
                  <a:pt x="584492" y="102226"/>
                </a:lnTo>
                <a:lnTo>
                  <a:pt x="584149" y="102456"/>
                </a:lnTo>
                <a:lnTo>
                  <a:pt x="583816" y="102698"/>
                </a:lnTo>
                <a:lnTo>
                  <a:pt x="583491" y="102953"/>
                </a:lnTo>
                <a:lnTo>
                  <a:pt x="583175" y="103220"/>
                </a:lnTo>
                <a:lnTo>
                  <a:pt x="582867" y="103499"/>
                </a:lnTo>
                <a:lnTo>
                  <a:pt x="582568" y="103791"/>
                </a:lnTo>
                <a:lnTo>
                  <a:pt x="582279" y="104092"/>
                </a:lnTo>
                <a:lnTo>
                  <a:pt x="582003" y="104399"/>
                </a:lnTo>
                <a:lnTo>
                  <a:pt x="581739" y="104712"/>
                </a:lnTo>
                <a:lnTo>
                  <a:pt x="581488" y="105031"/>
                </a:lnTo>
                <a:lnTo>
                  <a:pt x="581248" y="105356"/>
                </a:lnTo>
                <a:lnTo>
                  <a:pt x="581021" y="105687"/>
                </a:lnTo>
                <a:lnTo>
                  <a:pt x="580806" y="106024"/>
                </a:lnTo>
                <a:lnTo>
                  <a:pt x="580604" y="106367"/>
                </a:lnTo>
                <a:lnTo>
                  <a:pt x="580413" y="106716"/>
                </a:lnTo>
                <a:lnTo>
                  <a:pt x="580235" y="107071"/>
                </a:lnTo>
                <a:lnTo>
                  <a:pt x="580069" y="107432"/>
                </a:lnTo>
                <a:lnTo>
                  <a:pt x="579916" y="107799"/>
                </a:lnTo>
                <a:lnTo>
                  <a:pt x="579775" y="108172"/>
                </a:lnTo>
                <a:lnTo>
                  <a:pt x="579646" y="108551"/>
                </a:lnTo>
                <a:lnTo>
                  <a:pt x="579529" y="108936"/>
                </a:lnTo>
                <a:lnTo>
                  <a:pt x="579425" y="109327"/>
                </a:lnTo>
                <a:lnTo>
                  <a:pt x="579333" y="109724"/>
                </a:lnTo>
                <a:lnTo>
                  <a:pt x="579253" y="110127"/>
                </a:lnTo>
                <a:lnTo>
                  <a:pt x="579185" y="110536"/>
                </a:lnTo>
                <a:lnTo>
                  <a:pt x="579130" y="110951"/>
                </a:lnTo>
                <a:lnTo>
                  <a:pt x="579087" y="111372"/>
                </a:lnTo>
                <a:lnTo>
                  <a:pt x="579056" y="111799"/>
                </a:lnTo>
                <a:lnTo>
                  <a:pt x="579038" y="112232"/>
                </a:lnTo>
                <a:lnTo>
                  <a:pt x="579032" y="112671"/>
                </a:lnTo>
                <a:lnTo>
                  <a:pt x="579038" y="113110"/>
                </a:lnTo>
                <a:lnTo>
                  <a:pt x="579056" y="113543"/>
                </a:lnTo>
                <a:lnTo>
                  <a:pt x="579087" y="113970"/>
                </a:lnTo>
                <a:lnTo>
                  <a:pt x="579130" y="114390"/>
                </a:lnTo>
                <a:lnTo>
                  <a:pt x="579185" y="114805"/>
                </a:lnTo>
                <a:lnTo>
                  <a:pt x="579253" y="115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Deepseek-R1">
            <a:extLst xmlns:a="http://schemas.openxmlformats.org/drawingml/2006/main">
              <a:ext uri="{FF2B5EF4-FFF2-40B4-BE49-F238E27FC236}">
                <a16:creationId xmlns:a16="http://schemas.microsoft.com/office/drawing/2014/main" id="{E8D6926D-37FE-4C8A-9E4D-C4C17C0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827" y="3548973"/>
            <a:ext cx="843177" cy="156872"/>
          </a:xfrm>
          <a:custGeom xmlns:a="http://schemas.openxmlformats.org/drawingml/2006/main">
            <a:pathLst>
              <a:path w="843177" h="156872">
                <a:moveTo>
                  <a:pt x="9885" y="123440"/>
                </a:moveTo>
                <a:lnTo>
                  <a:pt x="23547" y="123440"/>
                </a:lnTo>
                <a:lnTo>
                  <a:pt x="30539" y="123440"/>
                </a:lnTo>
                <a:lnTo>
                  <a:pt x="31399" y="123434"/>
                </a:lnTo>
                <a:lnTo>
                  <a:pt x="32252" y="123417"/>
                </a:lnTo>
                <a:lnTo>
                  <a:pt x="33099" y="123389"/>
                </a:lnTo>
                <a:lnTo>
                  <a:pt x="33938" y="123349"/>
                </a:lnTo>
                <a:lnTo>
                  <a:pt x="34771" y="123297"/>
                </a:lnTo>
                <a:lnTo>
                  <a:pt x="35597" y="123234"/>
                </a:lnTo>
                <a:lnTo>
                  <a:pt x="36415" y="123160"/>
                </a:lnTo>
                <a:lnTo>
                  <a:pt x="37227" y="123074"/>
                </a:lnTo>
                <a:lnTo>
                  <a:pt x="38031" y="122977"/>
                </a:lnTo>
                <a:lnTo>
                  <a:pt x="38829" y="122868"/>
                </a:lnTo>
                <a:lnTo>
                  <a:pt x="39620" y="122748"/>
                </a:lnTo>
                <a:lnTo>
                  <a:pt x="40403" y="122616"/>
                </a:lnTo>
                <a:lnTo>
                  <a:pt x="41180" y="122473"/>
                </a:lnTo>
                <a:lnTo>
                  <a:pt x="41950" y="122319"/>
                </a:lnTo>
                <a:lnTo>
                  <a:pt x="42713" y="122153"/>
                </a:lnTo>
                <a:lnTo>
                  <a:pt x="43468" y="121976"/>
                </a:lnTo>
                <a:lnTo>
                  <a:pt x="44217" y="121787"/>
                </a:lnTo>
                <a:lnTo>
                  <a:pt x="44959" y="121587"/>
                </a:lnTo>
                <a:lnTo>
                  <a:pt x="45694" y="121375"/>
                </a:lnTo>
                <a:lnTo>
                  <a:pt x="46422" y="121152"/>
                </a:lnTo>
                <a:lnTo>
                  <a:pt x="47143" y="120918"/>
                </a:lnTo>
                <a:lnTo>
                  <a:pt x="47857" y="120672"/>
                </a:lnTo>
                <a:lnTo>
                  <a:pt x="48564" y="120414"/>
                </a:lnTo>
                <a:lnTo>
                  <a:pt x="49264" y="120145"/>
                </a:lnTo>
                <a:lnTo>
                  <a:pt x="49956" y="119865"/>
                </a:lnTo>
                <a:lnTo>
                  <a:pt x="50640" y="119575"/>
                </a:lnTo>
                <a:lnTo>
                  <a:pt x="51315" y="119274"/>
                </a:lnTo>
                <a:lnTo>
                  <a:pt x="51981" y="118963"/>
                </a:lnTo>
                <a:lnTo>
                  <a:pt x="52640" y="118642"/>
                </a:lnTo>
                <a:lnTo>
                  <a:pt x="53289" y="118309"/>
                </a:lnTo>
                <a:lnTo>
                  <a:pt x="53931" y="117967"/>
                </a:lnTo>
                <a:lnTo>
                  <a:pt x="54563" y="117614"/>
                </a:lnTo>
                <a:lnTo>
                  <a:pt x="55187" y="117250"/>
                </a:lnTo>
                <a:lnTo>
                  <a:pt x="55803" y="116876"/>
                </a:lnTo>
                <a:lnTo>
                  <a:pt x="56410" y="116492"/>
                </a:lnTo>
                <a:lnTo>
                  <a:pt x="57009" y="116097"/>
                </a:lnTo>
                <a:lnTo>
                  <a:pt x="57599" y="115692"/>
                </a:lnTo>
                <a:lnTo>
                  <a:pt x="58180" y="115276"/>
                </a:lnTo>
                <a:lnTo>
                  <a:pt x="58754" y="114849"/>
                </a:lnTo>
                <a:lnTo>
                  <a:pt x="59318" y="114413"/>
                </a:lnTo>
                <a:lnTo>
                  <a:pt x="59874" y="113965"/>
                </a:lnTo>
                <a:lnTo>
                  <a:pt x="60422" y="113508"/>
                </a:lnTo>
                <a:lnTo>
                  <a:pt x="60961" y="113039"/>
                </a:lnTo>
                <a:lnTo>
                  <a:pt x="61491" y="112561"/>
                </a:lnTo>
                <a:lnTo>
                  <a:pt x="62013" y="112072"/>
                </a:lnTo>
                <a:lnTo>
                  <a:pt x="62527" y="111572"/>
                </a:lnTo>
                <a:lnTo>
                  <a:pt x="63032" y="111062"/>
                </a:lnTo>
                <a:lnTo>
                  <a:pt x="63528" y="110542"/>
                </a:lnTo>
                <a:lnTo>
                  <a:pt x="64016" y="110011"/>
                </a:lnTo>
                <a:lnTo>
                  <a:pt x="64494" y="109470"/>
                </a:lnTo>
                <a:lnTo>
                  <a:pt x="64963" y="108920"/>
                </a:lnTo>
                <a:lnTo>
                  <a:pt x="65422" y="108360"/>
                </a:lnTo>
                <a:lnTo>
                  <a:pt x="65873" y="107789"/>
                </a:lnTo>
                <a:lnTo>
                  <a:pt x="66313" y="107209"/>
                </a:lnTo>
                <a:lnTo>
                  <a:pt x="66745" y="106619"/>
                </a:lnTo>
                <a:lnTo>
                  <a:pt x="67167" y="106019"/>
                </a:lnTo>
                <a:lnTo>
                  <a:pt x="67580" y="105409"/>
                </a:lnTo>
                <a:lnTo>
                  <a:pt x="67983" y="104789"/>
                </a:lnTo>
                <a:lnTo>
                  <a:pt x="68377" y="104159"/>
                </a:lnTo>
                <a:lnTo>
                  <a:pt x="68762" y="103520"/>
                </a:lnTo>
                <a:lnTo>
                  <a:pt x="69137" y="102870"/>
                </a:lnTo>
                <a:lnTo>
                  <a:pt x="69503" y="102211"/>
                </a:lnTo>
                <a:lnTo>
                  <a:pt x="69860" y="101541"/>
                </a:lnTo>
                <a:lnTo>
                  <a:pt x="70208" y="100862"/>
                </a:lnTo>
                <a:lnTo>
                  <a:pt x="70546" y="100173"/>
                </a:lnTo>
                <a:lnTo>
                  <a:pt x="70874" y="99474"/>
                </a:lnTo>
                <a:lnTo>
                  <a:pt x="71193" y="98765"/>
                </a:lnTo>
                <a:lnTo>
                  <a:pt x="71503" y="98046"/>
                </a:lnTo>
                <a:lnTo>
                  <a:pt x="71804" y="97317"/>
                </a:lnTo>
                <a:lnTo>
                  <a:pt x="72095" y="96579"/>
                </a:lnTo>
                <a:lnTo>
                  <a:pt x="72377" y="95830"/>
                </a:lnTo>
                <a:lnTo>
                  <a:pt x="72650" y="95071"/>
                </a:lnTo>
                <a:lnTo>
                  <a:pt x="72912" y="94303"/>
                </a:lnTo>
                <a:lnTo>
                  <a:pt x="73163" y="93526"/>
                </a:lnTo>
                <a:lnTo>
                  <a:pt x="73403" y="92738"/>
                </a:lnTo>
                <a:lnTo>
                  <a:pt x="73632" y="91942"/>
                </a:lnTo>
                <a:lnTo>
                  <a:pt x="73850" y="91136"/>
                </a:lnTo>
                <a:lnTo>
                  <a:pt x="74056" y="90320"/>
                </a:lnTo>
                <a:lnTo>
                  <a:pt x="74251" y="89495"/>
                </a:lnTo>
                <a:lnTo>
                  <a:pt x="74436" y="88660"/>
                </a:lnTo>
                <a:lnTo>
                  <a:pt x="74609" y="87816"/>
                </a:lnTo>
                <a:lnTo>
                  <a:pt x="74770" y="86962"/>
                </a:lnTo>
                <a:lnTo>
                  <a:pt x="74921" y="86099"/>
                </a:lnTo>
                <a:lnTo>
                  <a:pt x="75061" y="85227"/>
                </a:lnTo>
                <a:lnTo>
                  <a:pt x="75189" y="84345"/>
                </a:lnTo>
                <a:lnTo>
                  <a:pt x="75306" y="83453"/>
                </a:lnTo>
                <a:lnTo>
                  <a:pt x="75412" y="82552"/>
                </a:lnTo>
                <a:lnTo>
                  <a:pt x="75507" y="81642"/>
                </a:lnTo>
                <a:lnTo>
                  <a:pt x="75591" y="80722"/>
                </a:lnTo>
                <a:lnTo>
                  <a:pt x="75663" y="79792"/>
                </a:lnTo>
                <a:lnTo>
                  <a:pt x="75725" y="78853"/>
                </a:lnTo>
                <a:lnTo>
                  <a:pt x="75775" y="77905"/>
                </a:lnTo>
                <a:lnTo>
                  <a:pt x="75814" y="76947"/>
                </a:lnTo>
                <a:lnTo>
                  <a:pt x="75842" y="75979"/>
                </a:lnTo>
                <a:lnTo>
                  <a:pt x="75859" y="75002"/>
                </a:lnTo>
                <a:lnTo>
                  <a:pt x="75864" y="74016"/>
                </a:lnTo>
                <a:lnTo>
                  <a:pt x="75864" y="55934"/>
                </a:lnTo>
                <a:lnTo>
                  <a:pt x="75859" y="54954"/>
                </a:lnTo>
                <a:lnTo>
                  <a:pt x="75842" y="53983"/>
                </a:lnTo>
                <a:lnTo>
                  <a:pt x="75814" y="53021"/>
                </a:lnTo>
                <a:lnTo>
                  <a:pt x="75775" y="52067"/>
                </a:lnTo>
                <a:lnTo>
                  <a:pt x="75725" y="51123"/>
                </a:lnTo>
                <a:lnTo>
                  <a:pt x="75663" y="50188"/>
                </a:lnTo>
                <a:lnTo>
                  <a:pt x="75591" y="49261"/>
                </a:lnTo>
                <a:lnTo>
                  <a:pt x="75507" y="48344"/>
                </a:lnTo>
                <a:lnTo>
                  <a:pt x="75412" y="47435"/>
                </a:lnTo>
                <a:lnTo>
                  <a:pt x="75306" y="46536"/>
                </a:lnTo>
                <a:lnTo>
                  <a:pt x="75189" y="45645"/>
                </a:lnTo>
                <a:lnTo>
                  <a:pt x="75061" y="44763"/>
                </a:lnTo>
                <a:lnTo>
                  <a:pt x="74921" y="43890"/>
                </a:lnTo>
                <a:lnTo>
                  <a:pt x="74770" y="43026"/>
                </a:lnTo>
                <a:lnTo>
                  <a:pt x="74609" y="42171"/>
                </a:lnTo>
                <a:lnTo>
                  <a:pt x="74436" y="41325"/>
                </a:lnTo>
                <a:lnTo>
                  <a:pt x="74251" y="40488"/>
                </a:lnTo>
                <a:lnTo>
                  <a:pt x="74056" y="39660"/>
                </a:lnTo>
                <a:lnTo>
                  <a:pt x="73850" y="38841"/>
                </a:lnTo>
                <a:lnTo>
                  <a:pt x="73632" y="38030"/>
                </a:lnTo>
                <a:lnTo>
                  <a:pt x="73403" y="37229"/>
                </a:lnTo>
                <a:lnTo>
                  <a:pt x="73163" y="36436"/>
                </a:lnTo>
                <a:lnTo>
                  <a:pt x="72912" y="35653"/>
                </a:lnTo>
                <a:lnTo>
                  <a:pt x="72650" y="34878"/>
                </a:lnTo>
                <a:lnTo>
                  <a:pt x="72377" y="34113"/>
                </a:lnTo>
                <a:lnTo>
                  <a:pt x="72095" y="33358"/>
                </a:lnTo>
                <a:lnTo>
                  <a:pt x="71803" y="32614"/>
                </a:lnTo>
                <a:lnTo>
                  <a:pt x="71502" y="31879"/>
                </a:lnTo>
                <a:lnTo>
                  <a:pt x="71192" y="31155"/>
                </a:lnTo>
                <a:lnTo>
                  <a:pt x="70872" y="30441"/>
                </a:lnTo>
                <a:lnTo>
                  <a:pt x="70542" y="29737"/>
                </a:lnTo>
                <a:lnTo>
                  <a:pt x="70203" y="29043"/>
                </a:lnTo>
                <a:lnTo>
                  <a:pt x="69855" y="28359"/>
                </a:lnTo>
                <a:lnTo>
                  <a:pt x="69497" y="27686"/>
                </a:lnTo>
                <a:lnTo>
                  <a:pt x="69129" y="27023"/>
                </a:lnTo>
                <a:lnTo>
                  <a:pt x="68752" y="26370"/>
                </a:lnTo>
                <a:lnTo>
                  <a:pt x="68366" y="25727"/>
                </a:lnTo>
                <a:lnTo>
                  <a:pt x="67970" y="25094"/>
                </a:lnTo>
                <a:lnTo>
                  <a:pt x="67564" y="24472"/>
                </a:lnTo>
                <a:lnTo>
                  <a:pt x="67149" y="23859"/>
                </a:lnTo>
                <a:lnTo>
                  <a:pt x="66725" y="23257"/>
                </a:lnTo>
                <a:lnTo>
                  <a:pt x="66291" y="22665"/>
                </a:lnTo>
                <a:lnTo>
                  <a:pt x="65847" y="22084"/>
                </a:lnTo>
                <a:lnTo>
                  <a:pt x="65395" y="21512"/>
                </a:lnTo>
                <a:lnTo>
                  <a:pt x="64932" y="20951"/>
                </a:lnTo>
                <a:lnTo>
                  <a:pt x="64460" y="20400"/>
                </a:lnTo>
                <a:lnTo>
                  <a:pt x="63979" y="19859"/>
                </a:lnTo>
                <a:lnTo>
                  <a:pt x="63488" y="19328"/>
                </a:lnTo>
                <a:lnTo>
                  <a:pt x="62989" y="18807"/>
                </a:lnTo>
                <a:lnTo>
                  <a:pt x="62481" y="18297"/>
                </a:lnTo>
                <a:lnTo>
                  <a:pt x="61965" y="17798"/>
                </a:lnTo>
                <a:lnTo>
                  <a:pt x="61441" y="17309"/>
                </a:lnTo>
                <a:lnTo>
                  <a:pt x="60909" y="16830"/>
                </a:lnTo>
                <a:lnTo>
                  <a:pt x="60369" y="16362"/>
                </a:lnTo>
                <a:lnTo>
                  <a:pt x="59821" y="15904"/>
                </a:lnTo>
                <a:lnTo>
                  <a:pt x="59265" y="15457"/>
                </a:lnTo>
                <a:lnTo>
                  <a:pt x="58700" y="15020"/>
                </a:lnTo>
                <a:lnTo>
                  <a:pt x="58128" y="14594"/>
                </a:lnTo>
                <a:lnTo>
                  <a:pt x="57547" y="14178"/>
                </a:lnTo>
                <a:lnTo>
                  <a:pt x="56959" y="13773"/>
                </a:lnTo>
                <a:lnTo>
                  <a:pt x="56362" y="13378"/>
                </a:lnTo>
                <a:lnTo>
                  <a:pt x="55757" y="12993"/>
                </a:lnTo>
                <a:lnTo>
                  <a:pt x="55144" y="12619"/>
                </a:lnTo>
                <a:lnTo>
                  <a:pt x="54523" y="12256"/>
                </a:lnTo>
                <a:lnTo>
                  <a:pt x="53894" y="11903"/>
                </a:lnTo>
                <a:lnTo>
                  <a:pt x="53257" y="11560"/>
                </a:lnTo>
                <a:lnTo>
                  <a:pt x="52611" y="11228"/>
                </a:lnTo>
                <a:lnTo>
                  <a:pt x="51958" y="10906"/>
                </a:lnTo>
                <a:lnTo>
                  <a:pt x="51297" y="10595"/>
                </a:lnTo>
                <a:lnTo>
                  <a:pt x="50627" y="10294"/>
                </a:lnTo>
                <a:lnTo>
                  <a:pt x="49949" y="10004"/>
                </a:lnTo>
                <a:lnTo>
                  <a:pt x="49264" y="9724"/>
                </a:lnTo>
                <a:lnTo>
                  <a:pt x="48571" y="9455"/>
                </a:lnTo>
                <a:lnTo>
                  <a:pt x="47871" y="9198"/>
                </a:lnTo>
                <a:lnTo>
                  <a:pt x="47165" y="8952"/>
                </a:lnTo>
                <a:lnTo>
                  <a:pt x="46453" y="8717"/>
                </a:lnTo>
                <a:lnTo>
                  <a:pt x="45734" y="8494"/>
                </a:lnTo>
                <a:lnTo>
                  <a:pt x="45009" y="8283"/>
                </a:lnTo>
                <a:lnTo>
                  <a:pt x="44278" y="8082"/>
                </a:lnTo>
                <a:lnTo>
                  <a:pt x="43540" y="7894"/>
                </a:lnTo>
                <a:lnTo>
                  <a:pt x="42795" y="7716"/>
                </a:lnTo>
                <a:lnTo>
                  <a:pt x="42045" y="7550"/>
                </a:lnTo>
                <a:lnTo>
                  <a:pt x="41288" y="7396"/>
                </a:lnTo>
                <a:lnTo>
                  <a:pt x="40524" y="7253"/>
                </a:lnTo>
                <a:lnTo>
                  <a:pt x="39754" y="7121"/>
                </a:lnTo>
                <a:lnTo>
                  <a:pt x="38977" y="7001"/>
                </a:lnTo>
                <a:lnTo>
                  <a:pt x="38195" y="6893"/>
                </a:lnTo>
                <a:lnTo>
                  <a:pt x="37405" y="6795"/>
                </a:lnTo>
                <a:lnTo>
                  <a:pt x="36610" y="6709"/>
                </a:lnTo>
                <a:lnTo>
                  <a:pt x="35808" y="6635"/>
                </a:lnTo>
                <a:lnTo>
                  <a:pt x="34999" y="6572"/>
                </a:lnTo>
                <a:lnTo>
                  <a:pt x="34184" y="6521"/>
                </a:lnTo>
                <a:lnTo>
                  <a:pt x="33363" y="6481"/>
                </a:lnTo>
                <a:lnTo>
                  <a:pt x="32535" y="6452"/>
                </a:lnTo>
                <a:lnTo>
                  <a:pt x="31701" y="6435"/>
                </a:lnTo>
                <a:lnTo>
                  <a:pt x="30860" y="6429"/>
                </a:lnTo>
                <a:lnTo>
                  <a:pt x="23547" y="6429"/>
                </a:lnTo>
                <a:lnTo>
                  <a:pt x="9483" y="6429"/>
                </a:lnTo>
                <a:lnTo>
                  <a:pt x="0" y="6429"/>
                </a:lnTo>
                <a:lnTo>
                  <a:pt x="0" y="123440"/>
                </a:lnTo>
                <a:lnTo>
                  <a:pt x="9885" y="123440"/>
                </a:lnTo>
                <a:close/>
                <a:moveTo>
                  <a:pt x="31372" y="25961"/>
                </a:moveTo>
                <a:lnTo>
                  <a:pt x="31877" y="25970"/>
                </a:lnTo>
                <a:lnTo>
                  <a:pt x="32376" y="25984"/>
                </a:lnTo>
                <a:lnTo>
                  <a:pt x="32867" y="26005"/>
                </a:lnTo>
                <a:lnTo>
                  <a:pt x="33351" y="26031"/>
                </a:lnTo>
                <a:lnTo>
                  <a:pt x="33829" y="26063"/>
                </a:lnTo>
                <a:lnTo>
                  <a:pt x="34299" y="26101"/>
                </a:lnTo>
                <a:lnTo>
                  <a:pt x="34762" y="26145"/>
                </a:lnTo>
                <a:lnTo>
                  <a:pt x="35219" y="26195"/>
                </a:lnTo>
                <a:lnTo>
                  <a:pt x="35668" y="26251"/>
                </a:lnTo>
                <a:lnTo>
                  <a:pt x="36110" y="26312"/>
                </a:lnTo>
                <a:lnTo>
                  <a:pt x="36546" y="26380"/>
                </a:lnTo>
                <a:lnTo>
                  <a:pt x="36974" y="26453"/>
                </a:lnTo>
                <a:lnTo>
                  <a:pt x="37396" y="26532"/>
                </a:lnTo>
                <a:lnTo>
                  <a:pt x="37810" y="26617"/>
                </a:lnTo>
                <a:lnTo>
                  <a:pt x="38218" y="26708"/>
                </a:lnTo>
                <a:lnTo>
                  <a:pt x="38618" y="26805"/>
                </a:lnTo>
                <a:lnTo>
                  <a:pt x="39012" y="26907"/>
                </a:lnTo>
                <a:lnTo>
                  <a:pt x="39399" y="27016"/>
                </a:lnTo>
                <a:lnTo>
                  <a:pt x="39778" y="27130"/>
                </a:lnTo>
                <a:lnTo>
                  <a:pt x="40151" y="27250"/>
                </a:lnTo>
                <a:lnTo>
                  <a:pt x="40517" y="27376"/>
                </a:lnTo>
                <a:lnTo>
                  <a:pt x="40875" y="27508"/>
                </a:lnTo>
                <a:lnTo>
                  <a:pt x="41227" y="27645"/>
                </a:lnTo>
                <a:lnTo>
                  <a:pt x="41572" y="27789"/>
                </a:lnTo>
                <a:lnTo>
                  <a:pt x="41912" y="27939"/>
                </a:lnTo>
                <a:lnTo>
                  <a:pt x="42245" y="28096"/>
                </a:lnTo>
                <a:lnTo>
                  <a:pt x="42573" y="28258"/>
                </a:lnTo>
                <a:lnTo>
                  <a:pt x="42895" y="28427"/>
                </a:lnTo>
                <a:lnTo>
                  <a:pt x="43211" y="28602"/>
                </a:lnTo>
                <a:lnTo>
                  <a:pt x="43521" y="28784"/>
                </a:lnTo>
                <a:lnTo>
                  <a:pt x="43826" y="28971"/>
                </a:lnTo>
                <a:lnTo>
                  <a:pt x="44124" y="29165"/>
                </a:lnTo>
                <a:lnTo>
                  <a:pt x="44417" y="29366"/>
                </a:lnTo>
                <a:lnTo>
                  <a:pt x="44703" y="29572"/>
                </a:lnTo>
                <a:lnTo>
                  <a:pt x="44984" y="29785"/>
                </a:lnTo>
                <a:lnTo>
                  <a:pt x="45259" y="30004"/>
                </a:lnTo>
                <a:lnTo>
                  <a:pt x="45528" y="30230"/>
                </a:lnTo>
                <a:lnTo>
                  <a:pt x="45792" y="30461"/>
                </a:lnTo>
                <a:lnTo>
                  <a:pt x="46049" y="30699"/>
                </a:lnTo>
                <a:lnTo>
                  <a:pt x="46301" y="30944"/>
                </a:lnTo>
                <a:lnTo>
                  <a:pt x="46546" y="31194"/>
                </a:lnTo>
                <a:lnTo>
                  <a:pt x="46786" y="31451"/>
                </a:lnTo>
                <a:lnTo>
                  <a:pt x="47020" y="31714"/>
                </a:lnTo>
                <a:lnTo>
                  <a:pt x="47248" y="31983"/>
                </a:lnTo>
                <a:lnTo>
                  <a:pt x="47470" y="32259"/>
                </a:lnTo>
                <a:lnTo>
                  <a:pt x="47687" y="32541"/>
                </a:lnTo>
                <a:lnTo>
                  <a:pt x="47897" y="32829"/>
                </a:lnTo>
                <a:lnTo>
                  <a:pt x="48102" y="33124"/>
                </a:lnTo>
                <a:lnTo>
                  <a:pt x="48303" y="33427"/>
                </a:lnTo>
                <a:lnTo>
                  <a:pt x="48498" y="33737"/>
                </a:lnTo>
                <a:lnTo>
                  <a:pt x="48688" y="34055"/>
                </a:lnTo>
                <a:lnTo>
                  <a:pt x="48873" y="34380"/>
                </a:lnTo>
                <a:lnTo>
                  <a:pt x="49053" y="34713"/>
                </a:lnTo>
                <a:lnTo>
                  <a:pt x="49228" y="35053"/>
                </a:lnTo>
                <a:lnTo>
                  <a:pt x="49398" y="35401"/>
                </a:lnTo>
                <a:lnTo>
                  <a:pt x="49562" y="35756"/>
                </a:lnTo>
                <a:lnTo>
                  <a:pt x="49722" y="36119"/>
                </a:lnTo>
                <a:lnTo>
                  <a:pt x="49877" y="36489"/>
                </a:lnTo>
                <a:lnTo>
                  <a:pt x="50027" y="36867"/>
                </a:lnTo>
                <a:lnTo>
                  <a:pt x="50172" y="37253"/>
                </a:lnTo>
                <a:lnTo>
                  <a:pt x="50312" y="37646"/>
                </a:lnTo>
                <a:lnTo>
                  <a:pt x="50446" y="38046"/>
                </a:lnTo>
                <a:lnTo>
                  <a:pt x="50576" y="38455"/>
                </a:lnTo>
                <a:lnTo>
                  <a:pt x="50701" y="38870"/>
                </a:lnTo>
                <a:lnTo>
                  <a:pt x="50821" y="39293"/>
                </a:lnTo>
                <a:lnTo>
                  <a:pt x="50935" y="39724"/>
                </a:lnTo>
                <a:lnTo>
                  <a:pt x="51045" y="40162"/>
                </a:lnTo>
                <a:lnTo>
                  <a:pt x="51150" y="40608"/>
                </a:lnTo>
                <a:lnTo>
                  <a:pt x="51249" y="41061"/>
                </a:lnTo>
                <a:lnTo>
                  <a:pt x="51344" y="41522"/>
                </a:lnTo>
                <a:lnTo>
                  <a:pt x="51433" y="41991"/>
                </a:lnTo>
                <a:lnTo>
                  <a:pt x="51519" y="42467"/>
                </a:lnTo>
                <a:lnTo>
                  <a:pt x="51600" y="42952"/>
                </a:lnTo>
                <a:lnTo>
                  <a:pt x="51678" y="43445"/>
                </a:lnTo>
                <a:lnTo>
                  <a:pt x="51753" y="43947"/>
                </a:lnTo>
                <a:lnTo>
                  <a:pt x="51823" y="44458"/>
                </a:lnTo>
                <a:lnTo>
                  <a:pt x="51891" y="44977"/>
                </a:lnTo>
                <a:lnTo>
                  <a:pt x="51954" y="45504"/>
                </a:lnTo>
                <a:lnTo>
                  <a:pt x="52014" y="46040"/>
                </a:lnTo>
                <a:lnTo>
                  <a:pt x="52070" y="46585"/>
                </a:lnTo>
                <a:lnTo>
                  <a:pt x="52123" y="47138"/>
                </a:lnTo>
                <a:lnTo>
                  <a:pt x="52172" y="47699"/>
                </a:lnTo>
                <a:lnTo>
                  <a:pt x="52217" y="48269"/>
                </a:lnTo>
                <a:lnTo>
                  <a:pt x="52259" y="48848"/>
                </a:lnTo>
                <a:lnTo>
                  <a:pt x="52297" y="49435"/>
                </a:lnTo>
                <a:lnTo>
                  <a:pt x="52331" y="50030"/>
                </a:lnTo>
                <a:lnTo>
                  <a:pt x="52362" y="50634"/>
                </a:lnTo>
                <a:lnTo>
                  <a:pt x="52389" y="51247"/>
                </a:lnTo>
                <a:lnTo>
                  <a:pt x="52413" y="51868"/>
                </a:lnTo>
                <a:lnTo>
                  <a:pt x="52433" y="52497"/>
                </a:lnTo>
                <a:lnTo>
                  <a:pt x="52449" y="53136"/>
                </a:lnTo>
                <a:lnTo>
                  <a:pt x="52462" y="53782"/>
                </a:lnTo>
                <a:lnTo>
                  <a:pt x="52471" y="54437"/>
                </a:lnTo>
                <a:lnTo>
                  <a:pt x="52476" y="55101"/>
                </a:lnTo>
                <a:lnTo>
                  <a:pt x="52478" y="55773"/>
                </a:lnTo>
                <a:lnTo>
                  <a:pt x="52478" y="74016"/>
                </a:lnTo>
                <a:lnTo>
                  <a:pt x="52475" y="74900"/>
                </a:lnTo>
                <a:lnTo>
                  <a:pt x="52464" y="75769"/>
                </a:lnTo>
                <a:lnTo>
                  <a:pt x="52447" y="76624"/>
                </a:lnTo>
                <a:lnTo>
                  <a:pt x="52423" y="77465"/>
                </a:lnTo>
                <a:lnTo>
                  <a:pt x="52393" y="78292"/>
                </a:lnTo>
                <a:lnTo>
                  <a:pt x="52355" y="79104"/>
                </a:lnTo>
                <a:lnTo>
                  <a:pt x="52311" y="79902"/>
                </a:lnTo>
                <a:lnTo>
                  <a:pt x="52259" y="80686"/>
                </a:lnTo>
                <a:lnTo>
                  <a:pt x="52201" y="81456"/>
                </a:lnTo>
                <a:lnTo>
                  <a:pt x="52136" y="82211"/>
                </a:lnTo>
                <a:lnTo>
                  <a:pt x="52065" y="82953"/>
                </a:lnTo>
                <a:lnTo>
                  <a:pt x="51986" y="83680"/>
                </a:lnTo>
                <a:lnTo>
                  <a:pt x="51900" y="84393"/>
                </a:lnTo>
                <a:lnTo>
                  <a:pt x="51808" y="85091"/>
                </a:lnTo>
                <a:lnTo>
                  <a:pt x="51709" y="85776"/>
                </a:lnTo>
                <a:lnTo>
                  <a:pt x="51603" y="86446"/>
                </a:lnTo>
                <a:lnTo>
                  <a:pt x="51490" y="87102"/>
                </a:lnTo>
                <a:lnTo>
                  <a:pt x="51371" y="87743"/>
                </a:lnTo>
                <a:lnTo>
                  <a:pt x="51244" y="88371"/>
                </a:lnTo>
                <a:lnTo>
                  <a:pt x="51111" y="88984"/>
                </a:lnTo>
                <a:lnTo>
                  <a:pt x="50971" y="89583"/>
                </a:lnTo>
                <a:lnTo>
                  <a:pt x="50824" y="90168"/>
                </a:lnTo>
                <a:lnTo>
                  <a:pt x="50670" y="90738"/>
                </a:lnTo>
                <a:lnTo>
                  <a:pt x="50509" y="91294"/>
                </a:lnTo>
                <a:lnTo>
                  <a:pt x="50340" y="91837"/>
                </a:lnTo>
                <a:lnTo>
                  <a:pt x="50162" y="92368"/>
                </a:lnTo>
                <a:lnTo>
                  <a:pt x="49974" y="92887"/>
                </a:lnTo>
                <a:lnTo>
                  <a:pt x="49776" y="93393"/>
                </a:lnTo>
                <a:lnTo>
                  <a:pt x="49569" y="93887"/>
                </a:lnTo>
                <a:lnTo>
                  <a:pt x="49351" y="94368"/>
                </a:lnTo>
                <a:lnTo>
                  <a:pt x="49125" y="94838"/>
                </a:lnTo>
                <a:lnTo>
                  <a:pt x="48889" y="95295"/>
                </a:lnTo>
                <a:lnTo>
                  <a:pt x="48643" y="95740"/>
                </a:lnTo>
                <a:lnTo>
                  <a:pt x="48387" y="96172"/>
                </a:lnTo>
                <a:lnTo>
                  <a:pt x="48122" y="96592"/>
                </a:lnTo>
                <a:lnTo>
                  <a:pt x="47847" y="97000"/>
                </a:lnTo>
                <a:lnTo>
                  <a:pt x="47563" y="97396"/>
                </a:lnTo>
                <a:lnTo>
                  <a:pt x="47269" y="97779"/>
                </a:lnTo>
                <a:lnTo>
                  <a:pt x="46965" y="98150"/>
                </a:lnTo>
                <a:lnTo>
                  <a:pt x="46652" y="98509"/>
                </a:lnTo>
                <a:lnTo>
                  <a:pt x="46329" y="98856"/>
                </a:lnTo>
                <a:lnTo>
                  <a:pt x="45996" y="99190"/>
                </a:lnTo>
                <a:lnTo>
                  <a:pt x="45654" y="99512"/>
                </a:lnTo>
                <a:lnTo>
                  <a:pt x="45302" y="99822"/>
                </a:lnTo>
                <a:lnTo>
                  <a:pt x="44941" y="100119"/>
                </a:lnTo>
                <a:lnTo>
                  <a:pt x="44570" y="100405"/>
                </a:lnTo>
                <a:lnTo>
                  <a:pt x="44189" y="100677"/>
                </a:lnTo>
                <a:lnTo>
                  <a:pt x="43799" y="100938"/>
                </a:lnTo>
                <a:lnTo>
                  <a:pt x="43397" y="101187"/>
                </a:lnTo>
                <a:lnTo>
                  <a:pt x="42982" y="101426"/>
                </a:lnTo>
                <a:lnTo>
                  <a:pt x="42554" y="101654"/>
                </a:lnTo>
                <a:lnTo>
                  <a:pt x="42113" y="101871"/>
                </a:lnTo>
                <a:lnTo>
                  <a:pt x="41659" y="102078"/>
                </a:lnTo>
                <a:lnTo>
                  <a:pt x="41192" y="102274"/>
                </a:lnTo>
                <a:lnTo>
                  <a:pt x="40712" y="102460"/>
                </a:lnTo>
                <a:lnTo>
                  <a:pt x="40218" y="102635"/>
                </a:lnTo>
                <a:lnTo>
                  <a:pt x="39711" y="102799"/>
                </a:lnTo>
                <a:lnTo>
                  <a:pt x="39192" y="102953"/>
                </a:lnTo>
                <a:lnTo>
                  <a:pt x="38659" y="103096"/>
                </a:lnTo>
                <a:lnTo>
                  <a:pt x="38113" y="103228"/>
                </a:lnTo>
                <a:lnTo>
                  <a:pt x="37554" y="103350"/>
                </a:lnTo>
                <a:lnTo>
                  <a:pt x="36982" y="103462"/>
                </a:lnTo>
                <a:lnTo>
                  <a:pt x="36396" y="103563"/>
                </a:lnTo>
                <a:lnTo>
                  <a:pt x="35798" y="103653"/>
                </a:lnTo>
                <a:lnTo>
                  <a:pt x="35186" y="103732"/>
                </a:lnTo>
                <a:lnTo>
                  <a:pt x="34562" y="103801"/>
                </a:lnTo>
                <a:lnTo>
                  <a:pt x="33924" y="103859"/>
                </a:lnTo>
                <a:lnTo>
                  <a:pt x="33273" y="103907"/>
                </a:lnTo>
                <a:lnTo>
                  <a:pt x="32609" y="103944"/>
                </a:lnTo>
                <a:lnTo>
                  <a:pt x="31932" y="103971"/>
                </a:lnTo>
                <a:lnTo>
                  <a:pt x="31242" y="103987"/>
                </a:lnTo>
                <a:lnTo>
                  <a:pt x="30539" y="103992"/>
                </a:lnTo>
                <a:lnTo>
                  <a:pt x="23547" y="103992"/>
                </a:lnTo>
                <a:lnTo>
                  <a:pt x="23547" y="25958"/>
                </a:lnTo>
                <a:lnTo>
                  <a:pt x="30860" y="25958"/>
                </a:lnTo>
                <a:lnTo>
                  <a:pt x="31372" y="25961"/>
                </a:lnTo>
                <a:close/>
                <a:moveTo>
                  <a:pt x="157572" y="74578"/>
                </a:moveTo>
                <a:lnTo>
                  <a:pt x="157547" y="73739"/>
                </a:lnTo>
                <a:lnTo>
                  <a:pt x="157514" y="72909"/>
                </a:lnTo>
                <a:lnTo>
                  <a:pt x="157474" y="72087"/>
                </a:lnTo>
                <a:lnTo>
                  <a:pt x="157427" y="71275"/>
                </a:lnTo>
                <a:lnTo>
                  <a:pt x="157373" y="70471"/>
                </a:lnTo>
                <a:lnTo>
                  <a:pt x="157311" y="69676"/>
                </a:lnTo>
                <a:lnTo>
                  <a:pt x="157242" y="68890"/>
                </a:lnTo>
                <a:lnTo>
                  <a:pt x="157166" y="68114"/>
                </a:lnTo>
                <a:lnTo>
                  <a:pt x="157082" y="67346"/>
                </a:lnTo>
                <a:lnTo>
                  <a:pt x="156992" y="66587"/>
                </a:lnTo>
                <a:lnTo>
                  <a:pt x="156894" y="65837"/>
                </a:lnTo>
                <a:lnTo>
                  <a:pt x="156789" y="65095"/>
                </a:lnTo>
                <a:lnTo>
                  <a:pt x="156676" y="64363"/>
                </a:lnTo>
                <a:lnTo>
                  <a:pt x="156556" y="63640"/>
                </a:lnTo>
                <a:lnTo>
                  <a:pt x="156430" y="62926"/>
                </a:lnTo>
                <a:lnTo>
                  <a:pt x="156295" y="62220"/>
                </a:lnTo>
                <a:lnTo>
                  <a:pt x="156154" y="61524"/>
                </a:lnTo>
                <a:lnTo>
                  <a:pt x="156005" y="60836"/>
                </a:lnTo>
                <a:lnTo>
                  <a:pt x="155849" y="60157"/>
                </a:lnTo>
                <a:lnTo>
                  <a:pt x="155686" y="59488"/>
                </a:lnTo>
                <a:lnTo>
                  <a:pt x="155515" y="58827"/>
                </a:lnTo>
                <a:lnTo>
                  <a:pt x="155338" y="58175"/>
                </a:lnTo>
                <a:lnTo>
                  <a:pt x="155153" y="57532"/>
                </a:lnTo>
                <a:lnTo>
                  <a:pt x="154962" y="56898"/>
                </a:lnTo>
                <a:lnTo>
                  <a:pt x="154763" y="56272"/>
                </a:lnTo>
                <a:lnTo>
                  <a:pt x="154558" y="55655"/>
                </a:lnTo>
                <a:lnTo>
                  <a:pt x="154345" y="55047"/>
                </a:lnTo>
                <a:lnTo>
                  <a:pt x="154126" y="54448"/>
                </a:lnTo>
                <a:lnTo>
                  <a:pt x="153899" y="53858"/>
                </a:lnTo>
                <a:lnTo>
                  <a:pt x="153666" y="53276"/>
                </a:lnTo>
                <a:lnTo>
                  <a:pt x="153425" y="52703"/>
                </a:lnTo>
                <a:lnTo>
                  <a:pt x="153178" y="52139"/>
                </a:lnTo>
                <a:lnTo>
                  <a:pt x="152924" y="51584"/>
                </a:lnTo>
                <a:lnTo>
                  <a:pt x="152662" y="51038"/>
                </a:lnTo>
                <a:lnTo>
                  <a:pt x="152394" y="50500"/>
                </a:lnTo>
                <a:lnTo>
                  <a:pt x="152119" y="49971"/>
                </a:lnTo>
                <a:lnTo>
                  <a:pt x="151836" y="49451"/>
                </a:lnTo>
                <a:lnTo>
                  <a:pt x="151547" y="48940"/>
                </a:lnTo>
                <a:lnTo>
                  <a:pt x="151251" y="48437"/>
                </a:lnTo>
                <a:lnTo>
                  <a:pt x="150948" y="47944"/>
                </a:lnTo>
                <a:lnTo>
                  <a:pt x="150638" y="47459"/>
                </a:lnTo>
                <a:lnTo>
                  <a:pt x="150321" y="46983"/>
                </a:lnTo>
                <a:lnTo>
                  <a:pt x="149996" y="46515"/>
                </a:lnTo>
                <a:lnTo>
                  <a:pt x="149665" y="46057"/>
                </a:lnTo>
                <a:lnTo>
                  <a:pt x="149327" y="45607"/>
                </a:lnTo>
                <a:lnTo>
                  <a:pt x="148982" y="45166"/>
                </a:lnTo>
                <a:lnTo>
                  <a:pt x="148629" y="44735"/>
                </a:lnTo>
                <a:lnTo>
                  <a:pt x="148269" y="44312"/>
                </a:lnTo>
                <a:lnTo>
                  <a:pt x="147902" y="43899"/>
                </a:lnTo>
                <a:lnTo>
                  <a:pt x="147527" y="43495"/>
                </a:lnTo>
                <a:lnTo>
                  <a:pt x="147145" y="43101"/>
                </a:lnTo>
                <a:lnTo>
                  <a:pt x="146755" y="42715"/>
                </a:lnTo>
                <a:lnTo>
                  <a:pt x="146358" y="42339"/>
                </a:lnTo>
                <a:lnTo>
                  <a:pt x="145954" y="41972"/>
                </a:lnTo>
                <a:lnTo>
                  <a:pt x="145542" y="41614"/>
                </a:lnTo>
                <a:lnTo>
                  <a:pt x="145123" y="41265"/>
                </a:lnTo>
                <a:lnTo>
                  <a:pt x="144696" y="40926"/>
                </a:lnTo>
                <a:lnTo>
                  <a:pt x="144262" y="40595"/>
                </a:lnTo>
                <a:lnTo>
                  <a:pt x="143821" y="40274"/>
                </a:lnTo>
                <a:lnTo>
                  <a:pt x="143372" y="39963"/>
                </a:lnTo>
                <a:lnTo>
                  <a:pt x="142916" y="39660"/>
                </a:lnTo>
                <a:lnTo>
                  <a:pt x="142452" y="39367"/>
                </a:lnTo>
                <a:lnTo>
                  <a:pt x="141981" y="39082"/>
                </a:lnTo>
                <a:lnTo>
                  <a:pt x="141503" y="38807"/>
                </a:lnTo>
                <a:lnTo>
                  <a:pt x="141017" y="38542"/>
                </a:lnTo>
                <a:lnTo>
                  <a:pt x="140524" y="38285"/>
                </a:lnTo>
                <a:lnTo>
                  <a:pt x="140024" y="38038"/>
                </a:lnTo>
                <a:lnTo>
                  <a:pt x="139516" y="37799"/>
                </a:lnTo>
                <a:lnTo>
                  <a:pt x="139000" y="37571"/>
                </a:lnTo>
                <a:lnTo>
                  <a:pt x="138478" y="37351"/>
                </a:lnTo>
                <a:lnTo>
                  <a:pt x="137949" y="37141"/>
                </a:lnTo>
                <a:lnTo>
                  <a:pt x="137413" y="36940"/>
                </a:lnTo>
                <a:lnTo>
                  <a:pt x="136870" y="36748"/>
                </a:lnTo>
                <a:lnTo>
                  <a:pt x="136320" y="36566"/>
                </a:lnTo>
                <a:lnTo>
                  <a:pt x="135763" y="36393"/>
                </a:lnTo>
                <a:lnTo>
                  <a:pt x="135200" y="36229"/>
                </a:lnTo>
                <a:lnTo>
                  <a:pt x="134629" y="36075"/>
                </a:lnTo>
                <a:lnTo>
                  <a:pt x="134052" y="35930"/>
                </a:lnTo>
                <a:lnTo>
                  <a:pt x="133468" y="35794"/>
                </a:lnTo>
                <a:lnTo>
                  <a:pt x="132878" y="35668"/>
                </a:lnTo>
                <a:lnTo>
                  <a:pt x="132280" y="35551"/>
                </a:lnTo>
                <a:lnTo>
                  <a:pt x="131675" y="35444"/>
                </a:lnTo>
                <a:lnTo>
                  <a:pt x="131064" y="35346"/>
                </a:lnTo>
                <a:lnTo>
                  <a:pt x="130446" y="35257"/>
                </a:lnTo>
                <a:lnTo>
                  <a:pt x="129821" y="35177"/>
                </a:lnTo>
                <a:lnTo>
                  <a:pt x="129189" y="35107"/>
                </a:lnTo>
                <a:lnTo>
                  <a:pt x="128551" y="35047"/>
                </a:lnTo>
                <a:lnTo>
                  <a:pt x="127905" y="34995"/>
                </a:lnTo>
                <a:lnTo>
                  <a:pt x="127253" y="34953"/>
                </a:lnTo>
                <a:lnTo>
                  <a:pt x="126593" y="34920"/>
                </a:lnTo>
                <a:lnTo>
                  <a:pt x="125927" y="34897"/>
                </a:lnTo>
                <a:lnTo>
                  <a:pt x="125255" y="34883"/>
                </a:lnTo>
                <a:lnTo>
                  <a:pt x="124575" y="34878"/>
                </a:lnTo>
                <a:lnTo>
                  <a:pt x="123895" y="34883"/>
                </a:lnTo>
                <a:lnTo>
                  <a:pt x="123221" y="34897"/>
                </a:lnTo>
                <a:lnTo>
                  <a:pt x="122553" y="34920"/>
                </a:lnTo>
                <a:lnTo>
                  <a:pt x="121891" y="34953"/>
                </a:lnTo>
                <a:lnTo>
                  <a:pt x="121234" y="34995"/>
                </a:lnTo>
                <a:lnTo>
                  <a:pt x="120584" y="35047"/>
                </a:lnTo>
                <a:lnTo>
                  <a:pt x="119940" y="35107"/>
                </a:lnTo>
                <a:lnTo>
                  <a:pt x="119302" y="35177"/>
                </a:lnTo>
                <a:lnTo>
                  <a:pt x="118670" y="35257"/>
                </a:lnTo>
                <a:lnTo>
                  <a:pt x="118044" y="35346"/>
                </a:lnTo>
                <a:lnTo>
                  <a:pt x="117424" y="35444"/>
                </a:lnTo>
                <a:lnTo>
                  <a:pt x="116810" y="35551"/>
                </a:lnTo>
                <a:lnTo>
                  <a:pt x="116202" y="35668"/>
                </a:lnTo>
                <a:lnTo>
                  <a:pt x="115600" y="35794"/>
                </a:lnTo>
                <a:lnTo>
                  <a:pt x="115003" y="35930"/>
                </a:lnTo>
                <a:lnTo>
                  <a:pt x="114413" y="36075"/>
                </a:lnTo>
                <a:lnTo>
                  <a:pt x="113829" y="36229"/>
                </a:lnTo>
                <a:lnTo>
                  <a:pt x="113251" y="36393"/>
                </a:lnTo>
                <a:lnTo>
                  <a:pt x="112679" y="36566"/>
                </a:lnTo>
                <a:lnTo>
                  <a:pt x="112113" y="36748"/>
                </a:lnTo>
                <a:lnTo>
                  <a:pt x="111553" y="36940"/>
                </a:lnTo>
                <a:lnTo>
                  <a:pt x="110999" y="37141"/>
                </a:lnTo>
                <a:lnTo>
                  <a:pt x="110451" y="37351"/>
                </a:lnTo>
                <a:lnTo>
                  <a:pt x="109908" y="37571"/>
                </a:lnTo>
                <a:lnTo>
                  <a:pt x="109373" y="37800"/>
                </a:lnTo>
                <a:lnTo>
                  <a:pt x="108844" y="38038"/>
                </a:lnTo>
                <a:lnTo>
                  <a:pt x="108323" y="38287"/>
                </a:lnTo>
                <a:lnTo>
                  <a:pt x="107809" y="38545"/>
                </a:lnTo>
                <a:lnTo>
                  <a:pt x="107302" y="38813"/>
                </a:lnTo>
                <a:lnTo>
                  <a:pt x="106802" y="39090"/>
                </a:lnTo>
                <a:lnTo>
                  <a:pt x="106309" y="39377"/>
                </a:lnTo>
                <a:lnTo>
                  <a:pt x="105823" y="39673"/>
                </a:lnTo>
                <a:lnTo>
                  <a:pt x="105345" y="39980"/>
                </a:lnTo>
                <a:lnTo>
                  <a:pt x="104873" y="40295"/>
                </a:lnTo>
                <a:lnTo>
                  <a:pt x="104409" y="40621"/>
                </a:lnTo>
                <a:lnTo>
                  <a:pt x="103951" y="40956"/>
                </a:lnTo>
                <a:lnTo>
                  <a:pt x="103501" y="41301"/>
                </a:lnTo>
                <a:lnTo>
                  <a:pt x="103058" y="41655"/>
                </a:lnTo>
                <a:lnTo>
                  <a:pt x="102622" y="42019"/>
                </a:lnTo>
                <a:lnTo>
                  <a:pt x="102193" y="42392"/>
                </a:lnTo>
                <a:lnTo>
                  <a:pt x="101772" y="42776"/>
                </a:lnTo>
                <a:lnTo>
                  <a:pt x="101357" y="43168"/>
                </a:lnTo>
                <a:lnTo>
                  <a:pt x="100950" y="43571"/>
                </a:lnTo>
                <a:lnTo>
                  <a:pt x="100549" y="43983"/>
                </a:lnTo>
                <a:lnTo>
                  <a:pt x="100156" y="44405"/>
                </a:lnTo>
                <a:lnTo>
                  <a:pt x="99770" y="44836"/>
                </a:lnTo>
                <a:lnTo>
                  <a:pt x="99391" y="45277"/>
                </a:lnTo>
                <a:lnTo>
                  <a:pt x="99019" y="45728"/>
                </a:lnTo>
                <a:lnTo>
                  <a:pt x="98654" y="46187"/>
                </a:lnTo>
                <a:lnTo>
                  <a:pt x="98296" y="46656"/>
                </a:lnTo>
                <a:lnTo>
                  <a:pt x="97945" y="47133"/>
                </a:lnTo>
                <a:lnTo>
                  <a:pt x="97601" y="47619"/>
                </a:lnTo>
                <a:lnTo>
                  <a:pt x="97264" y="48114"/>
                </a:lnTo>
                <a:lnTo>
                  <a:pt x="96935" y="48618"/>
                </a:lnTo>
                <a:lnTo>
                  <a:pt x="96612" y="49131"/>
                </a:lnTo>
                <a:lnTo>
                  <a:pt x="96296" y="49652"/>
                </a:lnTo>
                <a:lnTo>
                  <a:pt x="95986" y="50182"/>
                </a:lnTo>
                <a:lnTo>
                  <a:pt x="95684" y="50721"/>
                </a:lnTo>
                <a:lnTo>
                  <a:pt x="95389" y="51269"/>
                </a:lnTo>
                <a:lnTo>
                  <a:pt x="95101" y="51825"/>
                </a:lnTo>
                <a:lnTo>
                  <a:pt x="94820" y="52390"/>
                </a:lnTo>
                <a:lnTo>
                  <a:pt x="94546" y="52965"/>
                </a:lnTo>
                <a:lnTo>
                  <a:pt x="94279" y="53547"/>
                </a:lnTo>
                <a:lnTo>
                  <a:pt x="94019" y="54139"/>
                </a:lnTo>
                <a:lnTo>
                  <a:pt x="93765" y="54739"/>
                </a:lnTo>
                <a:lnTo>
                  <a:pt x="93519" y="55349"/>
                </a:lnTo>
                <a:lnTo>
                  <a:pt x="93280" y="55967"/>
                </a:lnTo>
                <a:lnTo>
                  <a:pt x="93047" y="56594"/>
                </a:lnTo>
                <a:lnTo>
                  <a:pt x="92822" y="57229"/>
                </a:lnTo>
                <a:lnTo>
                  <a:pt x="92604" y="57873"/>
                </a:lnTo>
                <a:lnTo>
                  <a:pt x="92392" y="58527"/>
                </a:lnTo>
                <a:lnTo>
                  <a:pt x="92188" y="59189"/>
                </a:lnTo>
                <a:lnTo>
                  <a:pt x="91991" y="59860"/>
                </a:lnTo>
                <a:lnTo>
                  <a:pt x="91803" y="60539"/>
                </a:lnTo>
                <a:lnTo>
                  <a:pt x="91623" y="61229"/>
                </a:lnTo>
                <a:lnTo>
                  <a:pt x="91451" y="61927"/>
                </a:lnTo>
                <a:lnTo>
                  <a:pt x="91288" y="62634"/>
                </a:lnTo>
                <a:lnTo>
                  <a:pt x="91133" y="63350"/>
                </a:lnTo>
                <a:lnTo>
                  <a:pt x="90987" y="64075"/>
                </a:lnTo>
                <a:lnTo>
                  <a:pt x="90849" y="64810"/>
                </a:lnTo>
                <a:lnTo>
                  <a:pt x="90719" y="65553"/>
                </a:lnTo>
                <a:lnTo>
                  <a:pt x="90597" y="66306"/>
                </a:lnTo>
                <a:lnTo>
                  <a:pt x="90484" y="67067"/>
                </a:lnTo>
                <a:lnTo>
                  <a:pt x="90380" y="67838"/>
                </a:lnTo>
                <a:lnTo>
                  <a:pt x="90283" y="68618"/>
                </a:lnTo>
                <a:lnTo>
                  <a:pt x="90196" y="69406"/>
                </a:lnTo>
                <a:lnTo>
                  <a:pt x="90116" y="70204"/>
                </a:lnTo>
                <a:lnTo>
                  <a:pt x="90045" y="71011"/>
                </a:lnTo>
                <a:lnTo>
                  <a:pt x="89982" y="71827"/>
                </a:lnTo>
                <a:lnTo>
                  <a:pt x="89928" y="72652"/>
                </a:lnTo>
                <a:lnTo>
                  <a:pt x="89882" y="73486"/>
                </a:lnTo>
                <a:lnTo>
                  <a:pt x="89844" y="74330"/>
                </a:lnTo>
                <a:lnTo>
                  <a:pt x="89815" y="75182"/>
                </a:lnTo>
                <a:lnTo>
                  <a:pt x="89794" y="76043"/>
                </a:lnTo>
                <a:lnTo>
                  <a:pt x="89781" y="76914"/>
                </a:lnTo>
                <a:lnTo>
                  <a:pt x="89777" y="77793"/>
                </a:lnTo>
                <a:lnTo>
                  <a:pt x="89777" y="84946"/>
                </a:lnTo>
                <a:lnTo>
                  <a:pt x="89781" y="85732"/>
                </a:lnTo>
                <a:lnTo>
                  <a:pt x="89794" y="86512"/>
                </a:lnTo>
                <a:lnTo>
                  <a:pt x="89816" y="87284"/>
                </a:lnTo>
                <a:lnTo>
                  <a:pt x="89846" y="88048"/>
                </a:lnTo>
                <a:lnTo>
                  <a:pt x="89885" y="88806"/>
                </a:lnTo>
                <a:lnTo>
                  <a:pt x="89933" y="89556"/>
                </a:lnTo>
                <a:lnTo>
                  <a:pt x="89989" y="90300"/>
                </a:lnTo>
                <a:lnTo>
                  <a:pt x="90054" y="91035"/>
                </a:lnTo>
                <a:lnTo>
                  <a:pt x="90127" y="91764"/>
                </a:lnTo>
                <a:lnTo>
                  <a:pt x="90210" y="92485"/>
                </a:lnTo>
                <a:lnTo>
                  <a:pt x="90300" y="93199"/>
                </a:lnTo>
                <a:lnTo>
                  <a:pt x="90400" y="93906"/>
                </a:lnTo>
                <a:lnTo>
                  <a:pt x="90508" y="94606"/>
                </a:lnTo>
                <a:lnTo>
                  <a:pt x="90625" y="95298"/>
                </a:lnTo>
                <a:lnTo>
                  <a:pt x="90750" y="95983"/>
                </a:lnTo>
                <a:lnTo>
                  <a:pt x="90884" y="96661"/>
                </a:lnTo>
                <a:lnTo>
                  <a:pt x="91027" y="97331"/>
                </a:lnTo>
                <a:lnTo>
                  <a:pt x="91178" y="97995"/>
                </a:lnTo>
                <a:lnTo>
                  <a:pt x="91338" y="98651"/>
                </a:lnTo>
                <a:lnTo>
                  <a:pt x="91507" y="99300"/>
                </a:lnTo>
                <a:lnTo>
                  <a:pt x="91684" y="99941"/>
                </a:lnTo>
                <a:lnTo>
                  <a:pt x="91870" y="100575"/>
                </a:lnTo>
                <a:lnTo>
                  <a:pt x="92065" y="101202"/>
                </a:lnTo>
                <a:lnTo>
                  <a:pt x="92268" y="101822"/>
                </a:lnTo>
                <a:lnTo>
                  <a:pt x="92480" y="102434"/>
                </a:lnTo>
                <a:lnTo>
                  <a:pt x="92699" y="103039"/>
                </a:lnTo>
                <a:lnTo>
                  <a:pt x="92926" y="103636"/>
                </a:lnTo>
                <a:lnTo>
                  <a:pt x="93161" y="104225"/>
                </a:lnTo>
                <a:lnTo>
                  <a:pt x="93404" y="104807"/>
                </a:lnTo>
                <a:lnTo>
                  <a:pt x="93655" y="105381"/>
                </a:lnTo>
                <a:lnTo>
                  <a:pt x="93913" y="105947"/>
                </a:lnTo>
                <a:lnTo>
                  <a:pt x="94179" y="106506"/>
                </a:lnTo>
                <a:lnTo>
                  <a:pt x="94453" y="107056"/>
                </a:lnTo>
                <a:lnTo>
                  <a:pt x="94735" y="107600"/>
                </a:lnTo>
                <a:lnTo>
                  <a:pt x="95025" y="108135"/>
                </a:lnTo>
                <a:lnTo>
                  <a:pt x="95322" y="108663"/>
                </a:lnTo>
                <a:lnTo>
                  <a:pt x="95627" y="109183"/>
                </a:lnTo>
                <a:lnTo>
                  <a:pt x="95941" y="109696"/>
                </a:lnTo>
                <a:lnTo>
                  <a:pt x="96261" y="110201"/>
                </a:lnTo>
                <a:lnTo>
                  <a:pt x="96590" y="110698"/>
                </a:lnTo>
                <a:lnTo>
                  <a:pt x="96927" y="111187"/>
                </a:lnTo>
                <a:lnTo>
                  <a:pt x="97271" y="111669"/>
                </a:lnTo>
                <a:lnTo>
                  <a:pt x="97623" y="112143"/>
                </a:lnTo>
                <a:lnTo>
                  <a:pt x="97983" y="112610"/>
                </a:lnTo>
                <a:lnTo>
                  <a:pt x="98351" y="113069"/>
                </a:lnTo>
                <a:lnTo>
                  <a:pt x="98727" y="113520"/>
                </a:lnTo>
                <a:lnTo>
                  <a:pt x="99110" y="113963"/>
                </a:lnTo>
                <a:lnTo>
                  <a:pt x="99501" y="114399"/>
                </a:lnTo>
                <a:lnTo>
                  <a:pt x="99900" y="114827"/>
                </a:lnTo>
                <a:lnTo>
                  <a:pt x="100306" y="115246"/>
                </a:lnTo>
                <a:lnTo>
                  <a:pt x="100720" y="115657"/>
                </a:lnTo>
                <a:lnTo>
                  <a:pt x="101141" y="116059"/>
                </a:lnTo>
                <a:lnTo>
                  <a:pt x="101569" y="116453"/>
                </a:lnTo>
                <a:lnTo>
                  <a:pt x="102005" y="116838"/>
                </a:lnTo>
                <a:lnTo>
                  <a:pt x="102448" y="117214"/>
                </a:lnTo>
                <a:lnTo>
                  <a:pt x="102899" y="117583"/>
                </a:lnTo>
                <a:lnTo>
                  <a:pt x="103357" y="117942"/>
                </a:lnTo>
                <a:lnTo>
                  <a:pt x="103822" y="118293"/>
                </a:lnTo>
                <a:lnTo>
                  <a:pt x="104295" y="118636"/>
                </a:lnTo>
                <a:lnTo>
                  <a:pt x="104775" y="118970"/>
                </a:lnTo>
                <a:lnTo>
                  <a:pt x="105263" y="119296"/>
                </a:lnTo>
                <a:lnTo>
                  <a:pt x="105758" y="119613"/>
                </a:lnTo>
                <a:lnTo>
                  <a:pt x="106260" y="119921"/>
                </a:lnTo>
                <a:lnTo>
                  <a:pt x="106770" y="120221"/>
                </a:lnTo>
                <a:lnTo>
                  <a:pt x="107287" y="120513"/>
                </a:lnTo>
                <a:lnTo>
                  <a:pt x="107811" y="120796"/>
                </a:lnTo>
                <a:lnTo>
                  <a:pt x="108343" y="121070"/>
                </a:lnTo>
                <a:lnTo>
                  <a:pt x="108883" y="121336"/>
                </a:lnTo>
                <a:lnTo>
                  <a:pt x="109429" y="121594"/>
                </a:lnTo>
                <a:lnTo>
                  <a:pt x="109983" y="121843"/>
                </a:lnTo>
                <a:lnTo>
                  <a:pt x="110545" y="122083"/>
                </a:lnTo>
                <a:lnTo>
                  <a:pt x="111114" y="122315"/>
                </a:lnTo>
                <a:lnTo>
                  <a:pt x="111690" y="122538"/>
                </a:lnTo>
                <a:lnTo>
                  <a:pt x="112273" y="122752"/>
                </a:lnTo>
                <a:lnTo>
                  <a:pt x="112864" y="122956"/>
                </a:lnTo>
                <a:lnTo>
                  <a:pt x="113461" y="123150"/>
                </a:lnTo>
                <a:lnTo>
                  <a:pt x="114066" y="123335"/>
                </a:lnTo>
                <a:lnTo>
                  <a:pt x="114678" y="123511"/>
                </a:lnTo>
                <a:lnTo>
                  <a:pt x="115296" y="123677"/>
                </a:lnTo>
                <a:lnTo>
                  <a:pt x="115922" y="123833"/>
                </a:lnTo>
                <a:lnTo>
                  <a:pt x="116555" y="123980"/>
                </a:lnTo>
                <a:lnTo>
                  <a:pt x="117196" y="124118"/>
                </a:lnTo>
                <a:lnTo>
                  <a:pt x="117843" y="124246"/>
                </a:lnTo>
                <a:lnTo>
                  <a:pt x="118497" y="124364"/>
                </a:lnTo>
                <a:lnTo>
                  <a:pt x="119159" y="124474"/>
                </a:lnTo>
                <a:lnTo>
                  <a:pt x="119828" y="124573"/>
                </a:lnTo>
                <a:lnTo>
                  <a:pt x="120503" y="124663"/>
                </a:lnTo>
                <a:lnTo>
                  <a:pt x="121186" y="124744"/>
                </a:lnTo>
                <a:lnTo>
                  <a:pt x="121876" y="124815"/>
                </a:lnTo>
                <a:lnTo>
                  <a:pt x="122573" y="124877"/>
                </a:lnTo>
                <a:lnTo>
                  <a:pt x="123278" y="124929"/>
                </a:lnTo>
                <a:lnTo>
                  <a:pt x="123989" y="124972"/>
                </a:lnTo>
                <a:lnTo>
                  <a:pt x="124707" y="125005"/>
                </a:lnTo>
                <a:lnTo>
                  <a:pt x="125433" y="125029"/>
                </a:lnTo>
                <a:lnTo>
                  <a:pt x="126166" y="125043"/>
                </a:lnTo>
                <a:lnTo>
                  <a:pt x="126906" y="125048"/>
                </a:lnTo>
                <a:lnTo>
                  <a:pt x="127525" y="125044"/>
                </a:lnTo>
                <a:lnTo>
                  <a:pt x="128139" y="125034"/>
                </a:lnTo>
                <a:lnTo>
                  <a:pt x="128746" y="125017"/>
                </a:lnTo>
                <a:lnTo>
                  <a:pt x="129348" y="124994"/>
                </a:lnTo>
                <a:lnTo>
                  <a:pt x="129943" y="124964"/>
                </a:lnTo>
                <a:lnTo>
                  <a:pt x="130532" y="124927"/>
                </a:lnTo>
                <a:lnTo>
                  <a:pt x="131115" y="124883"/>
                </a:lnTo>
                <a:lnTo>
                  <a:pt x="131692" y="124833"/>
                </a:lnTo>
                <a:lnTo>
                  <a:pt x="132262" y="124776"/>
                </a:lnTo>
                <a:lnTo>
                  <a:pt x="132827" y="124713"/>
                </a:lnTo>
                <a:lnTo>
                  <a:pt x="133385" y="124642"/>
                </a:lnTo>
                <a:lnTo>
                  <a:pt x="133937" y="124565"/>
                </a:lnTo>
                <a:lnTo>
                  <a:pt x="134484" y="124482"/>
                </a:lnTo>
                <a:lnTo>
                  <a:pt x="135023" y="124391"/>
                </a:lnTo>
                <a:lnTo>
                  <a:pt x="135557" y="124294"/>
                </a:lnTo>
                <a:lnTo>
                  <a:pt x="136085" y="124190"/>
                </a:lnTo>
                <a:lnTo>
                  <a:pt x="136607" y="124080"/>
                </a:lnTo>
                <a:lnTo>
                  <a:pt x="137122" y="123963"/>
                </a:lnTo>
                <a:lnTo>
                  <a:pt x="137631" y="123839"/>
                </a:lnTo>
                <a:lnTo>
                  <a:pt x="138134" y="123708"/>
                </a:lnTo>
                <a:lnTo>
                  <a:pt x="138631" y="123571"/>
                </a:lnTo>
                <a:lnTo>
                  <a:pt x="139122" y="123427"/>
                </a:lnTo>
                <a:lnTo>
                  <a:pt x="139607" y="123276"/>
                </a:lnTo>
                <a:lnTo>
                  <a:pt x="140085" y="123119"/>
                </a:lnTo>
                <a:lnTo>
                  <a:pt x="140558" y="122956"/>
                </a:lnTo>
                <a:lnTo>
                  <a:pt x="141025" y="122789"/>
                </a:lnTo>
                <a:lnTo>
                  <a:pt x="141487" y="122619"/>
                </a:lnTo>
                <a:lnTo>
                  <a:pt x="141943" y="122445"/>
                </a:lnTo>
                <a:lnTo>
                  <a:pt x="142393" y="122266"/>
                </a:lnTo>
                <a:lnTo>
                  <a:pt x="142838" y="122084"/>
                </a:lnTo>
                <a:lnTo>
                  <a:pt x="143277" y="121898"/>
                </a:lnTo>
                <a:lnTo>
                  <a:pt x="143711" y="121708"/>
                </a:lnTo>
                <a:lnTo>
                  <a:pt x="144139" y="121514"/>
                </a:lnTo>
                <a:lnTo>
                  <a:pt x="144561" y="121316"/>
                </a:lnTo>
                <a:lnTo>
                  <a:pt x="144978" y="121114"/>
                </a:lnTo>
                <a:lnTo>
                  <a:pt x="145389" y="120909"/>
                </a:lnTo>
                <a:lnTo>
                  <a:pt x="145795" y="120699"/>
                </a:lnTo>
                <a:lnTo>
                  <a:pt x="146195" y="120486"/>
                </a:lnTo>
                <a:lnTo>
                  <a:pt x="146590" y="120268"/>
                </a:lnTo>
                <a:lnTo>
                  <a:pt x="146979" y="120047"/>
                </a:lnTo>
                <a:lnTo>
                  <a:pt x="147362" y="119822"/>
                </a:lnTo>
                <a:lnTo>
                  <a:pt x="147740" y="119593"/>
                </a:lnTo>
                <a:lnTo>
                  <a:pt x="148112" y="119360"/>
                </a:lnTo>
                <a:lnTo>
                  <a:pt x="148479" y="119123"/>
                </a:lnTo>
                <a:lnTo>
                  <a:pt x="148840" y="118882"/>
                </a:lnTo>
                <a:lnTo>
                  <a:pt x="149196" y="118637"/>
                </a:lnTo>
                <a:lnTo>
                  <a:pt x="149546" y="118389"/>
                </a:lnTo>
                <a:lnTo>
                  <a:pt x="149890" y="118136"/>
                </a:lnTo>
                <a:lnTo>
                  <a:pt x="150228" y="117882"/>
                </a:lnTo>
                <a:lnTo>
                  <a:pt x="150561" y="117627"/>
                </a:lnTo>
                <a:lnTo>
                  <a:pt x="150887" y="117373"/>
                </a:lnTo>
                <a:lnTo>
                  <a:pt x="151207" y="117118"/>
                </a:lnTo>
                <a:lnTo>
                  <a:pt x="151521" y="116864"/>
                </a:lnTo>
                <a:lnTo>
                  <a:pt x="151829" y="116609"/>
                </a:lnTo>
                <a:lnTo>
                  <a:pt x="152130" y="116355"/>
                </a:lnTo>
                <a:lnTo>
                  <a:pt x="152426" y="116100"/>
                </a:lnTo>
                <a:lnTo>
                  <a:pt x="152715" y="115846"/>
                </a:lnTo>
                <a:lnTo>
                  <a:pt x="152998" y="115591"/>
                </a:lnTo>
                <a:lnTo>
                  <a:pt x="153275" y="115337"/>
                </a:lnTo>
                <a:lnTo>
                  <a:pt x="153546" y="115082"/>
                </a:lnTo>
                <a:lnTo>
                  <a:pt x="153811" y="114828"/>
                </a:lnTo>
                <a:lnTo>
                  <a:pt x="154070" y="114573"/>
                </a:lnTo>
                <a:lnTo>
                  <a:pt x="154322" y="114319"/>
                </a:lnTo>
                <a:lnTo>
                  <a:pt x="154569" y="114064"/>
                </a:lnTo>
                <a:lnTo>
                  <a:pt x="154809" y="113810"/>
                </a:lnTo>
                <a:lnTo>
                  <a:pt x="155043" y="113555"/>
                </a:lnTo>
                <a:lnTo>
                  <a:pt x="155271" y="113301"/>
                </a:lnTo>
                <a:lnTo>
                  <a:pt x="155493" y="113046"/>
                </a:lnTo>
                <a:lnTo>
                  <a:pt x="155709" y="112792"/>
                </a:lnTo>
                <a:lnTo>
                  <a:pt x="155918" y="112537"/>
                </a:lnTo>
                <a:lnTo>
                  <a:pt x="156122" y="112283"/>
                </a:lnTo>
                <a:lnTo>
                  <a:pt x="156319" y="112028"/>
                </a:lnTo>
                <a:lnTo>
                  <a:pt x="147318" y="98366"/>
                </a:lnTo>
                <a:lnTo>
                  <a:pt x="147034" y="98672"/>
                </a:lnTo>
                <a:lnTo>
                  <a:pt x="146746" y="98972"/>
                </a:lnTo>
                <a:lnTo>
                  <a:pt x="146452" y="99266"/>
                </a:lnTo>
                <a:lnTo>
                  <a:pt x="146154" y="99555"/>
                </a:lnTo>
                <a:lnTo>
                  <a:pt x="145851" y="99839"/>
                </a:lnTo>
                <a:lnTo>
                  <a:pt x="145543" y="100117"/>
                </a:lnTo>
                <a:lnTo>
                  <a:pt x="145230" y="100390"/>
                </a:lnTo>
                <a:lnTo>
                  <a:pt x="144912" y="100657"/>
                </a:lnTo>
                <a:lnTo>
                  <a:pt x="144589" y="100919"/>
                </a:lnTo>
                <a:lnTo>
                  <a:pt x="144261" y="101175"/>
                </a:lnTo>
                <a:lnTo>
                  <a:pt x="143929" y="101426"/>
                </a:lnTo>
                <a:lnTo>
                  <a:pt x="143591" y="101671"/>
                </a:lnTo>
                <a:lnTo>
                  <a:pt x="143249" y="101911"/>
                </a:lnTo>
                <a:lnTo>
                  <a:pt x="142902" y="102146"/>
                </a:lnTo>
                <a:lnTo>
                  <a:pt x="142550" y="102375"/>
                </a:lnTo>
                <a:lnTo>
                  <a:pt x="142193" y="102599"/>
                </a:lnTo>
                <a:lnTo>
                  <a:pt x="141831" y="102817"/>
                </a:lnTo>
                <a:lnTo>
                  <a:pt x="141464" y="103030"/>
                </a:lnTo>
                <a:lnTo>
                  <a:pt x="141092" y="103237"/>
                </a:lnTo>
                <a:lnTo>
                  <a:pt x="140716" y="103439"/>
                </a:lnTo>
                <a:lnTo>
                  <a:pt x="140335" y="103636"/>
                </a:lnTo>
                <a:lnTo>
                  <a:pt x="139948" y="103827"/>
                </a:lnTo>
                <a:lnTo>
                  <a:pt x="139557" y="104013"/>
                </a:lnTo>
                <a:lnTo>
                  <a:pt x="139161" y="104193"/>
                </a:lnTo>
                <a:lnTo>
                  <a:pt x="138761" y="104367"/>
                </a:lnTo>
                <a:lnTo>
                  <a:pt x="138356" y="104533"/>
                </a:lnTo>
                <a:lnTo>
                  <a:pt x="137948" y="104692"/>
                </a:lnTo>
                <a:lnTo>
                  <a:pt x="137535" y="104844"/>
                </a:lnTo>
                <a:lnTo>
                  <a:pt x="137118" y="104988"/>
                </a:lnTo>
                <a:lnTo>
                  <a:pt x="136697" y="105125"/>
                </a:lnTo>
                <a:lnTo>
                  <a:pt x="136273" y="105254"/>
                </a:lnTo>
                <a:lnTo>
                  <a:pt x="135844" y="105376"/>
                </a:lnTo>
                <a:lnTo>
                  <a:pt x="135411" y="105491"/>
                </a:lnTo>
                <a:lnTo>
                  <a:pt x="134974" y="105598"/>
                </a:lnTo>
                <a:lnTo>
                  <a:pt x="134533" y="105698"/>
                </a:lnTo>
                <a:lnTo>
                  <a:pt x="134088" y="105790"/>
                </a:lnTo>
                <a:lnTo>
                  <a:pt x="133639" y="105875"/>
                </a:lnTo>
                <a:lnTo>
                  <a:pt x="133186" y="105953"/>
                </a:lnTo>
                <a:lnTo>
                  <a:pt x="132729" y="106023"/>
                </a:lnTo>
                <a:lnTo>
                  <a:pt x="132268" y="106086"/>
                </a:lnTo>
                <a:lnTo>
                  <a:pt x="131802" y="106141"/>
                </a:lnTo>
                <a:lnTo>
                  <a:pt x="131333" y="106189"/>
                </a:lnTo>
                <a:lnTo>
                  <a:pt x="130860" y="106230"/>
                </a:lnTo>
                <a:lnTo>
                  <a:pt x="130382" y="106263"/>
                </a:lnTo>
                <a:lnTo>
                  <a:pt x="129901" y="106289"/>
                </a:lnTo>
                <a:lnTo>
                  <a:pt x="129416" y="106308"/>
                </a:lnTo>
                <a:lnTo>
                  <a:pt x="128926" y="106319"/>
                </a:lnTo>
                <a:lnTo>
                  <a:pt x="128432" y="106323"/>
                </a:lnTo>
                <a:lnTo>
                  <a:pt x="128106" y="106321"/>
                </a:lnTo>
                <a:lnTo>
                  <a:pt x="127783" y="106315"/>
                </a:lnTo>
                <a:lnTo>
                  <a:pt x="127463" y="106306"/>
                </a:lnTo>
                <a:lnTo>
                  <a:pt x="127147" y="106292"/>
                </a:lnTo>
                <a:lnTo>
                  <a:pt x="126834" y="106275"/>
                </a:lnTo>
                <a:lnTo>
                  <a:pt x="126524" y="106255"/>
                </a:lnTo>
                <a:lnTo>
                  <a:pt x="126217" y="106230"/>
                </a:lnTo>
                <a:lnTo>
                  <a:pt x="125914" y="106202"/>
                </a:lnTo>
                <a:lnTo>
                  <a:pt x="125615" y="106170"/>
                </a:lnTo>
                <a:lnTo>
                  <a:pt x="125318" y="106134"/>
                </a:lnTo>
                <a:lnTo>
                  <a:pt x="125025" y="106095"/>
                </a:lnTo>
                <a:lnTo>
                  <a:pt x="124736" y="106051"/>
                </a:lnTo>
                <a:lnTo>
                  <a:pt x="124449" y="106004"/>
                </a:lnTo>
                <a:lnTo>
                  <a:pt x="124166" y="105953"/>
                </a:lnTo>
                <a:lnTo>
                  <a:pt x="123887" y="105899"/>
                </a:lnTo>
                <a:lnTo>
                  <a:pt x="123611" y="105840"/>
                </a:lnTo>
                <a:lnTo>
                  <a:pt x="123338" y="105778"/>
                </a:lnTo>
                <a:lnTo>
                  <a:pt x="123068" y="105712"/>
                </a:lnTo>
                <a:lnTo>
                  <a:pt x="122802" y="105643"/>
                </a:lnTo>
                <a:lnTo>
                  <a:pt x="122539" y="105569"/>
                </a:lnTo>
                <a:lnTo>
                  <a:pt x="122280" y="105492"/>
                </a:lnTo>
                <a:lnTo>
                  <a:pt x="122023" y="105411"/>
                </a:lnTo>
                <a:lnTo>
                  <a:pt x="121771" y="105326"/>
                </a:lnTo>
                <a:lnTo>
                  <a:pt x="121521" y="105238"/>
                </a:lnTo>
                <a:lnTo>
                  <a:pt x="121275" y="105145"/>
                </a:lnTo>
                <a:lnTo>
                  <a:pt x="121032" y="105047"/>
                </a:lnTo>
                <a:lnTo>
                  <a:pt x="120792" y="104944"/>
                </a:lnTo>
                <a:lnTo>
                  <a:pt x="120556" y="104836"/>
                </a:lnTo>
                <a:lnTo>
                  <a:pt x="120322" y="104723"/>
                </a:lnTo>
                <a:lnTo>
                  <a:pt x="120092" y="104605"/>
                </a:lnTo>
                <a:lnTo>
                  <a:pt x="119865" y="104482"/>
                </a:lnTo>
                <a:lnTo>
                  <a:pt x="119641" y="104354"/>
                </a:lnTo>
                <a:lnTo>
                  <a:pt x="119421" y="104220"/>
                </a:lnTo>
                <a:lnTo>
                  <a:pt x="119204" y="104082"/>
                </a:lnTo>
                <a:lnTo>
                  <a:pt x="118990" y="103939"/>
                </a:lnTo>
                <a:lnTo>
                  <a:pt x="118779" y="103791"/>
                </a:lnTo>
                <a:lnTo>
                  <a:pt x="118571" y="103638"/>
                </a:lnTo>
                <a:lnTo>
                  <a:pt x="118367" y="103480"/>
                </a:lnTo>
                <a:lnTo>
                  <a:pt x="118165" y="103316"/>
                </a:lnTo>
                <a:lnTo>
                  <a:pt x="117967" y="103148"/>
                </a:lnTo>
                <a:lnTo>
                  <a:pt x="117772" y="102975"/>
                </a:lnTo>
                <a:lnTo>
                  <a:pt x="117581" y="102797"/>
                </a:lnTo>
                <a:lnTo>
                  <a:pt x="117392" y="102613"/>
                </a:lnTo>
                <a:lnTo>
                  <a:pt x="117207" y="102425"/>
                </a:lnTo>
                <a:lnTo>
                  <a:pt x="117025" y="102231"/>
                </a:lnTo>
                <a:lnTo>
                  <a:pt x="116846" y="102033"/>
                </a:lnTo>
                <a:lnTo>
                  <a:pt x="116671" y="101830"/>
                </a:lnTo>
                <a:lnTo>
                  <a:pt x="116498" y="101621"/>
                </a:lnTo>
                <a:lnTo>
                  <a:pt x="116329" y="101408"/>
                </a:lnTo>
                <a:lnTo>
                  <a:pt x="116164" y="101189"/>
                </a:lnTo>
                <a:lnTo>
                  <a:pt x="116002" y="100964"/>
                </a:lnTo>
                <a:lnTo>
                  <a:pt x="115843" y="100735"/>
                </a:lnTo>
                <a:lnTo>
                  <a:pt x="115688" y="100500"/>
                </a:lnTo>
                <a:lnTo>
                  <a:pt x="115536" y="100260"/>
                </a:lnTo>
                <a:lnTo>
                  <a:pt x="115388" y="100015"/>
                </a:lnTo>
                <a:lnTo>
                  <a:pt x="115244" y="99764"/>
                </a:lnTo>
                <a:lnTo>
                  <a:pt x="115103" y="99508"/>
                </a:lnTo>
                <a:lnTo>
                  <a:pt x="114965" y="99247"/>
                </a:lnTo>
                <a:lnTo>
                  <a:pt x="114831" y="98980"/>
                </a:lnTo>
                <a:lnTo>
                  <a:pt x="114700" y="98708"/>
                </a:lnTo>
                <a:lnTo>
                  <a:pt x="114573" y="98431"/>
                </a:lnTo>
                <a:lnTo>
                  <a:pt x="114449" y="98148"/>
                </a:lnTo>
                <a:lnTo>
                  <a:pt x="114329" y="97860"/>
                </a:lnTo>
                <a:lnTo>
                  <a:pt x="114212" y="97567"/>
                </a:lnTo>
                <a:lnTo>
                  <a:pt x="114099" y="97269"/>
                </a:lnTo>
                <a:lnTo>
                  <a:pt x="113989" y="96965"/>
                </a:lnTo>
                <a:lnTo>
                  <a:pt x="113883" y="96656"/>
                </a:lnTo>
                <a:lnTo>
                  <a:pt x="113780" y="96342"/>
                </a:lnTo>
                <a:lnTo>
                  <a:pt x="113681" y="96022"/>
                </a:lnTo>
                <a:lnTo>
                  <a:pt x="113585" y="95697"/>
                </a:lnTo>
                <a:lnTo>
                  <a:pt x="113493" y="95367"/>
                </a:lnTo>
                <a:lnTo>
                  <a:pt x="113404" y="95031"/>
                </a:lnTo>
                <a:lnTo>
                  <a:pt x="113319" y="94690"/>
                </a:lnTo>
                <a:lnTo>
                  <a:pt x="113237" y="94341"/>
                </a:lnTo>
                <a:lnTo>
                  <a:pt x="113159" y="93986"/>
                </a:lnTo>
                <a:lnTo>
                  <a:pt x="113085" y="93624"/>
                </a:lnTo>
                <a:lnTo>
                  <a:pt x="113014" y="93255"/>
                </a:lnTo>
                <a:lnTo>
                  <a:pt x="112947" y="92879"/>
                </a:lnTo>
                <a:lnTo>
                  <a:pt x="112884" y="92496"/>
                </a:lnTo>
                <a:lnTo>
                  <a:pt x="112824" y="92107"/>
                </a:lnTo>
                <a:lnTo>
                  <a:pt x="112768" y="91711"/>
                </a:lnTo>
                <a:lnTo>
                  <a:pt x="112715" y="91307"/>
                </a:lnTo>
                <a:lnTo>
                  <a:pt x="112666" y="90897"/>
                </a:lnTo>
                <a:lnTo>
                  <a:pt x="112621" y="90481"/>
                </a:lnTo>
                <a:lnTo>
                  <a:pt x="112579" y="90057"/>
                </a:lnTo>
                <a:lnTo>
                  <a:pt x="112541" y="89626"/>
                </a:lnTo>
                <a:lnTo>
                  <a:pt x="112506" y="89189"/>
                </a:lnTo>
                <a:lnTo>
                  <a:pt x="112476" y="88745"/>
                </a:lnTo>
                <a:lnTo>
                  <a:pt x="112448" y="88294"/>
                </a:lnTo>
                <a:lnTo>
                  <a:pt x="112425" y="87836"/>
                </a:lnTo>
                <a:lnTo>
                  <a:pt x="112408" y="87437"/>
                </a:lnTo>
                <a:lnTo>
                  <a:pt x="157605" y="87437"/>
                </a:lnTo>
                <a:lnTo>
                  <a:pt x="157605" y="77150"/>
                </a:lnTo>
                <a:lnTo>
                  <a:pt x="157601" y="76284"/>
                </a:lnTo>
                <a:lnTo>
                  <a:pt x="157590" y="75427"/>
                </a:lnTo>
                <a:lnTo>
                  <a:pt x="157572" y="74578"/>
                </a:lnTo>
                <a:close/>
                <a:moveTo>
                  <a:pt x="112682" y="69592"/>
                </a:moveTo>
                <a:lnTo>
                  <a:pt x="112721" y="69166"/>
                </a:lnTo>
                <a:lnTo>
                  <a:pt x="112762" y="68747"/>
                </a:lnTo>
                <a:lnTo>
                  <a:pt x="112806" y="68333"/>
                </a:lnTo>
                <a:lnTo>
                  <a:pt x="112852" y="67926"/>
                </a:lnTo>
                <a:lnTo>
                  <a:pt x="112900" y="67526"/>
                </a:lnTo>
                <a:lnTo>
                  <a:pt x="112950" y="67131"/>
                </a:lnTo>
                <a:lnTo>
                  <a:pt x="113002" y="66743"/>
                </a:lnTo>
                <a:lnTo>
                  <a:pt x="113057" y="66361"/>
                </a:lnTo>
                <a:lnTo>
                  <a:pt x="113115" y="65985"/>
                </a:lnTo>
                <a:lnTo>
                  <a:pt x="113174" y="65615"/>
                </a:lnTo>
                <a:lnTo>
                  <a:pt x="113237" y="65251"/>
                </a:lnTo>
                <a:lnTo>
                  <a:pt x="113302" y="64892"/>
                </a:lnTo>
                <a:lnTo>
                  <a:pt x="113369" y="64540"/>
                </a:lnTo>
                <a:lnTo>
                  <a:pt x="113439" y="64194"/>
                </a:lnTo>
                <a:lnTo>
                  <a:pt x="113511" y="63854"/>
                </a:lnTo>
                <a:lnTo>
                  <a:pt x="113586" y="63520"/>
                </a:lnTo>
                <a:lnTo>
                  <a:pt x="113664" y="63192"/>
                </a:lnTo>
                <a:lnTo>
                  <a:pt x="113744" y="62870"/>
                </a:lnTo>
                <a:lnTo>
                  <a:pt x="113826" y="62554"/>
                </a:lnTo>
                <a:lnTo>
                  <a:pt x="113911" y="62244"/>
                </a:lnTo>
                <a:lnTo>
                  <a:pt x="113999" y="61940"/>
                </a:lnTo>
                <a:lnTo>
                  <a:pt x="114089" y="61642"/>
                </a:lnTo>
                <a:lnTo>
                  <a:pt x="114181" y="61350"/>
                </a:lnTo>
                <a:lnTo>
                  <a:pt x="114276" y="61063"/>
                </a:lnTo>
                <a:lnTo>
                  <a:pt x="114374" y="60783"/>
                </a:lnTo>
                <a:lnTo>
                  <a:pt x="114474" y="60509"/>
                </a:lnTo>
                <a:lnTo>
                  <a:pt x="114576" y="60241"/>
                </a:lnTo>
                <a:lnTo>
                  <a:pt x="114681" y="59979"/>
                </a:lnTo>
                <a:lnTo>
                  <a:pt x="114789" y="59723"/>
                </a:lnTo>
                <a:lnTo>
                  <a:pt x="114899" y="59473"/>
                </a:lnTo>
                <a:lnTo>
                  <a:pt x="115012" y="59229"/>
                </a:lnTo>
                <a:lnTo>
                  <a:pt x="115127" y="58990"/>
                </a:lnTo>
                <a:lnTo>
                  <a:pt x="115246" y="58757"/>
                </a:lnTo>
                <a:lnTo>
                  <a:pt x="115368" y="58529"/>
                </a:lnTo>
                <a:lnTo>
                  <a:pt x="115494" y="58307"/>
                </a:lnTo>
                <a:lnTo>
                  <a:pt x="115623" y="58090"/>
                </a:lnTo>
                <a:lnTo>
                  <a:pt x="115755" y="57878"/>
                </a:lnTo>
                <a:lnTo>
                  <a:pt x="115891" y="57671"/>
                </a:lnTo>
                <a:lnTo>
                  <a:pt x="116030" y="57470"/>
                </a:lnTo>
                <a:lnTo>
                  <a:pt x="116172" y="57274"/>
                </a:lnTo>
                <a:lnTo>
                  <a:pt x="116317" y="57083"/>
                </a:lnTo>
                <a:lnTo>
                  <a:pt x="116466" y="56898"/>
                </a:lnTo>
                <a:lnTo>
                  <a:pt x="116619" y="56717"/>
                </a:lnTo>
                <a:lnTo>
                  <a:pt x="116775" y="56543"/>
                </a:lnTo>
                <a:lnTo>
                  <a:pt x="116934" y="56373"/>
                </a:lnTo>
                <a:lnTo>
                  <a:pt x="117096" y="56209"/>
                </a:lnTo>
                <a:lnTo>
                  <a:pt x="117262" y="56050"/>
                </a:lnTo>
                <a:lnTo>
                  <a:pt x="117431" y="55896"/>
                </a:lnTo>
                <a:lnTo>
                  <a:pt x="117603" y="55748"/>
                </a:lnTo>
                <a:lnTo>
                  <a:pt x="117779" y="55605"/>
                </a:lnTo>
                <a:lnTo>
                  <a:pt x="117958" y="55467"/>
                </a:lnTo>
                <a:lnTo>
                  <a:pt x="118141" y="55335"/>
                </a:lnTo>
                <a:lnTo>
                  <a:pt x="118327" y="55208"/>
                </a:lnTo>
                <a:lnTo>
                  <a:pt x="118516" y="55086"/>
                </a:lnTo>
                <a:lnTo>
                  <a:pt x="118708" y="54969"/>
                </a:lnTo>
                <a:lnTo>
                  <a:pt x="118904" y="54858"/>
                </a:lnTo>
                <a:lnTo>
                  <a:pt x="119104" y="54751"/>
                </a:lnTo>
                <a:lnTo>
                  <a:pt x="119307" y="54649"/>
                </a:lnTo>
                <a:lnTo>
                  <a:pt x="119514" y="54552"/>
                </a:lnTo>
                <a:lnTo>
                  <a:pt x="119725" y="54460"/>
                </a:lnTo>
                <a:lnTo>
                  <a:pt x="119939" y="54372"/>
                </a:lnTo>
                <a:lnTo>
                  <a:pt x="120157" y="54289"/>
                </a:lnTo>
                <a:lnTo>
                  <a:pt x="120378" y="54210"/>
                </a:lnTo>
                <a:lnTo>
                  <a:pt x="120603" y="54137"/>
                </a:lnTo>
                <a:lnTo>
                  <a:pt x="120832" y="54068"/>
                </a:lnTo>
                <a:lnTo>
                  <a:pt x="121064" y="54004"/>
                </a:lnTo>
                <a:lnTo>
                  <a:pt x="121300" y="53945"/>
                </a:lnTo>
                <a:lnTo>
                  <a:pt x="121540" y="53890"/>
                </a:lnTo>
                <a:lnTo>
                  <a:pt x="121783" y="53840"/>
                </a:lnTo>
                <a:lnTo>
                  <a:pt x="122030" y="53795"/>
                </a:lnTo>
                <a:lnTo>
                  <a:pt x="122280" y="53755"/>
                </a:lnTo>
                <a:lnTo>
                  <a:pt x="122534" y="53719"/>
                </a:lnTo>
                <a:lnTo>
                  <a:pt x="122792" y="53689"/>
                </a:lnTo>
                <a:lnTo>
                  <a:pt x="123053" y="53663"/>
                </a:lnTo>
                <a:lnTo>
                  <a:pt x="123318" y="53641"/>
                </a:lnTo>
                <a:lnTo>
                  <a:pt x="123587" y="53625"/>
                </a:lnTo>
                <a:lnTo>
                  <a:pt x="123859" y="53613"/>
                </a:lnTo>
                <a:lnTo>
                  <a:pt x="124135" y="53606"/>
                </a:lnTo>
                <a:lnTo>
                  <a:pt x="124414" y="53603"/>
                </a:lnTo>
                <a:lnTo>
                  <a:pt x="124746" y="53606"/>
                </a:lnTo>
                <a:lnTo>
                  <a:pt x="125073" y="53616"/>
                </a:lnTo>
                <a:lnTo>
                  <a:pt x="125394" y="53631"/>
                </a:lnTo>
                <a:lnTo>
                  <a:pt x="125709" y="53652"/>
                </a:lnTo>
                <a:lnTo>
                  <a:pt x="126019" y="53680"/>
                </a:lnTo>
                <a:lnTo>
                  <a:pt x="126323" y="53714"/>
                </a:lnTo>
                <a:lnTo>
                  <a:pt x="126621" y="53754"/>
                </a:lnTo>
                <a:lnTo>
                  <a:pt x="126914" y="53800"/>
                </a:lnTo>
                <a:lnTo>
                  <a:pt x="127202" y="53852"/>
                </a:lnTo>
                <a:lnTo>
                  <a:pt x="127484" y="53910"/>
                </a:lnTo>
                <a:lnTo>
                  <a:pt x="127760" y="53975"/>
                </a:lnTo>
                <a:lnTo>
                  <a:pt x="128031" y="54045"/>
                </a:lnTo>
                <a:lnTo>
                  <a:pt x="128296" y="54122"/>
                </a:lnTo>
                <a:lnTo>
                  <a:pt x="128555" y="54205"/>
                </a:lnTo>
                <a:lnTo>
                  <a:pt x="128809" y="54294"/>
                </a:lnTo>
                <a:lnTo>
                  <a:pt x="129058" y="54389"/>
                </a:lnTo>
                <a:lnTo>
                  <a:pt x="129300" y="54490"/>
                </a:lnTo>
                <a:lnTo>
                  <a:pt x="129537" y="54598"/>
                </a:lnTo>
                <a:lnTo>
                  <a:pt x="129769" y="54711"/>
                </a:lnTo>
                <a:lnTo>
                  <a:pt x="129995" y="54831"/>
                </a:lnTo>
                <a:lnTo>
                  <a:pt x="130216" y="54957"/>
                </a:lnTo>
                <a:lnTo>
                  <a:pt x="130430" y="55089"/>
                </a:lnTo>
                <a:lnTo>
                  <a:pt x="130640" y="55227"/>
                </a:lnTo>
                <a:lnTo>
                  <a:pt x="130843" y="55371"/>
                </a:lnTo>
                <a:lnTo>
                  <a:pt x="131042" y="55522"/>
                </a:lnTo>
                <a:lnTo>
                  <a:pt x="131236" y="55679"/>
                </a:lnTo>
                <a:lnTo>
                  <a:pt x="131426" y="55842"/>
                </a:lnTo>
                <a:lnTo>
                  <a:pt x="131611" y="56011"/>
                </a:lnTo>
                <a:lnTo>
                  <a:pt x="131792" y="56186"/>
                </a:lnTo>
                <a:lnTo>
                  <a:pt x="131969" y="56368"/>
                </a:lnTo>
                <a:lnTo>
                  <a:pt x="132140" y="56556"/>
                </a:lnTo>
                <a:lnTo>
                  <a:pt x="132308" y="56751"/>
                </a:lnTo>
                <a:lnTo>
                  <a:pt x="132471" y="56952"/>
                </a:lnTo>
                <a:lnTo>
                  <a:pt x="132629" y="57159"/>
                </a:lnTo>
                <a:lnTo>
                  <a:pt x="132783" y="57372"/>
                </a:lnTo>
                <a:lnTo>
                  <a:pt x="132933" y="57591"/>
                </a:lnTo>
                <a:lnTo>
                  <a:pt x="133078" y="57817"/>
                </a:lnTo>
                <a:lnTo>
                  <a:pt x="133219" y="58049"/>
                </a:lnTo>
                <a:lnTo>
                  <a:pt x="133355" y="58288"/>
                </a:lnTo>
                <a:lnTo>
                  <a:pt x="133487" y="58532"/>
                </a:lnTo>
                <a:lnTo>
                  <a:pt x="133614" y="58783"/>
                </a:lnTo>
                <a:lnTo>
                  <a:pt x="133737" y="59040"/>
                </a:lnTo>
                <a:lnTo>
                  <a:pt x="133855" y="59304"/>
                </a:lnTo>
                <a:lnTo>
                  <a:pt x="133969" y="59574"/>
                </a:lnTo>
                <a:lnTo>
                  <a:pt x="134078" y="59850"/>
                </a:lnTo>
                <a:lnTo>
                  <a:pt x="134183" y="60132"/>
                </a:lnTo>
                <a:lnTo>
                  <a:pt x="134283" y="60421"/>
                </a:lnTo>
                <a:lnTo>
                  <a:pt x="134379" y="60716"/>
                </a:lnTo>
                <a:lnTo>
                  <a:pt x="134471" y="61017"/>
                </a:lnTo>
                <a:lnTo>
                  <a:pt x="134559" y="61324"/>
                </a:lnTo>
                <a:lnTo>
                  <a:pt x="134643" y="61637"/>
                </a:lnTo>
                <a:lnTo>
                  <a:pt x="134723" y="61956"/>
                </a:lnTo>
                <a:lnTo>
                  <a:pt x="134799" y="62281"/>
                </a:lnTo>
                <a:lnTo>
                  <a:pt x="134872" y="62612"/>
                </a:lnTo>
                <a:lnTo>
                  <a:pt x="134940" y="62949"/>
                </a:lnTo>
                <a:lnTo>
                  <a:pt x="135005" y="63292"/>
                </a:lnTo>
                <a:lnTo>
                  <a:pt x="135065" y="63641"/>
                </a:lnTo>
                <a:lnTo>
                  <a:pt x="135122" y="63996"/>
                </a:lnTo>
                <a:lnTo>
                  <a:pt x="135174" y="64357"/>
                </a:lnTo>
                <a:lnTo>
                  <a:pt x="135223" y="64724"/>
                </a:lnTo>
                <a:lnTo>
                  <a:pt x="135268" y="65097"/>
                </a:lnTo>
                <a:lnTo>
                  <a:pt x="135309" y="65476"/>
                </a:lnTo>
                <a:lnTo>
                  <a:pt x="135346" y="65861"/>
                </a:lnTo>
                <a:lnTo>
                  <a:pt x="135380" y="66252"/>
                </a:lnTo>
                <a:lnTo>
                  <a:pt x="135409" y="66649"/>
                </a:lnTo>
                <a:lnTo>
                  <a:pt x="135434" y="67052"/>
                </a:lnTo>
                <a:lnTo>
                  <a:pt x="135456" y="67461"/>
                </a:lnTo>
                <a:lnTo>
                  <a:pt x="135473" y="67876"/>
                </a:lnTo>
                <a:lnTo>
                  <a:pt x="135487" y="68297"/>
                </a:lnTo>
                <a:lnTo>
                  <a:pt x="135497" y="68724"/>
                </a:lnTo>
                <a:lnTo>
                  <a:pt x="135503" y="69157"/>
                </a:lnTo>
                <a:lnTo>
                  <a:pt x="135505" y="69596"/>
                </a:lnTo>
                <a:lnTo>
                  <a:pt x="135505" y="71605"/>
                </a:lnTo>
                <a:lnTo>
                  <a:pt x="112533" y="71605"/>
                </a:lnTo>
                <a:lnTo>
                  <a:pt x="112548" y="71359"/>
                </a:lnTo>
                <a:lnTo>
                  <a:pt x="112578" y="70908"/>
                </a:lnTo>
                <a:lnTo>
                  <a:pt x="112611" y="70463"/>
                </a:lnTo>
                <a:lnTo>
                  <a:pt x="112645" y="70024"/>
                </a:lnTo>
                <a:lnTo>
                  <a:pt x="112682" y="69592"/>
                </a:lnTo>
                <a:close/>
                <a:moveTo>
                  <a:pt x="236428" y="75427"/>
                </a:moveTo>
                <a:lnTo>
                  <a:pt x="236409" y="74578"/>
                </a:lnTo>
                <a:lnTo>
                  <a:pt x="236384" y="73739"/>
                </a:lnTo>
                <a:lnTo>
                  <a:pt x="236351" y="72909"/>
                </a:lnTo>
                <a:lnTo>
                  <a:pt x="236312" y="72087"/>
                </a:lnTo>
                <a:lnTo>
                  <a:pt x="236264" y="71275"/>
                </a:lnTo>
                <a:lnTo>
                  <a:pt x="236210" y="70471"/>
                </a:lnTo>
                <a:lnTo>
                  <a:pt x="236148" y="69676"/>
                </a:lnTo>
                <a:lnTo>
                  <a:pt x="236079" y="68890"/>
                </a:lnTo>
                <a:lnTo>
                  <a:pt x="236003" y="68114"/>
                </a:lnTo>
                <a:lnTo>
                  <a:pt x="235920" y="67346"/>
                </a:lnTo>
                <a:lnTo>
                  <a:pt x="235829" y="66587"/>
                </a:lnTo>
                <a:lnTo>
                  <a:pt x="235731" y="65837"/>
                </a:lnTo>
                <a:lnTo>
                  <a:pt x="235626" y="65095"/>
                </a:lnTo>
                <a:lnTo>
                  <a:pt x="235513" y="64363"/>
                </a:lnTo>
                <a:lnTo>
                  <a:pt x="235394" y="63640"/>
                </a:lnTo>
                <a:lnTo>
                  <a:pt x="235267" y="62926"/>
                </a:lnTo>
                <a:lnTo>
                  <a:pt x="235133" y="62220"/>
                </a:lnTo>
                <a:lnTo>
                  <a:pt x="234991" y="61524"/>
                </a:lnTo>
                <a:lnTo>
                  <a:pt x="234842" y="60836"/>
                </a:lnTo>
                <a:lnTo>
                  <a:pt x="234686" y="60157"/>
                </a:lnTo>
                <a:lnTo>
                  <a:pt x="234523" y="59488"/>
                </a:lnTo>
                <a:lnTo>
                  <a:pt x="234353" y="58827"/>
                </a:lnTo>
                <a:lnTo>
                  <a:pt x="234175" y="58175"/>
                </a:lnTo>
                <a:lnTo>
                  <a:pt x="233990" y="57532"/>
                </a:lnTo>
                <a:lnTo>
                  <a:pt x="233799" y="56898"/>
                </a:lnTo>
                <a:lnTo>
                  <a:pt x="233600" y="56272"/>
                </a:lnTo>
                <a:lnTo>
                  <a:pt x="233395" y="55655"/>
                </a:lnTo>
                <a:lnTo>
                  <a:pt x="233182" y="55047"/>
                </a:lnTo>
                <a:lnTo>
                  <a:pt x="232963" y="54448"/>
                </a:lnTo>
                <a:lnTo>
                  <a:pt x="232736" y="53858"/>
                </a:lnTo>
                <a:lnTo>
                  <a:pt x="232503" y="53276"/>
                </a:lnTo>
                <a:lnTo>
                  <a:pt x="232263" y="52703"/>
                </a:lnTo>
                <a:lnTo>
                  <a:pt x="232015" y="52139"/>
                </a:lnTo>
                <a:lnTo>
                  <a:pt x="231761" y="51584"/>
                </a:lnTo>
                <a:lnTo>
                  <a:pt x="231500" y="51038"/>
                </a:lnTo>
                <a:lnTo>
                  <a:pt x="231231" y="50500"/>
                </a:lnTo>
                <a:lnTo>
                  <a:pt x="230956" y="49971"/>
                </a:lnTo>
                <a:lnTo>
                  <a:pt x="230674" y="49451"/>
                </a:lnTo>
                <a:lnTo>
                  <a:pt x="230385" y="48940"/>
                </a:lnTo>
                <a:lnTo>
                  <a:pt x="230088" y="48437"/>
                </a:lnTo>
                <a:lnTo>
                  <a:pt x="229785" y="47944"/>
                </a:lnTo>
                <a:lnTo>
                  <a:pt x="229475" y="47459"/>
                </a:lnTo>
                <a:lnTo>
                  <a:pt x="229158" y="46983"/>
                </a:lnTo>
                <a:lnTo>
                  <a:pt x="228834" y="46515"/>
                </a:lnTo>
                <a:lnTo>
                  <a:pt x="228503" y="46057"/>
                </a:lnTo>
                <a:lnTo>
                  <a:pt x="228165" y="45607"/>
                </a:lnTo>
                <a:lnTo>
                  <a:pt x="227819" y="45166"/>
                </a:lnTo>
                <a:lnTo>
                  <a:pt x="227467" y="44735"/>
                </a:lnTo>
                <a:lnTo>
                  <a:pt x="227107" y="44312"/>
                </a:lnTo>
                <a:lnTo>
                  <a:pt x="226739" y="43899"/>
                </a:lnTo>
                <a:lnTo>
                  <a:pt x="226364" y="43495"/>
                </a:lnTo>
                <a:lnTo>
                  <a:pt x="225982" y="43101"/>
                </a:lnTo>
                <a:lnTo>
                  <a:pt x="225593" y="42715"/>
                </a:lnTo>
                <a:lnTo>
                  <a:pt x="225196" y="42339"/>
                </a:lnTo>
                <a:lnTo>
                  <a:pt x="224791" y="41972"/>
                </a:lnTo>
                <a:lnTo>
                  <a:pt x="224379" y="41614"/>
                </a:lnTo>
                <a:lnTo>
                  <a:pt x="223960" y="41265"/>
                </a:lnTo>
                <a:lnTo>
                  <a:pt x="223534" y="40926"/>
                </a:lnTo>
                <a:lnTo>
                  <a:pt x="223100" y="40595"/>
                </a:lnTo>
                <a:lnTo>
                  <a:pt x="222658" y="40274"/>
                </a:lnTo>
                <a:lnTo>
                  <a:pt x="222209" y="39963"/>
                </a:lnTo>
                <a:lnTo>
                  <a:pt x="221753" y="39660"/>
                </a:lnTo>
                <a:lnTo>
                  <a:pt x="221290" y="39367"/>
                </a:lnTo>
                <a:lnTo>
                  <a:pt x="220819" y="39082"/>
                </a:lnTo>
                <a:lnTo>
                  <a:pt x="220340" y="38807"/>
                </a:lnTo>
                <a:lnTo>
                  <a:pt x="219855" y="38542"/>
                </a:lnTo>
                <a:lnTo>
                  <a:pt x="219362" y="38285"/>
                </a:lnTo>
                <a:lnTo>
                  <a:pt x="218861" y="38038"/>
                </a:lnTo>
                <a:lnTo>
                  <a:pt x="218353" y="37799"/>
                </a:lnTo>
                <a:lnTo>
                  <a:pt x="217838" y="37571"/>
                </a:lnTo>
                <a:lnTo>
                  <a:pt x="217315" y="37351"/>
                </a:lnTo>
                <a:lnTo>
                  <a:pt x="216786" y="37141"/>
                </a:lnTo>
                <a:lnTo>
                  <a:pt x="216250" y="36940"/>
                </a:lnTo>
                <a:lnTo>
                  <a:pt x="215707" y="36748"/>
                </a:lnTo>
                <a:lnTo>
                  <a:pt x="215157" y="36566"/>
                </a:lnTo>
                <a:lnTo>
                  <a:pt x="214601" y="36393"/>
                </a:lnTo>
                <a:lnTo>
                  <a:pt x="214037" y="36229"/>
                </a:lnTo>
                <a:lnTo>
                  <a:pt x="213467" y="36075"/>
                </a:lnTo>
                <a:lnTo>
                  <a:pt x="212890" y="35930"/>
                </a:lnTo>
                <a:lnTo>
                  <a:pt x="212306" y="35794"/>
                </a:lnTo>
                <a:lnTo>
                  <a:pt x="211715" y="35668"/>
                </a:lnTo>
                <a:lnTo>
                  <a:pt x="211117" y="35551"/>
                </a:lnTo>
                <a:lnTo>
                  <a:pt x="210513" y="35444"/>
                </a:lnTo>
                <a:lnTo>
                  <a:pt x="209901" y="35346"/>
                </a:lnTo>
                <a:lnTo>
                  <a:pt x="209283" y="35257"/>
                </a:lnTo>
                <a:lnTo>
                  <a:pt x="208658" y="35177"/>
                </a:lnTo>
                <a:lnTo>
                  <a:pt x="208026" y="35107"/>
                </a:lnTo>
                <a:lnTo>
                  <a:pt x="207388" y="35047"/>
                </a:lnTo>
                <a:lnTo>
                  <a:pt x="206742" y="34995"/>
                </a:lnTo>
                <a:lnTo>
                  <a:pt x="206090" y="34953"/>
                </a:lnTo>
                <a:lnTo>
                  <a:pt x="205431" y="34920"/>
                </a:lnTo>
                <a:lnTo>
                  <a:pt x="204765" y="34897"/>
                </a:lnTo>
                <a:lnTo>
                  <a:pt x="204092" y="34883"/>
                </a:lnTo>
                <a:lnTo>
                  <a:pt x="203412" y="34878"/>
                </a:lnTo>
                <a:lnTo>
                  <a:pt x="202732" y="34883"/>
                </a:lnTo>
                <a:lnTo>
                  <a:pt x="202058" y="34897"/>
                </a:lnTo>
                <a:lnTo>
                  <a:pt x="201390" y="34920"/>
                </a:lnTo>
                <a:lnTo>
                  <a:pt x="200728" y="34953"/>
                </a:lnTo>
                <a:lnTo>
                  <a:pt x="200072" y="34995"/>
                </a:lnTo>
                <a:lnTo>
                  <a:pt x="199422" y="35047"/>
                </a:lnTo>
                <a:lnTo>
                  <a:pt x="198778" y="35107"/>
                </a:lnTo>
                <a:lnTo>
                  <a:pt x="198139" y="35177"/>
                </a:lnTo>
                <a:lnTo>
                  <a:pt x="197507" y="35257"/>
                </a:lnTo>
                <a:lnTo>
                  <a:pt x="196881" y="35346"/>
                </a:lnTo>
                <a:lnTo>
                  <a:pt x="196261" y="35444"/>
                </a:lnTo>
                <a:lnTo>
                  <a:pt x="195647" y="35551"/>
                </a:lnTo>
                <a:lnTo>
                  <a:pt x="195039" y="35668"/>
                </a:lnTo>
                <a:lnTo>
                  <a:pt x="194437" y="35794"/>
                </a:lnTo>
                <a:lnTo>
                  <a:pt x="193841" y="35930"/>
                </a:lnTo>
                <a:lnTo>
                  <a:pt x="193251" y="36075"/>
                </a:lnTo>
                <a:lnTo>
                  <a:pt x="192666" y="36229"/>
                </a:lnTo>
                <a:lnTo>
                  <a:pt x="192088" y="36393"/>
                </a:lnTo>
                <a:lnTo>
                  <a:pt x="191516" y="36566"/>
                </a:lnTo>
                <a:lnTo>
                  <a:pt x="190950" y="36748"/>
                </a:lnTo>
                <a:lnTo>
                  <a:pt x="190390" y="36940"/>
                </a:lnTo>
                <a:lnTo>
                  <a:pt x="189836" y="37141"/>
                </a:lnTo>
                <a:lnTo>
                  <a:pt x="189288" y="37351"/>
                </a:lnTo>
                <a:lnTo>
                  <a:pt x="188746" y="37571"/>
                </a:lnTo>
                <a:lnTo>
                  <a:pt x="188210" y="37800"/>
                </a:lnTo>
                <a:lnTo>
                  <a:pt x="187682" y="38038"/>
                </a:lnTo>
                <a:lnTo>
                  <a:pt x="187160" y="38287"/>
                </a:lnTo>
                <a:lnTo>
                  <a:pt x="186646" y="38545"/>
                </a:lnTo>
                <a:lnTo>
                  <a:pt x="186139" y="38813"/>
                </a:lnTo>
                <a:lnTo>
                  <a:pt x="185639" y="39090"/>
                </a:lnTo>
                <a:lnTo>
                  <a:pt x="185146" y="39377"/>
                </a:lnTo>
                <a:lnTo>
                  <a:pt x="184660" y="39673"/>
                </a:lnTo>
                <a:lnTo>
                  <a:pt x="184182" y="39980"/>
                </a:lnTo>
                <a:lnTo>
                  <a:pt x="183710" y="40295"/>
                </a:lnTo>
                <a:lnTo>
                  <a:pt x="183246" y="40621"/>
                </a:lnTo>
                <a:lnTo>
                  <a:pt x="182789" y="40956"/>
                </a:lnTo>
                <a:lnTo>
                  <a:pt x="182338" y="41301"/>
                </a:lnTo>
                <a:lnTo>
                  <a:pt x="181895" y="41655"/>
                </a:lnTo>
                <a:lnTo>
                  <a:pt x="181459" y="42019"/>
                </a:lnTo>
                <a:lnTo>
                  <a:pt x="181031" y="42392"/>
                </a:lnTo>
                <a:lnTo>
                  <a:pt x="180609" y="42776"/>
                </a:lnTo>
                <a:lnTo>
                  <a:pt x="180194" y="43168"/>
                </a:lnTo>
                <a:lnTo>
                  <a:pt x="179787" y="43571"/>
                </a:lnTo>
                <a:lnTo>
                  <a:pt x="179387" y="43983"/>
                </a:lnTo>
                <a:lnTo>
                  <a:pt x="178993" y="44405"/>
                </a:lnTo>
                <a:lnTo>
                  <a:pt x="178607" y="44836"/>
                </a:lnTo>
                <a:lnTo>
                  <a:pt x="178228" y="45277"/>
                </a:lnTo>
                <a:lnTo>
                  <a:pt x="177856" y="45728"/>
                </a:lnTo>
                <a:lnTo>
                  <a:pt x="177491" y="46187"/>
                </a:lnTo>
                <a:lnTo>
                  <a:pt x="177134" y="46656"/>
                </a:lnTo>
                <a:lnTo>
                  <a:pt x="176783" y="47133"/>
                </a:lnTo>
                <a:lnTo>
                  <a:pt x="176439" y="47619"/>
                </a:lnTo>
                <a:lnTo>
                  <a:pt x="176102" y="48114"/>
                </a:lnTo>
                <a:lnTo>
                  <a:pt x="175772" y="48618"/>
                </a:lnTo>
                <a:lnTo>
                  <a:pt x="175449" y="49131"/>
                </a:lnTo>
                <a:lnTo>
                  <a:pt x="175133" y="49652"/>
                </a:lnTo>
                <a:lnTo>
                  <a:pt x="174824" y="50182"/>
                </a:lnTo>
                <a:lnTo>
                  <a:pt x="174522" y="50721"/>
                </a:lnTo>
                <a:lnTo>
                  <a:pt x="174227" y="51269"/>
                </a:lnTo>
                <a:lnTo>
                  <a:pt x="173938" y="51825"/>
                </a:lnTo>
                <a:lnTo>
                  <a:pt x="173657" y="52390"/>
                </a:lnTo>
                <a:lnTo>
                  <a:pt x="173383" y="52965"/>
                </a:lnTo>
                <a:lnTo>
                  <a:pt x="173116" y="53547"/>
                </a:lnTo>
                <a:lnTo>
                  <a:pt x="172856" y="54139"/>
                </a:lnTo>
                <a:lnTo>
                  <a:pt x="172603" y="54739"/>
                </a:lnTo>
                <a:lnTo>
                  <a:pt x="172356" y="55349"/>
                </a:lnTo>
                <a:lnTo>
                  <a:pt x="172117" y="55967"/>
                </a:lnTo>
                <a:lnTo>
                  <a:pt x="171885" y="56594"/>
                </a:lnTo>
                <a:lnTo>
                  <a:pt x="171659" y="57229"/>
                </a:lnTo>
                <a:lnTo>
                  <a:pt x="171441" y="57873"/>
                </a:lnTo>
                <a:lnTo>
                  <a:pt x="171230" y="58527"/>
                </a:lnTo>
                <a:lnTo>
                  <a:pt x="171025" y="59189"/>
                </a:lnTo>
                <a:lnTo>
                  <a:pt x="170829" y="59860"/>
                </a:lnTo>
                <a:lnTo>
                  <a:pt x="170640" y="60539"/>
                </a:lnTo>
                <a:lnTo>
                  <a:pt x="170460" y="61229"/>
                </a:lnTo>
                <a:lnTo>
                  <a:pt x="170289" y="61927"/>
                </a:lnTo>
                <a:lnTo>
                  <a:pt x="170125" y="62634"/>
                </a:lnTo>
                <a:lnTo>
                  <a:pt x="169970" y="63350"/>
                </a:lnTo>
                <a:lnTo>
                  <a:pt x="169824" y="64075"/>
                </a:lnTo>
                <a:lnTo>
                  <a:pt x="169686" y="64810"/>
                </a:lnTo>
                <a:lnTo>
                  <a:pt x="169556" y="65553"/>
                </a:lnTo>
                <a:lnTo>
                  <a:pt x="169435" y="66306"/>
                </a:lnTo>
                <a:lnTo>
                  <a:pt x="169322" y="67067"/>
                </a:lnTo>
                <a:lnTo>
                  <a:pt x="169217" y="67838"/>
                </a:lnTo>
                <a:lnTo>
                  <a:pt x="169121" y="68618"/>
                </a:lnTo>
                <a:lnTo>
                  <a:pt x="169033" y="69406"/>
                </a:lnTo>
                <a:lnTo>
                  <a:pt x="168953" y="70204"/>
                </a:lnTo>
                <a:lnTo>
                  <a:pt x="168882" y="71011"/>
                </a:lnTo>
                <a:lnTo>
                  <a:pt x="168819" y="71827"/>
                </a:lnTo>
                <a:lnTo>
                  <a:pt x="168765" y="72652"/>
                </a:lnTo>
                <a:lnTo>
                  <a:pt x="168719" y="73486"/>
                </a:lnTo>
                <a:lnTo>
                  <a:pt x="168681" y="74330"/>
                </a:lnTo>
                <a:lnTo>
                  <a:pt x="168652" y="75182"/>
                </a:lnTo>
                <a:lnTo>
                  <a:pt x="168631" y="76043"/>
                </a:lnTo>
                <a:lnTo>
                  <a:pt x="168619" y="76914"/>
                </a:lnTo>
                <a:lnTo>
                  <a:pt x="168614" y="77793"/>
                </a:lnTo>
                <a:lnTo>
                  <a:pt x="168614" y="84946"/>
                </a:lnTo>
                <a:lnTo>
                  <a:pt x="168619" y="85732"/>
                </a:lnTo>
                <a:lnTo>
                  <a:pt x="168632" y="86512"/>
                </a:lnTo>
                <a:lnTo>
                  <a:pt x="168653" y="87284"/>
                </a:lnTo>
                <a:lnTo>
                  <a:pt x="168684" y="88048"/>
                </a:lnTo>
                <a:lnTo>
                  <a:pt x="168722" y="88806"/>
                </a:lnTo>
                <a:lnTo>
                  <a:pt x="168770" y="89556"/>
                </a:lnTo>
                <a:lnTo>
                  <a:pt x="168826" y="90300"/>
                </a:lnTo>
                <a:lnTo>
                  <a:pt x="168891" y="91035"/>
                </a:lnTo>
                <a:lnTo>
                  <a:pt x="168965" y="91764"/>
                </a:lnTo>
                <a:lnTo>
                  <a:pt x="169047" y="92485"/>
                </a:lnTo>
                <a:lnTo>
                  <a:pt x="169138" y="93199"/>
                </a:lnTo>
                <a:lnTo>
                  <a:pt x="169237" y="93906"/>
                </a:lnTo>
                <a:lnTo>
                  <a:pt x="169345" y="94606"/>
                </a:lnTo>
                <a:lnTo>
                  <a:pt x="169462" y="95298"/>
                </a:lnTo>
                <a:lnTo>
                  <a:pt x="169587" y="95983"/>
                </a:lnTo>
                <a:lnTo>
                  <a:pt x="169722" y="96661"/>
                </a:lnTo>
                <a:lnTo>
                  <a:pt x="169864" y="97331"/>
                </a:lnTo>
                <a:lnTo>
                  <a:pt x="170016" y="97995"/>
                </a:lnTo>
                <a:lnTo>
                  <a:pt x="170176" y="98651"/>
                </a:lnTo>
                <a:lnTo>
                  <a:pt x="170344" y="99300"/>
                </a:lnTo>
                <a:lnTo>
                  <a:pt x="170522" y="99941"/>
                </a:lnTo>
                <a:lnTo>
                  <a:pt x="170708" y="100575"/>
                </a:lnTo>
                <a:lnTo>
                  <a:pt x="170902" y="101202"/>
                </a:lnTo>
                <a:lnTo>
                  <a:pt x="171106" y="101822"/>
                </a:lnTo>
                <a:lnTo>
                  <a:pt x="171317" y="102434"/>
                </a:lnTo>
                <a:lnTo>
                  <a:pt x="171536" y="103039"/>
                </a:lnTo>
                <a:lnTo>
                  <a:pt x="171764" y="103636"/>
                </a:lnTo>
                <a:lnTo>
                  <a:pt x="171999" y="104225"/>
                </a:lnTo>
                <a:lnTo>
                  <a:pt x="172241" y="104807"/>
                </a:lnTo>
                <a:lnTo>
                  <a:pt x="172492" y="105381"/>
                </a:lnTo>
                <a:lnTo>
                  <a:pt x="172750" y="105947"/>
                </a:lnTo>
                <a:lnTo>
                  <a:pt x="173017" y="106506"/>
                </a:lnTo>
                <a:lnTo>
                  <a:pt x="173291" y="107056"/>
                </a:lnTo>
                <a:lnTo>
                  <a:pt x="173572" y="107600"/>
                </a:lnTo>
                <a:lnTo>
                  <a:pt x="173862" y="108135"/>
                </a:lnTo>
                <a:lnTo>
                  <a:pt x="174159" y="108663"/>
                </a:lnTo>
                <a:lnTo>
                  <a:pt x="174465" y="109183"/>
                </a:lnTo>
                <a:lnTo>
                  <a:pt x="174778" y="109696"/>
                </a:lnTo>
                <a:lnTo>
                  <a:pt x="175099" y="110201"/>
                </a:lnTo>
                <a:lnTo>
                  <a:pt x="175427" y="110698"/>
                </a:lnTo>
                <a:lnTo>
                  <a:pt x="175764" y="111187"/>
                </a:lnTo>
                <a:lnTo>
                  <a:pt x="176108" y="111669"/>
                </a:lnTo>
                <a:lnTo>
                  <a:pt x="176460" y="112143"/>
                </a:lnTo>
                <a:lnTo>
                  <a:pt x="176820" y="112610"/>
                </a:lnTo>
                <a:lnTo>
                  <a:pt x="177188" y="113069"/>
                </a:lnTo>
                <a:lnTo>
                  <a:pt x="177564" y="113520"/>
                </a:lnTo>
                <a:lnTo>
                  <a:pt x="177947" y="113963"/>
                </a:lnTo>
                <a:lnTo>
                  <a:pt x="178338" y="114399"/>
                </a:lnTo>
                <a:lnTo>
                  <a:pt x="178737" y="114827"/>
                </a:lnTo>
                <a:lnTo>
                  <a:pt x="179143" y="115246"/>
                </a:lnTo>
                <a:lnTo>
                  <a:pt x="179557" y="115657"/>
                </a:lnTo>
                <a:lnTo>
                  <a:pt x="179978" y="116059"/>
                </a:lnTo>
                <a:lnTo>
                  <a:pt x="180407" y="116453"/>
                </a:lnTo>
                <a:lnTo>
                  <a:pt x="180842" y="116838"/>
                </a:lnTo>
                <a:lnTo>
                  <a:pt x="181286" y="117214"/>
                </a:lnTo>
                <a:lnTo>
                  <a:pt x="181736" y="117583"/>
                </a:lnTo>
                <a:lnTo>
                  <a:pt x="182194" y="117942"/>
                </a:lnTo>
                <a:lnTo>
                  <a:pt x="182659" y="118293"/>
                </a:lnTo>
                <a:lnTo>
                  <a:pt x="183132" y="118636"/>
                </a:lnTo>
                <a:lnTo>
                  <a:pt x="183612" y="118970"/>
                </a:lnTo>
                <a:lnTo>
                  <a:pt x="184100" y="119296"/>
                </a:lnTo>
                <a:lnTo>
                  <a:pt x="184595" y="119613"/>
                </a:lnTo>
                <a:lnTo>
                  <a:pt x="185097" y="119921"/>
                </a:lnTo>
                <a:lnTo>
                  <a:pt x="185607" y="120221"/>
                </a:lnTo>
                <a:lnTo>
                  <a:pt x="186124" y="120513"/>
                </a:lnTo>
                <a:lnTo>
                  <a:pt x="186649" y="120796"/>
                </a:lnTo>
                <a:lnTo>
                  <a:pt x="187181" y="121070"/>
                </a:lnTo>
                <a:lnTo>
                  <a:pt x="187720" y="121336"/>
                </a:lnTo>
                <a:lnTo>
                  <a:pt x="188267" y="121594"/>
                </a:lnTo>
                <a:lnTo>
                  <a:pt x="188821" y="121843"/>
                </a:lnTo>
                <a:lnTo>
                  <a:pt x="189382" y="122083"/>
                </a:lnTo>
                <a:lnTo>
                  <a:pt x="189951" y="122315"/>
                </a:lnTo>
                <a:lnTo>
                  <a:pt x="190527" y="122538"/>
                </a:lnTo>
                <a:lnTo>
                  <a:pt x="191111" y="122752"/>
                </a:lnTo>
                <a:lnTo>
                  <a:pt x="191701" y="122956"/>
                </a:lnTo>
                <a:lnTo>
                  <a:pt x="192298" y="123150"/>
                </a:lnTo>
                <a:lnTo>
                  <a:pt x="192903" y="123335"/>
                </a:lnTo>
                <a:lnTo>
                  <a:pt x="193515" y="123511"/>
                </a:lnTo>
                <a:lnTo>
                  <a:pt x="194134" y="123677"/>
                </a:lnTo>
                <a:lnTo>
                  <a:pt x="194760" y="123833"/>
                </a:lnTo>
                <a:lnTo>
                  <a:pt x="195393" y="123980"/>
                </a:lnTo>
                <a:lnTo>
                  <a:pt x="196033" y="124118"/>
                </a:lnTo>
                <a:lnTo>
                  <a:pt x="196680" y="124246"/>
                </a:lnTo>
                <a:lnTo>
                  <a:pt x="197335" y="124364"/>
                </a:lnTo>
                <a:lnTo>
                  <a:pt x="197996" y="124474"/>
                </a:lnTo>
                <a:lnTo>
                  <a:pt x="198665" y="124573"/>
                </a:lnTo>
                <a:lnTo>
                  <a:pt x="199341" y="124663"/>
                </a:lnTo>
                <a:lnTo>
                  <a:pt x="200024" y="124744"/>
                </a:lnTo>
                <a:lnTo>
                  <a:pt x="200714" y="124815"/>
                </a:lnTo>
                <a:lnTo>
                  <a:pt x="201411" y="124877"/>
                </a:lnTo>
                <a:lnTo>
                  <a:pt x="202115" y="124929"/>
                </a:lnTo>
                <a:lnTo>
                  <a:pt x="202826" y="124972"/>
                </a:lnTo>
                <a:lnTo>
                  <a:pt x="203545" y="125005"/>
                </a:lnTo>
                <a:lnTo>
                  <a:pt x="204270" y="125029"/>
                </a:lnTo>
                <a:lnTo>
                  <a:pt x="205003" y="125043"/>
                </a:lnTo>
                <a:lnTo>
                  <a:pt x="205743" y="125048"/>
                </a:lnTo>
                <a:lnTo>
                  <a:pt x="206363" y="125044"/>
                </a:lnTo>
                <a:lnTo>
                  <a:pt x="206976" y="125034"/>
                </a:lnTo>
                <a:lnTo>
                  <a:pt x="207584" y="125017"/>
                </a:lnTo>
                <a:lnTo>
                  <a:pt x="208185" y="124994"/>
                </a:lnTo>
                <a:lnTo>
                  <a:pt x="208780" y="124964"/>
                </a:lnTo>
                <a:lnTo>
                  <a:pt x="209369" y="124927"/>
                </a:lnTo>
                <a:lnTo>
                  <a:pt x="209952" y="124883"/>
                </a:lnTo>
                <a:lnTo>
                  <a:pt x="210529" y="124833"/>
                </a:lnTo>
                <a:lnTo>
                  <a:pt x="211100" y="124776"/>
                </a:lnTo>
                <a:lnTo>
                  <a:pt x="211664" y="124713"/>
                </a:lnTo>
                <a:lnTo>
                  <a:pt x="212223" y="124642"/>
                </a:lnTo>
                <a:lnTo>
                  <a:pt x="212775" y="124565"/>
                </a:lnTo>
                <a:lnTo>
                  <a:pt x="213321" y="124482"/>
                </a:lnTo>
                <a:lnTo>
                  <a:pt x="213861" y="124391"/>
                </a:lnTo>
                <a:lnTo>
                  <a:pt x="214395" y="124294"/>
                </a:lnTo>
                <a:lnTo>
                  <a:pt x="214922" y="124190"/>
                </a:lnTo>
                <a:lnTo>
                  <a:pt x="215444" y="124080"/>
                </a:lnTo>
                <a:lnTo>
                  <a:pt x="215959" y="123963"/>
                </a:lnTo>
                <a:lnTo>
                  <a:pt x="216468" y="123839"/>
                </a:lnTo>
                <a:lnTo>
                  <a:pt x="216972" y="123708"/>
                </a:lnTo>
                <a:lnTo>
                  <a:pt x="217469" y="123571"/>
                </a:lnTo>
                <a:lnTo>
                  <a:pt x="217959" y="123427"/>
                </a:lnTo>
                <a:lnTo>
                  <a:pt x="218444" y="123276"/>
                </a:lnTo>
                <a:lnTo>
                  <a:pt x="218923" y="123119"/>
                </a:lnTo>
                <a:lnTo>
                  <a:pt x="219395" y="122956"/>
                </a:lnTo>
                <a:lnTo>
                  <a:pt x="219862" y="122789"/>
                </a:lnTo>
                <a:lnTo>
                  <a:pt x="220324" y="122619"/>
                </a:lnTo>
                <a:lnTo>
                  <a:pt x="220780" y="122445"/>
                </a:lnTo>
                <a:lnTo>
                  <a:pt x="221230" y="122266"/>
                </a:lnTo>
                <a:lnTo>
                  <a:pt x="221675" y="122084"/>
                </a:lnTo>
                <a:lnTo>
                  <a:pt x="222114" y="121898"/>
                </a:lnTo>
                <a:lnTo>
                  <a:pt x="222548" y="121708"/>
                </a:lnTo>
                <a:lnTo>
                  <a:pt x="222976" y="121514"/>
                </a:lnTo>
                <a:lnTo>
                  <a:pt x="223399" y="121316"/>
                </a:lnTo>
                <a:lnTo>
                  <a:pt x="223815" y="121114"/>
                </a:lnTo>
                <a:lnTo>
                  <a:pt x="224227" y="120909"/>
                </a:lnTo>
                <a:lnTo>
                  <a:pt x="224632" y="120699"/>
                </a:lnTo>
                <a:lnTo>
                  <a:pt x="225033" y="120486"/>
                </a:lnTo>
                <a:lnTo>
                  <a:pt x="225427" y="120268"/>
                </a:lnTo>
                <a:lnTo>
                  <a:pt x="225816" y="120047"/>
                </a:lnTo>
                <a:lnTo>
                  <a:pt x="226200" y="119822"/>
                </a:lnTo>
                <a:lnTo>
                  <a:pt x="226577" y="119593"/>
                </a:lnTo>
                <a:lnTo>
                  <a:pt x="226950" y="119360"/>
                </a:lnTo>
                <a:lnTo>
                  <a:pt x="227316" y="119123"/>
                </a:lnTo>
                <a:lnTo>
                  <a:pt x="227677" y="118882"/>
                </a:lnTo>
                <a:lnTo>
                  <a:pt x="228033" y="118637"/>
                </a:lnTo>
                <a:lnTo>
                  <a:pt x="228383" y="118389"/>
                </a:lnTo>
                <a:lnTo>
                  <a:pt x="228727" y="118136"/>
                </a:lnTo>
                <a:lnTo>
                  <a:pt x="229066" y="117882"/>
                </a:lnTo>
                <a:lnTo>
                  <a:pt x="229398" y="117627"/>
                </a:lnTo>
                <a:lnTo>
                  <a:pt x="229724" y="117373"/>
                </a:lnTo>
                <a:lnTo>
                  <a:pt x="230044" y="117118"/>
                </a:lnTo>
                <a:lnTo>
                  <a:pt x="230358" y="116864"/>
                </a:lnTo>
                <a:lnTo>
                  <a:pt x="230666" y="116609"/>
                </a:lnTo>
                <a:lnTo>
                  <a:pt x="230968" y="116355"/>
                </a:lnTo>
                <a:lnTo>
                  <a:pt x="231263" y="116100"/>
                </a:lnTo>
                <a:lnTo>
                  <a:pt x="231552" y="115846"/>
                </a:lnTo>
                <a:lnTo>
                  <a:pt x="231836" y="115591"/>
                </a:lnTo>
                <a:lnTo>
                  <a:pt x="232113" y="115337"/>
                </a:lnTo>
                <a:lnTo>
                  <a:pt x="232384" y="115082"/>
                </a:lnTo>
                <a:lnTo>
                  <a:pt x="232649" y="114828"/>
                </a:lnTo>
                <a:lnTo>
                  <a:pt x="232907" y="114573"/>
                </a:lnTo>
                <a:lnTo>
                  <a:pt x="233160" y="114319"/>
                </a:lnTo>
                <a:lnTo>
                  <a:pt x="233406" y="114064"/>
                </a:lnTo>
                <a:lnTo>
                  <a:pt x="233646" y="113810"/>
                </a:lnTo>
                <a:lnTo>
                  <a:pt x="233881" y="113555"/>
                </a:lnTo>
                <a:lnTo>
                  <a:pt x="234108" y="113301"/>
                </a:lnTo>
                <a:lnTo>
                  <a:pt x="234330" y="113046"/>
                </a:lnTo>
                <a:lnTo>
                  <a:pt x="234546" y="112792"/>
                </a:lnTo>
                <a:lnTo>
                  <a:pt x="234756" y="112537"/>
                </a:lnTo>
                <a:lnTo>
                  <a:pt x="234959" y="112283"/>
                </a:lnTo>
                <a:lnTo>
                  <a:pt x="235156" y="112028"/>
                </a:lnTo>
                <a:lnTo>
                  <a:pt x="226155" y="98366"/>
                </a:lnTo>
                <a:lnTo>
                  <a:pt x="225872" y="98672"/>
                </a:lnTo>
                <a:lnTo>
                  <a:pt x="225583" y="98972"/>
                </a:lnTo>
                <a:lnTo>
                  <a:pt x="225290" y="99266"/>
                </a:lnTo>
                <a:lnTo>
                  <a:pt x="224991" y="99555"/>
                </a:lnTo>
                <a:lnTo>
                  <a:pt x="224688" y="99839"/>
                </a:lnTo>
                <a:lnTo>
                  <a:pt x="224380" y="100117"/>
                </a:lnTo>
                <a:lnTo>
                  <a:pt x="224067" y="100390"/>
                </a:lnTo>
                <a:lnTo>
                  <a:pt x="223749" y="100657"/>
                </a:lnTo>
                <a:lnTo>
                  <a:pt x="223426" y="100919"/>
                </a:lnTo>
                <a:lnTo>
                  <a:pt x="223099" y="101175"/>
                </a:lnTo>
                <a:lnTo>
                  <a:pt x="222766" y="101426"/>
                </a:lnTo>
                <a:lnTo>
                  <a:pt x="222429" y="101671"/>
                </a:lnTo>
                <a:lnTo>
                  <a:pt x="222086" y="101911"/>
                </a:lnTo>
                <a:lnTo>
                  <a:pt x="221739" y="102146"/>
                </a:lnTo>
                <a:lnTo>
                  <a:pt x="221387" y="102375"/>
                </a:lnTo>
                <a:lnTo>
                  <a:pt x="221030" y="102599"/>
                </a:lnTo>
                <a:lnTo>
                  <a:pt x="220668" y="102817"/>
                </a:lnTo>
                <a:lnTo>
                  <a:pt x="220301" y="103030"/>
                </a:lnTo>
                <a:lnTo>
                  <a:pt x="219930" y="103237"/>
                </a:lnTo>
                <a:lnTo>
                  <a:pt x="219553" y="103439"/>
                </a:lnTo>
                <a:lnTo>
                  <a:pt x="219172" y="103636"/>
                </a:lnTo>
                <a:lnTo>
                  <a:pt x="218786" y="103827"/>
                </a:lnTo>
                <a:lnTo>
                  <a:pt x="218394" y="104013"/>
                </a:lnTo>
                <a:lnTo>
                  <a:pt x="217998" y="104193"/>
                </a:lnTo>
                <a:lnTo>
                  <a:pt x="217598" y="104367"/>
                </a:lnTo>
                <a:lnTo>
                  <a:pt x="217193" y="104533"/>
                </a:lnTo>
                <a:lnTo>
                  <a:pt x="216785" y="104692"/>
                </a:lnTo>
                <a:lnTo>
                  <a:pt x="216372" y="104844"/>
                </a:lnTo>
                <a:lnTo>
                  <a:pt x="215955" y="104988"/>
                </a:lnTo>
                <a:lnTo>
                  <a:pt x="215535" y="105125"/>
                </a:lnTo>
                <a:lnTo>
                  <a:pt x="215110" y="105254"/>
                </a:lnTo>
                <a:lnTo>
                  <a:pt x="214681" y="105376"/>
                </a:lnTo>
                <a:lnTo>
                  <a:pt x="214248" y="105491"/>
                </a:lnTo>
                <a:lnTo>
                  <a:pt x="213811" y="105598"/>
                </a:lnTo>
                <a:lnTo>
                  <a:pt x="213370" y="105698"/>
                </a:lnTo>
                <a:lnTo>
                  <a:pt x="212925" y="105790"/>
                </a:lnTo>
                <a:lnTo>
                  <a:pt x="212476" y="105875"/>
                </a:lnTo>
                <a:lnTo>
                  <a:pt x="212023" y="105953"/>
                </a:lnTo>
                <a:lnTo>
                  <a:pt x="211566" y="106023"/>
                </a:lnTo>
                <a:lnTo>
                  <a:pt x="211105" y="106086"/>
                </a:lnTo>
                <a:lnTo>
                  <a:pt x="210640" y="106141"/>
                </a:lnTo>
                <a:lnTo>
                  <a:pt x="210170" y="106189"/>
                </a:lnTo>
                <a:lnTo>
                  <a:pt x="209697" y="106230"/>
                </a:lnTo>
                <a:lnTo>
                  <a:pt x="209220" y="106263"/>
                </a:lnTo>
                <a:lnTo>
                  <a:pt x="208738" y="106289"/>
                </a:lnTo>
                <a:lnTo>
                  <a:pt x="208253" y="106308"/>
                </a:lnTo>
                <a:lnTo>
                  <a:pt x="207763" y="106319"/>
                </a:lnTo>
                <a:lnTo>
                  <a:pt x="207270" y="106323"/>
                </a:lnTo>
                <a:lnTo>
                  <a:pt x="206943" y="106321"/>
                </a:lnTo>
                <a:lnTo>
                  <a:pt x="206620" y="106315"/>
                </a:lnTo>
                <a:lnTo>
                  <a:pt x="206300" y="106306"/>
                </a:lnTo>
                <a:lnTo>
                  <a:pt x="205984" y="106292"/>
                </a:lnTo>
                <a:lnTo>
                  <a:pt x="205671" y="106275"/>
                </a:lnTo>
                <a:lnTo>
                  <a:pt x="205361" y="106255"/>
                </a:lnTo>
                <a:lnTo>
                  <a:pt x="205055" y="106230"/>
                </a:lnTo>
                <a:lnTo>
                  <a:pt x="204752" y="106202"/>
                </a:lnTo>
                <a:lnTo>
                  <a:pt x="204452" y="106170"/>
                </a:lnTo>
                <a:lnTo>
                  <a:pt x="204156" y="106134"/>
                </a:lnTo>
                <a:lnTo>
                  <a:pt x="203863" y="106095"/>
                </a:lnTo>
                <a:lnTo>
                  <a:pt x="203573" y="106051"/>
                </a:lnTo>
                <a:lnTo>
                  <a:pt x="203287" y="106004"/>
                </a:lnTo>
                <a:lnTo>
                  <a:pt x="203004" y="105953"/>
                </a:lnTo>
                <a:lnTo>
                  <a:pt x="202724" y="105899"/>
                </a:lnTo>
                <a:lnTo>
                  <a:pt x="202448" y="105840"/>
                </a:lnTo>
                <a:lnTo>
                  <a:pt x="202175" y="105778"/>
                </a:lnTo>
                <a:lnTo>
                  <a:pt x="201905" y="105712"/>
                </a:lnTo>
                <a:lnTo>
                  <a:pt x="201639" y="105643"/>
                </a:lnTo>
                <a:lnTo>
                  <a:pt x="201376" y="105569"/>
                </a:lnTo>
                <a:lnTo>
                  <a:pt x="201117" y="105492"/>
                </a:lnTo>
                <a:lnTo>
                  <a:pt x="200861" y="105411"/>
                </a:lnTo>
                <a:lnTo>
                  <a:pt x="200608" y="105326"/>
                </a:lnTo>
                <a:lnTo>
                  <a:pt x="200358" y="105238"/>
                </a:lnTo>
                <a:lnTo>
                  <a:pt x="200112" y="105145"/>
                </a:lnTo>
                <a:lnTo>
                  <a:pt x="199869" y="105047"/>
                </a:lnTo>
                <a:lnTo>
                  <a:pt x="199629" y="104944"/>
                </a:lnTo>
                <a:lnTo>
                  <a:pt x="199393" y="104836"/>
                </a:lnTo>
                <a:lnTo>
                  <a:pt x="199160" y="104723"/>
                </a:lnTo>
                <a:lnTo>
                  <a:pt x="198929" y="104605"/>
                </a:lnTo>
                <a:lnTo>
                  <a:pt x="198702" y="104482"/>
                </a:lnTo>
                <a:lnTo>
                  <a:pt x="198479" y="104354"/>
                </a:lnTo>
                <a:lnTo>
                  <a:pt x="198258" y="104220"/>
                </a:lnTo>
                <a:lnTo>
                  <a:pt x="198041" y="104082"/>
                </a:lnTo>
                <a:lnTo>
                  <a:pt x="197827" y="103939"/>
                </a:lnTo>
                <a:lnTo>
                  <a:pt x="197616" y="103791"/>
                </a:lnTo>
                <a:lnTo>
                  <a:pt x="197408" y="103638"/>
                </a:lnTo>
                <a:lnTo>
                  <a:pt x="197204" y="103480"/>
                </a:lnTo>
                <a:lnTo>
                  <a:pt x="197003" y="103316"/>
                </a:lnTo>
                <a:lnTo>
                  <a:pt x="196804" y="103148"/>
                </a:lnTo>
                <a:lnTo>
                  <a:pt x="196610" y="102975"/>
                </a:lnTo>
                <a:lnTo>
                  <a:pt x="196418" y="102797"/>
                </a:lnTo>
                <a:lnTo>
                  <a:pt x="196230" y="102613"/>
                </a:lnTo>
                <a:lnTo>
                  <a:pt x="196044" y="102425"/>
                </a:lnTo>
                <a:lnTo>
                  <a:pt x="195862" y="102231"/>
                </a:lnTo>
                <a:lnTo>
                  <a:pt x="195684" y="102033"/>
                </a:lnTo>
                <a:lnTo>
                  <a:pt x="195508" y="101830"/>
                </a:lnTo>
                <a:lnTo>
                  <a:pt x="195336" y="101621"/>
                </a:lnTo>
                <a:lnTo>
                  <a:pt x="195167" y="101408"/>
                </a:lnTo>
                <a:lnTo>
                  <a:pt x="195001" y="101189"/>
                </a:lnTo>
                <a:lnTo>
                  <a:pt x="194839" y="100964"/>
                </a:lnTo>
                <a:lnTo>
                  <a:pt x="194680" y="100735"/>
                </a:lnTo>
                <a:lnTo>
                  <a:pt x="194525" y="100500"/>
                </a:lnTo>
                <a:lnTo>
                  <a:pt x="194374" y="100260"/>
                </a:lnTo>
                <a:lnTo>
                  <a:pt x="194226" y="100015"/>
                </a:lnTo>
                <a:lnTo>
                  <a:pt x="194081" y="99764"/>
                </a:lnTo>
                <a:lnTo>
                  <a:pt x="193940" y="99508"/>
                </a:lnTo>
                <a:lnTo>
                  <a:pt x="193802" y="99247"/>
                </a:lnTo>
                <a:lnTo>
                  <a:pt x="193668" y="98980"/>
                </a:lnTo>
                <a:lnTo>
                  <a:pt x="193537" y="98708"/>
                </a:lnTo>
                <a:lnTo>
                  <a:pt x="193410" y="98431"/>
                </a:lnTo>
                <a:lnTo>
                  <a:pt x="193287" y="98148"/>
                </a:lnTo>
                <a:lnTo>
                  <a:pt x="193166" y="97860"/>
                </a:lnTo>
                <a:lnTo>
                  <a:pt x="193050" y="97567"/>
                </a:lnTo>
                <a:lnTo>
                  <a:pt x="192936" y="97269"/>
                </a:lnTo>
                <a:lnTo>
                  <a:pt x="192827" y="96965"/>
                </a:lnTo>
                <a:lnTo>
                  <a:pt x="192720" y="96656"/>
                </a:lnTo>
                <a:lnTo>
                  <a:pt x="192618" y="96342"/>
                </a:lnTo>
                <a:lnTo>
                  <a:pt x="192518" y="96022"/>
                </a:lnTo>
                <a:lnTo>
                  <a:pt x="192423" y="95697"/>
                </a:lnTo>
                <a:lnTo>
                  <a:pt x="192330" y="95367"/>
                </a:lnTo>
                <a:lnTo>
                  <a:pt x="192242" y="95031"/>
                </a:lnTo>
                <a:lnTo>
                  <a:pt x="192156" y="94690"/>
                </a:lnTo>
                <a:lnTo>
                  <a:pt x="192075" y="94341"/>
                </a:lnTo>
                <a:lnTo>
                  <a:pt x="191997" y="93986"/>
                </a:lnTo>
                <a:lnTo>
                  <a:pt x="191922" y="93624"/>
                </a:lnTo>
                <a:lnTo>
                  <a:pt x="191852" y="93255"/>
                </a:lnTo>
                <a:lnTo>
                  <a:pt x="191784" y="92879"/>
                </a:lnTo>
                <a:lnTo>
                  <a:pt x="191721" y="92496"/>
                </a:lnTo>
                <a:lnTo>
                  <a:pt x="191661" y="92107"/>
                </a:lnTo>
                <a:lnTo>
                  <a:pt x="191605" y="91711"/>
                </a:lnTo>
                <a:lnTo>
                  <a:pt x="191552" y="91307"/>
                </a:lnTo>
                <a:lnTo>
                  <a:pt x="191503" y="90897"/>
                </a:lnTo>
                <a:lnTo>
                  <a:pt x="191458" y="90481"/>
                </a:lnTo>
                <a:lnTo>
                  <a:pt x="191416" y="90057"/>
                </a:lnTo>
                <a:lnTo>
                  <a:pt x="191378" y="89626"/>
                </a:lnTo>
                <a:lnTo>
                  <a:pt x="191344" y="89189"/>
                </a:lnTo>
                <a:lnTo>
                  <a:pt x="191313" y="88745"/>
                </a:lnTo>
                <a:lnTo>
                  <a:pt x="191286" y="88294"/>
                </a:lnTo>
                <a:lnTo>
                  <a:pt x="191262" y="87836"/>
                </a:lnTo>
                <a:lnTo>
                  <a:pt x="191245" y="87437"/>
                </a:lnTo>
                <a:lnTo>
                  <a:pt x="236442" y="87437"/>
                </a:lnTo>
                <a:lnTo>
                  <a:pt x="236442" y="77150"/>
                </a:lnTo>
                <a:lnTo>
                  <a:pt x="236439" y="76284"/>
                </a:lnTo>
                <a:lnTo>
                  <a:pt x="236428" y="75427"/>
                </a:lnTo>
                <a:close/>
                <a:moveTo>
                  <a:pt x="191448" y="70463"/>
                </a:moveTo>
                <a:lnTo>
                  <a:pt x="191483" y="70024"/>
                </a:lnTo>
                <a:lnTo>
                  <a:pt x="191519" y="69592"/>
                </a:lnTo>
                <a:lnTo>
                  <a:pt x="191558" y="69166"/>
                </a:lnTo>
                <a:lnTo>
                  <a:pt x="191600" y="68747"/>
                </a:lnTo>
                <a:lnTo>
                  <a:pt x="191643" y="68333"/>
                </a:lnTo>
                <a:lnTo>
                  <a:pt x="191689" y="67926"/>
                </a:lnTo>
                <a:lnTo>
                  <a:pt x="191737" y="67526"/>
                </a:lnTo>
                <a:lnTo>
                  <a:pt x="191787" y="67131"/>
                </a:lnTo>
                <a:lnTo>
                  <a:pt x="191840" y="66743"/>
                </a:lnTo>
                <a:lnTo>
                  <a:pt x="191895" y="66361"/>
                </a:lnTo>
                <a:lnTo>
                  <a:pt x="191952" y="65985"/>
                </a:lnTo>
                <a:lnTo>
                  <a:pt x="192012" y="65615"/>
                </a:lnTo>
                <a:lnTo>
                  <a:pt x="192074" y="65251"/>
                </a:lnTo>
                <a:lnTo>
                  <a:pt x="192139" y="64892"/>
                </a:lnTo>
                <a:lnTo>
                  <a:pt x="192206" y="64540"/>
                </a:lnTo>
                <a:lnTo>
                  <a:pt x="192276" y="64194"/>
                </a:lnTo>
                <a:lnTo>
                  <a:pt x="192349" y="63854"/>
                </a:lnTo>
                <a:lnTo>
                  <a:pt x="192424" y="63520"/>
                </a:lnTo>
                <a:lnTo>
                  <a:pt x="192501" y="63192"/>
                </a:lnTo>
                <a:lnTo>
                  <a:pt x="192581" y="62870"/>
                </a:lnTo>
                <a:lnTo>
                  <a:pt x="192663" y="62554"/>
                </a:lnTo>
                <a:lnTo>
                  <a:pt x="192748" y="62244"/>
                </a:lnTo>
                <a:lnTo>
                  <a:pt x="192836" y="61940"/>
                </a:lnTo>
                <a:lnTo>
                  <a:pt x="192926" y="61642"/>
                </a:lnTo>
                <a:lnTo>
                  <a:pt x="193018" y="61350"/>
                </a:lnTo>
                <a:lnTo>
                  <a:pt x="193113" y="61063"/>
                </a:lnTo>
                <a:lnTo>
                  <a:pt x="193211" y="60783"/>
                </a:lnTo>
                <a:lnTo>
                  <a:pt x="193311" y="60509"/>
                </a:lnTo>
                <a:lnTo>
                  <a:pt x="193414" y="60241"/>
                </a:lnTo>
                <a:lnTo>
                  <a:pt x="193519" y="59979"/>
                </a:lnTo>
                <a:lnTo>
                  <a:pt x="193626" y="59723"/>
                </a:lnTo>
                <a:lnTo>
                  <a:pt x="193736" y="59473"/>
                </a:lnTo>
                <a:lnTo>
                  <a:pt x="193849" y="59229"/>
                </a:lnTo>
                <a:lnTo>
                  <a:pt x="193964" y="58990"/>
                </a:lnTo>
                <a:lnTo>
                  <a:pt x="194083" y="58757"/>
                </a:lnTo>
                <a:lnTo>
                  <a:pt x="194205" y="58529"/>
                </a:lnTo>
                <a:lnTo>
                  <a:pt x="194331" y="58307"/>
                </a:lnTo>
                <a:lnTo>
                  <a:pt x="194460" y="58090"/>
                </a:lnTo>
                <a:lnTo>
                  <a:pt x="194592" y="57878"/>
                </a:lnTo>
                <a:lnTo>
                  <a:pt x="194728" y="57671"/>
                </a:lnTo>
                <a:lnTo>
                  <a:pt x="194867" y="57470"/>
                </a:lnTo>
                <a:lnTo>
                  <a:pt x="195009" y="57274"/>
                </a:lnTo>
                <a:lnTo>
                  <a:pt x="195155" y="57083"/>
                </a:lnTo>
                <a:lnTo>
                  <a:pt x="195304" y="56898"/>
                </a:lnTo>
                <a:lnTo>
                  <a:pt x="195456" y="56717"/>
                </a:lnTo>
                <a:lnTo>
                  <a:pt x="195612" y="56543"/>
                </a:lnTo>
                <a:lnTo>
                  <a:pt x="195771" y="56373"/>
                </a:lnTo>
                <a:lnTo>
                  <a:pt x="195933" y="56209"/>
                </a:lnTo>
                <a:lnTo>
                  <a:pt x="196099" y="56050"/>
                </a:lnTo>
                <a:lnTo>
                  <a:pt x="196268" y="55896"/>
                </a:lnTo>
                <a:lnTo>
                  <a:pt x="196441" y="55748"/>
                </a:lnTo>
                <a:lnTo>
                  <a:pt x="196616" y="55605"/>
                </a:lnTo>
                <a:lnTo>
                  <a:pt x="196796" y="55467"/>
                </a:lnTo>
                <a:lnTo>
                  <a:pt x="196978" y="55335"/>
                </a:lnTo>
                <a:lnTo>
                  <a:pt x="197164" y="55208"/>
                </a:lnTo>
                <a:lnTo>
                  <a:pt x="197353" y="55086"/>
                </a:lnTo>
                <a:lnTo>
                  <a:pt x="197546" y="54969"/>
                </a:lnTo>
                <a:lnTo>
                  <a:pt x="197742" y="54858"/>
                </a:lnTo>
                <a:lnTo>
                  <a:pt x="197941" y="54751"/>
                </a:lnTo>
                <a:lnTo>
                  <a:pt x="198145" y="54649"/>
                </a:lnTo>
                <a:lnTo>
                  <a:pt x="198351" y="54552"/>
                </a:lnTo>
                <a:lnTo>
                  <a:pt x="198562" y="54460"/>
                </a:lnTo>
                <a:lnTo>
                  <a:pt x="198776" y="54372"/>
                </a:lnTo>
                <a:lnTo>
                  <a:pt x="198994" y="54289"/>
                </a:lnTo>
                <a:lnTo>
                  <a:pt x="199215" y="54210"/>
                </a:lnTo>
                <a:lnTo>
                  <a:pt x="199440" y="54137"/>
                </a:lnTo>
                <a:lnTo>
                  <a:pt x="199669" y="54068"/>
                </a:lnTo>
                <a:lnTo>
                  <a:pt x="199901" y="54004"/>
                </a:lnTo>
                <a:lnTo>
                  <a:pt x="200137" y="53945"/>
                </a:lnTo>
                <a:lnTo>
                  <a:pt x="200377" y="53890"/>
                </a:lnTo>
                <a:lnTo>
                  <a:pt x="200620" y="53840"/>
                </a:lnTo>
                <a:lnTo>
                  <a:pt x="200867" y="53795"/>
                </a:lnTo>
                <a:lnTo>
                  <a:pt x="201117" y="53755"/>
                </a:lnTo>
                <a:lnTo>
                  <a:pt x="201371" y="53719"/>
                </a:lnTo>
                <a:lnTo>
                  <a:pt x="201629" y="53689"/>
                </a:lnTo>
                <a:lnTo>
                  <a:pt x="201890" y="53663"/>
                </a:lnTo>
                <a:lnTo>
                  <a:pt x="202155" y="53641"/>
                </a:lnTo>
                <a:lnTo>
                  <a:pt x="202424" y="53625"/>
                </a:lnTo>
                <a:lnTo>
                  <a:pt x="202696" y="53613"/>
                </a:lnTo>
                <a:lnTo>
                  <a:pt x="202972" y="53606"/>
                </a:lnTo>
                <a:lnTo>
                  <a:pt x="203252" y="53603"/>
                </a:lnTo>
                <a:lnTo>
                  <a:pt x="203584" y="53606"/>
                </a:lnTo>
                <a:lnTo>
                  <a:pt x="203910" y="53616"/>
                </a:lnTo>
                <a:lnTo>
                  <a:pt x="204231" y="53631"/>
                </a:lnTo>
                <a:lnTo>
                  <a:pt x="204546" y="53652"/>
                </a:lnTo>
                <a:lnTo>
                  <a:pt x="204856" y="53680"/>
                </a:lnTo>
                <a:lnTo>
                  <a:pt x="205160" y="53714"/>
                </a:lnTo>
                <a:lnTo>
                  <a:pt x="205459" y="53754"/>
                </a:lnTo>
                <a:lnTo>
                  <a:pt x="205752" y="53800"/>
                </a:lnTo>
                <a:lnTo>
                  <a:pt x="206039" y="53852"/>
                </a:lnTo>
                <a:lnTo>
                  <a:pt x="206321" y="53910"/>
                </a:lnTo>
                <a:lnTo>
                  <a:pt x="206597" y="53975"/>
                </a:lnTo>
                <a:lnTo>
                  <a:pt x="206868" y="54045"/>
                </a:lnTo>
                <a:lnTo>
                  <a:pt x="207133" y="54122"/>
                </a:lnTo>
                <a:lnTo>
                  <a:pt x="207393" y="54205"/>
                </a:lnTo>
                <a:lnTo>
                  <a:pt x="207646" y="54294"/>
                </a:lnTo>
                <a:lnTo>
                  <a:pt x="207895" y="54389"/>
                </a:lnTo>
                <a:lnTo>
                  <a:pt x="208138" y="54490"/>
                </a:lnTo>
                <a:lnTo>
                  <a:pt x="208375" y="54598"/>
                </a:lnTo>
                <a:lnTo>
                  <a:pt x="208606" y="54711"/>
                </a:lnTo>
                <a:lnTo>
                  <a:pt x="208832" y="54831"/>
                </a:lnTo>
                <a:lnTo>
                  <a:pt x="209053" y="54957"/>
                </a:lnTo>
                <a:lnTo>
                  <a:pt x="209268" y="55089"/>
                </a:lnTo>
                <a:lnTo>
                  <a:pt x="209477" y="55227"/>
                </a:lnTo>
                <a:lnTo>
                  <a:pt x="209681" y="55371"/>
                </a:lnTo>
                <a:lnTo>
                  <a:pt x="209879" y="55522"/>
                </a:lnTo>
                <a:lnTo>
                  <a:pt x="210074" y="55679"/>
                </a:lnTo>
                <a:lnTo>
                  <a:pt x="210263" y="55842"/>
                </a:lnTo>
                <a:lnTo>
                  <a:pt x="210449" y="56011"/>
                </a:lnTo>
                <a:lnTo>
                  <a:pt x="210629" y="56186"/>
                </a:lnTo>
                <a:lnTo>
                  <a:pt x="210806" y="56368"/>
                </a:lnTo>
                <a:lnTo>
                  <a:pt x="210978" y="56556"/>
                </a:lnTo>
                <a:lnTo>
                  <a:pt x="211145" y="56751"/>
                </a:lnTo>
                <a:lnTo>
                  <a:pt x="211308" y="56952"/>
                </a:lnTo>
                <a:lnTo>
                  <a:pt x="211467" y="57159"/>
                </a:lnTo>
                <a:lnTo>
                  <a:pt x="211621" y="57372"/>
                </a:lnTo>
                <a:lnTo>
                  <a:pt x="211770" y="57591"/>
                </a:lnTo>
                <a:lnTo>
                  <a:pt x="211915" y="57817"/>
                </a:lnTo>
                <a:lnTo>
                  <a:pt x="212056" y="58049"/>
                </a:lnTo>
                <a:lnTo>
                  <a:pt x="212192" y="58288"/>
                </a:lnTo>
                <a:lnTo>
                  <a:pt x="212324" y="58532"/>
                </a:lnTo>
                <a:lnTo>
                  <a:pt x="212451" y="58783"/>
                </a:lnTo>
                <a:lnTo>
                  <a:pt x="212574" y="59040"/>
                </a:lnTo>
                <a:lnTo>
                  <a:pt x="212692" y="59304"/>
                </a:lnTo>
                <a:lnTo>
                  <a:pt x="212806" y="59574"/>
                </a:lnTo>
                <a:lnTo>
                  <a:pt x="212915" y="59850"/>
                </a:lnTo>
                <a:lnTo>
                  <a:pt x="213020" y="60132"/>
                </a:lnTo>
                <a:lnTo>
                  <a:pt x="213121" y="60421"/>
                </a:lnTo>
                <a:lnTo>
                  <a:pt x="213217" y="60716"/>
                </a:lnTo>
                <a:lnTo>
                  <a:pt x="213309" y="61017"/>
                </a:lnTo>
                <a:lnTo>
                  <a:pt x="213396" y="61324"/>
                </a:lnTo>
                <a:lnTo>
                  <a:pt x="213480" y="61637"/>
                </a:lnTo>
                <a:lnTo>
                  <a:pt x="213561" y="61956"/>
                </a:lnTo>
                <a:lnTo>
                  <a:pt x="213637" y="62281"/>
                </a:lnTo>
                <a:lnTo>
                  <a:pt x="213709" y="62612"/>
                </a:lnTo>
                <a:lnTo>
                  <a:pt x="213777" y="62949"/>
                </a:lnTo>
                <a:lnTo>
                  <a:pt x="213842" y="63292"/>
                </a:lnTo>
                <a:lnTo>
                  <a:pt x="213902" y="63641"/>
                </a:lnTo>
                <a:lnTo>
                  <a:pt x="213959" y="63996"/>
                </a:lnTo>
                <a:lnTo>
                  <a:pt x="214012" y="64357"/>
                </a:lnTo>
                <a:lnTo>
                  <a:pt x="214061" y="64724"/>
                </a:lnTo>
                <a:lnTo>
                  <a:pt x="214105" y="65097"/>
                </a:lnTo>
                <a:lnTo>
                  <a:pt x="214147" y="65476"/>
                </a:lnTo>
                <a:lnTo>
                  <a:pt x="214184" y="65861"/>
                </a:lnTo>
                <a:lnTo>
                  <a:pt x="214217" y="66252"/>
                </a:lnTo>
                <a:lnTo>
                  <a:pt x="214246" y="66649"/>
                </a:lnTo>
                <a:lnTo>
                  <a:pt x="214272" y="67052"/>
                </a:lnTo>
                <a:lnTo>
                  <a:pt x="214293" y="67461"/>
                </a:lnTo>
                <a:lnTo>
                  <a:pt x="214311" y="67876"/>
                </a:lnTo>
                <a:lnTo>
                  <a:pt x="214324" y="68297"/>
                </a:lnTo>
                <a:lnTo>
                  <a:pt x="214334" y="68724"/>
                </a:lnTo>
                <a:lnTo>
                  <a:pt x="214340" y="69157"/>
                </a:lnTo>
                <a:lnTo>
                  <a:pt x="214342" y="69596"/>
                </a:lnTo>
                <a:lnTo>
                  <a:pt x="214342" y="71605"/>
                </a:lnTo>
                <a:lnTo>
                  <a:pt x="191370" y="71605"/>
                </a:lnTo>
                <a:lnTo>
                  <a:pt x="191385" y="71359"/>
                </a:lnTo>
                <a:lnTo>
                  <a:pt x="191416" y="70908"/>
                </a:lnTo>
                <a:lnTo>
                  <a:pt x="191448" y="70463"/>
                </a:lnTo>
                <a:close/>
                <a:moveTo>
                  <a:pt x="273228" y="117160"/>
                </a:moveTo>
                <a:lnTo>
                  <a:pt x="273545" y="117537"/>
                </a:lnTo>
                <a:lnTo>
                  <a:pt x="273867" y="117906"/>
                </a:lnTo>
                <a:lnTo>
                  <a:pt x="274194" y="118267"/>
                </a:lnTo>
                <a:lnTo>
                  <a:pt x="274526" y="118619"/>
                </a:lnTo>
                <a:lnTo>
                  <a:pt x="274864" y="118964"/>
                </a:lnTo>
                <a:lnTo>
                  <a:pt x="275207" y="119300"/>
                </a:lnTo>
                <a:lnTo>
                  <a:pt x="275555" y="119627"/>
                </a:lnTo>
                <a:lnTo>
                  <a:pt x="275908" y="119947"/>
                </a:lnTo>
                <a:lnTo>
                  <a:pt x="276266" y="120258"/>
                </a:lnTo>
                <a:lnTo>
                  <a:pt x="276629" y="120561"/>
                </a:lnTo>
                <a:lnTo>
                  <a:pt x="276998" y="120856"/>
                </a:lnTo>
                <a:lnTo>
                  <a:pt x="277371" y="121143"/>
                </a:lnTo>
                <a:lnTo>
                  <a:pt x="277750" y="121421"/>
                </a:lnTo>
                <a:lnTo>
                  <a:pt x="278134" y="121692"/>
                </a:lnTo>
                <a:lnTo>
                  <a:pt x="278524" y="121953"/>
                </a:lnTo>
                <a:lnTo>
                  <a:pt x="278918" y="122206"/>
                </a:lnTo>
                <a:lnTo>
                  <a:pt x="279320" y="122448"/>
                </a:lnTo>
                <a:lnTo>
                  <a:pt x="279727" y="122679"/>
                </a:lnTo>
                <a:lnTo>
                  <a:pt x="280141" y="122899"/>
                </a:lnTo>
                <a:lnTo>
                  <a:pt x="280561" y="123108"/>
                </a:lnTo>
                <a:lnTo>
                  <a:pt x="280987" y="123307"/>
                </a:lnTo>
                <a:lnTo>
                  <a:pt x="281420" y="123495"/>
                </a:lnTo>
                <a:lnTo>
                  <a:pt x="281859" y="123672"/>
                </a:lnTo>
                <a:lnTo>
                  <a:pt x="282304" y="123839"/>
                </a:lnTo>
                <a:lnTo>
                  <a:pt x="282755" y="123995"/>
                </a:lnTo>
                <a:lnTo>
                  <a:pt x="283213" y="124140"/>
                </a:lnTo>
                <a:lnTo>
                  <a:pt x="283677" y="124274"/>
                </a:lnTo>
                <a:lnTo>
                  <a:pt x="284147" y="124398"/>
                </a:lnTo>
                <a:lnTo>
                  <a:pt x="284624" y="124510"/>
                </a:lnTo>
                <a:lnTo>
                  <a:pt x="285107" y="124612"/>
                </a:lnTo>
                <a:lnTo>
                  <a:pt x="285596" y="124704"/>
                </a:lnTo>
                <a:lnTo>
                  <a:pt x="286091" y="124784"/>
                </a:lnTo>
                <a:lnTo>
                  <a:pt x="286593" y="124854"/>
                </a:lnTo>
                <a:lnTo>
                  <a:pt x="287101" y="124913"/>
                </a:lnTo>
                <a:lnTo>
                  <a:pt x="287615" y="124962"/>
                </a:lnTo>
                <a:lnTo>
                  <a:pt x="288135" y="124999"/>
                </a:lnTo>
                <a:lnTo>
                  <a:pt x="288662" y="125026"/>
                </a:lnTo>
                <a:lnTo>
                  <a:pt x="289195" y="125042"/>
                </a:lnTo>
                <a:lnTo>
                  <a:pt x="289734" y="125048"/>
                </a:lnTo>
                <a:lnTo>
                  <a:pt x="290314" y="125043"/>
                </a:lnTo>
                <a:lnTo>
                  <a:pt x="290887" y="125028"/>
                </a:lnTo>
                <a:lnTo>
                  <a:pt x="291455" y="125004"/>
                </a:lnTo>
                <a:lnTo>
                  <a:pt x="292016" y="124970"/>
                </a:lnTo>
                <a:lnTo>
                  <a:pt x="292571" y="124927"/>
                </a:lnTo>
                <a:lnTo>
                  <a:pt x="293120" y="124874"/>
                </a:lnTo>
                <a:lnTo>
                  <a:pt x="293663" y="124812"/>
                </a:lnTo>
                <a:lnTo>
                  <a:pt x="294199" y="124739"/>
                </a:lnTo>
                <a:lnTo>
                  <a:pt x="294730" y="124658"/>
                </a:lnTo>
                <a:lnTo>
                  <a:pt x="295254" y="124566"/>
                </a:lnTo>
                <a:lnTo>
                  <a:pt x="295772" y="124465"/>
                </a:lnTo>
                <a:lnTo>
                  <a:pt x="296284" y="124354"/>
                </a:lnTo>
                <a:lnTo>
                  <a:pt x="296790" y="124234"/>
                </a:lnTo>
                <a:lnTo>
                  <a:pt x="297290" y="124104"/>
                </a:lnTo>
                <a:lnTo>
                  <a:pt x="297783" y="123964"/>
                </a:lnTo>
                <a:lnTo>
                  <a:pt x="298271" y="123815"/>
                </a:lnTo>
                <a:lnTo>
                  <a:pt x="298752" y="123656"/>
                </a:lnTo>
                <a:lnTo>
                  <a:pt x="299228" y="123488"/>
                </a:lnTo>
                <a:lnTo>
                  <a:pt x="299697" y="123310"/>
                </a:lnTo>
                <a:lnTo>
                  <a:pt x="300160" y="123122"/>
                </a:lnTo>
                <a:lnTo>
                  <a:pt x="300616" y="122925"/>
                </a:lnTo>
                <a:lnTo>
                  <a:pt x="301067" y="122718"/>
                </a:lnTo>
                <a:lnTo>
                  <a:pt x="301512" y="122501"/>
                </a:lnTo>
                <a:lnTo>
                  <a:pt x="301950" y="122275"/>
                </a:lnTo>
                <a:lnTo>
                  <a:pt x="302382" y="122039"/>
                </a:lnTo>
                <a:lnTo>
                  <a:pt x="302809" y="121794"/>
                </a:lnTo>
                <a:lnTo>
                  <a:pt x="303229" y="121540"/>
                </a:lnTo>
                <a:lnTo>
                  <a:pt x="303643" y="121277"/>
                </a:lnTo>
                <a:lnTo>
                  <a:pt x="304051" y="121005"/>
                </a:lnTo>
                <a:lnTo>
                  <a:pt x="304454" y="120723"/>
                </a:lnTo>
                <a:lnTo>
                  <a:pt x="304850" y="120432"/>
                </a:lnTo>
                <a:lnTo>
                  <a:pt x="305240" y="120132"/>
                </a:lnTo>
                <a:lnTo>
                  <a:pt x="305625" y="119823"/>
                </a:lnTo>
                <a:lnTo>
                  <a:pt x="306003" y="119504"/>
                </a:lnTo>
                <a:lnTo>
                  <a:pt x="306375" y="119176"/>
                </a:lnTo>
                <a:lnTo>
                  <a:pt x="306742" y="118839"/>
                </a:lnTo>
                <a:lnTo>
                  <a:pt x="307102" y="118493"/>
                </a:lnTo>
                <a:lnTo>
                  <a:pt x="307456" y="118138"/>
                </a:lnTo>
                <a:lnTo>
                  <a:pt x="307805" y="117773"/>
                </a:lnTo>
                <a:lnTo>
                  <a:pt x="308147" y="117399"/>
                </a:lnTo>
                <a:lnTo>
                  <a:pt x="308483" y="117016"/>
                </a:lnTo>
                <a:lnTo>
                  <a:pt x="308814" y="116624"/>
                </a:lnTo>
                <a:lnTo>
                  <a:pt x="309138" y="116223"/>
                </a:lnTo>
                <a:lnTo>
                  <a:pt x="309456" y="115812"/>
                </a:lnTo>
                <a:lnTo>
                  <a:pt x="309769" y="115392"/>
                </a:lnTo>
                <a:lnTo>
                  <a:pt x="310075" y="114963"/>
                </a:lnTo>
                <a:lnTo>
                  <a:pt x="310375" y="114525"/>
                </a:lnTo>
                <a:lnTo>
                  <a:pt x="310669" y="114078"/>
                </a:lnTo>
                <a:lnTo>
                  <a:pt x="310958" y="113621"/>
                </a:lnTo>
                <a:lnTo>
                  <a:pt x="311240" y="113157"/>
                </a:lnTo>
                <a:lnTo>
                  <a:pt x="311516" y="112684"/>
                </a:lnTo>
                <a:lnTo>
                  <a:pt x="311787" y="112203"/>
                </a:lnTo>
                <a:lnTo>
                  <a:pt x="312051" y="111713"/>
                </a:lnTo>
                <a:lnTo>
                  <a:pt x="312309" y="111215"/>
                </a:lnTo>
                <a:lnTo>
                  <a:pt x="312562" y="110708"/>
                </a:lnTo>
                <a:lnTo>
                  <a:pt x="312808" y="110193"/>
                </a:lnTo>
                <a:lnTo>
                  <a:pt x="313048" y="109670"/>
                </a:lnTo>
                <a:lnTo>
                  <a:pt x="313283" y="109139"/>
                </a:lnTo>
                <a:lnTo>
                  <a:pt x="313511" y="108599"/>
                </a:lnTo>
                <a:lnTo>
                  <a:pt x="313733" y="108050"/>
                </a:lnTo>
                <a:lnTo>
                  <a:pt x="313950" y="107494"/>
                </a:lnTo>
                <a:lnTo>
                  <a:pt x="314160" y="106929"/>
                </a:lnTo>
                <a:lnTo>
                  <a:pt x="314364" y="106355"/>
                </a:lnTo>
                <a:lnTo>
                  <a:pt x="314563" y="105773"/>
                </a:lnTo>
                <a:lnTo>
                  <a:pt x="314755" y="105183"/>
                </a:lnTo>
                <a:lnTo>
                  <a:pt x="314941" y="104585"/>
                </a:lnTo>
                <a:lnTo>
                  <a:pt x="315122" y="103978"/>
                </a:lnTo>
                <a:lnTo>
                  <a:pt x="315296" y="103362"/>
                </a:lnTo>
                <a:lnTo>
                  <a:pt x="315464" y="102739"/>
                </a:lnTo>
                <a:lnTo>
                  <a:pt x="315627" y="102107"/>
                </a:lnTo>
                <a:lnTo>
                  <a:pt x="315783" y="101466"/>
                </a:lnTo>
                <a:lnTo>
                  <a:pt x="315933" y="100818"/>
                </a:lnTo>
                <a:lnTo>
                  <a:pt x="316078" y="100160"/>
                </a:lnTo>
                <a:lnTo>
                  <a:pt x="316216" y="99495"/>
                </a:lnTo>
                <a:lnTo>
                  <a:pt x="316348" y="98822"/>
                </a:lnTo>
                <a:lnTo>
                  <a:pt x="316474" y="98140"/>
                </a:lnTo>
                <a:lnTo>
                  <a:pt x="316593" y="97450"/>
                </a:lnTo>
                <a:lnTo>
                  <a:pt x="316707" y="96752"/>
                </a:lnTo>
                <a:lnTo>
                  <a:pt x="316814" y="96045"/>
                </a:lnTo>
                <a:lnTo>
                  <a:pt x="316916" y="95330"/>
                </a:lnTo>
                <a:lnTo>
                  <a:pt x="317011" y="94607"/>
                </a:lnTo>
                <a:lnTo>
                  <a:pt x="317100" y="93876"/>
                </a:lnTo>
                <a:lnTo>
                  <a:pt x="317183" y="93137"/>
                </a:lnTo>
                <a:lnTo>
                  <a:pt x="317259" y="92389"/>
                </a:lnTo>
                <a:lnTo>
                  <a:pt x="317330" y="91633"/>
                </a:lnTo>
                <a:lnTo>
                  <a:pt x="317394" y="90869"/>
                </a:lnTo>
                <a:lnTo>
                  <a:pt x="317453" y="90097"/>
                </a:lnTo>
                <a:lnTo>
                  <a:pt x="317505" y="89316"/>
                </a:lnTo>
                <a:lnTo>
                  <a:pt x="317551" y="88528"/>
                </a:lnTo>
                <a:lnTo>
                  <a:pt x="317591" y="87731"/>
                </a:lnTo>
                <a:lnTo>
                  <a:pt x="317625" y="86925"/>
                </a:lnTo>
                <a:lnTo>
                  <a:pt x="317652" y="86112"/>
                </a:lnTo>
                <a:lnTo>
                  <a:pt x="317674" y="85290"/>
                </a:lnTo>
                <a:lnTo>
                  <a:pt x="317689" y="84460"/>
                </a:lnTo>
                <a:lnTo>
                  <a:pt x="317698" y="83622"/>
                </a:lnTo>
                <a:lnTo>
                  <a:pt x="317701" y="82776"/>
                </a:lnTo>
                <a:lnTo>
                  <a:pt x="317701" y="76989"/>
                </a:lnTo>
                <a:lnTo>
                  <a:pt x="317698" y="76103"/>
                </a:lnTo>
                <a:lnTo>
                  <a:pt x="317689" y="75227"/>
                </a:lnTo>
                <a:lnTo>
                  <a:pt x="317674" y="74360"/>
                </a:lnTo>
                <a:lnTo>
                  <a:pt x="317652" y="73502"/>
                </a:lnTo>
                <a:lnTo>
                  <a:pt x="317625" y="72654"/>
                </a:lnTo>
                <a:lnTo>
                  <a:pt x="317591" y="71816"/>
                </a:lnTo>
                <a:lnTo>
                  <a:pt x="317551" y="70987"/>
                </a:lnTo>
                <a:lnTo>
                  <a:pt x="317505" y="70167"/>
                </a:lnTo>
                <a:lnTo>
                  <a:pt x="317453" y="69357"/>
                </a:lnTo>
                <a:lnTo>
                  <a:pt x="317394" y="68557"/>
                </a:lnTo>
                <a:lnTo>
                  <a:pt x="317330" y="67766"/>
                </a:lnTo>
                <a:lnTo>
                  <a:pt x="317259" y="66984"/>
                </a:lnTo>
                <a:lnTo>
                  <a:pt x="317183" y="66212"/>
                </a:lnTo>
                <a:lnTo>
                  <a:pt x="317100" y="65449"/>
                </a:lnTo>
                <a:lnTo>
                  <a:pt x="317011" y="64696"/>
                </a:lnTo>
                <a:lnTo>
                  <a:pt x="316916" y="63952"/>
                </a:lnTo>
                <a:lnTo>
                  <a:pt x="316814" y="63218"/>
                </a:lnTo>
                <a:lnTo>
                  <a:pt x="316707" y="62494"/>
                </a:lnTo>
                <a:lnTo>
                  <a:pt x="316593" y="61778"/>
                </a:lnTo>
                <a:lnTo>
                  <a:pt x="316474" y="61073"/>
                </a:lnTo>
                <a:lnTo>
                  <a:pt x="316348" y="60377"/>
                </a:lnTo>
                <a:lnTo>
                  <a:pt x="316216" y="59690"/>
                </a:lnTo>
                <a:lnTo>
                  <a:pt x="316078" y="59013"/>
                </a:lnTo>
                <a:lnTo>
                  <a:pt x="315933" y="58345"/>
                </a:lnTo>
                <a:lnTo>
                  <a:pt x="315783" y="57687"/>
                </a:lnTo>
                <a:lnTo>
                  <a:pt x="315627" y="57038"/>
                </a:lnTo>
                <a:lnTo>
                  <a:pt x="315464" y="56399"/>
                </a:lnTo>
                <a:lnTo>
                  <a:pt x="315296" y="55770"/>
                </a:lnTo>
                <a:lnTo>
                  <a:pt x="315122" y="55150"/>
                </a:lnTo>
                <a:lnTo>
                  <a:pt x="314941" y="54540"/>
                </a:lnTo>
                <a:lnTo>
                  <a:pt x="314755" y="53940"/>
                </a:lnTo>
                <a:lnTo>
                  <a:pt x="314563" y="53349"/>
                </a:lnTo>
                <a:lnTo>
                  <a:pt x="314364" y="52768"/>
                </a:lnTo>
                <a:lnTo>
                  <a:pt x="314160" y="52196"/>
                </a:lnTo>
                <a:lnTo>
                  <a:pt x="313950" y="51634"/>
                </a:lnTo>
                <a:lnTo>
                  <a:pt x="313733" y="51082"/>
                </a:lnTo>
                <a:lnTo>
                  <a:pt x="313511" y="50539"/>
                </a:lnTo>
                <a:lnTo>
                  <a:pt x="313283" y="50006"/>
                </a:lnTo>
                <a:lnTo>
                  <a:pt x="313048" y="49483"/>
                </a:lnTo>
                <a:lnTo>
                  <a:pt x="312808" y="48969"/>
                </a:lnTo>
                <a:lnTo>
                  <a:pt x="312562" y="48465"/>
                </a:lnTo>
                <a:lnTo>
                  <a:pt x="312309" y="47970"/>
                </a:lnTo>
                <a:lnTo>
                  <a:pt x="312051" y="47485"/>
                </a:lnTo>
                <a:lnTo>
                  <a:pt x="311787" y="47010"/>
                </a:lnTo>
                <a:lnTo>
                  <a:pt x="311516" y="46544"/>
                </a:lnTo>
                <a:lnTo>
                  <a:pt x="311240" y="46088"/>
                </a:lnTo>
                <a:lnTo>
                  <a:pt x="310958" y="45642"/>
                </a:lnTo>
                <a:lnTo>
                  <a:pt x="310669" y="45205"/>
                </a:lnTo>
                <a:lnTo>
                  <a:pt x="310375" y="44778"/>
                </a:lnTo>
                <a:lnTo>
                  <a:pt x="310075" y="44359"/>
                </a:lnTo>
                <a:lnTo>
                  <a:pt x="309768" y="43950"/>
                </a:lnTo>
                <a:lnTo>
                  <a:pt x="309455" y="43550"/>
                </a:lnTo>
                <a:lnTo>
                  <a:pt x="309136" y="43159"/>
                </a:lnTo>
                <a:lnTo>
                  <a:pt x="308811" y="42777"/>
                </a:lnTo>
                <a:lnTo>
                  <a:pt x="308480" y="42404"/>
                </a:lnTo>
                <a:lnTo>
                  <a:pt x="308142" y="42040"/>
                </a:lnTo>
                <a:lnTo>
                  <a:pt x="307799" y="41685"/>
                </a:lnTo>
                <a:lnTo>
                  <a:pt x="307449" y="41339"/>
                </a:lnTo>
                <a:lnTo>
                  <a:pt x="307094" y="41002"/>
                </a:lnTo>
                <a:lnTo>
                  <a:pt x="306732" y="40675"/>
                </a:lnTo>
                <a:lnTo>
                  <a:pt x="306364" y="40356"/>
                </a:lnTo>
                <a:lnTo>
                  <a:pt x="305989" y="40046"/>
                </a:lnTo>
                <a:lnTo>
                  <a:pt x="305609" y="39746"/>
                </a:lnTo>
                <a:lnTo>
                  <a:pt x="305223" y="39455"/>
                </a:lnTo>
                <a:lnTo>
                  <a:pt x="304830" y="39172"/>
                </a:lnTo>
                <a:lnTo>
                  <a:pt x="304431" y="38899"/>
                </a:lnTo>
                <a:lnTo>
                  <a:pt x="304026" y="38635"/>
                </a:lnTo>
                <a:lnTo>
                  <a:pt x="303615" y="38380"/>
                </a:lnTo>
                <a:lnTo>
                  <a:pt x="303198" y="38134"/>
                </a:lnTo>
                <a:lnTo>
                  <a:pt x="302775" y="37897"/>
                </a:lnTo>
                <a:lnTo>
                  <a:pt x="302345" y="37669"/>
                </a:lnTo>
                <a:lnTo>
                  <a:pt x="301910" y="37450"/>
                </a:lnTo>
                <a:lnTo>
                  <a:pt x="301468" y="37240"/>
                </a:lnTo>
                <a:lnTo>
                  <a:pt x="301020" y="37039"/>
                </a:lnTo>
                <a:lnTo>
                  <a:pt x="300565" y="36847"/>
                </a:lnTo>
                <a:lnTo>
                  <a:pt x="300105" y="36664"/>
                </a:lnTo>
                <a:lnTo>
                  <a:pt x="299638" y="36490"/>
                </a:lnTo>
                <a:lnTo>
                  <a:pt x="299165" y="36325"/>
                </a:lnTo>
                <a:lnTo>
                  <a:pt x="298685" y="36169"/>
                </a:lnTo>
                <a:lnTo>
                  <a:pt x="298200" y="36021"/>
                </a:lnTo>
                <a:lnTo>
                  <a:pt x="297708" y="35883"/>
                </a:lnTo>
                <a:lnTo>
                  <a:pt x="297209" y="35753"/>
                </a:lnTo>
                <a:lnTo>
                  <a:pt x="296705" y="35633"/>
                </a:lnTo>
                <a:lnTo>
                  <a:pt x="296194" y="35521"/>
                </a:lnTo>
                <a:lnTo>
                  <a:pt x="295677" y="35419"/>
                </a:lnTo>
                <a:lnTo>
                  <a:pt x="295153" y="35325"/>
                </a:lnTo>
                <a:lnTo>
                  <a:pt x="294624" y="35240"/>
                </a:lnTo>
                <a:lnTo>
                  <a:pt x="294088" y="35164"/>
                </a:lnTo>
                <a:lnTo>
                  <a:pt x="293545" y="35097"/>
                </a:lnTo>
                <a:lnTo>
                  <a:pt x="292997" y="35039"/>
                </a:lnTo>
                <a:lnTo>
                  <a:pt x="292442" y="34990"/>
                </a:lnTo>
                <a:lnTo>
                  <a:pt x="291881" y="34950"/>
                </a:lnTo>
                <a:lnTo>
                  <a:pt x="291314" y="34918"/>
                </a:lnTo>
                <a:lnTo>
                  <a:pt x="290740" y="34896"/>
                </a:lnTo>
                <a:lnTo>
                  <a:pt x="290160" y="34883"/>
                </a:lnTo>
                <a:lnTo>
                  <a:pt x="289574" y="34878"/>
                </a:lnTo>
                <a:lnTo>
                  <a:pt x="289034" y="34884"/>
                </a:lnTo>
                <a:lnTo>
                  <a:pt x="288501" y="34899"/>
                </a:lnTo>
                <a:lnTo>
                  <a:pt x="287975" y="34925"/>
                </a:lnTo>
                <a:lnTo>
                  <a:pt x="287454" y="34962"/>
                </a:lnTo>
                <a:lnTo>
                  <a:pt x="286940" y="35009"/>
                </a:lnTo>
                <a:lnTo>
                  <a:pt x="286432" y="35067"/>
                </a:lnTo>
                <a:lnTo>
                  <a:pt x="285930" y="35135"/>
                </a:lnTo>
                <a:lnTo>
                  <a:pt x="285435" y="35213"/>
                </a:lnTo>
                <a:lnTo>
                  <a:pt x="284946" y="35302"/>
                </a:lnTo>
                <a:lnTo>
                  <a:pt x="284463" y="35401"/>
                </a:lnTo>
                <a:lnTo>
                  <a:pt x="283986" y="35511"/>
                </a:lnTo>
                <a:lnTo>
                  <a:pt x="283516" y="35632"/>
                </a:lnTo>
                <a:lnTo>
                  <a:pt x="283052" y="35763"/>
                </a:lnTo>
                <a:lnTo>
                  <a:pt x="282595" y="35904"/>
                </a:lnTo>
                <a:lnTo>
                  <a:pt x="282143" y="36056"/>
                </a:lnTo>
                <a:lnTo>
                  <a:pt x="281698" y="36218"/>
                </a:lnTo>
                <a:lnTo>
                  <a:pt x="281259" y="36390"/>
                </a:lnTo>
                <a:lnTo>
                  <a:pt x="280827" y="36573"/>
                </a:lnTo>
                <a:lnTo>
                  <a:pt x="280400" y="36767"/>
                </a:lnTo>
                <a:lnTo>
                  <a:pt x="279980" y="36971"/>
                </a:lnTo>
                <a:lnTo>
                  <a:pt x="279566" y="37186"/>
                </a:lnTo>
                <a:lnTo>
                  <a:pt x="279159" y="37411"/>
                </a:lnTo>
                <a:lnTo>
                  <a:pt x="278758" y="37646"/>
                </a:lnTo>
                <a:lnTo>
                  <a:pt x="278363" y="37892"/>
                </a:lnTo>
                <a:lnTo>
                  <a:pt x="277974" y="38148"/>
                </a:lnTo>
                <a:lnTo>
                  <a:pt x="277589" y="38412"/>
                </a:lnTo>
                <a:lnTo>
                  <a:pt x="277210" y="38685"/>
                </a:lnTo>
                <a:lnTo>
                  <a:pt x="276836" y="38967"/>
                </a:lnTo>
                <a:lnTo>
                  <a:pt x="276467" y="39258"/>
                </a:lnTo>
                <a:lnTo>
                  <a:pt x="276103" y="39557"/>
                </a:lnTo>
                <a:lnTo>
                  <a:pt x="275743" y="39865"/>
                </a:lnTo>
                <a:lnTo>
                  <a:pt x="275389" y="40182"/>
                </a:lnTo>
                <a:lnTo>
                  <a:pt x="275040" y="40508"/>
                </a:lnTo>
                <a:lnTo>
                  <a:pt x="274696" y="40843"/>
                </a:lnTo>
                <a:lnTo>
                  <a:pt x="274357" y="41186"/>
                </a:lnTo>
                <a:lnTo>
                  <a:pt x="274023" y="41539"/>
                </a:lnTo>
                <a:lnTo>
                  <a:pt x="273694" y="41900"/>
                </a:lnTo>
                <a:lnTo>
                  <a:pt x="273370" y="42269"/>
                </a:lnTo>
                <a:lnTo>
                  <a:pt x="273051" y="42648"/>
                </a:lnTo>
                <a:lnTo>
                  <a:pt x="272737" y="43035"/>
                </a:lnTo>
                <a:lnTo>
                  <a:pt x="272428" y="43431"/>
                </a:lnTo>
                <a:lnTo>
                  <a:pt x="272125" y="43836"/>
                </a:lnTo>
                <a:lnTo>
                  <a:pt x="271826" y="44250"/>
                </a:lnTo>
                <a:lnTo>
                  <a:pt x="271657" y="44493"/>
                </a:lnTo>
                <a:lnTo>
                  <a:pt x="270849" y="36486"/>
                </a:lnTo>
                <a:lnTo>
                  <a:pt x="250115" y="36486"/>
                </a:lnTo>
                <a:lnTo>
                  <a:pt x="250115" y="156872"/>
                </a:lnTo>
                <a:lnTo>
                  <a:pt x="272536" y="156872"/>
                </a:lnTo>
                <a:lnTo>
                  <a:pt x="272536" y="116284"/>
                </a:lnTo>
                <a:lnTo>
                  <a:pt x="272609" y="116381"/>
                </a:lnTo>
                <a:lnTo>
                  <a:pt x="272916" y="116774"/>
                </a:lnTo>
                <a:lnTo>
                  <a:pt x="273228" y="117160"/>
                </a:lnTo>
                <a:close/>
                <a:moveTo>
                  <a:pt x="272930" y="59122"/>
                </a:moveTo>
                <a:lnTo>
                  <a:pt x="273053" y="58913"/>
                </a:lnTo>
                <a:lnTo>
                  <a:pt x="273179" y="58706"/>
                </a:lnTo>
                <a:lnTo>
                  <a:pt x="273308" y="58504"/>
                </a:lnTo>
                <a:lnTo>
                  <a:pt x="273440" y="58306"/>
                </a:lnTo>
                <a:lnTo>
                  <a:pt x="273575" y="58112"/>
                </a:lnTo>
                <a:lnTo>
                  <a:pt x="273714" y="57922"/>
                </a:lnTo>
                <a:lnTo>
                  <a:pt x="273856" y="57736"/>
                </a:lnTo>
                <a:lnTo>
                  <a:pt x="274001" y="57554"/>
                </a:lnTo>
                <a:lnTo>
                  <a:pt x="274149" y="57376"/>
                </a:lnTo>
                <a:lnTo>
                  <a:pt x="274300" y="57202"/>
                </a:lnTo>
                <a:lnTo>
                  <a:pt x="274454" y="57032"/>
                </a:lnTo>
                <a:lnTo>
                  <a:pt x="274612" y="56866"/>
                </a:lnTo>
                <a:lnTo>
                  <a:pt x="274773" y="56704"/>
                </a:lnTo>
                <a:lnTo>
                  <a:pt x="274937" y="56547"/>
                </a:lnTo>
                <a:lnTo>
                  <a:pt x="275105" y="56393"/>
                </a:lnTo>
                <a:lnTo>
                  <a:pt x="275275" y="56243"/>
                </a:lnTo>
                <a:lnTo>
                  <a:pt x="275449" y="56098"/>
                </a:lnTo>
                <a:lnTo>
                  <a:pt x="275626" y="55956"/>
                </a:lnTo>
                <a:lnTo>
                  <a:pt x="275806" y="55819"/>
                </a:lnTo>
                <a:lnTo>
                  <a:pt x="275990" y="55685"/>
                </a:lnTo>
                <a:lnTo>
                  <a:pt x="276176" y="55556"/>
                </a:lnTo>
                <a:lnTo>
                  <a:pt x="276366" y="55430"/>
                </a:lnTo>
                <a:lnTo>
                  <a:pt x="276559" y="55309"/>
                </a:lnTo>
                <a:lnTo>
                  <a:pt x="276755" y="55192"/>
                </a:lnTo>
                <a:lnTo>
                  <a:pt x="276955" y="55079"/>
                </a:lnTo>
                <a:lnTo>
                  <a:pt x="277157" y="54969"/>
                </a:lnTo>
                <a:lnTo>
                  <a:pt x="277363" y="54865"/>
                </a:lnTo>
                <a:lnTo>
                  <a:pt x="277572" y="54764"/>
                </a:lnTo>
                <a:lnTo>
                  <a:pt x="277783" y="54668"/>
                </a:lnTo>
                <a:lnTo>
                  <a:pt x="277998" y="54577"/>
                </a:lnTo>
                <a:lnTo>
                  <a:pt x="278215" y="54490"/>
                </a:lnTo>
                <a:lnTo>
                  <a:pt x="278436" y="54407"/>
                </a:lnTo>
                <a:lnTo>
                  <a:pt x="278659" y="54329"/>
                </a:lnTo>
                <a:lnTo>
                  <a:pt x="278885" y="54255"/>
                </a:lnTo>
                <a:lnTo>
                  <a:pt x="279114" y="54186"/>
                </a:lnTo>
                <a:lnTo>
                  <a:pt x="279346" y="54121"/>
                </a:lnTo>
                <a:lnTo>
                  <a:pt x="279582" y="54061"/>
                </a:lnTo>
                <a:lnTo>
                  <a:pt x="279819" y="54005"/>
                </a:lnTo>
                <a:lnTo>
                  <a:pt x="280060" y="53954"/>
                </a:lnTo>
                <a:lnTo>
                  <a:pt x="280304" y="53907"/>
                </a:lnTo>
                <a:lnTo>
                  <a:pt x="280551" y="53864"/>
                </a:lnTo>
                <a:lnTo>
                  <a:pt x="280801" y="53827"/>
                </a:lnTo>
                <a:lnTo>
                  <a:pt x="281053" y="53793"/>
                </a:lnTo>
                <a:lnTo>
                  <a:pt x="281309" y="53764"/>
                </a:lnTo>
                <a:lnTo>
                  <a:pt x="281567" y="53739"/>
                </a:lnTo>
                <a:lnTo>
                  <a:pt x="281829" y="53719"/>
                </a:lnTo>
                <a:lnTo>
                  <a:pt x="282093" y="53704"/>
                </a:lnTo>
                <a:lnTo>
                  <a:pt x="282360" y="53693"/>
                </a:lnTo>
                <a:lnTo>
                  <a:pt x="282630" y="53686"/>
                </a:lnTo>
                <a:lnTo>
                  <a:pt x="282903" y="53684"/>
                </a:lnTo>
                <a:lnTo>
                  <a:pt x="283183" y="53686"/>
                </a:lnTo>
                <a:lnTo>
                  <a:pt x="283459" y="53693"/>
                </a:lnTo>
                <a:lnTo>
                  <a:pt x="283731" y="53704"/>
                </a:lnTo>
                <a:lnTo>
                  <a:pt x="284000" y="53719"/>
                </a:lnTo>
                <a:lnTo>
                  <a:pt x="284264" y="53739"/>
                </a:lnTo>
                <a:lnTo>
                  <a:pt x="284526" y="53764"/>
                </a:lnTo>
                <a:lnTo>
                  <a:pt x="284784" y="53793"/>
                </a:lnTo>
                <a:lnTo>
                  <a:pt x="285038" y="53827"/>
                </a:lnTo>
                <a:lnTo>
                  <a:pt x="285288" y="53864"/>
                </a:lnTo>
                <a:lnTo>
                  <a:pt x="285535" y="53907"/>
                </a:lnTo>
                <a:lnTo>
                  <a:pt x="285778" y="53954"/>
                </a:lnTo>
                <a:lnTo>
                  <a:pt x="286018" y="54005"/>
                </a:lnTo>
                <a:lnTo>
                  <a:pt x="286254" y="54061"/>
                </a:lnTo>
                <a:lnTo>
                  <a:pt x="286486" y="54121"/>
                </a:lnTo>
                <a:lnTo>
                  <a:pt x="286715" y="54186"/>
                </a:lnTo>
                <a:lnTo>
                  <a:pt x="286940" y="54255"/>
                </a:lnTo>
                <a:lnTo>
                  <a:pt x="287161" y="54329"/>
                </a:lnTo>
                <a:lnTo>
                  <a:pt x="287379" y="54407"/>
                </a:lnTo>
                <a:lnTo>
                  <a:pt x="287593" y="54490"/>
                </a:lnTo>
                <a:lnTo>
                  <a:pt x="287803" y="54577"/>
                </a:lnTo>
                <a:lnTo>
                  <a:pt x="288010" y="54668"/>
                </a:lnTo>
                <a:lnTo>
                  <a:pt x="288214" y="54764"/>
                </a:lnTo>
                <a:lnTo>
                  <a:pt x="288413" y="54865"/>
                </a:lnTo>
                <a:lnTo>
                  <a:pt x="288609" y="54969"/>
                </a:lnTo>
                <a:lnTo>
                  <a:pt x="288802" y="55079"/>
                </a:lnTo>
                <a:lnTo>
                  <a:pt x="288992" y="55194"/>
                </a:lnTo>
                <a:lnTo>
                  <a:pt x="289178" y="55315"/>
                </a:lnTo>
                <a:lnTo>
                  <a:pt x="289362" y="55440"/>
                </a:lnTo>
                <a:lnTo>
                  <a:pt x="289542" y="55572"/>
                </a:lnTo>
                <a:lnTo>
                  <a:pt x="289719" y="55708"/>
                </a:lnTo>
                <a:lnTo>
                  <a:pt x="289894" y="55849"/>
                </a:lnTo>
                <a:lnTo>
                  <a:pt x="290065" y="55996"/>
                </a:lnTo>
                <a:lnTo>
                  <a:pt x="290233" y="56149"/>
                </a:lnTo>
                <a:lnTo>
                  <a:pt x="290398" y="56306"/>
                </a:lnTo>
                <a:lnTo>
                  <a:pt x="290560" y="56469"/>
                </a:lnTo>
                <a:lnTo>
                  <a:pt x="290719" y="56637"/>
                </a:lnTo>
                <a:lnTo>
                  <a:pt x="290875" y="56810"/>
                </a:lnTo>
                <a:lnTo>
                  <a:pt x="291028" y="56989"/>
                </a:lnTo>
                <a:lnTo>
                  <a:pt x="291177" y="57173"/>
                </a:lnTo>
                <a:lnTo>
                  <a:pt x="291324" y="57363"/>
                </a:lnTo>
                <a:lnTo>
                  <a:pt x="291467" y="57557"/>
                </a:lnTo>
                <a:lnTo>
                  <a:pt x="291608" y="57757"/>
                </a:lnTo>
                <a:lnTo>
                  <a:pt x="291745" y="57962"/>
                </a:lnTo>
                <a:lnTo>
                  <a:pt x="291880" y="58173"/>
                </a:lnTo>
                <a:lnTo>
                  <a:pt x="292011" y="58389"/>
                </a:lnTo>
                <a:lnTo>
                  <a:pt x="292139" y="58610"/>
                </a:lnTo>
                <a:lnTo>
                  <a:pt x="292264" y="58836"/>
                </a:lnTo>
                <a:lnTo>
                  <a:pt x="292386" y="59068"/>
                </a:lnTo>
                <a:lnTo>
                  <a:pt x="292506" y="59305"/>
                </a:lnTo>
                <a:lnTo>
                  <a:pt x="292622" y="59548"/>
                </a:lnTo>
                <a:lnTo>
                  <a:pt x="292736" y="59796"/>
                </a:lnTo>
                <a:lnTo>
                  <a:pt x="292847" y="60050"/>
                </a:lnTo>
                <a:lnTo>
                  <a:pt x="292956" y="60310"/>
                </a:lnTo>
                <a:lnTo>
                  <a:pt x="293062" y="60575"/>
                </a:lnTo>
                <a:lnTo>
                  <a:pt x="293165" y="60846"/>
                </a:lnTo>
                <a:lnTo>
                  <a:pt x="293266" y="61122"/>
                </a:lnTo>
                <a:lnTo>
                  <a:pt x="293364" y="61404"/>
                </a:lnTo>
                <a:lnTo>
                  <a:pt x="293459" y="61691"/>
                </a:lnTo>
                <a:lnTo>
                  <a:pt x="293552" y="61984"/>
                </a:lnTo>
                <a:lnTo>
                  <a:pt x="293642" y="62283"/>
                </a:lnTo>
                <a:lnTo>
                  <a:pt x="293730" y="62587"/>
                </a:lnTo>
                <a:lnTo>
                  <a:pt x="293814" y="62897"/>
                </a:lnTo>
                <a:lnTo>
                  <a:pt x="293896" y="63212"/>
                </a:lnTo>
                <a:lnTo>
                  <a:pt x="293976" y="63533"/>
                </a:lnTo>
                <a:lnTo>
                  <a:pt x="294053" y="63859"/>
                </a:lnTo>
                <a:lnTo>
                  <a:pt x="294127" y="64191"/>
                </a:lnTo>
                <a:lnTo>
                  <a:pt x="294198" y="64529"/>
                </a:lnTo>
                <a:lnTo>
                  <a:pt x="294267" y="64872"/>
                </a:lnTo>
                <a:lnTo>
                  <a:pt x="294333" y="65221"/>
                </a:lnTo>
                <a:lnTo>
                  <a:pt x="294397" y="65575"/>
                </a:lnTo>
                <a:lnTo>
                  <a:pt x="294458" y="65935"/>
                </a:lnTo>
                <a:lnTo>
                  <a:pt x="294516" y="66301"/>
                </a:lnTo>
                <a:lnTo>
                  <a:pt x="294572" y="66672"/>
                </a:lnTo>
                <a:lnTo>
                  <a:pt x="294625" y="67050"/>
                </a:lnTo>
                <a:lnTo>
                  <a:pt x="294676" y="67435"/>
                </a:lnTo>
                <a:lnTo>
                  <a:pt x="294725" y="67826"/>
                </a:lnTo>
                <a:lnTo>
                  <a:pt x="294771" y="68223"/>
                </a:lnTo>
                <a:lnTo>
                  <a:pt x="294815" y="68626"/>
                </a:lnTo>
                <a:lnTo>
                  <a:pt x="294857" y="69037"/>
                </a:lnTo>
                <a:lnTo>
                  <a:pt x="294896" y="69453"/>
                </a:lnTo>
                <a:lnTo>
                  <a:pt x="294932" y="69876"/>
                </a:lnTo>
                <a:lnTo>
                  <a:pt x="294967" y="70305"/>
                </a:lnTo>
                <a:lnTo>
                  <a:pt x="294999" y="70741"/>
                </a:lnTo>
                <a:lnTo>
                  <a:pt x="295028" y="71183"/>
                </a:lnTo>
                <a:lnTo>
                  <a:pt x="295056" y="71632"/>
                </a:lnTo>
                <a:lnTo>
                  <a:pt x="295081" y="72087"/>
                </a:lnTo>
                <a:lnTo>
                  <a:pt x="295103" y="72548"/>
                </a:lnTo>
                <a:lnTo>
                  <a:pt x="295123" y="73016"/>
                </a:lnTo>
                <a:lnTo>
                  <a:pt x="295141" y="73490"/>
                </a:lnTo>
                <a:lnTo>
                  <a:pt x="295157" y="73971"/>
                </a:lnTo>
                <a:lnTo>
                  <a:pt x="295170" y="74458"/>
                </a:lnTo>
                <a:lnTo>
                  <a:pt x="295180" y="74951"/>
                </a:lnTo>
                <a:lnTo>
                  <a:pt x="295189" y="75451"/>
                </a:lnTo>
                <a:lnTo>
                  <a:pt x="295195" y="75957"/>
                </a:lnTo>
                <a:lnTo>
                  <a:pt x="295198" y="76470"/>
                </a:lnTo>
                <a:lnTo>
                  <a:pt x="295199" y="76989"/>
                </a:lnTo>
                <a:lnTo>
                  <a:pt x="295199" y="82776"/>
                </a:lnTo>
                <a:lnTo>
                  <a:pt x="295198" y="83275"/>
                </a:lnTo>
                <a:lnTo>
                  <a:pt x="295195" y="83769"/>
                </a:lnTo>
                <a:lnTo>
                  <a:pt x="295190" y="84257"/>
                </a:lnTo>
                <a:lnTo>
                  <a:pt x="295183" y="84740"/>
                </a:lnTo>
                <a:lnTo>
                  <a:pt x="295173" y="85217"/>
                </a:lnTo>
                <a:lnTo>
                  <a:pt x="295162" y="85689"/>
                </a:lnTo>
                <a:lnTo>
                  <a:pt x="295148" y="86155"/>
                </a:lnTo>
                <a:lnTo>
                  <a:pt x="295132" y="86615"/>
                </a:lnTo>
                <a:lnTo>
                  <a:pt x="295114" y="87070"/>
                </a:lnTo>
                <a:lnTo>
                  <a:pt x="295095" y="87519"/>
                </a:lnTo>
                <a:lnTo>
                  <a:pt x="295073" y="87963"/>
                </a:lnTo>
                <a:lnTo>
                  <a:pt x="295049" y="88401"/>
                </a:lnTo>
                <a:lnTo>
                  <a:pt x="295022" y="88834"/>
                </a:lnTo>
                <a:lnTo>
                  <a:pt x="294994" y="89261"/>
                </a:lnTo>
                <a:lnTo>
                  <a:pt x="294964" y="89682"/>
                </a:lnTo>
                <a:lnTo>
                  <a:pt x="294931" y="90098"/>
                </a:lnTo>
                <a:lnTo>
                  <a:pt x="294897" y="90508"/>
                </a:lnTo>
                <a:lnTo>
                  <a:pt x="294860" y="90913"/>
                </a:lnTo>
                <a:lnTo>
                  <a:pt x="294822" y="91312"/>
                </a:lnTo>
                <a:lnTo>
                  <a:pt x="294781" y="91705"/>
                </a:lnTo>
                <a:lnTo>
                  <a:pt x="294738" y="92093"/>
                </a:lnTo>
                <a:lnTo>
                  <a:pt x="294693" y="92475"/>
                </a:lnTo>
                <a:lnTo>
                  <a:pt x="294646" y="92852"/>
                </a:lnTo>
                <a:lnTo>
                  <a:pt x="294597" y="93223"/>
                </a:lnTo>
                <a:lnTo>
                  <a:pt x="294545" y="93589"/>
                </a:lnTo>
                <a:lnTo>
                  <a:pt x="294490" y="93949"/>
                </a:lnTo>
                <a:lnTo>
                  <a:pt x="294433" y="94304"/>
                </a:lnTo>
                <a:lnTo>
                  <a:pt x="294372" y="94654"/>
                </a:lnTo>
                <a:lnTo>
                  <a:pt x="294309" y="94998"/>
                </a:lnTo>
                <a:lnTo>
                  <a:pt x="294242" y="95338"/>
                </a:lnTo>
                <a:lnTo>
                  <a:pt x="294173" y="95672"/>
                </a:lnTo>
                <a:lnTo>
                  <a:pt x="294101" y="96000"/>
                </a:lnTo>
                <a:lnTo>
                  <a:pt x="294026" y="96323"/>
                </a:lnTo>
                <a:lnTo>
                  <a:pt x="293948" y="96641"/>
                </a:lnTo>
                <a:lnTo>
                  <a:pt x="293867" y="96954"/>
                </a:lnTo>
                <a:lnTo>
                  <a:pt x="293783" y="97261"/>
                </a:lnTo>
                <a:lnTo>
                  <a:pt x="293696" y="97563"/>
                </a:lnTo>
                <a:lnTo>
                  <a:pt x="293606" y="97860"/>
                </a:lnTo>
                <a:lnTo>
                  <a:pt x="293513" y="98152"/>
                </a:lnTo>
                <a:lnTo>
                  <a:pt x="293418" y="98438"/>
                </a:lnTo>
                <a:lnTo>
                  <a:pt x="293319" y="98719"/>
                </a:lnTo>
                <a:lnTo>
                  <a:pt x="293218" y="98994"/>
                </a:lnTo>
                <a:lnTo>
                  <a:pt x="293113" y="99265"/>
                </a:lnTo>
                <a:lnTo>
                  <a:pt x="293006" y="99529"/>
                </a:lnTo>
                <a:lnTo>
                  <a:pt x="292896" y="99789"/>
                </a:lnTo>
                <a:lnTo>
                  <a:pt x="292782" y="100043"/>
                </a:lnTo>
                <a:lnTo>
                  <a:pt x="292666" y="100293"/>
                </a:lnTo>
                <a:lnTo>
                  <a:pt x="292547" y="100536"/>
                </a:lnTo>
                <a:lnTo>
                  <a:pt x="292425" y="100775"/>
                </a:lnTo>
                <a:lnTo>
                  <a:pt x="292300" y="101008"/>
                </a:lnTo>
                <a:lnTo>
                  <a:pt x="292172" y="101237"/>
                </a:lnTo>
                <a:lnTo>
                  <a:pt x="292042" y="101460"/>
                </a:lnTo>
                <a:lnTo>
                  <a:pt x="291908" y="101679"/>
                </a:lnTo>
                <a:lnTo>
                  <a:pt x="291771" y="101892"/>
                </a:lnTo>
                <a:lnTo>
                  <a:pt x="291632" y="102101"/>
                </a:lnTo>
                <a:lnTo>
                  <a:pt x="291489" y="102304"/>
                </a:lnTo>
                <a:lnTo>
                  <a:pt x="291344" y="102503"/>
                </a:lnTo>
                <a:lnTo>
                  <a:pt x="291195" y="102696"/>
                </a:lnTo>
                <a:lnTo>
                  <a:pt x="291044" y="102884"/>
                </a:lnTo>
                <a:lnTo>
                  <a:pt x="290890" y="103068"/>
                </a:lnTo>
                <a:lnTo>
                  <a:pt x="290733" y="103246"/>
                </a:lnTo>
                <a:lnTo>
                  <a:pt x="290572" y="103419"/>
                </a:lnTo>
                <a:lnTo>
                  <a:pt x="290409" y="103588"/>
                </a:lnTo>
                <a:lnTo>
                  <a:pt x="290243" y="103751"/>
                </a:lnTo>
                <a:lnTo>
                  <a:pt x="290075" y="103909"/>
                </a:lnTo>
                <a:lnTo>
                  <a:pt x="289903" y="104062"/>
                </a:lnTo>
                <a:lnTo>
                  <a:pt x="289728" y="104210"/>
                </a:lnTo>
                <a:lnTo>
                  <a:pt x="289550" y="104354"/>
                </a:lnTo>
                <a:lnTo>
                  <a:pt x="289370" y="104492"/>
                </a:lnTo>
                <a:lnTo>
                  <a:pt x="289186" y="104625"/>
                </a:lnTo>
                <a:lnTo>
                  <a:pt x="289000" y="104753"/>
                </a:lnTo>
                <a:lnTo>
                  <a:pt x="288810" y="104876"/>
                </a:lnTo>
                <a:lnTo>
                  <a:pt x="288617" y="104994"/>
                </a:lnTo>
                <a:lnTo>
                  <a:pt x="288420" y="105107"/>
                </a:lnTo>
                <a:lnTo>
                  <a:pt x="288219" y="105215"/>
                </a:lnTo>
                <a:lnTo>
                  <a:pt x="288014" y="105318"/>
                </a:lnTo>
                <a:lnTo>
                  <a:pt x="287805" y="105416"/>
                </a:lnTo>
                <a:lnTo>
                  <a:pt x="287592" y="105509"/>
                </a:lnTo>
                <a:lnTo>
                  <a:pt x="287375" y="105597"/>
                </a:lnTo>
                <a:lnTo>
                  <a:pt x="287154" y="105680"/>
                </a:lnTo>
                <a:lnTo>
                  <a:pt x="286929" y="105757"/>
                </a:lnTo>
                <a:lnTo>
                  <a:pt x="286699" y="105830"/>
                </a:lnTo>
                <a:lnTo>
                  <a:pt x="286466" y="105898"/>
                </a:lnTo>
                <a:lnTo>
                  <a:pt x="286229" y="105961"/>
                </a:lnTo>
                <a:lnTo>
                  <a:pt x="285987" y="106019"/>
                </a:lnTo>
                <a:lnTo>
                  <a:pt x="285742" y="106071"/>
                </a:lnTo>
                <a:lnTo>
                  <a:pt x="285492" y="106119"/>
                </a:lnTo>
                <a:lnTo>
                  <a:pt x="285239" y="106162"/>
                </a:lnTo>
                <a:lnTo>
                  <a:pt x="284981" y="106199"/>
                </a:lnTo>
                <a:lnTo>
                  <a:pt x="284719" y="106232"/>
                </a:lnTo>
                <a:lnTo>
                  <a:pt x="284453" y="106260"/>
                </a:lnTo>
                <a:lnTo>
                  <a:pt x="284184" y="106282"/>
                </a:lnTo>
                <a:lnTo>
                  <a:pt x="283910" y="106300"/>
                </a:lnTo>
                <a:lnTo>
                  <a:pt x="283632" y="106312"/>
                </a:lnTo>
                <a:lnTo>
                  <a:pt x="283350" y="106320"/>
                </a:lnTo>
                <a:lnTo>
                  <a:pt x="283064" y="106323"/>
                </a:lnTo>
                <a:lnTo>
                  <a:pt x="282666" y="106318"/>
                </a:lnTo>
                <a:lnTo>
                  <a:pt x="282274" y="106306"/>
                </a:lnTo>
                <a:lnTo>
                  <a:pt x="281890" y="106285"/>
                </a:lnTo>
                <a:lnTo>
                  <a:pt x="281513" y="106257"/>
                </a:lnTo>
                <a:lnTo>
                  <a:pt x="281142" y="106220"/>
                </a:lnTo>
                <a:lnTo>
                  <a:pt x="280779" y="106174"/>
                </a:lnTo>
                <a:lnTo>
                  <a:pt x="280422" y="106121"/>
                </a:lnTo>
                <a:lnTo>
                  <a:pt x="280073" y="106059"/>
                </a:lnTo>
                <a:lnTo>
                  <a:pt x="279730" y="105989"/>
                </a:lnTo>
                <a:lnTo>
                  <a:pt x="279395" y="105911"/>
                </a:lnTo>
                <a:lnTo>
                  <a:pt x="279066" y="105825"/>
                </a:lnTo>
                <a:lnTo>
                  <a:pt x="278745" y="105730"/>
                </a:lnTo>
                <a:lnTo>
                  <a:pt x="278430" y="105627"/>
                </a:lnTo>
                <a:lnTo>
                  <a:pt x="278122" y="105516"/>
                </a:lnTo>
                <a:lnTo>
                  <a:pt x="277822" y="105396"/>
                </a:lnTo>
                <a:lnTo>
                  <a:pt x="277528" y="105269"/>
                </a:lnTo>
                <a:lnTo>
                  <a:pt x="277241" y="105133"/>
                </a:lnTo>
                <a:lnTo>
                  <a:pt x="276961" y="104989"/>
                </a:lnTo>
                <a:lnTo>
                  <a:pt x="276689" y="104837"/>
                </a:lnTo>
                <a:lnTo>
                  <a:pt x="276423" y="104676"/>
                </a:lnTo>
                <a:lnTo>
                  <a:pt x="276164" y="104507"/>
                </a:lnTo>
                <a:lnTo>
                  <a:pt x="275912" y="104330"/>
                </a:lnTo>
                <a:lnTo>
                  <a:pt x="275667" y="104145"/>
                </a:lnTo>
                <a:lnTo>
                  <a:pt x="275430" y="103952"/>
                </a:lnTo>
                <a:lnTo>
                  <a:pt x="275198" y="103751"/>
                </a:lnTo>
                <a:lnTo>
                  <a:pt x="274972" y="103545"/>
                </a:lnTo>
                <a:lnTo>
                  <a:pt x="274751" y="103333"/>
                </a:lnTo>
                <a:lnTo>
                  <a:pt x="274535" y="103116"/>
                </a:lnTo>
                <a:lnTo>
                  <a:pt x="274326" y="102892"/>
                </a:lnTo>
                <a:lnTo>
                  <a:pt x="274121" y="102663"/>
                </a:lnTo>
                <a:lnTo>
                  <a:pt x="273922" y="102429"/>
                </a:lnTo>
                <a:lnTo>
                  <a:pt x="273728" y="102188"/>
                </a:lnTo>
                <a:lnTo>
                  <a:pt x="273540" y="101942"/>
                </a:lnTo>
                <a:lnTo>
                  <a:pt x="273358" y="101690"/>
                </a:lnTo>
                <a:lnTo>
                  <a:pt x="273180" y="101432"/>
                </a:lnTo>
                <a:lnTo>
                  <a:pt x="273009" y="101169"/>
                </a:lnTo>
                <a:lnTo>
                  <a:pt x="272842" y="100900"/>
                </a:lnTo>
                <a:lnTo>
                  <a:pt x="272681" y="100625"/>
                </a:lnTo>
                <a:lnTo>
                  <a:pt x="272536" y="100364"/>
                </a:lnTo>
                <a:lnTo>
                  <a:pt x="272536" y="59848"/>
                </a:lnTo>
                <a:lnTo>
                  <a:pt x="272574" y="59773"/>
                </a:lnTo>
                <a:lnTo>
                  <a:pt x="272690" y="59552"/>
                </a:lnTo>
                <a:lnTo>
                  <a:pt x="272809" y="59336"/>
                </a:lnTo>
                <a:lnTo>
                  <a:pt x="272930" y="59122"/>
                </a:lnTo>
                <a:close/>
                <a:moveTo>
                  <a:pt x="370034" y="100952"/>
                </a:moveTo>
                <a:lnTo>
                  <a:pt x="370015" y="101142"/>
                </a:lnTo>
                <a:lnTo>
                  <a:pt x="369991" y="101329"/>
                </a:lnTo>
                <a:lnTo>
                  <a:pt x="369964" y="101514"/>
                </a:lnTo>
                <a:lnTo>
                  <a:pt x="369933" y="101697"/>
                </a:lnTo>
                <a:lnTo>
                  <a:pt x="369898" y="101878"/>
                </a:lnTo>
                <a:lnTo>
                  <a:pt x="369860" y="102057"/>
                </a:lnTo>
                <a:lnTo>
                  <a:pt x="369819" y="102234"/>
                </a:lnTo>
                <a:lnTo>
                  <a:pt x="369773" y="102409"/>
                </a:lnTo>
                <a:lnTo>
                  <a:pt x="369724" y="102581"/>
                </a:lnTo>
                <a:lnTo>
                  <a:pt x="369672" y="102752"/>
                </a:lnTo>
                <a:lnTo>
                  <a:pt x="369615" y="102920"/>
                </a:lnTo>
                <a:lnTo>
                  <a:pt x="369556" y="103087"/>
                </a:lnTo>
                <a:lnTo>
                  <a:pt x="369492" y="103251"/>
                </a:lnTo>
                <a:lnTo>
                  <a:pt x="369425" y="103413"/>
                </a:lnTo>
                <a:lnTo>
                  <a:pt x="369354" y="103573"/>
                </a:lnTo>
                <a:lnTo>
                  <a:pt x="369280" y="103731"/>
                </a:lnTo>
                <a:lnTo>
                  <a:pt x="369202" y="103887"/>
                </a:lnTo>
                <a:lnTo>
                  <a:pt x="369120" y="104041"/>
                </a:lnTo>
                <a:lnTo>
                  <a:pt x="369035" y="104193"/>
                </a:lnTo>
                <a:lnTo>
                  <a:pt x="368946" y="104342"/>
                </a:lnTo>
                <a:lnTo>
                  <a:pt x="368854" y="104488"/>
                </a:lnTo>
                <a:lnTo>
                  <a:pt x="368758" y="104630"/>
                </a:lnTo>
                <a:lnTo>
                  <a:pt x="368659" y="104769"/>
                </a:lnTo>
                <a:lnTo>
                  <a:pt x="368556" y="104904"/>
                </a:lnTo>
                <a:lnTo>
                  <a:pt x="368450" y="105037"/>
                </a:lnTo>
                <a:lnTo>
                  <a:pt x="368340" y="105166"/>
                </a:lnTo>
                <a:lnTo>
                  <a:pt x="368227" y="105291"/>
                </a:lnTo>
                <a:lnTo>
                  <a:pt x="368110" y="105413"/>
                </a:lnTo>
                <a:lnTo>
                  <a:pt x="367990" y="105532"/>
                </a:lnTo>
                <a:lnTo>
                  <a:pt x="367866" y="105648"/>
                </a:lnTo>
                <a:lnTo>
                  <a:pt x="367739" y="105760"/>
                </a:lnTo>
                <a:lnTo>
                  <a:pt x="367609" y="105869"/>
                </a:lnTo>
                <a:lnTo>
                  <a:pt x="367474" y="105974"/>
                </a:lnTo>
                <a:lnTo>
                  <a:pt x="367337" y="106076"/>
                </a:lnTo>
                <a:lnTo>
                  <a:pt x="367196" y="106175"/>
                </a:lnTo>
                <a:lnTo>
                  <a:pt x="367051" y="106271"/>
                </a:lnTo>
                <a:lnTo>
                  <a:pt x="366903" y="106363"/>
                </a:lnTo>
                <a:lnTo>
                  <a:pt x="366751" y="106451"/>
                </a:lnTo>
                <a:lnTo>
                  <a:pt x="366596" y="106537"/>
                </a:lnTo>
                <a:lnTo>
                  <a:pt x="366438" y="106619"/>
                </a:lnTo>
                <a:lnTo>
                  <a:pt x="366276" y="106698"/>
                </a:lnTo>
                <a:lnTo>
                  <a:pt x="366110" y="106773"/>
                </a:lnTo>
                <a:lnTo>
                  <a:pt x="365941" y="106845"/>
                </a:lnTo>
                <a:lnTo>
                  <a:pt x="365768" y="106914"/>
                </a:lnTo>
                <a:lnTo>
                  <a:pt x="365592" y="106980"/>
                </a:lnTo>
                <a:lnTo>
                  <a:pt x="365412" y="107043"/>
                </a:lnTo>
                <a:lnTo>
                  <a:pt x="365228" y="107103"/>
                </a:lnTo>
                <a:lnTo>
                  <a:pt x="365040" y="107160"/>
                </a:lnTo>
                <a:lnTo>
                  <a:pt x="364849" y="107214"/>
                </a:lnTo>
                <a:lnTo>
                  <a:pt x="364653" y="107265"/>
                </a:lnTo>
                <a:lnTo>
                  <a:pt x="364454" y="107314"/>
                </a:lnTo>
                <a:lnTo>
                  <a:pt x="364251" y="107359"/>
                </a:lnTo>
                <a:lnTo>
                  <a:pt x="364045" y="107402"/>
                </a:lnTo>
                <a:lnTo>
                  <a:pt x="363835" y="107441"/>
                </a:lnTo>
                <a:lnTo>
                  <a:pt x="363621" y="107478"/>
                </a:lnTo>
                <a:lnTo>
                  <a:pt x="363403" y="107511"/>
                </a:lnTo>
                <a:lnTo>
                  <a:pt x="363181" y="107542"/>
                </a:lnTo>
                <a:lnTo>
                  <a:pt x="362956" y="107570"/>
                </a:lnTo>
                <a:lnTo>
                  <a:pt x="362726" y="107595"/>
                </a:lnTo>
                <a:lnTo>
                  <a:pt x="362494" y="107617"/>
                </a:lnTo>
                <a:lnTo>
                  <a:pt x="362257" y="107636"/>
                </a:lnTo>
                <a:lnTo>
                  <a:pt x="362016" y="107652"/>
                </a:lnTo>
                <a:lnTo>
                  <a:pt x="361772" y="107665"/>
                </a:lnTo>
                <a:lnTo>
                  <a:pt x="361524" y="107676"/>
                </a:lnTo>
                <a:lnTo>
                  <a:pt x="361272" y="107683"/>
                </a:lnTo>
                <a:lnTo>
                  <a:pt x="361017" y="107687"/>
                </a:lnTo>
                <a:lnTo>
                  <a:pt x="360758" y="107689"/>
                </a:lnTo>
                <a:lnTo>
                  <a:pt x="360497" y="107687"/>
                </a:lnTo>
                <a:lnTo>
                  <a:pt x="360239" y="107682"/>
                </a:lnTo>
                <a:lnTo>
                  <a:pt x="359983" y="107674"/>
                </a:lnTo>
                <a:lnTo>
                  <a:pt x="359728" y="107662"/>
                </a:lnTo>
                <a:lnTo>
                  <a:pt x="359476" y="107647"/>
                </a:lnTo>
                <a:lnTo>
                  <a:pt x="359226" y="107628"/>
                </a:lnTo>
                <a:lnTo>
                  <a:pt x="358977" y="107607"/>
                </a:lnTo>
                <a:lnTo>
                  <a:pt x="358731" y="107582"/>
                </a:lnTo>
                <a:lnTo>
                  <a:pt x="358486" y="107553"/>
                </a:lnTo>
                <a:lnTo>
                  <a:pt x="358243" y="107521"/>
                </a:lnTo>
                <a:lnTo>
                  <a:pt x="358003" y="107486"/>
                </a:lnTo>
                <a:lnTo>
                  <a:pt x="357764" y="107448"/>
                </a:lnTo>
                <a:lnTo>
                  <a:pt x="357527" y="107406"/>
                </a:lnTo>
                <a:lnTo>
                  <a:pt x="357292" y="107361"/>
                </a:lnTo>
                <a:lnTo>
                  <a:pt x="357059" y="107312"/>
                </a:lnTo>
                <a:lnTo>
                  <a:pt x="356829" y="107260"/>
                </a:lnTo>
                <a:lnTo>
                  <a:pt x="356600" y="107205"/>
                </a:lnTo>
                <a:lnTo>
                  <a:pt x="356373" y="107146"/>
                </a:lnTo>
                <a:lnTo>
                  <a:pt x="356148" y="107084"/>
                </a:lnTo>
                <a:lnTo>
                  <a:pt x="355924" y="107019"/>
                </a:lnTo>
                <a:lnTo>
                  <a:pt x="355703" y="106950"/>
                </a:lnTo>
                <a:lnTo>
                  <a:pt x="355484" y="106878"/>
                </a:lnTo>
                <a:lnTo>
                  <a:pt x="355267" y="106803"/>
                </a:lnTo>
                <a:lnTo>
                  <a:pt x="355052" y="106724"/>
                </a:lnTo>
                <a:lnTo>
                  <a:pt x="354839" y="106641"/>
                </a:lnTo>
                <a:lnTo>
                  <a:pt x="354631" y="106553"/>
                </a:lnTo>
                <a:lnTo>
                  <a:pt x="354426" y="106460"/>
                </a:lnTo>
                <a:lnTo>
                  <a:pt x="354225" y="106362"/>
                </a:lnTo>
                <a:lnTo>
                  <a:pt x="354027" y="106258"/>
                </a:lnTo>
                <a:lnTo>
                  <a:pt x="353834" y="106149"/>
                </a:lnTo>
                <a:lnTo>
                  <a:pt x="353644" y="106035"/>
                </a:lnTo>
                <a:lnTo>
                  <a:pt x="353458" y="105916"/>
                </a:lnTo>
                <a:lnTo>
                  <a:pt x="353275" y="105792"/>
                </a:lnTo>
                <a:lnTo>
                  <a:pt x="353097" y="105663"/>
                </a:lnTo>
                <a:lnTo>
                  <a:pt x="352922" y="105528"/>
                </a:lnTo>
                <a:lnTo>
                  <a:pt x="352751" y="105388"/>
                </a:lnTo>
                <a:lnTo>
                  <a:pt x="352584" y="105243"/>
                </a:lnTo>
                <a:lnTo>
                  <a:pt x="352421" y="105093"/>
                </a:lnTo>
                <a:lnTo>
                  <a:pt x="352261" y="104938"/>
                </a:lnTo>
                <a:lnTo>
                  <a:pt x="352105" y="104778"/>
                </a:lnTo>
                <a:lnTo>
                  <a:pt x="351953" y="104612"/>
                </a:lnTo>
                <a:lnTo>
                  <a:pt x="351804" y="104441"/>
                </a:lnTo>
                <a:lnTo>
                  <a:pt x="351660" y="104266"/>
                </a:lnTo>
                <a:lnTo>
                  <a:pt x="351519" y="104085"/>
                </a:lnTo>
                <a:lnTo>
                  <a:pt x="351382" y="103898"/>
                </a:lnTo>
                <a:lnTo>
                  <a:pt x="351249" y="103707"/>
                </a:lnTo>
                <a:lnTo>
                  <a:pt x="351119" y="103511"/>
                </a:lnTo>
                <a:lnTo>
                  <a:pt x="350993" y="103309"/>
                </a:lnTo>
                <a:lnTo>
                  <a:pt x="350872" y="103101"/>
                </a:lnTo>
                <a:lnTo>
                  <a:pt x="350755" y="102887"/>
                </a:lnTo>
                <a:lnTo>
                  <a:pt x="350642" y="102667"/>
                </a:lnTo>
                <a:lnTo>
                  <a:pt x="350534" y="102439"/>
                </a:lnTo>
                <a:lnTo>
                  <a:pt x="350431" y="102206"/>
                </a:lnTo>
                <a:lnTo>
                  <a:pt x="350333" y="101965"/>
                </a:lnTo>
                <a:lnTo>
                  <a:pt x="350239" y="101718"/>
                </a:lnTo>
                <a:lnTo>
                  <a:pt x="350149" y="101465"/>
                </a:lnTo>
                <a:lnTo>
                  <a:pt x="350065" y="101205"/>
                </a:lnTo>
                <a:lnTo>
                  <a:pt x="349984" y="100938"/>
                </a:lnTo>
                <a:lnTo>
                  <a:pt x="349909" y="100665"/>
                </a:lnTo>
                <a:lnTo>
                  <a:pt x="349838" y="100386"/>
                </a:lnTo>
                <a:lnTo>
                  <a:pt x="349772" y="100099"/>
                </a:lnTo>
                <a:lnTo>
                  <a:pt x="349710" y="99807"/>
                </a:lnTo>
                <a:lnTo>
                  <a:pt x="349653" y="99507"/>
                </a:lnTo>
                <a:lnTo>
                  <a:pt x="349600" y="99201"/>
                </a:lnTo>
                <a:lnTo>
                  <a:pt x="349552" y="98889"/>
                </a:lnTo>
                <a:lnTo>
                  <a:pt x="349509" y="98570"/>
                </a:lnTo>
                <a:lnTo>
                  <a:pt x="349470" y="98244"/>
                </a:lnTo>
                <a:lnTo>
                  <a:pt x="349436" y="97912"/>
                </a:lnTo>
                <a:lnTo>
                  <a:pt x="349407" y="97573"/>
                </a:lnTo>
                <a:lnTo>
                  <a:pt x="349382" y="97228"/>
                </a:lnTo>
                <a:lnTo>
                  <a:pt x="349361" y="96876"/>
                </a:lnTo>
                <a:lnTo>
                  <a:pt x="349346" y="96518"/>
                </a:lnTo>
                <a:lnTo>
                  <a:pt x="327969" y="96518"/>
                </a:lnTo>
                <a:lnTo>
                  <a:pt x="327975" y="97106"/>
                </a:lnTo>
                <a:lnTo>
                  <a:pt x="327994" y="97693"/>
                </a:lnTo>
                <a:lnTo>
                  <a:pt x="328026" y="98278"/>
                </a:lnTo>
                <a:lnTo>
                  <a:pt x="328071" y="98861"/>
                </a:lnTo>
                <a:lnTo>
                  <a:pt x="328129" y="99442"/>
                </a:lnTo>
                <a:lnTo>
                  <a:pt x="328200" y="100021"/>
                </a:lnTo>
                <a:lnTo>
                  <a:pt x="328283" y="100599"/>
                </a:lnTo>
                <a:lnTo>
                  <a:pt x="328379" y="101175"/>
                </a:lnTo>
                <a:lnTo>
                  <a:pt x="328489" y="101749"/>
                </a:lnTo>
                <a:lnTo>
                  <a:pt x="328611" y="102321"/>
                </a:lnTo>
                <a:lnTo>
                  <a:pt x="328745" y="102891"/>
                </a:lnTo>
                <a:lnTo>
                  <a:pt x="328893" y="103460"/>
                </a:lnTo>
                <a:lnTo>
                  <a:pt x="329053" y="104026"/>
                </a:lnTo>
                <a:lnTo>
                  <a:pt x="329227" y="104591"/>
                </a:lnTo>
                <a:lnTo>
                  <a:pt x="329413" y="105154"/>
                </a:lnTo>
                <a:lnTo>
                  <a:pt x="329612" y="105715"/>
                </a:lnTo>
                <a:lnTo>
                  <a:pt x="329824" y="106275"/>
                </a:lnTo>
                <a:lnTo>
                  <a:pt x="330048" y="106832"/>
                </a:lnTo>
                <a:lnTo>
                  <a:pt x="330286" y="107388"/>
                </a:lnTo>
                <a:lnTo>
                  <a:pt x="330536" y="107942"/>
                </a:lnTo>
                <a:lnTo>
                  <a:pt x="330799" y="108494"/>
                </a:lnTo>
                <a:lnTo>
                  <a:pt x="331075" y="109045"/>
                </a:lnTo>
                <a:lnTo>
                  <a:pt x="331364" y="109593"/>
                </a:lnTo>
                <a:lnTo>
                  <a:pt x="331665" y="110140"/>
                </a:lnTo>
                <a:lnTo>
                  <a:pt x="331980" y="110682"/>
                </a:lnTo>
                <a:lnTo>
                  <a:pt x="332306" y="111215"/>
                </a:lnTo>
                <a:lnTo>
                  <a:pt x="332645" y="111740"/>
                </a:lnTo>
                <a:lnTo>
                  <a:pt x="332996" y="112257"/>
                </a:lnTo>
                <a:lnTo>
                  <a:pt x="333359" y="112766"/>
                </a:lnTo>
                <a:lnTo>
                  <a:pt x="333735" y="113267"/>
                </a:lnTo>
                <a:lnTo>
                  <a:pt x="334123" y="113759"/>
                </a:lnTo>
                <a:lnTo>
                  <a:pt x="334523" y="114243"/>
                </a:lnTo>
                <a:lnTo>
                  <a:pt x="334935" y="114719"/>
                </a:lnTo>
                <a:lnTo>
                  <a:pt x="335360" y="115186"/>
                </a:lnTo>
                <a:lnTo>
                  <a:pt x="335797" y="115646"/>
                </a:lnTo>
                <a:lnTo>
                  <a:pt x="336246" y="116097"/>
                </a:lnTo>
                <a:lnTo>
                  <a:pt x="336708" y="116540"/>
                </a:lnTo>
                <a:lnTo>
                  <a:pt x="337182" y="116974"/>
                </a:lnTo>
                <a:lnTo>
                  <a:pt x="337668" y="117401"/>
                </a:lnTo>
                <a:lnTo>
                  <a:pt x="338166" y="117819"/>
                </a:lnTo>
                <a:lnTo>
                  <a:pt x="338677" y="118229"/>
                </a:lnTo>
                <a:lnTo>
                  <a:pt x="339200" y="118631"/>
                </a:lnTo>
                <a:lnTo>
                  <a:pt x="339735" y="119024"/>
                </a:lnTo>
                <a:lnTo>
                  <a:pt x="340282" y="119410"/>
                </a:lnTo>
                <a:lnTo>
                  <a:pt x="340842" y="119787"/>
                </a:lnTo>
                <a:lnTo>
                  <a:pt x="341414" y="120156"/>
                </a:lnTo>
                <a:lnTo>
                  <a:pt x="341998" y="120516"/>
                </a:lnTo>
                <a:lnTo>
                  <a:pt x="342595" y="120869"/>
                </a:lnTo>
                <a:lnTo>
                  <a:pt x="343204" y="121210"/>
                </a:lnTo>
                <a:lnTo>
                  <a:pt x="343823" y="121536"/>
                </a:lnTo>
                <a:lnTo>
                  <a:pt x="344455" y="121848"/>
                </a:lnTo>
                <a:lnTo>
                  <a:pt x="345098" y="122145"/>
                </a:lnTo>
                <a:lnTo>
                  <a:pt x="345752" y="122428"/>
                </a:lnTo>
                <a:lnTo>
                  <a:pt x="346417" y="122697"/>
                </a:lnTo>
                <a:lnTo>
                  <a:pt x="347095" y="122951"/>
                </a:lnTo>
                <a:lnTo>
                  <a:pt x="347783" y="123190"/>
                </a:lnTo>
                <a:lnTo>
                  <a:pt x="348483" y="123415"/>
                </a:lnTo>
                <a:lnTo>
                  <a:pt x="349194" y="123626"/>
                </a:lnTo>
                <a:lnTo>
                  <a:pt x="349917" y="123821"/>
                </a:lnTo>
                <a:lnTo>
                  <a:pt x="350652" y="124003"/>
                </a:lnTo>
                <a:lnTo>
                  <a:pt x="351397" y="124170"/>
                </a:lnTo>
                <a:lnTo>
                  <a:pt x="352155" y="124322"/>
                </a:lnTo>
                <a:lnTo>
                  <a:pt x="352923" y="124460"/>
                </a:lnTo>
                <a:lnTo>
                  <a:pt x="353703" y="124583"/>
                </a:lnTo>
                <a:lnTo>
                  <a:pt x="354495" y="124692"/>
                </a:lnTo>
                <a:lnTo>
                  <a:pt x="355298" y="124786"/>
                </a:lnTo>
                <a:lnTo>
                  <a:pt x="356112" y="124866"/>
                </a:lnTo>
                <a:lnTo>
                  <a:pt x="356938" y="124931"/>
                </a:lnTo>
                <a:lnTo>
                  <a:pt x="357775" y="124982"/>
                </a:lnTo>
                <a:lnTo>
                  <a:pt x="358624" y="125018"/>
                </a:lnTo>
                <a:lnTo>
                  <a:pt x="359484" y="125040"/>
                </a:lnTo>
                <a:lnTo>
                  <a:pt x="360356" y="125048"/>
                </a:lnTo>
                <a:lnTo>
                  <a:pt x="360949" y="125044"/>
                </a:lnTo>
                <a:lnTo>
                  <a:pt x="361539" y="125035"/>
                </a:lnTo>
                <a:lnTo>
                  <a:pt x="362123" y="125019"/>
                </a:lnTo>
                <a:lnTo>
                  <a:pt x="362703" y="124996"/>
                </a:lnTo>
                <a:lnTo>
                  <a:pt x="363278" y="124967"/>
                </a:lnTo>
                <a:lnTo>
                  <a:pt x="363849" y="124932"/>
                </a:lnTo>
                <a:lnTo>
                  <a:pt x="364415" y="124890"/>
                </a:lnTo>
                <a:lnTo>
                  <a:pt x="364977" y="124842"/>
                </a:lnTo>
                <a:lnTo>
                  <a:pt x="365534" y="124788"/>
                </a:lnTo>
                <a:lnTo>
                  <a:pt x="366086" y="124727"/>
                </a:lnTo>
                <a:lnTo>
                  <a:pt x="366634" y="124659"/>
                </a:lnTo>
                <a:lnTo>
                  <a:pt x="367177" y="124585"/>
                </a:lnTo>
                <a:lnTo>
                  <a:pt x="367715" y="124505"/>
                </a:lnTo>
                <a:lnTo>
                  <a:pt x="368249" y="124419"/>
                </a:lnTo>
                <a:lnTo>
                  <a:pt x="368778" y="124325"/>
                </a:lnTo>
                <a:lnTo>
                  <a:pt x="369303" y="124226"/>
                </a:lnTo>
                <a:lnTo>
                  <a:pt x="369823" y="124120"/>
                </a:lnTo>
                <a:lnTo>
                  <a:pt x="370338" y="124008"/>
                </a:lnTo>
                <a:lnTo>
                  <a:pt x="370849" y="123889"/>
                </a:lnTo>
                <a:lnTo>
                  <a:pt x="371356" y="123764"/>
                </a:lnTo>
                <a:lnTo>
                  <a:pt x="371857" y="123632"/>
                </a:lnTo>
                <a:lnTo>
                  <a:pt x="372354" y="123494"/>
                </a:lnTo>
                <a:lnTo>
                  <a:pt x="372847" y="123350"/>
                </a:lnTo>
                <a:lnTo>
                  <a:pt x="373335" y="123199"/>
                </a:lnTo>
                <a:lnTo>
                  <a:pt x="373817" y="123042"/>
                </a:lnTo>
                <a:lnTo>
                  <a:pt x="374294" y="122880"/>
                </a:lnTo>
                <a:lnTo>
                  <a:pt x="374765" y="122712"/>
                </a:lnTo>
                <a:lnTo>
                  <a:pt x="375231" y="122538"/>
                </a:lnTo>
                <a:lnTo>
                  <a:pt x="375691" y="122359"/>
                </a:lnTo>
                <a:lnTo>
                  <a:pt x="376145" y="122174"/>
                </a:lnTo>
                <a:lnTo>
                  <a:pt x="376593" y="121984"/>
                </a:lnTo>
                <a:lnTo>
                  <a:pt x="377036" y="121788"/>
                </a:lnTo>
                <a:lnTo>
                  <a:pt x="377473" y="121587"/>
                </a:lnTo>
                <a:lnTo>
                  <a:pt x="377904" y="121380"/>
                </a:lnTo>
                <a:lnTo>
                  <a:pt x="378329" y="121167"/>
                </a:lnTo>
                <a:lnTo>
                  <a:pt x="378749" y="120949"/>
                </a:lnTo>
                <a:lnTo>
                  <a:pt x="379163" y="120725"/>
                </a:lnTo>
                <a:lnTo>
                  <a:pt x="379572" y="120496"/>
                </a:lnTo>
                <a:lnTo>
                  <a:pt x="379974" y="120261"/>
                </a:lnTo>
                <a:lnTo>
                  <a:pt x="380371" y="120020"/>
                </a:lnTo>
                <a:lnTo>
                  <a:pt x="380762" y="119774"/>
                </a:lnTo>
                <a:lnTo>
                  <a:pt x="381148" y="119522"/>
                </a:lnTo>
                <a:lnTo>
                  <a:pt x="381527" y="119265"/>
                </a:lnTo>
                <a:lnTo>
                  <a:pt x="381901" y="119002"/>
                </a:lnTo>
                <a:lnTo>
                  <a:pt x="382270" y="118734"/>
                </a:lnTo>
                <a:lnTo>
                  <a:pt x="382632" y="118460"/>
                </a:lnTo>
                <a:lnTo>
                  <a:pt x="382989" y="118180"/>
                </a:lnTo>
                <a:lnTo>
                  <a:pt x="383340" y="117895"/>
                </a:lnTo>
                <a:lnTo>
                  <a:pt x="383685" y="117605"/>
                </a:lnTo>
                <a:lnTo>
                  <a:pt x="384023" y="117310"/>
                </a:lnTo>
                <a:lnTo>
                  <a:pt x="384354" y="117011"/>
                </a:lnTo>
                <a:lnTo>
                  <a:pt x="384678" y="116707"/>
                </a:lnTo>
                <a:lnTo>
                  <a:pt x="384996" y="116399"/>
                </a:lnTo>
                <a:lnTo>
                  <a:pt x="385306" y="116087"/>
                </a:lnTo>
                <a:lnTo>
                  <a:pt x="385610" y="115770"/>
                </a:lnTo>
                <a:lnTo>
                  <a:pt x="385907" y="115448"/>
                </a:lnTo>
                <a:lnTo>
                  <a:pt x="386197" y="115122"/>
                </a:lnTo>
                <a:lnTo>
                  <a:pt x="386481" y="114792"/>
                </a:lnTo>
                <a:lnTo>
                  <a:pt x="386757" y="114457"/>
                </a:lnTo>
                <a:lnTo>
                  <a:pt x="387027" y="114118"/>
                </a:lnTo>
                <a:lnTo>
                  <a:pt x="387290" y="113774"/>
                </a:lnTo>
                <a:lnTo>
                  <a:pt x="387545" y="113426"/>
                </a:lnTo>
                <a:lnTo>
                  <a:pt x="387795" y="113073"/>
                </a:lnTo>
                <a:lnTo>
                  <a:pt x="388037" y="112716"/>
                </a:lnTo>
                <a:lnTo>
                  <a:pt x="388272" y="112354"/>
                </a:lnTo>
                <a:lnTo>
                  <a:pt x="388501" y="111988"/>
                </a:lnTo>
                <a:lnTo>
                  <a:pt x="388723" y="111618"/>
                </a:lnTo>
                <a:lnTo>
                  <a:pt x="388938" y="111243"/>
                </a:lnTo>
                <a:lnTo>
                  <a:pt x="389146" y="110863"/>
                </a:lnTo>
                <a:lnTo>
                  <a:pt x="389347" y="110479"/>
                </a:lnTo>
                <a:lnTo>
                  <a:pt x="389541" y="110091"/>
                </a:lnTo>
                <a:lnTo>
                  <a:pt x="389729" y="109698"/>
                </a:lnTo>
                <a:lnTo>
                  <a:pt x="389909" y="109301"/>
                </a:lnTo>
                <a:lnTo>
                  <a:pt x="390082" y="108900"/>
                </a:lnTo>
                <a:lnTo>
                  <a:pt x="390247" y="108496"/>
                </a:lnTo>
                <a:lnTo>
                  <a:pt x="390404" y="108088"/>
                </a:lnTo>
                <a:lnTo>
                  <a:pt x="390554" y="107677"/>
                </a:lnTo>
                <a:lnTo>
                  <a:pt x="390696" y="107262"/>
                </a:lnTo>
                <a:lnTo>
                  <a:pt x="390830" y="106843"/>
                </a:lnTo>
                <a:lnTo>
                  <a:pt x="390957" y="106421"/>
                </a:lnTo>
                <a:lnTo>
                  <a:pt x="391076" y="105995"/>
                </a:lnTo>
                <a:lnTo>
                  <a:pt x="391187" y="105565"/>
                </a:lnTo>
                <a:lnTo>
                  <a:pt x="391291" y="105132"/>
                </a:lnTo>
                <a:lnTo>
                  <a:pt x="391387" y="104695"/>
                </a:lnTo>
                <a:lnTo>
                  <a:pt x="391475" y="104255"/>
                </a:lnTo>
                <a:lnTo>
                  <a:pt x="391555" y="103811"/>
                </a:lnTo>
                <a:lnTo>
                  <a:pt x="391628" y="103363"/>
                </a:lnTo>
                <a:lnTo>
                  <a:pt x="391693" y="102911"/>
                </a:lnTo>
                <a:lnTo>
                  <a:pt x="391751" y="102457"/>
                </a:lnTo>
                <a:lnTo>
                  <a:pt x="391801" y="101998"/>
                </a:lnTo>
                <a:lnTo>
                  <a:pt x="391843" y="101536"/>
                </a:lnTo>
                <a:lnTo>
                  <a:pt x="391878" y="101070"/>
                </a:lnTo>
                <a:lnTo>
                  <a:pt x="391904" y="100600"/>
                </a:lnTo>
                <a:lnTo>
                  <a:pt x="391924" y="100127"/>
                </a:lnTo>
                <a:lnTo>
                  <a:pt x="391935" y="99650"/>
                </a:lnTo>
                <a:lnTo>
                  <a:pt x="391939" y="99170"/>
                </a:lnTo>
                <a:lnTo>
                  <a:pt x="391934" y="98571"/>
                </a:lnTo>
                <a:lnTo>
                  <a:pt x="391920" y="97981"/>
                </a:lnTo>
                <a:lnTo>
                  <a:pt x="391896" y="97398"/>
                </a:lnTo>
                <a:lnTo>
                  <a:pt x="391863" y="96823"/>
                </a:lnTo>
                <a:lnTo>
                  <a:pt x="391820" y="96256"/>
                </a:lnTo>
                <a:lnTo>
                  <a:pt x="391768" y="95697"/>
                </a:lnTo>
                <a:lnTo>
                  <a:pt x="391707" y="95146"/>
                </a:lnTo>
                <a:lnTo>
                  <a:pt x="391635" y="94603"/>
                </a:lnTo>
                <a:lnTo>
                  <a:pt x="391555" y="94068"/>
                </a:lnTo>
                <a:lnTo>
                  <a:pt x="391465" y="93540"/>
                </a:lnTo>
                <a:lnTo>
                  <a:pt x="391365" y="93021"/>
                </a:lnTo>
                <a:lnTo>
                  <a:pt x="391256" y="92510"/>
                </a:lnTo>
                <a:lnTo>
                  <a:pt x="391137" y="92007"/>
                </a:lnTo>
                <a:lnTo>
                  <a:pt x="391009" y="91511"/>
                </a:lnTo>
                <a:lnTo>
                  <a:pt x="390872" y="91024"/>
                </a:lnTo>
                <a:lnTo>
                  <a:pt x="390725" y="90544"/>
                </a:lnTo>
                <a:lnTo>
                  <a:pt x="390568" y="90073"/>
                </a:lnTo>
                <a:lnTo>
                  <a:pt x="390402" y="89609"/>
                </a:lnTo>
                <a:lnTo>
                  <a:pt x="390227" y="89154"/>
                </a:lnTo>
                <a:lnTo>
                  <a:pt x="390042" y="88706"/>
                </a:lnTo>
                <a:lnTo>
                  <a:pt x="389847" y="88266"/>
                </a:lnTo>
                <a:lnTo>
                  <a:pt x="389643" y="87834"/>
                </a:lnTo>
                <a:lnTo>
                  <a:pt x="389430" y="87411"/>
                </a:lnTo>
                <a:lnTo>
                  <a:pt x="389207" y="86995"/>
                </a:lnTo>
                <a:lnTo>
                  <a:pt x="388974" y="86585"/>
                </a:lnTo>
                <a:lnTo>
                  <a:pt x="388731" y="86180"/>
                </a:lnTo>
                <a:lnTo>
                  <a:pt x="388479" y="85779"/>
                </a:lnTo>
                <a:lnTo>
                  <a:pt x="388217" y="85382"/>
                </a:lnTo>
                <a:lnTo>
                  <a:pt x="387944" y="84990"/>
                </a:lnTo>
                <a:lnTo>
                  <a:pt x="387662" y="84601"/>
                </a:lnTo>
                <a:lnTo>
                  <a:pt x="387370" y="84218"/>
                </a:lnTo>
                <a:lnTo>
                  <a:pt x="387068" y="83838"/>
                </a:lnTo>
                <a:lnTo>
                  <a:pt x="386756" y="83463"/>
                </a:lnTo>
                <a:lnTo>
                  <a:pt x="386434" y="83092"/>
                </a:lnTo>
                <a:lnTo>
                  <a:pt x="386103" y="82726"/>
                </a:lnTo>
                <a:lnTo>
                  <a:pt x="385761" y="82364"/>
                </a:lnTo>
                <a:lnTo>
                  <a:pt x="385409" y="82006"/>
                </a:lnTo>
                <a:lnTo>
                  <a:pt x="385048" y="81653"/>
                </a:lnTo>
                <a:lnTo>
                  <a:pt x="384677" y="81303"/>
                </a:lnTo>
                <a:lnTo>
                  <a:pt x="384295" y="80959"/>
                </a:lnTo>
                <a:lnTo>
                  <a:pt x="383904" y="80618"/>
                </a:lnTo>
                <a:lnTo>
                  <a:pt x="383503" y="80282"/>
                </a:lnTo>
                <a:lnTo>
                  <a:pt x="383092" y="79950"/>
                </a:lnTo>
                <a:lnTo>
                  <a:pt x="382671" y="79622"/>
                </a:lnTo>
                <a:lnTo>
                  <a:pt x="382241" y="79299"/>
                </a:lnTo>
                <a:lnTo>
                  <a:pt x="381800" y="78980"/>
                </a:lnTo>
                <a:lnTo>
                  <a:pt x="381349" y="78666"/>
                </a:lnTo>
                <a:lnTo>
                  <a:pt x="380889" y="78356"/>
                </a:lnTo>
                <a:lnTo>
                  <a:pt x="380418" y="78048"/>
                </a:lnTo>
                <a:lnTo>
                  <a:pt x="379937" y="77743"/>
                </a:lnTo>
                <a:lnTo>
                  <a:pt x="379444" y="77439"/>
                </a:lnTo>
                <a:lnTo>
                  <a:pt x="378941" y="77137"/>
                </a:lnTo>
                <a:lnTo>
                  <a:pt x="378427" y="76836"/>
                </a:lnTo>
                <a:lnTo>
                  <a:pt x="377903" y="76537"/>
                </a:lnTo>
                <a:lnTo>
                  <a:pt x="377368" y="76240"/>
                </a:lnTo>
                <a:lnTo>
                  <a:pt x="376822" y="75945"/>
                </a:lnTo>
                <a:lnTo>
                  <a:pt x="376265" y="75651"/>
                </a:lnTo>
                <a:lnTo>
                  <a:pt x="375697" y="75359"/>
                </a:lnTo>
                <a:lnTo>
                  <a:pt x="375119" y="75068"/>
                </a:lnTo>
                <a:lnTo>
                  <a:pt x="374530" y="74779"/>
                </a:lnTo>
                <a:lnTo>
                  <a:pt x="373930" y="74492"/>
                </a:lnTo>
                <a:lnTo>
                  <a:pt x="373320" y="74207"/>
                </a:lnTo>
                <a:lnTo>
                  <a:pt x="372699" y="73923"/>
                </a:lnTo>
                <a:lnTo>
                  <a:pt x="372067" y="73641"/>
                </a:lnTo>
                <a:lnTo>
                  <a:pt x="371424" y="73360"/>
                </a:lnTo>
                <a:lnTo>
                  <a:pt x="370770" y="73082"/>
                </a:lnTo>
                <a:lnTo>
                  <a:pt x="370106" y="72805"/>
                </a:lnTo>
                <a:lnTo>
                  <a:pt x="369431" y="72529"/>
                </a:lnTo>
                <a:lnTo>
                  <a:pt x="368746" y="72255"/>
                </a:lnTo>
                <a:lnTo>
                  <a:pt x="368049" y="71983"/>
                </a:lnTo>
                <a:lnTo>
                  <a:pt x="367342" y="71713"/>
                </a:lnTo>
                <a:lnTo>
                  <a:pt x="366624" y="71444"/>
                </a:lnTo>
                <a:lnTo>
                  <a:pt x="366278" y="71304"/>
                </a:lnTo>
                <a:lnTo>
                  <a:pt x="365937" y="71165"/>
                </a:lnTo>
                <a:lnTo>
                  <a:pt x="365600" y="71027"/>
                </a:lnTo>
                <a:lnTo>
                  <a:pt x="365268" y="70889"/>
                </a:lnTo>
                <a:lnTo>
                  <a:pt x="364940" y="70753"/>
                </a:lnTo>
                <a:lnTo>
                  <a:pt x="364618" y="70618"/>
                </a:lnTo>
                <a:lnTo>
                  <a:pt x="364299" y="70484"/>
                </a:lnTo>
                <a:lnTo>
                  <a:pt x="363985" y="70350"/>
                </a:lnTo>
                <a:lnTo>
                  <a:pt x="363676" y="70218"/>
                </a:lnTo>
                <a:lnTo>
                  <a:pt x="363372" y="70087"/>
                </a:lnTo>
                <a:lnTo>
                  <a:pt x="363072" y="69956"/>
                </a:lnTo>
                <a:lnTo>
                  <a:pt x="362777" y="69827"/>
                </a:lnTo>
                <a:lnTo>
                  <a:pt x="362486" y="69698"/>
                </a:lnTo>
                <a:lnTo>
                  <a:pt x="362200" y="69571"/>
                </a:lnTo>
                <a:lnTo>
                  <a:pt x="361918" y="69445"/>
                </a:lnTo>
                <a:lnTo>
                  <a:pt x="361642" y="69319"/>
                </a:lnTo>
                <a:lnTo>
                  <a:pt x="361369" y="69195"/>
                </a:lnTo>
                <a:lnTo>
                  <a:pt x="361102" y="69071"/>
                </a:lnTo>
                <a:lnTo>
                  <a:pt x="360839" y="68948"/>
                </a:lnTo>
                <a:lnTo>
                  <a:pt x="360580" y="68827"/>
                </a:lnTo>
                <a:lnTo>
                  <a:pt x="360326" y="68706"/>
                </a:lnTo>
                <a:lnTo>
                  <a:pt x="360077" y="68587"/>
                </a:lnTo>
                <a:lnTo>
                  <a:pt x="359832" y="68468"/>
                </a:lnTo>
                <a:lnTo>
                  <a:pt x="359592" y="68350"/>
                </a:lnTo>
                <a:lnTo>
                  <a:pt x="359357" y="68233"/>
                </a:lnTo>
                <a:lnTo>
                  <a:pt x="359125" y="68117"/>
                </a:lnTo>
                <a:lnTo>
                  <a:pt x="358897" y="68000"/>
                </a:lnTo>
                <a:lnTo>
                  <a:pt x="358674" y="67885"/>
                </a:lnTo>
                <a:lnTo>
                  <a:pt x="358454" y="67769"/>
                </a:lnTo>
                <a:lnTo>
                  <a:pt x="358239" y="67655"/>
                </a:lnTo>
                <a:lnTo>
                  <a:pt x="358027" y="67540"/>
                </a:lnTo>
                <a:lnTo>
                  <a:pt x="357820" y="67426"/>
                </a:lnTo>
                <a:lnTo>
                  <a:pt x="357616" y="67312"/>
                </a:lnTo>
                <a:lnTo>
                  <a:pt x="357417" y="67199"/>
                </a:lnTo>
                <a:lnTo>
                  <a:pt x="357222" y="67086"/>
                </a:lnTo>
                <a:lnTo>
                  <a:pt x="357031" y="66974"/>
                </a:lnTo>
                <a:lnTo>
                  <a:pt x="356843" y="66862"/>
                </a:lnTo>
                <a:lnTo>
                  <a:pt x="356660" y="66750"/>
                </a:lnTo>
                <a:lnTo>
                  <a:pt x="356481" y="66639"/>
                </a:lnTo>
                <a:lnTo>
                  <a:pt x="356306" y="66529"/>
                </a:lnTo>
                <a:lnTo>
                  <a:pt x="356135" y="66418"/>
                </a:lnTo>
                <a:lnTo>
                  <a:pt x="355968" y="66308"/>
                </a:lnTo>
                <a:lnTo>
                  <a:pt x="355805" y="66199"/>
                </a:lnTo>
                <a:lnTo>
                  <a:pt x="355647" y="66090"/>
                </a:lnTo>
                <a:lnTo>
                  <a:pt x="355492" y="65981"/>
                </a:lnTo>
                <a:lnTo>
                  <a:pt x="355341" y="65873"/>
                </a:lnTo>
                <a:lnTo>
                  <a:pt x="355194" y="65765"/>
                </a:lnTo>
                <a:lnTo>
                  <a:pt x="355052" y="65658"/>
                </a:lnTo>
                <a:lnTo>
                  <a:pt x="354913" y="65551"/>
                </a:lnTo>
                <a:lnTo>
                  <a:pt x="354777" y="65443"/>
                </a:lnTo>
                <a:lnTo>
                  <a:pt x="354644" y="65335"/>
                </a:lnTo>
                <a:lnTo>
                  <a:pt x="354515" y="65227"/>
                </a:lnTo>
                <a:lnTo>
                  <a:pt x="354389" y="65119"/>
                </a:lnTo>
                <a:lnTo>
                  <a:pt x="354266" y="65010"/>
                </a:lnTo>
                <a:lnTo>
                  <a:pt x="354146" y="64901"/>
                </a:lnTo>
                <a:lnTo>
                  <a:pt x="354029" y="64792"/>
                </a:lnTo>
                <a:lnTo>
                  <a:pt x="353916" y="64682"/>
                </a:lnTo>
                <a:lnTo>
                  <a:pt x="353806" y="64572"/>
                </a:lnTo>
                <a:lnTo>
                  <a:pt x="353699" y="64462"/>
                </a:lnTo>
                <a:lnTo>
                  <a:pt x="353595" y="64352"/>
                </a:lnTo>
                <a:lnTo>
                  <a:pt x="353494" y="64241"/>
                </a:lnTo>
                <a:lnTo>
                  <a:pt x="353397" y="64130"/>
                </a:lnTo>
                <a:lnTo>
                  <a:pt x="353303" y="64019"/>
                </a:lnTo>
                <a:lnTo>
                  <a:pt x="353212" y="63908"/>
                </a:lnTo>
                <a:lnTo>
                  <a:pt x="353124" y="63796"/>
                </a:lnTo>
                <a:lnTo>
                  <a:pt x="353040" y="63684"/>
                </a:lnTo>
                <a:lnTo>
                  <a:pt x="352959" y="63572"/>
                </a:lnTo>
                <a:lnTo>
                  <a:pt x="352881" y="63459"/>
                </a:lnTo>
                <a:lnTo>
                  <a:pt x="352806" y="63346"/>
                </a:lnTo>
                <a:lnTo>
                  <a:pt x="352734" y="63233"/>
                </a:lnTo>
                <a:lnTo>
                  <a:pt x="352666" y="63120"/>
                </a:lnTo>
                <a:lnTo>
                  <a:pt x="352600" y="63006"/>
                </a:lnTo>
                <a:lnTo>
                  <a:pt x="352538" y="62891"/>
                </a:lnTo>
                <a:lnTo>
                  <a:pt x="352479" y="62775"/>
                </a:lnTo>
                <a:lnTo>
                  <a:pt x="352422" y="62658"/>
                </a:lnTo>
                <a:lnTo>
                  <a:pt x="352367" y="62539"/>
                </a:lnTo>
                <a:lnTo>
                  <a:pt x="352316" y="62419"/>
                </a:lnTo>
                <a:lnTo>
                  <a:pt x="352266" y="62298"/>
                </a:lnTo>
                <a:lnTo>
                  <a:pt x="352220" y="62175"/>
                </a:lnTo>
                <a:lnTo>
                  <a:pt x="352176" y="62050"/>
                </a:lnTo>
                <a:lnTo>
                  <a:pt x="352135" y="61925"/>
                </a:lnTo>
                <a:lnTo>
                  <a:pt x="352097" y="61798"/>
                </a:lnTo>
                <a:lnTo>
                  <a:pt x="352061" y="61669"/>
                </a:lnTo>
                <a:lnTo>
                  <a:pt x="352028" y="61539"/>
                </a:lnTo>
                <a:lnTo>
                  <a:pt x="351997" y="61408"/>
                </a:lnTo>
                <a:lnTo>
                  <a:pt x="351970" y="61275"/>
                </a:lnTo>
                <a:lnTo>
                  <a:pt x="351944" y="61141"/>
                </a:lnTo>
                <a:lnTo>
                  <a:pt x="351922" y="61006"/>
                </a:lnTo>
                <a:lnTo>
                  <a:pt x="351902" y="60869"/>
                </a:lnTo>
                <a:lnTo>
                  <a:pt x="351885" y="60731"/>
                </a:lnTo>
                <a:lnTo>
                  <a:pt x="351870" y="60591"/>
                </a:lnTo>
                <a:lnTo>
                  <a:pt x="351858" y="60450"/>
                </a:lnTo>
                <a:lnTo>
                  <a:pt x="351849" y="60307"/>
                </a:lnTo>
                <a:lnTo>
                  <a:pt x="351842" y="60164"/>
                </a:lnTo>
                <a:lnTo>
                  <a:pt x="351838" y="60018"/>
                </a:lnTo>
                <a:lnTo>
                  <a:pt x="351837" y="59872"/>
                </a:lnTo>
                <a:lnTo>
                  <a:pt x="351839" y="59679"/>
                </a:lnTo>
                <a:lnTo>
                  <a:pt x="351845" y="59487"/>
                </a:lnTo>
                <a:lnTo>
                  <a:pt x="351854" y="59298"/>
                </a:lnTo>
                <a:lnTo>
                  <a:pt x="351867" y="59112"/>
                </a:lnTo>
                <a:lnTo>
                  <a:pt x="351884" y="58927"/>
                </a:lnTo>
                <a:lnTo>
                  <a:pt x="351905" y="58744"/>
                </a:lnTo>
                <a:lnTo>
                  <a:pt x="351929" y="58563"/>
                </a:lnTo>
                <a:lnTo>
                  <a:pt x="351958" y="58385"/>
                </a:lnTo>
                <a:lnTo>
                  <a:pt x="351990" y="58209"/>
                </a:lnTo>
                <a:lnTo>
                  <a:pt x="352025" y="58034"/>
                </a:lnTo>
                <a:lnTo>
                  <a:pt x="352065" y="57862"/>
                </a:lnTo>
                <a:lnTo>
                  <a:pt x="352108" y="57692"/>
                </a:lnTo>
                <a:lnTo>
                  <a:pt x="352155" y="57524"/>
                </a:lnTo>
                <a:lnTo>
                  <a:pt x="352206" y="57358"/>
                </a:lnTo>
                <a:lnTo>
                  <a:pt x="352261" y="57194"/>
                </a:lnTo>
                <a:lnTo>
                  <a:pt x="352319" y="57032"/>
                </a:lnTo>
                <a:lnTo>
                  <a:pt x="352381" y="56872"/>
                </a:lnTo>
                <a:lnTo>
                  <a:pt x="352447" y="56715"/>
                </a:lnTo>
                <a:lnTo>
                  <a:pt x="352517" y="56559"/>
                </a:lnTo>
                <a:lnTo>
                  <a:pt x="352590" y="56406"/>
                </a:lnTo>
                <a:lnTo>
                  <a:pt x="352668" y="56255"/>
                </a:lnTo>
                <a:lnTo>
                  <a:pt x="352749" y="56105"/>
                </a:lnTo>
                <a:lnTo>
                  <a:pt x="352833" y="55958"/>
                </a:lnTo>
                <a:lnTo>
                  <a:pt x="352922" y="55813"/>
                </a:lnTo>
                <a:lnTo>
                  <a:pt x="353014" y="55670"/>
                </a:lnTo>
                <a:lnTo>
                  <a:pt x="353108" y="55530"/>
                </a:lnTo>
                <a:lnTo>
                  <a:pt x="353206" y="55392"/>
                </a:lnTo>
                <a:lnTo>
                  <a:pt x="353306" y="55256"/>
                </a:lnTo>
                <a:lnTo>
                  <a:pt x="353409" y="55123"/>
                </a:lnTo>
                <a:lnTo>
                  <a:pt x="353515" y="54992"/>
                </a:lnTo>
                <a:lnTo>
                  <a:pt x="353623" y="54864"/>
                </a:lnTo>
                <a:lnTo>
                  <a:pt x="353735" y="54737"/>
                </a:lnTo>
                <a:lnTo>
                  <a:pt x="353849" y="54613"/>
                </a:lnTo>
                <a:lnTo>
                  <a:pt x="353966" y="54492"/>
                </a:lnTo>
                <a:lnTo>
                  <a:pt x="354085" y="54373"/>
                </a:lnTo>
                <a:lnTo>
                  <a:pt x="354208" y="54256"/>
                </a:lnTo>
                <a:lnTo>
                  <a:pt x="354333" y="54142"/>
                </a:lnTo>
                <a:lnTo>
                  <a:pt x="354461" y="54030"/>
                </a:lnTo>
                <a:lnTo>
                  <a:pt x="354592" y="53920"/>
                </a:lnTo>
                <a:lnTo>
                  <a:pt x="354726" y="53813"/>
                </a:lnTo>
                <a:lnTo>
                  <a:pt x="354862" y="53708"/>
                </a:lnTo>
                <a:lnTo>
                  <a:pt x="355001" y="53606"/>
                </a:lnTo>
                <a:lnTo>
                  <a:pt x="355143" y="53506"/>
                </a:lnTo>
                <a:lnTo>
                  <a:pt x="355288" y="53408"/>
                </a:lnTo>
                <a:lnTo>
                  <a:pt x="355436" y="53313"/>
                </a:lnTo>
                <a:lnTo>
                  <a:pt x="355586" y="53220"/>
                </a:lnTo>
                <a:lnTo>
                  <a:pt x="355739" y="53129"/>
                </a:lnTo>
                <a:lnTo>
                  <a:pt x="355895" y="53041"/>
                </a:lnTo>
                <a:lnTo>
                  <a:pt x="356054" y="52955"/>
                </a:lnTo>
                <a:lnTo>
                  <a:pt x="356214" y="52874"/>
                </a:lnTo>
                <a:lnTo>
                  <a:pt x="356376" y="52796"/>
                </a:lnTo>
                <a:lnTo>
                  <a:pt x="356539" y="52721"/>
                </a:lnTo>
                <a:lnTo>
                  <a:pt x="356705" y="52651"/>
                </a:lnTo>
                <a:lnTo>
                  <a:pt x="356872" y="52584"/>
                </a:lnTo>
                <a:lnTo>
                  <a:pt x="357042" y="52520"/>
                </a:lnTo>
                <a:lnTo>
                  <a:pt x="357213" y="52460"/>
                </a:lnTo>
                <a:lnTo>
                  <a:pt x="357385" y="52404"/>
                </a:lnTo>
                <a:lnTo>
                  <a:pt x="357560" y="52351"/>
                </a:lnTo>
                <a:lnTo>
                  <a:pt x="357736" y="52303"/>
                </a:lnTo>
                <a:lnTo>
                  <a:pt x="357915" y="52257"/>
                </a:lnTo>
                <a:lnTo>
                  <a:pt x="358095" y="52215"/>
                </a:lnTo>
                <a:lnTo>
                  <a:pt x="358277" y="52177"/>
                </a:lnTo>
                <a:lnTo>
                  <a:pt x="358460" y="52143"/>
                </a:lnTo>
                <a:lnTo>
                  <a:pt x="358646" y="52112"/>
                </a:lnTo>
                <a:lnTo>
                  <a:pt x="358833" y="52085"/>
                </a:lnTo>
                <a:lnTo>
                  <a:pt x="359022" y="52061"/>
                </a:lnTo>
                <a:lnTo>
                  <a:pt x="359213" y="52041"/>
                </a:lnTo>
                <a:lnTo>
                  <a:pt x="359406" y="52025"/>
                </a:lnTo>
                <a:lnTo>
                  <a:pt x="359600" y="52012"/>
                </a:lnTo>
                <a:lnTo>
                  <a:pt x="359797" y="52003"/>
                </a:lnTo>
                <a:lnTo>
                  <a:pt x="359995" y="51998"/>
                </a:lnTo>
                <a:lnTo>
                  <a:pt x="360195" y="51996"/>
                </a:lnTo>
                <a:lnTo>
                  <a:pt x="360467" y="51998"/>
                </a:lnTo>
                <a:lnTo>
                  <a:pt x="360735" y="52005"/>
                </a:lnTo>
                <a:lnTo>
                  <a:pt x="360998" y="52016"/>
                </a:lnTo>
                <a:lnTo>
                  <a:pt x="361256" y="52032"/>
                </a:lnTo>
                <a:lnTo>
                  <a:pt x="361510" y="52052"/>
                </a:lnTo>
                <a:lnTo>
                  <a:pt x="361760" y="52076"/>
                </a:lnTo>
                <a:lnTo>
                  <a:pt x="362004" y="52105"/>
                </a:lnTo>
                <a:lnTo>
                  <a:pt x="362244" y="52139"/>
                </a:lnTo>
                <a:lnTo>
                  <a:pt x="362480" y="52177"/>
                </a:lnTo>
                <a:lnTo>
                  <a:pt x="362711" y="52219"/>
                </a:lnTo>
                <a:lnTo>
                  <a:pt x="362937" y="52266"/>
                </a:lnTo>
                <a:lnTo>
                  <a:pt x="363158" y="52317"/>
                </a:lnTo>
                <a:lnTo>
                  <a:pt x="363375" y="52373"/>
                </a:lnTo>
                <a:lnTo>
                  <a:pt x="363588" y="52434"/>
                </a:lnTo>
                <a:lnTo>
                  <a:pt x="363796" y="52498"/>
                </a:lnTo>
                <a:lnTo>
                  <a:pt x="363999" y="52567"/>
                </a:lnTo>
                <a:lnTo>
                  <a:pt x="364198" y="52641"/>
                </a:lnTo>
                <a:lnTo>
                  <a:pt x="364392" y="52719"/>
                </a:lnTo>
                <a:lnTo>
                  <a:pt x="364581" y="52802"/>
                </a:lnTo>
                <a:lnTo>
                  <a:pt x="364766" y="52889"/>
                </a:lnTo>
                <a:lnTo>
                  <a:pt x="364946" y="52980"/>
                </a:lnTo>
                <a:lnTo>
                  <a:pt x="365121" y="53076"/>
                </a:lnTo>
                <a:lnTo>
                  <a:pt x="365292" y="53177"/>
                </a:lnTo>
                <a:lnTo>
                  <a:pt x="365459" y="53282"/>
                </a:lnTo>
                <a:lnTo>
                  <a:pt x="365621" y="53391"/>
                </a:lnTo>
                <a:lnTo>
                  <a:pt x="365779" y="53503"/>
                </a:lnTo>
                <a:lnTo>
                  <a:pt x="365934" y="53619"/>
                </a:lnTo>
                <a:lnTo>
                  <a:pt x="366085" y="53738"/>
                </a:lnTo>
                <a:lnTo>
                  <a:pt x="366232" y="53861"/>
                </a:lnTo>
                <a:lnTo>
                  <a:pt x="366376" y="53988"/>
                </a:lnTo>
                <a:lnTo>
                  <a:pt x="366515" y="54117"/>
                </a:lnTo>
                <a:lnTo>
                  <a:pt x="366651" y="54251"/>
                </a:lnTo>
                <a:lnTo>
                  <a:pt x="366783" y="54387"/>
                </a:lnTo>
                <a:lnTo>
                  <a:pt x="366911" y="54528"/>
                </a:lnTo>
                <a:lnTo>
                  <a:pt x="367036" y="54672"/>
                </a:lnTo>
                <a:lnTo>
                  <a:pt x="367157" y="54819"/>
                </a:lnTo>
                <a:lnTo>
                  <a:pt x="367274" y="54970"/>
                </a:lnTo>
                <a:lnTo>
                  <a:pt x="367387" y="55124"/>
                </a:lnTo>
                <a:lnTo>
                  <a:pt x="367496" y="55282"/>
                </a:lnTo>
                <a:lnTo>
                  <a:pt x="367602" y="55443"/>
                </a:lnTo>
                <a:lnTo>
                  <a:pt x="367704" y="55607"/>
                </a:lnTo>
                <a:lnTo>
                  <a:pt x="367802" y="55776"/>
                </a:lnTo>
                <a:lnTo>
                  <a:pt x="367896" y="55947"/>
                </a:lnTo>
                <a:lnTo>
                  <a:pt x="367987" y="56122"/>
                </a:lnTo>
                <a:lnTo>
                  <a:pt x="368074" y="56301"/>
                </a:lnTo>
                <a:lnTo>
                  <a:pt x="368157" y="56483"/>
                </a:lnTo>
                <a:lnTo>
                  <a:pt x="368236" y="56669"/>
                </a:lnTo>
                <a:lnTo>
                  <a:pt x="368312" y="56858"/>
                </a:lnTo>
                <a:lnTo>
                  <a:pt x="368384" y="57050"/>
                </a:lnTo>
                <a:lnTo>
                  <a:pt x="368453" y="57244"/>
                </a:lnTo>
                <a:lnTo>
                  <a:pt x="368519" y="57440"/>
                </a:lnTo>
                <a:lnTo>
                  <a:pt x="368582" y="57638"/>
                </a:lnTo>
                <a:lnTo>
                  <a:pt x="368642" y="57839"/>
                </a:lnTo>
                <a:lnTo>
                  <a:pt x="368699" y="58041"/>
                </a:lnTo>
                <a:lnTo>
                  <a:pt x="368752" y="58245"/>
                </a:lnTo>
                <a:lnTo>
                  <a:pt x="368803" y="58452"/>
                </a:lnTo>
                <a:lnTo>
                  <a:pt x="368850" y="58661"/>
                </a:lnTo>
                <a:lnTo>
                  <a:pt x="368895" y="58871"/>
                </a:lnTo>
                <a:lnTo>
                  <a:pt x="368936" y="59084"/>
                </a:lnTo>
                <a:lnTo>
                  <a:pt x="368975" y="59299"/>
                </a:lnTo>
                <a:lnTo>
                  <a:pt x="369010" y="59516"/>
                </a:lnTo>
                <a:lnTo>
                  <a:pt x="369042" y="59735"/>
                </a:lnTo>
                <a:lnTo>
                  <a:pt x="369071" y="59956"/>
                </a:lnTo>
                <a:lnTo>
                  <a:pt x="369098" y="60180"/>
                </a:lnTo>
                <a:lnTo>
                  <a:pt x="369121" y="60405"/>
                </a:lnTo>
                <a:lnTo>
                  <a:pt x="369141" y="60633"/>
                </a:lnTo>
                <a:lnTo>
                  <a:pt x="369157" y="60862"/>
                </a:lnTo>
                <a:lnTo>
                  <a:pt x="369171" y="61094"/>
                </a:lnTo>
                <a:lnTo>
                  <a:pt x="369182" y="61328"/>
                </a:lnTo>
                <a:lnTo>
                  <a:pt x="369190" y="61564"/>
                </a:lnTo>
                <a:lnTo>
                  <a:pt x="369194" y="61802"/>
                </a:lnTo>
                <a:lnTo>
                  <a:pt x="369196" y="62042"/>
                </a:lnTo>
                <a:lnTo>
                  <a:pt x="391698" y="62042"/>
                </a:lnTo>
                <a:lnTo>
                  <a:pt x="391691" y="61369"/>
                </a:lnTo>
                <a:lnTo>
                  <a:pt x="391672" y="60703"/>
                </a:lnTo>
                <a:lnTo>
                  <a:pt x="391639" y="60044"/>
                </a:lnTo>
                <a:lnTo>
                  <a:pt x="391593" y="59392"/>
                </a:lnTo>
                <a:lnTo>
                  <a:pt x="391534" y="58747"/>
                </a:lnTo>
                <a:lnTo>
                  <a:pt x="391462" y="58109"/>
                </a:lnTo>
                <a:lnTo>
                  <a:pt x="391377" y="57478"/>
                </a:lnTo>
                <a:lnTo>
                  <a:pt x="391278" y="56854"/>
                </a:lnTo>
                <a:lnTo>
                  <a:pt x="391167" y="56236"/>
                </a:lnTo>
                <a:lnTo>
                  <a:pt x="391042" y="55626"/>
                </a:lnTo>
                <a:lnTo>
                  <a:pt x="390904" y="55023"/>
                </a:lnTo>
                <a:lnTo>
                  <a:pt x="390754" y="54427"/>
                </a:lnTo>
                <a:lnTo>
                  <a:pt x="390590" y="53838"/>
                </a:lnTo>
                <a:lnTo>
                  <a:pt x="390413" y="53256"/>
                </a:lnTo>
                <a:lnTo>
                  <a:pt x="390222" y="52680"/>
                </a:lnTo>
                <a:lnTo>
                  <a:pt x="390019" y="52112"/>
                </a:lnTo>
                <a:lnTo>
                  <a:pt x="389803" y="51551"/>
                </a:lnTo>
                <a:lnTo>
                  <a:pt x="389573" y="50996"/>
                </a:lnTo>
                <a:lnTo>
                  <a:pt x="389331" y="50449"/>
                </a:lnTo>
                <a:lnTo>
                  <a:pt x="389075" y="49909"/>
                </a:lnTo>
                <a:lnTo>
                  <a:pt x="388806" y="49375"/>
                </a:lnTo>
                <a:lnTo>
                  <a:pt x="388524" y="48849"/>
                </a:lnTo>
                <a:lnTo>
                  <a:pt x="388229" y="48329"/>
                </a:lnTo>
                <a:lnTo>
                  <a:pt x="387921" y="47817"/>
                </a:lnTo>
                <a:lnTo>
                  <a:pt x="387600" y="47313"/>
                </a:lnTo>
                <a:lnTo>
                  <a:pt x="387269" y="46818"/>
                </a:lnTo>
                <a:lnTo>
                  <a:pt x="386926" y="46332"/>
                </a:lnTo>
                <a:lnTo>
                  <a:pt x="386571" y="45856"/>
                </a:lnTo>
                <a:lnTo>
                  <a:pt x="386206" y="45389"/>
                </a:lnTo>
                <a:lnTo>
                  <a:pt x="385829" y="44931"/>
                </a:lnTo>
                <a:lnTo>
                  <a:pt x="385441" y="44483"/>
                </a:lnTo>
                <a:lnTo>
                  <a:pt x="385041" y="44044"/>
                </a:lnTo>
                <a:lnTo>
                  <a:pt x="384630" y="43615"/>
                </a:lnTo>
                <a:lnTo>
                  <a:pt x="384208" y="43195"/>
                </a:lnTo>
                <a:lnTo>
                  <a:pt x="383775" y="42784"/>
                </a:lnTo>
                <a:lnTo>
                  <a:pt x="383330" y="42382"/>
                </a:lnTo>
                <a:lnTo>
                  <a:pt x="382874" y="41990"/>
                </a:lnTo>
                <a:lnTo>
                  <a:pt x="382407" y="41607"/>
                </a:lnTo>
                <a:lnTo>
                  <a:pt x="381928" y="41234"/>
                </a:lnTo>
                <a:lnTo>
                  <a:pt x="381438" y="40870"/>
                </a:lnTo>
                <a:lnTo>
                  <a:pt x="380937" y="40515"/>
                </a:lnTo>
                <a:lnTo>
                  <a:pt x="380424" y="40170"/>
                </a:lnTo>
                <a:lnTo>
                  <a:pt x="379900" y="39834"/>
                </a:lnTo>
                <a:lnTo>
                  <a:pt x="379365" y="39507"/>
                </a:lnTo>
                <a:lnTo>
                  <a:pt x="378819" y="39190"/>
                </a:lnTo>
                <a:lnTo>
                  <a:pt x="378261" y="38882"/>
                </a:lnTo>
                <a:lnTo>
                  <a:pt x="377692" y="38583"/>
                </a:lnTo>
                <a:lnTo>
                  <a:pt x="377112" y="38294"/>
                </a:lnTo>
                <a:lnTo>
                  <a:pt x="376521" y="38015"/>
                </a:lnTo>
                <a:lnTo>
                  <a:pt x="375920" y="37748"/>
                </a:lnTo>
                <a:lnTo>
                  <a:pt x="375310" y="37493"/>
                </a:lnTo>
                <a:lnTo>
                  <a:pt x="374691" y="37250"/>
                </a:lnTo>
                <a:lnTo>
                  <a:pt x="374061" y="37019"/>
                </a:lnTo>
                <a:lnTo>
                  <a:pt x="373422" y="36800"/>
                </a:lnTo>
                <a:lnTo>
                  <a:pt x="372774" y="36592"/>
                </a:lnTo>
                <a:lnTo>
                  <a:pt x="372116" y="36396"/>
                </a:lnTo>
                <a:lnTo>
                  <a:pt x="371448" y="36212"/>
                </a:lnTo>
                <a:lnTo>
                  <a:pt x="370770" y="36041"/>
                </a:lnTo>
                <a:lnTo>
                  <a:pt x="370083" y="35880"/>
                </a:lnTo>
                <a:lnTo>
                  <a:pt x="369387" y="35732"/>
                </a:lnTo>
                <a:lnTo>
                  <a:pt x="368680" y="35596"/>
                </a:lnTo>
                <a:lnTo>
                  <a:pt x="367964" y="35471"/>
                </a:lnTo>
                <a:lnTo>
                  <a:pt x="367239" y="35359"/>
                </a:lnTo>
                <a:lnTo>
                  <a:pt x="366504" y="35258"/>
                </a:lnTo>
                <a:lnTo>
                  <a:pt x="365759" y="35169"/>
                </a:lnTo>
                <a:lnTo>
                  <a:pt x="365004" y="35092"/>
                </a:lnTo>
                <a:lnTo>
                  <a:pt x="364240" y="35027"/>
                </a:lnTo>
                <a:lnTo>
                  <a:pt x="363466" y="34973"/>
                </a:lnTo>
                <a:lnTo>
                  <a:pt x="362683" y="34932"/>
                </a:lnTo>
                <a:lnTo>
                  <a:pt x="361890" y="34902"/>
                </a:lnTo>
                <a:lnTo>
                  <a:pt x="361088" y="34884"/>
                </a:lnTo>
                <a:lnTo>
                  <a:pt x="360275" y="34878"/>
                </a:lnTo>
                <a:lnTo>
                  <a:pt x="359695" y="34882"/>
                </a:lnTo>
                <a:lnTo>
                  <a:pt x="359120" y="34893"/>
                </a:lnTo>
                <a:lnTo>
                  <a:pt x="358549" y="34910"/>
                </a:lnTo>
                <a:lnTo>
                  <a:pt x="357984" y="34935"/>
                </a:lnTo>
                <a:lnTo>
                  <a:pt x="357423" y="34967"/>
                </a:lnTo>
                <a:lnTo>
                  <a:pt x="356867" y="35006"/>
                </a:lnTo>
                <a:lnTo>
                  <a:pt x="356316" y="35053"/>
                </a:lnTo>
                <a:lnTo>
                  <a:pt x="355770" y="35106"/>
                </a:lnTo>
                <a:lnTo>
                  <a:pt x="355229" y="35166"/>
                </a:lnTo>
                <a:lnTo>
                  <a:pt x="354693" y="35234"/>
                </a:lnTo>
                <a:lnTo>
                  <a:pt x="354162" y="35309"/>
                </a:lnTo>
                <a:lnTo>
                  <a:pt x="353635" y="35391"/>
                </a:lnTo>
                <a:lnTo>
                  <a:pt x="353114" y="35480"/>
                </a:lnTo>
                <a:lnTo>
                  <a:pt x="352597" y="35576"/>
                </a:lnTo>
                <a:lnTo>
                  <a:pt x="352085" y="35679"/>
                </a:lnTo>
                <a:lnTo>
                  <a:pt x="351578" y="35789"/>
                </a:lnTo>
                <a:lnTo>
                  <a:pt x="351076" y="35906"/>
                </a:lnTo>
                <a:lnTo>
                  <a:pt x="350579" y="36031"/>
                </a:lnTo>
                <a:lnTo>
                  <a:pt x="350087" y="36163"/>
                </a:lnTo>
                <a:lnTo>
                  <a:pt x="349599" y="36301"/>
                </a:lnTo>
                <a:lnTo>
                  <a:pt x="349117" y="36447"/>
                </a:lnTo>
                <a:lnTo>
                  <a:pt x="348639" y="36600"/>
                </a:lnTo>
                <a:lnTo>
                  <a:pt x="348166" y="36760"/>
                </a:lnTo>
                <a:lnTo>
                  <a:pt x="347698" y="36928"/>
                </a:lnTo>
                <a:lnTo>
                  <a:pt x="347236" y="37101"/>
                </a:lnTo>
                <a:lnTo>
                  <a:pt x="346779" y="37280"/>
                </a:lnTo>
                <a:lnTo>
                  <a:pt x="346329" y="37464"/>
                </a:lnTo>
                <a:lnTo>
                  <a:pt x="345884" y="37653"/>
                </a:lnTo>
                <a:lnTo>
                  <a:pt x="345446" y="37848"/>
                </a:lnTo>
                <a:lnTo>
                  <a:pt x="345014" y="38048"/>
                </a:lnTo>
                <a:lnTo>
                  <a:pt x="344587" y="38253"/>
                </a:lnTo>
                <a:lnTo>
                  <a:pt x="344167" y="38463"/>
                </a:lnTo>
                <a:lnTo>
                  <a:pt x="343752" y="38679"/>
                </a:lnTo>
                <a:lnTo>
                  <a:pt x="343344" y="38900"/>
                </a:lnTo>
                <a:lnTo>
                  <a:pt x="342941" y="39127"/>
                </a:lnTo>
                <a:lnTo>
                  <a:pt x="342545" y="39359"/>
                </a:lnTo>
                <a:lnTo>
                  <a:pt x="342154" y="39596"/>
                </a:lnTo>
                <a:lnTo>
                  <a:pt x="341770" y="39838"/>
                </a:lnTo>
                <a:lnTo>
                  <a:pt x="341391" y="40086"/>
                </a:lnTo>
                <a:lnTo>
                  <a:pt x="341019" y="40339"/>
                </a:lnTo>
                <a:lnTo>
                  <a:pt x="340653" y="40597"/>
                </a:lnTo>
                <a:lnTo>
                  <a:pt x="340292" y="40860"/>
                </a:lnTo>
                <a:lnTo>
                  <a:pt x="339938" y="41129"/>
                </a:lnTo>
                <a:lnTo>
                  <a:pt x="339589" y="41403"/>
                </a:lnTo>
                <a:lnTo>
                  <a:pt x="339247" y="41683"/>
                </a:lnTo>
                <a:lnTo>
                  <a:pt x="338910" y="41968"/>
                </a:lnTo>
                <a:lnTo>
                  <a:pt x="338580" y="42258"/>
                </a:lnTo>
                <a:lnTo>
                  <a:pt x="338255" y="42553"/>
                </a:lnTo>
                <a:lnTo>
                  <a:pt x="337937" y="42853"/>
                </a:lnTo>
                <a:lnTo>
                  <a:pt x="337625" y="43157"/>
                </a:lnTo>
                <a:lnTo>
                  <a:pt x="337319" y="43465"/>
                </a:lnTo>
                <a:lnTo>
                  <a:pt x="337020" y="43776"/>
                </a:lnTo>
                <a:lnTo>
                  <a:pt x="336727" y="44092"/>
                </a:lnTo>
                <a:lnTo>
                  <a:pt x="336440" y="44412"/>
                </a:lnTo>
                <a:lnTo>
                  <a:pt x="336159" y="44735"/>
                </a:lnTo>
                <a:lnTo>
                  <a:pt x="335885" y="45062"/>
                </a:lnTo>
                <a:lnTo>
                  <a:pt x="335617" y="45394"/>
                </a:lnTo>
                <a:lnTo>
                  <a:pt x="335355" y="45729"/>
                </a:lnTo>
                <a:lnTo>
                  <a:pt x="335099" y="46068"/>
                </a:lnTo>
                <a:lnTo>
                  <a:pt x="334850" y="46411"/>
                </a:lnTo>
                <a:lnTo>
                  <a:pt x="334607" y="46757"/>
                </a:lnTo>
                <a:lnTo>
                  <a:pt x="334370" y="47108"/>
                </a:lnTo>
                <a:lnTo>
                  <a:pt x="334140" y="47463"/>
                </a:lnTo>
                <a:lnTo>
                  <a:pt x="333916" y="47821"/>
                </a:lnTo>
                <a:lnTo>
                  <a:pt x="333698" y="48184"/>
                </a:lnTo>
                <a:lnTo>
                  <a:pt x="333486" y="48550"/>
                </a:lnTo>
                <a:lnTo>
                  <a:pt x="333281" y="48921"/>
                </a:lnTo>
                <a:lnTo>
                  <a:pt x="333082" y="49295"/>
                </a:lnTo>
                <a:lnTo>
                  <a:pt x="332889" y="49673"/>
                </a:lnTo>
                <a:lnTo>
                  <a:pt x="332703" y="50055"/>
                </a:lnTo>
                <a:lnTo>
                  <a:pt x="332522" y="50441"/>
                </a:lnTo>
                <a:lnTo>
                  <a:pt x="332349" y="50831"/>
                </a:lnTo>
                <a:lnTo>
                  <a:pt x="332181" y="51224"/>
                </a:lnTo>
                <a:lnTo>
                  <a:pt x="332021" y="51620"/>
                </a:lnTo>
                <a:lnTo>
                  <a:pt x="331868" y="52019"/>
                </a:lnTo>
                <a:lnTo>
                  <a:pt x="331722" y="52421"/>
                </a:lnTo>
                <a:lnTo>
                  <a:pt x="331584" y="52826"/>
                </a:lnTo>
                <a:lnTo>
                  <a:pt x="331452" y="53234"/>
                </a:lnTo>
                <a:lnTo>
                  <a:pt x="331327" y="53645"/>
                </a:lnTo>
                <a:lnTo>
                  <a:pt x="331210" y="54059"/>
                </a:lnTo>
                <a:lnTo>
                  <a:pt x="331100" y="54475"/>
                </a:lnTo>
                <a:lnTo>
                  <a:pt x="330997" y="54895"/>
                </a:lnTo>
                <a:lnTo>
                  <a:pt x="330901" y="55318"/>
                </a:lnTo>
                <a:lnTo>
                  <a:pt x="330812" y="55743"/>
                </a:lnTo>
                <a:lnTo>
                  <a:pt x="330730" y="56171"/>
                </a:lnTo>
                <a:lnTo>
                  <a:pt x="330655" y="56603"/>
                </a:lnTo>
                <a:lnTo>
                  <a:pt x="330587" y="57037"/>
                </a:lnTo>
                <a:lnTo>
                  <a:pt x="330527" y="57474"/>
                </a:lnTo>
                <a:lnTo>
                  <a:pt x="330474" y="57914"/>
                </a:lnTo>
                <a:lnTo>
                  <a:pt x="330427" y="58357"/>
                </a:lnTo>
                <a:lnTo>
                  <a:pt x="330388" y="58803"/>
                </a:lnTo>
                <a:lnTo>
                  <a:pt x="330356" y="59252"/>
                </a:lnTo>
                <a:lnTo>
                  <a:pt x="330331" y="59704"/>
                </a:lnTo>
                <a:lnTo>
                  <a:pt x="330314" y="60159"/>
                </a:lnTo>
                <a:lnTo>
                  <a:pt x="330303" y="60617"/>
                </a:lnTo>
                <a:lnTo>
                  <a:pt x="330299" y="61077"/>
                </a:lnTo>
                <a:lnTo>
                  <a:pt x="330302" y="61504"/>
                </a:lnTo>
                <a:lnTo>
                  <a:pt x="330310" y="61927"/>
                </a:lnTo>
                <a:lnTo>
                  <a:pt x="330324" y="62345"/>
                </a:lnTo>
                <a:lnTo>
                  <a:pt x="330344" y="62760"/>
                </a:lnTo>
                <a:lnTo>
                  <a:pt x="330369" y="63171"/>
                </a:lnTo>
                <a:lnTo>
                  <a:pt x="330400" y="63579"/>
                </a:lnTo>
                <a:lnTo>
                  <a:pt x="330436" y="63982"/>
                </a:lnTo>
                <a:lnTo>
                  <a:pt x="330478" y="64381"/>
                </a:lnTo>
                <a:lnTo>
                  <a:pt x="330525" y="64776"/>
                </a:lnTo>
                <a:lnTo>
                  <a:pt x="330578" y="65168"/>
                </a:lnTo>
                <a:lnTo>
                  <a:pt x="330637" y="65556"/>
                </a:lnTo>
                <a:lnTo>
                  <a:pt x="330701" y="65939"/>
                </a:lnTo>
                <a:lnTo>
                  <a:pt x="330771" y="66319"/>
                </a:lnTo>
                <a:lnTo>
                  <a:pt x="330846" y="66695"/>
                </a:lnTo>
                <a:lnTo>
                  <a:pt x="330927" y="67067"/>
                </a:lnTo>
                <a:lnTo>
                  <a:pt x="331014" y="67435"/>
                </a:lnTo>
                <a:lnTo>
                  <a:pt x="331106" y="67799"/>
                </a:lnTo>
                <a:lnTo>
                  <a:pt x="331203" y="68159"/>
                </a:lnTo>
                <a:lnTo>
                  <a:pt x="331307" y="68516"/>
                </a:lnTo>
                <a:lnTo>
                  <a:pt x="331415" y="68868"/>
                </a:lnTo>
                <a:lnTo>
                  <a:pt x="331530" y="69217"/>
                </a:lnTo>
                <a:lnTo>
                  <a:pt x="331650" y="69561"/>
                </a:lnTo>
                <a:lnTo>
                  <a:pt x="331775" y="69902"/>
                </a:lnTo>
                <a:lnTo>
                  <a:pt x="331907" y="70239"/>
                </a:lnTo>
                <a:lnTo>
                  <a:pt x="332043" y="70572"/>
                </a:lnTo>
                <a:lnTo>
                  <a:pt x="332185" y="70902"/>
                </a:lnTo>
                <a:lnTo>
                  <a:pt x="332333" y="71230"/>
                </a:lnTo>
                <a:lnTo>
                  <a:pt x="332486" y="71554"/>
                </a:lnTo>
                <a:lnTo>
                  <a:pt x="332644" y="71875"/>
                </a:lnTo>
                <a:lnTo>
                  <a:pt x="332808" y="72193"/>
                </a:lnTo>
                <a:lnTo>
                  <a:pt x="332977" y="72508"/>
                </a:lnTo>
                <a:lnTo>
                  <a:pt x="333152" y="72819"/>
                </a:lnTo>
                <a:lnTo>
                  <a:pt x="333332" y="73128"/>
                </a:lnTo>
                <a:lnTo>
                  <a:pt x="333518" y="73434"/>
                </a:lnTo>
                <a:lnTo>
                  <a:pt x="333709" y="73736"/>
                </a:lnTo>
                <a:lnTo>
                  <a:pt x="333906" y="74036"/>
                </a:lnTo>
                <a:lnTo>
                  <a:pt x="334108" y="74332"/>
                </a:lnTo>
                <a:lnTo>
                  <a:pt x="334315" y="74626"/>
                </a:lnTo>
                <a:lnTo>
                  <a:pt x="334528" y="74916"/>
                </a:lnTo>
                <a:lnTo>
                  <a:pt x="334746" y="75204"/>
                </a:lnTo>
                <a:lnTo>
                  <a:pt x="334970" y="75488"/>
                </a:lnTo>
                <a:lnTo>
                  <a:pt x="335199" y="75769"/>
                </a:lnTo>
                <a:lnTo>
                  <a:pt x="335434" y="76047"/>
                </a:lnTo>
                <a:lnTo>
                  <a:pt x="335674" y="76322"/>
                </a:lnTo>
                <a:lnTo>
                  <a:pt x="335919" y="76594"/>
                </a:lnTo>
                <a:lnTo>
                  <a:pt x="336170" y="76863"/>
                </a:lnTo>
                <a:lnTo>
                  <a:pt x="336426" y="77129"/>
                </a:lnTo>
                <a:lnTo>
                  <a:pt x="336688" y="77391"/>
                </a:lnTo>
                <a:lnTo>
                  <a:pt x="336955" y="77651"/>
                </a:lnTo>
                <a:lnTo>
                  <a:pt x="337227" y="77910"/>
                </a:lnTo>
                <a:lnTo>
                  <a:pt x="337504" y="78166"/>
                </a:lnTo>
                <a:lnTo>
                  <a:pt x="337785" y="78420"/>
                </a:lnTo>
                <a:lnTo>
                  <a:pt x="338072" y="78673"/>
                </a:lnTo>
                <a:lnTo>
                  <a:pt x="338363" y="78923"/>
                </a:lnTo>
                <a:lnTo>
                  <a:pt x="338660" y="79172"/>
                </a:lnTo>
                <a:lnTo>
                  <a:pt x="338961" y="79418"/>
                </a:lnTo>
                <a:lnTo>
                  <a:pt x="339267" y="79663"/>
                </a:lnTo>
                <a:lnTo>
                  <a:pt x="339578" y="79905"/>
                </a:lnTo>
                <a:lnTo>
                  <a:pt x="339894" y="80146"/>
                </a:lnTo>
                <a:lnTo>
                  <a:pt x="340214" y="80385"/>
                </a:lnTo>
                <a:lnTo>
                  <a:pt x="340540" y="80622"/>
                </a:lnTo>
                <a:lnTo>
                  <a:pt x="340870" y="80856"/>
                </a:lnTo>
                <a:lnTo>
                  <a:pt x="341206" y="81089"/>
                </a:lnTo>
                <a:lnTo>
                  <a:pt x="341546" y="81320"/>
                </a:lnTo>
                <a:lnTo>
                  <a:pt x="341891" y="81549"/>
                </a:lnTo>
                <a:lnTo>
                  <a:pt x="342241" y="81776"/>
                </a:lnTo>
                <a:lnTo>
                  <a:pt x="342596" y="82001"/>
                </a:lnTo>
                <a:lnTo>
                  <a:pt x="342956" y="82224"/>
                </a:lnTo>
                <a:lnTo>
                  <a:pt x="343320" y="82445"/>
                </a:lnTo>
                <a:lnTo>
                  <a:pt x="343690" y="82665"/>
                </a:lnTo>
                <a:lnTo>
                  <a:pt x="344064" y="82882"/>
                </a:lnTo>
                <a:lnTo>
                  <a:pt x="344443" y="83097"/>
                </a:lnTo>
                <a:lnTo>
                  <a:pt x="344828" y="83311"/>
                </a:lnTo>
                <a:lnTo>
                  <a:pt x="345216" y="83525"/>
                </a:lnTo>
                <a:lnTo>
                  <a:pt x="345610" y="83738"/>
                </a:lnTo>
                <a:lnTo>
                  <a:pt x="346008" y="83950"/>
                </a:lnTo>
                <a:lnTo>
                  <a:pt x="346411" y="84162"/>
                </a:lnTo>
                <a:lnTo>
                  <a:pt x="346819" y="84373"/>
                </a:lnTo>
                <a:lnTo>
                  <a:pt x="347232" y="84584"/>
                </a:lnTo>
                <a:lnTo>
                  <a:pt x="347649" y="84794"/>
                </a:lnTo>
                <a:lnTo>
                  <a:pt x="348071" y="85003"/>
                </a:lnTo>
                <a:lnTo>
                  <a:pt x="348498" y="85212"/>
                </a:lnTo>
                <a:lnTo>
                  <a:pt x="348930" y="85421"/>
                </a:lnTo>
                <a:lnTo>
                  <a:pt x="349366" y="85629"/>
                </a:lnTo>
                <a:lnTo>
                  <a:pt x="349807" y="85836"/>
                </a:lnTo>
                <a:lnTo>
                  <a:pt x="350253" y="86043"/>
                </a:lnTo>
                <a:lnTo>
                  <a:pt x="350703" y="86249"/>
                </a:lnTo>
                <a:lnTo>
                  <a:pt x="351158" y="86455"/>
                </a:lnTo>
                <a:lnTo>
                  <a:pt x="351618" y="86660"/>
                </a:lnTo>
                <a:lnTo>
                  <a:pt x="352083" y="86864"/>
                </a:lnTo>
                <a:lnTo>
                  <a:pt x="352553" y="87068"/>
                </a:lnTo>
                <a:lnTo>
                  <a:pt x="353027" y="87272"/>
                </a:lnTo>
                <a:lnTo>
                  <a:pt x="353506" y="87474"/>
                </a:lnTo>
                <a:lnTo>
                  <a:pt x="353990" y="87677"/>
                </a:lnTo>
                <a:lnTo>
                  <a:pt x="354478" y="87879"/>
                </a:lnTo>
                <a:lnTo>
                  <a:pt x="354971" y="88080"/>
                </a:lnTo>
                <a:lnTo>
                  <a:pt x="355423" y="88273"/>
                </a:lnTo>
                <a:lnTo>
                  <a:pt x="355867" y="88465"/>
                </a:lnTo>
                <a:lnTo>
                  <a:pt x="356304" y="88655"/>
                </a:lnTo>
                <a:lnTo>
                  <a:pt x="356733" y="88844"/>
                </a:lnTo>
                <a:lnTo>
                  <a:pt x="357154" y="89032"/>
                </a:lnTo>
                <a:lnTo>
                  <a:pt x="357568" y="89217"/>
                </a:lnTo>
                <a:lnTo>
                  <a:pt x="357974" y="89402"/>
                </a:lnTo>
                <a:lnTo>
                  <a:pt x="358373" y="89584"/>
                </a:lnTo>
                <a:lnTo>
                  <a:pt x="358765" y="89766"/>
                </a:lnTo>
                <a:lnTo>
                  <a:pt x="359149" y="89945"/>
                </a:lnTo>
                <a:lnTo>
                  <a:pt x="359525" y="90123"/>
                </a:lnTo>
                <a:lnTo>
                  <a:pt x="359894" y="90300"/>
                </a:lnTo>
                <a:lnTo>
                  <a:pt x="360255" y="90475"/>
                </a:lnTo>
                <a:lnTo>
                  <a:pt x="360609" y="90648"/>
                </a:lnTo>
                <a:lnTo>
                  <a:pt x="360955" y="90820"/>
                </a:lnTo>
                <a:lnTo>
                  <a:pt x="361293" y="90991"/>
                </a:lnTo>
                <a:lnTo>
                  <a:pt x="361624" y="91160"/>
                </a:lnTo>
                <a:lnTo>
                  <a:pt x="361948" y="91327"/>
                </a:lnTo>
                <a:lnTo>
                  <a:pt x="362264" y="91493"/>
                </a:lnTo>
                <a:lnTo>
                  <a:pt x="362572" y="91657"/>
                </a:lnTo>
                <a:lnTo>
                  <a:pt x="362873" y="91820"/>
                </a:lnTo>
                <a:lnTo>
                  <a:pt x="363167" y="91981"/>
                </a:lnTo>
                <a:lnTo>
                  <a:pt x="363453" y="92141"/>
                </a:lnTo>
                <a:lnTo>
                  <a:pt x="363731" y="92299"/>
                </a:lnTo>
                <a:lnTo>
                  <a:pt x="364003" y="92456"/>
                </a:lnTo>
                <a:lnTo>
                  <a:pt x="364268" y="92613"/>
                </a:lnTo>
                <a:lnTo>
                  <a:pt x="364527" y="92769"/>
                </a:lnTo>
                <a:lnTo>
                  <a:pt x="364780" y="92925"/>
                </a:lnTo>
                <a:lnTo>
                  <a:pt x="365027" y="93081"/>
                </a:lnTo>
                <a:lnTo>
                  <a:pt x="365268" y="93236"/>
                </a:lnTo>
                <a:lnTo>
                  <a:pt x="365503" y="93390"/>
                </a:lnTo>
                <a:lnTo>
                  <a:pt x="365731" y="93545"/>
                </a:lnTo>
                <a:lnTo>
                  <a:pt x="365954" y="93698"/>
                </a:lnTo>
                <a:lnTo>
                  <a:pt x="366170" y="93852"/>
                </a:lnTo>
                <a:lnTo>
                  <a:pt x="366380" y="94005"/>
                </a:lnTo>
                <a:lnTo>
                  <a:pt x="366584" y="94157"/>
                </a:lnTo>
                <a:lnTo>
                  <a:pt x="366782" y="94309"/>
                </a:lnTo>
                <a:lnTo>
                  <a:pt x="366974" y="94461"/>
                </a:lnTo>
                <a:lnTo>
                  <a:pt x="367159" y="94613"/>
                </a:lnTo>
                <a:lnTo>
                  <a:pt x="367338" y="94763"/>
                </a:lnTo>
                <a:lnTo>
                  <a:pt x="367512" y="94914"/>
                </a:lnTo>
                <a:lnTo>
                  <a:pt x="367679" y="95064"/>
                </a:lnTo>
                <a:lnTo>
                  <a:pt x="367840" y="95214"/>
                </a:lnTo>
                <a:lnTo>
                  <a:pt x="367995" y="95363"/>
                </a:lnTo>
                <a:lnTo>
                  <a:pt x="368144" y="95512"/>
                </a:lnTo>
                <a:lnTo>
                  <a:pt x="368286" y="95660"/>
                </a:lnTo>
                <a:lnTo>
                  <a:pt x="368423" y="95808"/>
                </a:lnTo>
                <a:lnTo>
                  <a:pt x="368553" y="95955"/>
                </a:lnTo>
                <a:lnTo>
                  <a:pt x="368677" y="96104"/>
                </a:lnTo>
                <a:lnTo>
                  <a:pt x="368797" y="96254"/>
                </a:lnTo>
                <a:lnTo>
                  <a:pt x="368911" y="96405"/>
                </a:lnTo>
                <a:lnTo>
                  <a:pt x="369019" y="96558"/>
                </a:lnTo>
                <a:lnTo>
                  <a:pt x="369123" y="96713"/>
                </a:lnTo>
                <a:lnTo>
                  <a:pt x="369221" y="96870"/>
                </a:lnTo>
                <a:lnTo>
                  <a:pt x="369314" y="97028"/>
                </a:lnTo>
                <a:lnTo>
                  <a:pt x="369401" y="97188"/>
                </a:lnTo>
                <a:lnTo>
                  <a:pt x="369483" y="97349"/>
                </a:lnTo>
                <a:lnTo>
                  <a:pt x="369560" y="97513"/>
                </a:lnTo>
                <a:lnTo>
                  <a:pt x="369632" y="97677"/>
                </a:lnTo>
                <a:lnTo>
                  <a:pt x="369698" y="97844"/>
                </a:lnTo>
                <a:lnTo>
                  <a:pt x="369759" y="98012"/>
                </a:lnTo>
                <a:lnTo>
                  <a:pt x="369815" y="98182"/>
                </a:lnTo>
                <a:lnTo>
                  <a:pt x="369865" y="98354"/>
                </a:lnTo>
                <a:lnTo>
                  <a:pt x="369910" y="98527"/>
                </a:lnTo>
                <a:lnTo>
                  <a:pt x="369950" y="98702"/>
                </a:lnTo>
                <a:lnTo>
                  <a:pt x="369984" y="98879"/>
                </a:lnTo>
                <a:lnTo>
                  <a:pt x="370014" y="99057"/>
                </a:lnTo>
                <a:lnTo>
                  <a:pt x="370037" y="99237"/>
                </a:lnTo>
                <a:lnTo>
                  <a:pt x="370056" y="99419"/>
                </a:lnTo>
                <a:lnTo>
                  <a:pt x="370069" y="99602"/>
                </a:lnTo>
                <a:lnTo>
                  <a:pt x="370077" y="99787"/>
                </a:lnTo>
                <a:lnTo>
                  <a:pt x="370080" y="99974"/>
                </a:lnTo>
                <a:lnTo>
                  <a:pt x="370078" y="100174"/>
                </a:lnTo>
                <a:lnTo>
                  <a:pt x="370073" y="100371"/>
                </a:lnTo>
                <a:lnTo>
                  <a:pt x="370063" y="100567"/>
                </a:lnTo>
                <a:lnTo>
                  <a:pt x="370051" y="100761"/>
                </a:lnTo>
                <a:lnTo>
                  <a:pt x="370034" y="100952"/>
                </a:lnTo>
                <a:close/>
                <a:moveTo>
                  <a:pt x="586897" y="123440"/>
                </a:moveTo>
                <a:lnTo>
                  <a:pt x="586897" y="96678"/>
                </a:lnTo>
                <a:lnTo>
                  <a:pt x="593129" y="89684"/>
                </a:lnTo>
                <a:lnTo>
                  <a:pt x="609158" y="123440"/>
                </a:lnTo>
                <a:lnTo>
                  <a:pt x="634956" y="123440"/>
                </a:lnTo>
                <a:lnTo>
                  <a:pt x="607328" y="72207"/>
                </a:lnTo>
                <a:lnTo>
                  <a:pt x="632625" y="36486"/>
                </a:lnTo>
                <a:lnTo>
                  <a:pt x="605783" y="36486"/>
                </a:lnTo>
                <a:lnTo>
                  <a:pt x="589791" y="62604"/>
                </a:lnTo>
                <a:lnTo>
                  <a:pt x="586897" y="66829"/>
                </a:lnTo>
                <a:lnTo>
                  <a:pt x="586897" y="0"/>
                </a:lnTo>
                <a:lnTo>
                  <a:pt x="564395" y="0"/>
                </a:lnTo>
                <a:lnTo>
                  <a:pt x="564395" y="123440"/>
                </a:lnTo>
                <a:lnTo>
                  <a:pt x="586897" y="123440"/>
                </a:lnTo>
                <a:close/>
                <a:moveTo>
                  <a:pt x="764223" y="72863"/>
                </a:moveTo>
                <a:lnTo>
                  <a:pt x="764685" y="72557"/>
                </a:lnTo>
                <a:lnTo>
                  <a:pt x="765141" y="72245"/>
                </a:lnTo>
                <a:lnTo>
                  <a:pt x="765591" y="71926"/>
                </a:lnTo>
                <a:lnTo>
                  <a:pt x="766034" y="71602"/>
                </a:lnTo>
                <a:lnTo>
                  <a:pt x="766471" y="71271"/>
                </a:lnTo>
                <a:lnTo>
                  <a:pt x="766901" y="70934"/>
                </a:lnTo>
                <a:lnTo>
                  <a:pt x="767325" y="70590"/>
                </a:lnTo>
                <a:lnTo>
                  <a:pt x="767743" y="70241"/>
                </a:lnTo>
                <a:lnTo>
                  <a:pt x="768154" y="69885"/>
                </a:lnTo>
                <a:lnTo>
                  <a:pt x="768559" y="69522"/>
                </a:lnTo>
                <a:lnTo>
                  <a:pt x="768957" y="69154"/>
                </a:lnTo>
                <a:lnTo>
                  <a:pt x="769349" y="68778"/>
                </a:lnTo>
                <a:lnTo>
                  <a:pt x="769732" y="68395"/>
                </a:lnTo>
                <a:lnTo>
                  <a:pt x="770109" y="68004"/>
                </a:lnTo>
                <a:lnTo>
                  <a:pt x="770477" y="67605"/>
                </a:lnTo>
                <a:lnTo>
                  <a:pt x="770839" y="67198"/>
                </a:lnTo>
                <a:lnTo>
                  <a:pt x="771192" y="66783"/>
                </a:lnTo>
                <a:lnTo>
                  <a:pt x="771538" y="66361"/>
                </a:lnTo>
                <a:lnTo>
                  <a:pt x="771877" y="65930"/>
                </a:lnTo>
                <a:lnTo>
                  <a:pt x="772208" y="65492"/>
                </a:lnTo>
                <a:lnTo>
                  <a:pt x="772532" y="65046"/>
                </a:lnTo>
                <a:lnTo>
                  <a:pt x="772848" y="64593"/>
                </a:lnTo>
                <a:lnTo>
                  <a:pt x="773156" y="64131"/>
                </a:lnTo>
                <a:lnTo>
                  <a:pt x="773457" y="63662"/>
                </a:lnTo>
                <a:lnTo>
                  <a:pt x="773751" y="63185"/>
                </a:lnTo>
                <a:lnTo>
                  <a:pt x="774036" y="62700"/>
                </a:lnTo>
                <a:lnTo>
                  <a:pt x="774315" y="62207"/>
                </a:lnTo>
                <a:lnTo>
                  <a:pt x="774586" y="61706"/>
                </a:lnTo>
                <a:lnTo>
                  <a:pt x="774849" y="61198"/>
                </a:lnTo>
                <a:lnTo>
                  <a:pt x="775105" y="60682"/>
                </a:lnTo>
                <a:lnTo>
                  <a:pt x="775353" y="60157"/>
                </a:lnTo>
                <a:lnTo>
                  <a:pt x="775594" y="59626"/>
                </a:lnTo>
                <a:lnTo>
                  <a:pt x="775827" y="59086"/>
                </a:lnTo>
                <a:lnTo>
                  <a:pt x="776052" y="58538"/>
                </a:lnTo>
                <a:lnTo>
                  <a:pt x="776270" y="57983"/>
                </a:lnTo>
                <a:lnTo>
                  <a:pt x="776480" y="57419"/>
                </a:lnTo>
                <a:lnTo>
                  <a:pt x="776681" y="56845"/>
                </a:lnTo>
                <a:lnTo>
                  <a:pt x="776873" y="56262"/>
                </a:lnTo>
                <a:lnTo>
                  <a:pt x="777056" y="55669"/>
                </a:lnTo>
                <a:lnTo>
                  <a:pt x="777230" y="55067"/>
                </a:lnTo>
                <a:lnTo>
                  <a:pt x="777395" y="54455"/>
                </a:lnTo>
                <a:lnTo>
                  <a:pt x="777552" y="53833"/>
                </a:lnTo>
                <a:lnTo>
                  <a:pt x="777699" y="53201"/>
                </a:lnTo>
                <a:lnTo>
                  <a:pt x="777837" y="52560"/>
                </a:lnTo>
                <a:lnTo>
                  <a:pt x="777967" y="51910"/>
                </a:lnTo>
                <a:lnTo>
                  <a:pt x="778088" y="51249"/>
                </a:lnTo>
                <a:lnTo>
                  <a:pt x="778199" y="50580"/>
                </a:lnTo>
                <a:lnTo>
                  <a:pt x="778302" y="49900"/>
                </a:lnTo>
                <a:lnTo>
                  <a:pt x="778396" y="49211"/>
                </a:lnTo>
                <a:lnTo>
                  <a:pt x="778480" y="48512"/>
                </a:lnTo>
                <a:lnTo>
                  <a:pt x="778556" y="47804"/>
                </a:lnTo>
                <a:lnTo>
                  <a:pt x="778623" y="47086"/>
                </a:lnTo>
                <a:lnTo>
                  <a:pt x="778681" y="46358"/>
                </a:lnTo>
                <a:lnTo>
                  <a:pt x="778730" y="45621"/>
                </a:lnTo>
                <a:lnTo>
                  <a:pt x="778771" y="44874"/>
                </a:lnTo>
                <a:lnTo>
                  <a:pt x="778802" y="44117"/>
                </a:lnTo>
                <a:lnTo>
                  <a:pt x="778824" y="43351"/>
                </a:lnTo>
                <a:lnTo>
                  <a:pt x="778838" y="42575"/>
                </a:lnTo>
                <a:lnTo>
                  <a:pt x="778842" y="41790"/>
                </a:lnTo>
                <a:lnTo>
                  <a:pt x="778834" y="40832"/>
                </a:lnTo>
                <a:lnTo>
                  <a:pt x="778811" y="39887"/>
                </a:lnTo>
                <a:lnTo>
                  <a:pt x="778773" y="38954"/>
                </a:lnTo>
                <a:lnTo>
                  <a:pt x="778719" y="38035"/>
                </a:lnTo>
                <a:lnTo>
                  <a:pt x="778650" y="37128"/>
                </a:lnTo>
                <a:lnTo>
                  <a:pt x="778566" y="36234"/>
                </a:lnTo>
                <a:lnTo>
                  <a:pt x="778466" y="35354"/>
                </a:lnTo>
                <a:lnTo>
                  <a:pt x="778351" y="34485"/>
                </a:lnTo>
                <a:lnTo>
                  <a:pt x="778220" y="33630"/>
                </a:lnTo>
                <a:lnTo>
                  <a:pt x="778075" y="32788"/>
                </a:lnTo>
                <a:lnTo>
                  <a:pt x="777914" y="31958"/>
                </a:lnTo>
                <a:lnTo>
                  <a:pt x="777737" y="31141"/>
                </a:lnTo>
                <a:lnTo>
                  <a:pt x="777545" y="30337"/>
                </a:lnTo>
                <a:lnTo>
                  <a:pt x="777338" y="29546"/>
                </a:lnTo>
                <a:lnTo>
                  <a:pt x="777115" y="28768"/>
                </a:lnTo>
                <a:lnTo>
                  <a:pt x="776878" y="28003"/>
                </a:lnTo>
                <a:lnTo>
                  <a:pt x="776624" y="27250"/>
                </a:lnTo>
                <a:lnTo>
                  <a:pt x="776356" y="26510"/>
                </a:lnTo>
                <a:lnTo>
                  <a:pt x="776072" y="25783"/>
                </a:lnTo>
                <a:lnTo>
                  <a:pt x="775773" y="25069"/>
                </a:lnTo>
                <a:lnTo>
                  <a:pt x="775458" y="24368"/>
                </a:lnTo>
                <a:lnTo>
                  <a:pt x="775128" y="23680"/>
                </a:lnTo>
                <a:lnTo>
                  <a:pt x="774783" y="23004"/>
                </a:lnTo>
                <a:lnTo>
                  <a:pt x="774422" y="22341"/>
                </a:lnTo>
                <a:lnTo>
                  <a:pt x="774047" y="21692"/>
                </a:lnTo>
                <a:lnTo>
                  <a:pt x="773659" y="21056"/>
                </a:lnTo>
                <a:lnTo>
                  <a:pt x="773257" y="20433"/>
                </a:lnTo>
                <a:lnTo>
                  <a:pt x="772841" y="19823"/>
                </a:lnTo>
                <a:lnTo>
                  <a:pt x="772413" y="19227"/>
                </a:lnTo>
                <a:lnTo>
                  <a:pt x="771971" y="18645"/>
                </a:lnTo>
                <a:lnTo>
                  <a:pt x="771515" y="18075"/>
                </a:lnTo>
                <a:lnTo>
                  <a:pt x="771047" y="17520"/>
                </a:lnTo>
                <a:lnTo>
                  <a:pt x="770564" y="16977"/>
                </a:lnTo>
                <a:lnTo>
                  <a:pt x="770069" y="16448"/>
                </a:lnTo>
                <a:lnTo>
                  <a:pt x="769560" y="15932"/>
                </a:lnTo>
                <a:lnTo>
                  <a:pt x="769038" y="15430"/>
                </a:lnTo>
                <a:lnTo>
                  <a:pt x="768502" y="14941"/>
                </a:lnTo>
                <a:lnTo>
                  <a:pt x="767953" y="14466"/>
                </a:lnTo>
                <a:lnTo>
                  <a:pt x="767390" y="14004"/>
                </a:lnTo>
                <a:lnTo>
                  <a:pt x="766814" y="13555"/>
                </a:lnTo>
                <a:lnTo>
                  <a:pt x="766225" y="13120"/>
                </a:lnTo>
                <a:lnTo>
                  <a:pt x="765622" y="12698"/>
                </a:lnTo>
                <a:lnTo>
                  <a:pt x="765006" y="12289"/>
                </a:lnTo>
                <a:lnTo>
                  <a:pt x="764376" y="11894"/>
                </a:lnTo>
                <a:lnTo>
                  <a:pt x="763733" y="11512"/>
                </a:lnTo>
                <a:lnTo>
                  <a:pt x="763077" y="11144"/>
                </a:lnTo>
                <a:lnTo>
                  <a:pt x="762407" y="10789"/>
                </a:lnTo>
                <a:lnTo>
                  <a:pt x="761724" y="10447"/>
                </a:lnTo>
                <a:lnTo>
                  <a:pt x="761029" y="10120"/>
                </a:lnTo>
                <a:lnTo>
                  <a:pt x="760321" y="9806"/>
                </a:lnTo>
                <a:lnTo>
                  <a:pt x="759601" y="9506"/>
                </a:lnTo>
                <a:lnTo>
                  <a:pt x="758869" y="9220"/>
                </a:lnTo>
                <a:lnTo>
                  <a:pt x="758125" y="8948"/>
                </a:lnTo>
                <a:lnTo>
                  <a:pt x="757370" y="8689"/>
                </a:lnTo>
                <a:lnTo>
                  <a:pt x="756602" y="8445"/>
                </a:lnTo>
                <a:lnTo>
                  <a:pt x="755822" y="8215"/>
                </a:lnTo>
                <a:lnTo>
                  <a:pt x="755030" y="7999"/>
                </a:lnTo>
                <a:lnTo>
                  <a:pt x="754226" y="7796"/>
                </a:lnTo>
                <a:lnTo>
                  <a:pt x="753411" y="7608"/>
                </a:lnTo>
                <a:lnTo>
                  <a:pt x="752583" y="7434"/>
                </a:lnTo>
                <a:lnTo>
                  <a:pt x="751743" y="7273"/>
                </a:lnTo>
                <a:lnTo>
                  <a:pt x="750891" y="7127"/>
                </a:lnTo>
                <a:lnTo>
                  <a:pt x="750028" y="6994"/>
                </a:lnTo>
                <a:lnTo>
                  <a:pt x="749152" y="6876"/>
                </a:lnTo>
                <a:lnTo>
                  <a:pt x="748264" y="6771"/>
                </a:lnTo>
                <a:lnTo>
                  <a:pt x="747364" y="6680"/>
                </a:lnTo>
                <a:lnTo>
                  <a:pt x="746452" y="6604"/>
                </a:lnTo>
                <a:lnTo>
                  <a:pt x="745529" y="6541"/>
                </a:lnTo>
                <a:lnTo>
                  <a:pt x="744593" y="6492"/>
                </a:lnTo>
                <a:lnTo>
                  <a:pt x="743645" y="6457"/>
                </a:lnTo>
                <a:lnTo>
                  <a:pt x="742685" y="6436"/>
                </a:lnTo>
                <a:lnTo>
                  <a:pt x="741714" y="6429"/>
                </a:lnTo>
                <a:lnTo>
                  <a:pt x="704183" y="6429"/>
                </a:lnTo>
                <a:lnTo>
                  <a:pt x="704183" y="123440"/>
                </a:lnTo>
                <a:lnTo>
                  <a:pt x="727730" y="123440"/>
                </a:lnTo>
                <a:lnTo>
                  <a:pt x="727730" y="80525"/>
                </a:lnTo>
                <a:lnTo>
                  <a:pt x="739649" y="80525"/>
                </a:lnTo>
                <a:lnTo>
                  <a:pt x="757304" y="123440"/>
                </a:lnTo>
                <a:lnTo>
                  <a:pt x="782458" y="123440"/>
                </a:lnTo>
                <a:lnTo>
                  <a:pt x="782458" y="122315"/>
                </a:lnTo>
                <a:lnTo>
                  <a:pt x="761841" y="74282"/>
                </a:lnTo>
                <a:lnTo>
                  <a:pt x="762308" y="74023"/>
                </a:lnTo>
                <a:lnTo>
                  <a:pt x="762796" y="73742"/>
                </a:lnTo>
                <a:lnTo>
                  <a:pt x="763278" y="73455"/>
                </a:lnTo>
                <a:lnTo>
                  <a:pt x="763754" y="73162"/>
                </a:lnTo>
                <a:lnTo>
                  <a:pt x="764223" y="72863"/>
                </a:lnTo>
                <a:close/>
                <a:moveTo>
                  <a:pt x="742505" y="25973"/>
                </a:moveTo>
                <a:lnTo>
                  <a:pt x="742891" y="25991"/>
                </a:lnTo>
                <a:lnTo>
                  <a:pt x="743271" y="26017"/>
                </a:lnTo>
                <a:lnTo>
                  <a:pt x="743644" y="26050"/>
                </a:lnTo>
                <a:lnTo>
                  <a:pt x="744011" y="26091"/>
                </a:lnTo>
                <a:lnTo>
                  <a:pt x="744372" y="26139"/>
                </a:lnTo>
                <a:lnTo>
                  <a:pt x="744727" y="26194"/>
                </a:lnTo>
                <a:lnTo>
                  <a:pt x="745076" y="26257"/>
                </a:lnTo>
                <a:lnTo>
                  <a:pt x="745418" y="26328"/>
                </a:lnTo>
                <a:lnTo>
                  <a:pt x="745754" y="26405"/>
                </a:lnTo>
                <a:lnTo>
                  <a:pt x="746083" y="26490"/>
                </a:lnTo>
                <a:lnTo>
                  <a:pt x="746407" y="26583"/>
                </a:lnTo>
                <a:lnTo>
                  <a:pt x="746724" y="26682"/>
                </a:lnTo>
                <a:lnTo>
                  <a:pt x="747035" y="26790"/>
                </a:lnTo>
                <a:lnTo>
                  <a:pt x="747339" y="26904"/>
                </a:lnTo>
                <a:lnTo>
                  <a:pt x="747637" y="27026"/>
                </a:lnTo>
                <a:lnTo>
                  <a:pt x="747929" y="27156"/>
                </a:lnTo>
                <a:lnTo>
                  <a:pt x="748215" y="27293"/>
                </a:lnTo>
                <a:lnTo>
                  <a:pt x="748494" y="27437"/>
                </a:lnTo>
                <a:lnTo>
                  <a:pt x="748767" y="27588"/>
                </a:lnTo>
                <a:lnTo>
                  <a:pt x="749034" y="27747"/>
                </a:lnTo>
                <a:lnTo>
                  <a:pt x="749295" y="27914"/>
                </a:lnTo>
                <a:lnTo>
                  <a:pt x="749549" y="28087"/>
                </a:lnTo>
                <a:lnTo>
                  <a:pt x="749797" y="28268"/>
                </a:lnTo>
                <a:lnTo>
                  <a:pt x="750040" y="28455"/>
                </a:lnTo>
                <a:lnTo>
                  <a:pt x="750277" y="28649"/>
                </a:lnTo>
                <a:lnTo>
                  <a:pt x="750509" y="28849"/>
                </a:lnTo>
                <a:lnTo>
                  <a:pt x="750735" y="29055"/>
                </a:lnTo>
                <a:lnTo>
                  <a:pt x="750955" y="29268"/>
                </a:lnTo>
                <a:lnTo>
                  <a:pt x="751170" y="29487"/>
                </a:lnTo>
                <a:lnTo>
                  <a:pt x="751380" y="29713"/>
                </a:lnTo>
                <a:lnTo>
                  <a:pt x="751583" y="29945"/>
                </a:lnTo>
                <a:lnTo>
                  <a:pt x="751781" y="30183"/>
                </a:lnTo>
                <a:lnTo>
                  <a:pt x="751974" y="30428"/>
                </a:lnTo>
                <a:lnTo>
                  <a:pt x="752161" y="30679"/>
                </a:lnTo>
                <a:lnTo>
                  <a:pt x="752342" y="30937"/>
                </a:lnTo>
                <a:lnTo>
                  <a:pt x="752518" y="31201"/>
                </a:lnTo>
                <a:lnTo>
                  <a:pt x="752688" y="31472"/>
                </a:lnTo>
                <a:lnTo>
                  <a:pt x="752853" y="31749"/>
                </a:lnTo>
                <a:lnTo>
                  <a:pt x="753012" y="32032"/>
                </a:lnTo>
                <a:lnTo>
                  <a:pt x="753166" y="32322"/>
                </a:lnTo>
                <a:lnTo>
                  <a:pt x="753313" y="32618"/>
                </a:lnTo>
                <a:lnTo>
                  <a:pt x="753456" y="32921"/>
                </a:lnTo>
                <a:lnTo>
                  <a:pt x="753592" y="33230"/>
                </a:lnTo>
                <a:lnTo>
                  <a:pt x="753724" y="33545"/>
                </a:lnTo>
                <a:lnTo>
                  <a:pt x="753849" y="33867"/>
                </a:lnTo>
                <a:lnTo>
                  <a:pt x="753969" y="34195"/>
                </a:lnTo>
                <a:lnTo>
                  <a:pt x="754084" y="34529"/>
                </a:lnTo>
                <a:lnTo>
                  <a:pt x="754194" y="34869"/>
                </a:lnTo>
                <a:lnTo>
                  <a:pt x="754299" y="35214"/>
                </a:lnTo>
                <a:lnTo>
                  <a:pt x="754399" y="35565"/>
                </a:lnTo>
                <a:lnTo>
                  <a:pt x="754494" y="35921"/>
                </a:lnTo>
                <a:lnTo>
                  <a:pt x="754584" y="36282"/>
                </a:lnTo>
                <a:lnTo>
                  <a:pt x="754670" y="36649"/>
                </a:lnTo>
                <a:lnTo>
                  <a:pt x="754750" y="37021"/>
                </a:lnTo>
                <a:lnTo>
                  <a:pt x="754826" y="37399"/>
                </a:lnTo>
                <a:lnTo>
                  <a:pt x="754897" y="37782"/>
                </a:lnTo>
                <a:lnTo>
                  <a:pt x="754963" y="38171"/>
                </a:lnTo>
                <a:lnTo>
                  <a:pt x="755024" y="38565"/>
                </a:lnTo>
                <a:lnTo>
                  <a:pt x="755080" y="38965"/>
                </a:lnTo>
                <a:lnTo>
                  <a:pt x="755131" y="39370"/>
                </a:lnTo>
                <a:lnTo>
                  <a:pt x="755178" y="39780"/>
                </a:lnTo>
                <a:lnTo>
                  <a:pt x="755219" y="40196"/>
                </a:lnTo>
                <a:lnTo>
                  <a:pt x="755256" y="40617"/>
                </a:lnTo>
                <a:lnTo>
                  <a:pt x="755288" y="41044"/>
                </a:lnTo>
                <a:lnTo>
                  <a:pt x="755315" y="41476"/>
                </a:lnTo>
                <a:lnTo>
                  <a:pt x="755336" y="41914"/>
                </a:lnTo>
                <a:lnTo>
                  <a:pt x="755354" y="42357"/>
                </a:lnTo>
                <a:lnTo>
                  <a:pt x="755366" y="42805"/>
                </a:lnTo>
                <a:lnTo>
                  <a:pt x="755373" y="43259"/>
                </a:lnTo>
                <a:lnTo>
                  <a:pt x="755376" y="43718"/>
                </a:lnTo>
                <a:lnTo>
                  <a:pt x="755373" y="44151"/>
                </a:lnTo>
                <a:lnTo>
                  <a:pt x="755365" y="44580"/>
                </a:lnTo>
                <a:lnTo>
                  <a:pt x="755351" y="45004"/>
                </a:lnTo>
                <a:lnTo>
                  <a:pt x="755332" y="45423"/>
                </a:lnTo>
                <a:lnTo>
                  <a:pt x="755308" y="45837"/>
                </a:lnTo>
                <a:lnTo>
                  <a:pt x="755278" y="46247"/>
                </a:lnTo>
                <a:lnTo>
                  <a:pt x="755242" y="46653"/>
                </a:lnTo>
                <a:lnTo>
                  <a:pt x="755201" y="47054"/>
                </a:lnTo>
                <a:lnTo>
                  <a:pt x="755155" y="47450"/>
                </a:lnTo>
                <a:lnTo>
                  <a:pt x="755103" y="47841"/>
                </a:lnTo>
                <a:lnTo>
                  <a:pt x="755046" y="48228"/>
                </a:lnTo>
                <a:lnTo>
                  <a:pt x="754984" y="48611"/>
                </a:lnTo>
                <a:lnTo>
                  <a:pt x="754916" y="48988"/>
                </a:lnTo>
                <a:lnTo>
                  <a:pt x="754842" y="49362"/>
                </a:lnTo>
                <a:lnTo>
                  <a:pt x="754763" y="49730"/>
                </a:lnTo>
                <a:lnTo>
                  <a:pt x="754679" y="50094"/>
                </a:lnTo>
                <a:lnTo>
                  <a:pt x="754589" y="50453"/>
                </a:lnTo>
                <a:lnTo>
                  <a:pt x="754494" y="50808"/>
                </a:lnTo>
                <a:lnTo>
                  <a:pt x="754393" y="51158"/>
                </a:lnTo>
                <a:lnTo>
                  <a:pt x="754287" y="51504"/>
                </a:lnTo>
                <a:lnTo>
                  <a:pt x="754176" y="51845"/>
                </a:lnTo>
                <a:lnTo>
                  <a:pt x="754059" y="52181"/>
                </a:lnTo>
                <a:lnTo>
                  <a:pt x="753936" y="52513"/>
                </a:lnTo>
                <a:lnTo>
                  <a:pt x="753808" y="52840"/>
                </a:lnTo>
                <a:lnTo>
                  <a:pt x="753675" y="53162"/>
                </a:lnTo>
                <a:lnTo>
                  <a:pt x="753536" y="53477"/>
                </a:lnTo>
                <a:lnTo>
                  <a:pt x="753392" y="53787"/>
                </a:lnTo>
                <a:lnTo>
                  <a:pt x="753241" y="54090"/>
                </a:lnTo>
                <a:lnTo>
                  <a:pt x="753086" y="54387"/>
                </a:lnTo>
                <a:lnTo>
                  <a:pt x="752924" y="54678"/>
                </a:lnTo>
                <a:lnTo>
                  <a:pt x="752758" y="54963"/>
                </a:lnTo>
                <a:lnTo>
                  <a:pt x="752585" y="55242"/>
                </a:lnTo>
                <a:lnTo>
                  <a:pt x="752407" y="55514"/>
                </a:lnTo>
                <a:lnTo>
                  <a:pt x="752223" y="55781"/>
                </a:lnTo>
                <a:lnTo>
                  <a:pt x="752034" y="56041"/>
                </a:lnTo>
                <a:lnTo>
                  <a:pt x="751840" y="56295"/>
                </a:lnTo>
                <a:lnTo>
                  <a:pt x="751639" y="56544"/>
                </a:lnTo>
                <a:lnTo>
                  <a:pt x="751433" y="56785"/>
                </a:lnTo>
                <a:lnTo>
                  <a:pt x="751222" y="57021"/>
                </a:lnTo>
                <a:lnTo>
                  <a:pt x="751005" y="57251"/>
                </a:lnTo>
                <a:lnTo>
                  <a:pt x="750782" y="57474"/>
                </a:lnTo>
                <a:lnTo>
                  <a:pt x="750554" y="57692"/>
                </a:lnTo>
                <a:lnTo>
                  <a:pt x="750320" y="57903"/>
                </a:lnTo>
                <a:lnTo>
                  <a:pt x="750080" y="58108"/>
                </a:lnTo>
                <a:lnTo>
                  <a:pt x="749835" y="58307"/>
                </a:lnTo>
                <a:lnTo>
                  <a:pt x="749585" y="58500"/>
                </a:lnTo>
                <a:lnTo>
                  <a:pt x="749329" y="58687"/>
                </a:lnTo>
                <a:lnTo>
                  <a:pt x="749067" y="58867"/>
                </a:lnTo>
                <a:lnTo>
                  <a:pt x="748800" y="59041"/>
                </a:lnTo>
                <a:lnTo>
                  <a:pt x="748526" y="59207"/>
                </a:lnTo>
                <a:lnTo>
                  <a:pt x="748248" y="59366"/>
                </a:lnTo>
                <a:lnTo>
                  <a:pt x="747963" y="59518"/>
                </a:lnTo>
                <a:lnTo>
                  <a:pt x="747673" y="59662"/>
                </a:lnTo>
                <a:lnTo>
                  <a:pt x="747377" y="59799"/>
                </a:lnTo>
                <a:lnTo>
                  <a:pt x="747075" y="59928"/>
                </a:lnTo>
                <a:lnTo>
                  <a:pt x="746768" y="60050"/>
                </a:lnTo>
                <a:lnTo>
                  <a:pt x="746454" y="60165"/>
                </a:lnTo>
                <a:lnTo>
                  <a:pt x="746136" y="60272"/>
                </a:lnTo>
                <a:lnTo>
                  <a:pt x="745811" y="60372"/>
                </a:lnTo>
                <a:lnTo>
                  <a:pt x="745481" y="60464"/>
                </a:lnTo>
                <a:lnTo>
                  <a:pt x="745145" y="60549"/>
                </a:lnTo>
                <a:lnTo>
                  <a:pt x="744803" y="60627"/>
                </a:lnTo>
                <a:lnTo>
                  <a:pt x="744455" y="60697"/>
                </a:lnTo>
                <a:lnTo>
                  <a:pt x="744102" y="60760"/>
                </a:lnTo>
                <a:lnTo>
                  <a:pt x="743743" y="60816"/>
                </a:lnTo>
                <a:lnTo>
                  <a:pt x="743379" y="60864"/>
                </a:lnTo>
                <a:lnTo>
                  <a:pt x="743008" y="60904"/>
                </a:lnTo>
                <a:lnTo>
                  <a:pt x="742632" y="60938"/>
                </a:lnTo>
                <a:lnTo>
                  <a:pt x="742250" y="60964"/>
                </a:lnTo>
                <a:lnTo>
                  <a:pt x="741863" y="60982"/>
                </a:lnTo>
                <a:lnTo>
                  <a:pt x="741470" y="60993"/>
                </a:lnTo>
                <a:lnTo>
                  <a:pt x="741071" y="60997"/>
                </a:lnTo>
                <a:lnTo>
                  <a:pt x="727730" y="60997"/>
                </a:lnTo>
                <a:lnTo>
                  <a:pt x="727730" y="25958"/>
                </a:lnTo>
                <a:lnTo>
                  <a:pt x="741714" y="25958"/>
                </a:lnTo>
                <a:lnTo>
                  <a:pt x="742112" y="25961"/>
                </a:lnTo>
                <a:lnTo>
                  <a:pt x="742505" y="25973"/>
                </a:lnTo>
                <a:close/>
                <a:moveTo>
                  <a:pt x="820675" y="123440"/>
                </a:moveTo>
                <a:lnTo>
                  <a:pt x="843177" y="123440"/>
                </a:lnTo>
                <a:lnTo>
                  <a:pt x="843177" y="6429"/>
                </a:lnTo>
                <a:lnTo>
                  <a:pt x="840767" y="6429"/>
                </a:lnTo>
                <a:lnTo>
                  <a:pt x="798334" y="23833"/>
                </a:lnTo>
                <a:lnTo>
                  <a:pt x="798334" y="42598"/>
                </a:lnTo>
                <a:lnTo>
                  <a:pt x="820675" y="34017"/>
                </a:lnTo>
                <a:lnTo>
                  <a:pt x="820675" y="123440"/>
                </a:lnTo>
                <a:close/>
                <a:moveTo>
                  <a:pt x="644928" y="63890"/>
                </a:moveTo>
                <a:lnTo>
                  <a:pt x="644928" y="82615"/>
                </a:lnTo>
                <a:lnTo>
                  <a:pt x="684066" y="82615"/>
                </a:lnTo>
                <a:lnTo>
                  <a:pt x="684066" y="63890"/>
                </a:lnTo>
                <a:lnTo>
                  <a:pt x="644928" y="63890"/>
                </a:lnTo>
                <a:close/>
                <a:moveTo>
                  <a:pt x="472427" y="74578"/>
                </a:moveTo>
                <a:lnTo>
                  <a:pt x="472402" y="73739"/>
                </a:lnTo>
                <a:lnTo>
                  <a:pt x="472369" y="72909"/>
                </a:lnTo>
                <a:lnTo>
                  <a:pt x="472329" y="72087"/>
                </a:lnTo>
                <a:lnTo>
                  <a:pt x="472282" y="71275"/>
                </a:lnTo>
                <a:lnTo>
                  <a:pt x="472227" y="70471"/>
                </a:lnTo>
                <a:lnTo>
                  <a:pt x="472166" y="69676"/>
                </a:lnTo>
                <a:lnTo>
                  <a:pt x="472097" y="68890"/>
                </a:lnTo>
                <a:lnTo>
                  <a:pt x="472021" y="68114"/>
                </a:lnTo>
                <a:lnTo>
                  <a:pt x="471937" y="67346"/>
                </a:lnTo>
                <a:lnTo>
                  <a:pt x="471847" y="66587"/>
                </a:lnTo>
                <a:lnTo>
                  <a:pt x="471749" y="65837"/>
                </a:lnTo>
                <a:lnTo>
                  <a:pt x="471643" y="65095"/>
                </a:lnTo>
                <a:lnTo>
                  <a:pt x="471531" y="64363"/>
                </a:lnTo>
                <a:lnTo>
                  <a:pt x="471411" y="63640"/>
                </a:lnTo>
                <a:lnTo>
                  <a:pt x="471284" y="62926"/>
                </a:lnTo>
                <a:lnTo>
                  <a:pt x="471150" y="62220"/>
                </a:lnTo>
                <a:lnTo>
                  <a:pt x="471009" y="61524"/>
                </a:lnTo>
                <a:lnTo>
                  <a:pt x="470860" y="60836"/>
                </a:lnTo>
                <a:lnTo>
                  <a:pt x="470704" y="60157"/>
                </a:lnTo>
                <a:lnTo>
                  <a:pt x="470541" y="59488"/>
                </a:lnTo>
                <a:lnTo>
                  <a:pt x="470370" y="58827"/>
                </a:lnTo>
                <a:lnTo>
                  <a:pt x="470193" y="58175"/>
                </a:lnTo>
                <a:lnTo>
                  <a:pt x="470008" y="57532"/>
                </a:lnTo>
                <a:lnTo>
                  <a:pt x="469816" y="56898"/>
                </a:lnTo>
                <a:lnTo>
                  <a:pt x="469618" y="56272"/>
                </a:lnTo>
                <a:lnTo>
                  <a:pt x="469412" y="55655"/>
                </a:lnTo>
                <a:lnTo>
                  <a:pt x="469200" y="55047"/>
                </a:lnTo>
                <a:lnTo>
                  <a:pt x="468980" y="54448"/>
                </a:lnTo>
                <a:lnTo>
                  <a:pt x="468754" y="53858"/>
                </a:lnTo>
                <a:lnTo>
                  <a:pt x="468521" y="53276"/>
                </a:lnTo>
                <a:lnTo>
                  <a:pt x="468280" y="52703"/>
                </a:lnTo>
                <a:lnTo>
                  <a:pt x="468033" y="52139"/>
                </a:lnTo>
                <a:lnTo>
                  <a:pt x="467778" y="51584"/>
                </a:lnTo>
                <a:lnTo>
                  <a:pt x="467517" y="51038"/>
                </a:lnTo>
                <a:lnTo>
                  <a:pt x="467249" y="50500"/>
                </a:lnTo>
                <a:lnTo>
                  <a:pt x="466973" y="49971"/>
                </a:lnTo>
                <a:lnTo>
                  <a:pt x="466691" y="49451"/>
                </a:lnTo>
                <a:lnTo>
                  <a:pt x="466402" y="48940"/>
                </a:lnTo>
                <a:lnTo>
                  <a:pt x="466106" y="48437"/>
                </a:lnTo>
                <a:lnTo>
                  <a:pt x="465803" y="47944"/>
                </a:lnTo>
                <a:lnTo>
                  <a:pt x="465492" y="47459"/>
                </a:lnTo>
                <a:lnTo>
                  <a:pt x="465175" y="46983"/>
                </a:lnTo>
                <a:lnTo>
                  <a:pt x="464851" y="46515"/>
                </a:lnTo>
                <a:lnTo>
                  <a:pt x="464520" y="46057"/>
                </a:lnTo>
                <a:lnTo>
                  <a:pt x="464182" y="45607"/>
                </a:lnTo>
                <a:lnTo>
                  <a:pt x="463837" y="45166"/>
                </a:lnTo>
                <a:lnTo>
                  <a:pt x="463484" y="44735"/>
                </a:lnTo>
                <a:lnTo>
                  <a:pt x="463124" y="44312"/>
                </a:lnTo>
                <a:lnTo>
                  <a:pt x="462757" y="43899"/>
                </a:lnTo>
                <a:lnTo>
                  <a:pt x="462382" y="43495"/>
                </a:lnTo>
                <a:lnTo>
                  <a:pt x="462000" y="43101"/>
                </a:lnTo>
                <a:lnTo>
                  <a:pt x="461610" y="42715"/>
                </a:lnTo>
                <a:lnTo>
                  <a:pt x="461213" y="42339"/>
                </a:lnTo>
                <a:lnTo>
                  <a:pt x="460809" y="41972"/>
                </a:lnTo>
                <a:lnTo>
                  <a:pt x="460397" y="41614"/>
                </a:lnTo>
                <a:lnTo>
                  <a:pt x="459978" y="41265"/>
                </a:lnTo>
                <a:lnTo>
                  <a:pt x="459551" y="40926"/>
                </a:lnTo>
                <a:lnTo>
                  <a:pt x="459117" y="40595"/>
                </a:lnTo>
                <a:lnTo>
                  <a:pt x="458676" y="40274"/>
                </a:lnTo>
                <a:lnTo>
                  <a:pt x="458227" y="39963"/>
                </a:lnTo>
                <a:lnTo>
                  <a:pt x="457771" y="39660"/>
                </a:lnTo>
                <a:lnTo>
                  <a:pt x="457307" y="39367"/>
                </a:lnTo>
                <a:lnTo>
                  <a:pt x="456836" y="39082"/>
                </a:lnTo>
                <a:lnTo>
                  <a:pt x="456358" y="38807"/>
                </a:lnTo>
                <a:lnTo>
                  <a:pt x="455872" y="38542"/>
                </a:lnTo>
                <a:lnTo>
                  <a:pt x="455379" y="38285"/>
                </a:lnTo>
                <a:lnTo>
                  <a:pt x="454878" y="38038"/>
                </a:lnTo>
                <a:lnTo>
                  <a:pt x="454371" y="37799"/>
                </a:lnTo>
                <a:lnTo>
                  <a:pt x="453855" y="37571"/>
                </a:lnTo>
                <a:lnTo>
                  <a:pt x="453333" y="37351"/>
                </a:lnTo>
                <a:lnTo>
                  <a:pt x="452803" y="37141"/>
                </a:lnTo>
                <a:lnTo>
                  <a:pt x="452267" y="36940"/>
                </a:lnTo>
                <a:lnTo>
                  <a:pt x="451724" y="36748"/>
                </a:lnTo>
                <a:lnTo>
                  <a:pt x="451175" y="36566"/>
                </a:lnTo>
                <a:lnTo>
                  <a:pt x="450618" y="36393"/>
                </a:lnTo>
                <a:lnTo>
                  <a:pt x="450055" y="36229"/>
                </a:lnTo>
                <a:lnTo>
                  <a:pt x="449484" y="36075"/>
                </a:lnTo>
                <a:lnTo>
                  <a:pt x="448907" y="35930"/>
                </a:lnTo>
                <a:lnTo>
                  <a:pt x="448323" y="35794"/>
                </a:lnTo>
                <a:lnTo>
                  <a:pt x="447732" y="35668"/>
                </a:lnTo>
                <a:lnTo>
                  <a:pt x="447135" y="35551"/>
                </a:lnTo>
                <a:lnTo>
                  <a:pt x="446530" y="35444"/>
                </a:lnTo>
                <a:lnTo>
                  <a:pt x="445919" y="35346"/>
                </a:lnTo>
                <a:lnTo>
                  <a:pt x="445301" y="35257"/>
                </a:lnTo>
                <a:lnTo>
                  <a:pt x="444676" y="35177"/>
                </a:lnTo>
                <a:lnTo>
                  <a:pt x="444044" y="35107"/>
                </a:lnTo>
                <a:lnTo>
                  <a:pt x="443405" y="35047"/>
                </a:lnTo>
                <a:lnTo>
                  <a:pt x="442760" y="34995"/>
                </a:lnTo>
                <a:lnTo>
                  <a:pt x="442107" y="34953"/>
                </a:lnTo>
                <a:lnTo>
                  <a:pt x="441448" y="34920"/>
                </a:lnTo>
                <a:lnTo>
                  <a:pt x="440782" y="34897"/>
                </a:lnTo>
                <a:lnTo>
                  <a:pt x="440109" y="34883"/>
                </a:lnTo>
                <a:lnTo>
                  <a:pt x="439430" y="34878"/>
                </a:lnTo>
                <a:lnTo>
                  <a:pt x="438750" y="34883"/>
                </a:lnTo>
                <a:lnTo>
                  <a:pt x="438076" y="34897"/>
                </a:lnTo>
                <a:lnTo>
                  <a:pt x="437407" y="34920"/>
                </a:lnTo>
                <a:lnTo>
                  <a:pt x="436745" y="34953"/>
                </a:lnTo>
                <a:lnTo>
                  <a:pt x="436089" y="34995"/>
                </a:lnTo>
                <a:lnTo>
                  <a:pt x="435439" y="35047"/>
                </a:lnTo>
                <a:lnTo>
                  <a:pt x="434795" y="35107"/>
                </a:lnTo>
                <a:lnTo>
                  <a:pt x="434157" y="35177"/>
                </a:lnTo>
                <a:lnTo>
                  <a:pt x="433525" y="35257"/>
                </a:lnTo>
                <a:lnTo>
                  <a:pt x="432899" y="35346"/>
                </a:lnTo>
                <a:lnTo>
                  <a:pt x="432279" y="35444"/>
                </a:lnTo>
                <a:lnTo>
                  <a:pt x="431664" y="35551"/>
                </a:lnTo>
                <a:lnTo>
                  <a:pt x="431056" y="35668"/>
                </a:lnTo>
                <a:lnTo>
                  <a:pt x="430454" y="35794"/>
                </a:lnTo>
                <a:lnTo>
                  <a:pt x="429858" y="35930"/>
                </a:lnTo>
                <a:lnTo>
                  <a:pt x="429268" y="36075"/>
                </a:lnTo>
                <a:lnTo>
                  <a:pt x="428684" y="36229"/>
                </a:lnTo>
                <a:lnTo>
                  <a:pt x="428106" y="36393"/>
                </a:lnTo>
                <a:lnTo>
                  <a:pt x="427534" y="36566"/>
                </a:lnTo>
                <a:lnTo>
                  <a:pt x="426968" y="36748"/>
                </a:lnTo>
                <a:lnTo>
                  <a:pt x="426408" y="36940"/>
                </a:lnTo>
                <a:lnTo>
                  <a:pt x="425853" y="37141"/>
                </a:lnTo>
                <a:lnTo>
                  <a:pt x="425305" y="37351"/>
                </a:lnTo>
                <a:lnTo>
                  <a:pt x="424763" y="37571"/>
                </a:lnTo>
                <a:lnTo>
                  <a:pt x="424228" y="37800"/>
                </a:lnTo>
                <a:lnTo>
                  <a:pt x="423699" y="38038"/>
                </a:lnTo>
                <a:lnTo>
                  <a:pt x="423178" y="38287"/>
                </a:lnTo>
                <a:lnTo>
                  <a:pt x="422664" y="38545"/>
                </a:lnTo>
                <a:lnTo>
                  <a:pt x="422157" y="38813"/>
                </a:lnTo>
                <a:lnTo>
                  <a:pt x="421657" y="39090"/>
                </a:lnTo>
                <a:lnTo>
                  <a:pt x="421164" y="39377"/>
                </a:lnTo>
                <a:lnTo>
                  <a:pt x="420678" y="39673"/>
                </a:lnTo>
                <a:lnTo>
                  <a:pt x="420199" y="39980"/>
                </a:lnTo>
                <a:lnTo>
                  <a:pt x="419728" y="40295"/>
                </a:lnTo>
                <a:lnTo>
                  <a:pt x="419263" y="40621"/>
                </a:lnTo>
                <a:lnTo>
                  <a:pt x="418806" y="40956"/>
                </a:lnTo>
                <a:lnTo>
                  <a:pt x="418356" y="41301"/>
                </a:lnTo>
                <a:lnTo>
                  <a:pt x="417913" y="41655"/>
                </a:lnTo>
                <a:lnTo>
                  <a:pt x="417477" y="42019"/>
                </a:lnTo>
                <a:lnTo>
                  <a:pt x="417048" y="42392"/>
                </a:lnTo>
                <a:lnTo>
                  <a:pt x="416626" y="42776"/>
                </a:lnTo>
                <a:lnTo>
                  <a:pt x="416212" y="43168"/>
                </a:lnTo>
                <a:lnTo>
                  <a:pt x="415804" y="43571"/>
                </a:lnTo>
                <a:lnTo>
                  <a:pt x="415404" y="43983"/>
                </a:lnTo>
                <a:lnTo>
                  <a:pt x="415011" y="44405"/>
                </a:lnTo>
                <a:lnTo>
                  <a:pt x="414625" y="44836"/>
                </a:lnTo>
                <a:lnTo>
                  <a:pt x="414246" y="45277"/>
                </a:lnTo>
                <a:lnTo>
                  <a:pt x="413874" y="45728"/>
                </a:lnTo>
                <a:lnTo>
                  <a:pt x="413509" y="46187"/>
                </a:lnTo>
                <a:lnTo>
                  <a:pt x="413151" y="46656"/>
                </a:lnTo>
                <a:lnTo>
                  <a:pt x="412800" y="47133"/>
                </a:lnTo>
                <a:lnTo>
                  <a:pt x="412456" y="47619"/>
                </a:lnTo>
                <a:lnTo>
                  <a:pt x="412119" y="48114"/>
                </a:lnTo>
                <a:lnTo>
                  <a:pt x="411789" y="48618"/>
                </a:lnTo>
                <a:lnTo>
                  <a:pt x="411466" y="49131"/>
                </a:lnTo>
                <a:lnTo>
                  <a:pt x="411150" y="49652"/>
                </a:lnTo>
                <a:lnTo>
                  <a:pt x="410841" y="50182"/>
                </a:lnTo>
                <a:lnTo>
                  <a:pt x="410539" y="50721"/>
                </a:lnTo>
                <a:lnTo>
                  <a:pt x="410244" y="51269"/>
                </a:lnTo>
                <a:lnTo>
                  <a:pt x="409956" y="51825"/>
                </a:lnTo>
                <a:lnTo>
                  <a:pt x="409675" y="52390"/>
                </a:lnTo>
                <a:lnTo>
                  <a:pt x="409401" y="52965"/>
                </a:lnTo>
                <a:lnTo>
                  <a:pt x="409133" y="53547"/>
                </a:lnTo>
                <a:lnTo>
                  <a:pt x="408873" y="54139"/>
                </a:lnTo>
                <a:lnTo>
                  <a:pt x="408620" y="54739"/>
                </a:lnTo>
                <a:lnTo>
                  <a:pt x="408374" y="55349"/>
                </a:lnTo>
                <a:lnTo>
                  <a:pt x="408135" y="55967"/>
                </a:lnTo>
                <a:lnTo>
                  <a:pt x="407902" y="56594"/>
                </a:lnTo>
                <a:lnTo>
                  <a:pt x="407677" y="57229"/>
                </a:lnTo>
                <a:lnTo>
                  <a:pt x="407459" y="57873"/>
                </a:lnTo>
                <a:lnTo>
                  <a:pt x="407247" y="58527"/>
                </a:lnTo>
                <a:lnTo>
                  <a:pt x="407043" y="59189"/>
                </a:lnTo>
                <a:lnTo>
                  <a:pt x="406846" y="59860"/>
                </a:lnTo>
                <a:lnTo>
                  <a:pt x="406658" y="60539"/>
                </a:lnTo>
                <a:lnTo>
                  <a:pt x="406478" y="61229"/>
                </a:lnTo>
                <a:lnTo>
                  <a:pt x="406306" y="61927"/>
                </a:lnTo>
                <a:lnTo>
                  <a:pt x="406143" y="62634"/>
                </a:lnTo>
                <a:lnTo>
                  <a:pt x="405988" y="63350"/>
                </a:lnTo>
                <a:lnTo>
                  <a:pt x="405841" y="64075"/>
                </a:lnTo>
                <a:lnTo>
                  <a:pt x="405703" y="64810"/>
                </a:lnTo>
                <a:lnTo>
                  <a:pt x="405574" y="65553"/>
                </a:lnTo>
                <a:lnTo>
                  <a:pt x="405452" y="66306"/>
                </a:lnTo>
                <a:lnTo>
                  <a:pt x="405339" y="67067"/>
                </a:lnTo>
                <a:lnTo>
                  <a:pt x="405235" y="67838"/>
                </a:lnTo>
                <a:lnTo>
                  <a:pt x="405138" y="68618"/>
                </a:lnTo>
                <a:lnTo>
                  <a:pt x="405050" y="69406"/>
                </a:lnTo>
                <a:lnTo>
                  <a:pt x="404971" y="70204"/>
                </a:lnTo>
                <a:lnTo>
                  <a:pt x="404900" y="71011"/>
                </a:lnTo>
                <a:lnTo>
                  <a:pt x="404837" y="71827"/>
                </a:lnTo>
                <a:lnTo>
                  <a:pt x="404782" y="72652"/>
                </a:lnTo>
                <a:lnTo>
                  <a:pt x="404736" y="73486"/>
                </a:lnTo>
                <a:lnTo>
                  <a:pt x="404699" y="74330"/>
                </a:lnTo>
                <a:lnTo>
                  <a:pt x="404669" y="75182"/>
                </a:lnTo>
                <a:lnTo>
                  <a:pt x="404649" y="76043"/>
                </a:lnTo>
                <a:lnTo>
                  <a:pt x="404636" y="76914"/>
                </a:lnTo>
                <a:lnTo>
                  <a:pt x="404632" y="77793"/>
                </a:lnTo>
                <a:lnTo>
                  <a:pt x="404632" y="84946"/>
                </a:lnTo>
                <a:lnTo>
                  <a:pt x="404636" y="85732"/>
                </a:lnTo>
                <a:lnTo>
                  <a:pt x="404649" y="86512"/>
                </a:lnTo>
                <a:lnTo>
                  <a:pt x="404671" y="87284"/>
                </a:lnTo>
                <a:lnTo>
                  <a:pt x="404701" y="88048"/>
                </a:lnTo>
                <a:lnTo>
                  <a:pt x="404740" y="88806"/>
                </a:lnTo>
                <a:lnTo>
                  <a:pt x="404788" y="89556"/>
                </a:lnTo>
                <a:lnTo>
                  <a:pt x="404844" y="90300"/>
                </a:lnTo>
                <a:lnTo>
                  <a:pt x="404909" y="91035"/>
                </a:lnTo>
                <a:lnTo>
                  <a:pt x="404982" y="91764"/>
                </a:lnTo>
                <a:lnTo>
                  <a:pt x="405064" y="92485"/>
                </a:lnTo>
                <a:lnTo>
                  <a:pt x="405155" y="93199"/>
                </a:lnTo>
                <a:lnTo>
                  <a:pt x="405255" y="93906"/>
                </a:lnTo>
                <a:lnTo>
                  <a:pt x="405363" y="94606"/>
                </a:lnTo>
                <a:lnTo>
                  <a:pt x="405480" y="95298"/>
                </a:lnTo>
                <a:lnTo>
                  <a:pt x="405605" y="95983"/>
                </a:lnTo>
                <a:lnTo>
                  <a:pt x="405739" y="96661"/>
                </a:lnTo>
                <a:lnTo>
                  <a:pt x="405882" y="97331"/>
                </a:lnTo>
                <a:lnTo>
                  <a:pt x="406033" y="97995"/>
                </a:lnTo>
                <a:lnTo>
                  <a:pt x="406193" y="98651"/>
                </a:lnTo>
                <a:lnTo>
                  <a:pt x="406362" y="99300"/>
                </a:lnTo>
                <a:lnTo>
                  <a:pt x="406539" y="99941"/>
                </a:lnTo>
                <a:lnTo>
                  <a:pt x="406725" y="100575"/>
                </a:lnTo>
                <a:lnTo>
                  <a:pt x="406920" y="101202"/>
                </a:lnTo>
                <a:lnTo>
                  <a:pt x="407123" y="101822"/>
                </a:lnTo>
                <a:lnTo>
                  <a:pt x="407335" y="102434"/>
                </a:lnTo>
                <a:lnTo>
                  <a:pt x="407554" y="103039"/>
                </a:lnTo>
                <a:lnTo>
                  <a:pt x="407781" y="103636"/>
                </a:lnTo>
                <a:lnTo>
                  <a:pt x="408016" y="104225"/>
                </a:lnTo>
                <a:lnTo>
                  <a:pt x="408259" y="104807"/>
                </a:lnTo>
                <a:lnTo>
                  <a:pt x="408509" y="105381"/>
                </a:lnTo>
                <a:lnTo>
                  <a:pt x="408768" y="105947"/>
                </a:lnTo>
                <a:lnTo>
                  <a:pt x="409034" y="106506"/>
                </a:lnTo>
                <a:lnTo>
                  <a:pt x="409308" y="107056"/>
                </a:lnTo>
                <a:lnTo>
                  <a:pt x="409590" y="107600"/>
                </a:lnTo>
                <a:lnTo>
                  <a:pt x="409880" y="108135"/>
                </a:lnTo>
                <a:lnTo>
                  <a:pt x="410177" y="108663"/>
                </a:lnTo>
                <a:lnTo>
                  <a:pt x="410482" y="109183"/>
                </a:lnTo>
                <a:lnTo>
                  <a:pt x="410795" y="109696"/>
                </a:lnTo>
                <a:lnTo>
                  <a:pt x="411116" y="110201"/>
                </a:lnTo>
                <a:lnTo>
                  <a:pt x="411445" y="110698"/>
                </a:lnTo>
                <a:lnTo>
                  <a:pt x="411781" y="111187"/>
                </a:lnTo>
                <a:lnTo>
                  <a:pt x="412126" y="111669"/>
                </a:lnTo>
                <a:lnTo>
                  <a:pt x="412478" y="112143"/>
                </a:lnTo>
                <a:lnTo>
                  <a:pt x="412838" y="112610"/>
                </a:lnTo>
                <a:lnTo>
                  <a:pt x="413206" y="113069"/>
                </a:lnTo>
                <a:lnTo>
                  <a:pt x="413581" y="113520"/>
                </a:lnTo>
                <a:lnTo>
                  <a:pt x="413965" y="113963"/>
                </a:lnTo>
                <a:lnTo>
                  <a:pt x="414356" y="114399"/>
                </a:lnTo>
                <a:lnTo>
                  <a:pt x="414755" y="114827"/>
                </a:lnTo>
                <a:lnTo>
                  <a:pt x="415161" y="115246"/>
                </a:lnTo>
                <a:lnTo>
                  <a:pt x="415575" y="115657"/>
                </a:lnTo>
                <a:lnTo>
                  <a:pt x="415996" y="116059"/>
                </a:lnTo>
                <a:lnTo>
                  <a:pt x="416424" y="116453"/>
                </a:lnTo>
                <a:lnTo>
                  <a:pt x="416860" y="116838"/>
                </a:lnTo>
                <a:lnTo>
                  <a:pt x="417303" y="117214"/>
                </a:lnTo>
                <a:lnTo>
                  <a:pt x="417754" y="117583"/>
                </a:lnTo>
                <a:lnTo>
                  <a:pt x="418212" y="117942"/>
                </a:lnTo>
                <a:lnTo>
                  <a:pt x="418677" y="118293"/>
                </a:lnTo>
                <a:lnTo>
                  <a:pt x="419150" y="118636"/>
                </a:lnTo>
                <a:lnTo>
                  <a:pt x="419630" y="118970"/>
                </a:lnTo>
                <a:lnTo>
                  <a:pt x="420117" y="119296"/>
                </a:lnTo>
                <a:lnTo>
                  <a:pt x="420612" y="119613"/>
                </a:lnTo>
                <a:lnTo>
                  <a:pt x="421115" y="119921"/>
                </a:lnTo>
                <a:lnTo>
                  <a:pt x="421624" y="120221"/>
                </a:lnTo>
                <a:lnTo>
                  <a:pt x="422142" y="120513"/>
                </a:lnTo>
                <a:lnTo>
                  <a:pt x="422666" y="120796"/>
                </a:lnTo>
                <a:lnTo>
                  <a:pt x="423198" y="121070"/>
                </a:lnTo>
                <a:lnTo>
                  <a:pt x="423737" y="121336"/>
                </a:lnTo>
                <a:lnTo>
                  <a:pt x="424284" y="121594"/>
                </a:lnTo>
                <a:lnTo>
                  <a:pt x="424838" y="121843"/>
                </a:lnTo>
                <a:lnTo>
                  <a:pt x="425400" y="122083"/>
                </a:lnTo>
                <a:lnTo>
                  <a:pt x="425969" y="122315"/>
                </a:lnTo>
                <a:lnTo>
                  <a:pt x="426545" y="122538"/>
                </a:lnTo>
                <a:lnTo>
                  <a:pt x="427128" y="122752"/>
                </a:lnTo>
                <a:lnTo>
                  <a:pt x="427718" y="122956"/>
                </a:lnTo>
                <a:lnTo>
                  <a:pt x="428316" y="123150"/>
                </a:lnTo>
                <a:lnTo>
                  <a:pt x="428921" y="123335"/>
                </a:lnTo>
                <a:lnTo>
                  <a:pt x="429532" y="123511"/>
                </a:lnTo>
                <a:lnTo>
                  <a:pt x="430151" y="123677"/>
                </a:lnTo>
                <a:lnTo>
                  <a:pt x="430777" y="123833"/>
                </a:lnTo>
                <a:lnTo>
                  <a:pt x="431410" y="123980"/>
                </a:lnTo>
                <a:lnTo>
                  <a:pt x="432050" y="124118"/>
                </a:lnTo>
                <a:lnTo>
                  <a:pt x="432698" y="124246"/>
                </a:lnTo>
                <a:lnTo>
                  <a:pt x="433352" y="124364"/>
                </a:lnTo>
                <a:lnTo>
                  <a:pt x="434014" y="124474"/>
                </a:lnTo>
                <a:lnTo>
                  <a:pt x="434682" y="124573"/>
                </a:lnTo>
                <a:lnTo>
                  <a:pt x="435358" y="124663"/>
                </a:lnTo>
                <a:lnTo>
                  <a:pt x="436041" y="124744"/>
                </a:lnTo>
                <a:lnTo>
                  <a:pt x="436731" y="124815"/>
                </a:lnTo>
                <a:lnTo>
                  <a:pt x="437428" y="124877"/>
                </a:lnTo>
                <a:lnTo>
                  <a:pt x="438132" y="124929"/>
                </a:lnTo>
                <a:lnTo>
                  <a:pt x="438844" y="124972"/>
                </a:lnTo>
                <a:lnTo>
                  <a:pt x="439562" y="125005"/>
                </a:lnTo>
                <a:lnTo>
                  <a:pt x="440288" y="125029"/>
                </a:lnTo>
                <a:lnTo>
                  <a:pt x="441021" y="125043"/>
                </a:lnTo>
                <a:lnTo>
                  <a:pt x="441760" y="125048"/>
                </a:lnTo>
                <a:lnTo>
                  <a:pt x="442380" y="125044"/>
                </a:lnTo>
                <a:lnTo>
                  <a:pt x="442994" y="125034"/>
                </a:lnTo>
                <a:lnTo>
                  <a:pt x="443601" y="125017"/>
                </a:lnTo>
                <a:lnTo>
                  <a:pt x="444203" y="124994"/>
                </a:lnTo>
                <a:lnTo>
                  <a:pt x="444798" y="124964"/>
                </a:lnTo>
                <a:lnTo>
                  <a:pt x="445387" y="124927"/>
                </a:lnTo>
                <a:lnTo>
                  <a:pt x="445970" y="124883"/>
                </a:lnTo>
                <a:lnTo>
                  <a:pt x="446546" y="124833"/>
                </a:lnTo>
                <a:lnTo>
                  <a:pt x="447117" y="124776"/>
                </a:lnTo>
                <a:lnTo>
                  <a:pt x="447682" y="124713"/>
                </a:lnTo>
                <a:lnTo>
                  <a:pt x="448240" y="124642"/>
                </a:lnTo>
                <a:lnTo>
                  <a:pt x="448792" y="124565"/>
                </a:lnTo>
                <a:lnTo>
                  <a:pt x="449338" y="124482"/>
                </a:lnTo>
                <a:lnTo>
                  <a:pt x="449878" y="124391"/>
                </a:lnTo>
                <a:lnTo>
                  <a:pt x="450412" y="124294"/>
                </a:lnTo>
                <a:lnTo>
                  <a:pt x="450940" y="124190"/>
                </a:lnTo>
                <a:lnTo>
                  <a:pt x="451461" y="124080"/>
                </a:lnTo>
                <a:lnTo>
                  <a:pt x="451977" y="123963"/>
                </a:lnTo>
                <a:lnTo>
                  <a:pt x="452486" y="123839"/>
                </a:lnTo>
                <a:lnTo>
                  <a:pt x="452989" y="123708"/>
                </a:lnTo>
                <a:lnTo>
                  <a:pt x="453486" y="123571"/>
                </a:lnTo>
                <a:lnTo>
                  <a:pt x="453977" y="123427"/>
                </a:lnTo>
                <a:lnTo>
                  <a:pt x="454462" y="123276"/>
                </a:lnTo>
                <a:lnTo>
                  <a:pt x="454940" y="123119"/>
                </a:lnTo>
                <a:lnTo>
                  <a:pt x="455413" y="122956"/>
                </a:lnTo>
                <a:lnTo>
                  <a:pt x="455880" y="122789"/>
                </a:lnTo>
                <a:lnTo>
                  <a:pt x="456341" y="122619"/>
                </a:lnTo>
                <a:lnTo>
                  <a:pt x="456797" y="122445"/>
                </a:lnTo>
                <a:lnTo>
                  <a:pt x="457248" y="122266"/>
                </a:lnTo>
                <a:lnTo>
                  <a:pt x="457693" y="122084"/>
                </a:lnTo>
                <a:lnTo>
                  <a:pt x="458132" y="121898"/>
                </a:lnTo>
                <a:lnTo>
                  <a:pt x="458565" y="121708"/>
                </a:lnTo>
                <a:lnTo>
                  <a:pt x="458994" y="121514"/>
                </a:lnTo>
                <a:lnTo>
                  <a:pt x="459416" y="121316"/>
                </a:lnTo>
                <a:lnTo>
                  <a:pt x="459833" y="121114"/>
                </a:lnTo>
                <a:lnTo>
                  <a:pt x="460244" y="120909"/>
                </a:lnTo>
                <a:lnTo>
                  <a:pt x="460650" y="120699"/>
                </a:lnTo>
                <a:lnTo>
                  <a:pt x="461050" y="120486"/>
                </a:lnTo>
                <a:lnTo>
                  <a:pt x="461445" y="120268"/>
                </a:lnTo>
                <a:lnTo>
                  <a:pt x="461834" y="120047"/>
                </a:lnTo>
                <a:lnTo>
                  <a:pt x="462217" y="119822"/>
                </a:lnTo>
                <a:lnTo>
                  <a:pt x="462595" y="119593"/>
                </a:lnTo>
                <a:lnTo>
                  <a:pt x="462967" y="119360"/>
                </a:lnTo>
                <a:lnTo>
                  <a:pt x="463334" y="119123"/>
                </a:lnTo>
                <a:lnTo>
                  <a:pt x="463695" y="118882"/>
                </a:lnTo>
                <a:lnTo>
                  <a:pt x="464050" y="118637"/>
                </a:lnTo>
                <a:lnTo>
                  <a:pt x="464400" y="118389"/>
                </a:lnTo>
                <a:lnTo>
                  <a:pt x="464745" y="118136"/>
                </a:lnTo>
                <a:lnTo>
                  <a:pt x="465083" y="117882"/>
                </a:lnTo>
                <a:lnTo>
                  <a:pt x="465415" y="117627"/>
                </a:lnTo>
                <a:lnTo>
                  <a:pt x="465742" y="117373"/>
                </a:lnTo>
                <a:lnTo>
                  <a:pt x="466062" y="117118"/>
                </a:lnTo>
                <a:lnTo>
                  <a:pt x="466376" y="116864"/>
                </a:lnTo>
                <a:lnTo>
                  <a:pt x="466683" y="116609"/>
                </a:lnTo>
                <a:lnTo>
                  <a:pt x="466985" y="116355"/>
                </a:lnTo>
                <a:lnTo>
                  <a:pt x="467281" y="116100"/>
                </a:lnTo>
                <a:lnTo>
                  <a:pt x="467570" y="115846"/>
                </a:lnTo>
                <a:lnTo>
                  <a:pt x="467853" y="115591"/>
                </a:lnTo>
                <a:lnTo>
                  <a:pt x="468130" y="115337"/>
                </a:lnTo>
                <a:lnTo>
                  <a:pt x="468401" y="115082"/>
                </a:lnTo>
                <a:lnTo>
                  <a:pt x="468666" y="114828"/>
                </a:lnTo>
                <a:lnTo>
                  <a:pt x="468925" y="114573"/>
                </a:lnTo>
                <a:lnTo>
                  <a:pt x="469177" y="114319"/>
                </a:lnTo>
                <a:lnTo>
                  <a:pt x="469424" y="114064"/>
                </a:lnTo>
                <a:lnTo>
                  <a:pt x="469664" y="113810"/>
                </a:lnTo>
                <a:lnTo>
                  <a:pt x="469898" y="113555"/>
                </a:lnTo>
                <a:lnTo>
                  <a:pt x="470126" y="113301"/>
                </a:lnTo>
                <a:lnTo>
                  <a:pt x="470348" y="113046"/>
                </a:lnTo>
                <a:lnTo>
                  <a:pt x="470564" y="112792"/>
                </a:lnTo>
                <a:lnTo>
                  <a:pt x="470773" y="112537"/>
                </a:lnTo>
                <a:lnTo>
                  <a:pt x="470977" y="112283"/>
                </a:lnTo>
                <a:lnTo>
                  <a:pt x="471174" y="112028"/>
                </a:lnTo>
                <a:lnTo>
                  <a:pt x="462173" y="98366"/>
                </a:lnTo>
                <a:lnTo>
                  <a:pt x="461889" y="98672"/>
                </a:lnTo>
                <a:lnTo>
                  <a:pt x="461601" y="98972"/>
                </a:lnTo>
                <a:lnTo>
                  <a:pt x="461307" y="99266"/>
                </a:lnTo>
                <a:lnTo>
                  <a:pt x="461009" y="99555"/>
                </a:lnTo>
                <a:lnTo>
                  <a:pt x="460706" y="99839"/>
                </a:lnTo>
                <a:lnTo>
                  <a:pt x="460397" y="100117"/>
                </a:lnTo>
                <a:lnTo>
                  <a:pt x="460084" y="100390"/>
                </a:lnTo>
                <a:lnTo>
                  <a:pt x="459766" y="100657"/>
                </a:lnTo>
                <a:lnTo>
                  <a:pt x="459444" y="100919"/>
                </a:lnTo>
                <a:lnTo>
                  <a:pt x="459116" y="101175"/>
                </a:lnTo>
                <a:lnTo>
                  <a:pt x="458783" y="101426"/>
                </a:lnTo>
                <a:lnTo>
                  <a:pt x="458446" y="101671"/>
                </a:lnTo>
                <a:lnTo>
                  <a:pt x="458104" y="101911"/>
                </a:lnTo>
                <a:lnTo>
                  <a:pt x="457757" y="102146"/>
                </a:lnTo>
                <a:lnTo>
                  <a:pt x="457404" y="102375"/>
                </a:lnTo>
                <a:lnTo>
                  <a:pt x="457047" y="102599"/>
                </a:lnTo>
                <a:lnTo>
                  <a:pt x="456686" y="102817"/>
                </a:lnTo>
                <a:lnTo>
                  <a:pt x="456319" y="103030"/>
                </a:lnTo>
                <a:lnTo>
                  <a:pt x="455947" y="103237"/>
                </a:lnTo>
                <a:lnTo>
                  <a:pt x="455571" y="103439"/>
                </a:lnTo>
                <a:lnTo>
                  <a:pt x="455189" y="103636"/>
                </a:lnTo>
                <a:lnTo>
                  <a:pt x="454803" y="103827"/>
                </a:lnTo>
                <a:lnTo>
                  <a:pt x="454412" y="104013"/>
                </a:lnTo>
                <a:lnTo>
                  <a:pt x="454016" y="104193"/>
                </a:lnTo>
                <a:lnTo>
                  <a:pt x="453615" y="104367"/>
                </a:lnTo>
                <a:lnTo>
                  <a:pt x="453211" y="104533"/>
                </a:lnTo>
                <a:lnTo>
                  <a:pt x="452802" y="104692"/>
                </a:lnTo>
                <a:lnTo>
                  <a:pt x="452390" y="104844"/>
                </a:lnTo>
                <a:lnTo>
                  <a:pt x="451973" y="104988"/>
                </a:lnTo>
                <a:lnTo>
                  <a:pt x="451552" y="105125"/>
                </a:lnTo>
                <a:lnTo>
                  <a:pt x="451127" y="105254"/>
                </a:lnTo>
                <a:lnTo>
                  <a:pt x="450699" y="105376"/>
                </a:lnTo>
                <a:lnTo>
                  <a:pt x="450266" y="105491"/>
                </a:lnTo>
                <a:lnTo>
                  <a:pt x="449829" y="105598"/>
                </a:lnTo>
                <a:lnTo>
                  <a:pt x="449388" y="105698"/>
                </a:lnTo>
                <a:lnTo>
                  <a:pt x="448943" y="105790"/>
                </a:lnTo>
                <a:lnTo>
                  <a:pt x="448494" y="105875"/>
                </a:lnTo>
                <a:lnTo>
                  <a:pt x="448041" y="105953"/>
                </a:lnTo>
                <a:lnTo>
                  <a:pt x="447584" y="106023"/>
                </a:lnTo>
                <a:lnTo>
                  <a:pt x="447122" y="106086"/>
                </a:lnTo>
                <a:lnTo>
                  <a:pt x="446657" y="106141"/>
                </a:lnTo>
                <a:lnTo>
                  <a:pt x="446188" y="106189"/>
                </a:lnTo>
                <a:lnTo>
                  <a:pt x="445715" y="106230"/>
                </a:lnTo>
                <a:lnTo>
                  <a:pt x="445237" y="106263"/>
                </a:lnTo>
                <a:lnTo>
                  <a:pt x="444756" y="106289"/>
                </a:lnTo>
                <a:lnTo>
                  <a:pt x="444270" y="106308"/>
                </a:lnTo>
                <a:lnTo>
                  <a:pt x="443781" y="106319"/>
                </a:lnTo>
                <a:lnTo>
                  <a:pt x="443287" y="106323"/>
                </a:lnTo>
                <a:lnTo>
                  <a:pt x="442961" y="106321"/>
                </a:lnTo>
                <a:lnTo>
                  <a:pt x="442638" y="106315"/>
                </a:lnTo>
                <a:lnTo>
                  <a:pt x="442318" y="106306"/>
                </a:lnTo>
                <a:lnTo>
                  <a:pt x="442001" y="106292"/>
                </a:lnTo>
                <a:lnTo>
                  <a:pt x="441688" y="106275"/>
                </a:lnTo>
                <a:lnTo>
                  <a:pt x="441379" y="106255"/>
                </a:lnTo>
                <a:lnTo>
                  <a:pt x="441072" y="106230"/>
                </a:lnTo>
                <a:lnTo>
                  <a:pt x="440769" y="106202"/>
                </a:lnTo>
                <a:lnTo>
                  <a:pt x="440469" y="106170"/>
                </a:lnTo>
                <a:lnTo>
                  <a:pt x="440173" y="106134"/>
                </a:lnTo>
                <a:lnTo>
                  <a:pt x="439880" y="106095"/>
                </a:lnTo>
                <a:lnTo>
                  <a:pt x="439590" y="106051"/>
                </a:lnTo>
                <a:lnTo>
                  <a:pt x="439304" y="106004"/>
                </a:lnTo>
                <a:lnTo>
                  <a:pt x="439021" y="105953"/>
                </a:lnTo>
                <a:lnTo>
                  <a:pt x="438742" y="105899"/>
                </a:lnTo>
                <a:lnTo>
                  <a:pt x="438465" y="105840"/>
                </a:lnTo>
                <a:lnTo>
                  <a:pt x="438192" y="105778"/>
                </a:lnTo>
                <a:lnTo>
                  <a:pt x="437923" y="105712"/>
                </a:lnTo>
                <a:lnTo>
                  <a:pt x="437657" y="105643"/>
                </a:lnTo>
                <a:lnTo>
                  <a:pt x="437394" y="105569"/>
                </a:lnTo>
                <a:lnTo>
                  <a:pt x="437134" y="105492"/>
                </a:lnTo>
                <a:lnTo>
                  <a:pt x="436878" y="105411"/>
                </a:lnTo>
                <a:lnTo>
                  <a:pt x="436625" y="105326"/>
                </a:lnTo>
                <a:lnTo>
                  <a:pt x="436376" y="105238"/>
                </a:lnTo>
                <a:lnTo>
                  <a:pt x="436130" y="105145"/>
                </a:lnTo>
                <a:lnTo>
                  <a:pt x="435887" y="105047"/>
                </a:lnTo>
                <a:lnTo>
                  <a:pt x="435647" y="104944"/>
                </a:lnTo>
                <a:lnTo>
                  <a:pt x="435410" y="104836"/>
                </a:lnTo>
                <a:lnTo>
                  <a:pt x="435177" y="104723"/>
                </a:lnTo>
                <a:lnTo>
                  <a:pt x="434947" y="104605"/>
                </a:lnTo>
                <a:lnTo>
                  <a:pt x="434720" y="104482"/>
                </a:lnTo>
                <a:lnTo>
                  <a:pt x="434496" y="104354"/>
                </a:lnTo>
                <a:lnTo>
                  <a:pt x="434276" y="104220"/>
                </a:lnTo>
                <a:lnTo>
                  <a:pt x="434058" y="104082"/>
                </a:lnTo>
                <a:lnTo>
                  <a:pt x="433844" y="103939"/>
                </a:lnTo>
                <a:lnTo>
                  <a:pt x="433633" y="103791"/>
                </a:lnTo>
                <a:lnTo>
                  <a:pt x="433426" y="103638"/>
                </a:lnTo>
                <a:lnTo>
                  <a:pt x="433221" y="103480"/>
                </a:lnTo>
                <a:lnTo>
                  <a:pt x="433020" y="103316"/>
                </a:lnTo>
                <a:lnTo>
                  <a:pt x="432822" y="103148"/>
                </a:lnTo>
                <a:lnTo>
                  <a:pt x="432627" y="102975"/>
                </a:lnTo>
                <a:lnTo>
                  <a:pt x="432435" y="102797"/>
                </a:lnTo>
                <a:lnTo>
                  <a:pt x="432247" y="102613"/>
                </a:lnTo>
                <a:lnTo>
                  <a:pt x="432062" y="102425"/>
                </a:lnTo>
                <a:lnTo>
                  <a:pt x="431880" y="102231"/>
                </a:lnTo>
                <a:lnTo>
                  <a:pt x="431701" y="102033"/>
                </a:lnTo>
                <a:lnTo>
                  <a:pt x="431525" y="101830"/>
                </a:lnTo>
                <a:lnTo>
                  <a:pt x="431353" y="101621"/>
                </a:lnTo>
                <a:lnTo>
                  <a:pt x="431184" y="101408"/>
                </a:lnTo>
                <a:lnTo>
                  <a:pt x="431019" y="101189"/>
                </a:lnTo>
                <a:lnTo>
                  <a:pt x="430856" y="100964"/>
                </a:lnTo>
                <a:lnTo>
                  <a:pt x="430698" y="100735"/>
                </a:lnTo>
                <a:lnTo>
                  <a:pt x="430543" y="100500"/>
                </a:lnTo>
                <a:lnTo>
                  <a:pt x="430391" y="100260"/>
                </a:lnTo>
                <a:lnTo>
                  <a:pt x="430243" y="100015"/>
                </a:lnTo>
                <a:lnTo>
                  <a:pt x="430099" y="99764"/>
                </a:lnTo>
                <a:lnTo>
                  <a:pt x="429957" y="99508"/>
                </a:lnTo>
                <a:lnTo>
                  <a:pt x="429820" y="99247"/>
                </a:lnTo>
                <a:lnTo>
                  <a:pt x="429686" y="98980"/>
                </a:lnTo>
                <a:lnTo>
                  <a:pt x="429555" y="98708"/>
                </a:lnTo>
                <a:lnTo>
                  <a:pt x="429428" y="98431"/>
                </a:lnTo>
                <a:lnTo>
                  <a:pt x="429304" y="98148"/>
                </a:lnTo>
                <a:lnTo>
                  <a:pt x="429184" y="97860"/>
                </a:lnTo>
                <a:lnTo>
                  <a:pt x="429067" y="97567"/>
                </a:lnTo>
                <a:lnTo>
                  <a:pt x="428954" y="97269"/>
                </a:lnTo>
                <a:lnTo>
                  <a:pt x="428844" y="96965"/>
                </a:lnTo>
                <a:lnTo>
                  <a:pt x="428738" y="96656"/>
                </a:lnTo>
                <a:lnTo>
                  <a:pt x="428635" y="96342"/>
                </a:lnTo>
                <a:lnTo>
                  <a:pt x="428536" y="96022"/>
                </a:lnTo>
                <a:lnTo>
                  <a:pt x="428440" y="95697"/>
                </a:lnTo>
                <a:lnTo>
                  <a:pt x="428348" y="95367"/>
                </a:lnTo>
                <a:lnTo>
                  <a:pt x="428259" y="95031"/>
                </a:lnTo>
                <a:lnTo>
                  <a:pt x="428174" y="94690"/>
                </a:lnTo>
                <a:lnTo>
                  <a:pt x="428092" y="94341"/>
                </a:lnTo>
                <a:lnTo>
                  <a:pt x="428014" y="93986"/>
                </a:lnTo>
                <a:lnTo>
                  <a:pt x="427940" y="93624"/>
                </a:lnTo>
                <a:lnTo>
                  <a:pt x="427869" y="93255"/>
                </a:lnTo>
                <a:lnTo>
                  <a:pt x="427802" y="92879"/>
                </a:lnTo>
                <a:lnTo>
                  <a:pt x="427738" y="92496"/>
                </a:lnTo>
                <a:lnTo>
                  <a:pt x="427679" y="92107"/>
                </a:lnTo>
                <a:lnTo>
                  <a:pt x="427622" y="91711"/>
                </a:lnTo>
                <a:lnTo>
                  <a:pt x="427570" y="91307"/>
                </a:lnTo>
                <a:lnTo>
                  <a:pt x="427521" y="90897"/>
                </a:lnTo>
                <a:lnTo>
                  <a:pt x="427475" y="90481"/>
                </a:lnTo>
                <a:lnTo>
                  <a:pt x="427434" y="90057"/>
                </a:lnTo>
                <a:lnTo>
                  <a:pt x="427396" y="89626"/>
                </a:lnTo>
                <a:lnTo>
                  <a:pt x="427361" y="89189"/>
                </a:lnTo>
                <a:lnTo>
                  <a:pt x="427330" y="88745"/>
                </a:lnTo>
                <a:lnTo>
                  <a:pt x="427303" y="88294"/>
                </a:lnTo>
                <a:lnTo>
                  <a:pt x="427280" y="87836"/>
                </a:lnTo>
                <a:lnTo>
                  <a:pt x="427262" y="87437"/>
                </a:lnTo>
                <a:lnTo>
                  <a:pt x="472460" y="87437"/>
                </a:lnTo>
                <a:lnTo>
                  <a:pt x="472460" y="77150"/>
                </a:lnTo>
                <a:lnTo>
                  <a:pt x="472456" y="76284"/>
                </a:lnTo>
                <a:lnTo>
                  <a:pt x="472445" y="75427"/>
                </a:lnTo>
                <a:lnTo>
                  <a:pt x="472427" y="74578"/>
                </a:lnTo>
                <a:close/>
                <a:moveTo>
                  <a:pt x="427433" y="70908"/>
                </a:moveTo>
                <a:lnTo>
                  <a:pt x="427465" y="70463"/>
                </a:lnTo>
                <a:lnTo>
                  <a:pt x="427500" y="70024"/>
                </a:lnTo>
                <a:lnTo>
                  <a:pt x="427537" y="69592"/>
                </a:lnTo>
                <a:lnTo>
                  <a:pt x="427576" y="69166"/>
                </a:lnTo>
                <a:lnTo>
                  <a:pt x="427617" y="68747"/>
                </a:lnTo>
                <a:lnTo>
                  <a:pt x="427661" y="68333"/>
                </a:lnTo>
                <a:lnTo>
                  <a:pt x="427707" y="67926"/>
                </a:lnTo>
                <a:lnTo>
                  <a:pt x="427755" y="67526"/>
                </a:lnTo>
                <a:lnTo>
                  <a:pt x="427805" y="67131"/>
                </a:lnTo>
                <a:lnTo>
                  <a:pt x="427857" y="66743"/>
                </a:lnTo>
                <a:lnTo>
                  <a:pt x="427912" y="66361"/>
                </a:lnTo>
                <a:lnTo>
                  <a:pt x="427969" y="65985"/>
                </a:lnTo>
                <a:lnTo>
                  <a:pt x="428029" y="65615"/>
                </a:lnTo>
                <a:lnTo>
                  <a:pt x="428092" y="65251"/>
                </a:lnTo>
                <a:lnTo>
                  <a:pt x="428156" y="64892"/>
                </a:lnTo>
                <a:lnTo>
                  <a:pt x="428224" y="64540"/>
                </a:lnTo>
                <a:lnTo>
                  <a:pt x="428294" y="64194"/>
                </a:lnTo>
                <a:lnTo>
                  <a:pt x="428366" y="63854"/>
                </a:lnTo>
                <a:lnTo>
                  <a:pt x="428441" y="63520"/>
                </a:lnTo>
                <a:lnTo>
                  <a:pt x="428519" y="63192"/>
                </a:lnTo>
                <a:lnTo>
                  <a:pt x="428599" y="62870"/>
                </a:lnTo>
                <a:lnTo>
                  <a:pt x="428681" y="62554"/>
                </a:lnTo>
                <a:lnTo>
                  <a:pt x="428766" y="62244"/>
                </a:lnTo>
                <a:lnTo>
                  <a:pt x="428853" y="61940"/>
                </a:lnTo>
                <a:lnTo>
                  <a:pt x="428943" y="61642"/>
                </a:lnTo>
                <a:lnTo>
                  <a:pt x="429036" y="61350"/>
                </a:lnTo>
                <a:lnTo>
                  <a:pt x="429131" y="61063"/>
                </a:lnTo>
                <a:lnTo>
                  <a:pt x="429228" y="60783"/>
                </a:lnTo>
                <a:lnTo>
                  <a:pt x="429328" y="60509"/>
                </a:lnTo>
                <a:lnTo>
                  <a:pt x="429431" y="60241"/>
                </a:lnTo>
                <a:lnTo>
                  <a:pt x="429536" y="59979"/>
                </a:lnTo>
                <a:lnTo>
                  <a:pt x="429644" y="59723"/>
                </a:lnTo>
                <a:lnTo>
                  <a:pt x="429754" y="59473"/>
                </a:lnTo>
                <a:lnTo>
                  <a:pt x="429866" y="59229"/>
                </a:lnTo>
                <a:lnTo>
                  <a:pt x="429982" y="58990"/>
                </a:lnTo>
                <a:lnTo>
                  <a:pt x="430101" y="58757"/>
                </a:lnTo>
                <a:lnTo>
                  <a:pt x="430223" y="58529"/>
                </a:lnTo>
                <a:lnTo>
                  <a:pt x="430349" y="58307"/>
                </a:lnTo>
                <a:lnTo>
                  <a:pt x="430477" y="58090"/>
                </a:lnTo>
                <a:lnTo>
                  <a:pt x="430610" y="57878"/>
                </a:lnTo>
                <a:lnTo>
                  <a:pt x="430745" y="57671"/>
                </a:lnTo>
                <a:lnTo>
                  <a:pt x="430884" y="57470"/>
                </a:lnTo>
                <a:lnTo>
                  <a:pt x="431027" y="57274"/>
                </a:lnTo>
                <a:lnTo>
                  <a:pt x="431172" y="57083"/>
                </a:lnTo>
                <a:lnTo>
                  <a:pt x="431321" y="56898"/>
                </a:lnTo>
                <a:lnTo>
                  <a:pt x="431474" y="56717"/>
                </a:lnTo>
                <a:lnTo>
                  <a:pt x="431629" y="56543"/>
                </a:lnTo>
                <a:lnTo>
                  <a:pt x="431788" y="56373"/>
                </a:lnTo>
                <a:lnTo>
                  <a:pt x="431951" y="56209"/>
                </a:lnTo>
                <a:lnTo>
                  <a:pt x="432117" y="56050"/>
                </a:lnTo>
                <a:lnTo>
                  <a:pt x="432286" y="55896"/>
                </a:lnTo>
                <a:lnTo>
                  <a:pt x="432458" y="55748"/>
                </a:lnTo>
                <a:lnTo>
                  <a:pt x="432634" y="55605"/>
                </a:lnTo>
                <a:lnTo>
                  <a:pt x="432813" y="55467"/>
                </a:lnTo>
                <a:lnTo>
                  <a:pt x="432996" y="55335"/>
                </a:lnTo>
                <a:lnTo>
                  <a:pt x="433181" y="55208"/>
                </a:lnTo>
                <a:lnTo>
                  <a:pt x="433371" y="55086"/>
                </a:lnTo>
                <a:lnTo>
                  <a:pt x="433563" y="54969"/>
                </a:lnTo>
                <a:lnTo>
                  <a:pt x="433759" y="54858"/>
                </a:lnTo>
                <a:lnTo>
                  <a:pt x="433959" y="54751"/>
                </a:lnTo>
                <a:lnTo>
                  <a:pt x="434162" y="54649"/>
                </a:lnTo>
                <a:lnTo>
                  <a:pt x="434369" y="54552"/>
                </a:lnTo>
                <a:lnTo>
                  <a:pt x="434580" y="54460"/>
                </a:lnTo>
                <a:lnTo>
                  <a:pt x="434794" y="54372"/>
                </a:lnTo>
                <a:lnTo>
                  <a:pt x="435011" y="54289"/>
                </a:lnTo>
                <a:lnTo>
                  <a:pt x="435233" y="54210"/>
                </a:lnTo>
                <a:lnTo>
                  <a:pt x="435458" y="54137"/>
                </a:lnTo>
                <a:lnTo>
                  <a:pt x="435687" y="54068"/>
                </a:lnTo>
                <a:lnTo>
                  <a:pt x="435919" y="54004"/>
                </a:lnTo>
                <a:lnTo>
                  <a:pt x="436155" y="53945"/>
                </a:lnTo>
                <a:lnTo>
                  <a:pt x="436394" y="53890"/>
                </a:lnTo>
                <a:lnTo>
                  <a:pt x="436638" y="53840"/>
                </a:lnTo>
                <a:lnTo>
                  <a:pt x="436884" y="53795"/>
                </a:lnTo>
                <a:lnTo>
                  <a:pt x="437135" y="53755"/>
                </a:lnTo>
                <a:lnTo>
                  <a:pt x="437389" y="53719"/>
                </a:lnTo>
                <a:lnTo>
                  <a:pt x="437647" y="53689"/>
                </a:lnTo>
                <a:lnTo>
                  <a:pt x="437908" y="53663"/>
                </a:lnTo>
                <a:lnTo>
                  <a:pt x="438173" y="53641"/>
                </a:lnTo>
                <a:lnTo>
                  <a:pt x="438442" y="53625"/>
                </a:lnTo>
                <a:lnTo>
                  <a:pt x="438714" y="53613"/>
                </a:lnTo>
                <a:lnTo>
                  <a:pt x="438990" y="53606"/>
                </a:lnTo>
                <a:lnTo>
                  <a:pt x="439269" y="53603"/>
                </a:lnTo>
                <a:lnTo>
                  <a:pt x="439601" y="53606"/>
                </a:lnTo>
                <a:lnTo>
                  <a:pt x="439928" y="53616"/>
                </a:lnTo>
                <a:lnTo>
                  <a:pt x="440248" y="53631"/>
                </a:lnTo>
                <a:lnTo>
                  <a:pt x="440564" y="53652"/>
                </a:lnTo>
                <a:lnTo>
                  <a:pt x="440874" y="53680"/>
                </a:lnTo>
                <a:lnTo>
                  <a:pt x="441178" y="53714"/>
                </a:lnTo>
                <a:lnTo>
                  <a:pt x="441476" y="53754"/>
                </a:lnTo>
                <a:lnTo>
                  <a:pt x="441769" y="53800"/>
                </a:lnTo>
                <a:lnTo>
                  <a:pt x="442057" y="53852"/>
                </a:lnTo>
                <a:lnTo>
                  <a:pt x="442338" y="53910"/>
                </a:lnTo>
                <a:lnTo>
                  <a:pt x="442615" y="53975"/>
                </a:lnTo>
                <a:lnTo>
                  <a:pt x="442885" y="54045"/>
                </a:lnTo>
                <a:lnTo>
                  <a:pt x="443151" y="54122"/>
                </a:lnTo>
                <a:lnTo>
                  <a:pt x="443410" y="54205"/>
                </a:lnTo>
                <a:lnTo>
                  <a:pt x="443664" y="54294"/>
                </a:lnTo>
                <a:lnTo>
                  <a:pt x="443912" y="54389"/>
                </a:lnTo>
                <a:lnTo>
                  <a:pt x="444155" y="54490"/>
                </a:lnTo>
                <a:lnTo>
                  <a:pt x="444392" y="54598"/>
                </a:lnTo>
                <a:lnTo>
                  <a:pt x="444624" y="54711"/>
                </a:lnTo>
                <a:lnTo>
                  <a:pt x="444850" y="54831"/>
                </a:lnTo>
                <a:lnTo>
                  <a:pt x="445070" y="54957"/>
                </a:lnTo>
                <a:lnTo>
                  <a:pt x="445285" y="55089"/>
                </a:lnTo>
                <a:lnTo>
                  <a:pt x="445494" y="55227"/>
                </a:lnTo>
                <a:lnTo>
                  <a:pt x="445698" y="55371"/>
                </a:lnTo>
                <a:lnTo>
                  <a:pt x="445897" y="55522"/>
                </a:lnTo>
                <a:lnTo>
                  <a:pt x="446091" y="55679"/>
                </a:lnTo>
                <a:lnTo>
                  <a:pt x="446281" y="55842"/>
                </a:lnTo>
                <a:lnTo>
                  <a:pt x="446466" y="56011"/>
                </a:lnTo>
                <a:lnTo>
                  <a:pt x="446647" y="56186"/>
                </a:lnTo>
                <a:lnTo>
                  <a:pt x="446823" y="56368"/>
                </a:lnTo>
                <a:lnTo>
                  <a:pt x="446995" y="56556"/>
                </a:lnTo>
                <a:lnTo>
                  <a:pt x="447163" y="56751"/>
                </a:lnTo>
                <a:lnTo>
                  <a:pt x="447326" y="56952"/>
                </a:lnTo>
                <a:lnTo>
                  <a:pt x="447484" y="57159"/>
                </a:lnTo>
                <a:lnTo>
                  <a:pt x="447638" y="57372"/>
                </a:lnTo>
                <a:lnTo>
                  <a:pt x="447788" y="57591"/>
                </a:lnTo>
                <a:lnTo>
                  <a:pt x="447933" y="57817"/>
                </a:lnTo>
                <a:lnTo>
                  <a:pt x="448073" y="58049"/>
                </a:lnTo>
                <a:lnTo>
                  <a:pt x="448210" y="58288"/>
                </a:lnTo>
                <a:lnTo>
                  <a:pt x="448341" y="58532"/>
                </a:lnTo>
                <a:lnTo>
                  <a:pt x="448469" y="58783"/>
                </a:lnTo>
                <a:lnTo>
                  <a:pt x="448591" y="59040"/>
                </a:lnTo>
                <a:lnTo>
                  <a:pt x="448710" y="59304"/>
                </a:lnTo>
                <a:lnTo>
                  <a:pt x="448823" y="59574"/>
                </a:lnTo>
                <a:lnTo>
                  <a:pt x="448933" y="59850"/>
                </a:lnTo>
                <a:lnTo>
                  <a:pt x="449038" y="60132"/>
                </a:lnTo>
                <a:lnTo>
                  <a:pt x="449138" y="60421"/>
                </a:lnTo>
                <a:lnTo>
                  <a:pt x="449234" y="60716"/>
                </a:lnTo>
                <a:lnTo>
                  <a:pt x="449326" y="61017"/>
                </a:lnTo>
                <a:lnTo>
                  <a:pt x="449414" y="61324"/>
                </a:lnTo>
                <a:lnTo>
                  <a:pt x="449498" y="61637"/>
                </a:lnTo>
                <a:lnTo>
                  <a:pt x="449578" y="61956"/>
                </a:lnTo>
                <a:lnTo>
                  <a:pt x="449654" y="62281"/>
                </a:lnTo>
                <a:lnTo>
                  <a:pt x="449726" y="62612"/>
                </a:lnTo>
                <a:lnTo>
                  <a:pt x="449795" y="62949"/>
                </a:lnTo>
                <a:lnTo>
                  <a:pt x="449859" y="63292"/>
                </a:lnTo>
                <a:lnTo>
                  <a:pt x="449920" y="63641"/>
                </a:lnTo>
                <a:lnTo>
                  <a:pt x="449976" y="63996"/>
                </a:lnTo>
                <a:lnTo>
                  <a:pt x="450029" y="64357"/>
                </a:lnTo>
                <a:lnTo>
                  <a:pt x="450078" y="64724"/>
                </a:lnTo>
                <a:lnTo>
                  <a:pt x="450123" y="65097"/>
                </a:lnTo>
                <a:lnTo>
                  <a:pt x="450164" y="65476"/>
                </a:lnTo>
                <a:lnTo>
                  <a:pt x="450201" y="65861"/>
                </a:lnTo>
                <a:lnTo>
                  <a:pt x="450234" y="66252"/>
                </a:lnTo>
                <a:lnTo>
                  <a:pt x="450264" y="66649"/>
                </a:lnTo>
                <a:lnTo>
                  <a:pt x="450289" y="67052"/>
                </a:lnTo>
                <a:lnTo>
                  <a:pt x="450311" y="67461"/>
                </a:lnTo>
                <a:lnTo>
                  <a:pt x="450328" y="67876"/>
                </a:lnTo>
                <a:lnTo>
                  <a:pt x="450342" y="68297"/>
                </a:lnTo>
                <a:lnTo>
                  <a:pt x="450352" y="68724"/>
                </a:lnTo>
                <a:lnTo>
                  <a:pt x="450357" y="69157"/>
                </a:lnTo>
                <a:lnTo>
                  <a:pt x="450359" y="69596"/>
                </a:lnTo>
                <a:lnTo>
                  <a:pt x="450359" y="71605"/>
                </a:lnTo>
                <a:lnTo>
                  <a:pt x="427388" y="71605"/>
                </a:lnTo>
                <a:lnTo>
                  <a:pt x="427403" y="71359"/>
                </a:lnTo>
                <a:lnTo>
                  <a:pt x="427433" y="70908"/>
                </a:lnTo>
                <a:close/>
                <a:moveTo>
                  <a:pt x="551264" y="74578"/>
                </a:moveTo>
                <a:lnTo>
                  <a:pt x="551238" y="73739"/>
                </a:lnTo>
                <a:lnTo>
                  <a:pt x="551206" y="72909"/>
                </a:lnTo>
                <a:lnTo>
                  <a:pt x="551166" y="72087"/>
                </a:lnTo>
                <a:lnTo>
                  <a:pt x="551119" y="71275"/>
                </a:lnTo>
                <a:lnTo>
                  <a:pt x="551064" y="70471"/>
                </a:lnTo>
                <a:lnTo>
                  <a:pt x="551003" y="69676"/>
                </a:lnTo>
                <a:lnTo>
                  <a:pt x="550934" y="68890"/>
                </a:lnTo>
                <a:lnTo>
                  <a:pt x="550857" y="68114"/>
                </a:lnTo>
                <a:lnTo>
                  <a:pt x="550774" y="67346"/>
                </a:lnTo>
                <a:lnTo>
                  <a:pt x="550683" y="66587"/>
                </a:lnTo>
                <a:lnTo>
                  <a:pt x="550585" y="65837"/>
                </a:lnTo>
                <a:lnTo>
                  <a:pt x="550480" y="65095"/>
                </a:lnTo>
                <a:lnTo>
                  <a:pt x="550368" y="64363"/>
                </a:lnTo>
                <a:lnTo>
                  <a:pt x="550248" y="63640"/>
                </a:lnTo>
                <a:lnTo>
                  <a:pt x="550121" y="62926"/>
                </a:lnTo>
                <a:lnTo>
                  <a:pt x="549987" y="62220"/>
                </a:lnTo>
                <a:lnTo>
                  <a:pt x="549845" y="61524"/>
                </a:lnTo>
                <a:lnTo>
                  <a:pt x="549697" y="60836"/>
                </a:lnTo>
                <a:lnTo>
                  <a:pt x="549541" y="60157"/>
                </a:lnTo>
                <a:lnTo>
                  <a:pt x="549377" y="59488"/>
                </a:lnTo>
                <a:lnTo>
                  <a:pt x="549207" y="58827"/>
                </a:lnTo>
                <a:lnTo>
                  <a:pt x="549029" y="58175"/>
                </a:lnTo>
                <a:lnTo>
                  <a:pt x="548845" y="57532"/>
                </a:lnTo>
                <a:lnTo>
                  <a:pt x="548653" y="56898"/>
                </a:lnTo>
                <a:lnTo>
                  <a:pt x="548455" y="56272"/>
                </a:lnTo>
                <a:lnTo>
                  <a:pt x="548249" y="55655"/>
                </a:lnTo>
                <a:lnTo>
                  <a:pt x="548037" y="55047"/>
                </a:lnTo>
                <a:lnTo>
                  <a:pt x="547817" y="54448"/>
                </a:lnTo>
                <a:lnTo>
                  <a:pt x="547591" y="53858"/>
                </a:lnTo>
                <a:lnTo>
                  <a:pt x="547357" y="53276"/>
                </a:lnTo>
                <a:lnTo>
                  <a:pt x="547117" y="52703"/>
                </a:lnTo>
                <a:lnTo>
                  <a:pt x="546869" y="52139"/>
                </a:lnTo>
                <a:lnTo>
                  <a:pt x="546615" y="51584"/>
                </a:lnTo>
                <a:lnTo>
                  <a:pt x="546354" y="51038"/>
                </a:lnTo>
                <a:lnTo>
                  <a:pt x="546085" y="50500"/>
                </a:lnTo>
                <a:lnTo>
                  <a:pt x="545810" y="49971"/>
                </a:lnTo>
                <a:lnTo>
                  <a:pt x="545528" y="49451"/>
                </a:lnTo>
                <a:lnTo>
                  <a:pt x="545239" y="48940"/>
                </a:lnTo>
                <a:lnTo>
                  <a:pt x="544943" y="48437"/>
                </a:lnTo>
                <a:lnTo>
                  <a:pt x="544639" y="47944"/>
                </a:lnTo>
                <a:lnTo>
                  <a:pt x="544329" y="47459"/>
                </a:lnTo>
                <a:lnTo>
                  <a:pt x="544012" y="46983"/>
                </a:lnTo>
                <a:lnTo>
                  <a:pt x="543688" y="46515"/>
                </a:lnTo>
                <a:lnTo>
                  <a:pt x="543357" y="46057"/>
                </a:lnTo>
                <a:lnTo>
                  <a:pt x="543019" y="45607"/>
                </a:lnTo>
                <a:lnTo>
                  <a:pt x="542674" y="45166"/>
                </a:lnTo>
                <a:lnTo>
                  <a:pt x="542321" y="44735"/>
                </a:lnTo>
                <a:lnTo>
                  <a:pt x="541961" y="44312"/>
                </a:lnTo>
                <a:lnTo>
                  <a:pt x="541593" y="43899"/>
                </a:lnTo>
                <a:lnTo>
                  <a:pt x="541219" y="43495"/>
                </a:lnTo>
                <a:lnTo>
                  <a:pt x="540836" y="43101"/>
                </a:lnTo>
                <a:lnTo>
                  <a:pt x="540447" y="42715"/>
                </a:lnTo>
                <a:lnTo>
                  <a:pt x="540050" y="42339"/>
                </a:lnTo>
                <a:lnTo>
                  <a:pt x="539645" y="41972"/>
                </a:lnTo>
                <a:lnTo>
                  <a:pt x="539234" y="41614"/>
                </a:lnTo>
                <a:lnTo>
                  <a:pt x="538814" y="41265"/>
                </a:lnTo>
                <a:lnTo>
                  <a:pt x="538388" y="40926"/>
                </a:lnTo>
                <a:lnTo>
                  <a:pt x="537954" y="40595"/>
                </a:lnTo>
                <a:lnTo>
                  <a:pt x="537512" y="40274"/>
                </a:lnTo>
                <a:lnTo>
                  <a:pt x="537064" y="39963"/>
                </a:lnTo>
                <a:lnTo>
                  <a:pt x="536607" y="39660"/>
                </a:lnTo>
                <a:lnTo>
                  <a:pt x="536144" y="39367"/>
                </a:lnTo>
                <a:lnTo>
                  <a:pt x="535673" y="39082"/>
                </a:lnTo>
                <a:lnTo>
                  <a:pt x="535195" y="38807"/>
                </a:lnTo>
                <a:lnTo>
                  <a:pt x="534709" y="38542"/>
                </a:lnTo>
                <a:lnTo>
                  <a:pt x="534216" y="38285"/>
                </a:lnTo>
                <a:lnTo>
                  <a:pt x="533715" y="38038"/>
                </a:lnTo>
                <a:lnTo>
                  <a:pt x="533207" y="37799"/>
                </a:lnTo>
                <a:lnTo>
                  <a:pt x="532692" y="37571"/>
                </a:lnTo>
                <a:lnTo>
                  <a:pt x="532169" y="37351"/>
                </a:lnTo>
                <a:lnTo>
                  <a:pt x="531640" y="37141"/>
                </a:lnTo>
                <a:lnTo>
                  <a:pt x="531104" y="36940"/>
                </a:lnTo>
                <a:lnTo>
                  <a:pt x="530561" y="36748"/>
                </a:lnTo>
                <a:lnTo>
                  <a:pt x="530011" y="36566"/>
                </a:lnTo>
                <a:lnTo>
                  <a:pt x="529455" y="36393"/>
                </a:lnTo>
                <a:lnTo>
                  <a:pt x="528891" y="36229"/>
                </a:lnTo>
                <a:lnTo>
                  <a:pt x="528321" y="36075"/>
                </a:lnTo>
                <a:lnTo>
                  <a:pt x="527744" y="35930"/>
                </a:lnTo>
                <a:lnTo>
                  <a:pt x="527160" y="35794"/>
                </a:lnTo>
                <a:lnTo>
                  <a:pt x="526569" y="35668"/>
                </a:lnTo>
                <a:lnTo>
                  <a:pt x="525971" y="35551"/>
                </a:lnTo>
                <a:lnTo>
                  <a:pt x="525367" y="35444"/>
                </a:lnTo>
                <a:lnTo>
                  <a:pt x="524756" y="35346"/>
                </a:lnTo>
                <a:lnTo>
                  <a:pt x="524137" y="35257"/>
                </a:lnTo>
                <a:lnTo>
                  <a:pt x="523512" y="35177"/>
                </a:lnTo>
                <a:lnTo>
                  <a:pt x="522881" y="35107"/>
                </a:lnTo>
                <a:lnTo>
                  <a:pt x="522242" y="35047"/>
                </a:lnTo>
                <a:lnTo>
                  <a:pt x="521596" y="34995"/>
                </a:lnTo>
                <a:lnTo>
                  <a:pt x="520944" y="34953"/>
                </a:lnTo>
                <a:lnTo>
                  <a:pt x="520285" y="34920"/>
                </a:lnTo>
                <a:lnTo>
                  <a:pt x="519619" y="34897"/>
                </a:lnTo>
                <a:lnTo>
                  <a:pt x="518946" y="34883"/>
                </a:lnTo>
                <a:lnTo>
                  <a:pt x="518266" y="34878"/>
                </a:lnTo>
                <a:lnTo>
                  <a:pt x="517586" y="34883"/>
                </a:lnTo>
                <a:lnTo>
                  <a:pt x="516912" y="34897"/>
                </a:lnTo>
                <a:lnTo>
                  <a:pt x="516244" y="34920"/>
                </a:lnTo>
                <a:lnTo>
                  <a:pt x="515582" y="34953"/>
                </a:lnTo>
                <a:lnTo>
                  <a:pt x="514926" y="34995"/>
                </a:lnTo>
                <a:lnTo>
                  <a:pt x="514276" y="35047"/>
                </a:lnTo>
                <a:lnTo>
                  <a:pt x="513632" y="35107"/>
                </a:lnTo>
                <a:lnTo>
                  <a:pt x="512994" y="35177"/>
                </a:lnTo>
                <a:lnTo>
                  <a:pt x="512362" y="35257"/>
                </a:lnTo>
                <a:lnTo>
                  <a:pt x="511735" y="35346"/>
                </a:lnTo>
                <a:lnTo>
                  <a:pt x="511115" y="35444"/>
                </a:lnTo>
                <a:lnTo>
                  <a:pt x="510501" y="35551"/>
                </a:lnTo>
                <a:lnTo>
                  <a:pt x="509893" y="35668"/>
                </a:lnTo>
                <a:lnTo>
                  <a:pt x="509291" y="35794"/>
                </a:lnTo>
                <a:lnTo>
                  <a:pt x="508695" y="35930"/>
                </a:lnTo>
                <a:lnTo>
                  <a:pt x="508105" y="36075"/>
                </a:lnTo>
                <a:lnTo>
                  <a:pt x="507521" y="36229"/>
                </a:lnTo>
                <a:lnTo>
                  <a:pt x="506943" y="36393"/>
                </a:lnTo>
                <a:lnTo>
                  <a:pt x="506370" y="36566"/>
                </a:lnTo>
                <a:lnTo>
                  <a:pt x="505804" y="36748"/>
                </a:lnTo>
                <a:lnTo>
                  <a:pt x="505244" y="36940"/>
                </a:lnTo>
                <a:lnTo>
                  <a:pt x="504690" y="37141"/>
                </a:lnTo>
                <a:lnTo>
                  <a:pt x="504142" y="37351"/>
                </a:lnTo>
                <a:lnTo>
                  <a:pt x="503600" y="37571"/>
                </a:lnTo>
                <a:lnTo>
                  <a:pt x="503064" y="37800"/>
                </a:lnTo>
                <a:lnTo>
                  <a:pt x="502536" y="38038"/>
                </a:lnTo>
                <a:lnTo>
                  <a:pt x="502015" y="38287"/>
                </a:lnTo>
                <a:lnTo>
                  <a:pt x="501500" y="38545"/>
                </a:lnTo>
                <a:lnTo>
                  <a:pt x="500993" y="38813"/>
                </a:lnTo>
                <a:lnTo>
                  <a:pt x="500493" y="39090"/>
                </a:lnTo>
                <a:lnTo>
                  <a:pt x="500000" y="39377"/>
                </a:lnTo>
                <a:lnTo>
                  <a:pt x="499515" y="39673"/>
                </a:lnTo>
                <a:lnTo>
                  <a:pt x="499036" y="39980"/>
                </a:lnTo>
                <a:lnTo>
                  <a:pt x="498565" y="40295"/>
                </a:lnTo>
                <a:lnTo>
                  <a:pt x="498100" y="40621"/>
                </a:lnTo>
                <a:lnTo>
                  <a:pt x="497643" y="40956"/>
                </a:lnTo>
                <a:lnTo>
                  <a:pt x="497193" y="41301"/>
                </a:lnTo>
                <a:lnTo>
                  <a:pt x="496750" y="41655"/>
                </a:lnTo>
                <a:lnTo>
                  <a:pt x="496314" y="42019"/>
                </a:lnTo>
                <a:lnTo>
                  <a:pt x="495885" y="42392"/>
                </a:lnTo>
                <a:lnTo>
                  <a:pt x="495463" y="42776"/>
                </a:lnTo>
                <a:lnTo>
                  <a:pt x="495049" y="43168"/>
                </a:lnTo>
                <a:lnTo>
                  <a:pt x="494641" y="43571"/>
                </a:lnTo>
                <a:lnTo>
                  <a:pt x="494241" y="43983"/>
                </a:lnTo>
                <a:lnTo>
                  <a:pt x="493848" y="44405"/>
                </a:lnTo>
                <a:lnTo>
                  <a:pt x="493461" y="44836"/>
                </a:lnTo>
                <a:lnTo>
                  <a:pt x="493082" y="45277"/>
                </a:lnTo>
                <a:lnTo>
                  <a:pt x="492710" y="45728"/>
                </a:lnTo>
                <a:lnTo>
                  <a:pt x="492346" y="46187"/>
                </a:lnTo>
                <a:lnTo>
                  <a:pt x="491988" y="46656"/>
                </a:lnTo>
                <a:lnTo>
                  <a:pt x="491637" y="47133"/>
                </a:lnTo>
                <a:lnTo>
                  <a:pt x="491293" y="47619"/>
                </a:lnTo>
                <a:lnTo>
                  <a:pt x="490956" y="48114"/>
                </a:lnTo>
                <a:lnTo>
                  <a:pt x="490626" y="48618"/>
                </a:lnTo>
                <a:lnTo>
                  <a:pt x="490303" y="49131"/>
                </a:lnTo>
                <a:lnTo>
                  <a:pt x="489987" y="49652"/>
                </a:lnTo>
                <a:lnTo>
                  <a:pt x="489678" y="50182"/>
                </a:lnTo>
                <a:lnTo>
                  <a:pt x="489376" y="50721"/>
                </a:lnTo>
                <a:lnTo>
                  <a:pt x="489081" y="51269"/>
                </a:lnTo>
                <a:lnTo>
                  <a:pt x="488793" y="51825"/>
                </a:lnTo>
                <a:lnTo>
                  <a:pt x="488512" y="52390"/>
                </a:lnTo>
                <a:lnTo>
                  <a:pt x="488237" y="52965"/>
                </a:lnTo>
                <a:lnTo>
                  <a:pt x="487970" y="53547"/>
                </a:lnTo>
                <a:lnTo>
                  <a:pt x="487710" y="54139"/>
                </a:lnTo>
                <a:lnTo>
                  <a:pt x="487457" y="54739"/>
                </a:lnTo>
                <a:lnTo>
                  <a:pt x="487211" y="55349"/>
                </a:lnTo>
                <a:lnTo>
                  <a:pt x="486971" y="55967"/>
                </a:lnTo>
                <a:lnTo>
                  <a:pt x="486739" y="56594"/>
                </a:lnTo>
                <a:lnTo>
                  <a:pt x="486514" y="57229"/>
                </a:lnTo>
                <a:lnTo>
                  <a:pt x="486295" y="57873"/>
                </a:lnTo>
                <a:lnTo>
                  <a:pt x="486084" y="58527"/>
                </a:lnTo>
                <a:lnTo>
                  <a:pt x="485879" y="59189"/>
                </a:lnTo>
                <a:lnTo>
                  <a:pt x="485683" y="59860"/>
                </a:lnTo>
                <a:lnTo>
                  <a:pt x="485494" y="60539"/>
                </a:lnTo>
                <a:lnTo>
                  <a:pt x="485314" y="61229"/>
                </a:lnTo>
                <a:lnTo>
                  <a:pt x="485143" y="61927"/>
                </a:lnTo>
                <a:lnTo>
                  <a:pt x="484980" y="62634"/>
                </a:lnTo>
                <a:lnTo>
                  <a:pt x="484825" y="63350"/>
                </a:lnTo>
                <a:lnTo>
                  <a:pt x="484678" y="64075"/>
                </a:lnTo>
                <a:lnTo>
                  <a:pt x="484540" y="64810"/>
                </a:lnTo>
                <a:lnTo>
                  <a:pt x="484410" y="65553"/>
                </a:lnTo>
                <a:lnTo>
                  <a:pt x="484289" y="66306"/>
                </a:lnTo>
                <a:lnTo>
                  <a:pt x="484176" y="67067"/>
                </a:lnTo>
                <a:lnTo>
                  <a:pt x="484071" y="67838"/>
                </a:lnTo>
                <a:lnTo>
                  <a:pt x="483975" y="68618"/>
                </a:lnTo>
                <a:lnTo>
                  <a:pt x="483887" y="69406"/>
                </a:lnTo>
                <a:lnTo>
                  <a:pt x="483808" y="70204"/>
                </a:lnTo>
                <a:lnTo>
                  <a:pt x="483736" y="71011"/>
                </a:lnTo>
                <a:lnTo>
                  <a:pt x="483674" y="71827"/>
                </a:lnTo>
                <a:lnTo>
                  <a:pt x="483619" y="72652"/>
                </a:lnTo>
                <a:lnTo>
                  <a:pt x="483573" y="73486"/>
                </a:lnTo>
                <a:lnTo>
                  <a:pt x="483535" y="74330"/>
                </a:lnTo>
                <a:lnTo>
                  <a:pt x="483506" y="75182"/>
                </a:lnTo>
                <a:lnTo>
                  <a:pt x="483485" y="76043"/>
                </a:lnTo>
                <a:lnTo>
                  <a:pt x="483473" y="76914"/>
                </a:lnTo>
                <a:lnTo>
                  <a:pt x="483469" y="77793"/>
                </a:lnTo>
                <a:lnTo>
                  <a:pt x="483469" y="84946"/>
                </a:lnTo>
                <a:lnTo>
                  <a:pt x="483473" y="85732"/>
                </a:lnTo>
                <a:lnTo>
                  <a:pt x="483486" y="86512"/>
                </a:lnTo>
                <a:lnTo>
                  <a:pt x="483507" y="87284"/>
                </a:lnTo>
                <a:lnTo>
                  <a:pt x="483538" y="88048"/>
                </a:lnTo>
                <a:lnTo>
                  <a:pt x="483577" y="88806"/>
                </a:lnTo>
                <a:lnTo>
                  <a:pt x="483624" y="89556"/>
                </a:lnTo>
                <a:lnTo>
                  <a:pt x="483680" y="90300"/>
                </a:lnTo>
                <a:lnTo>
                  <a:pt x="483745" y="91035"/>
                </a:lnTo>
                <a:lnTo>
                  <a:pt x="483819" y="91764"/>
                </a:lnTo>
                <a:lnTo>
                  <a:pt x="483901" y="92485"/>
                </a:lnTo>
                <a:lnTo>
                  <a:pt x="483992" y="93199"/>
                </a:lnTo>
                <a:lnTo>
                  <a:pt x="484091" y="93906"/>
                </a:lnTo>
                <a:lnTo>
                  <a:pt x="484199" y="94606"/>
                </a:lnTo>
                <a:lnTo>
                  <a:pt x="484316" y="95298"/>
                </a:lnTo>
                <a:lnTo>
                  <a:pt x="484442" y="95983"/>
                </a:lnTo>
                <a:lnTo>
                  <a:pt x="484576" y="96661"/>
                </a:lnTo>
                <a:lnTo>
                  <a:pt x="484719" y="97331"/>
                </a:lnTo>
                <a:lnTo>
                  <a:pt x="484870" y="97995"/>
                </a:lnTo>
                <a:lnTo>
                  <a:pt x="485030" y="98651"/>
                </a:lnTo>
                <a:lnTo>
                  <a:pt x="485199" y="99300"/>
                </a:lnTo>
                <a:lnTo>
                  <a:pt x="485376" y="99941"/>
                </a:lnTo>
                <a:lnTo>
                  <a:pt x="485562" y="100575"/>
                </a:lnTo>
                <a:lnTo>
                  <a:pt x="485757" y="101202"/>
                </a:lnTo>
                <a:lnTo>
                  <a:pt x="485960" y="101822"/>
                </a:lnTo>
                <a:lnTo>
                  <a:pt x="486171" y="102434"/>
                </a:lnTo>
                <a:lnTo>
                  <a:pt x="486391" y="103039"/>
                </a:lnTo>
                <a:lnTo>
                  <a:pt x="486618" y="103636"/>
                </a:lnTo>
                <a:lnTo>
                  <a:pt x="486853" y="104225"/>
                </a:lnTo>
                <a:lnTo>
                  <a:pt x="487096" y="104807"/>
                </a:lnTo>
                <a:lnTo>
                  <a:pt x="487346" y="105381"/>
                </a:lnTo>
                <a:lnTo>
                  <a:pt x="487605" y="105947"/>
                </a:lnTo>
                <a:lnTo>
                  <a:pt x="487871" y="106506"/>
                </a:lnTo>
                <a:lnTo>
                  <a:pt x="488145" y="107056"/>
                </a:lnTo>
                <a:lnTo>
                  <a:pt x="488427" y="107600"/>
                </a:lnTo>
                <a:lnTo>
                  <a:pt x="488716" y="108135"/>
                </a:lnTo>
                <a:lnTo>
                  <a:pt x="489014" y="108663"/>
                </a:lnTo>
                <a:lnTo>
                  <a:pt x="489319" y="109183"/>
                </a:lnTo>
                <a:lnTo>
                  <a:pt x="489632" y="109696"/>
                </a:lnTo>
                <a:lnTo>
                  <a:pt x="489953" y="110201"/>
                </a:lnTo>
                <a:lnTo>
                  <a:pt x="490282" y="110698"/>
                </a:lnTo>
                <a:lnTo>
                  <a:pt x="490618" y="111187"/>
                </a:lnTo>
                <a:lnTo>
                  <a:pt x="490963" y="111669"/>
                </a:lnTo>
                <a:lnTo>
                  <a:pt x="491315" y="112143"/>
                </a:lnTo>
                <a:lnTo>
                  <a:pt x="491675" y="112610"/>
                </a:lnTo>
                <a:lnTo>
                  <a:pt x="492042" y="113069"/>
                </a:lnTo>
                <a:lnTo>
                  <a:pt x="492418" y="113520"/>
                </a:lnTo>
                <a:lnTo>
                  <a:pt x="492801" y="113963"/>
                </a:lnTo>
                <a:lnTo>
                  <a:pt x="493193" y="114399"/>
                </a:lnTo>
                <a:lnTo>
                  <a:pt x="493591" y="114827"/>
                </a:lnTo>
                <a:lnTo>
                  <a:pt x="493998" y="115246"/>
                </a:lnTo>
                <a:lnTo>
                  <a:pt x="494411" y="115657"/>
                </a:lnTo>
                <a:lnTo>
                  <a:pt x="494832" y="116059"/>
                </a:lnTo>
                <a:lnTo>
                  <a:pt x="495261" y="116453"/>
                </a:lnTo>
                <a:lnTo>
                  <a:pt x="495697" y="116838"/>
                </a:lnTo>
                <a:lnTo>
                  <a:pt x="496140" y="117214"/>
                </a:lnTo>
                <a:lnTo>
                  <a:pt x="496590" y="117583"/>
                </a:lnTo>
                <a:lnTo>
                  <a:pt x="497048" y="117942"/>
                </a:lnTo>
                <a:lnTo>
                  <a:pt x="497514" y="118293"/>
                </a:lnTo>
                <a:lnTo>
                  <a:pt x="497986" y="118636"/>
                </a:lnTo>
                <a:lnTo>
                  <a:pt x="498467" y="118970"/>
                </a:lnTo>
                <a:lnTo>
                  <a:pt x="498954" y="119296"/>
                </a:lnTo>
                <a:lnTo>
                  <a:pt x="499449" y="119613"/>
                </a:lnTo>
                <a:lnTo>
                  <a:pt x="499951" y="119921"/>
                </a:lnTo>
                <a:lnTo>
                  <a:pt x="500461" y="120221"/>
                </a:lnTo>
                <a:lnTo>
                  <a:pt x="500978" y="120513"/>
                </a:lnTo>
                <a:lnTo>
                  <a:pt x="501503" y="120796"/>
                </a:lnTo>
                <a:lnTo>
                  <a:pt x="502035" y="121070"/>
                </a:lnTo>
                <a:lnTo>
                  <a:pt x="502574" y="121336"/>
                </a:lnTo>
                <a:lnTo>
                  <a:pt x="503121" y="121594"/>
                </a:lnTo>
                <a:lnTo>
                  <a:pt x="503675" y="121843"/>
                </a:lnTo>
                <a:lnTo>
                  <a:pt x="504236" y="122083"/>
                </a:lnTo>
                <a:lnTo>
                  <a:pt x="504805" y="122315"/>
                </a:lnTo>
                <a:lnTo>
                  <a:pt x="505382" y="122538"/>
                </a:lnTo>
                <a:lnTo>
                  <a:pt x="505965" y="122752"/>
                </a:lnTo>
                <a:lnTo>
                  <a:pt x="506555" y="122956"/>
                </a:lnTo>
                <a:lnTo>
                  <a:pt x="507153" y="123150"/>
                </a:lnTo>
                <a:lnTo>
                  <a:pt x="507757" y="123335"/>
                </a:lnTo>
                <a:lnTo>
                  <a:pt x="508369" y="123511"/>
                </a:lnTo>
                <a:lnTo>
                  <a:pt x="508988" y="123677"/>
                </a:lnTo>
                <a:lnTo>
                  <a:pt x="509614" y="123833"/>
                </a:lnTo>
                <a:lnTo>
                  <a:pt x="510247" y="123980"/>
                </a:lnTo>
                <a:lnTo>
                  <a:pt x="510887" y="124118"/>
                </a:lnTo>
                <a:lnTo>
                  <a:pt x="511534" y="124246"/>
                </a:lnTo>
                <a:lnTo>
                  <a:pt x="512189" y="124364"/>
                </a:lnTo>
                <a:lnTo>
                  <a:pt x="512850" y="124474"/>
                </a:lnTo>
                <a:lnTo>
                  <a:pt x="513519" y="124573"/>
                </a:lnTo>
                <a:lnTo>
                  <a:pt x="514195" y="124663"/>
                </a:lnTo>
                <a:lnTo>
                  <a:pt x="514878" y="124744"/>
                </a:lnTo>
                <a:lnTo>
                  <a:pt x="515568" y="124815"/>
                </a:lnTo>
                <a:lnTo>
                  <a:pt x="516265" y="124877"/>
                </a:lnTo>
                <a:lnTo>
                  <a:pt x="516969" y="124929"/>
                </a:lnTo>
                <a:lnTo>
                  <a:pt x="517680" y="124972"/>
                </a:lnTo>
                <a:lnTo>
                  <a:pt x="518399" y="125005"/>
                </a:lnTo>
                <a:lnTo>
                  <a:pt x="519125" y="125029"/>
                </a:lnTo>
                <a:lnTo>
                  <a:pt x="519857" y="125043"/>
                </a:lnTo>
                <a:lnTo>
                  <a:pt x="520597" y="125048"/>
                </a:lnTo>
                <a:lnTo>
                  <a:pt x="521217" y="125044"/>
                </a:lnTo>
                <a:lnTo>
                  <a:pt x="521830" y="125034"/>
                </a:lnTo>
                <a:lnTo>
                  <a:pt x="522438" y="125017"/>
                </a:lnTo>
                <a:lnTo>
                  <a:pt x="523039" y="124994"/>
                </a:lnTo>
                <a:lnTo>
                  <a:pt x="523634" y="124964"/>
                </a:lnTo>
                <a:lnTo>
                  <a:pt x="524223" y="124927"/>
                </a:lnTo>
                <a:lnTo>
                  <a:pt x="524806" y="124883"/>
                </a:lnTo>
                <a:lnTo>
                  <a:pt x="525383" y="124833"/>
                </a:lnTo>
                <a:lnTo>
                  <a:pt x="525954" y="124776"/>
                </a:lnTo>
                <a:lnTo>
                  <a:pt x="526518" y="124713"/>
                </a:lnTo>
                <a:lnTo>
                  <a:pt x="527077" y="124642"/>
                </a:lnTo>
                <a:lnTo>
                  <a:pt x="527629" y="124565"/>
                </a:lnTo>
                <a:lnTo>
                  <a:pt x="528175" y="124482"/>
                </a:lnTo>
                <a:lnTo>
                  <a:pt x="528715" y="124391"/>
                </a:lnTo>
                <a:lnTo>
                  <a:pt x="529249" y="124294"/>
                </a:lnTo>
                <a:lnTo>
                  <a:pt x="529776" y="124190"/>
                </a:lnTo>
                <a:lnTo>
                  <a:pt x="530298" y="124080"/>
                </a:lnTo>
                <a:lnTo>
                  <a:pt x="530813" y="123963"/>
                </a:lnTo>
                <a:lnTo>
                  <a:pt x="531323" y="123839"/>
                </a:lnTo>
                <a:lnTo>
                  <a:pt x="531826" y="123708"/>
                </a:lnTo>
                <a:lnTo>
                  <a:pt x="532323" y="123571"/>
                </a:lnTo>
                <a:lnTo>
                  <a:pt x="532814" y="123427"/>
                </a:lnTo>
                <a:lnTo>
                  <a:pt x="533298" y="123276"/>
                </a:lnTo>
                <a:lnTo>
                  <a:pt x="533777" y="123119"/>
                </a:lnTo>
                <a:lnTo>
                  <a:pt x="534250" y="122956"/>
                </a:lnTo>
                <a:lnTo>
                  <a:pt x="534717" y="122789"/>
                </a:lnTo>
                <a:lnTo>
                  <a:pt x="535178" y="122619"/>
                </a:lnTo>
                <a:lnTo>
                  <a:pt x="535634" y="122445"/>
                </a:lnTo>
                <a:lnTo>
                  <a:pt x="536085" y="122266"/>
                </a:lnTo>
                <a:lnTo>
                  <a:pt x="536529" y="122084"/>
                </a:lnTo>
                <a:lnTo>
                  <a:pt x="536969" y="121898"/>
                </a:lnTo>
                <a:lnTo>
                  <a:pt x="537402" y="121708"/>
                </a:lnTo>
                <a:lnTo>
                  <a:pt x="537830" y="121514"/>
                </a:lnTo>
                <a:lnTo>
                  <a:pt x="538253" y="121316"/>
                </a:lnTo>
                <a:lnTo>
                  <a:pt x="538670" y="121114"/>
                </a:lnTo>
                <a:lnTo>
                  <a:pt x="539081" y="120909"/>
                </a:lnTo>
                <a:lnTo>
                  <a:pt x="539487" y="120699"/>
                </a:lnTo>
                <a:lnTo>
                  <a:pt x="539887" y="120486"/>
                </a:lnTo>
                <a:lnTo>
                  <a:pt x="540281" y="120268"/>
                </a:lnTo>
                <a:lnTo>
                  <a:pt x="540670" y="120047"/>
                </a:lnTo>
                <a:lnTo>
                  <a:pt x="541054" y="119822"/>
                </a:lnTo>
                <a:lnTo>
                  <a:pt x="541432" y="119593"/>
                </a:lnTo>
                <a:lnTo>
                  <a:pt x="541804" y="119360"/>
                </a:lnTo>
                <a:lnTo>
                  <a:pt x="542170" y="119123"/>
                </a:lnTo>
                <a:lnTo>
                  <a:pt x="542532" y="118882"/>
                </a:lnTo>
                <a:lnTo>
                  <a:pt x="542887" y="118637"/>
                </a:lnTo>
                <a:lnTo>
                  <a:pt x="543237" y="118389"/>
                </a:lnTo>
                <a:lnTo>
                  <a:pt x="543581" y="118136"/>
                </a:lnTo>
                <a:lnTo>
                  <a:pt x="543920" y="117882"/>
                </a:lnTo>
                <a:lnTo>
                  <a:pt x="544252" y="117627"/>
                </a:lnTo>
                <a:lnTo>
                  <a:pt x="544578" y="117373"/>
                </a:lnTo>
                <a:lnTo>
                  <a:pt x="544898" y="117118"/>
                </a:lnTo>
                <a:lnTo>
                  <a:pt x="545212" y="116864"/>
                </a:lnTo>
                <a:lnTo>
                  <a:pt x="545520" y="116609"/>
                </a:lnTo>
                <a:lnTo>
                  <a:pt x="545822" y="116355"/>
                </a:lnTo>
                <a:lnTo>
                  <a:pt x="546117" y="116100"/>
                </a:lnTo>
                <a:lnTo>
                  <a:pt x="546407" y="115846"/>
                </a:lnTo>
                <a:lnTo>
                  <a:pt x="546690" y="115591"/>
                </a:lnTo>
                <a:lnTo>
                  <a:pt x="546967" y="115337"/>
                </a:lnTo>
                <a:lnTo>
                  <a:pt x="547238" y="115082"/>
                </a:lnTo>
                <a:lnTo>
                  <a:pt x="547503" y="114828"/>
                </a:lnTo>
                <a:lnTo>
                  <a:pt x="547761" y="114573"/>
                </a:lnTo>
                <a:lnTo>
                  <a:pt x="548014" y="114319"/>
                </a:lnTo>
                <a:lnTo>
                  <a:pt x="548260" y="114064"/>
                </a:lnTo>
                <a:lnTo>
                  <a:pt x="548501" y="113810"/>
                </a:lnTo>
                <a:lnTo>
                  <a:pt x="548735" y="113555"/>
                </a:lnTo>
                <a:lnTo>
                  <a:pt x="548963" y="113301"/>
                </a:lnTo>
                <a:lnTo>
                  <a:pt x="549185" y="113046"/>
                </a:lnTo>
                <a:lnTo>
                  <a:pt x="549400" y="112792"/>
                </a:lnTo>
                <a:lnTo>
                  <a:pt x="549610" y="112537"/>
                </a:lnTo>
                <a:lnTo>
                  <a:pt x="549813" y="112283"/>
                </a:lnTo>
                <a:lnTo>
                  <a:pt x="550011" y="112028"/>
                </a:lnTo>
                <a:lnTo>
                  <a:pt x="541010" y="98366"/>
                </a:lnTo>
                <a:lnTo>
                  <a:pt x="540726" y="98672"/>
                </a:lnTo>
                <a:lnTo>
                  <a:pt x="540437" y="98972"/>
                </a:lnTo>
                <a:lnTo>
                  <a:pt x="540144" y="99266"/>
                </a:lnTo>
                <a:lnTo>
                  <a:pt x="539845" y="99555"/>
                </a:lnTo>
                <a:lnTo>
                  <a:pt x="539542" y="99839"/>
                </a:lnTo>
                <a:lnTo>
                  <a:pt x="539234" y="100117"/>
                </a:lnTo>
                <a:lnTo>
                  <a:pt x="538921" y="100390"/>
                </a:lnTo>
                <a:lnTo>
                  <a:pt x="538603" y="100657"/>
                </a:lnTo>
                <a:lnTo>
                  <a:pt x="538280" y="100919"/>
                </a:lnTo>
                <a:lnTo>
                  <a:pt x="537953" y="101175"/>
                </a:lnTo>
                <a:lnTo>
                  <a:pt x="537620" y="101426"/>
                </a:lnTo>
                <a:lnTo>
                  <a:pt x="537283" y="101671"/>
                </a:lnTo>
                <a:lnTo>
                  <a:pt x="536940" y="101911"/>
                </a:lnTo>
                <a:lnTo>
                  <a:pt x="536593" y="102146"/>
                </a:lnTo>
                <a:lnTo>
                  <a:pt x="536241" y="102375"/>
                </a:lnTo>
                <a:lnTo>
                  <a:pt x="535884" y="102599"/>
                </a:lnTo>
                <a:lnTo>
                  <a:pt x="535522" y="102817"/>
                </a:lnTo>
                <a:lnTo>
                  <a:pt x="535156" y="103030"/>
                </a:lnTo>
                <a:lnTo>
                  <a:pt x="534784" y="103237"/>
                </a:lnTo>
                <a:lnTo>
                  <a:pt x="534407" y="103439"/>
                </a:lnTo>
                <a:lnTo>
                  <a:pt x="534026" y="103636"/>
                </a:lnTo>
                <a:lnTo>
                  <a:pt x="533640" y="103827"/>
                </a:lnTo>
                <a:lnTo>
                  <a:pt x="533249" y="104013"/>
                </a:lnTo>
                <a:lnTo>
                  <a:pt x="532853" y="104193"/>
                </a:lnTo>
                <a:lnTo>
                  <a:pt x="532452" y="104367"/>
                </a:lnTo>
                <a:lnTo>
                  <a:pt x="532048" y="104533"/>
                </a:lnTo>
                <a:lnTo>
                  <a:pt x="531639" y="104692"/>
                </a:lnTo>
                <a:lnTo>
                  <a:pt x="531226" y="104844"/>
                </a:lnTo>
                <a:lnTo>
                  <a:pt x="530810" y="104988"/>
                </a:lnTo>
                <a:lnTo>
                  <a:pt x="530389" y="105125"/>
                </a:lnTo>
                <a:lnTo>
                  <a:pt x="529964" y="105254"/>
                </a:lnTo>
                <a:lnTo>
                  <a:pt x="529535" y="105376"/>
                </a:lnTo>
                <a:lnTo>
                  <a:pt x="529103" y="105491"/>
                </a:lnTo>
                <a:lnTo>
                  <a:pt x="528666" y="105598"/>
                </a:lnTo>
                <a:lnTo>
                  <a:pt x="528225" y="105698"/>
                </a:lnTo>
                <a:lnTo>
                  <a:pt x="527780" y="105790"/>
                </a:lnTo>
                <a:lnTo>
                  <a:pt x="527331" y="105875"/>
                </a:lnTo>
                <a:lnTo>
                  <a:pt x="526877" y="105953"/>
                </a:lnTo>
                <a:lnTo>
                  <a:pt x="526420" y="106023"/>
                </a:lnTo>
                <a:lnTo>
                  <a:pt x="525959" y="106086"/>
                </a:lnTo>
                <a:lnTo>
                  <a:pt x="525494" y="106141"/>
                </a:lnTo>
                <a:lnTo>
                  <a:pt x="525025" y="106189"/>
                </a:lnTo>
                <a:lnTo>
                  <a:pt x="524551" y="106230"/>
                </a:lnTo>
                <a:lnTo>
                  <a:pt x="524074" y="106263"/>
                </a:lnTo>
                <a:lnTo>
                  <a:pt x="523592" y="106289"/>
                </a:lnTo>
                <a:lnTo>
                  <a:pt x="523107" y="106308"/>
                </a:lnTo>
                <a:lnTo>
                  <a:pt x="522618" y="106319"/>
                </a:lnTo>
                <a:lnTo>
                  <a:pt x="522124" y="106323"/>
                </a:lnTo>
                <a:lnTo>
                  <a:pt x="521797" y="106321"/>
                </a:lnTo>
                <a:lnTo>
                  <a:pt x="521474" y="106315"/>
                </a:lnTo>
                <a:lnTo>
                  <a:pt x="521155" y="106306"/>
                </a:lnTo>
                <a:lnTo>
                  <a:pt x="520838" y="106292"/>
                </a:lnTo>
                <a:lnTo>
                  <a:pt x="520525" y="106275"/>
                </a:lnTo>
                <a:lnTo>
                  <a:pt x="520215" y="106255"/>
                </a:lnTo>
                <a:lnTo>
                  <a:pt x="519909" y="106230"/>
                </a:lnTo>
                <a:lnTo>
                  <a:pt x="519606" y="106202"/>
                </a:lnTo>
                <a:lnTo>
                  <a:pt x="519306" y="106170"/>
                </a:lnTo>
                <a:lnTo>
                  <a:pt x="519010" y="106134"/>
                </a:lnTo>
                <a:lnTo>
                  <a:pt x="518717" y="106095"/>
                </a:lnTo>
                <a:lnTo>
                  <a:pt x="518427" y="106051"/>
                </a:lnTo>
                <a:lnTo>
                  <a:pt x="518141" y="106004"/>
                </a:lnTo>
                <a:lnTo>
                  <a:pt x="517858" y="105953"/>
                </a:lnTo>
                <a:lnTo>
                  <a:pt x="517578" y="105899"/>
                </a:lnTo>
                <a:lnTo>
                  <a:pt x="517302" y="105840"/>
                </a:lnTo>
                <a:lnTo>
                  <a:pt x="517029" y="105778"/>
                </a:lnTo>
                <a:lnTo>
                  <a:pt x="516760" y="105712"/>
                </a:lnTo>
                <a:lnTo>
                  <a:pt x="516493" y="105643"/>
                </a:lnTo>
                <a:lnTo>
                  <a:pt x="516231" y="105569"/>
                </a:lnTo>
                <a:lnTo>
                  <a:pt x="515971" y="105492"/>
                </a:lnTo>
                <a:lnTo>
                  <a:pt x="515715" y="105411"/>
                </a:lnTo>
                <a:lnTo>
                  <a:pt x="515462" y="105326"/>
                </a:lnTo>
                <a:lnTo>
                  <a:pt x="515213" y="105238"/>
                </a:lnTo>
                <a:lnTo>
                  <a:pt x="514966" y="105145"/>
                </a:lnTo>
                <a:lnTo>
                  <a:pt x="514723" y="105047"/>
                </a:lnTo>
                <a:lnTo>
                  <a:pt x="514484" y="104944"/>
                </a:lnTo>
                <a:lnTo>
                  <a:pt x="514247" y="104836"/>
                </a:lnTo>
                <a:lnTo>
                  <a:pt x="514014" y="104723"/>
                </a:lnTo>
                <a:lnTo>
                  <a:pt x="513784" y="104605"/>
                </a:lnTo>
                <a:lnTo>
                  <a:pt x="513557" y="104482"/>
                </a:lnTo>
                <a:lnTo>
                  <a:pt x="513333" y="104354"/>
                </a:lnTo>
                <a:lnTo>
                  <a:pt x="513112" y="104220"/>
                </a:lnTo>
                <a:lnTo>
                  <a:pt x="512895" y="104082"/>
                </a:lnTo>
                <a:lnTo>
                  <a:pt x="512681" y="103939"/>
                </a:lnTo>
                <a:lnTo>
                  <a:pt x="512470" y="103791"/>
                </a:lnTo>
                <a:lnTo>
                  <a:pt x="512262" y="103638"/>
                </a:lnTo>
                <a:lnTo>
                  <a:pt x="512058" y="103480"/>
                </a:lnTo>
                <a:lnTo>
                  <a:pt x="511857" y="103316"/>
                </a:lnTo>
                <a:lnTo>
                  <a:pt x="511659" y="103148"/>
                </a:lnTo>
                <a:lnTo>
                  <a:pt x="511464" y="102975"/>
                </a:lnTo>
                <a:lnTo>
                  <a:pt x="511272" y="102797"/>
                </a:lnTo>
                <a:lnTo>
                  <a:pt x="511084" y="102613"/>
                </a:lnTo>
                <a:lnTo>
                  <a:pt x="510899" y="102425"/>
                </a:lnTo>
                <a:lnTo>
                  <a:pt x="510717" y="102231"/>
                </a:lnTo>
                <a:lnTo>
                  <a:pt x="510538" y="102033"/>
                </a:lnTo>
                <a:lnTo>
                  <a:pt x="510362" y="101830"/>
                </a:lnTo>
                <a:lnTo>
                  <a:pt x="510190" y="101621"/>
                </a:lnTo>
                <a:lnTo>
                  <a:pt x="510021" y="101408"/>
                </a:lnTo>
                <a:lnTo>
                  <a:pt x="509855" y="101189"/>
                </a:lnTo>
                <a:lnTo>
                  <a:pt x="509693" y="100964"/>
                </a:lnTo>
                <a:lnTo>
                  <a:pt x="509535" y="100735"/>
                </a:lnTo>
                <a:lnTo>
                  <a:pt x="509380" y="100500"/>
                </a:lnTo>
                <a:lnTo>
                  <a:pt x="509228" y="100260"/>
                </a:lnTo>
                <a:lnTo>
                  <a:pt x="509080" y="100015"/>
                </a:lnTo>
                <a:lnTo>
                  <a:pt x="508935" y="99764"/>
                </a:lnTo>
                <a:lnTo>
                  <a:pt x="508794" y="99508"/>
                </a:lnTo>
                <a:lnTo>
                  <a:pt x="508656" y="99247"/>
                </a:lnTo>
                <a:lnTo>
                  <a:pt x="508522" y="98980"/>
                </a:lnTo>
                <a:lnTo>
                  <a:pt x="508392" y="98708"/>
                </a:lnTo>
                <a:lnTo>
                  <a:pt x="508264" y="98431"/>
                </a:lnTo>
                <a:lnTo>
                  <a:pt x="508141" y="98148"/>
                </a:lnTo>
                <a:lnTo>
                  <a:pt x="508021" y="97860"/>
                </a:lnTo>
                <a:lnTo>
                  <a:pt x="507904" y="97567"/>
                </a:lnTo>
                <a:lnTo>
                  <a:pt x="507791" y="97269"/>
                </a:lnTo>
                <a:lnTo>
                  <a:pt x="507681" y="96965"/>
                </a:lnTo>
                <a:lnTo>
                  <a:pt x="507575" y="96656"/>
                </a:lnTo>
                <a:lnTo>
                  <a:pt x="507472" y="96342"/>
                </a:lnTo>
                <a:lnTo>
                  <a:pt x="507373" y="96022"/>
                </a:lnTo>
                <a:lnTo>
                  <a:pt x="507277" y="95697"/>
                </a:lnTo>
                <a:lnTo>
                  <a:pt x="507185" y="95367"/>
                </a:lnTo>
                <a:lnTo>
                  <a:pt x="507096" y="95031"/>
                </a:lnTo>
                <a:lnTo>
                  <a:pt x="507011" y="94690"/>
                </a:lnTo>
                <a:lnTo>
                  <a:pt x="506929" y="94341"/>
                </a:lnTo>
                <a:lnTo>
                  <a:pt x="506851" y="93986"/>
                </a:lnTo>
                <a:lnTo>
                  <a:pt x="506777" y="93624"/>
                </a:lnTo>
                <a:lnTo>
                  <a:pt x="506706" y="93255"/>
                </a:lnTo>
                <a:lnTo>
                  <a:pt x="506639" y="92879"/>
                </a:lnTo>
                <a:lnTo>
                  <a:pt x="506575" y="92496"/>
                </a:lnTo>
                <a:lnTo>
                  <a:pt x="506515" y="92107"/>
                </a:lnTo>
                <a:lnTo>
                  <a:pt x="506459" y="91711"/>
                </a:lnTo>
                <a:lnTo>
                  <a:pt x="506407" y="91307"/>
                </a:lnTo>
                <a:lnTo>
                  <a:pt x="506358" y="90897"/>
                </a:lnTo>
                <a:lnTo>
                  <a:pt x="506312" y="90481"/>
                </a:lnTo>
                <a:lnTo>
                  <a:pt x="506270" y="90057"/>
                </a:lnTo>
                <a:lnTo>
                  <a:pt x="506232" y="89626"/>
                </a:lnTo>
                <a:lnTo>
                  <a:pt x="506198" y="89189"/>
                </a:lnTo>
                <a:lnTo>
                  <a:pt x="506167" y="88745"/>
                </a:lnTo>
                <a:lnTo>
                  <a:pt x="506140" y="88294"/>
                </a:lnTo>
                <a:lnTo>
                  <a:pt x="506116" y="87836"/>
                </a:lnTo>
                <a:lnTo>
                  <a:pt x="506099" y="87437"/>
                </a:lnTo>
                <a:lnTo>
                  <a:pt x="551296" y="87437"/>
                </a:lnTo>
                <a:lnTo>
                  <a:pt x="551296" y="77150"/>
                </a:lnTo>
                <a:lnTo>
                  <a:pt x="551293" y="76284"/>
                </a:lnTo>
                <a:lnTo>
                  <a:pt x="551282" y="75427"/>
                </a:lnTo>
                <a:lnTo>
                  <a:pt x="551264" y="74578"/>
                </a:lnTo>
                <a:close/>
                <a:moveTo>
                  <a:pt x="506337" y="70024"/>
                </a:moveTo>
                <a:lnTo>
                  <a:pt x="506374" y="69592"/>
                </a:lnTo>
                <a:lnTo>
                  <a:pt x="506413" y="69166"/>
                </a:lnTo>
                <a:lnTo>
                  <a:pt x="506454" y="68747"/>
                </a:lnTo>
                <a:lnTo>
                  <a:pt x="506497" y="68333"/>
                </a:lnTo>
                <a:lnTo>
                  <a:pt x="506543" y="67926"/>
                </a:lnTo>
                <a:lnTo>
                  <a:pt x="506591" y="67526"/>
                </a:lnTo>
                <a:lnTo>
                  <a:pt x="506641" y="67131"/>
                </a:lnTo>
                <a:lnTo>
                  <a:pt x="506694" y="66743"/>
                </a:lnTo>
                <a:lnTo>
                  <a:pt x="506749" y="66361"/>
                </a:lnTo>
                <a:lnTo>
                  <a:pt x="506806" y="65985"/>
                </a:lnTo>
                <a:lnTo>
                  <a:pt x="506866" y="65615"/>
                </a:lnTo>
                <a:lnTo>
                  <a:pt x="506928" y="65251"/>
                </a:lnTo>
                <a:lnTo>
                  <a:pt x="506993" y="64892"/>
                </a:lnTo>
                <a:lnTo>
                  <a:pt x="507061" y="64540"/>
                </a:lnTo>
                <a:lnTo>
                  <a:pt x="507130" y="64194"/>
                </a:lnTo>
                <a:lnTo>
                  <a:pt x="507203" y="63854"/>
                </a:lnTo>
                <a:lnTo>
                  <a:pt x="507278" y="63520"/>
                </a:lnTo>
                <a:lnTo>
                  <a:pt x="507355" y="63192"/>
                </a:lnTo>
                <a:lnTo>
                  <a:pt x="507435" y="62870"/>
                </a:lnTo>
                <a:lnTo>
                  <a:pt x="507518" y="62554"/>
                </a:lnTo>
                <a:lnTo>
                  <a:pt x="507603" y="62244"/>
                </a:lnTo>
                <a:lnTo>
                  <a:pt x="507690" y="61940"/>
                </a:lnTo>
                <a:lnTo>
                  <a:pt x="507780" y="61642"/>
                </a:lnTo>
                <a:lnTo>
                  <a:pt x="507873" y="61350"/>
                </a:lnTo>
                <a:lnTo>
                  <a:pt x="507968" y="61063"/>
                </a:lnTo>
                <a:lnTo>
                  <a:pt x="508065" y="60783"/>
                </a:lnTo>
                <a:lnTo>
                  <a:pt x="508165" y="60509"/>
                </a:lnTo>
                <a:lnTo>
                  <a:pt x="508268" y="60241"/>
                </a:lnTo>
                <a:lnTo>
                  <a:pt x="508373" y="59979"/>
                </a:lnTo>
                <a:lnTo>
                  <a:pt x="508480" y="59723"/>
                </a:lnTo>
                <a:lnTo>
                  <a:pt x="508590" y="59473"/>
                </a:lnTo>
                <a:lnTo>
                  <a:pt x="508703" y="59229"/>
                </a:lnTo>
                <a:lnTo>
                  <a:pt x="508819" y="58990"/>
                </a:lnTo>
                <a:lnTo>
                  <a:pt x="508937" y="58757"/>
                </a:lnTo>
                <a:lnTo>
                  <a:pt x="509060" y="58529"/>
                </a:lnTo>
                <a:lnTo>
                  <a:pt x="509185" y="58307"/>
                </a:lnTo>
                <a:lnTo>
                  <a:pt x="509314" y="58090"/>
                </a:lnTo>
                <a:lnTo>
                  <a:pt x="509446" y="57878"/>
                </a:lnTo>
                <a:lnTo>
                  <a:pt x="509582" y="57671"/>
                </a:lnTo>
                <a:lnTo>
                  <a:pt x="509721" y="57470"/>
                </a:lnTo>
                <a:lnTo>
                  <a:pt x="509863" y="57274"/>
                </a:lnTo>
                <a:lnTo>
                  <a:pt x="510009" y="57083"/>
                </a:lnTo>
                <a:lnTo>
                  <a:pt x="510158" y="56898"/>
                </a:lnTo>
                <a:lnTo>
                  <a:pt x="510310" y="56717"/>
                </a:lnTo>
                <a:lnTo>
                  <a:pt x="510466" y="56543"/>
                </a:lnTo>
                <a:lnTo>
                  <a:pt x="510625" y="56373"/>
                </a:lnTo>
                <a:lnTo>
                  <a:pt x="510788" y="56209"/>
                </a:lnTo>
                <a:lnTo>
                  <a:pt x="510953" y="56050"/>
                </a:lnTo>
                <a:lnTo>
                  <a:pt x="511122" y="55896"/>
                </a:lnTo>
                <a:lnTo>
                  <a:pt x="511295" y="55748"/>
                </a:lnTo>
                <a:lnTo>
                  <a:pt x="511471" y="55605"/>
                </a:lnTo>
                <a:lnTo>
                  <a:pt x="511650" y="55467"/>
                </a:lnTo>
                <a:lnTo>
                  <a:pt x="511832" y="55335"/>
                </a:lnTo>
                <a:lnTo>
                  <a:pt x="512018" y="55208"/>
                </a:lnTo>
                <a:lnTo>
                  <a:pt x="512207" y="55086"/>
                </a:lnTo>
                <a:lnTo>
                  <a:pt x="512400" y="54969"/>
                </a:lnTo>
                <a:lnTo>
                  <a:pt x="512596" y="54858"/>
                </a:lnTo>
                <a:lnTo>
                  <a:pt x="512796" y="54751"/>
                </a:lnTo>
                <a:lnTo>
                  <a:pt x="512999" y="54649"/>
                </a:lnTo>
                <a:lnTo>
                  <a:pt x="513206" y="54552"/>
                </a:lnTo>
                <a:lnTo>
                  <a:pt x="513416" y="54460"/>
                </a:lnTo>
                <a:lnTo>
                  <a:pt x="513630" y="54372"/>
                </a:lnTo>
                <a:lnTo>
                  <a:pt x="513848" y="54289"/>
                </a:lnTo>
                <a:lnTo>
                  <a:pt x="514070" y="54210"/>
                </a:lnTo>
                <a:lnTo>
                  <a:pt x="514295" y="54137"/>
                </a:lnTo>
                <a:lnTo>
                  <a:pt x="514523" y="54068"/>
                </a:lnTo>
                <a:lnTo>
                  <a:pt x="514756" y="54004"/>
                </a:lnTo>
                <a:lnTo>
                  <a:pt x="514992" y="53945"/>
                </a:lnTo>
                <a:lnTo>
                  <a:pt x="515231" y="53890"/>
                </a:lnTo>
                <a:lnTo>
                  <a:pt x="515474" y="53840"/>
                </a:lnTo>
                <a:lnTo>
                  <a:pt x="515721" y="53795"/>
                </a:lnTo>
                <a:lnTo>
                  <a:pt x="515972" y="53755"/>
                </a:lnTo>
                <a:lnTo>
                  <a:pt x="516226" y="53719"/>
                </a:lnTo>
                <a:lnTo>
                  <a:pt x="516483" y="53689"/>
                </a:lnTo>
                <a:lnTo>
                  <a:pt x="516745" y="53663"/>
                </a:lnTo>
                <a:lnTo>
                  <a:pt x="517010" y="53641"/>
                </a:lnTo>
                <a:lnTo>
                  <a:pt x="517278" y="53625"/>
                </a:lnTo>
                <a:lnTo>
                  <a:pt x="517550" y="53613"/>
                </a:lnTo>
                <a:lnTo>
                  <a:pt x="517826" y="53606"/>
                </a:lnTo>
                <a:lnTo>
                  <a:pt x="518106" y="53603"/>
                </a:lnTo>
                <a:lnTo>
                  <a:pt x="518438" y="53606"/>
                </a:lnTo>
                <a:lnTo>
                  <a:pt x="518764" y="53616"/>
                </a:lnTo>
                <a:lnTo>
                  <a:pt x="519085" y="53631"/>
                </a:lnTo>
                <a:lnTo>
                  <a:pt x="519400" y="53652"/>
                </a:lnTo>
                <a:lnTo>
                  <a:pt x="519710" y="53680"/>
                </a:lnTo>
                <a:lnTo>
                  <a:pt x="520014" y="53714"/>
                </a:lnTo>
                <a:lnTo>
                  <a:pt x="520313" y="53754"/>
                </a:lnTo>
                <a:lnTo>
                  <a:pt x="520606" y="53800"/>
                </a:lnTo>
                <a:lnTo>
                  <a:pt x="520893" y="53852"/>
                </a:lnTo>
                <a:lnTo>
                  <a:pt x="521175" y="53910"/>
                </a:lnTo>
                <a:lnTo>
                  <a:pt x="521451" y="53975"/>
                </a:lnTo>
                <a:lnTo>
                  <a:pt x="521722" y="54045"/>
                </a:lnTo>
                <a:lnTo>
                  <a:pt x="521987" y="54122"/>
                </a:lnTo>
                <a:lnTo>
                  <a:pt x="522247" y="54205"/>
                </a:lnTo>
                <a:lnTo>
                  <a:pt x="522501" y="54294"/>
                </a:lnTo>
                <a:lnTo>
                  <a:pt x="522749" y="54389"/>
                </a:lnTo>
                <a:lnTo>
                  <a:pt x="522992" y="54490"/>
                </a:lnTo>
                <a:lnTo>
                  <a:pt x="523229" y="54598"/>
                </a:lnTo>
                <a:lnTo>
                  <a:pt x="523461" y="54711"/>
                </a:lnTo>
                <a:lnTo>
                  <a:pt x="523687" y="54831"/>
                </a:lnTo>
                <a:lnTo>
                  <a:pt x="523907" y="54957"/>
                </a:lnTo>
                <a:lnTo>
                  <a:pt x="524122" y="55089"/>
                </a:lnTo>
                <a:lnTo>
                  <a:pt x="524331" y="55227"/>
                </a:lnTo>
                <a:lnTo>
                  <a:pt x="524535" y="55371"/>
                </a:lnTo>
                <a:lnTo>
                  <a:pt x="524734" y="55522"/>
                </a:lnTo>
                <a:lnTo>
                  <a:pt x="524928" y="55679"/>
                </a:lnTo>
                <a:lnTo>
                  <a:pt x="525118" y="55842"/>
                </a:lnTo>
                <a:lnTo>
                  <a:pt x="525303" y="56011"/>
                </a:lnTo>
                <a:lnTo>
                  <a:pt x="525484" y="56186"/>
                </a:lnTo>
                <a:lnTo>
                  <a:pt x="525660" y="56368"/>
                </a:lnTo>
                <a:lnTo>
                  <a:pt x="525832" y="56556"/>
                </a:lnTo>
                <a:lnTo>
                  <a:pt x="525999" y="56751"/>
                </a:lnTo>
                <a:lnTo>
                  <a:pt x="526162" y="56952"/>
                </a:lnTo>
                <a:lnTo>
                  <a:pt x="526321" y="57159"/>
                </a:lnTo>
                <a:lnTo>
                  <a:pt x="526475" y="57372"/>
                </a:lnTo>
                <a:lnTo>
                  <a:pt x="526624" y="57591"/>
                </a:lnTo>
                <a:lnTo>
                  <a:pt x="526769" y="57817"/>
                </a:lnTo>
                <a:lnTo>
                  <a:pt x="526910" y="58049"/>
                </a:lnTo>
                <a:lnTo>
                  <a:pt x="527046" y="58288"/>
                </a:lnTo>
                <a:lnTo>
                  <a:pt x="527178" y="58532"/>
                </a:lnTo>
                <a:lnTo>
                  <a:pt x="527305" y="58783"/>
                </a:lnTo>
                <a:lnTo>
                  <a:pt x="527428" y="59040"/>
                </a:lnTo>
                <a:lnTo>
                  <a:pt x="527546" y="59304"/>
                </a:lnTo>
                <a:lnTo>
                  <a:pt x="527660" y="59574"/>
                </a:lnTo>
                <a:lnTo>
                  <a:pt x="527770" y="59850"/>
                </a:lnTo>
                <a:lnTo>
                  <a:pt x="527875" y="60132"/>
                </a:lnTo>
                <a:lnTo>
                  <a:pt x="527975" y="60421"/>
                </a:lnTo>
                <a:lnTo>
                  <a:pt x="528071" y="60716"/>
                </a:lnTo>
                <a:lnTo>
                  <a:pt x="528163" y="61017"/>
                </a:lnTo>
                <a:lnTo>
                  <a:pt x="528251" y="61324"/>
                </a:lnTo>
                <a:lnTo>
                  <a:pt x="528335" y="61637"/>
                </a:lnTo>
                <a:lnTo>
                  <a:pt x="528415" y="61956"/>
                </a:lnTo>
                <a:lnTo>
                  <a:pt x="528491" y="62281"/>
                </a:lnTo>
                <a:lnTo>
                  <a:pt x="528563" y="62612"/>
                </a:lnTo>
                <a:lnTo>
                  <a:pt x="528632" y="62949"/>
                </a:lnTo>
                <a:lnTo>
                  <a:pt x="528696" y="63292"/>
                </a:lnTo>
                <a:lnTo>
                  <a:pt x="528757" y="63641"/>
                </a:lnTo>
                <a:lnTo>
                  <a:pt x="528813" y="63996"/>
                </a:lnTo>
                <a:lnTo>
                  <a:pt x="528866" y="64357"/>
                </a:lnTo>
                <a:lnTo>
                  <a:pt x="528915" y="64724"/>
                </a:lnTo>
                <a:lnTo>
                  <a:pt x="528960" y="65097"/>
                </a:lnTo>
                <a:lnTo>
                  <a:pt x="529001" y="65476"/>
                </a:lnTo>
                <a:lnTo>
                  <a:pt x="529038" y="65861"/>
                </a:lnTo>
                <a:lnTo>
                  <a:pt x="529071" y="66252"/>
                </a:lnTo>
                <a:lnTo>
                  <a:pt x="529100" y="66649"/>
                </a:lnTo>
                <a:lnTo>
                  <a:pt x="529126" y="67052"/>
                </a:lnTo>
                <a:lnTo>
                  <a:pt x="529147" y="67461"/>
                </a:lnTo>
                <a:lnTo>
                  <a:pt x="529165" y="67876"/>
                </a:lnTo>
                <a:lnTo>
                  <a:pt x="529178" y="68297"/>
                </a:lnTo>
                <a:lnTo>
                  <a:pt x="529188" y="68724"/>
                </a:lnTo>
                <a:lnTo>
                  <a:pt x="529194" y="69157"/>
                </a:lnTo>
                <a:lnTo>
                  <a:pt x="529196" y="69596"/>
                </a:lnTo>
                <a:lnTo>
                  <a:pt x="529196" y="71605"/>
                </a:lnTo>
                <a:lnTo>
                  <a:pt x="506225" y="71605"/>
                </a:lnTo>
                <a:lnTo>
                  <a:pt x="506240" y="71359"/>
                </a:lnTo>
                <a:lnTo>
                  <a:pt x="506270" y="70908"/>
                </a:lnTo>
                <a:lnTo>
                  <a:pt x="506302" y="70463"/>
                </a:lnTo>
                <a:lnTo>
                  <a:pt x="506337" y="70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o3">
            <a:extLst xmlns:a="http://schemas.openxmlformats.org/drawingml/2006/main">
              <a:ext uri="{FF2B5EF4-FFF2-40B4-BE49-F238E27FC236}">
                <a16:creationId xmlns:a16="http://schemas.microsoft.com/office/drawing/2014/main" id="{875E68E5-7837-46AF-AC3E-FD732EA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427" y="3210341"/>
            <a:ext cx="151319" cy="120226"/>
          </a:xfrm>
          <a:custGeom xmlns:a="http://schemas.openxmlformats.org/drawingml/2006/main">
            <a:pathLst>
              <a:path w="151319" h="120226">
                <a:moveTo>
                  <a:pt x="135394" y="58233"/>
                </a:moveTo>
                <a:lnTo>
                  <a:pt x="135823" y="57981"/>
                </a:lnTo>
                <a:lnTo>
                  <a:pt x="136246" y="57722"/>
                </a:lnTo>
                <a:lnTo>
                  <a:pt x="136663" y="57457"/>
                </a:lnTo>
                <a:lnTo>
                  <a:pt x="137075" y="57186"/>
                </a:lnTo>
                <a:lnTo>
                  <a:pt x="137480" y="56909"/>
                </a:lnTo>
                <a:lnTo>
                  <a:pt x="137880" y="56625"/>
                </a:lnTo>
                <a:lnTo>
                  <a:pt x="138274" y="56336"/>
                </a:lnTo>
                <a:lnTo>
                  <a:pt x="138662" y="56040"/>
                </a:lnTo>
                <a:lnTo>
                  <a:pt x="139044" y="55738"/>
                </a:lnTo>
                <a:lnTo>
                  <a:pt x="139420" y="55431"/>
                </a:lnTo>
                <a:lnTo>
                  <a:pt x="139791" y="55117"/>
                </a:lnTo>
                <a:lnTo>
                  <a:pt x="140155" y="54797"/>
                </a:lnTo>
                <a:lnTo>
                  <a:pt x="140514" y="54470"/>
                </a:lnTo>
                <a:lnTo>
                  <a:pt x="140867" y="54138"/>
                </a:lnTo>
                <a:lnTo>
                  <a:pt x="141214" y="53800"/>
                </a:lnTo>
                <a:lnTo>
                  <a:pt x="141555" y="53455"/>
                </a:lnTo>
                <a:lnTo>
                  <a:pt x="141890" y="53106"/>
                </a:lnTo>
                <a:lnTo>
                  <a:pt x="142218" y="52752"/>
                </a:lnTo>
                <a:lnTo>
                  <a:pt x="142539" y="52396"/>
                </a:lnTo>
                <a:lnTo>
                  <a:pt x="142853" y="52036"/>
                </a:lnTo>
                <a:lnTo>
                  <a:pt x="143161" y="51672"/>
                </a:lnTo>
                <a:lnTo>
                  <a:pt x="143461" y="51305"/>
                </a:lnTo>
                <a:lnTo>
                  <a:pt x="143755" y="50935"/>
                </a:lnTo>
                <a:lnTo>
                  <a:pt x="144042" y="50561"/>
                </a:lnTo>
                <a:lnTo>
                  <a:pt x="144322" y="50184"/>
                </a:lnTo>
                <a:lnTo>
                  <a:pt x="144595" y="49803"/>
                </a:lnTo>
                <a:lnTo>
                  <a:pt x="144862" y="49418"/>
                </a:lnTo>
                <a:lnTo>
                  <a:pt x="145121" y="49031"/>
                </a:lnTo>
                <a:lnTo>
                  <a:pt x="145374" y="48639"/>
                </a:lnTo>
                <a:lnTo>
                  <a:pt x="145620" y="48245"/>
                </a:lnTo>
                <a:lnTo>
                  <a:pt x="145859" y="47846"/>
                </a:lnTo>
                <a:lnTo>
                  <a:pt x="146091" y="47444"/>
                </a:lnTo>
                <a:lnTo>
                  <a:pt x="146317" y="47039"/>
                </a:lnTo>
                <a:lnTo>
                  <a:pt x="146535" y="46631"/>
                </a:lnTo>
                <a:lnTo>
                  <a:pt x="146747" y="46218"/>
                </a:lnTo>
                <a:lnTo>
                  <a:pt x="146952" y="45803"/>
                </a:lnTo>
                <a:lnTo>
                  <a:pt x="147150" y="45384"/>
                </a:lnTo>
                <a:lnTo>
                  <a:pt x="147341" y="44961"/>
                </a:lnTo>
                <a:lnTo>
                  <a:pt x="147525" y="44535"/>
                </a:lnTo>
                <a:lnTo>
                  <a:pt x="147703" y="44105"/>
                </a:lnTo>
                <a:lnTo>
                  <a:pt x="147873" y="43673"/>
                </a:lnTo>
                <a:lnTo>
                  <a:pt x="148037" y="43239"/>
                </a:lnTo>
                <a:lnTo>
                  <a:pt x="148193" y="42804"/>
                </a:lnTo>
                <a:lnTo>
                  <a:pt x="148341" y="42367"/>
                </a:lnTo>
                <a:lnTo>
                  <a:pt x="148483" y="41928"/>
                </a:lnTo>
                <a:lnTo>
                  <a:pt x="148617" y="41488"/>
                </a:lnTo>
                <a:lnTo>
                  <a:pt x="148744" y="41047"/>
                </a:lnTo>
                <a:lnTo>
                  <a:pt x="148864" y="40604"/>
                </a:lnTo>
                <a:lnTo>
                  <a:pt x="148976" y="40159"/>
                </a:lnTo>
                <a:lnTo>
                  <a:pt x="149081" y="39713"/>
                </a:lnTo>
                <a:lnTo>
                  <a:pt x="149179" y="39266"/>
                </a:lnTo>
                <a:lnTo>
                  <a:pt x="149270" y="38817"/>
                </a:lnTo>
                <a:lnTo>
                  <a:pt x="149353" y="38366"/>
                </a:lnTo>
                <a:lnTo>
                  <a:pt x="149430" y="37914"/>
                </a:lnTo>
                <a:lnTo>
                  <a:pt x="149499" y="37460"/>
                </a:lnTo>
                <a:lnTo>
                  <a:pt x="149560" y="37005"/>
                </a:lnTo>
                <a:lnTo>
                  <a:pt x="149615" y="36548"/>
                </a:lnTo>
                <a:lnTo>
                  <a:pt x="149662" y="36090"/>
                </a:lnTo>
                <a:lnTo>
                  <a:pt x="149702" y="35630"/>
                </a:lnTo>
                <a:lnTo>
                  <a:pt x="149734" y="35169"/>
                </a:lnTo>
                <a:lnTo>
                  <a:pt x="149760" y="34706"/>
                </a:lnTo>
                <a:lnTo>
                  <a:pt x="149778" y="34242"/>
                </a:lnTo>
                <a:lnTo>
                  <a:pt x="149789" y="33776"/>
                </a:lnTo>
                <a:lnTo>
                  <a:pt x="149792" y="33309"/>
                </a:lnTo>
                <a:lnTo>
                  <a:pt x="149785" y="32405"/>
                </a:lnTo>
                <a:lnTo>
                  <a:pt x="149762" y="31514"/>
                </a:lnTo>
                <a:lnTo>
                  <a:pt x="149725" y="30635"/>
                </a:lnTo>
                <a:lnTo>
                  <a:pt x="149672" y="29767"/>
                </a:lnTo>
                <a:lnTo>
                  <a:pt x="149604" y="28912"/>
                </a:lnTo>
                <a:lnTo>
                  <a:pt x="149521" y="28070"/>
                </a:lnTo>
                <a:lnTo>
                  <a:pt x="149423" y="27239"/>
                </a:lnTo>
                <a:lnTo>
                  <a:pt x="149310" y="26420"/>
                </a:lnTo>
                <a:lnTo>
                  <a:pt x="149182" y="25614"/>
                </a:lnTo>
                <a:lnTo>
                  <a:pt x="149039" y="24819"/>
                </a:lnTo>
                <a:lnTo>
                  <a:pt x="148881" y="24037"/>
                </a:lnTo>
                <a:lnTo>
                  <a:pt x="148707" y="23267"/>
                </a:lnTo>
                <a:lnTo>
                  <a:pt x="148519" y="22509"/>
                </a:lnTo>
                <a:lnTo>
                  <a:pt x="148316" y="21763"/>
                </a:lnTo>
                <a:lnTo>
                  <a:pt x="148097" y="21029"/>
                </a:lnTo>
                <a:lnTo>
                  <a:pt x="147864" y="20307"/>
                </a:lnTo>
                <a:lnTo>
                  <a:pt x="147615" y="19598"/>
                </a:lnTo>
                <a:lnTo>
                  <a:pt x="147351" y="18900"/>
                </a:lnTo>
                <a:lnTo>
                  <a:pt x="147073" y="18215"/>
                </a:lnTo>
                <a:lnTo>
                  <a:pt x="146779" y="17542"/>
                </a:lnTo>
                <a:lnTo>
                  <a:pt x="146470" y="16881"/>
                </a:lnTo>
                <a:lnTo>
                  <a:pt x="146146" y="16232"/>
                </a:lnTo>
                <a:lnTo>
                  <a:pt x="145807" y="15595"/>
                </a:lnTo>
                <a:lnTo>
                  <a:pt x="145453" y="14970"/>
                </a:lnTo>
                <a:lnTo>
                  <a:pt x="145085" y="14358"/>
                </a:lnTo>
                <a:lnTo>
                  <a:pt x="144706" y="13758"/>
                </a:lnTo>
                <a:lnTo>
                  <a:pt x="144315" y="13171"/>
                </a:lnTo>
                <a:lnTo>
                  <a:pt x="143912" y="12597"/>
                </a:lnTo>
                <a:lnTo>
                  <a:pt x="143498" y="12035"/>
                </a:lnTo>
                <a:lnTo>
                  <a:pt x="143072" y="11486"/>
                </a:lnTo>
                <a:lnTo>
                  <a:pt x="142634" y="10949"/>
                </a:lnTo>
                <a:lnTo>
                  <a:pt x="142184" y="10426"/>
                </a:lnTo>
                <a:lnTo>
                  <a:pt x="141723" y="9915"/>
                </a:lnTo>
                <a:lnTo>
                  <a:pt x="141250" y="9416"/>
                </a:lnTo>
                <a:lnTo>
                  <a:pt x="140766" y="8931"/>
                </a:lnTo>
                <a:lnTo>
                  <a:pt x="140269" y="8458"/>
                </a:lnTo>
                <a:lnTo>
                  <a:pt x="139761" y="7998"/>
                </a:lnTo>
                <a:lnTo>
                  <a:pt x="139241" y="7550"/>
                </a:lnTo>
                <a:lnTo>
                  <a:pt x="138710" y="7115"/>
                </a:lnTo>
                <a:lnTo>
                  <a:pt x="138166" y="6693"/>
                </a:lnTo>
                <a:lnTo>
                  <a:pt x="137611" y="6283"/>
                </a:lnTo>
                <a:lnTo>
                  <a:pt x="137045" y="5887"/>
                </a:lnTo>
                <a:lnTo>
                  <a:pt x="136466" y="5502"/>
                </a:lnTo>
                <a:lnTo>
                  <a:pt x="135876" y="5131"/>
                </a:lnTo>
                <a:lnTo>
                  <a:pt x="135274" y="4772"/>
                </a:lnTo>
                <a:lnTo>
                  <a:pt x="134660" y="4426"/>
                </a:lnTo>
                <a:lnTo>
                  <a:pt x="134035" y="4093"/>
                </a:lnTo>
                <a:lnTo>
                  <a:pt x="133398" y="3772"/>
                </a:lnTo>
                <a:lnTo>
                  <a:pt x="132751" y="3464"/>
                </a:lnTo>
                <a:lnTo>
                  <a:pt x="132095" y="3170"/>
                </a:lnTo>
                <a:lnTo>
                  <a:pt x="131430" y="2888"/>
                </a:lnTo>
                <a:lnTo>
                  <a:pt x="130757" y="2620"/>
                </a:lnTo>
                <a:lnTo>
                  <a:pt x="130075" y="2364"/>
                </a:lnTo>
                <a:lnTo>
                  <a:pt x="129385" y="2122"/>
                </a:lnTo>
                <a:lnTo>
                  <a:pt x="128686" y="1893"/>
                </a:lnTo>
                <a:lnTo>
                  <a:pt x="127978" y="1676"/>
                </a:lnTo>
                <a:lnTo>
                  <a:pt x="127261" y="1473"/>
                </a:lnTo>
                <a:lnTo>
                  <a:pt x="126536" y="1284"/>
                </a:lnTo>
                <a:lnTo>
                  <a:pt x="125803" y="1107"/>
                </a:lnTo>
                <a:lnTo>
                  <a:pt x="125060" y="943"/>
                </a:lnTo>
                <a:lnTo>
                  <a:pt x="124309" y="792"/>
                </a:lnTo>
                <a:lnTo>
                  <a:pt x="123549" y="655"/>
                </a:lnTo>
                <a:lnTo>
                  <a:pt x="122781" y="530"/>
                </a:lnTo>
                <a:lnTo>
                  <a:pt x="122004" y="419"/>
                </a:lnTo>
                <a:lnTo>
                  <a:pt x="121218" y="321"/>
                </a:lnTo>
                <a:lnTo>
                  <a:pt x="120424" y="236"/>
                </a:lnTo>
                <a:lnTo>
                  <a:pt x="119621" y="164"/>
                </a:lnTo>
                <a:lnTo>
                  <a:pt x="118810" y="105"/>
                </a:lnTo>
                <a:lnTo>
                  <a:pt x="117989" y="59"/>
                </a:lnTo>
                <a:lnTo>
                  <a:pt x="117160" y="26"/>
                </a:lnTo>
                <a:lnTo>
                  <a:pt x="116323" y="7"/>
                </a:lnTo>
                <a:lnTo>
                  <a:pt x="115477" y="0"/>
                </a:lnTo>
                <a:lnTo>
                  <a:pt x="114723" y="7"/>
                </a:lnTo>
                <a:lnTo>
                  <a:pt x="113974" y="28"/>
                </a:lnTo>
                <a:lnTo>
                  <a:pt x="113231" y="62"/>
                </a:lnTo>
                <a:lnTo>
                  <a:pt x="112494" y="110"/>
                </a:lnTo>
                <a:lnTo>
                  <a:pt x="111763" y="172"/>
                </a:lnTo>
                <a:lnTo>
                  <a:pt x="111036" y="248"/>
                </a:lnTo>
                <a:lnTo>
                  <a:pt x="110316" y="338"/>
                </a:lnTo>
                <a:lnTo>
                  <a:pt x="109601" y="441"/>
                </a:lnTo>
                <a:lnTo>
                  <a:pt x="108892" y="558"/>
                </a:lnTo>
                <a:lnTo>
                  <a:pt x="108188" y="689"/>
                </a:lnTo>
                <a:lnTo>
                  <a:pt x="107490" y="834"/>
                </a:lnTo>
                <a:lnTo>
                  <a:pt x="106797" y="992"/>
                </a:lnTo>
                <a:lnTo>
                  <a:pt x="106110" y="1164"/>
                </a:lnTo>
                <a:lnTo>
                  <a:pt x="105429" y="1350"/>
                </a:lnTo>
                <a:lnTo>
                  <a:pt x="104753" y="1550"/>
                </a:lnTo>
                <a:lnTo>
                  <a:pt x="104083" y="1764"/>
                </a:lnTo>
                <a:lnTo>
                  <a:pt x="103418" y="1991"/>
                </a:lnTo>
                <a:lnTo>
                  <a:pt x="102759" y="2232"/>
                </a:lnTo>
                <a:lnTo>
                  <a:pt x="102105" y="2487"/>
                </a:lnTo>
                <a:lnTo>
                  <a:pt x="101457" y="2756"/>
                </a:lnTo>
                <a:lnTo>
                  <a:pt x="100815" y="3038"/>
                </a:lnTo>
                <a:lnTo>
                  <a:pt x="100178" y="3334"/>
                </a:lnTo>
                <a:lnTo>
                  <a:pt x="99547" y="3644"/>
                </a:lnTo>
                <a:lnTo>
                  <a:pt x="98921" y="3968"/>
                </a:lnTo>
                <a:lnTo>
                  <a:pt x="98304" y="4304"/>
                </a:lnTo>
                <a:lnTo>
                  <a:pt x="97697" y="4651"/>
                </a:lnTo>
                <a:lnTo>
                  <a:pt x="97101" y="5009"/>
                </a:lnTo>
                <a:lnTo>
                  <a:pt x="96516" y="5379"/>
                </a:lnTo>
                <a:lnTo>
                  <a:pt x="95942" y="5759"/>
                </a:lnTo>
                <a:lnTo>
                  <a:pt x="95378" y="6150"/>
                </a:lnTo>
                <a:lnTo>
                  <a:pt x="94825" y="6552"/>
                </a:lnTo>
                <a:lnTo>
                  <a:pt x="94283" y="6965"/>
                </a:lnTo>
                <a:lnTo>
                  <a:pt x="93751" y="7389"/>
                </a:lnTo>
                <a:lnTo>
                  <a:pt x="93230" y="7824"/>
                </a:lnTo>
                <a:lnTo>
                  <a:pt x="92720" y="8271"/>
                </a:lnTo>
                <a:lnTo>
                  <a:pt x="92221" y="8728"/>
                </a:lnTo>
                <a:lnTo>
                  <a:pt x="91733" y="9196"/>
                </a:lnTo>
                <a:lnTo>
                  <a:pt x="91255" y="9675"/>
                </a:lnTo>
                <a:lnTo>
                  <a:pt x="90788" y="10165"/>
                </a:lnTo>
                <a:lnTo>
                  <a:pt x="90331" y="10666"/>
                </a:lnTo>
                <a:lnTo>
                  <a:pt x="89886" y="11178"/>
                </a:lnTo>
                <a:lnTo>
                  <a:pt x="89451" y="11701"/>
                </a:lnTo>
                <a:lnTo>
                  <a:pt x="89027" y="12235"/>
                </a:lnTo>
                <a:lnTo>
                  <a:pt x="88614" y="12781"/>
                </a:lnTo>
                <a:lnTo>
                  <a:pt x="88211" y="13337"/>
                </a:lnTo>
                <a:lnTo>
                  <a:pt x="87819" y="13904"/>
                </a:lnTo>
                <a:lnTo>
                  <a:pt x="87438" y="14482"/>
                </a:lnTo>
                <a:lnTo>
                  <a:pt x="87068" y="15071"/>
                </a:lnTo>
                <a:lnTo>
                  <a:pt x="86710" y="15670"/>
                </a:lnTo>
                <a:lnTo>
                  <a:pt x="86368" y="16277"/>
                </a:lnTo>
                <a:lnTo>
                  <a:pt x="86041" y="16893"/>
                </a:lnTo>
                <a:lnTo>
                  <a:pt x="85729" y="17518"/>
                </a:lnTo>
                <a:lnTo>
                  <a:pt x="85433" y="18152"/>
                </a:lnTo>
                <a:lnTo>
                  <a:pt x="85151" y="18794"/>
                </a:lnTo>
                <a:lnTo>
                  <a:pt x="84885" y="19444"/>
                </a:lnTo>
                <a:lnTo>
                  <a:pt x="84634" y="20103"/>
                </a:lnTo>
                <a:lnTo>
                  <a:pt x="84399" y="20771"/>
                </a:lnTo>
                <a:lnTo>
                  <a:pt x="84178" y="21448"/>
                </a:lnTo>
                <a:lnTo>
                  <a:pt x="83973" y="22133"/>
                </a:lnTo>
                <a:lnTo>
                  <a:pt x="83783" y="22827"/>
                </a:lnTo>
                <a:lnTo>
                  <a:pt x="83608" y="23529"/>
                </a:lnTo>
                <a:lnTo>
                  <a:pt x="83448" y="24240"/>
                </a:lnTo>
                <a:lnTo>
                  <a:pt x="83304" y="24960"/>
                </a:lnTo>
                <a:lnTo>
                  <a:pt x="83174" y="25688"/>
                </a:lnTo>
                <a:lnTo>
                  <a:pt x="83060" y="26425"/>
                </a:lnTo>
                <a:lnTo>
                  <a:pt x="82962" y="27170"/>
                </a:lnTo>
                <a:lnTo>
                  <a:pt x="82878" y="27924"/>
                </a:lnTo>
                <a:lnTo>
                  <a:pt x="82809" y="28687"/>
                </a:lnTo>
                <a:lnTo>
                  <a:pt x="82756" y="29459"/>
                </a:lnTo>
                <a:lnTo>
                  <a:pt x="82718" y="30239"/>
                </a:lnTo>
                <a:lnTo>
                  <a:pt x="82695" y="31027"/>
                </a:lnTo>
                <a:lnTo>
                  <a:pt x="82688" y="31824"/>
                </a:lnTo>
                <a:lnTo>
                  <a:pt x="105270" y="31824"/>
                </a:lnTo>
                <a:lnTo>
                  <a:pt x="105273" y="31487"/>
                </a:lnTo>
                <a:lnTo>
                  <a:pt x="105280" y="31153"/>
                </a:lnTo>
                <a:lnTo>
                  <a:pt x="105293" y="30824"/>
                </a:lnTo>
                <a:lnTo>
                  <a:pt x="105310" y="30498"/>
                </a:lnTo>
                <a:lnTo>
                  <a:pt x="105333" y="30176"/>
                </a:lnTo>
                <a:lnTo>
                  <a:pt x="105361" y="29858"/>
                </a:lnTo>
                <a:lnTo>
                  <a:pt x="105393" y="29543"/>
                </a:lnTo>
                <a:lnTo>
                  <a:pt x="105431" y="29233"/>
                </a:lnTo>
                <a:lnTo>
                  <a:pt x="105474" y="28926"/>
                </a:lnTo>
                <a:lnTo>
                  <a:pt x="105521" y="28624"/>
                </a:lnTo>
                <a:lnTo>
                  <a:pt x="105574" y="28325"/>
                </a:lnTo>
                <a:lnTo>
                  <a:pt x="105632" y="28030"/>
                </a:lnTo>
                <a:lnTo>
                  <a:pt x="105695" y="27739"/>
                </a:lnTo>
                <a:lnTo>
                  <a:pt x="105763" y="27452"/>
                </a:lnTo>
                <a:lnTo>
                  <a:pt x="105835" y="27169"/>
                </a:lnTo>
                <a:lnTo>
                  <a:pt x="105913" y="26890"/>
                </a:lnTo>
                <a:lnTo>
                  <a:pt x="105996" y="26614"/>
                </a:lnTo>
                <a:lnTo>
                  <a:pt x="106084" y="26343"/>
                </a:lnTo>
                <a:lnTo>
                  <a:pt x="106177" y="26075"/>
                </a:lnTo>
                <a:lnTo>
                  <a:pt x="106275" y="25811"/>
                </a:lnTo>
                <a:lnTo>
                  <a:pt x="106378" y="25551"/>
                </a:lnTo>
                <a:lnTo>
                  <a:pt x="106486" y="25295"/>
                </a:lnTo>
                <a:lnTo>
                  <a:pt x="106599" y="25043"/>
                </a:lnTo>
                <a:lnTo>
                  <a:pt x="106717" y="24795"/>
                </a:lnTo>
                <a:lnTo>
                  <a:pt x="106839" y="24551"/>
                </a:lnTo>
                <a:lnTo>
                  <a:pt x="106965" y="24312"/>
                </a:lnTo>
                <a:lnTo>
                  <a:pt x="107095" y="24078"/>
                </a:lnTo>
                <a:lnTo>
                  <a:pt x="107229" y="23849"/>
                </a:lnTo>
                <a:lnTo>
                  <a:pt x="107367" y="23624"/>
                </a:lnTo>
                <a:lnTo>
                  <a:pt x="107508" y="23404"/>
                </a:lnTo>
                <a:lnTo>
                  <a:pt x="107653" y="23190"/>
                </a:lnTo>
                <a:lnTo>
                  <a:pt x="107802" y="22980"/>
                </a:lnTo>
                <a:lnTo>
                  <a:pt x="107954" y="22775"/>
                </a:lnTo>
                <a:lnTo>
                  <a:pt x="108111" y="22575"/>
                </a:lnTo>
                <a:lnTo>
                  <a:pt x="108271" y="22379"/>
                </a:lnTo>
                <a:lnTo>
                  <a:pt x="108435" y="22189"/>
                </a:lnTo>
                <a:lnTo>
                  <a:pt x="108602" y="22003"/>
                </a:lnTo>
                <a:lnTo>
                  <a:pt x="108774" y="21822"/>
                </a:lnTo>
                <a:lnTo>
                  <a:pt x="108949" y="21647"/>
                </a:lnTo>
                <a:lnTo>
                  <a:pt x="109128" y="21476"/>
                </a:lnTo>
                <a:lnTo>
                  <a:pt x="109311" y="21309"/>
                </a:lnTo>
                <a:lnTo>
                  <a:pt x="109497" y="21148"/>
                </a:lnTo>
                <a:lnTo>
                  <a:pt x="109687" y="20992"/>
                </a:lnTo>
                <a:lnTo>
                  <a:pt x="109881" y="20840"/>
                </a:lnTo>
                <a:lnTo>
                  <a:pt x="110079" y="20693"/>
                </a:lnTo>
                <a:lnTo>
                  <a:pt x="110281" y="20551"/>
                </a:lnTo>
                <a:lnTo>
                  <a:pt x="110486" y="20414"/>
                </a:lnTo>
                <a:lnTo>
                  <a:pt x="110695" y="20282"/>
                </a:lnTo>
                <a:lnTo>
                  <a:pt x="110907" y="20155"/>
                </a:lnTo>
                <a:lnTo>
                  <a:pt x="111119" y="20033"/>
                </a:lnTo>
                <a:lnTo>
                  <a:pt x="111333" y="19917"/>
                </a:lnTo>
                <a:lnTo>
                  <a:pt x="111549" y="19806"/>
                </a:lnTo>
                <a:lnTo>
                  <a:pt x="111765" y="19701"/>
                </a:lnTo>
                <a:lnTo>
                  <a:pt x="111983" y="19601"/>
                </a:lnTo>
                <a:lnTo>
                  <a:pt x="112202" y="19506"/>
                </a:lnTo>
                <a:lnTo>
                  <a:pt x="112423" y="19417"/>
                </a:lnTo>
                <a:lnTo>
                  <a:pt x="112644" y="19333"/>
                </a:lnTo>
                <a:lnTo>
                  <a:pt x="112867" y="19255"/>
                </a:lnTo>
                <a:lnTo>
                  <a:pt x="113091" y="19182"/>
                </a:lnTo>
                <a:lnTo>
                  <a:pt x="113317" y="19114"/>
                </a:lnTo>
                <a:lnTo>
                  <a:pt x="113543" y="19052"/>
                </a:lnTo>
                <a:lnTo>
                  <a:pt x="113771" y="18995"/>
                </a:lnTo>
                <a:lnTo>
                  <a:pt x="114001" y="18944"/>
                </a:lnTo>
                <a:lnTo>
                  <a:pt x="114231" y="18898"/>
                </a:lnTo>
                <a:lnTo>
                  <a:pt x="114463" y="18857"/>
                </a:lnTo>
                <a:lnTo>
                  <a:pt x="114696" y="18822"/>
                </a:lnTo>
                <a:lnTo>
                  <a:pt x="114930" y="18793"/>
                </a:lnTo>
                <a:lnTo>
                  <a:pt x="115165" y="18768"/>
                </a:lnTo>
                <a:lnTo>
                  <a:pt x="115402" y="18749"/>
                </a:lnTo>
                <a:lnTo>
                  <a:pt x="115640" y="18736"/>
                </a:lnTo>
                <a:lnTo>
                  <a:pt x="115879" y="18728"/>
                </a:lnTo>
                <a:lnTo>
                  <a:pt x="116120" y="18725"/>
                </a:lnTo>
                <a:lnTo>
                  <a:pt x="116432" y="18728"/>
                </a:lnTo>
                <a:lnTo>
                  <a:pt x="116740" y="18739"/>
                </a:lnTo>
                <a:lnTo>
                  <a:pt x="117044" y="18756"/>
                </a:lnTo>
                <a:lnTo>
                  <a:pt x="117343" y="18780"/>
                </a:lnTo>
                <a:lnTo>
                  <a:pt x="117638" y="18810"/>
                </a:lnTo>
                <a:lnTo>
                  <a:pt x="117928" y="18848"/>
                </a:lnTo>
                <a:lnTo>
                  <a:pt x="118213" y="18892"/>
                </a:lnTo>
                <a:lnTo>
                  <a:pt x="118495" y="18943"/>
                </a:lnTo>
                <a:lnTo>
                  <a:pt x="118772" y="19001"/>
                </a:lnTo>
                <a:lnTo>
                  <a:pt x="119044" y="19066"/>
                </a:lnTo>
                <a:lnTo>
                  <a:pt x="119312" y="19138"/>
                </a:lnTo>
                <a:lnTo>
                  <a:pt x="119575" y="19216"/>
                </a:lnTo>
                <a:lnTo>
                  <a:pt x="119834" y="19301"/>
                </a:lnTo>
                <a:lnTo>
                  <a:pt x="120089" y="19393"/>
                </a:lnTo>
                <a:lnTo>
                  <a:pt x="120339" y="19492"/>
                </a:lnTo>
                <a:lnTo>
                  <a:pt x="120584" y="19598"/>
                </a:lnTo>
                <a:lnTo>
                  <a:pt x="120825" y="19710"/>
                </a:lnTo>
                <a:lnTo>
                  <a:pt x="121062" y="19830"/>
                </a:lnTo>
                <a:lnTo>
                  <a:pt x="121294" y="19956"/>
                </a:lnTo>
                <a:lnTo>
                  <a:pt x="121522" y="20089"/>
                </a:lnTo>
                <a:lnTo>
                  <a:pt x="121745" y="20229"/>
                </a:lnTo>
                <a:lnTo>
                  <a:pt x="121964" y="20375"/>
                </a:lnTo>
                <a:lnTo>
                  <a:pt x="122178" y="20529"/>
                </a:lnTo>
                <a:lnTo>
                  <a:pt x="122388" y="20689"/>
                </a:lnTo>
                <a:lnTo>
                  <a:pt x="122593" y="20855"/>
                </a:lnTo>
                <a:lnTo>
                  <a:pt x="122794" y="21026"/>
                </a:lnTo>
                <a:lnTo>
                  <a:pt x="122991" y="21201"/>
                </a:lnTo>
                <a:lnTo>
                  <a:pt x="123183" y="21381"/>
                </a:lnTo>
                <a:lnTo>
                  <a:pt x="123370" y="21566"/>
                </a:lnTo>
                <a:lnTo>
                  <a:pt x="123553" y="21756"/>
                </a:lnTo>
                <a:lnTo>
                  <a:pt x="123732" y="21951"/>
                </a:lnTo>
                <a:lnTo>
                  <a:pt x="123906" y="22150"/>
                </a:lnTo>
                <a:lnTo>
                  <a:pt x="124076" y="22354"/>
                </a:lnTo>
                <a:lnTo>
                  <a:pt x="124241" y="22562"/>
                </a:lnTo>
                <a:lnTo>
                  <a:pt x="124402" y="22776"/>
                </a:lnTo>
                <a:lnTo>
                  <a:pt x="124558" y="22994"/>
                </a:lnTo>
                <a:lnTo>
                  <a:pt x="124710" y="23217"/>
                </a:lnTo>
                <a:lnTo>
                  <a:pt x="124857" y="23444"/>
                </a:lnTo>
                <a:lnTo>
                  <a:pt x="125000" y="23676"/>
                </a:lnTo>
                <a:lnTo>
                  <a:pt x="125138" y="23914"/>
                </a:lnTo>
                <a:lnTo>
                  <a:pt x="125272" y="24155"/>
                </a:lnTo>
                <a:lnTo>
                  <a:pt x="125402" y="24402"/>
                </a:lnTo>
                <a:lnTo>
                  <a:pt x="125527" y="24653"/>
                </a:lnTo>
                <a:lnTo>
                  <a:pt x="125647" y="24909"/>
                </a:lnTo>
                <a:lnTo>
                  <a:pt x="125763" y="25170"/>
                </a:lnTo>
                <a:lnTo>
                  <a:pt x="125875" y="25435"/>
                </a:lnTo>
                <a:lnTo>
                  <a:pt x="125982" y="25705"/>
                </a:lnTo>
                <a:lnTo>
                  <a:pt x="126085" y="25980"/>
                </a:lnTo>
                <a:lnTo>
                  <a:pt x="126183" y="26259"/>
                </a:lnTo>
                <a:lnTo>
                  <a:pt x="126277" y="26542"/>
                </a:lnTo>
                <a:lnTo>
                  <a:pt x="126367" y="26827"/>
                </a:lnTo>
                <a:lnTo>
                  <a:pt x="126453" y="27117"/>
                </a:lnTo>
                <a:lnTo>
                  <a:pt x="126535" y="27409"/>
                </a:lnTo>
                <a:lnTo>
                  <a:pt x="126612" y="27706"/>
                </a:lnTo>
                <a:lnTo>
                  <a:pt x="126685" y="28005"/>
                </a:lnTo>
                <a:lnTo>
                  <a:pt x="126754" y="28309"/>
                </a:lnTo>
                <a:lnTo>
                  <a:pt x="126819" y="28615"/>
                </a:lnTo>
                <a:lnTo>
                  <a:pt x="126880" y="28926"/>
                </a:lnTo>
                <a:lnTo>
                  <a:pt x="126937" y="29239"/>
                </a:lnTo>
                <a:lnTo>
                  <a:pt x="126989" y="29557"/>
                </a:lnTo>
                <a:lnTo>
                  <a:pt x="127037" y="29877"/>
                </a:lnTo>
                <a:lnTo>
                  <a:pt x="127081" y="30202"/>
                </a:lnTo>
                <a:lnTo>
                  <a:pt x="127121" y="30529"/>
                </a:lnTo>
                <a:lnTo>
                  <a:pt x="127156" y="30860"/>
                </a:lnTo>
                <a:lnTo>
                  <a:pt x="127188" y="31195"/>
                </a:lnTo>
                <a:lnTo>
                  <a:pt x="127215" y="31533"/>
                </a:lnTo>
                <a:lnTo>
                  <a:pt x="127238" y="31875"/>
                </a:lnTo>
                <a:lnTo>
                  <a:pt x="127257" y="32220"/>
                </a:lnTo>
                <a:lnTo>
                  <a:pt x="127271" y="32568"/>
                </a:lnTo>
                <a:lnTo>
                  <a:pt x="127282" y="32921"/>
                </a:lnTo>
                <a:lnTo>
                  <a:pt x="127288" y="33276"/>
                </a:lnTo>
                <a:lnTo>
                  <a:pt x="127290" y="33635"/>
                </a:lnTo>
                <a:lnTo>
                  <a:pt x="127288" y="34040"/>
                </a:lnTo>
                <a:lnTo>
                  <a:pt x="127281" y="34441"/>
                </a:lnTo>
                <a:lnTo>
                  <a:pt x="127270" y="34838"/>
                </a:lnTo>
                <a:lnTo>
                  <a:pt x="127255" y="35231"/>
                </a:lnTo>
                <a:lnTo>
                  <a:pt x="127234" y="35619"/>
                </a:lnTo>
                <a:lnTo>
                  <a:pt x="127210" y="36002"/>
                </a:lnTo>
                <a:lnTo>
                  <a:pt x="127181" y="36382"/>
                </a:lnTo>
                <a:lnTo>
                  <a:pt x="127147" y="36757"/>
                </a:lnTo>
                <a:lnTo>
                  <a:pt x="127109" y="37128"/>
                </a:lnTo>
                <a:lnTo>
                  <a:pt x="127067" y="37494"/>
                </a:lnTo>
                <a:lnTo>
                  <a:pt x="127020" y="37856"/>
                </a:lnTo>
                <a:lnTo>
                  <a:pt x="126969" y="38214"/>
                </a:lnTo>
                <a:lnTo>
                  <a:pt x="126913" y="38568"/>
                </a:lnTo>
                <a:lnTo>
                  <a:pt x="126853" y="38917"/>
                </a:lnTo>
                <a:lnTo>
                  <a:pt x="126788" y="39262"/>
                </a:lnTo>
                <a:lnTo>
                  <a:pt x="126719" y="39602"/>
                </a:lnTo>
                <a:lnTo>
                  <a:pt x="126645" y="39938"/>
                </a:lnTo>
                <a:lnTo>
                  <a:pt x="126567" y="40270"/>
                </a:lnTo>
                <a:lnTo>
                  <a:pt x="126484" y="40598"/>
                </a:lnTo>
                <a:lnTo>
                  <a:pt x="126397" y="40921"/>
                </a:lnTo>
                <a:lnTo>
                  <a:pt x="126306" y="41240"/>
                </a:lnTo>
                <a:lnTo>
                  <a:pt x="126210" y="41555"/>
                </a:lnTo>
                <a:lnTo>
                  <a:pt x="126109" y="41865"/>
                </a:lnTo>
                <a:lnTo>
                  <a:pt x="126004" y="42171"/>
                </a:lnTo>
                <a:lnTo>
                  <a:pt x="125895" y="42472"/>
                </a:lnTo>
                <a:lnTo>
                  <a:pt x="125780" y="42767"/>
                </a:lnTo>
                <a:lnTo>
                  <a:pt x="125660" y="43057"/>
                </a:lnTo>
                <a:lnTo>
                  <a:pt x="125536" y="43340"/>
                </a:lnTo>
                <a:lnTo>
                  <a:pt x="125406" y="43618"/>
                </a:lnTo>
                <a:lnTo>
                  <a:pt x="125271" y="43889"/>
                </a:lnTo>
                <a:lnTo>
                  <a:pt x="125131" y="44155"/>
                </a:lnTo>
                <a:lnTo>
                  <a:pt x="124986" y="44415"/>
                </a:lnTo>
                <a:lnTo>
                  <a:pt x="124837" y="44670"/>
                </a:lnTo>
                <a:lnTo>
                  <a:pt x="124682" y="44918"/>
                </a:lnTo>
                <a:lnTo>
                  <a:pt x="124522" y="45161"/>
                </a:lnTo>
                <a:lnTo>
                  <a:pt x="124357" y="45397"/>
                </a:lnTo>
                <a:lnTo>
                  <a:pt x="124187" y="45628"/>
                </a:lnTo>
                <a:lnTo>
                  <a:pt x="124012" y="45853"/>
                </a:lnTo>
                <a:lnTo>
                  <a:pt x="123832" y="46072"/>
                </a:lnTo>
                <a:lnTo>
                  <a:pt x="123647" y="46286"/>
                </a:lnTo>
                <a:lnTo>
                  <a:pt x="123457" y="46493"/>
                </a:lnTo>
                <a:lnTo>
                  <a:pt x="123262" y="46695"/>
                </a:lnTo>
                <a:lnTo>
                  <a:pt x="123062" y="46891"/>
                </a:lnTo>
                <a:lnTo>
                  <a:pt x="122857" y="47080"/>
                </a:lnTo>
                <a:lnTo>
                  <a:pt x="122647" y="47265"/>
                </a:lnTo>
                <a:lnTo>
                  <a:pt x="122432" y="47443"/>
                </a:lnTo>
                <a:lnTo>
                  <a:pt x="122211" y="47615"/>
                </a:lnTo>
                <a:lnTo>
                  <a:pt x="121986" y="47782"/>
                </a:lnTo>
                <a:lnTo>
                  <a:pt x="121756" y="47942"/>
                </a:lnTo>
                <a:lnTo>
                  <a:pt x="121521" y="48096"/>
                </a:lnTo>
                <a:lnTo>
                  <a:pt x="121280" y="48242"/>
                </a:lnTo>
                <a:lnTo>
                  <a:pt x="121035" y="48382"/>
                </a:lnTo>
                <a:lnTo>
                  <a:pt x="120785" y="48515"/>
                </a:lnTo>
                <a:lnTo>
                  <a:pt x="120530" y="48641"/>
                </a:lnTo>
                <a:lnTo>
                  <a:pt x="120269" y="48760"/>
                </a:lnTo>
                <a:lnTo>
                  <a:pt x="120004" y="48873"/>
                </a:lnTo>
                <a:lnTo>
                  <a:pt x="119733" y="48979"/>
                </a:lnTo>
                <a:lnTo>
                  <a:pt x="119458" y="49077"/>
                </a:lnTo>
                <a:lnTo>
                  <a:pt x="119178" y="49170"/>
                </a:lnTo>
                <a:lnTo>
                  <a:pt x="118892" y="49255"/>
                </a:lnTo>
                <a:lnTo>
                  <a:pt x="118602" y="49333"/>
                </a:lnTo>
                <a:lnTo>
                  <a:pt x="118306" y="49405"/>
                </a:lnTo>
                <a:lnTo>
                  <a:pt x="118006" y="49470"/>
                </a:lnTo>
                <a:lnTo>
                  <a:pt x="117700" y="49528"/>
                </a:lnTo>
                <a:lnTo>
                  <a:pt x="117389" y="49579"/>
                </a:lnTo>
                <a:lnTo>
                  <a:pt x="117074" y="49623"/>
                </a:lnTo>
                <a:lnTo>
                  <a:pt x="116753" y="49661"/>
                </a:lnTo>
                <a:lnTo>
                  <a:pt x="116428" y="49691"/>
                </a:lnTo>
                <a:lnTo>
                  <a:pt x="116097" y="49715"/>
                </a:lnTo>
                <a:lnTo>
                  <a:pt x="115761" y="49732"/>
                </a:lnTo>
                <a:lnTo>
                  <a:pt x="115421" y="49742"/>
                </a:lnTo>
                <a:lnTo>
                  <a:pt x="115075" y="49746"/>
                </a:lnTo>
                <a:lnTo>
                  <a:pt x="104065" y="49746"/>
                </a:lnTo>
                <a:lnTo>
                  <a:pt x="104065" y="55693"/>
                </a:lnTo>
                <a:lnTo>
                  <a:pt x="104065" y="62443"/>
                </a:lnTo>
                <a:lnTo>
                  <a:pt x="104065" y="67989"/>
                </a:lnTo>
                <a:lnTo>
                  <a:pt x="115075" y="67989"/>
                </a:lnTo>
                <a:lnTo>
                  <a:pt x="115434" y="67992"/>
                </a:lnTo>
                <a:lnTo>
                  <a:pt x="115789" y="68001"/>
                </a:lnTo>
                <a:lnTo>
                  <a:pt x="116140" y="68017"/>
                </a:lnTo>
                <a:lnTo>
                  <a:pt x="116486" y="68039"/>
                </a:lnTo>
                <a:lnTo>
                  <a:pt x="116827" y="68067"/>
                </a:lnTo>
                <a:lnTo>
                  <a:pt x="117164" y="68102"/>
                </a:lnTo>
                <a:lnTo>
                  <a:pt x="117497" y="68142"/>
                </a:lnTo>
                <a:lnTo>
                  <a:pt x="117825" y="68189"/>
                </a:lnTo>
                <a:lnTo>
                  <a:pt x="118149" y="68243"/>
                </a:lnTo>
                <a:lnTo>
                  <a:pt x="118468" y="68302"/>
                </a:lnTo>
                <a:lnTo>
                  <a:pt x="118783" y="68368"/>
                </a:lnTo>
                <a:lnTo>
                  <a:pt x="119093" y="68441"/>
                </a:lnTo>
                <a:lnTo>
                  <a:pt x="119399" y="68519"/>
                </a:lnTo>
                <a:lnTo>
                  <a:pt x="119700" y="68604"/>
                </a:lnTo>
                <a:lnTo>
                  <a:pt x="119997" y="68695"/>
                </a:lnTo>
                <a:lnTo>
                  <a:pt x="120290" y="68792"/>
                </a:lnTo>
                <a:lnTo>
                  <a:pt x="120578" y="68896"/>
                </a:lnTo>
                <a:lnTo>
                  <a:pt x="120861" y="69006"/>
                </a:lnTo>
                <a:lnTo>
                  <a:pt x="121140" y="69122"/>
                </a:lnTo>
                <a:lnTo>
                  <a:pt x="121415" y="69244"/>
                </a:lnTo>
                <a:lnTo>
                  <a:pt x="121685" y="69373"/>
                </a:lnTo>
                <a:lnTo>
                  <a:pt x="121950" y="69508"/>
                </a:lnTo>
                <a:lnTo>
                  <a:pt x="122212" y="69649"/>
                </a:lnTo>
                <a:lnTo>
                  <a:pt x="122468" y="69797"/>
                </a:lnTo>
                <a:lnTo>
                  <a:pt x="122720" y="69951"/>
                </a:lnTo>
                <a:lnTo>
                  <a:pt x="122967" y="70112"/>
                </a:lnTo>
                <a:lnTo>
                  <a:pt x="123209" y="70280"/>
                </a:lnTo>
                <a:lnTo>
                  <a:pt x="123446" y="70455"/>
                </a:lnTo>
                <a:lnTo>
                  <a:pt x="123678" y="70637"/>
                </a:lnTo>
                <a:lnTo>
                  <a:pt x="123905" y="70826"/>
                </a:lnTo>
                <a:lnTo>
                  <a:pt x="124127" y="71022"/>
                </a:lnTo>
                <a:lnTo>
                  <a:pt x="124344" y="71225"/>
                </a:lnTo>
                <a:lnTo>
                  <a:pt x="124555" y="71435"/>
                </a:lnTo>
                <a:lnTo>
                  <a:pt x="124762" y="71652"/>
                </a:lnTo>
                <a:lnTo>
                  <a:pt x="124964" y="71876"/>
                </a:lnTo>
                <a:lnTo>
                  <a:pt x="125161" y="72107"/>
                </a:lnTo>
                <a:lnTo>
                  <a:pt x="125352" y="72345"/>
                </a:lnTo>
                <a:lnTo>
                  <a:pt x="125539" y="72590"/>
                </a:lnTo>
                <a:lnTo>
                  <a:pt x="125721" y="72842"/>
                </a:lnTo>
                <a:lnTo>
                  <a:pt x="125897" y="73101"/>
                </a:lnTo>
                <a:lnTo>
                  <a:pt x="126069" y="73366"/>
                </a:lnTo>
                <a:lnTo>
                  <a:pt x="126235" y="73639"/>
                </a:lnTo>
                <a:lnTo>
                  <a:pt x="126397" y="73919"/>
                </a:lnTo>
                <a:lnTo>
                  <a:pt x="126554" y="74206"/>
                </a:lnTo>
                <a:lnTo>
                  <a:pt x="126705" y="74499"/>
                </a:lnTo>
                <a:lnTo>
                  <a:pt x="126852" y="74800"/>
                </a:lnTo>
                <a:lnTo>
                  <a:pt x="126993" y="75108"/>
                </a:lnTo>
                <a:lnTo>
                  <a:pt x="127130" y="75422"/>
                </a:lnTo>
                <a:lnTo>
                  <a:pt x="127261" y="75745"/>
                </a:lnTo>
                <a:lnTo>
                  <a:pt x="127386" y="76076"/>
                </a:lnTo>
                <a:lnTo>
                  <a:pt x="127506" y="76415"/>
                </a:lnTo>
                <a:lnTo>
                  <a:pt x="127621" y="76763"/>
                </a:lnTo>
                <a:lnTo>
                  <a:pt x="127729" y="77119"/>
                </a:lnTo>
                <a:lnTo>
                  <a:pt x="127833" y="77484"/>
                </a:lnTo>
                <a:lnTo>
                  <a:pt x="127930" y="77858"/>
                </a:lnTo>
                <a:lnTo>
                  <a:pt x="128022" y="78240"/>
                </a:lnTo>
                <a:lnTo>
                  <a:pt x="128109" y="78630"/>
                </a:lnTo>
                <a:lnTo>
                  <a:pt x="128190" y="79029"/>
                </a:lnTo>
                <a:lnTo>
                  <a:pt x="128265" y="79436"/>
                </a:lnTo>
                <a:lnTo>
                  <a:pt x="128335" y="79852"/>
                </a:lnTo>
                <a:lnTo>
                  <a:pt x="128399" y="80277"/>
                </a:lnTo>
                <a:lnTo>
                  <a:pt x="128458" y="80710"/>
                </a:lnTo>
                <a:lnTo>
                  <a:pt x="128511" y="81151"/>
                </a:lnTo>
                <a:lnTo>
                  <a:pt x="128558" y="81601"/>
                </a:lnTo>
                <a:lnTo>
                  <a:pt x="128600" y="82060"/>
                </a:lnTo>
                <a:lnTo>
                  <a:pt x="128636" y="82527"/>
                </a:lnTo>
                <a:lnTo>
                  <a:pt x="128667" y="83003"/>
                </a:lnTo>
                <a:lnTo>
                  <a:pt x="128692" y="83487"/>
                </a:lnTo>
                <a:lnTo>
                  <a:pt x="128712" y="83979"/>
                </a:lnTo>
                <a:lnTo>
                  <a:pt x="128726" y="84480"/>
                </a:lnTo>
                <a:lnTo>
                  <a:pt x="128734" y="84990"/>
                </a:lnTo>
                <a:lnTo>
                  <a:pt x="128737" y="85508"/>
                </a:lnTo>
                <a:lnTo>
                  <a:pt x="128734" y="85901"/>
                </a:lnTo>
                <a:lnTo>
                  <a:pt x="128726" y="86291"/>
                </a:lnTo>
                <a:lnTo>
                  <a:pt x="128713" y="86676"/>
                </a:lnTo>
                <a:lnTo>
                  <a:pt x="128694" y="87057"/>
                </a:lnTo>
                <a:lnTo>
                  <a:pt x="128671" y="87435"/>
                </a:lnTo>
                <a:lnTo>
                  <a:pt x="128641" y="87809"/>
                </a:lnTo>
                <a:lnTo>
                  <a:pt x="128607" y="88178"/>
                </a:lnTo>
                <a:lnTo>
                  <a:pt x="128567" y="88544"/>
                </a:lnTo>
                <a:lnTo>
                  <a:pt x="128522" y="88906"/>
                </a:lnTo>
                <a:lnTo>
                  <a:pt x="128472" y="89264"/>
                </a:lnTo>
                <a:lnTo>
                  <a:pt x="128416" y="89618"/>
                </a:lnTo>
                <a:lnTo>
                  <a:pt x="128355" y="89968"/>
                </a:lnTo>
                <a:lnTo>
                  <a:pt x="128289" y="90315"/>
                </a:lnTo>
                <a:lnTo>
                  <a:pt x="128217" y="90657"/>
                </a:lnTo>
                <a:lnTo>
                  <a:pt x="128140" y="90995"/>
                </a:lnTo>
                <a:lnTo>
                  <a:pt x="128058" y="91330"/>
                </a:lnTo>
                <a:lnTo>
                  <a:pt x="127971" y="91661"/>
                </a:lnTo>
                <a:lnTo>
                  <a:pt x="127878" y="91987"/>
                </a:lnTo>
                <a:lnTo>
                  <a:pt x="127780" y="92310"/>
                </a:lnTo>
                <a:lnTo>
                  <a:pt x="127676" y="92629"/>
                </a:lnTo>
                <a:lnTo>
                  <a:pt x="127568" y="92944"/>
                </a:lnTo>
                <a:lnTo>
                  <a:pt x="127454" y="93255"/>
                </a:lnTo>
                <a:lnTo>
                  <a:pt x="127334" y="93563"/>
                </a:lnTo>
                <a:lnTo>
                  <a:pt x="127210" y="93866"/>
                </a:lnTo>
                <a:lnTo>
                  <a:pt x="127080" y="94165"/>
                </a:lnTo>
                <a:lnTo>
                  <a:pt x="126946" y="94458"/>
                </a:lnTo>
                <a:lnTo>
                  <a:pt x="126807" y="94745"/>
                </a:lnTo>
                <a:lnTo>
                  <a:pt x="126663" y="95027"/>
                </a:lnTo>
                <a:lnTo>
                  <a:pt x="126514" y="95303"/>
                </a:lnTo>
                <a:lnTo>
                  <a:pt x="126361" y="95574"/>
                </a:lnTo>
                <a:lnTo>
                  <a:pt x="126203" y="95839"/>
                </a:lnTo>
                <a:lnTo>
                  <a:pt x="126040" y="96098"/>
                </a:lnTo>
                <a:lnTo>
                  <a:pt x="125873" y="96352"/>
                </a:lnTo>
                <a:lnTo>
                  <a:pt x="125700" y="96601"/>
                </a:lnTo>
                <a:lnTo>
                  <a:pt x="125523" y="96843"/>
                </a:lnTo>
                <a:lnTo>
                  <a:pt x="125341" y="97081"/>
                </a:lnTo>
                <a:lnTo>
                  <a:pt x="125155" y="97312"/>
                </a:lnTo>
                <a:lnTo>
                  <a:pt x="124964" y="97538"/>
                </a:lnTo>
                <a:lnTo>
                  <a:pt x="124768" y="97759"/>
                </a:lnTo>
                <a:lnTo>
                  <a:pt x="124567" y="97974"/>
                </a:lnTo>
                <a:lnTo>
                  <a:pt x="124361" y="98183"/>
                </a:lnTo>
                <a:lnTo>
                  <a:pt x="124151" y="98387"/>
                </a:lnTo>
                <a:lnTo>
                  <a:pt x="123936" y="98585"/>
                </a:lnTo>
                <a:lnTo>
                  <a:pt x="123716" y="98777"/>
                </a:lnTo>
                <a:lnTo>
                  <a:pt x="123492" y="98964"/>
                </a:lnTo>
                <a:lnTo>
                  <a:pt x="123263" y="99146"/>
                </a:lnTo>
                <a:lnTo>
                  <a:pt x="123029" y="99321"/>
                </a:lnTo>
                <a:lnTo>
                  <a:pt x="122790" y="99492"/>
                </a:lnTo>
                <a:lnTo>
                  <a:pt x="122547" y="99655"/>
                </a:lnTo>
                <a:lnTo>
                  <a:pt x="122300" y="99812"/>
                </a:lnTo>
                <a:lnTo>
                  <a:pt x="122050" y="99962"/>
                </a:lnTo>
                <a:lnTo>
                  <a:pt x="121796" y="100105"/>
                </a:lnTo>
                <a:lnTo>
                  <a:pt x="121539" y="100241"/>
                </a:lnTo>
                <a:lnTo>
                  <a:pt x="121278" y="100371"/>
                </a:lnTo>
                <a:lnTo>
                  <a:pt x="121013" y="100493"/>
                </a:lnTo>
                <a:lnTo>
                  <a:pt x="120745" y="100608"/>
                </a:lnTo>
                <a:lnTo>
                  <a:pt x="120473" y="100716"/>
                </a:lnTo>
                <a:lnTo>
                  <a:pt x="120197" y="100817"/>
                </a:lnTo>
                <a:lnTo>
                  <a:pt x="119918" y="100911"/>
                </a:lnTo>
                <a:lnTo>
                  <a:pt x="119635" y="100998"/>
                </a:lnTo>
                <a:lnTo>
                  <a:pt x="119349" y="101079"/>
                </a:lnTo>
                <a:lnTo>
                  <a:pt x="119059" y="101152"/>
                </a:lnTo>
                <a:lnTo>
                  <a:pt x="118765" y="101218"/>
                </a:lnTo>
                <a:lnTo>
                  <a:pt x="118468" y="101277"/>
                </a:lnTo>
                <a:lnTo>
                  <a:pt x="118167" y="101330"/>
                </a:lnTo>
                <a:lnTo>
                  <a:pt x="117862" y="101375"/>
                </a:lnTo>
                <a:lnTo>
                  <a:pt x="117554" y="101413"/>
                </a:lnTo>
                <a:lnTo>
                  <a:pt x="117242" y="101445"/>
                </a:lnTo>
                <a:lnTo>
                  <a:pt x="116927" y="101469"/>
                </a:lnTo>
                <a:lnTo>
                  <a:pt x="116608" y="101487"/>
                </a:lnTo>
                <a:lnTo>
                  <a:pt x="116285" y="101497"/>
                </a:lnTo>
                <a:lnTo>
                  <a:pt x="115959" y="101501"/>
                </a:lnTo>
                <a:lnTo>
                  <a:pt x="115679" y="101497"/>
                </a:lnTo>
                <a:lnTo>
                  <a:pt x="115401" y="101487"/>
                </a:lnTo>
                <a:lnTo>
                  <a:pt x="115126" y="101471"/>
                </a:lnTo>
                <a:lnTo>
                  <a:pt x="114854" y="101447"/>
                </a:lnTo>
                <a:lnTo>
                  <a:pt x="114584" y="101417"/>
                </a:lnTo>
                <a:lnTo>
                  <a:pt x="114316" y="101380"/>
                </a:lnTo>
                <a:lnTo>
                  <a:pt x="114051" y="101337"/>
                </a:lnTo>
                <a:lnTo>
                  <a:pt x="113789" y="101286"/>
                </a:lnTo>
                <a:lnTo>
                  <a:pt x="113529" y="101229"/>
                </a:lnTo>
                <a:lnTo>
                  <a:pt x="113272" y="101166"/>
                </a:lnTo>
                <a:lnTo>
                  <a:pt x="113017" y="101095"/>
                </a:lnTo>
                <a:lnTo>
                  <a:pt x="112764" y="101018"/>
                </a:lnTo>
                <a:lnTo>
                  <a:pt x="112514" y="100935"/>
                </a:lnTo>
                <a:lnTo>
                  <a:pt x="112267" y="100844"/>
                </a:lnTo>
                <a:lnTo>
                  <a:pt x="112022" y="100747"/>
                </a:lnTo>
                <a:lnTo>
                  <a:pt x="111780" y="100643"/>
                </a:lnTo>
                <a:lnTo>
                  <a:pt x="111540" y="100533"/>
                </a:lnTo>
                <a:lnTo>
                  <a:pt x="111303" y="100416"/>
                </a:lnTo>
                <a:lnTo>
                  <a:pt x="111068" y="100292"/>
                </a:lnTo>
                <a:lnTo>
                  <a:pt x="110836" y="100161"/>
                </a:lnTo>
                <a:lnTo>
                  <a:pt x="110606" y="100024"/>
                </a:lnTo>
                <a:lnTo>
                  <a:pt x="110378" y="99880"/>
                </a:lnTo>
                <a:lnTo>
                  <a:pt x="110154" y="99729"/>
                </a:lnTo>
                <a:lnTo>
                  <a:pt x="109931" y="99572"/>
                </a:lnTo>
                <a:lnTo>
                  <a:pt x="109712" y="99409"/>
                </a:lnTo>
                <a:lnTo>
                  <a:pt x="109497" y="99240"/>
                </a:lnTo>
                <a:lnTo>
                  <a:pt x="109285" y="99066"/>
                </a:lnTo>
                <a:lnTo>
                  <a:pt x="109078" y="98888"/>
                </a:lnTo>
                <a:lnTo>
                  <a:pt x="108874" y="98704"/>
                </a:lnTo>
                <a:lnTo>
                  <a:pt x="108673" y="98515"/>
                </a:lnTo>
                <a:lnTo>
                  <a:pt x="108477" y="98320"/>
                </a:lnTo>
                <a:lnTo>
                  <a:pt x="108284" y="98121"/>
                </a:lnTo>
                <a:lnTo>
                  <a:pt x="108095" y="97916"/>
                </a:lnTo>
                <a:lnTo>
                  <a:pt x="107910" y="97706"/>
                </a:lnTo>
                <a:lnTo>
                  <a:pt x="107728" y="97492"/>
                </a:lnTo>
                <a:lnTo>
                  <a:pt x="107551" y="97271"/>
                </a:lnTo>
                <a:lnTo>
                  <a:pt x="107377" y="97046"/>
                </a:lnTo>
                <a:lnTo>
                  <a:pt x="107207" y="96816"/>
                </a:lnTo>
                <a:lnTo>
                  <a:pt x="107040" y="96580"/>
                </a:lnTo>
                <a:lnTo>
                  <a:pt x="106878" y="96339"/>
                </a:lnTo>
                <a:lnTo>
                  <a:pt x="106719" y="96094"/>
                </a:lnTo>
                <a:lnTo>
                  <a:pt x="106564" y="95842"/>
                </a:lnTo>
                <a:lnTo>
                  <a:pt x="106412" y="95586"/>
                </a:lnTo>
                <a:lnTo>
                  <a:pt x="106265" y="95325"/>
                </a:lnTo>
                <a:lnTo>
                  <a:pt x="106121" y="95058"/>
                </a:lnTo>
                <a:lnTo>
                  <a:pt x="105981" y="94787"/>
                </a:lnTo>
                <a:lnTo>
                  <a:pt x="105845" y="94510"/>
                </a:lnTo>
                <a:lnTo>
                  <a:pt x="105712" y="94228"/>
                </a:lnTo>
                <a:lnTo>
                  <a:pt x="105584" y="93941"/>
                </a:lnTo>
                <a:lnTo>
                  <a:pt x="105462" y="93652"/>
                </a:lnTo>
                <a:lnTo>
                  <a:pt x="105345" y="93359"/>
                </a:lnTo>
                <a:lnTo>
                  <a:pt x="105233" y="93063"/>
                </a:lnTo>
                <a:lnTo>
                  <a:pt x="105127" y="92764"/>
                </a:lnTo>
                <a:lnTo>
                  <a:pt x="105027" y="92462"/>
                </a:lnTo>
                <a:lnTo>
                  <a:pt x="104931" y="92157"/>
                </a:lnTo>
                <a:lnTo>
                  <a:pt x="104842" y="91848"/>
                </a:lnTo>
                <a:lnTo>
                  <a:pt x="104757" y="91536"/>
                </a:lnTo>
                <a:lnTo>
                  <a:pt x="104678" y="91221"/>
                </a:lnTo>
                <a:lnTo>
                  <a:pt x="104605" y="90903"/>
                </a:lnTo>
                <a:lnTo>
                  <a:pt x="104537" y="90581"/>
                </a:lnTo>
                <a:lnTo>
                  <a:pt x="104474" y="90256"/>
                </a:lnTo>
                <a:lnTo>
                  <a:pt x="104417" y="89928"/>
                </a:lnTo>
                <a:lnTo>
                  <a:pt x="104366" y="89597"/>
                </a:lnTo>
                <a:lnTo>
                  <a:pt x="104319" y="89263"/>
                </a:lnTo>
                <a:lnTo>
                  <a:pt x="104279" y="88925"/>
                </a:lnTo>
                <a:lnTo>
                  <a:pt x="104243" y="88585"/>
                </a:lnTo>
                <a:lnTo>
                  <a:pt x="104213" y="88241"/>
                </a:lnTo>
                <a:lnTo>
                  <a:pt x="104189" y="87893"/>
                </a:lnTo>
                <a:lnTo>
                  <a:pt x="104170" y="87543"/>
                </a:lnTo>
                <a:lnTo>
                  <a:pt x="104156" y="87189"/>
                </a:lnTo>
                <a:lnTo>
                  <a:pt x="104148" y="86832"/>
                </a:lnTo>
                <a:lnTo>
                  <a:pt x="104145" y="86472"/>
                </a:lnTo>
                <a:lnTo>
                  <a:pt x="81643" y="86472"/>
                </a:lnTo>
                <a:lnTo>
                  <a:pt x="81648" y="87192"/>
                </a:lnTo>
                <a:lnTo>
                  <a:pt x="81663" y="87903"/>
                </a:lnTo>
                <a:lnTo>
                  <a:pt x="81687" y="88606"/>
                </a:lnTo>
                <a:lnTo>
                  <a:pt x="81721" y="89301"/>
                </a:lnTo>
                <a:lnTo>
                  <a:pt x="81765" y="89988"/>
                </a:lnTo>
                <a:lnTo>
                  <a:pt x="81819" y="90666"/>
                </a:lnTo>
                <a:lnTo>
                  <a:pt x="81882" y="91337"/>
                </a:lnTo>
                <a:lnTo>
                  <a:pt x="81956" y="92000"/>
                </a:lnTo>
                <a:lnTo>
                  <a:pt x="82039" y="92654"/>
                </a:lnTo>
                <a:lnTo>
                  <a:pt x="82131" y="93301"/>
                </a:lnTo>
                <a:lnTo>
                  <a:pt x="82234" y="93939"/>
                </a:lnTo>
                <a:lnTo>
                  <a:pt x="82346" y="94569"/>
                </a:lnTo>
                <a:lnTo>
                  <a:pt x="82468" y="95191"/>
                </a:lnTo>
                <a:lnTo>
                  <a:pt x="82600" y="95805"/>
                </a:lnTo>
                <a:lnTo>
                  <a:pt x="82742" y="96411"/>
                </a:lnTo>
                <a:lnTo>
                  <a:pt x="82893" y="97009"/>
                </a:lnTo>
                <a:lnTo>
                  <a:pt x="83054" y="97599"/>
                </a:lnTo>
                <a:lnTo>
                  <a:pt x="83225" y="98181"/>
                </a:lnTo>
                <a:lnTo>
                  <a:pt x="83406" y="98754"/>
                </a:lnTo>
                <a:lnTo>
                  <a:pt x="83596" y="99320"/>
                </a:lnTo>
                <a:lnTo>
                  <a:pt x="83797" y="99877"/>
                </a:lnTo>
                <a:lnTo>
                  <a:pt x="84007" y="100426"/>
                </a:lnTo>
                <a:lnTo>
                  <a:pt x="84226" y="100968"/>
                </a:lnTo>
                <a:lnTo>
                  <a:pt x="84456" y="101501"/>
                </a:lnTo>
                <a:lnTo>
                  <a:pt x="84694" y="102026"/>
                </a:lnTo>
                <a:lnTo>
                  <a:pt x="84939" y="102544"/>
                </a:lnTo>
                <a:lnTo>
                  <a:pt x="85190" y="103054"/>
                </a:lnTo>
                <a:lnTo>
                  <a:pt x="85449" y="103557"/>
                </a:lnTo>
                <a:lnTo>
                  <a:pt x="85715" y="104052"/>
                </a:lnTo>
                <a:lnTo>
                  <a:pt x="85988" y="104539"/>
                </a:lnTo>
                <a:lnTo>
                  <a:pt x="86268" y="105020"/>
                </a:lnTo>
                <a:lnTo>
                  <a:pt x="86554" y="105492"/>
                </a:lnTo>
                <a:lnTo>
                  <a:pt x="86848" y="105957"/>
                </a:lnTo>
                <a:lnTo>
                  <a:pt x="87149" y="106415"/>
                </a:lnTo>
                <a:lnTo>
                  <a:pt x="87456" y="106865"/>
                </a:lnTo>
                <a:lnTo>
                  <a:pt x="87771" y="107307"/>
                </a:lnTo>
                <a:lnTo>
                  <a:pt x="88092" y="107742"/>
                </a:lnTo>
                <a:lnTo>
                  <a:pt x="88421" y="108169"/>
                </a:lnTo>
                <a:lnTo>
                  <a:pt x="88757" y="108589"/>
                </a:lnTo>
                <a:lnTo>
                  <a:pt x="89099" y="109001"/>
                </a:lnTo>
                <a:lnTo>
                  <a:pt x="89449" y="109406"/>
                </a:lnTo>
                <a:lnTo>
                  <a:pt x="89805" y="109803"/>
                </a:lnTo>
                <a:lnTo>
                  <a:pt x="90169" y="110193"/>
                </a:lnTo>
                <a:lnTo>
                  <a:pt x="90539" y="110575"/>
                </a:lnTo>
                <a:lnTo>
                  <a:pt x="90916" y="110950"/>
                </a:lnTo>
                <a:lnTo>
                  <a:pt x="91301" y="111317"/>
                </a:lnTo>
                <a:lnTo>
                  <a:pt x="91692" y="111676"/>
                </a:lnTo>
                <a:lnTo>
                  <a:pt x="92090" y="112028"/>
                </a:lnTo>
                <a:lnTo>
                  <a:pt x="92494" y="112373"/>
                </a:lnTo>
                <a:lnTo>
                  <a:pt x="92903" y="112710"/>
                </a:lnTo>
                <a:lnTo>
                  <a:pt x="93315" y="113039"/>
                </a:lnTo>
                <a:lnTo>
                  <a:pt x="93732" y="113361"/>
                </a:lnTo>
                <a:lnTo>
                  <a:pt x="94154" y="113675"/>
                </a:lnTo>
                <a:lnTo>
                  <a:pt x="94579" y="113982"/>
                </a:lnTo>
                <a:lnTo>
                  <a:pt x="95009" y="114282"/>
                </a:lnTo>
                <a:lnTo>
                  <a:pt x="95443" y="114573"/>
                </a:lnTo>
                <a:lnTo>
                  <a:pt x="95882" y="114858"/>
                </a:lnTo>
                <a:lnTo>
                  <a:pt x="96325" y="115134"/>
                </a:lnTo>
                <a:lnTo>
                  <a:pt x="96772" y="115403"/>
                </a:lnTo>
                <a:lnTo>
                  <a:pt x="97224" y="115665"/>
                </a:lnTo>
                <a:lnTo>
                  <a:pt x="97680" y="115919"/>
                </a:lnTo>
                <a:lnTo>
                  <a:pt x="98140" y="116166"/>
                </a:lnTo>
                <a:lnTo>
                  <a:pt x="98604" y="116405"/>
                </a:lnTo>
                <a:lnTo>
                  <a:pt x="99073" y="116636"/>
                </a:lnTo>
                <a:lnTo>
                  <a:pt x="99546" y="116860"/>
                </a:lnTo>
                <a:lnTo>
                  <a:pt x="100024" y="117076"/>
                </a:lnTo>
                <a:lnTo>
                  <a:pt x="100506" y="117285"/>
                </a:lnTo>
                <a:lnTo>
                  <a:pt x="100992" y="117487"/>
                </a:lnTo>
                <a:lnTo>
                  <a:pt x="101482" y="117680"/>
                </a:lnTo>
                <a:lnTo>
                  <a:pt x="101977" y="117867"/>
                </a:lnTo>
                <a:lnTo>
                  <a:pt x="102476" y="118045"/>
                </a:lnTo>
                <a:lnTo>
                  <a:pt x="102980" y="118217"/>
                </a:lnTo>
                <a:lnTo>
                  <a:pt x="103486" y="118380"/>
                </a:lnTo>
                <a:lnTo>
                  <a:pt x="103993" y="118537"/>
                </a:lnTo>
                <a:lnTo>
                  <a:pt x="104501" y="118687"/>
                </a:lnTo>
                <a:lnTo>
                  <a:pt x="105010" y="118830"/>
                </a:lnTo>
                <a:lnTo>
                  <a:pt x="105520" y="118966"/>
                </a:lnTo>
                <a:lnTo>
                  <a:pt x="106031" y="119095"/>
                </a:lnTo>
                <a:lnTo>
                  <a:pt x="106543" y="119218"/>
                </a:lnTo>
                <a:lnTo>
                  <a:pt x="107056" y="119333"/>
                </a:lnTo>
                <a:lnTo>
                  <a:pt x="107570" y="119441"/>
                </a:lnTo>
                <a:lnTo>
                  <a:pt x="108085" y="119542"/>
                </a:lnTo>
                <a:lnTo>
                  <a:pt x="108601" y="119636"/>
                </a:lnTo>
                <a:lnTo>
                  <a:pt x="109118" y="119723"/>
                </a:lnTo>
                <a:lnTo>
                  <a:pt x="109636" y="119804"/>
                </a:lnTo>
                <a:lnTo>
                  <a:pt x="110154" y="119877"/>
                </a:lnTo>
                <a:lnTo>
                  <a:pt x="110674" y="119943"/>
                </a:lnTo>
                <a:lnTo>
                  <a:pt x="111195" y="120002"/>
                </a:lnTo>
                <a:lnTo>
                  <a:pt x="111717" y="120055"/>
                </a:lnTo>
                <a:lnTo>
                  <a:pt x="112239" y="120100"/>
                </a:lnTo>
                <a:lnTo>
                  <a:pt x="112763" y="120138"/>
                </a:lnTo>
                <a:lnTo>
                  <a:pt x="113288" y="120170"/>
                </a:lnTo>
                <a:lnTo>
                  <a:pt x="113813" y="120194"/>
                </a:lnTo>
                <a:lnTo>
                  <a:pt x="114340" y="120212"/>
                </a:lnTo>
                <a:lnTo>
                  <a:pt x="114868" y="120222"/>
                </a:lnTo>
                <a:lnTo>
                  <a:pt x="115396" y="120226"/>
                </a:lnTo>
                <a:lnTo>
                  <a:pt x="116031" y="120222"/>
                </a:lnTo>
                <a:lnTo>
                  <a:pt x="116661" y="120210"/>
                </a:lnTo>
                <a:lnTo>
                  <a:pt x="117287" y="120190"/>
                </a:lnTo>
                <a:lnTo>
                  <a:pt x="117910" y="120162"/>
                </a:lnTo>
                <a:lnTo>
                  <a:pt x="118529" y="120126"/>
                </a:lnTo>
                <a:lnTo>
                  <a:pt x="119143" y="120082"/>
                </a:lnTo>
                <a:lnTo>
                  <a:pt x="119754" y="120031"/>
                </a:lnTo>
                <a:lnTo>
                  <a:pt x="120361" y="119971"/>
                </a:lnTo>
                <a:lnTo>
                  <a:pt x="120964" y="119904"/>
                </a:lnTo>
                <a:lnTo>
                  <a:pt x="121563" y="119828"/>
                </a:lnTo>
                <a:lnTo>
                  <a:pt x="122158" y="119744"/>
                </a:lnTo>
                <a:lnTo>
                  <a:pt x="122750" y="119653"/>
                </a:lnTo>
                <a:lnTo>
                  <a:pt x="123337" y="119554"/>
                </a:lnTo>
                <a:lnTo>
                  <a:pt x="123920" y="119446"/>
                </a:lnTo>
                <a:lnTo>
                  <a:pt x="124500" y="119331"/>
                </a:lnTo>
                <a:lnTo>
                  <a:pt x="125076" y="119208"/>
                </a:lnTo>
                <a:lnTo>
                  <a:pt x="125648" y="119076"/>
                </a:lnTo>
                <a:lnTo>
                  <a:pt x="126215" y="118937"/>
                </a:lnTo>
                <a:lnTo>
                  <a:pt x="126779" y="118790"/>
                </a:lnTo>
                <a:lnTo>
                  <a:pt x="127339" y="118635"/>
                </a:lnTo>
                <a:lnTo>
                  <a:pt x="127895" y="118472"/>
                </a:lnTo>
                <a:lnTo>
                  <a:pt x="128448" y="118301"/>
                </a:lnTo>
                <a:lnTo>
                  <a:pt x="128996" y="118122"/>
                </a:lnTo>
                <a:lnTo>
                  <a:pt x="129540" y="117935"/>
                </a:lnTo>
                <a:lnTo>
                  <a:pt x="130080" y="117741"/>
                </a:lnTo>
                <a:lnTo>
                  <a:pt x="130614" y="117539"/>
                </a:lnTo>
                <a:lnTo>
                  <a:pt x="131143" y="117329"/>
                </a:lnTo>
                <a:lnTo>
                  <a:pt x="131666" y="117113"/>
                </a:lnTo>
                <a:lnTo>
                  <a:pt x="132183" y="116888"/>
                </a:lnTo>
                <a:lnTo>
                  <a:pt x="132695" y="116657"/>
                </a:lnTo>
                <a:lnTo>
                  <a:pt x="133201" y="116418"/>
                </a:lnTo>
                <a:lnTo>
                  <a:pt x="133702" y="116172"/>
                </a:lnTo>
                <a:lnTo>
                  <a:pt x="134197" y="115918"/>
                </a:lnTo>
                <a:lnTo>
                  <a:pt x="134686" y="115657"/>
                </a:lnTo>
                <a:lnTo>
                  <a:pt x="135170" y="115388"/>
                </a:lnTo>
                <a:lnTo>
                  <a:pt x="135648" y="115112"/>
                </a:lnTo>
                <a:lnTo>
                  <a:pt x="136121" y="114829"/>
                </a:lnTo>
                <a:lnTo>
                  <a:pt x="136588" y="114538"/>
                </a:lnTo>
                <a:lnTo>
                  <a:pt x="137050" y="114240"/>
                </a:lnTo>
                <a:lnTo>
                  <a:pt x="137505" y="113935"/>
                </a:lnTo>
                <a:lnTo>
                  <a:pt x="137956" y="113622"/>
                </a:lnTo>
                <a:lnTo>
                  <a:pt x="138401" y="113302"/>
                </a:lnTo>
                <a:lnTo>
                  <a:pt x="138840" y="112974"/>
                </a:lnTo>
                <a:lnTo>
                  <a:pt x="139274" y="112639"/>
                </a:lnTo>
                <a:lnTo>
                  <a:pt x="139702" y="112297"/>
                </a:lnTo>
                <a:lnTo>
                  <a:pt x="140124" y="111947"/>
                </a:lnTo>
                <a:lnTo>
                  <a:pt x="140541" y="111589"/>
                </a:lnTo>
                <a:lnTo>
                  <a:pt x="140952" y="111225"/>
                </a:lnTo>
                <a:lnTo>
                  <a:pt x="141357" y="110853"/>
                </a:lnTo>
                <a:lnTo>
                  <a:pt x="141754" y="110474"/>
                </a:lnTo>
                <a:lnTo>
                  <a:pt x="142144" y="110088"/>
                </a:lnTo>
                <a:lnTo>
                  <a:pt x="142526" y="109696"/>
                </a:lnTo>
                <a:lnTo>
                  <a:pt x="142901" y="109296"/>
                </a:lnTo>
                <a:lnTo>
                  <a:pt x="143268" y="108889"/>
                </a:lnTo>
                <a:lnTo>
                  <a:pt x="143627" y="108475"/>
                </a:lnTo>
                <a:lnTo>
                  <a:pt x="143979" y="108055"/>
                </a:lnTo>
                <a:lnTo>
                  <a:pt x="144324" y="107627"/>
                </a:lnTo>
                <a:lnTo>
                  <a:pt x="144661" y="107193"/>
                </a:lnTo>
                <a:lnTo>
                  <a:pt x="144990" y="106751"/>
                </a:lnTo>
                <a:lnTo>
                  <a:pt x="145312" y="106302"/>
                </a:lnTo>
                <a:lnTo>
                  <a:pt x="145626" y="105847"/>
                </a:lnTo>
                <a:lnTo>
                  <a:pt x="145933" y="105384"/>
                </a:lnTo>
                <a:lnTo>
                  <a:pt x="146232" y="104915"/>
                </a:lnTo>
                <a:lnTo>
                  <a:pt x="146524" y="104438"/>
                </a:lnTo>
                <a:lnTo>
                  <a:pt x="146808" y="103955"/>
                </a:lnTo>
                <a:lnTo>
                  <a:pt x="147085" y="103465"/>
                </a:lnTo>
                <a:lnTo>
                  <a:pt x="147354" y="102967"/>
                </a:lnTo>
                <a:lnTo>
                  <a:pt x="147616" y="102463"/>
                </a:lnTo>
                <a:lnTo>
                  <a:pt x="147870" y="101951"/>
                </a:lnTo>
                <a:lnTo>
                  <a:pt x="148116" y="101433"/>
                </a:lnTo>
                <a:lnTo>
                  <a:pt x="148355" y="100908"/>
                </a:lnTo>
                <a:lnTo>
                  <a:pt x="148587" y="100376"/>
                </a:lnTo>
                <a:lnTo>
                  <a:pt x="148810" y="99837"/>
                </a:lnTo>
                <a:lnTo>
                  <a:pt x="149023" y="99292"/>
                </a:lnTo>
                <a:lnTo>
                  <a:pt x="149227" y="98741"/>
                </a:lnTo>
                <a:lnTo>
                  <a:pt x="149422" y="98183"/>
                </a:lnTo>
                <a:lnTo>
                  <a:pt x="149607" y="97620"/>
                </a:lnTo>
                <a:lnTo>
                  <a:pt x="149782" y="97050"/>
                </a:lnTo>
                <a:lnTo>
                  <a:pt x="149948" y="96475"/>
                </a:lnTo>
                <a:lnTo>
                  <a:pt x="150105" y="95893"/>
                </a:lnTo>
                <a:lnTo>
                  <a:pt x="150252" y="95305"/>
                </a:lnTo>
                <a:lnTo>
                  <a:pt x="150390" y="94711"/>
                </a:lnTo>
                <a:lnTo>
                  <a:pt x="150518" y="94111"/>
                </a:lnTo>
                <a:lnTo>
                  <a:pt x="150636" y="93504"/>
                </a:lnTo>
                <a:lnTo>
                  <a:pt x="150745" y="92892"/>
                </a:lnTo>
                <a:lnTo>
                  <a:pt x="150845" y="92273"/>
                </a:lnTo>
                <a:lnTo>
                  <a:pt x="150935" y="91648"/>
                </a:lnTo>
                <a:lnTo>
                  <a:pt x="151016" y="91018"/>
                </a:lnTo>
                <a:lnTo>
                  <a:pt x="151087" y="90380"/>
                </a:lnTo>
                <a:lnTo>
                  <a:pt x="151149" y="89737"/>
                </a:lnTo>
                <a:lnTo>
                  <a:pt x="151201" y="89088"/>
                </a:lnTo>
                <a:lnTo>
                  <a:pt x="151243" y="88432"/>
                </a:lnTo>
                <a:lnTo>
                  <a:pt x="151277" y="87771"/>
                </a:lnTo>
                <a:lnTo>
                  <a:pt x="151300" y="87103"/>
                </a:lnTo>
                <a:lnTo>
                  <a:pt x="151315" y="86429"/>
                </a:lnTo>
                <a:lnTo>
                  <a:pt x="151319" y="85749"/>
                </a:lnTo>
                <a:lnTo>
                  <a:pt x="151316" y="85189"/>
                </a:lnTo>
                <a:lnTo>
                  <a:pt x="151305" y="84633"/>
                </a:lnTo>
                <a:lnTo>
                  <a:pt x="151288" y="84081"/>
                </a:lnTo>
                <a:lnTo>
                  <a:pt x="151263" y="83534"/>
                </a:lnTo>
                <a:lnTo>
                  <a:pt x="151232" y="82990"/>
                </a:lnTo>
                <a:lnTo>
                  <a:pt x="151194" y="82452"/>
                </a:lnTo>
                <a:lnTo>
                  <a:pt x="151148" y="81917"/>
                </a:lnTo>
                <a:lnTo>
                  <a:pt x="151096" y="81387"/>
                </a:lnTo>
                <a:lnTo>
                  <a:pt x="151037" y="80861"/>
                </a:lnTo>
                <a:lnTo>
                  <a:pt x="150970" y="80340"/>
                </a:lnTo>
                <a:lnTo>
                  <a:pt x="150897" y="79823"/>
                </a:lnTo>
                <a:lnTo>
                  <a:pt x="150817" y="79310"/>
                </a:lnTo>
                <a:lnTo>
                  <a:pt x="150730" y="78801"/>
                </a:lnTo>
                <a:lnTo>
                  <a:pt x="150636" y="78297"/>
                </a:lnTo>
                <a:lnTo>
                  <a:pt x="150534" y="77797"/>
                </a:lnTo>
                <a:lnTo>
                  <a:pt x="150426" y="77302"/>
                </a:lnTo>
                <a:lnTo>
                  <a:pt x="150311" y="76811"/>
                </a:lnTo>
                <a:lnTo>
                  <a:pt x="150189" y="76324"/>
                </a:lnTo>
                <a:lnTo>
                  <a:pt x="150060" y="75841"/>
                </a:lnTo>
                <a:lnTo>
                  <a:pt x="149924" y="75363"/>
                </a:lnTo>
                <a:lnTo>
                  <a:pt x="149781" y="74889"/>
                </a:lnTo>
                <a:lnTo>
                  <a:pt x="149631" y="74420"/>
                </a:lnTo>
                <a:lnTo>
                  <a:pt x="149474" y="73954"/>
                </a:lnTo>
                <a:lnTo>
                  <a:pt x="149310" y="73494"/>
                </a:lnTo>
                <a:lnTo>
                  <a:pt x="149139" y="73037"/>
                </a:lnTo>
                <a:lnTo>
                  <a:pt x="148961" y="72586"/>
                </a:lnTo>
                <a:lnTo>
                  <a:pt x="148776" y="72141"/>
                </a:lnTo>
                <a:lnTo>
                  <a:pt x="148584" y="71700"/>
                </a:lnTo>
                <a:lnTo>
                  <a:pt x="148384" y="71264"/>
                </a:lnTo>
                <a:lnTo>
                  <a:pt x="148178" y="70834"/>
                </a:lnTo>
                <a:lnTo>
                  <a:pt x="147964" y="70409"/>
                </a:lnTo>
                <a:lnTo>
                  <a:pt x="147743" y="69989"/>
                </a:lnTo>
                <a:lnTo>
                  <a:pt x="147515" y="69574"/>
                </a:lnTo>
                <a:lnTo>
                  <a:pt x="147280" y="69164"/>
                </a:lnTo>
                <a:lnTo>
                  <a:pt x="147038" y="68760"/>
                </a:lnTo>
                <a:lnTo>
                  <a:pt x="146789" y="68360"/>
                </a:lnTo>
                <a:lnTo>
                  <a:pt x="146532" y="67966"/>
                </a:lnTo>
                <a:lnTo>
                  <a:pt x="146269" y="67577"/>
                </a:lnTo>
                <a:lnTo>
                  <a:pt x="145998" y="67193"/>
                </a:lnTo>
                <a:lnTo>
                  <a:pt x="145721" y="66814"/>
                </a:lnTo>
                <a:lnTo>
                  <a:pt x="145436" y="66441"/>
                </a:lnTo>
                <a:lnTo>
                  <a:pt x="145144" y="66072"/>
                </a:lnTo>
                <a:lnTo>
                  <a:pt x="144845" y="65709"/>
                </a:lnTo>
                <a:lnTo>
                  <a:pt x="144539" y="65351"/>
                </a:lnTo>
                <a:lnTo>
                  <a:pt x="144225" y="64998"/>
                </a:lnTo>
                <a:lnTo>
                  <a:pt x="143905" y="64650"/>
                </a:lnTo>
                <a:lnTo>
                  <a:pt x="143577" y="64308"/>
                </a:lnTo>
                <a:lnTo>
                  <a:pt x="143243" y="63970"/>
                </a:lnTo>
                <a:lnTo>
                  <a:pt x="142901" y="63639"/>
                </a:lnTo>
                <a:lnTo>
                  <a:pt x="142552" y="63314"/>
                </a:lnTo>
                <a:lnTo>
                  <a:pt x="142196" y="62995"/>
                </a:lnTo>
                <a:lnTo>
                  <a:pt x="141833" y="62683"/>
                </a:lnTo>
                <a:lnTo>
                  <a:pt x="141463" y="62378"/>
                </a:lnTo>
                <a:lnTo>
                  <a:pt x="141085" y="62079"/>
                </a:lnTo>
                <a:lnTo>
                  <a:pt x="140701" y="61787"/>
                </a:lnTo>
                <a:lnTo>
                  <a:pt x="140309" y="61501"/>
                </a:lnTo>
                <a:lnTo>
                  <a:pt x="139911" y="61222"/>
                </a:lnTo>
                <a:lnTo>
                  <a:pt x="139505" y="60950"/>
                </a:lnTo>
                <a:lnTo>
                  <a:pt x="139092" y="60684"/>
                </a:lnTo>
                <a:lnTo>
                  <a:pt x="138672" y="60424"/>
                </a:lnTo>
                <a:lnTo>
                  <a:pt x="138245" y="60171"/>
                </a:lnTo>
                <a:lnTo>
                  <a:pt x="137810" y="59925"/>
                </a:lnTo>
                <a:lnTo>
                  <a:pt x="137369" y="59685"/>
                </a:lnTo>
                <a:lnTo>
                  <a:pt x="136921" y="59452"/>
                </a:lnTo>
                <a:lnTo>
                  <a:pt x="136465" y="59225"/>
                </a:lnTo>
                <a:lnTo>
                  <a:pt x="136002" y="59005"/>
                </a:lnTo>
                <a:lnTo>
                  <a:pt x="135532" y="58792"/>
                </a:lnTo>
                <a:lnTo>
                  <a:pt x="135055" y="58585"/>
                </a:lnTo>
                <a:lnTo>
                  <a:pt x="134891" y="58517"/>
                </a:lnTo>
                <a:lnTo>
                  <a:pt x="134959" y="58480"/>
                </a:lnTo>
                <a:lnTo>
                  <a:pt x="135394" y="58233"/>
                </a:lnTo>
                <a:close/>
                <a:moveTo>
                  <a:pt x="17" y="79787"/>
                </a:moveTo>
                <a:lnTo>
                  <a:pt x="38" y="80611"/>
                </a:lnTo>
                <a:lnTo>
                  <a:pt x="68" y="81427"/>
                </a:lnTo>
                <a:lnTo>
                  <a:pt x="106" y="82236"/>
                </a:lnTo>
                <a:lnTo>
                  <a:pt x="153" y="83037"/>
                </a:lnTo>
                <a:lnTo>
                  <a:pt x="209" y="83830"/>
                </a:lnTo>
                <a:lnTo>
                  <a:pt x="272" y="84615"/>
                </a:lnTo>
                <a:lnTo>
                  <a:pt x="345" y="85393"/>
                </a:lnTo>
                <a:lnTo>
                  <a:pt x="426" y="86162"/>
                </a:lnTo>
                <a:lnTo>
                  <a:pt x="515" y="86924"/>
                </a:lnTo>
                <a:lnTo>
                  <a:pt x="613" y="87678"/>
                </a:lnTo>
                <a:lnTo>
                  <a:pt x="719" y="88424"/>
                </a:lnTo>
                <a:lnTo>
                  <a:pt x="834" y="89162"/>
                </a:lnTo>
                <a:lnTo>
                  <a:pt x="957" y="89893"/>
                </a:lnTo>
                <a:lnTo>
                  <a:pt x="1089" y="90616"/>
                </a:lnTo>
                <a:lnTo>
                  <a:pt x="1230" y="91331"/>
                </a:lnTo>
                <a:lnTo>
                  <a:pt x="1379" y="92038"/>
                </a:lnTo>
                <a:lnTo>
                  <a:pt x="1536" y="92737"/>
                </a:lnTo>
                <a:lnTo>
                  <a:pt x="1702" y="93428"/>
                </a:lnTo>
                <a:lnTo>
                  <a:pt x="1877" y="94112"/>
                </a:lnTo>
                <a:lnTo>
                  <a:pt x="2060" y="94788"/>
                </a:lnTo>
                <a:lnTo>
                  <a:pt x="2251" y="95456"/>
                </a:lnTo>
                <a:lnTo>
                  <a:pt x="2451" y="96116"/>
                </a:lnTo>
                <a:lnTo>
                  <a:pt x="2659" y="96768"/>
                </a:lnTo>
                <a:lnTo>
                  <a:pt x="2875" y="97412"/>
                </a:lnTo>
                <a:lnTo>
                  <a:pt x="3098" y="98046"/>
                </a:lnTo>
                <a:lnTo>
                  <a:pt x="3330" y="98672"/>
                </a:lnTo>
                <a:lnTo>
                  <a:pt x="3568" y="99290"/>
                </a:lnTo>
                <a:lnTo>
                  <a:pt x="3815" y="99898"/>
                </a:lnTo>
                <a:lnTo>
                  <a:pt x="4069" y="100498"/>
                </a:lnTo>
                <a:lnTo>
                  <a:pt x="4331" y="101090"/>
                </a:lnTo>
                <a:lnTo>
                  <a:pt x="4600" y="101673"/>
                </a:lnTo>
                <a:lnTo>
                  <a:pt x="4877" y="102247"/>
                </a:lnTo>
                <a:lnTo>
                  <a:pt x="5162" y="102812"/>
                </a:lnTo>
                <a:lnTo>
                  <a:pt x="5455" y="103369"/>
                </a:lnTo>
                <a:lnTo>
                  <a:pt x="5755" y="103917"/>
                </a:lnTo>
                <a:lnTo>
                  <a:pt x="6063" y="104457"/>
                </a:lnTo>
                <a:lnTo>
                  <a:pt x="6378" y="104988"/>
                </a:lnTo>
                <a:lnTo>
                  <a:pt x="6702" y="105510"/>
                </a:lnTo>
                <a:lnTo>
                  <a:pt x="7032" y="106024"/>
                </a:lnTo>
                <a:lnTo>
                  <a:pt x="7371" y="106528"/>
                </a:lnTo>
                <a:lnTo>
                  <a:pt x="7717" y="107025"/>
                </a:lnTo>
                <a:lnTo>
                  <a:pt x="8071" y="107512"/>
                </a:lnTo>
                <a:lnTo>
                  <a:pt x="8433" y="107991"/>
                </a:lnTo>
                <a:lnTo>
                  <a:pt x="8802" y="108462"/>
                </a:lnTo>
                <a:lnTo>
                  <a:pt x="9179" y="108923"/>
                </a:lnTo>
                <a:lnTo>
                  <a:pt x="9563" y="109376"/>
                </a:lnTo>
                <a:lnTo>
                  <a:pt x="9955" y="109820"/>
                </a:lnTo>
                <a:lnTo>
                  <a:pt x="10353" y="110255"/>
                </a:lnTo>
                <a:lnTo>
                  <a:pt x="10757" y="110681"/>
                </a:lnTo>
                <a:lnTo>
                  <a:pt x="11167" y="111098"/>
                </a:lnTo>
                <a:lnTo>
                  <a:pt x="11584" y="111505"/>
                </a:lnTo>
                <a:lnTo>
                  <a:pt x="12007" y="111903"/>
                </a:lnTo>
                <a:lnTo>
                  <a:pt x="12436" y="112292"/>
                </a:lnTo>
                <a:lnTo>
                  <a:pt x="12872" y="112671"/>
                </a:lnTo>
                <a:lnTo>
                  <a:pt x="13314" y="113042"/>
                </a:lnTo>
                <a:lnTo>
                  <a:pt x="13762" y="113403"/>
                </a:lnTo>
                <a:lnTo>
                  <a:pt x="14216" y="113755"/>
                </a:lnTo>
                <a:lnTo>
                  <a:pt x="14677" y="114098"/>
                </a:lnTo>
                <a:lnTo>
                  <a:pt x="15144" y="114431"/>
                </a:lnTo>
                <a:lnTo>
                  <a:pt x="15617" y="114756"/>
                </a:lnTo>
                <a:lnTo>
                  <a:pt x="16096" y="115071"/>
                </a:lnTo>
                <a:lnTo>
                  <a:pt x="16582" y="115377"/>
                </a:lnTo>
                <a:lnTo>
                  <a:pt x="17074" y="115674"/>
                </a:lnTo>
                <a:lnTo>
                  <a:pt x="17572" y="115961"/>
                </a:lnTo>
                <a:lnTo>
                  <a:pt x="18077" y="116240"/>
                </a:lnTo>
                <a:lnTo>
                  <a:pt x="18588" y="116509"/>
                </a:lnTo>
                <a:lnTo>
                  <a:pt x="19105" y="116769"/>
                </a:lnTo>
                <a:lnTo>
                  <a:pt x="19628" y="117019"/>
                </a:lnTo>
                <a:lnTo>
                  <a:pt x="20158" y="117261"/>
                </a:lnTo>
                <a:lnTo>
                  <a:pt x="20694" y="117493"/>
                </a:lnTo>
                <a:lnTo>
                  <a:pt x="21236" y="117716"/>
                </a:lnTo>
                <a:lnTo>
                  <a:pt x="21783" y="117930"/>
                </a:lnTo>
                <a:lnTo>
                  <a:pt x="22336" y="118134"/>
                </a:lnTo>
                <a:lnTo>
                  <a:pt x="22894" y="118328"/>
                </a:lnTo>
                <a:lnTo>
                  <a:pt x="23458" y="118513"/>
                </a:lnTo>
                <a:lnTo>
                  <a:pt x="24027" y="118689"/>
                </a:lnTo>
                <a:lnTo>
                  <a:pt x="24601" y="118855"/>
                </a:lnTo>
                <a:lnTo>
                  <a:pt x="25181" y="119011"/>
                </a:lnTo>
                <a:lnTo>
                  <a:pt x="25766" y="119158"/>
                </a:lnTo>
                <a:lnTo>
                  <a:pt x="26357" y="119296"/>
                </a:lnTo>
                <a:lnTo>
                  <a:pt x="26953" y="119424"/>
                </a:lnTo>
                <a:lnTo>
                  <a:pt x="27555" y="119543"/>
                </a:lnTo>
                <a:lnTo>
                  <a:pt x="28162" y="119652"/>
                </a:lnTo>
                <a:lnTo>
                  <a:pt x="28775" y="119751"/>
                </a:lnTo>
                <a:lnTo>
                  <a:pt x="29393" y="119841"/>
                </a:lnTo>
                <a:lnTo>
                  <a:pt x="30016" y="119922"/>
                </a:lnTo>
                <a:lnTo>
                  <a:pt x="30645" y="119993"/>
                </a:lnTo>
                <a:lnTo>
                  <a:pt x="31279" y="120055"/>
                </a:lnTo>
                <a:lnTo>
                  <a:pt x="31919" y="120107"/>
                </a:lnTo>
                <a:lnTo>
                  <a:pt x="32564" y="120150"/>
                </a:lnTo>
                <a:lnTo>
                  <a:pt x="33215" y="120183"/>
                </a:lnTo>
                <a:lnTo>
                  <a:pt x="33871" y="120207"/>
                </a:lnTo>
                <a:lnTo>
                  <a:pt x="34533" y="120221"/>
                </a:lnTo>
                <a:lnTo>
                  <a:pt x="35200" y="120226"/>
                </a:lnTo>
                <a:lnTo>
                  <a:pt x="35867" y="120221"/>
                </a:lnTo>
                <a:lnTo>
                  <a:pt x="36528" y="120207"/>
                </a:lnTo>
                <a:lnTo>
                  <a:pt x="37184" y="120183"/>
                </a:lnTo>
                <a:lnTo>
                  <a:pt x="37834" y="120150"/>
                </a:lnTo>
                <a:lnTo>
                  <a:pt x="38479" y="120107"/>
                </a:lnTo>
                <a:lnTo>
                  <a:pt x="39118" y="120055"/>
                </a:lnTo>
                <a:lnTo>
                  <a:pt x="39751" y="119993"/>
                </a:lnTo>
                <a:lnTo>
                  <a:pt x="40379" y="119922"/>
                </a:lnTo>
                <a:lnTo>
                  <a:pt x="41001" y="119841"/>
                </a:lnTo>
                <a:lnTo>
                  <a:pt x="41618" y="119751"/>
                </a:lnTo>
                <a:lnTo>
                  <a:pt x="42229" y="119652"/>
                </a:lnTo>
                <a:lnTo>
                  <a:pt x="42834" y="119543"/>
                </a:lnTo>
                <a:lnTo>
                  <a:pt x="43434" y="119424"/>
                </a:lnTo>
                <a:lnTo>
                  <a:pt x="44029" y="119296"/>
                </a:lnTo>
                <a:lnTo>
                  <a:pt x="44617" y="119158"/>
                </a:lnTo>
                <a:lnTo>
                  <a:pt x="45201" y="119011"/>
                </a:lnTo>
                <a:lnTo>
                  <a:pt x="45778" y="118855"/>
                </a:lnTo>
                <a:lnTo>
                  <a:pt x="46350" y="118689"/>
                </a:lnTo>
                <a:lnTo>
                  <a:pt x="46917" y="118513"/>
                </a:lnTo>
                <a:lnTo>
                  <a:pt x="47478" y="118328"/>
                </a:lnTo>
                <a:lnTo>
                  <a:pt x="48033" y="118134"/>
                </a:lnTo>
                <a:lnTo>
                  <a:pt x="48583" y="117930"/>
                </a:lnTo>
                <a:lnTo>
                  <a:pt x="49127" y="117716"/>
                </a:lnTo>
                <a:lnTo>
                  <a:pt x="49665" y="117493"/>
                </a:lnTo>
                <a:lnTo>
                  <a:pt x="50198" y="117261"/>
                </a:lnTo>
                <a:lnTo>
                  <a:pt x="50724" y="117019"/>
                </a:lnTo>
                <a:lnTo>
                  <a:pt x="51244" y="116769"/>
                </a:lnTo>
                <a:lnTo>
                  <a:pt x="51758" y="116509"/>
                </a:lnTo>
                <a:lnTo>
                  <a:pt x="52266" y="116240"/>
                </a:lnTo>
                <a:lnTo>
                  <a:pt x="52767" y="115961"/>
                </a:lnTo>
                <a:lnTo>
                  <a:pt x="53262" y="115674"/>
                </a:lnTo>
                <a:lnTo>
                  <a:pt x="53751" y="115377"/>
                </a:lnTo>
                <a:lnTo>
                  <a:pt x="54233" y="115071"/>
                </a:lnTo>
                <a:lnTo>
                  <a:pt x="54709" y="114756"/>
                </a:lnTo>
                <a:lnTo>
                  <a:pt x="55179" y="114431"/>
                </a:lnTo>
                <a:lnTo>
                  <a:pt x="55643" y="114098"/>
                </a:lnTo>
                <a:lnTo>
                  <a:pt x="56100" y="113755"/>
                </a:lnTo>
                <a:lnTo>
                  <a:pt x="56551" y="113403"/>
                </a:lnTo>
                <a:lnTo>
                  <a:pt x="56996" y="113042"/>
                </a:lnTo>
                <a:lnTo>
                  <a:pt x="57434" y="112671"/>
                </a:lnTo>
                <a:lnTo>
                  <a:pt x="57866" y="112292"/>
                </a:lnTo>
                <a:lnTo>
                  <a:pt x="58292" y="111903"/>
                </a:lnTo>
                <a:lnTo>
                  <a:pt x="58712" y="111505"/>
                </a:lnTo>
                <a:lnTo>
                  <a:pt x="59125" y="111098"/>
                </a:lnTo>
                <a:lnTo>
                  <a:pt x="59532" y="110681"/>
                </a:lnTo>
                <a:lnTo>
                  <a:pt x="59933" y="110255"/>
                </a:lnTo>
                <a:lnTo>
                  <a:pt x="60327" y="109820"/>
                </a:lnTo>
                <a:lnTo>
                  <a:pt x="60716" y="109376"/>
                </a:lnTo>
                <a:lnTo>
                  <a:pt x="61097" y="108923"/>
                </a:lnTo>
                <a:lnTo>
                  <a:pt x="61471" y="108462"/>
                </a:lnTo>
                <a:lnTo>
                  <a:pt x="61838" y="107991"/>
                </a:lnTo>
                <a:lnTo>
                  <a:pt x="62197" y="107512"/>
                </a:lnTo>
                <a:lnTo>
                  <a:pt x="62549" y="107025"/>
                </a:lnTo>
                <a:lnTo>
                  <a:pt x="62893" y="106528"/>
                </a:lnTo>
                <a:lnTo>
                  <a:pt x="63230" y="106024"/>
                </a:lnTo>
                <a:lnTo>
                  <a:pt x="63560" y="105510"/>
                </a:lnTo>
                <a:lnTo>
                  <a:pt x="63882" y="104988"/>
                </a:lnTo>
                <a:lnTo>
                  <a:pt x="64197" y="104457"/>
                </a:lnTo>
                <a:lnTo>
                  <a:pt x="64504" y="103917"/>
                </a:lnTo>
                <a:lnTo>
                  <a:pt x="64804" y="103369"/>
                </a:lnTo>
                <a:lnTo>
                  <a:pt x="65097" y="102812"/>
                </a:lnTo>
                <a:lnTo>
                  <a:pt x="65382" y="102247"/>
                </a:lnTo>
                <a:lnTo>
                  <a:pt x="65660" y="101673"/>
                </a:lnTo>
                <a:lnTo>
                  <a:pt x="65930" y="101090"/>
                </a:lnTo>
                <a:lnTo>
                  <a:pt x="66193" y="100498"/>
                </a:lnTo>
                <a:lnTo>
                  <a:pt x="66449" y="99898"/>
                </a:lnTo>
                <a:lnTo>
                  <a:pt x="66697" y="99290"/>
                </a:lnTo>
                <a:lnTo>
                  <a:pt x="66938" y="98672"/>
                </a:lnTo>
                <a:lnTo>
                  <a:pt x="67172" y="98046"/>
                </a:lnTo>
                <a:lnTo>
                  <a:pt x="67398" y="97412"/>
                </a:lnTo>
                <a:lnTo>
                  <a:pt x="67617" y="96768"/>
                </a:lnTo>
                <a:lnTo>
                  <a:pt x="67828" y="96116"/>
                </a:lnTo>
                <a:lnTo>
                  <a:pt x="68031" y="95456"/>
                </a:lnTo>
                <a:lnTo>
                  <a:pt x="68226" y="94788"/>
                </a:lnTo>
                <a:lnTo>
                  <a:pt x="68412" y="94112"/>
                </a:lnTo>
                <a:lnTo>
                  <a:pt x="68589" y="93428"/>
                </a:lnTo>
                <a:lnTo>
                  <a:pt x="68758" y="92737"/>
                </a:lnTo>
                <a:lnTo>
                  <a:pt x="68918" y="92038"/>
                </a:lnTo>
                <a:lnTo>
                  <a:pt x="69069" y="91331"/>
                </a:lnTo>
                <a:lnTo>
                  <a:pt x="69212" y="90616"/>
                </a:lnTo>
                <a:lnTo>
                  <a:pt x="69346" y="89893"/>
                </a:lnTo>
                <a:lnTo>
                  <a:pt x="69471" y="89162"/>
                </a:lnTo>
                <a:lnTo>
                  <a:pt x="69588" y="88424"/>
                </a:lnTo>
                <a:lnTo>
                  <a:pt x="69696" y="87678"/>
                </a:lnTo>
                <a:lnTo>
                  <a:pt x="69796" y="86924"/>
                </a:lnTo>
                <a:lnTo>
                  <a:pt x="69887" y="86162"/>
                </a:lnTo>
                <a:lnTo>
                  <a:pt x="69969" y="85393"/>
                </a:lnTo>
                <a:lnTo>
                  <a:pt x="70042" y="84615"/>
                </a:lnTo>
                <a:lnTo>
                  <a:pt x="70107" y="83830"/>
                </a:lnTo>
                <a:lnTo>
                  <a:pt x="70163" y="83037"/>
                </a:lnTo>
                <a:lnTo>
                  <a:pt x="70211" y="82236"/>
                </a:lnTo>
                <a:lnTo>
                  <a:pt x="70250" y="81427"/>
                </a:lnTo>
                <a:lnTo>
                  <a:pt x="70280" y="80611"/>
                </a:lnTo>
                <a:lnTo>
                  <a:pt x="70302" y="79787"/>
                </a:lnTo>
                <a:lnTo>
                  <a:pt x="70315" y="78954"/>
                </a:lnTo>
                <a:lnTo>
                  <a:pt x="70319" y="78115"/>
                </a:lnTo>
                <a:lnTo>
                  <a:pt x="70319" y="72248"/>
                </a:lnTo>
                <a:lnTo>
                  <a:pt x="70315" y="71401"/>
                </a:lnTo>
                <a:lnTo>
                  <a:pt x="70302" y="70563"/>
                </a:lnTo>
                <a:lnTo>
                  <a:pt x="70280" y="69733"/>
                </a:lnTo>
                <a:lnTo>
                  <a:pt x="70250" y="68911"/>
                </a:lnTo>
                <a:lnTo>
                  <a:pt x="70211" y="68096"/>
                </a:lnTo>
                <a:lnTo>
                  <a:pt x="70163" y="67290"/>
                </a:lnTo>
                <a:lnTo>
                  <a:pt x="70107" y="66492"/>
                </a:lnTo>
                <a:lnTo>
                  <a:pt x="70042" y="65703"/>
                </a:lnTo>
                <a:lnTo>
                  <a:pt x="69969" y="64921"/>
                </a:lnTo>
                <a:lnTo>
                  <a:pt x="69887" y="64147"/>
                </a:lnTo>
                <a:lnTo>
                  <a:pt x="69796" y="63382"/>
                </a:lnTo>
                <a:lnTo>
                  <a:pt x="69696" y="62624"/>
                </a:lnTo>
                <a:lnTo>
                  <a:pt x="69588" y="61875"/>
                </a:lnTo>
                <a:lnTo>
                  <a:pt x="69471" y="61134"/>
                </a:lnTo>
                <a:lnTo>
                  <a:pt x="69346" y="60400"/>
                </a:lnTo>
                <a:lnTo>
                  <a:pt x="69212" y="59675"/>
                </a:lnTo>
                <a:lnTo>
                  <a:pt x="69069" y="58958"/>
                </a:lnTo>
                <a:lnTo>
                  <a:pt x="68918" y="58249"/>
                </a:lnTo>
                <a:lnTo>
                  <a:pt x="68758" y="57549"/>
                </a:lnTo>
                <a:lnTo>
                  <a:pt x="68589" y="56856"/>
                </a:lnTo>
                <a:lnTo>
                  <a:pt x="68412" y="56171"/>
                </a:lnTo>
                <a:lnTo>
                  <a:pt x="68226" y="55495"/>
                </a:lnTo>
                <a:lnTo>
                  <a:pt x="68031" y="54826"/>
                </a:lnTo>
                <a:lnTo>
                  <a:pt x="67828" y="54166"/>
                </a:lnTo>
                <a:lnTo>
                  <a:pt x="67617" y="53514"/>
                </a:lnTo>
                <a:lnTo>
                  <a:pt x="67398" y="52871"/>
                </a:lnTo>
                <a:lnTo>
                  <a:pt x="67172" y="52236"/>
                </a:lnTo>
                <a:lnTo>
                  <a:pt x="66938" y="51611"/>
                </a:lnTo>
                <a:lnTo>
                  <a:pt x="66697" y="50994"/>
                </a:lnTo>
                <a:lnTo>
                  <a:pt x="66449" y="50386"/>
                </a:lnTo>
                <a:lnTo>
                  <a:pt x="66193" y="49787"/>
                </a:lnTo>
                <a:lnTo>
                  <a:pt x="65930" y="49197"/>
                </a:lnTo>
                <a:lnTo>
                  <a:pt x="65660" y="48615"/>
                </a:lnTo>
                <a:lnTo>
                  <a:pt x="65382" y="48042"/>
                </a:lnTo>
                <a:lnTo>
                  <a:pt x="65097" y="47478"/>
                </a:lnTo>
                <a:lnTo>
                  <a:pt x="64804" y="46923"/>
                </a:lnTo>
                <a:lnTo>
                  <a:pt x="64504" y="46377"/>
                </a:lnTo>
                <a:lnTo>
                  <a:pt x="64197" y="45839"/>
                </a:lnTo>
                <a:lnTo>
                  <a:pt x="63882" y="45310"/>
                </a:lnTo>
                <a:lnTo>
                  <a:pt x="63560" y="44790"/>
                </a:lnTo>
                <a:lnTo>
                  <a:pt x="63230" y="44279"/>
                </a:lnTo>
                <a:lnTo>
                  <a:pt x="62893" y="43776"/>
                </a:lnTo>
                <a:lnTo>
                  <a:pt x="62549" y="43282"/>
                </a:lnTo>
                <a:lnTo>
                  <a:pt x="62197" y="42798"/>
                </a:lnTo>
                <a:lnTo>
                  <a:pt x="61838" y="42321"/>
                </a:lnTo>
                <a:lnTo>
                  <a:pt x="61471" y="41854"/>
                </a:lnTo>
                <a:lnTo>
                  <a:pt x="61097" y="41396"/>
                </a:lnTo>
                <a:lnTo>
                  <a:pt x="60716" y="40946"/>
                </a:lnTo>
                <a:lnTo>
                  <a:pt x="60327" y="40505"/>
                </a:lnTo>
                <a:lnTo>
                  <a:pt x="59933" y="40073"/>
                </a:lnTo>
                <a:lnTo>
                  <a:pt x="59531" y="39650"/>
                </a:lnTo>
                <a:lnTo>
                  <a:pt x="59124" y="39236"/>
                </a:lnTo>
                <a:lnTo>
                  <a:pt x="58710" y="38831"/>
                </a:lnTo>
                <a:lnTo>
                  <a:pt x="58290" y="38434"/>
                </a:lnTo>
                <a:lnTo>
                  <a:pt x="57863" y="38047"/>
                </a:lnTo>
                <a:lnTo>
                  <a:pt x="57430" y="37669"/>
                </a:lnTo>
                <a:lnTo>
                  <a:pt x="56990" y="37299"/>
                </a:lnTo>
                <a:lnTo>
                  <a:pt x="56544" y="36939"/>
                </a:lnTo>
                <a:lnTo>
                  <a:pt x="56091" y="36587"/>
                </a:lnTo>
                <a:lnTo>
                  <a:pt x="55632" y="36244"/>
                </a:lnTo>
                <a:lnTo>
                  <a:pt x="55167" y="35911"/>
                </a:lnTo>
                <a:lnTo>
                  <a:pt x="54695" y="35586"/>
                </a:lnTo>
                <a:lnTo>
                  <a:pt x="54217" y="35270"/>
                </a:lnTo>
                <a:lnTo>
                  <a:pt x="53733" y="34963"/>
                </a:lnTo>
                <a:lnTo>
                  <a:pt x="53242" y="34665"/>
                </a:lnTo>
                <a:lnTo>
                  <a:pt x="52744" y="34376"/>
                </a:lnTo>
                <a:lnTo>
                  <a:pt x="52241" y="34096"/>
                </a:lnTo>
                <a:lnTo>
                  <a:pt x="51730" y="33825"/>
                </a:lnTo>
                <a:lnTo>
                  <a:pt x="51214" y="33562"/>
                </a:lnTo>
                <a:lnTo>
                  <a:pt x="50691" y="33309"/>
                </a:lnTo>
                <a:lnTo>
                  <a:pt x="50161" y="33064"/>
                </a:lnTo>
                <a:lnTo>
                  <a:pt x="49625" y="32829"/>
                </a:lnTo>
                <a:lnTo>
                  <a:pt x="49083" y="32603"/>
                </a:lnTo>
                <a:lnTo>
                  <a:pt x="48536" y="32386"/>
                </a:lnTo>
                <a:lnTo>
                  <a:pt x="47982" y="32179"/>
                </a:lnTo>
                <a:lnTo>
                  <a:pt x="47423" y="31982"/>
                </a:lnTo>
                <a:lnTo>
                  <a:pt x="46858" y="31794"/>
                </a:lnTo>
                <a:lnTo>
                  <a:pt x="46288" y="31616"/>
                </a:lnTo>
                <a:lnTo>
                  <a:pt x="45711" y="31448"/>
                </a:lnTo>
                <a:lnTo>
                  <a:pt x="45129" y="31289"/>
                </a:lnTo>
                <a:lnTo>
                  <a:pt x="44542" y="31139"/>
                </a:lnTo>
                <a:lnTo>
                  <a:pt x="43948" y="31000"/>
                </a:lnTo>
                <a:lnTo>
                  <a:pt x="43349" y="30870"/>
                </a:lnTo>
                <a:lnTo>
                  <a:pt x="42744" y="30750"/>
                </a:lnTo>
                <a:lnTo>
                  <a:pt x="42133" y="30639"/>
                </a:lnTo>
                <a:lnTo>
                  <a:pt x="41517" y="30538"/>
                </a:lnTo>
                <a:lnTo>
                  <a:pt x="40895" y="30446"/>
                </a:lnTo>
                <a:lnTo>
                  <a:pt x="40267" y="30364"/>
                </a:lnTo>
                <a:lnTo>
                  <a:pt x="39634" y="30292"/>
                </a:lnTo>
                <a:lnTo>
                  <a:pt x="38994" y="30230"/>
                </a:lnTo>
                <a:lnTo>
                  <a:pt x="38350" y="30177"/>
                </a:lnTo>
                <a:lnTo>
                  <a:pt x="37699" y="30133"/>
                </a:lnTo>
                <a:lnTo>
                  <a:pt x="37042" y="30100"/>
                </a:lnTo>
                <a:lnTo>
                  <a:pt x="36380" y="30076"/>
                </a:lnTo>
                <a:lnTo>
                  <a:pt x="35713" y="30061"/>
                </a:lnTo>
                <a:lnTo>
                  <a:pt x="35039" y="30056"/>
                </a:lnTo>
                <a:lnTo>
                  <a:pt x="34372" y="30061"/>
                </a:lnTo>
                <a:lnTo>
                  <a:pt x="33710" y="30076"/>
                </a:lnTo>
                <a:lnTo>
                  <a:pt x="33054" y="30100"/>
                </a:lnTo>
                <a:lnTo>
                  <a:pt x="32404" y="30133"/>
                </a:lnTo>
                <a:lnTo>
                  <a:pt x="31759" y="30177"/>
                </a:lnTo>
                <a:lnTo>
                  <a:pt x="31119" y="30230"/>
                </a:lnTo>
                <a:lnTo>
                  <a:pt x="30484" y="30292"/>
                </a:lnTo>
                <a:lnTo>
                  <a:pt x="29855" y="30364"/>
                </a:lnTo>
                <a:lnTo>
                  <a:pt x="29232" y="30446"/>
                </a:lnTo>
                <a:lnTo>
                  <a:pt x="28614" y="30538"/>
                </a:lnTo>
                <a:lnTo>
                  <a:pt x="28001" y="30639"/>
                </a:lnTo>
                <a:lnTo>
                  <a:pt x="27394" y="30750"/>
                </a:lnTo>
                <a:lnTo>
                  <a:pt x="26793" y="30870"/>
                </a:lnTo>
                <a:lnTo>
                  <a:pt x="26196" y="31000"/>
                </a:lnTo>
                <a:lnTo>
                  <a:pt x="25606" y="31139"/>
                </a:lnTo>
                <a:lnTo>
                  <a:pt x="25020" y="31289"/>
                </a:lnTo>
                <a:lnTo>
                  <a:pt x="24440" y="31448"/>
                </a:lnTo>
                <a:lnTo>
                  <a:pt x="23866" y="31616"/>
                </a:lnTo>
                <a:lnTo>
                  <a:pt x="23297" y="31794"/>
                </a:lnTo>
                <a:lnTo>
                  <a:pt x="22733" y="31982"/>
                </a:lnTo>
                <a:lnTo>
                  <a:pt x="22175" y="32179"/>
                </a:lnTo>
                <a:lnTo>
                  <a:pt x="21622" y="32386"/>
                </a:lnTo>
                <a:lnTo>
                  <a:pt x="21075" y="32603"/>
                </a:lnTo>
                <a:lnTo>
                  <a:pt x="20533" y="32829"/>
                </a:lnTo>
                <a:lnTo>
                  <a:pt x="19997" y="33064"/>
                </a:lnTo>
                <a:lnTo>
                  <a:pt x="19468" y="33309"/>
                </a:lnTo>
                <a:lnTo>
                  <a:pt x="18945" y="33562"/>
                </a:lnTo>
                <a:lnTo>
                  <a:pt x="18429" y="33825"/>
                </a:lnTo>
                <a:lnTo>
                  <a:pt x="17920" y="34096"/>
                </a:lnTo>
                <a:lnTo>
                  <a:pt x="17417" y="34376"/>
                </a:lnTo>
                <a:lnTo>
                  <a:pt x="16920" y="34665"/>
                </a:lnTo>
                <a:lnTo>
                  <a:pt x="16430" y="34963"/>
                </a:lnTo>
                <a:lnTo>
                  <a:pt x="15947" y="35270"/>
                </a:lnTo>
                <a:lnTo>
                  <a:pt x="15470" y="35586"/>
                </a:lnTo>
                <a:lnTo>
                  <a:pt x="15000" y="35911"/>
                </a:lnTo>
                <a:lnTo>
                  <a:pt x="14536" y="36244"/>
                </a:lnTo>
                <a:lnTo>
                  <a:pt x="14079" y="36587"/>
                </a:lnTo>
                <a:lnTo>
                  <a:pt x="13628" y="36939"/>
                </a:lnTo>
                <a:lnTo>
                  <a:pt x="13184" y="37299"/>
                </a:lnTo>
                <a:lnTo>
                  <a:pt x="12747" y="37669"/>
                </a:lnTo>
                <a:lnTo>
                  <a:pt x="12316" y="38047"/>
                </a:lnTo>
                <a:lnTo>
                  <a:pt x="11891" y="38434"/>
                </a:lnTo>
                <a:lnTo>
                  <a:pt x="11474" y="38831"/>
                </a:lnTo>
                <a:lnTo>
                  <a:pt x="11062" y="39236"/>
                </a:lnTo>
                <a:lnTo>
                  <a:pt x="10658" y="39650"/>
                </a:lnTo>
                <a:lnTo>
                  <a:pt x="10260" y="40073"/>
                </a:lnTo>
                <a:lnTo>
                  <a:pt x="9868" y="40505"/>
                </a:lnTo>
                <a:lnTo>
                  <a:pt x="9483" y="40946"/>
                </a:lnTo>
                <a:lnTo>
                  <a:pt x="9105" y="41396"/>
                </a:lnTo>
                <a:lnTo>
                  <a:pt x="8734" y="41854"/>
                </a:lnTo>
                <a:lnTo>
                  <a:pt x="8371" y="42321"/>
                </a:lnTo>
                <a:lnTo>
                  <a:pt x="8015" y="42798"/>
                </a:lnTo>
                <a:lnTo>
                  <a:pt x="7667" y="43282"/>
                </a:lnTo>
                <a:lnTo>
                  <a:pt x="7326" y="43776"/>
                </a:lnTo>
                <a:lnTo>
                  <a:pt x="6992" y="44279"/>
                </a:lnTo>
                <a:lnTo>
                  <a:pt x="6666" y="44790"/>
                </a:lnTo>
                <a:lnTo>
                  <a:pt x="6347" y="45310"/>
                </a:lnTo>
                <a:lnTo>
                  <a:pt x="6035" y="45839"/>
                </a:lnTo>
                <a:lnTo>
                  <a:pt x="5731" y="46377"/>
                </a:lnTo>
                <a:lnTo>
                  <a:pt x="5435" y="46923"/>
                </a:lnTo>
                <a:lnTo>
                  <a:pt x="5145" y="47478"/>
                </a:lnTo>
                <a:lnTo>
                  <a:pt x="4863" y="48042"/>
                </a:lnTo>
                <a:lnTo>
                  <a:pt x="4589" y="48615"/>
                </a:lnTo>
                <a:lnTo>
                  <a:pt x="4322" y="49197"/>
                </a:lnTo>
                <a:lnTo>
                  <a:pt x="4062" y="49787"/>
                </a:lnTo>
                <a:lnTo>
                  <a:pt x="3810" y="50386"/>
                </a:lnTo>
                <a:lnTo>
                  <a:pt x="3565" y="50994"/>
                </a:lnTo>
                <a:lnTo>
                  <a:pt x="3327" y="51611"/>
                </a:lnTo>
                <a:lnTo>
                  <a:pt x="3097" y="52236"/>
                </a:lnTo>
                <a:lnTo>
                  <a:pt x="2874" y="52871"/>
                </a:lnTo>
                <a:lnTo>
                  <a:pt x="2659" y="53514"/>
                </a:lnTo>
                <a:lnTo>
                  <a:pt x="2451" y="54166"/>
                </a:lnTo>
                <a:lnTo>
                  <a:pt x="2251" y="54826"/>
                </a:lnTo>
                <a:lnTo>
                  <a:pt x="2060" y="55495"/>
                </a:lnTo>
                <a:lnTo>
                  <a:pt x="1877" y="56171"/>
                </a:lnTo>
                <a:lnTo>
                  <a:pt x="1702" y="56856"/>
                </a:lnTo>
                <a:lnTo>
                  <a:pt x="1536" y="57549"/>
                </a:lnTo>
                <a:lnTo>
                  <a:pt x="1379" y="58249"/>
                </a:lnTo>
                <a:lnTo>
                  <a:pt x="1230" y="58958"/>
                </a:lnTo>
                <a:lnTo>
                  <a:pt x="1089" y="59675"/>
                </a:lnTo>
                <a:lnTo>
                  <a:pt x="957" y="60400"/>
                </a:lnTo>
                <a:lnTo>
                  <a:pt x="834" y="61134"/>
                </a:lnTo>
                <a:lnTo>
                  <a:pt x="719" y="61875"/>
                </a:lnTo>
                <a:lnTo>
                  <a:pt x="613" y="62624"/>
                </a:lnTo>
                <a:lnTo>
                  <a:pt x="515" y="63382"/>
                </a:lnTo>
                <a:lnTo>
                  <a:pt x="426" y="64147"/>
                </a:lnTo>
                <a:lnTo>
                  <a:pt x="345" y="64921"/>
                </a:lnTo>
                <a:lnTo>
                  <a:pt x="272" y="65703"/>
                </a:lnTo>
                <a:lnTo>
                  <a:pt x="209" y="66492"/>
                </a:lnTo>
                <a:lnTo>
                  <a:pt x="153" y="67290"/>
                </a:lnTo>
                <a:lnTo>
                  <a:pt x="106" y="68096"/>
                </a:lnTo>
                <a:lnTo>
                  <a:pt x="68" y="68911"/>
                </a:lnTo>
                <a:lnTo>
                  <a:pt x="38" y="69733"/>
                </a:lnTo>
                <a:lnTo>
                  <a:pt x="17" y="70563"/>
                </a:lnTo>
                <a:lnTo>
                  <a:pt x="4" y="71401"/>
                </a:lnTo>
                <a:lnTo>
                  <a:pt x="0" y="72248"/>
                </a:lnTo>
                <a:lnTo>
                  <a:pt x="0" y="78115"/>
                </a:lnTo>
                <a:lnTo>
                  <a:pt x="4" y="78954"/>
                </a:lnTo>
                <a:lnTo>
                  <a:pt x="17" y="79787"/>
                </a:lnTo>
                <a:close/>
                <a:moveTo>
                  <a:pt x="22508" y="71280"/>
                </a:moveTo>
                <a:lnTo>
                  <a:pt x="22515" y="70803"/>
                </a:lnTo>
                <a:lnTo>
                  <a:pt x="22526" y="70331"/>
                </a:lnTo>
                <a:lnTo>
                  <a:pt x="22539" y="69864"/>
                </a:lnTo>
                <a:lnTo>
                  <a:pt x="22555" y="69402"/>
                </a:lnTo>
                <a:lnTo>
                  <a:pt x="22574" y="68945"/>
                </a:lnTo>
                <a:lnTo>
                  <a:pt x="22596" y="68493"/>
                </a:lnTo>
                <a:lnTo>
                  <a:pt x="22621" y="68046"/>
                </a:lnTo>
                <a:lnTo>
                  <a:pt x="22649" y="67603"/>
                </a:lnTo>
                <a:lnTo>
                  <a:pt x="22679" y="67166"/>
                </a:lnTo>
                <a:lnTo>
                  <a:pt x="22713" y="66733"/>
                </a:lnTo>
                <a:lnTo>
                  <a:pt x="22750" y="66305"/>
                </a:lnTo>
                <a:lnTo>
                  <a:pt x="22789" y="65882"/>
                </a:lnTo>
                <a:lnTo>
                  <a:pt x="22832" y="65464"/>
                </a:lnTo>
                <a:lnTo>
                  <a:pt x="22877" y="65051"/>
                </a:lnTo>
                <a:lnTo>
                  <a:pt x="22926" y="64642"/>
                </a:lnTo>
                <a:lnTo>
                  <a:pt x="22977" y="64239"/>
                </a:lnTo>
                <a:lnTo>
                  <a:pt x="23031" y="63840"/>
                </a:lnTo>
                <a:lnTo>
                  <a:pt x="23088" y="63447"/>
                </a:lnTo>
                <a:lnTo>
                  <a:pt x="23148" y="63058"/>
                </a:lnTo>
                <a:lnTo>
                  <a:pt x="23211" y="62674"/>
                </a:lnTo>
                <a:lnTo>
                  <a:pt x="23277" y="62295"/>
                </a:lnTo>
                <a:lnTo>
                  <a:pt x="23346" y="61921"/>
                </a:lnTo>
                <a:lnTo>
                  <a:pt x="23418" y="61552"/>
                </a:lnTo>
                <a:lnTo>
                  <a:pt x="23492" y="61189"/>
                </a:lnTo>
                <a:lnTo>
                  <a:pt x="23569" y="60831"/>
                </a:lnTo>
                <a:lnTo>
                  <a:pt x="23650" y="60479"/>
                </a:lnTo>
                <a:lnTo>
                  <a:pt x="23732" y="60132"/>
                </a:lnTo>
                <a:lnTo>
                  <a:pt x="23818" y="59791"/>
                </a:lnTo>
                <a:lnTo>
                  <a:pt x="23907" y="59456"/>
                </a:lnTo>
                <a:lnTo>
                  <a:pt x="23998" y="59126"/>
                </a:lnTo>
                <a:lnTo>
                  <a:pt x="24092" y="58802"/>
                </a:lnTo>
                <a:lnTo>
                  <a:pt x="24189" y="58483"/>
                </a:lnTo>
                <a:lnTo>
                  <a:pt x="24288" y="58170"/>
                </a:lnTo>
                <a:lnTo>
                  <a:pt x="24391" y="57863"/>
                </a:lnTo>
                <a:lnTo>
                  <a:pt x="24496" y="57561"/>
                </a:lnTo>
                <a:lnTo>
                  <a:pt x="24604" y="57264"/>
                </a:lnTo>
                <a:lnTo>
                  <a:pt x="24715" y="56974"/>
                </a:lnTo>
                <a:lnTo>
                  <a:pt x="24828" y="56688"/>
                </a:lnTo>
                <a:lnTo>
                  <a:pt x="24945" y="56409"/>
                </a:lnTo>
                <a:lnTo>
                  <a:pt x="25064" y="56135"/>
                </a:lnTo>
                <a:lnTo>
                  <a:pt x="25186" y="55866"/>
                </a:lnTo>
                <a:lnTo>
                  <a:pt x="25310" y="55603"/>
                </a:lnTo>
                <a:lnTo>
                  <a:pt x="25438" y="55346"/>
                </a:lnTo>
                <a:lnTo>
                  <a:pt x="25568" y="55094"/>
                </a:lnTo>
                <a:lnTo>
                  <a:pt x="25701" y="54848"/>
                </a:lnTo>
                <a:lnTo>
                  <a:pt x="25837" y="54608"/>
                </a:lnTo>
                <a:lnTo>
                  <a:pt x="25976" y="54372"/>
                </a:lnTo>
                <a:lnTo>
                  <a:pt x="26116" y="54142"/>
                </a:lnTo>
                <a:lnTo>
                  <a:pt x="26259" y="53916"/>
                </a:lnTo>
                <a:lnTo>
                  <a:pt x="26404" y="53695"/>
                </a:lnTo>
                <a:lnTo>
                  <a:pt x="26552" y="53478"/>
                </a:lnTo>
                <a:lnTo>
                  <a:pt x="26701" y="53267"/>
                </a:lnTo>
                <a:lnTo>
                  <a:pt x="26853" y="53060"/>
                </a:lnTo>
                <a:lnTo>
                  <a:pt x="27007" y="52858"/>
                </a:lnTo>
                <a:lnTo>
                  <a:pt x="27163" y="52660"/>
                </a:lnTo>
                <a:lnTo>
                  <a:pt x="27322" y="52468"/>
                </a:lnTo>
                <a:lnTo>
                  <a:pt x="27483" y="52280"/>
                </a:lnTo>
                <a:lnTo>
                  <a:pt x="27645" y="52096"/>
                </a:lnTo>
                <a:lnTo>
                  <a:pt x="27811" y="51918"/>
                </a:lnTo>
                <a:lnTo>
                  <a:pt x="27978" y="51744"/>
                </a:lnTo>
                <a:lnTo>
                  <a:pt x="28148" y="51575"/>
                </a:lnTo>
                <a:lnTo>
                  <a:pt x="28320" y="51411"/>
                </a:lnTo>
                <a:lnTo>
                  <a:pt x="28494" y="51252"/>
                </a:lnTo>
                <a:lnTo>
                  <a:pt x="28670" y="51097"/>
                </a:lnTo>
                <a:lnTo>
                  <a:pt x="28849" y="50947"/>
                </a:lnTo>
                <a:lnTo>
                  <a:pt x="29030" y="50802"/>
                </a:lnTo>
                <a:lnTo>
                  <a:pt x="29213" y="50661"/>
                </a:lnTo>
                <a:lnTo>
                  <a:pt x="29398" y="50525"/>
                </a:lnTo>
                <a:lnTo>
                  <a:pt x="29585" y="50394"/>
                </a:lnTo>
                <a:lnTo>
                  <a:pt x="29775" y="50268"/>
                </a:lnTo>
                <a:lnTo>
                  <a:pt x="29967" y="50147"/>
                </a:lnTo>
                <a:lnTo>
                  <a:pt x="30162" y="50031"/>
                </a:lnTo>
                <a:lnTo>
                  <a:pt x="30358" y="49920"/>
                </a:lnTo>
                <a:lnTo>
                  <a:pt x="30558" y="49814"/>
                </a:lnTo>
                <a:lnTo>
                  <a:pt x="30759" y="49713"/>
                </a:lnTo>
                <a:lnTo>
                  <a:pt x="30963" y="49618"/>
                </a:lnTo>
                <a:lnTo>
                  <a:pt x="31169" y="49527"/>
                </a:lnTo>
                <a:lnTo>
                  <a:pt x="31378" y="49442"/>
                </a:lnTo>
                <a:lnTo>
                  <a:pt x="31589" y="49362"/>
                </a:lnTo>
                <a:lnTo>
                  <a:pt x="31802" y="49287"/>
                </a:lnTo>
                <a:lnTo>
                  <a:pt x="32018" y="49218"/>
                </a:lnTo>
                <a:lnTo>
                  <a:pt x="32236" y="49153"/>
                </a:lnTo>
                <a:lnTo>
                  <a:pt x="32457" y="49094"/>
                </a:lnTo>
                <a:lnTo>
                  <a:pt x="32680" y="49040"/>
                </a:lnTo>
                <a:lnTo>
                  <a:pt x="32905" y="48990"/>
                </a:lnTo>
                <a:lnTo>
                  <a:pt x="33133" y="48947"/>
                </a:lnTo>
                <a:lnTo>
                  <a:pt x="33363" y="48908"/>
                </a:lnTo>
                <a:lnTo>
                  <a:pt x="33595" y="48874"/>
                </a:lnTo>
                <a:lnTo>
                  <a:pt x="33830" y="48846"/>
                </a:lnTo>
                <a:lnTo>
                  <a:pt x="34067" y="48823"/>
                </a:lnTo>
                <a:lnTo>
                  <a:pt x="34306" y="48805"/>
                </a:lnTo>
                <a:lnTo>
                  <a:pt x="34548" y="48792"/>
                </a:lnTo>
                <a:lnTo>
                  <a:pt x="34792" y="48784"/>
                </a:lnTo>
                <a:lnTo>
                  <a:pt x="35039" y="48781"/>
                </a:lnTo>
                <a:lnTo>
                  <a:pt x="35286" y="48784"/>
                </a:lnTo>
                <a:lnTo>
                  <a:pt x="35530" y="48792"/>
                </a:lnTo>
                <a:lnTo>
                  <a:pt x="35773" y="48805"/>
                </a:lnTo>
                <a:lnTo>
                  <a:pt x="36013" y="48823"/>
                </a:lnTo>
                <a:lnTo>
                  <a:pt x="36252" y="48846"/>
                </a:lnTo>
                <a:lnTo>
                  <a:pt x="36488" y="48874"/>
                </a:lnTo>
                <a:lnTo>
                  <a:pt x="36722" y="48908"/>
                </a:lnTo>
                <a:lnTo>
                  <a:pt x="36954" y="48947"/>
                </a:lnTo>
                <a:lnTo>
                  <a:pt x="37184" y="48990"/>
                </a:lnTo>
                <a:lnTo>
                  <a:pt x="37412" y="49040"/>
                </a:lnTo>
                <a:lnTo>
                  <a:pt x="37638" y="49094"/>
                </a:lnTo>
                <a:lnTo>
                  <a:pt x="37862" y="49153"/>
                </a:lnTo>
                <a:lnTo>
                  <a:pt x="38083" y="49218"/>
                </a:lnTo>
                <a:lnTo>
                  <a:pt x="38303" y="49287"/>
                </a:lnTo>
                <a:lnTo>
                  <a:pt x="38520" y="49362"/>
                </a:lnTo>
                <a:lnTo>
                  <a:pt x="38736" y="49442"/>
                </a:lnTo>
                <a:lnTo>
                  <a:pt x="38949" y="49527"/>
                </a:lnTo>
                <a:lnTo>
                  <a:pt x="39160" y="49618"/>
                </a:lnTo>
                <a:lnTo>
                  <a:pt x="39369" y="49713"/>
                </a:lnTo>
                <a:lnTo>
                  <a:pt x="39576" y="49814"/>
                </a:lnTo>
                <a:lnTo>
                  <a:pt x="39781" y="49920"/>
                </a:lnTo>
                <a:lnTo>
                  <a:pt x="39984" y="50031"/>
                </a:lnTo>
                <a:lnTo>
                  <a:pt x="40185" y="50147"/>
                </a:lnTo>
                <a:lnTo>
                  <a:pt x="40383" y="50268"/>
                </a:lnTo>
                <a:lnTo>
                  <a:pt x="40580" y="50394"/>
                </a:lnTo>
                <a:lnTo>
                  <a:pt x="40773" y="50525"/>
                </a:lnTo>
                <a:lnTo>
                  <a:pt x="40964" y="50661"/>
                </a:lnTo>
                <a:lnTo>
                  <a:pt x="41152" y="50802"/>
                </a:lnTo>
                <a:lnTo>
                  <a:pt x="41338" y="50947"/>
                </a:lnTo>
                <a:lnTo>
                  <a:pt x="41521" y="51097"/>
                </a:lnTo>
                <a:lnTo>
                  <a:pt x="41701" y="51252"/>
                </a:lnTo>
                <a:lnTo>
                  <a:pt x="41879" y="51411"/>
                </a:lnTo>
                <a:lnTo>
                  <a:pt x="42054" y="51575"/>
                </a:lnTo>
                <a:lnTo>
                  <a:pt x="42226" y="51744"/>
                </a:lnTo>
                <a:lnTo>
                  <a:pt x="42396" y="51918"/>
                </a:lnTo>
                <a:lnTo>
                  <a:pt x="42563" y="52096"/>
                </a:lnTo>
                <a:lnTo>
                  <a:pt x="42728" y="52280"/>
                </a:lnTo>
                <a:lnTo>
                  <a:pt x="42889" y="52468"/>
                </a:lnTo>
                <a:lnTo>
                  <a:pt x="43048" y="52660"/>
                </a:lnTo>
                <a:lnTo>
                  <a:pt x="43205" y="52858"/>
                </a:lnTo>
                <a:lnTo>
                  <a:pt x="43359" y="53060"/>
                </a:lnTo>
                <a:lnTo>
                  <a:pt x="43510" y="53267"/>
                </a:lnTo>
                <a:lnTo>
                  <a:pt x="43658" y="53478"/>
                </a:lnTo>
                <a:lnTo>
                  <a:pt x="43804" y="53695"/>
                </a:lnTo>
                <a:lnTo>
                  <a:pt x="43948" y="53916"/>
                </a:lnTo>
                <a:lnTo>
                  <a:pt x="44088" y="54142"/>
                </a:lnTo>
                <a:lnTo>
                  <a:pt x="44226" y="54372"/>
                </a:lnTo>
                <a:lnTo>
                  <a:pt x="44361" y="54608"/>
                </a:lnTo>
                <a:lnTo>
                  <a:pt x="44494" y="54848"/>
                </a:lnTo>
                <a:lnTo>
                  <a:pt x="44624" y="55094"/>
                </a:lnTo>
                <a:lnTo>
                  <a:pt x="44752" y="55346"/>
                </a:lnTo>
                <a:lnTo>
                  <a:pt x="44877" y="55603"/>
                </a:lnTo>
                <a:lnTo>
                  <a:pt x="45000" y="55866"/>
                </a:lnTo>
                <a:lnTo>
                  <a:pt x="45120" y="56135"/>
                </a:lnTo>
                <a:lnTo>
                  <a:pt x="45237" y="56409"/>
                </a:lnTo>
                <a:lnTo>
                  <a:pt x="45352" y="56688"/>
                </a:lnTo>
                <a:lnTo>
                  <a:pt x="45465" y="56974"/>
                </a:lnTo>
                <a:lnTo>
                  <a:pt x="45575" y="57264"/>
                </a:lnTo>
                <a:lnTo>
                  <a:pt x="45683" y="57561"/>
                </a:lnTo>
                <a:lnTo>
                  <a:pt x="45788" y="57863"/>
                </a:lnTo>
                <a:lnTo>
                  <a:pt x="45890" y="58170"/>
                </a:lnTo>
                <a:lnTo>
                  <a:pt x="45990" y="58483"/>
                </a:lnTo>
                <a:lnTo>
                  <a:pt x="46088" y="58802"/>
                </a:lnTo>
                <a:lnTo>
                  <a:pt x="46183" y="59126"/>
                </a:lnTo>
                <a:lnTo>
                  <a:pt x="46275" y="59456"/>
                </a:lnTo>
                <a:lnTo>
                  <a:pt x="46365" y="59791"/>
                </a:lnTo>
                <a:lnTo>
                  <a:pt x="46453" y="60132"/>
                </a:lnTo>
                <a:lnTo>
                  <a:pt x="46538" y="60479"/>
                </a:lnTo>
                <a:lnTo>
                  <a:pt x="46620" y="60831"/>
                </a:lnTo>
                <a:lnTo>
                  <a:pt x="46700" y="61189"/>
                </a:lnTo>
                <a:lnTo>
                  <a:pt x="46778" y="61552"/>
                </a:lnTo>
                <a:lnTo>
                  <a:pt x="46853" y="61921"/>
                </a:lnTo>
                <a:lnTo>
                  <a:pt x="46925" y="62295"/>
                </a:lnTo>
                <a:lnTo>
                  <a:pt x="46994" y="62674"/>
                </a:lnTo>
                <a:lnTo>
                  <a:pt x="47060" y="63058"/>
                </a:lnTo>
                <a:lnTo>
                  <a:pt x="47123" y="63447"/>
                </a:lnTo>
                <a:lnTo>
                  <a:pt x="47183" y="63840"/>
                </a:lnTo>
                <a:lnTo>
                  <a:pt x="47239" y="64239"/>
                </a:lnTo>
                <a:lnTo>
                  <a:pt x="47293" y="64642"/>
                </a:lnTo>
                <a:lnTo>
                  <a:pt x="47344" y="65051"/>
                </a:lnTo>
                <a:lnTo>
                  <a:pt x="47391" y="65464"/>
                </a:lnTo>
                <a:lnTo>
                  <a:pt x="47436" y="65882"/>
                </a:lnTo>
                <a:lnTo>
                  <a:pt x="47477" y="66305"/>
                </a:lnTo>
                <a:lnTo>
                  <a:pt x="47516" y="66733"/>
                </a:lnTo>
                <a:lnTo>
                  <a:pt x="47551" y="67166"/>
                </a:lnTo>
                <a:lnTo>
                  <a:pt x="47583" y="67603"/>
                </a:lnTo>
                <a:lnTo>
                  <a:pt x="47612" y="68046"/>
                </a:lnTo>
                <a:lnTo>
                  <a:pt x="47638" y="68493"/>
                </a:lnTo>
                <a:lnTo>
                  <a:pt x="47661" y="68945"/>
                </a:lnTo>
                <a:lnTo>
                  <a:pt x="47681" y="69402"/>
                </a:lnTo>
                <a:lnTo>
                  <a:pt x="47698" y="69864"/>
                </a:lnTo>
                <a:lnTo>
                  <a:pt x="47712" y="70331"/>
                </a:lnTo>
                <a:lnTo>
                  <a:pt x="47723" y="70803"/>
                </a:lnTo>
                <a:lnTo>
                  <a:pt x="47731" y="71280"/>
                </a:lnTo>
                <a:lnTo>
                  <a:pt x="47735" y="71761"/>
                </a:lnTo>
                <a:lnTo>
                  <a:pt x="47737" y="72248"/>
                </a:lnTo>
                <a:lnTo>
                  <a:pt x="47737" y="78115"/>
                </a:lnTo>
                <a:lnTo>
                  <a:pt x="47735" y="78614"/>
                </a:lnTo>
                <a:lnTo>
                  <a:pt x="47731" y="79108"/>
                </a:lnTo>
                <a:lnTo>
                  <a:pt x="47725" y="79596"/>
                </a:lnTo>
                <a:lnTo>
                  <a:pt x="47715" y="80079"/>
                </a:lnTo>
                <a:lnTo>
                  <a:pt x="47704" y="80556"/>
                </a:lnTo>
                <a:lnTo>
                  <a:pt x="47689" y="81028"/>
                </a:lnTo>
                <a:lnTo>
                  <a:pt x="47672" y="81494"/>
                </a:lnTo>
                <a:lnTo>
                  <a:pt x="47652" y="81954"/>
                </a:lnTo>
                <a:lnTo>
                  <a:pt x="47629" y="82409"/>
                </a:lnTo>
                <a:lnTo>
                  <a:pt x="47604" y="82858"/>
                </a:lnTo>
                <a:lnTo>
                  <a:pt x="47576" y="83302"/>
                </a:lnTo>
                <a:lnTo>
                  <a:pt x="47546" y="83740"/>
                </a:lnTo>
                <a:lnTo>
                  <a:pt x="47513" y="84173"/>
                </a:lnTo>
                <a:lnTo>
                  <a:pt x="47477" y="84599"/>
                </a:lnTo>
                <a:lnTo>
                  <a:pt x="47438" y="85021"/>
                </a:lnTo>
                <a:lnTo>
                  <a:pt x="47397" y="85437"/>
                </a:lnTo>
                <a:lnTo>
                  <a:pt x="47354" y="85847"/>
                </a:lnTo>
                <a:lnTo>
                  <a:pt x="47307" y="86251"/>
                </a:lnTo>
                <a:lnTo>
                  <a:pt x="47258" y="86650"/>
                </a:lnTo>
                <a:lnTo>
                  <a:pt x="47206" y="87044"/>
                </a:lnTo>
                <a:lnTo>
                  <a:pt x="47152" y="87432"/>
                </a:lnTo>
                <a:lnTo>
                  <a:pt x="47095" y="87814"/>
                </a:lnTo>
                <a:lnTo>
                  <a:pt x="47035" y="88191"/>
                </a:lnTo>
                <a:lnTo>
                  <a:pt x="46973" y="88562"/>
                </a:lnTo>
                <a:lnTo>
                  <a:pt x="46908" y="88928"/>
                </a:lnTo>
                <a:lnTo>
                  <a:pt x="46840" y="89288"/>
                </a:lnTo>
                <a:lnTo>
                  <a:pt x="46770" y="89643"/>
                </a:lnTo>
                <a:lnTo>
                  <a:pt x="46696" y="89993"/>
                </a:lnTo>
                <a:lnTo>
                  <a:pt x="46620" y="90337"/>
                </a:lnTo>
                <a:lnTo>
                  <a:pt x="46541" y="90677"/>
                </a:lnTo>
                <a:lnTo>
                  <a:pt x="46459" y="91010"/>
                </a:lnTo>
                <a:lnTo>
                  <a:pt x="46375" y="91339"/>
                </a:lnTo>
                <a:lnTo>
                  <a:pt x="46288" y="91662"/>
                </a:lnTo>
                <a:lnTo>
                  <a:pt x="46197" y="91980"/>
                </a:lnTo>
                <a:lnTo>
                  <a:pt x="46105" y="92293"/>
                </a:lnTo>
                <a:lnTo>
                  <a:pt x="46009" y="92600"/>
                </a:lnTo>
                <a:lnTo>
                  <a:pt x="45910" y="92902"/>
                </a:lnTo>
                <a:lnTo>
                  <a:pt x="45809" y="93199"/>
                </a:lnTo>
                <a:lnTo>
                  <a:pt x="45705" y="93491"/>
                </a:lnTo>
                <a:lnTo>
                  <a:pt x="45598" y="93777"/>
                </a:lnTo>
                <a:lnTo>
                  <a:pt x="45488" y="94058"/>
                </a:lnTo>
                <a:lnTo>
                  <a:pt x="45376" y="94333"/>
                </a:lnTo>
                <a:lnTo>
                  <a:pt x="45261" y="94603"/>
                </a:lnTo>
                <a:lnTo>
                  <a:pt x="45143" y="94868"/>
                </a:lnTo>
                <a:lnTo>
                  <a:pt x="45022" y="95128"/>
                </a:lnTo>
                <a:lnTo>
                  <a:pt x="44898" y="95382"/>
                </a:lnTo>
                <a:lnTo>
                  <a:pt x="44772" y="95631"/>
                </a:lnTo>
                <a:lnTo>
                  <a:pt x="44643" y="95875"/>
                </a:lnTo>
                <a:lnTo>
                  <a:pt x="44511" y="96114"/>
                </a:lnTo>
                <a:lnTo>
                  <a:pt x="44376" y="96347"/>
                </a:lnTo>
                <a:lnTo>
                  <a:pt x="44238" y="96575"/>
                </a:lnTo>
                <a:lnTo>
                  <a:pt x="44097" y="96797"/>
                </a:lnTo>
                <a:lnTo>
                  <a:pt x="43953" y="97014"/>
                </a:lnTo>
                <a:lnTo>
                  <a:pt x="43806" y="97226"/>
                </a:lnTo>
                <a:lnTo>
                  <a:pt x="43657" y="97433"/>
                </a:lnTo>
                <a:lnTo>
                  <a:pt x="43504" y="97634"/>
                </a:lnTo>
                <a:lnTo>
                  <a:pt x="43349" y="97830"/>
                </a:lnTo>
                <a:lnTo>
                  <a:pt x="43190" y="98021"/>
                </a:lnTo>
                <a:lnTo>
                  <a:pt x="43029" y="98206"/>
                </a:lnTo>
                <a:lnTo>
                  <a:pt x="42865" y="98387"/>
                </a:lnTo>
                <a:lnTo>
                  <a:pt x="42697" y="98561"/>
                </a:lnTo>
                <a:lnTo>
                  <a:pt x="42527" y="98731"/>
                </a:lnTo>
                <a:lnTo>
                  <a:pt x="42354" y="98895"/>
                </a:lnTo>
                <a:lnTo>
                  <a:pt x="42178" y="99054"/>
                </a:lnTo>
                <a:lnTo>
                  <a:pt x="41999" y="99208"/>
                </a:lnTo>
                <a:lnTo>
                  <a:pt x="41817" y="99356"/>
                </a:lnTo>
                <a:lnTo>
                  <a:pt x="41632" y="99499"/>
                </a:lnTo>
                <a:lnTo>
                  <a:pt x="41445" y="99637"/>
                </a:lnTo>
                <a:lnTo>
                  <a:pt x="41254" y="99769"/>
                </a:lnTo>
                <a:lnTo>
                  <a:pt x="41061" y="99896"/>
                </a:lnTo>
                <a:lnTo>
                  <a:pt x="40864" y="100018"/>
                </a:lnTo>
                <a:lnTo>
                  <a:pt x="40665" y="100134"/>
                </a:lnTo>
                <a:lnTo>
                  <a:pt x="40463" y="100246"/>
                </a:lnTo>
                <a:lnTo>
                  <a:pt x="40258" y="100353"/>
                </a:lnTo>
                <a:lnTo>
                  <a:pt x="40052" y="100455"/>
                </a:lnTo>
                <a:lnTo>
                  <a:pt x="39843" y="100552"/>
                </a:lnTo>
                <a:lnTo>
                  <a:pt x="39632" y="100644"/>
                </a:lnTo>
                <a:lnTo>
                  <a:pt x="39419" y="100732"/>
                </a:lnTo>
                <a:lnTo>
                  <a:pt x="39203" y="100815"/>
                </a:lnTo>
                <a:lnTo>
                  <a:pt x="38986" y="100893"/>
                </a:lnTo>
                <a:lnTo>
                  <a:pt x="38766" y="100967"/>
                </a:lnTo>
                <a:lnTo>
                  <a:pt x="38544" y="101036"/>
                </a:lnTo>
                <a:lnTo>
                  <a:pt x="38319" y="101100"/>
                </a:lnTo>
                <a:lnTo>
                  <a:pt x="38093" y="101159"/>
                </a:lnTo>
                <a:lnTo>
                  <a:pt x="37864" y="101214"/>
                </a:lnTo>
                <a:lnTo>
                  <a:pt x="37633" y="101263"/>
                </a:lnTo>
                <a:lnTo>
                  <a:pt x="37400" y="101309"/>
                </a:lnTo>
                <a:lnTo>
                  <a:pt x="37164" y="101349"/>
                </a:lnTo>
                <a:lnTo>
                  <a:pt x="36926" y="101384"/>
                </a:lnTo>
                <a:lnTo>
                  <a:pt x="36686" y="101415"/>
                </a:lnTo>
                <a:lnTo>
                  <a:pt x="36444" y="101441"/>
                </a:lnTo>
                <a:lnTo>
                  <a:pt x="36200" y="101463"/>
                </a:lnTo>
                <a:lnTo>
                  <a:pt x="35953" y="101479"/>
                </a:lnTo>
                <a:lnTo>
                  <a:pt x="35704" y="101491"/>
                </a:lnTo>
                <a:lnTo>
                  <a:pt x="35453" y="101498"/>
                </a:lnTo>
                <a:lnTo>
                  <a:pt x="35200" y="101501"/>
                </a:lnTo>
                <a:lnTo>
                  <a:pt x="34947" y="101498"/>
                </a:lnTo>
                <a:lnTo>
                  <a:pt x="34696" y="101491"/>
                </a:lnTo>
                <a:lnTo>
                  <a:pt x="34448" y="101479"/>
                </a:lnTo>
                <a:lnTo>
                  <a:pt x="34202" y="101463"/>
                </a:lnTo>
                <a:lnTo>
                  <a:pt x="33959" y="101441"/>
                </a:lnTo>
                <a:lnTo>
                  <a:pt x="33718" y="101415"/>
                </a:lnTo>
                <a:lnTo>
                  <a:pt x="33480" y="101384"/>
                </a:lnTo>
                <a:lnTo>
                  <a:pt x="33244" y="101349"/>
                </a:lnTo>
                <a:lnTo>
                  <a:pt x="33011" y="101309"/>
                </a:lnTo>
                <a:lnTo>
                  <a:pt x="32780" y="101263"/>
                </a:lnTo>
                <a:lnTo>
                  <a:pt x="32552" y="101214"/>
                </a:lnTo>
                <a:lnTo>
                  <a:pt x="32327" y="101159"/>
                </a:lnTo>
                <a:lnTo>
                  <a:pt x="32104" y="101100"/>
                </a:lnTo>
                <a:lnTo>
                  <a:pt x="31883" y="101036"/>
                </a:lnTo>
                <a:lnTo>
                  <a:pt x="31665" y="100967"/>
                </a:lnTo>
                <a:lnTo>
                  <a:pt x="31449" y="100893"/>
                </a:lnTo>
                <a:lnTo>
                  <a:pt x="31236" y="100815"/>
                </a:lnTo>
                <a:lnTo>
                  <a:pt x="31026" y="100732"/>
                </a:lnTo>
                <a:lnTo>
                  <a:pt x="30818" y="100644"/>
                </a:lnTo>
                <a:lnTo>
                  <a:pt x="30612" y="100552"/>
                </a:lnTo>
                <a:lnTo>
                  <a:pt x="30409" y="100455"/>
                </a:lnTo>
                <a:lnTo>
                  <a:pt x="30209" y="100353"/>
                </a:lnTo>
                <a:lnTo>
                  <a:pt x="30011" y="100246"/>
                </a:lnTo>
                <a:lnTo>
                  <a:pt x="29815" y="100134"/>
                </a:lnTo>
                <a:lnTo>
                  <a:pt x="29622" y="100018"/>
                </a:lnTo>
                <a:lnTo>
                  <a:pt x="29432" y="99896"/>
                </a:lnTo>
                <a:lnTo>
                  <a:pt x="29243" y="99769"/>
                </a:lnTo>
                <a:lnTo>
                  <a:pt x="29057" y="99637"/>
                </a:lnTo>
                <a:lnTo>
                  <a:pt x="28874" y="99499"/>
                </a:lnTo>
                <a:lnTo>
                  <a:pt x="28693" y="99356"/>
                </a:lnTo>
                <a:lnTo>
                  <a:pt x="28514" y="99208"/>
                </a:lnTo>
                <a:lnTo>
                  <a:pt x="28337" y="99054"/>
                </a:lnTo>
                <a:lnTo>
                  <a:pt x="28163" y="98895"/>
                </a:lnTo>
                <a:lnTo>
                  <a:pt x="27992" y="98731"/>
                </a:lnTo>
                <a:lnTo>
                  <a:pt x="27822" y="98561"/>
                </a:lnTo>
                <a:lnTo>
                  <a:pt x="27656" y="98387"/>
                </a:lnTo>
                <a:lnTo>
                  <a:pt x="27491" y="98206"/>
                </a:lnTo>
                <a:lnTo>
                  <a:pt x="27329" y="98021"/>
                </a:lnTo>
                <a:lnTo>
                  <a:pt x="27169" y="97830"/>
                </a:lnTo>
                <a:lnTo>
                  <a:pt x="27011" y="97634"/>
                </a:lnTo>
                <a:lnTo>
                  <a:pt x="26856" y="97433"/>
                </a:lnTo>
                <a:lnTo>
                  <a:pt x="26704" y="97226"/>
                </a:lnTo>
                <a:lnTo>
                  <a:pt x="26553" y="97014"/>
                </a:lnTo>
                <a:lnTo>
                  <a:pt x="26405" y="96797"/>
                </a:lnTo>
                <a:lnTo>
                  <a:pt x="26260" y="96575"/>
                </a:lnTo>
                <a:lnTo>
                  <a:pt x="26117" y="96347"/>
                </a:lnTo>
                <a:lnTo>
                  <a:pt x="25976" y="96114"/>
                </a:lnTo>
                <a:lnTo>
                  <a:pt x="25837" y="95875"/>
                </a:lnTo>
                <a:lnTo>
                  <a:pt x="25701" y="95631"/>
                </a:lnTo>
                <a:lnTo>
                  <a:pt x="25568" y="95382"/>
                </a:lnTo>
                <a:lnTo>
                  <a:pt x="25438" y="95128"/>
                </a:lnTo>
                <a:lnTo>
                  <a:pt x="25310" y="94868"/>
                </a:lnTo>
                <a:lnTo>
                  <a:pt x="25186" y="94603"/>
                </a:lnTo>
                <a:lnTo>
                  <a:pt x="25064" y="94333"/>
                </a:lnTo>
                <a:lnTo>
                  <a:pt x="24945" y="94058"/>
                </a:lnTo>
                <a:lnTo>
                  <a:pt x="24828" y="93777"/>
                </a:lnTo>
                <a:lnTo>
                  <a:pt x="24715" y="93491"/>
                </a:lnTo>
                <a:lnTo>
                  <a:pt x="24604" y="93199"/>
                </a:lnTo>
                <a:lnTo>
                  <a:pt x="24496" y="92902"/>
                </a:lnTo>
                <a:lnTo>
                  <a:pt x="24391" y="92600"/>
                </a:lnTo>
                <a:lnTo>
                  <a:pt x="24288" y="92293"/>
                </a:lnTo>
                <a:lnTo>
                  <a:pt x="24189" y="91980"/>
                </a:lnTo>
                <a:lnTo>
                  <a:pt x="24092" y="91662"/>
                </a:lnTo>
                <a:lnTo>
                  <a:pt x="23998" y="91339"/>
                </a:lnTo>
                <a:lnTo>
                  <a:pt x="23907" y="91010"/>
                </a:lnTo>
                <a:lnTo>
                  <a:pt x="23818" y="90677"/>
                </a:lnTo>
                <a:lnTo>
                  <a:pt x="23732" y="90337"/>
                </a:lnTo>
                <a:lnTo>
                  <a:pt x="23650" y="89993"/>
                </a:lnTo>
                <a:lnTo>
                  <a:pt x="23569" y="89643"/>
                </a:lnTo>
                <a:lnTo>
                  <a:pt x="23492" y="89288"/>
                </a:lnTo>
                <a:lnTo>
                  <a:pt x="23418" y="88928"/>
                </a:lnTo>
                <a:lnTo>
                  <a:pt x="23346" y="88562"/>
                </a:lnTo>
                <a:lnTo>
                  <a:pt x="23277" y="88191"/>
                </a:lnTo>
                <a:lnTo>
                  <a:pt x="23211" y="87814"/>
                </a:lnTo>
                <a:lnTo>
                  <a:pt x="23148" y="87432"/>
                </a:lnTo>
                <a:lnTo>
                  <a:pt x="23088" y="87044"/>
                </a:lnTo>
                <a:lnTo>
                  <a:pt x="23031" y="86650"/>
                </a:lnTo>
                <a:lnTo>
                  <a:pt x="22977" y="86251"/>
                </a:lnTo>
                <a:lnTo>
                  <a:pt x="22926" y="85847"/>
                </a:lnTo>
                <a:lnTo>
                  <a:pt x="22877" y="85437"/>
                </a:lnTo>
                <a:lnTo>
                  <a:pt x="22832" y="85021"/>
                </a:lnTo>
                <a:lnTo>
                  <a:pt x="22789" y="84599"/>
                </a:lnTo>
                <a:lnTo>
                  <a:pt x="22750" y="84173"/>
                </a:lnTo>
                <a:lnTo>
                  <a:pt x="22713" y="83740"/>
                </a:lnTo>
                <a:lnTo>
                  <a:pt x="22679" y="83302"/>
                </a:lnTo>
                <a:lnTo>
                  <a:pt x="22649" y="82858"/>
                </a:lnTo>
                <a:lnTo>
                  <a:pt x="22621" y="82409"/>
                </a:lnTo>
                <a:lnTo>
                  <a:pt x="22596" y="81954"/>
                </a:lnTo>
                <a:lnTo>
                  <a:pt x="22574" y="81494"/>
                </a:lnTo>
                <a:lnTo>
                  <a:pt x="22555" y="81028"/>
                </a:lnTo>
                <a:lnTo>
                  <a:pt x="22539" y="80556"/>
                </a:lnTo>
                <a:lnTo>
                  <a:pt x="22526" y="80079"/>
                </a:lnTo>
                <a:lnTo>
                  <a:pt x="22515" y="79596"/>
                </a:lnTo>
                <a:lnTo>
                  <a:pt x="22508" y="79108"/>
                </a:lnTo>
                <a:lnTo>
                  <a:pt x="22504" y="78614"/>
                </a:lnTo>
                <a:lnTo>
                  <a:pt x="22502" y="78115"/>
                </a:lnTo>
                <a:lnTo>
                  <a:pt x="22502" y="72248"/>
                </a:lnTo>
                <a:lnTo>
                  <a:pt x="22504" y="71761"/>
                </a:lnTo>
                <a:lnTo>
                  <a:pt x="22508" y="712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GPT">
            <a:extLst xmlns:a="http://schemas.openxmlformats.org/drawingml/2006/main">
              <a:ext uri="{FF2B5EF4-FFF2-40B4-BE49-F238E27FC236}">
                <a16:creationId xmlns:a16="http://schemas.microsoft.com/office/drawing/2014/main" id="{F4B8158F-29ED-4617-BA9A-7632770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4" y="3156505"/>
            <a:ext cx="267734" cy="120226"/>
          </a:xfrm>
          <a:custGeom xmlns:a="http://schemas.openxmlformats.org/drawingml/2006/main">
            <a:pathLst>
              <a:path w="267734" h="120226">
                <a:moveTo>
                  <a:pt x="186727" y="21136"/>
                </a:moveTo>
                <a:lnTo>
                  <a:pt x="215256" y="21136"/>
                </a:lnTo>
                <a:lnTo>
                  <a:pt x="215256" y="118618"/>
                </a:lnTo>
                <a:lnTo>
                  <a:pt x="238642" y="118618"/>
                </a:lnTo>
                <a:lnTo>
                  <a:pt x="238642" y="21136"/>
                </a:lnTo>
                <a:lnTo>
                  <a:pt x="267734" y="21136"/>
                </a:lnTo>
                <a:lnTo>
                  <a:pt x="267734" y="1607"/>
                </a:lnTo>
                <a:lnTo>
                  <a:pt x="238642" y="1607"/>
                </a:lnTo>
                <a:lnTo>
                  <a:pt x="215256" y="1607"/>
                </a:lnTo>
                <a:lnTo>
                  <a:pt x="186727" y="1607"/>
                </a:lnTo>
                <a:lnTo>
                  <a:pt x="186727" y="21136"/>
                </a:lnTo>
                <a:close/>
                <a:moveTo>
                  <a:pt x="139858" y="77279"/>
                </a:moveTo>
                <a:lnTo>
                  <a:pt x="140813" y="77239"/>
                </a:lnTo>
                <a:lnTo>
                  <a:pt x="141757" y="77184"/>
                </a:lnTo>
                <a:lnTo>
                  <a:pt x="142690" y="77112"/>
                </a:lnTo>
                <a:lnTo>
                  <a:pt x="143610" y="77025"/>
                </a:lnTo>
                <a:lnTo>
                  <a:pt x="144520" y="76922"/>
                </a:lnTo>
                <a:lnTo>
                  <a:pt x="145417" y="76802"/>
                </a:lnTo>
                <a:lnTo>
                  <a:pt x="146303" y="76667"/>
                </a:lnTo>
                <a:lnTo>
                  <a:pt x="147178" y="76516"/>
                </a:lnTo>
                <a:lnTo>
                  <a:pt x="148041" y="76350"/>
                </a:lnTo>
                <a:lnTo>
                  <a:pt x="148892" y="76167"/>
                </a:lnTo>
                <a:lnTo>
                  <a:pt x="149732" y="75968"/>
                </a:lnTo>
                <a:lnTo>
                  <a:pt x="150560" y="75754"/>
                </a:lnTo>
                <a:lnTo>
                  <a:pt x="151376" y="75523"/>
                </a:lnTo>
                <a:lnTo>
                  <a:pt x="152181" y="75277"/>
                </a:lnTo>
                <a:lnTo>
                  <a:pt x="152975" y="75015"/>
                </a:lnTo>
                <a:lnTo>
                  <a:pt x="153757" y="74737"/>
                </a:lnTo>
                <a:lnTo>
                  <a:pt x="154527" y="74443"/>
                </a:lnTo>
                <a:lnTo>
                  <a:pt x="155285" y="74133"/>
                </a:lnTo>
                <a:lnTo>
                  <a:pt x="156032" y="73808"/>
                </a:lnTo>
                <a:lnTo>
                  <a:pt x="156768" y="73466"/>
                </a:lnTo>
                <a:lnTo>
                  <a:pt x="157492" y="73108"/>
                </a:lnTo>
                <a:lnTo>
                  <a:pt x="158204" y="72735"/>
                </a:lnTo>
                <a:lnTo>
                  <a:pt x="158904" y="72347"/>
                </a:lnTo>
                <a:lnTo>
                  <a:pt x="159590" y="71947"/>
                </a:lnTo>
                <a:lnTo>
                  <a:pt x="160263" y="71533"/>
                </a:lnTo>
                <a:lnTo>
                  <a:pt x="160922" y="71106"/>
                </a:lnTo>
                <a:lnTo>
                  <a:pt x="161568" y="70667"/>
                </a:lnTo>
                <a:lnTo>
                  <a:pt x="162200" y="70214"/>
                </a:lnTo>
                <a:lnTo>
                  <a:pt x="162818" y="69748"/>
                </a:lnTo>
                <a:lnTo>
                  <a:pt x="163423" y="69270"/>
                </a:lnTo>
                <a:lnTo>
                  <a:pt x="164015" y="68778"/>
                </a:lnTo>
                <a:lnTo>
                  <a:pt x="164593" y="68274"/>
                </a:lnTo>
                <a:lnTo>
                  <a:pt x="165157" y="67757"/>
                </a:lnTo>
                <a:lnTo>
                  <a:pt x="165708" y="67226"/>
                </a:lnTo>
                <a:lnTo>
                  <a:pt x="166246" y="66683"/>
                </a:lnTo>
                <a:lnTo>
                  <a:pt x="166769" y="66127"/>
                </a:lnTo>
                <a:lnTo>
                  <a:pt x="167280" y="65558"/>
                </a:lnTo>
                <a:lnTo>
                  <a:pt x="167777" y="64975"/>
                </a:lnTo>
                <a:lnTo>
                  <a:pt x="168260" y="64380"/>
                </a:lnTo>
                <a:lnTo>
                  <a:pt x="168729" y="63772"/>
                </a:lnTo>
                <a:lnTo>
                  <a:pt x="169186" y="63151"/>
                </a:lnTo>
                <a:lnTo>
                  <a:pt x="169628" y="62517"/>
                </a:lnTo>
                <a:lnTo>
                  <a:pt x="170057" y="61870"/>
                </a:lnTo>
                <a:lnTo>
                  <a:pt x="170473" y="61210"/>
                </a:lnTo>
                <a:lnTo>
                  <a:pt x="170875" y="60537"/>
                </a:lnTo>
                <a:lnTo>
                  <a:pt x="171263" y="59852"/>
                </a:lnTo>
                <a:lnTo>
                  <a:pt x="171637" y="59154"/>
                </a:lnTo>
                <a:lnTo>
                  <a:pt x="171995" y="58446"/>
                </a:lnTo>
                <a:lnTo>
                  <a:pt x="172337" y="57727"/>
                </a:lnTo>
                <a:lnTo>
                  <a:pt x="172663" y="56998"/>
                </a:lnTo>
                <a:lnTo>
                  <a:pt x="172973" y="56258"/>
                </a:lnTo>
                <a:lnTo>
                  <a:pt x="173268" y="55508"/>
                </a:lnTo>
                <a:lnTo>
                  <a:pt x="173546" y="54748"/>
                </a:lnTo>
                <a:lnTo>
                  <a:pt x="173808" y="53977"/>
                </a:lnTo>
                <a:lnTo>
                  <a:pt x="174055" y="53196"/>
                </a:lnTo>
                <a:lnTo>
                  <a:pt x="174286" y="52404"/>
                </a:lnTo>
                <a:lnTo>
                  <a:pt x="174500" y="51602"/>
                </a:lnTo>
                <a:lnTo>
                  <a:pt x="174699" y="50789"/>
                </a:lnTo>
                <a:lnTo>
                  <a:pt x="174882" y="49966"/>
                </a:lnTo>
                <a:lnTo>
                  <a:pt x="175049" y="49133"/>
                </a:lnTo>
                <a:lnTo>
                  <a:pt x="175200" y="48289"/>
                </a:lnTo>
                <a:lnTo>
                  <a:pt x="175335" y="47434"/>
                </a:lnTo>
                <a:lnTo>
                  <a:pt x="175455" y="46569"/>
                </a:lnTo>
                <a:lnTo>
                  <a:pt x="175558" y="45694"/>
                </a:lnTo>
                <a:lnTo>
                  <a:pt x="175645" y="44808"/>
                </a:lnTo>
                <a:lnTo>
                  <a:pt x="175717" y="43912"/>
                </a:lnTo>
                <a:lnTo>
                  <a:pt x="175773" y="43005"/>
                </a:lnTo>
                <a:lnTo>
                  <a:pt x="175812" y="42088"/>
                </a:lnTo>
                <a:lnTo>
                  <a:pt x="175836" y="41161"/>
                </a:lnTo>
                <a:lnTo>
                  <a:pt x="175844" y="40223"/>
                </a:lnTo>
                <a:lnTo>
                  <a:pt x="175836" y="39290"/>
                </a:lnTo>
                <a:lnTo>
                  <a:pt x="175812" y="38367"/>
                </a:lnTo>
                <a:lnTo>
                  <a:pt x="175773" y="37452"/>
                </a:lnTo>
                <a:lnTo>
                  <a:pt x="175717" y="36546"/>
                </a:lnTo>
                <a:lnTo>
                  <a:pt x="175645" y="35649"/>
                </a:lnTo>
                <a:lnTo>
                  <a:pt x="175558" y="34760"/>
                </a:lnTo>
                <a:lnTo>
                  <a:pt x="175455" y="33881"/>
                </a:lnTo>
                <a:lnTo>
                  <a:pt x="175335" y="33010"/>
                </a:lnTo>
                <a:lnTo>
                  <a:pt x="175200" y="32148"/>
                </a:lnTo>
                <a:lnTo>
                  <a:pt x="175049" y="31295"/>
                </a:lnTo>
                <a:lnTo>
                  <a:pt x="174882" y="30450"/>
                </a:lnTo>
                <a:lnTo>
                  <a:pt x="174699" y="29614"/>
                </a:lnTo>
                <a:lnTo>
                  <a:pt x="174500" y="28788"/>
                </a:lnTo>
                <a:lnTo>
                  <a:pt x="174286" y="27969"/>
                </a:lnTo>
                <a:lnTo>
                  <a:pt x="174055" y="27160"/>
                </a:lnTo>
                <a:lnTo>
                  <a:pt x="173808" y="26360"/>
                </a:lnTo>
                <a:lnTo>
                  <a:pt x="173546" y="25568"/>
                </a:lnTo>
                <a:lnTo>
                  <a:pt x="173268" y="24785"/>
                </a:lnTo>
                <a:lnTo>
                  <a:pt x="172973" y="24011"/>
                </a:lnTo>
                <a:lnTo>
                  <a:pt x="172663" y="23245"/>
                </a:lnTo>
                <a:lnTo>
                  <a:pt x="172337" y="22489"/>
                </a:lnTo>
                <a:lnTo>
                  <a:pt x="171995" y="21741"/>
                </a:lnTo>
                <a:lnTo>
                  <a:pt x="171637" y="21002"/>
                </a:lnTo>
                <a:lnTo>
                  <a:pt x="171263" y="20272"/>
                </a:lnTo>
                <a:lnTo>
                  <a:pt x="170875" y="19553"/>
                </a:lnTo>
                <a:lnTo>
                  <a:pt x="170473" y="18846"/>
                </a:lnTo>
                <a:lnTo>
                  <a:pt x="170057" y="18153"/>
                </a:lnTo>
                <a:lnTo>
                  <a:pt x="169628" y="17472"/>
                </a:lnTo>
                <a:lnTo>
                  <a:pt x="169186" y="16805"/>
                </a:lnTo>
                <a:lnTo>
                  <a:pt x="168729" y="16150"/>
                </a:lnTo>
                <a:lnTo>
                  <a:pt x="168260" y="15509"/>
                </a:lnTo>
                <a:lnTo>
                  <a:pt x="167777" y="14880"/>
                </a:lnTo>
                <a:lnTo>
                  <a:pt x="167280" y="14265"/>
                </a:lnTo>
                <a:lnTo>
                  <a:pt x="166769" y="13662"/>
                </a:lnTo>
                <a:lnTo>
                  <a:pt x="166246" y="13072"/>
                </a:lnTo>
                <a:lnTo>
                  <a:pt x="165708" y="12495"/>
                </a:lnTo>
                <a:lnTo>
                  <a:pt x="165157" y="11932"/>
                </a:lnTo>
                <a:lnTo>
                  <a:pt x="164593" y="11381"/>
                </a:lnTo>
                <a:lnTo>
                  <a:pt x="164015" y="10843"/>
                </a:lnTo>
                <a:lnTo>
                  <a:pt x="163423" y="10318"/>
                </a:lnTo>
                <a:lnTo>
                  <a:pt x="162818" y="9806"/>
                </a:lnTo>
                <a:lnTo>
                  <a:pt x="162200" y="9307"/>
                </a:lnTo>
                <a:lnTo>
                  <a:pt x="161568" y="8821"/>
                </a:lnTo>
                <a:lnTo>
                  <a:pt x="160922" y="8348"/>
                </a:lnTo>
                <a:lnTo>
                  <a:pt x="160263" y="7888"/>
                </a:lnTo>
                <a:lnTo>
                  <a:pt x="159590" y="7440"/>
                </a:lnTo>
                <a:lnTo>
                  <a:pt x="158904" y="7006"/>
                </a:lnTo>
                <a:lnTo>
                  <a:pt x="158204" y="6585"/>
                </a:lnTo>
                <a:lnTo>
                  <a:pt x="157492" y="6179"/>
                </a:lnTo>
                <a:lnTo>
                  <a:pt x="156768" y="5790"/>
                </a:lnTo>
                <a:lnTo>
                  <a:pt x="156032" y="5418"/>
                </a:lnTo>
                <a:lnTo>
                  <a:pt x="155285" y="5064"/>
                </a:lnTo>
                <a:lnTo>
                  <a:pt x="154527" y="4727"/>
                </a:lnTo>
                <a:lnTo>
                  <a:pt x="153757" y="4407"/>
                </a:lnTo>
                <a:lnTo>
                  <a:pt x="152975" y="4105"/>
                </a:lnTo>
                <a:lnTo>
                  <a:pt x="152181" y="3820"/>
                </a:lnTo>
                <a:lnTo>
                  <a:pt x="151376" y="3552"/>
                </a:lnTo>
                <a:lnTo>
                  <a:pt x="150560" y="3301"/>
                </a:lnTo>
                <a:lnTo>
                  <a:pt x="149732" y="3068"/>
                </a:lnTo>
                <a:lnTo>
                  <a:pt x="148892" y="2852"/>
                </a:lnTo>
                <a:lnTo>
                  <a:pt x="148041" y="2653"/>
                </a:lnTo>
                <a:lnTo>
                  <a:pt x="147178" y="2471"/>
                </a:lnTo>
                <a:lnTo>
                  <a:pt x="146303" y="2307"/>
                </a:lnTo>
                <a:lnTo>
                  <a:pt x="145417" y="2160"/>
                </a:lnTo>
                <a:lnTo>
                  <a:pt x="144520" y="2031"/>
                </a:lnTo>
                <a:lnTo>
                  <a:pt x="143610" y="1918"/>
                </a:lnTo>
                <a:lnTo>
                  <a:pt x="142690" y="1823"/>
                </a:lnTo>
                <a:lnTo>
                  <a:pt x="141757" y="1746"/>
                </a:lnTo>
                <a:lnTo>
                  <a:pt x="140813" y="1685"/>
                </a:lnTo>
                <a:lnTo>
                  <a:pt x="139858" y="1642"/>
                </a:lnTo>
                <a:lnTo>
                  <a:pt x="138891" y="1616"/>
                </a:lnTo>
                <a:lnTo>
                  <a:pt x="137912" y="1607"/>
                </a:lnTo>
                <a:lnTo>
                  <a:pt x="98051" y="1607"/>
                </a:lnTo>
                <a:lnTo>
                  <a:pt x="98051" y="118618"/>
                </a:lnTo>
                <a:lnTo>
                  <a:pt x="121598" y="118618"/>
                </a:lnTo>
                <a:lnTo>
                  <a:pt x="121598" y="77311"/>
                </a:lnTo>
                <a:lnTo>
                  <a:pt x="137912" y="77311"/>
                </a:lnTo>
                <a:lnTo>
                  <a:pt x="138891" y="77303"/>
                </a:lnTo>
                <a:lnTo>
                  <a:pt x="139858" y="77279"/>
                </a:lnTo>
                <a:close/>
                <a:moveTo>
                  <a:pt x="138331" y="21141"/>
                </a:moveTo>
                <a:lnTo>
                  <a:pt x="138743" y="21155"/>
                </a:lnTo>
                <a:lnTo>
                  <a:pt x="139148" y="21178"/>
                </a:lnTo>
                <a:lnTo>
                  <a:pt x="139546" y="21211"/>
                </a:lnTo>
                <a:lnTo>
                  <a:pt x="139938" y="21253"/>
                </a:lnTo>
                <a:lnTo>
                  <a:pt x="140323" y="21304"/>
                </a:lnTo>
                <a:lnTo>
                  <a:pt x="140701" y="21365"/>
                </a:lnTo>
                <a:lnTo>
                  <a:pt x="141073" y="21434"/>
                </a:lnTo>
                <a:lnTo>
                  <a:pt x="141438" y="21514"/>
                </a:lnTo>
                <a:lnTo>
                  <a:pt x="141796" y="21602"/>
                </a:lnTo>
                <a:lnTo>
                  <a:pt x="142148" y="21700"/>
                </a:lnTo>
                <a:lnTo>
                  <a:pt x="142493" y="21808"/>
                </a:lnTo>
                <a:lnTo>
                  <a:pt x="142831" y="21924"/>
                </a:lnTo>
                <a:lnTo>
                  <a:pt x="143163" y="22050"/>
                </a:lnTo>
                <a:lnTo>
                  <a:pt x="143487" y="22186"/>
                </a:lnTo>
                <a:lnTo>
                  <a:pt x="143806" y="22330"/>
                </a:lnTo>
                <a:lnTo>
                  <a:pt x="144117" y="22484"/>
                </a:lnTo>
                <a:lnTo>
                  <a:pt x="144422" y="22647"/>
                </a:lnTo>
                <a:lnTo>
                  <a:pt x="144720" y="22820"/>
                </a:lnTo>
                <a:lnTo>
                  <a:pt x="145011" y="23002"/>
                </a:lnTo>
                <a:lnTo>
                  <a:pt x="145296" y="23193"/>
                </a:lnTo>
                <a:lnTo>
                  <a:pt x="145574" y="23394"/>
                </a:lnTo>
                <a:lnTo>
                  <a:pt x="145845" y="23604"/>
                </a:lnTo>
                <a:lnTo>
                  <a:pt x="146109" y="23823"/>
                </a:lnTo>
                <a:lnTo>
                  <a:pt x="146368" y="24050"/>
                </a:lnTo>
                <a:lnTo>
                  <a:pt x="146620" y="24283"/>
                </a:lnTo>
                <a:lnTo>
                  <a:pt x="146866" y="24521"/>
                </a:lnTo>
                <a:lnTo>
                  <a:pt x="147107" y="24766"/>
                </a:lnTo>
                <a:lnTo>
                  <a:pt x="147342" y="25017"/>
                </a:lnTo>
                <a:lnTo>
                  <a:pt x="147571" y="25273"/>
                </a:lnTo>
                <a:lnTo>
                  <a:pt x="147794" y="25536"/>
                </a:lnTo>
                <a:lnTo>
                  <a:pt x="148011" y="25805"/>
                </a:lnTo>
                <a:lnTo>
                  <a:pt x="148223" y="26080"/>
                </a:lnTo>
                <a:lnTo>
                  <a:pt x="148428" y="26360"/>
                </a:lnTo>
                <a:lnTo>
                  <a:pt x="148628" y="26647"/>
                </a:lnTo>
                <a:lnTo>
                  <a:pt x="148822" y="26940"/>
                </a:lnTo>
                <a:lnTo>
                  <a:pt x="149010" y="27238"/>
                </a:lnTo>
                <a:lnTo>
                  <a:pt x="149192" y="27543"/>
                </a:lnTo>
                <a:lnTo>
                  <a:pt x="149368" y="27854"/>
                </a:lnTo>
                <a:lnTo>
                  <a:pt x="149538" y="28171"/>
                </a:lnTo>
                <a:lnTo>
                  <a:pt x="149703" y="28493"/>
                </a:lnTo>
                <a:lnTo>
                  <a:pt x="149861" y="28822"/>
                </a:lnTo>
                <a:lnTo>
                  <a:pt x="150014" y="29157"/>
                </a:lnTo>
                <a:lnTo>
                  <a:pt x="150161" y="29497"/>
                </a:lnTo>
                <a:lnTo>
                  <a:pt x="150302" y="29844"/>
                </a:lnTo>
                <a:lnTo>
                  <a:pt x="150437" y="30197"/>
                </a:lnTo>
                <a:lnTo>
                  <a:pt x="150567" y="30556"/>
                </a:lnTo>
                <a:lnTo>
                  <a:pt x="150690" y="30920"/>
                </a:lnTo>
                <a:lnTo>
                  <a:pt x="150808" y="31289"/>
                </a:lnTo>
                <a:lnTo>
                  <a:pt x="150921" y="31660"/>
                </a:lnTo>
                <a:lnTo>
                  <a:pt x="151029" y="32033"/>
                </a:lnTo>
                <a:lnTo>
                  <a:pt x="151132" y="32408"/>
                </a:lnTo>
                <a:lnTo>
                  <a:pt x="151230" y="32786"/>
                </a:lnTo>
                <a:lnTo>
                  <a:pt x="151323" y="33165"/>
                </a:lnTo>
                <a:lnTo>
                  <a:pt x="151411" y="33547"/>
                </a:lnTo>
                <a:lnTo>
                  <a:pt x="151494" y="33931"/>
                </a:lnTo>
                <a:lnTo>
                  <a:pt x="151572" y="34318"/>
                </a:lnTo>
                <a:lnTo>
                  <a:pt x="151644" y="34707"/>
                </a:lnTo>
                <a:lnTo>
                  <a:pt x="151712" y="35097"/>
                </a:lnTo>
                <a:lnTo>
                  <a:pt x="151775" y="35490"/>
                </a:lnTo>
                <a:lnTo>
                  <a:pt x="151833" y="35886"/>
                </a:lnTo>
                <a:lnTo>
                  <a:pt x="151886" y="36283"/>
                </a:lnTo>
                <a:lnTo>
                  <a:pt x="151933" y="36683"/>
                </a:lnTo>
                <a:lnTo>
                  <a:pt x="151976" y="37085"/>
                </a:lnTo>
                <a:lnTo>
                  <a:pt x="152014" y="37489"/>
                </a:lnTo>
                <a:lnTo>
                  <a:pt x="152046" y="37896"/>
                </a:lnTo>
                <a:lnTo>
                  <a:pt x="152074" y="38304"/>
                </a:lnTo>
                <a:lnTo>
                  <a:pt x="152096" y="38715"/>
                </a:lnTo>
                <a:lnTo>
                  <a:pt x="152114" y="39128"/>
                </a:lnTo>
                <a:lnTo>
                  <a:pt x="152127" y="39543"/>
                </a:lnTo>
                <a:lnTo>
                  <a:pt x="152134" y="39961"/>
                </a:lnTo>
                <a:lnTo>
                  <a:pt x="152137" y="40381"/>
                </a:lnTo>
                <a:lnTo>
                  <a:pt x="152134" y="40793"/>
                </a:lnTo>
                <a:lnTo>
                  <a:pt x="152127" y="41203"/>
                </a:lnTo>
                <a:lnTo>
                  <a:pt x="152114" y="41608"/>
                </a:lnTo>
                <a:lnTo>
                  <a:pt x="152096" y="42010"/>
                </a:lnTo>
                <a:lnTo>
                  <a:pt x="152074" y="42409"/>
                </a:lnTo>
                <a:lnTo>
                  <a:pt x="152046" y="42804"/>
                </a:lnTo>
                <a:lnTo>
                  <a:pt x="152014" y="43196"/>
                </a:lnTo>
                <a:lnTo>
                  <a:pt x="151976" y="43584"/>
                </a:lnTo>
                <a:lnTo>
                  <a:pt x="151933" y="43969"/>
                </a:lnTo>
                <a:lnTo>
                  <a:pt x="151886" y="44351"/>
                </a:lnTo>
                <a:lnTo>
                  <a:pt x="151833" y="44728"/>
                </a:lnTo>
                <a:lnTo>
                  <a:pt x="151775" y="45103"/>
                </a:lnTo>
                <a:lnTo>
                  <a:pt x="151712" y="45474"/>
                </a:lnTo>
                <a:lnTo>
                  <a:pt x="151644" y="45841"/>
                </a:lnTo>
                <a:lnTo>
                  <a:pt x="151572" y="46205"/>
                </a:lnTo>
                <a:lnTo>
                  <a:pt x="151494" y="46565"/>
                </a:lnTo>
                <a:lnTo>
                  <a:pt x="151411" y="46922"/>
                </a:lnTo>
                <a:lnTo>
                  <a:pt x="151323" y="47276"/>
                </a:lnTo>
                <a:lnTo>
                  <a:pt x="151230" y="47626"/>
                </a:lnTo>
                <a:lnTo>
                  <a:pt x="151132" y="47973"/>
                </a:lnTo>
                <a:lnTo>
                  <a:pt x="151029" y="48316"/>
                </a:lnTo>
                <a:lnTo>
                  <a:pt x="150921" y="48655"/>
                </a:lnTo>
                <a:lnTo>
                  <a:pt x="150808" y="48991"/>
                </a:lnTo>
                <a:lnTo>
                  <a:pt x="150690" y="49324"/>
                </a:lnTo>
                <a:lnTo>
                  <a:pt x="150567" y="49652"/>
                </a:lnTo>
                <a:lnTo>
                  <a:pt x="150437" y="49973"/>
                </a:lnTo>
                <a:lnTo>
                  <a:pt x="150302" y="50289"/>
                </a:lnTo>
                <a:lnTo>
                  <a:pt x="150161" y="50599"/>
                </a:lnTo>
                <a:lnTo>
                  <a:pt x="150014" y="50902"/>
                </a:lnTo>
                <a:lnTo>
                  <a:pt x="149861" y="51200"/>
                </a:lnTo>
                <a:lnTo>
                  <a:pt x="149703" y="51492"/>
                </a:lnTo>
                <a:lnTo>
                  <a:pt x="149538" y="51778"/>
                </a:lnTo>
                <a:lnTo>
                  <a:pt x="149368" y="52058"/>
                </a:lnTo>
                <a:lnTo>
                  <a:pt x="149192" y="52331"/>
                </a:lnTo>
                <a:lnTo>
                  <a:pt x="149010" y="52599"/>
                </a:lnTo>
                <a:lnTo>
                  <a:pt x="148822" y="52861"/>
                </a:lnTo>
                <a:lnTo>
                  <a:pt x="148628" y="53117"/>
                </a:lnTo>
                <a:lnTo>
                  <a:pt x="148428" y="53367"/>
                </a:lnTo>
                <a:lnTo>
                  <a:pt x="148223" y="53611"/>
                </a:lnTo>
                <a:lnTo>
                  <a:pt x="148011" y="53849"/>
                </a:lnTo>
                <a:lnTo>
                  <a:pt x="147794" y="54081"/>
                </a:lnTo>
                <a:lnTo>
                  <a:pt x="147571" y="54307"/>
                </a:lnTo>
                <a:lnTo>
                  <a:pt x="147342" y="54527"/>
                </a:lnTo>
                <a:lnTo>
                  <a:pt x="147107" y="54741"/>
                </a:lnTo>
                <a:lnTo>
                  <a:pt x="146866" y="54949"/>
                </a:lnTo>
                <a:lnTo>
                  <a:pt x="146620" y="55151"/>
                </a:lnTo>
                <a:lnTo>
                  <a:pt x="146368" y="55347"/>
                </a:lnTo>
                <a:lnTo>
                  <a:pt x="146109" y="55537"/>
                </a:lnTo>
                <a:lnTo>
                  <a:pt x="145845" y="55720"/>
                </a:lnTo>
                <a:lnTo>
                  <a:pt x="145574" y="55896"/>
                </a:lnTo>
                <a:lnTo>
                  <a:pt x="145296" y="56063"/>
                </a:lnTo>
                <a:lnTo>
                  <a:pt x="145011" y="56223"/>
                </a:lnTo>
                <a:lnTo>
                  <a:pt x="144720" y="56375"/>
                </a:lnTo>
                <a:lnTo>
                  <a:pt x="144422" y="56519"/>
                </a:lnTo>
                <a:lnTo>
                  <a:pt x="144117" y="56656"/>
                </a:lnTo>
                <a:lnTo>
                  <a:pt x="143806" y="56784"/>
                </a:lnTo>
                <a:lnTo>
                  <a:pt x="143487" y="56905"/>
                </a:lnTo>
                <a:lnTo>
                  <a:pt x="143163" y="57018"/>
                </a:lnTo>
                <a:lnTo>
                  <a:pt x="142831" y="57123"/>
                </a:lnTo>
                <a:lnTo>
                  <a:pt x="142493" y="57221"/>
                </a:lnTo>
                <a:lnTo>
                  <a:pt x="142148" y="57311"/>
                </a:lnTo>
                <a:lnTo>
                  <a:pt x="141796" y="57392"/>
                </a:lnTo>
                <a:lnTo>
                  <a:pt x="141438" y="57467"/>
                </a:lnTo>
                <a:lnTo>
                  <a:pt x="141073" y="57533"/>
                </a:lnTo>
                <a:lnTo>
                  <a:pt x="140701" y="57591"/>
                </a:lnTo>
                <a:lnTo>
                  <a:pt x="140323" y="57642"/>
                </a:lnTo>
                <a:lnTo>
                  <a:pt x="139938" y="57685"/>
                </a:lnTo>
                <a:lnTo>
                  <a:pt x="139546" y="57720"/>
                </a:lnTo>
                <a:lnTo>
                  <a:pt x="139148" y="57747"/>
                </a:lnTo>
                <a:lnTo>
                  <a:pt x="138743" y="57767"/>
                </a:lnTo>
                <a:lnTo>
                  <a:pt x="138331" y="57778"/>
                </a:lnTo>
                <a:lnTo>
                  <a:pt x="137912" y="57782"/>
                </a:lnTo>
                <a:lnTo>
                  <a:pt x="121598" y="57782"/>
                </a:lnTo>
                <a:lnTo>
                  <a:pt x="121598" y="21136"/>
                </a:lnTo>
                <a:lnTo>
                  <a:pt x="137912" y="21136"/>
                </a:lnTo>
                <a:lnTo>
                  <a:pt x="138331" y="21141"/>
                </a:lnTo>
                <a:close/>
                <a:moveTo>
                  <a:pt x="57782" y="74900"/>
                </a:moveTo>
                <a:lnTo>
                  <a:pt x="57782" y="96438"/>
                </a:lnTo>
                <a:lnTo>
                  <a:pt x="57694" y="96485"/>
                </a:lnTo>
                <a:lnTo>
                  <a:pt x="57604" y="96534"/>
                </a:lnTo>
                <a:lnTo>
                  <a:pt x="57513" y="96585"/>
                </a:lnTo>
                <a:lnTo>
                  <a:pt x="57419" y="96637"/>
                </a:lnTo>
                <a:lnTo>
                  <a:pt x="57324" y="96691"/>
                </a:lnTo>
                <a:lnTo>
                  <a:pt x="57227" y="96747"/>
                </a:lnTo>
                <a:lnTo>
                  <a:pt x="57128" y="96803"/>
                </a:lnTo>
                <a:lnTo>
                  <a:pt x="57028" y="96862"/>
                </a:lnTo>
                <a:lnTo>
                  <a:pt x="56925" y="96922"/>
                </a:lnTo>
                <a:lnTo>
                  <a:pt x="56821" y="96983"/>
                </a:lnTo>
                <a:lnTo>
                  <a:pt x="56715" y="97046"/>
                </a:lnTo>
                <a:lnTo>
                  <a:pt x="56607" y="97111"/>
                </a:lnTo>
                <a:lnTo>
                  <a:pt x="56497" y="97177"/>
                </a:lnTo>
                <a:lnTo>
                  <a:pt x="56386" y="97244"/>
                </a:lnTo>
                <a:lnTo>
                  <a:pt x="56272" y="97314"/>
                </a:lnTo>
                <a:lnTo>
                  <a:pt x="56157" y="97384"/>
                </a:lnTo>
                <a:lnTo>
                  <a:pt x="56040" y="97456"/>
                </a:lnTo>
                <a:lnTo>
                  <a:pt x="55921" y="97530"/>
                </a:lnTo>
                <a:lnTo>
                  <a:pt x="55801" y="97605"/>
                </a:lnTo>
                <a:lnTo>
                  <a:pt x="55678" y="97682"/>
                </a:lnTo>
                <a:lnTo>
                  <a:pt x="55554" y="97761"/>
                </a:lnTo>
                <a:lnTo>
                  <a:pt x="55428" y="97840"/>
                </a:lnTo>
                <a:lnTo>
                  <a:pt x="55300" y="97922"/>
                </a:lnTo>
                <a:lnTo>
                  <a:pt x="55170" y="98005"/>
                </a:lnTo>
                <a:lnTo>
                  <a:pt x="55038" y="98088"/>
                </a:lnTo>
                <a:lnTo>
                  <a:pt x="54902" y="98171"/>
                </a:lnTo>
                <a:lnTo>
                  <a:pt x="54763" y="98254"/>
                </a:lnTo>
                <a:lnTo>
                  <a:pt x="54620" y="98336"/>
                </a:lnTo>
                <a:lnTo>
                  <a:pt x="54474" y="98418"/>
                </a:lnTo>
                <a:lnTo>
                  <a:pt x="54324" y="98500"/>
                </a:lnTo>
                <a:lnTo>
                  <a:pt x="54171" y="98581"/>
                </a:lnTo>
                <a:lnTo>
                  <a:pt x="54014" y="98661"/>
                </a:lnTo>
                <a:lnTo>
                  <a:pt x="53854" y="98741"/>
                </a:lnTo>
                <a:lnTo>
                  <a:pt x="53690" y="98821"/>
                </a:lnTo>
                <a:lnTo>
                  <a:pt x="53523" y="98900"/>
                </a:lnTo>
                <a:lnTo>
                  <a:pt x="53352" y="98979"/>
                </a:lnTo>
                <a:lnTo>
                  <a:pt x="53178" y="99058"/>
                </a:lnTo>
                <a:lnTo>
                  <a:pt x="53000" y="99136"/>
                </a:lnTo>
                <a:lnTo>
                  <a:pt x="52819" y="99213"/>
                </a:lnTo>
                <a:lnTo>
                  <a:pt x="52634" y="99291"/>
                </a:lnTo>
                <a:lnTo>
                  <a:pt x="52446" y="99367"/>
                </a:lnTo>
                <a:lnTo>
                  <a:pt x="52255" y="99444"/>
                </a:lnTo>
                <a:lnTo>
                  <a:pt x="52060" y="99520"/>
                </a:lnTo>
                <a:lnTo>
                  <a:pt x="51861" y="99595"/>
                </a:lnTo>
                <a:lnTo>
                  <a:pt x="51659" y="99670"/>
                </a:lnTo>
                <a:lnTo>
                  <a:pt x="51453" y="99745"/>
                </a:lnTo>
                <a:lnTo>
                  <a:pt x="51244" y="99819"/>
                </a:lnTo>
                <a:lnTo>
                  <a:pt x="51032" y="99893"/>
                </a:lnTo>
                <a:lnTo>
                  <a:pt x="50814" y="99965"/>
                </a:lnTo>
                <a:lnTo>
                  <a:pt x="50591" y="100035"/>
                </a:lnTo>
                <a:lnTo>
                  <a:pt x="50362" y="100101"/>
                </a:lnTo>
                <a:lnTo>
                  <a:pt x="50127" y="100163"/>
                </a:lnTo>
                <a:lnTo>
                  <a:pt x="49887" y="100223"/>
                </a:lnTo>
                <a:lnTo>
                  <a:pt x="49640" y="100280"/>
                </a:lnTo>
                <a:lnTo>
                  <a:pt x="49388" y="100334"/>
                </a:lnTo>
                <a:lnTo>
                  <a:pt x="49130" y="100384"/>
                </a:lnTo>
                <a:lnTo>
                  <a:pt x="48866" y="100432"/>
                </a:lnTo>
                <a:lnTo>
                  <a:pt x="48596" y="100477"/>
                </a:lnTo>
                <a:lnTo>
                  <a:pt x="48320" y="100518"/>
                </a:lnTo>
                <a:lnTo>
                  <a:pt x="48038" y="100556"/>
                </a:lnTo>
                <a:lnTo>
                  <a:pt x="47750" y="100592"/>
                </a:lnTo>
                <a:lnTo>
                  <a:pt x="47457" y="100624"/>
                </a:lnTo>
                <a:lnTo>
                  <a:pt x="47158" y="100653"/>
                </a:lnTo>
                <a:lnTo>
                  <a:pt x="46853" y="100679"/>
                </a:lnTo>
                <a:lnTo>
                  <a:pt x="46542" y="100702"/>
                </a:lnTo>
                <a:lnTo>
                  <a:pt x="46225" y="100722"/>
                </a:lnTo>
                <a:lnTo>
                  <a:pt x="45902" y="100739"/>
                </a:lnTo>
                <a:lnTo>
                  <a:pt x="45573" y="100753"/>
                </a:lnTo>
                <a:lnTo>
                  <a:pt x="45239" y="100764"/>
                </a:lnTo>
                <a:lnTo>
                  <a:pt x="44899" y="100771"/>
                </a:lnTo>
                <a:lnTo>
                  <a:pt x="44553" y="100776"/>
                </a:lnTo>
                <a:lnTo>
                  <a:pt x="44201" y="100777"/>
                </a:lnTo>
                <a:lnTo>
                  <a:pt x="43761" y="100775"/>
                </a:lnTo>
                <a:lnTo>
                  <a:pt x="43326" y="100766"/>
                </a:lnTo>
                <a:lnTo>
                  <a:pt x="42897" y="100752"/>
                </a:lnTo>
                <a:lnTo>
                  <a:pt x="42472" y="100732"/>
                </a:lnTo>
                <a:lnTo>
                  <a:pt x="42052" y="100706"/>
                </a:lnTo>
                <a:lnTo>
                  <a:pt x="41636" y="100675"/>
                </a:lnTo>
                <a:lnTo>
                  <a:pt x="41226" y="100637"/>
                </a:lnTo>
                <a:lnTo>
                  <a:pt x="40821" y="100595"/>
                </a:lnTo>
                <a:lnTo>
                  <a:pt x="40420" y="100546"/>
                </a:lnTo>
                <a:lnTo>
                  <a:pt x="40025" y="100492"/>
                </a:lnTo>
                <a:lnTo>
                  <a:pt x="39634" y="100432"/>
                </a:lnTo>
                <a:lnTo>
                  <a:pt x="39248" y="100366"/>
                </a:lnTo>
                <a:lnTo>
                  <a:pt x="38867" y="100295"/>
                </a:lnTo>
                <a:lnTo>
                  <a:pt x="38491" y="100218"/>
                </a:lnTo>
                <a:lnTo>
                  <a:pt x="38120" y="100135"/>
                </a:lnTo>
                <a:lnTo>
                  <a:pt x="37754" y="100046"/>
                </a:lnTo>
                <a:lnTo>
                  <a:pt x="37392" y="99952"/>
                </a:lnTo>
                <a:lnTo>
                  <a:pt x="37036" y="99852"/>
                </a:lnTo>
                <a:lnTo>
                  <a:pt x="36684" y="99746"/>
                </a:lnTo>
                <a:lnTo>
                  <a:pt x="36337" y="99635"/>
                </a:lnTo>
                <a:lnTo>
                  <a:pt x="35995" y="99518"/>
                </a:lnTo>
                <a:lnTo>
                  <a:pt x="35658" y="99395"/>
                </a:lnTo>
                <a:lnTo>
                  <a:pt x="35326" y="99267"/>
                </a:lnTo>
                <a:lnTo>
                  <a:pt x="34999" y="99132"/>
                </a:lnTo>
                <a:lnTo>
                  <a:pt x="34676" y="98992"/>
                </a:lnTo>
                <a:lnTo>
                  <a:pt x="34359" y="98844"/>
                </a:lnTo>
                <a:lnTo>
                  <a:pt x="34046" y="98689"/>
                </a:lnTo>
                <a:lnTo>
                  <a:pt x="33738" y="98526"/>
                </a:lnTo>
                <a:lnTo>
                  <a:pt x="33434" y="98357"/>
                </a:lnTo>
                <a:lnTo>
                  <a:pt x="33135" y="98181"/>
                </a:lnTo>
                <a:lnTo>
                  <a:pt x="32841" y="97997"/>
                </a:lnTo>
                <a:lnTo>
                  <a:pt x="32552" y="97807"/>
                </a:lnTo>
                <a:lnTo>
                  <a:pt x="32268" y="97609"/>
                </a:lnTo>
                <a:lnTo>
                  <a:pt x="31988" y="97405"/>
                </a:lnTo>
                <a:lnTo>
                  <a:pt x="31713" y="97193"/>
                </a:lnTo>
                <a:lnTo>
                  <a:pt x="31443" y="96974"/>
                </a:lnTo>
                <a:lnTo>
                  <a:pt x="31177" y="96748"/>
                </a:lnTo>
                <a:lnTo>
                  <a:pt x="30916" y="96515"/>
                </a:lnTo>
                <a:lnTo>
                  <a:pt x="30660" y="96275"/>
                </a:lnTo>
                <a:lnTo>
                  <a:pt x="30409" y="96027"/>
                </a:lnTo>
                <a:lnTo>
                  <a:pt x="30163" y="95773"/>
                </a:lnTo>
                <a:lnTo>
                  <a:pt x="29921" y="95511"/>
                </a:lnTo>
                <a:lnTo>
                  <a:pt x="29684" y="95243"/>
                </a:lnTo>
                <a:lnTo>
                  <a:pt x="29451" y="94967"/>
                </a:lnTo>
                <a:lnTo>
                  <a:pt x="29224" y="94684"/>
                </a:lnTo>
                <a:lnTo>
                  <a:pt x="29001" y="94394"/>
                </a:lnTo>
                <a:lnTo>
                  <a:pt x="28783" y="94097"/>
                </a:lnTo>
                <a:lnTo>
                  <a:pt x="28570" y="93793"/>
                </a:lnTo>
                <a:lnTo>
                  <a:pt x="28361" y="93482"/>
                </a:lnTo>
                <a:lnTo>
                  <a:pt x="28156" y="93162"/>
                </a:lnTo>
                <a:lnTo>
                  <a:pt x="27956" y="92836"/>
                </a:lnTo>
                <a:lnTo>
                  <a:pt x="27760" y="92502"/>
                </a:lnTo>
                <a:lnTo>
                  <a:pt x="27569" y="92160"/>
                </a:lnTo>
                <a:lnTo>
                  <a:pt x="27382" y="91811"/>
                </a:lnTo>
                <a:lnTo>
                  <a:pt x="27199" y="91454"/>
                </a:lnTo>
                <a:lnTo>
                  <a:pt x="27020" y="91090"/>
                </a:lnTo>
                <a:lnTo>
                  <a:pt x="26846" y="90718"/>
                </a:lnTo>
                <a:lnTo>
                  <a:pt x="26676" y="90339"/>
                </a:lnTo>
                <a:lnTo>
                  <a:pt x="26511" y="89952"/>
                </a:lnTo>
                <a:lnTo>
                  <a:pt x="26350" y="89558"/>
                </a:lnTo>
                <a:lnTo>
                  <a:pt x="26193" y="89156"/>
                </a:lnTo>
                <a:lnTo>
                  <a:pt x="26040" y="88747"/>
                </a:lnTo>
                <a:lnTo>
                  <a:pt x="25892" y="88330"/>
                </a:lnTo>
                <a:lnTo>
                  <a:pt x="25748" y="87905"/>
                </a:lnTo>
                <a:lnTo>
                  <a:pt x="25608" y="87473"/>
                </a:lnTo>
                <a:lnTo>
                  <a:pt x="25473" y="87034"/>
                </a:lnTo>
                <a:lnTo>
                  <a:pt x="25342" y="86587"/>
                </a:lnTo>
                <a:lnTo>
                  <a:pt x="25216" y="86133"/>
                </a:lnTo>
                <a:lnTo>
                  <a:pt x="25093" y="85671"/>
                </a:lnTo>
                <a:lnTo>
                  <a:pt x="24975" y="85201"/>
                </a:lnTo>
                <a:lnTo>
                  <a:pt x="24862" y="84724"/>
                </a:lnTo>
                <a:lnTo>
                  <a:pt x="24752" y="84240"/>
                </a:lnTo>
                <a:lnTo>
                  <a:pt x="24647" y="83747"/>
                </a:lnTo>
                <a:lnTo>
                  <a:pt x="24547" y="83246"/>
                </a:lnTo>
                <a:lnTo>
                  <a:pt x="24451" y="82737"/>
                </a:lnTo>
                <a:lnTo>
                  <a:pt x="24359" y="82219"/>
                </a:lnTo>
                <a:lnTo>
                  <a:pt x="24272" y="81693"/>
                </a:lnTo>
                <a:lnTo>
                  <a:pt x="24190" y="81158"/>
                </a:lnTo>
                <a:lnTo>
                  <a:pt x="24112" y="80616"/>
                </a:lnTo>
                <a:lnTo>
                  <a:pt x="24038" y="80064"/>
                </a:lnTo>
                <a:lnTo>
                  <a:pt x="23969" y="79505"/>
                </a:lnTo>
                <a:lnTo>
                  <a:pt x="23904" y="78937"/>
                </a:lnTo>
                <a:lnTo>
                  <a:pt x="23844" y="78361"/>
                </a:lnTo>
                <a:lnTo>
                  <a:pt x="23788" y="77776"/>
                </a:lnTo>
                <a:lnTo>
                  <a:pt x="23737" y="77183"/>
                </a:lnTo>
                <a:lnTo>
                  <a:pt x="23690" y="76582"/>
                </a:lnTo>
                <a:lnTo>
                  <a:pt x="23647" y="75972"/>
                </a:lnTo>
                <a:lnTo>
                  <a:pt x="23609" y="75354"/>
                </a:lnTo>
                <a:lnTo>
                  <a:pt x="23576" y="74727"/>
                </a:lnTo>
                <a:lnTo>
                  <a:pt x="23547" y="74093"/>
                </a:lnTo>
                <a:lnTo>
                  <a:pt x="23522" y="73449"/>
                </a:lnTo>
                <a:lnTo>
                  <a:pt x="23502" y="72798"/>
                </a:lnTo>
                <a:lnTo>
                  <a:pt x="23487" y="72138"/>
                </a:lnTo>
                <a:lnTo>
                  <a:pt x="23475" y="71470"/>
                </a:lnTo>
                <a:lnTo>
                  <a:pt x="23469" y="70793"/>
                </a:lnTo>
                <a:lnTo>
                  <a:pt x="23467" y="70108"/>
                </a:lnTo>
                <a:lnTo>
                  <a:pt x="23467" y="50037"/>
                </a:lnTo>
                <a:lnTo>
                  <a:pt x="23468" y="49346"/>
                </a:lnTo>
                <a:lnTo>
                  <a:pt x="23474" y="48663"/>
                </a:lnTo>
                <a:lnTo>
                  <a:pt x="23484" y="47990"/>
                </a:lnTo>
                <a:lnTo>
                  <a:pt x="23498" y="47325"/>
                </a:lnTo>
                <a:lnTo>
                  <a:pt x="23515" y="46669"/>
                </a:lnTo>
                <a:lnTo>
                  <a:pt x="23537" y="46023"/>
                </a:lnTo>
                <a:lnTo>
                  <a:pt x="23562" y="45385"/>
                </a:lnTo>
                <a:lnTo>
                  <a:pt x="23592" y="44756"/>
                </a:lnTo>
                <a:lnTo>
                  <a:pt x="23625" y="44136"/>
                </a:lnTo>
                <a:lnTo>
                  <a:pt x="23662" y="43525"/>
                </a:lnTo>
                <a:lnTo>
                  <a:pt x="23703" y="42923"/>
                </a:lnTo>
                <a:lnTo>
                  <a:pt x="23748" y="42330"/>
                </a:lnTo>
                <a:lnTo>
                  <a:pt x="23797" y="41745"/>
                </a:lnTo>
                <a:lnTo>
                  <a:pt x="23849" y="41170"/>
                </a:lnTo>
                <a:lnTo>
                  <a:pt x="23906" y="40604"/>
                </a:lnTo>
                <a:lnTo>
                  <a:pt x="23967" y="40046"/>
                </a:lnTo>
                <a:lnTo>
                  <a:pt x="24031" y="39498"/>
                </a:lnTo>
                <a:lnTo>
                  <a:pt x="24099" y="38958"/>
                </a:lnTo>
                <a:lnTo>
                  <a:pt x="24172" y="38427"/>
                </a:lnTo>
                <a:lnTo>
                  <a:pt x="24248" y="37906"/>
                </a:lnTo>
                <a:lnTo>
                  <a:pt x="24328" y="37393"/>
                </a:lnTo>
                <a:lnTo>
                  <a:pt x="24412" y="36889"/>
                </a:lnTo>
                <a:lnTo>
                  <a:pt x="24500" y="36394"/>
                </a:lnTo>
                <a:lnTo>
                  <a:pt x="24592" y="35908"/>
                </a:lnTo>
                <a:lnTo>
                  <a:pt x="24687" y="35430"/>
                </a:lnTo>
                <a:lnTo>
                  <a:pt x="24787" y="34959"/>
                </a:lnTo>
                <a:lnTo>
                  <a:pt x="24892" y="34495"/>
                </a:lnTo>
                <a:lnTo>
                  <a:pt x="25000" y="34039"/>
                </a:lnTo>
                <a:lnTo>
                  <a:pt x="25113" y="33590"/>
                </a:lnTo>
                <a:lnTo>
                  <a:pt x="25230" y="33148"/>
                </a:lnTo>
                <a:lnTo>
                  <a:pt x="25350" y="32713"/>
                </a:lnTo>
                <a:lnTo>
                  <a:pt x="25476" y="32286"/>
                </a:lnTo>
                <a:lnTo>
                  <a:pt x="25605" y="31866"/>
                </a:lnTo>
                <a:lnTo>
                  <a:pt x="25738" y="31453"/>
                </a:lnTo>
                <a:lnTo>
                  <a:pt x="25876" y="31047"/>
                </a:lnTo>
                <a:lnTo>
                  <a:pt x="26018" y="30649"/>
                </a:lnTo>
                <a:lnTo>
                  <a:pt x="26164" y="30258"/>
                </a:lnTo>
                <a:lnTo>
                  <a:pt x="26314" y="29874"/>
                </a:lnTo>
                <a:lnTo>
                  <a:pt x="26469" y="29498"/>
                </a:lnTo>
                <a:lnTo>
                  <a:pt x="26628" y="29128"/>
                </a:lnTo>
                <a:lnTo>
                  <a:pt x="26790" y="28766"/>
                </a:lnTo>
                <a:lnTo>
                  <a:pt x="26957" y="28411"/>
                </a:lnTo>
                <a:lnTo>
                  <a:pt x="27129" y="28064"/>
                </a:lnTo>
                <a:lnTo>
                  <a:pt x="27304" y="27724"/>
                </a:lnTo>
                <a:lnTo>
                  <a:pt x="27483" y="27391"/>
                </a:lnTo>
                <a:lnTo>
                  <a:pt x="27667" y="27065"/>
                </a:lnTo>
                <a:lnTo>
                  <a:pt x="27855" y="26746"/>
                </a:lnTo>
                <a:lnTo>
                  <a:pt x="28047" y="26435"/>
                </a:lnTo>
                <a:lnTo>
                  <a:pt x="28243" y="26131"/>
                </a:lnTo>
                <a:lnTo>
                  <a:pt x="28444" y="25833"/>
                </a:lnTo>
                <a:lnTo>
                  <a:pt x="28648" y="25543"/>
                </a:lnTo>
                <a:lnTo>
                  <a:pt x="28855" y="25260"/>
                </a:lnTo>
                <a:lnTo>
                  <a:pt x="29067" y="24985"/>
                </a:lnTo>
                <a:lnTo>
                  <a:pt x="29283" y="24716"/>
                </a:lnTo>
                <a:lnTo>
                  <a:pt x="29503" y="24454"/>
                </a:lnTo>
                <a:lnTo>
                  <a:pt x="29726" y="24200"/>
                </a:lnTo>
                <a:lnTo>
                  <a:pt x="29953" y="23952"/>
                </a:lnTo>
                <a:lnTo>
                  <a:pt x="30185" y="23712"/>
                </a:lnTo>
                <a:lnTo>
                  <a:pt x="30420" y="23479"/>
                </a:lnTo>
                <a:lnTo>
                  <a:pt x="30659" y="23253"/>
                </a:lnTo>
                <a:lnTo>
                  <a:pt x="30902" y="23034"/>
                </a:lnTo>
                <a:lnTo>
                  <a:pt x="31149" y="22822"/>
                </a:lnTo>
                <a:lnTo>
                  <a:pt x="31400" y="22618"/>
                </a:lnTo>
                <a:lnTo>
                  <a:pt x="31655" y="22420"/>
                </a:lnTo>
                <a:lnTo>
                  <a:pt x="31913" y="22230"/>
                </a:lnTo>
                <a:lnTo>
                  <a:pt x="32176" y="22046"/>
                </a:lnTo>
                <a:lnTo>
                  <a:pt x="32443" y="21870"/>
                </a:lnTo>
                <a:lnTo>
                  <a:pt x="32713" y="21701"/>
                </a:lnTo>
                <a:lnTo>
                  <a:pt x="32987" y="21539"/>
                </a:lnTo>
                <a:lnTo>
                  <a:pt x="33265" y="21384"/>
                </a:lnTo>
                <a:lnTo>
                  <a:pt x="33548" y="21236"/>
                </a:lnTo>
                <a:lnTo>
                  <a:pt x="33834" y="21096"/>
                </a:lnTo>
                <a:lnTo>
                  <a:pt x="34124" y="20961"/>
                </a:lnTo>
                <a:lnTo>
                  <a:pt x="34418" y="20833"/>
                </a:lnTo>
                <a:lnTo>
                  <a:pt x="34716" y="20710"/>
                </a:lnTo>
                <a:lnTo>
                  <a:pt x="35019" y="20592"/>
                </a:lnTo>
                <a:lnTo>
                  <a:pt x="35326" y="20481"/>
                </a:lnTo>
                <a:lnTo>
                  <a:pt x="35637" y="20375"/>
                </a:lnTo>
                <a:lnTo>
                  <a:pt x="35952" y="20275"/>
                </a:lnTo>
                <a:lnTo>
                  <a:pt x="36271" y="20180"/>
                </a:lnTo>
                <a:lnTo>
                  <a:pt x="36595" y="20092"/>
                </a:lnTo>
                <a:lnTo>
                  <a:pt x="36923" y="20009"/>
                </a:lnTo>
                <a:lnTo>
                  <a:pt x="37254" y="19932"/>
                </a:lnTo>
                <a:lnTo>
                  <a:pt x="37591" y="19860"/>
                </a:lnTo>
                <a:lnTo>
                  <a:pt x="37931" y="19794"/>
                </a:lnTo>
                <a:lnTo>
                  <a:pt x="38275" y="19734"/>
                </a:lnTo>
                <a:lnTo>
                  <a:pt x="38624" y="19680"/>
                </a:lnTo>
                <a:lnTo>
                  <a:pt x="38977" y="19631"/>
                </a:lnTo>
                <a:lnTo>
                  <a:pt x="39334" y="19588"/>
                </a:lnTo>
                <a:lnTo>
                  <a:pt x="39695" y="19551"/>
                </a:lnTo>
                <a:lnTo>
                  <a:pt x="40061" y="19520"/>
                </a:lnTo>
                <a:lnTo>
                  <a:pt x="40430" y="19494"/>
                </a:lnTo>
                <a:lnTo>
                  <a:pt x="40804" y="19474"/>
                </a:lnTo>
                <a:lnTo>
                  <a:pt x="41182" y="19460"/>
                </a:lnTo>
                <a:lnTo>
                  <a:pt x="41564" y="19451"/>
                </a:lnTo>
                <a:lnTo>
                  <a:pt x="41950" y="19448"/>
                </a:lnTo>
                <a:lnTo>
                  <a:pt x="42396" y="19451"/>
                </a:lnTo>
                <a:lnTo>
                  <a:pt x="42834" y="19461"/>
                </a:lnTo>
                <a:lnTo>
                  <a:pt x="43265" y="19477"/>
                </a:lnTo>
                <a:lnTo>
                  <a:pt x="43689" y="19499"/>
                </a:lnTo>
                <a:lnTo>
                  <a:pt x="44107" y="19527"/>
                </a:lnTo>
                <a:lnTo>
                  <a:pt x="44517" y="19562"/>
                </a:lnTo>
                <a:lnTo>
                  <a:pt x="44920" y="19603"/>
                </a:lnTo>
                <a:lnTo>
                  <a:pt x="45317" y="19650"/>
                </a:lnTo>
                <a:lnTo>
                  <a:pt x="45706" y="19704"/>
                </a:lnTo>
                <a:lnTo>
                  <a:pt x="46089" y="19763"/>
                </a:lnTo>
                <a:lnTo>
                  <a:pt x="46464" y="19830"/>
                </a:lnTo>
                <a:lnTo>
                  <a:pt x="46833" y="19902"/>
                </a:lnTo>
                <a:lnTo>
                  <a:pt x="47194" y="19981"/>
                </a:lnTo>
                <a:lnTo>
                  <a:pt x="47549" y="20066"/>
                </a:lnTo>
                <a:lnTo>
                  <a:pt x="47896" y="20158"/>
                </a:lnTo>
                <a:lnTo>
                  <a:pt x="48237" y="20255"/>
                </a:lnTo>
                <a:lnTo>
                  <a:pt x="48570" y="20359"/>
                </a:lnTo>
                <a:lnTo>
                  <a:pt x="48897" y="20470"/>
                </a:lnTo>
                <a:lnTo>
                  <a:pt x="49217" y="20586"/>
                </a:lnTo>
                <a:lnTo>
                  <a:pt x="49529" y="20709"/>
                </a:lnTo>
                <a:lnTo>
                  <a:pt x="49835" y="20838"/>
                </a:lnTo>
                <a:lnTo>
                  <a:pt x="50134" y="20974"/>
                </a:lnTo>
                <a:lnTo>
                  <a:pt x="50425" y="21116"/>
                </a:lnTo>
                <a:lnTo>
                  <a:pt x="50710" y="21264"/>
                </a:lnTo>
                <a:lnTo>
                  <a:pt x="50989" y="21419"/>
                </a:lnTo>
                <a:lnTo>
                  <a:pt x="51262" y="21583"/>
                </a:lnTo>
                <a:lnTo>
                  <a:pt x="51531" y="21755"/>
                </a:lnTo>
                <a:lnTo>
                  <a:pt x="51794" y="21935"/>
                </a:lnTo>
                <a:lnTo>
                  <a:pt x="52052" y="22124"/>
                </a:lnTo>
                <a:lnTo>
                  <a:pt x="52305" y="22321"/>
                </a:lnTo>
                <a:lnTo>
                  <a:pt x="52553" y="22526"/>
                </a:lnTo>
                <a:lnTo>
                  <a:pt x="52795" y="22739"/>
                </a:lnTo>
                <a:lnTo>
                  <a:pt x="53033" y="22961"/>
                </a:lnTo>
                <a:lnTo>
                  <a:pt x="53265" y="23190"/>
                </a:lnTo>
                <a:lnTo>
                  <a:pt x="53492" y="23429"/>
                </a:lnTo>
                <a:lnTo>
                  <a:pt x="53714" y="23675"/>
                </a:lnTo>
                <a:lnTo>
                  <a:pt x="53931" y="23930"/>
                </a:lnTo>
                <a:lnTo>
                  <a:pt x="54142" y="24193"/>
                </a:lnTo>
                <a:lnTo>
                  <a:pt x="54349" y="24464"/>
                </a:lnTo>
                <a:lnTo>
                  <a:pt x="54550" y="24743"/>
                </a:lnTo>
                <a:lnTo>
                  <a:pt x="54746" y="25031"/>
                </a:lnTo>
                <a:lnTo>
                  <a:pt x="54937" y="25327"/>
                </a:lnTo>
                <a:lnTo>
                  <a:pt x="55123" y="25631"/>
                </a:lnTo>
                <a:lnTo>
                  <a:pt x="55303" y="25944"/>
                </a:lnTo>
                <a:lnTo>
                  <a:pt x="55479" y="26264"/>
                </a:lnTo>
                <a:lnTo>
                  <a:pt x="55649" y="26593"/>
                </a:lnTo>
                <a:lnTo>
                  <a:pt x="55814" y="26931"/>
                </a:lnTo>
                <a:lnTo>
                  <a:pt x="55974" y="27276"/>
                </a:lnTo>
                <a:lnTo>
                  <a:pt x="56129" y="27632"/>
                </a:lnTo>
                <a:lnTo>
                  <a:pt x="56280" y="27998"/>
                </a:lnTo>
                <a:lnTo>
                  <a:pt x="56425" y="28376"/>
                </a:lnTo>
                <a:lnTo>
                  <a:pt x="56567" y="28765"/>
                </a:lnTo>
                <a:lnTo>
                  <a:pt x="56703" y="29165"/>
                </a:lnTo>
                <a:lnTo>
                  <a:pt x="56835" y="29576"/>
                </a:lnTo>
                <a:lnTo>
                  <a:pt x="56963" y="29999"/>
                </a:lnTo>
                <a:lnTo>
                  <a:pt x="57086" y="30433"/>
                </a:lnTo>
                <a:lnTo>
                  <a:pt x="57204" y="30878"/>
                </a:lnTo>
                <a:lnTo>
                  <a:pt x="57318" y="31334"/>
                </a:lnTo>
                <a:lnTo>
                  <a:pt x="57427" y="31801"/>
                </a:lnTo>
                <a:lnTo>
                  <a:pt x="57531" y="32280"/>
                </a:lnTo>
                <a:lnTo>
                  <a:pt x="57631" y="32769"/>
                </a:lnTo>
                <a:lnTo>
                  <a:pt x="57726" y="33270"/>
                </a:lnTo>
                <a:lnTo>
                  <a:pt x="57817" y="33783"/>
                </a:lnTo>
                <a:lnTo>
                  <a:pt x="57903" y="34306"/>
                </a:lnTo>
                <a:lnTo>
                  <a:pt x="57984" y="34841"/>
                </a:lnTo>
                <a:lnTo>
                  <a:pt x="58061" y="35386"/>
                </a:lnTo>
                <a:lnTo>
                  <a:pt x="58133" y="35943"/>
                </a:lnTo>
                <a:lnTo>
                  <a:pt x="58201" y="36512"/>
                </a:lnTo>
                <a:lnTo>
                  <a:pt x="58264" y="37091"/>
                </a:lnTo>
                <a:lnTo>
                  <a:pt x="58322" y="37682"/>
                </a:lnTo>
                <a:lnTo>
                  <a:pt x="58376" y="38283"/>
                </a:lnTo>
                <a:lnTo>
                  <a:pt x="58425" y="38897"/>
                </a:lnTo>
                <a:lnTo>
                  <a:pt x="81168" y="38897"/>
                </a:lnTo>
                <a:lnTo>
                  <a:pt x="81089" y="37850"/>
                </a:lnTo>
                <a:lnTo>
                  <a:pt x="80997" y="36817"/>
                </a:lnTo>
                <a:lnTo>
                  <a:pt x="80893" y="35798"/>
                </a:lnTo>
                <a:lnTo>
                  <a:pt x="80777" y="34792"/>
                </a:lnTo>
                <a:lnTo>
                  <a:pt x="80648" y="33800"/>
                </a:lnTo>
                <a:lnTo>
                  <a:pt x="80508" y="32822"/>
                </a:lnTo>
                <a:lnTo>
                  <a:pt x="80355" y="31857"/>
                </a:lnTo>
                <a:lnTo>
                  <a:pt x="80191" y="30907"/>
                </a:lnTo>
                <a:lnTo>
                  <a:pt x="80014" y="29970"/>
                </a:lnTo>
                <a:lnTo>
                  <a:pt x="79825" y="29046"/>
                </a:lnTo>
                <a:lnTo>
                  <a:pt x="79624" y="28136"/>
                </a:lnTo>
                <a:lnTo>
                  <a:pt x="79410" y="27240"/>
                </a:lnTo>
                <a:lnTo>
                  <a:pt x="79185" y="26358"/>
                </a:lnTo>
                <a:lnTo>
                  <a:pt x="78947" y="25490"/>
                </a:lnTo>
                <a:lnTo>
                  <a:pt x="78698" y="24635"/>
                </a:lnTo>
                <a:lnTo>
                  <a:pt x="78436" y="23794"/>
                </a:lnTo>
                <a:lnTo>
                  <a:pt x="78162" y="22966"/>
                </a:lnTo>
                <a:lnTo>
                  <a:pt x="77876" y="22152"/>
                </a:lnTo>
                <a:lnTo>
                  <a:pt x="77578" y="21352"/>
                </a:lnTo>
                <a:lnTo>
                  <a:pt x="77267" y="20566"/>
                </a:lnTo>
                <a:lnTo>
                  <a:pt x="76945" y="19793"/>
                </a:lnTo>
                <a:lnTo>
                  <a:pt x="76610" y="19034"/>
                </a:lnTo>
                <a:lnTo>
                  <a:pt x="76263" y="18289"/>
                </a:lnTo>
                <a:lnTo>
                  <a:pt x="75904" y="17557"/>
                </a:lnTo>
                <a:lnTo>
                  <a:pt x="75532" y="16840"/>
                </a:lnTo>
                <a:lnTo>
                  <a:pt x="75146" y="16137"/>
                </a:lnTo>
                <a:lnTo>
                  <a:pt x="74745" y="15449"/>
                </a:lnTo>
                <a:lnTo>
                  <a:pt x="74331" y="14776"/>
                </a:lnTo>
                <a:lnTo>
                  <a:pt x="73902" y="14118"/>
                </a:lnTo>
                <a:lnTo>
                  <a:pt x="73458" y="13474"/>
                </a:lnTo>
                <a:lnTo>
                  <a:pt x="73001" y="12846"/>
                </a:lnTo>
                <a:lnTo>
                  <a:pt x="72529" y="12232"/>
                </a:lnTo>
                <a:lnTo>
                  <a:pt x="72043" y="11633"/>
                </a:lnTo>
                <a:lnTo>
                  <a:pt x="71543" y="11049"/>
                </a:lnTo>
                <a:lnTo>
                  <a:pt x="71029" y="10480"/>
                </a:lnTo>
                <a:lnTo>
                  <a:pt x="70500" y="9926"/>
                </a:lnTo>
                <a:lnTo>
                  <a:pt x="69957" y="9386"/>
                </a:lnTo>
                <a:lnTo>
                  <a:pt x="69400" y="8861"/>
                </a:lnTo>
                <a:lnTo>
                  <a:pt x="68829" y="8352"/>
                </a:lnTo>
                <a:lnTo>
                  <a:pt x="68243" y="7856"/>
                </a:lnTo>
                <a:lnTo>
                  <a:pt x="67643" y="7376"/>
                </a:lnTo>
                <a:lnTo>
                  <a:pt x="67029" y="6911"/>
                </a:lnTo>
                <a:lnTo>
                  <a:pt x="66401" y="6460"/>
                </a:lnTo>
                <a:lnTo>
                  <a:pt x="65758" y="6025"/>
                </a:lnTo>
                <a:lnTo>
                  <a:pt x="65102" y="5604"/>
                </a:lnTo>
                <a:lnTo>
                  <a:pt x="64431" y="5198"/>
                </a:lnTo>
                <a:lnTo>
                  <a:pt x="63746" y="4806"/>
                </a:lnTo>
                <a:lnTo>
                  <a:pt x="63046" y="4430"/>
                </a:lnTo>
                <a:lnTo>
                  <a:pt x="62331" y="4069"/>
                </a:lnTo>
                <a:lnTo>
                  <a:pt x="61600" y="3723"/>
                </a:lnTo>
                <a:lnTo>
                  <a:pt x="60853" y="3392"/>
                </a:lnTo>
                <a:lnTo>
                  <a:pt x="60089" y="3076"/>
                </a:lnTo>
                <a:lnTo>
                  <a:pt x="59309" y="2777"/>
                </a:lnTo>
                <a:lnTo>
                  <a:pt x="58513" y="2492"/>
                </a:lnTo>
                <a:lnTo>
                  <a:pt x="57700" y="2223"/>
                </a:lnTo>
                <a:lnTo>
                  <a:pt x="56871" y="1969"/>
                </a:lnTo>
                <a:lnTo>
                  <a:pt x="56026" y="1731"/>
                </a:lnTo>
                <a:lnTo>
                  <a:pt x="55165" y="1507"/>
                </a:lnTo>
                <a:lnTo>
                  <a:pt x="54287" y="1300"/>
                </a:lnTo>
                <a:lnTo>
                  <a:pt x="53392" y="1108"/>
                </a:lnTo>
                <a:lnTo>
                  <a:pt x="52482" y="931"/>
                </a:lnTo>
                <a:lnTo>
                  <a:pt x="51555" y="769"/>
                </a:lnTo>
                <a:lnTo>
                  <a:pt x="50612" y="623"/>
                </a:lnTo>
                <a:lnTo>
                  <a:pt x="49652" y="492"/>
                </a:lnTo>
                <a:lnTo>
                  <a:pt x="48676" y="377"/>
                </a:lnTo>
                <a:lnTo>
                  <a:pt x="47684" y="277"/>
                </a:lnTo>
                <a:lnTo>
                  <a:pt x="46675" y="192"/>
                </a:lnTo>
                <a:lnTo>
                  <a:pt x="45651" y="123"/>
                </a:lnTo>
                <a:lnTo>
                  <a:pt x="44609" y="69"/>
                </a:lnTo>
                <a:lnTo>
                  <a:pt x="43552" y="31"/>
                </a:lnTo>
                <a:lnTo>
                  <a:pt x="42478" y="8"/>
                </a:lnTo>
                <a:lnTo>
                  <a:pt x="41388" y="0"/>
                </a:lnTo>
                <a:lnTo>
                  <a:pt x="40594" y="5"/>
                </a:lnTo>
                <a:lnTo>
                  <a:pt x="39808" y="21"/>
                </a:lnTo>
                <a:lnTo>
                  <a:pt x="39028" y="48"/>
                </a:lnTo>
                <a:lnTo>
                  <a:pt x="38255" y="85"/>
                </a:lnTo>
                <a:lnTo>
                  <a:pt x="37489" y="132"/>
                </a:lnTo>
                <a:lnTo>
                  <a:pt x="36729" y="191"/>
                </a:lnTo>
                <a:lnTo>
                  <a:pt x="35977" y="260"/>
                </a:lnTo>
                <a:lnTo>
                  <a:pt x="35231" y="339"/>
                </a:lnTo>
                <a:lnTo>
                  <a:pt x="34492" y="429"/>
                </a:lnTo>
                <a:lnTo>
                  <a:pt x="33760" y="530"/>
                </a:lnTo>
                <a:lnTo>
                  <a:pt x="33035" y="641"/>
                </a:lnTo>
                <a:lnTo>
                  <a:pt x="32317" y="763"/>
                </a:lnTo>
                <a:lnTo>
                  <a:pt x="31605" y="895"/>
                </a:lnTo>
                <a:lnTo>
                  <a:pt x="30901" y="1038"/>
                </a:lnTo>
                <a:lnTo>
                  <a:pt x="30203" y="1192"/>
                </a:lnTo>
                <a:lnTo>
                  <a:pt x="29512" y="1356"/>
                </a:lnTo>
                <a:lnTo>
                  <a:pt x="28828" y="1531"/>
                </a:lnTo>
                <a:lnTo>
                  <a:pt x="28150" y="1716"/>
                </a:lnTo>
                <a:lnTo>
                  <a:pt x="27480" y="1912"/>
                </a:lnTo>
                <a:lnTo>
                  <a:pt x="26816" y="2119"/>
                </a:lnTo>
                <a:lnTo>
                  <a:pt x="26159" y="2336"/>
                </a:lnTo>
                <a:lnTo>
                  <a:pt x="25509" y="2564"/>
                </a:lnTo>
                <a:lnTo>
                  <a:pt x="24866" y="2802"/>
                </a:lnTo>
                <a:lnTo>
                  <a:pt x="24230" y="3051"/>
                </a:lnTo>
                <a:lnTo>
                  <a:pt x="23601" y="3311"/>
                </a:lnTo>
                <a:lnTo>
                  <a:pt x="22979" y="3582"/>
                </a:lnTo>
                <a:lnTo>
                  <a:pt x="22365" y="3864"/>
                </a:lnTo>
                <a:lnTo>
                  <a:pt x="21758" y="4158"/>
                </a:lnTo>
                <a:lnTo>
                  <a:pt x="21158" y="4462"/>
                </a:lnTo>
                <a:lnTo>
                  <a:pt x="20566" y="4778"/>
                </a:lnTo>
                <a:lnTo>
                  <a:pt x="19981" y="5105"/>
                </a:lnTo>
                <a:lnTo>
                  <a:pt x="19404" y="5443"/>
                </a:lnTo>
                <a:lnTo>
                  <a:pt x="18834" y="5792"/>
                </a:lnTo>
                <a:lnTo>
                  <a:pt x="18271" y="6152"/>
                </a:lnTo>
                <a:lnTo>
                  <a:pt x="17716" y="6524"/>
                </a:lnTo>
                <a:lnTo>
                  <a:pt x="17168" y="6906"/>
                </a:lnTo>
                <a:lnTo>
                  <a:pt x="16627" y="7300"/>
                </a:lnTo>
                <a:lnTo>
                  <a:pt x="16094" y="7705"/>
                </a:lnTo>
                <a:lnTo>
                  <a:pt x="15569" y="8121"/>
                </a:lnTo>
                <a:lnTo>
                  <a:pt x="15051" y="8549"/>
                </a:lnTo>
                <a:lnTo>
                  <a:pt x="14540" y="8987"/>
                </a:lnTo>
                <a:lnTo>
                  <a:pt x="14036" y="9437"/>
                </a:lnTo>
                <a:lnTo>
                  <a:pt x="13540" y="9897"/>
                </a:lnTo>
                <a:lnTo>
                  <a:pt x="13051" y="10369"/>
                </a:lnTo>
                <a:lnTo>
                  <a:pt x="12570" y="10852"/>
                </a:lnTo>
                <a:lnTo>
                  <a:pt x="12096" y="11347"/>
                </a:lnTo>
                <a:lnTo>
                  <a:pt x="11630" y="11852"/>
                </a:lnTo>
                <a:lnTo>
                  <a:pt x="11171" y="12369"/>
                </a:lnTo>
                <a:lnTo>
                  <a:pt x="10720" y="12896"/>
                </a:lnTo>
                <a:lnTo>
                  <a:pt x="10278" y="13435"/>
                </a:lnTo>
                <a:lnTo>
                  <a:pt x="9845" y="13984"/>
                </a:lnTo>
                <a:lnTo>
                  <a:pt x="9422" y="14545"/>
                </a:lnTo>
                <a:lnTo>
                  <a:pt x="9007" y="15116"/>
                </a:lnTo>
                <a:lnTo>
                  <a:pt x="8602" y="15699"/>
                </a:lnTo>
                <a:lnTo>
                  <a:pt x="8205" y="16292"/>
                </a:lnTo>
                <a:lnTo>
                  <a:pt x="7818" y="16897"/>
                </a:lnTo>
                <a:lnTo>
                  <a:pt x="7439" y="17513"/>
                </a:lnTo>
                <a:lnTo>
                  <a:pt x="7070" y="18139"/>
                </a:lnTo>
                <a:lnTo>
                  <a:pt x="6710" y="18777"/>
                </a:lnTo>
                <a:lnTo>
                  <a:pt x="6359" y="19426"/>
                </a:lnTo>
                <a:lnTo>
                  <a:pt x="6017" y="20085"/>
                </a:lnTo>
                <a:lnTo>
                  <a:pt x="5684" y="20756"/>
                </a:lnTo>
                <a:lnTo>
                  <a:pt x="5360" y="21438"/>
                </a:lnTo>
                <a:lnTo>
                  <a:pt x="5045" y="22131"/>
                </a:lnTo>
                <a:lnTo>
                  <a:pt x="4739" y="22835"/>
                </a:lnTo>
                <a:lnTo>
                  <a:pt x="4443" y="23549"/>
                </a:lnTo>
                <a:lnTo>
                  <a:pt x="4155" y="24275"/>
                </a:lnTo>
                <a:lnTo>
                  <a:pt x="3876" y="25012"/>
                </a:lnTo>
                <a:lnTo>
                  <a:pt x="3607" y="25760"/>
                </a:lnTo>
                <a:lnTo>
                  <a:pt x="3347" y="26519"/>
                </a:lnTo>
                <a:lnTo>
                  <a:pt x="3095" y="27289"/>
                </a:lnTo>
                <a:lnTo>
                  <a:pt x="2853" y="28070"/>
                </a:lnTo>
                <a:lnTo>
                  <a:pt x="2620" y="28862"/>
                </a:lnTo>
                <a:lnTo>
                  <a:pt x="2397" y="29665"/>
                </a:lnTo>
                <a:lnTo>
                  <a:pt x="2184" y="30480"/>
                </a:lnTo>
                <a:lnTo>
                  <a:pt x="1981" y="31305"/>
                </a:lnTo>
                <a:lnTo>
                  <a:pt x="1788" y="32143"/>
                </a:lnTo>
                <a:lnTo>
                  <a:pt x="1605" y="32991"/>
                </a:lnTo>
                <a:lnTo>
                  <a:pt x="1431" y="33851"/>
                </a:lnTo>
                <a:lnTo>
                  <a:pt x="1268" y="34722"/>
                </a:lnTo>
                <a:lnTo>
                  <a:pt x="1114" y="35604"/>
                </a:lnTo>
                <a:lnTo>
                  <a:pt x="971" y="36498"/>
                </a:lnTo>
                <a:lnTo>
                  <a:pt x="837" y="37403"/>
                </a:lnTo>
                <a:lnTo>
                  <a:pt x="713" y="38319"/>
                </a:lnTo>
                <a:lnTo>
                  <a:pt x="599" y="39246"/>
                </a:lnTo>
                <a:lnTo>
                  <a:pt x="495" y="40185"/>
                </a:lnTo>
                <a:lnTo>
                  <a:pt x="401" y="41135"/>
                </a:lnTo>
                <a:lnTo>
                  <a:pt x="317" y="42097"/>
                </a:lnTo>
                <a:lnTo>
                  <a:pt x="243" y="43070"/>
                </a:lnTo>
                <a:lnTo>
                  <a:pt x="178" y="44054"/>
                </a:lnTo>
                <a:lnTo>
                  <a:pt x="124" y="45049"/>
                </a:lnTo>
                <a:lnTo>
                  <a:pt x="79" y="46056"/>
                </a:lnTo>
                <a:lnTo>
                  <a:pt x="45" y="47074"/>
                </a:lnTo>
                <a:lnTo>
                  <a:pt x="20" y="48103"/>
                </a:lnTo>
                <a:lnTo>
                  <a:pt x="5" y="49143"/>
                </a:lnTo>
                <a:lnTo>
                  <a:pt x="0" y="50195"/>
                </a:lnTo>
                <a:lnTo>
                  <a:pt x="0" y="70111"/>
                </a:lnTo>
                <a:lnTo>
                  <a:pt x="5" y="71176"/>
                </a:lnTo>
                <a:lnTo>
                  <a:pt x="21" y="72228"/>
                </a:lnTo>
                <a:lnTo>
                  <a:pt x="46" y="73269"/>
                </a:lnTo>
                <a:lnTo>
                  <a:pt x="83" y="74297"/>
                </a:lnTo>
                <a:lnTo>
                  <a:pt x="129" y="75314"/>
                </a:lnTo>
                <a:lnTo>
                  <a:pt x="186" y="76318"/>
                </a:lnTo>
                <a:lnTo>
                  <a:pt x="253" y="77310"/>
                </a:lnTo>
                <a:lnTo>
                  <a:pt x="330" y="78290"/>
                </a:lnTo>
                <a:lnTo>
                  <a:pt x="418" y="79258"/>
                </a:lnTo>
                <a:lnTo>
                  <a:pt x="516" y="80213"/>
                </a:lnTo>
                <a:lnTo>
                  <a:pt x="625" y="81157"/>
                </a:lnTo>
                <a:lnTo>
                  <a:pt x="743" y="82088"/>
                </a:lnTo>
                <a:lnTo>
                  <a:pt x="872" y="83007"/>
                </a:lnTo>
                <a:lnTo>
                  <a:pt x="1012" y="83915"/>
                </a:lnTo>
                <a:lnTo>
                  <a:pt x="1162" y="84810"/>
                </a:lnTo>
                <a:lnTo>
                  <a:pt x="1322" y="85693"/>
                </a:lnTo>
                <a:lnTo>
                  <a:pt x="1492" y="86563"/>
                </a:lnTo>
                <a:lnTo>
                  <a:pt x="1673" y="87422"/>
                </a:lnTo>
                <a:lnTo>
                  <a:pt x="1864" y="88268"/>
                </a:lnTo>
                <a:lnTo>
                  <a:pt x="2065" y="89103"/>
                </a:lnTo>
                <a:lnTo>
                  <a:pt x="2277" y="89925"/>
                </a:lnTo>
                <a:lnTo>
                  <a:pt x="2499" y="90735"/>
                </a:lnTo>
                <a:lnTo>
                  <a:pt x="2731" y="91533"/>
                </a:lnTo>
                <a:lnTo>
                  <a:pt x="2973" y="92319"/>
                </a:lnTo>
                <a:lnTo>
                  <a:pt x="3226" y="93093"/>
                </a:lnTo>
                <a:lnTo>
                  <a:pt x="3488" y="93856"/>
                </a:lnTo>
                <a:lnTo>
                  <a:pt x="3759" y="94609"/>
                </a:lnTo>
                <a:lnTo>
                  <a:pt x="4039" y="95350"/>
                </a:lnTo>
                <a:lnTo>
                  <a:pt x="4329" y="96081"/>
                </a:lnTo>
                <a:lnTo>
                  <a:pt x="4629" y="96801"/>
                </a:lnTo>
                <a:lnTo>
                  <a:pt x="4937" y="97510"/>
                </a:lnTo>
                <a:lnTo>
                  <a:pt x="5255" y="98208"/>
                </a:lnTo>
                <a:lnTo>
                  <a:pt x="5582" y="98895"/>
                </a:lnTo>
                <a:lnTo>
                  <a:pt x="5919" y="99572"/>
                </a:lnTo>
                <a:lnTo>
                  <a:pt x="6265" y="100237"/>
                </a:lnTo>
                <a:lnTo>
                  <a:pt x="6620" y="100892"/>
                </a:lnTo>
                <a:lnTo>
                  <a:pt x="6985" y="101535"/>
                </a:lnTo>
                <a:lnTo>
                  <a:pt x="7359" y="102168"/>
                </a:lnTo>
                <a:lnTo>
                  <a:pt x="7742" y="102790"/>
                </a:lnTo>
                <a:lnTo>
                  <a:pt x="8135" y="103401"/>
                </a:lnTo>
                <a:lnTo>
                  <a:pt x="8537" y="104002"/>
                </a:lnTo>
                <a:lnTo>
                  <a:pt x="8948" y="104591"/>
                </a:lnTo>
                <a:lnTo>
                  <a:pt x="9369" y="105170"/>
                </a:lnTo>
                <a:lnTo>
                  <a:pt x="9799" y="105738"/>
                </a:lnTo>
                <a:lnTo>
                  <a:pt x="10238" y="106294"/>
                </a:lnTo>
                <a:lnTo>
                  <a:pt x="10687" y="106840"/>
                </a:lnTo>
                <a:lnTo>
                  <a:pt x="11145" y="107375"/>
                </a:lnTo>
                <a:lnTo>
                  <a:pt x="11613" y="107900"/>
                </a:lnTo>
                <a:lnTo>
                  <a:pt x="12089" y="108413"/>
                </a:lnTo>
                <a:lnTo>
                  <a:pt x="12573" y="108915"/>
                </a:lnTo>
                <a:lnTo>
                  <a:pt x="13064" y="109406"/>
                </a:lnTo>
                <a:lnTo>
                  <a:pt x="13564" y="109886"/>
                </a:lnTo>
                <a:lnTo>
                  <a:pt x="14071" y="110355"/>
                </a:lnTo>
                <a:lnTo>
                  <a:pt x="14586" y="110813"/>
                </a:lnTo>
                <a:lnTo>
                  <a:pt x="15109" y="111260"/>
                </a:lnTo>
                <a:lnTo>
                  <a:pt x="15640" y="111696"/>
                </a:lnTo>
                <a:lnTo>
                  <a:pt x="16178" y="112121"/>
                </a:lnTo>
                <a:lnTo>
                  <a:pt x="16725" y="112535"/>
                </a:lnTo>
                <a:lnTo>
                  <a:pt x="17279" y="112938"/>
                </a:lnTo>
                <a:lnTo>
                  <a:pt x="17841" y="113330"/>
                </a:lnTo>
                <a:lnTo>
                  <a:pt x="18411" y="113711"/>
                </a:lnTo>
                <a:lnTo>
                  <a:pt x="18988" y="114081"/>
                </a:lnTo>
                <a:lnTo>
                  <a:pt x="19574" y="114440"/>
                </a:lnTo>
                <a:lnTo>
                  <a:pt x="20167" y="114788"/>
                </a:lnTo>
                <a:lnTo>
                  <a:pt x="20768" y="115124"/>
                </a:lnTo>
                <a:lnTo>
                  <a:pt x="21377" y="115450"/>
                </a:lnTo>
                <a:lnTo>
                  <a:pt x="21994" y="115765"/>
                </a:lnTo>
                <a:lnTo>
                  <a:pt x="22618" y="116069"/>
                </a:lnTo>
                <a:lnTo>
                  <a:pt x="23251" y="116362"/>
                </a:lnTo>
                <a:lnTo>
                  <a:pt x="23891" y="116644"/>
                </a:lnTo>
                <a:lnTo>
                  <a:pt x="24539" y="116914"/>
                </a:lnTo>
                <a:lnTo>
                  <a:pt x="25194" y="117174"/>
                </a:lnTo>
                <a:lnTo>
                  <a:pt x="25857" y="117423"/>
                </a:lnTo>
                <a:lnTo>
                  <a:pt x="26526" y="117662"/>
                </a:lnTo>
                <a:lnTo>
                  <a:pt x="27202" y="117889"/>
                </a:lnTo>
                <a:lnTo>
                  <a:pt x="27883" y="118107"/>
                </a:lnTo>
                <a:lnTo>
                  <a:pt x="28571" y="118313"/>
                </a:lnTo>
                <a:lnTo>
                  <a:pt x="29265" y="118509"/>
                </a:lnTo>
                <a:lnTo>
                  <a:pt x="29966" y="118695"/>
                </a:lnTo>
                <a:lnTo>
                  <a:pt x="30673" y="118869"/>
                </a:lnTo>
                <a:lnTo>
                  <a:pt x="31386" y="119034"/>
                </a:lnTo>
                <a:lnTo>
                  <a:pt x="32105" y="119187"/>
                </a:lnTo>
                <a:lnTo>
                  <a:pt x="32830" y="119330"/>
                </a:lnTo>
                <a:lnTo>
                  <a:pt x="33562" y="119463"/>
                </a:lnTo>
                <a:lnTo>
                  <a:pt x="34300" y="119585"/>
                </a:lnTo>
                <a:lnTo>
                  <a:pt x="35045" y="119696"/>
                </a:lnTo>
                <a:lnTo>
                  <a:pt x="35796" y="119797"/>
                </a:lnTo>
                <a:lnTo>
                  <a:pt x="36553" y="119887"/>
                </a:lnTo>
                <a:lnTo>
                  <a:pt x="37316" y="119966"/>
                </a:lnTo>
                <a:lnTo>
                  <a:pt x="38085" y="120035"/>
                </a:lnTo>
                <a:lnTo>
                  <a:pt x="38861" y="120093"/>
                </a:lnTo>
                <a:lnTo>
                  <a:pt x="39643" y="120141"/>
                </a:lnTo>
                <a:lnTo>
                  <a:pt x="40432" y="120178"/>
                </a:lnTo>
                <a:lnTo>
                  <a:pt x="41226" y="120204"/>
                </a:lnTo>
                <a:lnTo>
                  <a:pt x="42027" y="120220"/>
                </a:lnTo>
                <a:lnTo>
                  <a:pt x="42834" y="120226"/>
                </a:lnTo>
                <a:lnTo>
                  <a:pt x="43746" y="120221"/>
                </a:lnTo>
                <a:lnTo>
                  <a:pt x="44646" y="120207"/>
                </a:lnTo>
                <a:lnTo>
                  <a:pt x="45535" y="120185"/>
                </a:lnTo>
                <a:lnTo>
                  <a:pt x="46412" y="120153"/>
                </a:lnTo>
                <a:lnTo>
                  <a:pt x="47277" y="120112"/>
                </a:lnTo>
                <a:lnTo>
                  <a:pt x="48131" y="120062"/>
                </a:lnTo>
                <a:lnTo>
                  <a:pt x="48973" y="120003"/>
                </a:lnTo>
                <a:lnTo>
                  <a:pt x="49804" y="119935"/>
                </a:lnTo>
                <a:lnTo>
                  <a:pt x="50623" y="119858"/>
                </a:lnTo>
                <a:lnTo>
                  <a:pt x="51430" y="119772"/>
                </a:lnTo>
                <a:lnTo>
                  <a:pt x="52226" y="119677"/>
                </a:lnTo>
                <a:lnTo>
                  <a:pt x="53011" y="119573"/>
                </a:lnTo>
                <a:lnTo>
                  <a:pt x="53783" y="119459"/>
                </a:lnTo>
                <a:lnTo>
                  <a:pt x="54544" y="119337"/>
                </a:lnTo>
                <a:lnTo>
                  <a:pt x="55294" y="119205"/>
                </a:lnTo>
                <a:lnTo>
                  <a:pt x="56032" y="119065"/>
                </a:lnTo>
                <a:lnTo>
                  <a:pt x="56758" y="118915"/>
                </a:lnTo>
                <a:lnTo>
                  <a:pt x="57473" y="118756"/>
                </a:lnTo>
                <a:lnTo>
                  <a:pt x="58177" y="118589"/>
                </a:lnTo>
                <a:lnTo>
                  <a:pt x="58868" y="118412"/>
                </a:lnTo>
                <a:lnTo>
                  <a:pt x="59548" y="118226"/>
                </a:lnTo>
                <a:lnTo>
                  <a:pt x="60217" y="118031"/>
                </a:lnTo>
                <a:lnTo>
                  <a:pt x="60874" y="117827"/>
                </a:lnTo>
                <a:lnTo>
                  <a:pt x="61519" y="117614"/>
                </a:lnTo>
                <a:lnTo>
                  <a:pt x="62154" y="117395"/>
                </a:lnTo>
                <a:lnTo>
                  <a:pt x="62778" y="117172"/>
                </a:lnTo>
                <a:lnTo>
                  <a:pt x="63393" y="116947"/>
                </a:lnTo>
                <a:lnTo>
                  <a:pt x="63997" y="116719"/>
                </a:lnTo>
                <a:lnTo>
                  <a:pt x="64591" y="116487"/>
                </a:lnTo>
                <a:lnTo>
                  <a:pt x="65176" y="116253"/>
                </a:lnTo>
                <a:lnTo>
                  <a:pt x="65750" y="116015"/>
                </a:lnTo>
                <a:lnTo>
                  <a:pt x="66314" y="115774"/>
                </a:lnTo>
                <a:lnTo>
                  <a:pt x="66868" y="115531"/>
                </a:lnTo>
                <a:lnTo>
                  <a:pt x="67413" y="115284"/>
                </a:lnTo>
                <a:lnTo>
                  <a:pt x="67947" y="115034"/>
                </a:lnTo>
                <a:lnTo>
                  <a:pt x="68471" y="114781"/>
                </a:lnTo>
                <a:lnTo>
                  <a:pt x="68985" y="114525"/>
                </a:lnTo>
                <a:lnTo>
                  <a:pt x="69489" y="114266"/>
                </a:lnTo>
                <a:lnTo>
                  <a:pt x="69983" y="114004"/>
                </a:lnTo>
                <a:lnTo>
                  <a:pt x="70466" y="113738"/>
                </a:lnTo>
                <a:lnTo>
                  <a:pt x="70940" y="113470"/>
                </a:lnTo>
                <a:lnTo>
                  <a:pt x="71404" y="113199"/>
                </a:lnTo>
                <a:lnTo>
                  <a:pt x="71858" y="112924"/>
                </a:lnTo>
                <a:lnTo>
                  <a:pt x="72301" y="112647"/>
                </a:lnTo>
                <a:lnTo>
                  <a:pt x="72735" y="112366"/>
                </a:lnTo>
                <a:lnTo>
                  <a:pt x="73159" y="112083"/>
                </a:lnTo>
                <a:lnTo>
                  <a:pt x="73572" y="111796"/>
                </a:lnTo>
                <a:lnTo>
                  <a:pt x="73976" y="111506"/>
                </a:lnTo>
                <a:lnTo>
                  <a:pt x="74370" y="111216"/>
                </a:lnTo>
                <a:lnTo>
                  <a:pt x="74757" y="110929"/>
                </a:lnTo>
                <a:lnTo>
                  <a:pt x="75135" y="110645"/>
                </a:lnTo>
                <a:lnTo>
                  <a:pt x="75506" y="110364"/>
                </a:lnTo>
                <a:lnTo>
                  <a:pt x="75869" y="110086"/>
                </a:lnTo>
                <a:lnTo>
                  <a:pt x="76223" y="109811"/>
                </a:lnTo>
                <a:lnTo>
                  <a:pt x="76570" y="109539"/>
                </a:lnTo>
                <a:lnTo>
                  <a:pt x="76909" y="109269"/>
                </a:lnTo>
                <a:lnTo>
                  <a:pt x="77240" y="109003"/>
                </a:lnTo>
                <a:lnTo>
                  <a:pt x="77563" y="108739"/>
                </a:lnTo>
                <a:lnTo>
                  <a:pt x="77878" y="108479"/>
                </a:lnTo>
                <a:lnTo>
                  <a:pt x="78185" y="108221"/>
                </a:lnTo>
                <a:lnTo>
                  <a:pt x="78484" y="107966"/>
                </a:lnTo>
                <a:lnTo>
                  <a:pt x="78775" y="107715"/>
                </a:lnTo>
                <a:lnTo>
                  <a:pt x="79058" y="107466"/>
                </a:lnTo>
                <a:lnTo>
                  <a:pt x="79333" y="107220"/>
                </a:lnTo>
                <a:lnTo>
                  <a:pt x="79601" y="106977"/>
                </a:lnTo>
                <a:lnTo>
                  <a:pt x="79860" y="106737"/>
                </a:lnTo>
                <a:lnTo>
                  <a:pt x="80111" y="106500"/>
                </a:lnTo>
                <a:lnTo>
                  <a:pt x="80355" y="106266"/>
                </a:lnTo>
                <a:lnTo>
                  <a:pt x="80590" y="106034"/>
                </a:lnTo>
                <a:lnTo>
                  <a:pt x="80818" y="105806"/>
                </a:lnTo>
                <a:lnTo>
                  <a:pt x="81037" y="105581"/>
                </a:lnTo>
                <a:lnTo>
                  <a:pt x="81249" y="105358"/>
                </a:lnTo>
                <a:lnTo>
                  <a:pt x="81249" y="57139"/>
                </a:lnTo>
                <a:lnTo>
                  <a:pt x="40986" y="57139"/>
                </a:lnTo>
                <a:lnTo>
                  <a:pt x="40986" y="74900"/>
                </a:lnTo>
                <a:lnTo>
                  <a:pt x="57782" y="74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-4.1">
            <a:extLst xmlns:a="http://schemas.openxmlformats.org/drawingml/2006/main">
              <a:ext uri="{FF2B5EF4-FFF2-40B4-BE49-F238E27FC236}">
                <a16:creationId xmlns:a16="http://schemas.microsoft.com/office/drawing/2014/main" id="{E58246F6-6B8A-43E7-AA5F-A45DF982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41" y="3158112"/>
            <a:ext cx="238245" cy="118618"/>
          </a:xfrm>
          <a:custGeom xmlns:a="http://schemas.openxmlformats.org/drawingml/2006/main">
            <a:pathLst>
              <a:path w="238245" h="118618">
                <a:moveTo>
                  <a:pt x="117279" y="0"/>
                </a:moveTo>
                <a:lnTo>
                  <a:pt x="112376" y="0"/>
                </a:lnTo>
                <a:lnTo>
                  <a:pt x="94696" y="0"/>
                </a:lnTo>
                <a:lnTo>
                  <a:pt x="94535" y="0"/>
                </a:lnTo>
                <a:lnTo>
                  <a:pt x="54755" y="76909"/>
                </a:lnTo>
                <a:lnTo>
                  <a:pt x="55800" y="91616"/>
                </a:lnTo>
                <a:lnTo>
                  <a:pt x="94696" y="91616"/>
                </a:lnTo>
                <a:lnTo>
                  <a:pt x="94696" y="117011"/>
                </a:lnTo>
                <a:lnTo>
                  <a:pt x="117279" y="117011"/>
                </a:lnTo>
                <a:lnTo>
                  <a:pt x="117279" y="91616"/>
                </a:lnTo>
                <a:lnTo>
                  <a:pt x="127244" y="91616"/>
                </a:lnTo>
                <a:lnTo>
                  <a:pt x="127244" y="72891"/>
                </a:lnTo>
                <a:lnTo>
                  <a:pt x="117279" y="72891"/>
                </a:lnTo>
                <a:lnTo>
                  <a:pt x="117279" y="0"/>
                </a:lnTo>
                <a:close/>
                <a:moveTo>
                  <a:pt x="76775" y="72891"/>
                </a:moveTo>
                <a:lnTo>
                  <a:pt x="94134" y="34205"/>
                </a:lnTo>
                <a:lnTo>
                  <a:pt x="94696" y="33150"/>
                </a:lnTo>
                <a:lnTo>
                  <a:pt x="94696" y="72891"/>
                </a:lnTo>
                <a:lnTo>
                  <a:pt x="76775" y="72891"/>
                </a:lnTo>
                <a:close/>
                <a:moveTo>
                  <a:pt x="193401" y="36169"/>
                </a:moveTo>
                <a:lnTo>
                  <a:pt x="215742" y="27588"/>
                </a:lnTo>
                <a:lnTo>
                  <a:pt x="215742" y="117011"/>
                </a:lnTo>
                <a:lnTo>
                  <a:pt x="238245" y="117011"/>
                </a:lnTo>
                <a:lnTo>
                  <a:pt x="238245" y="0"/>
                </a:lnTo>
                <a:lnTo>
                  <a:pt x="235834" y="0"/>
                </a:lnTo>
                <a:lnTo>
                  <a:pt x="193401" y="17404"/>
                </a:lnTo>
                <a:lnTo>
                  <a:pt x="193401" y="36169"/>
                </a:lnTo>
                <a:close/>
                <a:moveTo>
                  <a:pt x="39138" y="76186"/>
                </a:moveTo>
                <a:lnTo>
                  <a:pt x="39138" y="57461"/>
                </a:lnTo>
                <a:lnTo>
                  <a:pt x="0" y="57461"/>
                </a:lnTo>
                <a:lnTo>
                  <a:pt x="0" y="76186"/>
                </a:lnTo>
                <a:lnTo>
                  <a:pt x="39138" y="76186"/>
                </a:lnTo>
                <a:close/>
                <a:moveTo>
                  <a:pt x="143113" y="107961"/>
                </a:moveTo>
                <a:lnTo>
                  <a:pt x="143169" y="108375"/>
                </a:lnTo>
                <a:lnTo>
                  <a:pt x="143236" y="108784"/>
                </a:lnTo>
                <a:lnTo>
                  <a:pt x="143316" y="109186"/>
                </a:lnTo>
                <a:lnTo>
                  <a:pt x="143408" y="109582"/>
                </a:lnTo>
                <a:lnTo>
                  <a:pt x="143512" y="109972"/>
                </a:lnTo>
                <a:lnTo>
                  <a:pt x="143629" y="110355"/>
                </a:lnTo>
                <a:lnTo>
                  <a:pt x="143758" y="110733"/>
                </a:lnTo>
                <a:lnTo>
                  <a:pt x="143899" y="111104"/>
                </a:lnTo>
                <a:lnTo>
                  <a:pt x="144053" y="111470"/>
                </a:lnTo>
                <a:lnTo>
                  <a:pt x="144218" y="111829"/>
                </a:lnTo>
                <a:lnTo>
                  <a:pt x="144396" y="112182"/>
                </a:lnTo>
                <a:lnTo>
                  <a:pt x="144587" y="112528"/>
                </a:lnTo>
                <a:lnTo>
                  <a:pt x="144789" y="112869"/>
                </a:lnTo>
                <a:lnTo>
                  <a:pt x="145004" y="113204"/>
                </a:lnTo>
                <a:lnTo>
                  <a:pt x="145231" y="113532"/>
                </a:lnTo>
                <a:lnTo>
                  <a:pt x="145471" y="113854"/>
                </a:lnTo>
                <a:lnTo>
                  <a:pt x="145722" y="114171"/>
                </a:lnTo>
                <a:lnTo>
                  <a:pt x="145986" y="114481"/>
                </a:lnTo>
                <a:lnTo>
                  <a:pt x="146263" y="114785"/>
                </a:lnTo>
                <a:lnTo>
                  <a:pt x="146551" y="115082"/>
                </a:lnTo>
                <a:lnTo>
                  <a:pt x="146850" y="115371"/>
                </a:lnTo>
                <a:lnTo>
                  <a:pt x="147158" y="115647"/>
                </a:lnTo>
                <a:lnTo>
                  <a:pt x="147474" y="115911"/>
                </a:lnTo>
                <a:lnTo>
                  <a:pt x="147799" y="116163"/>
                </a:lnTo>
                <a:lnTo>
                  <a:pt x="148133" y="116402"/>
                </a:lnTo>
                <a:lnTo>
                  <a:pt x="148475" y="116629"/>
                </a:lnTo>
                <a:lnTo>
                  <a:pt x="148826" y="116844"/>
                </a:lnTo>
                <a:lnTo>
                  <a:pt x="149185" y="117047"/>
                </a:lnTo>
                <a:lnTo>
                  <a:pt x="149554" y="117237"/>
                </a:lnTo>
                <a:lnTo>
                  <a:pt x="149930" y="117415"/>
                </a:lnTo>
                <a:lnTo>
                  <a:pt x="150316" y="117581"/>
                </a:lnTo>
                <a:lnTo>
                  <a:pt x="150710" y="117734"/>
                </a:lnTo>
                <a:lnTo>
                  <a:pt x="151113" y="117876"/>
                </a:lnTo>
                <a:lnTo>
                  <a:pt x="151524" y="118004"/>
                </a:lnTo>
                <a:lnTo>
                  <a:pt x="151944" y="118121"/>
                </a:lnTo>
                <a:lnTo>
                  <a:pt x="152373" y="118225"/>
                </a:lnTo>
                <a:lnTo>
                  <a:pt x="152811" y="118318"/>
                </a:lnTo>
                <a:lnTo>
                  <a:pt x="153257" y="118397"/>
                </a:lnTo>
                <a:lnTo>
                  <a:pt x="153711" y="118465"/>
                </a:lnTo>
                <a:lnTo>
                  <a:pt x="154175" y="118520"/>
                </a:lnTo>
                <a:lnTo>
                  <a:pt x="154647" y="118563"/>
                </a:lnTo>
                <a:lnTo>
                  <a:pt x="155127" y="118594"/>
                </a:lnTo>
                <a:lnTo>
                  <a:pt x="155617" y="118612"/>
                </a:lnTo>
                <a:lnTo>
                  <a:pt x="156115" y="118618"/>
                </a:lnTo>
                <a:lnTo>
                  <a:pt x="156613" y="118612"/>
                </a:lnTo>
                <a:lnTo>
                  <a:pt x="157102" y="118594"/>
                </a:lnTo>
                <a:lnTo>
                  <a:pt x="157583" y="118563"/>
                </a:lnTo>
                <a:lnTo>
                  <a:pt x="158055" y="118520"/>
                </a:lnTo>
                <a:lnTo>
                  <a:pt x="158518" y="118465"/>
                </a:lnTo>
                <a:lnTo>
                  <a:pt x="158973" y="118397"/>
                </a:lnTo>
                <a:lnTo>
                  <a:pt x="159419" y="118318"/>
                </a:lnTo>
                <a:lnTo>
                  <a:pt x="159856" y="118225"/>
                </a:lnTo>
                <a:lnTo>
                  <a:pt x="160285" y="118121"/>
                </a:lnTo>
                <a:lnTo>
                  <a:pt x="160705" y="118004"/>
                </a:lnTo>
                <a:lnTo>
                  <a:pt x="161116" y="117876"/>
                </a:lnTo>
                <a:lnTo>
                  <a:pt x="161519" y="117734"/>
                </a:lnTo>
                <a:lnTo>
                  <a:pt x="161913" y="117581"/>
                </a:lnTo>
                <a:lnTo>
                  <a:pt x="162299" y="117415"/>
                </a:lnTo>
                <a:lnTo>
                  <a:pt x="162676" y="117237"/>
                </a:lnTo>
                <a:lnTo>
                  <a:pt x="163044" y="117047"/>
                </a:lnTo>
                <a:lnTo>
                  <a:pt x="163403" y="116844"/>
                </a:lnTo>
                <a:lnTo>
                  <a:pt x="163754" y="116629"/>
                </a:lnTo>
                <a:lnTo>
                  <a:pt x="164097" y="116402"/>
                </a:lnTo>
                <a:lnTo>
                  <a:pt x="164430" y="116163"/>
                </a:lnTo>
                <a:lnTo>
                  <a:pt x="164755" y="115911"/>
                </a:lnTo>
                <a:lnTo>
                  <a:pt x="165071" y="115647"/>
                </a:lnTo>
                <a:lnTo>
                  <a:pt x="165379" y="115371"/>
                </a:lnTo>
                <a:lnTo>
                  <a:pt x="165678" y="115082"/>
                </a:lnTo>
                <a:lnTo>
                  <a:pt x="165967" y="114785"/>
                </a:lnTo>
                <a:lnTo>
                  <a:pt x="166243" y="114481"/>
                </a:lnTo>
                <a:lnTo>
                  <a:pt x="166507" y="114171"/>
                </a:lnTo>
                <a:lnTo>
                  <a:pt x="166758" y="113854"/>
                </a:lnTo>
                <a:lnTo>
                  <a:pt x="166998" y="113532"/>
                </a:lnTo>
                <a:lnTo>
                  <a:pt x="167225" y="113204"/>
                </a:lnTo>
                <a:lnTo>
                  <a:pt x="167440" y="112869"/>
                </a:lnTo>
                <a:lnTo>
                  <a:pt x="167642" y="112528"/>
                </a:lnTo>
                <a:lnTo>
                  <a:pt x="167833" y="112182"/>
                </a:lnTo>
                <a:lnTo>
                  <a:pt x="168011" y="111829"/>
                </a:lnTo>
                <a:lnTo>
                  <a:pt x="168177" y="111470"/>
                </a:lnTo>
                <a:lnTo>
                  <a:pt x="168330" y="111104"/>
                </a:lnTo>
                <a:lnTo>
                  <a:pt x="168471" y="110733"/>
                </a:lnTo>
                <a:lnTo>
                  <a:pt x="168600" y="110355"/>
                </a:lnTo>
                <a:lnTo>
                  <a:pt x="168717" y="109972"/>
                </a:lnTo>
                <a:lnTo>
                  <a:pt x="168821" y="109582"/>
                </a:lnTo>
                <a:lnTo>
                  <a:pt x="168913" y="109186"/>
                </a:lnTo>
                <a:lnTo>
                  <a:pt x="168993" y="108784"/>
                </a:lnTo>
                <a:lnTo>
                  <a:pt x="169061" y="108375"/>
                </a:lnTo>
                <a:lnTo>
                  <a:pt x="169116" y="107961"/>
                </a:lnTo>
                <a:lnTo>
                  <a:pt x="169159" y="107541"/>
                </a:lnTo>
                <a:lnTo>
                  <a:pt x="169189" y="107114"/>
                </a:lnTo>
                <a:lnTo>
                  <a:pt x="169208" y="106681"/>
                </a:lnTo>
                <a:lnTo>
                  <a:pt x="169214" y="106242"/>
                </a:lnTo>
                <a:lnTo>
                  <a:pt x="169208" y="105803"/>
                </a:lnTo>
                <a:lnTo>
                  <a:pt x="169189" y="105370"/>
                </a:lnTo>
                <a:lnTo>
                  <a:pt x="169159" y="104943"/>
                </a:lnTo>
                <a:lnTo>
                  <a:pt x="169116" y="104522"/>
                </a:lnTo>
                <a:lnTo>
                  <a:pt x="169061" y="104107"/>
                </a:lnTo>
                <a:lnTo>
                  <a:pt x="168993" y="103698"/>
                </a:lnTo>
                <a:lnTo>
                  <a:pt x="168913" y="103295"/>
                </a:lnTo>
                <a:lnTo>
                  <a:pt x="168821" y="102898"/>
                </a:lnTo>
                <a:lnTo>
                  <a:pt x="168717" y="102507"/>
                </a:lnTo>
                <a:lnTo>
                  <a:pt x="168600" y="102122"/>
                </a:lnTo>
                <a:lnTo>
                  <a:pt x="168471" y="101743"/>
                </a:lnTo>
                <a:lnTo>
                  <a:pt x="168330" y="101370"/>
                </a:lnTo>
                <a:lnTo>
                  <a:pt x="168177" y="101003"/>
                </a:lnTo>
                <a:lnTo>
                  <a:pt x="168011" y="100642"/>
                </a:lnTo>
                <a:lnTo>
                  <a:pt x="167833" y="100287"/>
                </a:lnTo>
                <a:lnTo>
                  <a:pt x="167642" y="99938"/>
                </a:lnTo>
                <a:lnTo>
                  <a:pt x="167440" y="99595"/>
                </a:lnTo>
                <a:lnTo>
                  <a:pt x="167225" y="99258"/>
                </a:lnTo>
                <a:lnTo>
                  <a:pt x="166998" y="98927"/>
                </a:lnTo>
                <a:lnTo>
                  <a:pt x="166758" y="98602"/>
                </a:lnTo>
                <a:lnTo>
                  <a:pt x="166507" y="98283"/>
                </a:lnTo>
                <a:lnTo>
                  <a:pt x="166243" y="97970"/>
                </a:lnTo>
                <a:lnTo>
                  <a:pt x="165967" y="97663"/>
                </a:lnTo>
                <a:lnTo>
                  <a:pt x="165678" y="97362"/>
                </a:lnTo>
                <a:lnTo>
                  <a:pt x="165379" y="97070"/>
                </a:lnTo>
                <a:lnTo>
                  <a:pt x="165071" y="96791"/>
                </a:lnTo>
                <a:lnTo>
                  <a:pt x="164755" y="96524"/>
                </a:lnTo>
                <a:lnTo>
                  <a:pt x="164430" y="96269"/>
                </a:lnTo>
                <a:lnTo>
                  <a:pt x="164097" y="96027"/>
                </a:lnTo>
                <a:lnTo>
                  <a:pt x="163754" y="95797"/>
                </a:lnTo>
                <a:lnTo>
                  <a:pt x="163403" y="95580"/>
                </a:lnTo>
                <a:lnTo>
                  <a:pt x="163044" y="95375"/>
                </a:lnTo>
                <a:lnTo>
                  <a:pt x="162676" y="95183"/>
                </a:lnTo>
                <a:lnTo>
                  <a:pt x="162299" y="95003"/>
                </a:lnTo>
                <a:lnTo>
                  <a:pt x="161913" y="94835"/>
                </a:lnTo>
                <a:lnTo>
                  <a:pt x="161519" y="94680"/>
                </a:lnTo>
                <a:lnTo>
                  <a:pt x="161116" y="94537"/>
                </a:lnTo>
                <a:lnTo>
                  <a:pt x="160705" y="94407"/>
                </a:lnTo>
                <a:lnTo>
                  <a:pt x="160285" y="94289"/>
                </a:lnTo>
                <a:lnTo>
                  <a:pt x="159856" y="94183"/>
                </a:lnTo>
                <a:lnTo>
                  <a:pt x="159419" y="94090"/>
                </a:lnTo>
                <a:lnTo>
                  <a:pt x="158973" y="94009"/>
                </a:lnTo>
                <a:lnTo>
                  <a:pt x="158518" y="93941"/>
                </a:lnTo>
                <a:lnTo>
                  <a:pt x="158055" y="93885"/>
                </a:lnTo>
                <a:lnTo>
                  <a:pt x="157583" y="93842"/>
                </a:lnTo>
                <a:lnTo>
                  <a:pt x="157102" y="93810"/>
                </a:lnTo>
                <a:lnTo>
                  <a:pt x="156613" y="93792"/>
                </a:lnTo>
                <a:lnTo>
                  <a:pt x="156115" y="93786"/>
                </a:lnTo>
                <a:lnTo>
                  <a:pt x="155617" y="93792"/>
                </a:lnTo>
                <a:lnTo>
                  <a:pt x="155127" y="93810"/>
                </a:lnTo>
                <a:lnTo>
                  <a:pt x="154647" y="93842"/>
                </a:lnTo>
                <a:lnTo>
                  <a:pt x="154175" y="93885"/>
                </a:lnTo>
                <a:lnTo>
                  <a:pt x="153711" y="93941"/>
                </a:lnTo>
                <a:lnTo>
                  <a:pt x="153257" y="94009"/>
                </a:lnTo>
                <a:lnTo>
                  <a:pt x="152811" y="94090"/>
                </a:lnTo>
                <a:lnTo>
                  <a:pt x="152373" y="94183"/>
                </a:lnTo>
                <a:lnTo>
                  <a:pt x="151944" y="94289"/>
                </a:lnTo>
                <a:lnTo>
                  <a:pt x="151524" y="94407"/>
                </a:lnTo>
                <a:lnTo>
                  <a:pt x="151113" y="94537"/>
                </a:lnTo>
                <a:lnTo>
                  <a:pt x="150710" y="94680"/>
                </a:lnTo>
                <a:lnTo>
                  <a:pt x="150316" y="94835"/>
                </a:lnTo>
                <a:lnTo>
                  <a:pt x="149930" y="95003"/>
                </a:lnTo>
                <a:lnTo>
                  <a:pt x="149554" y="95183"/>
                </a:lnTo>
                <a:lnTo>
                  <a:pt x="149185" y="95375"/>
                </a:lnTo>
                <a:lnTo>
                  <a:pt x="148826" y="95580"/>
                </a:lnTo>
                <a:lnTo>
                  <a:pt x="148475" y="95797"/>
                </a:lnTo>
                <a:lnTo>
                  <a:pt x="148133" y="96027"/>
                </a:lnTo>
                <a:lnTo>
                  <a:pt x="147799" y="96269"/>
                </a:lnTo>
                <a:lnTo>
                  <a:pt x="147474" y="96524"/>
                </a:lnTo>
                <a:lnTo>
                  <a:pt x="147158" y="96791"/>
                </a:lnTo>
                <a:lnTo>
                  <a:pt x="146850" y="97070"/>
                </a:lnTo>
                <a:lnTo>
                  <a:pt x="146551" y="97362"/>
                </a:lnTo>
                <a:lnTo>
                  <a:pt x="146263" y="97663"/>
                </a:lnTo>
                <a:lnTo>
                  <a:pt x="145986" y="97970"/>
                </a:lnTo>
                <a:lnTo>
                  <a:pt x="145722" y="98283"/>
                </a:lnTo>
                <a:lnTo>
                  <a:pt x="145471" y="98602"/>
                </a:lnTo>
                <a:lnTo>
                  <a:pt x="145231" y="98927"/>
                </a:lnTo>
                <a:lnTo>
                  <a:pt x="145004" y="99258"/>
                </a:lnTo>
                <a:lnTo>
                  <a:pt x="144789" y="99595"/>
                </a:lnTo>
                <a:lnTo>
                  <a:pt x="144587" y="99938"/>
                </a:lnTo>
                <a:lnTo>
                  <a:pt x="144396" y="100287"/>
                </a:lnTo>
                <a:lnTo>
                  <a:pt x="144218" y="100642"/>
                </a:lnTo>
                <a:lnTo>
                  <a:pt x="144053" y="101003"/>
                </a:lnTo>
                <a:lnTo>
                  <a:pt x="143899" y="101370"/>
                </a:lnTo>
                <a:lnTo>
                  <a:pt x="143758" y="101743"/>
                </a:lnTo>
                <a:lnTo>
                  <a:pt x="143629" y="102122"/>
                </a:lnTo>
                <a:lnTo>
                  <a:pt x="143512" y="102507"/>
                </a:lnTo>
                <a:lnTo>
                  <a:pt x="143408" y="102898"/>
                </a:lnTo>
                <a:lnTo>
                  <a:pt x="143316" y="103295"/>
                </a:lnTo>
                <a:lnTo>
                  <a:pt x="143236" y="103698"/>
                </a:lnTo>
                <a:lnTo>
                  <a:pt x="143169" y="104107"/>
                </a:lnTo>
                <a:lnTo>
                  <a:pt x="143113" y="104522"/>
                </a:lnTo>
                <a:lnTo>
                  <a:pt x="143070" y="104943"/>
                </a:lnTo>
                <a:lnTo>
                  <a:pt x="143040" y="105370"/>
                </a:lnTo>
                <a:lnTo>
                  <a:pt x="143021" y="105803"/>
                </a:lnTo>
                <a:lnTo>
                  <a:pt x="143015" y="106242"/>
                </a:lnTo>
                <a:lnTo>
                  <a:pt x="143021" y="106681"/>
                </a:lnTo>
                <a:lnTo>
                  <a:pt x="143040" y="107114"/>
                </a:lnTo>
                <a:lnTo>
                  <a:pt x="143070" y="107541"/>
                </a:lnTo>
                <a:lnTo>
                  <a:pt x="143113" y="1079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Gemini2.5Pro">
            <a:extLst xmlns:a="http://schemas.openxmlformats.org/drawingml/2006/main">
              <a:ext uri="{FF2B5EF4-FFF2-40B4-BE49-F238E27FC236}">
                <a16:creationId xmlns:a16="http://schemas.microsoft.com/office/drawing/2014/main" id="{273B20D9-1036-407D-A9FB-9FCB57B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624" y="2685022"/>
            <a:ext cx="966542" cy="123199"/>
          </a:xfrm>
          <a:custGeom xmlns:a="http://schemas.openxmlformats.org/drawingml/2006/main">
            <a:pathLst>
              <a:path w="966542" h="123199">
                <a:moveTo>
                  <a:pt x="298637" y="13665"/>
                </a:moveTo>
                <a:lnTo>
                  <a:pt x="298689" y="14072"/>
                </a:lnTo>
                <a:lnTo>
                  <a:pt x="298753" y="14473"/>
                </a:lnTo>
                <a:lnTo>
                  <a:pt x="298828" y="14868"/>
                </a:lnTo>
                <a:lnTo>
                  <a:pt x="298915" y="15256"/>
                </a:lnTo>
                <a:lnTo>
                  <a:pt x="299014" y="15638"/>
                </a:lnTo>
                <a:lnTo>
                  <a:pt x="299124" y="16014"/>
                </a:lnTo>
                <a:lnTo>
                  <a:pt x="299245" y="16383"/>
                </a:lnTo>
                <a:lnTo>
                  <a:pt x="299379" y="16746"/>
                </a:lnTo>
                <a:lnTo>
                  <a:pt x="299523" y="17103"/>
                </a:lnTo>
                <a:lnTo>
                  <a:pt x="299680" y="17453"/>
                </a:lnTo>
                <a:lnTo>
                  <a:pt x="299848" y="17798"/>
                </a:lnTo>
                <a:lnTo>
                  <a:pt x="300027" y="18136"/>
                </a:lnTo>
                <a:lnTo>
                  <a:pt x="300218" y="18467"/>
                </a:lnTo>
                <a:lnTo>
                  <a:pt x="300421" y="18793"/>
                </a:lnTo>
                <a:lnTo>
                  <a:pt x="300635" y="19112"/>
                </a:lnTo>
                <a:lnTo>
                  <a:pt x="300861" y="19425"/>
                </a:lnTo>
                <a:lnTo>
                  <a:pt x="301098" y="19731"/>
                </a:lnTo>
                <a:lnTo>
                  <a:pt x="301347" y="20032"/>
                </a:lnTo>
                <a:lnTo>
                  <a:pt x="301608" y="20326"/>
                </a:lnTo>
                <a:lnTo>
                  <a:pt x="301880" y="20614"/>
                </a:lnTo>
                <a:lnTo>
                  <a:pt x="302162" y="20892"/>
                </a:lnTo>
                <a:lnTo>
                  <a:pt x="302452" y="21159"/>
                </a:lnTo>
                <a:lnTo>
                  <a:pt x="302751" y="21414"/>
                </a:lnTo>
                <a:lnTo>
                  <a:pt x="303057" y="21657"/>
                </a:lnTo>
                <a:lnTo>
                  <a:pt x="303372" y="21888"/>
                </a:lnTo>
                <a:lnTo>
                  <a:pt x="303696" y="22108"/>
                </a:lnTo>
                <a:lnTo>
                  <a:pt x="304027" y="22315"/>
                </a:lnTo>
                <a:lnTo>
                  <a:pt x="304367" y="22511"/>
                </a:lnTo>
                <a:lnTo>
                  <a:pt x="304715" y="22695"/>
                </a:lnTo>
                <a:lnTo>
                  <a:pt x="305071" y="22867"/>
                </a:lnTo>
                <a:lnTo>
                  <a:pt x="305435" y="23027"/>
                </a:lnTo>
                <a:lnTo>
                  <a:pt x="305808" y="23175"/>
                </a:lnTo>
                <a:lnTo>
                  <a:pt x="306189" y="23312"/>
                </a:lnTo>
                <a:lnTo>
                  <a:pt x="306578" y="23436"/>
                </a:lnTo>
                <a:lnTo>
                  <a:pt x="306975" y="23549"/>
                </a:lnTo>
                <a:lnTo>
                  <a:pt x="307380" y="23650"/>
                </a:lnTo>
                <a:lnTo>
                  <a:pt x="307794" y="23738"/>
                </a:lnTo>
                <a:lnTo>
                  <a:pt x="308216" y="23816"/>
                </a:lnTo>
                <a:lnTo>
                  <a:pt x="308646" y="23881"/>
                </a:lnTo>
                <a:lnTo>
                  <a:pt x="309085" y="23934"/>
                </a:lnTo>
                <a:lnTo>
                  <a:pt x="309531" y="23976"/>
                </a:lnTo>
                <a:lnTo>
                  <a:pt x="309986" y="24005"/>
                </a:lnTo>
                <a:lnTo>
                  <a:pt x="310450" y="24023"/>
                </a:lnTo>
                <a:lnTo>
                  <a:pt x="310921" y="24029"/>
                </a:lnTo>
                <a:lnTo>
                  <a:pt x="311386" y="24023"/>
                </a:lnTo>
                <a:lnTo>
                  <a:pt x="311842" y="24005"/>
                </a:lnTo>
                <a:lnTo>
                  <a:pt x="312291" y="23976"/>
                </a:lnTo>
                <a:lnTo>
                  <a:pt x="312731" y="23934"/>
                </a:lnTo>
                <a:lnTo>
                  <a:pt x="313164" y="23881"/>
                </a:lnTo>
                <a:lnTo>
                  <a:pt x="313588" y="23816"/>
                </a:lnTo>
                <a:lnTo>
                  <a:pt x="314004" y="23738"/>
                </a:lnTo>
                <a:lnTo>
                  <a:pt x="314412" y="23650"/>
                </a:lnTo>
                <a:lnTo>
                  <a:pt x="314812" y="23549"/>
                </a:lnTo>
                <a:lnTo>
                  <a:pt x="315204" y="23436"/>
                </a:lnTo>
                <a:lnTo>
                  <a:pt x="315588" y="23312"/>
                </a:lnTo>
                <a:lnTo>
                  <a:pt x="315964" y="23175"/>
                </a:lnTo>
                <a:lnTo>
                  <a:pt x="316331" y="23027"/>
                </a:lnTo>
                <a:lnTo>
                  <a:pt x="316691" y="22867"/>
                </a:lnTo>
                <a:lnTo>
                  <a:pt x="317042" y="22695"/>
                </a:lnTo>
                <a:lnTo>
                  <a:pt x="317386" y="22511"/>
                </a:lnTo>
                <a:lnTo>
                  <a:pt x="317721" y="22315"/>
                </a:lnTo>
                <a:lnTo>
                  <a:pt x="318048" y="22108"/>
                </a:lnTo>
                <a:lnTo>
                  <a:pt x="318367" y="21888"/>
                </a:lnTo>
                <a:lnTo>
                  <a:pt x="318678" y="21657"/>
                </a:lnTo>
                <a:lnTo>
                  <a:pt x="318981" y="21414"/>
                </a:lnTo>
                <a:lnTo>
                  <a:pt x="319276" y="21159"/>
                </a:lnTo>
                <a:lnTo>
                  <a:pt x="319563" y="20892"/>
                </a:lnTo>
                <a:lnTo>
                  <a:pt x="319841" y="20614"/>
                </a:lnTo>
                <a:lnTo>
                  <a:pt x="320110" y="20326"/>
                </a:lnTo>
                <a:lnTo>
                  <a:pt x="320368" y="20032"/>
                </a:lnTo>
                <a:lnTo>
                  <a:pt x="320614" y="19731"/>
                </a:lnTo>
                <a:lnTo>
                  <a:pt x="320848" y="19425"/>
                </a:lnTo>
                <a:lnTo>
                  <a:pt x="321071" y="19112"/>
                </a:lnTo>
                <a:lnTo>
                  <a:pt x="321283" y="18793"/>
                </a:lnTo>
                <a:lnTo>
                  <a:pt x="321483" y="18467"/>
                </a:lnTo>
                <a:lnTo>
                  <a:pt x="321672" y="18136"/>
                </a:lnTo>
                <a:lnTo>
                  <a:pt x="321849" y="17798"/>
                </a:lnTo>
                <a:lnTo>
                  <a:pt x="322015" y="17453"/>
                </a:lnTo>
                <a:lnTo>
                  <a:pt x="322170" y="17103"/>
                </a:lnTo>
                <a:lnTo>
                  <a:pt x="322313" y="16746"/>
                </a:lnTo>
                <a:lnTo>
                  <a:pt x="322444" y="16383"/>
                </a:lnTo>
                <a:lnTo>
                  <a:pt x="322564" y="16014"/>
                </a:lnTo>
                <a:lnTo>
                  <a:pt x="322673" y="15638"/>
                </a:lnTo>
                <a:lnTo>
                  <a:pt x="322770" y="15256"/>
                </a:lnTo>
                <a:lnTo>
                  <a:pt x="322856" y="14868"/>
                </a:lnTo>
                <a:lnTo>
                  <a:pt x="322930" y="14473"/>
                </a:lnTo>
                <a:lnTo>
                  <a:pt x="322993" y="14072"/>
                </a:lnTo>
                <a:lnTo>
                  <a:pt x="323045" y="13665"/>
                </a:lnTo>
                <a:lnTo>
                  <a:pt x="323085" y="13252"/>
                </a:lnTo>
                <a:lnTo>
                  <a:pt x="323113" y="12832"/>
                </a:lnTo>
                <a:lnTo>
                  <a:pt x="323131" y="12407"/>
                </a:lnTo>
                <a:lnTo>
                  <a:pt x="323136" y="11974"/>
                </a:lnTo>
                <a:lnTo>
                  <a:pt x="323131" y="11542"/>
                </a:lnTo>
                <a:lnTo>
                  <a:pt x="323113" y="11117"/>
                </a:lnTo>
                <a:lnTo>
                  <a:pt x="323085" y="10697"/>
                </a:lnTo>
                <a:lnTo>
                  <a:pt x="323045" y="10284"/>
                </a:lnTo>
                <a:lnTo>
                  <a:pt x="322993" y="9878"/>
                </a:lnTo>
                <a:lnTo>
                  <a:pt x="322930" y="9478"/>
                </a:lnTo>
                <a:lnTo>
                  <a:pt x="322856" y="9084"/>
                </a:lnTo>
                <a:lnTo>
                  <a:pt x="322770" y="8697"/>
                </a:lnTo>
                <a:lnTo>
                  <a:pt x="322673" y="8316"/>
                </a:lnTo>
                <a:lnTo>
                  <a:pt x="322564" y="7942"/>
                </a:lnTo>
                <a:lnTo>
                  <a:pt x="322444" y="7574"/>
                </a:lnTo>
                <a:lnTo>
                  <a:pt x="322313" y="7213"/>
                </a:lnTo>
                <a:lnTo>
                  <a:pt x="322170" y="6858"/>
                </a:lnTo>
                <a:lnTo>
                  <a:pt x="322015" y="6509"/>
                </a:lnTo>
                <a:lnTo>
                  <a:pt x="321849" y="6167"/>
                </a:lnTo>
                <a:lnTo>
                  <a:pt x="321672" y="5831"/>
                </a:lnTo>
                <a:lnTo>
                  <a:pt x="321483" y="5501"/>
                </a:lnTo>
                <a:lnTo>
                  <a:pt x="321283" y="5179"/>
                </a:lnTo>
                <a:lnTo>
                  <a:pt x="321071" y="4862"/>
                </a:lnTo>
                <a:lnTo>
                  <a:pt x="320848" y="4552"/>
                </a:lnTo>
                <a:lnTo>
                  <a:pt x="320614" y="4248"/>
                </a:lnTo>
                <a:lnTo>
                  <a:pt x="320368" y="3951"/>
                </a:lnTo>
                <a:lnTo>
                  <a:pt x="320110" y="3660"/>
                </a:lnTo>
                <a:lnTo>
                  <a:pt x="319841" y="3375"/>
                </a:lnTo>
                <a:lnTo>
                  <a:pt x="319563" y="3100"/>
                </a:lnTo>
                <a:lnTo>
                  <a:pt x="319276" y="2836"/>
                </a:lnTo>
                <a:lnTo>
                  <a:pt x="318981" y="2584"/>
                </a:lnTo>
                <a:lnTo>
                  <a:pt x="318678" y="2344"/>
                </a:lnTo>
                <a:lnTo>
                  <a:pt x="318367" y="2115"/>
                </a:lnTo>
                <a:lnTo>
                  <a:pt x="318048" y="1899"/>
                </a:lnTo>
                <a:lnTo>
                  <a:pt x="317721" y="1694"/>
                </a:lnTo>
                <a:lnTo>
                  <a:pt x="317386" y="1500"/>
                </a:lnTo>
                <a:lnTo>
                  <a:pt x="317042" y="1318"/>
                </a:lnTo>
                <a:lnTo>
                  <a:pt x="316691" y="1149"/>
                </a:lnTo>
                <a:lnTo>
                  <a:pt x="316331" y="990"/>
                </a:lnTo>
                <a:lnTo>
                  <a:pt x="315964" y="844"/>
                </a:lnTo>
                <a:lnTo>
                  <a:pt x="315588" y="709"/>
                </a:lnTo>
                <a:lnTo>
                  <a:pt x="315204" y="586"/>
                </a:lnTo>
                <a:lnTo>
                  <a:pt x="314812" y="475"/>
                </a:lnTo>
                <a:lnTo>
                  <a:pt x="314412" y="375"/>
                </a:lnTo>
                <a:lnTo>
                  <a:pt x="314004" y="287"/>
                </a:lnTo>
                <a:lnTo>
                  <a:pt x="313588" y="211"/>
                </a:lnTo>
                <a:lnTo>
                  <a:pt x="313164" y="146"/>
                </a:lnTo>
                <a:lnTo>
                  <a:pt x="312731" y="94"/>
                </a:lnTo>
                <a:lnTo>
                  <a:pt x="312291" y="53"/>
                </a:lnTo>
                <a:lnTo>
                  <a:pt x="311842" y="23"/>
                </a:lnTo>
                <a:lnTo>
                  <a:pt x="311386" y="6"/>
                </a:lnTo>
                <a:lnTo>
                  <a:pt x="310921" y="0"/>
                </a:lnTo>
                <a:lnTo>
                  <a:pt x="310450" y="6"/>
                </a:lnTo>
                <a:lnTo>
                  <a:pt x="309986" y="23"/>
                </a:lnTo>
                <a:lnTo>
                  <a:pt x="309531" y="53"/>
                </a:lnTo>
                <a:lnTo>
                  <a:pt x="309085" y="94"/>
                </a:lnTo>
                <a:lnTo>
                  <a:pt x="308646" y="146"/>
                </a:lnTo>
                <a:lnTo>
                  <a:pt x="308216" y="211"/>
                </a:lnTo>
                <a:lnTo>
                  <a:pt x="307794" y="287"/>
                </a:lnTo>
                <a:lnTo>
                  <a:pt x="307380" y="375"/>
                </a:lnTo>
                <a:lnTo>
                  <a:pt x="306975" y="475"/>
                </a:lnTo>
                <a:lnTo>
                  <a:pt x="306578" y="586"/>
                </a:lnTo>
                <a:lnTo>
                  <a:pt x="306189" y="709"/>
                </a:lnTo>
                <a:lnTo>
                  <a:pt x="305808" y="844"/>
                </a:lnTo>
                <a:lnTo>
                  <a:pt x="305435" y="990"/>
                </a:lnTo>
                <a:lnTo>
                  <a:pt x="305071" y="1149"/>
                </a:lnTo>
                <a:lnTo>
                  <a:pt x="304715" y="1318"/>
                </a:lnTo>
                <a:lnTo>
                  <a:pt x="304367" y="1500"/>
                </a:lnTo>
                <a:lnTo>
                  <a:pt x="304027" y="1694"/>
                </a:lnTo>
                <a:lnTo>
                  <a:pt x="303696" y="1899"/>
                </a:lnTo>
                <a:lnTo>
                  <a:pt x="303372" y="2115"/>
                </a:lnTo>
                <a:lnTo>
                  <a:pt x="303057" y="2344"/>
                </a:lnTo>
                <a:lnTo>
                  <a:pt x="302751" y="2584"/>
                </a:lnTo>
                <a:lnTo>
                  <a:pt x="302452" y="2836"/>
                </a:lnTo>
                <a:lnTo>
                  <a:pt x="302162" y="3100"/>
                </a:lnTo>
                <a:lnTo>
                  <a:pt x="301880" y="3375"/>
                </a:lnTo>
                <a:lnTo>
                  <a:pt x="301608" y="3660"/>
                </a:lnTo>
                <a:lnTo>
                  <a:pt x="301347" y="3951"/>
                </a:lnTo>
                <a:lnTo>
                  <a:pt x="301098" y="4248"/>
                </a:lnTo>
                <a:lnTo>
                  <a:pt x="300861" y="4552"/>
                </a:lnTo>
                <a:lnTo>
                  <a:pt x="300635" y="4862"/>
                </a:lnTo>
                <a:lnTo>
                  <a:pt x="300421" y="5179"/>
                </a:lnTo>
                <a:lnTo>
                  <a:pt x="300218" y="5501"/>
                </a:lnTo>
                <a:lnTo>
                  <a:pt x="300027" y="5831"/>
                </a:lnTo>
                <a:lnTo>
                  <a:pt x="299848" y="6167"/>
                </a:lnTo>
                <a:lnTo>
                  <a:pt x="299680" y="6509"/>
                </a:lnTo>
                <a:lnTo>
                  <a:pt x="299523" y="6858"/>
                </a:lnTo>
                <a:lnTo>
                  <a:pt x="299379" y="7213"/>
                </a:lnTo>
                <a:lnTo>
                  <a:pt x="299245" y="7574"/>
                </a:lnTo>
                <a:lnTo>
                  <a:pt x="299124" y="7942"/>
                </a:lnTo>
                <a:lnTo>
                  <a:pt x="299014" y="8316"/>
                </a:lnTo>
                <a:lnTo>
                  <a:pt x="298915" y="8697"/>
                </a:lnTo>
                <a:lnTo>
                  <a:pt x="298828" y="9084"/>
                </a:lnTo>
                <a:lnTo>
                  <a:pt x="298753" y="9478"/>
                </a:lnTo>
                <a:lnTo>
                  <a:pt x="298689" y="9878"/>
                </a:lnTo>
                <a:lnTo>
                  <a:pt x="298637" y="10284"/>
                </a:lnTo>
                <a:lnTo>
                  <a:pt x="298597" y="10697"/>
                </a:lnTo>
                <a:lnTo>
                  <a:pt x="298568" y="11117"/>
                </a:lnTo>
                <a:lnTo>
                  <a:pt x="298551" y="11542"/>
                </a:lnTo>
                <a:lnTo>
                  <a:pt x="298545" y="11974"/>
                </a:lnTo>
                <a:lnTo>
                  <a:pt x="298551" y="12407"/>
                </a:lnTo>
                <a:lnTo>
                  <a:pt x="298568" y="12832"/>
                </a:lnTo>
                <a:lnTo>
                  <a:pt x="298597" y="13252"/>
                </a:lnTo>
                <a:lnTo>
                  <a:pt x="298637" y="13665"/>
                </a:lnTo>
                <a:close/>
                <a:moveTo>
                  <a:pt x="198611" y="57774"/>
                </a:moveTo>
                <a:lnTo>
                  <a:pt x="198747" y="57527"/>
                </a:lnTo>
                <a:lnTo>
                  <a:pt x="198885" y="57284"/>
                </a:lnTo>
                <a:lnTo>
                  <a:pt x="199026" y="57046"/>
                </a:lnTo>
                <a:lnTo>
                  <a:pt x="199171" y="56814"/>
                </a:lnTo>
                <a:lnTo>
                  <a:pt x="199319" y="56586"/>
                </a:lnTo>
                <a:lnTo>
                  <a:pt x="199470" y="56363"/>
                </a:lnTo>
                <a:lnTo>
                  <a:pt x="199625" y="56145"/>
                </a:lnTo>
                <a:lnTo>
                  <a:pt x="199782" y="55931"/>
                </a:lnTo>
                <a:lnTo>
                  <a:pt x="199943" y="55723"/>
                </a:lnTo>
                <a:lnTo>
                  <a:pt x="200107" y="55519"/>
                </a:lnTo>
                <a:lnTo>
                  <a:pt x="200274" y="55321"/>
                </a:lnTo>
                <a:lnTo>
                  <a:pt x="200445" y="55127"/>
                </a:lnTo>
                <a:lnTo>
                  <a:pt x="200618" y="54938"/>
                </a:lnTo>
                <a:lnTo>
                  <a:pt x="200795" y="54754"/>
                </a:lnTo>
                <a:lnTo>
                  <a:pt x="200975" y="54575"/>
                </a:lnTo>
                <a:lnTo>
                  <a:pt x="201159" y="54401"/>
                </a:lnTo>
                <a:lnTo>
                  <a:pt x="201345" y="54232"/>
                </a:lnTo>
                <a:lnTo>
                  <a:pt x="201535" y="54067"/>
                </a:lnTo>
                <a:lnTo>
                  <a:pt x="201728" y="53908"/>
                </a:lnTo>
                <a:lnTo>
                  <a:pt x="201924" y="53753"/>
                </a:lnTo>
                <a:lnTo>
                  <a:pt x="202123" y="53603"/>
                </a:lnTo>
                <a:lnTo>
                  <a:pt x="202325" y="53459"/>
                </a:lnTo>
                <a:lnTo>
                  <a:pt x="202530" y="53321"/>
                </a:lnTo>
                <a:lnTo>
                  <a:pt x="202738" y="53189"/>
                </a:lnTo>
                <a:lnTo>
                  <a:pt x="202949" y="53063"/>
                </a:lnTo>
                <a:lnTo>
                  <a:pt x="203162" y="52943"/>
                </a:lnTo>
                <a:lnTo>
                  <a:pt x="203379" y="52830"/>
                </a:lnTo>
                <a:lnTo>
                  <a:pt x="203598" y="52722"/>
                </a:lnTo>
                <a:lnTo>
                  <a:pt x="203820" y="52621"/>
                </a:lnTo>
                <a:lnTo>
                  <a:pt x="204044" y="52526"/>
                </a:lnTo>
                <a:lnTo>
                  <a:pt x="204272" y="52437"/>
                </a:lnTo>
                <a:lnTo>
                  <a:pt x="204502" y="52354"/>
                </a:lnTo>
                <a:lnTo>
                  <a:pt x="204735" y="52277"/>
                </a:lnTo>
                <a:lnTo>
                  <a:pt x="204971" y="52207"/>
                </a:lnTo>
                <a:lnTo>
                  <a:pt x="205209" y="52142"/>
                </a:lnTo>
                <a:lnTo>
                  <a:pt x="205451" y="52084"/>
                </a:lnTo>
                <a:lnTo>
                  <a:pt x="205695" y="52032"/>
                </a:lnTo>
                <a:lnTo>
                  <a:pt x="205942" y="51986"/>
                </a:lnTo>
                <a:lnTo>
                  <a:pt x="206191" y="51946"/>
                </a:lnTo>
                <a:lnTo>
                  <a:pt x="206444" y="51912"/>
                </a:lnTo>
                <a:lnTo>
                  <a:pt x="206699" y="51884"/>
                </a:lnTo>
                <a:lnTo>
                  <a:pt x="206957" y="51863"/>
                </a:lnTo>
                <a:lnTo>
                  <a:pt x="207218" y="51848"/>
                </a:lnTo>
                <a:lnTo>
                  <a:pt x="207482" y="51838"/>
                </a:lnTo>
                <a:lnTo>
                  <a:pt x="207749" y="51835"/>
                </a:lnTo>
                <a:lnTo>
                  <a:pt x="208001" y="51837"/>
                </a:lnTo>
                <a:lnTo>
                  <a:pt x="208251" y="51844"/>
                </a:lnTo>
                <a:lnTo>
                  <a:pt x="208497" y="51855"/>
                </a:lnTo>
                <a:lnTo>
                  <a:pt x="208740" y="51870"/>
                </a:lnTo>
                <a:lnTo>
                  <a:pt x="208979" y="51889"/>
                </a:lnTo>
                <a:lnTo>
                  <a:pt x="209215" y="51913"/>
                </a:lnTo>
                <a:lnTo>
                  <a:pt x="209448" y="51941"/>
                </a:lnTo>
                <a:lnTo>
                  <a:pt x="209677" y="51974"/>
                </a:lnTo>
                <a:lnTo>
                  <a:pt x="209903" y="52010"/>
                </a:lnTo>
                <a:lnTo>
                  <a:pt x="210126" y="52052"/>
                </a:lnTo>
                <a:lnTo>
                  <a:pt x="210345" y="52097"/>
                </a:lnTo>
                <a:lnTo>
                  <a:pt x="210561" y="52147"/>
                </a:lnTo>
                <a:lnTo>
                  <a:pt x="210774" y="52201"/>
                </a:lnTo>
                <a:lnTo>
                  <a:pt x="210983" y="52259"/>
                </a:lnTo>
                <a:lnTo>
                  <a:pt x="211189" y="52322"/>
                </a:lnTo>
                <a:lnTo>
                  <a:pt x="211392" y="52389"/>
                </a:lnTo>
                <a:lnTo>
                  <a:pt x="211591" y="52460"/>
                </a:lnTo>
                <a:lnTo>
                  <a:pt x="211787" y="52536"/>
                </a:lnTo>
                <a:lnTo>
                  <a:pt x="211979" y="52616"/>
                </a:lnTo>
                <a:lnTo>
                  <a:pt x="212169" y="52700"/>
                </a:lnTo>
                <a:lnTo>
                  <a:pt x="212354" y="52789"/>
                </a:lnTo>
                <a:lnTo>
                  <a:pt x="212537" y="52882"/>
                </a:lnTo>
                <a:lnTo>
                  <a:pt x="212716" y="52979"/>
                </a:lnTo>
                <a:lnTo>
                  <a:pt x="212892" y="53081"/>
                </a:lnTo>
                <a:lnTo>
                  <a:pt x="213064" y="53188"/>
                </a:lnTo>
                <a:lnTo>
                  <a:pt x="213233" y="53301"/>
                </a:lnTo>
                <a:lnTo>
                  <a:pt x="213399" y="53421"/>
                </a:lnTo>
                <a:lnTo>
                  <a:pt x="213562" y="53547"/>
                </a:lnTo>
                <a:lnTo>
                  <a:pt x="213721" y="53680"/>
                </a:lnTo>
                <a:lnTo>
                  <a:pt x="213876" y="53819"/>
                </a:lnTo>
                <a:lnTo>
                  <a:pt x="214029" y="53965"/>
                </a:lnTo>
                <a:lnTo>
                  <a:pt x="214178" y="54117"/>
                </a:lnTo>
                <a:lnTo>
                  <a:pt x="214323" y="54275"/>
                </a:lnTo>
                <a:lnTo>
                  <a:pt x="214466" y="54440"/>
                </a:lnTo>
                <a:lnTo>
                  <a:pt x="214605" y="54611"/>
                </a:lnTo>
                <a:lnTo>
                  <a:pt x="214740" y="54789"/>
                </a:lnTo>
                <a:lnTo>
                  <a:pt x="214873" y="54973"/>
                </a:lnTo>
                <a:lnTo>
                  <a:pt x="215001" y="55163"/>
                </a:lnTo>
                <a:lnTo>
                  <a:pt x="215127" y="55360"/>
                </a:lnTo>
                <a:lnTo>
                  <a:pt x="215249" y="55563"/>
                </a:lnTo>
                <a:lnTo>
                  <a:pt x="215368" y="55773"/>
                </a:lnTo>
                <a:lnTo>
                  <a:pt x="215484" y="55989"/>
                </a:lnTo>
                <a:lnTo>
                  <a:pt x="215596" y="56212"/>
                </a:lnTo>
                <a:lnTo>
                  <a:pt x="215705" y="56441"/>
                </a:lnTo>
                <a:lnTo>
                  <a:pt x="215810" y="56676"/>
                </a:lnTo>
                <a:lnTo>
                  <a:pt x="215912" y="56918"/>
                </a:lnTo>
                <a:lnTo>
                  <a:pt x="216011" y="57166"/>
                </a:lnTo>
                <a:lnTo>
                  <a:pt x="216106" y="57421"/>
                </a:lnTo>
                <a:lnTo>
                  <a:pt x="216198" y="57683"/>
                </a:lnTo>
                <a:lnTo>
                  <a:pt x="216286" y="57955"/>
                </a:lnTo>
                <a:lnTo>
                  <a:pt x="216370" y="58236"/>
                </a:lnTo>
                <a:lnTo>
                  <a:pt x="216450" y="58527"/>
                </a:lnTo>
                <a:lnTo>
                  <a:pt x="216526" y="58827"/>
                </a:lnTo>
                <a:lnTo>
                  <a:pt x="216599" y="59136"/>
                </a:lnTo>
                <a:lnTo>
                  <a:pt x="216667" y="59454"/>
                </a:lnTo>
                <a:lnTo>
                  <a:pt x="216732" y="59782"/>
                </a:lnTo>
                <a:lnTo>
                  <a:pt x="216792" y="60120"/>
                </a:lnTo>
                <a:lnTo>
                  <a:pt x="216849" y="60466"/>
                </a:lnTo>
                <a:lnTo>
                  <a:pt x="216901" y="60822"/>
                </a:lnTo>
                <a:lnTo>
                  <a:pt x="216950" y="61188"/>
                </a:lnTo>
                <a:lnTo>
                  <a:pt x="216995" y="61562"/>
                </a:lnTo>
                <a:lnTo>
                  <a:pt x="217036" y="61946"/>
                </a:lnTo>
                <a:lnTo>
                  <a:pt x="217073" y="62340"/>
                </a:lnTo>
                <a:lnTo>
                  <a:pt x="217107" y="62743"/>
                </a:lnTo>
                <a:lnTo>
                  <a:pt x="217136" y="63155"/>
                </a:lnTo>
                <a:lnTo>
                  <a:pt x="217161" y="63576"/>
                </a:lnTo>
                <a:lnTo>
                  <a:pt x="217183" y="64007"/>
                </a:lnTo>
                <a:lnTo>
                  <a:pt x="217200" y="64447"/>
                </a:lnTo>
                <a:lnTo>
                  <a:pt x="217214" y="64896"/>
                </a:lnTo>
                <a:lnTo>
                  <a:pt x="217224" y="65355"/>
                </a:lnTo>
                <a:lnTo>
                  <a:pt x="217230" y="65823"/>
                </a:lnTo>
                <a:lnTo>
                  <a:pt x="217232" y="66301"/>
                </a:lnTo>
                <a:lnTo>
                  <a:pt x="217232" y="121592"/>
                </a:lnTo>
                <a:lnTo>
                  <a:pt x="239653" y="121592"/>
                </a:lnTo>
                <a:lnTo>
                  <a:pt x="239653" y="63569"/>
                </a:lnTo>
                <a:lnTo>
                  <a:pt x="239651" y="62896"/>
                </a:lnTo>
                <a:lnTo>
                  <a:pt x="239642" y="62232"/>
                </a:lnTo>
                <a:lnTo>
                  <a:pt x="239628" y="61575"/>
                </a:lnTo>
                <a:lnTo>
                  <a:pt x="239609" y="60927"/>
                </a:lnTo>
                <a:lnTo>
                  <a:pt x="239584" y="60286"/>
                </a:lnTo>
                <a:lnTo>
                  <a:pt x="239569" y="59981"/>
                </a:lnTo>
                <a:lnTo>
                  <a:pt x="239573" y="59970"/>
                </a:lnTo>
                <a:lnTo>
                  <a:pt x="239675" y="59706"/>
                </a:lnTo>
                <a:lnTo>
                  <a:pt x="239779" y="59445"/>
                </a:lnTo>
                <a:lnTo>
                  <a:pt x="239886" y="59187"/>
                </a:lnTo>
                <a:lnTo>
                  <a:pt x="239995" y="58932"/>
                </a:lnTo>
                <a:lnTo>
                  <a:pt x="240107" y="58680"/>
                </a:lnTo>
                <a:lnTo>
                  <a:pt x="240221" y="58431"/>
                </a:lnTo>
                <a:lnTo>
                  <a:pt x="240338" y="58186"/>
                </a:lnTo>
                <a:lnTo>
                  <a:pt x="240457" y="57943"/>
                </a:lnTo>
                <a:lnTo>
                  <a:pt x="240579" y="57704"/>
                </a:lnTo>
                <a:lnTo>
                  <a:pt x="240703" y="57470"/>
                </a:lnTo>
                <a:lnTo>
                  <a:pt x="240829" y="57240"/>
                </a:lnTo>
                <a:lnTo>
                  <a:pt x="240958" y="57014"/>
                </a:lnTo>
                <a:lnTo>
                  <a:pt x="241089" y="56793"/>
                </a:lnTo>
                <a:lnTo>
                  <a:pt x="241223" y="56577"/>
                </a:lnTo>
                <a:lnTo>
                  <a:pt x="241359" y="56365"/>
                </a:lnTo>
                <a:lnTo>
                  <a:pt x="241497" y="56157"/>
                </a:lnTo>
                <a:lnTo>
                  <a:pt x="241638" y="55954"/>
                </a:lnTo>
                <a:lnTo>
                  <a:pt x="241781" y="55755"/>
                </a:lnTo>
                <a:lnTo>
                  <a:pt x="241926" y="55561"/>
                </a:lnTo>
                <a:lnTo>
                  <a:pt x="242074" y="55371"/>
                </a:lnTo>
                <a:lnTo>
                  <a:pt x="242225" y="55186"/>
                </a:lnTo>
                <a:lnTo>
                  <a:pt x="242377" y="55005"/>
                </a:lnTo>
                <a:lnTo>
                  <a:pt x="242532" y="54829"/>
                </a:lnTo>
                <a:lnTo>
                  <a:pt x="242689" y="54657"/>
                </a:lnTo>
                <a:lnTo>
                  <a:pt x="242849" y="54490"/>
                </a:lnTo>
                <a:lnTo>
                  <a:pt x="243011" y="54327"/>
                </a:lnTo>
                <a:lnTo>
                  <a:pt x="243175" y="54168"/>
                </a:lnTo>
                <a:lnTo>
                  <a:pt x="243342" y="54014"/>
                </a:lnTo>
                <a:lnTo>
                  <a:pt x="243511" y="53864"/>
                </a:lnTo>
                <a:lnTo>
                  <a:pt x="243683" y="53719"/>
                </a:lnTo>
                <a:lnTo>
                  <a:pt x="243857" y="53579"/>
                </a:lnTo>
                <a:lnTo>
                  <a:pt x="244033" y="53443"/>
                </a:lnTo>
                <a:lnTo>
                  <a:pt x="244212" y="53311"/>
                </a:lnTo>
                <a:lnTo>
                  <a:pt x="244393" y="53186"/>
                </a:lnTo>
                <a:lnTo>
                  <a:pt x="244578" y="53066"/>
                </a:lnTo>
                <a:lnTo>
                  <a:pt x="244764" y="52951"/>
                </a:lnTo>
                <a:lnTo>
                  <a:pt x="244954" y="52843"/>
                </a:lnTo>
                <a:lnTo>
                  <a:pt x="245146" y="52739"/>
                </a:lnTo>
                <a:lnTo>
                  <a:pt x="245340" y="52642"/>
                </a:lnTo>
                <a:lnTo>
                  <a:pt x="245538" y="52550"/>
                </a:lnTo>
                <a:lnTo>
                  <a:pt x="245738" y="52463"/>
                </a:lnTo>
                <a:lnTo>
                  <a:pt x="245940" y="52382"/>
                </a:lnTo>
                <a:lnTo>
                  <a:pt x="246146" y="52307"/>
                </a:lnTo>
                <a:lnTo>
                  <a:pt x="246354" y="52237"/>
                </a:lnTo>
                <a:lnTo>
                  <a:pt x="246564" y="52173"/>
                </a:lnTo>
                <a:lnTo>
                  <a:pt x="246778" y="52114"/>
                </a:lnTo>
                <a:lnTo>
                  <a:pt x="246994" y="52061"/>
                </a:lnTo>
                <a:lnTo>
                  <a:pt x="247212" y="52014"/>
                </a:lnTo>
                <a:lnTo>
                  <a:pt x="247433" y="51972"/>
                </a:lnTo>
                <a:lnTo>
                  <a:pt x="247657" y="51936"/>
                </a:lnTo>
                <a:lnTo>
                  <a:pt x="247884" y="51905"/>
                </a:lnTo>
                <a:lnTo>
                  <a:pt x="248113" y="51880"/>
                </a:lnTo>
                <a:lnTo>
                  <a:pt x="248345" y="51860"/>
                </a:lnTo>
                <a:lnTo>
                  <a:pt x="248579" y="51846"/>
                </a:lnTo>
                <a:lnTo>
                  <a:pt x="248816" y="51838"/>
                </a:lnTo>
                <a:lnTo>
                  <a:pt x="249056" y="51835"/>
                </a:lnTo>
                <a:lnTo>
                  <a:pt x="249302" y="51837"/>
                </a:lnTo>
                <a:lnTo>
                  <a:pt x="249545" y="51843"/>
                </a:lnTo>
                <a:lnTo>
                  <a:pt x="249786" y="51853"/>
                </a:lnTo>
                <a:lnTo>
                  <a:pt x="250023" y="51867"/>
                </a:lnTo>
                <a:lnTo>
                  <a:pt x="250257" y="51884"/>
                </a:lnTo>
                <a:lnTo>
                  <a:pt x="250488" y="51906"/>
                </a:lnTo>
                <a:lnTo>
                  <a:pt x="250715" y="51931"/>
                </a:lnTo>
                <a:lnTo>
                  <a:pt x="250940" y="51960"/>
                </a:lnTo>
                <a:lnTo>
                  <a:pt x="251162" y="51993"/>
                </a:lnTo>
                <a:lnTo>
                  <a:pt x="251380" y="52031"/>
                </a:lnTo>
                <a:lnTo>
                  <a:pt x="251596" y="52072"/>
                </a:lnTo>
                <a:lnTo>
                  <a:pt x="251808" y="52117"/>
                </a:lnTo>
                <a:lnTo>
                  <a:pt x="252018" y="52165"/>
                </a:lnTo>
                <a:lnTo>
                  <a:pt x="252224" y="52218"/>
                </a:lnTo>
                <a:lnTo>
                  <a:pt x="252428" y="52275"/>
                </a:lnTo>
                <a:lnTo>
                  <a:pt x="252628" y="52335"/>
                </a:lnTo>
                <a:lnTo>
                  <a:pt x="252825" y="52400"/>
                </a:lnTo>
                <a:lnTo>
                  <a:pt x="253019" y="52468"/>
                </a:lnTo>
                <a:lnTo>
                  <a:pt x="253210" y="52540"/>
                </a:lnTo>
                <a:lnTo>
                  <a:pt x="253398" y="52617"/>
                </a:lnTo>
                <a:lnTo>
                  <a:pt x="253583" y="52697"/>
                </a:lnTo>
                <a:lnTo>
                  <a:pt x="253765" y="52781"/>
                </a:lnTo>
                <a:lnTo>
                  <a:pt x="253943" y="52869"/>
                </a:lnTo>
                <a:lnTo>
                  <a:pt x="254119" y="52960"/>
                </a:lnTo>
                <a:lnTo>
                  <a:pt x="254291" y="53058"/>
                </a:lnTo>
                <a:lnTo>
                  <a:pt x="254460" y="53162"/>
                </a:lnTo>
                <a:lnTo>
                  <a:pt x="254626" y="53273"/>
                </a:lnTo>
                <a:lnTo>
                  <a:pt x="254788" y="53391"/>
                </a:lnTo>
                <a:lnTo>
                  <a:pt x="254946" y="53516"/>
                </a:lnTo>
                <a:lnTo>
                  <a:pt x="255101" y="53648"/>
                </a:lnTo>
                <a:lnTo>
                  <a:pt x="255252" y="53788"/>
                </a:lnTo>
                <a:lnTo>
                  <a:pt x="255400" y="53934"/>
                </a:lnTo>
                <a:lnTo>
                  <a:pt x="255545" y="54087"/>
                </a:lnTo>
                <a:lnTo>
                  <a:pt x="255686" y="54247"/>
                </a:lnTo>
                <a:lnTo>
                  <a:pt x="255823" y="54414"/>
                </a:lnTo>
                <a:lnTo>
                  <a:pt x="255957" y="54588"/>
                </a:lnTo>
                <a:lnTo>
                  <a:pt x="256088" y="54769"/>
                </a:lnTo>
                <a:lnTo>
                  <a:pt x="256215" y="54957"/>
                </a:lnTo>
                <a:lnTo>
                  <a:pt x="256338" y="55152"/>
                </a:lnTo>
                <a:lnTo>
                  <a:pt x="256458" y="55353"/>
                </a:lnTo>
                <a:lnTo>
                  <a:pt x="256575" y="55562"/>
                </a:lnTo>
                <a:lnTo>
                  <a:pt x="256688" y="55778"/>
                </a:lnTo>
                <a:lnTo>
                  <a:pt x="256798" y="56001"/>
                </a:lnTo>
                <a:lnTo>
                  <a:pt x="256904" y="56231"/>
                </a:lnTo>
                <a:lnTo>
                  <a:pt x="257006" y="56468"/>
                </a:lnTo>
                <a:lnTo>
                  <a:pt x="257106" y="56711"/>
                </a:lnTo>
                <a:lnTo>
                  <a:pt x="257201" y="56962"/>
                </a:lnTo>
                <a:lnTo>
                  <a:pt x="257293" y="57220"/>
                </a:lnTo>
                <a:lnTo>
                  <a:pt x="257382" y="57486"/>
                </a:lnTo>
                <a:lnTo>
                  <a:pt x="257467" y="57761"/>
                </a:lnTo>
                <a:lnTo>
                  <a:pt x="257548" y="58046"/>
                </a:lnTo>
                <a:lnTo>
                  <a:pt x="257625" y="58340"/>
                </a:lnTo>
                <a:lnTo>
                  <a:pt x="257698" y="58644"/>
                </a:lnTo>
                <a:lnTo>
                  <a:pt x="257768" y="58958"/>
                </a:lnTo>
                <a:lnTo>
                  <a:pt x="257834" y="59280"/>
                </a:lnTo>
                <a:lnTo>
                  <a:pt x="257896" y="59613"/>
                </a:lnTo>
                <a:lnTo>
                  <a:pt x="257955" y="59955"/>
                </a:lnTo>
                <a:lnTo>
                  <a:pt x="258009" y="60306"/>
                </a:lnTo>
                <a:lnTo>
                  <a:pt x="258060" y="60667"/>
                </a:lnTo>
                <a:lnTo>
                  <a:pt x="258107" y="61037"/>
                </a:lnTo>
                <a:lnTo>
                  <a:pt x="258150" y="61417"/>
                </a:lnTo>
                <a:lnTo>
                  <a:pt x="258190" y="61806"/>
                </a:lnTo>
                <a:lnTo>
                  <a:pt x="258226" y="62205"/>
                </a:lnTo>
                <a:lnTo>
                  <a:pt x="258258" y="62613"/>
                </a:lnTo>
                <a:lnTo>
                  <a:pt x="258286" y="63031"/>
                </a:lnTo>
                <a:lnTo>
                  <a:pt x="258311" y="63458"/>
                </a:lnTo>
                <a:lnTo>
                  <a:pt x="258331" y="63895"/>
                </a:lnTo>
                <a:lnTo>
                  <a:pt x="258348" y="64341"/>
                </a:lnTo>
                <a:lnTo>
                  <a:pt x="258361" y="64797"/>
                </a:lnTo>
                <a:lnTo>
                  <a:pt x="258371" y="65262"/>
                </a:lnTo>
                <a:lnTo>
                  <a:pt x="258376" y="65736"/>
                </a:lnTo>
                <a:lnTo>
                  <a:pt x="258378" y="66221"/>
                </a:lnTo>
                <a:lnTo>
                  <a:pt x="258378" y="121592"/>
                </a:lnTo>
                <a:lnTo>
                  <a:pt x="280961" y="121592"/>
                </a:lnTo>
                <a:lnTo>
                  <a:pt x="280961" y="66140"/>
                </a:lnTo>
                <a:lnTo>
                  <a:pt x="280958" y="65382"/>
                </a:lnTo>
                <a:lnTo>
                  <a:pt x="280949" y="64633"/>
                </a:lnTo>
                <a:lnTo>
                  <a:pt x="280935" y="63894"/>
                </a:lnTo>
                <a:lnTo>
                  <a:pt x="280915" y="63166"/>
                </a:lnTo>
                <a:lnTo>
                  <a:pt x="280889" y="62447"/>
                </a:lnTo>
                <a:lnTo>
                  <a:pt x="280858" y="61738"/>
                </a:lnTo>
                <a:lnTo>
                  <a:pt x="280821" y="61039"/>
                </a:lnTo>
                <a:lnTo>
                  <a:pt x="280778" y="60349"/>
                </a:lnTo>
                <a:lnTo>
                  <a:pt x="280729" y="59670"/>
                </a:lnTo>
                <a:lnTo>
                  <a:pt x="280675" y="59001"/>
                </a:lnTo>
                <a:lnTo>
                  <a:pt x="280615" y="58341"/>
                </a:lnTo>
                <a:lnTo>
                  <a:pt x="280549" y="57692"/>
                </a:lnTo>
                <a:lnTo>
                  <a:pt x="280477" y="57052"/>
                </a:lnTo>
                <a:lnTo>
                  <a:pt x="280400" y="56422"/>
                </a:lnTo>
                <a:lnTo>
                  <a:pt x="280317" y="55803"/>
                </a:lnTo>
                <a:lnTo>
                  <a:pt x="280229" y="55193"/>
                </a:lnTo>
                <a:lnTo>
                  <a:pt x="280134" y="54593"/>
                </a:lnTo>
                <a:lnTo>
                  <a:pt x="280034" y="54003"/>
                </a:lnTo>
                <a:lnTo>
                  <a:pt x="279928" y="53422"/>
                </a:lnTo>
                <a:lnTo>
                  <a:pt x="279817" y="52852"/>
                </a:lnTo>
                <a:lnTo>
                  <a:pt x="279699" y="52292"/>
                </a:lnTo>
                <a:lnTo>
                  <a:pt x="279576" y="51741"/>
                </a:lnTo>
                <a:lnTo>
                  <a:pt x="279448" y="51201"/>
                </a:lnTo>
                <a:lnTo>
                  <a:pt x="279313" y="50670"/>
                </a:lnTo>
                <a:lnTo>
                  <a:pt x="279174" y="50148"/>
                </a:lnTo>
                <a:lnTo>
                  <a:pt x="279029" y="49635"/>
                </a:lnTo>
                <a:lnTo>
                  <a:pt x="278879" y="49130"/>
                </a:lnTo>
                <a:lnTo>
                  <a:pt x="278724" y="48634"/>
                </a:lnTo>
                <a:lnTo>
                  <a:pt x="278564" y="48146"/>
                </a:lnTo>
                <a:lnTo>
                  <a:pt x="278399" y="47666"/>
                </a:lnTo>
                <a:lnTo>
                  <a:pt x="278229" y="47195"/>
                </a:lnTo>
                <a:lnTo>
                  <a:pt x="278054" y="46732"/>
                </a:lnTo>
                <a:lnTo>
                  <a:pt x="277874" y="46278"/>
                </a:lnTo>
                <a:lnTo>
                  <a:pt x="277689" y="45831"/>
                </a:lnTo>
                <a:lnTo>
                  <a:pt x="277499" y="45394"/>
                </a:lnTo>
                <a:lnTo>
                  <a:pt x="277304" y="44964"/>
                </a:lnTo>
                <a:lnTo>
                  <a:pt x="277104" y="44543"/>
                </a:lnTo>
                <a:lnTo>
                  <a:pt x="276899" y="44130"/>
                </a:lnTo>
                <a:lnTo>
                  <a:pt x="276689" y="43726"/>
                </a:lnTo>
                <a:lnTo>
                  <a:pt x="276474" y="43330"/>
                </a:lnTo>
                <a:lnTo>
                  <a:pt x="276254" y="42942"/>
                </a:lnTo>
                <a:lnTo>
                  <a:pt x="276028" y="42563"/>
                </a:lnTo>
                <a:lnTo>
                  <a:pt x="275798" y="42192"/>
                </a:lnTo>
                <a:lnTo>
                  <a:pt x="275563" y="41830"/>
                </a:lnTo>
                <a:lnTo>
                  <a:pt x="275323" y="41476"/>
                </a:lnTo>
                <a:lnTo>
                  <a:pt x="275077" y="41130"/>
                </a:lnTo>
                <a:lnTo>
                  <a:pt x="274827" y="40793"/>
                </a:lnTo>
                <a:lnTo>
                  <a:pt x="274572" y="40464"/>
                </a:lnTo>
                <a:lnTo>
                  <a:pt x="274312" y="40143"/>
                </a:lnTo>
                <a:lnTo>
                  <a:pt x="274047" y="39829"/>
                </a:lnTo>
                <a:lnTo>
                  <a:pt x="273779" y="39522"/>
                </a:lnTo>
                <a:lnTo>
                  <a:pt x="273506" y="39224"/>
                </a:lnTo>
                <a:lnTo>
                  <a:pt x="273229" y="38932"/>
                </a:lnTo>
                <a:lnTo>
                  <a:pt x="272947" y="38648"/>
                </a:lnTo>
                <a:lnTo>
                  <a:pt x="272661" y="38371"/>
                </a:lnTo>
                <a:lnTo>
                  <a:pt x="272371" y="38102"/>
                </a:lnTo>
                <a:lnTo>
                  <a:pt x="272076" y="37840"/>
                </a:lnTo>
                <a:lnTo>
                  <a:pt x="271777" y="37585"/>
                </a:lnTo>
                <a:lnTo>
                  <a:pt x="271474" y="37338"/>
                </a:lnTo>
                <a:lnTo>
                  <a:pt x="271166" y="37098"/>
                </a:lnTo>
                <a:lnTo>
                  <a:pt x="270854" y="36866"/>
                </a:lnTo>
                <a:lnTo>
                  <a:pt x="270538" y="36641"/>
                </a:lnTo>
                <a:lnTo>
                  <a:pt x="270218" y="36423"/>
                </a:lnTo>
                <a:lnTo>
                  <a:pt x="269893" y="36213"/>
                </a:lnTo>
                <a:lnTo>
                  <a:pt x="269564" y="36010"/>
                </a:lnTo>
                <a:lnTo>
                  <a:pt x="269230" y="35815"/>
                </a:lnTo>
                <a:lnTo>
                  <a:pt x="268892" y="35627"/>
                </a:lnTo>
                <a:lnTo>
                  <a:pt x="268550" y="35446"/>
                </a:lnTo>
                <a:lnTo>
                  <a:pt x="268204" y="35273"/>
                </a:lnTo>
                <a:lnTo>
                  <a:pt x="267853" y="35107"/>
                </a:lnTo>
                <a:lnTo>
                  <a:pt x="267498" y="34949"/>
                </a:lnTo>
                <a:lnTo>
                  <a:pt x="267138" y="34798"/>
                </a:lnTo>
                <a:lnTo>
                  <a:pt x="266775" y="34654"/>
                </a:lnTo>
                <a:lnTo>
                  <a:pt x="266408" y="34516"/>
                </a:lnTo>
                <a:lnTo>
                  <a:pt x="266038" y="34384"/>
                </a:lnTo>
                <a:lnTo>
                  <a:pt x="265665" y="34258"/>
                </a:lnTo>
                <a:lnTo>
                  <a:pt x="265288" y="34138"/>
                </a:lnTo>
                <a:lnTo>
                  <a:pt x="264908" y="34024"/>
                </a:lnTo>
                <a:lnTo>
                  <a:pt x="264525" y="33917"/>
                </a:lnTo>
                <a:lnTo>
                  <a:pt x="264138" y="33816"/>
                </a:lnTo>
                <a:lnTo>
                  <a:pt x="263748" y="33721"/>
                </a:lnTo>
                <a:lnTo>
                  <a:pt x="263354" y="33632"/>
                </a:lnTo>
                <a:lnTo>
                  <a:pt x="262957" y="33549"/>
                </a:lnTo>
                <a:lnTo>
                  <a:pt x="262557" y="33472"/>
                </a:lnTo>
                <a:lnTo>
                  <a:pt x="262154" y="33401"/>
                </a:lnTo>
                <a:lnTo>
                  <a:pt x="261747" y="33337"/>
                </a:lnTo>
                <a:lnTo>
                  <a:pt x="261337" y="33279"/>
                </a:lnTo>
                <a:lnTo>
                  <a:pt x="260923" y="33226"/>
                </a:lnTo>
                <a:lnTo>
                  <a:pt x="260506" y="33180"/>
                </a:lnTo>
                <a:lnTo>
                  <a:pt x="260086" y="33140"/>
                </a:lnTo>
                <a:lnTo>
                  <a:pt x="259662" y="33107"/>
                </a:lnTo>
                <a:lnTo>
                  <a:pt x="259236" y="33079"/>
                </a:lnTo>
                <a:lnTo>
                  <a:pt x="258805" y="33058"/>
                </a:lnTo>
                <a:lnTo>
                  <a:pt x="258372" y="33042"/>
                </a:lnTo>
                <a:lnTo>
                  <a:pt x="257935" y="33033"/>
                </a:lnTo>
                <a:lnTo>
                  <a:pt x="257494" y="33030"/>
                </a:lnTo>
                <a:lnTo>
                  <a:pt x="256908" y="33035"/>
                </a:lnTo>
                <a:lnTo>
                  <a:pt x="256328" y="33052"/>
                </a:lnTo>
                <a:lnTo>
                  <a:pt x="255753" y="33079"/>
                </a:lnTo>
                <a:lnTo>
                  <a:pt x="255185" y="33117"/>
                </a:lnTo>
                <a:lnTo>
                  <a:pt x="254623" y="33166"/>
                </a:lnTo>
                <a:lnTo>
                  <a:pt x="254066" y="33226"/>
                </a:lnTo>
                <a:lnTo>
                  <a:pt x="253516" y="33297"/>
                </a:lnTo>
                <a:lnTo>
                  <a:pt x="252972" y="33378"/>
                </a:lnTo>
                <a:lnTo>
                  <a:pt x="252433" y="33471"/>
                </a:lnTo>
                <a:lnTo>
                  <a:pt x="251901" y="33574"/>
                </a:lnTo>
                <a:lnTo>
                  <a:pt x="251375" y="33688"/>
                </a:lnTo>
                <a:lnTo>
                  <a:pt x="250854" y="33813"/>
                </a:lnTo>
                <a:lnTo>
                  <a:pt x="250340" y="33949"/>
                </a:lnTo>
                <a:lnTo>
                  <a:pt x="249831" y="34096"/>
                </a:lnTo>
                <a:lnTo>
                  <a:pt x="249329" y="34254"/>
                </a:lnTo>
                <a:lnTo>
                  <a:pt x="248833" y="34423"/>
                </a:lnTo>
                <a:lnTo>
                  <a:pt x="248342" y="34602"/>
                </a:lnTo>
                <a:lnTo>
                  <a:pt x="247858" y="34793"/>
                </a:lnTo>
                <a:lnTo>
                  <a:pt x="247380" y="34994"/>
                </a:lnTo>
                <a:lnTo>
                  <a:pt x="246907" y="35206"/>
                </a:lnTo>
                <a:lnTo>
                  <a:pt x="246441" y="35430"/>
                </a:lnTo>
                <a:lnTo>
                  <a:pt x="245981" y="35664"/>
                </a:lnTo>
                <a:lnTo>
                  <a:pt x="245526" y="35908"/>
                </a:lnTo>
                <a:lnTo>
                  <a:pt x="245078" y="36164"/>
                </a:lnTo>
                <a:lnTo>
                  <a:pt x="244636" y="36429"/>
                </a:lnTo>
                <a:lnTo>
                  <a:pt x="244200" y="36703"/>
                </a:lnTo>
                <a:lnTo>
                  <a:pt x="243770" y="36985"/>
                </a:lnTo>
                <a:lnTo>
                  <a:pt x="243347" y="37276"/>
                </a:lnTo>
                <a:lnTo>
                  <a:pt x="242930" y="37575"/>
                </a:lnTo>
                <a:lnTo>
                  <a:pt x="242519" y="37882"/>
                </a:lnTo>
                <a:lnTo>
                  <a:pt x="242114" y="38198"/>
                </a:lnTo>
                <a:lnTo>
                  <a:pt x="241716" y="38521"/>
                </a:lnTo>
                <a:lnTo>
                  <a:pt x="241324" y="38854"/>
                </a:lnTo>
                <a:lnTo>
                  <a:pt x="240938" y="39195"/>
                </a:lnTo>
                <a:lnTo>
                  <a:pt x="240559" y="39544"/>
                </a:lnTo>
                <a:lnTo>
                  <a:pt x="240186" y="39901"/>
                </a:lnTo>
                <a:lnTo>
                  <a:pt x="239819" y="40267"/>
                </a:lnTo>
                <a:lnTo>
                  <a:pt x="239458" y="40641"/>
                </a:lnTo>
                <a:lnTo>
                  <a:pt x="239104" y="41024"/>
                </a:lnTo>
                <a:lnTo>
                  <a:pt x="238756" y="41415"/>
                </a:lnTo>
                <a:lnTo>
                  <a:pt x="238414" y="41814"/>
                </a:lnTo>
                <a:lnTo>
                  <a:pt x="238079" y="42222"/>
                </a:lnTo>
                <a:lnTo>
                  <a:pt x="237749" y="42638"/>
                </a:lnTo>
                <a:lnTo>
                  <a:pt x="237427" y="43062"/>
                </a:lnTo>
                <a:lnTo>
                  <a:pt x="237110" y="43495"/>
                </a:lnTo>
                <a:lnTo>
                  <a:pt x="236800" y="43936"/>
                </a:lnTo>
                <a:lnTo>
                  <a:pt x="236495" y="44386"/>
                </a:lnTo>
                <a:lnTo>
                  <a:pt x="236282" y="44714"/>
                </a:lnTo>
                <a:lnTo>
                  <a:pt x="236107" y="44341"/>
                </a:lnTo>
                <a:lnTo>
                  <a:pt x="235916" y="43950"/>
                </a:lnTo>
                <a:lnTo>
                  <a:pt x="235720" y="43566"/>
                </a:lnTo>
                <a:lnTo>
                  <a:pt x="235519" y="43190"/>
                </a:lnTo>
                <a:lnTo>
                  <a:pt x="235314" y="42821"/>
                </a:lnTo>
                <a:lnTo>
                  <a:pt x="235104" y="42460"/>
                </a:lnTo>
                <a:lnTo>
                  <a:pt x="234889" y="42106"/>
                </a:lnTo>
                <a:lnTo>
                  <a:pt x="234670" y="41760"/>
                </a:lnTo>
                <a:lnTo>
                  <a:pt x="234446" y="41421"/>
                </a:lnTo>
                <a:lnTo>
                  <a:pt x="234218" y="41090"/>
                </a:lnTo>
                <a:lnTo>
                  <a:pt x="233985" y="40767"/>
                </a:lnTo>
                <a:lnTo>
                  <a:pt x="233748" y="40451"/>
                </a:lnTo>
                <a:lnTo>
                  <a:pt x="233505" y="40142"/>
                </a:lnTo>
                <a:lnTo>
                  <a:pt x="233259" y="39841"/>
                </a:lnTo>
                <a:lnTo>
                  <a:pt x="233009" y="39546"/>
                </a:lnTo>
                <a:lnTo>
                  <a:pt x="232755" y="39258"/>
                </a:lnTo>
                <a:lnTo>
                  <a:pt x="232496" y="38977"/>
                </a:lnTo>
                <a:lnTo>
                  <a:pt x="232234" y="38702"/>
                </a:lnTo>
                <a:lnTo>
                  <a:pt x="231968" y="38434"/>
                </a:lnTo>
                <a:lnTo>
                  <a:pt x="231699" y="38173"/>
                </a:lnTo>
                <a:lnTo>
                  <a:pt x="231425" y="37919"/>
                </a:lnTo>
                <a:lnTo>
                  <a:pt x="231147" y="37671"/>
                </a:lnTo>
                <a:lnTo>
                  <a:pt x="230866" y="37430"/>
                </a:lnTo>
                <a:lnTo>
                  <a:pt x="230580" y="37195"/>
                </a:lnTo>
                <a:lnTo>
                  <a:pt x="230291" y="36968"/>
                </a:lnTo>
                <a:lnTo>
                  <a:pt x="229998" y="36747"/>
                </a:lnTo>
                <a:lnTo>
                  <a:pt x="229700" y="36532"/>
                </a:lnTo>
                <a:lnTo>
                  <a:pt x="229399" y="36325"/>
                </a:lnTo>
                <a:lnTo>
                  <a:pt x="229094" y="36124"/>
                </a:lnTo>
                <a:lnTo>
                  <a:pt x="228785" y="35930"/>
                </a:lnTo>
                <a:lnTo>
                  <a:pt x="228473" y="35742"/>
                </a:lnTo>
                <a:lnTo>
                  <a:pt x="228156" y="35561"/>
                </a:lnTo>
                <a:lnTo>
                  <a:pt x="227835" y="35387"/>
                </a:lnTo>
                <a:lnTo>
                  <a:pt x="227511" y="35220"/>
                </a:lnTo>
                <a:lnTo>
                  <a:pt x="227182" y="35059"/>
                </a:lnTo>
                <a:lnTo>
                  <a:pt x="226850" y="34905"/>
                </a:lnTo>
                <a:lnTo>
                  <a:pt x="226514" y="34758"/>
                </a:lnTo>
                <a:lnTo>
                  <a:pt x="226174" y="34617"/>
                </a:lnTo>
                <a:lnTo>
                  <a:pt x="225833" y="34482"/>
                </a:lnTo>
                <a:lnTo>
                  <a:pt x="225490" y="34353"/>
                </a:lnTo>
                <a:lnTo>
                  <a:pt x="225144" y="34230"/>
                </a:lnTo>
                <a:lnTo>
                  <a:pt x="224797" y="34113"/>
                </a:lnTo>
                <a:lnTo>
                  <a:pt x="224447" y="34002"/>
                </a:lnTo>
                <a:lnTo>
                  <a:pt x="224095" y="33897"/>
                </a:lnTo>
                <a:lnTo>
                  <a:pt x="223741" y="33798"/>
                </a:lnTo>
                <a:lnTo>
                  <a:pt x="223385" y="33705"/>
                </a:lnTo>
                <a:lnTo>
                  <a:pt x="223027" y="33618"/>
                </a:lnTo>
                <a:lnTo>
                  <a:pt x="222667" y="33537"/>
                </a:lnTo>
                <a:lnTo>
                  <a:pt x="222305" y="33462"/>
                </a:lnTo>
                <a:lnTo>
                  <a:pt x="221940" y="33393"/>
                </a:lnTo>
                <a:lnTo>
                  <a:pt x="221574" y="33330"/>
                </a:lnTo>
                <a:lnTo>
                  <a:pt x="221205" y="33273"/>
                </a:lnTo>
                <a:lnTo>
                  <a:pt x="220835" y="33222"/>
                </a:lnTo>
                <a:lnTo>
                  <a:pt x="220462" y="33177"/>
                </a:lnTo>
                <a:lnTo>
                  <a:pt x="220087" y="33138"/>
                </a:lnTo>
                <a:lnTo>
                  <a:pt x="219710" y="33105"/>
                </a:lnTo>
                <a:lnTo>
                  <a:pt x="219331" y="33078"/>
                </a:lnTo>
                <a:lnTo>
                  <a:pt x="218950" y="33057"/>
                </a:lnTo>
                <a:lnTo>
                  <a:pt x="218567" y="33042"/>
                </a:lnTo>
                <a:lnTo>
                  <a:pt x="218182" y="33033"/>
                </a:lnTo>
                <a:lnTo>
                  <a:pt x="217794" y="33030"/>
                </a:lnTo>
                <a:lnTo>
                  <a:pt x="217194" y="33035"/>
                </a:lnTo>
                <a:lnTo>
                  <a:pt x="216601" y="33052"/>
                </a:lnTo>
                <a:lnTo>
                  <a:pt x="216013" y="33079"/>
                </a:lnTo>
                <a:lnTo>
                  <a:pt x="215431" y="33117"/>
                </a:lnTo>
                <a:lnTo>
                  <a:pt x="214855" y="33166"/>
                </a:lnTo>
                <a:lnTo>
                  <a:pt x="214286" y="33226"/>
                </a:lnTo>
                <a:lnTo>
                  <a:pt x="213722" y="33297"/>
                </a:lnTo>
                <a:lnTo>
                  <a:pt x="213164" y="33378"/>
                </a:lnTo>
                <a:lnTo>
                  <a:pt x="212612" y="33471"/>
                </a:lnTo>
                <a:lnTo>
                  <a:pt x="212067" y="33574"/>
                </a:lnTo>
                <a:lnTo>
                  <a:pt x="211527" y="33688"/>
                </a:lnTo>
                <a:lnTo>
                  <a:pt x="210993" y="33813"/>
                </a:lnTo>
                <a:lnTo>
                  <a:pt x="210466" y="33949"/>
                </a:lnTo>
                <a:lnTo>
                  <a:pt x="209944" y="34096"/>
                </a:lnTo>
                <a:lnTo>
                  <a:pt x="209428" y="34254"/>
                </a:lnTo>
                <a:lnTo>
                  <a:pt x="208918" y="34423"/>
                </a:lnTo>
                <a:lnTo>
                  <a:pt x="208415" y="34602"/>
                </a:lnTo>
                <a:lnTo>
                  <a:pt x="207917" y="34793"/>
                </a:lnTo>
                <a:lnTo>
                  <a:pt x="207425" y="34994"/>
                </a:lnTo>
                <a:lnTo>
                  <a:pt x="206939" y="35206"/>
                </a:lnTo>
                <a:lnTo>
                  <a:pt x="206460" y="35430"/>
                </a:lnTo>
                <a:lnTo>
                  <a:pt x="205986" y="35664"/>
                </a:lnTo>
                <a:lnTo>
                  <a:pt x="205518" y="35908"/>
                </a:lnTo>
                <a:lnTo>
                  <a:pt x="205056" y="36164"/>
                </a:lnTo>
                <a:lnTo>
                  <a:pt x="204601" y="36430"/>
                </a:lnTo>
                <a:lnTo>
                  <a:pt x="204152" y="36704"/>
                </a:lnTo>
                <a:lnTo>
                  <a:pt x="203710" y="36988"/>
                </a:lnTo>
                <a:lnTo>
                  <a:pt x="203275" y="37280"/>
                </a:lnTo>
                <a:lnTo>
                  <a:pt x="202846" y="37582"/>
                </a:lnTo>
                <a:lnTo>
                  <a:pt x="202424" y="37892"/>
                </a:lnTo>
                <a:lnTo>
                  <a:pt x="202009" y="38211"/>
                </a:lnTo>
                <a:lnTo>
                  <a:pt x="201601" y="38539"/>
                </a:lnTo>
                <a:lnTo>
                  <a:pt x="201199" y="38876"/>
                </a:lnTo>
                <a:lnTo>
                  <a:pt x="200804" y="39222"/>
                </a:lnTo>
                <a:lnTo>
                  <a:pt x="200415" y="39577"/>
                </a:lnTo>
                <a:lnTo>
                  <a:pt x="200034" y="39941"/>
                </a:lnTo>
                <a:lnTo>
                  <a:pt x="199658" y="40314"/>
                </a:lnTo>
                <a:lnTo>
                  <a:pt x="199290" y="40696"/>
                </a:lnTo>
                <a:lnTo>
                  <a:pt x="198929" y="41086"/>
                </a:lnTo>
                <a:lnTo>
                  <a:pt x="198574" y="41486"/>
                </a:lnTo>
                <a:lnTo>
                  <a:pt x="198225" y="41895"/>
                </a:lnTo>
                <a:lnTo>
                  <a:pt x="197884" y="42312"/>
                </a:lnTo>
                <a:lnTo>
                  <a:pt x="197623" y="42644"/>
                </a:lnTo>
                <a:lnTo>
                  <a:pt x="196980" y="34637"/>
                </a:lnTo>
                <a:lnTo>
                  <a:pt x="175844" y="34637"/>
                </a:lnTo>
                <a:lnTo>
                  <a:pt x="175844" y="121592"/>
                </a:lnTo>
                <a:lnTo>
                  <a:pt x="198426" y="121592"/>
                </a:lnTo>
                <a:lnTo>
                  <a:pt x="198426" y="58133"/>
                </a:lnTo>
                <a:lnTo>
                  <a:pt x="198480" y="58026"/>
                </a:lnTo>
                <a:lnTo>
                  <a:pt x="198611" y="57774"/>
                </a:lnTo>
                <a:close/>
                <a:moveTo>
                  <a:pt x="360594" y="34637"/>
                </a:moveTo>
                <a:lnTo>
                  <a:pt x="339539" y="34637"/>
                </a:lnTo>
                <a:lnTo>
                  <a:pt x="339539" y="121592"/>
                </a:lnTo>
                <a:lnTo>
                  <a:pt x="362121" y="121592"/>
                </a:lnTo>
                <a:lnTo>
                  <a:pt x="362121" y="58318"/>
                </a:lnTo>
                <a:lnTo>
                  <a:pt x="362139" y="58284"/>
                </a:lnTo>
                <a:lnTo>
                  <a:pt x="362281" y="58026"/>
                </a:lnTo>
                <a:lnTo>
                  <a:pt x="362426" y="57774"/>
                </a:lnTo>
                <a:lnTo>
                  <a:pt x="362573" y="57527"/>
                </a:lnTo>
                <a:lnTo>
                  <a:pt x="362724" y="57284"/>
                </a:lnTo>
                <a:lnTo>
                  <a:pt x="362877" y="57046"/>
                </a:lnTo>
                <a:lnTo>
                  <a:pt x="363033" y="56814"/>
                </a:lnTo>
                <a:lnTo>
                  <a:pt x="363193" y="56586"/>
                </a:lnTo>
                <a:lnTo>
                  <a:pt x="363355" y="56363"/>
                </a:lnTo>
                <a:lnTo>
                  <a:pt x="363520" y="56145"/>
                </a:lnTo>
                <a:lnTo>
                  <a:pt x="363688" y="55931"/>
                </a:lnTo>
                <a:lnTo>
                  <a:pt x="363859" y="55723"/>
                </a:lnTo>
                <a:lnTo>
                  <a:pt x="364033" y="55519"/>
                </a:lnTo>
                <a:lnTo>
                  <a:pt x="364210" y="55321"/>
                </a:lnTo>
                <a:lnTo>
                  <a:pt x="364389" y="55127"/>
                </a:lnTo>
                <a:lnTo>
                  <a:pt x="364572" y="54938"/>
                </a:lnTo>
                <a:lnTo>
                  <a:pt x="364758" y="54754"/>
                </a:lnTo>
                <a:lnTo>
                  <a:pt x="364946" y="54575"/>
                </a:lnTo>
                <a:lnTo>
                  <a:pt x="365138" y="54401"/>
                </a:lnTo>
                <a:lnTo>
                  <a:pt x="365332" y="54232"/>
                </a:lnTo>
                <a:lnTo>
                  <a:pt x="365530" y="54067"/>
                </a:lnTo>
                <a:lnTo>
                  <a:pt x="365730" y="53908"/>
                </a:lnTo>
                <a:lnTo>
                  <a:pt x="365933" y="53753"/>
                </a:lnTo>
                <a:lnTo>
                  <a:pt x="366139" y="53603"/>
                </a:lnTo>
                <a:lnTo>
                  <a:pt x="366348" y="53459"/>
                </a:lnTo>
                <a:lnTo>
                  <a:pt x="366560" y="53321"/>
                </a:lnTo>
                <a:lnTo>
                  <a:pt x="366773" y="53189"/>
                </a:lnTo>
                <a:lnTo>
                  <a:pt x="366990" y="53063"/>
                </a:lnTo>
                <a:lnTo>
                  <a:pt x="367209" y="52943"/>
                </a:lnTo>
                <a:lnTo>
                  <a:pt x="367430" y="52830"/>
                </a:lnTo>
                <a:lnTo>
                  <a:pt x="367654" y="52722"/>
                </a:lnTo>
                <a:lnTo>
                  <a:pt x="367881" y="52621"/>
                </a:lnTo>
                <a:lnTo>
                  <a:pt x="368109" y="52526"/>
                </a:lnTo>
                <a:lnTo>
                  <a:pt x="368341" y="52437"/>
                </a:lnTo>
                <a:lnTo>
                  <a:pt x="368575" y="52354"/>
                </a:lnTo>
                <a:lnTo>
                  <a:pt x="368811" y="52277"/>
                </a:lnTo>
                <a:lnTo>
                  <a:pt x="369050" y="52207"/>
                </a:lnTo>
                <a:lnTo>
                  <a:pt x="369292" y="52142"/>
                </a:lnTo>
                <a:lnTo>
                  <a:pt x="369536" y="52084"/>
                </a:lnTo>
                <a:lnTo>
                  <a:pt x="369783" y="52032"/>
                </a:lnTo>
                <a:lnTo>
                  <a:pt x="370032" y="51986"/>
                </a:lnTo>
                <a:lnTo>
                  <a:pt x="370283" y="51946"/>
                </a:lnTo>
                <a:lnTo>
                  <a:pt x="370537" y="51912"/>
                </a:lnTo>
                <a:lnTo>
                  <a:pt x="370794" y="51884"/>
                </a:lnTo>
                <a:lnTo>
                  <a:pt x="371053" y="51863"/>
                </a:lnTo>
                <a:lnTo>
                  <a:pt x="371314" y="51848"/>
                </a:lnTo>
                <a:lnTo>
                  <a:pt x="371579" y="51838"/>
                </a:lnTo>
                <a:lnTo>
                  <a:pt x="371845" y="51835"/>
                </a:lnTo>
                <a:lnTo>
                  <a:pt x="372131" y="51837"/>
                </a:lnTo>
                <a:lnTo>
                  <a:pt x="372412" y="51844"/>
                </a:lnTo>
                <a:lnTo>
                  <a:pt x="372690" y="51855"/>
                </a:lnTo>
                <a:lnTo>
                  <a:pt x="372962" y="51870"/>
                </a:lnTo>
                <a:lnTo>
                  <a:pt x="373231" y="51889"/>
                </a:lnTo>
                <a:lnTo>
                  <a:pt x="373495" y="51913"/>
                </a:lnTo>
                <a:lnTo>
                  <a:pt x="373755" y="51941"/>
                </a:lnTo>
                <a:lnTo>
                  <a:pt x="374011" y="51974"/>
                </a:lnTo>
                <a:lnTo>
                  <a:pt x="374262" y="52010"/>
                </a:lnTo>
                <a:lnTo>
                  <a:pt x="374509" y="52052"/>
                </a:lnTo>
                <a:lnTo>
                  <a:pt x="374751" y="52097"/>
                </a:lnTo>
                <a:lnTo>
                  <a:pt x="374989" y="52147"/>
                </a:lnTo>
                <a:lnTo>
                  <a:pt x="375223" y="52201"/>
                </a:lnTo>
                <a:lnTo>
                  <a:pt x="375453" y="52259"/>
                </a:lnTo>
                <a:lnTo>
                  <a:pt x="375678" y="52322"/>
                </a:lnTo>
                <a:lnTo>
                  <a:pt x="375899" y="52389"/>
                </a:lnTo>
                <a:lnTo>
                  <a:pt x="376116" y="52460"/>
                </a:lnTo>
                <a:lnTo>
                  <a:pt x="376328" y="52536"/>
                </a:lnTo>
                <a:lnTo>
                  <a:pt x="376536" y="52616"/>
                </a:lnTo>
                <a:lnTo>
                  <a:pt x="376740" y="52700"/>
                </a:lnTo>
                <a:lnTo>
                  <a:pt x="376939" y="52789"/>
                </a:lnTo>
                <a:lnTo>
                  <a:pt x="377134" y="52882"/>
                </a:lnTo>
                <a:lnTo>
                  <a:pt x="377325" y="52979"/>
                </a:lnTo>
                <a:lnTo>
                  <a:pt x="377511" y="53081"/>
                </a:lnTo>
                <a:lnTo>
                  <a:pt x="377693" y="53188"/>
                </a:lnTo>
                <a:lnTo>
                  <a:pt x="377872" y="53301"/>
                </a:lnTo>
                <a:lnTo>
                  <a:pt x="378046" y="53421"/>
                </a:lnTo>
                <a:lnTo>
                  <a:pt x="378217" y="53547"/>
                </a:lnTo>
                <a:lnTo>
                  <a:pt x="378385" y="53680"/>
                </a:lnTo>
                <a:lnTo>
                  <a:pt x="378548" y="53819"/>
                </a:lnTo>
                <a:lnTo>
                  <a:pt x="378708" y="53965"/>
                </a:lnTo>
                <a:lnTo>
                  <a:pt x="378864" y="54117"/>
                </a:lnTo>
                <a:lnTo>
                  <a:pt x="379016" y="54275"/>
                </a:lnTo>
                <a:lnTo>
                  <a:pt x="379164" y="54440"/>
                </a:lnTo>
                <a:lnTo>
                  <a:pt x="379309" y="54611"/>
                </a:lnTo>
                <a:lnTo>
                  <a:pt x="379450" y="54789"/>
                </a:lnTo>
                <a:lnTo>
                  <a:pt x="379587" y="54973"/>
                </a:lnTo>
                <a:lnTo>
                  <a:pt x="379720" y="55163"/>
                </a:lnTo>
                <a:lnTo>
                  <a:pt x="379850" y="55360"/>
                </a:lnTo>
                <a:lnTo>
                  <a:pt x="379975" y="55563"/>
                </a:lnTo>
                <a:lnTo>
                  <a:pt x="380097" y="55773"/>
                </a:lnTo>
                <a:lnTo>
                  <a:pt x="380216" y="55989"/>
                </a:lnTo>
                <a:lnTo>
                  <a:pt x="380330" y="56212"/>
                </a:lnTo>
                <a:lnTo>
                  <a:pt x="380441" y="56441"/>
                </a:lnTo>
                <a:lnTo>
                  <a:pt x="380548" y="56676"/>
                </a:lnTo>
                <a:lnTo>
                  <a:pt x="380651" y="56918"/>
                </a:lnTo>
                <a:lnTo>
                  <a:pt x="380750" y="57166"/>
                </a:lnTo>
                <a:lnTo>
                  <a:pt x="380846" y="57421"/>
                </a:lnTo>
                <a:lnTo>
                  <a:pt x="380938" y="57683"/>
                </a:lnTo>
                <a:lnTo>
                  <a:pt x="381026" y="57954"/>
                </a:lnTo>
                <a:lnTo>
                  <a:pt x="381110" y="58234"/>
                </a:lnTo>
                <a:lnTo>
                  <a:pt x="381190" y="58522"/>
                </a:lnTo>
                <a:lnTo>
                  <a:pt x="381266" y="58820"/>
                </a:lnTo>
                <a:lnTo>
                  <a:pt x="381338" y="59126"/>
                </a:lnTo>
                <a:lnTo>
                  <a:pt x="381407" y="59441"/>
                </a:lnTo>
                <a:lnTo>
                  <a:pt x="381471" y="59765"/>
                </a:lnTo>
                <a:lnTo>
                  <a:pt x="381532" y="60097"/>
                </a:lnTo>
                <a:lnTo>
                  <a:pt x="381588" y="60438"/>
                </a:lnTo>
                <a:lnTo>
                  <a:pt x="381641" y="60789"/>
                </a:lnTo>
                <a:lnTo>
                  <a:pt x="381690" y="61148"/>
                </a:lnTo>
                <a:lnTo>
                  <a:pt x="381735" y="61515"/>
                </a:lnTo>
                <a:lnTo>
                  <a:pt x="381776" y="61892"/>
                </a:lnTo>
                <a:lnTo>
                  <a:pt x="381813" y="62277"/>
                </a:lnTo>
                <a:lnTo>
                  <a:pt x="381846" y="62671"/>
                </a:lnTo>
                <a:lnTo>
                  <a:pt x="381875" y="63074"/>
                </a:lnTo>
                <a:lnTo>
                  <a:pt x="381901" y="63486"/>
                </a:lnTo>
                <a:lnTo>
                  <a:pt x="381922" y="63906"/>
                </a:lnTo>
                <a:lnTo>
                  <a:pt x="381940" y="64335"/>
                </a:lnTo>
                <a:lnTo>
                  <a:pt x="381954" y="64773"/>
                </a:lnTo>
                <a:lnTo>
                  <a:pt x="381963" y="65220"/>
                </a:lnTo>
                <a:lnTo>
                  <a:pt x="381969" y="65676"/>
                </a:lnTo>
                <a:lnTo>
                  <a:pt x="381971" y="66140"/>
                </a:lnTo>
                <a:lnTo>
                  <a:pt x="381971" y="121592"/>
                </a:lnTo>
                <a:lnTo>
                  <a:pt x="404554" y="121592"/>
                </a:lnTo>
                <a:lnTo>
                  <a:pt x="404554" y="66301"/>
                </a:lnTo>
                <a:lnTo>
                  <a:pt x="404551" y="65529"/>
                </a:lnTo>
                <a:lnTo>
                  <a:pt x="404542" y="64768"/>
                </a:lnTo>
                <a:lnTo>
                  <a:pt x="404527" y="64017"/>
                </a:lnTo>
                <a:lnTo>
                  <a:pt x="404507" y="63276"/>
                </a:lnTo>
                <a:lnTo>
                  <a:pt x="404480" y="62546"/>
                </a:lnTo>
                <a:lnTo>
                  <a:pt x="404448" y="61826"/>
                </a:lnTo>
                <a:lnTo>
                  <a:pt x="404410" y="61116"/>
                </a:lnTo>
                <a:lnTo>
                  <a:pt x="404366" y="60416"/>
                </a:lnTo>
                <a:lnTo>
                  <a:pt x="404316" y="59727"/>
                </a:lnTo>
                <a:lnTo>
                  <a:pt x="404261" y="59049"/>
                </a:lnTo>
                <a:lnTo>
                  <a:pt x="404199" y="58380"/>
                </a:lnTo>
                <a:lnTo>
                  <a:pt x="404132" y="57722"/>
                </a:lnTo>
                <a:lnTo>
                  <a:pt x="404058" y="57074"/>
                </a:lnTo>
                <a:lnTo>
                  <a:pt x="403979" y="56437"/>
                </a:lnTo>
                <a:lnTo>
                  <a:pt x="403894" y="55810"/>
                </a:lnTo>
                <a:lnTo>
                  <a:pt x="403804" y="55193"/>
                </a:lnTo>
                <a:lnTo>
                  <a:pt x="403707" y="54586"/>
                </a:lnTo>
                <a:lnTo>
                  <a:pt x="403604" y="53990"/>
                </a:lnTo>
                <a:lnTo>
                  <a:pt x="403496" y="53404"/>
                </a:lnTo>
                <a:lnTo>
                  <a:pt x="403382" y="52829"/>
                </a:lnTo>
                <a:lnTo>
                  <a:pt x="403262" y="52263"/>
                </a:lnTo>
                <a:lnTo>
                  <a:pt x="403136" y="51709"/>
                </a:lnTo>
                <a:lnTo>
                  <a:pt x="403004" y="51164"/>
                </a:lnTo>
                <a:lnTo>
                  <a:pt x="402866" y="50630"/>
                </a:lnTo>
                <a:lnTo>
                  <a:pt x="402723" y="50105"/>
                </a:lnTo>
                <a:lnTo>
                  <a:pt x="402575" y="49589"/>
                </a:lnTo>
                <a:lnTo>
                  <a:pt x="402423" y="49082"/>
                </a:lnTo>
                <a:lnTo>
                  <a:pt x="402265" y="48583"/>
                </a:lnTo>
                <a:lnTo>
                  <a:pt x="402103" y="48093"/>
                </a:lnTo>
                <a:lnTo>
                  <a:pt x="401937" y="47611"/>
                </a:lnTo>
                <a:lnTo>
                  <a:pt x="401765" y="47138"/>
                </a:lnTo>
                <a:lnTo>
                  <a:pt x="401589" y="46674"/>
                </a:lnTo>
                <a:lnTo>
                  <a:pt x="401408" y="46219"/>
                </a:lnTo>
                <a:lnTo>
                  <a:pt x="401222" y="45772"/>
                </a:lnTo>
                <a:lnTo>
                  <a:pt x="401032" y="45333"/>
                </a:lnTo>
                <a:lnTo>
                  <a:pt x="400837" y="44904"/>
                </a:lnTo>
                <a:lnTo>
                  <a:pt x="400637" y="44483"/>
                </a:lnTo>
                <a:lnTo>
                  <a:pt x="400432" y="44071"/>
                </a:lnTo>
                <a:lnTo>
                  <a:pt x="400223" y="43667"/>
                </a:lnTo>
                <a:lnTo>
                  <a:pt x="400009" y="43272"/>
                </a:lnTo>
                <a:lnTo>
                  <a:pt x="399790" y="42886"/>
                </a:lnTo>
                <a:lnTo>
                  <a:pt x="399566" y="42508"/>
                </a:lnTo>
                <a:lnTo>
                  <a:pt x="399338" y="42139"/>
                </a:lnTo>
                <a:lnTo>
                  <a:pt x="399104" y="41778"/>
                </a:lnTo>
                <a:lnTo>
                  <a:pt x="398867" y="41427"/>
                </a:lnTo>
                <a:lnTo>
                  <a:pt x="398624" y="41084"/>
                </a:lnTo>
                <a:lnTo>
                  <a:pt x="398377" y="40749"/>
                </a:lnTo>
                <a:lnTo>
                  <a:pt x="398124" y="40423"/>
                </a:lnTo>
                <a:lnTo>
                  <a:pt x="397868" y="40106"/>
                </a:lnTo>
                <a:lnTo>
                  <a:pt x="397607" y="39795"/>
                </a:lnTo>
                <a:lnTo>
                  <a:pt x="397343" y="39492"/>
                </a:lnTo>
                <a:lnTo>
                  <a:pt x="397074" y="39196"/>
                </a:lnTo>
                <a:lnTo>
                  <a:pt x="396801" y="38907"/>
                </a:lnTo>
                <a:lnTo>
                  <a:pt x="396525" y="38625"/>
                </a:lnTo>
                <a:lnTo>
                  <a:pt x="396244" y="38351"/>
                </a:lnTo>
                <a:lnTo>
                  <a:pt x="395959" y="38084"/>
                </a:lnTo>
                <a:lnTo>
                  <a:pt x="395670" y="37824"/>
                </a:lnTo>
                <a:lnTo>
                  <a:pt x="395377" y="37572"/>
                </a:lnTo>
                <a:lnTo>
                  <a:pt x="395080" y="37326"/>
                </a:lnTo>
                <a:lnTo>
                  <a:pt x="394779" y="37088"/>
                </a:lnTo>
                <a:lnTo>
                  <a:pt x="394474" y="36858"/>
                </a:lnTo>
                <a:lnTo>
                  <a:pt x="394165" y="36634"/>
                </a:lnTo>
                <a:lnTo>
                  <a:pt x="393852" y="36418"/>
                </a:lnTo>
                <a:lnTo>
                  <a:pt x="393535" y="36209"/>
                </a:lnTo>
                <a:lnTo>
                  <a:pt x="393213" y="36007"/>
                </a:lnTo>
                <a:lnTo>
                  <a:pt x="392888" y="35813"/>
                </a:lnTo>
                <a:lnTo>
                  <a:pt x="392559" y="35625"/>
                </a:lnTo>
                <a:lnTo>
                  <a:pt x="392225" y="35445"/>
                </a:lnTo>
                <a:lnTo>
                  <a:pt x="391888" y="35273"/>
                </a:lnTo>
                <a:lnTo>
                  <a:pt x="391547" y="35107"/>
                </a:lnTo>
                <a:lnTo>
                  <a:pt x="391201" y="34949"/>
                </a:lnTo>
                <a:lnTo>
                  <a:pt x="390851" y="34798"/>
                </a:lnTo>
                <a:lnTo>
                  <a:pt x="390498" y="34654"/>
                </a:lnTo>
                <a:lnTo>
                  <a:pt x="390142" y="34516"/>
                </a:lnTo>
                <a:lnTo>
                  <a:pt x="389783" y="34384"/>
                </a:lnTo>
                <a:lnTo>
                  <a:pt x="389422" y="34258"/>
                </a:lnTo>
                <a:lnTo>
                  <a:pt x="389057" y="34138"/>
                </a:lnTo>
                <a:lnTo>
                  <a:pt x="388689" y="34024"/>
                </a:lnTo>
                <a:lnTo>
                  <a:pt x="388318" y="33917"/>
                </a:lnTo>
                <a:lnTo>
                  <a:pt x="387945" y="33816"/>
                </a:lnTo>
                <a:lnTo>
                  <a:pt x="387568" y="33721"/>
                </a:lnTo>
                <a:lnTo>
                  <a:pt x="387189" y="33632"/>
                </a:lnTo>
                <a:lnTo>
                  <a:pt x="386807" y="33549"/>
                </a:lnTo>
                <a:lnTo>
                  <a:pt x="386421" y="33472"/>
                </a:lnTo>
                <a:lnTo>
                  <a:pt x="386033" y="33401"/>
                </a:lnTo>
                <a:lnTo>
                  <a:pt x="385642" y="33337"/>
                </a:lnTo>
                <a:lnTo>
                  <a:pt x="385248" y="33279"/>
                </a:lnTo>
                <a:lnTo>
                  <a:pt x="384851" y="33226"/>
                </a:lnTo>
                <a:lnTo>
                  <a:pt x="384451" y="33180"/>
                </a:lnTo>
                <a:lnTo>
                  <a:pt x="384048" y="33140"/>
                </a:lnTo>
                <a:lnTo>
                  <a:pt x="383642" y="33107"/>
                </a:lnTo>
                <a:lnTo>
                  <a:pt x="383234" y="33079"/>
                </a:lnTo>
                <a:lnTo>
                  <a:pt x="382822" y="33058"/>
                </a:lnTo>
                <a:lnTo>
                  <a:pt x="382407" y="33042"/>
                </a:lnTo>
                <a:lnTo>
                  <a:pt x="381990" y="33033"/>
                </a:lnTo>
                <a:lnTo>
                  <a:pt x="381569" y="33030"/>
                </a:lnTo>
                <a:lnTo>
                  <a:pt x="381016" y="33035"/>
                </a:lnTo>
                <a:lnTo>
                  <a:pt x="380467" y="33050"/>
                </a:lnTo>
                <a:lnTo>
                  <a:pt x="379923" y="33076"/>
                </a:lnTo>
                <a:lnTo>
                  <a:pt x="379384" y="33111"/>
                </a:lnTo>
                <a:lnTo>
                  <a:pt x="378849" y="33157"/>
                </a:lnTo>
                <a:lnTo>
                  <a:pt x="378320" y="33213"/>
                </a:lnTo>
                <a:lnTo>
                  <a:pt x="377795" y="33279"/>
                </a:lnTo>
                <a:lnTo>
                  <a:pt x="377274" y="33356"/>
                </a:lnTo>
                <a:lnTo>
                  <a:pt x="376759" y="33442"/>
                </a:lnTo>
                <a:lnTo>
                  <a:pt x="376248" y="33539"/>
                </a:lnTo>
                <a:lnTo>
                  <a:pt x="375742" y="33646"/>
                </a:lnTo>
                <a:lnTo>
                  <a:pt x="375241" y="33763"/>
                </a:lnTo>
                <a:lnTo>
                  <a:pt x="374744" y="33891"/>
                </a:lnTo>
                <a:lnTo>
                  <a:pt x="374252" y="34028"/>
                </a:lnTo>
                <a:lnTo>
                  <a:pt x="373765" y="34176"/>
                </a:lnTo>
                <a:lnTo>
                  <a:pt x="373283" y="34334"/>
                </a:lnTo>
                <a:lnTo>
                  <a:pt x="372805" y="34502"/>
                </a:lnTo>
                <a:lnTo>
                  <a:pt x="372332" y="34680"/>
                </a:lnTo>
                <a:lnTo>
                  <a:pt x="371864" y="34868"/>
                </a:lnTo>
                <a:lnTo>
                  <a:pt x="371401" y="35067"/>
                </a:lnTo>
                <a:lnTo>
                  <a:pt x="370942" y="35276"/>
                </a:lnTo>
                <a:lnTo>
                  <a:pt x="370488" y="35495"/>
                </a:lnTo>
                <a:lnTo>
                  <a:pt x="370039" y="35724"/>
                </a:lnTo>
                <a:lnTo>
                  <a:pt x="369595" y="35963"/>
                </a:lnTo>
                <a:lnTo>
                  <a:pt x="369156" y="36212"/>
                </a:lnTo>
                <a:lnTo>
                  <a:pt x="368721" y="36470"/>
                </a:lnTo>
                <a:lnTo>
                  <a:pt x="368292" y="36737"/>
                </a:lnTo>
                <a:lnTo>
                  <a:pt x="367868" y="37012"/>
                </a:lnTo>
                <a:lnTo>
                  <a:pt x="367449" y="37297"/>
                </a:lnTo>
                <a:lnTo>
                  <a:pt x="367036" y="37591"/>
                </a:lnTo>
                <a:lnTo>
                  <a:pt x="366627" y="37893"/>
                </a:lnTo>
                <a:lnTo>
                  <a:pt x="366224" y="38204"/>
                </a:lnTo>
                <a:lnTo>
                  <a:pt x="365826" y="38525"/>
                </a:lnTo>
                <a:lnTo>
                  <a:pt x="365433" y="38854"/>
                </a:lnTo>
                <a:lnTo>
                  <a:pt x="365045" y="39192"/>
                </a:lnTo>
                <a:lnTo>
                  <a:pt x="364663" y="39539"/>
                </a:lnTo>
                <a:lnTo>
                  <a:pt x="364285" y="39896"/>
                </a:lnTo>
                <a:lnTo>
                  <a:pt x="363913" y="40260"/>
                </a:lnTo>
                <a:lnTo>
                  <a:pt x="363546" y="40634"/>
                </a:lnTo>
                <a:lnTo>
                  <a:pt x="363184" y="41017"/>
                </a:lnTo>
                <a:lnTo>
                  <a:pt x="362827" y="41409"/>
                </a:lnTo>
                <a:lnTo>
                  <a:pt x="362475" y="41810"/>
                </a:lnTo>
                <a:lnTo>
                  <a:pt x="362129" y="42219"/>
                </a:lnTo>
                <a:lnTo>
                  <a:pt x="361787" y="42638"/>
                </a:lnTo>
                <a:lnTo>
                  <a:pt x="361451" y="43065"/>
                </a:lnTo>
                <a:lnTo>
                  <a:pt x="361303" y="43260"/>
                </a:lnTo>
                <a:lnTo>
                  <a:pt x="360594" y="34637"/>
                </a:lnTo>
                <a:close/>
                <a:moveTo>
                  <a:pt x="57694" y="99459"/>
                </a:moveTo>
                <a:lnTo>
                  <a:pt x="57604" y="99508"/>
                </a:lnTo>
                <a:lnTo>
                  <a:pt x="57513" y="99559"/>
                </a:lnTo>
                <a:lnTo>
                  <a:pt x="57419" y="99611"/>
                </a:lnTo>
                <a:lnTo>
                  <a:pt x="57324" y="99665"/>
                </a:lnTo>
                <a:lnTo>
                  <a:pt x="57227" y="99720"/>
                </a:lnTo>
                <a:lnTo>
                  <a:pt x="57128" y="99777"/>
                </a:lnTo>
                <a:lnTo>
                  <a:pt x="57028" y="99835"/>
                </a:lnTo>
                <a:lnTo>
                  <a:pt x="56925" y="99895"/>
                </a:lnTo>
                <a:lnTo>
                  <a:pt x="56821" y="99957"/>
                </a:lnTo>
                <a:lnTo>
                  <a:pt x="56715" y="100020"/>
                </a:lnTo>
                <a:lnTo>
                  <a:pt x="56607" y="100084"/>
                </a:lnTo>
                <a:lnTo>
                  <a:pt x="56497" y="100150"/>
                </a:lnTo>
                <a:lnTo>
                  <a:pt x="56386" y="100218"/>
                </a:lnTo>
                <a:lnTo>
                  <a:pt x="56272" y="100287"/>
                </a:lnTo>
                <a:lnTo>
                  <a:pt x="56157" y="100358"/>
                </a:lnTo>
                <a:lnTo>
                  <a:pt x="56040" y="100430"/>
                </a:lnTo>
                <a:lnTo>
                  <a:pt x="55921" y="100504"/>
                </a:lnTo>
                <a:lnTo>
                  <a:pt x="55801" y="100579"/>
                </a:lnTo>
                <a:lnTo>
                  <a:pt x="55678" y="100656"/>
                </a:lnTo>
                <a:lnTo>
                  <a:pt x="55554" y="100734"/>
                </a:lnTo>
                <a:lnTo>
                  <a:pt x="55428" y="100814"/>
                </a:lnTo>
                <a:lnTo>
                  <a:pt x="55300" y="100895"/>
                </a:lnTo>
                <a:lnTo>
                  <a:pt x="55170" y="100978"/>
                </a:lnTo>
                <a:lnTo>
                  <a:pt x="55038" y="101062"/>
                </a:lnTo>
                <a:lnTo>
                  <a:pt x="54902" y="101145"/>
                </a:lnTo>
                <a:lnTo>
                  <a:pt x="54763" y="101228"/>
                </a:lnTo>
                <a:lnTo>
                  <a:pt x="54620" y="101310"/>
                </a:lnTo>
                <a:lnTo>
                  <a:pt x="54474" y="101392"/>
                </a:lnTo>
                <a:lnTo>
                  <a:pt x="54324" y="101473"/>
                </a:lnTo>
                <a:lnTo>
                  <a:pt x="54171" y="101554"/>
                </a:lnTo>
                <a:lnTo>
                  <a:pt x="54014" y="101635"/>
                </a:lnTo>
                <a:lnTo>
                  <a:pt x="53854" y="101715"/>
                </a:lnTo>
                <a:lnTo>
                  <a:pt x="53690" y="101794"/>
                </a:lnTo>
                <a:lnTo>
                  <a:pt x="53523" y="101874"/>
                </a:lnTo>
                <a:lnTo>
                  <a:pt x="53352" y="101953"/>
                </a:lnTo>
                <a:lnTo>
                  <a:pt x="53178" y="102031"/>
                </a:lnTo>
                <a:lnTo>
                  <a:pt x="53000" y="102109"/>
                </a:lnTo>
                <a:lnTo>
                  <a:pt x="52819" y="102187"/>
                </a:lnTo>
                <a:lnTo>
                  <a:pt x="52634" y="102264"/>
                </a:lnTo>
                <a:lnTo>
                  <a:pt x="52446" y="102341"/>
                </a:lnTo>
                <a:lnTo>
                  <a:pt x="52255" y="102417"/>
                </a:lnTo>
                <a:lnTo>
                  <a:pt x="52060" y="102493"/>
                </a:lnTo>
                <a:lnTo>
                  <a:pt x="51861" y="102569"/>
                </a:lnTo>
                <a:lnTo>
                  <a:pt x="51659" y="102644"/>
                </a:lnTo>
                <a:lnTo>
                  <a:pt x="51453" y="102719"/>
                </a:lnTo>
                <a:lnTo>
                  <a:pt x="51244" y="102793"/>
                </a:lnTo>
                <a:lnTo>
                  <a:pt x="51032" y="102867"/>
                </a:lnTo>
                <a:lnTo>
                  <a:pt x="50814" y="102939"/>
                </a:lnTo>
                <a:lnTo>
                  <a:pt x="50591" y="103008"/>
                </a:lnTo>
                <a:lnTo>
                  <a:pt x="50362" y="103074"/>
                </a:lnTo>
                <a:lnTo>
                  <a:pt x="50127" y="103137"/>
                </a:lnTo>
                <a:lnTo>
                  <a:pt x="49887" y="103197"/>
                </a:lnTo>
                <a:lnTo>
                  <a:pt x="49640" y="103254"/>
                </a:lnTo>
                <a:lnTo>
                  <a:pt x="49388" y="103307"/>
                </a:lnTo>
                <a:lnTo>
                  <a:pt x="49130" y="103358"/>
                </a:lnTo>
                <a:lnTo>
                  <a:pt x="48866" y="103406"/>
                </a:lnTo>
                <a:lnTo>
                  <a:pt x="48596" y="103450"/>
                </a:lnTo>
                <a:lnTo>
                  <a:pt x="48320" y="103491"/>
                </a:lnTo>
                <a:lnTo>
                  <a:pt x="48038" y="103530"/>
                </a:lnTo>
                <a:lnTo>
                  <a:pt x="47750" y="103565"/>
                </a:lnTo>
                <a:lnTo>
                  <a:pt x="47457" y="103597"/>
                </a:lnTo>
                <a:lnTo>
                  <a:pt x="47158" y="103627"/>
                </a:lnTo>
                <a:lnTo>
                  <a:pt x="46853" y="103653"/>
                </a:lnTo>
                <a:lnTo>
                  <a:pt x="46542" y="103676"/>
                </a:lnTo>
                <a:lnTo>
                  <a:pt x="46225" y="103696"/>
                </a:lnTo>
                <a:lnTo>
                  <a:pt x="45902" y="103712"/>
                </a:lnTo>
                <a:lnTo>
                  <a:pt x="45573" y="103726"/>
                </a:lnTo>
                <a:lnTo>
                  <a:pt x="45239" y="103737"/>
                </a:lnTo>
                <a:lnTo>
                  <a:pt x="44899" y="103745"/>
                </a:lnTo>
                <a:lnTo>
                  <a:pt x="44553" y="103749"/>
                </a:lnTo>
                <a:lnTo>
                  <a:pt x="44201" y="103751"/>
                </a:lnTo>
                <a:lnTo>
                  <a:pt x="43761" y="103748"/>
                </a:lnTo>
                <a:lnTo>
                  <a:pt x="43326" y="103739"/>
                </a:lnTo>
                <a:lnTo>
                  <a:pt x="42897" y="103725"/>
                </a:lnTo>
                <a:lnTo>
                  <a:pt x="42472" y="103705"/>
                </a:lnTo>
                <a:lnTo>
                  <a:pt x="42052" y="103679"/>
                </a:lnTo>
                <a:lnTo>
                  <a:pt x="41636" y="103648"/>
                </a:lnTo>
                <a:lnTo>
                  <a:pt x="41226" y="103611"/>
                </a:lnTo>
                <a:lnTo>
                  <a:pt x="40821" y="103568"/>
                </a:lnTo>
                <a:lnTo>
                  <a:pt x="40420" y="103520"/>
                </a:lnTo>
                <a:lnTo>
                  <a:pt x="40025" y="103465"/>
                </a:lnTo>
                <a:lnTo>
                  <a:pt x="39634" y="103405"/>
                </a:lnTo>
                <a:lnTo>
                  <a:pt x="39248" y="103340"/>
                </a:lnTo>
                <a:lnTo>
                  <a:pt x="38867" y="103268"/>
                </a:lnTo>
                <a:lnTo>
                  <a:pt x="38491" y="103191"/>
                </a:lnTo>
                <a:lnTo>
                  <a:pt x="38120" y="103108"/>
                </a:lnTo>
                <a:lnTo>
                  <a:pt x="37754" y="103020"/>
                </a:lnTo>
                <a:lnTo>
                  <a:pt x="37392" y="102926"/>
                </a:lnTo>
                <a:lnTo>
                  <a:pt x="37036" y="102826"/>
                </a:lnTo>
                <a:lnTo>
                  <a:pt x="36684" y="102720"/>
                </a:lnTo>
                <a:lnTo>
                  <a:pt x="36337" y="102609"/>
                </a:lnTo>
                <a:lnTo>
                  <a:pt x="35995" y="102491"/>
                </a:lnTo>
                <a:lnTo>
                  <a:pt x="35658" y="102369"/>
                </a:lnTo>
                <a:lnTo>
                  <a:pt x="35326" y="102240"/>
                </a:lnTo>
                <a:lnTo>
                  <a:pt x="34999" y="102106"/>
                </a:lnTo>
                <a:lnTo>
                  <a:pt x="34676" y="101965"/>
                </a:lnTo>
                <a:lnTo>
                  <a:pt x="34359" y="101817"/>
                </a:lnTo>
                <a:lnTo>
                  <a:pt x="34046" y="101662"/>
                </a:lnTo>
                <a:lnTo>
                  <a:pt x="33738" y="101500"/>
                </a:lnTo>
                <a:lnTo>
                  <a:pt x="33434" y="101331"/>
                </a:lnTo>
                <a:lnTo>
                  <a:pt x="33135" y="101154"/>
                </a:lnTo>
                <a:lnTo>
                  <a:pt x="32841" y="100971"/>
                </a:lnTo>
                <a:lnTo>
                  <a:pt x="32552" y="100780"/>
                </a:lnTo>
                <a:lnTo>
                  <a:pt x="32268" y="100583"/>
                </a:lnTo>
                <a:lnTo>
                  <a:pt x="31988" y="100378"/>
                </a:lnTo>
                <a:lnTo>
                  <a:pt x="31713" y="100166"/>
                </a:lnTo>
                <a:lnTo>
                  <a:pt x="31443" y="99947"/>
                </a:lnTo>
                <a:lnTo>
                  <a:pt x="31177" y="99721"/>
                </a:lnTo>
                <a:lnTo>
                  <a:pt x="30916" y="99488"/>
                </a:lnTo>
                <a:lnTo>
                  <a:pt x="30660" y="99248"/>
                </a:lnTo>
                <a:lnTo>
                  <a:pt x="30409" y="99001"/>
                </a:lnTo>
                <a:lnTo>
                  <a:pt x="30163" y="98746"/>
                </a:lnTo>
                <a:lnTo>
                  <a:pt x="29921" y="98485"/>
                </a:lnTo>
                <a:lnTo>
                  <a:pt x="29684" y="98216"/>
                </a:lnTo>
                <a:lnTo>
                  <a:pt x="29451" y="97940"/>
                </a:lnTo>
                <a:lnTo>
                  <a:pt x="29224" y="97658"/>
                </a:lnTo>
                <a:lnTo>
                  <a:pt x="29001" y="97368"/>
                </a:lnTo>
                <a:lnTo>
                  <a:pt x="28783" y="97071"/>
                </a:lnTo>
                <a:lnTo>
                  <a:pt x="28570" y="96767"/>
                </a:lnTo>
                <a:lnTo>
                  <a:pt x="28361" y="96455"/>
                </a:lnTo>
                <a:lnTo>
                  <a:pt x="28156" y="96136"/>
                </a:lnTo>
                <a:lnTo>
                  <a:pt x="27956" y="95809"/>
                </a:lnTo>
                <a:lnTo>
                  <a:pt x="27760" y="95475"/>
                </a:lnTo>
                <a:lnTo>
                  <a:pt x="27569" y="95133"/>
                </a:lnTo>
                <a:lnTo>
                  <a:pt x="27382" y="94784"/>
                </a:lnTo>
                <a:lnTo>
                  <a:pt x="27199" y="94428"/>
                </a:lnTo>
                <a:lnTo>
                  <a:pt x="27020" y="94063"/>
                </a:lnTo>
                <a:lnTo>
                  <a:pt x="26846" y="93692"/>
                </a:lnTo>
                <a:lnTo>
                  <a:pt x="26676" y="93312"/>
                </a:lnTo>
                <a:lnTo>
                  <a:pt x="26511" y="92925"/>
                </a:lnTo>
                <a:lnTo>
                  <a:pt x="26350" y="92531"/>
                </a:lnTo>
                <a:lnTo>
                  <a:pt x="26193" y="92129"/>
                </a:lnTo>
                <a:lnTo>
                  <a:pt x="26040" y="91720"/>
                </a:lnTo>
                <a:lnTo>
                  <a:pt x="25892" y="91303"/>
                </a:lnTo>
                <a:lnTo>
                  <a:pt x="25748" y="90879"/>
                </a:lnTo>
                <a:lnTo>
                  <a:pt x="25608" y="90447"/>
                </a:lnTo>
                <a:lnTo>
                  <a:pt x="25473" y="90008"/>
                </a:lnTo>
                <a:lnTo>
                  <a:pt x="25342" y="89561"/>
                </a:lnTo>
                <a:lnTo>
                  <a:pt x="25216" y="89106"/>
                </a:lnTo>
                <a:lnTo>
                  <a:pt x="25093" y="88644"/>
                </a:lnTo>
                <a:lnTo>
                  <a:pt x="24975" y="88175"/>
                </a:lnTo>
                <a:lnTo>
                  <a:pt x="24862" y="87698"/>
                </a:lnTo>
                <a:lnTo>
                  <a:pt x="24752" y="87213"/>
                </a:lnTo>
                <a:lnTo>
                  <a:pt x="24647" y="86721"/>
                </a:lnTo>
                <a:lnTo>
                  <a:pt x="24547" y="86220"/>
                </a:lnTo>
                <a:lnTo>
                  <a:pt x="24451" y="85710"/>
                </a:lnTo>
                <a:lnTo>
                  <a:pt x="24359" y="85193"/>
                </a:lnTo>
                <a:lnTo>
                  <a:pt x="24272" y="84666"/>
                </a:lnTo>
                <a:lnTo>
                  <a:pt x="24190" y="84132"/>
                </a:lnTo>
                <a:lnTo>
                  <a:pt x="24112" y="83589"/>
                </a:lnTo>
                <a:lnTo>
                  <a:pt x="24038" y="83038"/>
                </a:lnTo>
                <a:lnTo>
                  <a:pt x="23969" y="82478"/>
                </a:lnTo>
                <a:lnTo>
                  <a:pt x="23904" y="81911"/>
                </a:lnTo>
                <a:lnTo>
                  <a:pt x="23844" y="81334"/>
                </a:lnTo>
                <a:lnTo>
                  <a:pt x="23788" y="80750"/>
                </a:lnTo>
                <a:lnTo>
                  <a:pt x="23737" y="80157"/>
                </a:lnTo>
                <a:lnTo>
                  <a:pt x="23690" y="79555"/>
                </a:lnTo>
                <a:lnTo>
                  <a:pt x="23647" y="78946"/>
                </a:lnTo>
                <a:lnTo>
                  <a:pt x="23609" y="78327"/>
                </a:lnTo>
                <a:lnTo>
                  <a:pt x="23576" y="77701"/>
                </a:lnTo>
                <a:lnTo>
                  <a:pt x="23547" y="77066"/>
                </a:lnTo>
                <a:lnTo>
                  <a:pt x="23522" y="76423"/>
                </a:lnTo>
                <a:lnTo>
                  <a:pt x="23502" y="75771"/>
                </a:lnTo>
                <a:lnTo>
                  <a:pt x="23487" y="75112"/>
                </a:lnTo>
                <a:lnTo>
                  <a:pt x="23475" y="74443"/>
                </a:lnTo>
                <a:lnTo>
                  <a:pt x="23469" y="73767"/>
                </a:lnTo>
                <a:lnTo>
                  <a:pt x="23467" y="73082"/>
                </a:lnTo>
                <a:lnTo>
                  <a:pt x="23467" y="53011"/>
                </a:lnTo>
                <a:lnTo>
                  <a:pt x="23468" y="52319"/>
                </a:lnTo>
                <a:lnTo>
                  <a:pt x="23474" y="51637"/>
                </a:lnTo>
                <a:lnTo>
                  <a:pt x="23484" y="50963"/>
                </a:lnTo>
                <a:lnTo>
                  <a:pt x="23498" y="50299"/>
                </a:lnTo>
                <a:lnTo>
                  <a:pt x="23515" y="49643"/>
                </a:lnTo>
                <a:lnTo>
                  <a:pt x="23537" y="48996"/>
                </a:lnTo>
                <a:lnTo>
                  <a:pt x="23562" y="48358"/>
                </a:lnTo>
                <a:lnTo>
                  <a:pt x="23592" y="47729"/>
                </a:lnTo>
                <a:lnTo>
                  <a:pt x="23625" y="47109"/>
                </a:lnTo>
                <a:lnTo>
                  <a:pt x="23662" y="46498"/>
                </a:lnTo>
                <a:lnTo>
                  <a:pt x="23703" y="45896"/>
                </a:lnTo>
                <a:lnTo>
                  <a:pt x="23748" y="45303"/>
                </a:lnTo>
                <a:lnTo>
                  <a:pt x="23797" y="44719"/>
                </a:lnTo>
                <a:lnTo>
                  <a:pt x="23849" y="44144"/>
                </a:lnTo>
                <a:lnTo>
                  <a:pt x="23906" y="43577"/>
                </a:lnTo>
                <a:lnTo>
                  <a:pt x="23967" y="43020"/>
                </a:lnTo>
                <a:lnTo>
                  <a:pt x="24031" y="42471"/>
                </a:lnTo>
                <a:lnTo>
                  <a:pt x="24099" y="41932"/>
                </a:lnTo>
                <a:lnTo>
                  <a:pt x="24172" y="41401"/>
                </a:lnTo>
                <a:lnTo>
                  <a:pt x="24248" y="40879"/>
                </a:lnTo>
                <a:lnTo>
                  <a:pt x="24328" y="40366"/>
                </a:lnTo>
                <a:lnTo>
                  <a:pt x="24412" y="39862"/>
                </a:lnTo>
                <a:lnTo>
                  <a:pt x="24500" y="39367"/>
                </a:lnTo>
                <a:lnTo>
                  <a:pt x="24592" y="38881"/>
                </a:lnTo>
                <a:lnTo>
                  <a:pt x="24687" y="38403"/>
                </a:lnTo>
                <a:lnTo>
                  <a:pt x="24787" y="37932"/>
                </a:lnTo>
                <a:lnTo>
                  <a:pt x="24892" y="37469"/>
                </a:lnTo>
                <a:lnTo>
                  <a:pt x="25000" y="37012"/>
                </a:lnTo>
                <a:lnTo>
                  <a:pt x="25113" y="36563"/>
                </a:lnTo>
                <a:lnTo>
                  <a:pt x="25230" y="36121"/>
                </a:lnTo>
                <a:lnTo>
                  <a:pt x="25350" y="35687"/>
                </a:lnTo>
                <a:lnTo>
                  <a:pt x="25476" y="35259"/>
                </a:lnTo>
                <a:lnTo>
                  <a:pt x="25605" y="34839"/>
                </a:lnTo>
                <a:lnTo>
                  <a:pt x="25738" y="34427"/>
                </a:lnTo>
                <a:lnTo>
                  <a:pt x="25876" y="34021"/>
                </a:lnTo>
                <a:lnTo>
                  <a:pt x="26018" y="33623"/>
                </a:lnTo>
                <a:lnTo>
                  <a:pt x="26164" y="33232"/>
                </a:lnTo>
                <a:lnTo>
                  <a:pt x="26314" y="32848"/>
                </a:lnTo>
                <a:lnTo>
                  <a:pt x="26469" y="32471"/>
                </a:lnTo>
                <a:lnTo>
                  <a:pt x="26628" y="32102"/>
                </a:lnTo>
                <a:lnTo>
                  <a:pt x="26790" y="31740"/>
                </a:lnTo>
                <a:lnTo>
                  <a:pt x="26957" y="31385"/>
                </a:lnTo>
                <a:lnTo>
                  <a:pt x="27129" y="31037"/>
                </a:lnTo>
                <a:lnTo>
                  <a:pt x="27304" y="30697"/>
                </a:lnTo>
                <a:lnTo>
                  <a:pt x="27483" y="30364"/>
                </a:lnTo>
                <a:lnTo>
                  <a:pt x="27667" y="30038"/>
                </a:lnTo>
                <a:lnTo>
                  <a:pt x="27855" y="29720"/>
                </a:lnTo>
                <a:lnTo>
                  <a:pt x="28047" y="29408"/>
                </a:lnTo>
                <a:lnTo>
                  <a:pt x="28243" y="29104"/>
                </a:lnTo>
                <a:lnTo>
                  <a:pt x="28444" y="28807"/>
                </a:lnTo>
                <a:lnTo>
                  <a:pt x="28648" y="28517"/>
                </a:lnTo>
                <a:lnTo>
                  <a:pt x="28855" y="28234"/>
                </a:lnTo>
                <a:lnTo>
                  <a:pt x="29067" y="27958"/>
                </a:lnTo>
                <a:lnTo>
                  <a:pt x="29283" y="27689"/>
                </a:lnTo>
                <a:lnTo>
                  <a:pt x="29503" y="27428"/>
                </a:lnTo>
                <a:lnTo>
                  <a:pt x="29726" y="27173"/>
                </a:lnTo>
                <a:lnTo>
                  <a:pt x="29953" y="26926"/>
                </a:lnTo>
                <a:lnTo>
                  <a:pt x="30185" y="26686"/>
                </a:lnTo>
                <a:lnTo>
                  <a:pt x="30420" y="26453"/>
                </a:lnTo>
                <a:lnTo>
                  <a:pt x="30659" y="26227"/>
                </a:lnTo>
                <a:lnTo>
                  <a:pt x="30902" y="26008"/>
                </a:lnTo>
                <a:lnTo>
                  <a:pt x="31149" y="25796"/>
                </a:lnTo>
                <a:lnTo>
                  <a:pt x="31400" y="25591"/>
                </a:lnTo>
                <a:lnTo>
                  <a:pt x="31655" y="25394"/>
                </a:lnTo>
                <a:lnTo>
                  <a:pt x="31913" y="25203"/>
                </a:lnTo>
                <a:lnTo>
                  <a:pt x="32176" y="25020"/>
                </a:lnTo>
                <a:lnTo>
                  <a:pt x="32443" y="24844"/>
                </a:lnTo>
                <a:lnTo>
                  <a:pt x="32713" y="24674"/>
                </a:lnTo>
                <a:lnTo>
                  <a:pt x="32987" y="24513"/>
                </a:lnTo>
                <a:lnTo>
                  <a:pt x="33265" y="24358"/>
                </a:lnTo>
                <a:lnTo>
                  <a:pt x="33548" y="24210"/>
                </a:lnTo>
                <a:lnTo>
                  <a:pt x="33834" y="24069"/>
                </a:lnTo>
                <a:lnTo>
                  <a:pt x="34124" y="23935"/>
                </a:lnTo>
                <a:lnTo>
                  <a:pt x="34418" y="23806"/>
                </a:lnTo>
                <a:lnTo>
                  <a:pt x="34716" y="23683"/>
                </a:lnTo>
                <a:lnTo>
                  <a:pt x="35019" y="23566"/>
                </a:lnTo>
                <a:lnTo>
                  <a:pt x="35326" y="23454"/>
                </a:lnTo>
                <a:lnTo>
                  <a:pt x="35637" y="23348"/>
                </a:lnTo>
                <a:lnTo>
                  <a:pt x="35952" y="23248"/>
                </a:lnTo>
                <a:lnTo>
                  <a:pt x="36271" y="23154"/>
                </a:lnTo>
                <a:lnTo>
                  <a:pt x="36595" y="23065"/>
                </a:lnTo>
                <a:lnTo>
                  <a:pt x="36923" y="22982"/>
                </a:lnTo>
                <a:lnTo>
                  <a:pt x="37254" y="22905"/>
                </a:lnTo>
                <a:lnTo>
                  <a:pt x="37591" y="22834"/>
                </a:lnTo>
                <a:lnTo>
                  <a:pt x="37931" y="22768"/>
                </a:lnTo>
                <a:lnTo>
                  <a:pt x="38275" y="22708"/>
                </a:lnTo>
                <a:lnTo>
                  <a:pt x="38624" y="22653"/>
                </a:lnTo>
                <a:lnTo>
                  <a:pt x="38977" y="22605"/>
                </a:lnTo>
                <a:lnTo>
                  <a:pt x="39334" y="22562"/>
                </a:lnTo>
                <a:lnTo>
                  <a:pt x="39695" y="22525"/>
                </a:lnTo>
                <a:lnTo>
                  <a:pt x="40061" y="22493"/>
                </a:lnTo>
                <a:lnTo>
                  <a:pt x="40430" y="22468"/>
                </a:lnTo>
                <a:lnTo>
                  <a:pt x="40804" y="22448"/>
                </a:lnTo>
                <a:lnTo>
                  <a:pt x="41182" y="22433"/>
                </a:lnTo>
                <a:lnTo>
                  <a:pt x="41564" y="22425"/>
                </a:lnTo>
                <a:lnTo>
                  <a:pt x="41950" y="22422"/>
                </a:lnTo>
                <a:lnTo>
                  <a:pt x="42396" y="22425"/>
                </a:lnTo>
                <a:lnTo>
                  <a:pt x="42834" y="22434"/>
                </a:lnTo>
                <a:lnTo>
                  <a:pt x="43265" y="22450"/>
                </a:lnTo>
                <a:lnTo>
                  <a:pt x="43689" y="22472"/>
                </a:lnTo>
                <a:lnTo>
                  <a:pt x="44107" y="22501"/>
                </a:lnTo>
                <a:lnTo>
                  <a:pt x="44517" y="22535"/>
                </a:lnTo>
                <a:lnTo>
                  <a:pt x="44920" y="22576"/>
                </a:lnTo>
                <a:lnTo>
                  <a:pt x="45317" y="22624"/>
                </a:lnTo>
                <a:lnTo>
                  <a:pt x="45706" y="22677"/>
                </a:lnTo>
                <a:lnTo>
                  <a:pt x="46089" y="22737"/>
                </a:lnTo>
                <a:lnTo>
                  <a:pt x="46464" y="22803"/>
                </a:lnTo>
                <a:lnTo>
                  <a:pt x="46833" y="22876"/>
                </a:lnTo>
                <a:lnTo>
                  <a:pt x="47194" y="22955"/>
                </a:lnTo>
                <a:lnTo>
                  <a:pt x="47549" y="23040"/>
                </a:lnTo>
                <a:lnTo>
                  <a:pt x="47896" y="23131"/>
                </a:lnTo>
                <a:lnTo>
                  <a:pt x="48237" y="23229"/>
                </a:lnTo>
                <a:lnTo>
                  <a:pt x="48570" y="23333"/>
                </a:lnTo>
                <a:lnTo>
                  <a:pt x="48897" y="23443"/>
                </a:lnTo>
                <a:lnTo>
                  <a:pt x="49217" y="23560"/>
                </a:lnTo>
                <a:lnTo>
                  <a:pt x="49529" y="23683"/>
                </a:lnTo>
                <a:lnTo>
                  <a:pt x="49835" y="23812"/>
                </a:lnTo>
                <a:lnTo>
                  <a:pt x="50134" y="23947"/>
                </a:lnTo>
                <a:lnTo>
                  <a:pt x="50425" y="24089"/>
                </a:lnTo>
                <a:lnTo>
                  <a:pt x="50710" y="24237"/>
                </a:lnTo>
                <a:lnTo>
                  <a:pt x="50989" y="24393"/>
                </a:lnTo>
                <a:lnTo>
                  <a:pt x="51262" y="24557"/>
                </a:lnTo>
                <a:lnTo>
                  <a:pt x="51531" y="24729"/>
                </a:lnTo>
                <a:lnTo>
                  <a:pt x="51794" y="24909"/>
                </a:lnTo>
                <a:lnTo>
                  <a:pt x="52052" y="25097"/>
                </a:lnTo>
                <a:lnTo>
                  <a:pt x="52305" y="25294"/>
                </a:lnTo>
                <a:lnTo>
                  <a:pt x="52553" y="25499"/>
                </a:lnTo>
                <a:lnTo>
                  <a:pt x="52795" y="25713"/>
                </a:lnTo>
                <a:lnTo>
                  <a:pt x="53033" y="25934"/>
                </a:lnTo>
                <a:lnTo>
                  <a:pt x="53265" y="26164"/>
                </a:lnTo>
                <a:lnTo>
                  <a:pt x="53492" y="26402"/>
                </a:lnTo>
                <a:lnTo>
                  <a:pt x="53714" y="26648"/>
                </a:lnTo>
                <a:lnTo>
                  <a:pt x="53931" y="26903"/>
                </a:lnTo>
                <a:lnTo>
                  <a:pt x="54142" y="27166"/>
                </a:lnTo>
                <a:lnTo>
                  <a:pt x="54349" y="27437"/>
                </a:lnTo>
                <a:lnTo>
                  <a:pt x="54550" y="27717"/>
                </a:lnTo>
                <a:lnTo>
                  <a:pt x="54746" y="28004"/>
                </a:lnTo>
                <a:lnTo>
                  <a:pt x="54937" y="28300"/>
                </a:lnTo>
                <a:lnTo>
                  <a:pt x="55123" y="28605"/>
                </a:lnTo>
                <a:lnTo>
                  <a:pt x="55303" y="28917"/>
                </a:lnTo>
                <a:lnTo>
                  <a:pt x="55479" y="29238"/>
                </a:lnTo>
                <a:lnTo>
                  <a:pt x="55649" y="29567"/>
                </a:lnTo>
                <a:lnTo>
                  <a:pt x="55814" y="29904"/>
                </a:lnTo>
                <a:lnTo>
                  <a:pt x="55974" y="30250"/>
                </a:lnTo>
                <a:lnTo>
                  <a:pt x="56129" y="30605"/>
                </a:lnTo>
                <a:lnTo>
                  <a:pt x="56280" y="30972"/>
                </a:lnTo>
                <a:lnTo>
                  <a:pt x="56425" y="31349"/>
                </a:lnTo>
                <a:lnTo>
                  <a:pt x="56567" y="31738"/>
                </a:lnTo>
                <a:lnTo>
                  <a:pt x="56703" y="32138"/>
                </a:lnTo>
                <a:lnTo>
                  <a:pt x="56835" y="32550"/>
                </a:lnTo>
                <a:lnTo>
                  <a:pt x="56963" y="32972"/>
                </a:lnTo>
                <a:lnTo>
                  <a:pt x="57086" y="33406"/>
                </a:lnTo>
                <a:lnTo>
                  <a:pt x="57204" y="33851"/>
                </a:lnTo>
                <a:lnTo>
                  <a:pt x="57318" y="34307"/>
                </a:lnTo>
                <a:lnTo>
                  <a:pt x="57427" y="34775"/>
                </a:lnTo>
                <a:lnTo>
                  <a:pt x="57531" y="35253"/>
                </a:lnTo>
                <a:lnTo>
                  <a:pt x="57631" y="35743"/>
                </a:lnTo>
                <a:lnTo>
                  <a:pt x="57726" y="36244"/>
                </a:lnTo>
                <a:lnTo>
                  <a:pt x="57817" y="36756"/>
                </a:lnTo>
                <a:lnTo>
                  <a:pt x="57903" y="37279"/>
                </a:lnTo>
                <a:lnTo>
                  <a:pt x="57984" y="37814"/>
                </a:lnTo>
                <a:lnTo>
                  <a:pt x="58061" y="38360"/>
                </a:lnTo>
                <a:lnTo>
                  <a:pt x="58133" y="38917"/>
                </a:lnTo>
                <a:lnTo>
                  <a:pt x="58201" y="39485"/>
                </a:lnTo>
                <a:lnTo>
                  <a:pt x="58264" y="40065"/>
                </a:lnTo>
                <a:lnTo>
                  <a:pt x="58322" y="40655"/>
                </a:lnTo>
                <a:lnTo>
                  <a:pt x="58376" y="41257"/>
                </a:lnTo>
                <a:lnTo>
                  <a:pt x="58425" y="41870"/>
                </a:lnTo>
                <a:lnTo>
                  <a:pt x="81168" y="41870"/>
                </a:lnTo>
                <a:lnTo>
                  <a:pt x="81089" y="40823"/>
                </a:lnTo>
                <a:lnTo>
                  <a:pt x="80997" y="39790"/>
                </a:lnTo>
                <a:lnTo>
                  <a:pt x="80893" y="38771"/>
                </a:lnTo>
                <a:lnTo>
                  <a:pt x="80777" y="37765"/>
                </a:lnTo>
                <a:lnTo>
                  <a:pt x="80648" y="36774"/>
                </a:lnTo>
                <a:lnTo>
                  <a:pt x="80508" y="35795"/>
                </a:lnTo>
                <a:lnTo>
                  <a:pt x="80355" y="34831"/>
                </a:lnTo>
                <a:lnTo>
                  <a:pt x="80191" y="33880"/>
                </a:lnTo>
                <a:lnTo>
                  <a:pt x="80014" y="32943"/>
                </a:lnTo>
                <a:lnTo>
                  <a:pt x="79825" y="32020"/>
                </a:lnTo>
                <a:lnTo>
                  <a:pt x="79624" y="31110"/>
                </a:lnTo>
                <a:lnTo>
                  <a:pt x="79410" y="30214"/>
                </a:lnTo>
                <a:lnTo>
                  <a:pt x="79185" y="29332"/>
                </a:lnTo>
                <a:lnTo>
                  <a:pt x="78947" y="28463"/>
                </a:lnTo>
                <a:lnTo>
                  <a:pt x="78698" y="27608"/>
                </a:lnTo>
                <a:lnTo>
                  <a:pt x="78436" y="26767"/>
                </a:lnTo>
                <a:lnTo>
                  <a:pt x="78162" y="25940"/>
                </a:lnTo>
                <a:lnTo>
                  <a:pt x="77876" y="25126"/>
                </a:lnTo>
                <a:lnTo>
                  <a:pt x="77578" y="24326"/>
                </a:lnTo>
                <a:lnTo>
                  <a:pt x="77267" y="23539"/>
                </a:lnTo>
                <a:lnTo>
                  <a:pt x="76945" y="22767"/>
                </a:lnTo>
                <a:lnTo>
                  <a:pt x="76610" y="22008"/>
                </a:lnTo>
                <a:lnTo>
                  <a:pt x="76263" y="21262"/>
                </a:lnTo>
                <a:lnTo>
                  <a:pt x="75904" y="20531"/>
                </a:lnTo>
                <a:lnTo>
                  <a:pt x="75532" y="19813"/>
                </a:lnTo>
                <a:lnTo>
                  <a:pt x="75146" y="19110"/>
                </a:lnTo>
                <a:lnTo>
                  <a:pt x="74745" y="18423"/>
                </a:lnTo>
                <a:lnTo>
                  <a:pt x="74331" y="17750"/>
                </a:lnTo>
                <a:lnTo>
                  <a:pt x="73902" y="17091"/>
                </a:lnTo>
                <a:lnTo>
                  <a:pt x="73458" y="16448"/>
                </a:lnTo>
                <a:lnTo>
                  <a:pt x="73001" y="15819"/>
                </a:lnTo>
                <a:lnTo>
                  <a:pt x="72529" y="15206"/>
                </a:lnTo>
                <a:lnTo>
                  <a:pt x="72043" y="14607"/>
                </a:lnTo>
                <a:lnTo>
                  <a:pt x="71543" y="14023"/>
                </a:lnTo>
                <a:lnTo>
                  <a:pt x="71029" y="13454"/>
                </a:lnTo>
                <a:lnTo>
                  <a:pt x="70500" y="12899"/>
                </a:lnTo>
                <a:lnTo>
                  <a:pt x="69957" y="12360"/>
                </a:lnTo>
                <a:lnTo>
                  <a:pt x="69400" y="11835"/>
                </a:lnTo>
                <a:lnTo>
                  <a:pt x="68829" y="11325"/>
                </a:lnTo>
                <a:lnTo>
                  <a:pt x="68243" y="10830"/>
                </a:lnTo>
                <a:lnTo>
                  <a:pt x="67643" y="10350"/>
                </a:lnTo>
                <a:lnTo>
                  <a:pt x="67029" y="9884"/>
                </a:lnTo>
                <a:lnTo>
                  <a:pt x="66401" y="9434"/>
                </a:lnTo>
                <a:lnTo>
                  <a:pt x="65758" y="8998"/>
                </a:lnTo>
                <a:lnTo>
                  <a:pt x="65102" y="8577"/>
                </a:lnTo>
                <a:lnTo>
                  <a:pt x="64431" y="8171"/>
                </a:lnTo>
                <a:lnTo>
                  <a:pt x="63746" y="7780"/>
                </a:lnTo>
                <a:lnTo>
                  <a:pt x="63046" y="7404"/>
                </a:lnTo>
                <a:lnTo>
                  <a:pt x="62331" y="7042"/>
                </a:lnTo>
                <a:lnTo>
                  <a:pt x="61600" y="6696"/>
                </a:lnTo>
                <a:lnTo>
                  <a:pt x="60853" y="6365"/>
                </a:lnTo>
                <a:lnTo>
                  <a:pt x="60089" y="6050"/>
                </a:lnTo>
                <a:lnTo>
                  <a:pt x="59309" y="5750"/>
                </a:lnTo>
                <a:lnTo>
                  <a:pt x="58513" y="5465"/>
                </a:lnTo>
                <a:lnTo>
                  <a:pt x="57700" y="5196"/>
                </a:lnTo>
                <a:lnTo>
                  <a:pt x="56871" y="4942"/>
                </a:lnTo>
                <a:lnTo>
                  <a:pt x="56026" y="4704"/>
                </a:lnTo>
                <a:lnTo>
                  <a:pt x="55165" y="4481"/>
                </a:lnTo>
                <a:lnTo>
                  <a:pt x="54287" y="4273"/>
                </a:lnTo>
                <a:lnTo>
                  <a:pt x="53392" y="4081"/>
                </a:lnTo>
                <a:lnTo>
                  <a:pt x="52482" y="3904"/>
                </a:lnTo>
                <a:lnTo>
                  <a:pt x="51555" y="3743"/>
                </a:lnTo>
                <a:lnTo>
                  <a:pt x="50612" y="3596"/>
                </a:lnTo>
                <a:lnTo>
                  <a:pt x="49652" y="3466"/>
                </a:lnTo>
                <a:lnTo>
                  <a:pt x="48676" y="3350"/>
                </a:lnTo>
                <a:lnTo>
                  <a:pt x="47684" y="3250"/>
                </a:lnTo>
                <a:lnTo>
                  <a:pt x="46675" y="3166"/>
                </a:lnTo>
                <a:lnTo>
                  <a:pt x="45651" y="3097"/>
                </a:lnTo>
                <a:lnTo>
                  <a:pt x="44609" y="3043"/>
                </a:lnTo>
                <a:lnTo>
                  <a:pt x="43552" y="3004"/>
                </a:lnTo>
                <a:lnTo>
                  <a:pt x="42478" y="2981"/>
                </a:lnTo>
                <a:lnTo>
                  <a:pt x="41388" y="2974"/>
                </a:lnTo>
                <a:lnTo>
                  <a:pt x="40594" y="2979"/>
                </a:lnTo>
                <a:lnTo>
                  <a:pt x="39808" y="2995"/>
                </a:lnTo>
                <a:lnTo>
                  <a:pt x="39028" y="3021"/>
                </a:lnTo>
                <a:lnTo>
                  <a:pt x="38255" y="3058"/>
                </a:lnTo>
                <a:lnTo>
                  <a:pt x="37489" y="3106"/>
                </a:lnTo>
                <a:lnTo>
                  <a:pt x="36729" y="3164"/>
                </a:lnTo>
                <a:lnTo>
                  <a:pt x="35977" y="3233"/>
                </a:lnTo>
                <a:lnTo>
                  <a:pt x="35231" y="3313"/>
                </a:lnTo>
                <a:lnTo>
                  <a:pt x="34492" y="3403"/>
                </a:lnTo>
                <a:lnTo>
                  <a:pt x="33760" y="3503"/>
                </a:lnTo>
                <a:lnTo>
                  <a:pt x="33035" y="3614"/>
                </a:lnTo>
                <a:lnTo>
                  <a:pt x="32317" y="3736"/>
                </a:lnTo>
                <a:lnTo>
                  <a:pt x="31605" y="3869"/>
                </a:lnTo>
                <a:lnTo>
                  <a:pt x="30901" y="4012"/>
                </a:lnTo>
                <a:lnTo>
                  <a:pt x="30203" y="4165"/>
                </a:lnTo>
                <a:lnTo>
                  <a:pt x="29512" y="4330"/>
                </a:lnTo>
                <a:lnTo>
                  <a:pt x="28828" y="4504"/>
                </a:lnTo>
                <a:lnTo>
                  <a:pt x="28150" y="4690"/>
                </a:lnTo>
                <a:lnTo>
                  <a:pt x="27480" y="4886"/>
                </a:lnTo>
                <a:lnTo>
                  <a:pt x="26816" y="5092"/>
                </a:lnTo>
                <a:lnTo>
                  <a:pt x="26159" y="5310"/>
                </a:lnTo>
                <a:lnTo>
                  <a:pt x="25509" y="5537"/>
                </a:lnTo>
                <a:lnTo>
                  <a:pt x="24866" y="5776"/>
                </a:lnTo>
                <a:lnTo>
                  <a:pt x="24230" y="6025"/>
                </a:lnTo>
                <a:lnTo>
                  <a:pt x="23601" y="6285"/>
                </a:lnTo>
                <a:lnTo>
                  <a:pt x="22979" y="6556"/>
                </a:lnTo>
                <a:lnTo>
                  <a:pt x="22365" y="6838"/>
                </a:lnTo>
                <a:lnTo>
                  <a:pt x="21758" y="7131"/>
                </a:lnTo>
                <a:lnTo>
                  <a:pt x="21158" y="7436"/>
                </a:lnTo>
                <a:lnTo>
                  <a:pt x="20566" y="7751"/>
                </a:lnTo>
                <a:lnTo>
                  <a:pt x="19981" y="8078"/>
                </a:lnTo>
                <a:lnTo>
                  <a:pt x="19404" y="8416"/>
                </a:lnTo>
                <a:lnTo>
                  <a:pt x="18834" y="8765"/>
                </a:lnTo>
                <a:lnTo>
                  <a:pt x="18271" y="9126"/>
                </a:lnTo>
                <a:lnTo>
                  <a:pt x="17716" y="9497"/>
                </a:lnTo>
                <a:lnTo>
                  <a:pt x="17168" y="9880"/>
                </a:lnTo>
                <a:lnTo>
                  <a:pt x="16627" y="10274"/>
                </a:lnTo>
                <a:lnTo>
                  <a:pt x="16094" y="10679"/>
                </a:lnTo>
                <a:lnTo>
                  <a:pt x="15569" y="11095"/>
                </a:lnTo>
                <a:lnTo>
                  <a:pt x="15051" y="11522"/>
                </a:lnTo>
                <a:lnTo>
                  <a:pt x="14540" y="11960"/>
                </a:lnTo>
                <a:lnTo>
                  <a:pt x="14036" y="12410"/>
                </a:lnTo>
                <a:lnTo>
                  <a:pt x="13540" y="12871"/>
                </a:lnTo>
                <a:lnTo>
                  <a:pt x="13051" y="13343"/>
                </a:lnTo>
                <a:lnTo>
                  <a:pt x="12570" y="13826"/>
                </a:lnTo>
                <a:lnTo>
                  <a:pt x="12096" y="14320"/>
                </a:lnTo>
                <a:lnTo>
                  <a:pt x="11630" y="14826"/>
                </a:lnTo>
                <a:lnTo>
                  <a:pt x="11171" y="15342"/>
                </a:lnTo>
                <a:lnTo>
                  <a:pt x="10720" y="15870"/>
                </a:lnTo>
                <a:lnTo>
                  <a:pt x="10278" y="16408"/>
                </a:lnTo>
                <a:lnTo>
                  <a:pt x="9845" y="16958"/>
                </a:lnTo>
                <a:lnTo>
                  <a:pt x="9422" y="17518"/>
                </a:lnTo>
                <a:lnTo>
                  <a:pt x="9007" y="18090"/>
                </a:lnTo>
                <a:lnTo>
                  <a:pt x="8602" y="18672"/>
                </a:lnTo>
                <a:lnTo>
                  <a:pt x="8205" y="19266"/>
                </a:lnTo>
                <a:lnTo>
                  <a:pt x="7818" y="19870"/>
                </a:lnTo>
                <a:lnTo>
                  <a:pt x="7439" y="20486"/>
                </a:lnTo>
                <a:lnTo>
                  <a:pt x="7070" y="21113"/>
                </a:lnTo>
                <a:lnTo>
                  <a:pt x="6710" y="21750"/>
                </a:lnTo>
                <a:lnTo>
                  <a:pt x="6359" y="22399"/>
                </a:lnTo>
                <a:lnTo>
                  <a:pt x="6017" y="23059"/>
                </a:lnTo>
                <a:lnTo>
                  <a:pt x="5684" y="23730"/>
                </a:lnTo>
                <a:lnTo>
                  <a:pt x="5360" y="24411"/>
                </a:lnTo>
                <a:lnTo>
                  <a:pt x="5045" y="25104"/>
                </a:lnTo>
                <a:lnTo>
                  <a:pt x="4739" y="25808"/>
                </a:lnTo>
                <a:lnTo>
                  <a:pt x="4443" y="26523"/>
                </a:lnTo>
                <a:lnTo>
                  <a:pt x="4155" y="27249"/>
                </a:lnTo>
                <a:lnTo>
                  <a:pt x="3876" y="27986"/>
                </a:lnTo>
                <a:lnTo>
                  <a:pt x="3607" y="28734"/>
                </a:lnTo>
                <a:lnTo>
                  <a:pt x="3347" y="29492"/>
                </a:lnTo>
                <a:lnTo>
                  <a:pt x="3095" y="30262"/>
                </a:lnTo>
                <a:lnTo>
                  <a:pt x="2853" y="31043"/>
                </a:lnTo>
                <a:lnTo>
                  <a:pt x="2620" y="31835"/>
                </a:lnTo>
                <a:lnTo>
                  <a:pt x="2397" y="32639"/>
                </a:lnTo>
                <a:lnTo>
                  <a:pt x="2184" y="33453"/>
                </a:lnTo>
                <a:lnTo>
                  <a:pt x="1981" y="34279"/>
                </a:lnTo>
                <a:lnTo>
                  <a:pt x="1788" y="35116"/>
                </a:lnTo>
                <a:lnTo>
                  <a:pt x="1605" y="35964"/>
                </a:lnTo>
                <a:lnTo>
                  <a:pt x="1431" y="36824"/>
                </a:lnTo>
                <a:lnTo>
                  <a:pt x="1268" y="37695"/>
                </a:lnTo>
                <a:lnTo>
                  <a:pt x="1114" y="38578"/>
                </a:lnTo>
                <a:lnTo>
                  <a:pt x="971" y="39471"/>
                </a:lnTo>
                <a:lnTo>
                  <a:pt x="837" y="40376"/>
                </a:lnTo>
                <a:lnTo>
                  <a:pt x="713" y="41292"/>
                </a:lnTo>
                <a:lnTo>
                  <a:pt x="599" y="42220"/>
                </a:lnTo>
                <a:lnTo>
                  <a:pt x="495" y="43159"/>
                </a:lnTo>
                <a:lnTo>
                  <a:pt x="401" y="44109"/>
                </a:lnTo>
                <a:lnTo>
                  <a:pt x="317" y="45070"/>
                </a:lnTo>
                <a:lnTo>
                  <a:pt x="243" y="46043"/>
                </a:lnTo>
                <a:lnTo>
                  <a:pt x="178" y="47027"/>
                </a:lnTo>
                <a:lnTo>
                  <a:pt x="124" y="48023"/>
                </a:lnTo>
                <a:lnTo>
                  <a:pt x="79" y="49029"/>
                </a:lnTo>
                <a:lnTo>
                  <a:pt x="45" y="50047"/>
                </a:lnTo>
                <a:lnTo>
                  <a:pt x="20" y="51076"/>
                </a:lnTo>
                <a:lnTo>
                  <a:pt x="5" y="52117"/>
                </a:lnTo>
                <a:lnTo>
                  <a:pt x="0" y="53169"/>
                </a:lnTo>
                <a:lnTo>
                  <a:pt x="0" y="73084"/>
                </a:lnTo>
                <a:lnTo>
                  <a:pt x="5" y="74149"/>
                </a:lnTo>
                <a:lnTo>
                  <a:pt x="21" y="75202"/>
                </a:lnTo>
                <a:lnTo>
                  <a:pt x="46" y="76242"/>
                </a:lnTo>
                <a:lnTo>
                  <a:pt x="83" y="77271"/>
                </a:lnTo>
                <a:lnTo>
                  <a:pt x="129" y="78287"/>
                </a:lnTo>
                <a:lnTo>
                  <a:pt x="186" y="79291"/>
                </a:lnTo>
                <a:lnTo>
                  <a:pt x="253" y="80283"/>
                </a:lnTo>
                <a:lnTo>
                  <a:pt x="330" y="81263"/>
                </a:lnTo>
                <a:lnTo>
                  <a:pt x="418" y="82231"/>
                </a:lnTo>
                <a:lnTo>
                  <a:pt x="516" y="83187"/>
                </a:lnTo>
                <a:lnTo>
                  <a:pt x="625" y="84130"/>
                </a:lnTo>
                <a:lnTo>
                  <a:pt x="743" y="85062"/>
                </a:lnTo>
                <a:lnTo>
                  <a:pt x="872" y="85981"/>
                </a:lnTo>
                <a:lnTo>
                  <a:pt x="1012" y="86888"/>
                </a:lnTo>
                <a:lnTo>
                  <a:pt x="1162" y="87783"/>
                </a:lnTo>
                <a:lnTo>
                  <a:pt x="1322" y="88666"/>
                </a:lnTo>
                <a:lnTo>
                  <a:pt x="1492" y="89537"/>
                </a:lnTo>
                <a:lnTo>
                  <a:pt x="1673" y="90395"/>
                </a:lnTo>
                <a:lnTo>
                  <a:pt x="1864" y="91242"/>
                </a:lnTo>
                <a:lnTo>
                  <a:pt x="2065" y="92076"/>
                </a:lnTo>
                <a:lnTo>
                  <a:pt x="2277" y="92899"/>
                </a:lnTo>
                <a:lnTo>
                  <a:pt x="2499" y="93709"/>
                </a:lnTo>
                <a:lnTo>
                  <a:pt x="2731" y="94507"/>
                </a:lnTo>
                <a:lnTo>
                  <a:pt x="2973" y="95292"/>
                </a:lnTo>
                <a:lnTo>
                  <a:pt x="3226" y="96067"/>
                </a:lnTo>
                <a:lnTo>
                  <a:pt x="3488" y="96830"/>
                </a:lnTo>
                <a:lnTo>
                  <a:pt x="3759" y="97582"/>
                </a:lnTo>
                <a:lnTo>
                  <a:pt x="4039" y="98324"/>
                </a:lnTo>
                <a:lnTo>
                  <a:pt x="4329" y="99055"/>
                </a:lnTo>
                <a:lnTo>
                  <a:pt x="4629" y="99774"/>
                </a:lnTo>
                <a:lnTo>
                  <a:pt x="4937" y="100483"/>
                </a:lnTo>
                <a:lnTo>
                  <a:pt x="5255" y="101181"/>
                </a:lnTo>
                <a:lnTo>
                  <a:pt x="5582" y="101869"/>
                </a:lnTo>
                <a:lnTo>
                  <a:pt x="5919" y="102545"/>
                </a:lnTo>
                <a:lnTo>
                  <a:pt x="6265" y="103211"/>
                </a:lnTo>
                <a:lnTo>
                  <a:pt x="6620" y="103865"/>
                </a:lnTo>
                <a:lnTo>
                  <a:pt x="6985" y="104509"/>
                </a:lnTo>
                <a:lnTo>
                  <a:pt x="7359" y="105142"/>
                </a:lnTo>
                <a:lnTo>
                  <a:pt x="7742" y="105764"/>
                </a:lnTo>
                <a:lnTo>
                  <a:pt x="8135" y="106375"/>
                </a:lnTo>
                <a:lnTo>
                  <a:pt x="8537" y="106975"/>
                </a:lnTo>
                <a:lnTo>
                  <a:pt x="8948" y="107565"/>
                </a:lnTo>
                <a:lnTo>
                  <a:pt x="9369" y="108143"/>
                </a:lnTo>
                <a:lnTo>
                  <a:pt x="9799" y="108711"/>
                </a:lnTo>
                <a:lnTo>
                  <a:pt x="10238" y="109268"/>
                </a:lnTo>
                <a:lnTo>
                  <a:pt x="10687" y="109814"/>
                </a:lnTo>
                <a:lnTo>
                  <a:pt x="11145" y="110349"/>
                </a:lnTo>
                <a:lnTo>
                  <a:pt x="11613" y="110873"/>
                </a:lnTo>
                <a:lnTo>
                  <a:pt x="12089" y="111386"/>
                </a:lnTo>
                <a:lnTo>
                  <a:pt x="12573" y="111888"/>
                </a:lnTo>
                <a:lnTo>
                  <a:pt x="13064" y="112379"/>
                </a:lnTo>
                <a:lnTo>
                  <a:pt x="13564" y="112859"/>
                </a:lnTo>
                <a:lnTo>
                  <a:pt x="14071" y="113329"/>
                </a:lnTo>
                <a:lnTo>
                  <a:pt x="14586" y="113787"/>
                </a:lnTo>
                <a:lnTo>
                  <a:pt x="15109" y="114234"/>
                </a:lnTo>
                <a:lnTo>
                  <a:pt x="15640" y="114670"/>
                </a:lnTo>
                <a:lnTo>
                  <a:pt x="16178" y="115095"/>
                </a:lnTo>
                <a:lnTo>
                  <a:pt x="16725" y="115509"/>
                </a:lnTo>
                <a:lnTo>
                  <a:pt x="17279" y="115912"/>
                </a:lnTo>
                <a:lnTo>
                  <a:pt x="17841" y="116303"/>
                </a:lnTo>
                <a:lnTo>
                  <a:pt x="18411" y="116684"/>
                </a:lnTo>
                <a:lnTo>
                  <a:pt x="18988" y="117054"/>
                </a:lnTo>
                <a:lnTo>
                  <a:pt x="19574" y="117413"/>
                </a:lnTo>
                <a:lnTo>
                  <a:pt x="20167" y="117761"/>
                </a:lnTo>
                <a:lnTo>
                  <a:pt x="20768" y="118098"/>
                </a:lnTo>
                <a:lnTo>
                  <a:pt x="21377" y="118424"/>
                </a:lnTo>
                <a:lnTo>
                  <a:pt x="21994" y="118739"/>
                </a:lnTo>
                <a:lnTo>
                  <a:pt x="22618" y="119043"/>
                </a:lnTo>
                <a:lnTo>
                  <a:pt x="23251" y="119335"/>
                </a:lnTo>
                <a:lnTo>
                  <a:pt x="23891" y="119617"/>
                </a:lnTo>
                <a:lnTo>
                  <a:pt x="24539" y="119888"/>
                </a:lnTo>
                <a:lnTo>
                  <a:pt x="25194" y="120148"/>
                </a:lnTo>
                <a:lnTo>
                  <a:pt x="25857" y="120397"/>
                </a:lnTo>
                <a:lnTo>
                  <a:pt x="26526" y="120635"/>
                </a:lnTo>
                <a:lnTo>
                  <a:pt x="27202" y="120863"/>
                </a:lnTo>
                <a:lnTo>
                  <a:pt x="27883" y="121080"/>
                </a:lnTo>
                <a:lnTo>
                  <a:pt x="28571" y="121287"/>
                </a:lnTo>
                <a:lnTo>
                  <a:pt x="29265" y="121483"/>
                </a:lnTo>
                <a:lnTo>
                  <a:pt x="29966" y="121668"/>
                </a:lnTo>
                <a:lnTo>
                  <a:pt x="30673" y="121843"/>
                </a:lnTo>
                <a:lnTo>
                  <a:pt x="31386" y="122007"/>
                </a:lnTo>
                <a:lnTo>
                  <a:pt x="32105" y="122161"/>
                </a:lnTo>
                <a:lnTo>
                  <a:pt x="32830" y="122304"/>
                </a:lnTo>
                <a:lnTo>
                  <a:pt x="33562" y="122436"/>
                </a:lnTo>
                <a:lnTo>
                  <a:pt x="34300" y="122558"/>
                </a:lnTo>
                <a:lnTo>
                  <a:pt x="35045" y="122669"/>
                </a:lnTo>
                <a:lnTo>
                  <a:pt x="35796" y="122770"/>
                </a:lnTo>
                <a:lnTo>
                  <a:pt x="36553" y="122860"/>
                </a:lnTo>
                <a:lnTo>
                  <a:pt x="37316" y="122940"/>
                </a:lnTo>
                <a:lnTo>
                  <a:pt x="38085" y="123008"/>
                </a:lnTo>
                <a:lnTo>
                  <a:pt x="38861" y="123067"/>
                </a:lnTo>
                <a:lnTo>
                  <a:pt x="39643" y="123114"/>
                </a:lnTo>
                <a:lnTo>
                  <a:pt x="40432" y="123151"/>
                </a:lnTo>
                <a:lnTo>
                  <a:pt x="41226" y="123178"/>
                </a:lnTo>
                <a:lnTo>
                  <a:pt x="42027" y="123194"/>
                </a:lnTo>
                <a:lnTo>
                  <a:pt x="42834" y="123199"/>
                </a:lnTo>
                <a:lnTo>
                  <a:pt x="43746" y="123195"/>
                </a:lnTo>
                <a:lnTo>
                  <a:pt x="44646" y="123181"/>
                </a:lnTo>
                <a:lnTo>
                  <a:pt x="45535" y="123158"/>
                </a:lnTo>
                <a:lnTo>
                  <a:pt x="46412" y="123127"/>
                </a:lnTo>
                <a:lnTo>
                  <a:pt x="47277" y="123086"/>
                </a:lnTo>
                <a:lnTo>
                  <a:pt x="48131" y="123036"/>
                </a:lnTo>
                <a:lnTo>
                  <a:pt x="48973" y="122977"/>
                </a:lnTo>
                <a:lnTo>
                  <a:pt x="49804" y="122909"/>
                </a:lnTo>
                <a:lnTo>
                  <a:pt x="50623" y="122832"/>
                </a:lnTo>
                <a:lnTo>
                  <a:pt x="51430" y="122746"/>
                </a:lnTo>
                <a:lnTo>
                  <a:pt x="52226" y="122650"/>
                </a:lnTo>
                <a:lnTo>
                  <a:pt x="53011" y="122546"/>
                </a:lnTo>
                <a:lnTo>
                  <a:pt x="53783" y="122433"/>
                </a:lnTo>
                <a:lnTo>
                  <a:pt x="54544" y="122310"/>
                </a:lnTo>
                <a:lnTo>
                  <a:pt x="55294" y="122179"/>
                </a:lnTo>
                <a:lnTo>
                  <a:pt x="56032" y="122038"/>
                </a:lnTo>
                <a:lnTo>
                  <a:pt x="56758" y="121889"/>
                </a:lnTo>
                <a:lnTo>
                  <a:pt x="57473" y="121730"/>
                </a:lnTo>
                <a:lnTo>
                  <a:pt x="58177" y="121562"/>
                </a:lnTo>
                <a:lnTo>
                  <a:pt x="58868" y="121385"/>
                </a:lnTo>
                <a:lnTo>
                  <a:pt x="59548" y="121199"/>
                </a:lnTo>
                <a:lnTo>
                  <a:pt x="60217" y="121004"/>
                </a:lnTo>
                <a:lnTo>
                  <a:pt x="60874" y="120800"/>
                </a:lnTo>
                <a:lnTo>
                  <a:pt x="61519" y="120587"/>
                </a:lnTo>
                <a:lnTo>
                  <a:pt x="62154" y="120368"/>
                </a:lnTo>
                <a:lnTo>
                  <a:pt x="62778" y="120146"/>
                </a:lnTo>
                <a:lnTo>
                  <a:pt x="63393" y="119920"/>
                </a:lnTo>
                <a:lnTo>
                  <a:pt x="63997" y="119692"/>
                </a:lnTo>
                <a:lnTo>
                  <a:pt x="64591" y="119461"/>
                </a:lnTo>
                <a:lnTo>
                  <a:pt x="65176" y="119226"/>
                </a:lnTo>
                <a:lnTo>
                  <a:pt x="65750" y="118988"/>
                </a:lnTo>
                <a:lnTo>
                  <a:pt x="66314" y="118748"/>
                </a:lnTo>
                <a:lnTo>
                  <a:pt x="66868" y="118504"/>
                </a:lnTo>
                <a:lnTo>
                  <a:pt x="67413" y="118257"/>
                </a:lnTo>
                <a:lnTo>
                  <a:pt x="67947" y="118007"/>
                </a:lnTo>
                <a:lnTo>
                  <a:pt x="68471" y="117754"/>
                </a:lnTo>
                <a:lnTo>
                  <a:pt x="68985" y="117498"/>
                </a:lnTo>
                <a:lnTo>
                  <a:pt x="69489" y="117239"/>
                </a:lnTo>
                <a:lnTo>
                  <a:pt x="69983" y="116977"/>
                </a:lnTo>
                <a:lnTo>
                  <a:pt x="70466" y="116712"/>
                </a:lnTo>
                <a:lnTo>
                  <a:pt x="70940" y="116444"/>
                </a:lnTo>
                <a:lnTo>
                  <a:pt x="71404" y="116172"/>
                </a:lnTo>
                <a:lnTo>
                  <a:pt x="71858" y="115898"/>
                </a:lnTo>
                <a:lnTo>
                  <a:pt x="72301" y="115620"/>
                </a:lnTo>
                <a:lnTo>
                  <a:pt x="72735" y="115340"/>
                </a:lnTo>
                <a:lnTo>
                  <a:pt x="73159" y="115056"/>
                </a:lnTo>
                <a:lnTo>
                  <a:pt x="73572" y="114769"/>
                </a:lnTo>
                <a:lnTo>
                  <a:pt x="73976" y="114480"/>
                </a:lnTo>
                <a:lnTo>
                  <a:pt x="74370" y="114190"/>
                </a:lnTo>
                <a:lnTo>
                  <a:pt x="74757" y="113903"/>
                </a:lnTo>
                <a:lnTo>
                  <a:pt x="75135" y="113619"/>
                </a:lnTo>
                <a:lnTo>
                  <a:pt x="75506" y="113338"/>
                </a:lnTo>
                <a:lnTo>
                  <a:pt x="75869" y="113060"/>
                </a:lnTo>
                <a:lnTo>
                  <a:pt x="76223" y="112784"/>
                </a:lnTo>
                <a:lnTo>
                  <a:pt x="76570" y="112512"/>
                </a:lnTo>
                <a:lnTo>
                  <a:pt x="76909" y="112243"/>
                </a:lnTo>
                <a:lnTo>
                  <a:pt x="77240" y="111976"/>
                </a:lnTo>
                <a:lnTo>
                  <a:pt x="77563" y="111713"/>
                </a:lnTo>
                <a:lnTo>
                  <a:pt x="77878" y="111452"/>
                </a:lnTo>
                <a:lnTo>
                  <a:pt x="78185" y="111195"/>
                </a:lnTo>
                <a:lnTo>
                  <a:pt x="78484" y="110940"/>
                </a:lnTo>
                <a:lnTo>
                  <a:pt x="78775" y="110688"/>
                </a:lnTo>
                <a:lnTo>
                  <a:pt x="79058" y="110439"/>
                </a:lnTo>
                <a:lnTo>
                  <a:pt x="79333" y="110193"/>
                </a:lnTo>
                <a:lnTo>
                  <a:pt x="79601" y="109950"/>
                </a:lnTo>
                <a:lnTo>
                  <a:pt x="79860" y="109710"/>
                </a:lnTo>
                <a:lnTo>
                  <a:pt x="80111" y="109473"/>
                </a:lnTo>
                <a:lnTo>
                  <a:pt x="80355" y="109239"/>
                </a:lnTo>
                <a:lnTo>
                  <a:pt x="80590" y="109008"/>
                </a:lnTo>
                <a:lnTo>
                  <a:pt x="80818" y="108780"/>
                </a:lnTo>
                <a:lnTo>
                  <a:pt x="81037" y="108554"/>
                </a:lnTo>
                <a:lnTo>
                  <a:pt x="81249" y="108332"/>
                </a:lnTo>
                <a:lnTo>
                  <a:pt x="81249" y="60113"/>
                </a:lnTo>
                <a:lnTo>
                  <a:pt x="40986" y="60113"/>
                </a:lnTo>
                <a:lnTo>
                  <a:pt x="40986" y="77873"/>
                </a:lnTo>
                <a:lnTo>
                  <a:pt x="57782" y="77873"/>
                </a:lnTo>
                <a:lnTo>
                  <a:pt x="57782" y="99411"/>
                </a:lnTo>
                <a:lnTo>
                  <a:pt x="57694" y="99459"/>
                </a:lnTo>
                <a:close/>
                <a:moveTo>
                  <a:pt x="162632" y="72730"/>
                </a:moveTo>
                <a:lnTo>
                  <a:pt x="162606" y="71891"/>
                </a:lnTo>
                <a:lnTo>
                  <a:pt x="162574" y="71060"/>
                </a:lnTo>
                <a:lnTo>
                  <a:pt x="162534" y="70239"/>
                </a:lnTo>
                <a:lnTo>
                  <a:pt x="162487" y="69426"/>
                </a:lnTo>
                <a:lnTo>
                  <a:pt x="162432" y="68623"/>
                </a:lnTo>
                <a:lnTo>
                  <a:pt x="162371" y="67828"/>
                </a:lnTo>
                <a:lnTo>
                  <a:pt x="162302" y="67042"/>
                </a:lnTo>
                <a:lnTo>
                  <a:pt x="162226" y="66265"/>
                </a:lnTo>
                <a:lnTo>
                  <a:pt x="162142" y="65497"/>
                </a:lnTo>
                <a:lnTo>
                  <a:pt x="162051" y="64738"/>
                </a:lnTo>
                <a:lnTo>
                  <a:pt x="161953" y="63988"/>
                </a:lnTo>
                <a:lnTo>
                  <a:pt x="161848" y="63247"/>
                </a:lnTo>
                <a:lnTo>
                  <a:pt x="161736" y="62515"/>
                </a:lnTo>
                <a:lnTo>
                  <a:pt x="161616" y="61792"/>
                </a:lnTo>
                <a:lnTo>
                  <a:pt x="161489" y="61077"/>
                </a:lnTo>
                <a:lnTo>
                  <a:pt x="161355" y="60372"/>
                </a:lnTo>
                <a:lnTo>
                  <a:pt x="161213" y="59675"/>
                </a:lnTo>
                <a:lnTo>
                  <a:pt x="161065" y="58988"/>
                </a:lnTo>
                <a:lnTo>
                  <a:pt x="160909" y="58309"/>
                </a:lnTo>
                <a:lnTo>
                  <a:pt x="160745" y="57639"/>
                </a:lnTo>
                <a:lnTo>
                  <a:pt x="160575" y="56979"/>
                </a:lnTo>
                <a:lnTo>
                  <a:pt x="160397" y="56327"/>
                </a:lnTo>
                <a:lnTo>
                  <a:pt x="160213" y="55684"/>
                </a:lnTo>
                <a:lnTo>
                  <a:pt x="160021" y="55049"/>
                </a:lnTo>
                <a:lnTo>
                  <a:pt x="159823" y="54424"/>
                </a:lnTo>
                <a:lnTo>
                  <a:pt x="159617" y="53807"/>
                </a:lnTo>
                <a:lnTo>
                  <a:pt x="159405" y="53199"/>
                </a:lnTo>
                <a:lnTo>
                  <a:pt x="159185" y="52600"/>
                </a:lnTo>
                <a:lnTo>
                  <a:pt x="158959" y="52009"/>
                </a:lnTo>
                <a:lnTo>
                  <a:pt x="158725" y="51428"/>
                </a:lnTo>
                <a:lnTo>
                  <a:pt x="158485" y="50855"/>
                </a:lnTo>
                <a:lnTo>
                  <a:pt x="158238" y="50291"/>
                </a:lnTo>
                <a:lnTo>
                  <a:pt x="157983" y="49736"/>
                </a:lnTo>
                <a:lnTo>
                  <a:pt x="157722" y="49189"/>
                </a:lnTo>
                <a:lnTo>
                  <a:pt x="157454" y="48652"/>
                </a:lnTo>
                <a:lnTo>
                  <a:pt x="157178" y="48123"/>
                </a:lnTo>
                <a:lnTo>
                  <a:pt x="156896" y="47603"/>
                </a:lnTo>
                <a:lnTo>
                  <a:pt x="156607" y="47091"/>
                </a:lnTo>
                <a:lnTo>
                  <a:pt x="156311" y="46589"/>
                </a:lnTo>
                <a:lnTo>
                  <a:pt x="156007" y="46095"/>
                </a:lnTo>
                <a:lnTo>
                  <a:pt x="155697" y="45610"/>
                </a:lnTo>
                <a:lnTo>
                  <a:pt x="155380" y="45134"/>
                </a:lnTo>
                <a:lnTo>
                  <a:pt x="155056" y="44667"/>
                </a:lnTo>
                <a:lnTo>
                  <a:pt x="154725" y="44208"/>
                </a:lnTo>
                <a:lnTo>
                  <a:pt x="154387" y="43759"/>
                </a:lnTo>
                <a:lnTo>
                  <a:pt x="154042" y="43318"/>
                </a:lnTo>
                <a:lnTo>
                  <a:pt x="153689" y="42886"/>
                </a:lnTo>
                <a:lnTo>
                  <a:pt x="153329" y="42464"/>
                </a:lnTo>
                <a:lnTo>
                  <a:pt x="152962" y="42051"/>
                </a:lnTo>
                <a:lnTo>
                  <a:pt x="152587" y="41647"/>
                </a:lnTo>
                <a:lnTo>
                  <a:pt x="152204" y="41252"/>
                </a:lnTo>
                <a:lnTo>
                  <a:pt x="151815" y="40867"/>
                </a:lnTo>
                <a:lnTo>
                  <a:pt x="151418" y="40490"/>
                </a:lnTo>
                <a:lnTo>
                  <a:pt x="151013" y="40123"/>
                </a:lnTo>
                <a:lnTo>
                  <a:pt x="150602" y="39765"/>
                </a:lnTo>
                <a:lnTo>
                  <a:pt x="150182" y="39417"/>
                </a:lnTo>
                <a:lnTo>
                  <a:pt x="149756" y="39077"/>
                </a:lnTo>
                <a:lnTo>
                  <a:pt x="149322" y="38747"/>
                </a:lnTo>
                <a:lnTo>
                  <a:pt x="148880" y="38426"/>
                </a:lnTo>
                <a:lnTo>
                  <a:pt x="148432" y="38114"/>
                </a:lnTo>
                <a:lnTo>
                  <a:pt x="147976" y="37812"/>
                </a:lnTo>
                <a:lnTo>
                  <a:pt x="147512" y="37518"/>
                </a:lnTo>
                <a:lnTo>
                  <a:pt x="147041" y="37234"/>
                </a:lnTo>
                <a:lnTo>
                  <a:pt x="146563" y="36959"/>
                </a:lnTo>
                <a:lnTo>
                  <a:pt x="146077" y="36693"/>
                </a:lnTo>
                <a:lnTo>
                  <a:pt x="145584" y="36437"/>
                </a:lnTo>
                <a:lnTo>
                  <a:pt x="145083" y="36189"/>
                </a:lnTo>
                <a:lnTo>
                  <a:pt x="144575" y="35951"/>
                </a:lnTo>
                <a:lnTo>
                  <a:pt x="144060" y="35722"/>
                </a:lnTo>
                <a:lnTo>
                  <a:pt x="143538" y="35502"/>
                </a:lnTo>
                <a:lnTo>
                  <a:pt x="143008" y="35292"/>
                </a:lnTo>
                <a:lnTo>
                  <a:pt x="142472" y="35091"/>
                </a:lnTo>
                <a:lnTo>
                  <a:pt x="141929" y="34900"/>
                </a:lnTo>
                <a:lnTo>
                  <a:pt x="141379" y="34717"/>
                </a:lnTo>
                <a:lnTo>
                  <a:pt x="140823" y="34544"/>
                </a:lnTo>
                <a:lnTo>
                  <a:pt x="140259" y="34381"/>
                </a:lnTo>
                <a:lnTo>
                  <a:pt x="139689" y="34226"/>
                </a:lnTo>
                <a:lnTo>
                  <a:pt x="139112" y="34082"/>
                </a:lnTo>
                <a:lnTo>
                  <a:pt x="138528" y="33946"/>
                </a:lnTo>
                <a:lnTo>
                  <a:pt x="137937" y="33820"/>
                </a:lnTo>
                <a:lnTo>
                  <a:pt x="137340" y="33703"/>
                </a:lnTo>
                <a:lnTo>
                  <a:pt x="136735" y="33595"/>
                </a:lnTo>
                <a:lnTo>
                  <a:pt x="136124" y="33497"/>
                </a:lnTo>
                <a:lnTo>
                  <a:pt x="135506" y="33408"/>
                </a:lnTo>
                <a:lnTo>
                  <a:pt x="134881" y="33329"/>
                </a:lnTo>
                <a:lnTo>
                  <a:pt x="134249" y="33259"/>
                </a:lnTo>
                <a:lnTo>
                  <a:pt x="133610" y="33198"/>
                </a:lnTo>
                <a:lnTo>
                  <a:pt x="132965" y="33147"/>
                </a:lnTo>
                <a:lnTo>
                  <a:pt x="132312" y="33105"/>
                </a:lnTo>
                <a:lnTo>
                  <a:pt x="131653" y="33072"/>
                </a:lnTo>
                <a:lnTo>
                  <a:pt x="130987" y="33049"/>
                </a:lnTo>
                <a:lnTo>
                  <a:pt x="130314" y="33035"/>
                </a:lnTo>
                <a:lnTo>
                  <a:pt x="129635" y="33030"/>
                </a:lnTo>
                <a:lnTo>
                  <a:pt x="128954" y="33035"/>
                </a:lnTo>
                <a:lnTo>
                  <a:pt x="128280" y="33049"/>
                </a:lnTo>
                <a:lnTo>
                  <a:pt x="127612" y="33072"/>
                </a:lnTo>
                <a:lnTo>
                  <a:pt x="126950" y="33105"/>
                </a:lnTo>
                <a:lnTo>
                  <a:pt x="126294" y="33147"/>
                </a:lnTo>
                <a:lnTo>
                  <a:pt x="125644" y="33198"/>
                </a:lnTo>
                <a:lnTo>
                  <a:pt x="125000" y="33259"/>
                </a:lnTo>
                <a:lnTo>
                  <a:pt x="124362" y="33329"/>
                </a:lnTo>
                <a:lnTo>
                  <a:pt x="123730" y="33408"/>
                </a:lnTo>
                <a:lnTo>
                  <a:pt x="123104" y="33497"/>
                </a:lnTo>
                <a:lnTo>
                  <a:pt x="122483" y="33595"/>
                </a:lnTo>
                <a:lnTo>
                  <a:pt x="121869" y="33703"/>
                </a:lnTo>
                <a:lnTo>
                  <a:pt x="121261" y="33820"/>
                </a:lnTo>
                <a:lnTo>
                  <a:pt x="120659" y="33946"/>
                </a:lnTo>
                <a:lnTo>
                  <a:pt x="120063" y="34082"/>
                </a:lnTo>
                <a:lnTo>
                  <a:pt x="119473" y="34226"/>
                </a:lnTo>
                <a:lnTo>
                  <a:pt x="118889" y="34381"/>
                </a:lnTo>
                <a:lnTo>
                  <a:pt x="118311" y="34544"/>
                </a:lnTo>
                <a:lnTo>
                  <a:pt x="117739" y="34717"/>
                </a:lnTo>
                <a:lnTo>
                  <a:pt x="117172" y="34900"/>
                </a:lnTo>
                <a:lnTo>
                  <a:pt x="116612" y="35091"/>
                </a:lnTo>
                <a:lnTo>
                  <a:pt x="116058" y="35292"/>
                </a:lnTo>
                <a:lnTo>
                  <a:pt x="115510" y="35502"/>
                </a:lnTo>
                <a:lnTo>
                  <a:pt x="114968" y="35722"/>
                </a:lnTo>
                <a:lnTo>
                  <a:pt x="114432" y="35951"/>
                </a:lnTo>
                <a:lnTo>
                  <a:pt x="113904" y="36190"/>
                </a:lnTo>
                <a:lnTo>
                  <a:pt x="113383" y="36439"/>
                </a:lnTo>
                <a:lnTo>
                  <a:pt x="112868" y="36697"/>
                </a:lnTo>
                <a:lnTo>
                  <a:pt x="112361" y="36964"/>
                </a:lnTo>
                <a:lnTo>
                  <a:pt x="111861" y="37242"/>
                </a:lnTo>
                <a:lnTo>
                  <a:pt x="111369" y="37528"/>
                </a:lnTo>
                <a:lnTo>
                  <a:pt x="110883" y="37825"/>
                </a:lnTo>
                <a:lnTo>
                  <a:pt x="110404" y="38131"/>
                </a:lnTo>
                <a:lnTo>
                  <a:pt x="109933" y="38447"/>
                </a:lnTo>
                <a:lnTo>
                  <a:pt x="109468" y="38772"/>
                </a:lnTo>
                <a:lnTo>
                  <a:pt x="109011" y="39107"/>
                </a:lnTo>
                <a:lnTo>
                  <a:pt x="108561" y="39452"/>
                </a:lnTo>
                <a:lnTo>
                  <a:pt x="108118" y="39806"/>
                </a:lnTo>
                <a:lnTo>
                  <a:pt x="107682" y="40170"/>
                </a:lnTo>
                <a:lnTo>
                  <a:pt x="107253" y="40544"/>
                </a:lnTo>
                <a:lnTo>
                  <a:pt x="106831" y="40927"/>
                </a:lnTo>
                <a:lnTo>
                  <a:pt x="106417" y="41320"/>
                </a:lnTo>
                <a:lnTo>
                  <a:pt x="106009" y="41722"/>
                </a:lnTo>
                <a:lnTo>
                  <a:pt x="105609" y="42135"/>
                </a:lnTo>
                <a:lnTo>
                  <a:pt x="105216" y="42556"/>
                </a:lnTo>
                <a:lnTo>
                  <a:pt x="104829" y="42988"/>
                </a:lnTo>
                <a:lnTo>
                  <a:pt x="104450" y="43429"/>
                </a:lnTo>
                <a:lnTo>
                  <a:pt x="104079" y="43879"/>
                </a:lnTo>
                <a:lnTo>
                  <a:pt x="103714" y="44339"/>
                </a:lnTo>
                <a:lnTo>
                  <a:pt x="103356" y="44808"/>
                </a:lnTo>
                <a:lnTo>
                  <a:pt x="103005" y="45285"/>
                </a:lnTo>
                <a:lnTo>
                  <a:pt x="102661" y="45771"/>
                </a:lnTo>
                <a:lnTo>
                  <a:pt x="102324" y="46266"/>
                </a:lnTo>
                <a:lnTo>
                  <a:pt x="101994" y="46770"/>
                </a:lnTo>
                <a:lnTo>
                  <a:pt x="101671" y="47282"/>
                </a:lnTo>
                <a:lnTo>
                  <a:pt x="101355" y="47804"/>
                </a:lnTo>
                <a:lnTo>
                  <a:pt x="101046" y="48334"/>
                </a:lnTo>
                <a:lnTo>
                  <a:pt x="100744" y="48873"/>
                </a:lnTo>
                <a:lnTo>
                  <a:pt x="100449" y="49420"/>
                </a:lnTo>
                <a:lnTo>
                  <a:pt x="100161" y="49977"/>
                </a:lnTo>
                <a:lnTo>
                  <a:pt x="99880" y="50542"/>
                </a:lnTo>
                <a:lnTo>
                  <a:pt x="99605" y="51116"/>
                </a:lnTo>
                <a:lnTo>
                  <a:pt x="99338" y="51699"/>
                </a:lnTo>
                <a:lnTo>
                  <a:pt x="99078" y="52291"/>
                </a:lnTo>
                <a:lnTo>
                  <a:pt x="98825" y="52891"/>
                </a:lnTo>
                <a:lnTo>
                  <a:pt x="98579" y="53500"/>
                </a:lnTo>
                <a:lnTo>
                  <a:pt x="98339" y="54118"/>
                </a:lnTo>
                <a:lnTo>
                  <a:pt x="98107" y="54745"/>
                </a:lnTo>
                <a:lnTo>
                  <a:pt x="97882" y="55381"/>
                </a:lnTo>
                <a:lnTo>
                  <a:pt x="97663" y="56025"/>
                </a:lnTo>
                <a:lnTo>
                  <a:pt x="97452" y="56678"/>
                </a:lnTo>
                <a:lnTo>
                  <a:pt x="97248" y="57340"/>
                </a:lnTo>
                <a:lnTo>
                  <a:pt x="97051" y="58011"/>
                </a:lnTo>
                <a:lnTo>
                  <a:pt x="96862" y="58691"/>
                </a:lnTo>
                <a:lnTo>
                  <a:pt x="96682" y="59380"/>
                </a:lnTo>
                <a:lnTo>
                  <a:pt x="96511" y="60078"/>
                </a:lnTo>
                <a:lnTo>
                  <a:pt x="96348" y="60785"/>
                </a:lnTo>
                <a:lnTo>
                  <a:pt x="96193" y="61502"/>
                </a:lnTo>
                <a:lnTo>
                  <a:pt x="96046" y="62227"/>
                </a:lnTo>
                <a:lnTo>
                  <a:pt x="95908" y="62961"/>
                </a:lnTo>
                <a:lnTo>
                  <a:pt x="95778" y="63705"/>
                </a:lnTo>
                <a:lnTo>
                  <a:pt x="95657" y="64457"/>
                </a:lnTo>
                <a:lnTo>
                  <a:pt x="95544" y="65219"/>
                </a:lnTo>
                <a:lnTo>
                  <a:pt x="95439" y="65989"/>
                </a:lnTo>
                <a:lnTo>
                  <a:pt x="95343" y="66769"/>
                </a:lnTo>
                <a:lnTo>
                  <a:pt x="95255" y="67558"/>
                </a:lnTo>
                <a:lnTo>
                  <a:pt x="95176" y="68356"/>
                </a:lnTo>
                <a:lnTo>
                  <a:pt x="95104" y="69163"/>
                </a:lnTo>
                <a:lnTo>
                  <a:pt x="95042" y="69979"/>
                </a:lnTo>
                <a:lnTo>
                  <a:pt x="94987" y="70804"/>
                </a:lnTo>
                <a:lnTo>
                  <a:pt x="94941" y="71638"/>
                </a:lnTo>
                <a:lnTo>
                  <a:pt x="94904" y="72481"/>
                </a:lnTo>
                <a:lnTo>
                  <a:pt x="94874" y="73333"/>
                </a:lnTo>
                <a:lnTo>
                  <a:pt x="94853" y="74195"/>
                </a:lnTo>
                <a:lnTo>
                  <a:pt x="94841" y="75065"/>
                </a:lnTo>
                <a:lnTo>
                  <a:pt x="94837" y="75945"/>
                </a:lnTo>
                <a:lnTo>
                  <a:pt x="94837" y="83097"/>
                </a:lnTo>
                <a:lnTo>
                  <a:pt x="94841" y="83884"/>
                </a:lnTo>
                <a:lnTo>
                  <a:pt x="94854" y="84663"/>
                </a:lnTo>
                <a:lnTo>
                  <a:pt x="94876" y="85435"/>
                </a:lnTo>
                <a:lnTo>
                  <a:pt x="94906" y="86200"/>
                </a:lnTo>
                <a:lnTo>
                  <a:pt x="94945" y="86958"/>
                </a:lnTo>
                <a:lnTo>
                  <a:pt x="94992" y="87708"/>
                </a:lnTo>
                <a:lnTo>
                  <a:pt x="95049" y="88451"/>
                </a:lnTo>
                <a:lnTo>
                  <a:pt x="95113" y="89187"/>
                </a:lnTo>
                <a:lnTo>
                  <a:pt x="95187" y="89916"/>
                </a:lnTo>
                <a:lnTo>
                  <a:pt x="95269" y="90637"/>
                </a:lnTo>
                <a:lnTo>
                  <a:pt x="95360" y="91351"/>
                </a:lnTo>
                <a:lnTo>
                  <a:pt x="95459" y="92058"/>
                </a:lnTo>
                <a:lnTo>
                  <a:pt x="95568" y="92757"/>
                </a:lnTo>
                <a:lnTo>
                  <a:pt x="95684" y="93450"/>
                </a:lnTo>
                <a:lnTo>
                  <a:pt x="95810" y="94135"/>
                </a:lnTo>
                <a:lnTo>
                  <a:pt x="95944" y="94813"/>
                </a:lnTo>
                <a:lnTo>
                  <a:pt x="96087" y="95483"/>
                </a:lnTo>
                <a:lnTo>
                  <a:pt x="96238" y="96146"/>
                </a:lnTo>
                <a:lnTo>
                  <a:pt x="96398" y="96802"/>
                </a:lnTo>
                <a:lnTo>
                  <a:pt x="96567" y="97451"/>
                </a:lnTo>
                <a:lnTo>
                  <a:pt x="96744" y="98093"/>
                </a:lnTo>
                <a:lnTo>
                  <a:pt x="96930" y="98727"/>
                </a:lnTo>
                <a:lnTo>
                  <a:pt x="97125" y="99354"/>
                </a:lnTo>
                <a:lnTo>
                  <a:pt x="97328" y="99974"/>
                </a:lnTo>
                <a:lnTo>
                  <a:pt x="97539" y="100586"/>
                </a:lnTo>
                <a:lnTo>
                  <a:pt x="97759" y="101191"/>
                </a:lnTo>
                <a:lnTo>
                  <a:pt x="97986" y="101788"/>
                </a:lnTo>
                <a:lnTo>
                  <a:pt x="98221" y="102377"/>
                </a:lnTo>
                <a:lnTo>
                  <a:pt x="98464" y="102958"/>
                </a:lnTo>
                <a:lnTo>
                  <a:pt x="98714" y="103532"/>
                </a:lnTo>
                <a:lnTo>
                  <a:pt x="98973" y="104099"/>
                </a:lnTo>
                <a:lnTo>
                  <a:pt x="99239" y="104657"/>
                </a:lnTo>
                <a:lnTo>
                  <a:pt x="99513" y="105208"/>
                </a:lnTo>
                <a:lnTo>
                  <a:pt x="99795" y="105751"/>
                </a:lnTo>
                <a:lnTo>
                  <a:pt x="100084" y="106287"/>
                </a:lnTo>
                <a:lnTo>
                  <a:pt x="100382" y="106815"/>
                </a:lnTo>
                <a:lnTo>
                  <a:pt x="100687" y="107335"/>
                </a:lnTo>
                <a:lnTo>
                  <a:pt x="101000" y="107848"/>
                </a:lnTo>
                <a:lnTo>
                  <a:pt x="101321" y="108352"/>
                </a:lnTo>
                <a:lnTo>
                  <a:pt x="101650" y="108850"/>
                </a:lnTo>
                <a:lnTo>
                  <a:pt x="101986" y="109339"/>
                </a:lnTo>
                <a:lnTo>
                  <a:pt x="102331" y="109821"/>
                </a:lnTo>
                <a:lnTo>
                  <a:pt x="102683" y="110295"/>
                </a:lnTo>
                <a:lnTo>
                  <a:pt x="103043" y="110762"/>
                </a:lnTo>
                <a:lnTo>
                  <a:pt x="103411" y="111220"/>
                </a:lnTo>
                <a:lnTo>
                  <a:pt x="103786" y="111672"/>
                </a:lnTo>
                <a:lnTo>
                  <a:pt x="104170" y="112115"/>
                </a:lnTo>
                <a:lnTo>
                  <a:pt x="104561" y="112551"/>
                </a:lnTo>
                <a:lnTo>
                  <a:pt x="104960" y="112979"/>
                </a:lnTo>
                <a:lnTo>
                  <a:pt x="105366" y="113398"/>
                </a:lnTo>
                <a:lnTo>
                  <a:pt x="105779" y="113808"/>
                </a:lnTo>
                <a:lnTo>
                  <a:pt x="106200" y="114211"/>
                </a:lnTo>
                <a:lnTo>
                  <a:pt x="106629" y="114604"/>
                </a:lnTo>
                <a:lnTo>
                  <a:pt x="107065" y="114989"/>
                </a:lnTo>
                <a:lnTo>
                  <a:pt x="107508" y="115366"/>
                </a:lnTo>
                <a:lnTo>
                  <a:pt x="107958" y="115734"/>
                </a:lnTo>
                <a:lnTo>
                  <a:pt x="108416" y="116094"/>
                </a:lnTo>
                <a:lnTo>
                  <a:pt x="108882" y="116445"/>
                </a:lnTo>
                <a:lnTo>
                  <a:pt x="109355" y="116787"/>
                </a:lnTo>
                <a:lnTo>
                  <a:pt x="109835" y="117122"/>
                </a:lnTo>
                <a:lnTo>
                  <a:pt x="110322" y="117447"/>
                </a:lnTo>
                <a:lnTo>
                  <a:pt x="110817" y="117764"/>
                </a:lnTo>
                <a:lnTo>
                  <a:pt x="111320" y="118073"/>
                </a:lnTo>
                <a:lnTo>
                  <a:pt x="111829" y="118373"/>
                </a:lnTo>
                <a:lnTo>
                  <a:pt x="112346" y="118664"/>
                </a:lnTo>
                <a:lnTo>
                  <a:pt x="112871" y="118947"/>
                </a:lnTo>
                <a:lnTo>
                  <a:pt x="113403" y="119222"/>
                </a:lnTo>
                <a:lnTo>
                  <a:pt x="113942" y="119488"/>
                </a:lnTo>
                <a:lnTo>
                  <a:pt x="114489" y="119745"/>
                </a:lnTo>
                <a:lnTo>
                  <a:pt x="115043" y="119994"/>
                </a:lnTo>
                <a:lnTo>
                  <a:pt x="115605" y="120235"/>
                </a:lnTo>
                <a:lnTo>
                  <a:pt x="116173" y="120467"/>
                </a:lnTo>
                <a:lnTo>
                  <a:pt x="116750" y="120690"/>
                </a:lnTo>
                <a:lnTo>
                  <a:pt x="117333" y="120903"/>
                </a:lnTo>
                <a:lnTo>
                  <a:pt x="117923" y="121107"/>
                </a:lnTo>
                <a:lnTo>
                  <a:pt x="118521" y="121302"/>
                </a:lnTo>
                <a:lnTo>
                  <a:pt x="119125" y="121487"/>
                </a:lnTo>
                <a:lnTo>
                  <a:pt x="119737" y="121662"/>
                </a:lnTo>
                <a:lnTo>
                  <a:pt x="120356" y="121828"/>
                </a:lnTo>
                <a:lnTo>
                  <a:pt x="120982" y="121985"/>
                </a:lnTo>
                <a:lnTo>
                  <a:pt x="121615" y="122132"/>
                </a:lnTo>
                <a:lnTo>
                  <a:pt x="122255" y="122269"/>
                </a:lnTo>
                <a:lnTo>
                  <a:pt x="122903" y="122397"/>
                </a:lnTo>
                <a:lnTo>
                  <a:pt x="123557" y="122516"/>
                </a:lnTo>
                <a:lnTo>
                  <a:pt x="124218" y="122625"/>
                </a:lnTo>
                <a:lnTo>
                  <a:pt x="124887" y="122725"/>
                </a:lnTo>
                <a:lnTo>
                  <a:pt x="125563" y="122815"/>
                </a:lnTo>
                <a:lnTo>
                  <a:pt x="126246" y="122896"/>
                </a:lnTo>
                <a:lnTo>
                  <a:pt x="126936" y="122967"/>
                </a:lnTo>
                <a:lnTo>
                  <a:pt x="127633" y="123028"/>
                </a:lnTo>
                <a:lnTo>
                  <a:pt x="128337" y="123081"/>
                </a:lnTo>
                <a:lnTo>
                  <a:pt x="129049" y="123123"/>
                </a:lnTo>
                <a:lnTo>
                  <a:pt x="129767" y="123156"/>
                </a:lnTo>
                <a:lnTo>
                  <a:pt x="130493" y="123180"/>
                </a:lnTo>
                <a:lnTo>
                  <a:pt x="131225" y="123194"/>
                </a:lnTo>
                <a:lnTo>
                  <a:pt x="131965" y="123199"/>
                </a:lnTo>
                <a:lnTo>
                  <a:pt x="132585" y="123196"/>
                </a:lnTo>
                <a:lnTo>
                  <a:pt x="133198" y="123186"/>
                </a:lnTo>
                <a:lnTo>
                  <a:pt x="133806" y="123169"/>
                </a:lnTo>
                <a:lnTo>
                  <a:pt x="134407" y="123146"/>
                </a:lnTo>
                <a:lnTo>
                  <a:pt x="135003" y="123115"/>
                </a:lnTo>
                <a:lnTo>
                  <a:pt x="135592" y="123079"/>
                </a:lnTo>
                <a:lnTo>
                  <a:pt x="136174" y="123035"/>
                </a:lnTo>
                <a:lnTo>
                  <a:pt x="136751" y="122985"/>
                </a:lnTo>
                <a:lnTo>
                  <a:pt x="137322" y="122928"/>
                </a:lnTo>
                <a:lnTo>
                  <a:pt x="137886" y="122864"/>
                </a:lnTo>
                <a:lnTo>
                  <a:pt x="138445" y="122794"/>
                </a:lnTo>
                <a:lnTo>
                  <a:pt x="138997" y="122717"/>
                </a:lnTo>
                <a:lnTo>
                  <a:pt x="139543" y="122633"/>
                </a:lnTo>
                <a:lnTo>
                  <a:pt x="140083" y="122543"/>
                </a:lnTo>
                <a:lnTo>
                  <a:pt x="140617" y="122446"/>
                </a:lnTo>
                <a:lnTo>
                  <a:pt x="141145" y="122342"/>
                </a:lnTo>
                <a:lnTo>
                  <a:pt x="141666" y="122231"/>
                </a:lnTo>
                <a:lnTo>
                  <a:pt x="142181" y="122114"/>
                </a:lnTo>
                <a:lnTo>
                  <a:pt x="142691" y="121990"/>
                </a:lnTo>
                <a:lnTo>
                  <a:pt x="143194" y="121860"/>
                </a:lnTo>
                <a:lnTo>
                  <a:pt x="143691" y="121722"/>
                </a:lnTo>
                <a:lnTo>
                  <a:pt x="144182" y="121578"/>
                </a:lnTo>
                <a:lnTo>
                  <a:pt x="144666" y="121428"/>
                </a:lnTo>
                <a:lnTo>
                  <a:pt x="145145" y="121270"/>
                </a:lnTo>
                <a:lnTo>
                  <a:pt x="145618" y="121108"/>
                </a:lnTo>
                <a:lnTo>
                  <a:pt x="146085" y="120941"/>
                </a:lnTo>
                <a:lnTo>
                  <a:pt x="146546" y="120771"/>
                </a:lnTo>
                <a:lnTo>
                  <a:pt x="147002" y="120596"/>
                </a:lnTo>
                <a:lnTo>
                  <a:pt x="147453" y="120418"/>
                </a:lnTo>
                <a:lnTo>
                  <a:pt x="147897" y="120236"/>
                </a:lnTo>
                <a:lnTo>
                  <a:pt x="148337" y="120050"/>
                </a:lnTo>
                <a:lnTo>
                  <a:pt x="148770" y="119860"/>
                </a:lnTo>
                <a:lnTo>
                  <a:pt x="149198" y="119666"/>
                </a:lnTo>
                <a:lnTo>
                  <a:pt x="149621" y="119468"/>
                </a:lnTo>
                <a:lnTo>
                  <a:pt x="150038" y="119266"/>
                </a:lnTo>
                <a:lnTo>
                  <a:pt x="150449" y="119060"/>
                </a:lnTo>
                <a:lnTo>
                  <a:pt x="150855" y="118851"/>
                </a:lnTo>
                <a:lnTo>
                  <a:pt x="151255" y="118637"/>
                </a:lnTo>
                <a:lnTo>
                  <a:pt x="151649" y="118420"/>
                </a:lnTo>
                <a:lnTo>
                  <a:pt x="152038" y="118199"/>
                </a:lnTo>
                <a:lnTo>
                  <a:pt x="152422" y="117973"/>
                </a:lnTo>
                <a:lnTo>
                  <a:pt x="152800" y="117744"/>
                </a:lnTo>
                <a:lnTo>
                  <a:pt x="153172" y="117511"/>
                </a:lnTo>
                <a:lnTo>
                  <a:pt x="153539" y="117274"/>
                </a:lnTo>
                <a:lnTo>
                  <a:pt x="153900" y="117034"/>
                </a:lnTo>
                <a:lnTo>
                  <a:pt x="154255" y="116789"/>
                </a:lnTo>
                <a:lnTo>
                  <a:pt x="154605" y="116540"/>
                </a:lnTo>
                <a:lnTo>
                  <a:pt x="154949" y="116288"/>
                </a:lnTo>
                <a:lnTo>
                  <a:pt x="155288" y="116033"/>
                </a:lnTo>
                <a:lnTo>
                  <a:pt x="155620" y="115779"/>
                </a:lnTo>
                <a:lnTo>
                  <a:pt x="155946" y="115524"/>
                </a:lnTo>
                <a:lnTo>
                  <a:pt x="156267" y="115270"/>
                </a:lnTo>
                <a:lnTo>
                  <a:pt x="156580" y="115015"/>
                </a:lnTo>
                <a:lnTo>
                  <a:pt x="156888" y="114761"/>
                </a:lnTo>
                <a:lnTo>
                  <a:pt x="157190" y="114506"/>
                </a:lnTo>
                <a:lnTo>
                  <a:pt x="157485" y="114252"/>
                </a:lnTo>
                <a:lnTo>
                  <a:pt x="157775" y="113997"/>
                </a:lnTo>
                <a:lnTo>
                  <a:pt x="158058" y="113743"/>
                </a:lnTo>
                <a:lnTo>
                  <a:pt x="158335" y="113488"/>
                </a:lnTo>
                <a:lnTo>
                  <a:pt x="158606" y="113234"/>
                </a:lnTo>
                <a:lnTo>
                  <a:pt x="158871" y="112979"/>
                </a:lnTo>
                <a:lnTo>
                  <a:pt x="159130" y="112725"/>
                </a:lnTo>
                <a:lnTo>
                  <a:pt x="159382" y="112470"/>
                </a:lnTo>
                <a:lnTo>
                  <a:pt x="159628" y="112216"/>
                </a:lnTo>
                <a:lnTo>
                  <a:pt x="159869" y="111961"/>
                </a:lnTo>
                <a:lnTo>
                  <a:pt x="160103" y="111707"/>
                </a:lnTo>
                <a:lnTo>
                  <a:pt x="160331" y="111452"/>
                </a:lnTo>
                <a:lnTo>
                  <a:pt x="160553" y="111198"/>
                </a:lnTo>
                <a:lnTo>
                  <a:pt x="160768" y="110944"/>
                </a:lnTo>
                <a:lnTo>
                  <a:pt x="160978" y="110689"/>
                </a:lnTo>
                <a:lnTo>
                  <a:pt x="161181" y="110435"/>
                </a:lnTo>
                <a:lnTo>
                  <a:pt x="161379" y="110180"/>
                </a:lnTo>
                <a:lnTo>
                  <a:pt x="152378" y="96518"/>
                </a:lnTo>
                <a:lnTo>
                  <a:pt x="152094" y="96823"/>
                </a:lnTo>
                <a:lnTo>
                  <a:pt x="151805" y="97123"/>
                </a:lnTo>
                <a:lnTo>
                  <a:pt x="151512" y="97418"/>
                </a:lnTo>
                <a:lnTo>
                  <a:pt x="151214" y="97707"/>
                </a:lnTo>
                <a:lnTo>
                  <a:pt x="150910" y="97990"/>
                </a:lnTo>
                <a:lnTo>
                  <a:pt x="150602" y="98268"/>
                </a:lnTo>
                <a:lnTo>
                  <a:pt x="150289" y="98541"/>
                </a:lnTo>
                <a:lnTo>
                  <a:pt x="149971" y="98808"/>
                </a:lnTo>
                <a:lnTo>
                  <a:pt x="149648" y="99070"/>
                </a:lnTo>
                <a:lnTo>
                  <a:pt x="149321" y="99327"/>
                </a:lnTo>
                <a:lnTo>
                  <a:pt x="148988" y="99578"/>
                </a:lnTo>
                <a:lnTo>
                  <a:pt x="148651" y="99823"/>
                </a:lnTo>
                <a:lnTo>
                  <a:pt x="148309" y="100063"/>
                </a:lnTo>
                <a:lnTo>
                  <a:pt x="147961" y="100298"/>
                </a:lnTo>
                <a:lnTo>
                  <a:pt x="147609" y="100527"/>
                </a:lnTo>
                <a:lnTo>
                  <a:pt x="147252" y="100751"/>
                </a:lnTo>
                <a:lnTo>
                  <a:pt x="146890" y="100969"/>
                </a:lnTo>
                <a:lnTo>
                  <a:pt x="146524" y="101182"/>
                </a:lnTo>
                <a:lnTo>
                  <a:pt x="146152" y="101389"/>
                </a:lnTo>
                <a:lnTo>
                  <a:pt x="145776" y="101591"/>
                </a:lnTo>
                <a:lnTo>
                  <a:pt x="145394" y="101788"/>
                </a:lnTo>
                <a:lnTo>
                  <a:pt x="145008" y="101979"/>
                </a:lnTo>
                <a:lnTo>
                  <a:pt x="144617" y="102164"/>
                </a:lnTo>
                <a:lnTo>
                  <a:pt x="144221" y="102344"/>
                </a:lnTo>
                <a:lnTo>
                  <a:pt x="143820" y="102518"/>
                </a:lnTo>
                <a:lnTo>
                  <a:pt x="143416" y="102685"/>
                </a:lnTo>
                <a:lnTo>
                  <a:pt x="143007" y="102844"/>
                </a:lnTo>
                <a:lnTo>
                  <a:pt x="142594" y="102995"/>
                </a:lnTo>
                <a:lnTo>
                  <a:pt x="142178" y="103139"/>
                </a:lnTo>
                <a:lnTo>
                  <a:pt x="141757" y="103276"/>
                </a:lnTo>
                <a:lnTo>
                  <a:pt x="141332" y="103406"/>
                </a:lnTo>
                <a:lnTo>
                  <a:pt x="140903" y="103528"/>
                </a:lnTo>
                <a:lnTo>
                  <a:pt x="140471" y="103642"/>
                </a:lnTo>
                <a:lnTo>
                  <a:pt x="140034" y="103749"/>
                </a:lnTo>
                <a:lnTo>
                  <a:pt x="139593" y="103849"/>
                </a:lnTo>
                <a:lnTo>
                  <a:pt x="139148" y="103942"/>
                </a:lnTo>
                <a:lnTo>
                  <a:pt x="138699" y="104027"/>
                </a:lnTo>
                <a:lnTo>
                  <a:pt x="138246" y="104104"/>
                </a:lnTo>
                <a:lnTo>
                  <a:pt x="137788" y="104175"/>
                </a:lnTo>
                <a:lnTo>
                  <a:pt x="137327" y="104238"/>
                </a:lnTo>
                <a:lnTo>
                  <a:pt x="136862" y="104293"/>
                </a:lnTo>
                <a:lnTo>
                  <a:pt x="136393" y="104341"/>
                </a:lnTo>
                <a:lnTo>
                  <a:pt x="135919" y="104382"/>
                </a:lnTo>
                <a:lnTo>
                  <a:pt x="135442" y="104415"/>
                </a:lnTo>
                <a:lnTo>
                  <a:pt x="134961" y="104441"/>
                </a:lnTo>
                <a:lnTo>
                  <a:pt x="134475" y="104459"/>
                </a:lnTo>
                <a:lnTo>
                  <a:pt x="133986" y="104470"/>
                </a:lnTo>
                <a:lnTo>
                  <a:pt x="133492" y="104474"/>
                </a:lnTo>
                <a:lnTo>
                  <a:pt x="133166" y="104472"/>
                </a:lnTo>
                <a:lnTo>
                  <a:pt x="132842" y="104467"/>
                </a:lnTo>
                <a:lnTo>
                  <a:pt x="132523" y="104457"/>
                </a:lnTo>
                <a:lnTo>
                  <a:pt x="132206" y="104444"/>
                </a:lnTo>
                <a:lnTo>
                  <a:pt x="131893" y="104427"/>
                </a:lnTo>
                <a:lnTo>
                  <a:pt x="131583" y="104406"/>
                </a:lnTo>
                <a:lnTo>
                  <a:pt x="131277" y="104382"/>
                </a:lnTo>
                <a:lnTo>
                  <a:pt x="130974" y="104354"/>
                </a:lnTo>
                <a:lnTo>
                  <a:pt x="130674" y="104322"/>
                </a:lnTo>
                <a:lnTo>
                  <a:pt x="130378" y="104286"/>
                </a:lnTo>
                <a:lnTo>
                  <a:pt x="130085" y="104246"/>
                </a:lnTo>
                <a:lnTo>
                  <a:pt x="129795" y="104203"/>
                </a:lnTo>
                <a:lnTo>
                  <a:pt x="129509" y="104156"/>
                </a:lnTo>
                <a:lnTo>
                  <a:pt x="129226" y="104105"/>
                </a:lnTo>
                <a:lnTo>
                  <a:pt x="128946" y="104050"/>
                </a:lnTo>
                <a:lnTo>
                  <a:pt x="128670" y="103992"/>
                </a:lnTo>
                <a:lnTo>
                  <a:pt x="128397" y="103930"/>
                </a:lnTo>
                <a:lnTo>
                  <a:pt x="128128" y="103864"/>
                </a:lnTo>
                <a:lnTo>
                  <a:pt x="127861" y="103794"/>
                </a:lnTo>
                <a:lnTo>
                  <a:pt x="127599" y="103721"/>
                </a:lnTo>
                <a:lnTo>
                  <a:pt x="127339" y="103644"/>
                </a:lnTo>
                <a:lnTo>
                  <a:pt x="127083" y="103563"/>
                </a:lnTo>
                <a:lnTo>
                  <a:pt x="126830" y="103478"/>
                </a:lnTo>
                <a:lnTo>
                  <a:pt x="126581" y="103389"/>
                </a:lnTo>
                <a:lnTo>
                  <a:pt x="126334" y="103296"/>
                </a:lnTo>
                <a:lnTo>
                  <a:pt x="126092" y="103198"/>
                </a:lnTo>
                <a:lnTo>
                  <a:pt x="125852" y="103095"/>
                </a:lnTo>
                <a:lnTo>
                  <a:pt x="125615" y="102987"/>
                </a:lnTo>
                <a:lnTo>
                  <a:pt x="125382" y="102874"/>
                </a:lnTo>
                <a:lnTo>
                  <a:pt x="125152" y="102756"/>
                </a:lnTo>
                <a:lnTo>
                  <a:pt x="124925" y="102633"/>
                </a:lnTo>
                <a:lnTo>
                  <a:pt x="124701" y="102505"/>
                </a:lnTo>
                <a:lnTo>
                  <a:pt x="124481" y="102372"/>
                </a:lnTo>
                <a:lnTo>
                  <a:pt x="124263" y="102234"/>
                </a:lnTo>
                <a:lnTo>
                  <a:pt x="124049" y="102091"/>
                </a:lnTo>
                <a:lnTo>
                  <a:pt x="123838" y="101943"/>
                </a:lnTo>
                <a:lnTo>
                  <a:pt x="123631" y="101789"/>
                </a:lnTo>
                <a:lnTo>
                  <a:pt x="123426" y="101631"/>
                </a:lnTo>
                <a:lnTo>
                  <a:pt x="123225" y="101468"/>
                </a:lnTo>
                <a:lnTo>
                  <a:pt x="123027" y="101300"/>
                </a:lnTo>
                <a:lnTo>
                  <a:pt x="122832" y="101126"/>
                </a:lnTo>
                <a:lnTo>
                  <a:pt x="122640" y="100948"/>
                </a:lnTo>
                <a:lnTo>
                  <a:pt x="122452" y="100765"/>
                </a:lnTo>
                <a:lnTo>
                  <a:pt x="122267" y="100576"/>
                </a:lnTo>
                <a:lnTo>
                  <a:pt x="122085" y="100383"/>
                </a:lnTo>
                <a:lnTo>
                  <a:pt x="121906" y="100185"/>
                </a:lnTo>
                <a:lnTo>
                  <a:pt x="121730" y="99981"/>
                </a:lnTo>
                <a:lnTo>
                  <a:pt x="121558" y="99773"/>
                </a:lnTo>
                <a:lnTo>
                  <a:pt x="121389" y="99559"/>
                </a:lnTo>
                <a:lnTo>
                  <a:pt x="121223" y="99340"/>
                </a:lnTo>
                <a:lnTo>
                  <a:pt x="121061" y="99116"/>
                </a:lnTo>
                <a:lnTo>
                  <a:pt x="120903" y="98887"/>
                </a:lnTo>
                <a:lnTo>
                  <a:pt x="120748" y="98652"/>
                </a:lnTo>
                <a:lnTo>
                  <a:pt x="120596" y="98412"/>
                </a:lnTo>
                <a:lnTo>
                  <a:pt x="120448" y="98166"/>
                </a:lnTo>
                <a:lnTo>
                  <a:pt x="120303" y="97915"/>
                </a:lnTo>
                <a:lnTo>
                  <a:pt x="120162" y="97659"/>
                </a:lnTo>
                <a:lnTo>
                  <a:pt x="120025" y="97398"/>
                </a:lnTo>
                <a:lnTo>
                  <a:pt x="119890" y="97132"/>
                </a:lnTo>
                <a:lnTo>
                  <a:pt x="119760" y="96860"/>
                </a:lnTo>
                <a:lnTo>
                  <a:pt x="119633" y="96582"/>
                </a:lnTo>
                <a:lnTo>
                  <a:pt x="119509" y="96300"/>
                </a:lnTo>
                <a:lnTo>
                  <a:pt x="119389" y="96012"/>
                </a:lnTo>
                <a:lnTo>
                  <a:pt x="119272" y="95719"/>
                </a:lnTo>
                <a:lnTo>
                  <a:pt x="119159" y="95420"/>
                </a:lnTo>
                <a:lnTo>
                  <a:pt x="119049" y="95117"/>
                </a:lnTo>
                <a:lnTo>
                  <a:pt x="118943" y="94808"/>
                </a:lnTo>
                <a:lnTo>
                  <a:pt x="118840" y="94493"/>
                </a:lnTo>
                <a:lnTo>
                  <a:pt x="118741" y="94174"/>
                </a:lnTo>
                <a:lnTo>
                  <a:pt x="118645" y="93849"/>
                </a:lnTo>
                <a:lnTo>
                  <a:pt x="118553" y="93518"/>
                </a:lnTo>
                <a:lnTo>
                  <a:pt x="118464" y="93183"/>
                </a:lnTo>
                <a:lnTo>
                  <a:pt x="118379" y="92841"/>
                </a:lnTo>
                <a:lnTo>
                  <a:pt x="118297" y="92493"/>
                </a:lnTo>
                <a:lnTo>
                  <a:pt x="118219" y="92138"/>
                </a:lnTo>
                <a:lnTo>
                  <a:pt x="118145" y="91775"/>
                </a:lnTo>
                <a:lnTo>
                  <a:pt x="118074" y="91406"/>
                </a:lnTo>
                <a:lnTo>
                  <a:pt x="118007" y="91031"/>
                </a:lnTo>
                <a:lnTo>
                  <a:pt x="117943" y="90648"/>
                </a:lnTo>
                <a:lnTo>
                  <a:pt x="117883" y="90259"/>
                </a:lnTo>
                <a:lnTo>
                  <a:pt x="117827" y="89862"/>
                </a:lnTo>
                <a:lnTo>
                  <a:pt x="117775" y="89459"/>
                </a:lnTo>
                <a:lnTo>
                  <a:pt x="117726" y="89049"/>
                </a:lnTo>
                <a:lnTo>
                  <a:pt x="117680" y="88632"/>
                </a:lnTo>
                <a:lnTo>
                  <a:pt x="117639" y="88209"/>
                </a:lnTo>
                <a:lnTo>
                  <a:pt x="117600" y="87778"/>
                </a:lnTo>
                <a:lnTo>
                  <a:pt x="117566" y="87341"/>
                </a:lnTo>
                <a:lnTo>
                  <a:pt x="117535" y="86897"/>
                </a:lnTo>
                <a:lnTo>
                  <a:pt x="117508" y="86446"/>
                </a:lnTo>
                <a:lnTo>
                  <a:pt x="117484" y="85988"/>
                </a:lnTo>
                <a:lnTo>
                  <a:pt x="117467" y="85588"/>
                </a:lnTo>
                <a:lnTo>
                  <a:pt x="162664" y="85588"/>
                </a:lnTo>
                <a:lnTo>
                  <a:pt x="162664" y="75302"/>
                </a:lnTo>
                <a:lnTo>
                  <a:pt x="162661" y="74436"/>
                </a:lnTo>
                <a:lnTo>
                  <a:pt x="162650" y="73578"/>
                </a:lnTo>
                <a:lnTo>
                  <a:pt x="162632" y="72730"/>
                </a:lnTo>
                <a:close/>
                <a:moveTo>
                  <a:pt x="117742" y="67744"/>
                </a:moveTo>
                <a:lnTo>
                  <a:pt x="117781" y="67318"/>
                </a:lnTo>
                <a:lnTo>
                  <a:pt x="117822" y="66898"/>
                </a:lnTo>
                <a:lnTo>
                  <a:pt x="117866" y="66485"/>
                </a:lnTo>
                <a:lnTo>
                  <a:pt x="117911" y="66078"/>
                </a:lnTo>
                <a:lnTo>
                  <a:pt x="117959" y="65677"/>
                </a:lnTo>
                <a:lnTo>
                  <a:pt x="118010" y="65283"/>
                </a:lnTo>
                <a:lnTo>
                  <a:pt x="118062" y="64895"/>
                </a:lnTo>
                <a:lnTo>
                  <a:pt x="118117" y="64512"/>
                </a:lnTo>
                <a:lnTo>
                  <a:pt x="118174" y="64136"/>
                </a:lnTo>
                <a:lnTo>
                  <a:pt x="118234" y="63766"/>
                </a:lnTo>
                <a:lnTo>
                  <a:pt x="118296" y="63402"/>
                </a:lnTo>
                <a:lnTo>
                  <a:pt x="118361" y="63044"/>
                </a:lnTo>
                <a:lnTo>
                  <a:pt x="118429" y="62692"/>
                </a:lnTo>
                <a:lnTo>
                  <a:pt x="118499" y="62346"/>
                </a:lnTo>
                <a:lnTo>
                  <a:pt x="118571" y="62006"/>
                </a:lnTo>
                <a:lnTo>
                  <a:pt x="118646" y="61672"/>
                </a:lnTo>
                <a:lnTo>
                  <a:pt x="118723" y="61344"/>
                </a:lnTo>
                <a:lnTo>
                  <a:pt x="118803" y="61022"/>
                </a:lnTo>
                <a:lnTo>
                  <a:pt x="118886" y="60706"/>
                </a:lnTo>
                <a:lnTo>
                  <a:pt x="118971" y="60395"/>
                </a:lnTo>
                <a:lnTo>
                  <a:pt x="119058" y="60091"/>
                </a:lnTo>
                <a:lnTo>
                  <a:pt x="119148" y="59793"/>
                </a:lnTo>
                <a:lnTo>
                  <a:pt x="119241" y="59501"/>
                </a:lnTo>
                <a:lnTo>
                  <a:pt x="119336" y="59215"/>
                </a:lnTo>
                <a:lnTo>
                  <a:pt x="119433" y="58935"/>
                </a:lnTo>
                <a:lnTo>
                  <a:pt x="119533" y="58661"/>
                </a:lnTo>
                <a:lnTo>
                  <a:pt x="119636" y="58393"/>
                </a:lnTo>
                <a:lnTo>
                  <a:pt x="119741" y="58131"/>
                </a:lnTo>
                <a:lnTo>
                  <a:pt x="119848" y="57875"/>
                </a:lnTo>
                <a:lnTo>
                  <a:pt x="119959" y="57625"/>
                </a:lnTo>
                <a:lnTo>
                  <a:pt x="120071" y="57380"/>
                </a:lnTo>
                <a:lnTo>
                  <a:pt x="120187" y="57142"/>
                </a:lnTo>
                <a:lnTo>
                  <a:pt x="120306" y="56909"/>
                </a:lnTo>
                <a:lnTo>
                  <a:pt x="120428" y="56681"/>
                </a:lnTo>
                <a:lnTo>
                  <a:pt x="120553" y="56458"/>
                </a:lnTo>
                <a:lnTo>
                  <a:pt x="120682" y="56241"/>
                </a:lnTo>
                <a:lnTo>
                  <a:pt x="120815" y="56029"/>
                </a:lnTo>
                <a:lnTo>
                  <a:pt x="120950" y="55823"/>
                </a:lnTo>
                <a:lnTo>
                  <a:pt x="121089" y="55621"/>
                </a:lnTo>
                <a:lnTo>
                  <a:pt x="121231" y="55425"/>
                </a:lnTo>
                <a:lnTo>
                  <a:pt x="121377" y="55235"/>
                </a:lnTo>
                <a:lnTo>
                  <a:pt x="121526" y="55049"/>
                </a:lnTo>
                <a:lnTo>
                  <a:pt x="121678" y="54869"/>
                </a:lnTo>
                <a:lnTo>
                  <a:pt x="121834" y="54694"/>
                </a:lnTo>
                <a:lnTo>
                  <a:pt x="121993" y="54525"/>
                </a:lnTo>
                <a:lnTo>
                  <a:pt x="122156" y="54360"/>
                </a:lnTo>
                <a:lnTo>
                  <a:pt x="122321" y="54202"/>
                </a:lnTo>
                <a:lnTo>
                  <a:pt x="122490" y="54048"/>
                </a:lnTo>
                <a:lnTo>
                  <a:pt x="122663" y="53900"/>
                </a:lnTo>
                <a:lnTo>
                  <a:pt x="122839" y="53757"/>
                </a:lnTo>
                <a:lnTo>
                  <a:pt x="123018" y="53619"/>
                </a:lnTo>
                <a:lnTo>
                  <a:pt x="123200" y="53486"/>
                </a:lnTo>
                <a:lnTo>
                  <a:pt x="123386" y="53359"/>
                </a:lnTo>
                <a:lnTo>
                  <a:pt x="123575" y="53238"/>
                </a:lnTo>
                <a:lnTo>
                  <a:pt x="123768" y="53121"/>
                </a:lnTo>
                <a:lnTo>
                  <a:pt x="123964" y="53010"/>
                </a:lnTo>
                <a:lnTo>
                  <a:pt x="124164" y="52903"/>
                </a:lnTo>
                <a:lnTo>
                  <a:pt x="124367" y="52801"/>
                </a:lnTo>
                <a:lnTo>
                  <a:pt x="124574" y="52704"/>
                </a:lnTo>
                <a:lnTo>
                  <a:pt x="124784" y="52611"/>
                </a:lnTo>
                <a:lnTo>
                  <a:pt x="124998" y="52523"/>
                </a:lnTo>
                <a:lnTo>
                  <a:pt x="125216" y="52440"/>
                </a:lnTo>
                <a:lnTo>
                  <a:pt x="125438" y="52362"/>
                </a:lnTo>
                <a:lnTo>
                  <a:pt x="125663" y="52289"/>
                </a:lnTo>
                <a:lnTo>
                  <a:pt x="125891" y="52220"/>
                </a:lnTo>
                <a:lnTo>
                  <a:pt x="126124" y="52156"/>
                </a:lnTo>
                <a:lnTo>
                  <a:pt x="126360" y="52096"/>
                </a:lnTo>
                <a:lnTo>
                  <a:pt x="126599" y="52042"/>
                </a:lnTo>
                <a:lnTo>
                  <a:pt x="126842" y="51992"/>
                </a:lnTo>
                <a:lnTo>
                  <a:pt x="127089" y="51947"/>
                </a:lnTo>
                <a:lnTo>
                  <a:pt x="127340" y="51907"/>
                </a:lnTo>
                <a:lnTo>
                  <a:pt x="127594" y="51871"/>
                </a:lnTo>
                <a:lnTo>
                  <a:pt x="127851" y="51840"/>
                </a:lnTo>
                <a:lnTo>
                  <a:pt x="128113" y="51814"/>
                </a:lnTo>
                <a:lnTo>
                  <a:pt x="128378" y="51793"/>
                </a:lnTo>
                <a:lnTo>
                  <a:pt x="128646" y="51776"/>
                </a:lnTo>
                <a:lnTo>
                  <a:pt x="128919" y="51764"/>
                </a:lnTo>
                <a:lnTo>
                  <a:pt x="129194" y="51757"/>
                </a:lnTo>
                <a:lnTo>
                  <a:pt x="129474" y="51755"/>
                </a:lnTo>
                <a:lnTo>
                  <a:pt x="129806" y="51758"/>
                </a:lnTo>
                <a:lnTo>
                  <a:pt x="130132" y="51767"/>
                </a:lnTo>
                <a:lnTo>
                  <a:pt x="130453" y="51783"/>
                </a:lnTo>
                <a:lnTo>
                  <a:pt x="130769" y="51804"/>
                </a:lnTo>
                <a:lnTo>
                  <a:pt x="131078" y="51832"/>
                </a:lnTo>
                <a:lnTo>
                  <a:pt x="131382" y="51865"/>
                </a:lnTo>
                <a:lnTo>
                  <a:pt x="131681" y="51905"/>
                </a:lnTo>
                <a:lnTo>
                  <a:pt x="131974" y="51951"/>
                </a:lnTo>
                <a:lnTo>
                  <a:pt x="132261" y="52004"/>
                </a:lnTo>
                <a:lnTo>
                  <a:pt x="132543" y="52062"/>
                </a:lnTo>
                <a:lnTo>
                  <a:pt x="132820" y="52126"/>
                </a:lnTo>
                <a:lnTo>
                  <a:pt x="133090" y="52197"/>
                </a:lnTo>
                <a:lnTo>
                  <a:pt x="133355" y="52274"/>
                </a:lnTo>
                <a:lnTo>
                  <a:pt x="133615" y="52357"/>
                </a:lnTo>
                <a:lnTo>
                  <a:pt x="133869" y="52446"/>
                </a:lnTo>
                <a:lnTo>
                  <a:pt x="134117" y="52541"/>
                </a:lnTo>
                <a:lnTo>
                  <a:pt x="134360" y="52642"/>
                </a:lnTo>
                <a:lnTo>
                  <a:pt x="134597" y="52749"/>
                </a:lnTo>
                <a:lnTo>
                  <a:pt x="134829" y="52863"/>
                </a:lnTo>
                <a:lnTo>
                  <a:pt x="135055" y="52983"/>
                </a:lnTo>
                <a:lnTo>
                  <a:pt x="135275" y="53109"/>
                </a:lnTo>
                <a:lnTo>
                  <a:pt x="135490" y="53241"/>
                </a:lnTo>
                <a:lnTo>
                  <a:pt x="135699" y="53379"/>
                </a:lnTo>
                <a:lnTo>
                  <a:pt x="135903" y="53523"/>
                </a:lnTo>
                <a:lnTo>
                  <a:pt x="136102" y="53673"/>
                </a:lnTo>
                <a:lnTo>
                  <a:pt x="136296" y="53830"/>
                </a:lnTo>
                <a:lnTo>
                  <a:pt x="136486" y="53993"/>
                </a:lnTo>
                <a:lnTo>
                  <a:pt x="136671" y="54162"/>
                </a:lnTo>
                <a:lnTo>
                  <a:pt x="136852" y="54338"/>
                </a:lnTo>
                <a:lnTo>
                  <a:pt x="137028" y="54520"/>
                </a:lnTo>
                <a:lnTo>
                  <a:pt x="137200" y="54708"/>
                </a:lnTo>
                <a:lnTo>
                  <a:pt x="137367" y="54903"/>
                </a:lnTo>
                <a:lnTo>
                  <a:pt x="137530" y="55103"/>
                </a:lnTo>
                <a:lnTo>
                  <a:pt x="137689" y="55310"/>
                </a:lnTo>
                <a:lnTo>
                  <a:pt x="137843" y="55523"/>
                </a:lnTo>
                <a:lnTo>
                  <a:pt x="137992" y="55743"/>
                </a:lnTo>
                <a:lnTo>
                  <a:pt x="138138" y="55969"/>
                </a:lnTo>
                <a:lnTo>
                  <a:pt x="138278" y="56201"/>
                </a:lnTo>
                <a:lnTo>
                  <a:pt x="138414" y="56439"/>
                </a:lnTo>
                <a:lnTo>
                  <a:pt x="138546" y="56684"/>
                </a:lnTo>
                <a:lnTo>
                  <a:pt x="138673" y="56935"/>
                </a:lnTo>
                <a:lnTo>
                  <a:pt x="138796" y="57192"/>
                </a:lnTo>
                <a:lnTo>
                  <a:pt x="138914" y="57456"/>
                </a:lnTo>
                <a:lnTo>
                  <a:pt x="139028" y="57725"/>
                </a:lnTo>
                <a:lnTo>
                  <a:pt x="139138" y="58001"/>
                </a:lnTo>
                <a:lnTo>
                  <a:pt x="139243" y="58284"/>
                </a:lnTo>
                <a:lnTo>
                  <a:pt x="139343" y="58572"/>
                </a:lnTo>
                <a:lnTo>
                  <a:pt x="139439" y="58867"/>
                </a:lnTo>
                <a:lnTo>
                  <a:pt x="139531" y="59168"/>
                </a:lnTo>
                <a:lnTo>
                  <a:pt x="139619" y="59475"/>
                </a:lnTo>
                <a:lnTo>
                  <a:pt x="139703" y="59788"/>
                </a:lnTo>
                <a:lnTo>
                  <a:pt x="139783" y="60107"/>
                </a:lnTo>
                <a:lnTo>
                  <a:pt x="139859" y="60432"/>
                </a:lnTo>
                <a:lnTo>
                  <a:pt x="139931" y="60763"/>
                </a:lnTo>
                <a:lnTo>
                  <a:pt x="140000" y="61100"/>
                </a:lnTo>
                <a:lnTo>
                  <a:pt x="140064" y="61443"/>
                </a:lnTo>
                <a:lnTo>
                  <a:pt x="140125" y="61792"/>
                </a:lnTo>
                <a:lnTo>
                  <a:pt x="140181" y="62147"/>
                </a:lnTo>
                <a:lnTo>
                  <a:pt x="140234" y="62508"/>
                </a:lnTo>
                <a:lnTo>
                  <a:pt x="140283" y="62875"/>
                </a:lnTo>
                <a:lnTo>
                  <a:pt x="140328" y="63248"/>
                </a:lnTo>
                <a:lnTo>
                  <a:pt x="140369" y="63627"/>
                </a:lnTo>
                <a:lnTo>
                  <a:pt x="140406" y="64012"/>
                </a:lnTo>
                <a:lnTo>
                  <a:pt x="140439" y="64403"/>
                </a:lnTo>
                <a:lnTo>
                  <a:pt x="140468" y="64800"/>
                </a:lnTo>
                <a:lnTo>
                  <a:pt x="140494" y="65203"/>
                </a:lnTo>
                <a:lnTo>
                  <a:pt x="140515" y="65612"/>
                </a:lnTo>
                <a:lnTo>
                  <a:pt x="140533" y="66027"/>
                </a:lnTo>
                <a:lnTo>
                  <a:pt x="140547" y="66448"/>
                </a:lnTo>
                <a:lnTo>
                  <a:pt x="140556" y="66875"/>
                </a:lnTo>
                <a:lnTo>
                  <a:pt x="140562" y="67308"/>
                </a:lnTo>
                <a:lnTo>
                  <a:pt x="140564" y="67747"/>
                </a:lnTo>
                <a:lnTo>
                  <a:pt x="140564" y="69757"/>
                </a:lnTo>
                <a:lnTo>
                  <a:pt x="117593" y="69757"/>
                </a:lnTo>
                <a:lnTo>
                  <a:pt x="117608" y="69510"/>
                </a:lnTo>
                <a:lnTo>
                  <a:pt x="117638" y="69059"/>
                </a:lnTo>
                <a:lnTo>
                  <a:pt x="117670" y="68615"/>
                </a:lnTo>
                <a:lnTo>
                  <a:pt x="117705" y="68176"/>
                </a:lnTo>
                <a:lnTo>
                  <a:pt x="117742" y="67744"/>
                </a:lnTo>
                <a:close/>
                <a:moveTo>
                  <a:pt x="299589" y="34637"/>
                </a:moveTo>
                <a:lnTo>
                  <a:pt x="299589" y="121592"/>
                </a:lnTo>
                <a:lnTo>
                  <a:pt x="322172" y="121592"/>
                </a:lnTo>
                <a:lnTo>
                  <a:pt x="322172" y="34637"/>
                </a:lnTo>
                <a:lnTo>
                  <a:pt x="299589" y="34637"/>
                </a:lnTo>
                <a:close/>
                <a:moveTo>
                  <a:pt x="421090" y="13665"/>
                </a:moveTo>
                <a:lnTo>
                  <a:pt x="421142" y="14072"/>
                </a:lnTo>
                <a:lnTo>
                  <a:pt x="421206" y="14473"/>
                </a:lnTo>
                <a:lnTo>
                  <a:pt x="421281" y="14868"/>
                </a:lnTo>
                <a:lnTo>
                  <a:pt x="421368" y="15256"/>
                </a:lnTo>
                <a:lnTo>
                  <a:pt x="421466" y="15638"/>
                </a:lnTo>
                <a:lnTo>
                  <a:pt x="421576" y="16014"/>
                </a:lnTo>
                <a:lnTo>
                  <a:pt x="421698" y="16383"/>
                </a:lnTo>
                <a:lnTo>
                  <a:pt x="421831" y="16746"/>
                </a:lnTo>
                <a:lnTo>
                  <a:pt x="421976" y="17103"/>
                </a:lnTo>
                <a:lnTo>
                  <a:pt x="422132" y="17453"/>
                </a:lnTo>
                <a:lnTo>
                  <a:pt x="422300" y="17798"/>
                </a:lnTo>
                <a:lnTo>
                  <a:pt x="422480" y="18136"/>
                </a:lnTo>
                <a:lnTo>
                  <a:pt x="422671" y="18467"/>
                </a:lnTo>
                <a:lnTo>
                  <a:pt x="422873" y="18793"/>
                </a:lnTo>
                <a:lnTo>
                  <a:pt x="423088" y="19112"/>
                </a:lnTo>
                <a:lnTo>
                  <a:pt x="423314" y="19425"/>
                </a:lnTo>
                <a:lnTo>
                  <a:pt x="423551" y="19731"/>
                </a:lnTo>
                <a:lnTo>
                  <a:pt x="423800" y="20032"/>
                </a:lnTo>
                <a:lnTo>
                  <a:pt x="424060" y="20326"/>
                </a:lnTo>
                <a:lnTo>
                  <a:pt x="424333" y="20614"/>
                </a:lnTo>
                <a:lnTo>
                  <a:pt x="424615" y="20892"/>
                </a:lnTo>
                <a:lnTo>
                  <a:pt x="424905" y="21159"/>
                </a:lnTo>
                <a:lnTo>
                  <a:pt x="425203" y="21414"/>
                </a:lnTo>
                <a:lnTo>
                  <a:pt x="425510" y="21657"/>
                </a:lnTo>
                <a:lnTo>
                  <a:pt x="425825" y="21888"/>
                </a:lnTo>
                <a:lnTo>
                  <a:pt x="426148" y="22108"/>
                </a:lnTo>
                <a:lnTo>
                  <a:pt x="426480" y="22315"/>
                </a:lnTo>
                <a:lnTo>
                  <a:pt x="426819" y="22511"/>
                </a:lnTo>
                <a:lnTo>
                  <a:pt x="427167" y="22695"/>
                </a:lnTo>
                <a:lnTo>
                  <a:pt x="427523" y="22867"/>
                </a:lnTo>
                <a:lnTo>
                  <a:pt x="427888" y="23027"/>
                </a:lnTo>
                <a:lnTo>
                  <a:pt x="428260" y="23175"/>
                </a:lnTo>
                <a:lnTo>
                  <a:pt x="428641" y="23312"/>
                </a:lnTo>
                <a:lnTo>
                  <a:pt x="429030" y="23436"/>
                </a:lnTo>
                <a:lnTo>
                  <a:pt x="429428" y="23549"/>
                </a:lnTo>
                <a:lnTo>
                  <a:pt x="429833" y="23650"/>
                </a:lnTo>
                <a:lnTo>
                  <a:pt x="430247" y="23738"/>
                </a:lnTo>
                <a:lnTo>
                  <a:pt x="430669" y="23816"/>
                </a:lnTo>
                <a:lnTo>
                  <a:pt x="431099" y="23881"/>
                </a:lnTo>
                <a:lnTo>
                  <a:pt x="431538" y="23934"/>
                </a:lnTo>
                <a:lnTo>
                  <a:pt x="431984" y="23976"/>
                </a:lnTo>
                <a:lnTo>
                  <a:pt x="432439" y="24005"/>
                </a:lnTo>
                <a:lnTo>
                  <a:pt x="432902" y="24023"/>
                </a:lnTo>
                <a:lnTo>
                  <a:pt x="433374" y="24029"/>
                </a:lnTo>
                <a:lnTo>
                  <a:pt x="433838" y="24023"/>
                </a:lnTo>
                <a:lnTo>
                  <a:pt x="434295" y="24005"/>
                </a:lnTo>
                <a:lnTo>
                  <a:pt x="434744" y="23976"/>
                </a:lnTo>
                <a:lnTo>
                  <a:pt x="435184" y="23934"/>
                </a:lnTo>
                <a:lnTo>
                  <a:pt x="435616" y="23881"/>
                </a:lnTo>
                <a:lnTo>
                  <a:pt x="436041" y="23816"/>
                </a:lnTo>
                <a:lnTo>
                  <a:pt x="436457" y="23738"/>
                </a:lnTo>
                <a:lnTo>
                  <a:pt x="436865" y="23650"/>
                </a:lnTo>
                <a:lnTo>
                  <a:pt x="437265" y="23549"/>
                </a:lnTo>
                <a:lnTo>
                  <a:pt x="437657" y="23436"/>
                </a:lnTo>
                <a:lnTo>
                  <a:pt x="438041" y="23312"/>
                </a:lnTo>
                <a:lnTo>
                  <a:pt x="438417" y="23175"/>
                </a:lnTo>
                <a:lnTo>
                  <a:pt x="438784" y="23027"/>
                </a:lnTo>
                <a:lnTo>
                  <a:pt x="439144" y="22867"/>
                </a:lnTo>
                <a:lnTo>
                  <a:pt x="439495" y="22695"/>
                </a:lnTo>
                <a:lnTo>
                  <a:pt x="439839" y="22511"/>
                </a:lnTo>
                <a:lnTo>
                  <a:pt x="440174" y="22315"/>
                </a:lnTo>
                <a:lnTo>
                  <a:pt x="440501" y="22108"/>
                </a:lnTo>
                <a:lnTo>
                  <a:pt x="440820" y="21888"/>
                </a:lnTo>
                <a:lnTo>
                  <a:pt x="441131" y="21657"/>
                </a:lnTo>
                <a:lnTo>
                  <a:pt x="441434" y="21414"/>
                </a:lnTo>
                <a:lnTo>
                  <a:pt x="441729" y="21159"/>
                </a:lnTo>
                <a:lnTo>
                  <a:pt x="442015" y="20892"/>
                </a:lnTo>
                <a:lnTo>
                  <a:pt x="442294" y="20614"/>
                </a:lnTo>
                <a:lnTo>
                  <a:pt x="442563" y="20326"/>
                </a:lnTo>
                <a:lnTo>
                  <a:pt x="442820" y="20032"/>
                </a:lnTo>
                <a:lnTo>
                  <a:pt x="443066" y="19731"/>
                </a:lnTo>
                <a:lnTo>
                  <a:pt x="443301" y="19425"/>
                </a:lnTo>
                <a:lnTo>
                  <a:pt x="443524" y="19112"/>
                </a:lnTo>
                <a:lnTo>
                  <a:pt x="443736" y="18793"/>
                </a:lnTo>
                <a:lnTo>
                  <a:pt x="443936" y="18467"/>
                </a:lnTo>
                <a:lnTo>
                  <a:pt x="444125" y="18136"/>
                </a:lnTo>
                <a:lnTo>
                  <a:pt x="444302" y="17798"/>
                </a:lnTo>
                <a:lnTo>
                  <a:pt x="444468" y="17453"/>
                </a:lnTo>
                <a:lnTo>
                  <a:pt x="444622" y="17103"/>
                </a:lnTo>
                <a:lnTo>
                  <a:pt x="444765" y="16746"/>
                </a:lnTo>
                <a:lnTo>
                  <a:pt x="444897" y="16383"/>
                </a:lnTo>
                <a:lnTo>
                  <a:pt x="445017" y="16014"/>
                </a:lnTo>
                <a:lnTo>
                  <a:pt x="445126" y="15638"/>
                </a:lnTo>
                <a:lnTo>
                  <a:pt x="445223" y="15256"/>
                </a:lnTo>
                <a:lnTo>
                  <a:pt x="445309" y="14868"/>
                </a:lnTo>
                <a:lnTo>
                  <a:pt x="445383" y="14473"/>
                </a:lnTo>
                <a:lnTo>
                  <a:pt x="445446" y="14072"/>
                </a:lnTo>
                <a:lnTo>
                  <a:pt x="445498" y="13665"/>
                </a:lnTo>
                <a:lnTo>
                  <a:pt x="445538" y="13252"/>
                </a:lnTo>
                <a:lnTo>
                  <a:pt x="445566" y="12832"/>
                </a:lnTo>
                <a:lnTo>
                  <a:pt x="445583" y="12407"/>
                </a:lnTo>
                <a:lnTo>
                  <a:pt x="445589" y="11974"/>
                </a:lnTo>
                <a:lnTo>
                  <a:pt x="445583" y="11542"/>
                </a:lnTo>
                <a:lnTo>
                  <a:pt x="445566" y="11117"/>
                </a:lnTo>
                <a:lnTo>
                  <a:pt x="445538" y="10697"/>
                </a:lnTo>
                <a:lnTo>
                  <a:pt x="445498" y="10284"/>
                </a:lnTo>
                <a:lnTo>
                  <a:pt x="445446" y="9878"/>
                </a:lnTo>
                <a:lnTo>
                  <a:pt x="445383" y="9478"/>
                </a:lnTo>
                <a:lnTo>
                  <a:pt x="445309" y="9084"/>
                </a:lnTo>
                <a:lnTo>
                  <a:pt x="445223" y="8697"/>
                </a:lnTo>
                <a:lnTo>
                  <a:pt x="445126" y="8316"/>
                </a:lnTo>
                <a:lnTo>
                  <a:pt x="445017" y="7942"/>
                </a:lnTo>
                <a:lnTo>
                  <a:pt x="444897" y="7574"/>
                </a:lnTo>
                <a:lnTo>
                  <a:pt x="444765" y="7213"/>
                </a:lnTo>
                <a:lnTo>
                  <a:pt x="444622" y="6858"/>
                </a:lnTo>
                <a:lnTo>
                  <a:pt x="444468" y="6509"/>
                </a:lnTo>
                <a:lnTo>
                  <a:pt x="444302" y="6167"/>
                </a:lnTo>
                <a:lnTo>
                  <a:pt x="444125" y="5831"/>
                </a:lnTo>
                <a:lnTo>
                  <a:pt x="443936" y="5501"/>
                </a:lnTo>
                <a:lnTo>
                  <a:pt x="443736" y="5179"/>
                </a:lnTo>
                <a:lnTo>
                  <a:pt x="443524" y="4862"/>
                </a:lnTo>
                <a:lnTo>
                  <a:pt x="443301" y="4552"/>
                </a:lnTo>
                <a:lnTo>
                  <a:pt x="443066" y="4248"/>
                </a:lnTo>
                <a:lnTo>
                  <a:pt x="442820" y="3951"/>
                </a:lnTo>
                <a:lnTo>
                  <a:pt x="442563" y="3660"/>
                </a:lnTo>
                <a:lnTo>
                  <a:pt x="442294" y="3375"/>
                </a:lnTo>
                <a:lnTo>
                  <a:pt x="442015" y="3100"/>
                </a:lnTo>
                <a:lnTo>
                  <a:pt x="441729" y="2836"/>
                </a:lnTo>
                <a:lnTo>
                  <a:pt x="441434" y="2584"/>
                </a:lnTo>
                <a:lnTo>
                  <a:pt x="441131" y="2344"/>
                </a:lnTo>
                <a:lnTo>
                  <a:pt x="440820" y="2115"/>
                </a:lnTo>
                <a:lnTo>
                  <a:pt x="440501" y="1899"/>
                </a:lnTo>
                <a:lnTo>
                  <a:pt x="440174" y="1694"/>
                </a:lnTo>
                <a:lnTo>
                  <a:pt x="439839" y="1500"/>
                </a:lnTo>
                <a:lnTo>
                  <a:pt x="439495" y="1318"/>
                </a:lnTo>
                <a:lnTo>
                  <a:pt x="439144" y="1149"/>
                </a:lnTo>
                <a:lnTo>
                  <a:pt x="438784" y="990"/>
                </a:lnTo>
                <a:lnTo>
                  <a:pt x="438417" y="844"/>
                </a:lnTo>
                <a:lnTo>
                  <a:pt x="438041" y="709"/>
                </a:lnTo>
                <a:lnTo>
                  <a:pt x="437657" y="586"/>
                </a:lnTo>
                <a:lnTo>
                  <a:pt x="437265" y="475"/>
                </a:lnTo>
                <a:lnTo>
                  <a:pt x="436865" y="375"/>
                </a:lnTo>
                <a:lnTo>
                  <a:pt x="436457" y="287"/>
                </a:lnTo>
                <a:lnTo>
                  <a:pt x="436041" y="211"/>
                </a:lnTo>
                <a:lnTo>
                  <a:pt x="435616" y="146"/>
                </a:lnTo>
                <a:lnTo>
                  <a:pt x="435184" y="94"/>
                </a:lnTo>
                <a:lnTo>
                  <a:pt x="434744" y="53"/>
                </a:lnTo>
                <a:lnTo>
                  <a:pt x="434295" y="23"/>
                </a:lnTo>
                <a:lnTo>
                  <a:pt x="433838" y="6"/>
                </a:lnTo>
                <a:lnTo>
                  <a:pt x="433374" y="0"/>
                </a:lnTo>
                <a:lnTo>
                  <a:pt x="432902" y="6"/>
                </a:lnTo>
                <a:lnTo>
                  <a:pt x="432439" y="23"/>
                </a:lnTo>
                <a:lnTo>
                  <a:pt x="431984" y="53"/>
                </a:lnTo>
                <a:lnTo>
                  <a:pt x="431538" y="94"/>
                </a:lnTo>
                <a:lnTo>
                  <a:pt x="431099" y="146"/>
                </a:lnTo>
                <a:lnTo>
                  <a:pt x="430669" y="211"/>
                </a:lnTo>
                <a:lnTo>
                  <a:pt x="430247" y="287"/>
                </a:lnTo>
                <a:lnTo>
                  <a:pt x="429833" y="375"/>
                </a:lnTo>
                <a:lnTo>
                  <a:pt x="429428" y="475"/>
                </a:lnTo>
                <a:lnTo>
                  <a:pt x="429030" y="586"/>
                </a:lnTo>
                <a:lnTo>
                  <a:pt x="428641" y="709"/>
                </a:lnTo>
                <a:lnTo>
                  <a:pt x="428260" y="844"/>
                </a:lnTo>
                <a:lnTo>
                  <a:pt x="427888" y="990"/>
                </a:lnTo>
                <a:lnTo>
                  <a:pt x="427523" y="1149"/>
                </a:lnTo>
                <a:lnTo>
                  <a:pt x="427167" y="1318"/>
                </a:lnTo>
                <a:lnTo>
                  <a:pt x="426819" y="1500"/>
                </a:lnTo>
                <a:lnTo>
                  <a:pt x="426480" y="1694"/>
                </a:lnTo>
                <a:lnTo>
                  <a:pt x="426148" y="1899"/>
                </a:lnTo>
                <a:lnTo>
                  <a:pt x="425825" y="2115"/>
                </a:lnTo>
                <a:lnTo>
                  <a:pt x="425510" y="2344"/>
                </a:lnTo>
                <a:lnTo>
                  <a:pt x="425203" y="2584"/>
                </a:lnTo>
                <a:lnTo>
                  <a:pt x="424905" y="2836"/>
                </a:lnTo>
                <a:lnTo>
                  <a:pt x="424615" y="3100"/>
                </a:lnTo>
                <a:lnTo>
                  <a:pt x="424333" y="3375"/>
                </a:lnTo>
                <a:lnTo>
                  <a:pt x="424060" y="3660"/>
                </a:lnTo>
                <a:lnTo>
                  <a:pt x="423800" y="3951"/>
                </a:lnTo>
                <a:lnTo>
                  <a:pt x="423551" y="4248"/>
                </a:lnTo>
                <a:lnTo>
                  <a:pt x="423314" y="4552"/>
                </a:lnTo>
                <a:lnTo>
                  <a:pt x="423088" y="4862"/>
                </a:lnTo>
                <a:lnTo>
                  <a:pt x="422873" y="5179"/>
                </a:lnTo>
                <a:lnTo>
                  <a:pt x="422671" y="5501"/>
                </a:lnTo>
                <a:lnTo>
                  <a:pt x="422480" y="5831"/>
                </a:lnTo>
                <a:lnTo>
                  <a:pt x="422300" y="6167"/>
                </a:lnTo>
                <a:lnTo>
                  <a:pt x="422132" y="6509"/>
                </a:lnTo>
                <a:lnTo>
                  <a:pt x="421976" y="6858"/>
                </a:lnTo>
                <a:lnTo>
                  <a:pt x="421831" y="7213"/>
                </a:lnTo>
                <a:lnTo>
                  <a:pt x="421698" y="7574"/>
                </a:lnTo>
                <a:lnTo>
                  <a:pt x="421576" y="7942"/>
                </a:lnTo>
                <a:lnTo>
                  <a:pt x="421466" y="8316"/>
                </a:lnTo>
                <a:lnTo>
                  <a:pt x="421368" y="8697"/>
                </a:lnTo>
                <a:lnTo>
                  <a:pt x="421281" y="9084"/>
                </a:lnTo>
                <a:lnTo>
                  <a:pt x="421206" y="9478"/>
                </a:lnTo>
                <a:lnTo>
                  <a:pt x="421142" y="9878"/>
                </a:lnTo>
                <a:lnTo>
                  <a:pt x="421090" y="10284"/>
                </a:lnTo>
                <a:lnTo>
                  <a:pt x="421050" y="10697"/>
                </a:lnTo>
                <a:lnTo>
                  <a:pt x="421021" y="11117"/>
                </a:lnTo>
                <a:lnTo>
                  <a:pt x="421003" y="11542"/>
                </a:lnTo>
                <a:lnTo>
                  <a:pt x="420997" y="11974"/>
                </a:lnTo>
                <a:lnTo>
                  <a:pt x="421003" y="12407"/>
                </a:lnTo>
                <a:lnTo>
                  <a:pt x="421021" y="12832"/>
                </a:lnTo>
                <a:lnTo>
                  <a:pt x="421050" y="13252"/>
                </a:lnTo>
                <a:lnTo>
                  <a:pt x="421090" y="13665"/>
                </a:lnTo>
                <a:close/>
                <a:moveTo>
                  <a:pt x="869574" y="62956"/>
                </a:moveTo>
                <a:lnTo>
                  <a:pt x="869685" y="62722"/>
                </a:lnTo>
                <a:lnTo>
                  <a:pt x="869798" y="62491"/>
                </a:lnTo>
                <a:lnTo>
                  <a:pt x="869914" y="62264"/>
                </a:lnTo>
                <a:lnTo>
                  <a:pt x="870033" y="62042"/>
                </a:lnTo>
                <a:lnTo>
                  <a:pt x="870155" y="61822"/>
                </a:lnTo>
                <a:lnTo>
                  <a:pt x="870280" y="61607"/>
                </a:lnTo>
                <a:lnTo>
                  <a:pt x="870408" y="61396"/>
                </a:lnTo>
                <a:lnTo>
                  <a:pt x="870539" y="61188"/>
                </a:lnTo>
                <a:lnTo>
                  <a:pt x="870672" y="60984"/>
                </a:lnTo>
                <a:lnTo>
                  <a:pt x="870809" y="60783"/>
                </a:lnTo>
                <a:lnTo>
                  <a:pt x="870949" y="60587"/>
                </a:lnTo>
                <a:lnTo>
                  <a:pt x="871091" y="60394"/>
                </a:lnTo>
                <a:lnTo>
                  <a:pt x="871237" y="60205"/>
                </a:lnTo>
                <a:lnTo>
                  <a:pt x="871386" y="60020"/>
                </a:lnTo>
                <a:lnTo>
                  <a:pt x="871538" y="59839"/>
                </a:lnTo>
                <a:lnTo>
                  <a:pt x="871693" y="59662"/>
                </a:lnTo>
                <a:lnTo>
                  <a:pt x="871851" y="59489"/>
                </a:lnTo>
                <a:lnTo>
                  <a:pt x="872013" y="59319"/>
                </a:lnTo>
                <a:lnTo>
                  <a:pt x="872178" y="59154"/>
                </a:lnTo>
                <a:lnTo>
                  <a:pt x="872346" y="58992"/>
                </a:lnTo>
                <a:lnTo>
                  <a:pt x="872517" y="58835"/>
                </a:lnTo>
                <a:lnTo>
                  <a:pt x="872691" y="58681"/>
                </a:lnTo>
                <a:lnTo>
                  <a:pt x="872869" y="58531"/>
                </a:lnTo>
                <a:lnTo>
                  <a:pt x="873050" y="58385"/>
                </a:lnTo>
                <a:lnTo>
                  <a:pt x="873234" y="58243"/>
                </a:lnTo>
                <a:lnTo>
                  <a:pt x="873421" y="58105"/>
                </a:lnTo>
                <a:lnTo>
                  <a:pt x="873612" y="57971"/>
                </a:lnTo>
                <a:lnTo>
                  <a:pt x="873806" y="57840"/>
                </a:lnTo>
                <a:lnTo>
                  <a:pt x="874003" y="57714"/>
                </a:lnTo>
                <a:lnTo>
                  <a:pt x="874203" y="57591"/>
                </a:lnTo>
                <a:lnTo>
                  <a:pt x="874406" y="57473"/>
                </a:lnTo>
                <a:lnTo>
                  <a:pt x="874613" y="57358"/>
                </a:lnTo>
                <a:lnTo>
                  <a:pt x="874822" y="57247"/>
                </a:lnTo>
                <a:lnTo>
                  <a:pt x="875035" y="57140"/>
                </a:lnTo>
                <a:lnTo>
                  <a:pt x="875252" y="57037"/>
                </a:lnTo>
                <a:lnTo>
                  <a:pt x="875471" y="56938"/>
                </a:lnTo>
                <a:lnTo>
                  <a:pt x="875694" y="56843"/>
                </a:lnTo>
                <a:lnTo>
                  <a:pt x="875921" y="56752"/>
                </a:lnTo>
                <a:lnTo>
                  <a:pt x="876152" y="56665"/>
                </a:lnTo>
                <a:lnTo>
                  <a:pt x="876386" y="56582"/>
                </a:lnTo>
                <a:lnTo>
                  <a:pt x="876625" y="56503"/>
                </a:lnTo>
                <a:lnTo>
                  <a:pt x="876867" y="56429"/>
                </a:lnTo>
                <a:lnTo>
                  <a:pt x="877114" y="56358"/>
                </a:lnTo>
                <a:lnTo>
                  <a:pt x="877364" y="56291"/>
                </a:lnTo>
                <a:lnTo>
                  <a:pt x="877618" y="56228"/>
                </a:lnTo>
                <a:lnTo>
                  <a:pt x="877876" y="56170"/>
                </a:lnTo>
                <a:lnTo>
                  <a:pt x="878138" y="56115"/>
                </a:lnTo>
                <a:lnTo>
                  <a:pt x="878404" y="56064"/>
                </a:lnTo>
                <a:lnTo>
                  <a:pt x="878674" y="56018"/>
                </a:lnTo>
                <a:lnTo>
                  <a:pt x="878948" y="55975"/>
                </a:lnTo>
                <a:lnTo>
                  <a:pt x="879226" y="55937"/>
                </a:lnTo>
                <a:lnTo>
                  <a:pt x="879507" y="55903"/>
                </a:lnTo>
                <a:lnTo>
                  <a:pt x="879793" y="55872"/>
                </a:lnTo>
                <a:lnTo>
                  <a:pt x="880082" y="55846"/>
                </a:lnTo>
                <a:lnTo>
                  <a:pt x="880375" y="55824"/>
                </a:lnTo>
                <a:lnTo>
                  <a:pt x="880672" y="55805"/>
                </a:lnTo>
                <a:lnTo>
                  <a:pt x="880973" y="55791"/>
                </a:lnTo>
                <a:lnTo>
                  <a:pt x="881278" y="55781"/>
                </a:lnTo>
                <a:lnTo>
                  <a:pt x="881587" y="55775"/>
                </a:lnTo>
                <a:lnTo>
                  <a:pt x="881900" y="55773"/>
                </a:lnTo>
                <a:lnTo>
                  <a:pt x="882035" y="55773"/>
                </a:lnTo>
                <a:lnTo>
                  <a:pt x="882172" y="55774"/>
                </a:lnTo>
                <a:lnTo>
                  <a:pt x="882310" y="55776"/>
                </a:lnTo>
                <a:lnTo>
                  <a:pt x="882450" y="55778"/>
                </a:lnTo>
                <a:lnTo>
                  <a:pt x="882593" y="55780"/>
                </a:lnTo>
                <a:lnTo>
                  <a:pt x="882736" y="55783"/>
                </a:lnTo>
                <a:lnTo>
                  <a:pt x="882882" y="55787"/>
                </a:lnTo>
                <a:lnTo>
                  <a:pt x="883030" y="55791"/>
                </a:lnTo>
                <a:lnTo>
                  <a:pt x="883179" y="55796"/>
                </a:lnTo>
                <a:lnTo>
                  <a:pt x="883330" y="55801"/>
                </a:lnTo>
                <a:lnTo>
                  <a:pt x="883483" y="55807"/>
                </a:lnTo>
                <a:lnTo>
                  <a:pt x="883638" y="55813"/>
                </a:lnTo>
                <a:lnTo>
                  <a:pt x="883795" y="55820"/>
                </a:lnTo>
                <a:lnTo>
                  <a:pt x="883953" y="55828"/>
                </a:lnTo>
                <a:lnTo>
                  <a:pt x="884113" y="55836"/>
                </a:lnTo>
                <a:lnTo>
                  <a:pt x="884275" y="55845"/>
                </a:lnTo>
                <a:lnTo>
                  <a:pt x="884439" y="55854"/>
                </a:lnTo>
                <a:lnTo>
                  <a:pt x="884605" y="55864"/>
                </a:lnTo>
                <a:lnTo>
                  <a:pt x="884772" y="55874"/>
                </a:lnTo>
                <a:lnTo>
                  <a:pt x="884942" y="55885"/>
                </a:lnTo>
                <a:lnTo>
                  <a:pt x="885113" y="55896"/>
                </a:lnTo>
                <a:lnTo>
                  <a:pt x="885286" y="55908"/>
                </a:lnTo>
                <a:lnTo>
                  <a:pt x="885461" y="55921"/>
                </a:lnTo>
                <a:lnTo>
                  <a:pt x="885637" y="55934"/>
                </a:lnTo>
                <a:lnTo>
                  <a:pt x="885814" y="55948"/>
                </a:lnTo>
                <a:lnTo>
                  <a:pt x="885988" y="55962"/>
                </a:lnTo>
                <a:lnTo>
                  <a:pt x="886160" y="55977"/>
                </a:lnTo>
                <a:lnTo>
                  <a:pt x="886330" y="55992"/>
                </a:lnTo>
                <a:lnTo>
                  <a:pt x="886498" y="56008"/>
                </a:lnTo>
                <a:lnTo>
                  <a:pt x="886664" y="56024"/>
                </a:lnTo>
                <a:lnTo>
                  <a:pt x="886828" y="56041"/>
                </a:lnTo>
                <a:lnTo>
                  <a:pt x="886990" y="56059"/>
                </a:lnTo>
                <a:lnTo>
                  <a:pt x="887150" y="56077"/>
                </a:lnTo>
                <a:lnTo>
                  <a:pt x="887307" y="56096"/>
                </a:lnTo>
                <a:lnTo>
                  <a:pt x="887463" y="56115"/>
                </a:lnTo>
                <a:lnTo>
                  <a:pt x="887616" y="56135"/>
                </a:lnTo>
                <a:lnTo>
                  <a:pt x="887767" y="56155"/>
                </a:lnTo>
                <a:lnTo>
                  <a:pt x="887917" y="56176"/>
                </a:lnTo>
                <a:lnTo>
                  <a:pt x="888064" y="56198"/>
                </a:lnTo>
                <a:lnTo>
                  <a:pt x="888209" y="56220"/>
                </a:lnTo>
                <a:lnTo>
                  <a:pt x="888352" y="56242"/>
                </a:lnTo>
                <a:lnTo>
                  <a:pt x="888493" y="56265"/>
                </a:lnTo>
                <a:lnTo>
                  <a:pt x="888631" y="56289"/>
                </a:lnTo>
                <a:lnTo>
                  <a:pt x="888768" y="56313"/>
                </a:lnTo>
                <a:lnTo>
                  <a:pt x="888903" y="56338"/>
                </a:lnTo>
                <a:lnTo>
                  <a:pt x="889035" y="56364"/>
                </a:lnTo>
                <a:lnTo>
                  <a:pt x="889165" y="56390"/>
                </a:lnTo>
                <a:lnTo>
                  <a:pt x="889294" y="56416"/>
                </a:lnTo>
                <a:lnTo>
                  <a:pt x="889615" y="33994"/>
                </a:lnTo>
                <a:lnTo>
                  <a:pt x="889527" y="33961"/>
                </a:lnTo>
                <a:lnTo>
                  <a:pt x="889436" y="33928"/>
                </a:lnTo>
                <a:lnTo>
                  <a:pt x="889342" y="33896"/>
                </a:lnTo>
                <a:lnTo>
                  <a:pt x="889246" y="33864"/>
                </a:lnTo>
                <a:lnTo>
                  <a:pt x="889147" y="33832"/>
                </a:lnTo>
                <a:lnTo>
                  <a:pt x="889045" y="33801"/>
                </a:lnTo>
                <a:lnTo>
                  <a:pt x="888941" y="33770"/>
                </a:lnTo>
                <a:lnTo>
                  <a:pt x="888834" y="33740"/>
                </a:lnTo>
                <a:lnTo>
                  <a:pt x="888724" y="33710"/>
                </a:lnTo>
                <a:lnTo>
                  <a:pt x="888612" y="33680"/>
                </a:lnTo>
                <a:lnTo>
                  <a:pt x="888497" y="33651"/>
                </a:lnTo>
                <a:lnTo>
                  <a:pt x="888380" y="33623"/>
                </a:lnTo>
                <a:lnTo>
                  <a:pt x="888259" y="33594"/>
                </a:lnTo>
                <a:lnTo>
                  <a:pt x="888137" y="33567"/>
                </a:lnTo>
                <a:lnTo>
                  <a:pt x="888011" y="33539"/>
                </a:lnTo>
                <a:lnTo>
                  <a:pt x="887883" y="33512"/>
                </a:lnTo>
                <a:lnTo>
                  <a:pt x="887752" y="33486"/>
                </a:lnTo>
                <a:lnTo>
                  <a:pt x="887619" y="33459"/>
                </a:lnTo>
                <a:lnTo>
                  <a:pt x="887483" y="33434"/>
                </a:lnTo>
                <a:lnTo>
                  <a:pt x="887344" y="33408"/>
                </a:lnTo>
                <a:lnTo>
                  <a:pt x="887202" y="33383"/>
                </a:lnTo>
                <a:lnTo>
                  <a:pt x="887058" y="33359"/>
                </a:lnTo>
                <a:lnTo>
                  <a:pt x="886912" y="33335"/>
                </a:lnTo>
                <a:lnTo>
                  <a:pt x="886762" y="33311"/>
                </a:lnTo>
                <a:lnTo>
                  <a:pt x="886612" y="33288"/>
                </a:lnTo>
                <a:lnTo>
                  <a:pt x="886462" y="33266"/>
                </a:lnTo>
                <a:lnTo>
                  <a:pt x="886313" y="33245"/>
                </a:lnTo>
                <a:lnTo>
                  <a:pt x="886165" y="33225"/>
                </a:lnTo>
                <a:lnTo>
                  <a:pt x="886018" y="33206"/>
                </a:lnTo>
                <a:lnTo>
                  <a:pt x="885871" y="33188"/>
                </a:lnTo>
                <a:lnTo>
                  <a:pt x="885725" y="33171"/>
                </a:lnTo>
                <a:lnTo>
                  <a:pt x="885579" y="33155"/>
                </a:lnTo>
                <a:lnTo>
                  <a:pt x="885434" y="33140"/>
                </a:lnTo>
                <a:lnTo>
                  <a:pt x="885290" y="33126"/>
                </a:lnTo>
                <a:lnTo>
                  <a:pt x="885147" y="33112"/>
                </a:lnTo>
                <a:lnTo>
                  <a:pt x="885004" y="33100"/>
                </a:lnTo>
                <a:lnTo>
                  <a:pt x="884862" y="33089"/>
                </a:lnTo>
                <a:lnTo>
                  <a:pt x="884721" y="33079"/>
                </a:lnTo>
                <a:lnTo>
                  <a:pt x="884580" y="33069"/>
                </a:lnTo>
                <a:lnTo>
                  <a:pt x="884441" y="33061"/>
                </a:lnTo>
                <a:lnTo>
                  <a:pt x="884301" y="33054"/>
                </a:lnTo>
                <a:lnTo>
                  <a:pt x="884163" y="33047"/>
                </a:lnTo>
                <a:lnTo>
                  <a:pt x="884025" y="33042"/>
                </a:lnTo>
                <a:lnTo>
                  <a:pt x="883888" y="33038"/>
                </a:lnTo>
                <a:lnTo>
                  <a:pt x="883752" y="33034"/>
                </a:lnTo>
                <a:lnTo>
                  <a:pt x="883616" y="33032"/>
                </a:lnTo>
                <a:lnTo>
                  <a:pt x="883481" y="33030"/>
                </a:lnTo>
                <a:lnTo>
                  <a:pt x="883347" y="33030"/>
                </a:lnTo>
                <a:lnTo>
                  <a:pt x="882953" y="33035"/>
                </a:lnTo>
                <a:lnTo>
                  <a:pt x="882563" y="33050"/>
                </a:lnTo>
                <a:lnTo>
                  <a:pt x="882177" y="33075"/>
                </a:lnTo>
                <a:lnTo>
                  <a:pt x="881794" y="33110"/>
                </a:lnTo>
                <a:lnTo>
                  <a:pt x="881415" y="33155"/>
                </a:lnTo>
                <a:lnTo>
                  <a:pt x="881039" y="33211"/>
                </a:lnTo>
                <a:lnTo>
                  <a:pt x="880666" y="33276"/>
                </a:lnTo>
                <a:lnTo>
                  <a:pt x="880297" y="33351"/>
                </a:lnTo>
                <a:lnTo>
                  <a:pt x="879932" y="33437"/>
                </a:lnTo>
                <a:lnTo>
                  <a:pt x="879570" y="33532"/>
                </a:lnTo>
                <a:lnTo>
                  <a:pt x="879211" y="33638"/>
                </a:lnTo>
                <a:lnTo>
                  <a:pt x="878856" y="33753"/>
                </a:lnTo>
                <a:lnTo>
                  <a:pt x="878505" y="33879"/>
                </a:lnTo>
                <a:lnTo>
                  <a:pt x="878157" y="34014"/>
                </a:lnTo>
                <a:lnTo>
                  <a:pt x="877812" y="34160"/>
                </a:lnTo>
                <a:lnTo>
                  <a:pt x="877471" y="34316"/>
                </a:lnTo>
                <a:lnTo>
                  <a:pt x="877134" y="34481"/>
                </a:lnTo>
                <a:lnTo>
                  <a:pt x="876800" y="34657"/>
                </a:lnTo>
                <a:lnTo>
                  <a:pt x="876469" y="34843"/>
                </a:lnTo>
                <a:lnTo>
                  <a:pt x="876142" y="35039"/>
                </a:lnTo>
                <a:lnTo>
                  <a:pt x="875818" y="35245"/>
                </a:lnTo>
                <a:lnTo>
                  <a:pt x="875498" y="35461"/>
                </a:lnTo>
                <a:lnTo>
                  <a:pt x="875181" y="35687"/>
                </a:lnTo>
                <a:lnTo>
                  <a:pt x="874868" y="35923"/>
                </a:lnTo>
                <a:lnTo>
                  <a:pt x="874559" y="36168"/>
                </a:lnTo>
                <a:lnTo>
                  <a:pt x="874253" y="36422"/>
                </a:lnTo>
                <a:lnTo>
                  <a:pt x="873951" y="36683"/>
                </a:lnTo>
                <a:lnTo>
                  <a:pt x="873653" y="36953"/>
                </a:lnTo>
                <a:lnTo>
                  <a:pt x="873358" y="37231"/>
                </a:lnTo>
                <a:lnTo>
                  <a:pt x="873068" y="37518"/>
                </a:lnTo>
                <a:lnTo>
                  <a:pt x="872781" y="37812"/>
                </a:lnTo>
                <a:lnTo>
                  <a:pt x="872498" y="38115"/>
                </a:lnTo>
                <a:lnTo>
                  <a:pt x="872218" y="38426"/>
                </a:lnTo>
                <a:lnTo>
                  <a:pt x="871943" y="38746"/>
                </a:lnTo>
                <a:lnTo>
                  <a:pt x="871671" y="39073"/>
                </a:lnTo>
                <a:lnTo>
                  <a:pt x="871403" y="39409"/>
                </a:lnTo>
                <a:lnTo>
                  <a:pt x="871138" y="39753"/>
                </a:lnTo>
                <a:lnTo>
                  <a:pt x="870878" y="40105"/>
                </a:lnTo>
                <a:lnTo>
                  <a:pt x="870621" y="40466"/>
                </a:lnTo>
                <a:lnTo>
                  <a:pt x="870368" y="40834"/>
                </a:lnTo>
                <a:lnTo>
                  <a:pt x="870119" y="41211"/>
                </a:lnTo>
                <a:lnTo>
                  <a:pt x="869873" y="41596"/>
                </a:lnTo>
                <a:lnTo>
                  <a:pt x="869631" y="41990"/>
                </a:lnTo>
                <a:lnTo>
                  <a:pt x="869393" y="42391"/>
                </a:lnTo>
                <a:lnTo>
                  <a:pt x="869159" y="42801"/>
                </a:lnTo>
                <a:lnTo>
                  <a:pt x="868929" y="43219"/>
                </a:lnTo>
                <a:lnTo>
                  <a:pt x="868702" y="43646"/>
                </a:lnTo>
                <a:lnTo>
                  <a:pt x="868479" y="44080"/>
                </a:lnTo>
                <a:lnTo>
                  <a:pt x="868465" y="44109"/>
                </a:lnTo>
                <a:lnTo>
                  <a:pt x="867836" y="34637"/>
                </a:lnTo>
                <a:lnTo>
                  <a:pt x="846620" y="34637"/>
                </a:lnTo>
                <a:lnTo>
                  <a:pt x="846620" y="121592"/>
                </a:lnTo>
                <a:lnTo>
                  <a:pt x="869122" y="121592"/>
                </a:lnTo>
                <a:lnTo>
                  <a:pt x="869122" y="64036"/>
                </a:lnTo>
                <a:lnTo>
                  <a:pt x="869162" y="63930"/>
                </a:lnTo>
                <a:lnTo>
                  <a:pt x="869261" y="63681"/>
                </a:lnTo>
                <a:lnTo>
                  <a:pt x="869362" y="63435"/>
                </a:lnTo>
                <a:lnTo>
                  <a:pt x="869467" y="63194"/>
                </a:lnTo>
                <a:lnTo>
                  <a:pt x="869574" y="62956"/>
                </a:lnTo>
                <a:close/>
                <a:moveTo>
                  <a:pt x="544972" y="80105"/>
                </a:moveTo>
                <a:lnTo>
                  <a:pt x="545386" y="79606"/>
                </a:lnTo>
                <a:lnTo>
                  <a:pt x="545797" y="79109"/>
                </a:lnTo>
                <a:lnTo>
                  <a:pt x="546204" y="78614"/>
                </a:lnTo>
                <a:lnTo>
                  <a:pt x="546608" y="78120"/>
                </a:lnTo>
                <a:lnTo>
                  <a:pt x="547010" y="77627"/>
                </a:lnTo>
                <a:lnTo>
                  <a:pt x="547407" y="77135"/>
                </a:lnTo>
                <a:lnTo>
                  <a:pt x="547802" y="76645"/>
                </a:lnTo>
                <a:lnTo>
                  <a:pt x="548193" y="76157"/>
                </a:lnTo>
                <a:lnTo>
                  <a:pt x="548582" y="75670"/>
                </a:lnTo>
                <a:lnTo>
                  <a:pt x="548967" y="75184"/>
                </a:lnTo>
                <a:lnTo>
                  <a:pt x="549348" y="74699"/>
                </a:lnTo>
                <a:lnTo>
                  <a:pt x="549727" y="74216"/>
                </a:lnTo>
                <a:lnTo>
                  <a:pt x="550102" y="73735"/>
                </a:lnTo>
                <a:lnTo>
                  <a:pt x="550475" y="73254"/>
                </a:lnTo>
                <a:lnTo>
                  <a:pt x="550844" y="72776"/>
                </a:lnTo>
                <a:lnTo>
                  <a:pt x="551209" y="72298"/>
                </a:lnTo>
                <a:lnTo>
                  <a:pt x="551572" y="71822"/>
                </a:lnTo>
                <a:lnTo>
                  <a:pt x="551931" y="71347"/>
                </a:lnTo>
                <a:lnTo>
                  <a:pt x="552287" y="70874"/>
                </a:lnTo>
                <a:lnTo>
                  <a:pt x="552640" y="70402"/>
                </a:lnTo>
                <a:lnTo>
                  <a:pt x="552990" y="69932"/>
                </a:lnTo>
                <a:lnTo>
                  <a:pt x="553336" y="69463"/>
                </a:lnTo>
                <a:lnTo>
                  <a:pt x="553679" y="68995"/>
                </a:lnTo>
                <a:lnTo>
                  <a:pt x="554017" y="68527"/>
                </a:lnTo>
                <a:lnTo>
                  <a:pt x="554350" y="68061"/>
                </a:lnTo>
                <a:lnTo>
                  <a:pt x="554679" y="67595"/>
                </a:lnTo>
                <a:lnTo>
                  <a:pt x="555003" y="67130"/>
                </a:lnTo>
                <a:lnTo>
                  <a:pt x="555323" y="66665"/>
                </a:lnTo>
                <a:lnTo>
                  <a:pt x="555638" y="66201"/>
                </a:lnTo>
                <a:lnTo>
                  <a:pt x="555948" y="65738"/>
                </a:lnTo>
                <a:lnTo>
                  <a:pt x="556254" y="65276"/>
                </a:lnTo>
                <a:lnTo>
                  <a:pt x="556555" y="64814"/>
                </a:lnTo>
                <a:lnTo>
                  <a:pt x="556852" y="64353"/>
                </a:lnTo>
                <a:lnTo>
                  <a:pt x="557144" y="63892"/>
                </a:lnTo>
                <a:lnTo>
                  <a:pt x="557431" y="63433"/>
                </a:lnTo>
                <a:lnTo>
                  <a:pt x="557714" y="62974"/>
                </a:lnTo>
                <a:lnTo>
                  <a:pt x="557992" y="62516"/>
                </a:lnTo>
                <a:lnTo>
                  <a:pt x="558266" y="62058"/>
                </a:lnTo>
                <a:lnTo>
                  <a:pt x="558534" y="61601"/>
                </a:lnTo>
                <a:lnTo>
                  <a:pt x="558799" y="61145"/>
                </a:lnTo>
                <a:lnTo>
                  <a:pt x="559059" y="60690"/>
                </a:lnTo>
                <a:lnTo>
                  <a:pt x="559314" y="60235"/>
                </a:lnTo>
                <a:lnTo>
                  <a:pt x="559564" y="59781"/>
                </a:lnTo>
                <a:lnTo>
                  <a:pt x="559810" y="59327"/>
                </a:lnTo>
                <a:lnTo>
                  <a:pt x="560051" y="58875"/>
                </a:lnTo>
                <a:lnTo>
                  <a:pt x="560288" y="58423"/>
                </a:lnTo>
                <a:lnTo>
                  <a:pt x="560520" y="57971"/>
                </a:lnTo>
                <a:lnTo>
                  <a:pt x="560748" y="57518"/>
                </a:lnTo>
                <a:lnTo>
                  <a:pt x="560971" y="57066"/>
                </a:lnTo>
                <a:lnTo>
                  <a:pt x="561190" y="56613"/>
                </a:lnTo>
                <a:lnTo>
                  <a:pt x="561404" y="56160"/>
                </a:lnTo>
                <a:lnTo>
                  <a:pt x="561614" y="55707"/>
                </a:lnTo>
                <a:lnTo>
                  <a:pt x="561819" y="55253"/>
                </a:lnTo>
                <a:lnTo>
                  <a:pt x="562020" y="54799"/>
                </a:lnTo>
                <a:lnTo>
                  <a:pt x="562217" y="54345"/>
                </a:lnTo>
                <a:lnTo>
                  <a:pt x="562409" y="53891"/>
                </a:lnTo>
                <a:lnTo>
                  <a:pt x="562596" y="53436"/>
                </a:lnTo>
                <a:lnTo>
                  <a:pt x="562779" y="52981"/>
                </a:lnTo>
                <a:lnTo>
                  <a:pt x="562958" y="52526"/>
                </a:lnTo>
                <a:lnTo>
                  <a:pt x="563132" y="52070"/>
                </a:lnTo>
                <a:lnTo>
                  <a:pt x="563302" y="51615"/>
                </a:lnTo>
                <a:lnTo>
                  <a:pt x="563467" y="51159"/>
                </a:lnTo>
                <a:lnTo>
                  <a:pt x="563628" y="50702"/>
                </a:lnTo>
                <a:lnTo>
                  <a:pt x="563784" y="50246"/>
                </a:lnTo>
                <a:lnTo>
                  <a:pt x="563936" y="49789"/>
                </a:lnTo>
                <a:lnTo>
                  <a:pt x="564083" y="49332"/>
                </a:lnTo>
                <a:lnTo>
                  <a:pt x="564226" y="48874"/>
                </a:lnTo>
                <a:lnTo>
                  <a:pt x="564364" y="48417"/>
                </a:lnTo>
                <a:lnTo>
                  <a:pt x="564498" y="47959"/>
                </a:lnTo>
                <a:lnTo>
                  <a:pt x="564628" y="47501"/>
                </a:lnTo>
                <a:lnTo>
                  <a:pt x="564752" y="47042"/>
                </a:lnTo>
                <a:lnTo>
                  <a:pt x="564872" y="46582"/>
                </a:lnTo>
                <a:lnTo>
                  <a:pt x="564986" y="46121"/>
                </a:lnTo>
                <a:lnTo>
                  <a:pt x="565094" y="45659"/>
                </a:lnTo>
                <a:lnTo>
                  <a:pt x="565198" y="45197"/>
                </a:lnTo>
                <a:lnTo>
                  <a:pt x="565296" y="44733"/>
                </a:lnTo>
                <a:lnTo>
                  <a:pt x="565389" y="44268"/>
                </a:lnTo>
                <a:lnTo>
                  <a:pt x="565476" y="43802"/>
                </a:lnTo>
                <a:lnTo>
                  <a:pt x="565558" y="43336"/>
                </a:lnTo>
                <a:lnTo>
                  <a:pt x="565635" y="42868"/>
                </a:lnTo>
                <a:lnTo>
                  <a:pt x="565707" y="42399"/>
                </a:lnTo>
                <a:lnTo>
                  <a:pt x="565773" y="41930"/>
                </a:lnTo>
                <a:lnTo>
                  <a:pt x="565834" y="41459"/>
                </a:lnTo>
                <a:lnTo>
                  <a:pt x="565890" y="40987"/>
                </a:lnTo>
                <a:lnTo>
                  <a:pt x="565940" y="40515"/>
                </a:lnTo>
                <a:lnTo>
                  <a:pt x="565985" y="40041"/>
                </a:lnTo>
                <a:lnTo>
                  <a:pt x="566025" y="39567"/>
                </a:lnTo>
                <a:lnTo>
                  <a:pt x="566059" y="39091"/>
                </a:lnTo>
                <a:lnTo>
                  <a:pt x="566088" y="38614"/>
                </a:lnTo>
                <a:lnTo>
                  <a:pt x="566112" y="38137"/>
                </a:lnTo>
                <a:lnTo>
                  <a:pt x="566131" y="37658"/>
                </a:lnTo>
                <a:lnTo>
                  <a:pt x="566144" y="37179"/>
                </a:lnTo>
                <a:lnTo>
                  <a:pt x="566152" y="36698"/>
                </a:lnTo>
                <a:lnTo>
                  <a:pt x="566155" y="36217"/>
                </a:lnTo>
                <a:lnTo>
                  <a:pt x="566148" y="35359"/>
                </a:lnTo>
                <a:lnTo>
                  <a:pt x="566129" y="34511"/>
                </a:lnTo>
                <a:lnTo>
                  <a:pt x="566096" y="33673"/>
                </a:lnTo>
                <a:lnTo>
                  <a:pt x="566051" y="32846"/>
                </a:lnTo>
                <a:lnTo>
                  <a:pt x="565992" y="32029"/>
                </a:lnTo>
                <a:lnTo>
                  <a:pt x="565921" y="31221"/>
                </a:lnTo>
                <a:lnTo>
                  <a:pt x="565837" y="30424"/>
                </a:lnTo>
                <a:lnTo>
                  <a:pt x="565739" y="29638"/>
                </a:lnTo>
                <a:lnTo>
                  <a:pt x="565629" y="28861"/>
                </a:lnTo>
                <a:lnTo>
                  <a:pt x="565506" y="28094"/>
                </a:lnTo>
                <a:lnTo>
                  <a:pt x="565370" y="27338"/>
                </a:lnTo>
                <a:lnTo>
                  <a:pt x="565220" y="26592"/>
                </a:lnTo>
                <a:lnTo>
                  <a:pt x="565058" y="25856"/>
                </a:lnTo>
                <a:lnTo>
                  <a:pt x="564883" y="25130"/>
                </a:lnTo>
                <a:lnTo>
                  <a:pt x="564695" y="24414"/>
                </a:lnTo>
                <a:lnTo>
                  <a:pt x="564494" y="23709"/>
                </a:lnTo>
                <a:lnTo>
                  <a:pt x="564280" y="23014"/>
                </a:lnTo>
                <a:lnTo>
                  <a:pt x="564053" y="22329"/>
                </a:lnTo>
                <a:lnTo>
                  <a:pt x="563813" y="21654"/>
                </a:lnTo>
                <a:lnTo>
                  <a:pt x="563560" y="20989"/>
                </a:lnTo>
                <a:lnTo>
                  <a:pt x="563294" y="20334"/>
                </a:lnTo>
                <a:lnTo>
                  <a:pt x="563015" y="19690"/>
                </a:lnTo>
                <a:lnTo>
                  <a:pt x="562723" y="19055"/>
                </a:lnTo>
                <a:lnTo>
                  <a:pt x="562418" y="18431"/>
                </a:lnTo>
                <a:lnTo>
                  <a:pt x="562100" y="17818"/>
                </a:lnTo>
                <a:lnTo>
                  <a:pt x="561770" y="17217"/>
                </a:lnTo>
                <a:lnTo>
                  <a:pt x="561428" y="16627"/>
                </a:lnTo>
                <a:lnTo>
                  <a:pt x="561073" y="16050"/>
                </a:lnTo>
                <a:lnTo>
                  <a:pt x="560705" y="15484"/>
                </a:lnTo>
                <a:lnTo>
                  <a:pt x="560326" y="14930"/>
                </a:lnTo>
                <a:lnTo>
                  <a:pt x="559934" y="14388"/>
                </a:lnTo>
                <a:lnTo>
                  <a:pt x="559529" y="13858"/>
                </a:lnTo>
                <a:lnTo>
                  <a:pt x="559112" y="13340"/>
                </a:lnTo>
                <a:lnTo>
                  <a:pt x="558683" y="12834"/>
                </a:lnTo>
                <a:lnTo>
                  <a:pt x="558241" y="12339"/>
                </a:lnTo>
                <a:lnTo>
                  <a:pt x="557787" y="11856"/>
                </a:lnTo>
                <a:lnTo>
                  <a:pt x="557320" y="11385"/>
                </a:lnTo>
                <a:lnTo>
                  <a:pt x="556841" y="10927"/>
                </a:lnTo>
                <a:lnTo>
                  <a:pt x="556350" y="10479"/>
                </a:lnTo>
                <a:lnTo>
                  <a:pt x="555846" y="10044"/>
                </a:lnTo>
                <a:lnTo>
                  <a:pt x="555329" y="9621"/>
                </a:lnTo>
                <a:lnTo>
                  <a:pt x="554801" y="9209"/>
                </a:lnTo>
                <a:lnTo>
                  <a:pt x="554259" y="8810"/>
                </a:lnTo>
                <a:lnTo>
                  <a:pt x="553706" y="8422"/>
                </a:lnTo>
                <a:lnTo>
                  <a:pt x="553140" y="8046"/>
                </a:lnTo>
                <a:lnTo>
                  <a:pt x="552562" y="7682"/>
                </a:lnTo>
                <a:lnTo>
                  <a:pt x="551971" y="7330"/>
                </a:lnTo>
                <a:lnTo>
                  <a:pt x="551368" y="6989"/>
                </a:lnTo>
                <a:lnTo>
                  <a:pt x="550752" y="6662"/>
                </a:lnTo>
                <a:lnTo>
                  <a:pt x="550125" y="6348"/>
                </a:lnTo>
                <a:lnTo>
                  <a:pt x="549487" y="6048"/>
                </a:lnTo>
                <a:lnTo>
                  <a:pt x="548836" y="5762"/>
                </a:lnTo>
                <a:lnTo>
                  <a:pt x="548174" y="5490"/>
                </a:lnTo>
                <a:lnTo>
                  <a:pt x="547500" y="5232"/>
                </a:lnTo>
                <a:lnTo>
                  <a:pt x="546814" y="4988"/>
                </a:lnTo>
                <a:lnTo>
                  <a:pt x="546117" y="4758"/>
                </a:lnTo>
                <a:lnTo>
                  <a:pt x="545408" y="4542"/>
                </a:lnTo>
                <a:lnTo>
                  <a:pt x="544687" y="4340"/>
                </a:lnTo>
                <a:lnTo>
                  <a:pt x="543955" y="4152"/>
                </a:lnTo>
                <a:lnTo>
                  <a:pt x="543211" y="3977"/>
                </a:lnTo>
                <a:lnTo>
                  <a:pt x="542455" y="3817"/>
                </a:lnTo>
                <a:lnTo>
                  <a:pt x="541687" y="3671"/>
                </a:lnTo>
                <a:lnTo>
                  <a:pt x="540908" y="3538"/>
                </a:lnTo>
                <a:lnTo>
                  <a:pt x="540116" y="3420"/>
                </a:lnTo>
                <a:lnTo>
                  <a:pt x="539314" y="3315"/>
                </a:lnTo>
                <a:lnTo>
                  <a:pt x="538499" y="3224"/>
                </a:lnTo>
                <a:lnTo>
                  <a:pt x="537673" y="3148"/>
                </a:lnTo>
                <a:lnTo>
                  <a:pt x="536835" y="3085"/>
                </a:lnTo>
                <a:lnTo>
                  <a:pt x="535985" y="3036"/>
                </a:lnTo>
                <a:lnTo>
                  <a:pt x="535124" y="3001"/>
                </a:lnTo>
                <a:lnTo>
                  <a:pt x="534251" y="2980"/>
                </a:lnTo>
                <a:lnTo>
                  <a:pt x="533366" y="2974"/>
                </a:lnTo>
                <a:lnTo>
                  <a:pt x="532454" y="2983"/>
                </a:lnTo>
                <a:lnTo>
                  <a:pt x="531553" y="3010"/>
                </a:lnTo>
                <a:lnTo>
                  <a:pt x="530663" y="3054"/>
                </a:lnTo>
                <a:lnTo>
                  <a:pt x="529784" y="3117"/>
                </a:lnTo>
                <a:lnTo>
                  <a:pt x="528916" y="3198"/>
                </a:lnTo>
                <a:lnTo>
                  <a:pt x="528059" y="3297"/>
                </a:lnTo>
                <a:lnTo>
                  <a:pt x="527213" y="3414"/>
                </a:lnTo>
                <a:lnTo>
                  <a:pt x="526379" y="3549"/>
                </a:lnTo>
                <a:lnTo>
                  <a:pt x="525555" y="3702"/>
                </a:lnTo>
                <a:lnTo>
                  <a:pt x="524742" y="3873"/>
                </a:lnTo>
                <a:lnTo>
                  <a:pt x="523940" y="4062"/>
                </a:lnTo>
                <a:lnTo>
                  <a:pt x="523149" y="4269"/>
                </a:lnTo>
                <a:lnTo>
                  <a:pt x="522370" y="4494"/>
                </a:lnTo>
                <a:lnTo>
                  <a:pt x="521601" y="4737"/>
                </a:lnTo>
                <a:lnTo>
                  <a:pt x="520843" y="4998"/>
                </a:lnTo>
                <a:lnTo>
                  <a:pt x="520097" y="5277"/>
                </a:lnTo>
                <a:lnTo>
                  <a:pt x="519361" y="5574"/>
                </a:lnTo>
                <a:lnTo>
                  <a:pt x="518637" y="5889"/>
                </a:lnTo>
                <a:lnTo>
                  <a:pt x="517923" y="6222"/>
                </a:lnTo>
                <a:lnTo>
                  <a:pt x="517220" y="6573"/>
                </a:lnTo>
                <a:lnTo>
                  <a:pt x="516529" y="6942"/>
                </a:lnTo>
                <a:lnTo>
                  <a:pt x="515848" y="7329"/>
                </a:lnTo>
                <a:lnTo>
                  <a:pt x="515179" y="7734"/>
                </a:lnTo>
                <a:lnTo>
                  <a:pt x="514520" y="8157"/>
                </a:lnTo>
                <a:lnTo>
                  <a:pt x="513874" y="8595"/>
                </a:lnTo>
                <a:lnTo>
                  <a:pt x="513239" y="9046"/>
                </a:lnTo>
                <a:lnTo>
                  <a:pt x="512617" y="9509"/>
                </a:lnTo>
                <a:lnTo>
                  <a:pt x="512007" y="9985"/>
                </a:lnTo>
                <a:lnTo>
                  <a:pt x="511409" y="10474"/>
                </a:lnTo>
                <a:lnTo>
                  <a:pt x="510824" y="10975"/>
                </a:lnTo>
                <a:lnTo>
                  <a:pt x="510250" y="11488"/>
                </a:lnTo>
                <a:lnTo>
                  <a:pt x="509690" y="12015"/>
                </a:lnTo>
                <a:lnTo>
                  <a:pt x="509141" y="12553"/>
                </a:lnTo>
                <a:lnTo>
                  <a:pt x="508605" y="13104"/>
                </a:lnTo>
                <a:lnTo>
                  <a:pt x="508081" y="13668"/>
                </a:lnTo>
                <a:lnTo>
                  <a:pt x="507569" y="14245"/>
                </a:lnTo>
                <a:lnTo>
                  <a:pt x="507069" y="14834"/>
                </a:lnTo>
                <a:lnTo>
                  <a:pt x="506582" y="15435"/>
                </a:lnTo>
                <a:lnTo>
                  <a:pt x="506107" y="16049"/>
                </a:lnTo>
                <a:lnTo>
                  <a:pt x="505644" y="16676"/>
                </a:lnTo>
                <a:lnTo>
                  <a:pt x="505194" y="17315"/>
                </a:lnTo>
                <a:lnTo>
                  <a:pt x="504756" y="17967"/>
                </a:lnTo>
                <a:lnTo>
                  <a:pt x="504330" y="18631"/>
                </a:lnTo>
                <a:lnTo>
                  <a:pt x="503917" y="19308"/>
                </a:lnTo>
                <a:lnTo>
                  <a:pt x="503515" y="19997"/>
                </a:lnTo>
                <a:lnTo>
                  <a:pt x="503126" y="20699"/>
                </a:lnTo>
                <a:lnTo>
                  <a:pt x="502750" y="21413"/>
                </a:lnTo>
                <a:lnTo>
                  <a:pt x="502385" y="22140"/>
                </a:lnTo>
                <a:lnTo>
                  <a:pt x="502034" y="22877"/>
                </a:lnTo>
                <a:lnTo>
                  <a:pt x="501699" y="23619"/>
                </a:lnTo>
                <a:lnTo>
                  <a:pt x="501378" y="24366"/>
                </a:lnTo>
                <a:lnTo>
                  <a:pt x="501072" y="25120"/>
                </a:lnTo>
                <a:lnTo>
                  <a:pt x="500780" y="25879"/>
                </a:lnTo>
                <a:lnTo>
                  <a:pt x="500504" y="26643"/>
                </a:lnTo>
                <a:lnTo>
                  <a:pt x="500243" y="27414"/>
                </a:lnTo>
                <a:lnTo>
                  <a:pt x="499997" y="28190"/>
                </a:lnTo>
                <a:lnTo>
                  <a:pt x="499765" y="28972"/>
                </a:lnTo>
                <a:lnTo>
                  <a:pt x="499549" y="29760"/>
                </a:lnTo>
                <a:lnTo>
                  <a:pt x="499347" y="30553"/>
                </a:lnTo>
                <a:lnTo>
                  <a:pt x="499161" y="31352"/>
                </a:lnTo>
                <a:lnTo>
                  <a:pt x="498989" y="32157"/>
                </a:lnTo>
                <a:lnTo>
                  <a:pt x="498832" y="32968"/>
                </a:lnTo>
                <a:lnTo>
                  <a:pt x="498690" y="33784"/>
                </a:lnTo>
                <a:lnTo>
                  <a:pt x="498563" y="34606"/>
                </a:lnTo>
                <a:lnTo>
                  <a:pt x="498451" y="35434"/>
                </a:lnTo>
                <a:lnTo>
                  <a:pt x="498354" y="36267"/>
                </a:lnTo>
                <a:lnTo>
                  <a:pt x="498272" y="37106"/>
                </a:lnTo>
                <a:lnTo>
                  <a:pt x="498205" y="37951"/>
                </a:lnTo>
                <a:lnTo>
                  <a:pt x="498153" y="38802"/>
                </a:lnTo>
                <a:lnTo>
                  <a:pt x="498116" y="39658"/>
                </a:lnTo>
                <a:lnTo>
                  <a:pt x="498093" y="40520"/>
                </a:lnTo>
                <a:lnTo>
                  <a:pt x="498086" y="41388"/>
                </a:lnTo>
                <a:lnTo>
                  <a:pt x="520668" y="41388"/>
                </a:lnTo>
                <a:lnTo>
                  <a:pt x="520671" y="40921"/>
                </a:lnTo>
                <a:lnTo>
                  <a:pt x="520677" y="40458"/>
                </a:lnTo>
                <a:lnTo>
                  <a:pt x="520689" y="40000"/>
                </a:lnTo>
                <a:lnTo>
                  <a:pt x="520705" y="39545"/>
                </a:lnTo>
                <a:lnTo>
                  <a:pt x="520726" y="39094"/>
                </a:lnTo>
                <a:lnTo>
                  <a:pt x="520751" y="38648"/>
                </a:lnTo>
                <a:lnTo>
                  <a:pt x="520781" y="38205"/>
                </a:lnTo>
                <a:lnTo>
                  <a:pt x="520816" y="37767"/>
                </a:lnTo>
                <a:lnTo>
                  <a:pt x="520855" y="37333"/>
                </a:lnTo>
                <a:lnTo>
                  <a:pt x="520898" y="36902"/>
                </a:lnTo>
                <a:lnTo>
                  <a:pt x="520947" y="36476"/>
                </a:lnTo>
                <a:lnTo>
                  <a:pt x="521000" y="36054"/>
                </a:lnTo>
                <a:lnTo>
                  <a:pt x="521057" y="35635"/>
                </a:lnTo>
                <a:lnTo>
                  <a:pt x="521119" y="35221"/>
                </a:lnTo>
                <a:lnTo>
                  <a:pt x="521186" y="34811"/>
                </a:lnTo>
                <a:lnTo>
                  <a:pt x="521258" y="34405"/>
                </a:lnTo>
                <a:lnTo>
                  <a:pt x="521334" y="34003"/>
                </a:lnTo>
                <a:lnTo>
                  <a:pt x="521414" y="33605"/>
                </a:lnTo>
                <a:lnTo>
                  <a:pt x="521499" y="33211"/>
                </a:lnTo>
                <a:lnTo>
                  <a:pt x="521589" y="32821"/>
                </a:lnTo>
                <a:lnTo>
                  <a:pt x="521683" y="32435"/>
                </a:lnTo>
                <a:lnTo>
                  <a:pt x="521782" y="32054"/>
                </a:lnTo>
                <a:lnTo>
                  <a:pt x="521886" y="31676"/>
                </a:lnTo>
                <a:lnTo>
                  <a:pt x="521994" y="31302"/>
                </a:lnTo>
                <a:lnTo>
                  <a:pt x="522107" y="30934"/>
                </a:lnTo>
                <a:lnTo>
                  <a:pt x="522225" y="30572"/>
                </a:lnTo>
                <a:lnTo>
                  <a:pt x="522348" y="30217"/>
                </a:lnTo>
                <a:lnTo>
                  <a:pt x="522475" y="29868"/>
                </a:lnTo>
                <a:lnTo>
                  <a:pt x="522608" y="29526"/>
                </a:lnTo>
                <a:lnTo>
                  <a:pt x="522745" y="29190"/>
                </a:lnTo>
                <a:lnTo>
                  <a:pt x="522887" y="28861"/>
                </a:lnTo>
                <a:lnTo>
                  <a:pt x="523035" y="28538"/>
                </a:lnTo>
                <a:lnTo>
                  <a:pt x="523187" y="28222"/>
                </a:lnTo>
                <a:lnTo>
                  <a:pt x="523343" y="27913"/>
                </a:lnTo>
                <a:lnTo>
                  <a:pt x="523505" y="27610"/>
                </a:lnTo>
                <a:lnTo>
                  <a:pt x="523672" y="27314"/>
                </a:lnTo>
                <a:lnTo>
                  <a:pt x="523843" y="27024"/>
                </a:lnTo>
                <a:lnTo>
                  <a:pt x="524020" y="26741"/>
                </a:lnTo>
                <a:lnTo>
                  <a:pt x="524201" y="26464"/>
                </a:lnTo>
                <a:lnTo>
                  <a:pt x="524387" y="26194"/>
                </a:lnTo>
                <a:lnTo>
                  <a:pt x="524578" y="25931"/>
                </a:lnTo>
                <a:lnTo>
                  <a:pt x="524774" y="25674"/>
                </a:lnTo>
                <a:lnTo>
                  <a:pt x="524975" y="25424"/>
                </a:lnTo>
                <a:lnTo>
                  <a:pt x="525181" y="25180"/>
                </a:lnTo>
                <a:lnTo>
                  <a:pt x="525392" y="24943"/>
                </a:lnTo>
                <a:lnTo>
                  <a:pt x="525607" y="24712"/>
                </a:lnTo>
                <a:lnTo>
                  <a:pt x="525827" y="24488"/>
                </a:lnTo>
                <a:lnTo>
                  <a:pt x="526053" y="24270"/>
                </a:lnTo>
                <a:lnTo>
                  <a:pt x="526283" y="24060"/>
                </a:lnTo>
                <a:lnTo>
                  <a:pt x="526518" y="23859"/>
                </a:lnTo>
                <a:lnTo>
                  <a:pt x="526758" y="23667"/>
                </a:lnTo>
                <a:lnTo>
                  <a:pt x="527004" y="23484"/>
                </a:lnTo>
                <a:lnTo>
                  <a:pt x="527254" y="23310"/>
                </a:lnTo>
                <a:lnTo>
                  <a:pt x="527509" y="23145"/>
                </a:lnTo>
                <a:lnTo>
                  <a:pt x="527770" y="22989"/>
                </a:lnTo>
                <a:lnTo>
                  <a:pt x="528035" y="22841"/>
                </a:lnTo>
                <a:lnTo>
                  <a:pt x="528305" y="22703"/>
                </a:lnTo>
                <a:lnTo>
                  <a:pt x="528581" y="22574"/>
                </a:lnTo>
                <a:lnTo>
                  <a:pt x="528861" y="22453"/>
                </a:lnTo>
                <a:lnTo>
                  <a:pt x="529147" y="22341"/>
                </a:lnTo>
                <a:lnTo>
                  <a:pt x="529437" y="22239"/>
                </a:lnTo>
                <a:lnTo>
                  <a:pt x="529733" y="22145"/>
                </a:lnTo>
                <a:lnTo>
                  <a:pt x="530033" y="22060"/>
                </a:lnTo>
                <a:lnTo>
                  <a:pt x="530339" y="21984"/>
                </a:lnTo>
                <a:lnTo>
                  <a:pt x="530649" y="21917"/>
                </a:lnTo>
                <a:lnTo>
                  <a:pt x="530965" y="21859"/>
                </a:lnTo>
                <a:lnTo>
                  <a:pt x="531286" y="21810"/>
                </a:lnTo>
                <a:lnTo>
                  <a:pt x="531611" y="21770"/>
                </a:lnTo>
                <a:lnTo>
                  <a:pt x="531942" y="21739"/>
                </a:lnTo>
                <a:lnTo>
                  <a:pt x="532278" y="21716"/>
                </a:lnTo>
                <a:lnTo>
                  <a:pt x="532618" y="21703"/>
                </a:lnTo>
                <a:lnTo>
                  <a:pt x="532964" y="21698"/>
                </a:lnTo>
                <a:lnTo>
                  <a:pt x="533250" y="21702"/>
                </a:lnTo>
                <a:lnTo>
                  <a:pt x="533532" y="21713"/>
                </a:lnTo>
                <a:lnTo>
                  <a:pt x="533811" y="21730"/>
                </a:lnTo>
                <a:lnTo>
                  <a:pt x="534086" y="21755"/>
                </a:lnTo>
                <a:lnTo>
                  <a:pt x="534357" y="21787"/>
                </a:lnTo>
                <a:lnTo>
                  <a:pt x="534624" y="21826"/>
                </a:lnTo>
                <a:lnTo>
                  <a:pt x="534888" y="21873"/>
                </a:lnTo>
                <a:lnTo>
                  <a:pt x="535147" y="21926"/>
                </a:lnTo>
                <a:lnTo>
                  <a:pt x="535403" y="21986"/>
                </a:lnTo>
                <a:lnTo>
                  <a:pt x="535655" y="22054"/>
                </a:lnTo>
                <a:lnTo>
                  <a:pt x="535904" y="22128"/>
                </a:lnTo>
                <a:lnTo>
                  <a:pt x="536148" y="22210"/>
                </a:lnTo>
                <a:lnTo>
                  <a:pt x="536389" y="22299"/>
                </a:lnTo>
                <a:lnTo>
                  <a:pt x="536626" y="22395"/>
                </a:lnTo>
                <a:lnTo>
                  <a:pt x="536860" y="22498"/>
                </a:lnTo>
                <a:lnTo>
                  <a:pt x="537089" y="22608"/>
                </a:lnTo>
                <a:lnTo>
                  <a:pt x="537315" y="22725"/>
                </a:lnTo>
                <a:lnTo>
                  <a:pt x="537537" y="22850"/>
                </a:lnTo>
                <a:lnTo>
                  <a:pt x="537756" y="22981"/>
                </a:lnTo>
                <a:lnTo>
                  <a:pt x="537970" y="23120"/>
                </a:lnTo>
                <a:lnTo>
                  <a:pt x="538181" y="23266"/>
                </a:lnTo>
                <a:lnTo>
                  <a:pt x="538388" y="23418"/>
                </a:lnTo>
                <a:lnTo>
                  <a:pt x="538591" y="23578"/>
                </a:lnTo>
                <a:lnTo>
                  <a:pt x="538790" y="23745"/>
                </a:lnTo>
                <a:lnTo>
                  <a:pt x="538986" y="23919"/>
                </a:lnTo>
                <a:lnTo>
                  <a:pt x="539178" y="24098"/>
                </a:lnTo>
                <a:lnTo>
                  <a:pt x="539365" y="24283"/>
                </a:lnTo>
                <a:lnTo>
                  <a:pt x="539548" y="24474"/>
                </a:lnTo>
                <a:lnTo>
                  <a:pt x="539728" y="24671"/>
                </a:lnTo>
                <a:lnTo>
                  <a:pt x="539903" y="24874"/>
                </a:lnTo>
                <a:lnTo>
                  <a:pt x="540074" y="25083"/>
                </a:lnTo>
                <a:lnTo>
                  <a:pt x="540242" y="25297"/>
                </a:lnTo>
                <a:lnTo>
                  <a:pt x="540405" y="25518"/>
                </a:lnTo>
                <a:lnTo>
                  <a:pt x="540564" y="25744"/>
                </a:lnTo>
                <a:lnTo>
                  <a:pt x="540719" y="25976"/>
                </a:lnTo>
                <a:lnTo>
                  <a:pt x="540870" y="26214"/>
                </a:lnTo>
                <a:lnTo>
                  <a:pt x="541017" y="26458"/>
                </a:lnTo>
                <a:lnTo>
                  <a:pt x="541160" y="26707"/>
                </a:lnTo>
                <a:lnTo>
                  <a:pt x="541299" y="26963"/>
                </a:lnTo>
                <a:lnTo>
                  <a:pt x="541434" y="27224"/>
                </a:lnTo>
                <a:lnTo>
                  <a:pt x="541564" y="27492"/>
                </a:lnTo>
                <a:lnTo>
                  <a:pt x="541691" y="27765"/>
                </a:lnTo>
                <a:lnTo>
                  <a:pt x="541814" y="28044"/>
                </a:lnTo>
                <a:lnTo>
                  <a:pt x="541933" y="28329"/>
                </a:lnTo>
                <a:lnTo>
                  <a:pt x="542047" y="28619"/>
                </a:lnTo>
                <a:lnTo>
                  <a:pt x="542158" y="28916"/>
                </a:lnTo>
                <a:lnTo>
                  <a:pt x="542264" y="29218"/>
                </a:lnTo>
                <a:lnTo>
                  <a:pt x="542367" y="29527"/>
                </a:lnTo>
                <a:lnTo>
                  <a:pt x="542465" y="29840"/>
                </a:lnTo>
                <a:lnTo>
                  <a:pt x="542559" y="30159"/>
                </a:lnTo>
                <a:lnTo>
                  <a:pt x="542649" y="30482"/>
                </a:lnTo>
                <a:lnTo>
                  <a:pt x="542735" y="30810"/>
                </a:lnTo>
                <a:lnTo>
                  <a:pt x="542817" y="31143"/>
                </a:lnTo>
                <a:lnTo>
                  <a:pt x="542894" y="31481"/>
                </a:lnTo>
                <a:lnTo>
                  <a:pt x="542967" y="31824"/>
                </a:lnTo>
                <a:lnTo>
                  <a:pt x="543036" y="32172"/>
                </a:lnTo>
                <a:lnTo>
                  <a:pt x="543101" y="32525"/>
                </a:lnTo>
                <a:lnTo>
                  <a:pt x="543162" y="32882"/>
                </a:lnTo>
                <a:lnTo>
                  <a:pt x="543218" y="33245"/>
                </a:lnTo>
                <a:lnTo>
                  <a:pt x="543271" y="33612"/>
                </a:lnTo>
                <a:lnTo>
                  <a:pt x="543319" y="33984"/>
                </a:lnTo>
                <a:lnTo>
                  <a:pt x="543363" y="34361"/>
                </a:lnTo>
                <a:lnTo>
                  <a:pt x="543403" y="34743"/>
                </a:lnTo>
                <a:lnTo>
                  <a:pt x="543438" y="35130"/>
                </a:lnTo>
                <a:lnTo>
                  <a:pt x="543470" y="35521"/>
                </a:lnTo>
                <a:lnTo>
                  <a:pt x="543497" y="35918"/>
                </a:lnTo>
                <a:lnTo>
                  <a:pt x="543520" y="36319"/>
                </a:lnTo>
                <a:lnTo>
                  <a:pt x="543539" y="36725"/>
                </a:lnTo>
                <a:lnTo>
                  <a:pt x="543553" y="37137"/>
                </a:lnTo>
                <a:lnTo>
                  <a:pt x="543564" y="37553"/>
                </a:lnTo>
                <a:lnTo>
                  <a:pt x="543570" y="37974"/>
                </a:lnTo>
                <a:lnTo>
                  <a:pt x="543572" y="38399"/>
                </a:lnTo>
                <a:lnTo>
                  <a:pt x="543570" y="38687"/>
                </a:lnTo>
                <a:lnTo>
                  <a:pt x="543564" y="38977"/>
                </a:lnTo>
                <a:lnTo>
                  <a:pt x="543555" y="39268"/>
                </a:lnTo>
                <a:lnTo>
                  <a:pt x="543541" y="39560"/>
                </a:lnTo>
                <a:lnTo>
                  <a:pt x="543523" y="39853"/>
                </a:lnTo>
                <a:lnTo>
                  <a:pt x="543502" y="40147"/>
                </a:lnTo>
                <a:lnTo>
                  <a:pt x="543476" y="40443"/>
                </a:lnTo>
                <a:lnTo>
                  <a:pt x="543447" y="40740"/>
                </a:lnTo>
                <a:lnTo>
                  <a:pt x="543414" y="41038"/>
                </a:lnTo>
                <a:lnTo>
                  <a:pt x="543377" y="41338"/>
                </a:lnTo>
                <a:lnTo>
                  <a:pt x="543336" y="41639"/>
                </a:lnTo>
                <a:lnTo>
                  <a:pt x="543291" y="41941"/>
                </a:lnTo>
                <a:lnTo>
                  <a:pt x="543242" y="42244"/>
                </a:lnTo>
                <a:lnTo>
                  <a:pt x="543189" y="42549"/>
                </a:lnTo>
                <a:lnTo>
                  <a:pt x="543133" y="42855"/>
                </a:lnTo>
                <a:lnTo>
                  <a:pt x="543072" y="43162"/>
                </a:lnTo>
                <a:lnTo>
                  <a:pt x="543008" y="43470"/>
                </a:lnTo>
                <a:lnTo>
                  <a:pt x="542939" y="43780"/>
                </a:lnTo>
                <a:lnTo>
                  <a:pt x="542867" y="44091"/>
                </a:lnTo>
                <a:lnTo>
                  <a:pt x="542791" y="44403"/>
                </a:lnTo>
                <a:lnTo>
                  <a:pt x="542711" y="44717"/>
                </a:lnTo>
                <a:lnTo>
                  <a:pt x="542627" y="45031"/>
                </a:lnTo>
                <a:lnTo>
                  <a:pt x="542539" y="45347"/>
                </a:lnTo>
                <a:lnTo>
                  <a:pt x="542447" y="45665"/>
                </a:lnTo>
                <a:lnTo>
                  <a:pt x="542351" y="45984"/>
                </a:lnTo>
                <a:lnTo>
                  <a:pt x="542250" y="46307"/>
                </a:lnTo>
                <a:lnTo>
                  <a:pt x="542143" y="46634"/>
                </a:lnTo>
                <a:lnTo>
                  <a:pt x="542032" y="46963"/>
                </a:lnTo>
                <a:lnTo>
                  <a:pt x="541915" y="47297"/>
                </a:lnTo>
                <a:lnTo>
                  <a:pt x="541794" y="47634"/>
                </a:lnTo>
                <a:lnTo>
                  <a:pt x="541668" y="47974"/>
                </a:lnTo>
                <a:lnTo>
                  <a:pt x="541536" y="48318"/>
                </a:lnTo>
                <a:lnTo>
                  <a:pt x="541400" y="48666"/>
                </a:lnTo>
                <a:lnTo>
                  <a:pt x="541258" y="49017"/>
                </a:lnTo>
                <a:lnTo>
                  <a:pt x="541112" y="49371"/>
                </a:lnTo>
                <a:lnTo>
                  <a:pt x="540960" y="49729"/>
                </a:lnTo>
                <a:lnTo>
                  <a:pt x="540804" y="50090"/>
                </a:lnTo>
                <a:lnTo>
                  <a:pt x="540642" y="50455"/>
                </a:lnTo>
                <a:lnTo>
                  <a:pt x="540476" y="50824"/>
                </a:lnTo>
                <a:lnTo>
                  <a:pt x="540304" y="51195"/>
                </a:lnTo>
                <a:lnTo>
                  <a:pt x="540127" y="51571"/>
                </a:lnTo>
                <a:lnTo>
                  <a:pt x="539946" y="51950"/>
                </a:lnTo>
                <a:lnTo>
                  <a:pt x="539759" y="52332"/>
                </a:lnTo>
                <a:lnTo>
                  <a:pt x="539567" y="52718"/>
                </a:lnTo>
                <a:lnTo>
                  <a:pt x="539371" y="53107"/>
                </a:lnTo>
                <a:lnTo>
                  <a:pt x="539169" y="53500"/>
                </a:lnTo>
                <a:lnTo>
                  <a:pt x="538962" y="53897"/>
                </a:lnTo>
                <a:lnTo>
                  <a:pt x="538750" y="54296"/>
                </a:lnTo>
                <a:lnTo>
                  <a:pt x="538532" y="54700"/>
                </a:lnTo>
                <a:lnTo>
                  <a:pt x="538308" y="55109"/>
                </a:lnTo>
                <a:lnTo>
                  <a:pt x="538076" y="55523"/>
                </a:lnTo>
                <a:lnTo>
                  <a:pt x="537837" y="55942"/>
                </a:lnTo>
                <a:lnTo>
                  <a:pt x="537592" y="56366"/>
                </a:lnTo>
                <a:lnTo>
                  <a:pt x="537339" y="56795"/>
                </a:lnTo>
                <a:lnTo>
                  <a:pt x="537079" y="57229"/>
                </a:lnTo>
                <a:lnTo>
                  <a:pt x="536813" y="57668"/>
                </a:lnTo>
                <a:lnTo>
                  <a:pt x="536539" y="58112"/>
                </a:lnTo>
                <a:lnTo>
                  <a:pt x="536258" y="58561"/>
                </a:lnTo>
                <a:lnTo>
                  <a:pt x="535971" y="59015"/>
                </a:lnTo>
                <a:lnTo>
                  <a:pt x="535676" y="59474"/>
                </a:lnTo>
                <a:lnTo>
                  <a:pt x="535375" y="59938"/>
                </a:lnTo>
                <a:lnTo>
                  <a:pt x="535066" y="60407"/>
                </a:lnTo>
                <a:lnTo>
                  <a:pt x="534751" y="60882"/>
                </a:lnTo>
                <a:lnTo>
                  <a:pt x="534428" y="61361"/>
                </a:lnTo>
                <a:lnTo>
                  <a:pt x="534099" y="61845"/>
                </a:lnTo>
                <a:lnTo>
                  <a:pt x="533763" y="62334"/>
                </a:lnTo>
                <a:lnTo>
                  <a:pt x="533419" y="62828"/>
                </a:lnTo>
                <a:lnTo>
                  <a:pt x="533069" y="63327"/>
                </a:lnTo>
                <a:lnTo>
                  <a:pt x="532712" y="63832"/>
                </a:lnTo>
                <a:lnTo>
                  <a:pt x="532347" y="64341"/>
                </a:lnTo>
                <a:lnTo>
                  <a:pt x="531976" y="64855"/>
                </a:lnTo>
                <a:lnTo>
                  <a:pt x="531598" y="65374"/>
                </a:lnTo>
                <a:lnTo>
                  <a:pt x="499934" y="105599"/>
                </a:lnTo>
                <a:lnTo>
                  <a:pt x="499934" y="121592"/>
                </a:lnTo>
                <a:lnTo>
                  <a:pt x="568887" y="121592"/>
                </a:lnTo>
                <a:lnTo>
                  <a:pt x="568887" y="102867"/>
                </a:lnTo>
                <a:lnTo>
                  <a:pt x="528865" y="102867"/>
                </a:lnTo>
                <a:lnTo>
                  <a:pt x="544135" y="81106"/>
                </a:lnTo>
                <a:lnTo>
                  <a:pt x="544555" y="80604"/>
                </a:lnTo>
                <a:lnTo>
                  <a:pt x="544972" y="80105"/>
                </a:lnTo>
                <a:close/>
                <a:moveTo>
                  <a:pt x="797965" y="80157"/>
                </a:moveTo>
                <a:lnTo>
                  <a:pt x="798898" y="80086"/>
                </a:lnTo>
                <a:lnTo>
                  <a:pt x="799818" y="79998"/>
                </a:lnTo>
                <a:lnTo>
                  <a:pt x="800728" y="79895"/>
                </a:lnTo>
                <a:lnTo>
                  <a:pt x="801625" y="79776"/>
                </a:lnTo>
                <a:lnTo>
                  <a:pt x="802511" y="79641"/>
                </a:lnTo>
                <a:lnTo>
                  <a:pt x="803386" y="79490"/>
                </a:lnTo>
                <a:lnTo>
                  <a:pt x="804249" y="79323"/>
                </a:lnTo>
                <a:lnTo>
                  <a:pt x="805100" y="79140"/>
                </a:lnTo>
                <a:lnTo>
                  <a:pt x="805940" y="78942"/>
                </a:lnTo>
                <a:lnTo>
                  <a:pt x="806768" y="78727"/>
                </a:lnTo>
                <a:lnTo>
                  <a:pt x="807584" y="78497"/>
                </a:lnTo>
                <a:lnTo>
                  <a:pt x="808389" y="78251"/>
                </a:lnTo>
                <a:lnTo>
                  <a:pt x="809183" y="77989"/>
                </a:lnTo>
                <a:lnTo>
                  <a:pt x="809965" y="77710"/>
                </a:lnTo>
                <a:lnTo>
                  <a:pt x="810735" y="77417"/>
                </a:lnTo>
                <a:lnTo>
                  <a:pt x="811493" y="77107"/>
                </a:lnTo>
                <a:lnTo>
                  <a:pt x="812240" y="76781"/>
                </a:lnTo>
                <a:lnTo>
                  <a:pt x="812976" y="76439"/>
                </a:lnTo>
                <a:lnTo>
                  <a:pt x="813700" y="76082"/>
                </a:lnTo>
                <a:lnTo>
                  <a:pt x="814412" y="75709"/>
                </a:lnTo>
                <a:lnTo>
                  <a:pt x="815112" y="75321"/>
                </a:lnTo>
                <a:lnTo>
                  <a:pt x="815798" y="74920"/>
                </a:lnTo>
                <a:lnTo>
                  <a:pt x="816471" y="74506"/>
                </a:lnTo>
                <a:lnTo>
                  <a:pt x="817130" y="74080"/>
                </a:lnTo>
                <a:lnTo>
                  <a:pt x="817776" y="73640"/>
                </a:lnTo>
                <a:lnTo>
                  <a:pt x="818408" y="73187"/>
                </a:lnTo>
                <a:lnTo>
                  <a:pt x="819026" y="72722"/>
                </a:lnTo>
                <a:lnTo>
                  <a:pt x="819631" y="72243"/>
                </a:lnTo>
                <a:lnTo>
                  <a:pt x="820223" y="71752"/>
                </a:lnTo>
                <a:lnTo>
                  <a:pt x="820801" y="71248"/>
                </a:lnTo>
                <a:lnTo>
                  <a:pt x="821365" y="70730"/>
                </a:lnTo>
                <a:lnTo>
                  <a:pt x="821916" y="70200"/>
                </a:lnTo>
                <a:lnTo>
                  <a:pt x="822454" y="69657"/>
                </a:lnTo>
                <a:lnTo>
                  <a:pt x="822977" y="69100"/>
                </a:lnTo>
                <a:lnTo>
                  <a:pt x="823488" y="68531"/>
                </a:lnTo>
                <a:lnTo>
                  <a:pt x="823985" y="67949"/>
                </a:lnTo>
                <a:lnTo>
                  <a:pt x="824468" y="67354"/>
                </a:lnTo>
                <a:lnTo>
                  <a:pt x="824937" y="66746"/>
                </a:lnTo>
                <a:lnTo>
                  <a:pt x="825394" y="66125"/>
                </a:lnTo>
                <a:lnTo>
                  <a:pt x="825836" y="65491"/>
                </a:lnTo>
                <a:lnTo>
                  <a:pt x="826265" y="64844"/>
                </a:lnTo>
                <a:lnTo>
                  <a:pt x="826681" y="64184"/>
                </a:lnTo>
                <a:lnTo>
                  <a:pt x="827083" y="63511"/>
                </a:lnTo>
                <a:lnTo>
                  <a:pt x="827471" y="62825"/>
                </a:lnTo>
                <a:lnTo>
                  <a:pt x="827845" y="62127"/>
                </a:lnTo>
                <a:lnTo>
                  <a:pt x="828203" y="61419"/>
                </a:lnTo>
                <a:lnTo>
                  <a:pt x="828545" y="60701"/>
                </a:lnTo>
                <a:lnTo>
                  <a:pt x="828871" y="59971"/>
                </a:lnTo>
                <a:lnTo>
                  <a:pt x="829181" y="59232"/>
                </a:lnTo>
                <a:lnTo>
                  <a:pt x="829476" y="58482"/>
                </a:lnTo>
                <a:lnTo>
                  <a:pt x="829754" y="57722"/>
                </a:lnTo>
                <a:lnTo>
                  <a:pt x="830016" y="56951"/>
                </a:lnTo>
                <a:lnTo>
                  <a:pt x="830263" y="56169"/>
                </a:lnTo>
                <a:lnTo>
                  <a:pt x="830494" y="55378"/>
                </a:lnTo>
                <a:lnTo>
                  <a:pt x="830708" y="54575"/>
                </a:lnTo>
                <a:lnTo>
                  <a:pt x="830907" y="53763"/>
                </a:lnTo>
                <a:lnTo>
                  <a:pt x="831090" y="52940"/>
                </a:lnTo>
                <a:lnTo>
                  <a:pt x="831257" y="52106"/>
                </a:lnTo>
                <a:lnTo>
                  <a:pt x="831408" y="51262"/>
                </a:lnTo>
                <a:lnTo>
                  <a:pt x="831543" y="50408"/>
                </a:lnTo>
                <a:lnTo>
                  <a:pt x="831663" y="49543"/>
                </a:lnTo>
                <a:lnTo>
                  <a:pt x="831766" y="48667"/>
                </a:lnTo>
                <a:lnTo>
                  <a:pt x="831853" y="47782"/>
                </a:lnTo>
                <a:lnTo>
                  <a:pt x="831925" y="46885"/>
                </a:lnTo>
                <a:lnTo>
                  <a:pt x="831981" y="45979"/>
                </a:lnTo>
                <a:lnTo>
                  <a:pt x="832020" y="45062"/>
                </a:lnTo>
                <a:lnTo>
                  <a:pt x="832044" y="44134"/>
                </a:lnTo>
                <a:lnTo>
                  <a:pt x="832052" y="43196"/>
                </a:lnTo>
                <a:lnTo>
                  <a:pt x="832044" y="42264"/>
                </a:lnTo>
                <a:lnTo>
                  <a:pt x="832020" y="41340"/>
                </a:lnTo>
                <a:lnTo>
                  <a:pt x="831981" y="40425"/>
                </a:lnTo>
                <a:lnTo>
                  <a:pt x="831925" y="39519"/>
                </a:lnTo>
                <a:lnTo>
                  <a:pt x="831853" y="38622"/>
                </a:lnTo>
                <a:lnTo>
                  <a:pt x="831766" y="37734"/>
                </a:lnTo>
                <a:lnTo>
                  <a:pt x="831663" y="36854"/>
                </a:lnTo>
                <a:lnTo>
                  <a:pt x="831543" y="35983"/>
                </a:lnTo>
                <a:lnTo>
                  <a:pt x="831408" y="35121"/>
                </a:lnTo>
                <a:lnTo>
                  <a:pt x="831257" y="34268"/>
                </a:lnTo>
                <a:lnTo>
                  <a:pt x="831090" y="33424"/>
                </a:lnTo>
                <a:lnTo>
                  <a:pt x="830907" y="32588"/>
                </a:lnTo>
                <a:lnTo>
                  <a:pt x="830708" y="31761"/>
                </a:lnTo>
                <a:lnTo>
                  <a:pt x="830494" y="30943"/>
                </a:lnTo>
                <a:lnTo>
                  <a:pt x="830263" y="30134"/>
                </a:lnTo>
                <a:lnTo>
                  <a:pt x="830016" y="29333"/>
                </a:lnTo>
                <a:lnTo>
                  <a:pt x="829754" y="28541"/>
                </a:lnTo>
                <a:lnTo>
                  <a:pt x="829476" y="27758"/>
                </a:lnTo>
                <a:lnTo>
                  <a:pt x="829181" y="26984"/>
                </a:lnTo>
                <a:lnTo>
                  <a:pt x="828871" y="26219"/>
                </a:lnTo>
                <a:lnTo>
                  <a:pt x="828545" y="25462"/>
                </a:lnTo>
                <a:lnTo>
                  <a:pt x="828203" y="24715"/>
                </a:lnTo>
                <a:lnTo>
                  <a:pt x="827845" y="23976"/>
                </a:lnTo>
                <a:lnTo>
                  <a:pt x="827471" y="23245"/>
                </a:lnTo>
                <a:lnTo>
                  <a:pt x="827083" y="22526"/>
                </a:lnTo>
                <a:lnTo>
                  <a:pt x="826681" y="21820"/>
                </a:lnTo>
                <a:lnTo>
                  <a:pt x="826265" y="21126"/>
                </a:lnTo>
                <a:lnTo>
                  <a:pt x="825836" y="20446"/>
                </a:lnTo>
                <a:lnTo>
                  <a:pt x="825394" y="19779"/>
                </a:lnTo>
                <a:lnTo>
                  <a:pt x="824937" y="19124"/>
                </a:lnTo>
                <a:lnTo>
                  <a:pt x="824468" y="18482"/>
                </a:lnTo>
                <a:lnTo>
                  <a:pt x="823985" y="17854"/>
                </a:lnTo>
                <a:lnTo>
                  <a:pt x="823488" y="17238"/>
                </a:lnTo>
                <a:lnTo>
                  <a:pt x="822977" y="16635"/>
                </a:lnTo>
                <a:lnTo>
                  <a:pt x="822454" y="16046"/>
                </a:lnTo>
                <a:lnTo>
                  <a:pt x="821916" y="15469"/>
                </a:lnTo>
                <a:lnTo>
                  <a:pt x="821365" y="14905"/>
                </a:lnTo>
                <a:lnTo>
                  <a:pt x="820801" y="14354"/>
                </a:lnTo>
                <a:lnTo>
                  <a:pt x="820223" y="13816"/>
                </a:lnTo>
                <a:lnTo>
                  <a:pt x="819631" y="13291"/>
                </a:lnTo>
                <a:lnTo>
                  <a:pt x="819026" y="12779"/>
                </a:lnTo>
                <a:lnTo>
                  <a:pt x="818408" y="12280"/>
                </a:lnTo>
                <a:lnTo>
                  <a:pt x="817776" y="11794"/>
                </a:lnTo>
                <a:lnTo>
                  <a:pt x="817130" y="11321"/>
                </a:lnTo>
                <a:lnTo>
                  <a:pt x="816471" y="10861"/>
                </a:lnTo>
                <a:lnTo>
                  <a:pt x="815798" y="10414"/>
                </a:lnTo>
                <a:lnTo>
                  <a:pt x="815112" y="9980"/>
                </a:lnTo>
                <a:lnTo>
                  <a:pt x="814412" y="9558"/>
                </a:lnTo>
                <a:lnTo>
                  <a:pt x="813700" y="9152"/>
                </a:lnTo>
                <a:lnTo>
                  <a:pt x="812976" y="8763"/>
                </a:lnTo>
                <a:lnTo>
                  <a:pt x="812240" y="8392"/>
                </a:lnTo>
                <a:lnTo>
                  <a:pt x="811493" y="8037"/>
                </a:lnTo>
                <a:lnTo>
                  <a:pt x="810735" y="7700"/>
                </a:lnTo>
                <a:lnTo>
                  <a:pt x="809965" y="7381"/>
                </a:lnTo>
                <a:lnTo>
                  <a:pt x="809183" y="7078"/>
                </a:lnTo>
                <a:lnTo>
                  <a:pt x="808389" y="6793"/>
                </a:lnTo>
                <a:lnTo>
                  <a:pt x="807584" y="6525"/>
                </a:lnTo>
                <a:lnTo>
                  <a:pt x="806768" y="6275"/>
                </a:lnTo>
                <a:lnTo>
                  <a:pt x="805940" y="6041"/>
                </a:lnTo>
                <a:lnTo>
                  <a:pt x="805100" y="5825"/>
                </a:lnTo>
                <a:lnTo>
                  <a:pt x="804249" y="5626"/>
                </a:lnTo>
                <a:lnTo>
                  <a:pt x="803386" y="5445"/>
                </a:lnTo>
                <a:lnTo>
                  <a:pt x="802511" y="5281"/>
                </a:lnTo>
                <a:lnTo>
                  <a:pt x="801625" y="5134"/>
                </a:lnTo>
                <a:lnTo>
                  <a:pt x="800728" y="5004"/>
                </a:lnTo>
                <a:lnTo>
                  <a:pt x="799818" y="4892"/>
                </a:lnTo>
                <a:lnTo>
                  <a:pt x="798898" y="4797"/>
                </a:lnTo>
                <a:lnTo>
                  <a:pt x="797965" y="4719"/>
                </a:lnTo>
                <a:lnTo>
                  <a:pt x="797021" y="4659"/>
                </a:lnTo>
                <a:lnTo>
                  <a:pt x="796066" y="4615"/>
                </a:lnTo>
                <a:lnTo>
                  <a:pt x="795099" y="4589"/>
                </a:lnTo>
                <a:lnTo>
                  <a:pt x="794120" y="4581"/>
                </a:lnTo>
                <a:lnTo>
                  <a:pt x="754259" y="4581"/>
                </a:lnTo>
                <a:lnTo>
                  <a:pt x="754259" y="121592"/>
                </a:lnTo>
                <a:lnTo>
                  <a:pt x="777806" y="121592"/>
                </a:lnTo>
                <a:lnTo>
                  <a:pt x="777806" y="80284"/>
                </a:lnTo>
                <a:lnTo>
                  <a:pt x="794120" y="80284"/>
                </a:lnTo>
                <a:lnTo>
                  <a:pt x="795099" y="80276"/>
                </a:lnTo>
                <a:lnTo>
                  <a:pt x="796066" y="80253"/>
                </a:lnTo>
                <a:lnTo>
                  <a:pt x="797021" y="80213"/>
                </a:lnTo>
                <a:lnTo>
                  <a:pt x="797965" y="80157"/>
                </a:lnTo>
                <a:close/>
                <a:moveTo>
                  <a:pt x="794539" y="24114"/>
                </a:moveTo>
                <a:lnTo>
                  <a:pt x="794951" y="24128"/>
                </a:lnTo>
                <a:lnTo>
                  <a:pt x="795356" y="24151"/>
                </a:lnTo>
                <a:lnTo>
                  <a:pt x="795754" y="24184"/>
                </a:lnTo>
                <a:lnTo>
                  <a:pt x="796146" y="24226"/>
                </a:lnTo>
                <a:lnTo>
                  <a:pt x="796531" y="24277"/>
                </a:lnTo>
                <a:lnTo>
                  <a:pt x="796909" y="24338"/>
                </a:lnTo>
                <a:lnTo>
                  <a:pt x="797281" y="24408"/>
                </a:lnTo>
                <a:lnTo>
                  <a:pt x="797646" y="24487"/>
                </a:lnTo>
                <a:lnTo>
                  <a:pt x="798004" y="24576"/>
                </a:lnTo>
                <a:lnTo>
                  <a:pt x="798356" y="24674"/>
                </a:lnTo>
                <a:lnTo>
                  <a:pt x="798701" y="24781"/>
                </a:lnTo>
                <a:lnTo>
                  <a:pt x="799039" y="24898"/>
                </a:lnTo>
                <a:lnTo>
                  <a:pt x="799371" y="25024"/>
                </a:lnTo>
                <a:lnTo>
                  <a:pt x="799695" y="25159"/>
                </a:lnTo>
                <a:lnTo>
                  <a:pt x="800014" y="25304"/>
                </a:lnTo>
                <a:lnTo>
                  <a:pt x="800325" y="25458"/>
                </a:lnTo>
                <a:lnTo>
                  <a:pt x="800630" y="25621"/>
                </a:lnTo>
                <a:lnTo>
                  <a:pt x="800928" y="25794"/>
                </a:lnTo>
                <a:lnTo>
                  <a:pt x="801219" y="25976"/>
                </a:lnTo>
                <a:lnTo>
                  <a:pt x="801504" y="26167"/>
                </a:lnTo>
                <a:lnTo>
                  <a:pt x="801782" y="26367"/>
                </a:lnTo>
                <a:lnTo>
                  <a:pt x="802053" y="26577"/>
                </a:lnTo>
                <a:lnTo>
                  <a:pt x="802317" y="26797"/>
                </a:lnTo>
                <a:lnTo>
                  <a:pt x="802576" y="27023"/>
                </a:lnTo>
                <a:lnTo>
                  <a:pt x="802828" y="27256"/>
                </a:lnTo>
                <a:lnTo>
                  <a:pt x="803075" y="27495"/>
                </a:lnTo>
                <a:lnTo>
                  <a:pt x="803315" y="27740"/>
                </a:lnTo>
                <a:lnTo>
                  <a:pt x="803550" y="27990"/>
                </a:lnTo>
                <a:lnTo>
                  <a:pt x="803779" y="28247"/>
                </a:lnTo>
                <a:lnTo>
                  <a:pt x="804002" y="28510"/>
                </a:lnTo>
                <a:lnTo>
                  <a:pt x="804219" y="28778"/>
                </a:lnTo>
                <a:lnTo>
                  <a:pt x="804431" y="29053"/>
                </a:lnTo>
                <a:lnTo>
                  <a:pt x="804636" y="29334"/>
                </a:lnTo>
                <a:lnTo>
                  <a:pt x="804836" y="29621"/>
                </a:lnTo>
                <a:lnTo>
                  <a:pt x="805030" y="29913"/>
                </a:lnTo>
                <a:lnTo>
                  <a:pt x="805218" y="30212"/>
                </a:lnTo>
                <a:lnTo>
                  <a:pt x="805400" y="30517"/>
                </a:lnTo>
                <a:lnTo>
                  <a:pt x="805576" y="30827"/>
                </a:lnTo>
                <a:lnTo>
                  <a:pt x="805746" y="31144"/>
                </a:lnTo>
                <a:lnTo>
                  <a:pt x="805911" y="31467"/>
                </a:lnTo>
                <a:lnTo>
                  <a:pt x="806069" y="31796"/>
                </a:lnTo>
                <a:lnTo>
                  <a:pt x="806222" y="32130"/>
                </a:lnTo>
                <a:lnTo>
                  <a:pt x="806369" y="32471"/>
                </a:lnTo>
                <a:lnTo>
                  <a:pt x="806510" y="32818"/>
                </a:lnTo>
                <a:lnTo>
                  <a:pt x="806645" y="33170"/>
                </a:lnTo>
                <a:lnTo>
                  <a:pt x="806775" y="33529"/>
                </a:lnTo>
                <a:lnTo>
                  <a:pt x="806898" y="33894"/>
                </a:lnTo>
                <a:lnTo>
                  <a:pt x="807016" y="34262"/>
                </a:lnTo>
                <a:lnTo>
                  <a:pt x="807129" y="34633"/>
                </a:lnTo>
                <a:lnTo>
                  <a:pt x="807237" y="35006"/>
                </a:lnTo>
                <a:lnTo>
                  <a:pt x="807340" y="35382"/>
                </a:lnTo>
                <a:lnTo>
                  <a:pt x="807438" y="35759"/>
                </a:lnTo>
                <a:lnTo>
                  <a:pt x="807531" y="36139"/>
                </a:lnTo>
                <a:lnTo>
                  <a:pt x="807619" y="36521"/>
                </a:lnTo>
                <a:lnTo>
                  <a:pt x="807702" y="36905"/>
                </a:lnTo>
                <a:lnTo>
                  <a:pt x="807780" y="37291"/>
                </a:lnTo>
                <a:lnTo>
                  <a:pt x="807852" y="37680"/>
                </a:lnTo>
                <a:lnTo>
                  <a:pt x="807920" y="38071"/>
                </a:lnTo>
                <a:lnTo>
                  <a:pt x="807983" y="38464"/>
                </a:lnTo>
                <a:lnTo>
                  <a:pt x="808041" y="38859"/>
                </a:lnTo>
                <a:lnTo>
                  <a:pt x="808094" y="39257"/>
                </a:lnTo>
                <a:lnTo>
                  <a:pt x="808141" y="39657"/>
                </a:lnTo>
                <a:lnTo>
                  <a:pt x="808184" y="40058"/>
                </a:lnTo>
                <a:lnTo>
                  <a:pt x="808222" y="40463"/>
                </a:lnTo>
                <a:lnTo>
                  <a:pt x="808254" y="40869"/>
                </a:lnTo>
                <a:lnTo>
                  <a:pt x="808282" y="41278"/>
                </a:lnTo>
                <a:lnTo>
                  <a:pt x="808304" y="41689"/>
                </a:lnTo>
                <a:lnTo>
                  <a:pt x="808322" y="42102"/>
                </a:lnTo>
                <a:lnTo>
                  <a:pt x="808335" y="42517"/>
                </a:lnTo>
                <a:lnTo>
                  <a:pt x="808342" y="42935"/>
                </a:lnTo>
                <a:lnTo>
                  <a:pt x="808345" y="43354"/>
                </a:lnTo>
                <a:lnTo>
                  <a:pt x="808342" y="43767"/>
                </a:lnTo>
                <a:lnTo>
                  <a:pt x="808335" y="44176"/>
                </a:lnTo>
                <a:lnTo>
                  <a:pt x="808322" y="44582"/>
                </a:lnTo>
                <a:lnTo>
                  <a:pt x="808304" y="44984"/>
                </a:lnTo>
                <a:lnTo>
                  <a:pt x="808282" y="45383"/>
                </a:lnTo>
                <a:lnTo>
                  <a:pt x="808254" y="45778"/>
                </a:lnTo>
                <a:lnTo>
                  <a:pt x="808222" y="46170"/>
                </a:lnTo>
                <a:lnTo>
                  <a:pt x="808184" y="46558"/>
                </a:lnTo>
                <a:lnTo>
                  <a:pt x="808141" y="46943"/>
                </a:lnTo>
                <a:lnTo>
                  <a:pt x="808094" y="47324"/>
                </a:lnTo>
                <a:lnTo>
                  <a:pt x="808041" y="47702"/>
                </a:lnTo>
                <a:lnTo>
                  <a:pt x="807983" y="48076"/>
                </a:lnTo>
                <a:lnTo>
                  <a:pt x="807920" y="48447"/>
                </a:lnTo>
                <a:lnTo>
                  <a:pt x="807852" y="48815"/>
                </a:lnTo>
                <a:lnTo>
                  <a:pt x="807780" y="49179"/>
                </a:lnTo>
                <a:lnTo>
                  <a:pt x="807702" y="49539"/>
                </a:lnTo>
                <a:lnTo>
                  <a:pt x="807619" y="49896"/>
                </a:lnTo>
                <a:lnTo>
                  <a:pt x="807531" y="50249"/>
                </a:lnTo>
                <a:lnTo>
                  <a:pt x="807438" y="50599"/>
                </a:lnTo>
                <a:lnTo>
                  <a:pt x="807340" y="50946"/>
                </a:lnTo>
                <a:lnTo>
                  <a:pt x="807237" y="51289"/>
                </a:lnTo>
                <a:lnTo>
                  <a:pt x="807129" y="51629"/>
                </a:lnTo>
                <a:lnTo>
                  <a:pt x="807016" y="51965"/>
                </a:lnTo>
                <a:lnTo>
                  <a:pt x="806898" y="52297"/>
                </a:lnTo>
                <a:lnTo>
                  <a:pt x="806775" y="52625"/>
                </a:lnTo>
                <a:lnTo>
                  <a:pt x="806645" y="52947"/>
                </a:lnTo>
                <a:lnTo>
                  <a:pt x="806510" y="53262"/>
                </a:lnTo>
                <a:lnTo>
                  <a:pt x="806369" y="53572"/>
                </a:lnTo>
                <a:lnTo>
                  <a:pt x="806222" y="53876"/>
                </a:lnTo>
                <a:lnTo>
                  <a:pt x="806069" y="54174"/>
                </a:lnTo>
                <a:lnTo>
                  <a:pt x="805911" y="54465"/>
                </a:lnTo>
                <a:lnTo>
                  <a:pt x="805746" y="54751"/>
                </a:lnTo>
                <a:lnTo>
                  <a:pt x="805576" y="55031"/>
                </a:lnTo>
                <a:lnTo>
                  <a:pt x="805400" y="55305"/>
                </a:lnTo>
                <a:lnTo>
                  <a:pt x="805218" y="55573"/>
                </a:lnTo>
                <a:lnTo>
                  <a:pt x="805030" y="55835"/>
                </a:lnTo>
                <a:lnTo>
                  <a:pt x="804836" y="56091"/>
                </a:lnTo>
                <a:lnTo>
                  <a:pt x="804636" y="56340"/>
                </a:lnTo>
                <a:lnTo>
                  <a:pt x="804431" y="56584"/>
                </a:lnTo>
                <a:lnTo>
                  <a:pt x="804219" y="56822"/>
                </a:lnTo>
                <a:lnTo>
                  <a:pt x="804002" y="57054"/>
                </a:lnTo>
                <a:lnTo>
                  <a:pt x="803779" y="57280"/>
                </a:lnTo>
                <a:lnTo>
                  <a:pt x="803550" y="57500"/>
                </a:lnTo>
                <a:lnTo>
                  <a:pt x="803315" y="57714"/>
                </a:lnTo>
                <a:lnTo>
                  <a:pt x="803075" y="57922"/>
                </a:lnTo>
                <a:lnTo>
                  <a:pt x="802828" y="58124"/>
                </a:lnTo>
                <a:lnTo>
                  <a:pt x="802576" y="58320"/>
                </a:lnTo>
                <a:lnTo>
                  <a:pt x="802317" y="58511"/>
                </a:lnTo>
                <a:lnTo>
                  <a:pt x="802053" y="58694"/>
                </a:lnTo>
                <a:lnTo>
                  <a:pt x="801782" y="58869"/>
                </a:lnTo>
                <a:lnTo>
                  <a:pt x="801504" y="59037"/>
                </a:lnTo>
                <a:lnTo>
                  <a:pt x="801219" y="59197"/>
                </a:lnTo>
                <a:lnTo>
                  <a:pt x="800928" y="59349"/>
                </a:lnTo>
                <a:lnTo>
                  <a:pt x="800630" y="59493"/>
                </a:lnTo>
                <a:lnTo>
                  <a:pt x="800325" y="59629"/>
                </a:lnTo>
                <a:lnTo>
                  <a:pt x="800014" y="59758"/>
                </a:lnTo>
                <a:lnTo>
                  <a:pt x="799695" y="59879"/>
                </a:lnTo>
                <a:lnTo>
                  <a:pt x="799371" y="59992"/>
                </a:lnTo>
                <a:lnTo>
                  <a:pt x="799039" y="60097"/>
                </a:lnTo>
                <a:lnTo>
                  <a:pt x="798701" y="60194"/>
                </a:lnTo>
                <a:lnTo>
                  <a:pt x="798356" y="60284"/>
                </a:lnTo>
                <a:lnTo>
                  <a:pt x="798004" y="60366"/>
                </a:lnTo>
                <a:lnTo>
                  <a:pt x="797646" y="60440"/>
                </a:lnTo>
                <a:lnTo>
                  <a:pt x="797281" y="60506"/>
                </a:lnTo>
                <a:lnTo>
                  <a:pt x="796909" y="60565"/>
                </a:lnTo>
                <a:lnTo>
                  <a:pt x="796531" y="60615"/>
                </a:lnTo>
                <a:lnTo>
                  <a:pt x="796146" y="60658"/>
                </a:lnTo>
                <a:lnTo>
                  <a:pt x="795754" y="60693"/>
                </a:lnTo>
                <a:lnTo>
                  <a:pt x="795356" y="60721"/>
                </a:lnTo>
                <a:lnTo>
                  <a:pt x="794951" y="60740"/>
                </a:lnTo>
                <a:lnTo>
                  <a:pt x="794539" y="60752"/>
                </a:lnTo>
                <a:lnTo>
                  <a:pt x="794120" y="60756"/>
                </a:lnTo>
                <a:lnTo>
                  <a:pt x="777806" y="60756"/>
                </a:lnTo>
                <a:lnTo>
                  <a:pt x="777806" y="24109"/>
                </a:lnTo>
                <a:lnTo>
                  <a:pt x="794120" y="24109"/>
                </a:lnTo>
                <a:lnTo>
                  <a:pt x="794539" y="24114"/>
                </a:lnTo>
                <a:close/>
                <a:moveTo>
                  <a:pt x="652095" y="67512"/>
                </a:moveTo>
                <a:lnTo>
                  <a:pt x="652250" y="67323"/>
                </a:lnTo>
                <a:lnTo>
                  <a:pt x="652408" y="67135"/>
                </a:lnTo>
                <a:lnTo>
                  <a:pt x="652568" y="66948"/>
                </a:lnTo>
                <a:lnTo>
                  <a:pt x="652731" y="66762"/>
                </a:lnTo>
                <a:lnTo>
                  <a:pt x="652897" y="66577"/>
                </a:lnTo>
                <a:lnTo>
                  <a:pt x="653066" y="66393"/>
                </a:lnTo>
                <a:lnTo>
                  <a:pt x="653237" y="66210"/>
                </a:lnTo>
                <a:lnTo>
                  <a:pt x="653411" y="66028"/>
                </a:lnTo>
                <a:lnTo>
                  <a:pt x="653587" y="65847"/>
                </a:lnTo>
                <a:lnTo>
                  <a:pt x="653766" y="65667"/>
                </a:lnTo>
                <a:lnTo>
                  <a:pt x="653948" y="65488"/>
                </a:lnTo>
                <a:lnTo>
                  <a:pt x="654132" y="65310"/>
                </a:lnTo>
                <a:lnTo>
                  <a:pt x="654319" y="65133"/>
                </a:lnTo>
                <a:lnTo>
                  <a:pt x="654509" y="64957"/>
                </a:lnTo>
                <a:lnTo>
                  <a:pt x="654701" y="64782"/>
                </a:lnTo>
                <a:lnTo>
                  <a:pt x="654896" y="64608"/>
                </a:lnTo>
                <a:lnTo>
                  <a:pt x="655094" y="64434"/>
                </a:lnTo>
                <a:lnTo>
                  <a:pt x="655294" y="64262"/>
                </a:lnTo>
                <a:lnTo>
                  <a:pt x="655497" y="64091"/>
                </a:lnTo>
                <a:lnTo>
                  <a:pt x="655706" y="63924"/>
                </a:lnTo>
                <a:lnTo>
                  <a:pt x="655923" y="63764"/>
                </a:lnTo>
                <a:lnTo>
                  <a:pt x="656149" y="63611"/>
                </a:lnTo>
                <a:lnTo>
                  <a:pt x="656384" y="63465"/>
                </a:lnTo>
                <a:lnTo>
                  <a:pt x="656628" y="63326"/>
                </a:lnTo>
                <a:lnTo>
                  <a:pt x="656881" y="63194"/>
                </a:lnTo>
                <a:lnTo>
                  <a:pt x="657142" y="63070"/>
                </a:lnTo>
                <a:lnTo>
                  <a:pt x="657412" y="62952"/>
                </a:lnTo>
                <a:lnTo>
                  <a:pt x="657691" y="62842"/>
                </a:lnTo>
                <a:lnTo>
                  <a:pt x="657979" y="62739"/>
                </a:lnTo>
                <a:lnTo>
                  <a:pt x="658276" y="62643"/>
                </a:lnTo>
                <a:lnTo>
                  <a:pt x="658581" y="62554"/>
                </a:lnTo>
                <a:lnTo>
                  <a:pt x="658895" y="62472"/>
                </a:lnTo>
                <a:lnTo>
                  <a:pt x="659218" y="62397"/>
                </a:lnTo>
                <a:lnTo>
                  <a:pt x="659550" y="62330"/>
                </a:lnTo>
                <a:lnTo>
                  <a:pt x="659890" y="62269"/>
                </a:lnTo>
                <a:lnTo>
                  <a:pt x="660240" y="62216"/>
                </a:lnTo>
                <a:lnTo>
                  <a:pt x="660598" y="62170"/>
                </a:lnTo>
                <a:lnTo>
                  <a:pt x="660965" y="62131"/>
                </a:lnTo>
                <a:lnTo>
                  <a:pt x="661340" y="62098"/>
                </a:lnTo>
                <a:lnTo>
                  <a:pt x="661725" y="62074"/>
                </a:lnTo>
                <a:lnTo>
                  <a:pt x="662118" y="62056"/>
                </a:lnTo>
                <a:lnTo>
                  <a:pt x="662520" y="62045"/>
                </a:lnTo>
                <a:lnTo>
                  <a:pt x="662931" y="62042"/>
                </a:lnTo>
                <a:lnTo>
                  <a:pt x="663224" y="62044"/>
                </a:lnTo>
                <a:lnTo>
                  <a:pt x="663514" y="62052"/>
                </a:lnTo>
                <a:lnTo>
                  <a:pt x="663802" y="62064"/>
                </a:lnTo>
                <a:lnTo>
                  <a:pt x="664086" y="62082"/>
                </a:lnTo>
                <a:lnTo>
                  <a:pt x="664368" y="62104"/>
                </a:lnTo>
                <a:lnTo>
                  <a:pt x="664646" y="62132"/>
                </a:lnTo>
                <a:lnTo>
                  <a:pt x="664922" y="62165"/>
                </a:lnTo>
                <a:lnTo>
                  <a:pt x="665194" y="62203"/>
                </a:lnTo>
                <a:lnTo>
                  <a:pt x="665464" y="62245"/>
                </a:lnTo>
                <a:lnTo>
                  <a:pt x="665731" y="62293"/>
                </a:lnTo>
                <a:lnTo>
                  <a:pt x="665995" y="62346"/>
                </a:lnTo>
                <a:lnTo>
                  <a:pt x="666256" y="62404"/>
                </a:lnTo>
                <a:lnTo>
                  <a:pt x="666514" y="62467"/>
                </a:lnTo>
                <a:lnTo>
                  <a:pt x="666769" y="62535"/>
                </a:lnTo>
                <a:lnTo>
                  <a:pt x="667021" y="62608"/>
                </a:lnTo>
                <a:lnTo>
                  <a:pt x="667271" y="62686"/>
                </a:lnTo>
                <a:lnTo>
                  <a:pt x="667517" y="62769"/>
                </a:lnTo>
                <a:lnTo>
                  <a:pt x="667760" y="62857"/>
                </a:lnTo>
                <a:lnTo>
                  <a:pt x="668001" y="62950"/>
                </a:lnTo>
                <a:lnTo>
                  <a:pt x="668238" y="63048"/>
                </a:lnTo>
                <a:lnTo>
                  <a:pt x="668473" y="63151"/>
                </a:lnTo>
                <a:lnTo>
                  <a:pt x="668705" y="63259"/>
                </a:lnTo>
                <a:lnTo>
                  <a:pt x="668933" y="63372"/>
                </a:lnTo>
                <a:lnTo>
                  <a:pt x="669159" y="63491"/>
                </a:lnTo>
                <a:lnTo>
                  <a:pt x="669382" y="63614"/>
                </a:lnTo>
                <a:lnTo>
                  <a:pt x="669601" y="63741"/>
                </a:lnTo>
                <a:lnTo>
                  <a:pt x="669816" y="63873"/>
                </a:lnTo>
                <a:lnTo>
                  <a:pt x="670029" y="64009"/>
                </a:lnTo>
                <a:lnTo>
                  <a:pt x="670237" y="64150"/>
                </a:lnTo>
                <a:lnTo>
                  <a:pt x="670442" y="64296"/>
                </a:lnTo>
                <a:lnTo>
                  <a:pt x="670644" y="64446"/>
                </a:lnTo>
                <a:lnTo>
                  <a:pt x="670842" y="64600"/>
                </a:lnTo>
                <a:lnTo>
                  <a:pt x="671037" y="64759"/>
                </a:lnTo>
                <a:lnTo>
                  <a:pt x="671228" y="64922"/>
                </a:lnTo>
                <a:lnTo>
                  <a:pt x="671416" y="65090"/>
                </a:lnTo>
                <a:lnTo>
                  <a:pt x="671600" y="65262"/>
                </a:lnTo>
                <a:lnTo>
                  <a:pt x="671781" y="65438"/>
                </a:lnTo>
                <a:lnTo>
                  <a:pt x="671958" y="65620"/>
                </a:lnTo>
                <a:lnTo>
                  <a:pt x="672132" y="65805"/>
                </a:lnTo>
                <a:lnTo>
                  <a:pt x="672302" y="65995"/>
                </a:lnTo>
                <a:lnTo>
                  <a:pt x="672469" y="66190"/>
                </a:lnTo>
                <a:lnTo>
                  <a:pt x="672632" y="66389"/>
                </a:lnTo>
                <a:lnTo>
                  <a:pt x="672792" y="66592"/>
                </a:lnTo>
                <a:lnTo>
                  <a:pt x="672948" y="66800"/>
                </a:lnTo>
                <a:lnTo>
                  <a:pt x="673101" y="67013"/>
                </a:lnTo>
                <a:lnTo>
                  <a:pt x="673251" y="67230"/>
                </a:lnTo>
                <a:lnTo>
                  <a:pt x="673397" y="67451"/>
                </a:lnTo>
                <a:lnTo>
                  <a:pt x="673539" y="67677"/>
                </a:lnTo>
                <a:lnTo>
                  <a:pt x="673678" y="67907"/>
                </a:lnTo>
                <a:lnTo>
                  <a:pt x="673814" y="68141"/>
                </a:lnTo>
                <a:lnTo>
                  <a:pt x="673947" y="68378"/>
                </a:lnTo>
                <a:lnTo>
                  <a:pt x="674077" y="68619"/>
                </a:lnTo>
                <a:lnTo>
                  <a:pt x="674204" y="68863"/>
                </a:lnTo>
                <a:lnTo>
                  <a:pt x="674328" y="69111"/>
                </a:lnTo>
                <a:lnTo>
                  <a:pt x="674448" y="69363"/>
                </a:lnTo>
                <a:lnTo>
                  <a:pt x="674566" y="69618"/>
                </a:lnTo>
                <a:lnTo>
                  <a:pt x="674680" y="69877"/>
                </a:lnTo>
                <a:lnTo>
                  <a:pt x="674792" y="70140"/>
                </a:lnTo>
                <a:lnTo>
                  <a:pt x="674900" y="70406"/>
                </a:lnTo>
                <a:lnTo>
                  <a:pt x="675006" y="70676"/>
                </a:lnTo>
                <a:lnTo>
                  <a:pt x="675108" y="70950"/>
                </a:lnTo>
                <a:lnTo>
                  <a:pt x="675207" y="71227"/>
                </a:lnTo>
                <a:lnTo>
                  <a:pt x="675303" y="71508"/>
                </a:lnTo>
                <a:lnTo>
                  <a:pt x="675396" y="71792"/>
                </a:lnTo>
                <a:lnTo>
                  <a:pt x="675486" y="72081"/>
                </a:lnTo>
                <a:lnTo>
                  <a:pt x="675573" y="72372"/>
                </a:lnTo>
                <a:lnTo>
                  <a:pt x="675657" y="72668"/>
                </a:lnTo>
                <a:lnTo>
                  <a:pt x="675738" y="72967"/>
                </a:lnTo>
                <a:lnTo>
                  <a:pt x="675816" y="73269"/>
                </a:lnTo>
                <a:lnTo>
                  <a:pt x="675890" y="73576"/>
                </a:lnTo>
                <a:lnTo>
                  <a:pt x="675962" y="73886"/>
                </a:lnTo>
                <a:lnTo>
                  <a:pt x="676030" y="74199"/>
                </a:lnTo>
                <a:lnTo>
                  <a:pt x="676096" y="74516"/>
                </a:lnTo>
                <a:lnTo>
                  <a:pt x="676159" y="74836"/>
                </a:lnTo>
                <a:lnTo>
                  <a:pt x="676219" y="75159"/>
                </a:lnTo>
                <a:lnTo>
                  <a:pt x="676276" y="75485"/>
                </a:lnTo>
                <a:lnTo>
                  <a:pt x="676330" y="75815"/>
                </a:lnTo>
                <a:lnTo>
                  <a:pt x="676382" y="76147"/>
                </a:lnTo>
                <a:lnTo>
                  <a:pt x="676431" y="76482"/>
                </a:lnTo>
                <a:lnTo>
                  <a:pt x="676477" y="76821"/>
                </a:lnTo>
                <a:lnTo>
                  <a:pt x="676520" y="77162"/>
                </a:lnTo>
                <a:lnTo>
                  <a:pt x="676560" y="77507"/>
                </a:lnTo>
                <a:lnTo>
                  <a:pt x="676598" y="77855"/>
                </a:lnTo>
                <a:lnTo>
                  <a:pt x="676633" y="78206"/>
                </a:lnTo>
                <a:lnTo>
                  <a:pt x="676665" y="78559"/>
                </a:lnTo>
                <a:lnTo>
                  <a:pt x="676694" y="78916"/>
                </a:lnTo>
                <a:lnTo>
                  <a:pt x="676721" y="79276"/>
                </a:lnTo>
                <a:lnTo>
                  <a:pt x="676745" y="79639"/>
                </a:lnTo>
                <a:lnTo>
                  <a:pt x="676766" y="80006"/>
                </a:lnTo>
                <a:lnTo>
                  <a:pt x="676784" y="80375"/>
                </a:lnTo>
                <a:lnTo>
                  <a:pt x="676799" y="80747"/>
                </a:lnTo>
                <a:lnTo>
                  <a:pt x="676812" y="81123"/>
                </a:lnTo>
                <a:lnTo>
                  <a:pt x="676821" y="81501"/>
                </a:lnTo>
                <a:lnTo>
                  <a:pt x="676828" y="81883"/>
                </a:lnTo>
                <a:lnTo>
                  <a:pt x="676833" y="82267"/>
                </a:lnTo>
                <a:lnTo>
                  <a:pt x="676834" y="82655"/>
                </a:lnTo>
                <a:lnTo>
                  <a:pt x="676833" y="83036"/>
                </a:lnTo>
                <a:lnTo>
                  <a:pt x="676830" y="83416"/>
                </a:lnTo>
                <a:lnTo>
                  <a:pt x="676824" y="83793"/>
                </a:lnTo>
                <a:lnTo>
                  <a:pt x="676817" y="84168"/>
                </a:lnTo>
                <a:lnTo>
                  <a:pt x="676808" y="84541"/>
                </a:lnTo>
                <a:lnTo>
                  <a:pt x="676796" y="84912"/>
                </a:lnTo>
                <a:lnTo>
                  <a:pt x="676783" y="85280"/>
                </a:lnTo>
                <a:lnTo>
                  <a:pt x="676767" y="85647"/>
                </a:lnTo>
                <a:lnTo>
                  <a:pt x="676749" y="86012"/>
                </a:lnTo>
                <a:lnTo>
                  <a:pt x="676729" y="86374"/>
                </a:lnTo>
                <a:lnTo>
                  <a:pt x="676707" y="86734"/>
                </a:lnTo>
                <a:lnTo>
                  <a:pt x="676683" y="87093"/>
                </a:lnTo>
                <a:lnTo>
                  <a:pt x="676657" y="87449"/>
                </a:lnTo>
                <a:lnTo>
                  <a:pt x="676629" y="87803"/>
                </a:lnTo>
                <a:lnTo>
                  <a:pt x="676598" y="88155"/>
                </a:lnTo>
                <a:lnTo>
                  <a:pt x="676566" y="88505"/>
                </a:lnTo>
                <a:lnTo>
                  <a:pt x="676531" y="88853"/>
                </a:lnTo>
                <a:lnTo>
                  <a:pt x="676495" y="89199"/>
                </a:lnTo>
                <a:lnTo>
                  <a:pt x="676456" y="89542"/>
                </a:lnTo>
                <a:lnTo>
                  <a:pt x="676415" y="89884"/>
                </a:lnTo>
                <a:lnTo>
                  <a:pt x="676372" y="90223"/>
                </a:lnTo>
                <a:lnTo>
                  <a:pt x="676327" y="90561"/>
                </a:lnTo>
                <a:lnTo>
                  <a:pt x="676280" y="90896"/>
                </a:lnTo>
                <a:lnTo>
                  <a:pt x="676231" y="91229"/>
                </a:lnTo>
                <a:lnTo>
                  <a:pt x="676180" y="91559"/>
                </a:lnTo>
                <a:lnTo>
                  <a:pt x="676125" y="91886"/>
                </a:lnTo>
                <a:lnTo>
                  <a:pt x="676069" y="92210"/>
                </a:lnTo>
                <a:lnTo>
                  <a:pt x="676009" y="92530"/>
                </a:lnTo>
                <a:lnTo>
                  <a:pt x="675947" y="92846"/>
                </a:lnTo>
                <a:lnTo>
                  <a:pt x="675882" y="93159"/>
                </a:lnTo>
                <a:lnTo>
                  <a:pt x="675815" y="93469"/>
                </a:lnTo>
                <a:lnTo>
                  <a:pt x="675745" y="93774"/>
                </a:lnTo>
                <a:lnTo>
                  <a:pt x="675672" y="94077"/>
                </a:lnTo>
                <a:lnTo>
                  <a:pt x="675596" y="94376"/>
                </a:lnTo>
                <a:lnTo>
                  <a:pt x="675518" y="94671"/>
                </a:lnTo>
                <a:lnTo>
                  <a:pt x="675438" y="94963"/>
                </a:lnTo>
                <a:lnTo>
                  <a:pt x="675354" y="95252"/>
                </a:lnTo>
                <a:lnTo>
                  <a:pt x="675268" y="95537"/>
                </a:lnTo>
                <a:lnTo>
                  <a:pt x="675180" y="95819"/>
                </a:lnTo>
                <a:lnTo>
                  <a:pt x="675088" y="96097"/>
                </a:lnTo>
                <a:lnTo>
                  <a:pt x="674994" y="96371"/>
                </a:lnTo>
                <a:lnTo>
                  <a:pt x="674898" y="96642"/>
                </a:lnTo>
                <a:lnTo>
                  <a:pt x="674798" y="96910"/>
                </a:lnTo>
                <a:lnTo>
                  <a:pt x="674696" y="97174"/>
                </a:lnTo>
                <a:lnTo>
                  <a:pt x="674592" y="97435"/>
                </a:lnTo>
                <a:lnTo>
                  <a:pt x="674485" y="97692"/>
                </a:lnTo>
                <a:lnTo>
                  <a:pt x="674375" y="97945"/>
                </a:lnTo>
                <a:lnTo>
                  <a:pt x="674262" y="98196"/>
                </a:lnTo>
                <a:lnTo>
                  <a:pt x="674147" y="98442"/>
                </a:lnTo>
                <a:lnTo>
                  <a:pt x="674028" y="98683"/>
                </a:lnTo>
                <a:lnTo>
                  <a:pt x="673906" y="98920"/>
                </a:lnTo>
                <a:lnTo>
                  <a:pt x="673781" y="99152"/>
                </a:lnTo>
                <a:lnTo>
                  <a:pt x="673653" y="99379"/>
                </a:lnTo>
                <a:lnTo>
                  <a:pt x="673521" y="99602"/>
                </a:lnTo>
                <a:lnTo>
                  <a:pt x="673387" y="99820"/>
                </a:lnTo>
                <a:lnTo>
                  <a:pt x="673249" y="100034"/>
                </a:lnTo>
                <a:lnTo>
                  <a:pt x="673108" y="100243"/>
                </a:lnTo>
                <a:lnTo>
                  <a:pt x="672963" y="100447"/>
                </a:lnTo>
                <a:lnTo>
                  <a:pt x="672816" y="100647"/>
                </a:lnTo>
                <a:lnTo>
                  <a:pt x="672665" y="100842"/>
                </a:lnTo>
                <a:lnTo>
                  <a:pt x="672511" y="101033"/>
                </a:lnTo>
                <a:lnTo>
                  <a:pt x="672354" y="101219"/>
                </a:lnTo>
                <a:lnTo>
                  <a:pt x="672193" y="101400"/>
                </a:lnTo>
                <a:lnTo>
                  <a:pt x="672030" y="101577"/>
                </a:lnTo>
                <a:lnTo>
                  <a:pt x="671863" y="101749"/>
                </a:lnTo>
                <a:lnTo>
                  <a:pt x="671693" y="101916"/>
                </a:lnTo>
                <a:lnTo>
                  <a:pt x="671520" y="102079"/>
                </a:lnTo>
                <a:lnTo>
                  <a:pt x="671343" y="102237"/>
                </a:lnTo>
                <a:lnTo>
                  <a:pt x="671164" y="102391"/>
                </a:lnTo>
                <a:lnTo>
                  <a:pt x="670981" y="102540"/>
                </a:lnTo>
                <a:lnTo>
                  <a:pt x="670795" y="102684"/>
                </a:lnTo>
                <a:lnTo>
                  <a:pt x="670606" y="102824"/>
                </a:lnTo>
                <a:lnTo>
                  <a:pt x="670413" y="102959"/>
                </a:lnTo>
                <a:lnTo>
                  <a:pt x="670217" y="103088"/>
                </a:lnTo>
                <a:lnTo>
                  <a:pt x="670017" y="103211"/>
                </a:lnTo>
                <a:lnTo>
                  <a:pt x="669814" y="103328"/>
                </a:lnTo>
                <a:lnTo>
                  <a:pt x="669608" y="103440"/>
                </a:lnTo>
                <a:lnTo>
                  <a:pt x="669398" y="103546"/>
                </a:lnTo>
                <a:lnTo>
                  <a:pt x="669184" y="103646"/>
                </a:lnTo>
                <a:lnTo>
                  <a:pt x="668967" y="103741"/>
                </a:lnTo>
                <a:lnTo>
                  <a:pt x="668747" y="103830"/>
                </a:lnTo>
                <a:lnTo>
                  <a:pt x="668523" y="103913"/>
                </a:lnTo>
                <a:lnTo>
                  <a:pt x="668295" y="103990"/>
                </a:lnTo>
                <a:lnTo>
                  <a:pt x="668064" y="104062"/>
                </a:lnTo>
                <a:lnTo>
                  <a:pt x="667830" y="104128"/>
                </a:lnTo>
                <a:lnTo>
                  <a:pt x="667592" y="104188"/>
                </a:lnTo>
                <a:lnTo>
                  <a:pt x="667350" y="104242"/>
                </a:lnTo>
                <a:lnTo>
                  <a:pt x="667105" y="104291"/>
                </a:lnTo>
                <a:lnTo>
                  <a:pt x="666857" y="104334"/>
                </a:lnTo>
                <a:lnTo>
                  <a:pt x="666605" y="104371"/>
                </a:lnTo>
                <a:lnTo>
                  <a:pt x="666350" y="104403"/>
                </a:lnTo>
                <a:lnTo>
                  <a:pt x="666091" y="104428"/>
                </a:lnTo>
                <a:lnTo>
                  <a:pt x="665828" y="104448"/>
                </a:lnTo>
                <a:lnTo>
                  <a:pt x="665562" y="104463"/>
                </a:lnTo>
                <a:lnTo>
                  <a:pt x="665293" y="104471"/>
                </a:lnTo>
                <a:lnTo>
                  <a:pt x="665020" y="104474"/>
                </a:lnTo>
                <a:lnTo>
                  <a:pt x="664747" y="104471"/>
                </a:lnTo>
                <a:lnTo>
                  <a:pt x="664477" y="104461"/>
                </a:lnTo>
                <a:lnTo>
                  <a:pt x="664209" y="104444"/>
                </a:lnTo>
                <a:lnTo>
                  <a:pt x="663944" y="104421"/>
                </a:lnTo>
                <a:lnTo>
                  <a:pt x="663682" y="104392"/>
                </a:lnTo>
                <a:lnTo>
                  <a:pt x="663423" y="104355"/>
                </a:lnTo>
                <a:lnTo>
                  <a:pt x="663167" y="104313"/>
                </a:lnTo>
                <a:lnTo>
                  <a:pt x="662913" y="104263"/>
                </a:lnTo>
                <a:lnTo>
                  <a:pt x="662662" y="104207"/>
                </a:lnTo>
                <a:lnTo>
                  <a:pt x="662414" y="104145"/>
                </a:lnTo>
                <a:lnTo>
                  <a:pt x="662169" y="104075"/>
                </a:lnTo>
                <a:lnTo>
                  <a:pt x="661926" y="103999"/>
                </a:lnTo>
                <a:lnTo>
                  <a:pt x="661687" y="103917"/>
                </a:lnTo>
                <a:lnTo>
                  <a:pt x="661450" y="103828"/>
                </a:lnTo>
                <a:lnTo>
                  <a:pt x="661216" y="103732"/>
                </a:lnTo>
                <a:lnTo>
                  <a:pt x="660984" y="103630"/>
                </a:lnTo>
                <a:lnTo>
                  <a:pt x="660756" y="103522"/>
                </a:lnTo>
                <a:lnTo>
                  <a:pt x="660530" y="103406"/>
                </a:lnTo>
                <a:lnTo>
                  <a:pt x="660307" y="103284"/>
                </a:lnTo>
                <a:lnTo>
                  <a:pt x="660087" y="103156"/>
                </a:lnTo>
                <a:lnTo>
                  <a:pt x="659869" y="103021"/>
                </a:lnTo>
                <a:lnTo>
                  <a:pt x="659655" y="102879"/>
                </a:lnTo>
                <a:lnTo>
                  <a:pt x="659443" y="102730"/>
                </a:lnTo>
                <a:lnTo>
                  <a:pt x="659234" y="102576"/>
                </a:lnTo>
                <a:lnTo>
                  <a:pt x="659028" y="102415"/>
                </a:lnTo>
                <a:lnTo>
                  <a:pt x="658826" y="102248"/>
                </a:lnTo>
                <a:lnTo>
                  <a:pt x="658627" y="102076"/>
                </a:lnTo>
                <a:lnTo>
                  <a:pt x="658431" y="101899"/>
                </a:lnTo>
                <a:lnTo>
                  <a:pt x="658240" y="101716"/>
                </a:lnTo>
                <a:lnTo>
                  <a:pt x="658051" y="101528"/>
                </a:lnTo>
                <a:lnTo>
                  <a:pt x="657866" y="101334"/>
                </a:lnTo>
                <a:lnTo>
                  <a:pt x="657685" y="101135"/>
                </a:lnTo>
                <a:lnTo>
                  <a:pt x="657507" y="100930"/>
                </a:lnTo>
                <a:lnTo>
                  <a:pt x="657332" y="100720"/>
                </a:lnTo>
                <a:lnTo>
                  <a:pt x="657161" y="100504"/>
                </a:lnTo>
                <a:lnTo>
                  <a:pt x="656994" y="100283"/>
                </a:lnTo>
                <a:lnTo>
                  <a:pt x="656830" y="100057"/>
                </a:lnTo>
                <a:lnTo>
                  <a:pt x="656669" y="99825"/>
                </a:lnTo>
                <a:lnTo>
                  <a:pt x="656512" y="99587"/>
                </a:lnTo>
                <a:lnTo>
                  <a:pt x="656359" y="99344"/>
                </a:lnTo>
                <a:lnTo>
                  <a:pt x="656209" y="99096"/>
                </a:lnTo>
                <a:lnTo>
                  <a:pt x="656062" y="98842"/>
                </a:lnTo>
                <a:lnTo>
                  <a:pt x="655919" y="98582"/>
                </a:lnTo>
                <a:lnTo>
                  <a:pt x="655779" y="98318"/>
                </a:lnTo>
                <a:lnTo>
                  <a:pt x="655643" y="98047"/>
                </a:lnTo>
                <a:lnTo>
                  <a:pt x="655511" y="97772"/>
                </a:lnTo>
                <a:lnTo>
                  <a:pt x="655382" y="97490"/>
                </a:lnTo>
                <a:lnTo>
                  <a:pt x="655256" y="97204"/>
                </a:lnTo>
                <a:lnTo>
                  <a:pt x="655134" y="96912"/>
                </a:lnTo>
                <a:lnTo>
                  <a:pt x="655016" y="96616"/>
                </a:lnTo>
                <a:lnTo>
                  <a:pt x="654901" y="96315"/>
                </a:lnTo>
                <a:lnTo>
                  <a:pt x="654791" y="96010"/>
                </a:lnTo>
                <a:lnTo>
                  <a:pt x="654684" y="95700"/>
                </a:lnTo>
                <a:lnTo>
                  <a:pt x="654580" y="95386"/>
                </a:lnTo>
                <a:lnTo>
                  <a:pt x="654481" y="95068"/>
                </a:lnTo>
                <a:lnTo>
                  <a:pt x="654385" y="94744"/>
                </a:lnTo>
                <a:lnTo>
                  <a:pt x="654293" y="94417"/>
                </a:lnTo>
                <a:lnTo>
                  <a:pt x="654205" y="94085"/>
                </a:lnTo>
                <a:lnTo>
                  <a:pt x="654121" y="93748"/>
                </a:lnTo>
                <a:lnTo>
                  <a:pt x="654040" y="93407"/>
                </a:lnTo>
                <a:lnTo>
                  <a:pt x="653964" y="93061"/>
                </a:lnTo>
                <a:lnTo>
                  <a:pt x="653891" y="92711"/>
                </a:lnTo>
                <a:lnTo>
                  <a:pt x="653821" y="92357"/>
                </a:lnTo>
                <a:lnTo>
                  <a:pt x="653756" y="91998"/>
                </a:lnTo>
                <a:lnTo>
                  <a:pt x="653694" y="91634"/>
                </a:lnTo>
                <a:lnTo>
                  <a:pt x="653636" y="91266"/>
                </a:lnTo>
                <a:lnTo>
                  <a:pt x="653582" y="90894"/>
                </a:lnTo>
                <a:lnTo>
                  <a:pt x="653531" y="90517"/>
                </a:lnTo>
                <a:lnTo>
                  <a:pt x="653485" y="90135"/>
                </a:lnTo>
                <a:lnTo>
                  <a:pt x="653442" y="89749"/>
                </a:lnTo>
                <a:lnTo>
                  <a:pt x="653403" y="89359"/>
                </a:lnTo>
                <a:lnTo>
                  <a:pt x="653367" y="88964"/>
                </a:lnTo>
                <a:lnTo>
                  <a:pt x="631106" y="88964"/>
                </a:lnTo>
                <a:lnTo>
                  <a:pt x="631111" y="89639"/>
                </a:lnTo>
                <a:lnTo>
                  <a:pt x="631126" y="90307"/>
                </a:lnTo>
                <a:lnTo>
                  <a:pt x="631152" y="90970"/>
                </a:lnTo>
                <a:lnTo>
                  <a:pt x="631187" y="91626"/>
                </a:lnTo>
                <a:lnTo>
                  <a:pt x="631232" y="92275"/>
                </a:lnTo>
                <a:lnTo>
                  <a:pt x="631287" y="92919"/>
                </a:lnTo>
                <a:lnTo>
                  <a:pt x="631352" y="93556"/>
                </a:lnTo>
                <a:lnTo>
                  <a:pt x="631428" y="94187"/>
                </a:lnTo>
                <a:lnTo>
                  <a:pt x="631513" y="94811"/>
                </a:lnTo>
                <a:lnTo>
                  <a:pt x="631609" y="95430"/>
                </a:lnTo>
                <a:lnTo>
                  <a:pt x="631714" y="96042"/>
                </a:lnTo>
                <a:lnTo>
                  <a:pt x="631830" y="96647"/>
                </a:lnTo>
                <a:lnTo>
                  <a:pt x="631955" y="97247"/>
                </a:lnTo>
                <a:lnTo>
                  <a:pt x="632091" y="97840"/>
                </a:lnTo>
                <a:lnTo>
                  <a:pt x="632237" y="98427"/>
                </a:lnTo>
                <a:lnTo>
                  <a:pt x="632392" y="99007"/>
                </a:lnTo>
                <a:lnTo>
                  <a:pt x="632558" y="99581"/>
                </a:lnTo>
                <a:lnTo>
                  <a:pt x="632734" y="100149"/>
                </a:lnTo>
                <a:lnTo>
                  <a:pt x="632920" y="100711"/>
                </a:lnTo>
                <a:lnTo>
                  <a:pt x="633115" y="101266"/>
                </a:lnTo>
                <a:lnTo>
                  <a:pt x="633321" y="101815"/>
                </a:lnTo>
                <a:lnTo>
                  <a:pt x="633537" y="102358"/>
                </a:lnTo>
                <a:lnTo>
                  <a:pt x="633763" y="102894"/>
                </a:lnTo>
                <a:lnTo>
                  <a:pt x="634000" y="103424"/>
                </a:lnTo>
                <a:lnTo>
                  <a:pt x="634244" y="103948"/>
                </a:lnTo>
                <a:lnTo>
                  <a:pt x="634495" y="104465"/>
                </a:lnTo>
                <a:lnTo>
                  <a:pt x="634753" y="104976"/>
                </a:lnTo>
                <a:lnTo>
                  <a:pt x="635017" y="105480"/>
                </a:lnTo>
                <a:lnTo>
                  <a:pt x="635289" y="105978"/>
                </a:lnTo>
                <a:lnTo>
                  <a:pt x="635567" y="106469"/>
                </a:lnTo>
                <a:lnTo>
                  <a:pt x="635851" y="106955"/>
                </a:lnTo>
                <a:lnTo>
                  <a:pt x="636143" y="107433"/>
                </a:lnTo>
                <a:lnTo>
                  <a:pt x="636441" y="107905"/>
                </a:lnTo>
                <a:lnTo>
                  <a:pt x="636745" y="108371"/>
                </a:lnTo>
                <a:lnTo>
                  <a:pt x="637057" y="108831"/>
                </a:lnTo>
                <a:lnTo>
                  <a:pt x="637375" y="109283"/>
                </a:lnTo>
                <a:lnTo>
                  <a:pt x="637700" y="109730"/>
                </a:lnTo>
                <a:lnTo>
                  <a:pt x="638031" y="110170"/>
                </a:lnTo>
                <a:lnTo>
                  <a:pt x="638369" y="110604"/>
                </a:lnTo>
                <a:lnTo>
                  <a:pt x="638714" y="111031"/>
                </a:lnTo>
                <a:lnTo>
                  <a:pt x="639066" y="111452"/>
                </a:lnTo>
                <a:lnTo>
                  <a:pt x="639424" y="111866"/>
                </a:lnTo>
                <a:lnTo>
                  <a:pt x="639789" y="112274"/>
                </a:lnTo>
                <a:lnTo>
                  <a:pt x="640161" y="112676"/>
                </a:lnTo>
                <a:lnTo>
                  <a:pt x="640539" y="113071"/>
                </a:lnTo>
                <a:lnTo>
                  <a:pt x="640924" y="113460"/>
                </a:lnTo>
                <a:lnTo>
                  <a:pt x="641316" y="113842"/>
                </a:lnTo>
                <a:lnTo>
                  <a:pt x="641715" y="114218"/>
                </a:lnTo>
                <a:lnTo>
                  <a:pt x="642118" y="114587"/>
                </a:lnTo>
                <a:lnTo>
                  <a:pt x="642527" y="114948"/>
                </a:lnTo>
                <a:lnTo>
                  <a:pt x="642939" y="115301"/>
                </a:lnTo>
                <a:lnTo>
                  <a:pt x="643355" y="115647"/>
                </a:lnTo>
                <a:lnTo>
                  <a:pt x="643776" y="115985"/>
                </a:lnTo>
                <a:lnTo>
                  <a:pt x="644201" y="116315"/>
                </a:lnTo>
                <a:lnTo>
                  <a:pt x="644630" y="116638"/>
                </a:lnTo>
                <a:lnTo>
                  <a:pt x="645063" y="116952"/>
                </a:lnTo>
                <a:lnTo>
                  <a:pt x="645500" y="117260"/>
                </a:lnTo>
                <a:lnTo>
                  <a:pt x="645942" y="117559"/>
                </a:lnTo>
                <a:lnTo>
                  <a:pt x="646388" y="117851"/>
                </a:lnTo>
                <a:lnTo>
                  <a:pt x="646838" y="118135"/>
                </a:lnTo>
                <a:lnTo>
                  <a:pt x="647292" y="118411"/>
                </a:lnTo>
                <a:lnTo>
                  <a:pt x="647750" y="118680"/>
                </a:lnTo>
                <a:lnTo>
                  <a:pt x="648213" y="118941"/>
                </a:lnTo>
                <a:lnTo>
                  <a:pt x="648679" y="119194"/>
                </a:lnTo>
                <a:lnTo>
                  <a:pt x="649150" y="119440"/>
                </a:lnTo>
                <a:lnTo>
                  <a:pt x="649625" y="119678"/>
                </a:lnTo>
                <a:lnTo>
                  <a:pt x="650105" y="119908"/>
                </a:lnTo>
                <a:lnTo>
                  <a:pt x="650588" y="120131"/>
                </a:lnTo>
                <a:lnTo>
                  <a:pt x="651076" y="120345"/>
                </a:lnTo>
                <a:lnTo>
                  <a:pt x="651568" y="120553"/>
                </a:lnTo>
                <a:lnTo>
                  <a:pt x="652064" y="120752"/>
                </a:lnTo>
                <a:lnTo>
                  <a:pt x="652564" y="120944"/>
                </a:lnTo>
                <a:lnTo>
                  <a:pt x="653067" y="121128"/>
                </a:lnTo>
                <a:lnTo>
                  <a:pt x="653572" y="121304"/>
                </a:lnTo>
                <a:lnTo>
                  <a:pt x="654078" y="121472"/>
                </a:lnTo>
                <a:lnTo>
                  <a:pt x="654586" y="121633"/>
                </a:lnTo>
                <a:lnTo>
                  <a:pt x="655096" y="121786"/>
                </a:lnTo>
                <a:lnTo>
                  <a:pt x="655608" y="121931"/>
                </a:lnTo>
                <a:lnTo>
                  <a:pt x="656121" y="122068"/>
                </a:lnTo>
                <a:lnTo>
                  <a:pt x="656636" y="122197"/>
                </a:lnTo>
                <a:lnTo>
                  <a:pt x="657152" y="122318"/>
                </a:lnTo>
                <a:lnTo>
                  <a:pt x="657670" y="122432"/>
                </a:lnTo>
                <a:lnTo>
                  <a:pt x="658190" y="122537"/>
                </a:lnTo>
                <a:lnTo>
                  <a:pt x="658712" y="122635"/>
                </a:lnTo>
                <a:lnTo>
                  <a:pt x="659235" y="122725"/>
                </a:lnTo>
                <a:lnTo>
                  <a:pt x="659760" y="122808"/>
                </a:lnTo>
                <a:lnTo>
                  <a:pt x="660286" y="122882"/>
                </a:lnTo>
                <a:lnTo>
                  <a:pt x="660815" y="122949"/>
                </a:lnTo>
                <a:lnTo>
                  <a:pt x="661344" y="123007"/>
                </a:lnTo>
                <a:lnTo>
                  <a:pt x="661876" y="123058"/>
                </a:lnTo>
                <a:lnTo>
                  <a:pt x="662409" y="123101"/>
                </a:lnTo>
                <a:lnTo>
                  <a:pt x="662944" y="123136"/>
                </a:lnTo>
                <a:lnTo>
                  <a:pt x="663481" y="123164"/>
                </a:lnTo>
                <a:lnTo>
                  <a:pt x="664019" y="123183"/>
                </a:lnTo>
                <a:lnTo>
                  <a:pt x="664559" y="123195"/>
                </a:lnTo>
                <a:lnTo>
                  <a:pt x="665101" y="123199"/>
                </a:lnTo>
                <a:lnTo>
                  <a:pt x="665820" y="123194"/>
                </a:lnTo>
                <a:lnTo>
                  <a:pt x="666531" y="123177"/>
                </a:lnTo>
                <a:lnTo>
                  <a:pt x="667235" y="123149"/>
                </a:lnTo>
                <a:lnTo>
                  <a:pt x="667930" y="123111"/>
                </a:lnTo>
                <a:lnTo>
                  <a:pt x="668618" y="123061"/>
                </a:lnTo>
                <a:lnTo>
                  <a:pt x="669297" y="123001"/>
                </a:lnTo>
                <a:lnTo>
                  <a:pt x="669969" y="122929"/>
                </a:lnTo>
                <a:lnTo>
                  <a:pt x="670632" y="122846"/>
                </a:lnTo>
                <a:lnTo>
                  <a:pt x="671288" y="122752"/>
                </a:lnTo>
                <a:lnTo>
                  <a:pt x="671936" y="122648"/>
                </a:lnTo>
                <a:lnTo>
                  <a:pt x="672576" y="122532"/>
                </a:lnTo>
                <a:lnTo>
                  <a:pt x="673207" y="122405"/>
                </a:lnTo>
                <a:lnTo>
                  <a:pt x="673831" y="122267"/>
                </a:lnTo>
                <a:lnTo>
                  <a:pt x="674447" y="122118"/>
                </a:lnTo>
                <a:lnTo>
                  <a:pt x="675055" y="121958"/>
                </a:lnTo>
                <a:lnTo>
                  <a:pt x="675655" y="121787"/>
                </a:lnTo>
                <a:lnTo>
                  <a:pt x="676247" y="121605"/>
                </a:lnTo>
                <a:lnTo>
                  <a:pt x="676831" y="121412"/>
                </a:lnTo>
                <a:lnTo>
                  <a:pt x="677408" y="121208"/>
                </a:lnTo>
                <a:lnTo>
                  <a:pt x="677976" y="120993"/>
                </a:lnTo>
                <a:lnTo>
                  <a:pt x="678536" y="120767"/>
                </a:lnTo>
                <a:lnTo>
                  <a:pt x="679088" y="120530"/>
                </a:lnTo>
                <a:lnTo>
                  <a:pt x="679633" y="120281"/>
                </a:lnTo>
                <a:lnTo>
                  <a:pt x="680169" y="120022"/>
                </a:lnTo>
                <a:lnTo>
                  <a:pt x="680698" y="119753"/>
                </a:lnTo>
                <a:lnTo>
                  <a:pt x="681220" y="119476"/>
                </a:lnTo>
                <a:lnTo>
                  <a:pt x="681734" y="119192"/>
                </a:lnTo>
                <a:lnTo>
                  <a:pt x="682242" y="118899"/>
                </a:lnTo>
                <a:lnTo>
                  <a:pt x="682742" y="118598"/>
                </a:lnTo>
                <a:lnTo>
                  <a:pt x="683235" y="118289"/>
                </a:lnTo>
                <a:lnTo>
                  <a:pt x="683722" y="117973"/>
                </a:lnTo>
                <a:lnTo>
                  <a:pt x="684201" y="117648"/>
                </a:lnTo>
                <a:lnTo>
                  <a:pt x="684673" y="117316"/>
                </a:lnTo>
                <a:lnTo>
                  <a:pt x="685137" y="116975"/>
                </a:lnTo>
                <a:lnTo>
                  <a:pt x="685595" y="116627"/>
                </a:lnTo>
                <a:lnTo>
                  <a:pt x="686046" y="116270"/>
                </a:lnTo>
                <a:lnTo>
                  <a:pt x="686489" y="115906"/>
                </a:lnTo>
                <a:lnTo>
                  <a:pt x="686926" y="115534"/>
                </a:lnTo>
                <a:lnTo>
                  <a:pt x="687355" y="115153"/>
                </a:lnTo>
                <a:lnTo>
                  <a:pt x="687777" y="114765"/>
                </a:lnTo>
                <a:lnTo>
                  <a:pt x="688192" y="114369"/>
                </a:lnTo>
                <a:lnTo>
                  <a:pt x="688600" y="113965"/>
                </a:lnTo>
                <a:lnTo>
                  <a:pt x="689001" y="113553"/>
                </a:lnTo>
                <a:lnTo>
                  <a:pt x="689394" y="113133"/>
                </a:lnTo>
                <a:lnTo>
                  <a:pt x="689781" y="112705"/>
                </a:lnTo>
                <a:lnTo>
                  <a:pt x="690160" y="112269"/>
                </a:lnTo>
                <a:lnTo>
                  <a:pt x="690533" y="111825"/>
                </a:lnTo>
                <a:lnTo>
                  <a:pt x="690898" y="111373"/>
                </a:lnTo>
                <a:lnTo>
                  <a:pt x="691255" y="110914"/>
                </a:lnTo>
                <a:lnTo>
                  <a:pt x="691605" y="110450"/>
                </a:lnTo>
                <a:lnTo>
                  <a:pt x="691947" y="109980"/>
                </a:lnTo>
                <a:lnTo>
                  <a:pt x="692282" y="109505"/>
                </a:lnTo>
                <a:lnTo>
                  <a:pt x="692608" y="109024"/>
                </a:lnTo>
                <a:lnTo>
                  <a:pt x="692927" y="108537"/>
                </a:lnTo>
                <a:lnTo>
                  <a:pt x="693238" y="108045"/>
                </a:lnTo>
                <a:lnTo>
                  <a:pt x="693541" y="107548"/>
                </a:lnTo>
                <a:lnTo>
                  <a:pt x="693836" y="107044"/>
                </a:lnTo>
                <a:lnTo>
                  <a:pt x="694123" y="106535"/>
                </a:lnTo>
                <a:lnTo>
                  <a:pt x="694403" y="106021"/>
                </a:lnTo>
                <a:lnTo>
                  <a:pt x="694675" y="105501"/>
                </a:lnTo>
                <a:lnTo>
                  <a:pt x="694939" y="104975"/>
                </a:lnTo>
                <a:lnTo>
                  <a:pt x="695195" y="104444"/>
                </a:lnTo>
                <a:lnTo>
                  <a:pt x="695443" y="103907"/>
                </a:lnTo>
                <a:lnTo>
                  <a:pt x="695684" y="103364"/>
                </a:lnTo>
                <a:lnTo>
                  <a:pt x="695917" y="102816"/>
                </a:lnTo>
                <a:lnTo>
                  <a:pt x="696142" y="102263"/>
                </a:lnTo>
                <a:lnTo>
                  <a:pt x="696359" y="101703"/>
                </a:lnTo>
                <a:lnTo>
                  <a:pt x="696568" y="101139"/>
                </a:lnTo>
                <a:lnTo>
                  <a:pt x="696769" y="100568"/>
                </a:lnTo>
                <a:lnTo>
                  <a:pt x="696963" y="99992"/>
                </a:lnTo>
                <a:lnTo>
                  <a:pt x="697149" y="99411"/>
                </a:lnTo>
                <a:lnTo>
                  <a:pt x="697327" y="98824"/>
                </a:lnTo>
                <a:lnTo>
                  <a:pt x="697497" y="98232"/>
                </a:lnTo>
                <a:lnTo>
                  <a:pt x="697661" y="97639"/>
                </a:lnTo>
                <a:lnTo>
                  <a:pt x="697817" y="97042"/>
                </a:lnTo>
                <a:lnTo>
                  <a:pt x="697965" y="96444"/>
                </a:lnTo>
                <a:lnTo>
                  <a:pt x="698107" y="95842"/>
                </a:lnTo>
                <a:lnTo>
                  <a:pt x="698241" y="95238"/>
                </a:lnTo>
                <a:lnTo>
                  <a:pt x="698368" y="94632"/>
                </a:lnTo>
                <a:lnTo>
                  <a:pt x="698488" y="94023"/>
                </a:lnTo>
                <a:lnTo>
                  <a:pt x="698600" y="93412"/>
                </a:lnTo>
                <a:lnTo>
                  <a:pt x="698705" y="92798"/>
                </a:lnTo>
                <a:lnTo>
                  <a:pt x="698803" y="92182"/>
                </a:lnTo>
                <a:lnTo>
                  <a:pt x="698894" y="91563"/>
                </a:lnTo>
                <a:lnTo>
                  <a:pt x="698977" y="90942"/>
                </a:lnTo>
                <a:lnTo>
                  <a:pt x="699054" y="90318"/>
                </a:lnTo>
                <a:lnTo>
                  <a:pt x="699123" y="89691"/>
                </a:lnTo>
                <a:lnTo>
                  <a:pt x="699184" y="89063"/>
                </a:lnTo>
                <a:lnTo>
                  <a:pt x="699239" y="88431"/>
                </a:lnTo>
                <a:lnTo>
                  <a:pt x="699286" y="87797"/>
                </a:lnTo>
                <a:lnTo>
                  <a:pt x="699326" y="87161"/>
                </a:lnTo>
                <a:lnTo>
                  <a:pt x="699358" y="86522"/>
                </a:lnTo>
                <a:lnTo>
                  <a:pt x="699384" y="85880"/>
                </a:lnTo>
                <a:lnTo>
                  <a:pt x="699402" y="85236"/>
                </a:lnTo>
                <a:lnTo>
                  <a:pt x="699413" y="84590"/>
                </a:lnTo>
                <a:lnTo>
                  <a:pt x="699416" y="83941"/>
                </a:lnTo>
                <a:lnTo>
                  <a:pt x="699413" y="83173"/>
                </a:lnTo>
                <a:lnTo>
                  <a:pt x="699402" y="82412"/>
                </a:lnTo>
                <a:lnTo>
                  <a:pt x="699385" y="81658"/>
                </a:lnTo>
                <a:lnTo>
                  <a:pt x="699361" y="80911"/>
                </a:lnTo>
                <a:lnTo>
                  <a:pt x="699329" y="80170"/>
                </a:lnTo>
                <a:lnTo>
                  <a:pt x="699291" y="79436"/>
                </a:lnTo>
                <a:lnTo>
                  <a:pt x="699245" y="78708"/>
                </a:lnTo>
                <a:lnTo>
                  <a:pt x="699193" y="77988"/>
                </a:lnTo>
                <a:lnTo>
                  <a:pt x="699134" y="77274"/>
                </a:lnTo>
                <a:lnTo>
                  <a:pt x="699068" y="76566"/>
                </a:lnTo>
                <a:lnTo>
                  <a:pt x="698994" y="75866"/>
                </a:lnTo>
                <a:lnTo>
                  <a:pt x="698914" y="75172"/>
                </a:lnTo>
                <a:lnTo>
                  <a:pt x="698827" y="74485"/>
                </a:lnTo>
                <a:lnTo>
                  <a:pt x="698733" y="73804"/>
                </a:lnTo>
                <a:lnTo>
                  <a:pt x="698632" y="73130"/>
                </a:lnTo>
                <a:lnTo>
                  <a:pt x="698523" y="72463"/>
                </a:lnTo>
                <a:lnTo>
                  <a:pt x="698408" y="71803"/>
                </a:lnTo>
                <a:lnTo>
                  <a:pt x="698286" y="71149"/>
                </a:lnTo>
                <a:lnTo>
                  <a:pt x="698157" y="70502"/>
                </a:lnTo>
                <a:lnTo>
                  <a:pt x="698021" y="69862"/>
                </a:lnTo>
                <a:lnTo>
                  <a:pt x="697878" y="69229"/>
                </a:lnTo>
                <a:lnTo>
                  <a:pt x="697728" y="68602"/>
                </a:lnTo>
                <a:lnTo>
                  <a:pt x="697571" y="67982"/>
                </a:lnTo>
                <a:lnTo>
                  <a:pt x="697407" y="67368"/>
                </a:lnTo>
                <a:lnTo>
                  <a:pt x="697237" y="66762"/>
                </a:lnTo>
                <a:lnTo>
                  <a:pt x="697060" y="66164"/>
                </a:lnTo>
                <a:lnTo>
                  <a:pt x="696876" y="65573"/>
                </a:lnTo>
                <a:lnTo>
                  <a:pt x="696686" y="64991"/>
                </a:lnTo>
                <a:lnTo>
                  <a:pt x="696490" y="64416"/>
                </a:lnTo>
                <a:lnTo>
                  <a:pt x="696287" y="63849"/>
                </a:lnTo>
                <a:lnTo>
                  <a:pt x="696078" y="63289"/>
                </a:lnTo>
                <a:lnTo>
                  <a:pt x="695862" y="62738"/>
                </a:lnTo>
                <a:lnTo>
                  <a:pt x="695641" y="62194"/>
                </a:lnTo>
                <a:lnTo>
                  <a:pt x="695412" y="61659"/>
                </a:lnTo>
                <a:lnTo>
                  <a:pt x="695177" y="61131"/>
                </a:lnTo>
                <a:lnTo>
                  <a:pt x="694936" y="60611"/>
                </a:lnTo>
                <a:lnTo>
                  <a:pt x="694688" y="60098"/>
                </a:lnTo>
                <a:lnTo>
                  <a:pt x="694434" y="59594"/>
                </a:lnTo>
                <a:lnTo>
                  <a:pt x="694174" y="59097"/>
                </a:lnTo>
                <a:lnTo>
                  <a:pt x="693907" y="58608"/>
                </a:lnTo>
                <a:lnTo>
                  <a:pt x="693634" y="58127"/>
                </a:lnTo>
                <a:lnTo>
                  <a:pt x="693354" y="57654"/>
                </a:lnTo>
                <a:lnTo>
                  <a:pt x="693068" y="57189"/>
                </a:lnTo>
                <a:lnTo>
                  <a:pt x="692775" y="56731"/>
                </a:lnTo>
                <a:lnTo>
                  <a:pt x="692476" y="56282"/>
                </a:lnTo>
                <a:lnTo>
                  <a:pt x="692171" y="55840"/>
                </a:lnTo>
                <a:lnTo>
                  <a:pt x="691859" y="55406"/>
                </a:lnTo>
                <a:lnTo>
                  <a:pt x="691541" y="54980"/>
                </a:lnTo>
                <a:lnTo>
                  <a:pt x="691216" y="54561"/>
                </a:lnTo>
                <a:lnTo>
                  <a:pt x="690886" y="54152"/>
                </a:lnTo>
                <a:lnTo>
                  <a:pt x="690549" y="53750"/>
                </a:lnTo>
                <a:lnTo>
                  <a:pt x="690207" y="53357"/>
                </a:lnTo>
                <a:lnTo>
                  <a:pt x="689858" y="52973"/>
                </a:lnTo>
                <a:lnTo>
                  <a:pt x="689504" y="52596"/>
                </a:lnTo>
                <a:lnTo>
                  <a:pt x="689143" y="52228"/>
                </a:lnTo>
                <a:lnTo>
                  <a:pt x="688777" y="51869"/>
                </a:lnTo>
                <a:lnTo>
                  <a:pt x="688405" y="51518"/>
                </a:lnTo>
                <a:lnTo>
                  <a:pt x="688026" y="51175"/>
                </a:lnTo>
                <a:lnTo>
                  <a:pt x="687642" y="50841"/>
                </a:lnTo>
                <a:lnTo>
                  <a:pt x="687251" y="50515"/>
                </a:lnTo>
                <a:lnTo>
                  <a:pt x="686855" y="50197"/>
                </a:lnTo>
                <a:lnTo>
                  <a:pt x="686452" y="49888"/>
                </a:lnTo>
                <a:lnTo>
                  <a:pt x="686044" y="49587"/>
                </a:lnTo>
                <a:lnTo>
                  <a:pt x="685629" y="49295"/>
                </a:lnTo>
                <a:lnTo>
                  <a:pt x="685209" y="49011"/>
                </a:lnTo>
                <a:lnTo>
                  <a:pt x="684782" y="48735"/>
                </a:lnTo>
                <a:lnTo>
                  <a:pt x="684350" y="48468"/>
                </a:lnTo>
                <a:lnTo>
                  <a:pt x="683912" y="48209"/>
                </a:lnTo>
                <a:lnTo>
                  <a:pt x="683467" y="47958"/>
                </a:lnTo>
                <a:lnTo>
                  <a:pt x="683017" y="47716"/>
                </a:lnTo>
                <a:lnTo>
                  <a:pt x="682560" y="47482"/>
                </a:lnTo>
                <a:lnTo>
                  <a:pt x="682098" y="47257"/>
                </a:lnTo>
                <a:lnTo>
                  <a:pt x="681629" y="47040"/>
                </a:lnTo>
                <a:lnTo>
                  <a:pt x="681155" y="46833"/>
                </a:lnTo>
                <a:lnTo>
                  <a:pt x="680674" y="46635"/>
                </a:lnTo>
                <a:lnTo>
                  <a:pt x="680188" y="46446"/>
                </a:lnTo>
                <a:lnTo>
                  <a:pt x="679696" y="46266"/>
                </a:lnTo>
                <a:lnTo>
                  <a:pt x="679197" y="46096"/>
                </a:lnTo>
                <a:lnTo>
                  <a:pt x="678693" y="45934"/>
                </a:lnTo>
                <a:lnTo>
                  <a:pt x="678182" y="45782"/>
                </a:lnTo>
                <a:lnTo>
                  <a:pt x="677666" y="45639"/>
                </a:lnTo>
                <a:lnTo>
                  <a:pt x="677143" y="45506"/>
                </a:lnTo>
                <a:lnTo>
                  <a:pt x="676615" y="45381"/>
                </a:lnTo>
                <a:lnTo>
                  <a:pt x="676080" y="45266"/>
                </a:lnTo>
                <a:lnTo>
                  <a:pt x="675540" y="45160"/>
                </a:lnTo>
                <a:lnTo>
                  <a:pt x="674994" y="45063"/>
                </a:lnTo>
                <a:lnTo>
                  <a:pt x="674441" y="44976"/>
                </a:lnTo>
                <a:lnTo>
                  <a:pt x="673883" y="44897"/>
                </a:lnTo>
                <a:lnTo>
                  <a:pt x="673318" y="44828"/>
                </a:lnTo>
                <a:lnTo>
                  <a:pt x="672748" y="44768"/>
                </a:lnTo>
                <a:lnTo>
                  <a:pt x="672171" y="44718"/>
                </a:lnTo>
                <a:lnTo>
                  <a:pt x="671589" y="44676"/>
                </a:lnTo>
                <a:lnTo>
                  <a:pt x="671001" y="44644"/>
                </a:lnTo>
                <a:lnTo>
                  <a:pt x="670406" y="44621"/>
                </a:lnTo>
                <a:lnTo>
                  <a:pt x="669806" y="44607"/>
                </a:lnTo>
                <a:lnTo>
                  <a:pt x="669199" y="44602"/>
                </a:lnTo>
                <a:lnTo>
                  <a:pt x="668826" y="44605"/>
                </a:lnTo>
                <a:lnTo>
                  <a:pt x="668455" y="44613"/>
                </a:lnTo>
                <a:lnTo>
                  <a:pt x="668087" y="44626"/>
                </a:lnTo>
                <a:lnTo>
                  <a:pt x="667723" y="44645"/>
                </a:lnTo>
                <a:lnTo>
                  <a:pt x="667361" y="44669"/>
                </a:lnTo>
                <a:lnTo>
                  <a:pt x="667002" y="44698"/>
                </a:lnTo>
                <a:lnTo>
                  <a:pt x="666646" y="44732"/>
                </a:lnTo>
                <a:lnTo>
                  <a:pt x="666293" y="44772"/>
                </a:lnTo>
                <a:lnTo>
                  <a:pt x="665943" y="44817"/>
                </a:lnTo>
                <a:lnTo>
                  <a:pt x="665595" y="44868"/>
                </a:lnTo>
                <a:lnTo>
                  <a:pt x="665251" y="44923"/>
                </a:lnTo>
                <a:lnTo>
                  <a:pt x="664910" y="44984"/>
                </a:lnTo>
                <a:lnTo>
                  <a:pt x="664571" y="45050"/>
                </a:lnTo>
                <a:lnTo>
                  <a:pt x="664236" y="45122"/>
                </a:lnTo>
                <a:lnTo>
                  <a:pt x="663903" y="45199"/>
                </a:lnTo>
                <a:lnTo>
                  <a:pt x="663574" y="45281"/>
                </a:lnTo>
                <a:lnTo>
                  <a:pt x="663247" y="45369"/>
                </a:lnTo>
                <a:lnTo>
                  <a:pt x="662923" y="45461"/>
                </a:lnTo>
                <a:lnTo>
                  <a:pt x="662602" y="45559"/>
                </a:lnTo>
                <a:lnTo>
                  <a:pt x="662285" y="45663"/>
                </a:lnTo>
                <a:lnTo>
                  <a:pt x="661970" y="45771"/>
                </a:lnTo>
                <a:lnTo>
                  <a:pt x="661658" y="45885"/>
                </a:lnTo>
                <a:lnTo>
                  <a:pt x="661348" y="46005"/>
                </a:lnTo>
                <a:lnTo>
                  <a:pt x="661042" y="46129"/>
                </a:lnTo>
                <a:lnTo>
                  <a:pt x="660741" y="46256"/>
                </a:lnTo>
                <a:lnTo>
                  <a:pt x="660445" y="46382"/>
                </a:lnTo>
                <a:lnTo>
                  <a:pt x="660156" y="46507"/>
                </a:lnTo>
                <a:lnTo>
                  <a:pt x="659874" y="46632"/>
                </a:lnTo>
                <a:lnTo>
                  <a:pt x="659597" y="46755"/>
                </a:lnTo>
                <a:lnTo>
                  <a:pt x="659327" y="46878"/>
                </a:lnTo>
                <a:lnTo>
                  <a:pt x="659063" y="47000"/>
                </a:lnTo>
                <a:lnTo>
                  <a:pt x="658805" y="47121"/>
                </a:lnTo>
                <a:lnTo>
                  <a:pt x="658554" y="47241"/>
                </a:lnTo>
                <a:lnTo>
                  <a:pt x="658309" y="47360"/>
                </a:lnTo>
                <a:lnTo>
                  <a:pt x="658070" y="47478"/>
                </a:lnTo>
                <a:lnTo>
                  <a:pt x="657838" y="47596"/>
                </a:lnTo>
                <a:lnTo>
                  <a:pt x="657611" y="47713"/>
                </a:lnTo>
                <a:lnTo>
                  <a:pt x="657392" y="47829"/>
                </a:lnTo>
                <a:lnTo>
                  <a:pt x="657178" y="47944"/>
                </a:lnTo>
                <a:lnTo>
                  <a:pt x="656970" y="48058"/>
                </a:lnTo>
                <a:lnTo>
                  <a:pt x="656769" y="48172"/>
                </a:lnTo>
                <a:lnTo>
                  <a:pt x="656574" y="48284"/>
                </a:lnTo>
                <a:lnTo>
                  <a:pt x="656386" y="48396"/>
                </a:lnTo>
                <a:lnTo>
                  <a:pt x="656204" y="48507"/>
                </a:lnTo>
                <a:lnTo>
                  <a:pt x="656028" y="48617"/>
                </a:lnTo>
                <a:lnTo>
                  <a:pt x="655858" y="48726"/>
                </a:lnTo>
                <a:lnTo>
                  <a:pt x="655694" y="48835"/>
                </a:lnTo>
                <a:lnTo>
                  <a:pt x="655537" y="48942"/>
                </a:lnTo>
                <a:lnTo>
                  <a:pt x="657707" y="23868"/>
                </a:lnTo>
                <a:lnTo>
                  <a:pt x="695720" y="23868"/>
                </a:lnTo>
                <a:lnTo>
                  <a:pt x="695720" y="4581"/>
                </a:lnTo>
                <a:lnTo>
                  <a:pt x="639223" y="4581"/>
                </a:lnTo>
                <a:lnTo>
                  <a:pt x="633357" y="63970"/>
                </a:lnTo>
                <a:lnTo>
                  <a:pt x="651358" y="68471"/>
                </a:lnTo>
                <a:lnTo>
                  <a:pt x="651500" y="68277"/>
                </a:lnTo>
                <a:lnTo>
                  <a:pt x="651645" y="68084"/>
                </a:lnTo>
                <a:lnTo>
                  <a:pt x="651792" y="67893"/>
                </a:lnTo>
                <a:lnTo>
                  <a:pt x="651942" y="67702"/>
                </a:lnTo>
                <a:lnTo>
                  <a:pt x="652095" y="67512"/>
                </a:lnTo>
                <a:close/>
                <a:moveTo>
                  <a:pt x="896329" y="85209"/>
                </a:moveTo>
                <a:lnTo>
                  <a:pt x="896376" y="86010"/>
                </a:lnTo>
                <a:lnTo>
                  <a:pt x="896431" y="86803"/>
                </a:lnTo>
                <a:lnTo>
                  <a:pt x="896495" y="87589"/>
                </a:lnTo>
                <a:lnTo>
                  <a:pt x="896567" y="88366"/>
                </a:lnTo>
                <a:lnTo>
                  <a:pt x="896648" y="89136"/>
                </a:lnTo>
                <a:lnTo>
                  <a:pt x="896738" y="89897"/>
                </a:lnTo>
                <a:lnTo>
                  <a:pt x="896835" y="90651"/>
                </a:lnTo>
                <a:lnTo>
                  <a:pt x="896942" y="91398"/>
                </a:lnTo>
                <a:lnTo>
                  <a:pt x="897057" y="92136"/>
                </a:lnTo>
                <a:lnTo>
                  <a:pt x="897180" y="92866"/>
                </a:lnTo>
                <a:lnTo>
                  <a:pt x="897312" y="93589"/>
                </a:lnTo>
                <a:lnTo>
                  <a:pt x="897452" y="94304"/>
                </a:lnTo>
                <a:lnTo>
                  <a:pt x="897601" y="95011"/>
                </a:lnTo>
                <a:lnTo>
                  <a:pt x="897759" y="95710"/>
                </a:lnTo>
                <a:lnTo>
                  <a:pt x="897925" y="96402"/>
                </a:lnTo>
                <a:lnTo>
                  <a:pt x="898099" y="97086"/>
                </a:lnTo>
                <a:lnTo>
                  <a:pt x="898282" y="97761"/>
                </a:lnTo>
                <a:lnTo>
                  <a:pt x="898474" y="98429"/>
                </a:lnTo>
                <a:lnTo>
                  <a:pt x="898674" y="99090"/>
                </a:lnTo>
                <a:lnTo>
                  <a:pt x="898882" y="99742"/>
                </a:lnTo>
                <a:lnTo>
                  <a:pt x="899098" y="100385"/>
                </a:lnTo>
                <a:lnTo>
                  <a:pt x="899321" y="101020"/>
                </a:lnTo>
                <a:lnTo>
                  <a:pt x="899552" y="101646"/>
                </a:lnTo>
                <a:lnTo>
                  <a:pt x="899791" y="102263"/>
                </a:lnTo>
                <a:lnTo>
                  <a:pt x="900037" y="102872"/>
                </a:lnTo>
                <a:lnTo>
                  <a:pt x="900292" y="103472"/>
                </a:lnTo>
                <a:lnTo>
                  <a:pt x="900553" y="104063"/>
                </a:lnTo>
                <a:lnTo>
                  <a:pt x="900823" y="104646"/>
                </a:lnTo>
                <a:lnTo>
                  <a:pt x="901100" y="105220"/>
                </a:lnTo>
                <a:lnTo>
                  <a:pt x="901385" y="105786"/>
                </a:lnTo>
                <a:lnTo>
                  <a:pt x="901677" y="106343"/>
                </a:lnTo>
                <a:lnTo>
                  <a:pt x="901978" y="106891"/>
                </a:lnTo>
                <a:lnTo>
                  <a:pt x="902285" y="107430"/>
                </a:lnTo>
                <a:lnTo>
                  <a:pt x="902601" y="107961"/>
                </a:lnTo>
                <a:lnTo>
                  <a:pt x="902924" y="108483"/>
                </a:lnTo>
                <a:lnTo>
                  <a:pt x="903255" y="108997"/>
                </a:lnTo>
                <a:lnTo>
                  <a:pt x="903594" y="109502"/>
                </a:lnTo>
                <a:lnTo>
                  <a:pt x="903940" y="109998"/>
                </a:lnTo>
                <a:lnTo>
                  <a:pt x="904294" y="110486"/>
                </a:lnTo>
                <a:lnTo>
                  <a:pt x="904655" y="110965"/>
                </a:lnTo>
                <a:lnTo>
                  <a:pt x="905025" y="111435"/>
                </a:lnTo>
                <a:lnTo>
                  <a:pt x="905401" y="111897"/>
                </a:lnTo>
                <a:lnTo>
                  <a:pt x="905786" y="112350"/>
                </a:lnTo>
                <a:lnTo>
                  <a:pt x="906178" y="112794"/>
                </a:lnTo>
                <a:lnTo>
                  <a:pt x="906575" y="113229"/>
                </a:lnTo>
                <a:lnTo>
                  <a:pt x="906980" y="113655"/>
                </a:lnTo>
                <a:lnTo>
                  <a:pt x="907390" y="114071"/>
                </a:lnTo>
                <a:lnTo>
                  <a:pt x="907807" y="114478"/>
                </a:lnTo>
                <a:lnTo>
                  <a:pt x="908230" y="114876"/>
                </a:lnTo>
                <a:lnTo>
                  <a:pt x="908659" y="115265"/>
                </a:lnTo>
                <a:lnTo>
                  <a:pt x="909094" y="115645"/>
                </a:lnTo>
                <a:lnTo>
                  <a:pt x="909536" y="116015"/>
                </a:lnTo>
                <a:lnTo>
                  <a:pt x="909984" y="116376"/>
                </a:lnTo>
                <a:lnTo>
                  <a:pt x="910439" y="116729"/>
                </a:lnTo>
                <a:lnTo>
                  <a:pt x="910899" y="117071"/>
                </a:lnTo>
                <a:lnTo>
                  <a:pt x="911366" y="117405"/>
                </a:lnTo>
                <a:lnTo>
                  <a:pt x="911839" y="117729"/>
                </a:lnTo>
                <a:lnTo>
                  <a:pt x="912319" y="118044"/>
                </a:lnTo>
                <a:lnTo>
                  <a:pt x="912805" y="118350"/>
                </a:lnTo>
                <a:lnTo>
                  <a:pt x="913297" y="118647"/>
                </a:lnTo>
                <a:lnTo>
                  <a:pt x="913795" y="118935"/>
                </a:lnTo>
                <a:lnTo>
                  <a:pt x="914299" y="119213"/>
                </a:lnTo>
                <a:lnTo>
                  <a:pt x="914810" y="119482"/>
                </a:lnTo>
                <a:lnTo>
                  <a:pt x="915327" y="119742"/>
                </a:lnTo>
                <a:lnTo>
                  <a:pt x="915851" y="119993"/>
                </a:lnTo>
                <a:lnTo>
                  <a:pt x="916381" y="120234"/>
                </a:lnTo>
                <a:lnTo>
                  <a:pt x="916917" y="120467"/>
                </a:lnTo>
                <a:lnTo>
                  <a:pt x="917458" y="120690"/>
                </a:lnTo>
                <a:lnTo>
                  <a:pt x="918006" y="120903"/>
                </a:lnTo>
                <a:lnTo>
                  <a:pt x="918558" y="121107"/>
                </a:lnTo>
                <a:lnTo>
                  <a:pt x="919117" y="121302"/>
                </a:lnTo>
                <a:lnTo>
                  <a:pt x="919680" y="121487"/>
                </a:lnTo>
                <a:lnTo>
                  <a:pt x="920249" y="121662"/>
                </a:lnTo>
                <a:lnTo>
                  <a:pt x="920824" y="121828"/>
                </a:lnTo>
                <a:lnTo>
                  <a:pt x="921404" y="121985"/>
                </a:lnTo>
                <a:lnTo>
                  <a:pt x="921989" y="122132"/>
                </a:lnTo>
                <a:lnTo>
                  <a:pt x="922580" y="122269"/>
                </a:lnTo>
                <a:lnTo>
                  <a:pt x="923176" y="122397"/>
                </a:lnTo>
                <a:lnTo>
                  <a:pt x="923778" y="122516"/>
                </a:lnTo>
                <a:lnTo>
                  <a:pt x="924385" y="122625"/>
                </a:lnTo>
                <a:lnTo>
                  <a:pt x="924997" y="122725"/>
                </a:lnTo>
                <a:lnTo>
                  <a:pt x="925615" y="122815"/>
                </a:lnTo>
                <a:lnTo>
                  <a:pt x="926239" y="122896"/>
                </a:lnTo>
                <a:lnTo>
                  <a:pt x="926868" y="122967"/>
                </a:lnTo>
                <a:lnTo>
                  <a:pt x="927502" y="123028"/>
                </a:lnTo>
                <a:lnTo>
                  <a:pt x="928142" y="123081"/>
                </a:lnTo>
                <a:lnTo>
                  <a:pt x="928787" y="123123"/>
                </a:lnTo>
                <a:lnTo>
                  <a:pt x="929438" y="123156"/>
                </a:lnTo>
                <a:lnTo>
                  <a:pt x="930094" y="123180"/>
                </a:lnTo>
                <a:lnTo>
                  <a:pt x="930755" y="123194"/>
                </a:lnTo>
                <a:lnTo>
                  <a:pt x="931422" y="123199"/>
                </a:lnTo>
                <a:lnTo>
                  <a:pt x="932089" y="123194"/>
                </a:lnTo>
                <a:lnTo>
                  <a:pt x="932751" y="123180"/>
                </a:lnTo>
                <a:lnTo>
                  <a:pt x="933406" y="123156"/>
                </a:lnTo>
                <a:lnTo>
                  <a:pt x="934057" y="123123"/>
                </a:lnTo>
                <a:lnTo>
                  <a:pt x="934701" y="123081"/>
                </a:lnTo>
                <a:lnTo>
                  <a:pt x="935340" y="123028"/>
                </a:lnTo>
                <a:lnTo>
                  <a:pt x="935974" y="122967"/>
                </a:lnTo>
                <a:lnTo>
                  <a:pt x="936601" y="122896"/>
                </a:lnTo>
                <a:lnTo>
                  <a:pt x="937224" y="122815"/>
                </a:lnTo>
                <a:lnTo>
                  <a:pt x="937840" y="122725"/>
                </a:lnTo>
                <a:lnTo>
                  <a:pt x="938452" y="122625"/>
                </a:lnTo>
                <a:lnTo>
                  <a:pt x="939057" y="122516"/>
                </a:lnTo>
                <a:lnTo>
                  <a:pt x="939657" y="122397"/>
                </a:lnTo>
                <a:lnTo>
                  <a:pt x="940251" y="122269"/>
                </a:lnTo>
                <a:lnTo>
                  <a:pt x="940840" y="122132"/>
                </a:lnTo>
                <a:lnTo>
                  <a:pt x="941423" y="121985"/>
                </a:lnTo>
                <a:lnTo>
                  <a:pt x="942001" y="121828"/>
                </a:lnTo>
                <a:lnTo>
                  <a:pt x="942573" y="121662"/>
                </a:lnTo>
                <a:lnTo>
                  <a:pt x="943139" y="121487"/>
                </a:lnTo>
                <a:lnTo>
                  <a:pt x="943700" y="121302"/>
                </a:lnTo>
                <a:lnTo>
                  <a:pt x="944256" y="121107"/>
                </a:lnTo>
                <a:lnTo>
                  <a:pt x="944805" y="120903"/>
                </a:lnTo>
                <a:lnTo>
                  <a:pt x="945349" y="120690"/>
                </a:lnTo>
                <a:lnTo>
                  <a:pt x="945888" y="120467"/>
                </a:lnTo>
                <a:lnTo>
                  <a:pt x="946421" y="120234"/>
                </a:lnTo>
                <a:lnTo>
                  <a:pt x="946947" y="119993"/>
                </a:lnTo>
                <a:lnTo>
                  <a:pt x="947467" y="119742"/>
                </a:lnTo>
                <a:lnTo>
                  <a:pt x="947981" y="119482"/>
                </a:lnTo>
                <a:lnTo>
                  <a:pt x="948488" y="119213"/>
                </a:lnTo>
                <a:lnTo>
                  <a:pt x="948990" y="118935"/>
                </a:lnTo>
                <a:lnTo>
                  <a:pt x="949485" y="118647"/>
                </a:lnTo>
                <a:lnTo>
                  <a:pt x="949973" y="118350"/>
                </a:lnTo>
                <a:lnTo>
                  <a:pt x="950456" y="118044"/>
                </a:lnTo>
                <a:lnTo>
                  <a:pt x="950932" y="117729"/>
                </a:lnTo>
                <a:lnTo>
                  <a:pt x="951402" y="117405"/>
                </a:lnTo>
                <a:lnTo>
                  <a:pt x="951865" y="117071"/>
                </a:lnTo>
                <a:lnTo>
                  <a:pt x="952322" y="116729"/>
                </a:lnTo>
                <a:lnTo>
                  <a:pt x="952773" y="116376"/>
                </a:lnTo>
                <a:lnTo>
                  <a:pt x="953218" y="116015"/>
                </a:lnTo>
                <a:lnTo>
                  <a:pt x="953657" y="115645"/>
                </a:lnTo>
                <a:lnTo>
                  <a:pt x="954089" y="115265"/>
                </a:lnTo>
                <a:lnTo>
                  <a:pt x="954515" y="114876"/>
                </a:lnTo>
                <a:lnTo>
                  <a:pt x="954934" y="114478"/>
                </a:lnTo>
                <a:lnTo>
                  <a:pt x="955348" y="114071"/>
                </a:lnTo>
                <a:lnTo>
                  <a:pt x="955755" y="113655"/>
                </a:lnTo>
                <a:lnTo>
                  <a:pt x="956155" y="113229"/>
                </a:lnTo>
                <a:lnTo>
                  <a:pt x="956550" y="112794"/>
                </a:lnTo>
                <a:lnTo>
                  <a:pt x="956938" y="112350"/>
                </a:lnTo>
                <a:lnTo>
                  <a:pt x="957320" y="111897"/>
                </a:lnTo>
                <a:lnTo>
                  <a:pt x="957694" y="111435"/>
                </a:lnTo>
                <a:lnTo>
                  <a:pt x="958060" y="110965"/>
                </a:lnTo>
                <a:lnTo>
                  <a:pt x="958419" y="110486"/>
                </a:lnTo>
                <a:lnTo>
                  <a:pt x="958771" y="109998"/>
                </a:lnTo>
                <a:lnTo>
                  <a:pt x="959116" y="109502"/>
                </a:lnTo>
                <a:lnTo>
                  <a:pt x="959453" y="108997"/>
                </a:lnTo>
                <a:lnTo>
                  <a:pt x="959782" y="108483"/>
                </a:lnTo>
                <a:lnTo>
                  <a:pt x="960104" y="107961"/>
                </a:lnTo>
                <a:lnTo>
                  <a:pt x="960419" y="107430"/>
                </a:lnTo>
                <a:lnTo>
                  <a:pt x="960727" y="106891"/>
                </a:lnTo>
                <a:lnTo>
                  <a:pt x="961027" y="106343"/>
                </a:lnTo>
                <a:lnTo>
                  <a:pt x="961319" y="105786"/>
                </a:lnTo>
                <a:lnTo>
                  <a:pt x="961605" y="105220"/>
                </a:lnTo>
                <a:lnTo>
                  <a:pt x="961883" y="104646"/>
                </a:lnTo>
                <a:lnTo>
                  <a:pt x="962153" y="104063"/>
                </a:lnTo>
                <a:lnTo>
                  <a:pt x="962416" y="103472"/>
                </a:lnTo>
                <a:lnTo>
                  <a:pt x="962672" y="102872"/>
                </a:lnTo>
                <a:lnTo>
                  <a:pt x="962920" y="102263"/>
                </a:lnTo>
                <a:lnTo>
                  <a:pt x="963161" y="101646"/>
                </a:lnTo>
                <a:lnTo>
                  <a:pt x="963394" y="101020"/>
                </a:lnTo>
                <a:lnTo>
                  <a:pt x="963620" y="100385"/>
                </a:lnTo>
                <a:lnTo>
                  <a:pt x="963839" y="99742"/>
                </a:lnTo>
                <a:lnTo>
                  <a:pt x="964050" y="99090"/>
                </a:lnTo>
                <a:lnTo>
                  <a:pt x="964254" y="98429"/>
                </a:lnTo>
                <a:lnTo>
                  <a:pt x="964448" y="97761"/>
                </a:lnTo>
                <a:lnTo>
                  <a:pt x="964634" y="97086"/>
                </a:lnTo>
                <a:lnTo>
                  <a:pt x="964812" y="96402"/>
                </a:lnTo>
                <a:lnTo>
                  <a:pt x="964980" y="95710"/>
                </a:lnTo>
                <a:lnTo>
                  <a:pt x="965140" y="95011"/>
                </a:lnTo>
                <a:lnTo>
                  <a:pt x="965292" y="94304"/>
                </a:lnTo>
                <a:lnTo>
                  <a:pt x="965435" y="93589"/>
                </a:lnTo>
                <a:lnTo>
                  <a:pt x="965569" y="92866"/>
                </a:lnTo>
                <a:lnTo>
                  <a:pt x="965694" y="92136"/>
                </a:lnTo>
                <a:lnTo>
                  <a:pt x="965811" y="91398"/>
                </a:lnTo>
                <a:lnTo>
                  <a:pt x="965919" y="90651"/>
                </a:lnTo>
                <a:lnTo>
                  <a:pt x="966018" y="89897"/>
                </a:lnTo>
                <a:lnTo>
                  <a:pt x="966109" y="89136"/>
                </a:lnTo>
                <a:lnTo>
                  <a:pt x="966191" y="88366"/>
                </a:lnTo>
                <a:lnTo>
                  <a:pt x="966265" y="87589"/>
                </a:lnTo>
                <a:lnTo>
                  <a:pt x="966330" y="86803"/>
                </a:lnTo>
                <a:lnTo>
                  <a:pt x="966386" y="86010"/>
                </a:lnTo>
                <a:lnTo>
                  <a:pt x="966434" y="85209"/>
                </a:lnTo>
                <a:lnTo>
                  <a:pt x="966473" y="84401"/>
                </a:lnTo>
                <a:lnTo>
                  <a:pt x="966503" y="83584"/>
                </a:lnTo>
                <a:lnTo>
                  <a:pt x="966524" y="82760"/>
                </a:lnTo>
                <a:lnTo>
                  <a:pt x="966537" y="81928"/>
                </a:lnTo>
                <a:lnTo>
                  <a:pt x="966542" y="81088"/>
                </a:lnTo>
                <a:lnTo>
                  <a:pt x="966542" y="75221"/>
                </a:lnTo>
                <a:lnTo>
                  <a:pt x="966537" y="74375"/>
                </a:lnTo>
                <a:lnTo>
                  <a:pt x="966524" y="73537"/>
                </a:lnTo>
                <a:lnTo>
                  <a:pt x="966503" y="72706"/>
                </a:lnTo>
                <a:lnTo>
                  <a:pt x="966473" y="71884"/>
                </a:lnTo>
                <a:lnTo>
                  <a:pt x="966434" y="71070"/>
                </a:lnTo>
                <a:lnTo>
                  <a:pt x="966386" y="70264"/>
                </a:lnTo>
                <a:lnTo>
                  <a:pt x="966330" y="69466"/>
                </a:lnTo>
                <a:lnTo>
                  <a:pt x="966265" y="68676"/>
                </a:lnTo>
                <a:lnTo>
                  <a:pt x="966191" y="67894"/>
                </a:lnTo>
                <a:lnTo>
                  <a:pt x="966109" y="67121"/>
                </a:lnTo>
                <a:lnTo>
                  <a:pt x="966018" y="66355"/>
                </a:lnTo>
                <a:lnTo>
                  <a:pt x="965919" y="65598"/>
                </a:lnTo>
                <a:lnTo>
                  <a:pt x="965811" y="64848"/>
                </a:lnTo>
                <a:lnTo>
                  <a:pt x="965694" y="64107"/>
                </a:lnTo>
                <a:lnTo>
                  <a:pt x="965569" y="63374"/>
                </a:lnTo>
                <a:lnTo>
                  <a:pt x="965435" y="62649"/>
                </a:lnTo>
                <a:lnTo>
                  <a:pt x="965292" y="61932"/>
                </a:lnTo>
                <a:lnTo>
                  <a:pt x="965140" y="61223"/>
                </a:lnTo>
                <a:lnTo>
                  <a:pt x="964980" y="60522"/>
                </a:lnTo>
                <a:lnTo>
                  <a:pt x="964812" y="59829"/>
                </a:lnTo>
                <a:lnTo>
                  <a:pt x="964634" y="59145"/>
                </a:lnTo>
                <a:lnTo>
                  <a:pt x="964448" y="58468"/>
                </a:lnTo>
                <a:lnTo>
                  <a:pt x="964254" y="57800"/>
                </a:lnTo>
                <a:lnTo>
                  <a:pt x="964050" y="57139"/>
                </a:lnTo>
                <a:lnTo>
                  <a:pt x="963839" y="56487"/>
                </a:lnTo>
                <a:lnTo>
                  <a:pt x="963620" y="55844"/>
                </a:lnTo>
                <a:lnTo>
                  <a:pt x="963394" y="55210"/>
                </a:lnTo>
                <a:lnTo>
                  <a:pt x="963161" y="54584"/>
                </a:lnTo>
                <a:lnTo>
                  <a:pt x="962920" y="53968"/>
                </a:lnTo>
                <a:lnTo>
                  <a:pt x="962672" y="53360"/>
                </a:lnTo>
                <a:lnTo>
                  <a:pt x="962416" y="52760"/>
                </a:lnTo>
                <a:lnTo>
                  <a:pt x="962153" y="52170"/>
                </a:lnTo>
                <a:lnTo>
                  <a:pt x="961883" y="51589"/>
                </a:lnTo>
                <a:lnTo>
                  <a:pt x="961605" y="51016"/>
                </a:lnTo>
                <a:lnTo>
                  <a:pt x="961319" y="50452"/>
                </a:lnTo>
                <a:lnTo>
                  <a:pt x="961027" y="49896"/>
                </a:lnTo>
                <a:lnTo>
                  <a:pt x="960727" y="49350"/>
                </a:lnTo>
                <a:lnTo>
                  <a:pt x="960419" y="48812"/>
                </a:lnTo>
                <a:lnTo>
                  <a:pt x="960104" y="48284"/>
                </a:lnTo>
                <a:lnTo>
                  <a:pt x="959782" y="47763"/>
                </a:lnTo>
                <a:lnTo>
                  <a:pt x="959453" y="47252"/>
                </a:lnTo>
                <a:lnTo>
                  <a:pt x="959116" y="46750"/>
                </a:lnTo>
                <a:lnTo>
                  <a:pt x="958771" y="46256"/>
                </a:lnTo>
                <a:lnTo>
                  <a:pt x="958419" y="45771"/>
                </a:lnTo>
                <a:lnTo>
                  <a:pt x="958060" y="45295"/>
                </a:lnTo>
                <a:lnTo>
                  <a:pt x="957694" y="44828"/>
                </a:lnTo>
                <a:lnTo>
                  <a:pt x="957320" y="44369"/>
                </a:lnTo>
                <a:lnTo>
                  <a:pt x="956938" y="43919"/>
                </a:lnTo>
                <a:lnTo>
                  <a:pt x="956550" y="43478"/>
                </a:lnTo>
                <a:lnTo>
                  <a:pt x="956155" y="43046"/>
                </a:lnTo>
                <a:lnTo>
                  <a:pt x="955754" y="42623"/>
                </a:lnTo>
                <a:lnTo>
                  <a:pt x="955347" y="42209"/>
                </a:lnTo>
                <a:lnTo>
                  <a:pt x="954933" y="41804"/>
                </a:lnTo>
                <a:lnTo>
                  <a:pt x="954512" y="41408"/>
                </a:lnTo>
                <a:lnTo>
                  <a:pt x="954085" y="41021"/>
                </a:lnTo>
                <a:lnTo>
                  <a:pt x="953652" y="40642"/>
                </a:lnTo>
                <a:lnTo>
                  <a:pt x="953213" y="40273"/>
                </a:lnTo>
                <a:lnTo>
                  <a:pt x="952766" y="39912"/>
                </a:lnTo>
                <a:lnTo>
                  <a:pt x="952314" y="39561"/>
                </a:lnTo>
                <a:lnTo>
                  <a:pt x="951855" y="39218"/>
                </a:lnTo>
                <a:lnTo>
                  <a:pt x="951390" y="38884"/>
                </a:lnTo>
                <a:lnTo>
                  <a:pt x="950918" y="38559"/>
                </a:lnTo>
                <a:lnTo>
                  <a:pt x="950440" y="38244"/>
                </a:lnTo>
                <a:lnTo>
                  <a:pt x="949955" y="37937"/>
                </a:lnTo>
                <a:lnTo>
                  <a:pt x="949464" y="37639"/>
                </a:lnTo>
                <a:lnTo>
                  <a:pt x="948967" y="37350"/>
                </a:lnTo>
                <a:lnTo>
                  <a:pt x="948463" y="37069"/>
                </a:lnTo>
                <a:lnTo>
                  <a:pt x="947953" y="36798"/>
                </a:lnTo>
                <a:lnTo>
                  <a:pt x="947436" y="36536"/>
                </a:lnTo>
                <a:lnTo>
                  <a:pt x="946913" y="36282"/>
                </a:lnTo>
                <a:lnTo>
                  <a:pt x="946384" y="36038"/>
                </a:lnTo>
                <a:lnTo>
                  <a:pt x="945848" y="35802"/>
                </a:lnTo>
                <a:lnTo>
                  <a:pt x="945306" y="35576"/>
                </a:lnTo>
                <a:lnTo>
                  <a:pt x="944758" y="35360"/>
                </a:lnTo>
                <a:lnTo>
                  <a:pt x="944205" y="35153"/>
                </a:lnTo>
                <a:lnTo>
                  <a:pt x="943646" y="34955"/>
                </a:lnTo>
                <a:lnTo>
                  <a:pt x="943081" y="34768"/>
                </a:lnTo>
                <a:lnTo>
                  <a:pt x="942510" y="34589"/>
                </a:lnTo>
                <a:lnTo>
                  <a:pt x="941934" y="34421"/>
                </a:lnTo>
                <a:lnTo>
                  <a:pt x="941352" y="34262"/>
                </a:lnTo>
                <a:lnTo>
                  <a:pt x="940764" y="34113"/>
                </a:lnTo>
                <a:lnTo>
                  <a:pt x="940171" y="33973"/>
                </a:lnTo>
                <a:lnTo>
                  <a:pt x="939572" y="33843"/>
                </a:lnTo>
                <a:lnTo>
                  <a:pt x="938967" y="33723"/>
                </a:lnTo>
                <a:lnTo>
                  <a:pt x="938356" y="33612"/>
                </a:lnTo>
                <a:lnTo>
                  <a:pt x="937740" y="33511"/>
                </a:lnTo>
                <a:lnTo>
                  <a:pt x="937118" y="33420"/>
                </a:lnTo>
                <a:lnTo>
                  <a:pt x="936490" y="33338"/>
                </a:lnTo>
                <a:lnTo>
                  <a:pt x="935856" y="33266"/>
                </a:lnTo>
                <a:lnTo>
                  <a:pt x="935217" y="33203"/>
                </a:lnTo>
                <a:lnTo>
                  <a:pt x="934572" y="33150"/>
                </a:lnTo>
                <a:lnTo>
                  <a:pt x="933922" y="33107"/>
                </a:lnTo>
                <a:lnTo>
                  <a:pt x="933265" y="33073"/>
                </a:lnTo>
                <a:lnTo>
                  <a:pt x="932603" y="33049"/>
                </a:lnTo>
                <a:lnTo>
                  <a:pt x="931935" y="33035"/>
                </a:lnTo>
                <a:lnTo>
                  <a:pt x="931262" y="33030"/>
                </a:lnTo>
                <a:lnTo>
                  <a:pt x="930595" y="33035"/>
                </a:lnTo>
                <a:lnTo>
                  <a:pt x="929933" y="33049"/>
                </a:lnTo>
                <a:lnTo>
                  <a:pt x="929277" y="33073"/>
                </a:lnTo>
                <a:lnTo>
                  <a:pt x="928626" y="33107"/>
                </a:lnTo>
                <a:lnTo>
                  <a:pt x="927981" y="33150"/>
                </a:lnTo>
                <a:lnTo>
                  <a:pt x="927341" y="33203"/>
                </a:lnTo>
                <a:lnTo>
                  <a:pt x="926707" y="33266"/>
                </a:lnTo>
                <a:lnTo>
                  <a:pt x="926078" y="33338"/>
                </a:lnTo>
                <a:lnTo>
                  <a:pt x="925455" y="33420"/>
                </a:lnTo>
                <a:lnTo>
                  <a:pt x="924837" y="33511"/>
                </a:lnTo>
                <a:lnTo>
                  <a:pt x="924224" y="33612"/>
                </a:lnTo>
                <a:lnTo>
                  <a:pt x="923617" y="33723"/>
                </a:lnTo>
                <a:lnTo>
                  <a:pt x="923015" y="33843"/>
                </a:lnTo>
                <a:lnTo>
                  <a:pt x="922419" y="33973"/>
                </a:lnTo>
                <a:lnTo>
                  <a:pt x="921828" y="34113"/>
                </a:lnTo>
                <a:lnTo>
                  <a:pt x="921243" y="34262"/>
                </a:lnTo>
                <a:lnTo>
                  <a:pt x="920663" y="34421"/>
                </a:lnTo>
                <a:lnTo>
                  <a:pt x="920088" y="34589"/>
                </a:lnTo>
                <a:lnTo>
                  <a:pt x="919519" y="34768"/>
                </a:lnTo>
                <a:lnTo>
                  <a:pt x="918956" y="34955"/>
                </a:lnTo>
                <a:lnTo>
                  <a:pt x="918398" y="35153"/>
                </a:lnTo>
                <a:lnTo>
                  <a:pt x="917845" y="35360"/>
                </a:lnTo>
                <a:lnTo>
                  <a:pt x="917298" y="35576"/>
                </a:lnTo>
                <a:lnTo>
                  <a:pt x="916756" y="35802"/>
                </a:lnTo>
                <a:lnTo>
                  <a:pt x="916220" y="36038"/>
                </a:lnTo>
                <a:lnTo>
                  <a:pt x="915691" y="36282"/>
                </a:lnTo>
                <a:lnTo>
                  <a:pt x="915168" y="36536"/>
                </a:lnTo>
                <a:lnTo>
                  <a:pt x="914652" y="36798"/>
                </a:lnTo>
                <a:lnTo>
                  <a:pt x="914142" y="37069"/>
                </a:lnTo>
                <a:lnTo>
                  <a:pt x="913639" y="37350"/>
                </a:lnTo>
                <a:lnTo>
                  <a:pt x="913143" y="37639"/>
                </a:lnTo>
                <a:lnTo>
                  <a:pt x="912653" y="37937"/>
                </a:lnTo>
                <a:lnTo>
                  <a:pt x="912169" y="38244"/>
                </a:lnTo>
                <a:lnTo>
                  <a:pt x="911693" y="38559"/>
                </a:lnTo>
                <a:lnTo>
                  <a:pt x="911222" y="38884"/>
                </a:lnTo>
                <a:lnTo>
                  <a:pt x="910759" y="39218"/>
                </a:lnTo>
                <a:lnTo>
                  <a:pt x="910301" y="39561"/>
                </a:lnTo>
                <a:lnTo>
                  <a:pt x="909851" y="39912"/>
                </a:lnTo>
                <a:lnTo>
                  <a:pt x="909407" y="40273"/>
                </a:lnTo>
                <a:lnTo>
                  <a:pt x="908969" y="40642"/>
                </a:lnTo>
                <a:lnTo>
                  <a:pt x="908538" y="41021"/>
                </a:lnTo>
                <a:lnTo>
                  <a:pt x="908114" y="41408"/>
                </a:lnTo>
                <a:lnTo>
                  <a:pt x="907696" y="41804"/>
                </a:lnTo>
                <a:lnTo>
                  <a:pt x="907285" y="42209"/>
                </a:lnTo>
                <a:lnTo>
                  <a:pt x="906880" y="42623"/>
                </a:lnTo>
                <a:lnTo>
                  <a:pt x="906482" y="43046"/>
                </a:lnTo>
                <a:lnTo>
                  <a:pt x="906091" y="43478"/>
                </a:lnTo>
                <a:lnTo>
                  <a:pt x="905706" y="43919"/>
                </a:lnTo>
                <a:lnTo>
                  <a:pt x="905328" y="44369"/>
                </a:lnTo>
                <a:lnTo>
                  <a:pt x="904957" y="44828"/>
                </a:lnTo>
                <a:lnTo>
                  <a:pt x="904594" y="45295"/>
                </a:lnTo>
                <a:lnTo>
                  <a:pt x="904238" y="45771"/>
                </a:lnTo>
                <a:lnTo>
                  <a:pt x="903889" y="46256"/>
                </a:lnTo>
                <a:lnTo>
                  <a:pt x="903548" y="46750"/>
                </a:lnTo>
                <a:lnTo>
                  <a:pt x="903215" y="47252"/>
                </a:lnTo>
                <a:lnTo>
                  <a:pt x="902888" y="47763"/>
                </a:lnTo>
                <a:lnTo>
                  <a:pt x="902570" y="48284"/>
                </a:lnTo>
                <a:lnTo>
                  <a:pt x="902258" y="48812"/>
                </a:lnTo>
                <a:lnTo>
                  <a:pt x="901954" y="49350"/>
                </a:lnTo>
                <a:lnTo>
                  <a:pt x="901657" y="49896"/>
                </a:lnTo>
                <a:lnTo>
                  <a:pt x="901368" y="50452"/>
                </a:lnTo>
                <a:lnTo>
                  <a:pt x="901086" y="51016"/>
                </a:lnTo>
                <a:lnTo>
                  <a:pt x="900812" y="51589"/>
                </a:lnTo>
                <a:lnTo>
                  <a:pt x="900544" y="52170"/>
                </a:lnTo>
                <a:lnTo>
                  <a:pt x="900285" y="52760"/>
                </a:lnTo>
                <a:lnTo>
                  <a:pt x="900032" y="53360"/>
                </a:lnTo>
                <a:lnTo>
                  <a:pt x="899788" y="53968"/>
                </a:lnTo>
                <a:lnTo>
                  <a:pt x="899550" y="54584"/>
                </a:lnTo>
                <a:lnTo>
                  <a:pt x="899320" y="55210"/>
                </a:lnTo>
                <a:lnTo>
                  <a:pt x="899097" y="55844"/>
                </a:lnTo>
                <a:lnTo>
                  <a:pt x="898882" y="56487"/>
                </a:lnTo>
                <a:lnTo>
                  <a:pt x="898674" y="57139"/>
                </a:lnTo>
                <a:lnTo>
                  <a:pt x="898474" y="57800"/>
                </a:lnTo>
                <a:lnTo>
                  <a:pt x="898282" y="58468"/>
                </a:lnTo>
                <a:lnTo>
                  <a:pt x="898099" y="59145"/>
                </a:lnTo>
                <a:lnTo>
                  <a:pt x="897925" y="59829"/>
                </a:lnTo>
                <a:lnTo>
                  <a:pt x="897759" y="60522"/>
                </a:lnTo>
                <a:lnTo>
                  <a:pt x="897601" y="61223"/>
                </a:lnTo>
                <a:lnTo>
                  <a:pt x="897452" y="61932"/>
                </a:lnTo>
                <a:lnTo>
                  <a:pt x="897312" y="62649"/>
                </a:lnTo>
                <a:lnTo>
                  <a:pt x="897180" y="63374"/>
                </a:lnTo>
                <a:lnTo>
                  <a:pt x="897057" y="64107"/>
                </a:lnTo>
                <a:lnTo>
                  <a:pt x="896942" y="64848"/>
                </a:lnTo>
                <a:lnTo>
                  <a:pt x="896835" y="65598"/>
                </a:lnTo>
                <a:lnTo>
                  <a:pt x="896738" y="66355"/>
                </a:lnTo>
                <a:lnTo>
                  <a:pt x="896648" y="67121"/>
                </a:lnTo>
                <a:lnTo>
                  <a:pt x="896567" y="67894"/>
                </a:lnTo>
                <a:lnTo>
                  <a:pt x="896495" y="68676"/>
                </a:lnTo>
                <a:lnTo>
                  <a:pt x="896431" y="69466"/>
                </a:lnTo>
                <a:lnTo>
                  <a:pt x="896376" y="70264"/>
                </a:lnTo>
                <a:lnTo>
                  <a:pt x="896329" y="71070"/>
                </a:lnTo>
                <a:lnTo>
                  <a:pt x="896291" y="71884"/>
                </a:lnTo>
                <a:lnTo>
                  <a:pt x="896261" y="72706"/>
                </a:lnTo>
                <a:lnTo>
                  <a:pt x="896240" y="73537"/>
                </a:lnTo>
                <a:lnTo>
                  <a:pt x="896227" y="74375"/>
                </a:lnTo>
                <a:lnTo>
                  <a:pt x="896223" y="75221"/>
                </a:lnTo>
                <a:lnTo>
                  <a:pt x="896223" y="81088"/>
                </a:lnTo>
                <a:lnTo>
                  <a:pt x="896227" y="81928"/>
                </a:lnTo>
                <a:lnTo>
                  <a:pt x="896240" y="82760"/>
                </a:lnTo>
                <a:lnTo>
                  <a:pt x="896261" y="83584"/>
                </a:lnTo>
                <a:lnTo>
                  <a:pt x="896291" y="84401"/>
                </a:lnTo>
                <a:lnTo>
                  <a:pt x="896329" y="85209"/>
                </a:lnTo>
                <a:close/>
                <a:moveTo>
                  <a:pt x="918761" y="72838"/>
                </a:moveTo>
                <a:lnTo>
                  <a:pt x="918778" y="72376"/>
                </a:lnTo>
                <a:lnTo>
                  <a:pt x="918797" y="71919"/>
                </a:lnTo>
                <a:lnTo>
                  <a:pt x="918819" y="71467"/>
                </a:lnTo>
                <a:lnTo>
                  <a:pt x="918843" y="71019"/>
                </a:lnTo>
                <a:lnTo>
                  <a:pt x="918871" y="70577"/>
                </a:lnTo>
                <a:lnTo>
                  <a:pt x="918902" y="70139"/>
                </a:lnTo>
                <a:lnTo>
                  <a:pt x="918936" y="69706"/>
                </a:lnTo>
                <a:lnTo>
                  <a:pt x="918972" y="69279"/>
                </a:lnTo>
                <a:lnTo>
                  <a:pt x="919012" y="68856"/>
                </a:lnTo>
                <a:lnTo>
                  <a:pt x="919054" y="68437"/>
                </a:lnTo>
                <a:lnTo>
                  <a:pt x="919100" y="68024"/>
                </a:lnTo>
                <a:lnTo>
                  <a:pt x="919148" y="67616"/>
                </a:lnTo>
                <a:lnTo>
                  <a:pt x="919199" y="67213"/>
                </a:lnTo>
                <a:lnTo>
                  <a:pt x="919254" y="66814"/>
                </a:lnTo>
                <a:lnTo>
                  <a:pt x="919311" y="66420"/>
                </a:lnTo>
                <a:lnTo>
                  <a:pt x="919371" y="66032"/>
                </a:lnTo>
                <a:lnTo>
                  <a:pt x="919434" y="65648"/>
                </a:lnTo>
                <a:lnTo>
                  <a:pt x="919500" y="65269"/>
                </a:lnTo>
                <a:lnTo>
                  <a:pt x="919569" y="64895"/>
                </a:lnTo>
                <a:lnTo>
                  <a:pt x="919640" y="64526"/>
                </a:lnTo>
                <a:lnTo>
                  <a:pt x="919715" y="64162"/>
                </a:lnTo>
                <a:lnTo>
                  <a:pt x="919792" y="63805"/>
                </a:lnTo>
                <a:lnTo>
                  <a:pt x="919872" y="63452"/>
                </a:lnTo>
                <a:lnTo>
                  <a:pt x="919955" y="63106"/>
                </a:lnTo>
                <a:lnTo>
                  <a:pt x="920041" y="62765"/>
                </a:lnTo>
                <a:lnTo>
                  <a:pt x="920129" y="62429"/>
                </a:lnTo>
                <a:lnTo>
                  <a:pt x="920220" y="62100"/>
                </a:lnTo>
                <a:lnTo>
                  <a:pt x="920314" y="61775"/>
                </a:lnTo>
                <a:lnTo>
                  <a:pt x="920411" y="61457"/>
                </a:lnTo>
                <a:lnTo>
                  <a:pt x="920511" y="61144"/>
                </a:lnTo>
                <a:lnTo>
                  <a:pt x="920613" y="60836"/>
                </a:lnTo>
                <a:lnTo>
                  <a:pt x="920719" y="60534"/>
                </a:lnTo>
                <a:lnTo>
                  <a:pt x="920827" y="60238"/>
                </a:lnTo>
                <a:lnTo>
                  <a:pt x="920937" y="59947"/>
                </a:lnTo>
                <a:lnTo>
                  <a:pt x="921051" y="59662"/>
                </a:lnTo>
                <a:lnTo>
                  <a:pt x="921167" y="59382"/>
                </a:lnTo>
                <a:lnTo>
                  <a:pt x="921286" y="59108"/>
                </a:lnTo>
                <a:lnTo>
                  <a:pt x="921408" y="58840"/>
                </a:lnTo>
                <a:lnTo>
                  <a:pt x="921533" y="58577"/>
                </a:lnTo>
                <a:lnTo>
                  <a:pt x="921661" y="58320"/>
                </a:lnTo>
                <a:lnTo>
                  <a:pt x="921791" y="58068"/>
                </a:lnTo>
                <a:lnTo>
                  <a:pt x="921924" y="57822"/>
                </a:lnTo>
                <a:lnTo>
                  <a:pt x="922060" y="57581"/>
                </a:lnTo>
                <a:lnTo>
                  <a:pt x="922198" y="57346"/>
                </a:lnTo>
                <a:lnTo>
                  <a:pt x="922339" y="57115"/>
                </a:lnTo>
                <a:lnTo>
                  <a:pt x="922482" y="56889"/>
                </a:lnTo>
                <a:lnTo>
                  <a:pt x="922627" y="56668"/>
                </a:lnTo>
                <a:lnTo>
                  <a:pt x="922774" y="56452"/>
                </a:lnTo>
                <a:lnTo>
                  <a:pt x="922924" y="56240"/>
                </a:lnTo>
                <a:lnTo>
                  <a:pt x="923076" y="56033"/>
                </a:lnTo>
                <a:lnTo>
                  <a:pt x="923230" y="55831"/>
                </a:lnTo>
                <a:lnTo>
                  <a:pt x="923386" y="55634"/>
                </a:lnTo>
                <a:lnTo>
                  <a:pt x="923544" y="55441"/>
                </a:lnTo>
                <a:lnTo>
                  <a:pt x="923705" y="55253"/>
                </a:lnTo>
                <a:lnTo>
                  <a:pt x="923868" y="55070"/>
                </a:lnTo>
                <a:lnTo>
                  <a:pt x="924033" y="54891"/>
                </a:lnTo>
                <a:lnTo>
                  <a:pt x="924201" y="54718"/>
                </a:lnTo>
                <a:lnTo>
                  <a:pt x="924370" y="54549"/>
                </a:lnTo>
                <a:lnTo>
                  <a:pt x="924542" y="54385"/>
                </a:lnTo>
                <a:lnTo>
                  <a:pt x="924716" y="54225"/>
                </a:lnTo>
                <a:lnTo>
                  <a:pt x="924893" y="54070"/>
                </a:lnTo>
                <a:lnTo>
                  <a:pt x="925071" y="53920"/>
                </a:lnTo>
                <a:lnTo>
                  <a:pt x="925252" y="53775"/>
                </a:lnTo>
                <a:lnTo>
                  <a:pt x="925435" y="53635"/>
                </a:lnTo>
                <a:lnTo>
                  <a:pt x="925621" y="53499"/>
                </a:lnTo>
                <a:lnTo>
                  <a:pt x="925808" y="53368"/>
                </a:lnTo>
                <a:lnTo>
                  <a:pt x="925998" y="53242"/>
                </a:lnTo>
                <a:lnTo>
                  <a:pt x="926190" y="53120"/>
                </a:lnTo>
                <a:lnTo>
                  <a:pt x="926384" y="53004"/>
                </a:lnTo>
                <a:lnTo>
                  <a:pt x="926581" y="52893"/>
                </a:lnTo>
                <a:lnTo>
                  <a:pt x="926780" y="52787"/>
                </a:lnTo>
                <a:lnTo>
                  <a:pt x="926982" y="52687"/>
                </a:lnTo>
                <a:lnTo>
                  <a:pt x="927186" y="52591"/>
                </a:lnTo>
                <a:lnTo>
                  <a:pt x="927392" y="52501"/>
                </a:lnTo>
                <a:lnTo>
                  <a:pt x="927601" y="52416"/>
                </a:lnTo>
                <a:lnTo>
                  <a:pt x="927812" y="52336"/>
                </a:lnTo>
                <a:lnTo>
                  <a:pt x="928025" y="52261"/>
                </a:lnTo>
                <a:lnTo>
                  <a:pt x="928241" y="52191"/>
                </a:lnTo>
                <a:lnTo>
                  <a:pt x="928459" y="52127"/>
                </a:lnTo>
                <a:lnTo>
                  <a:pt x="928679" y="52067"/>
                </a:lnTo>
                <a:lnTo>
                  <a:pt x="928902" y="52013"/>
                </a:lnTo>
                <a:lnTo>
                  <a:pt x="929128" y="51964"/>
                </a:lnTo>
                <a:lnTo>
                  <a:pt x="929355" y="51920"/>
                </a:lnTo>
                <a:lnTo>
                  <a:pt x="929585" y="51881"/>
                </a:lnTo>
                <a:lnTo>
                  <a:pt x="929818" y="51848"/>
                </a:lnTo>
                <a:lnTo>
                  <a:pt x="930052" y="51819"/>
                </a:lnTo>
                <a:lnTo>
                  <a:pt x="930289" y="51796"/>
                </a:lnTo>
                <a:lnTo>
                  <a:pt x="930529" y="51778"/>
                </a:lnTo>
                <a:lnTo>
                  <a:pt x="930771" y="51765"/>
                </a:lnTo>
                <a:lnTo>
                  <a:pt x="931015" y="51757"/>
                </a:lnTo>
                <a:lnTo>
                  <a:pt x="931262" y="51755"/>
                </a:lnTo>
                <a:lnTo>
                  <a:pt x="931508" y="51757"/>
                </a:lnTo>
                <a:lnTo>
                  <a:pt x="931753" y="51765"/>
                </a:lnTo>
                <a:lnTo>
                  <a:pt x="931996" y="51778"/>
                </a:lnTo>
                <a:lnTo>
                  <a:pt x="932236" y="51796"/>
                </a:lnTo>
                <a:lnTo>
                  <a:pt x="932474" y="51819"/>
                </a:lnTo>
                <a:lnTo>
                  <a:pt x="932711" y="51848"/>
                </a:lnTo>
                <a:lnTo>
                  <a:pt x="932945" y="51881"/>
                </a:lnTo>
                <a:lnTo>
                  <a:pt x="933177" y="51920"/>
                </a:lnTo>
                <a:lnTo>
                  <a:pt x="933407" y="51964"/>
                </a:lnTo>
                <a:lnTo>
                  <a:pt x="933635" y="52013"/>
                </a:lnTo>
                <a:lnTo>
                  <a:pt x="933861" y="52067"/>
                </a:lnTo>
                <a:lnTo>
                  <a:pt x="934084" y="52127"/>
                </a:lnTo>
                <a:lnTo>
                  <a:pt x="934306" y="52191"/>
                </a:lnTo>
                <a:lnTo>
                  <a:pt x="934526" y="52261"/>
                </a:lnTo>
                <a:lnTo>
                  <a:pt x="934743" y="52336"/>
                </a:lnTo>
                <a:lnTo>
                  <a:pt x="934958" y="52416"/>
                </a:lnTo>
                <a:lnTo>
                  <a:pt x="935172" y="52501"/>
                </a:lnTo>
                <a:lnTo>
                  <a:pt x="935383" y="52591"/>
                </a:lnTo>
                <a:lnTo>
                  <a:pt x="935592" y="52687"/>
                </a:lnTo>
                <a:lnTo>
                  <a:pt x="935799" y="52787"/>
                </a:lnTo>
                <a:lnTo>
                  <a:pt x="936004" y="52893"/>
                </a:lnTo>
                <a:lnTo>
                  <a:pt x="936207" y="53004"/>
                </a:lnTo>
                <a:lnTo>
                  <a:pt x="936407" y="53120"/>
                </a:lnTo>
                <a:lnTo>
                  <a:pt x="936606" y="53242"/>
                </a:lnTo>
                <a:lnTo>
                  <a:pt x="936802" y="53368"/>
                </a:lnTo>
                <a:lnTo>
                  <a:pt x="936996" y="53499"/>
                </a:lnTo>
                <a:lnTo>
                  <a:pt x="937187" y="53635"/>
                </a:lnTo>
                <a:lnTo>
                  <a:pt x="937375" y="53775"/>
                </a:lnTo>
                <a:lnTo>
                  <a:pt x="937561" y="53920"/>
                </a:lnTo>
                <a:lnTo>
                  <a:pt x="937744" y="54070"/>
                </a:lnTo>
                <a:lnTo>
                  <a:pt x="937924" y="54225"/>
                </a:lnTo>
                <a:lnTo>
                  <a:pt x="938102" y="54385"/>
                </a:lnTo>
                <a:lnTo>
                  <a:pt x="938277" y="54549"/>
                </a:lnTo>
                <a:lnTo>
                  <a:pt x="938449" y="54718"/>
                </a:lnTo>
                <a:lnTo>
                  <a:pt x="938619" y="54891"/>
                </a:lnTo>
                <a:lnTo>
                  <a:pt x="938786" y="55070"/>
                </a:lnTo>
                <a:lnTo>
                  <a:pt x="938950" y="55253"/>
                </a:lnTo>
                <a:lnTo>
                  <a:pt x="939112" y="55441"/>
                </a:lnTo>
                <a:lnTo>
                  <a:pt x="939271" y="55634"/>
                </a:lnTo>
                <a:lnTo>
                  <a:pt x="939428" y="55831"/>
                </a:lnTo>
                <a:lnTo>
                  <a:pt x="939581" y="56033"/>
                </a:lnTo>
                <a:lnTo>
                  <a:pt x="939733" y="56240"/>
                </a:lnTo>
                <a:lnTo>
                  <a:pt x="939881" y="56452"/>
                </a:lnTo>
                <a:lnTo>
                  <a:pt x="940027" y="56668"/>
                </a:lnTo>
                <a:lnTo>
                  <a:pt x="940170" y="56889"/>
                </a:lnTo>
                <a:lnTo>
                  <a:pt x="940311" y="57115"/>
                </a:lnTo>
                <a:lnTo>
                  <a:pt x="940449" y="57346"/>
                </a:lnTo>
                <a:lnTo>
                  <a:pt x="940584" y="57581"/>
                </a:lnTo>
                <a:lnTo>
                  <a:pt x="940717" y="57822"/>
                </a:lnTo>
                <a:lnTo>
                  <a:pt x="940847" y="58068"/>
                </a:lnTo>
                <a:lnTo>
                  <a:pt x="940974" y="58320"/>
                </a:lnTo>
                <a:lnTo>
                  <a:pt x="941100" y="58577"/>
                </a:lnTo>
                <a:lnTo>
                  <a:pt x="941222" y="58840"/>
                </a:lnTo>
                <a:lnTo>
                  <a:pt x="941342" y="59108"/>
                </a:lnTo>
                <a:lnTo>
                  <a:pt x="941460" y="59382"/>
                </a:lnTo>
                <a:lnTo>
                  <a:pt x="941575" y="59662"/>
                </a:lnTo>
                <a:lnTo>
                  <a:pt x="941688" y="59947"/>
                </a:lnTo>
                <a:lnTo>
                  <a:pt x="941798" y="60238"/>
                </a:lnTo>
                <a:lnTo>
                  <a:pt x="941905" y="60534"/>
                </a:lnTo>
                <a:lnTo>
                  <a:pt x="942010" y="60836"/>
                </a:lnTo>
                <a:lnTo>
                  <a:pt x="942113" y="61144"/>
                </a:lnTo>
                <a:lnTo>
                  <a:pt x="942213" y="61457"/>
                </a:lnTo>
                <a:lnTo>
                  <a:pt x="942311" y="61775"/>
                </a:lnTo>
                <a:lnTo>
                  <a:pt x="942406" y="62100"/>
                </a:lnTo>
                <a:lnTo>
                  <a:pt x="942498" y="62429"/>
                </a:lnTo>
                <a:lnTo>
                  <a:pt x="942588" y="62765"/>
                </a:lnTo>
                <a:lnTo>
                  <a:pt x="942676" y="63106"/>
                </a:lnTo>
                <a:lnTo>
                  <a:pt x="942761" y="63452"/>
                </a:lnTo>
                <a:lnTo>
                  <a:pt x="942843" y="63805"/>
                </a:lnTo>
                <a:lnTo>
                  <a:pt x="942923" y="64162"/>
                </a:lnTo>
                <a:lnTo>
                  <a:pt x="943000" y="64526"/>
                </a:lnTo>
                <a:lnTo>
                  <a:pt x="943075" y="64895"/>
                </a:lnTo>
                <a:lnTo>
                  <a:pt x="943147" y="65269"/>
                </a:lnTo>
                <a:lnTo>
                  <a:pt x="943216" y="65648"/>
                </a:lnTo>
                <a:lnTo>
                  <a:pt x="943282" y="66032"/>
                </a:lnTo>
                <a:lnTo>
                  <a:pt x="943345" y="66420"/>
                </a:lnTo>
                <a:lnTo>
                  <a:pt x="943405" y="66814"/>
                </a:lnTo>
                <a:lnTo>
                  <a:pt x="943462" y="67213"/>
                </a:lnTo>
                <a:lnTo>
                  <a:pt x="943516" y="67616"/>
                </a:lnTo>
                <a:lnTo>
                  <a:pt x="943566" y="68024"/>
                </a:lnTo>
                <a:lnTo>
                  <a:pt x="943614" y="68437"/>
                </a:lnTo>
                <a:lnTo>
                  <a:pt x="943658" y="68856"/>
                </a:lnTo>
                <a:lnTo>
                  <a:pt x="943700" y="69279"/>
                </a:lnTo>
                <a:lnTo>
                  <a:pt x="943738" y="69706"/>
                </a:lnTo>
                <a:lnTo>
                  <a:pt x="943774" y="70139"/>
                </a:lnTo>
                <a:lnTo>
                  <a:pt x="943806" y="70577"/>
                </a:lnTo>
                <a:lnTo>
                  <a:pt x="943835" y="71019"/>
                </a:lnTo>
                <a:lnTo>
                  <a:pt x="943861" y="71467"/>
                </a:lnTo>
                <a:lnTo>
                  <a:pt x="943884" y="71919"/>
                </a:lnTo>
                <a:lnTo>
                  <a:pt x="943904" y="72376"/>
                </a:lnTo>
                <a:lnTo>
                  <a:pt x="943921" y="72838"/>
                </a:lnTo>
                <a:lnTo>
                  <a:pt x="943935" y="73305"/>
                </a:lnTo>
                <a:lnTo>
                  <a:pt x="943945" y="73777"/>
                </a:lnTo>
                <a:lnTo>
                  <a:pt x="943953" y="74253"/>
                </a:lnTo>
                <a:lnTo>
                  <a:pt x="943958" y="74735"/>
                </a:lnTo>
                <a:lnTo>
                  <a:pt x="943959" y="75221"/>
                </a:lnTo>
                <a:lnTo>
                  <a:pt x="943959" y="81088"/>
                </a:lnTo>
                <a:lnTo>
                  <a:pt x="943958" y="81588"/>
                </a:lnTo>
                <a:lnTo>
                  <a:pt x="943954" y="82081"/>
                </a:lnTo>
                <a:lnTo>
                  <a:pt x="943947" y="82570"/>
                </a:lnTo>
                <a:lnTo>
                  <a:pt x="943938" y="83052"/>
                </a:lnTo>
                <a:lnTo>
                  <a:pt x="943926" y="83530"/>
                </a:lnTo>
                <a:lnTo>
                  <a:pt x="943912" y="84001"/>
                </a:lnTo>
                <a:lnTo>
                  <a:pt x="943894" y="84467"/>
                </a:lnTo>
                <a:lnTo>
                  <a:pt x="943874" y="84928"/>
                </a:lnTo>
                <a:lnTo>
                  <a:pt x="943852" y="85383"/>
                </a:lnTo>
                <a:lnTo>
                  <a:pt x="943827" y="85832"/>
                </a:lnTo>
                <a:lnTo>
                  <a:pt x="943799" y="86275"/>
                </a:lnTo>
                <a:lnTo>
                  <a:pt x="943768" y="86714"/>
                </a:lnTo>
                <a:lnTo>
                  <a:pt x="943735" y="87146"/>
                </a:lnTo>
                <a:lnTo>
                  <a:pt x="943700" y="87573"/>
                </a:lnTo>
                <a:lnTo>
                  <a:pt x="943661" y="87994"/>
                </a:lnTo>
                <a:lnTo>
                  <a:pt x="943620" y="88410"/>
                </a:lnTo>
                <a:lnTo>
                  <a:pt x="943576" y="88820"/>
                </a:lnTo>
                <a:lnTo>
                  <a:pt x="943530" y="89225"/>
                </a:lnTo>
                <a:lnTo>
                  <a:pt x="943481" y="89624"/>
                </a:lnTo>
                <a:lnTo>
                  <a:pt x="943429" y="90017"/>
                </a:lnTo>
                <a:lnTo>
                  <a:pt x="943375" y="90405"/>
                </a:lnTo>
                <a:lnTo>
                  <a:pt x="943318" y="90788"/>
                </a:lnTo>
                <a:lnTo>
                  <a:pt x="943258" y="91164"/>
                </a:lnTo>
                <a:lnTo>
                  <a:pt x="943196" y="91535"/>
                </a:lnTo>
                <a:lnTo>
                  <a:pt x="943131" y="91901"/>
                </a:lnTo>
                <a:lnTo>
                  <a:pt x="943063" y="92261"/>
                </a:lnTo>
                <a:lnTo>
                  <a:pt x="942992" y="92617"/>
                </a:lnTo>
                <a:lnTo>
                  <a:pt x="942919" y="92966"/>
                </a:lnTo>
                <a:lnTo>
                  <a:pt x="942843" y="93311"/>
                </a:lnTo>
                <a:lnTo>
                  <a:pt x="942764" y="93650"/>
                </a:lnTo>
                <a:lnTo>
                  <a:pt x="942682" y="93984"/>
                </a:lnTo>
                <a:lnTo>
                  <a:pt x="942598" y="94312"/>
                </a:lnTo>
                <a:lnTo>
                  <a:pt x="942510" y="94636"/>
                </a:lnTo>
                <a:lnTo>
                  <a:pt x="942420" y="94954"/>
                </a:lnTo>
                <a:lnTo>
                  <a:pt x="942327" y="95266"/>
                </a:lnTo>
                <a:lnTo>
                  <a:pt x="942231" y="95574"/>
                </a:lnTo>
                <a:lnTo>
                  <a:pt x="942133" y="95876"/>
                </a:lnTo>
                <a:lnTo>
                  <a:pt x="942032" y="96173"/>
                </a:lnTo>
                <a:lnTo>
                  <a:pt x="941928" y="96464"/>
                </a:lnTo>
                <a:lnTo>
                  <a:pt x="941821" y="96750"/>
                </a:lnTo>
                <a:lnTo>
                  <a:pt x="941711" y="97031"/>
                </a:lnTo>
                <a:lnTo>
                  <a:pt x="941599" y="97307"/>
                </a:lnTo>
                <a:lnTo>
                  <a:pt x="941483" y="97577"/>
                </a:lnTo>
                <a:lnTo>
                  <a:pt x="941365" y="97842"/>
                </a:lnTo>
                <a:lnTo>
                  <a:pt x="941244" y="98101"/>
                </a:lnTo>
                <a:lnTo>
                  <a:pt x="941121" y="98356"/>
                </a:lnTo>
                <a:lnTo>
                  <a:pt x="940994" y="98605"/>
                </a:lnTo>
                <a:lnTo>
                  <a:pt x="940865" y="98849"/>
                </a:lnTo>
                <a:lnTo>
                  <a:pt x="940733" y="99087"/>
                </a:lnTo>
                <a:lnTo>
                  <a:pt x="940598" y="99320"/>
                </a:lnTo>
                <a:lnTo>
                  <a:pt x="940460" y="99548"/>
                </a:lnTo>
                <a:lnTo>
                  <a:pt x="940319" y="99771"/>
                </a:lnTo>
                <a:lnTo>
                  <a:pt x="940176" y="99988"/>
                </a:lnTo>
                <a:lnTo>
                  <a:pt x="940029" y="100200"/>
                </a:lnTo>
                <a:lnTo>
                  <a:pt x="939879" y="100406"/>
                </a:lnTo>
                <a:lnTo>
                  <a:pt x="939727" y="100608"/>
                </a:lnTo>
                <a:lnTo>
                  <a:pt x="939571" y="100804"/>
                </a:lnTo>
                <a:lnTo>
                  <a:pt x="939413" y="100994"/>
                </a:lnTo>
                <a:lnTo>
                  <a:pt x="939251" y="101180"/>
                </a:lnTo>
                <a:lnTo>
                  <a:pt x="939087" y="101360"/>
                </a:lnTo>
                <a:lnTo>
                  <a:pt x="938920" y="101535"/>
                </a:lnTo>
                <a:lnTo>
                  <a:pt x="938750" y="101704"/>
                </a:lnTo>
                <a:lnTo>
                  <a:pt x="938577" y="101869"/>
                </a:lnTo>
                <a:lnTo>
                  <a:pt x="938401" y="102027"/>
                </a:lnTo>
                <a:lnTo>
                  <a:pt x="938222" y="102181"/>
                </a:lnTo>
                <a:lnTo>
                  <a:pt x="938040" y="102329"/>
                </a:lnTo>
                <a:lnTo>
                  <a:pt x="937855" y="102472"/>
                </a:lnTo>
                <a:lnTo>
                  <a:pt x="937667" y="102610"/>
                </a:lnTo>
                <a:lnTo>
                  <a:pt x="937477" y="102743"/>
                </a:lnTo>
                <a:lnTo>
                  <a:pt x="937283" y="102870"/>
                </a:lnTo>
                <a:lnTo>
                  <a:pt x="937087" y="102991"/>
                </a:lnTo>
                <a:lnTo>
                  <a:pt x="936887" y="103108"/>
                </a:lnTo>
                <a:lnTo>
                  <a:pt x="936685" y="103219"/>
                </a:lnTo>
                <a:lnTo>
                  <a:pt x="936481" y="103326"/>
                </a:lnTo>
                <a:lnTo>
                  <a:pt x="936274" y="103428"/>
                </a:lnTo>
                <a:lnTo>
                  <a:pt x="936066" y="103525"/>
                </a:lnTo>
                <a:lnTo>
                  <a:pt x="935855" y="103618"/>
                </a:lnTo>
                <a:lnTo>
                  <a:pt x="935642" y="103706"/>
                </a:lnTo>
                <a:lnTo>
                  <a:pt x="935426" y="103789"/>
                </a:lnTo>
                <a:lnTo>
                  <a:pt x="935208" y="103867"/>
                </a:lnTo>
                <a:lnTo>
                  <a:pt x="934989" y="103940"/>
                </a:lnTo>
                <a:lnTo>
                  <a:pt x="934766" y="104009"/>
                </a:lnTo>
                <a:lnTo>
                  <a:pt x="934542" y="104073"/>
                </a:lnTo>
                <a:lnTo>
                  <a:pt x="934316" y="104133"/>
                </a:lnTo>
                <a:lnTo>
                  <a:pt x="934087" y="104187"/>
                </a:lnTo>
                <a:lnTo>
                  <a:pt x="933856" y="104237"/>
                </a:lnTo>
                <a:lnTo>
                  <a:pt x="933622" y="104282"/>
                </a:lnTo>
                <a:lnTo>
                  <a:pt x="933387" y="104322"/>
                </a:lnTo>
                <a:lnTo>
                  <a:pt x="933149" y="104358"/>
                </a:lnTo>
                <a:lnTo>
                  <a:pt x="932909" y="104389"/>
                </a:lnTo>
                <a:lnTo>
                  <a:pt x="932667" y="104415"/>
                </a:lnTo>
                <a:lnTo>
                  <a:pt x="932422" y="104436"/>
                </a:lnTo>
                <a:lnTo>
                  <a:pt x="932176" y="104453"/>
                </a:lnTo>
                <a:lnTo>
                  <a:pt x="931927" y="104465"/>
                </a:lnTo>
                <a:lnTo>
                  <a:pt x="931676" y="104472"/>
                </a:lnTo>
                <a:lnTo>
                  <a:pt x="931422" y="104474"/>
                </a:lnTo>
                <a:lnTo>
                  <a:pt x="931169" y="104472"/>
                </a:lnTo>
                <a:lnTo>
                  <a:pt x="930918" y="104465"/>
                </a:lnTo>
                <a:lnTo>
                  <a:pt x="930670" y="104453"/>
                </a:lnTo>
                <a:lnTo>
                  <a:pt x="930425" y="104436"/>
                </a:lnTo>
                <a:lnTo>
                  <a:pt x="930181" y="104415"/>
                </a:lnTo>
                <a:lnTo>
                  <a:pt x="929941" y="104389"/>
                </a:lnTo>
                <a:lnTo>
                  <a:pt x="929703" y="104358"/>
                </a:lnTo>
                <a:lnTo>
                  <a:pt x="929467" y="104322"/>
                </a:lnTo>
                <a:lnTo>
                  <a:pt x="929234" y="104282"/>
                </a:lnTo>
                <a:lnTo>
                  <a:pt x="929003" y="104237"/>
                </a:lnTo>
                <a:lnTo>
                  <a:pt x="928775" y="104187"/>
                </a:lnTo>
                <a:lnTo>
                  <a:pt x="928549" y="104133"/>
                </a:lnTo>
                <a:lnTo>
                  <a:pt x="928326" y="104073"/>
                </a:lnTo>
                <a:lnTo>
                  <a:pt x="928106" y="104009"/>
                </a:lnTo>
                <a:lnTo>
                  <a:pt x="927888" y="103940"/>
                </a:lnTo>
                <a:lnTo>
                  <a:pt x="927672" y="103867"/>
                </a:lnTo>
                <a:lnTo>
                  <a:pt x="927459" y="103789"/>
                </a:lnTo>
                <a:lnTo>
                  <a:pt x="927248" y="103706"/>
                </a:lnTo>
                <a:lnTo>
                  <a:pt x="927040" y="103618"/>
                </a:lnTo>
                <a:lnTo>
                  <a:pt x="926835" y="103525"/>
                </a:lnTo>
                <a:lnTo>
                  <a:pt x="926632" y="103428"/>
                </a:lnTo>
                <a:lnTo>
                  <a:pt x="926431" y="103326"/>
                </a:lnTo>
                <a:lnTo>
                  <a:pt x="926233" y="103219"/>
                </a:lnTo>
                <a:lnTo>
                  <a:pt x="926038" y="103108"/>
                </a:lnTo>
                <a:lnTo>
                  <a:pt x="925845" y="102991"/>
                </a:lnTo>
                <a:lnTo>
                  <a:pt x="925654" y="102870"/>
                </a:lnTo>
                <a:lnTo>
                  <a:pt x="925466" y="102743"/>
                </a:lnTo>
                <a:lnTo>
                  <a:pt x="925280" y="102610"/>
                </a:lnTo>
                <a:lnTo>
                  <a:pt x="925097" y="102472"/>
                </a:lnTo>
                <a:lnTo>
                  <a:pt x="924915" y="102329"/>
                </a:lnTo>
                <a:lnTo>
                  <a:pt x="924737" y="102181"/>
                </a:lnTo>
                <a:lnTo>
                  <a:pt x="924560" y="102027"/>
                </a:lnTo>
                <a:lnTo>
                  <a:pt x="924386" y="101869"/>
                </a:lnTo>
                <a:lnTo>
                  <a:pt x="924214" y="101704"/>
                </a:lnTo>
                <a:lnTo>
                  <a:pt x="924045" y="101535"/>
                </a:lnTo>
                <a:lnTo>
                  <a:pt x="923878" y="101360"/>
                </a:lnTo>
                <a:lnTo>
                  <a:pt x="923714" y="101180"/>
                </a:lnTo>
                <a:lnTo>
                  <a:pt x="923551" y="100994"/>
                </a:lnTo>
                <a:lnTo>
                  <a:pt x="923392" y="100804"/>
                </a:lnTo>
                <a:lnTo>
                  <a:pt x="923234" y="100608"/>
                </a:lnTo>
                <a:lnTo>
                  <a:pt x="923079" y="100406"/>
                </a:lnTo>
                <a:lnTo>
                  <a:pt x="922926" y="100200"/>
                </a:lnTo>
                <a:lnTo>
                  <a:pt x="922776" y="99988"/>
                </a:lnTo>
                <a:lnTo>
                  <a:pt x="922628" y="99771"/>
                </a:lnTo>
                <a:lnTo>
                  <a:pt x="922482" y="99548"/>
                </a:lnTo>
                <a:lnTo>
                  <a:pt x="922339" y="99320"/>
                </a:lnTo>
                <a:lnTo>
                  <a:pt x="922198" y="99087"/>
                </a:lnTo>
                <a:lnTo>
                  <a:pt x="922060" y="98849"/>
                </a:lnTo>
                <a:lnTo>
                  <a:pt x="921924" y="98605"/>
                </a:lnTo>
                <a:lnTo>
                  <a:pt x="921791" y="98356"/>
                </a:lnTo>
                <a:lnTo>
                  <a:pt x="921661" y="98101"/>
                </a:lnTo>
                <a:lnTo>
                  <a:pt x="921533" y="97842"/>
                </a:lnTo>
                <a:lnTo>
                  <a:pt x="921408" y="97577"/>
                </a:lnTo>
                <a:lnTo>
                  <a:pt x="921286" y="97307"/>
                </a:lnTo>
                <a:lnTo>
                  <a:pt x="921167" y="97031"/>
                </a:lnTo>
                <a:lnTo>
                  <a:pt x="921051" y="96750"/>
                </a:lnTo>
                <a:lnTo>
                  <a:pt x="920937" y="96464"/>
                </a:lnTo>
                <a:lnTo>
                  <a:pt x="920827" y="96173"/>
                </a:lnTo>
                <a:lnTo>
                  <a:pt x="920719" y="95876"/>
                </a:lnTo>
                <a:lnTo>
                  <a:pt x="920613" y="95574"/>
                </a:lnTo>
                <a:lnTo>
                  <a:pt x="920511" y="95266"/>
                </a:lnTo>
                <a:lnTo>
                  <a:pt x="920411" y="94954"/>
                </a:lnTo>
                <a:lnTo>
                  <a:pt x="920314" y="94636"/>
                </a:lnTo>
                <a:lnTo>
                  <a:pt x="920220" y="94312"/>
                </a:lnTo>
                <a:lnTo>
                  <a:pt x="920129" y="93984"/>
                </a:lnTo>
                <a:lnTo>
                  <a:pt x="920041" y="93650"/>
                </a:lnTo>
                <a:lnTo>
                  <a:pt x="919955" y="93311"/>
                </a:lnTo>
                <a:lnTo>
                  <a:pt x="919872" y="92966"/>
                </a:lnTo>
                <a:lnTo>
                  <a:pt x="919792" y="92617"/>
                </a:lnTo>
                <a:lnTo>
                  <a:pt x="919715" y="92261"/>
                </a:lnTo>
                <a:lnTo>
                  <a:pt x="919640" y="91901"/>
                </a:lnTo>
                <a:lnTo>
                  <a:pt x="919569" y="91535"/>
                </a:lnTo>
                <a:lnTo>
                  <a:pt x="919500" y="91164"/>
                </a:lnTo>
                <a:lnTo>
                  <a:pt x="919434" y="90788"/>
                </a:lnTo>
                <a:lnTo>
                  <a:pt x="919371" y="90405"/>
                </a:lnTo>
                <a:lnTo>
                  <a:pt x="919311" y="90017"/>
                </a:lnTo>
                <a:lnTo>
                  <a:pt x="919254" y="89624"/>
                </a:lnTo>
                <a:lnTo>
                  <a:pt x="919199" y="89225"/>
                </a:lnTo>
                <a:lnTo>
                  <a:pt x="919148" y="88820"/>
                </a:lnTo>
                <a:lnTo>
                  <a:pt x="919100" y="88410"/>
                </a:lnTo>
                <a:lnTo>
                  <a:pt x="919054" y="87994"/>
                </a:lnTo>
                <a:lnTo>
                  <a:pt x="919012" y="87573"/>
                </a:lnTo>
                <a:lnTo>
                  <a:pt x="918972" y="87146"/>
                </a:lnTo>
                <a:lnTo>
                  <a:pt x="918936" y="86714"/>
                </a:lnTo>
                <a:lnTo>
                  <a:pt x="918902" y="86275"/>
                </a:lnTo>
                <a:lnTo>
                  <a:pt x="918871" y="85832"/>
                </a:lnTo>
                <a:lnTo>
                  <a:pt x="918843" y="85383"/>
                </a:lnTo>
                <a:lnTo>
                  <a:pt x="918819" y="84928"/>
                </a:lnTo>
                <a:lnTo>
                  <a:pt x="918797" y="84467"/>
                </a:lnTo>
                <a:lnTo>
                  <a:pt x="918778" y="84001"/>
                </a:lnTo>
                <a:lnTo>
                  <a:pt x="918761" y="83530"/>
                </a:lnTo>
                <a:lnTo>
                  <a:pt x="918748" y="83052"/>
                </a:lnTo>
                <a:lnTo>
                  <a:pt x="918738" y="82570"/>
                </a:lnTo>
                <a:lnTo>
                  <a:pt x="918731" y="82081"/>
                </a:lnTo>
                <a:lnTo>
                  <a:pt x="918726" y="81588"/>
                </a:lnTo>
                <a:lnTo>
                  <a:pt x="918725" y="81088"/>
                </a:lnTo>
                <a:lnTo>
                  <a:pt x="918725" y="75221"/>
                </a:lnTo>
                <a:lnTo>
                  <a:pt x="918726" y="74735"/>
                </a:lnTo>
                <a:lnTo>
                  <a:pt x="918731" y="74253"/>
                </a:lnTo>
                <a:lnTo>
                  <a:pt x="918738" y="73777"/>
                </a:lnTo>
                <a:lnTo>
                  <a:pt x="918748" y="73305"/>
                </a:lnTo>
                <a:lnTo>
                  <a:pt x="918761" y="72838"/>
                </a:lnTo>
                <a:close/>
                <a:moveTo>
                  <a:pt x="444625" y="34637"/>
                </a:moveTo>
                <a:lnTo>
                  <a:pt x="422042" y="34637"/>
                </a:lnTo>
                <a:lnTo>
                  <a:pt x="422042" y="121592"/>
                </a:lnTo>
                <a:lnTo>
                  <a:pt x="444625" y="121592"/>
                </a:lnTo>
                <a:lnTo>
                  <a:pt x="444625" y="34637"/>
                </a:lnTo>
                <a:close/>
                <a:moveTo>
                  <a:pt x="585776" y="112956"/>
                </a:moveTo>
                <a:lnTo>
                  <a:pt x="585843" y="113364"/>
                </a:lnTo>
                <a:lnTo>
                  <a:pt x="585923" y="113767"/>
                </a:lnTo>
                <a:lnTo>
                  <a:pt x="586015" y="114163"/>
                </a:lnTo>
                <a:lnTo>
                  <a:pt x="586120" y="114552"/>
                </a:lnTo>
                <a:lnTo>
                  <a:pt x="586236" y="114936"/>
                </a:lnTo>
                <a:lnTo>
                  <a:pt x="586365" y="115314"/>
                </a:lnTo>
                <a:lnTo>
                  <a:pt x="586506" y="115685"/>
                </a:lnTo>
                <a:lnTo>
                  <a:pt x="586660" y="116050"/>
                </a:lnTo>
                <a:lnTo>
                  <a:pt x="586826" y="116409"/>
                </a:lnTo>
                <a:lnTo>
                  <a:pt x="587004" y="116762"/>
                </a:lnTo>
                <a:lnTo>
                  <a:pt x="587194" y="117109"/>
                </a:lnTo>
                <a:lnTo>
                  <a:pt x="587397" y="117450"/>
                </a:lnTo>
                <a:lnTo>
                  <a:pt x="587612" y="117785"/>
                </a:lnTo>
                <a:lnTo>
                  <a:pt x="587839" y="118113"/>
                </a:lnTo>
                <a:lnTo>
                  <a:pt x="588078" y="118435"/>
                </a:lnTo>
                <a:lnTo>
                  <a:pt x="588330" y="118751"/>
                </a:lnTo>
                <a:lnTo>
                  <a:pt x="588594" y="119061"/>
                </a:lnTo>
                <a:lnTo>
                  <a:pt x="588870" y="119365"/>
                </a:lnTo>
                <a:lnTo>
                  <a:pt x="589159" y="119663"/>
                </a:lnTo>
                <a:lnTo>
                  <a:pt x="589458" y="119952"/>
                </a:lnTo>
                <a:lnTo>
                  <a:pt x="589765" y="120228"/>
                </a:lnTo>
                <a:lnTo>
                  <a:pt x="590081" y="120492"/>
                </a:lnTo>
                <a:lnTo>
                  <a:pt x="590406" y="120744"/>
                </a:lnTo>
                <a:lnTo>
                  <a:pt x="590740" y="120983"/>
                </a:lnTo>
                <a:lnTo>
                  <a:pt x="591082" y="121210"/>
                </a:lnTo>
                <a:lnTo>
                  <a:pt x="591433" y="121425"/>
                </a:lnTo>
                <a:lnTo>
                  <a:pt x="591793" y="121628"/>
                </a:lnTo>
                <a:lnTo>
                  <a:pt x="592161" y="121818"/>
                </a:lnTo>
                <a:lnTo>
                  <a:pt x="592538" y="121996"/>
                </a:lnTo>
                <a:lnTo>
                  <a:pt x="592923" y="122162"/>
                </a:lnTo>
                <a:lnTo>
                  <a:pt x="593317" y="122315"/>
                </a:lnTo>
                <a:lnTo>
                  <a:pt x="593720" y="122456"/>
                </a:lnTo>
                <a:lnTo>
                  <a:pt x="594132" y="122585"/>
                </a:lnTo>
                <a:lnTo>
                  <a:pt x="594552" y="122702"/>
                </a:lnTo>
                <a:lnTo>
                  <a:pt x="594981" y="122806"/>
                </a:lnTo>
                <a:lnTo>
                  <a:pt x="595418" y="122898"/>
                </a:lnTo>
                <a:lnTo>
                  <a:pt x="595864" y="122978"/>
                </a:lnTo>
                <a:lnTo>
                  <a:pt x="596319" y="123046"/>
                </a:lnTo>
                <a:lnTo>
                  <a:pt x="596782" y="123101"/>
                </a:lnTo>
                <a:lnTo>
                  <a:pt x="597254" y="123144"/>
                </a:lnTo>
                <a:lnTo>
                  <a:pt x="597735" y="123175"/>
                </a:lnTo>
                <a:lnTo>
                  <a:pt x="598224" y="123193"/>
                </a:lnTo>
                <a:lnTo>
                  <a:pt x="598722" y="123199"/>
                </a:lnTo>
                <a:lnTo>
                  <a:pt x="599220" y="123193"/>
                </a:lnTo>
                <a:lnTo>
                  <a:pt x="599709" y="123175"/>
                </a:lnTo>
                <a:lnTo>
                  <a:pt x="600190" y="123144"/>
                </a:lnTo>
                <a:lnTo>
                  <a:pt x="600662" y="123101"/>
                </a:lnTo>
                <a:lnTo>
                  <a:pt x="601125" y="123046"/>
                </a:lnTo>
                <a:lnTo>
                  <a:pt x="601580" y="122978"/>
                </a:lnTo>
                <a:lnTo>
                  <a:pt x="602026" y="122898"/>
                </a:lnTo>
                <a:lnTo>
                  <a:pt x="602463" y="122806"/>
                </a:lnTo>
                <a:lnTo>
                  <a:pt x="602892" y="122702"/>
                </a:lnTo>
                <a:lnTo>
                  <a:pt x="603312" y="122585"/>
                </a:lnTo>
                <a:lnTo>
                  <a:pt x="603724" y="122456"/>
                </a:lnTo>
                <a:lnTo>
                  <a:pt x="604126" y="122315"/>
                </a:lnTo>
                <a:lnTo>
                  <a:pt x="604521" y="122162"/>
                </a:lnTo>
                <a:lnTo>
                  <a:pt x="604906" y="121996"/>
                </a:lnTo>
                <a:lnTo>
                  <a:pt x="605283" y="121818"/>
                </a:lnTo>
                <a:lnTo>
                  <a:pt x="605651" y="121628"/>
                </a:lnTo>
                <a:lnTo>
                  <a:pt x="606011" y="121425"/>
                </a:lnTo>
                <a:lnTo>
                  <a:pt x="606362" y="121210"/>
                </a:lnTo>
                <a:lnTo>
                  <a:pt x="606704" y="120983"/>
                </a:lnTo>
                <a:lnTo>
                  <a:pt x="607037" y="120744"/>
                </a:lnTo>
                <a:lnTo>
                  <a:pt x="607362" y="120492"/>
                </a:lnTo>
                <a:lnTo>
                  <a:pt x="607679" y="120228"/>
                </a:lnTo>
                <a:lnTo>
                  <a:pt x="607986" y="119952"/>
                </a:lnTo>
                <a:lnTo>
                  <a:pt x="608285" y="119663"/>
                </a:lnTo>
                <a:lnTo>
                  <a:pt x="608574" y="119365"/>
                </a:lnTo>
                <a:lnTo>
                  <a:pt x="608850" y="119061"/>
                </a:lnTo>
                <a:lnTo>
                  <a:pt x="609114" y="118751"/>
                </a:lnTo>
                <a:lnTo>
                  <a:pt x="609366" y="118435"/>
                </a:lnTo>
                <a:lnTo>
                  <a:pt x="609605" y="118113"/>
                </a:lnTo>
                <a:lnTo>
                  <a:pt x="609832" y="117785"/>
                </a:lnTo>
                <a:lnTo>
                  <a:pt x="610047" y="117450"/>
                </a:lnTo>
                <a:lnTo>
                  <a:pt x="610250" y="117109"/>
                </a:lnTo>
                <a:lnTo>
                  <a:pt x="610440" y="116762"/>
                </a:lnTo>
                <a:lnTo>
                  <a:pt x="610618" y="116409"/>
                </a:lnTo>
                <a:lnTo>
                  <a:pt x="610784" y="116050"/>
                </a:lnTo>
                <a:lnTo>
                  <a:pt x="610937" y="115685"/>
                </a:lnTo>
                <a:lnTo>
                  <a:pt x="611079" y="115314"/>
                </a:lnTo>
                <a:lnTo>
                  <a:pt x="611207" y="114936"/>
                </a:lnTo>
                <a:lnTo>
                  <a:pt x="611324" y="114552"/>
                </a:lnTo>
                <a:lnTo>
                  <a:pt x="611428" y="114163"/>
                </a:lnTo>
                <a:lnTo>
                  <a:pt x="611521" y="113767"/>
                </a:lnTo>
                <a:lnTo>
                  <a:pt x="611600" y="113364"/>
                </a:lnTo>
                <a:lnTo>
                  <a:pt x="611668" y="112956"/>
                </a:lnTo>
                <a:lnTo>
                  <a:pt x="611723" y="112542"/>
                </a:lnTo>
                <a:lnTo>
                  <a:pt x="611766" y="112121"/>
                </a:lnTo>
                <a:lnTo>
                  <a:pt x="611797" y="111695"/>
                </a:lnTo>
                <a:lnTo>
                  <a:pt x="611815" y="111262"/>
                </a:lnTo>
                <a:lnTo>
                  <a:pt x="611821" y="110823"/>
                </a:lnTo>
                <a:lnTo>
                  <a:pt x="611815" y="110384"/>
                </a:lnTo>
                <a:lnTo>
                  <a:pt x="611797" y="109951"/>
                </a:lnTo>
                <a:lnTo>
                  <a:pt x="611766" y="109524"/>
                </a:lnTo>
                <a:lnTo>
                  <a:pt x="611723" y="109103"/>
                </a:lnTo>
                <a:lnTo>
                  <a:pt x="611668" y="108688"/>
                </a:lnTo>
                <a:lnTo>
                  <a:pt x="611600" y="108279"/>
                </a:lnTo>
                <a:lnTo>
                  <a:pt x="611521" y="107876"/>
                </a:lnTo>
                <a:lnTo>
                  <a:pt x="611428" y="107479"/>
                </a:lnTo>
                <a:lnTo>
                  <a:pt x="611324" y="107088"/>
                </a:lnTo>
                <a:lnTo>
                  <a:pt x="611207" y="106703"/>
                </a:lnTo>
                <a:lnTo>
                  <a:pt x="611079" y="106324"/>
                </a:lnTo>
                <a:lnTo>
                  <a:pt x="610937" y="105951"/>
                </a:lnTo>
                <a:lnTo>
                  <a:pt x="610784" y="105584"/>
                </a:lnTo>
                <a:lnTo>
                  <a:pt x="610618" y="105223"/>
                </a:lnTo>
                <a:lnTo>
                  <a:pt x="610440" y="104868"/>
                </a:lnTo>
                <a:lnTo>
                  <a:pt x="610250" y="104519"/>
                </a:lnTo>
                <a:lnTo>
                  <a:pt x="610047" y="104176"/>
                </a:lnTo>
                <a:lnTo>
                  <a:pt x="609832" y="103839"/>
                </a:lnTo>
                <a:lnTo>
                  <a:pt x="609605" y="103508"/>
                </a:lnTo>
                <a:lnTo>
                  <a:pt x="609366" y="103183"/>
                </a:lnTo>
                <a:lnTo>
                  <a:pt x="609114" y="102864"/>
                </a:lnTo>
                <a:lnTo>
                  <a:pt x="608850" y="102551"/>
                </a:lnTo>
                <a:lnTo>
                  <a:pt x="608574" y="102244"/>
                </a:lnTo>
                <a:lnTo>
                  <a:pt x="608285" y="101943"/>
                </a:lnTo>
                <a:lnTo>
                  <a:pt x="607986" y="101651"/>
                </a:lnTo>
                <a:lnTo>
                  <a:pt x="607679" y="101371"/>
                </a:lnTo>
                <a:lnTo>
                  <a:pt x="607362" y="101104"/>
                </a:lnTo>
                <a:lnTo>
                  <a:pt x="607037" y="100850"/>
                </a:lnTo>
                <a:lnTo>
                  <a:pt x="606704" y="100608"/>
                </a:lnTo>
                <a:lnTo>
                  <a:pt x="606362" y="100378"/>
                </a:lnTo>
                <a:lnTo>
                  <a:pt x="606011" y="100161"/>
                </a:lnTo>
                <a:lnTo>
                  <a:pt x="605651" y="99956"/>
                </a:lnTo>
                <a:lnTo>
                  <a:pt x="605283" y="99763"/>
                </a:lnTo>
                <a:lnTo>
                  <a:pt x="604906" y="99583"/>
                </a:lnTo>
                <a:lnTo>
                  <a:pt x="604521" y="99416"/>
                </a:lnTo>
                <a:lnTo>
                  <a:pt x="604126" y="99260"/>
                </a:lnTo>
                <a:lnTo>
                  <a:pt x="603724" y="99118"/>
                </a:lnTo>
                <a:lnTo>
                  <a:pt x="603312" y="98987"/>
                </a:lnTo>
                <a:lnTo>
                  <a:pt x="602892" y="98869"/>
                </a:lnTo>
                <a:lnTo>
                  <a:pt x="602463" y="98764"/>
                </a:lnTo>
                <a:lnTo>
                  <a:pt x="602026" y="98671"/>
                </a:lnTo>
                <a:lnTo>
                  <a:pt x="601580" y="98590"/>
                </a:lnTo>
                <a:lnTo>
                  <a:pt x="601125" y="98522"/>
                </a:lnTo>
                <a:lnTo>
                  <a:pt x="600662" y="98466"/>
                </a:lnTo>
                <a:lnTo>
                  <a:pt x="600190" y="98422"/>
                </a:lnTo>
                <a:lnTo>
                  <a:pt x="599709" y="98391"/>
                </a:lnTo>
                <a:lnTo>
                  <a:pt x="599220" y="98373"/>
                </a:lnTo>
                <a:lnTo>
                  <a:pt x="598722" y="98366"/>
                </a:lnTo>
                <a:lnTo>
                  <a:pt x="598224" y="98373"/>
                </a:lnTo>
                <a:lnTo>
                  <a:pt x="597735" y="98391"/>
                </a:lnTo>
                <a:lnTo>
                  <a:pt x="597254" y="98422"/>
                </a:lnTo>
                <a:lnTo>
                  <a:pt x="596782" y="98466"/>
                </a:lnTo>
                <a:lnTo>
                  <a:pt x="596319" y="98522"/>
                </a:lnTo>
                <a:lnTo>
                  <a:pt x="595864" y="98590"/>
                </a:lnTo>
                <a:lnTo>
                  <a:pt x="595418" y="98671"/>
                </a:lnTo>
                <a:lnTo>
                  <a:pt x="594981" y="98764"/>
                </a:lnTo>
                <a:lnTo>
                  <a:pt x="594552" y="98869"/>
                </a:lnTo>
                <a:lnTo>
                  <a:pt x="594132" y="98987"/>
                </a:lnTo>
                <a:lnTo>
                  <a:pt x="593720" y="99118"/>
                </a:lnTo>
                <a:lnTo>
                  <a:pt x="593317" y="99260"/>
                </a:lnTo>
                <a:lnTo>
                  <a:pt x="592923" y="99416"/>
                </a:lnTo>
                <a:lnTo>
                  <a:pt x="592538" y="99583"/>
                </a:lnTo>
                <a:lnTo>
                  <a:pt x="592161" y="99763"/>
                </a:lnTo>
                <a:lnTo>
                  <a:pt x="591793" y="99956"/>
                </a:lnTo>
                <a:lnTo>
                  <a:pt x="591433" y="100161"/>
                </a:lnTo>
                <a:lnTo>
                  <a:pt x="591082" y="100378"/>
                </a:lnTo>
                <a:lnTo>
                  <a:pt x="590740" y="100608"/>
                </a:lnTo>
                <a:lnTo>
                  <a:pt x="590406" y="100850"/>
                </a:lnTo>
                <a:lnTo>
                  <a:pt x="590081" y="101104"/>
                </a:lnTo>
                <a:lnTo>
                  <a:pt x="589765" y="101371"/>
                </a:lnTo>
                <a:lnTo>
                  <a:pt x="589458" y="101651"/>
                </a:lnTo>
                <a:lnTo>
                  <a:pt x="589159" y="101943"/>
                </a:lnTo>
                <a:lnTo>
                  <a:pt x="588870" y="102244"/>
                </a:lnTo>
                <a:lnTo>
                  <a:pt x="588594" y="102551"/>
                </a:lnTo>
                <a:lnTo>
                  <a:pt x="588330" y="102864"/>
                </a:lnTo>
                <a:lnTo>
                  <a:pt x="588078" y="103183"/>
                </a:lnTo>
                <a:lnTo>
                  <a:pt x="587839" y="103508"/>
                </a:lnTo>
                <a:lnTo>
                  <a:pt x="587612" y="103839"/>
                </a:lnTo>
                <a:lnTo>
                  <a:pt x="587397" y="104176"/>
                </a:lnTo>
                <a:lnTo>
                  <a:pt x="587194" y="104519"/>
                </a:lnTo>
                <a:lnTo>
                  <a:pt x="587004" y="104868"/>
                </a:lnTo>
                <a:lnTo>
                  <a:pt x="586826" y="105223"/>
                </a:lnTo>
                <a:lnTo>
                  <a:pt x="586660" y="105584"/>
                </a:lnTo>
                <a:lnTo>
                  <a:pt x="586506" y="105951"/>
                </a:lnTo>
                <a:lnTo>
                  <a:pt x="586365" y="106324"/>
                </a:lnTo>
                <a:lnTo>
                  <a:pt x="586236" y="106703"/>
                </a:lnTo>
                <a:lnTo>
                  <a:pt x="586120" y="107088"/>
                </a:lnTo>
                <a:lnTo>
                  <a:pt x="586015" y="107479"/>
                </a:lnTo>
                <a:lnTo>
                  <a:pt x="585923" y="107876"/>
                </a:lnTo>
                <a:lnTo>
                  <a:pt x="585843" y="108279"/>
                </a:lnTo>
                <a:lnTo>
                  <a:pt x="585776" y="108688"/>
                </a:lnTo>
                <a:lnTo>
                  <a:pt x="585721" y="109103"/>
                </a:lnTo>
                <a:lnTo>
                  <a:pt x="585678" y="109524"/>
                </a:lnTo>
                <a:lnTo>
                  <a:pt x="585647" y="109951"/>
                </a:lnTo>
                <a:lnTo>
                  <a:pt x="585629" y="110384"/>
                </a:lnTo>
                <a:lnTo>
                  <a:pt x="585622" y="110823"/>
                </a:lnTo>
                <a:lnTo>
                  <a:pt x="585629" y="111262"/>
                </a:lnTo>
                <a:lnTo>
                  <a:pt x="585647" y="111695"/>
                </a:lnTo>
                <a:lnTo>
                  <a:pt x="585678" y="112121"/>
                </a:lnTo>
                <a:lnTo>
                  <a:pt x="585721" y="112542"/>
                </a:lnTo>
                <a:lnTo>
                  <a:pt x="585776" y="112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6946D-306B-4DAF-902B-43B54069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898" y="4032992"/>
            <a:ext cx="90008" cy="90034"/>
          </a:xfrm>
          <a:custGeom xmlns:a="http://schemas.openxmlformats.org/drawingml/2006/main">
            <a:pathLst>
              <a:path w="90008" h="90034">
                <a:moveTo>
                  <a:pt x="0" y="45014"/>
                </a:moveTo>
                <a:cubicBezTo>
                  <a:pt x="0" y="20149"/>
                  <a:pt x="20149" y="0"/>
                  <a:pt x="44987" y="0"/>
                </a:cubicBezTo>
                <a:cubicBezTo>
                  <a:pt x="56934" y="0"/>
                  <a:pt x="68386" y="4748"/>
                  <a:pt x="76826" y="13182"/>
                </a:cubicBezTo>
                <a:cubicBezTo>
                  <a:pt x="85259" y="21615"/>
                  <a:pt x="90008" y="33073"/>
                  <a:pt x="90008" y="45014"/>
                </a:cubicBezTo>
                <a:cubicBezTo>
                  <a:pt x="90008" y="69858"/>
                  <a:pt x="69858" y="90034"/>
                  <a:pt x="44987" y="90034"/>
                </a:cubicBezTo>
                <a:cubicBezTo>
                  <a:pt x="20149" y="90034"/>
                  <a:pt x="0" y="69858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A76AE-2B5C-4DA7-9F93-60E08E7C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2580" y="4032992"/>
            <a:ext cx="90034" cy="90034"/>
          </a:xfrm>
          <a:custGeom xmlns:a="http://schemas.openxmlformats.org/drawingml/2006/main">
            <a:pathLst>
              <a:path w="90034" h="90034">
                <a:moveTo>
                  <a:pt x="0" y="45014"/>
                </a:moveTo>
                <a:cubicBezTo>
                  <a:pt x="0" y="20149"/>
                  <a:pt x="20176" y="0"/>
                  <a:pt x="45014" y="0"/>
                </a:cubicBezTo>
                <a:cubicBezTo>
                  <a:pt x="56961" y="0"/>
                  <a:pt x="68412" y="4748"/>
                  <a:pt x="76852" y="13182"/>
                </a:cubicBezTo>
                <a:cubicBezTo>
                  <a:pt x="85286" y="21615"/>
                  <a:pt x="90034" y="33073"/>
                  <a:pt x="90034" y="45014"/>
                </a:cubicBezTo>
                <a:cubicBezTo>
                  <a:pt x="90034" y="69858"/>
                  <a:pt x="69885" y="90034"/>
                  <a:pt x="45014" y="90034"/>
                </a:cubicBezTo>
                <a:cubicBezTo>
                  <a:pt x="20176" y="90034"/>
                  <a:pt x="0" y="69858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42F13-FB61-4302-9715-1599DA7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449" y="4501006"/>
            <a:ext cx="90034" cy="90034"/>
          </a:xfrm>
          <a:custGeom xmlns:a="http://schemas.openxmlformats.org/drawingml/2006/main">
            <a:pathLst>
              <a:path w="90034" h="90034">
                <a:moveTo>
                  <a:pt x="0" y="45014"/>
                </a:moveTo>
                <a:cubicBezTo>
                  <a:pt x="0" y="20149"/>
                  <a:pt x="20149" y="0"/>
                  <a:pt x="45014" y="0"/>
                </a:cubicBezTo>
                <a:cubicBezTo>
                  <a:pt x="56961" y="0"/>
                  <a:pt x="68392" y="4748"/>
                  <a:pt x="76852" y="13182"/>
                </a:cubicBezTo>
                <a:cubicBezTo>
                  <a:pt x="85286" y="21615"/>
                  <a:pt x="90034" y="33073"/>
                  <a:pt x="90034" y="45014"/>
                </a:cubicBezTo>
                <a:cubicBezTo>
                  <a:pt x="90034" y="69885"/>
                  <a:pt x="69858" y="90034"/>
                  <a:pt x="45014" y="90034"/>
                </a:cubicBezTo>
                <a:cubicBezTo>
                  <a:pt x="20149" y="90034"/>
                  <a:pt x="0" y="69885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ABA86-3B1A-43AA-AE38-2CFD12BD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23" y="4446779"/>
            <a:ext cx="90034" cy="90034"/>
          </a:xfrm>
          <a:custGeom xmlns:a="http://schemas.openxmlformats.org/drawingml/2006/main">
            <a:pathLst>
              <a:path w="90034" h="90034">
                <a:moveTo>
                  <a:pt x="0" y="45014"/>
                </a:moveTo>
                <a:cubicBezTo>
                  <a:pt x="0" y="20149"/>
                  <a:pt x="20149" y="0"/>
                  <a:pt x="45020" y="0"/>
                </a:cubicBezTo>
                <a:cubicBezTo>
                  <a:pt x="56961" y="0"/>
                  <a:pt x="68419" y="4748"/>
                  <a:pt x="76852" y="13182"/>
                </a:cubicBezTo>
                <a:cubicBezTo>
                  <a:pt x="85286" y="21615"/>
                  <a:pt x="90034" y="33073"/>
                  <a:pt x="90034" y="45014"/>
                </a:cubicBezTo>
                <a:cubicBezTo>
                  <a:pt x="90034" y="69885"/>
                  <a:pt x="69885" y="90034"/>
                  <a:pt x="45020" y="90034"/>
                </a:cubicBezTo>
                <a:cubicBezTo>
                  <a:pt x="20149" y="90034"/>
                  <a:pt x="0" y="69885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B3C1C-4829-45C2-BF80-FAF3312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698" y="4623572"/>
            <a:ext cx="90034" cy="90027"/>
          </a:xfrm>
          <a:custGeom xmlns:a="http://schemas.openxmlformats.org/drawingml/2006/main">
            <a:pathLst>
              <a:path w="90034" h="90027">
                <a:moveTo>
                  <a:pt x="0" y="45014"/>
                </a:moveTo>
                <a:cubicBezTo>
                  <a:pt x="0" y="20143"/>
                  <a:pt x="20149" y="0"/>
                  <a:pt x="45020" y="0"/>
                </a:cubicBezTo>
                <a:cubicBezTo>
                  <a:pt x="56961" y="0"/>
                  <a:pt x="68392" y="4742"/>
                  <a:pt x="76852" y="13182"/>
                </a:cubicBezTo>
                <a:cubicBezTo>
                  <a:pt x="85286" y="21615"/>
                  <a:pt x="90034" y="33067"/>
                  <a:pt x="90034" y="45014"/>
                </a:cubicBezTo>
                <a:cubicBezTo>
                  <a:pt x="90034" y="69858"/>
                  <a:pt x="69858" y="90027"/>
                  <a:pt x="45020" y="90027"/>
                </a:cubicBezTo>
                <a:cubicBezTo>
                  <a:pt x="20149" y="90027"/>
                  <a:pt x="0" y="69858"/>
                  <a:pt x="0" y="45014"/>
                </a:cubicBezTo>
                <a:close/>
                <a:moveTo>
                  <a:pt x="0" y="45014"/>
                </a:moveTo>
              </a:path>
            </a:pathLst>
          </a:custGeom>
          <a:solidFill xmlns:a="http://schemas.openxmlformats.org/drawingml/2006/main">
            <a:srgbClr val="E0B32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A7A02-0CCB-4A84-AB9B-F000E2D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8987" y="3426754"/>
            <a:ext cx="2549731" cy="1183913"/>
          </a:xfrm>
          <a:custGeom xmlns:a="http://schemas.openxmlformats.org/drawingml/2006/main">
            <a:pathLst>
              <a:path w="2549731" h="1183913" fill="none">
                <a:moveTo>
                  <a:pt x="0" y="0"/>
                </a:moveTo>
                <a:lnTo>
                  <a:pt x="2549731" y="1183913"/>
                </a:ln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DFD96-0489-4F48-86F6-9635EF4B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546" y="4595220"/>
            <a:ext cx="49663" cy="35187"/>
          </a:xfrm>
          <a:custGeom xmlns:a="http://schemas.openxmlformats.org/drawingml/2006/main">
            <a:pathLst>
              <a:path w="49663" h="35187">
                <a:moveTo>
                  <a:pt x="0" y="30901"/>
                </a:moveTo>
                <a:lnTo>
                  <a:pt x="14344" y="0"/>
                </a:lnTo>
                <a:lnTo>
                  <a:pt x="49663" y="35187"/>
                </a:lnTo>
                <a:lnTo>
                  <a:pt x="0" y="30901"/>
                </a:lnTo>
                <a:close/>
                <a:moveTo>
                  <a:pt x="0" y="30901"/>
                </a:move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6E0B5-5ED8-4B05-BD60-B14C74E0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546" y="4595220"/>
            <a:ext cx="49663" cy="35187"/>
          </a:xfrm>
          <a:custGeom xmlns:a="http://schemas.openxmlformats.org/drawingml/2006/main">
            <a:pathLst>
              <a:path w="49663" h="35187" fill="none">
                <a:moveTo>
                  <a:pt x="0" y="30901"/>
                </a:moveTo>
                <a:lnTo>
                  <a:pt x="49663" y="35187"/>
                </a:lnTo>
                <a:lnTo>
                  <a:pt x="14344" y="0"/>
                </a:lnTo>
                <a:lnTo>
                  <a:pt x="0" y="30901"/>
                </a:lnTo>
                <a:close/>
                <a:moveTo>
                  <a:pt x="0" y="30901"/>
                </a:move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BB04B-929F-4833-9D63-13DB45C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301" y="3237605"/>
            <a:ext cx="2678385" cy="1197102"/>
          </a:xfrm>
          <a:custGeom xmlns:a="http://schemas.openxmlformats.org/drawingml/2006/main">
            <a:pathLst>
              <a:path w="2678385" h="1197102" fill="none">
                <a:moveTo>
                  <a:pt x="0" y="0"/>
                </a:moveTo>
                <a:lnTo>
                  <a:pt x="2678385" y="1197102"/>
                </a:ln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0D28B-1847-455F-814C-8E28DAA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745" y="4419148"/>
            <a:ext cx="49689" cy="34672"/>
          </a:xfrm>
          <a:custGeom xmlns:a="http://schemas.openxmlformats.org/drawingml/2006/main">
            <a:pathLst>
              <a:path w="49689" h="34672">
                <a:moveTo>
                  <a:pt x="0" y="31112"/>
                </a:moveTo>
                <a:lnTo>
                  <a:pt x="13908" y="0"/>
                </a:lnTo>
                <a:lnTo>
                  <a:pt x="49689" y="34672"/>
                </a:lnTo>
                <a:lnTo>
                  <a:pt x="0" y="31112"/>
                </a:lnTo>
                <a:close/>
                <a:moveTo>
                  <a:pt x="0" y="31112"/>
                </a:moveTo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C78AC-5767-49A3-BA79-4405F6D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0745" y="4419148"/>
            <a:ext cx="49689" cy="34672"/>
          </a:xfrm>
          <a:custGeom xmlns:a="http://schemas.openxmlformats.org/drawingml/2006/main">
            <a:pathLst>
              <a:path w="49689" h="34672" fill="none">
                <a:moveTo>
                  <a:pt x="0" y="31112"/>
                </a:moveTo>
                <a:lnTo>
                  <a:pt x="49689" y="34672"/>
                </a:lnTo>
                <a:lnTo>
                  <a:pt x="13908" y="0"/>
                </a:lnTo>
                <a:lnTo>
                  <a:pt x="0" y="31112"/>
                </a:lnTo>
                <a:close/>
                <a:moveTo>
                  <a:pt x="0" y="31112"/>
                </a:moveTo>
              </a:path>
            </a:pathLst>
          </a:custGeom>
          <a:noFill xmlns:a="http://schemas.openxmlformats.org/drawingml/2006/main"/>
          <a:ln xmlns:a="http://schemas.openxmlformats.org/drawingml/2006/main" w="10319" cap="flat">
            <a:solidFill>
              <a:srgbClr val="434343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446AA-8CE9-4DE7-A5FA-C25EA908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691" y="1187522"/>
            <a:ext cx="4906938" cy="10"/>
          </a:xfrm>
          <a:custGeom xmlns:a="http://schemas.openxmlformats.org/drawingml/2006/main">
            <a:pathLst>
              <a:path w="4906938" h="1" fill="none">
                <a:moveTo>
                  <a:pt x="49069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95931-5265-45F3-8888-483405C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248" y="1195929"/>
            <a:ext cx="10" cy="5010305"/>
          </a:xfrm>
          <a:custGeom xmlns:a="http://schemas.openxmlformats.org/drawingml/2006/main">
            <a:pathLst>
              <a:path w="1" h="5010305" fill="none">
                <a:moveTo>
                  <a:pt x="0" y="0"/>
                </a:moveTo>
                <a:lnTo>
                  <a:pt x="0" y="5010305"/>
                </a:lnTo>
              </a:path>
            </a:pathLst>
          </a:custGeom>
          <a:noFill xmlns:a="http://schemas.openxmlformats.org/drawingml/2006/main"/>
          <a:ln xmlns:a="http://schemas.openxmlformats.org/drawingml/2006/main" w="20638" cap="flat">
            <a:solidFill>
              <a:srgbClr val="000000"/>
            </a:solidFill>
            <a:round/>
          </a:ln>
        </p:spPr>
      </p:sp>
      <p:sp>
        <p:nvSpPr>
          <p:cNvPr id="132" name="Text S">
            <a:extLst xmlns:a="http://schemas.openxmlformats.org/drawingml/2006/main">
              <a:ext uri="{FF2B5EF4-FFF2-40B4-BE49-F238E27FC236}">
                <a16:creationId xmlns:a16="http://schemas.microsoft.com/office/drawing/2014/main" id="{A08B46E9-1497-4728-9F6B-FCE18A5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170" y="3832085"/>
            <a:ext cx="134332" cy="149331"/>
          </a:xfrm>
          <a:custGeom xmlns:a="http://schemas.openxmlformats.org/drawingml/2006/main">
            <a:pathLst>
              <a:path w="134332" h="149331">
                <a:moveTo>
                  <a:pt x="83851" y="124010"/>
                </a:moveTo>
                <a:cubicBezTo>
                  <a:pt x="86890" y="119100"/>
                  <a:pt x="88549" y="114430"/>
                  <a:pt x="88828" y="110000"/>
                </a:cubicBezTo>
                <a:cubicBezTo>
                  <a:pt x="89106" y="105570"/>
                  <a:pt x="88301" y="101358"/>
                  <a:pt x="86412" y="97365"/>
                </a:cubicBezTo>
                <a:cubicBezTo>
                  <a:pt x="84523" y="93373"/>
                  <a:pt x="81979" y="89532"/>
                  <a:pt x="78780" y="85845"/>
                </a:cubicBezTo>
                <a:cubicBezTo>
                  <a:pt x="75582" y="82157"/>
                  <a:pt x="72113" y="78673"/>
                  <a:pt x="68373" y="75393"/>
                </a:cubicBezTo>
                <a:cubicBezTo>
                  <a:pt x="64308" y="71758"/>
                  <a:pt x="60478" y="67962"/>
                  <a:pt x="56883" y="64007"/>
                </a:cubicBezTo>
                <a:cubicBezTo>
                  <a:pt x="53287" y="60052"/>
                  <a:pt x="50389" y="55883"/>
                  <a:pt x="48187" y="51501"/>
                </a:cubicBezTo>
                <a:cubicBezTo>
                  <a:pt x="45986" y="47120"/>
                  <a:pt x="44938" y="42488"/>
                  <a:pt x="45044" y="37607"/>
                </a:cubicBezTo>
                <a:cubicBezTo>
                  <a:pt x="45149" y="32726"/>
                  <a:pt x="46845" y="27609"/>
                  <a:pt x="50132" y="22256"/>
                </a:cubicBezTo>
                <a:cubicBezTo>
                  <a:pt x="53181" y="17120"/>
                  <a:pt x="56929" y="12867"/>
                  <a:pt x="61377" y="9498"/>
                </a:cubicBezTo>
                <a:cubicBezTo>
                  <a:pt x="65824" y="6128"/>
                  <a:pt x="70708" y="3676"/>
                  <a:pt x="76027" y="2141"/>
                </a:cubicBezTo>
                <a:cubicBezTo>
                  <a:pt x="81347" y="605"/>
                  <a:pt x="86886" y="0"/>
                  <a:pt x="92645" y="325"/>
                </a:cubicBezTo>
                <a:cubicBezTo>
                  <a:pt x="98404" y="650"/>
                  <a:pt x="104032" y="1867"/>
                  <a:pt x="109529" y="3975"/>
                </a:cubicBezTo>
                <a:cubicBezTo>
                  <a:pt x="117842" y="7164"/>
                  <a:pt x="124059" y="11452"/>
                  <a:pt x="128182" y="16839"/>
                </a:cubicBezTo>
                <a:cubicBezTo>
                  <a:pt x="132304" y="22227"/>
                  <a:pt x="134332" y="28311"/>
                  <a:pt x="134266" y="35092"/>
                </a:cubicBezTo>
                <a:cubicBezTo>
                  <a:pt x="134200" y="41872"/>
                  <a:pt x="132084" y="48885"/>
                  <a:pt x="127917" y="56130"/>
                </a:cubicBezTo>
                <a:lnTo>
                  <a:pt x="122750" y="54263"/>
                </a:lnTo>
                <a:cubicBezTo>
                  <a:pt x="126397" y="47972"/>
                  <a:pt x="128279" y="41869"/>
                  <a:pt x="128397" y="35955"/>
                </a:cubicBezTo>
                <a:cubicBezTo>
                  <a:pt x="128515" y="30040"/>
                  <a:pt x="126804" y="24732"/>
                  <a:pt x="123265" y="20029"/>
                </a:cubicBezTo>
                <a:cubicBezTo>
                  <a:pt x="119726" y="15326"/>
                  <a:pt x="114470" y="11638"/>
                  <a:pt x="107498" y="8963"/>
                </a:cubicBezTo>
                <a:cubicBezTo>
                  <a:pt x="101331" y="6598"/>
                  <a:pt x="94922" y="5562"/>
                  <a:pt x="88271" y="5857"/>
                </a:cubicBezTo>
                <a:cubicBezTo>
                  <a:pt x="81621" y="6151"/>
                  <a:pt x="75392" y="7799"/>
                  <a:pt x="69586" y="10801"/>
                </a:cubicBezTo>
                <a:cubicBezTo>
                  <a:pt x="63780" y="13803"/>
                  <a:pt x="59103" y="18123"/>
                  <a:pt x="55553" y="23759"/>
                </a:cubicBezTo>
                <a:cubicBezTo>
                  <a:pt x="52164" y="29380"/>
                  <a:pt x="50629" y="34578"/>
                  <a:pt x="50949" y="39353"/>
                </a:cubicBezTo>
                <a:cubicBezTo>
                  <a:pt x="51269" y="44128"/>
                  <a:pt x="52630" y="48495"/>
                  <a:pt x="55032" y="52454"/>
                </a:cubicBezTo>
                <a:cubicBezTo>
                  <a:pt x="57434" y="56413"/>
                  <a:pt x="60224" y="59963"/>
                  <a:pt x="63401" y="63105"/>
                </a:cubicBezTo>
                <a:cubicBezTo>
                  <a:pt x="66579" y="66246"/>
                  <a:pt x="69377" y="68973"/>
                  <a:pt x="71797" y="71285"/>
                </a:cubicBezTo>
                <a:cubicBezTo>
                  <a:pt x="77125" y="75636"/>
                  <a:pt x="81570" y="80032"/>
                  <a:pt x="85132" y="84475"/>
                </a:cubicBezTo>
                <a:cubicBezTo>
                  <a:pt x="88695" y="88917"/>
                  <a:pt x="91305" y="93436"/>
                  <a:pt x="92962" y="98032"/>
                </a:cubicBezTo>
                <a:cubicBezTo>
                  <a:pt x="94620" y="102629"/>
                  <a:pt x="95201" y="107273"/>
                  <a:pt x="94706" y="111967"/>
                </a:cubicBezTo>
                <a:cubicBezTo>
                  <a:pt x="94211" y="116660"/>
                  <a:pt x="92449" y="121348"/>
                  <a:pt x="89420" y="126030"/>
                </a:cubicBezTo>
                <a:cubicBezTo>
                  <a:pt x="86268" y="131435"/>
                  <a:pt x="82392" y="135869"/>
                  <a:pt x="77793" y="139334"/>
                </a:cubicBezTo>
                <a:cubicBezTo>
                  <a:pt x="73193" y="142799"/>
                  <a:pt x="68175" y="145354"/>
                  <a:pt x="62736" y="146997"/>
                </a:cubicBezTo>
                <a:cubicBezTo>
                  <a:pt x="57298" y="148641"/>
                  <a:pt x="51630" y="149331"/>
                  <a:pt x="45732" y="149068"/>
                </a:cubicBezTo>
                <a:cubicBezTo>
                  <a:pt x="39834" y="148805"/>
                  <a:pt x="33968" y="147555"/>
                  <a:pt x="28136" y="145318"/>
                </a:cubicBezTo>
                <a:cubicBezTo>
                  <a:pt x="21659" y="142757"/>
                  <a:pt x="16260" y="139494"/>
                  <a:pt x="11937" y="135529"/>
                </a:cubicBezTo>
                <a:cubicBezTo>
                  <a:pt x="7614" y="131564"/>
                  <a:pt x="4484" y="126999"/>
                  <a:pt x="2545" y="121833"/>
                </a:cubicBezTo>
                <a:cubicBezTo>
                  <a:pt x="606" y="116668"/>
                  <a:pt x="0" y="111187"/>
                  <a:pt x="726" y="105390"/>
                </a:cubicBezTo>
                <a:cubicBezTo>
                  <a:pt x="1453" y="99594"/>
                  <a:pt x="3546" y="93591"/>
                  <a:pt x="7007" y="87383"/>
                </a:cubicBezTo>
                <a:lnTo>
                  <a:pt x="12437" y="89466"/>
                </a:lnTo>
                <a:cubicBezTo>
                  <a:pt x="9259" y="94937"/>
                  <a:pt x="7339" y="100237"/>
                  <a:pt x="6677" y="105366"/>
                </a:cubicBezTo>
                <a:cubicBezTo>
                  <a:pt x="6015" y="110495"/>
                  <a:pt x="6492" y="115311"/>
                  <a:pt x="8108" y="119814"/>
                </a:cubicBezTo>
                <a:cubicBezTo>
                  <a:pt x="9724" y="124318"/>
                  <a:pt x="12420" y="128313"/>
                  <a:pt x="16196" y="131799"/>
                </a:cubicBezTo>
                <a:cubicBezTo>
                  <a:pt x="19972" y="135285"/>
                  <a:pt x="24642" y="138095"/>
                  <a:pt x="30206" y="140229"/>
                </a:cubicBezTo>
                <a:cubicBezTo>
                  <a:pt x="36708" y="142723"/>
                  <a:pt x="43344" y="143769"/>
                  <a:pt x="50113" y="143367"/>
                </a:cubicBezTo>
                <a:cubicBezTo>
                  <a:pt x="56882" y="142964"/>
                  <a:pt x="63249" y="141157"/>
                  <a:pt x="69212" y="137946"/>
                </a:cubicBezTo>
                <a:cubicBezTo>
                  <a:pt x="75175" y="134735"/>
                  <a:pt x="80055" y="130090"/>
                  <a:pt x="83851" y="124010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a">
            <a:extLst xmlns:a="http://schemas.openxmlformats.org/drawingml/2006/main">
              <a:ext uri="{FF2B5EF4-FFF2-40B4-BE49-F238E27FC236}">
                <a16:creationId xmlns:a16="http://schemas.microsoft.com/office/drawing/2014/main" id="{09AE7612-DDEF-4E03-BBD6-031BFD6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123" y="3904940"/>
            <a:ext cx="106620" cy="119829"/>
          </a:xfrm>
          <a:custGeom xmlns:a="http://schemas.openxmlformats.org/drawingml/2006/main">
            <a:pathLst>
              <a:path w="106620" h="119829">
                <a:moveTo>
                  <a:pt x="62372" y="99739"/>
                </a:moveTo>
                <a:lnTo>
                  <a:pt x="62141" y="100134"/>
                </a:lnTo>
                <a:lnTo>
                  <a:pt x="61911" y="100531"/>
                </a:lnTo>
                <a:lnTo>
                  <a:pt x="61683" y="100928"/>
                </a:lnTo>
                <a:lnTo>
                  <a:pt x="61455" y="101327"/>
                </a:lnTo>
                <a:lnTo>
                  <a:pt x="61229" y="101726"/>
                </a:lnTo>
                <a:lnTo>
                  <a:pt x="61003" y="102126"/>
                </a:lnTo>
                <a:lnTo>
                  <a:pt x="60778" y="102528"/>
                </a:lnTo>
                <a:lnTo>
                  <a:pt x="60555" y="102930"/>
                </a:lnTo>
                <a:lnTo>
                  <a:pt x="60332" y="103334"/>
                </a:lnTo>
                <a:lnTo>
                  <a:pt x="60111" y="103738"/>
                </a:lnTo>
                <a:lnTo>
                  <a:pt x="59890" y="104143"/>
                </a:lnTo>
                <a:lnTo>
                  <a:pt x="59671" y="104550"/>
                </a:lnTo>
                <a:lnTo>
                  <a:pt x="59453" y="104957"/>
                </a:lnTo>
                <a:lnTo>
                  <a:pt x="59235" y="105365"/>
                </a:lnTo>
                <a:lnTo>
                  <a:pt x="59019" y="105775"/>
                </a:lnTo>
                <a:lnTo>
                  <a:pt x="58803" y="106185"/>
                </a:lnTo>
                <a:lnTo>
                  <a:pt x="58589" y="106596"/>
                </a:lnTo>
                <a:lnTo>
                  <a:pt x="58376" y="107009"/>
                </a:lnTo>
                <a:lnTo>
                  <a:pt x="58163" y="107422"/>
                </a:lnTo>
                <a:lnTo>
                  <a:pt x="57953" y="107836"/>
                </a:lnTo>
                <a:lnTo>
                  <a:pt x="57746" y="108252"/>
                </a:lnTo>
                <a:lnTo>
                  <a:pt x="57542" y="108668"/>
                </a:lnTo>
                <a:lnTo>
                  <a:pt x="57341" y="109085"/>
                </a:lnTo>
                <a:lnTo>
                  <a:pt x="57142" y="109503"/>
                </a:lnTo>
                <a:lnTo>
                  <a:pt x="56947" y="109922"/>
                </a:lnTo>
                <a:lnTo>
                  <a:pt x="56755" y="110342"/>
                </a:lnTo>
                <a:lnTo>
                  <a:pt x="56566" y="110763"/>
                </a:lnTo>
                <a:lnTo>
                  <a:pt x="56380" y="111185"/>
                </a:lnTo>
                <a:lnTo>
                  <a:pt x="56197" y="111608"/>
                </a:lnTo>
                <a:lnTo>
                  <a:pt x="56017" y="112032"/>
                </a:lnTo>
                <a:lnTo>
                  <a:pt x="55840" y="112457"/>
                </a:lnTo>
                <a:lnTo>
                  <a:pt x="55667" y="112883"/>
                </a:lnTo>
                <a:lnTo>
                  <a:pt x="55496" y="113310"/>
                </a:lnTo>
                <a:lnTo>
                  <a:pt x="55328" y="113738"/>
                </a:lnTo>
                <a:lnTo>
                  <a:pt x="55163" y="114166"/>
                </a:lnTo>
                <a:lnTo>
                  <a:pt x="55001" y="114596"/>
                </a:lnTo>
                <a:lnTo>
                  <a:pt x="54843" y="115027"/>
                </a:lnTo>
                <a:lnTo>
                  <a:pt x="54687" y="115458"/>
                </a:lnTo>
                <a:lnTo>
                  <a:pt x="54535" y="115891"/>
                </a:lnTo>
                <a:lnTo>
                  <a:pt x="54385" y="116324"/>
                </a:lnTo>
                <a:lnTo>
                  <a:pt x="54238" y="116759"/>
                </a:lnTo>
                <a:lnTo>
                  <a:pt x="54095" y="117194"/>
                </a:lnTo>
                <a:lnTo>
                  <a:pt x="53954" y="117631"/>
                </a:lnTo>
                <a:lnTo>
                  <a:pt x="59686" y="119829"/>
                </a:lnTo>
                <a:lnTo>
                  <a:pt x="60134" y="118963"/>
                </a:lnTo>
                <a:lnTo>
                  <a:pt x="60319" y="118507"/>
                </a:lnTo>
                <a:lnTo>
                  <a:pt x="60503" y="118052"/>
                </a:lnTo>
                <a:lnTo>
                  <a:pt x="60687" y="117599"/>
                </a:lnTo>
                <a:lnTo>
                  <a:pt x="60870" y="117148"/>
                </a:lnTo>
                <a:lnTo>
                  <a:pt x="61052" y="116699"/>
                </a:lnTo>
                <a:lnTo>
                  <a:pt x="61233" y="116252"/>
                </a:lnTo>
                <a:lnTo>
                  <a:pt x="61413" y="115807"/>
                </a:lnTo>
                <a:lnTo>
                  <a:pt x="61593" y="115364"/>
                </a:lnTo>
                <a:lnTo>
                  <a:pt x="61772" y="114923"/>
                </a:lnTo>
                <a:lnTo>
                  <a:pt x="61951" y="114483"/>
                </a:lnTo>
                <a:lnTo>
                  <a:pt x="62128" y="114046"/>
                </a:lnTo>
                <a:lnTo>
                  <a:pt x="62305" y="113610"/>
                </a:lnTo>
                <a:lnTo>
                  <a:pt x="62481" y="113177"/>
                </a:lnTo>
                <a:lnTo>
                  <a:pt x="62657" y="112745"/>
                </a:lnTo>
                <a:lnTo>
                  <a:pt x="62831" y="112315"/>
                </a:lnTo>
                <a:lnTo>
                  <a:pt x="63005" y="111887"/>
                </a:lnTo>
                <a:lnTo>
                  <a:pt x="63178" y="111462"/>
                </a:lnTo>
                <a:lnTo>
                  <a:pt x="63351" y="111038"/>
                </a:lnTo>
                <a:lnTo>
                  <a:pt x="63523" y="110615"/>
                </a:lnTo>
                <a:lnTo>
                  <a:pt x="63694" y="110195"/>
                </a:lnTo>
                <a:lnTo>
                  <a:pt x="63864" y="109777"/>
                </a:lnTo>
                <a:lnTo>
                  <a:pt x="64033" y="109361"/>
                </a:lnTo>
                <a:lnTo>
                  <a:pt x="64202" y="108946"/>
                </a:lnTo>
                <a:lnTo>
                  <a:pt x="64370" y="108534"/>
                </a:lnTo>
                <a:lnTo>
                  <a:pt x="64539" y="108122"/>
                </a:lnTo>
                <a:lnTo>
                  <a:pt x="64712" y="107710"/>
                </a:lnTo>
                <a:lnTo>
                  <a:pt x="64888" y="107297"/>
                </a:lnTo>
                <a:lnTo>
                  <a:pt x="65068" y="106884"/>
                </a:lnTo>
                <a:lnTo>
                  <a:pt x="65251" y="106470"/>
                </a:lnTo>
                <a:lnTo>
                  <a:pt x="65437" y="106056"/>
                </a:lnTo>
                <a:lnTo>
                  <a:pt x="65627" y="105641"/>
                </a:lnTo>
                <a:lnTo>
                  <a:pt x="65820" y="105226"/>
                </a:lnTo>
                <a:lnTo>
                  <a:pt x="66017" y="104810"/>
                </a:lnTo>
                <a:lnTo>
                  <a:pt x="66216" y="104394"/>
                </a:lnTo>
                <a:lnTo>
                  <a:pt x="66420" y="103977"/>
                </a:lnTo>
                <a:lnTo>
                  <a:pt x="66626" y="103560"/>
                </a:lnTo>
                <a:lnTo>
                  <a:pt x="66837" y="103142"/>
                </a:lnTo>
                <a:lnTo>
                  <a:pt x="67050" y="102724"/>
                </a:lnTo>
                <a:lnTo>
                  <a:pt x="67267" y="102305"/>
                </a:lnTo>
                <a:lnTo>
                  <a:pt x="67487" y="101886"/>
                </a:lnTo>
                <a:lnTo>
                  <a:pt x="67711" y="101466"/>
                </a:lnTo>
                <a:lnTo>
                  <a:pt x="67938" y="101046"/>
                </a:lnTo>
                <a:lnTo>
                  <a:pt x="68169" y="100625"/>
                </a:lnTo>
                <a:lnTo>
                  <a:pt x="68402" y="100204"/>
                </a:lnTo>
                <a:lnTo>
                  <a:pt x="68640" y="99782"/>
                </a:lnTo>
                <a:lnTo>
                  <a:pt x="68880" y="99360"/>
                </a:lnTo>
                <a:lnTo>
                  <a:pt x="69124" y="98937"/>
                </a:lnTo>
                <a:lnTo>
                  <a:pt x="69372" y="98514"/>
                </a:lnTo>
                <a:lnTo>
                  <a:pt x="101312" y="44785"/>
                </a:lnTo>
                <a:lnTo>
                  <a:pt x="101746" y="44034"/>
                </a:lnTo>
                <a:lnTo>
                  <a:pt x="102161" y="43285"/>
                </a:lnTo>
                <a:lnTo>
                  <a:pt x="102558" y="42539"/>
                </a:lnTo>
                <a:lnTo>
                  <a:pt x="102936" y="41797"/>
                </a:lnTo>
                <a:lnTo>
                  <a:pt x="103295" y="41057"/>
                </a:lnTo>
                <a:lnTo>
                  <a:pt x="103636" y="40320"/>
                </a:lnTo>
                <a:lnTo>
                  <a:pt x="103959" y="39586"/>
                </a:lnTo>
                <a:lnTo>
                  <a:pt x="104263" y="38855"/>
                </a:lnTo>
                <a:lnTo>
                  <a:pt x="104548" y="38127"/>
                </a:lnTo>
                <a:lnTo>
                  <a:pt x="104815" y="37401"/>
                </a:lnTo>
                <a:lnTo>
                  <a:pt x="105063" y="36679"/>
                </a:lnTo>
                <a:lnTo>
                  <a:pt x="105293" y="35959"/>
                </a:lnTo>
                <a:lnTo>
                  <a:pt x="105504" y="35243"/>
                </a:lnTo>
                <a:lnTo>
                  <a:pt x="105697" y="34529"/>
                </a:lnTo>
                <a:lnTo>
                  <a:pt x="105871" y="33818"/>
                </a:lnTo>
                <a:lnTo>
                  <a:pt x="106026" y="33110"/>
                </a:lnTo>
                <a:lnTo>
                  <a:pt x="106163" y="32405"/>
                </a:lnTo>
                <a:lnTo>
                  <a:pt x="106282" y="31703"/>
                </a:lnTo>
                <a:lnTo>
                  <a:pt x="106382" y="31004"/>
                </a:lnTo>
                <a:lnTo>
                  <a:pt x="106463" y="30308"/>
                </a:lnTo>
                <a:lnTo>
                  <a:pt x="106526" y="29614"/>
                </a:lnTo>
                <a:lnTo>
                  <a:pt x="106571" y="28924"/>
                </a:lnTo>
                <a:lnTo>
                  <a:pt x="106596" y="28236"/>
                </a:lnTo>
                <a:lnTo>
                  <a:pt x="106604" y="27551"/>
                </a:lnTo>
                <a:lnTo>
                  <a:pt x="106593" y="26871"/>
                </a:lnTo>
                <a:lnTo>
                  <a:pt x="106564" y="26198"/>
                </a:lnTo>
                <a:lnTo>
                  <a:pt x="106518" y="25531"/>
                </a:lnTo>
                <a:lnTo>
                  <a:pt x="106454" y="24870"/>
                </a:lnTo>
                <a:lnTo>
                  <a:pt x="106373" y="24216"/>
                </a:lnTo>
                <a:lnTo>
                  <a:pt x="106273" y="23568"/>
                </a:lnTo>
                <a:lnTo>
                  <a:pt x="106156" y="22926"/>
                </a:lnTo>
                <a:lnTo>
                  <a:pt x="106022" y="22291"/>
                </a:lnTo>
                <a:lnTo>
                  <a:pt x="105869" y="21663"/>
                </a:lnTo>
                <a:lnTo>
                  <a:pt x="105699" y="21040"/>
                </a:lnTo>
                <a:lnTo>
                  <a:pt x="105512" y="20425"/>
                </a:lnTo>
                <a:lnTo>
                  <a:pt x="105306" y="19815"/>
                </a:lnTo>
                <a:lnTo>
                  <a:pt x="105083" y="19213"/>
                </a:lnTo>
                <a:lnTo>
                  <a:pt x="104842" y="18616"/>
                </a:lnTo>
                <a:lnTo>
                  <a:pt x="104584" y="18026"/>
                </a:lnTo>
                <a:lnTo>
                  <a:pt x="104307" y="17443"/>
                </a:lnTo>
                <a:lnTo>
                  <a:pt x="104013" y="16865"/>
                </a:lnTo>
                <a:lnTo>
                  <a:pt x="103702" y="16295"/>
                </a:lnTo>
                <a:lnTo>
                  <a:pt x="103373" y="15730"/>
                </a:lnTo>
                <a:lnTo>
                  <a:pt x="103026" y="15173"/>
                </a:lnTo>
                <a:lnTo>
                  <a:pt x="102661" y="14621"/>
                </a:lnTo>
                <a:lnTo>
                  <a:pt x="102279" y="14076"/>
                </a:lnTo>
                <a:lnTo>
                  <a:pt x="101879" y="13538"/>
                </a:lnTo>
                <a:lnTo>
                  <a:pt x="101461" y="13006"/>
                </a:lnTo>
                <a:lnTo>
                  <a:pt x="101026" y="12481"/>
                </a:lnTo>
                <a:lnTo>
                  <a:pt x="100575" y="11967"/>
                </a:lnTo>
                <a:lnTo>
                  <a:pt x="100108" y="11461"/>
                </a:lnTo>
                <a:lnTo>
                  <a:pt x="99625" y="10965"/>
                </a:lnTo>
                <a:lnTo>
                  <a:pt x="99125" y="10478"/>
                </a:lnTo>
                <a:lnTo>
                  <a:pt x="98609" y="10001"/>
                </a:lnTo>
                <a:lnTo>
                  <a:pt x="98077" y="9533"/>
                </a:lnTo>
                <a:lnTo>
                  <a:pt x="97529" y="9075"/>
                </a:lnTo>
                <a:lnTo>
                  <a:pt x="96964" y="8626"/>
                </a:lnTo>
                <a:lnTo>
                  <a:pt x="96383" y="8186"/>
                </a:lnTo>
                <a:lnTo>
                  <a:pt x="95786" y="7756"/>
                </a:lnTo>
                <a:lnTo>
                  <a:pt x="95173" y="7335"/>
                </a:lnTo>
                <a:lnTo>
                  <a:pt x="94544" y="6924"/>
                </a:lnTo>
                <a:lnTo>
                  <a:pt x="93898" y="6522"/>
                </a:lnTo>
                <a:lnTo>
                  <a:pt x="93236" y="6129"/>
                </a:lnTo>
                <a:lnTo>
                  <a:pt x="92558" y="5746"/>
                </a:lnTo>
                <a:lnTo>
                  <a:pt x="91864" y="5372"/>
                </a:lnTo>
                <a:lnTo>
                  <a:pt x="91153" y="5007"/>
                </a:lnTo>
                <a:lnTo>
                  <a:pt x="90427" y="4652"/>
                </a:lnTo>
                <a:lnTo>
                  <a:pt x="89683" y="4307"/>
                </a:lnTo>
                <a:lnTo>
                  <a:pt x="88924" y="3970"/>
                </a:lnTo>
                <a:lnTo>
                  <a:pt x="88149" y="3643"/>
                </a:lnTo>
                <a:lnTo>
                  <a:pt x="87357" y="3326"/>
                </a:lnTo>
                <a:lnTo>
                  <a:pt x="86549" y="3018"/>
                </a:lnTo>
                <a:lnTo>
                  <a:pt x="85930" y="2785"/>
                </a:lnTo>
                <a:lnTo>
                  <a:pt x="85311" y="2561"/>
                </a:lnTo>
                <a:lnTo>
                  <a:pt x="84693" y="2347"/>
                </a:lnTo>
                <a:lnTo>
                  <a:pt x="84076" y="2143"/>
                </a:lnTo>
                <a:lnTo>
                  <a:pt x="83460" y="1948"/>
                </a:lnTo>
                <a:lnTo>
                  <a:pt x="82845" y="1763"/>
                </a:lnTo>
                <a:lnTo>
                  <a:pt x="82231" y="1587"/>
                </a:lnTo>
                <a:lnTo>
                  <a:pt x="81618" y="1421"/>
                </a:lnTo>
                <a:lnTo>
                  <a:pt x="81006" y="1265"/>
                </a:lnTo>
                <a:lnTo>
                  <a:pt x="80395" y="1118"/>
                </a:lnTo>
                <a:lnTo>
                  <a:pt x="79785" y="981"/>
                </a:lnTo>
                <a:lnTo>
                  <a:pt x="79175" y="853"/>
                </a:lnTo>
                <a:lnTo>
                  <a:pt x="78567" y="734"/>
                </a:lnTo>
                <a:lnTo>
                  <a:pt x="77959" y="626"/>
                </a:lnTo>
                <a:lnTo>
                  <a:pt x="77353" y="527"/>
                </a:lnTo>
                <a:lnTo>
                  <a:pt x="76747" y="437"/>
                </a:lnTo>
                <a:lnTo>
                  <a:pt x="76142" y="357"/>
                </a:lnTo>
                <a:lnTo>
                  <a:pt x="75538" y="287"/>
                </a:lnTo>
                <a:lnTo>
                  <a:pt x="74936" y="226"/>
                </a:lnTo>
                <a:lnTo>
                  <a:pt x="74334" y="175"/>
                </a:lnTo>
                <a:lnTo>
                  <a:pt x="73733" y="133"/>
                </a:lnTo>
                <a:lnTo>
                  <a:pt x="73133" y="101"/>
                </a:lnTo>
                <a:lnTo>
                  <a:pt x="72533" y="78"/>
                </a:lnTo>
                <a:lnTo>
                  <a:pt x="71935" y="65"/>
                </a:lnTo>
                <a:lnTo>
                  <a:pt x="71339" y="61"/>
                </a:lnTo>
                <a:lnTo>
                  <a:pt x="70744" y="65"/>
                </a:lnTo>
                <a:lnTo>
                  <a:pt x="70152" y="76"/>
                </a:lnTo>
                <a:lnTo>
                  <a:pt x="69562" y="96"/>
                </a:lnTo>
                <a:lnTo>
                  <a:pt x="68974" y="123"/>
                </a:lnTo>
                <a:lnTo>
                  <a:pt x="68388" y="158"/>
                </a:lnTo>
                <a:lnTo>
                  <a:pt x="67805" y="201"/>
                </a:lnTo>
                <a:lnTo>
                  <a:pt x="67224" y="251"/>
                </a:lnTo>
                <a:lnTo>
                  <a:pt x="66645" y="310"/>
                </a:lnTo>
                <a:lnTo>
                  <a:pt x="66068" y="376"/>
                </a:lnTo>
                <a:lnTo>
                  <a:pt x="65493" y="450"/>
                </a:lnTo>
                <a:lnTo>
                  <a:pt x="64920" y="532"/>
                </a:lnTo>
                <a:lnTo>
                  <a:pt x="64350" y="622"/>
                </a:lnTo>
                <a:lnTo>
                  <a:pt x="63782" y="720"/>
                </a:lnTo>
                <a:lnTo>
                  <a:pt x="63216" y="826"/>
                </a:lnTo>
                <a:lnTo>
                  <a:pt x="62652" y="939"/>
                </a:lnTo>
                <a:lnTo>
                  <a:pt x="62091" y="1061"/>
                </a:lnTo>
                <a:lnTo>
                  <a:pt x="61531" y="1190"/>
                </a:lnTo>
                <a:lnTo>
                  <a:pt x="60974" y="1327"/>
                </a:lnTo>
                <a:lnTo>
                  <a:pt x="60419" y="1472"/>
                </a:lnTo>
                <a:lnTo>
                  <a:pt x="59866" y="1625"/>
                </a:lnTo>
                <a:lnTo>
                  <a:pt x="59316" y="1785"/>
                </a:lnTo>
                <a:lnTo>
                  <a:pt x="58767" y="1954"/>
                </a:lnTo>
                <a:lnTo>
                  <a:pt x="58221" y="2130"/>
                </a:lnTo>
                <a:lnTo>
                  <a:pt x="57678" y="2314"/>
                </a:lnTo>
                <a:lnTo>
                  <a:pt x="57138" y="2507"/>
                </a:lnTo>
                <a:lnTo>
                  <a:pt x="56601" y="2708"/>
                </a:lnTo>
                <a:lnTo>
                  <a:pt x="56068" y="2917"/>
                </a:lnTo>
                <a:lnTo>
                  <a:pt x="55538" y="3135"/>
                </a:lnTo>
                <a:lnTo>
                  <a:pt x="55012" y="3361"/>
                </a:lnTo>
                <a:lnTo>
                  <a:pt x="54489" y="3595"/>
                </a:lnTo>
                <a:lnTo>
                  <a:pt x="53970" y="3838"/>
                </a:lnTo>
                <a:lnTo>
                  <a:pt x="53454" y="4089"/>
                </a:lnTo>
                <a:lnTo>
                  <a:pt x="52941" y="4348"/>
                </a:lnTo>
                <a:lnTo>
                  <a:pt x="52432" y="4616"/>
                </a:lnTo>
                <a:lnTo>
                  <a:pt x="51926" y="4891"/>
                </a:lnTo>
                <a:lnTo>
                  <a:pt x="51423" y="5176"/>
                </a:lnTo>
                <a:lnTo>
                  <a:pt x="50924" y="5468"/>
                </a:lnTo>
                <a:lnTo>
                  <a:pt x="50429" y="5769"/>
                </a:lnTo>
                <a:lnTo>
                  <a:pt x="49937" y="6078"/>
                </a:lnTo>
                <a:lnTo>
                  <a:pt x="49448" y="6396"/>
                </a:lnTo>
                <a:lnTo>
                  <a:pt x="48963" y="6721"/>
                </a:lnTo>
                <a:lnTo>
                  <a:pt x="48481" y="7056"/>
                </a:lnTo>
                <a:lnTo>
                  <a:pt x="48002" y="7398"/>
                </a:lnTo>
                <a:lnTo>
                  <a:pt x="47527" y="7749"/>
                </a:lnTo>
                <a:lnTo>
                  <a:pt x="47055" y="8108"/>
                </a:lnTo>
                <a:lnTo>
                  <a:pt x="46587" y="8475"/>
                </a:lnTo>
                <a:lnTo>
                  <a:pt x="46122" y="8851"/>
                </a:lnTo>
                <a:lnTo>
                  <a:pt x="45661" y="9234"/>
                </a:lnTo>
                <a:lnTo>
                  <a:pt x="45205" y="9625"/>
                </a:lnTo>
                <a:lnTo>
                  <a:pt x="44753" y="10022"/>
                </a:lnTo>
                <a:lnTo>
                  <a:pt x="44306" y="10426"/>
                </a:lnTo>
                <a:lnTo>
                  <a:pt x="43863" y="10837"/>
                </a:lnTo>
                <a:lnTo>
                  <a:pt x="43425" y="11255"/>
                </a:lnTo>
                <a:lnTo>
                  <a:pt x="42991" y="11680"/>
                </a:lnTo>
                <a:lnTo>
                  <a:pt x="42562" y="12112"/>
                </a:lnTo>
                <a:lnTo>
                  <a:pt x="42138" y="12551"/>
                </a:lnTo>
                <a:lnTo>
                  <a:pt x="41718" y="12997"/>
                </a:lnTo>
                <a:lnTo>
                  <a:pt x="41302" y="13450"/>
                </a:lnTo>
                <a:lnTo>
                  <a:pt x="40891" y="13910"/>
                </a:lnTo>
                <a:lnTo>
                  <a:pt x="40485" y="14377"/>
                </a:lnTo>
                <a:lnTo>
                  <a:pt x="40083" y="14850"/>
                </a:lnTo>
                <a:lnTo>
                  <a:pt x="39686" y="15331"/>
                </a:lnTo>
                <a:lnTo>
                  <a:pt x="39293" y="15818"/>
                </a:lnTo>
                <a:lnTo>
                  <a:pt x="38905" y="16313"/>
                </a:lnTo>
                <a:lnTo>
                  <a:pt x="38521" y="16814"/>
                </a:lnTo>
                <a:lnTo>
                  <a:pt x="38142" y="17323"/>
                </a:lnTo>
                <a:lnTo>
                  <a:pt x="37768" y="17838"/>
                </a:lnTo>
                <a:lnTo>
                  <a:pt x="37398" y="18361"/>
                </a:lnTo>
                <a:lnTo>
                  <a:pt x="37032" y="18890"/>
                </a:lnTo>
                <a:lnTo>
                  <a:pt x="36671" y="19426"/>
                </a:lnTo>
                <a:lnTo>
                  <a:pt x="36315" y="19969"/>
                </a:lnTo>
                <a:lnTo>
                  <a:pt x="41227" y="22199"/>
                </a:lnTo>
                <a:lnTo>
                  <a:pt x="41648" y="21568"/>
                </a:lnTo>
                <a:lnTo>
                  <a:pt x="42077" y="20949"/>
                </a:lnTo>
                <a:lnTo>
                  <a:pt x="42513" y="20342"/>
                </a:lnTo>
                <a:lnTo>
                  <a:pt x="42957" y="19747"/>
                </a:lnTo>
                <a:lnTo>
                  <a:pt x="43408" y="19164"/>
                </a:lnTo>
                <a:lnTo>
                  <a:pt x="43866" y="18594"/>
                </a:lnTo>
                <a:lnTo>
                  <a:pt x="44331" y="18036"/>
                </a:lnTo>
                <a:lnTo>
                  <a:pt x="44804" y="17490"/>
                </a:lnTo>
                <a:lnTo>
                  <a:pt x="45284" y="16956"/>
                </a:lnTo>
                <a:lnTo>
                  <a:pt x="45772" y="16435"/>
                </a:lnTo>
                <a:lnTo>
                  <a:pt x="46267" y="15926"/>
                </a:lnTo>
                <a:lnTo>
                  <a:pt x="46769" y="15429"/>
                </a:lnTo>
                <a:lnTo>
                  <a:pt x="47278" y="14944"/>
                </a:lnTo>
                <a:lnTo>
                  <a:pt x="47795" y="14471"/>
                </a:lnTo>
                <a:lnTo>
                  <a:pt x="48319" y="14011"/>
                </a:lnTo>
                <a:lnTo>
                  <a:pt x="48850" y="13563"/>
                </a:lnTo>
                <a:lnTo>
                  <a:pt x="49389" y="13127"/>
                </a:lnTo>
                <a:lnTo>
                  <a:pt x="49935" y="12703"/>
                </a:lnTo>
                <a:lnTo>
                  <a:pt x="50489" y="12292"/>
                </a:lnTo>
                <a:lnTo>
                  <a:pt x="51049" y="11893"/>
                </a:lnTo>
                <a:lnTo>
                  <a:pt x="51617" y="11506"/>
                </a:lnTo>
                <a:lnTo>
                  <a:pt x="52193" y="11131"/>
                </a:lnTo>
                <a:lnTo>
                  <a:pt x="52775" y="10768"/>
                </a:lnTo>
                <a:lnTo>
                  <a:pt x="53365" y="10418"/>
                </a:lnTo>
                <a:lnTo>
                  <a:pt x="53960" y="10080"/>
                </a:lnTo>
                <a:lnTo>
                  <a:pt x="54558" y="9754"/>
                </a:lnTo>
                <a:lnTo>
                  <a:pt x="55159" y="9440"/>
                </a:lnTo>
                <a:lnTo>
                  <a:pt x="55762" y="9138"/>
                </a:lnTo>
                <a:lnTo>
                  <a:pt x="56368" y="8848"/>
                </a:lnTo>
                <a:lnTo>
                  <a:pt x="56977" y="8570"/>
                </a:lnTo>
                <a:lnTo>
                  <a:pt x="57589" y="8304"/>
                </a:lnTo>
                <a:lnTo>
                  <a:pt x="58203" y="8051"/>
                </a:lnTo>
                <a:lnTo>
                  <a:pt x="58821" y="7809"/>
                </a:lnTo>
                <a:lnTo>
                  <a:pt x="59441" y="7580"/>
                </a:lnTo>
                <a:lnTo>
                  <a:pt x="60064" y="7362"/>
                </a:lnTo>
                <a:lnTo>
                  <a:pt x="60689" y="7157"/>
                </a:lnTo>
                <a:lnTo>
                  <a:pt x="61317" y="6964"/>
                </a:lnTo>
                <a:lnTo>
                  <a:pt x="61948" y="6783"/>
                </a:lnTo>
                <a:lnTo>
                  <a:pt x="62582" y="6613"/>
                </a:lnTo>
                <a:lnTo>
                  <a:pt x="63219" y="6456"/>
                </a:lnTo>
                <a:lnTo>
                  <a:pt x="63858" y="6311"/>
                </a:lnTo>
                <a:lnTo>
                  <a:pt x="64501" y="6179"/>
                </a:lnTo>
                <a:lnTo>
                  <a:pt x="65146" y="6058"/>
                </a:lnTo>
                <a:lnTo>
                  <a:pt x="65793" y="5949"/>
                </a:lnTo>
                <a:lnTo>
                  <a:pt x="66444" y="5852"/>
                </a:lnTo>
                <a:lnTo>
                  <a:pt x="67097" y="5768"/>
                </a:lnTo>
                <a:lnTo>
                  <a:pt x="67753" y="5695"/>
                </a:lnTo>
                <a:lnTo>
                  <a:pt x="68412" y="5635"/>
                </a:lnTo>
                <a:lnTo>
                  <a:pt x="69072" y="5587"/>
                </a:lnTo>
                <a:lnTo>
                  <a:pt x="69731" y="5551"/>
                </a:lnTo>
                <a:lnTo>
                  <a:pt x="70390" y="5529"/>
                </a:lnTo>
                <a:lnTo>
                  <a:pt x="71048" y="5518"/>
                </a:lnTo>
                <a:lnTo>
                  <a:pt x="71705" y="5520"/>
                </a:lnTo>
                <a:lnTo>
                  <a:pt x="72362" y="5535"/>
                </a:lnTo>
                <a:lnTo>
                  <a:pt x="73018" y="5563"/>
                </a:lnTo>
                <a:lnTo>
                  <a:pt x="73674" y="5603"/>
                </a:lnTo>
                <a:lnTo>
                  <a:pt x="74329" y="5655"/>
                </a:lnTo>
                <a:lnTo>
                  <a:pt x="74983" y="5720"/>
                </a:lnTo>
                <a:lnTo>
                  <a:pt x="75636" y="5798"/>
                </a:lnTo>
                <a:lnTo>
                  <a:pt x="76289" y="5888"/>
                </a:lnTo>
                <a:lnTo>
                  <a:pt x="76942" y="5991"/>
                </a:lnTo>
                <a:lnTo>
                  <a:pt x="77594" y="6107"/>
                </a:lnTo>
                <a:lnTo>
                  <a:pt x="78245" y="6235"/>
                </a:lnTo>
                <a:lnTo>
                  <a:pt x="78895" y="6375"/>
                </a:lnTo>
                <a:lnTo>
                  <a:pt x="79545" y="6528"/>
                </a:lnTo>
                <a:lnTo>
                  <a:pt x="80195" y="6694"/>
                </a:lnTo>
                <a:lnTo>
                  <a:pt x="80843" y="6872"/>
                </a:lnTo>
                <a:lnTo>
                  <a:pt x="81491" y="7063"/>
                </a:lnTo>
                <a:lnTo>
                  <a:pt x="82139" y="7267"/>
                </a:lnTo>
                <a:lnTo>
                  <a:pt x="82785" y="7483"/>
                </a:lnTo>
                <a:lnTo>
                  <a:pt x="83432" y="7711"/>
                </a:lnTo>
                <a:lnTo>
                  <a:pt x="84077" y="7953"/>
                </a:lnTo>
                <a:lnTo>
                  <a:pt x="84772" y="8207"/>
                </a:lnTo>
                <a:lnTo>
                  <a:pt x="85452" y="8468"/>
                </a:lnTo>
                <a:lnTo>
                  <a:pt x="86118" y="8738"/>
                </a:lnTo>
                <a:lnTo>
                  <a:pt x="86769" y="9016"/>
                </a:lnTo>
                <a:lnTo>
                  <a:pt x="87406" y="9301"/>
                </a:lnTo>
                <a:lnTo>
                  <a:pt x="88029" y="9594"/>
                </a:lnTo>
                <a:lnTo>
                  <a:pt x="88637" y="9896"/>
                </a:lnTo>
                <a:lnTo>
                  <a:pt x="89231" y="10205"/>
                </a:lnTo>
                <a:lnTo>
                  <a:pt x="89810" y="10522"/>
                </a:lnTo>
                <a:lnTo>
                  <a:pt x="90375" y="10847"/>
                </a:lnTo>
                <a:lnTo>
                  <a:pt x="90925" y="11179"/>
                </a:lnTo>
                <a:lnTo>
                  <a:pt x="91461" y="11520"/>
                </a:lnTo>
                <a:lnTo>
                  <a:pt x="91982" y="11869"/>
                </a:lnTo>
                <a:lnTo>
                  <a:pt x="92489" y="12225"/>
                </a:lnTo>
                <a:lnTo>
                  <a:pt x="92982" y="12589"/>
                </a:lnTo>
                <a:lnTo>
                  <a:pt x="93460" y="12961"/>
                </a:lnTo>
                <a:lnTo>
                  <a:pt x="93923" y="13341"/>
                </a:lnTo>
                <a:lnTo>
                  <a:pt x="94373" y="13729"/>
                </a:lnTo>
                <a:lnTo>
                  <a:pt x="94807" y="14125"/>
                </a:lnTo>
                <a:lnTo>
                  <a:pt x="95228" y="14529"/>
                </a:lnTo>
                <a:lnTo>
                  <a:pt x="95634" y="14940"/>
                </a:lnTo>
                <a:lnTo>
                  <a:pt x="96025" y="15359"/>
                </a:lnTo>
                <a:lnTo>
                  <a:pt x="96402" y="15787"/>
                </a:lnTo>
                <a:lnTo>
                  <a:pt x="96765" y="16222"/>
                </a:lnTo>
                <a:lnTo>
                  <a:pt x="97112" y="16663"/>
                </a:lnTo>
                <a:lnTo>
                  <a:pt x="97445" y="17110"/>
                </a:lnTo>
                <a:lnTo>
                  <a:pt x="97763" y="17561"/>
                </a:lnTo>
                <a:lnTo>
                  <a:pt x="98067" y="18017"/>
                </a:lnTo>
                <a:lnTo>
                  <a:pt x="98355" y="18479"/>
                </a:lnTo>
                <a:lnTo>
                  <a:pt x="98628" y="18945"/>
                </a:lnTo>
                <a:lnTo>
                  <a:pt x="98887" y="19416"/>
                </a:lnTo>
                <a:lnTo>
                  <a:pt x="99130" y="19891"/>
                </a:lnTo>
                <a:lnTo>
                  <a:pt x="99359" y="20372"/>
                </a:lnTo>
                <a:lnTo>
                  <a:pt x="99573" y="20858"/>
                </a:lnTo>
                <a:lnTo>
                  <a:pt x="99772" y="21348"/>
                </a:lnTo>
                <a:lnTo>
                  <a:pt x="99956" y="21844"/>
                </a:lnTo>
                <a:lnTo>
                  <a:pt x="100125" y="22344"/>
                </a:lnTo>
                <a:lnTo>
                  <a:pt x="100279" y="22849"/>
                </a:lnTo>
                <a:lnTo>
                  <a:pt x="100418" y="23359"/>
                </a:lnTo>
                <a:lnTo>
                  <a:pt x="100543" y="23874"/>
                </a:lnTo>
                <a:lnTo>
                  <a:pt x="100652" y="24394"/>
                </a:lnTo>
                <a:lnTo>
                  <a:pt x="100747" y="24919"/>
                </a:lnTo>
                <a:lnTo>
                  <a:pt x="100826" y="25449"/>
                </a:lnTo>
                <a:lnTo>
                  <a:pt x="100891" y="25983"/>
                </a:lnTo>
                <a:lnTo>
                  <a:pt x="100941" y="26523"/>
                </a:lnTo>
                <a:lnTo>
                  <a:pt x="100976" y="27067"/>
                </a:lnTo>
                <a:lnTo>
                  <a:pt x="100996" y="27617"/>
                </a:lnTo>
                <a:lnTo>
                  <a:pt x="101001" y="28171"/>
                </a:lnTo>
                <a:lnTo>
                  <a:pt x="100991" y="28729"/>
                </a:lnTo>
                <a:lnTo>
                  <a:pt x="100965" y="29292"/>
                </a:lnTo>
                <a:lnTo>
                  <a:pt x="100923" y="29858"/>
                </a:lnTo>
                <a:lnTo>
                  <a:pt x="100865" y="30429"/>
                </a:lnTo>
                <a:lnTo>
                  <a:pt x="100791" y="31003"/>
                </a:lnTo>
                <a:lnTo>
                  <a:pt x="100701" y="31581"/>
                </a:lnTo>
                <a:lnTo>
                  <a:pt x="100595" y="32163"/>
                </a:lnTo>
                <a:lnTo>
                  <a:pt x="100474" y="32749"/>
                </a:lnTo>
                <a:lnTo>
                  <a:pt x="100336" y="33339"/>
                </a:lnTo>
                <a:lnTo>
                  <a:pt x="100183" y="33933"/>
                </a:lnTo>
                <a:lnTo>
                  <a:pt x="100013" y="34530"/>
                </a:lnTo>
                <a:lnTo>
                  <a:pt x="99828" y="35132"/>
                </a:lnTo>
                <a:lnTo>
                  <a:pt x="99626" y="35737"/>
                </a:lnTo>
                <a:lnTo>
                  <a:pt x="99409" y="36347"/>
                </a:lnTo>
                <a:lnTo>
                  <a:pt x="99176" y="36960"/>
                </a:lnTo>
                <a:lnTo>
                  <a:pt x="98927" y="37577"/>
                </a:lnTo>
                <a:lnTo>
                  <a:pt x="98662" y="38198"/>
                </a:lnTo>
                <a:lnTo>
                  <a:pt x="98381" y="38823"/>
                </a:lnTo>
                <a:lnTo>
                  <a:pt x="98084" y="39452"/>
                </a:lnTo>
                <a:lnTo>
                  <a:pt x="97772" y="40085"/>
                </a:lnTo>
                <a:lnTo>
                  <a:pt x="97443" y="40722"/>
                </a:lnTo>
                <a:lnTo>
                  <a:pt x="97098" y="41362"/>
                </a:lnTo>
                <a:lnTo>
                  <a:pt x="96738" y="42007"/>
                </a:lnTo>
                <a:lnTo>
                  <a:pt x="96362" y="42655"/>
                </a:lnTo>
                <a:lnTo>
                  <a:pt x="85906" y="60215"/>
                </a:lnTo>
                <a:lnTo>
                  <a:pt x="61891" y="51004"/>
                </a:lnTo>
                <a:lnTo>
                  <a:pt x="61341" y="50806"/>
                </a:lnTo>
                <a:lnTo>
                  <a:pt x="60787" y="50613"/>
                </a:lnTo>
                <a:lnTo>
                  <a:pt x="60230" y="50425"/>
                </a:lnTo>
                <a:lnTo>
                  <a:pt x="59669" y="50241"/>
                </a:lnTo>
                <a:lnTo>
                  <a:pt x="59105" y="50063"/>
                </a:lnTo>
                <a:lnTo>
                  <a:pt x="58537" y="49890"/>
                </a:lnTo>
                <a:lnTo>
                  <a:pt x="57964" y="49722"/>
                </a:lnTo>
                <a:lnTo>
                  <a:pt x="57389" y="49559"/>
                </a:lnTo>
                <a:lnTo>
                  <a:pt x="56809" y="49400"/>
                </a:lnTo>
                <a:lnTo>
                  <a:pt x="56226" y="49247"/>
                </a:lnTo>
                <a:lnTo>
                  <a:pt x="55639" y="49099"/>
                </a:lnTo>
                <a:lnTo>
                  <a:pt x="55049" y="48955"/>
                </a:lnTo>
                <a:lnTo>
                  <a:pt x="54454" y="48817"/>
                </a:lnTo>
                <a:lnTo>
                  <a:pt x="53856" y="48683"/>
                </a:lnTo>
                <a:lnTo>
                  <a:pt x="53255" y="48555"/>
                </a:lnTo>
                <a:lnTo>
                  <a:pt x="52649" y="48432"/>
                </a:lnTo>
                <a:lnTo>
                  <a:pt x="52040" y="48313"/>
                </a:lnTo>
                <a:lnTo>
                  <a:pt x="51427" y="48199"/>
                </a:lnTo>
                <a:lnTo>
                  <a:pt x="50811" y="48091"/>
                </a:lnTo>
                <a:lnTo>
                  <a:pt x="50190" y="47987"/>
                </a:lnTo>
                <a:lnTo>
                  <a:pt x="49566" y="47889"/>
                </a:lnTo>
                <a:lnTo>
                  <a:pt x="48939" y="47795"/>
                </a:lnTo>
                <a:lnTo>
                  <a:pt x="48307" y="47706"/>
                </a:lnTo>
                <a:lnTo>
                  <a:pt x="47672" y="47623"/>
                </a:lnTo>
                <a:lnTo>
                  <a:pt x="47035" y="47545"/>
                </a:lnTo>
                <a:lnTo>
                  <a:pt x="46396" y="47476"/>
                </a:lnTo>
                <a:lnTo>
                  <a:pt x="45757" y="47414"/>
                </a:lnTo>
                <a:lnTo>
                  <a:pt x="45116" y="47360"/>
                </a:lnTo>
                <a:lnTo>
                  <a:pt x="44475" y="47314"/>
                </a:lnTo>
                <a:lnTo>
                  <a:pt x="43832" y="47276"/>
                </a:lnTo>
                <a:lnTo>
                  <a:pt x="43189" y="47246"/>
                </a:lnTo>
                <a:lnTo>
                  <a:pt x="42544" y="47223"/>
                </a:lnTo>
                <a:lnTo>
                  <a:pt x="41899" y="47208"/>
                </a:lnTo>
                <a:lnTo>
                  <a:pt x="41252" y="47201"/>
                </a:lnTo>
                <a:lnTo>
                  <a:pt x="40605" y="47202"/>
                </a:lnTo>
                <a:lnTo>
                  <a:pt x="39957" y="47211"/>
                </a:lnTo>
                <a:lnTo>
                  <a:pt x="39307" y="47227"/>
                </a:lnTo>
                <a:lnTo>
                  <a:pt x="38657" y="47252"/>
                </a:lnTo>
                <a:lnTo>
                  <a:pt x="38005" y="47284"/>
                </a:lnTo>
                <a:lnTo>
                  <a:pt x="37353" y="47324"/>
                </a:lnTo>
                <a:lnTo>
                  <a:pt x="36699" y="47371"/>
                </a:lnTo>
                <a:lnTo>
                  <a:pt x="36045" y="47427"/>
                </a:lnTo>
                <a:lnTo>
                  <a:pt x="35389" y="47490"/>
                </a:lnTo>
                <a:lnTo>
                  <a:pt x="34733" y="47561"/>
                </a:lnTo>
                <a:lnTo>
                  <a:pt x="34075" y="47640"/>
                </a:lnTo>
                <a:lnTo>
                  <a:pt x="33417" y="47727"/>
                </a:lnTo>
                <a:lnTo>
                  <a:pt x="32758" y="47822"/>
                </a:lnTo>
                <a:lnTo>
                  <a:pt x="32097" y="47924"/>
                </a:lnTo>
                <a:lnTo>
                  <a:pt x="31438" y="48036"/>
                </a:lnTo>
                <a:lnTo>
                  <a:pt x="30781" y="48160"/>
                </a:lnTo>
                <a:lnTo>
                  <a:pt x="30128" y="48294"/>
                </a:lnTo>
                <a:lnTo>
                  <a:pt x="29478" y="48441"/>
                </a:lnTo>
                <a:lnTo>
                  <a:pt x="28830" y="48598"/>
                </a:lnTo>
                <a:lnTo>
                  <a:pt x="28186" y="48767"/>
                </a:lnTo>
                <a:lnTo>
                  <a:pt x="27545" y="48947"/>
                </a:lnTo>
                <a:lnTo>
                  <a:pt x="26907" y="49139"/>
                </a:lnTo>
                <a:lnTo>
                  <a:pt x="26272" y="49342"/>
                </a:lnTo>
                <a:lnTo>
                  <a:pt x="25640" y="49556"/>
                </a:lnTo>
                <a:lnTo>
                  <a:pt x="25011" y="49782"/>
                </a:lnTo>
                <a:lnTo>
                  <a:pt x="24385" y="50019"/>
                </a:lnTo>
                <a:lnTo>
                  <a:pt x="23762" y="50267"/>
                </a:lnTo>
                <a:lnTo>
                  <a:pt x="23142" y="50527"/>
                </a:lnTo>
                <a:lnTo>
                  <a:pt x="22525" y="50798"/>
                </a:lnTo>
                <a:lnTo>
                  <a:pt x="21912" y="51081"/>
                </a:lnTo>
                <a:lnTo>
                  <a:pt x="21301" y="51375"/>
                </a:lnTo>
                <a:lnTo>
                  <a:pt x="20693" y="51680"/>
                </a:lnTo>
                <a:lnTo>
                  <a:pt x="20089" y="51997"/>
                </a:lnTo>
                <a:lnTo>
                  <a:pt x="19487" y="52325"/>
                </a:lnTo>
                <a:lnTo>
                  <a:pt x="18889" y="52664"/>
                </a:lnTo>
                <a:lnTo>
                  <a:pt x="18293" y="53015"/>
                </a:lnTo>
                <a:lnTo>
                  <a:pt x="17701" y="53377"/>
                </a:lnTo>
                <a:lnTo>
                  <a:pt x="17111" y="53751"/>
                </a:lnTo>
                <a:lnTo>
                  <a:pt x="16527" y="54137"/>
                </a:lnTo>
                <a:lnTo>
                  <a:pt x="15950" y="54539"/>
                </a:lnTo>
                <a:lnTo>
                  <a:pt x="15380" y="54955"/>
                </a:lnTo>
                <a:lnTo>
                  <a:pt x="14817" y="55385"/>
                </a:lnTo>
                <a:lnTo>
                  <a:pt x="14261" y="55831"/>
                </a:lnTo>
                <a:lnTo>
                  <a:pt x="13713" y="56291"/>
                </a:lnTo>
                <a:lnTo>
                  <a:pt x="13172" y="56766"/>
                </a:lnTo>
                <a:lnTo>
                  <a:pt x="12637" y="57256"/>
                </a:lnTo>
                <a:lnTo>
                  <a:pt x="12110" y="57760"/>
                </a:lnTo>
                <a:lnTo>
                  <a:pt x="11591" y="58280"/>
                </a:lnTo>
                <a:lnTo>
                  <a:pt x="11078" y="58813"/>
                </a:lnTo>
                <a:lnTo>
                  <a:pt x="10572" y="59362"/>
                </a:lnTo>
                <a:lnTo>
                  <a:pt x="10074" y="59926"/>
                </a:lnTo>
                <a:lnTo>
                  <a:pt x="9583" y="60504"/>
                </a:lnTo>
                <a:lnTo>
                  <a:pt x="9099" y="61097"/>
                </a:lnTo>
                <a:lnTo>
                  <a:pt x="8622" y="61704"/>
                </a:lnTo>
                <a:lnTo>
                  <a:pt x="8152" y="62327"/>
                </a:lnTo>
                <a:lnTo>
                  <a:pt x="7689" y="62964"/>
                </a:lnTo>
                <a:lnTo>
                  <a:pt x="7234" y="63615"/>
                </a:lnTo>
                <a:lnTo>
                  <a:pt x="6786" y="64282"/>
                </a:lnTo>
                <a:lnTo>
                  <a:pt x="6345" y="64963"/>
                </a:lnTo>
                <a:lnTo>
                  <a:pt x="5911" y="65659"/>
                </a:lnTo>
                <a:lnTo>
                  <a:pt x="5484" y="66370"/>
                </a:lnTo>
                <a:lnTo>
                  <a:pt x="5064" y="67096"/>
                </a:lnTo>
                <a:lnTo>
                  <a:pt x="4685" y="67753"/>
                </a:lnTo>
                <a:lnTo>
                  <a:pt x="4320" y="68409"/>
                </a:lnTo>
                <a:lnTo>
                  <a:pt x="3971" y="69064"/>
                </a:lnTo>
                <a:lnTo>
                  <a:pt x="3638" y="69717"/>
                </a:lnTo>
                <a:lnTo>
                  <a:pt x="3319" y="70370"/>
                </a:lnTo>
                <a:lnTo>
                  <a:pt x="3016" y="71021"/>
                </a:lnTo>
                <a:lnTo>
                  <a:pt x="2728" y="71672"/>
                </a:lnTo>
                <a:lnTo>
                  <a:pt x="2455" y="72321"/>
                </a:lnTo>
                <a:lnTo>
                  <a:pt x="2198" y="72969"/>
                </a:lnTo>
                <a:lnTo>
                  <a:pt x="1955" y="73616"/>
                </a:lnTo>
                <a:lnTo>
                  <a:pt x="1728" y="74261"/>
                </a:lnTo>
                <a:lnTo>
                  <a:pt x="1517" y="74906"/>
                </a:lnTo>
                <a:lnTo>
                  <a:pt x="1320" y="75549"/>
                </a:lnTo>
                <a:lnTo>
                  <a:pt x="1139" y="76192"/>
                </a:lnTo>
                <a:lnTo>
                  <a:pt x="973" y="76833"/>
                </a:lnTo>
                <a:lnTo>
                  <a:pt x="823" y="77473"/>
                </a:lnTo>
                <a:lnTo>
                  <a:pt x="687" y="78112"/>
                </a:lnTo>
                <a:lnTo>
                  <a:pt x="567" y="78750"/>
                </a:lnTo>
                <a:lnTo>
                  <a:pt x="462" y="79386"/>
                </a:lnTo>
                <a:lnTo>
                  <a:pt x="373" y="80022"/>
                </a:lnTo>
                <a:lnTo>
                  <a:pt x="298" y="80656"/>
                </a:lnTo>
                <a:lnTo>
                  <a:pt x="239" y="81289"/>
                </a:lnTo>
                <a:lnTo>
                  <a:pt x="195" y="81921"/>
                </a:lnTo>
                <a:lnTo>
                  <a:pt x="167" y="82552"/>
                </a:lnTo>
                <a:lnTo>
                  <a:pt x="154" y="83180"/>
                </a:lnTo>
                <a:lnTo>
                  <a:pt x="156" y="83803"/>
                </a:lnTo>
                <a:lnTo>
                  <a:pt x="174" y="84421"/>
                </a:lnTo>
                <a:lnTo>
                  <a:pt x="208" y="85035"/>
                </a:lnTo>
                <a:lnTo>
                  <a:pt x="257" y="85644"/>
                </a:lnTo>
                <a:lnTo>
                  <a:pt x="322" y="86249"/>
                </a:lnTo>
                <a:lnTo>
                  <a:pt x="403" y="86849"/>
                </a:lnTo>
                <a:lnTo>
                  <a:pt x="499" y="87445"/>
                </a:lnTo>
                <a:lnTo>
                  <a:pt x="611" y="88036"/>
                </a:lnTo>
                <a:lnTo>
                  <a:pt x="738" y="88622"/>
                </a:lnTo>
                <a:lnTo>
                  <a:pt x="881" y="89203"/>
                </a:lnTo>
                <a:lnTo>
                  <a:pt x="1039" y="89781"/>
                </a:lnTo>
                <a:lnTo>
                  <a:pt x="1213" y="90353"/>
                </a:lnTo>
                <a:lnTo>
                  <a:pt x="1403" y="90921"/>
                </a:lnTo>
                <a:lnTo>
                  <a:pt x="1608" y="91484"/>
                </a:lnTo>
                <a:lnTo>
                  <a:pt x="1829" y="92043"/>
                </a:lnTo>
                <a:lnTo>
                  <a:pt x="2065" y="92597"/>
                </a:lnTo>
                <a:lnTo>
                  <a:pt x="2317" y="93146"/>
                </a:lnTo>
                <a:lnTo>
                  <a:pt x="2585" y="93691"/>
                </a:lnTo>
                <a:lnTo>
                  <a:pt x="2868" y="94231"/>
                </a:lnTo>
                <a:lnTo>
                  <a:pt x="3167" y="94766"/>
                </a:lnTo>
                <a:lnTo>
                  <a:pt x="3481" y="95297"/>
                </a:lnTo>
                <a:lnTo>
                  <a:pt x="3811" y="95824"/>
                </a:lnTo>
                <a:lnTo>
                  <a:pt x="4157" y="96345"/>
                </a:lnTo>
                <a:lnTo>
                  <a:pt x="4518" y="96860"/>
                </a:lnTo>
                <a:lnTo>
                  <a:pt x="4894" y="97363"/>
                </a:lnTo>
                <a:lnTo>
                  <a:pt x="5286" y="97857"/>
                </a:lnTo>
                <a:lnTo>
                  <a:pt x="5693" y="98339"/>
                </a:lnTo>
                <a:lnTo>
                  <a:pt x="6116" y="98812"/>
                </a:lnTo>
                <a:lnTo>
                  <a:pt x="6554" y="99273"/>
                </a:lnTo>
                <a:lnTo>
                  <a:pt x="7008" y="99725"/>
                </a:lnTo>
                <a:lnTo>
                  <a:pt x="7477" y="100166"/>
                </a:lnTo>
                <a:lnTo>
                  <a:pt x="7962" y="100596"/>
                </a:lnTo>
                <a:lnTo>
                  <a:pt x="8462" y="101016"/>
                </a:lnTo>
                <a:lnTo>
                  <a:pt x="8977" y="101425"/>
                </a:lnTo>
                <a:lnTo>
                  <a:pt x="9508" y="101824"/>
                </a:lnTo>
                <a:lnTo>
                  <a:pt x="10054" y="102213"/>
                </a:lnTo>
                <a:lnTo>
                  <a:pt x="10616" y="102591"/>
                </a:lnTo>
                <a:lnTo>
                  <a:pt x="11193" y="102958"/>
                </a:lnTo>
                <a:lnTo>
                  <a:pt x="11786" y="103316"/>
                </a:lnTo>
                <a:lnTo>
                  <a:pt x="12394" y="103662"/>
                </a:lnTo>
                <a:lnTo>
                  <a:pt x="13018" y="103998"/>
                </a:lnTo>
                <a:lnTo>
                  <a:pt x="13656" y="104324"/>
                </a:lnTo>
                <a:lnTo>
                  <a:pt x="14311" y="104639"/>
                </a:lnTo>
                <a:lnTo>
                  <a:pt x="14981" y="104944"/>
                </a:lnTo>
                <a:lnTo>
                  <a:pt x="15666" y="105238"/>
                </a:lnTo>
                <a:lnTo>
                  <a:pt x="16367" y="105522"/>
                </a:lnTo>
                <a:lnTo>
                  <a:pt x="17083" y="105795"/>
                </a:lnTo>
                <a:lnTo>
                  <a:pt x="17739" y="106033"/>
                </a:lnTo>
                <a:lnTo>
                  <a:pt x="18393" y="106260"/>
                </a:lnTo>
                <a:lnTo>
                  <a:pt x="19046" y="106479"/>
                </a:lnTo>
                <a:lnTo>
                  <a:pt x="19696" y="106687"/>
                </a:lnTo>
                <a:lnTo>
                  <a:pt x="20346" y="106886"/>
                </a:lnTo>
                <a:lnTo>
                  <a:pt x="20993" y="107075"/>
                </a:lnTo>
                <a:lnTo>
                  <a:pt x="21639" y="107255"/>
                </a:lnTo>
                <a:lnTo>
                  <a:pt x="22283" y="107425"/>
                </a:lnTo>
                <a:lnTo>
                  <a:pt x="22925" y="107585"/>
                </a:lnTo>
                <a:lnTo>
                  <a:pt x="23566" y="107736"/>
                </a:lnTo>
                <a:lnTo>
                  <a:pt x="24205" y="107877"/>
                </a:lnTo>
                <a:lnTo>
                  <a:pt x="24842" y="108008"/>
                </a:lnTo>
                <a:lnTo>
                  <a:pt x="25478" y="108130"/>
                </a:lnTo>
                <a:lnTo>
                  <a:pt x="26112" y="108242"/>
                </a:lnTo>
                <a:lnTo>
                  <a:pt x="26744" y="108344"/>
                </a:lnTo>
                <a:lnTo>
                  <a:pt x="27374" y="108437"/>
                </a:lnTo>
                <a:lnTo>
                  <a:pt x="28003" y="108520"/>
                </a:lnTo>
                <a:lnTo>
                  <a:pt x="28630" y="108593"/>
                </a:lnTo>
                <a:lnTo>
                  <a:pt x="29255" y="108657"/>
                </a:lnTo>
                <a:lnTo>
                  <a:pt x="29879" y="108711"/>
                </a:lnTo>
                <a:lnTo>
                  <a:pt x="30501" y="108756"/>
                </a:lnTo>
                <a:lnTo>
                  <a:pt x="31121" y="108791"/>
                </a:lnTo>
                <a:lnTo>
                  <a:pt x="31740" y="108816"/>
                </a:lnTo>
                <a:lnTo>
                  <a:pt x="32357" y="108831"/>
                </a:lnTo>
                <a:lnTo>
                  <a:pt x="32972" y="108838"/>
                </a:lnTo>
                <a:lnTo>
                  <a:pt x="33585" y="108838"/>
                </a:lnTo>
                <a:lnTo>
                  <a:pt x="34196" y="108830"/>
                </a:lnTo>
                <a:lnTo>
                  <a:pt x="34805" y="108815"/>
                </a:lnTo>
                <a:lnTo>
                  <a:pt x="35412" y="108793"/>
                </a:lnTo>
                <a:lnTo>
                  <a:pt x="36017" y="108763"/>
                </a:lnTo>
                <a:lnTo>
                  <a:pt x="36620" y="108726"/>
                </a:lnTo>
                <a:lnTo>
                  <a:pt x="37221" y="108682"/>
                </a:lnTo>
                <a:lnTo>
                  <a:pt x="37820" y="108630"/>
                </a:lnTo>
                <a:lnTo>
                  <a:pt x="38417" y="108571"/>
                </a:lnTo>
                <a:lnTo>
                  <a:pt x="39013" y="108504"/>
                </a:lnTo>
                <a:lnTo>
                  <a:pt x="39606" y="108431"/>
                </a:lnTo>
                <a:lnTo>
                  <a:pt x="40197" y="108349"/>
                </a:lnTo>
                <a:lnTo>
                  <a:pt x="40786" y="108261"/>
                </a:lnTo>
                <a:lnTo>
                  <a:pt x="41373" y="108165"/>
                </a:lnTo>
                <a:lnTo>
                  <a:pt x="41958" y="108062"/>
                </a:lnTo>
                <a:lnTo>
                  <a:pt x="42542" y="107951"/>
                </a:lnTo>
                <a:lnTo>
                  <a:pt x="43123" y="107834"/>
                </a:lnTo>
                <a:lnTo>
                  <a:pt x="43702" y="107708"/>
                </a:lnTo>
                <a:lnTo>
                  <a:pt x="44279" y="107576"/>
                </a:lnTo>
                <a:lnTo>
                  <a:pt x="44855" y="107436"/>
                </a:lnTo>
                <a:lnTo>
                  <a:pt x="45428" y="107289"/>
                </a:lnTo>
                <a:lnTo>
                  <a:pt x="45999" y="107134"/>
                </a:lnTo>
                <a:lnTo>
                  <a:pt x="46569" y="106972"/>
                </a:lnTo>
                <a:lnTo>
                  <a:pt x="47136" y="106804"/>
                </a:lnTo>
                <a:lnTo>
                  <a:pt x="47702" y="106629"/>
                </a:lnTo>
                <a:lnTo>
                  <a:pt x="48266" y="106449"/>
                </a:lnTo>
                <a:lnTo>
                  <a:pt x="48828" y="106263"/>
                </a:lnTo>
                <a:lnTo>
                  <a:pt x="49388" y="106072"/>
                </a:lnTo>
                <a:lnTo>
                  <a:pt x="49947" y="105875"/>
                </a:lnTo>
                <a:lnTo>
                  <a:pt x="50503" y="105672"/>
                </a:lnTo>
                <a:lnTo>
                  <a:pt x="51058" y="105463"/>
                </a:lnTo>
                <a:lnTo>
                  <a:pt x="51611" y="105249"/>
                </a:lnTo>
                <a:lnTo>
                  <a:pt x="52162" y="105029"/>
                </a:lnTo>
                <a:lnTo>
                  <a:pt x="52711" y="104803"/>
                </a:lnTo>
                <a:lnTo>
                  <a:pt x="53259" y="104572"/>
                </a:lnTo>
                <a:lnTo>
                  <a:pt x="53805" y="104335"/>
                </a:lnTo>
                <a:lnTo>
                  <a:pt x="54348" y="104092"/>
                </a:lnTo>
                <a:lnTo>
                  <a:pt x="54890" y="103844"/>
                </a:lnTo>
                <a:lnTo>
                  <a:pt x="55431" y="103590"/>
                </a:lnTo>
                <a:lnTo>
                  <a:pt x="55969" y="103330"/>
                </a:lnTo>
                <a:lnTo>
                  <a:pt x="56506" y="103065"/>
                </a:lnTo>
                <a:lnTo>
                  <a:pt x="57040" y="102793"/>
                </a:lnTo>
                <a:lnTo>
                  <a:pt x="57573" y="102517"/>
                </a:lnTo>
                <a:lnTo>
                  <a:pt x="58104" y="102234"/>
                </a:lnTo>
                <a:lnTo>
                  <a:pt x="58634" y="101946"/>
                </a:lnTo>
                <a:lnTo>
                  <a:pt x="59161" y="101652"/>
                </a:lnTo>
                <a:lnTo>
                  <a:pt x="59687" y="101352"/>
                </a:lnTo>
                <a:lnTo>
                  <a:pt x="60210" y="101048"/>
                </a:lnTo>
                <a:lnTo>
                  <a:pt x="60728" y="100741"/>
                </a:lnTo>
                <a:lnTo>
                  <a:pt x="61242" y="100432"/>
                </a:lnTo>
                <a:lnTo>
                  <a:pt x="61751" y="100120"/>
                </a:lnTo>
                <a:lnTo>
                  <a:pt x="62256" y="99805"/>
                </a:lnTo>
                <a:lnTo>
                  <a:pt x="62378" y="99728"/>
                </a:lnTo>
                <a:lnTo>
                  <a:pt x="62372" y="99739"/>
                </a:lnTo>
                <a:close/>
                <a:moveTo>
                  <a:pt x="68044" y="90213"/>
                </a:moveTo>
                <a:lnTo>
                  <a:pt x="67477" y="90662"/>
                </a:lnTo>
                <a:lnTo>
                  <a:pt x="66826" y="91167"/>
                </a:lnTo>
                <a:lnTo>
                  <a:pt x="66171" y="91661"/>
                </a:lnTo>
                <a:lnTo>
                  <a:pt x="65513" y="92147"/>
                </a:lnTo>
                <a:lnTo>
                  <a:pt x="64852" y="92624"/>
                </a:lnTo>
                <a:lnTo>
                  <a:pt x="64188" y="93091"/>
                </a:lnTo>
                <a:lnTo>
                  <a:pt x="63520" y="93549"/>
                </a:lnTo>
                <a:lnTo>
                  <a:pt x="62849" y="93997"/>
                </a:lnTo>
                <a:lnTo>
                  <a:pt x="62175" y="94437"/>
                </a:lnTo>
                <a:lnTo>
                  <a:pt x="61498" y="94867"/>
                </a:lnTo>
                <a:lnTo>
                  <a:pt x="60817" y="95288"/>
                </a:lnTo>
                <a:lnTo>
                  <a:pt x="60134" y="95699"/>
                </a:lnTo>
                <a:lnTo>
                  <a:pt x="59446" y="96102"/>
                </a:lnTo>
                <a:lnTo>
                  <a:pt x="58756" y="96495"/>
                </a:lnTo>
                <a:lnTo>
                  <a:pt x="58062" y="96879"/>
                </a:lnTo>
                <a:lnTo>
                  <a:pt x="57365" y="97254"/>
                </a:lnTo>
                <a:lnTo>
                  <a:pt x="56665" y="97619"/>
                </a:lnTo>
                <a:lnTo>
                  <a:pt x="55962" y="97975"/>
                </a:lnTo>
                <a:lnTo>
                  <a:pt x="55255" y="98322"/>
                </a:lnTo>
                <a:lnTo>
                  <a:pt x="54546" y="98659"/>
                </a:lnTo>
                <a:lnTo>
                  <a:pt x="53834" y="98985"/>
                </a:lnTo>
                <a:lnTo>
                  <a:pt x="53120" y="99299"/>
                </a:lnTo>
                <a:lnTo>
                  <a:pt x="52403" y="99603"/>
                </a:lnTo>
                <a:lnTo>
                  <a:pt x="51684" y="99895"/>
                </a:lnTo>
                <a:lnTo>
                  <a:pt x="50963" y="100176"/>
                </a:lnTo>
                <a:lnTo>
                  <a:pt x="50240" y="100447"/>
                </a:lnTo>
                <a:lnTo>
                  <a:pt x="49514" y="100706"/>
                </a:lnTo>
                <a:lnTo>
                  <a:pt x="48785" y="100954"/>
                </a:lnTo>
                <a:lnTo>
                  <a:pt x="48055" y="101191"/>
                </a:lnTo>
                <a:lnTo>
                  <a:pt x="47322" y="101417"/>
                </a:lnTo>
                <a:lnTo>
                  <a:pt x="46586" y="101631"/>
                </a:lnTo>
                <a:lnTo>
                  <a:pt x="45849" y="101835"/>
                </a:lnTo>
                <a:lnTo>
                  <a:pt x="45109" y="102028"/>
                </a:lnTo>
                <a:lnTo>
                  <a:pt x="44366" y="102209"/>
                </a:lnTo>
                <a:lnTo>
                  <a:pt x="43622" y="102380"/>
                </a:lnTo>
                <a:lnTo>
                  <a:pt x="42874" y="102539"/>
                </a:lnTo>
                <a:lnTo>
                  <a:pt x="42125" y="102687"/>
                </a:lnTo>
                <a:lnTo>
                  <a:pt x="41373" y="102824"/>
                </a:lnTo>
                <a:lnTo>
                  <a:pt x="40619" y="102950"/>
                </a:lnTo>
                <a:lnTo>
                  <a:pt x="39863" y="103065"/>
                </a:lnTo>
                <a:lnTo>
                  <a:pt x="39104" y="103169"/>
                </a:lnTo>
                <a:lnTo>
                  <a:pt x="38343" y="103262"/>
                </a:lnTo>
                <a:lnTo>
                  <a:pt x="37579" y="103344"/>
                </a:lnTo>
                <a:lnTo>
                  <a:pt x="36814" y="103412"/>
                </a:lnTo>
                <a:lnTo>
                  <a:pt x="36048" y="103464"/>
                </a:lnTo>
                <a:lnTo>
                  <a:pt x="35281" y="103501"/>
                </a:lnTo>
                <a:lnTo>
                  <a:pt x="34513" y="103521"/>
                </a:lnTo>
                <a:lnTo>
                  <a:pt x="33744" y="103526"/>
                </a:lnTo>
                <a:lnTo>
                  <a:pt x="32974" y="103516"/>
                </a:lnTo>
                <a:lnTo>
                  <a:pt x="32203" y="103489"/>
                </a:lnTo>
                <a:lnTo>
                  <a:pt x="31431" y="103447"/>
                </a:lnTo>
                <a:lnTo>
                  <a:pt x="30659" y="103389"/>
                </a:lnTo>
                <a:lnTo>
                  <a:pt x="29885" y="103315"/>
                </a:lnTo>
                <a:lnTo>
                  <a:pt x="29110" y="103226"/>
                </a:lnTo>
                <a:lnTo>
                  <a:pt x="28334" y="103120"/>
                </a:lnTo>
                <a:lnTo>
                  <a:pt x="27558" y="102999"/>
                </a:lnTo>
                <a:lnTo>
                  <a:pt x="26780" y="102863"/>
                </a:lnTo>
                <a:lnTo>
                  <a:pt x="26002" y="102710"/>
                </a:lnTo>
                <a:lnTo>
                  <a:pt x="25222" y="102542"/>
                </a:lnTo>
                <a:lnTo>
                  <a:pt x="24442" y="102358"/>
                </a:lnTo>
                <a:lnTo>
                  <a:pt x="23660" y="102158"/>
                </a:lnTo>
                <a:lnTo>
                  <a:pt x="22878" y="101943"/>
                </a:lnTo>
                <a:lnTo>
                  <a:pt x="22094" y="101711"/>
                </a:lnTo>
                <a:lnTo>
                  <a:pt x="21310" y="101464"/>
                </a:lnTo>
                <a:lnTo>
                  <a:pt x="20525" y="101202"/>
                </a:lnTo>
                <a:lnTo>
                  <a:pt x="19739" y="100923"/>
                </a:lnTo>
                <a:lnTo>
                  <a:pt x="18951" y="100629"/>
                </a:lnTo>
                <a:lnTo>
                  <a:pt x="18396" y="100409"/>
                </a:lnTo>
                <a:lnTo>
                  <a:pt x="17852" y="100182"/>
                </a:lnTo>
                <a:lnTo>
                  <a:pt x="17320" y="99946"/>
                </a:lnTo>
                <a:lnTo>
                  <a:pt x="16800" y="99701"/>
                </a:lnTo>
                <a:lnTo>
                  <a:pt x="16292" y="99449"/>
                </a:lnTo>
                <a:lnTo>
                  <a:pt x="15795" y="99188"/>
                </a:lnTo>
                <a:lnTo>
                  <a:pt x="15310" y="98919"/>
                </a:lnTo>
                <a:lnTo>
                  <a:pt x="14837" y="98641"/>
                </a:lnTo>
                <a:lnTo>
                  <a:pt x="14376" y="98356"/>
                </a:lnTo>
                <a:lnTo>
                  <a:pt x="13927" y="98062"/>
                </a:lnTo>
                <a:lnTo>
                  <a:pt x="13489" y="97760"/>
                </a:lnTo>
                <a:lnTo>
                  <a:pt x="13063" y="97449"/>
                </a:lnTo>
                <a:lnTo>
                  <a:pt x="12649" y="97131"/>
                </a:lnTo>
                <a:lnTo>
                  <a:pt x="12247" y="96804"/>
                </a:lnTo>
                <a:lnTo>
                  <a:pt x="11856" y="96468"/>
                </a:lnTo>
                <a:lnTo>
                  <a:pt x="11477" y="96125"/>
                </a:lnTo>
                <a:lnTo>
                  <a:pt x="11110" y="95773"/>
                </a:lnTo>
                <a:lnTo>
                  <a:pt x="10755" y="95413"/>
                </a:lnTo>
                <a:lnTo>
                  <a:pt x="10412" y="95045"/>
                </a:lnTo>
                <a:lnTo>
                  <a:pt x="10080" y="94668"/>
                </a:lnTo>
                <a:lnTo>
                  <a:pt x="9761" y="94283"/>
                </a:lnTo>
                <a:lnTo>
                  <a:pt x="9453" y="93890"/>
                </a:lnTo>
                <a:lnTo>
                  <a:pt x="9157" y="93488"/>
                </a:lnTo>
                <a:lnTo>
                  <a:pt x="8872" y="93079"/>
                </a:lnTo>
                <a:lnTo>
                  <a:pt x="8600" y="92663"/>
                </a:lnTo>
                <a:lnTo>
                  <a:pt x="8340" y="92243"/>
                </a:lnTo>
                <a:lnTo>
                  <a:pt x="8093" y="91819"/>
                </a:lnTo>
                <a:lnTo>
                  <a:pt x="7859" y="91390"/>
                </a:lnTo>
                <a:lnTo>
                  <a:pt x="7637" y="90958"/>
                </a:lnTo>
                <a:lnTo>
                  <a:pt x="7428" y="90521"/>
                </a:lnTo>
                <a:lnTo>
                  <a:pt x="7231" y="90080"/>
                </a:lnTo>
                <a:lnTo>
                  <a:pt x="7048" y="89635"/>
                </a:lnTo>
                <a:lnTo>
                  <a:pt x="6876" y="89186"/>
                </a:lnTo>
                <a:lnTo>
                  <a:pt x="6717" y="88733"/>
                </a:lnTo>
                <a:lnTo>
                  <a:pt x="6571" y="88276"/>
                </a:lnTo>
                <a:lnTo>
                  <a:pt x="6438" y="87814"/>
                </a:lnTo>
                <a:lnTo>
                  <a:pt x="6317" y="87348"/>
                </a:lnTo>
                <a:lnTo>
                  <a:pt x="6209" y="86879"/>
                </a:lnTo>
                <a:lnTo>
                  <a:pt x="6113" y="86405"/>
                </a:lnTo>
                <a:lnTo>
                  <a:pt x="6030" y="85926"/>
                </a:lnTo>
                <a:lnTo>
                  <a:pt x="5960" y="85444"/>
                </a:lnTo>
                <a:lnTo>
                  <a:pt x="5902" y="84958"/>
                </a:lnTo>
                <a:lnTo>
                  <a:pt x="5856" y="84467"/>
                </a:lnTo>
                <a:lnTo>
                  <a:pt x="5824" y="83972"/>
                </a:lnTo>
                <a:lnTo>
                  <a:pt x="5804" y="83473"/>
                </a:lnTo>
                <a:lnTo>
                  <a:pt x="5796" y="82970"/>
                </a:lnTo>
                <a:lnTo>
                  <a:pt x="5802" y="82463"/>
                </a:lnTo>
                <a:lnTo>
                  <a:pt x="5819" y="81952"/>
                </a:lnTo>
                <a:lnTo>
                  <a:pt x="5850" y="81438"/>
                </a:lnTo>
                <a:lnTo>
                  <a:pt x="5893" y="80924"/>
                </a:lnTo>
                <a:lnTo>
                  <a:pt x="5948" y="80410"/>
                </a:lnTo>
                <a:lnTo>
                  <a:pt x="6016" y="79895"/>
                </a:lnTo>
                <a:lnTo>
                  <a:pt x="6097" y="79381"/>
                </a:lnTo>
                <a:lnTo>
                  <a:pt x="6190" y="78866"/>
                </a:lnTo>
                <a:lnTo>
                  <a:pt x="6295" y="78351"/>
                </a:lnTo>
                <a:lnTo>
                  <a:pt x="6413" y="77836"/>
                </a:lnTo>
                <a:lnTo>
                  <a:pt x="6544" y="77320"/>
                </a:lnTo>
                <a:lnTo>
                  <a:pt x="6686" y="76805"/>
                </a:lnTo>
                <a:lnTo>
                  <a:pt x="6842" y="76289"/>
                </a:lnTo>
                <a:lnTo>
                  <a:pt x="7010" y="75773"/>
                </a:lnTo>
                <a:lnTo>
                  <a:pt x="7190" y="75257"/>
                </a:lnTo>
                <a:lnTo>
                  <a:pt x="7383" y="74740"/>
                </a:lnTo>
                <a:lnTo>
                  <a:pt x="7589" y="74224"/>
                </a:lnTo>
                <a:lnTo>
                  <a:pt x="7806" y="73707"/>
                </a:lnTo>
                <a:lnTo>
                  <a:pt x="8037" y="73190"/>
                </a:lnTo>
                <a:lnTo>
                  <a:pt x="8280" y="72673"/>
                </a:lnTo>
                <a:lnTo>
                  <a:pt x="8535" y="72155"/>
                </a:lnTo>
                <a:lnTo>
                  <a:pt x="8803" y="71638"/>
                </a:lnTo>
                <a:lnTo>
                  <a:pt x="9083" y="71120"/>
                </a:lnTo>
                <a:lnTo>
                  <a:pt x="9376" y="70602"/>
                </a:lnTo>
                <a:lnTo>
                  <a:pt x="9682" y="70084"/>
                </a:lnTo>
                <a:lnTo>
                  <a:pt x="10000" y="69565"/>
                </a:lnTo>
                <a:lnTo>
                  <a:pt x="10365" y="69000"/>
                </a:lnTo>
                <a:lnTo>
                  <a:pt x="10735" y="68445"/>
                </a:lnTo>
                <a:lnTo>
                  <a:pt x="11110" y="67900"/>
                </a:lnTo>
                <a:lnTo>
                  <a:pt x="11489" y="67365"/>
                </a:lnTo>
                <a:lnTo>
                  <a:pt x="11872" y="66841"/>
                </a:lnTo>
                <a:lnTo>
                  <a:pt x="12260" y="66327"/>
                </a:lnTo>
                <a:lnTo>
                  <a:pt x="12652" y="65823"/>
                </a:lnTo>
                <a:lnTo>
                  <a:pt x="13049" y="65330"/>
                </a:lnTo>
                <a:lnTo>
                  <a:pt x="13450" y="64847"/>
                </a:lnTo>
                <a:lnTo>
                  <a:pt x="13856" y="64374"/>
                </a:lnTo>
                <a:lnTo>
                  <a:pt x="14266" y="63912"/>
                </a:lnTo>
                <a:lnTo>
                  <a:pt x="14681" y="63459"/>
                </a:lnTo>
                <a:lnTo>
                  <a:pt x="15100" y="63018"/>
                </a:lnTo>
                <a:lnTo>
                  <a:pt x="15523" y="62586"/>
                </a:lnTo>
                <a:lnTo>
                  <a:pt x="15951" y="62165"/>
                </a:lnTo>
                <a:lnTo>
                  <a:pt x="16383" y="61754"/>
                </a:lnTo>
                <a:lnTo>
                  <a:pt x="16820" y="61354"/>
                </a:lnTo>
                <a:lnTo>
                  <a:pt x="17262" y="60964"/>
                </a:lnTo>
                <a:lnTo>
                  <a:pt x="17707" y="60584"/>
                </a:lnTo>
                <a:lnTo>
                  <a:pt x="18157" y="60214"/>
                </a:lnTo>
                <a:lnTo>
                  <a:pt x="18612" y="59855"/>
                </a:lnTo>
                <a:lnTo>
                  <a:pt x="19071" y="59506"/>
                </a:lnTo>
                <a:lnTo>
                  <a:pt x="19535" y="59168"/>
                </a:lnTo>
                <a:lnTo>
                  <a:pt x="20003" y="58839"/>
                </a:lnTo>
                <a:lnTo>
                  <a:pt x="20474" y="58520"/>
                </a:lnTo>
                <a:lnTo>
                  <a:pt x="20950" y="58210"/>
                </a:lnTo>
                <a:lnTo>
                  <a:pt x="21428" y="57908"/>
                </a:lnTo>
                <a:lnTo>
                  <a:pt x="21910" y="57615"/>
                </a:lnTo>
                <a:lnTo>
                  <a:pt x="22395" y="57331"/>
                </a:lnTo>
                <a:lnTo>
                  <a:pt x="22883" y="57055"/>
                </a:lnTo>
                <a:lnTo>
                  <a:pt x="23375" y="56788"/>
                </a:lnTo>
                <a:lnTo>
                  <a:pt x="23870" y="56529"/>
                </a:lnTo>
                <a:lnTo>
                  <a:pt x="24368" y="56280"/>
                </a:lnTo>
                <a:lnTo>
                  <a:pt x="24870" y="56039"/>
                </a:lnTo>
                <a:lnTo>
                  <a:pt x="25374" y="55806"/>
                </a:lnTo>
                <a:lnTo>
                  <a:pt x="25883" y="55582"/>
                </a:lnTo>
                <a:lnTo>
                  <a:pt x="26394" y="55367"/>
                </a:lnTo>
                <a:lnTo>
                  <a:pt x="26909" y="55161"/>
                </a:lnTo>
                <a:lnTo>
                  <a:pt x="27426" y="54963"/>
                </a:lnTo>
                <a:lnTo>
                  <a:pt x="27948" y="54774"/>
                </a:lnTo>
                <a:lnTo>
                  <a:pt x="28472" y="54593"/>
                </a:lnTo>
                <a:lnTo>
                  <a:pt x="29000" y="54421"/>
                </a:lnTo>
                <a:lnTo>
                  <a:pt x="29531" y="54258"/>
                </a:lnTo>
                <a:lnTo>
                  <a:pt x="30065" y="54103"/>
                </a:lnTo>
                <a:lnTo>
                  <a:pt x="30603" y="53958"/>
                </a:lnTo>
                <a:lnTo>
                  <a:pt x="31144" y="53820"/>
                </a:lnTo>
                <a:lnTo>
                  <a:pt x="31688" y="53692"/>
                </a:lnTo>
                <a:lnTo>
                  <a:pt x="32236" y="53572"/>
                </a:lnTo>
                <a:lnTo>
                  <a:pt x="32786" y="53460"/>
                </a:lnTo>
                <a:lnTo>
                  <a:pt x="33337" y="53356"/>
                </a:lnTo>
                <a:lnTo>
                  <a:pt x="33891" y="53260"/>
                </a:lnTo>
                <a:lnTo>
                  <a:pt x="34447" y="53171"/>
                </a:lnTo>
                <a:lnTo>
                  <a:pt x="35004" y="53090"/>
                </a:lnTo>
                <a:lnTo>
                  <a:pt x="35564" y="53017"/>
                </a:lnTo>
                <a:lnTo>
                  <a:pt x="36125" y="52951"/>
                </a:lnTo>
                <a:lnTo>
                  <a:pt x="36688" y="52894"/>
                </a:lnTo>
                <a:lnTo>
                  <a:pt x="37253" y="52844"/>
                </a:lnTo>
                <a:lnTo>
                  <a:pt x="37819" y="52801"/>
                </a:lnTo>
                <a:lnTo>
                  <a:pt x="38388" y="52766"/>
                </a:lnTo>
                <a:lnTo>
                  <a:pt x="38958" y="52739"/>
                </a:lnTo>
                <a:lnTo>
                  <a:pt x="39530" y="52720"/>
                </a:lnTo>
                <a:lnTo>
                  <a:pt x="40104" y="52709"/>
                </a:lnTo>
                <a:lnTo>
                  <a:pt x="40680" y="52705"/>
                </a:lnTo>
                <a:lnTo>
                  <a:pt x="41258" y="52709"/>
                </a:lnTo>
                <a:lnTo>
                  <a:pt x="41838" y="52720"/>
                </a:lnTo>
                <a:lnTo>
                  <a:pt x="42419" y="52739"/>
                </a:lnTo>
                <a:lnTo>
                  <a:pt x="43002" y="52766"/>
                </a:lnTo>
                <a:lnTo>
                  <a:pt x="43588" y="52801"/>
                </a:lnTo>
                <a:lnTo>
                  <a:pt x="44175" y="52843"/>
                </a:lnTo>
                <a:lnTo>
                  <a:pt x="44764" y="52893"/>
                </a:lnTo>
                <a:lnTo>
                  <a:pt x="45354" y="52951"/>
                </a:lnTo>
                <a:lnTo>
                  <a:pt x="45947" y="53017"/>
                </a:lnTo>
                <a:lnTo>
                  <a:pt x="46541" y="53089"/>
                </a:lnTo>
                <a:lnTo>
                  <a:pt x="47135" y="53168"/>
                </a:lnTo>
                <a:lnTo>
                  <a:pt x="47730" y="53254"/>
                </a:lnTo>
                <a:lnTo>
                  <a:pt x="48325" y="53345"/>
                </a:lnTo>
                <a:lnTo>
                  <a:pt x="48921" y="53443"/>
                </a:lnTo>
                <a:lnTo>
                  <a:pt x="49517" y="53548"/>
                </a:lnTo>
                <a:lnTo>
                  <a:pt x="50114" y="53659"/>
                </a:lnTo>
                <a:lnTo>
                  <a:pt x="50712" y="53776"/>
                </a:lnTo>
                <a:lnTo>
                  <a:pt x="51310" y="53900"/>
                </a:lnTo>
                <a:lnTo>
                  <a:pt x="51909" y="54030"/>
                </a:lnTo>
                <a:lnTo>
                  <a:pt x="52508" y="54167"/>
                </a:lnTo>
                <a:lnTo>
                  <a:pt x="53108" y="54310"/>
                </a:lnTo>
                <a:lnTo>
                  <a:pt x="53708" y="54459"/>
                </a:lnTo>
                <a:lnTo>
                  <a:pt x="54309" y="54615"/>
                </a:lnTo>
                <a:lnTo>
                  <a:pt x="54910" y="54777"/>
                </a:lnTo>
                <a:lnTo>
                  <a:pt x="55512" y="54946"/>
                </a:lnTo>
                <a:lnTo>
                  <a:pt x="56115" y="55121"/>
                </a:lnTo>
                <a:lnTo>
                  <a:pt x="56718" y="55302"/>
                </a:lnTo>
                <a:lnTo>
                  <a:pt x="57321" y="55490"/>
                </a:lnTo>
                <a:lnTo>
                  <a:pt x="57925" y="55684"/>
                </a:lnTo>
                <a:lnTo>
                  <a:pt x="58530" y="55885"/>
                </a:lnTo>
                <a:lnTo>
                  <a:pt x="59135" y="56092"/>
                </a:lnTo>
                <a:lnTo>
                  <a:pt x="59741" y="56305"/>
                </a:lnTo>
                <a:lnTo>
                  <a:pt x="60347" y="56525"/>
                </a:lnTo>
                <a:lnTo>
                  <a:pt x="82942" y="65192"/>
                </a:lnTo>
                <a:lnTo>
                  <a:pt x="68044" y="9021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m">
            <a:extLst xmlns:a="http://schemas.openxmlformats.org/drawingml/2006/main">
              <a:ext uri="{FF2B5EF4-FFF2-40B4-BE49-F238E27FC236}">
                <a16:creationId xmlns:a16="http://schemas.microsoft.com/office/drawing/2014/main" id="{B50F2200-A4EB-44DF-B414-75B53F1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130" y="3933985"/>
            <a:ext cx="174387" cy="149977"/>
          </a:xfrm>
          <a:custGeom xmlns:a="http://schemas.openxmlformats.org/drawingml/2006/main">
            <a:pathLst>
              <a:path w="174387" h="149977">
                <a:moveTo>
                  <a:pt x="53132" y="23981"/>
                </a:moveTo>
                <a:lnTo>
                  <a:pt x="65911" y="2121"/>
                </a:lnTo>
                <a:lnTo>
                  <a:pt x="60380" y="0"/>
                </a:lnTo>
                <a:lnTo>
                  <a:pt x="0" y="101648"/>
                </a:lnTo>
                <a:lnTo>
                  <a:pt x="5430" y="103731"/>
                </a:lnTo>
                <a:lnTo>
                  <a:pt x="43841" y="39514"/>
                </a:lnTo>
                <a:lnTo>
                  <a:pt x="44253" y="39044"/>
                </a:lnTo>
                <a:lnTo>
                  <a:pt x="44675" y="38567"/>
                </a:lnTo>
                <a:lnTo>
                  <a:pt x="45104" y="38089"/>
                </a:lnTo>
                <a:lnTo>
                  <a:pt x="45538" y="37610"/>
                </a:lnTo>
                <a:lnTo>
                  <a:pt x="45978" y="37129"/>
                </a:lnTo>
                <a:lnTo>
                  <a:pt x="46424" y="36648"/>
                </a:lnTo>
                <a:lnTo>
                  <a:pt x="46875" y="36166"/>
                </a:lnTo>
                <a:lnTo>
                  <a:pt x="47333" y="35683"/>
                </a:lnTo>
                <a:lnTo>
                  <a:pt x="47796" y="35199"/>
                </a:lnTo>
                <a:lnTo>
                  <a:pt x="48265" y="34714"/>
                </a:lnTo>
                <a:lnTo>
                  <a:pt x="48740" y="34228"/>
                </a:lnTo>
                <a:lnTo>
                  <a:pt x="49220" y="33741"/>
                </a:lnTo>
                <a:lnTo>
                  <a:pt x="49707" y="33254"/>
                </a:lnTo>
                <a:lnTo>
                  <a:pt x="50199" y="32765"/>
                </a:lnTo>
                <a:lnTo>
                  <a:pt x="50697" y="32275"/>
                </a:lnTo>
                <a:lnTo>
                  <a:pt x="51200" y="31787"/>
                </a:lnTo>
                <a:lnTo>
                  <a:pt x="51708" y="31303"/>
                </a:lnTo>
                <a:lnTo>
                  <a:pt x="52222" y="30824"/>
                </a:lnTo>
                <a:lnTo>
                  <a:pt x="52740" y="30350"/>
                </a:lnTo>
                <a:lnTo>
                  <a:pt x="53264" y="29880"/>
                </a:lnTo>
                <a:lnTo>
                  <a:pt x="53792" y="29414"/>
                </a:lnTo>
                <a:lnTo>
                  <a:pt x="54326" y="28953"/>
                </a:lnTo>
                <a:lnTo>
                  <a:pt x="54865" y="28497"/>
                </a:lnTo>
                <a:lnTo>
                  <a:pt x="55409" y="28045"/>
                </a:lnTo>
                <a:lnTo>
                  <a:pt x="55958" y="27598"/>
                </a:lnTo>
                <a:lnTo>
                  <a:pt x="56512" y="27155"/>
                </a:lnTo>
                <a:lnTo>
                  <a:pt x="57071" y="26717"/>
                </a:lnTo>
                <a:lnTo>
                  <a:pt x="57635" y="26284"/>
                </a:lnTo>
                <a:lnTo>
                  <a:pt x="58204" y="25855"/>
                </a:lnTo>
                <a:lnTo>
                  <a:pt x="58778" y="25430"/>
                </a:lnTo>
                <a:lnTo>
                  <a:pt x="59357" y="25010"/>
                </a:lnTo>
                <a:lnTo>
                  <a:pt x="59942" y="24595"/>
                </a:lnTo>
                <a:lnTo>
                  <a:pt x="60531" y="24184"/>
                </a:lnTo>
                <a:lnTo>
                  <a:pt x="61126" y="23778"/>
                </a:lnTo>
                <a:lnTo>
                  <a:pt x="61725" y="23376"/>
                </a:lnTo>
                <a:lnTo>
                  <a:pt x="62330" y="22979"/>
                </a:lnTo>
                <a:lnTo>
                  <a:pt x="62939" y="22586"/>
                </a:lnTo>
                <a:lnTo>
                  <a:pt x="63554" y="22198"/>
                </a:lnTo>
                <a:lnTo>
                  <a:pt x="64174" y="21814"/>
                </a:lnTo>
                <a:lnTo>
                  <a:pt x="64797" y="21438"/>
                </a:lnTo>
                <a:lnTo>
                  <a:pt x="65421" y="21072"/>
                </a:lnTo>
                <a:lnTo>
                  <a:pt x="66046" y="20715"/>
                </a:lnTo>
                <a:lnTo>
                  <a:pt x="66673" y="20368"/>
                </a:lnTo>
                <a:lnTo>
                  <a:pt x="67301" y="20031"/>
                </a:lnTo>
                <a:lnTo>
                  <a:pt x="67930" y="19704"/>
                </a:lnTo>
                <a:lnTo>
                  <a:pt x="68560" y="19387"/>
                </a:lnTo>
                <a:lnTo>
                  <a:pt x="69191" y="19080"/>
                </a:lnTo>
                <a:lnTo>
                  <a:pt x="69824" y="18783"/>
                </a:lnTo>
                <a:lnTo>
                  <a:pt x="70458" y="18495"/>
                </a:lnTo>
                <a:lnTo>
                  <a:pt x="71093" y="18218"/>
                </a:lnTo>
                <a:lnTo>
                  <a:pt x="71729" y="17950"/>
                </a:lnTo>
                <a:lnTo>
                  <a:pt x="72367" y="17692"/>
                </a:lnTo>
                <a:lnTo>
                  <a:pt x="73005" y="17444"/>
                </a:lnTo>
                <a:lnTo>
                  <a:pt x="73645" y="17206"/>
                </a:lnTo>
                <a:lnTo>
                  <a:pt x="74287" y="16978"/>
                </a:lnTo>
                <a:lnTo>
                  <a:pt x="74929" y="16760"/>
                </a:lnTo>
                <a:lnTo>
                  <a:pt x="75572" y="16551"/>
                </a:lnTo>
                <a:lnTo>
                  <a:pt x="76217" y="16353"/>
                </a:lnTo>
                <a:lnTo>
                  <a:pt x="76863" y="16164"/>
                </a:lnTo>
                <a:lnTo>
                  <a:pt x="77510" y="15985"/>
                </a:lnTo>
                <a:lnTo>
                  <a:pt x="78159" y="15816"/>
                </a:lnTo>
                <a:lnTo>
                  <a:pt x="78808" y="15657"/>
                </a:lnTo>
                <a:lnTo>
                  <a:pt x="79459" y="15508"/>
                </a:lnTo>
                <a:lnTo>
                  <a:pt x="80111" y="15372"/>
                </a:lnTo>
                <a:lnTo>
                  <a:pt x="80762" y="15252"/>
                </a:lnTo>
                <a:lnTo>
                  <a:pt x="81414" y="15149"/>
                </a:lnTo>
                <a:lnTo>
                  <a:pt x="82066" y="15063"/>
                </a:lnTo>
                <a:lnTo>
                  <a:pt x="82718" y="14993"/>
                </a:lnTo>
                <a:lnTo>
                  <a:pt x="83370" y="14939"/>
                </a:lnTo>
                <a:lnTo>
                  <a:pt x="84022" y="14902"/>
                </a:lnTo>
                <a:lnTo>
                  <a:pt x="84674" y="14881"/>
                </a:lnTo>
                <a:lnTo>
                  <a:pt x="85326" y="14876"/>
                </a:lnTo>
                <a:lnTo>
                  <a:pt x="85978" y="14889"/>
                </a:lnTo>
                <a:lnTo>
                  <a:pt x="86631" y="14917"/>
                </a:lnTo>
                <a:lnTo>
                  <a:pt x="87283" y="14962"/>
                </a:lnTo>
                <a:lnTo>
                  <a:pt x="87936" y="15024"/>
                </a:lnTo>
                <a:lnTo>
                  <a:pt x="88589" y="15101"/>
                </a:lnTo>
                <a:lnTo>
                  <a:pt x="89241" y="15196"/>
                </a:lnTo>
                <a:lnTo>
                  <a:pt x="89894" y="15307"/>
                </a:lnTo>
                <a:lnTo>
                  <a:pt x="90547" y="15434"/>
                </a:lnTo>
                <a:lnTo>
                  <a:pt x="91200" y="15578"/>
                </a:lnTo>
                <a:lnTo>
                  <a:pt x="91853" y="15738"/>
                </a:lnTo>
                <a:lnTo>
                  <a:pt x="92506" y="15915"/>
                </a:lnTo>
                <a:lnTo>
                  <a:pt x="93160" y="16108"/>
                </a:lnTo>
                <a:lnTo>
                  <a:pt x="93813" y="16317"/>
                </a:lnTo>
                <a:lnTo>
                  <a:pt x="94467" y="16543"/>
                </a:lnTo>
                <a:lnTo>
                  <a:pt x="95120" y="16786"/>
                </a:lnTo>
                <a:lnTo>
                  <a:pt x="95931" y="17098"/>
                </a:lnTo>
                <a:lnTo>
                  <a:pt x="96717" y="17420"/>
                </a:lnTo>
                <a:lnTo>
                  <a:pt x="97475" y="17752"/>
                </a:lnTo>
                <a:lnTo>
                  <a:pt x="98208" y="18095"/>
                </a:lnTo>
                <a:lnTo>
                  <a:pt x="98915" y="18448"/>
                </a:lnTo>
                <a:lnTo>
                  <a:pt x="99595" y="18812"/>
                </a:lnTo>
                <a:lnTo>
                  <a:pt x="100249" y="19186"/>
                </a:lnTo>
                <a:lnTo>
                  <a:pt x="100877" y="19571"/>
                </a:lnTo>
                <a:lnTo>
                  <a:pt x="101478" y="19965"/>
                </a:lnTo>
                <a:lnTo>
                  <a:pt x="102054" y="20370"/>
                </a:lnTo>
                <a:lnTo>
                  <a:pt x="102603" y="20786"/>
                </a:lnTo>
                <a:lnTo>
                  <a:pt x="103126" y="21212"/>
                </a:lnTo>
                <a:lnTo>
                  <a:pt x="103622" y="21648"/>
                </a:lnTo>
                <a:lnTo>
                  <a:pt x="104093" y="22095"/>
                </a:lnTo>
                <a:lnTo>
                  <a:pt x="104537" y="22552"/>
                </a:lnTo>
                <a:lnTo>
                  <a:pt x="104955" y="23019"/>
                </a:lnTo>
                <a:lnTo>
                  <a:pt x="105347" y="23497"/>
                </a:lnTo>
                <a:lnTo>
                  <a:pt x="105713" y="23985"/>
                </a:lnTo>
                <a:lnTo>
                  <a:pt x="106052" y="24483"/>
                </a:lnTo>
                <a:lnTo>
                  <a:pt x="106365" y="24992"/>
                </a:lnTo>
                <a:lnTo>
                  <a:pt x="106652" y="25511"/>
                </a:lnTo>
                <a:lnTo>
                  <a:pt x="106913" y="26041"/>
                </a:lnTo>
                <a:lnTo>
                  <a:pt x="107148" y="26581"/>
                </a:lnTo>
                <a:lnTo>
                  <a:pt x="107356" y="27131"/>
                </a:lnTo>
                <a:lnTo>
                  <a:pt x="107543" y="27689"/>
                </a:lnTo>
                <a:lnTo>
                  <a:pt x="107714" y="28251"/>
                </a:lnTo>
                <a:lnTo>
                  <a:pt x="107869" y="28817"/>
                </a:lnTo>
                <a:lnTo>
                  <a:pt x="108007" y="29388"/>
                </a:lnTo>
                <a:lnTo>
                  <a:pt x="108129" y="29963"/>
                </a:lnTo>
                <a:lnTo>
                  <a:pt x="108234" y="30543"/>
                </a:lnTo>
                <a:lnTo>
                  <a:pt x="108324" y="31127"/>
                </a:lnTo>
                <a:lnTo>
                  <a:pt x="108397" y="31715"/>
                </a:lnTo>
                <a:lnTo>
                  <a:pt x="108453" y="32308"/>
                </a:lnTo>
                <a:lnTo>
                  <a:pt x="108494" y="32905"/>
                </a:lnTo>
                <a:lnTo>
                  <a:pt x="108518" y="33506"/>
                </a:lnTo>
                <a:lnTo>
                  <a:pt x="108526" y="34112"/>
                </a:lnTo>
                <a:lnTo>
                  <a:pt x="108517" y="34722"/>
                </a:lnTo>
                <a:lnTo>
                  <a:pt x="108493" y="35336"/>
                </a:lnTo>
                <a:lnTo>
                  <a:pt x="108452" y="35955"/>
                </a:lnTo>
                <a:lnTo>
                  <a:pt x="108394" y="36578"/>
                </a:lnTo>
                <a:lnTo>
                  <a:pt x="108321" y="37206"/>
                </a:lnTo>
                <a:lnTo>
                  <a:pt x="108231" y="37837"/>
                </a:lnTo>
                <a:lnTo>
                  <a:pt x="108124" y="38474"/>
                </a:lnTo>
                <a:lnTo>
                  <a:pt x="108002" y="39114"/>
                </a:lnTo>
                <a:lnTo>
                  <a:pt x="107863" y="39759"/>
                </a:lnTo>
                <a:lnTo>
                  <a:pt x="107708" y="40408"/>
                </a:lnTo>
                <a:lnTo>
                  <a:pt x="107537" y="41062"/>
                </a:lnTo>
                <a:lnTo>
                  <a:pt x="107349" y="41720"/>
                </a:lnTo>
                <a:lnTo>
                  <a:pt x="107149" y="42380"/>
                </a:lnTo>
                <a:lnTo>
                  <a:pt x="106943" y="43037"/>
                </a:lnTo>
                <a:lnTo>
                  <a:pt x="106730" y="43693"/>
                </a:lnTo>
                <a:lnTo>
                  <a:pt x="106510" y="44348"/>
                </a:lnTo>
                <a:lnTo>
                  <a:pt x="106282" y="45000"/>
                </a:lnTo>
                <a:lnTo>
                  <a:pt x="106048" y="45651"/>
                </a:lnTo>
                <a:lnTo>
                  <a:pt x="105807" y="46301"/>
                </a:lnTo>
                <a:lnTo>
                  <a:pt x="105559" y="46948"/>
                </a:lnTo>
                <a:lnTo>
                  <a:pt x="105304" y="47595"/>
                </a:lnTo>
                <a:lnTo>
                  <a:pt x="105042" y="48239"/>
                </a:lnTo>
                <a:lnTo>
                  <a:pt x="104773" y="48882"/>
                </a:lnTo>
                <a:lnTo>
                  <a:pt x="104497" y="49523"/>
                </a:lnTo>
                <a:lnTo>
                  <a:pt x="104214" y="50162"/>
                </a:lnTo>
                <a:lnTo>
                  <a:pt x="103924" y="50800"/>
                </a:lnTo>
                <a:lnTo>
                  <a:pt x="103627" y="51435"/>
                </a:lnTo>
                <a:lnTo>
                  <a:pt x="103323" y="52070"/>
                </a:lnTo>
                <a:lnTo>
                  <a:pt x="103012" y="52702"/>
                </a:lnTo>
                <a:lnTo>
                  <a:pt x="102694" y="53333"/>
                </a:lnTo>
                <a:lnTo>
                  <a:pt x="102369" y="53963"/>
                </a:lnTo>
                <a:lnTo>
                  <a:pt x="102038" y="54590"/>
                </a:lnTo>
                <a:lnTo>
                  <a:pt x="101699" y="55216"/>
                </a:lnTo>
                <a:lnTo>
                  <a:pt x="101353" y="55841"/>
                </a:lnTo>
                <a:lnTo>
                  <a:pt x="101001" y="56463"/>
                </a:lnTo>
                <a:lnTo>
                  <a:pt x="100641" y="57084"/>
                </a:lnTo>
                <a:lnTo>
                  <a:pt x="60434" y="124829"/>
                </a:lnTo>
                <a:lnTo>
                  <a:pt x="65562" y="126796"/>
                </a:lnTo>
                <a:lnTo>
                  <a:pt x="105692" y="59252"/>
                </a:lnTo>
                <a:lnTo>
                  <a:pt x="106020" y="58715"/>
                </a:lnTo>
                <a:lnTo>
                  <a:pt x="106342" y="58176"/>
                </a:lnTo>
                <a:lnTo>
                  <a:pt x="106581" y="57768"/>
                </a:lnTo>
                <a:lnTo>
                  <a:pt x="106675" y="57664"/>
                </a:lnTo>
                <a:lnTo>
                  <a:pt x="107042" y="57263"/>
                </a:lnTo>
                <a:lnTo>
                  <a:pt x="107415" y="56863"/>
                </a:lnTo>
                <a:lnTo>
                  <a:pt x="107794" y="56465"/>
                </a:lnTo>
                <a:lnTo>
                  <a:pt x="108178" y="56067"/>
                </a:lnTo>
                <a:lnTo>
                  <a:pt x="108567" y="55671"/>
                </a:lnTo>
                <a:lnTo>
                  <a:pt x="108962" y="55275"/>
                </a:lnTo>
                <a:lnTo>
                  <a:pt x="109363" y="54881"/>
                </a:lnTo>
                <a:lnTo>
                  <a:pt x="109769" y="54488"/>
                </a:lnTo>
                <a:lnTo>
                  <a:pt x="110181" y="54096"/>
                </a:lnTo>
                <a:lnTo>
                  <a:pt x="110599" y="53706"/>
                </a:lnTo>
                <a:lnTo>
                  <a:pt x="111022" y="53316"/>
                </a:lnTo>
                <a:lnTo>
                  <a:pt x="111450" y="52928"/>
                </a:lnTo>
                <a:lnTo>
                  <a:pt x="111884" y="52541"/>
                </a:lnTo>
                <a:lnTo>
                  <a:pt x="112324" y="52154"/>
                </a:lnTo>
                <a:lnTo>
                  <a:pt x="112769" y="51769"/>
                </a:lnTo>
                <a:lnTo>
                  <a:pt x="113220" y="51385"/>
                </a:lnTo>
                <a:lnTo>
                  <a:pt x="113677" y="51003"/>
                </a:lnTo>
                <a:lnTo>
                  <a:pt x="114139" y="50621"/>
                </a:lnTo>
                <a:lnTo>
                  <a:pt x="114606" y="50241"/>
                </a:lnTo>
                <a:lnTo>
                  <a:pt x="115079" y="49861"/>
                </a:lnTo>
                <a:lnTo>
                  <a:pt x="115558" y="49483"/>
                </a:lnTo>
                <a:lnTo>
                  <a:pt x="116041" y="49108"/>
                </a:lnTo>
                <a:lnTo>
                  <a:pt x="116528" y="48739"/>
                </a:lnTo>
                <a:lnTo>
                  <a:pt x="117018" y="48375"/>
                </a:lnTo>
                <a:lnTo>
                  <a:pt x="117511" y="48016"/>
                </a:lnTo>
                <a:lnTo>
                  <a:pt x="118007" y="47663"/>
                </a:lnTo>
                <a:lnTo>
                  <a:pt x="118507" y="47316"/>
                </a:lnTo>
                <a:lnTo>
                  <a:pt x="119010" y="46974"/>
                </a:lnTo>
                <a:lnTo>
                  <a:pt x="119516" y="46637"/>
                </a:lnTo>
                <a:lnTo>
                  <a:pt x="120026" y="46306"/>
                </a:lnTo>
                <a:lnTo>
                  <a:pt x="120539" y="45980"/>
                </a:lnTo>
                <a:lnTo>
                  <a:pt x="121055" y="45660"/>
                </a:lnTo>
                <a:lnTo>
                  <a:pt x="121574" y="45346"/>
                </a:lnTo>
                <a:lnTo>
                  <a:pt x="122097" y="45036"/>
                </a:lnTo>
                <a:lnTo>
                  <a:pt x="122623" y="44733"/>
                </a:lnTo>
                <a:lnTo>
                  <a:pt x="123153" y="44434"/>
                </a:lnTo>
                <a:lnTo>
                  <a:pt x="123686" y="44142"/>
                </a:lnTo>
                <a:lnTo>
                  <a:pt x="124222" y="43854"/>
                </a:lnTo>
                <a:lnTo>
                  <a:pt x="124761" y="43572"/>
                </a:lnTo>
                <a:lnTo>
                  <a:pt x="125304" y="43296"/>
                </a:lnTo>
                <a:lnTo>
                  <a:pt x="125850" y="43025"/>
                </a:lnTo>
                <a:lnTo>
                  <a:pt x="126399" y="42760"/>
                </a:lnTo>
                <a:lnTo>
                  <a:pt x="126952" y="42500"/>
                </a:lnTo>
                <a:lnTo>
                  <a:pt x="127508" y="42245"/>
                </a:lnTo>
                <a:lnTo>
                  <a:pt x="128067" y="41996"/>
                </a:lnTo>
                <a:lnTo>
                  <a:pt x="128628" y="41754"/>
                </a:lnTo>
                <a:lnTo>
                  <a:pt x="129190" y="41519"/>
                </a:lnTo>
                <a:lnTo>
                  <a:pt x="129752" y="41293"/>
                </a:lnTo>
                <a:lnTo>
                  <a:pt x="130315" y="41074"/>
                </a:lnTo>
                <a:lnTo>
                  <a:pt x="130878" y="40863"/>
                </a:lnTo>
                <a:lnTo>
                  <a:pt x="131443" y="40660"/>
                </a:lnTo>
                <a:lnTo>
                  <a:pt x="132007" y="40464"/>
                </a:lnTo>
                <a:lnTo>
                  <a:pt x="132573" y="40277"/>
                </a:lnTo>
                <a:lnTo>
                  <a:pt x="133139" y="40097"/>
                </a:lnTo>
                <a:lnTo>
                  <a:pt x="133705" y="39925"/>
                </a:lnTo>
                <a:lnTo>
                  <a:pt x="134272" y="39761"/>
                </a:lnTo>
                <a:lnTo>
                  <a:pt x="134840" y="39605"/>
                </a:lnTo>
                <a:lnTo>
                  <a:pt x="135408" y="39457"/>
                </a:lnTo>
                <a:lnTo>
                  <a:pt x="135977" y="39317"/>
                </a:lnTo>
                <a:lnTo>
                  <a:pt x="136547" y="39184"/>
                </a:lnTo>
                <a:lnTo>
                  <a:pt x="137117" y="39059"/>
                </a:lnTo>
                <a:lnTo>
                  <a:pt x="137687" y="38942"/>
                </a:lnTo>
                <a:lnTo>
                  <a:pt x="138259" y="38833"/>
                </a:lnTo>
                <a:lnTo>
                  <a:pt x="138830" y="38732"/>
                </a:lnTo>
                <a:lnTo>
                  <a:pt x="139403" y="38638"/>
                </a:lnTo>
                <a:lnTo>
                  <a:pt x="139976" y="38553"/>
                </a:lnTo>
                <a:lnTo>
                  <a:pt x="140550" y="38475"/>
                </a:lnTo>
                <a:lnTo>
                  <a:pt x="141124" y="38405"/>
                </a:lnTo>
                <a:lnTo>
                  <a:pt x="141699" y="38343"/>
                </a:lnTo>
                <a:lnTo>
                  <a:pt x="142273" y="38290"/>
                </a:lnTo>
                <a:lnTo>
                  <a:pt x="142847" y="38246"/>
                </a:lnTo>
                <a:lnTo>
                  <a:pt x="143421" y="38212"/>
                </a:lnTo>
                <a:lnTo>
                  <a:pt x="143993" y="38188"/>
                </a:lnTo>
                <a:lnTo>
                  <a:pt x="144565" y="38174"/>
                </a:lnTo>
                <a:lnTo>
                  <a:pt x="145136" y="38169"/>
                </a:lnTo>
                <a:lnTo>
                  <a:pt x="145707" y="38174"/>
                </a:lnTo>
                <a:lnTo>
                  <a:pt x="146276" y="38189"/>
                </a:lnTo>
                <a:lnTo>
                  <a:pt x="146845" y="38214"/>
                </a:lnTo>
                <a:lnTo>
                  <a:pt x="147413" y="38248"/>
                </a:lnTo>
                <a:lnTo>
                  <a:pt x="147981" y="38292"/>
                </a:lnTo>
                <a:lnTo>
                  <a:pt x="148548" y="38346"/>
                </a:lnTo>
                <a:lnTo>
                  <a:pt x="149114" y="38409"/>
                </a:lnTo>
                <a:lnTo>
                  <a:pt x="149679" y="38483"/>
                </a:lnTo>
                <a:lnTo>
                  <a:pt x="150243" y="38566"/>
                </a:lnTo>
                <a:lnTo>
                  <a:pt x="150807" y="38658"/>
                </a:lnTo>
                <a:lnTo>
                  <a:pt x="151370" y="38761"/>
                </a:lnTo>
                <a:lnTo>
                  <a:pt x="151932" y="38873"/>
                </a:lnTo>
                <a:lnTo>
                  <a:pt x="152494" y="38995"/>
                </a:lnTo>
                <a:lnTo>
                  <a:pt x="153055" y="39126"/>
                </a:lnTo>
                <a:lnTo>
                  <a:pt x="153615" y="39268"/>
                </a:lnTo>
                <a:lnTo>
                  <a:pt x="154174" y="39419"/>
                </a:lnTo>
                <a:lnTo>
                  <a:pt x="154733" y="39580"/>
                </a:lnTo>
                <a:lnTo>
                  <a:pt x="155291" y="39750"/>
                </a:lnTo>
                <a:lnTo>
                  <a:pt x="156154" y="40073"/>
                </a:lnTo>
                <a:lnTo>
                  <a:pt x="156987" y="40408"/>
                </a:lnTo>
                <a:lnTo>
                  <a:pt x="157791" y="40754"/>
                </a:lnTo>
                <a:lnTo>
                  <a:pt x="158565" y="41112"/>
                </a:lnTo>
                <a:lnTo>
                  <a:pt x="159310" y="41481"/>
                </a:lnTo>
                <a:lnTo>
                  <a:pt x="160025" y="41862"/>
                </a:lnTo>
                <a:lnTo>
                  <a:pt x="160710" y="42254"/>
                </a:lnTo>
                <a:lnTo>
                  <a:pt x="161366" y="42657"/>
                </a:lnTo>
                <a:lnTo>
                  <a:pt x="161992" y="43072"/>
                </a:lnTo>
                <a:lnTo>
                  <a:pt x="162588" y="43498"/>
                </a:lnTo>
                <a:lnTo>
                  <a:pt x="163155" y="43936"/>
                </a:lnTo>
                <a:lnTo>
                  <a:pt x="163692" y="44386"/>
                </a:lnTo>
                <a:lnTo>
                  <a:pt x="164199" y="44846"/>
                </a:lnTo>
                <a:lnTo>
                  <a:pt x="164677" y="45319"/>
                </a:lnTo>
                <a:lnTo>
                  <a:pt x="165125" y="45802"/>
                </a:lnTo>
                <a:lnTo>
                  <a:pt x="165544" y="46298"/>
                </a:lnTo>
                <a:lnTo>
                  <a:pt x="165933" y="46804"/>
                </a:lnTo>
                <a:lnTo>
                  <a:pt x="166292" y="47322"/>
                </a:lnTo>
                <a:lnTo>
                  <a:pt x="166622" y="47852"/>
                </a:lnTo>
                <a:lnTo>
                  <a:pt x="166921" y="48393"/>
                </a:lnTo>
                <a:lnTo>
                  <a:pt x="167192" y="48945"/>
                </a:lnTo>
                <a:lnTo>
                  <a:pt x="167433" y="49509"/>
                </a:lnTo>
                <a:lnTo>
                  <a:pt x="167644" y="50085"/>
                </a:lnTo>
                <a:lnTo>
                  <a:pt x="167825" y="50671"/>
                </a:lnTo>
                <a:lnTo>
                  <a:pt x="167983" y="51266"/>
                </a:lnTo>
                <a:lnTo>
                  <a:pt x="168124" y="51866"/>
                </a:lnTo>
                <a:lnTo>
                  <a:pt x="168248" y="52470"/>
                </a:lnTo>
                <a:lnTo>
                  <a:pt x="168356" y="53078"/>
                </a:lnTo>
                <a:lnTo>
                  <a:pt x="168446" y="53691"/>
                </a:lnTo>
                <a:lnTo>
                  <a:pt x="168519" y="54308"/>
                </a:lnTo>
                <a:lnTo>
                  <a:pt x="168576" y="54930"/>
                </a:lnTo>
                <a:lnTo>
                  <a:pt x="168615" y="55557"/>
                </a:lnTo>
                <a:lnTo>
                  <a:pt x="168638" y="56187"/>
                </a:lnTo>
                <a:lnTo>
                  <a:pt x="168643" y="56823"/>
                </a:lnTo>
                <a:lnTo>
                  <a:pt x="168632" y="57463"/>
                </a:lnTo>
                <a:lnTo>
                  <a:pt x="168603" y="58107"/>
                </a:lnTo>
                <a:lnTo>
                  <a:pt x="168558" y="58756"/>
                </a:lnTo>
                <a:lnTo>
                  <a:pt x="168496" y="59410"/>
                </a:lnTo>
                <a:lnTo>
                  <a:pt x="168417" y="60068"/>
                </a:lnTo>
                <a:lnTo>
                  <a:pt x="168320" y="60730"/>
                </a:lnTo>
                <a:lnTo>
                  <a:pt x="168207" y="61397"/>
                </a:lnTo>
                <a:lnTo>
                  <a:pt x="168077" y="62069"/>
                </a:lnTo>
                <a:lnTo>
                  <a:pt x="167930" y="62745"/>
                </a:lnTo>
                <a:lnTo>
                  <a:pt x="167766" y="63425"/>
                </a:lnTo>
                <a:lnTo>
                  <a:pt x="167585" y="64110"/>
                </a:lnTo>
                <a:lnTo>
                  <a:pt x="167387" y="64800"/>
                </a:lnTo>
                <a:lnTo>
                  <a:pt x="167172" y="65494"/>
                </a:lnTo>
                <a:lnTo>
                  <a:pt x="166940" y="66193"/>
                </a:lnTo>
                <a:lnTo>
                  <a:pt x="166697" y="66892"/>
                </a:lnTo>
                <a:lnTo>
                  <a:pt x="166449" y="67588"/>
                </a:lnTo>
                <a:lnTo>
                  <a:pt x="166196" y="68280"/>
                </a:lnTo>
                <a:lnTo>
                  <a:pt x="165938" y="68969"/>
                </a:lnTo>
                <a:lnTo>
                  <a:pt x="165675" y="69655"/>
                </a:lnTo>
                <a:lnTo>
                  <a:pt x="165406" y="70337"/>
                </a:lnTo>
                <a:lnTo>
                  <a:pt x="165133" y="71016"/>
                </a:lnTo>
                <a:lnTo>
                  <a:pt x="164854" y="71692"/>
                </a:lnTo>
                <a:lnTo>
                  <a:pt x="164570" y="72364"/>
                </a:lnTo>
                <a:lnTo>
                  <a:pt x="164281" y="73033"/>
                </a:lnTo>
                <a:lnTo>
                  <a:pt x="163987" y="73699"/>
                </a:lnTo>
                <a:lnTo>
                  <a:pt x="163688" y="74361"/>
                </a:lnTo>
                <a:lnTo>
                  <a:pt x="163384" y="75020"/>
                </a:lnTo>
                <a:lnTo>
                  <a:pt x="163074" y="75675"/>
                </a:lnTo>
                <a:lnTo>
                  <a:pt x="162760" y="76327"/>
                </a:lnTo>
                <a:lnTo>
                  <a:pt x="162440" y="76976"/>
                </a:lnTo>
                <a:lnTo>
                  <a:pt x="162116" y="77621"/>
                </a:lnTo>
                <a:lnTo>
                  <a:pt x="161786" y="78263"/>
                </a:lnTo>
                <a:lnTo>
                  <a:pt x="161451" y="78902"/>
                </a:lnTo>
                <a:lnTo>
                  <a:pt x="161111" y="79537"/>
                </a:lnTo>
                <a:lnTo>
                  <a:pt x="160765" y="80169"/>
                </a:lnTo>
                <a:lnTo>
                  <a:pt x="160415" y="80797"/>
                </a:lnTo>
                <a:lnTo>
                  <a:pt x="160060" y="81422"/>
                </a:lnTo>
                <a:lnTo>
                  <a:pt x="159699" y="82044"/>
                </a:lnTo>
                <a:lnTo>
                  <a:pt x="120767" y="147971"/>
                </a:lnTo>
                <a:lnTo>
                  <a:pt x="125996" y="149977"/>
                </a:lnTo>
                <a:lnTo>
                  <a:pt x="165230" y="84166"/>
                </a:lnTo>
                <a:lnTo>
                  <a:pt x="165550" y="83625"/>
                </a:lnTo>
                <a:lnTo>
                  <a:pt x="165866" y="83081"/>
                </a:lnTo>
                <a:lnTo>
                  <a:pt x="166177" y="82534"/>
                </a:lnTo>
                <a:lnTo>
                  <a:pt x="166484" y="81984"/>
                </a:lnTo>
                <a:lnTo>
                  <a:pt x="166786" y="81431"/>
                </a:lnTo>
                <a:lnTo>
                  <a:pt x="167084" y="80876"/>
                </a:lnTo>
                <a:lnTo>
                  <a:pt x="167378" y="80317"/>
                </a:lnTo>
                <a:lnTo>
                  <a:pt x="167667" y="79756"/>
                </a:lnTo>
                <a:lnTo>
                  <a:pt x="167951" y="79191"/>
                </a:lnTo>
                <a:lnTo>
                  <a:pt x="168231" y="78624"/>
                </a:lnTo>
                <a:lnTo>
                  <a:pt x="168506" y="78054"/>
                </a:lnTo>
                <a:lnTo>
                  <a:pt x="168777" y="77481"/>
                </a:lnTo>
                <a:lnTo>
                  <a:pt x="169044" y="76905"/>
                </a:lnTo>
                <a:lnTo>
                  <a:pt x="169306" y="76326"/>
                </a:lnTo>
                <a:lnTo>
                  <a:pt x="169563" y="75744"/>
                </a:lnTo>
                <a:lnTo>
                  <a:pt x="169817" y="75159"/>
                </a:lnTo>
                <a:lnTo>
                  <a:pt x="170065" y="74571"/>
                </a:lnTo>
                <a:lnTo>
                  <a:pt x="170309" y="73981"/>
                </a:lnTo>
                <a:lnTo>
                  <a:pt x="170549" y="73387"/>
                </a:lnTo>
                <a:lnTo>
                  <a:pt x="170784" y="72790"/>
                </a:lnTo>
                <a:lnTo>
                  <a:pt x="171014" y="72191"/>
                </a:lnTo>
                <a:lnTo>
                  <a:pt x="171241" y="71589"/>
                </a:lnTo>
                <a:lnTo>
                  <a:pt x="171462" y="70983"/>
                </a:lnTo>
                <a:lnTo>
                  <a:pt x="171679" y="70375"/>
                </a:lnTo>
                <a:lnTo>
                  <a:pt x="171890" y="69767"/>
                </a:lnTo>
                <a:lnTo>
                  <a:pt x="172092" y="69160"/>
                </a:lnTo>
                <a:lnTo>
                  <a:pt x="172285" y="68556"/>
                </a:lnTo>
                <a:lnTo>
                  <a:pt x="172470" y="67955"/>
                </a:lnTo>
                <a:lnTo>
                  <a:pt x="172645" y="67355"/>
                </a:lnTo>
                <a:lnTo>
                  <a:pt x="172812" y="66758"/>
                </a:lnTo>
                <a:lnTo>
                  <a:pt x="172971" y="66163"/>
                </a:lnTo>
                <a:lnTo>
                  <a:pt x="173121" y="65571"/>
                </a:lnTo>
                <a:lnTo>
                  <a:pt x="173262" y="64980"/>
                </a:lnTo>
                <a:lnTo>
                  <a:pt x="173394" y="64392"/>
                </a:lnTo>
                <a:lnTo>
                  <a:pt x="173518" y="63807"/>
                </a:lnTo>
                <a:lnTo>
                  <a:pt x="173633" y="63223"/>
                </a:lnTo>
                <a:lnTo>
                  <a:pt x="173739" y="62642"/>
                </a:lnTo>
                <a:lnTo>
                  <a:pt x="173837" y="62063"/>
                </a:lnTo>
                <a:lnTo>
                  <a:pt x="173926" y="61486"/>
                </a:lnTo>
                <a:lnTo>
                  <a:pt x="174006" y="60912"/>
                </a:lnTo>
                <a:lnTo>
                  <a:pt x="174078" y="60340"/>
                </a:lnTo>
                <a:lnTo>
                  <a:pt x="174141" y="59770"/>
                </a:lnTo>
                <a:lnTo>
                  <a:pt x="174195" y="59202"/>
                </a:lnTo>
                <a:lnTo>
                  <a:pt x="174240" y="58637"/>
                </a:lnTo>
                <a:lnTo>
                  <a:pt x="174277" y="58074"/>
                </a:lnTo>
                <a:lnTo>
                  <a:pt x="174305" y="57513"/>
                </a:lnTo>
                <a:lnTo>
                  <a:pt x="174325" y="56955"/>
                </a:lnTo>
                <a:lnTo>
                  <a:pt x="174336" y="56399"/>
                </a:lnTo>
                <a:lnTo>
                  <a:pt x="174336" y="55845"/>
                </a:lnTo>
                <a:lnTo>
                  <a:pt x="174322" y="55296"/>
                </a:lnTo>
                <a:lnTo>
                  <a:pt x="174296" y="54750"/>
                </a:lnTo>
                <a:lnTo>
                  <a:pt x="174256" y="54208"/>
                </a:lnTo>
                <a:lnTo>
                  <a:pt x="174202" y="53670"/>
                </a:lnTo>
                <a:lnTo>
                  <a:pt x="174136" y="53135"/>
                </a:lnTo>
                <a:lnTo>
                  <a:pt x="174056" y="52605"/>
                </a:lnTo>
                <a:lnTo>
                  <a:pt x="173963" y="52078"/>
                </a:lnTo>
                <a:lnTo>
                  <a:pt x="173857" y="51554"/>
                </a:lnTo>
                <a:lnTo>
                  <a:pt x="173738" y="51035"/>
                </a:lnTo>
                <a:lnTo>
                  <a:pt x="173605" y="50519"/>
                </a:lnTo>
                <a:lnTo>
                  <a:pt x="173459" y="50007"/>
                </a:lnTo>
                <a:lnTo>
                  <a:pt x="173300" y="49498"/>
                </a:lnTo>
                <a:lnTo>
                  <a:pt x="173128" y="48993"/>
                </a:lnTo>
                <a:lnTo>
                  <a:pt x="172942" y="48492"/>
                </a:lnTo>
                <a:lnTo>
                  <a:pt x="172743" y="47995"/>
                </a:lnTo>
                <a:lnTo>
                  <a:pt x="172531" y="47502"/>
                </a:lnTo>
                <a:lnTo>
                  <a:pt x="172306" y="47012"/>
                </a:lnTo>
                <a:lnTo>
                  <a:pt x="172067" y="46526"/>
                </a:lnTo>
                <a:lnTo>
                  <a:pt x="171815" y="46044"/>
                </a:lnTo>
                <a:lnTo>
                  <a:pt x="171550" y="45565"/>
                </a:lnTo>
                <a:lnTo>
                  <a:pt x="171272" y="45090"/>
                </a:lnTo>
                <a:lnTo>
                  <a:pt x="170980" y="44619"/>
                </a:lnTo>
                <a:lnTo>
                  <a:pt x="170675" y="44152"/>
                </a:lnTo>
                <a:lnTo>
                  <a:pt x="170354" y="43690"/>
                </a:lnTo>
                <a:lnTo>
                  <a:pt x="170016" y="43235"/>
                </a:lnTo>
                <a:lnTo>
                  <a:pt x="169659" y="42789"/>
                </a:lnTo>
                <a:lnTo>
                  <a:pt x="169284" y="42349"/>
                </a:lnTo>
                <a:lnTo>
                  <a:pt x="168891" y="41917"/>
                </a:lnTo>
                <a:lnTo>
                  <a:pt x="168480" y="41493"/>
                </a:lnTo>
                <a:lnTo>
                  <a:pt x="168051" y="41076"/>
                </a:lnTo>
                <a:lnTo>
                  <a:pt x="167604" y="40667"/>
                </a:lnTo>
                <a:lnTo>
                  <a:pt x="167138" y="40265"/>
                </a:lnTo>
                <a:lnTo>
                  <a:pt x="166655" y="39870"/>
                </a:lnTo>
                <a:lnTo>
                  <a:pt x="166154" y="39483"/>
                </a:lnTo>
                <a:lnTo>
                  <a:pt x="165634" y="39103"/>
                </a:lnTo>
                <a:lnTo>
                  <a:pt x="165096" y="38731"/>
                </a:lnTo>
                <a:lnTo>
                  <a:pt x="164540" y="38367"/>
                </a:lnTo>
                <a:lnTo>
                  <a:pt x="163967" y="38010"/>
                </a:lnTo>
                <a:lnTo>
                  <a:pt x="163375" y="37660"/>
                </a:lnTo>
                <a:lnTo>
                  <a:pt x="162764" y="37318"/>
                </a:lnTo>
                <a:lnTo>
                  <a:pt x="162136" y="36983"/>
                </a:lnTo>
                <a:lnTo>
                  <a:pt x="161490" y="36656"/>
                </a:lnTo>
                <a:lnTo>
                  <a:pt x="160826" y="36336"/>
                </a:lnTo>
                <a:lnTo>
                  <a:pt x="160143" y="36024"/>
                </a:lnTo>
                <a:lnTo>
                  <a:pt x="159443" y="35719"/>
                </a:lnTo>
                <a:lnTo>
                  <a:pt x="158724" y="35422"/>
                </a:lnTo>
                <a:lnTo>
                  <a:pt x="157987" y="35132"/>
                </a:lnTo>
                <a:lnTo>
                  <a:pt x="157347" y="34902"/>
                </a:lnTo>
                <a:lnTo>
                  <a:pt x="156708" y="34683"/>
                </a:lnTo>
                <a:lnTo>
                  <a:pt x="156068" y="34476"/>
                </a:lnTo>
                <a:lnTo>
                  <a:pt x="155429" y="34279"/>
                </a:lnTo>
                <a:lnTo>
                  <a:pt x="154790" y="34094"/>
                </a:lnTo>
                <a:lnTo>
                  <a:pt x="154152" y="33921"/>
                </a:lnTo>
                <a:lnTo>
                  <a:pt x="153513" y="33758"/>
                </a:lnTo>
                <a:lnTo>
                  <a:pt x="152875" y="33607"/>
                </a:lnTo>
                <a:lnTo>
                  <a:pt x="152237" y="33467"/>
                </a:lnTo>
                <a:lnTo>
                  <a:pt x="151600" y="33339"/>
                </a:lnTo>
                <a:lnTo>
                  <a:pt x="150962" y="33222"/>
                </a:lnTo>
                <a:lnTo>
                  <a:pt x="150325" y="33116"/>
                </a:lnTo>
                <a:lnTo>
                  <a:pt x="149688" y="33022"/>
                </a:lnTo>
                <a:lnTo>
                  <a:pt x="149052" y="32939"/>
                </a:lnTo>
                <a:lnTo>
                  <a:pt x="148416" y="32867"/>
                </a:lnTo>
                <a:lnTo>
                  <a:pt x="147780" y="32806"/>
                </a:lnTo>
                <a:lnTo>
                  <a:pt x="147144" y="32757"/>
                </a:lnTo>
                <a:lnTo>
                  <a:pt x="146508" y="32719"/>
                </a:lnTo>
                <a:lnTo>
                  <a:pt x="145873" y="32693"/>
                </a:lnTo>
                <a:lnTo>
                  <a:pt x="145238" y="32677"/>
                </a:lnTo>
                <a:lnTo>
                  <a:pt x="144603" y="32673"/>
                </a:lnTo>
                <a:lnTo>
                  <a:pt x="143969" y="32681"/>
                </a:lnTo>
                <a:lnTo>
                  <a:pt x="143335" y="32699"/>
                </a:lnTo>
                <a:lnTo>
                  <a:pt x="142701" y="32729"/>
                </a:lnTo>
                <a:lnTo>
                  <a:pt x="142068" y="32770"/>
                </a:lnTo>
                <a:lnTo>
                  <a:pt x="141438" y="32819"/>
                </a:lnTo>
                <a:lnTo>
                  <a:pt x="140810" y="32877"/>
                </a:lnTo>
                <a:lnTo>
                  <a:pt x="140185" y="32943"/>
                </a:lnTo>
                <a:lnTo>
                  <a:pt x="139562" y="33019"/>
                </a:lnTo>
                <a:lnTo>
                  <a:pt x="138941" y="33104"/>
                </a:lnTo>
                <a:lnTo>
                  <a:pt x="138323" y="33198"/>
                </a:lnTo>
                <a:lnTo>
                  <a:pt x="137707" y="33300"/>
                </a:lnTo>
                <a:lnTo>
                  <a:pt x="137093" y="33412"/>
                </a:lnTo>
                <a:lnTo>
                  <a:pt x="136482" y="33532"/>
                </a:lnTo>
                <a:lnTo>
                  <a:pt x="135873" y="33661"/>
                </a:lnTo>
                <a:lnTo>
                  <a:pt x="135267" y="33800"/>
                </a:lnTo>
                <a:lnTo>
                  <a:pt x="134663" y="33947"/>
                </a:lnTo>
                <a:lnTo>
                  <a:pt x="134061" y="34103"/>
                </a:lnTo>
                <a:lnTo>
                  <a:pt x="133462" y="34268"/>
                </a:lnTo>
                <a:lnTo>
                  <a:pt x="132865" y="34442"/>
                </a:lnTo>
                <a:lnTo>
                  <a:pt x="132270" y="34625"/>
                </a:lnTo>
                <a:lnTo>
                  <a:pt x="131678" y="34817"/>
                </a:lnTo>
                <a:lnTo>
                  <a:pt x="131089" y="35018"/>
                </a:lnTo>
                <a:lnTo>
                  <a:pt x="130501" y="35227"/>
                </a:lnTo>
                <a:lnTo>
                  <a:pt x="129916" y="35446"/>
                </a:lnTo>
                <a:lnTo>
                  <a:pt x="129334" y="35673"/>
                </a:lnTo>
                <a:lnTo>
                  <a:pt x="128753" y="35910"/>
                </a:lnTo>
                <a:lnTo>
                  <a:pt x="128176" y="36155"/>
                </a:lnTo>
                <a:lnTo>
                  <a:pt x="127600" y="36408"/>
                </a:lnTo>
                <a:lnTo>
                  <a:pt x="127028" y="36667"/>
                </a:lnTo>
                <a:lnTo>
                  <a:pt x="126457" y="36933"/>
                </a:lnTo>
                <a:lnTo>
                  <a:pt x="125890" y="37204"/>
                </a:lnTo>
                <a:lnTo>
                  <a:pt x="125325" y="37482"/>
                </a:lnTo>
                <a:lnTo>
                  <a:pt x="124763" y="37766"/>
                </a:lnTo>
                <a:lnTo>
                  <a:pt x="124203" y="38056"/>
                </a:lnTo>
                <a:lnTo>
                  <a:pt x="123646" y="38353"/>
                </a:lnTo>
                <a:lnTo>
                  <a:pt x="123092" y="38655"/>
                </a:lnTo>
                <a:lnTo>
                  <a:pt x="122540" y="38964"/>
                </a:lnTo>
                <a:lnTo>
                  <a:pt x="121991" y="39279"/>
                </a:lnTo>
                <a:lnTo>
                  <a:pt x="121445" y="39600"/>
                </a:lnTo>
                <a:lnTo>
                  <a:pt x="120901" y="39928"/>
                </a:lnTo>
                <a:lnTo>
                  <a:pt x="120360" y="40262"/>
                </a:lnTo>
                <a:lnTo>
                  <a:pt x="119821" y="40601"/>
                </a:lnTo>
                <a:lnTo>
                  <a:pt x="119285" y="40948"/>
                </a:lnTo>
                <a:lnTo>
                  <a:pt x="118751" y="41300"/>
                </a:lnTo>
                <a:lnTo>
                  <a:pt x="118221" y="41658"/>
                </a:lnTo>
                <a:lnTo>
                  <a:pt x="117693" y="42023"/>
                </a:lnTo>
                <a:lnTo>
                  <a:pt x="117167" y="42394"/>
                </a:lnTo>
                <a:lnTo>
                  <a:pt x="116644" y="42771"/>
                </a:lnTo>
                <a:lnTo>
                  <a:pt x="116124" y="43155"/>
                </a:lnTo>
                <a:lnTo>
                  <a:pt x="115606" y="43544"/>
                </a:lnTo>
                <a:lnTo>
                  <a:pt x="115091" y="43940"/>
                </a:lnTo>
                <a:lnTo>
                  <a:pt x="114580" y="44340"/>
                </a:lnTo>
                <a:lnTo>
                  <a:pt x="114074" y="44742"/>
                </a:lnTo>
                <a:lnTo>
                  <a:pt x="113573" y="45146"/>
                </a:lnTo>
                <a:lnTo>
                  <a:pt x="113077" y="45551"/>
                </a:lnTo>
                <a:lnTo>
                  <a:pt x="112586" y="45959"/>
                </a:lnTo>
                <a:lnTo>
                  <a:pt x="112100" y="46369"/>
                </a:lnTo>
                <a:lnTo>
                  <a:pt x="111695" y="46715"/>
                </a:lnTo>
                <a:lnTo>
                  <a:pt x="111791" y="46443"/>
                </a:lnTo>
                <a:lnTo>
                  <a:pt x="111987" y="45864"/>
                </a:lnTo>
                <a:lnTo>
                  <a:pt x="112177" y="45285"/>
                </a:lnTo>
                <a:lnTo>
                  <a:pt x="112357" y="44709"/>
                </a:lnTo>
                <a:lnTo>
                  <a:pt x="112528" y="44133"/>
                </a:lnTo>
                <a:lnTo>
                  <a:pt x="112691" y="43560"/>
                </a:lnTo>
                <a:lnTo>
                  <a:pt x="112845" y="42987"/>
                </a:lnTo>
                <a:lnTo>
                  <a:pt x="112990" y="42417"/>
                </a:lnTo>
                <a:lnTo>
                  <a:pt x="113126" y="41848"/>
                </a:lnTo>
                <a:lnTo>
                  <a:pt x="113254" y="41281"/>
                </a:lnTo>
                <a:lnTo>
                  <a:pt x="113372" y="40715"/>
                </a:lnTo>
                <a:lnTo>
                  <a:pt x="113482" y="40151"/>
                </a:lnTo>
                <a:lnTo>
                  <a:pt x="113583" y="39589"/>
                </a:lnTo>
                <a:lnTo>
                  <a:pt x="113675" y="39028"/>
                </a:lnTo>
                <a:lnTo>
                  <a:pt x="113758" y="38469"/>
                </a:lnTo>
                <a:lnTo>
                  <a:pt x="113833" y="37912"/>
                </a:lnTo>
                <a:lnTo>
                  <a:pt x="113898" y="37356"/>
                </a:lnTo>
                <a:lnTo>
                  <a:pt x="113955" y="36801"/>
                </a:lnTo>
                <a:lnTo>
                  <a:pt x="114003" y="36249"/>
                </a:lnTo>
                <a:lnTo>
                  <a:pt x="114042" y="35698"/>
                </a:lnTo>
                <a:lnTo>
                  <a:pt x="114072" y="35148"/>
                </a:lnTo>
                <a:lnTo>
                  <a:pt x="114094" y="34600"/>
                </a:lnTo>
                <a:lnTo>
                  <a:pt x="114106" y="34054"/>
                </a:lnTo>
                <a:lnTo>
                  <a:pt x="114110" y="33510"/>
                </a:lnTo>
                <a:lnTo>
                  <a:pt x="114105" y="32967"/>
                </a:lnTo>
                <a:lnTo>
                  <a:pt x="114091" y="32425"/>
                </a:lnTo>
                <a:lnTo>
                  <a:pt x="114066" y="31887"/>
                </a:lnTo>
                <a:lnTo>
                  <a:pt x="114029" y="31352"/>
                </a:lnTo>
                <a:lnTo>
                  <a:pt x="113980" y="30822"/>
                </a:lnTo>
                <a:lnTo>
                  <a:pt x="113917" y="30295"/>
                </a:lnTo>
                <a:lnTo>
                  <a:pt x="113842" y="29773"/>
                </a:lnTo>
                <a:lnTo>
                  <a:pt x="113755" y="29254"/>
                </a:lnTo>
                <a:lnTo>
                  <a:pt x="113655" y="28740"/>
                </a:lnTo>
                <a:lnTo>
                  <a:pt x="113543" y="28229"/>
                </a:lnTo>
                <a:lnTo>
                  <a:pt x="113418" y="27722"/>
                </a:lnTo>
                <a:lnTo>
                  <a:pt x="113280" y="27220"/>
                </a:lnTo>
                <a:lnTo>
                  <a:pt x="113130" y="26721"/>
                </a:lnTo>
                <a:lnTo>
                  <a:pt x="112967" y="26227"/>
                </a:lnTo>
                <a:lnTo>
                  <a:pt x="112792" y="25736"/>
                </a:lnTo>
                <a:lnTo>
                  <a:pt x="112604" y="25250"/>
                </a:lnTo>
                <a:lnTo>
                  <a:pt x="112404" y="24767"/>
                </a:lnTo>
                <a:lnTo>
                  <a:pt x="112191" y="24288"/>
                </a:lnTo>
                <a:lnTo>
                  <a:pt x="111966" y="23814"/>
                </a:lnTo>
                <a:lnTo>
                  <a:pt x="111728" y="23343"/>
                </a:lnTo>
                <a:lnTo>
                  <a:pt x="111477" y="22877"/>
                </a:lnTo>
                <a:lnTo>
                  <a:pt x="111214" y="22414"/>
                </a:lnTo>
                <a:lnTo>
                  <a:pt x="110938" y="21956"/>
                </a:lnTo>
                <a:lnTo>
                  <a:pt x="110650" y="21501"/>
                </a:lnTo>
                <a:lnTo>
                  <a:pt x="110349" y="21050"/>
                </a:lnTo>
                <a:lnTo>
                  <a:pt x="110036" y="20604"/>
                </a:lnTo>
                <a:lnTo>
                  <a:pt x="109709" y="20163"/>
                </a:lnTo>
                <a:lnTo>
                  <a:pt x="109365" y="19729"/>
                </a:lnTo>
                <a:lnTo>
                  <a:pt x="109005" y="19303"/>
                </a:lnTo>
                <a:lnTo>
                  <a:pt x="108630" y="18884"/>
                </a:lnTo>
                <a:lnTo>
                  <a:pt x="108238" y="18472"/>
                </a:lnTo>
                <a:lnTo>
                  <a:pt x="107830" y="18067"/>
                </a:lnTo>
                <a:lnTo>
                  <a:pt x="107407" y="17670"/>
                </a:lnTo>
                <a:lnTo>
                  <a:pt x="106967" y="17280"/>
                </a:lnTo>
                <a:lnTo>
                  <a:pt x="106511" y="16897"/>
                </a:lnTo>
                <a:lnTo>
                  <a:pt x="106040" y="16522"/>
                </a:lnTo>
                <a:lnTo>
                  <a:pt x="105552" y="16153"/>
                </a:lnTo>
                <a:lnTo>
                  <a:pt x="105048" y="15792"/>
                </a:lnTo>
                <a:lnTo>
                  <a:pt x="104529" y="15439"/>
                </a:lnTo>
                <a:lnTo>
                  <a:pt x="103993" y="15092"/>
                </a:lnTo>
                <a:lnTo>
                  <a:pt x="103441" y="14753"/>
                </a:lnTo>
                <a:lnTo>
                  <a:pt x="102873" y="14421"/>
                </a:lnTo>
                <a:lnTo>
                  <a:pt x="102289" y="14097"/>
                </a:lnTo>
                <a:lnTo>
                  <a:pt x="101690" y="13780"/>
                </a:lnTo>
                <a:lnTo>
                  <a:pt x="101074" y="13470"/>
                </a:lnTo>
                <a:lnTo>
                  <a:pt x="100442" y="13167"/>
                </a:lnTo>
                <a:lnTo>
                  <a:pt x="99794" y="12871"/>
                </a:lnTo>
                <a:lnTo>
                  <a:pt x="99130" y="12583"/>
                </a:lnTo>
                <a:lnTo>
                  <a:pt x="98450" y="12302"/>
                </a:lnTo>
                <a:lnTo>
                  <a:pt x="97755" y="12029"/>
                </a:lnTo>
                <a:lnTo>
                  <a:pt x="97043" y="11763"/>
                </a:lnTo>
                <a:lnTo>
                  <a:pt x="96333" y="11514"/>
                </a:lnTo>
                <a:lnTo>
                  <a:pt x="95624" y="11280"/>
                </a:lnTo>
                <a:lnTo>
                  <a:pt x="94916" y="11062"/>
                </a:lnTo>
                <a:lnTo>
                  <a:pt x="94210" y="10860"/>
                </a:lnTo>
                <a:lnTo>
                  <a:pt x="93506" y="10673"/>
                </a:lnTo>
                <a:lnTo>
                  <a:pt x="92802" y="10502"/>
                </a:lnTo>
                <a:lnTo>
                  <a:pt x="92100" y="10347"/>
                </a:lnTo>
                <a:lnTo>
                  <a:pt x="91399" y="10208"/>
                </a:lnTo>
                <a:lnTo>
                  <a:pt x="90700" y="10084"/>
                </a:lnTo>
                <a:lnTo>
                  <a:pt x="90002" y="9976"/>
                </a:lnTo>
                <a:lnTo>
                  <a:pt x="89306" y="9884"/>
                </a:lnTo>
                <a:lnTo>
                  <a:pt x="88610" y="9807"/>
                </a:lnTo>
                <a:lnTo>
                  <a:pt x="87917" y="9747"/>
                </a:lnTo>
                <a:lnTo>
                  <a:pt x="87224" y="9702"/>
                </a:lnTo>
                <a:lnTo>
                  <a:pt x="86533" y="9673"/>
                </a:lnTo>
                <a:lnTo>
                  <a:pt x="85843" y="9659"/>
                </a:lnTo>
                <a:lnTo>
                  <a:pt x="85155" y="9661"/>
                </a:lnTo>
                <a:lnTo>
                  <a:pt x="84468" y="9680"/>
                </a:lnTo>
                <a:lnTo>
                  <a:pt x="83782" y="9713"/>
                </a:lnTo>
                <a:lnTo>
                  <a:pt x="83098" y="9763"/>
                </a:lnTo>
                <a:lnTo>
                  <a:pt x="82415" y="9828"/>
                </a:lnTo>
                <a:lnTo>
                  <a:pt x="81733" y="9909"/>
                </a:lnTo>
                <a:lnTo>
                  <a:pt x="81053" y="10006"/>
                </a:lnTo>
                <a:lnTo>
                  <a:pt x="80375" y="10116"/>
                </a:lnTo>
                <a:lnTo>
                  <a:pt x="79700" y="10236"/>
                </a:lnTo>
                <a:lnTo>
                  <a:pt x="79027" y="10367"/>
                </a:lnTo>
                <a:lnTo>
                  <a:pt x="78357" y="10508"/>
                </a:lnTo>
                <a:lnTo>
                  <a:pt x="77690" y="10660"/>
                </a:lnTo>
                <a:lnTo>
                  <a:pt x="77026" y="10822"/>
                </a:lnTo>
                <a:lnTo>
                  <a:pt x="76365" y="10995"/>
                </a:lnTo>
                <a:lnTo>
                  <a:pt x="75706" y="11178"/>
                </a:lnTo>
                <a:lnTo>
                  <a:pt x="75050" y="11372"/>
                </a:lnTo>
                <a:lnTo>
                  <a:pt x="74397" y="11576"/>
                </a:lnTo>
                <a:lnTo>
                  <a:pt x="73747" y="11791"/>
                </a:lnTo>
                <a:lnTo>
                  <a:pt x="73100" y="12016"/>
                </a:lnTo>
                <a:lnTo>
                  <a:pt x="72455" y="12252"/>
                </a:lnTo>
                <a:lnTo>
                  <a:pt x="71813" y="12498"/>
                </a:lnTo>
                <a:lnTo>
                  <a:pt x="71174" y="12754"/>
                </a:lnTo>
                <a:lnTo>
                  <a:pt x="70538" y="13021"/>
                </a:lnTo>
                <a:lnTo>
                  <a:pt x="69904" y="13299"/>
                </a:lnTo>
                <a:lnTo>
                  <a:pt x="69273" y="13587"/>
                </a:lnTo>
                <a:lnTo>
                  <a:pt x="68645" y="13886"/>
                </a:lnTo>
                <a:lnTo>
                  <a:pt x="68020" y="14195"/>
                </a:lnTo>
                <a:lnTo>
                  <a:pt x="67398" y="14514"/>
                </a:lnTo>
                <a:lnTo>
                  <a:pt x="66778" y="14844"/>
                </a:lnTo>
                <a:lnTo>
                  <a:pt x="66161" y="15184"/>
                </a:lnTo>
                <a:lnTo>
                  <a:pt x="65547" y="15535"/>
                </a:lnTo>
                <a:lnTo>
                  <a:pt x="64936" y="15894"/>
                </a:lnTo>
                <a:lnTo>
                  <a:pt x="64330" y="16259"/>
                </a:lnTo>
                <a:lnTo>
                  <a:pt x="63728" y="16628"/>
                </a:lnTo>
                <a:lnTo>
                  <a:pt x="63129" y="17003"/>
                </a:lnTo>
                <a:lnTo>
                  <a:pt x="62535" y="17384"/>
                </a:lnTo>
                <a:lnTo>
                  <a:pt x="61945" y="17769"/>
                </a:lnTo>
                <a:lnTo>
                  <a:pt x="61360" y="18161"/>
                </a:lnTo>
                <a:lnTo>
                  <a:pt x="60778" y="18557"/>
                </a:lnTo>
                <a:lnTo>
                  <a:pt x="60201" y="18959"/>
                </a:lnTo>
                <a:lnTo>
                  <a:pt x="59627" y="19367"/>
                </a:lnTo>
                <a:lnTo>
                  <a:pt x="59058" y="19779"/>
                </a:lnTo>
                <a:lnTo>
                  <a:pt x="58493" y="20198"/>
                </a:lnTo>
                <a:lnTo>
                  <a:pt x="57932" y="20621"/>
                </a:lnTo>
                <a:lnTo>
                  <a:pt x="57375" y="21050"/>
                </a:lnTo>
                <a:lnTo>
                  <a:pt x="56822" y="21484"/>
                </a:lnTo>
                <a:lnTo>
                  <a:pt x="56274" y="21924"/>
                </a:lnTo>
                <a:lnTo>
                  <a:pt x="55730" y="22369"/>
                </a:lnTo>
                <a:lnTo>
                  <a:pt x="55189" y="22820"/>
                </a:lnTo>
                <a:lnTo>
                  <a:pt x="54653" y="23276"/>
                </a:lnTo>
                <a:lnTo>
                  <a:pt x="54121" y="23737"/>
                </a:lnTo>
                <a:lnTo>
                  <a:pt x="53593" y="24204"/>
                </a:lnTo>
                <a:lnTo>
                  <a:pt x="53070" y="24676"/>
                </a:lnTo>
                <a:lnTo>
                  <a:pt x="52550" y="25153"/>
                </a:lnTo>
                <a:lnTo>
                  <a:pt x="52278" y="25408"/>
                </a:lnTo>
                <a:lnTo>
                  <a:pt x="53132" y="2398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e">
            <a:extLst xmlns:a="http://schemas.openxmlformats.org/drawingml/2006/main">
              <a:ext uri="{FF2B5EF4-FFF2-40B4-BE49-F238E27FC236}">
                <a16:creationId xmlns:a16="http://schemas.microsoft.com/office/drawing/2014/main" id="{2E70E7BC-083D-489D-B9BF-7660222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807" y="4000147"/>
            <a:ext cx="100784" cy="113483"/>
          </a:xfrm>
          <a:custGeom xmlns:a="http://schemas.openxmlformats.org/drawingml/2006/main">
            <a:pathLst>
              <a:path w="100784" h="113483">
                <a:moveTo>
                  <a:pt x="87321" y="66009"/>
                </a:moveTo>
                <a:lnTo>
                  <a:pt x="91616" y="58429"/>
                </a:lnTo>
                <a:lnTo>
                  <a:pt x="91980" y="57772"/>
                </a:lnTo>
                <a:lnTo>
                  <a:pt x="92338" y="57114"/>
                </a:lnTo>
                <a:lnTo>
                  <a:pt x="92689" y="56456"/>
                </a:lnTo>
                <a:lnTo>
                  <a:pt x="93032" y="55797"/>
                </a:lnTo>
                <a:lnTo>
                  <a:pt x="93369" y="55137"/>
                </a:lnTo>
                <a:lnTo>
                  <a:pt x="93700" y="54477"/>
                </a:lnTo>
                <a:lnTo>
                  <a:pt x="94023" y="53817"/>
                </a:lnTo>
                <a:lnTo>
                  <a:pt x="94340" y="53155"/>
                </a:lnTo>
                <a:lnTo>
                  <a:pt x="94650" y="52493"/>
                </a:lnTo>
                <a:lnTo>
                  <a:pt x="94953" y="51831"/>
                </a:lnTo>
                <a:lnTo>
                  <a:pt x="95250" y="51168"/>
                </a:lnTo>
                <a:lnTo>
                  <a:pt x="95539" y="50504"/>
                </a:lnTo>
                <a:lnTo>
                  <a:pt x="95822" y="49840"/>
                </a:lnTo>
                <a:lnTo>
                  <a:pt x="96098" y="49175"/>
                </a:lnTo>
                <a:lnTo>
                  <a:pt x="96368" y="48509"/>
                </a:lnTo>
                <a:lnTo>
                  <a:pt x="96630" y="47843"/>
                </a:lnTo>
                <a:lnTo>
                  <a:pt x="96886" y="47176"/>
                </a:lnTo>
                <a:lnTo>
                  <a:pt x="97135" y="46509"/>
                </a:lnTo>
                <a:lnTo>
                  <a:pt x="97377" y="45841"/>
                </a:lnTo>
                <a:lnTo>
                  <a:pt x="97612" y="45173"/>
                </a:lnTo>
                <a:lnTo>
                  <a:pt x="97841" y="44504"/>
                </a:lnTo>
                <a:lnTo>
                  <a:pt x="98063" y="43834"/>
                </a:lnTo>
                <a:lnTo>
                  <a:pt x="98278" y="43164"/>
                </a:lnTo>
                <a:lnTo>
                  <a:pt x="98486" y="42493"/>
                </a:lnTo>
                <a:lnTo>
                  <a:pt x="98686" y="41823"/>
                </a:lnTo>
                <a:lnTo>
                  <a:pt x="98876" y="41155"/>
                </a:lnTo>
                <a:lnTo>
                  <a:pt x="99055" y="40489"/>
                </a:lnTo>
                <a:lnTo>
                  <a:pt x="99224" y="39825"/>
                </a:lnTo>
                <a:lnTo>
                  <a:pt x="99383" y="39163"/>
                </a:lnTo>
                <a:lnTo>
                  <a:pt x="99532" y="38503"/>
                </a:lnTo>
                <a:lnTo>
                  <a:pt x="99670" y="37846"/>
                </a:lnTo>
                <a:lnTo>
                  <a:pt x="99798" y="37190"/>
                </a:lnTo>
                <a:lnTo>
                  <a:pt x="99916" y="36537"/>
                </a:lnTo>
                <a:lnTo>
                  <a:pt x="100024" y="35885"/>
                </a:lnTo>
                <a:lnTo>
                  <a:pt x="100122" y="35236"/>
                </a:lnTo>
                <a:lnTo>
                  <a:pt x="100209" y="34589"/>
                </a:lnTo>
                <a:lnTo>
                  <a:pt x="100286" y="33944"/>
                </a:lnTo>
                <a:lnTo>
                  <a:pt x="100353" y="33301"/>
                </a:lnTo>
                <a:lnTo>
                  <a:pt x="100410" y="32660"/>
                </a:lnTo>
                <a:lnTo>
                  <a:pt x="100457" y="32021"/>
                </a:lnTo>
                <a:lnTo>
                  <a:pt x="100493" y="31385"/>
                </a:lnTo>
                <a:lnTo>
                  <a:pt x="100519" y="30750"/>
                </a:lnTo>
                <a:lnTo>
                  <a:pt x="100535" y="30117"/>
                </a:lnTo>
                <a:lnTo>
                  <a:pt x="100541" y="29487"/>
                </a:lnTo>
                <a:lnTo>
                  <a:pt x="100536" y="28859"/>
                </a:lnTo>
                <a:lnTo>
                  <a:pt x="100521" y="28232"/>
                </a:lnTo>
                <a:lnTo>
                  <a:pt x="100496" y="27608"/>
                </a:lnTo>
                <a:lnTo>
                  <a:pt x="100461" y="26986"/>
                </a:lnTo>
                <a:lnTo>
                  <a:pt x="100414" y="26367"/>
                </a:lnTo>
                <a:lnTo>
                  <a:pt x="100353" y="25754"/>
                </a:lnTo>
                <a:lnTo>
                  <a:pt x="100279" y="25144"/>
                </a:lnTo>
                <a:lnTo>
                  <a:pt x="100191" y="24540"/>
                </a:lnTo>
                <a:lnTo>
                  <a:pt x="100089" y="23941"/>
                </a:lnTo>
                <a:lnTo>
                  <a:pt x="99974" y="23346"/>
                </a:lnTo>
                <a:lnTo>
                  <a:pt x="99845" y="22756"/>
                </a:lnTo>
                <a:lnTo>
                  <a:pt x="99702" y="22171"/>
                </a:lnTo>
                <a:lnTo>
                  <a:pt x="99546" y="21590"/>
                </a:lnTo>
                <a:lnTo>
                  <a:pt x="99376" y="21014"/>
                </a:lnTo>
                <a:lnTo>
                  <a:pt x="99192" y="20444"/>
                </a:lnTo>
                <a:lnTo>
                  <a:pt x="98995" y="19877"/>
                </a:lnTo>
                <a:lnTo>
                  <a:pt x="98784" y="19316"/>
                </a:lnTo>
                <a:lnTo>
                  <a:pt x="98559" y="18760"/>
                </a:lnTo>
                <a:lnTo>
                  <a:pt x="98321" y="18208"/>
                </a:lnTo>
                <a:lnTo>
                  <a:pt x="98069" y="17661"/>
                </a:lnTo>
                <a:lnTo>
                  <a:pt x="97804" y="17119"/>
                </a:lnTo>
                <a:lnTo>
                  <a:pt x="97524" y="16581"/>
                </a:lnTo>
                <a:lnTo>
                  <a:pt x="97231" y="16048"/>
                </a:lnTo>
                <a:lnTo>
                  <a:pt x="96925" y="15520"/>
                </a:lnTo>
                <a:lnTo>
                  <a:pt x="96605" y="14997"/>
                </a:lnTo>
                <a:lnTo>
                  <a:pt x="96271" y="14479"/>
                </a:lnTo>
                <a:lnTo>
                  <a:pt x="95924" y="13965"/>
                </a:lnTo>
                <a:lnTo>
                  <a:pt x="95562" y="13457"/>
                </a:lnTo>
                <a:lnTo>
                  <a:pt x="95186" y="12954"/>
                </a:lnTo>
                <a:lnTo>
                  <a:pt x="94791" y="12460"/>
                </a:lnTo>
                <a:lnTo>
                  <a:pt x="94379" y="11974"/>
                </a:lnTo>
                <a:lnTo>
                  <a:pt x="93949" y="11495"/>
                </a:lnTo>
                <a:lnTo>
                  <a:pt x="93501" y="11025"/>
                </a:lnTo>
                <a:lnTo>
                  <a:pt x="93036" y="10563"/>
                </a:lnTo>
                <a:lnTo>
                  <a:pt x="92553" y="10109"/>
                </a:lnTo>
                <a:lnTo>
                  <a:pt x="92052" y="9662"/>
                </a:lnTo>
                <a:lnTo>
                  <a:pt x="91534" y="9224"/>
                </a:lnTo>
                <a:lnTo>
                  <a:pt x="90998" y="8794"/>
                </a:lnTo>
                <a:lnTo>
                  <a:pt x="90444" y="8372"/>
                </a:lnTo>
                <a:lnTo>
                  <a:pt x="89872" y="7958"/>
                </a:lnTo>
                <a:lnTo>
                  <a:pt x="89283" y="7552"/>
                </a:lnTo>
                <a:lnTo>
                  <a:pt x="88676" y="7154"/>
                </a:lnTo>
                <a:lnTo>
                  <a:pt x="88052" y="6764"/>
                </a:lnTo>
                <a:lnTo>
                  <a:pt x="87409" y="6382"/>
                </a:lnTo>
                <a:lnTo>
                  <a:pt x="86749" y="6008"/>
                </a:lnTo>
                <a:lnTo>
                  <a:pt x="86071" y="5642"/>
                </a:lnTo>
                <a:lnTo>
                  <a:pt x="85376" y="5284"/>
                </a:lnTo>
                <a:lnTo>
                  <a:pt x="84663" y="4934"/>
                </a:lnTo>
                <a:lnTo>
                  <a:pt x="83932" y="4592"/>
                </a:lnTo>
                <a:lnTo>
                  <a:pt x="83183" y="4259"/>
                </a:lnTo>
                <a:lnTo>
                  <a:pt x="82417" y="3933"/>
                </a:lnTo>
                <a:lnTo>
                  <a:pt x="81633" y="3615"/>
                </a:lnTo>
                <a:lnTo>
                  <a:pt x="80766" y="3282"/>
                </a:lnTo>
                <a:lnTo>
                  <a:pt x="79902" y="2969"/>
                </a:lnTo>
                <a:lnTo>
                  <a:pt x="79041" y="2675"/>
                </a:lnTo>
                <a:lnTo>
                  <a:pt x="78182" y="2400"/>
                </a:lnTo>
                <a:lnTo>
                  <a:pt x="77326" y="2145"/>
                </a:lnTo>
                <a:lnTo>
                  <a:pt x="76473" y="1909"/>
                </a:lnTo>
                <a:lnTo>
                  <a:pt x="75622" y="1693"/>
                </a:lnTo>
                <a:lnTo>
                  <a:pt x="74775" y="1496"/>
                </a:lnTo>
                <a:lnTo>
                  <a:pt x="73930" y="1319"/>
                </a:lnTo>
                <a:lnTo>
                  <a:pt x="73088" y="1161"/>
                </a:lnTo>
                <a:lnTo>
                  <a:pt x="72248" y="1023"/>
                </a:lnTo>
                <a:lnTo>
                  <a:pt x="71411" y="904"/>
                </a:lnTo>
                <a:lnTo>
                  <a:pt x="70578" y="804"/>
                </a:lnTo>
                <a:lnTo>
                  <a:pt x="69746" y="724"/>
                </a:lnTo>
                <a:lnTo>
                  <a:pt x="68918" y="664"/>
                </a:lnTo>
                <a:lnTo>
                  <a:pt x="68092" y="622"/>
                </a:lnTo>
                <a:lnTo>
                  <a:pt x="67269" y="601"/>
                </a:lnTo>
                <a:lnTo>
                  <a:pt x="66449" y="599"/>
                </a:lnTo>
                <a:lnTo>
                  <a:pt x="65631" y="616"/>
                </a:lnTo>
                <a:lnTo>
                  <a:pt x="64817" y="652"/>
                </a:lnTo>
                <a:lnTo>
                  <a:pt x="64005" y="708"/>
                </a:lnTo>
                <a:lnTo>
                  <a:pt x="63195" y="784"/>
                </a:lnTo>
                <a:lnTo>
                  <a:pt x="62389" y="879"/>
                </a:lnTo>
                <a:lnTo>
                  <a:pt x="61585" y="993"/>
                </a:lnTo>
                <a:lnTo>
                  <a:pt x="60785" y="1124"/>
                </a:lnTo>
                <a:lnTo>
                  <a:pt x="59989" y="1268"/>
                </a:lnTo>
                <a:lnTo>
                  <a:pt x="59197" y="1425"/>
                </a:lnTo>
                <a:lnTo>
                  <a:pt x="58409" y="1595"/>
                </a:lnTo>
                <a:lnTo>
                  <a:pt x="57626" y="1778"/>
                </a:lnTo>
                <a:lnTo>
                  <a:pt x="56846" y="1975"/>
                </a:lnTo>
                <a:lnTo>
                  <a:pt x="56071" y="2184"/>
                </a:lnTo>
                <a:lnTo>
                  <a:pt x="55300" y="2407"/>
                </a:lnTo>
                <a:lnTo>
                  <a:pt x="54533" y="2643"/>
                </a:lnTo>
                <a:lnTo>
                  <a:pt x="53770" y="2892"/>
                </a:lnTo>
                <a:lnTo>
                  <a:pt x="53011" y="3155"/>
                </a:lnTo>
                <a:lnTo>
                  <a:pt x="52256" y="3430"/>
                </a:lnTo>
                <a:lnTo>
                  <a:pt x="51506" y="3719"/>
                </a:lnTo>
                <a:lnTo>
                  <a:pt x="50759" y="4021"/>
                </a:lnTo>
                <a:lnTo>
                  <a:pt x="50017" y="4337"/>
                </a:lnTo>
                <a:lnTo>
                  <a:pt x="49279" y="4665"/>
                </a:lnTo>
                <a:lnTo>
                  <a:pt x="48545" y="5007"/>
                </a:lnTo>
                <a:lnTo>
                  <a:pt x="47816" y="5361"/>
                </a:lnTo>
                <a:lnTo>
                  <a:pt x="47090" y="5729"/>
                </a:lnTo>
                <a:lnTo>
                  <a:pt x="46369" y="6111"/>
                </a:lnTo>
                <a:lnTo>
                  <a:pt x="45651" y="6505"/>
                </a:lnTo>
                <a:lnTo>
                  <a:pt x="44938" y="6913"/>
                </a:lnTo>
                <a:lnTo>
                  <a:pt x="44229" y="7333"/>
                </a:lnTo>
                <a:lnTo>
                  <a:pt x="43524" y="7767"/>
                </a:lnTo>
                <a:lnTo>
                  <a:pt x="42824" y="8212"/>
                </a:lnTo>
                <a:lnTo>
                  <a:pt x="42129" y="8664"/>
                </a:lnTo>
                <a:lnTo>
                  <a:pt x="41440" y="9123"/>
                </a:lnTo>
                <a:lnTo>
                  <a:pt x="40756" y="9591"/>
                </a:lnTo>
                <a:lnTo>
                  <a:pt x="40077" y="10065"/>
                </a:lnTo>
                <a:lnTo>
                  <a:pt x="39403" y="10548"/>
                </a:lnTo>
                <a:lnTo>
                  <a:pt x="38735" y="11038"/>
                </a:lnTo>
                <a:lnTo>
                  <a:pt x="38071" y="11536"/>
                </a:lnTo>
                <a:lnTo>
                  <a:pt x="37414" y="12041"/>
                </a:lnTo>
                <a:lnTo>
                  <a:pt x="36761" y="12554"/>
                </a:lnTo>
                <a:lnTo>
                  <a:pt x="36114" y="13075"/>
                </a:lnTo>
                <a:lnTo>
                  <a:pt x="35472" y="13603"/>
                </a:lnTo>
                <a:lnTo>
                  <a:pt x="34835" y="14139"/>
                </a:lnTo>
                <a:lnTo>
                  <a:pt x="34204" y="14682"/>
                </a:lnTo>
                <a:lnTo>
                  <a:pt x="33577" y="15233"/>
                </a:lnTo>
                <a:lnTo>
                  <a:pt x="32957" y="15792"/>
                </a:lnTo>
                <a:lnTo>
                  <a:pt x="32341" y="16358"/>
                </a:lnTo>
                <a:lnTo>
                  <a:pt x="31731" y="16932"/>
                </a:lnTo>
                <a:lnTo>
                  <a:pt x="31126" y="17514"/>
                </a:lnTo>
                <a:lnTo>
                  <a:pt x="30526" y="18103"/>
                </a:lnTo>
                <a:lnTo>
                  <a:pt x="29932" y="18700"/>
                </a:lnTo>
                <a:lnTo>
                  <a:pt x="29342" y="19304"/>
                </a:lnTo>
                <a:lnTo>
                  <a:pt x="28759" y="19916"/>
                </a:lnTo>
                <a:lnTo>
                  <a:pt x="28180" y="20536"/>
                </a:lnTo>
                <a:lnTo>
                  <a:pt x="27608" y="21160"/>
                </a:lnTo>
                <a:lnTo>
                  <a:pt x="27042" y="21785"/>
                </a:lnTo>
                <a:lnTo>
                  <a:pt x="26483" y="22412"/>
                </a:lnTo>
                <a:lnTo>
                  <a:pt x="25930" y="23040"/>
                </a:lnTo>
                <a:lnTo>
                  <a:pt x="25384" y="23669"/>
                </a:lnTo>
                <a:lnTo>
                  <a:pt x="24845" y="24300"/>
                </a:lnTo>
                <a:lnTo>
                  <a:pt x="24313" y="24932"/>
                </a:lnTo>
                <a:lnTo>
                  <a:pt x="23787" y="25566"/>
                </a:lnTo>
                <a:lnTo>
                  <a:pt x="23268" y="26201"/>
                </a:lnTo>
                <a:lnTo>
                  <a:pt x="22756" y="26837"/>
                </a:lnTo>
                <a:lnTo>
                  <a:pt x="22250" y="27475"/>
                </a:lnTo>
                <a:lnTo>
                  <a:pt x="21751" y="28114"/>
                </a:lnTo>
                <a:lnTo>
                  <a:pt x="21259" y="28755"/>
                </a:lnTo>
                <a:lnTo>
                  <a:pt x="20773" y="29397"/>
                </a:lnTo>
                <a:lnTo>
                  <a:pt x="20294" y="30040"/>
                </a:lnTo>
                <a:lnTo>
                  <a:pt x="19822" y="30685"/>
                </a:lnTo>
                <a:lnTo>
                  <a:pt x="19356" y="31331"/>
                </a:lnTo>
                <a:lnTo>
                  <a:pt x="18897" y="31978"/>
                </a:lnTo>
                <a:lnTo>
                  <a:pt x="18445" y="32627"/>
                </a:lnTo>
                <a:lnTo>
                  <a:pt x="17999" y="33277"/>
                </a:lnTo>
                <a:lnTo>
                  <a:pt x="17560" y="33929"/>
                </a:lnTo>
                <a:lnTo>
                  <a:pt x="17128" y="34582"/>
                </a:lnTo>
                <a:lnTo>
                  <a:pt x="16702" y="35236"/>
                </a:lnTo>
                <a:lnTo>
                  <a:pt x="16283" y="35892"/>
                </a:lnTo>
                <a:lnTo>
                  <a:pt x="9810" y="47341"/>
                </a:lnTo>
                <a:lnTo>
                  <a:pt x="9423" y="48009"/>
                </a:lnTo>
                <a:lnTo>
                  <a:pt x="9043" y="48681"/>
                </a:lnTo>
                <a:lnTo>
                  <a:pt x="8670" y="49358"/>
                </a:lnTo>
                <a:lnTo>
                  <a:pt x="8304" y="50039"/>
                </a:lnTo>
                <a:lnTo>
                  <a:pt x="7945" y="50724"/>
                </a:lnTo>
                <a:lnTo>
                  <a:pt x="7594" y="51413"/>
                </a:lnTo>
                <a:lnTo>
                  <a:pt x="7249" y="52107"/>
                </a:lnTo>
                <a:lnTo>
                  <a:pt x="6910" y="52805"/>
                </a:lnTo>
                <a:lnTo>
                  <a:pt x="6579" y="53507"/>
                </a:lnTo>
                <a:lnTo>
                  <a:pt x="6255" y="54213"/>
                </a:lnTo>
                <a:lnTo>
                  <a:pt x="5938" y="54924"/>
                </a:lnTo>
                <a:lnTo>
                  <a:pt x="5628" y="55639"/>
                </a:lnTo>
                <a:lnTo>
                  <a:pt x="5325" y="56358"/>
                </a:lnTo>
                <a:lnTo>
                  <a:pt x="5029" y="57082"/>
                </a:lnTo>
                <a:lnTo>
                  <a:pt x="4739" y="57810"/>
                </a:lnTo>
                <a:lnTo>
                  <a:pt x="4457" y="58542"/>
                </a:lnTo>
                <a:lnTo>
                  <a:pt x="4182" y="59278"/>
                </a:lnTo>
                <a:lnTo>
                  <a:pt x="3914" y="60019"/>
                </a:lnTo>
                <a:lnTo>
                  <a:pt x="3652" y="60764"/>
                </a:lnTo>
                <a:lnTo>
                  <a:pt x="3398" y="61513"/>
                </a:lnTo>
                <a:lnTo>
                  <a:pt x="3150" y="62267"/>
                </a:lnTo>
                <a:lnTo>
                  <a:pt x="2910" y="63024"/>
                </a:lnTo>
                <a:lnTo>
                  <a:pt x="2676" y="63787"/>
                </a:lnTo>
                <a:lnTo>
                  <a:pt x="2450" y="64553"/>
                </a:lnTo>
                <a:lnTo>
                  <a:pt x="2233" y="65321"/>
                </a:lnTo>
                <a:lnTo>
                  <a:pt x="2027" y="66088"/>
                </a:lnTo>
                <a:lnTo>
                  <a:pt x="1833" y="66853"/>
                </a:lnTo>
                <a:lnTo>
                  <a:pt x="1651" y="67618"/>
                </a:lnTo>
                <a:lnTo>
                  <a:pt x="1481" y="68381"/>
                </a:lnTo>
                <a:lnTo>
                  <a:pt x="1322" y="69143"/>
                </a:lnTo>
                <a:lnTo>
                  <a:pt x="1174" y="69905"/>
                </a:lnTo>
                <a:lnTo>
                  <a:pt x="1039" y="70665"/>
                </a:lnTo>
                <a:lnTo>
                  <a:pt x="915" y="71423"/>
                </a:lnTo>
                <a:lnTo>
                  <a:pt x="802" y="72181"/>
                </a:lnTo>
                <a:lnTo>
                  <a:pt x="702" y="72938"/>
                </a:lnTo>
                <a:lnTo>
                  <a:pt x="612" y="73693"/>
                </a:lnTo>
                <a:lnTo>
                  <a:pt x="535" y="74448"/>
                </a:lnTo>
                <a:lnTo>
                  <a:pt x="469" y="75201"/>
                </a:lnTo>
                <a:lnTo>
                  <a:pt x="415" y="75953"/>
                </a:lnTo>
                <a:lnTo>
                  <a:pt x="373" y="76704"/>
                </a:lnTo>
                <a:lnTo>
                  <a:pt x="342" y="77454"/>
                </a:lnTo>
                <a:lnTo>
                  <a:pt x="323" y="78203"/>
                </a:lnTo>
                <a:lnTo>
                  <a:pt x="315" y="78950"/>
                </a:lnTo>
                <a:lnTo>
                  <a:pt x="319" y="79697"/>
                </a:lnTo>
                <a:lnTo>
                  <a:pt x="335" y="80442"/>
                </a:lnTo>
                <a:lnTo>
                  <a:pt x="363" y="81186"/>
                </a:lnTo>
                <a:lnTo>
                  <a:pt x="402" y="81930"/>
                </a:lnTo>
                <a:lnTo>
                  <a:pt x="452" y="82672"/>
                </a:lnTo>
                <a:lnTo>
                  <a:pt x="517" y="83410"/>
                </a:lnTo>
                <a:lnTo>
                  <a:pt x="596" y="84142"/>
                </a:lnTo>
                <a:lnTo>
                  <a:pt x="691" y="84869"/>
                </a:lnTo>
                <a:lnTo>
                  <a:pt x="801" y="85590"/>
                </a:lnTo>
                <a:lnTo>
                  <a:pt x="926" y="86306"/>
                </a:lnTo>
                <a:lnTo>
                  <a:pt x="1066" y="87015"/>
                </a:lnTo>
                <a:lnTo>
                  <a:pt x="1222" y="87719"/>
                </a:lnTo>
                <a:lnTo>
                  <a:pt x="1393" y="88417"/>
                </a:lnTo>
                <a:lnTo>
                  <a:pt x="1579" y="89110"/>
                </a:lnTo>
                <a:lnTo>
                  <a:pt x="1780" y="89796"/>
                </a:lnTo>
                <a:lnTo>
                  <a:pt x="1997" y="90477"/>
                </a:lnTo>
                <a:lnTo>
                  <a:pt x="2228" y="91152"/>
                </a:lnTo>
                <a:lnTo>
                  <a:pt x="2475" y="91822"/>
                </a:lnTo>
                <a:lnTo>
                  <a:pt x="2737" y="92486"/>
                </a:lnTo>
                <a:lnTo>
                  <a:pt x="3015" y="93144"/>
                </a:lnTo>
                <a:lnTo>
                  <a:pt x="3307" y="93796"/>
                </a:lnTo>
                <a:lnTo>
                  <a:pt x="3615" y="94442"/>
                </a:lnTo>
                <a:lnTo>
                  <a:pt x="3938" y="95083"/>
                </a:lnTo>
                <a:lnTo>
                  <a:pt x="4277" y="95718"/>
                </a:lnTo>
                <a:lnTo>
                  <a:pt x="4630" y="96347"/>
                </a:lnTo>
                <a:lnTo>
                  <a:pt x="4999" y="96971"/>
                </a:lnTo>
                <a:lnTo>
                  <a:pt x="5383" y="97589"/>
                </a:lnTo>
                <a:lnTo>
                  <a:pt x="5782" y="98201"/>
                </a:lnTo>
                <a:lnTo>
                  <a:pt x="6196" y="98807"/>
                </a:lnTo>
                <a:lnTo>
                  <a:pt x="6628" y="99405"/>
                </a:lnTo>
                <a:lnTo>
                  <a:pt x="7079" y="99991"/>
                </a:lnTo>
                <a:lnTo>
                  <a:pt x="7549" y="100567"/>
                </a:lnTo>
                <a:lnTo>
                  <a:pt x="8037" y="101131"/>
                </a:lnTo>
                <a:lnTo>
                  <a:pt x="8545" y="101684"/>
                </a:lnTo>
                <a:lnTo>
                  <a:pt x="9072" y="102227"/>
                </a:lnTo>
                <a:lnTo>
                  <a:pt x="9618" y="102758"/>
                </a:lnTo>
                <a:lnTo>
                  <a:pt x="10184" y="103278"/>
                </a:lnTo>
                <a:lnTo>
                  <a:pt x="10768" y="103787"/>
                </a:lnTo>
                <a:lnTo>
                  <a:pt x="11371" y="104285"/>
                </a:lnTo>
                <a:lnTo>
                  <a:pt x="11993" y="104772"/>
                </a:lnTo>
                <a:lnTo>
                  <a:pt x="12635" y="105248"/>
                </a:lnTo>
                <a:lnTo>
                  <a:pt x="13295" y="105713"/>
                </a:lnTo>
                <a:lnTo>
                  <a:pt x="13975" y="106167"/>
                </a:lnTo>
                <a:lnTo>
                  <a:pt x="14674" y="106609"/>
                </a:lnTo>
                <a:lnTo>
                  <a:pt x="15391" y="107041"/>
                </a:lnTo>
                <a:lnTo>
                  <a:pt x="16128" y="107461"/>
                </a:lnTo>
                <a:lnTo>
                  <a:pt x="16884" y="107871"/>
                </a:lnTo>
                <a:lnTo>
                  <a:pt x="17659" y="108269"/>
                </a:lnTo>
                <a:lnTo>
                  <a:pt x="18453" y="108656"/>
                </a:lnTo>
                <a:lnTo>
                  <a:pt x="19266" y="109033"/>
                </a:lnTo>
                <a:lnTo>
                  <a:pt x="20098" y="109398"/>
                </a:lnTo>
                <a:lnTo>
                  <a:pt x="20950" y="109752"/>
                </a:lnTo>
                <a:lnTo>
                  <a:pt x="21820" y="110095"/>
                </a:lnTo>
                <a:lnTo>
                  <a:pt x="22323" y="110285"/>
                </a:lnTo>
                <a:lnTo>
                  <a:pt x="22826" y="110469"/>
                </a:lnTo>
                <a:lnTo>
                  <a:pt x="23328" y="110647"/>
                </a:lnTo>
                <a:lnTo>
                  <a:pt x="23831" y="110820"/>
                </a:lnTo>
                <a:lnTo>
                  <a:pt x="24334" y="110987"/>
                </a:lnTo>
                <a:lnTo>
                  <a:pt x="24837" y="111148"/>
                </a:lnTo>
                <a:lnTo>
                  <a:pt x="25340" y="111303"/>
                </a:lnTo>
                <a:lnTo>
                  <a:pt x="25843" y="111452"/>
                </a:lnTo>
                <a:lnTo>
                  <a:pt x="26346" y="111596"/>
                </a:lnTo>
                <a:lnTo>
                  <a:pt x="26849" y="111734"/>
                </a:lnTo>
                <a:lnTo>
                  <a:pt x="27352" y="111865"/>
                </a:lnTo>
                <a:lnTo>
                  <a:pt x="27855" y="111992"/>
                </a:lnTo>
                <a:lnTo>
                  <a:pt x="28358" y="112112"/>
                </a:lnTo>
                <a:lnTo>
                  <a:pt x="28861" y="112227"/>
                </a:lnTo>
                <a:lnTo>
                  <a:pt x="29364" y="112335"/>
                </a:lnTo>
                <a:lnTo>
                  <a:pt x="29867" y="112438"/>
                </a:lnTo>
                <a:lnTo>
                  <a:pt x="30371" y="112536"/>
                </a:lnTo>
                <a:lnTo>
                  <a:pt x="30874" y="112627"/>
                </a:lnTo>
                <a:lnTo>
                  <a:pt x="31377" y="112712"/>
                </a:lnTo>
                <a:lnTo>
                  <a:pt x="31880" y="112792"/>
                </a:lnTo>
                <a:lnTo>
                  <a:pt x="32383" y="112866"/>
                </a:lnTo>
                <a:lnTo>
                  <a:pt x="32887" y="112934"/>
                </a:lnTo>
                <a:lnTo>
                  <a:pt x="33390" y="112997"/>
                </a:lnTo>
                <a:lnTo>
                  <a:pt x="33893" y="113053"/>
                </a:lnTo>
                <a:lnTo>
                  <a:pt x="34397" y="113104"/>
                </a:lnTo>
                <a:lnTo>
                  <a:pt x="34900" y="113149"/>
                </a:lnTo>
                <a:lnTo>
                  <a:pt x="35403" y="113188"/>
                </a:lnTo>
                <a:lnTo>
                  <a:pt x="35906" y="113221"/>
                </a:lnTo>
                <a:lnTo>
                  <a:pt x="36408" y="113249"/>
                </a:lnTo>
                <a:lnTo>
                  <a:pt x="36911" y="113270"/>
                </a:lnTo>
                <a:lnTo>
                  <a:pt x="37413" y="113286"/>
                </a:lnTo>
                <a:lnTo>
                  <a:pt x="37915" y="113295"/>
                </a:lnTo>
                <a:lnTo>
                  <a:pt x="38417" y="113299"/>
                </a:lnTo>
                <a:lnTo>
                  <a:pt x="38919" y="113297"/>
                </a:lnTo>
                <a:lnTo>
                  <a:pt x="39421" y="113289"/>
                </a:lnTo>
                <a:lnTo>
                  <a:pt x="39923" y="113275"/>
                </a:lnTo>
                <a:lnTo>
                  <a:pt x="40424" y="113256"/>
                </a:lnTo>
                <a:lnTo>
                  <a:pt x="40925" y="113230"/>
                </a:lnTo>
                <a:lnTo>
                  <a:pt x="41427" y="113199"/>
                </a:lnTo>
                <a:lnTo>
                  <a:pt x="41928" y="113162"/>
                </a:lnTo>
                <a:lnTo>
                  <a:pt x="42428" y="113119"/>
                </a:lnTo>
                <a:lnTo>
                  <a:pt x="42929" y="113070"/>
                </a:lnTo>
                <a:lnTo>
                  <a:pt x="43430" y="113015"/>
                </a:lnTo>
                <a:lnTo>
                  <a:pt x="43930" y="112954"/>
                </a:lnTo>
                <a:lnTo>
                  <a:pt x="44430" y="112888"/>
                </a:lnTo>
                <a:lnTo>
                  <a:pt x="44930" y="112815"/>
                </a:lnTo>
                <a:lnTo>
                  <a:pt x="45430" y="112737"/>
                </a:lnTo>
                <a:lnTo>
                  <a:pt x="45930" y="112653"/>
                </a:lnTo>
                <a:lnTo>
                  <a:pt x="46430" y="112563"/>
                </a:lnTo>
                <a:lnTo>
                  <a:pt x="46929" y="112470"/>
                </a:lnTo>
                <a:lnTo>
                  <a:pt x="47429" y="112371"/>
                </a:lnTo>
                <a:lnTo>
                  <a:pt x="47928" y="112269"/>
                </a:lnTo>
                <a:lnTo>
                  <a:pt x="48428" y="112162"/>
                </a:lnTo>
                <a:lnTo>
                  <a:pt x="48927" y="112050"/>
                </a:lnTo>
                <a:lnTo>
                  <a:pt x="49426" y="111934"/>
                </a:lnTo>
                <a:lnTo>
                  <a:pt x="49925" y="111814"/>
                </a:lnTo>
                <a:lnTo>
                  <a:pt x="50424" y="111689"/>
                </a:lnTo>
                <a:lnTo>
                  <a:pt x="50923" y="111560"/>
                </a:lnTo>
                <a:lnTo>
                  <a:pt x="51421" y="111426"/>
                </a:lnTo>
                <a:lnTo>
                  <a:pt x="51920" y="111288"/>
                </a:lnTo>
                <a:lnTo>
                  <a:pt x="52418" y="111145"/>
                </a:lnTo>
                <a:lnTo>
                  <a:pt x="52917" y="110998"/>
                </a:lnTo>
                <a:lnTo>
                  <a:pt x="53415" y="110847"/>
                </a:lnTo>
                <a:lnTo>
                  <a:pt x="53913" y="110691"/>
                </a:lnTo>
                <a:lnTo>
                  <a:pt x="54412" y="110530"/>
                </a:lnTo>
                <a:lnTo>
                  <a:pt x="54910" y="110365"/>
                </a:lnTo>
                <a:lnTo>
                  <a:pt x="55408" y="110196"/>
                </a:lnTo>
                <a:lnTo>
                  <a:pt x="55905" y="110022"/>
                </a:lnTo>
                <a:lnTo>
                  <a:pt x="56403" y="109844"/>
                </a:lnTo>
                <a:lnTo>
                  <a:pt x="56901" y="109662"/>
                </a:lnTo>
                <a:lnTo>
                  <a:pt x="57398" y="109475"/>
                </a:lnTo>
                <a:lnTo>
                  <a:pt x="57896" y="109283"/>
                </a:lnTo>
                <a:lnTo>
                  <a:pt x="56532" y="104723"/>
                </a:lnTo>
                <a:lnTo>
                  <a:pt x="55878" y="104967"/>
                </a:lnTo>
                <a:lnTo>
                  <a:pt x="55223" y="105202"/>
                </a:lnTo>
                <a:lnTo>
                  <a:pt x="54566" y="105428"/>
                </a:lnTo>
                <a:lnTo>
                  <a:pt x="53908" y="105644"/>
                </a:lnTo>
                <a:lnTo>
                  <a:pt x="53249" y="105850"/>
                </a:lnTo>
                <a:lnTo>
                  <a:pt x="52588" y="106047"/>
                </a:lnTo>
                <a:lnTo>
                  <a:pt x="51926" y="106234"/>
                </a:lnTo>
                <a:lnTo>
                  <a:pt x="51262" y="106412"/>
                </a:lnTo>
                <a:lnTo>
                  <a:pt x="50598" y="106580"/>
                </a:lnTo>
                <a:lnTo>
                  <a:pt x="49931" y="106739"/>
                </a:lnTo>
                <a:lnTo>
                  <a:pt x="49264" y="106888"/>
                </a:lnTo>
                <a:lnTo>
                  <a:pt x="48595" y="107028"/>
                </a:lnTo>
                <a:lnTo>
                  <a:pt x="47925" y="107158"/>
                </a:lnTo>
                <a:lnTo>
                  <a:pt x="47253" y="107279"/>
                </a:lnTo>
                <a:lnTo>
                  <a:pt x="46581" y="107390"/>
                </a:lnTo>
                <a:lnTo>
                  <a:pt x="45906" y="107491"/>
                </a:lnTo>
                <a:lnTo>
                  <a:pt x="45231" y="107583"/>
                </a:lnTo>
                <a:lnTo>
                  <a:pt x="44554" y="107666"/>
                </a:lnTo>
                <a:lnTo>
                  <a:pt x="43876" y="107739"/>
                </a:lnTo>
                <a:lnTo>
                  <a:pt x="43196" y="107802"/>
                </a:lnTo>
                <a:lnTo>
                  <a:pt x="42515" y="107856"/>
                </a:lnTo>
                <a:lnTo>
                  <a:pt x="41833" y="107900"/>
                </a:lnTo>
                <a:lnTo>
                  <a:pt x="41149" y="107935"/>
                </a:lnTo>
                <a:lnTo>
                  <a:pt x="40464" y="107961"/>
                </a:lnTo>
                <a:lnTo>
                  <a:pt x="39778" y="107975"/>
                </a:lnTo>
                <a:lnTo>
                  <a:pt x="39093" y="107977"/>
                </a:lnTo>
                <a:lnTo>
                  <a:pt x="38407" y="107967"/>
                </a:lnTo>
                <a:lnTo>
                  <a:pt x="37722" y="107945"/>
                </a:lnTo>
                <a:lnTo>
                  <a:pt x="37036" y="107911"/>
                </a:lnTo>
                <a:lnTo>
                  <a:pt x="36351" y="107865"/>
                </a:lnTo>
                <a:lnTo>
                  <a:pt x="35666" y="107806"/>
                </a:lnTo>
                <a:lnTo>
                  <a:pt x="34981" y="107735"/>
                </a:lnTo>
                <a:lnTo>
                  <a:pt x="34296" y="107652"/>
                </a:lnTo>
                <a:lnTo>
                  <a:pt x="33611" y="107557"/>
                </a:lnTo>
                <a:lnTo>
                  <a:pt x="32926" y="107449"/>
                </a:lnTo>
                <a:lnTo>
                  <a:pt x="32241" y="107330"/>
                </a:lnTo>
                <a:lnTo>
                  <a:pt x="31556" y="107198"/>
                </a:lnTo>
                <a:lnTo>
                  <a:pt x="30872" y="107054"/>
                </a:lnTo>
                <a:lnTo>
                  <a:pt x="30187" y="106898"/>
                </a:lnTo>
                <a:lnTo>
                  <a:pt x="29503" y="106730"/>
                </a:lnTo>
                <a:lnTo>
                  <a:pt x="28818" y="106549"/>
                </a:lnTo>
                <a:lnTo>
                  <a:pt x="28134" y="106356"/>
                </a:lnTo>
                <a:lnTo>
                  <a:pt x="27449" y="106151"/>
                </a:lnTo>
                <a:lnTo>
                  <a:pt x="26765" y="105934"/>
                </a:lnTo>
                <a:lnTo>
                  <a:pt x="26081" y="105705"/>
                </a:lnTo>
                <a:lnTo>
                  <a:pt x="25397" y="105464"/>
                </a:lnTo>
                <a:lnTo>
                  <a:pt x="24713" y="105210"/>
                </a:lnTo>
                <a:lnTo>
                  <a:pt x="24029" y="104944"/>
                </a:lnTo>
                <a:lnTo>
                  <a:pt x="23262" y="104632"/>
                </a:lnTo>
                <a:lnTo>
                  <a:pt x="22513" y="104311"/>
                </a:lnTo>
                <a:lnTo>
                  <a:pt x="21782" y="103981"/>
                </a:lnTo>
                <a:lnTo>
                  <a:pt x="21069" y="103642"/>
                </a:lnTo>
                <a:lnTo>
                  <a:pt x="20375" y="103295"/>
                </a:lnTo>
                <a:lnTo>
                  <a:pt x="19698" y="102937"/>
                </a:lnTo>
                <a:lnTo>
                  <a:pt x="19040" y="102571"/>
                </a:lnTo>
                <a:lnTo>
                  <a:pt x="18399" y="102196"/>
                </a:lnTo>
                <a:lnTo>
                  <a:pt x="17777" y="101812"/>
                </a:lnTo>
                <a:lnTo>
                  <a:pt x="17173" y="101419"/>
                </a:lnTo>
                <a:lnTo>
                  <a:pt x="16587" y="101017"/>
                </a:lnTo>
                <a:lnTo>
                  <a:pt x="16019" y="100605"/>
                </a:lnTo>
                <a:lnTo>
                  <a:pt x="15469" y="100185"/>
                </a:lnTo>
                <a:lnTo>
                  <a:pt x="14937" y="99756"/>
                </a:lnTo>
                <a:lnTo>
                  <a:pt x="14423" y="99317"/>
                </a:lnTo>
                <a:lnTo>
                  <a:pt x="13928" y="98870"/>
                </a:lnTo>
                <a:lnTo>
                  <a:pt x="13450" y="98413"/>
                </a:lnTo>
                <a:lnTo>
                  <a:pt x="12991" y="97948"/>
                </a:lnTo>
                <a:lnTo>
                  <a:pt x="12549" y="97473"/>
                </a:lnTo>
                <a:lnTo>
                  <a:pt x="12126" y="96990"/>
                </a:lnTo>
                <a:lnTo>
                  <a:pt x="11721" y="96497"/>
                </a:lnTo>
                <a:lnTo>
                  <a:pt x="11334" y="95995"/>
                </a:lnTo>
                <a:lnTo>
                  <a:pt x="10965" y="95484"/>
                </a:lnTo>
                <a:lnTo>
                  <a:pt x="10614" y="94965"/>
                </a:lnTo>
                <a:lnTo>
                  <a:pt x="10279" y="94437"/>
                </a:lnTo>
                <a:lnTo>
                  <a:pt x="9957" y="93904"/>
                </a:lnTo>
                <a:lnTo>
                  <a:pt x="9648" y="93366"/>
                </a:lnTo>
                <a:lnTo>
                  <a:pt x="9352" y="92822"/>
                </a:lnTo>
                <a:lnTo>
                  <a:pt x="9070" y="92272"/>
                </a:lnTo>
                <a:lnTo>
                  <a:pt x="8800" y="91717"/>
                </a:lnTo>
                <a:lnTo>
                  <a:pt x="8544" y="91157"/>
                </a:lnTo>
                <a:lnTo>
                  <a:pt x="8301" y="90591"/>
                </a:lnTo>
                <a:lnTo>
                  <a:pt x="8071" y="90019"/>
                </a:lnTo>
                <a:lnTo>
                  <a:pt x="7854" y="89442"/>
                </a:lnTo>
                <a:lnTo>
                  <a:pt x="7650" y="88859"/>
                </a:lnTo>
                <a:lnTo>
                  <a:pt x="7459" y="88271"/>
                </a:lnTo>
                <a:lnTo>
                  <a:pt x="7282" y="87677"/>
                </a:lnTo>
                <a:lnTo>
                  <a:pt x="7118" y="87078"/>
                </a:lnTo>
                <a:lnTo>
                  <a:pt x="6966" y="86473"/>
                </a:lnTo>
                <a:lnTo>
                  <a:pt x="6828" y="85863"/>
                </a:lnTo>
                <a:lnTo>
                  <a:pt x="6704" y="85247"/>
                </a:lnTo>
                <a:lnTo>
                  <a:pt x="6592" y="84625"/>
                </a:lnTo>
                <a:lnTo>
                  <a:pt x="6493" y="83998"/>
                </a:lnTo>
                <a:lnTo>
                  <a:pt x="6408" y="83366"/>
                </a:lnTo>
                <a:lnTo>
                  <a:pt x="6335" y="82728"/>
                </a:lnTo>
                <a:lnTo>
                  <a:pt x="6276" y="82084"/>
                </a:lnTo>
                <a:lnTo>
                  <a:pt x="6230" y="81435"/>
                </a:lnTo>
                <a:lnTo>
                  <a:pt x="6197" y="80780"/>
                </a:lnTo>
                <a:lnTo>
                  <a:pt x="6176" y="80122"/>
                </a:lnTo>
                <a:lnTo>
                  <a:pt x="6165" y="79463"/>
                </a:lnTo>
                <a:lnTo>
                  <a:pt x="6164" y="78804"/>
                </a:lnTo>
                <a:lnTo>
                  <a:pt x="6173" y="78144"/>
                </a:lnTo>
                <a:lnTo>
                  <a:pt x="6192" y="77483"/>
                </a:lnTo>
                <a:lnTo>
                  <a:pt x="6222" y="76821"/>
                </a:lnTo>
                <a:lnTo>
                  <a:pt x="6261" y="76159"/>
                </a:lnTo>
                <a:lnTo>
                  <a:pt x="6310" y="75496"/>
                </a:lnTo>
                <a:lnTo>
                  <a:pt x="6370" y="74832"/>
                </a:lnTo>
                <a:lnTo>
                  <a:pt x="6440" y="74167"/>
                </a:lnTo>
                <a:lnTo>
                  <a:pt x="6519" y="73502"/>
                </a:lnTo>
                <a:lnTo>
                  <a:pt x="6609" y="72836"/>
                </a:lnTo>
                <a:lnTo>
                  <a:pt x="6709" y="72169"/>
                </a:lnTo>
                <a:lnTo>
                  <a:pt x="6819" y="71502"/>
                </a:lnTo>
                <a:lnTo>
                  <a:pt x="6939" y="70833"/>
                </a:lnTo>
                <a:lnTo>
                  <a:pt x="7070" y="70165"/>
                </a:lnTo>
                <a:lnTo>
                  <a:pt x="7210" y="69495"/>
                </a:lnTo>
                <a:lnTo>
                  <a:pt x="7360" y="68825"/>
                </a:lnTo>
                <a:lnTo>
                  <a:pt x="7521" y="68154"/>
                </a:lnTo>
                <a:lnTo>
                  <a:pt x="7691" y="67482"/>
                </a:lnTo>
                <a:lnTo>
                  <a:pt x="7872" y="66809"/>
                </a:lnTo>
                <a:lnTo>
                  <a:pt x="8063" y="66136"/>
                </a:lnTo>
                <a:lnTo>
                  <a:pt x="8263" y="65462"/>
                </a:lnTo>
                <a:lnTo>
                  <a:pt x="8474" y="64787"/>
                </a:lnTo>
                <a:lnTo>
                  <a:pt x="8693" y="64114"/>
                </a:lnTo>
                <a:lnTo>
                  <a:pt x="8918" y="63445"/>
                </a:lnTo>
                <a:lnTo>
                  <a:pt x="9147" y="62779"/>
                </a:lnTo>
                <a:lnTo>
                  <a:pt x="9383" y="62117"/>
                </a:lnTo>
                <a:lnTo>
                  <a:pt x="9624" y="61459"/>
                </a:lnTo>
                <a:lnTo>
                  <a:pt x="9871" y="60804"/>
                </a:lnTo>
                <a:lnTo>
                  <a:pt x="10123" y="60153"/>
                </a:lnTo>
                <a:lnTo>
                  <a:pt x="10381" y="59506"/>
                </a:lnTo>
                <a:lnTo>
                  <a:pt x="10644" y="58863"/>
                </a:lnTo>
                <a:lnTo>
                  <a:pt x="10913" y="58223"/>
                </a:lnTo>
                <a:lnTo>
                  <a:pt x="11188" y="57588"/>
                </a:lnTo>
                <a:lnTo>
                  <a:pt x="11468" y="56955"/>
                </a:lnTo>
                <a:lnTo>
                  <a:pt x="11754" y="56327"/>
                </a:lnTo>
                <a:lnTo>
                  <a:pt x="12045" y="55702"/>
                </a:lnTo>
                <a:lnTo>
                  <a:pt x="12342" y="55081"/>
                </a:lnTo>
                <a:lnTo>
                  <a:pt x="12644" y="54464"/>
                </a:lnTo>
                <a:lnTo>
                  <a:pt x="12952" y="53851"/>
                </a:lnTo>
                <a:lnTo>
                  <a:pt x="13266" y="53241"/>
                </a:lnTo>
                <a:lnTo>
                  <a:pt x="13585" y="52635"/>
                </a:lnTo>
                <a:lnTo>
                  <a:pt x="13910" y="52032"/>
                </a:lnTo>
                <a:lnTo>
                  <a:pt x="14240" y="51434"/>
                </a:lnTo>
                <a:lnTo>
                  <a:pt x="14576" y="50839"/>
                </a:lnTo>
                <a:lnTo>
                  <a:pt x="14917" y="50248"/>
                </a:lnTo>
                <a:lnTo>
                  <a:pt x="15264" y="49660"/>
                </a:lnTo>
                <a:lnTo>
                  <a:pt x="20487" y="40374"/>
                </a:lnTo>
                <a:lnTo>
                  <a:pt x="87321" y="66009"/>
                </a:lnTo>
                <a:close/>
                <a:moveTo>
                  <a:pt x="23636" y="35138"/>
                </a:moveTo>
                <a:lnTo>
                  <a:pt x="24022" y="34565"/>
                </a:lnTo>
                <a:lnTo>
                  <a:pt x="24414" y="33993"/>
                </a:lnTo>
                <a:lnTo>
                  <a:pt x="24814" y="33422"/>
                </a:lnTo>
                <a:lnTo>
                  <a:pt x="25222" y="32851"/>
                </a:lnTo>
                <a:lnTo>
                  <a:pt x="25636" y="32281"/>
                </a:lnTo>
                <a:lnTo>
                  <a:pt x="26057" y="31712"/>
                </a:lnTo>
                <a:lnTo>
                  <a:pt x="26486" y="31143"/>
                </a:lnTo>
                <a:lnTo>
                  <a:pt x="26921" y="30576"/>
                </a:lnTo>
                <a:lnTo>
                  <a:pt x="27364" y="30009"/>
                </a:lnTo>
                <a:lnTo>
                  <a:pt x="27814" y="29442"/>
                </a:lnTo>
                <a:lnTo>
                  <a:pt x="28271" y="28877"/>
                </a:lnTo>
                <a:lnTo>
                  <a:pt x="28735" y="28312"/>
                </a:lnTo>
                <a:lnTo>
                  <a:pt x="29207" y="27748"/>
                </a:lnTo>
                <a:lnTo>
                  <a:pt x="29685" y="27184"/>
                </a:lnTo>
                <a:lnTo>
                  <a:pt x="30171" y="26622"/>
                </a:lnTo>
                <a:lnTo>
                  <a:pt x="30663" y="26060"/>
                </a:lnTo>
                <a:lnTo>
                  <a:pt x="31163" y="25499"/>
                </a:lnTo>
                <a:lnTo>
                  <a:pt x="31670" y="24938"/>
                </a:lnTo>
                <a:lnTo>
                  <a:pt x="32184" y="24379"/>
                </a:lnTo>
                <a:lnTo>
                  <a:pt x="32704" y="23822"/>
                </a:lnTo>
                <a:lnTo>
                  <a:pt x="33229" y="23272"/>
                </a:lnTo>
                <a:lnTo>
                  <a:pt x="33759" y="22728"/>
                </a:lnTo>
                <a:lnTo>
                  <a:pt x="34294" y="22190"/>
                </a:lnTo>
                <a:lnTo>
                  <a:pt x="34833" y="21659"/>
                </a:lnTo>
                <a:lnTo>
                  <a:pt x="35377" y="21134"/>
                </a:lnTo>
                <a:lnTo>
                  <a:pt x="35926" y="20615"/>
                </a:lnTo>
                <a:lnTo>
                  <a:pt x="36480" y="20102"/>
                </a:lnTo>
                <a:lnTo>
                  <a:pt x="37039" y="19596"/>
                </a:lnTo>
                <a:lnTo>
                  <a:pt x="37602" y="19096"/>
                </a:lnTo>
                <a:lnTo>
                  <a:pt x="38170" y="18602"/>
                </a:lnTo>
                <a:lnTo>
                  <a:pt x="38743" y="18114"/>
                </a:lnTo>
                <a:lnTo>
                  <a:pt x="39321" y="17633"/>
                </a:lnTo>
                <a:lnTo>
                  <a:pt x="39904" y="17158"/>
                </a:lnTo>
                <a:lnTo>
                  <a:pt x="40491" y="16689"/>
                </a:lnTo>
                <a:lnTo>
                  <a:pt x="41083" y="16227"/>
                </a:lnTo>
                <a:lnTo>
                  <a:pt x="41680" y="15770"/>
                </a:lnTo>
                <a:lnTo>
                  <a:pt x="42282" y="15320"/>
                </a:lnTo>
                <a:lnTo>
                  <a:pt x="42889" y="14877"/>
                </a:lnTo>
                <a:lnTo>
                  <a:pt x="43500" y="14439"/>
                </a:lnTo>
                <a:lnTo>
                  <a:pt x="44117" y="14008"/>
                </a:lnTo>
                <a:lnTo>
                  <a:pt x="44738" y="13583"/>
                </a:lnTo>
                <a:lnTo>
                  <a:pt x="45363" y="13164"/>
                </a:lnTo>
                <a:lnTo>
                  <a:pt x="45994" y="12752"/>
                </a:lnTo>
                <a:lnTo>
                  <a:pt x="46629" y="12348"/>
                </a:lnTo>
                <a:lnTo>
                  <a:pt x="47266" y="11957"/>
                </a:lnTo>
                <a:lnTo>
                  <a:pt x="47906" y="11577"/>
                </a:lnTo>
                <a:lnTo>
                  <a:pt x="48549" y="11210"/>
                </a:lnTo>
                <a:lnTo>
                  <a:pt x="49195" y="10855"/>
                </a:lnTo>
                <a:lnTo>
                  <a:pt x="49843" y="10512"/>
                </a:lnTo>
                <a:lnTo>
                  <a:pt x="50494" y="10180"/>
                </a:lnTo>
                <a:lnTo>
                  <a:pt x="51148" y="9861"/>
                </a:lnTo>
                <a:lnTo>
                  <a:pt x="51805" y="9554"/>
                </a:lnTo>
                <a:lnTo>
                  <a:pt x="52465" y="9259"/>
                </a:lnTo>
                <a:lnTo>
                  <a:pt x="53127" y="8977"/>
                </a:lnTo>
                <a:lnTo>
                  <a:pt x="53792" y="8706"/>
                </a:lnTo>
                <a:lnTo>
                  <a:pt x="54460" y="8447"/>
                </a:lnTo>
                <a:lnTo>
                  <a:pt x="55131" y="8200"/>
                </a:lnTo>
                <a:lnTo>
                  <a:pt x="55804" y="7966"/>
                </a:lnTo>
                <a:lnTo>
                  <a:pt x="56481" y="7743"/>
                </a:lnTo>
                <a:lnTo>
                  <a:pt x="57160" y="7533"/>
                </a:lnTo>
                <a:lnTo>
                  <a:pt x="57841" y="7334"/>
                </a:lnTo>
                <a:lnTo>
                  <a:pt x="58526" y="7148"/>
                </a:lnTo>
                <a:lnTo>
                  <a:pt x="59213" y="6974"/>
                </a:lnTo>
                <a:lnTo>
                  <a:pt x="59903" y="6812"/>
                </a:lnTo>
                <a:lnTo>
                  <a:pt x="60596" y="6661"/>
                </a:lnTo>
                <a:lnTo>
                  <a:pt x="61292" y="6523"/>
                </a:lnTo>
                <a:lnTo>
                  <a:pt x="61990" y="6397"/>
                </a:lnTo>
                <a:lnTo>
                  <a:pt x="62691" y="6286"/>
                </a:lnTo>
                <a:lnTo>
                  <a:pt x="63394" y="6192"/>
                </a:lnTo>
                <a:lnTo>
                  <a:pt x="64100" y="6115"/>
                </a:lnTo>
                <a:lnTo>
                  <a:pt x="64807" y="6056"/>
                </a:lnTo>
                <a:lnTo>
                  <a:pt x="65517" y="6014"/>
                </a:lnTo>
                <a:lnTo>
                  <a:pt x="66228" y="5989"/>
                </a:lnTo>
                <a:lnTo>
                  <a:pt x="66942" y="5982"/>
                </a:lnTo>
                <a:lnTo>
                  <a:pt x="67658" y="5993"/>
                </a:lnTo>
                <a:lnTo>
                  <a:pt x="68376" y="6020"/>
                </a:lnTo>
                <a:lnTo>
                  <a:pt x="69096" y="6066"/>
                </a:lnTo>
                <a:lnTo>
                  <a:pt x="69818" y="6128"/>
                </a:lnTo>
                <a:lnTo>
                  <a:pt x="70542" y="6208"/>
                </a:lnTo>
                <a:lnTo>
                  <a:pt x="71269" y="6306"/>
                </a:lnTo>
                <a:lnTo>
                  <a:pt x="71998" y="6420"/>
                </a:lnTo>
                <a:lnTo>
                  <a:pt x="72728" y="6553"/>
                </a:lnTo>
                <a:lnTo>
                  <a:pt x="73461" y="6702"/>
                </a:lnTo>
                <a:lnTo>
                  <a:pt x="74196" y="6869"/>
                </a:lnTo>
                <a:lnTo>
                  <a:pt x="74933" y="7054"/>
                </a:lnTo>
                <a:lnTo>
                  <a:pt x="75673" y="7256"/>
                </a:lnTo>
                <a:lnTo>
                  <a:pt x="76414" y="7475"/>
                </a:lnTo>
                <a:lnTo>
                  <a:pt x="77158" y="7712"/>
                </a:lnTo>
                <a:lnTo>
                  <a:pt x="77903" y="7966"/>
                </a:lnTo>
                <a:lnTo>
                  <a:pt x="78651" y="8237"/>
                </a:lnTo>
                <a:lnTo>
                  <a:pt x="79401" y="8526"/>
                </a:lnTo>
                <a:lnTo>
                  <a:pt x="80258" y="8895"/>
                </a:lnTo>
                <a:lnTo>
                  <a:pt x="81090" y="9276"/>
                </a:lnTo>
                <a:lnTo>
                  <a:pt x="81896" y="9668"/>
                </a:lnTo>
                <a:lnTo>
                  <a:pt x="82677" y="10073"/>
                </a:lnTo>
                <a:lnTo>
                  <a:pt x="83431" y="10489"/>
                </a:lnTo>
                <a:lnTo>
                  <a:pt x="84161" y="10918"/>
                </a:lnTo>
                <a:lnTo>
                  <a:pt x="84864" y="11359"/>
                </a:lnTo>
                <a:lnTo>
                  <a:pt x="85542" y="11811"/>
                </a:lnTo>
                <a:lnTo>
                  <a:pt x="86194" y="12276"/>
                </a:lnTo>
                <a:lnTo>
                  <a:pt x="86821" y="12752"/>
                </a:lnTo>
                <a:lnTo>
                  <a:pt x="87422" y="13241"/>
                </a:lnTo>
                <a:lnTo>
                  <a:pt x="87997" y="13741"/>
                </a:lnTo>
                <a:lnTo>
                  <a:pt x="88547" y="14254"/>
                </a:lnTo>
                <a:lnTo>
                  <a:pt x="89071" y="14779"/>
                </a:lnTo>
                <a:lnTo>
                  <a:pt x="89570" y="15315"/>
                </a:lnTo>
                <a:lnTo>
                  <a:pt x="90043" y="15864"/>
                </a:lnTo>
                <a:lnTo>
                  <a:pt x="90490" y="16424"/>
                </a:lnTo>
                <a:lnTo>
                  <a:pt x="90911" y="16997"/>
                </a:lnTo>
                <a:lnTo>
                  <a:pt x="91307" y="17581"/>
                </a:lnTo>
                <a:lnTo>
                  <a:pt x="91677" y="18178"/>
                </a:lnTo>
                <a:lnTo>
                  <a:pt x="92022" y="18786"/>
                </a:lnTo>
                <a:lnTo>
                  <a:pt x="92341" y="19407"/>
                </a:lnTo>
                <a:lnTo>
                  <a:pt x="92635" y="20039"/>
                </a:lnTo>
                <a:lnTo>
                  <a:pt x="92902" y="20684"/>
                </a:lnTo>
                <a:lnTo>
                  <a:pt x="93148" y="21337"/>
                </a:lnTo>
                <a:lnTo>
                  <a:pt x="93375" y="21997"/>
                </a:lnTo>
                <a:lnTo>
                  <a:pt x="93583" y="22662"/>
                </a:lnTo>
                <a:lnTo>
                  <a:pt x="93773" y="23333"/>
                </a:lnTo>
                <a:lnTo>
                  <a:pt x="93943" y="24009"/>
                </a:lnTo>
                <a:lnTo>
                  <a:pt x="94096" y="24692"/>
                </a:lnTo>
                <a:lnTo>
                  <a:pt x="94229" y="25381"/>
                </a:lnTo>
                <a:lnTo>
                  <a:pt x="94344" y="26075"/>
                </a:lnTo>
                <a:lnTo>
                  <a:pt x="94440" y="26775"/>
                </a:lnTo>
                <a:lnTo>
                  <a:pt x="94518" y="27482"/>
                </a:lnTo>
                <a:lnTo>
                  <a:pt x="94577" y="28193"/>
                </a:lnTo>
                <a:lnTo>
                  <a:pt x="94617" y="28911"/>
                </a:lnTo>
                <a:lnTo>
                  <a:pt x="94638" y="29635"/>
                </a:lnTo>
                <a:lnTo>
                  <a:pt x="94641" y="30365"/>
                </a:lnTo>
                <a:lnTo>
                  <a:pt x="94625" y="31100"/>
                </a:lnTo>
                <a:lnTo>
                  <a:pt x="94591" y="31841"/>
                </a:lnTo>
                <a:lnTo>
                  <a:pt x="94538" y="32588"/>
                </a:lnTo>
                <a:lnTo>
                  <a:pt x="94466" y="33341"/>
                </a:lnTo>
                <a:lnTo>
                  <a:pt x="94375" y="34100"/>
                </a:lnTo>
                <a:lnTo>
                  <a:pt x="94266" y="34865"/>
                </a:lnTo>
                <a:lnTo>
                  <a:pt x="94138" y="35635"/>
                </a:lnTo>
                <a:lnTo>
                  <a:pt x="93992" y="36412"/>
                </a:lnTo>
                <a:lnTo>
                  <a:pt x="93826" y="37194"/>
                </a:lnTo>
                <a:lnTo>
                  <a:pt x="93643" y="37982"/>
                </a:lnTo>
                <a:lnTo>
                  <a:pt x="93445" y="38772"/>
                </a:lnTo>
                <a:lnTo>
                  <a:pt x="93237" y="39559"/>
                </a:lnTo>
                <a:lnTo>
                  <a:pt x="93020" y="40344"/>
                </a:lnTo>
                <a:lnTo>
                  <a:pt x="92792" y="41126"/>
                </a:lnTo>
                <a:lnTo>
                  <a:pt x="92556" y="41906"/>
                </a:lnTo>
                <a:lnTo>
                  <a:pt x="92310" y="42683"/>
                </a:lnTo>
                <a:lnTo>
                  <a:pt x="92054" y="43458"/>
                </a:lnTo>
                <a:lnTo>
                  <a:pt x="91788" y="44230"/>
                </a:lnTo>
                <a:lnTo>
                  <a:pt x="91513" y="45000"/>
                </a:lnTo>
                <a:lnTo>
                  <a:pt x="91228" y="45767"/>
                </a:lnTo>
                <a:lnTo>
                  <a:pt x="90933" y="46532"/>
                </a:lnTo>
                <a:lnTo>
                  <a:pt x="90629" y="47294"/>
                </a:lnTo>
                <a:lnTo>
                  <a:pt x="90315" y="48054"/>
                </a:lnTo>
                <a:lnTo>
                  <a:pt x="89991" y="48811"/>
                </a:lnTo>
                <a:lnTo>
                  <a:pt x="89658" y="49566"/>
                </a:lnTo>
                <a:lnTo>
                  <a:pt x="89315" y="50318"/>
                </a:lnTo>
                <a:lnTo>
                  <a:pt x="88963" y="51068"/>
                </a:lnTo>
                <a:lnTo>
                  <a:pt x="88601" y="51815"/>
                </a:lnTo>
                <a:lnTo>
                  <a:pt x="88229" y="52560"/>
                </a:lnTo>
                <a:lnTo>
                  <a:pt x="87847" y="53302"/>
                </a:lnTo>
                <a:lnTo>
                  <a:pt x="87456" y="54041"/>
                </a:lnTo>
                <a:lnTo>
                  <a:pt x="87055" y="54779"/>
                </a:lnTo>
                <a:lnTo>
                  <a:pt x="86645" y="55513"/>
                </a:lnTo>
                <a:lnTo>
                  <a:pt x="86225" y="56246"/>
                </a:lnTo>
                <a:lnTo>
                  <a:pt x="84664" y="59108"/>
                </a:lnTo>
                <a:lnTo>
                  <a:pt x="23340" y="35585"/>
                </a:lnTo>
                <a:lnTo>
                  <a:pt x="23636" y="3513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r">
            <a:extLst xmlns:a="http://schemas.openxmlformats.org/drawingml/2006/main">
              <a:ext uri="{FF2B5EF4-FFF2-40B4-BE49-F238E27FC236}">
                <a16:creationId xmlns:a16="http://schemas.microsoft.com/office/drawing/2014/main" id="{29110C17-7D23-49F5-A666-02883661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406" y="4045749"/>
            <a:ext cx="101917" cy="103654"/>
          </a:xfrm>
          <a:custGeom xmlns:a="http://schemas.openxmlformats.org/drawingml/2006/main">
            <a:pathLst>
              <a:path w="101917" h="103654">
                <a:moveTo>
                  <a:pt x="44564" y="37822"/>
                </a:moveTo>
                <a:lnTo>
                  <a:pt x="45036" y="37229"/>
                </a:lnTo>
                <a:lnTo>
                  <a:pt x="45513" y="36636"/>
                </a:lnTo>
                <a:lnTo>
                  <a:pt x="45997" y="36041"/>
                </a:lnTo>
                <a:lnTo>
                  <a:pt x="46487" y="35445"/>
                </a:lnTo>
                <a:lnTo>
                  <a:pt x="46982" y="34849"/>
                </a:lnTo>
                <a:lnTo>
                  <a:pt x="47483" y="34254"/>
                </a:lnTo>
                <a:lnTo>
                  <a:pt x="47988" y="33666"/>
                </a:lnTo>
                <a:lnTo>
                  <a:pt x="48497" y="33082"/>
                </a:lnTo>
                <a:lnTo>
                  <a:pt x="49010" y="32504"/>
                </a:lnTo>
                <a:lnTo>
                  <a:pt x="49528" y="31932"/>
                </a:lnTo>
                <a:lnTo>
                  <a:pt x="50051" y="31365"/>
                </a:lnTo>
                <a:lnTo>
                  <a:pt x="50577" y="30803"/>
                </a:lnTo>
                <a:lnTo>
                  <a:pt x="51108" y="30247"/>
                </a:lnTo>
                <a:lnTo>
                  <a:pt x="51643" y="29697"/>
                </a:lnTo>
                <a:lnTo>
                  <a:pt x="52182" y="29151"/>
                </a:lnTo>
                <a:lnTo>
                  <a:pt x="52726" y="28612"/>
                </a:lnTo>
                <a:lnTo>
                  <a:pt x="53274" y="28077"/>
                </a:lnTo>
                <a:lnTo>
                  <a:pt x="53827" y="27549"/>
                </a:lnTo>
                <a:lnTo>
                  <a:pt x="54383" y="27025"/>
                </a:lnTo>
                <a:lnTo>
                  <a:pt x="54944" y="26507"/>
                </a:lnTo>
                <a:lnTo>
                  <a:pt x="55510" y="25995"/>
                </a:lnTo>
                <a:lnTo>
                  <a:pt x="56079" y="25488"/>
                </a:lnTo>
                <a:lnTo>
                  <a:pt x="56653" y="24987"/>
                </a:lnTo>
                <a:lnTo>
                  <a:pt x="57232" y="24491"/>
                </a:lnTo>
                <a:lnTo>
                  <a:pt x="57814" y="24000"/>
                </a:lnTo>
                <a:lnTo>
                  <a:pt x="58401" y="23515"/>
                </a:lnTo>
                <a:lnTo>
                  <a:pt x="58992" y="23035"/>
                </a:lnTo>
                <a:lnTo>
                  <a:pt x="59588" y="22561"/>
                </a:lnTo>
                <a:lnTo>
                  <a:pt x="60188" y="22092"/>
                </a:lnTo>
                <a:lnTo>
                  <a:pt x="60791" y="21632"/>
                </a:lnTo>
                <a:lnTo>
                  <a:pt x="61399" y="21185"/>
                </a:lnTo>
                <a:lnTo>
                  <a:pt x="62011" y="20750"/>
                </a:lnTo>
                <a:lnTo>
                  <a:pt x="62627" y="20327"/>
                </a:lnTo>
                <a:lnTo>
                  <a:pt x="63246" y="19916"/>
                </a:lnTo>
                <a:lnTo>
                  <a:pt x="63869" y="19518"/>
                </a:lnTo>
                <a:lnTo>
                  <a:pt x="64497" y="19132"/>
                </a:lnTo>
                <a:lnTo>
                  <a:pt x="65128" y="18758"/>
                </a:lnTo>
                <a:lnTo>
                  <a:pt x="65763" y="18397"/>
                </a:lnTo>
                <a:lnTo>
                  <a:pt x="66402" y="18048"/>
                </a:lnTo>
                <a:lnTo>
                  <a:pt x="67044" y="17711"/>
                </a:lnTo>
                <a:lnTo>
                  <a:pt x="67691" y="17386"/>
                </a:lnTo>
                <a:lnTo>
                  <a:pt x="68342" y="17074"/>
                </a:lnTo>
                <a:lnTo>
                  <a:pt x="68996" y="16774"/>
                </a:lnTo>
                <a:lnTo>
                  <a:pt x="69655" y="16487"/>
                </a:lnTo>
                <a:lnTo>
                  <a:pt x="70317" y="16211"/>
                </a:lnTo>
                <a:lnTo>
                  <a:pt x="70983" y="15948"/>
                </a:lnTo>
                <a:lnTo>
                  <a:pt x="71653" y="15698"/>
                </a:lnTo>
                <a:lnTo>
                  <a:pt x="72327" y="15459"/>
                </a:lnTo>
                <a:lnTo>
                  <a:pt x="73005" y="15233"/>
                </a:lnTo>
                <a:lnTo>
                  <a:pt x="73686" y="15020"/>
                </a:lnTo>
                <a:lnTo>
                  <a:pt x="74372" y="14818"/>
                </a:lnTo>
                <a:lnTo>
                  <a:pt x="75061" y="14629"/>
                </a:lnTo>
                <a:lnTo>
                  <a:pt x="75754" y="14452"/>
                </a:lnTo>
                <a:lnTo>
                  <a:pt x="76451" y="14291"/>
                </a:lnTo>
                <a:lnTo>
                  <a:pt x="77149" y="14149"/>
                </a:lnTo>
                <a:lnTo>
                  <a:pt x="77848" y="14025"/>
                </a:lnTo>
                <a:lnTo>
                  <a:pt x="78550" y="13921"/>
                </a:lnTo>
                <a:lnTo>
                  <a:pt x="79253" y="13835"/>
                </a:lnTo>
                <a:lnTo>
                  <a:pt x="79958" y="13768"/>
                </a:lnTo>
                <a:lnTo>
                  <a:pt x="80664" y="13720"/>
                </a:lnTo>
                <a:lnTo>
                  <a:pt x="81373" y="13691"/>
                </a:lnTo>
                <a:lnTo>
                  <a:pt x="82083" y="13681"/>
                </a:lnTo>
                <a:lnTo>
                  <a:pt x="82795" y="13690"/>
                </a:lnTo>
                <a:lnTo>
                  <a:pt x="83509" y="13718"/>
                </a:lnTo>
                <a:lnTo>
                  <a:pt x="84224" y="13765"/>
                </a:lnTo>
                <a:lnTo>
                  <a:pt x="84941" y="13830"/>
                </a:lnTo>
                <a:lnTo>
                  <a:pt x="85660" y="13914"/>
                </a:lnTo>
                <a:lnTo>
                  <a:pt x="86381" y="14018"/>
                </a:lnTo>
                <a:lnTo>
                  <a:pt x="87103" y="14140"/>
                </a:lnTo>
                <a:lnTo>
                  <a:pt x="87828" y="14281"/>
                </a:lnTo>
                <a:lnTo>
                  <a:pt x="88554" y="14441"/>
                </a:lnTo>
                <a:lnTo>
                  <a:pt x="89281" y="14620"/>
                </a:lnTo>
                <a:lnTo>
                  <a:pt x="90011" y="14818"/>
                </a:lnTo>
                <a:lnTo>
                  <a:pt x="90742" y="15035"/>
                </a:lnTo>
                <a:lnTo>
                  <a:pt x="91475" y="15270"/>
                </a:lnTo>
                <a:lnTo>
                  <a:pt x="92210" y="15525"/>
                </a:lnTo>
                <a:lnTo>
                  <a:pt x="92947" y="15798"/>
                </a:lnTo>
                <a:lnTo>
                  <a:pt x="93080" y="15850"/>
                </a:lnTo>
                <a:lnTo>
                  <a:pt x="93213" y="15901"/>
                </a:lnTo>
                <a:lnTo>
                  <a:pt x="93346" y="15953"/>
                </a:lnTo>
                <a:lnTo>
                  <a:pt x="93478" y="16005"/>
                </a:lnTo>
                <a:lnTo>
                  <a:pt x="93609" y="16057"/>
                </a:lnTo>
                <a:lnTo>
                  <a:pt x="93739" y="16109"/>
                </a:lnTo>
                <a:lnTo>
                  <a:pt x="93869" y="16162"/>
                </a:lnTo>
                <a:lnTo>
                  <a:pt x="93998" y="16214"/>
                </a:lnTo>
                <a:lnTo>
                  <a:pt x="94127" y="16267"/>
                </a:lnTo>
                <a:lnTo>
                  <a:pt x="94254" y="16320"/>
                </a:lnTo>
                <a:lnTo>
                  <a:pt x="94382" y="16373"/>
                </a:lnTo>
                <a:lnTo>
                  <a:pt x="94508" y="16426"/>
                </a:lnTo>
                <a:lnTo>
                  <a:pt x="94634" y="16479"/>
                </a:lnTo>
                <a:lnTo>
                  <a:pt x="94759" y="16533"/>
                </a:lnTo>
                <a:lnTo>
                  <a:pt x="94884" y="16586"/>
                </a:lnTo>
                <a:lnTo>
                  <a:pt x="95008" y="16640"/>
                </a:lnTo>
                <a:lnTo>
                  <a:pt x="95131" y="16694"/>
                </a:lnTo>
                <a:lnTo>
                  <a:pt x="95253" y="16748"/>
                </a:lnTo>
                <a:lnTo>
                  <a:pt x="95375" y="16802"/>
                </a:lnTo>
                <a:lnTo>
                  <a:pt x="95496" y="16856"/>
                </a:lnTo>
                <a:lnTo>
                  <a:pt x="95617" y="16911"/>
                </a:lnTo>
                <a:lnTo>
                  <a:pt x="95737" y="16965"/>
                </a:lnTo>
                <a:lnTo>
                  <a:pt x="95856" y="17020"/>
                </a:lnTo>
                <a:lnTo>
                  <a:pt x="95975" y="17075"/>
                </a:lnTo>
                <a:lnTo>
                  <a:pt x="96093" y="17130"/>
                </a:lnTo>
                <a:lnTo>
                  <a:pt x="96209" y="17186"/>
                </a:lnTo>
                <a:lnTo>
                  <a:pt x="96324" y="17243"/>
                </a:lnTo>
                <a:lnTo>
                  <a:pt x="96438" y="17301"/>
                </a:lnTo>
                <a:lnTo>
                  <a:pt x="96550" y="17359"/>
                </a:lnTo>
                <a:lnTo>
                  <a:pt x="96662" y="17418"/>
                </a:lnTo>
                <a:lnTo>
                  <a:pt x="96772" y="17477"/>
                </a:lnTo>
                <a:lnTo>
                  <a:pt x="96880" y="17538"/>
                </a:lnTo>
                <a:lnTo>
                  <a:pt x="96988" y="17599"/>
                </a:lnTo>
                <a:lnTo>
                  <a:pt x="97094" y="17660"/>
                </a:lnTo>
                <a:lnTo>
                  <a:pt x="97199" y="17723"/>
                </a:lnTo>
                <a:lnTo>
                  <a:pt x="97303" y="17786"/>
                </a:lnTo>
                <a:lnTo>
                  <a:pt x="97405" y="17850"/>
                </a:lnTo>
                <a:lnTo>
                  <a:pt x="97506" y="17915"/>
                </a:lnTo>
                <a:lnTo>
                  <a:pt x="97606" y="17980"/>
                </a:lnTo>
                <a:lnTo>
                  <a:pt x="97704" y="18046"/>
                </a:lnTo>
                <a:lnTo>
                  <a:pt x="97802" y="18113"/>
                </a:lnTo>
                <a:lnTo>
                  <a:pt x="97897" y="18180"/>
                </a:lnTo>
                <a:lnTo>
                  <a:pt x="97992" y="18248"/>
                </a:lnTo>
                <a:lnTo>
                  <a:pt x="98086" y="18317"/>
                </a:lnTo>
                <a:lnTo>
                  <a:pt x="98178" y="18387"/>
                </a:lnTo>
                <a:lnTo>
                  <a:pt x="98269" y="18457"/>
                </a:lnTo>
                <a:lnTo>
                  <a:pt x="98358" y="18528"/>
                </a:lnTo>
                <a:lnTo>
                  <a:pt x="98447" y="18600"/>
                </a:lnTo>
                <a:lnTo>
                  <a:pt x="101917" y="14971"/>
                </a:lnTo>
                <a:lnTo>
                  <a:pt x="101794" y="14867"/>
                </a:lnTo>
                <a:lnTo>
                  <a:pt x="101670" y="14764"/>
                </a:lnTo>
                <a:lnTo>
                  <a:pt x="101547" y="14662"/>
                </a:lnTo>
                <a:lnTo>
                  <a:pt x="101423" y="14562"/>
                </a:lnTo>
                <a:lnTo>
                  <a:pt x="101300" y="14463"/>
                </a:lnTo>
                <a:lnTo>
                  <a:pt x="101176" y="14366"/>
                </a:lnTo>
                <a:lnTo>
                  <a:pt x="101052" y="14270"/>
                </a:lnTo>
                <a:lnTo>
                  <a:pt x="100928" y="14175"/>
                </a:lnTo>
                <a:lnTo>
                  <a:pt x="100804" y="14082"/>
                </a:lnTo>
                <a:lnTo>
                  <a:pt x="100679" y="13990"/>
                </a:lnTo>
                <a:lnTo>
                  <a:pt x="100555" y="13899"/>
                </a:lnTo>
                <a:lnTo>
                  <a:pt x="100430" y="13810"/>
                </a:lnTo>
                <a:lnTo>
                  <a:pt x="100306" y="13722"/>
                </a:lnTo>
                <a:lnTo>
                  <a:pt x="100181" y="13635"/>
                </a:lnTo>
                <a:lnTo>
                  <a:pt x="100056" y="13550"/>
                </a:lnTo>
                <a:lnTo>
                  <a:pt x="99931" y="13466"/>
                </a:lnTo>
                <a:lnTo>
                  <a:pt x="99806" y="13383"/>
                </a:lnTo>
                <a:lnTo>
                  <a:pt x="99681" y="13302"/>
                </a:lnTo>
                <a:lnTo>
                  <a:pt x="99555" y="13222"/>
                </a:lnTo>
                <a:lnTo>
                  <a:pt x="99430" y="13144"/>
                </a:lnTo>
                <a:lnTo>
                  <a:pt x="99304" y="13067"/>
                </a:lnTo>
                <a:lnTo>
                  <a:pt x="99179" y="12991"/>
                </a:lnTo>
                <a:lnTo>
                  <a:pt x="99053" y="12917"/>
                </a:lnTo>
                <a:lnTo>
                  <a:pt x="98927" y="12843"/>
                </a:lnTo>
                <a:lnTo>
                  <a:pt x="98800" y="12771"/>
                </a:lnTo>
                <a:lnTo>
                  <a:pt x="98674" y="12700"/>
                </a:lnTo>
                <a:lnTo>
                  <a:pt x="98546" y="12628"/>
                </a:lnTo>
                <a:lnTo>
                  <a:pt x="98418" y="12557"/>
                </a:lnTo>
                <a:lnTo>
                  <a:pt x="98290" y="12486"/>
                </a:lnTo>
                <a:lnTo>
                  <a:pt x="98161" y="12416"/>
                </a:lnTo>
                <a:lnTo>
                  <a:pt x="98031" y="12346"/>
                </a:lnTo>
                <a:lnTo>
                  <a:pt x="97901" y="12277"/>
                </a:lnTo>
                <a:lnTo>
                  <a:pt x="97770" y="12208"/>
                </a:lnTo>
                <a:lnTo>
                  <a:pt x="97639" y="12139"/>
                </a:lnTo>
                <a:lnTo>
                  <a:pt x="97507" y="12071"/>
                </a:lnTo>
                <a:lnTo>
                  <a:pt x="97375" y="12003"/>
                </a:lnTo>
                <a:lnTo>
                  <a:pt x="97242" y="11936"/>
                </a:lnTo>
                <a:lnTo>
                  <a:pt x="97108" y="11868"/>
                </a:lnTo>
                <a:lnTo>
                  <a:pt x="96974" y="11802"/>
                </a:lnTo>
                <a:lnTo>
                  <a:pt x="96840" y="11735"/>
                </a:lnTo>
                <a:lnTo>
                  <a:pt x="96705" y="11669"/>
                </a:lnTo>
                <a:lnTo>
                  <a:pt x="96569" y="11604"/>
                </a:lnTo>
                <a:lnTo>
                  <a:pt x="96433" y="11539"/>
                </a:lnTo>
                <a:lnTo>
                  <a:pt x="96296" y="11474"/>
                </a:lnTo>
                <a:lnTo>
                  <a:pt x="96159" y="11410"/>
                </a:lnTo>
                <a:lnTo>
                  <a:pt x="96021" y="11346"/>
                </a:lnTo>
                <a:lnTo>
                  <a:pt x="95882" y="11282"/>
                </a:lnTo>
                <a:lnTo>
                  <a:pt x="95744" y="11219"/>
                </a:lnTo>
                <a:lnTo>
                  <a:pt x="94905" y="10888"/>
                </a:lnTo>
                <a:lnTo>
                  <a:pt x="94070" y="10580"/>
                </a:lnTo>
                <a:lnTo>
                  <a:pt x="93239" y="10294"/>
                </a:lnTo>
                <a:lnTo>
                  <a:pt x="92411" y="10030"/>
                </a:lnTo>
                <a:lnTo>
                  <a:pt x="91586" y="9788"/>
                </a:lnTo>
                <a:lnTo>
                  <a:pt x="90764" y="9568"/>
                </a:lnTo>
                <a:lnTo>
                  <a:pt x="89946" y="9371"/>
                </a:lnTo>
                <a:lnTo>
                  <a:pt x="89131" y="9195"/>
                </a:lnTo>
                <a:lnTo>
                  <a:pt x="88319" y="9041"/>
                </a:lnTo>
                <a:lnTo>
                  <a:pt x="87511" y="8910"/>
                </a:lnTo>
                <a:lnTo>
                  <a:pt x="86706" y="8801"/>
                </a:lnTo>
                <a:lnTo>
                  <a:pt x="85904" y="8714"/>
                </a:lnTo>
                <a:lnTo>
                  <a:pt x="85106" y="8648"/>
                </a:lnTo>
                <a:lnTo>
                  <a:pt x="84311" y="8606"/>
                </a:lnTo>
                <a:lnTo>
                  <a:pt x="83519" y="8585"/>
                </a:lnTo>
                <a:lnTo>
                  <a:pt x="82731" y="8586"/>
                </a:lnTo>
                <a:lnTo>
                  <a:pt x="81946" y="8609"/>
                </a:lnTo>
                <a:lnTo>
                  <a:pt x="81164" y="8655"/>
                </a:lnTo>
                <a:lnTo>
                  <a:pt x="80386" y="8722"/>
                </a:lnTo>
                <a:lnTo>
                  <a:pt x="79611" y="8812"/>
                </a:lnTo>
                <a:lnTo>
                  <a:pt x="78839" y="8923"/>
                </a:lnTo>
                <a:lnTo>
                  <a:pt x="78071" y="9057"/>
                </a:lnTo>
                <a:lnTo>
                  <a:pt x="77306" y="9213"/>
                </a:lnTo>
                <a:lnTo>
                  <a:pt x="76544" y="9391"/>
                </a:lnTo>
                <a:lnTo>
                  <a:pt x="75786" y="9587"/>
                </a:lnTo>
                <a:lnTo>
                  <a:pt x="75031" y="9798"/>
                </a:lnTo>
                <a:lnTo>
                  <a:pt x="74280" y="10022"/>
                </a:lnTo>
                <a:lnTo>
                  <a:pt x="73531" y="10261"/>
                </a:lnTo>
                <a:lnTo>
                  <a:pt x="72787" y="10513"/>
                </a:lnTo>
                <a:lnTo>
                  <a:pt x="72045" y="10780"/>
                </a:lnTo>
                <a:lnTo>
                  <a:pt x="71307" y="11061"/>
                </a:lnTo>
                <a:lnTo>
                  <a:pt x="70573" y="11356"/>
                </a:lnTo>
                <a:lnTo>
                  <a:pt x="69842" y="11665"/>
                </a:lnTo>
                <a:lnTo>
                  <a:pt x="69114" y="11988"/>
                </a:lnTo>
                <a:lnTo>
                  <a:pt x="68389" y="12326"/>
                </a:lnTo>
                <a:lnTo>
                  <a:pt x="67668" y="12677"/>
                </a:lnTo>
                <a:lnTo>
                  <a:pt x="66951" y="13043"/>
                </a:lnTo>
                <a:lnTo>
                  <a:pt x="66236" y="13422"/>
                </a:lnTo>
                <a:lnTo>
                  <a:pt x="65526" y="13816"/>
                </a:lnTo>
                <a:lnTo>
                  <a:pt x="64818" y="14224"/>
                </a:lnTo>
                <a:lnTo>
                  <a:pt x="64114" y="14646"/>
                </a:lnTo>
                <a:lnTo>
                  <a:pt x="63413" y="15082"/>
                </a:lnTo>
                <a:lnTo>
                  <a:pt x="62716" y="15532"/>
                </a:lnTo>
                <a:lnTo>
                  <a:pt x="62022" y="15997"/>
                </a:lnTo>
                <a:lnTo>
                  <a:pt x="61332" y="16475"/>
                </a:lnTo>
                <a:lnTo>
                  <a:pt x="60645" y="16968"/>
                </a:lnTo>
                <a:lnTo>
                  <a:pt x="59961" y="17475"/>
                </a:lnTo>
                <a:lnTo>
                  <a:pt x="59280" y="17996"/>
                </a:lnTo>
                <a:lnTo>
                  <a:pt x="58605" y="18526"/>
                </a:lnTo>
                <a:lnTo>
                  <a:pt x="57935" y="19063"/>
                </a:lnTo>
                <a:lnTo>
                  <a:pt x="57270" y="19606"/>
                </a:lnTo>
                <a:lnTo>
                  <a:pt x="56612" y="20155"/>
                </a:lnTo>
                <a:lnTo>
                  <a:pt x="55959" y="20710"/>
                </a:lnTo>
                <a:lnTo>
                  <a:pt x="55311" y="21271"/>
                </a:lnTo>
                <a:lnTo>
                  <a:pt x="54670" y="21838"/>
                </a:lnTo>
                <a:lnTo>
                  <a:pt x="54034" y="22411"/>
                </a:lnTo>
                <a:lnTo>
                  <a:pt x="53404" y="22990"/>
                </a:lnTo>
                <a:lnTo>
                  <a:pt x="53351" y="23039"/>
                </a:lnTo>
                <a:lnTo>
                  <a:pt x="55334" y="19711"/>
                </a:lnTo>
                <a:lnTo>
                  <a:pt x="65810" y="2044"/>
                </a:lnTo>
                <a:lnTo>
                  <a:pt x="60481" y="0"/>
                </a:lnTo>
                <a:lnTo>
                  <a:pt x="0" y="101610"/>
                </a:lnTo>
                <a:lnTo>
                  <a:pt x="5329" y="103654"/>
                </a:lnTo>
                <a:lnTo>
                  <a:pt x="44485" y="37923"/>
                </a:lnTo>
                <a:lnTo>
                  <a:pt x="44564" y="3782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">
            <a:extLst xmlns:a="http://schemas.openxmlformats.org/drawingml/2006/main">
              <a:ext uri="{FF2B5EF4-FFF2-40B4-BE49-F238E27FC236}">
                <a16:creationId xmlns:a16="http://schemas.microsoft.com/office/drawing/2014/main" id="{4C2F3415-F286-4CE8-A2BC-3FF64410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976" y="4074241"/>
            <a:ext cx="100784" cy="113483"/>
          </a:xfrm>
          <a:custGeom xmlns:a="http://schemas.openxmlformats.org/drawingml/2006/main">
            <a:pathLst>
              <a:path w="100784" h="113483">
                <a:moveTo>
                  <a:pt x="87321" y="66009"/>
                </a:moveTo>
                <a:lnTo>
                  <a:pt x="91616" y="58429"/>
                </a:lnTo>
                <a:lnTo>
                  <a:pt x="91980" y="57772"/>
                </a:lnTo>
                <a:lnTo>
                  <a:pt x="92338" y="57114"/>
                </a:lnTo>
                <a:lnTo>
                  <a:pt x="92689" y="56456"/>
                </a:lnTo>
                <a:lnTo>
                  <a:pt x="93032" y="55797"/>
                </a:lnTo>
                <a:lnTo>
                  <a:pt x="93369" y="55137"/>
                </a:lnTo>
                <a:lnTo>
                  <a:pt x="93700" y="54477"/>
                </a:lnTo>
                <a:lnTo>
                  <a:pt x="94023" y="53817"/>
                </a:lnTo>
                <a:lnTo>
                  <a:pt x="94340" y="53155"/>
                </a:lnTo>
                <a:lnTo>
                  <a:pt x="94650" y="52493"/>
                </a:lnTo>
                <a:lnTo>
                  <a:pt x="94953" y="51831"/>
                </a:lnTo>
                <a:lnTo>
                  <a:pt x="95250" y="51168"/>
                </a:lnTo>
                <a:lnTo>
                  <a:pt x="95539" y="50504"/>
                </a:lnTo>
                <a:lnTo>
                  <a:pt x="95822" y="49840"/>
                </a:lnTo>
                <a:lnTo>
                  <a:pt x="96098" y="49175"/>
                </a:lnTo>
                <a:lnTo>
                  <a:pt x="96368" y="48509"/>
                </a:lnTo>
                <a:lnTo>
                  <a:pt x="96630" y="47843"/>
                </a:lnTo>
                <a:lnTo>
                  <a:pt x="96886" y="47176"/>
                </a:lnTo>
                <a:lnTo>
                  <a:pt x="97135" y="46509"/>
                </a:lnTo>
                <a:lnTo>
                  <a:pt x="97377" y="45841"/>
                </a:lnTo>
                <a:lnTo>
                  <a:pt x="97612" y="45173"/>
                </a:lnTo>
                <a:lnTo>
                  <a:pt x="97841" y="44504"/>
                </a:lnTo>
                <a:lnTo>
                  <a:pt x="98063" y="43834"/>
                </a:lnTo>
                <a:lnTo>
                  <a:pt x="98278" y="43164"/>
                </a:lnTo>
                <a:lnTo>
                  <a:pt x="98486" y="42493"/>
                </a:lnTo>
                <a:lnTo>
                  <a:pt x="98686" y="41823"/>
                </a:lnTo>
                <a:lnTo>
                  <a:pt x="98876" y="41155"/>
                </a:lnTo>
                <a:lnTo>
                  <a:pt x="99055" y="40489"/>
                </a:lnTo>
                <a:lnTo>
                  <a:pt x="99224" y="39825"/>
                </a:lnTo>
                <a:lnTo>
                  <a:pt x="99383" y="39163"/>
                </a:lnTo>
                <a:lnTo>
                  <a:pt x="99532" y="38503"/>
                </a:lnTo>
                <a:lnTo>
                  <a:pt x="99670" y="37846"/>
                </a:lnTo>
                <a:lnTo>
                  <a:pt x="99798" y="37190"/>
                </a:lnTo>
                <a:lnTo>
                  <a:pt x="99916" y="36537"/>
                </a:lnTo>
                <a:lnTo>
                  <a:pt x="100024" y="35885"/>
                </a:lnTo>
                <a:lnTo>
                  <a:pt x="100122" y="35236"/>
                </a:lnTo>
                <a:lnTo>
                  <a:pt x="100209" y="34589"/>
                </a:lnTo>
                <a:lnTo>
                  <a:pt x="100286" y="33944"/>
                </a:lnTo>
                <a:lnTo>
                  <a:pt x="100353" y="33301"/>
                </a:lnTo>
                <a:lnTo>
                  <a:pt x="100410" y="32660"/>
                </a:lnTo>
                <a:lnTo>
                  <a:pt x="100457" y="32021"/>
                </a:lnTo>
                <a:lnTo>
                  <a:pt x="100493" y="31385"/>
                </a:lnTo>
                <a:lnTo>
                  <a:pt x="100519" y="30750"/>
                </a:lnTo>
                <a:lnTo>
                  <a:pt x="100535" y="30117"/>
                </a:lnTo>
                <a:lnTo>
                  <a:pt x="100541" y="29487"/>
                </a:lnTo>
                <a:lnTo>
                  <a:pt x="100536" y="28859"/>
                </a:lnTo>
                <a:lnTo>
                  <a:pt x="100521" y="28232"/>
                </a:lnTo>
                <a:lnTo>
                  <a:pt x="100496" y="27608"/>
                </a:lnTo>
                <a:lnTo>
                  <a:pt x="100461" y="26986"/>
                </a:lnTo>
                <a:lnTo>
                  <a:pt x="100414" y="26367"/>
                </a:lnTo>
                <a:lnTo>
                  <a:pt x="100353" y="25754"/>
                </a:lnTo>
                <a:lnTo>
                  <a:pt x="100279" y="25144"/>
                </a:lnTo>
                <a:lnTo>
                  <a:pt x="100191" y="24540"/>
                </a:lnTo>
                <a:lnTo>
                  <a:pt x="100089" y="23941"/>
                </a:lnTo>
                <a:lnTo>
                  <a:pt x="99974" y="23346"/>
                </a:lnTo>
                <a:lnTo>
                  <a:pt x="99845" y="22756"/>
                </a:lnTo>
                <a:lnTo>
                  <a:pt x="99702" y="22171"/>
                </a:lnTo>
                <a:lnTo>
                  <a:pt x="99546" y="21590"/>
                </a:lnTo>
                <a:lnTo>
                  <a:pt x="99376" y="21014"/>
                </a:lnTo>
                <a:lnTo>
                  <a:pt x="99192" y="20444"/>
                </a:lnTo>
                <a:lnTo>
                  <a:pt x="98995" y="19877"/>
                </a:lnTo>
                <a:lnTo>
                  <a:pt x="98784" y="19316"/>
                </a:lnTo>
                <a:lnTo>
                  <a:pt x="98559" y="18760"/>
                </a:lnTo>
                <a:lnTo>
                  <a:pt x="98321" y="18208"/>
                </a:lnTo>
                <a:lnTo>
                  <a:pt x="98069" y="17661"/>
                </a:lnTo>
                <a:lnTo>
                  <a:pt x="97804" y="17119"/>
                </a:lnTo>
                <a:lnTo>
                  <a:pt x="97524" y="16581"/>
                </a:lnTo>
                <a:lnTo>
                  <a:pt x="97231" y="16048"/>
                </a:lnTo>
                <a:lnTo>
                  <a:pt x="96925" y="15520"/>
                </a:lnTo>
                <a:lnTo>
                  <a:pt x="96605" y="14997"/>
                </a:lnTo>
                <a:lnTo>
                  <a:pt x="96271" y="14479"/>
                </a:lnTo>
                <a:lnTo>
                  <a:pt x="95924" y="13965"/>
                </a:lnTo>
                <a:lnTo>
                  <a:pt x="95562" y="13457"/>
                </a:lnTo>
                <a:lnTo>
                  <a:pt x="95186" y="12954"/>
                </a:lnTo>
                <a:lnTo>
                  <a:pt x="94791" y="12460"/>
                </a:lnTo>
                <a:lnTo>
                  <a:pt x="94379" y="11974"/>
                </a:lnTo>
                <a:lnTo>
                  <a:pt x="93949" y="11495"/>
                </a:lnTo>
                <a:lnTo>
                  <a:pt x="93501" y="11025"/>
                </a:lnTo>
                <a:lnTo>
                  <a:pt x="93036" y="10563"/>
                </a:lnTo>
                <a:lnTo>
                  <a:pt x="92553" y="10109"/>
                </a:lnTo>
                <a:lnTo>
                  <a:pt x="92052" y="9662"/>
                </a:lnTo>
                <a:lnTo>
                  <a:pt x="91534" y="9224"/>
                </a:lnTo>
                <a:lnTo>
                  <a:pt x="90998" y="8794"/>
                </a:lnTo>
                <a:lnTo>
                  <a:pt x="90444" y="8372"/>
                </a:lnTo>
                <a:lnTo>
                  <a:pt x="89872" y="7958"/>
                </a:lnTo>
                <a:lnTo>
                  <a:pt x="89283" y="7552"/>
                </a:lnTo>
                <a:lnTo>
                  <a:pt x="88676" y="7154"/>
                </a:lnTo>
                <a:lnTo>
                  <a:pt x="88052" y="6764"/>
                </a:lnTo>
                <a:lnTo>
                  <a:pt x="87409" y="6382"/>
                </a:lnTo>
                <a:lnTo>
                  <a:pt x="86749" y="6008"/>
                </a:lnTo>
                <a:lnTo>
                  <a:pt x="86071" y="5642"/>
                </a:lnTo>
                <a:lnTo>
                  <a:pt x="85376" y="5284"/>
                </a:lnTo>
                <a:lnTo>
                  <a:pt x="84663" y="4934"/>
                </a:lnTo>
                <a:lnTo>
                  <a:pt x="83932" y="4592"/>
                </a:lnTo>
                <a:lnTo>
                  <a:pt x="83183" y="4259"/>
                </a:lnTo>
                <a:lnTo>
                  <a:pt x="82417" y="3933"/>
                </a:lnTo>
                <a:lnTo>
                  <a:pt x="81633" y="3615"/>
                </a:lnTo>
                <a:lnTo>
                  <a:pt x="80766" y="3282"/>
                </a:lnTo>
                <a:lnTo>
                  <a:pt x="79902" y="2969"/>
                </a:lnTo>
                <a:lnTo>
                  <a:pt x="79041" y="2675"/>
                </a:lnTo>
                <a:lnTo>
                  <a:pt x="78182" y="2400"/>
                </a:lnTo>
                <a:lnTo>
                  <a:pt x="77326" y="2145"/>
                </a:lnTo>
                <a:lnTo>
                  <a:pt x="76473" y="1909"/>
                </a:lnTo>
                <a:lnTo>
                  <a:pt x="75622" y="1693"/>
                </a:lnTo>
                <a:lnTo>
                  <a:pt x="74775" y="1496"/>
                </a:lnTo>
                <a:lnTo>
                  <a:pt x="73930" y="1319"/>
                </a:lnTo>
                <a:lnTo>
                  <a:pt x="73088" y="1161"/>
                </a:lnTo>
                <a:lnTo>
                  <a:pt x="72248" y="1023"/>
                </a:lnTo>
                <a:lnTo>
                  <a:pt x="71411" y="904"/>
                </a:lnTo>
                <a:lnTo>
                  <a:pt x="70578" y="804"/>
                </a:lnTo>
                <a:lnTo>
                  <a:pt x="69746" y="724"/>
                </a:lnTo>
                <a:lnTo>
                  <a:pt x="68918" y="664"/>
                </a:lnTo>
                <a:lnTo>
                  <a:pt x="68092" y="622"/>
                </a:lnTo>
                <a:lnTo>
                  <a:pt x="67269" y="601"/>
                </a:lnTo>
                <a:lnTo>
                  <a:pt x="66449" y="599"/>
                </a:lnTo>
                <a:lnTo>
                  <a:pt x="65631" y="616"/>
                </a:lnTo>
                <a:lnTo>
                  <a:pt x="64817" y="652"/>
                </a:lnTo>
                <a:lnTo>
                  <a:pt x="64005" y="708"/>
                </a:lnTo>
                <a:lnTo>
                  <a:pt x="63195" y="784"/>
                </a:lnTo>
                <a:lnTo>
                  <a:pt x="62389" y="879"/>
                </a:lnTo>
                <a:lnTo>
                  <a:pt x="61585" y="993"/>
                </a:lnTo>
                <a:lnTo>
                  <a:pt x="60785" y="1124"/>
                </a:lnTo>
                <a:lnTo>
                  <a:pt x="59989" y="1268"/>
                </a:lnTo>
                <a:lnTo>
                  <a:pt x="59197" y="1425"/>
                </a:lnTo>
                <a:lnTo>
                  <a:pt x="58409" y="1595"/>
                </a:lnTo>
                <a:lnTo>
                  <a:pt x="57626" y="1778"/>
                </a:lnTo>
                <a:lnTo>
                  <a:pt x="56846" y="1975"/>
                </a:lnTo>
                <a:lnTo>
                  <a:pt x="56071" y="2184"/>
                </a:lnTo>
                <a:lnTo>
                  <a:pt x="55300" y="2407"/>
                </a:lnTo>
                <a:lnTo>
                  <a:pt x="54533" y="2643"/>
                </a:lnTo>
                <a:lnTo>
                  <a:pt x="53770" y="2892"/>
                </a:lnTo>
                <a:lnTo>
                  <a:pt x="53011" y="3155"/>
                </a:lnTo>
                <a:lnTo>
                  <a:pt x="52256" y="3430"/>
                </a:lnTo>
                <a:lnTo>
                  <a:pt x="51506" y="3719"/>
                </a:lnTo>
                <a:lnTo>
                  <a:pt x="50759" y="4021"/>
                </a:lnTo>
                <a:lnTo>
                  <a:pt x="50017" y="4337"/>
                </a:lnTo>
                <a:lnTo>
                  <a:pt x="49279" y="4665"/>
                </a:lnTo>
                <a:lnTo>
                  <a:pt x="48545" y="5007"/>
                </a:lnTo>
                <a:lnTo>
                  <a:pt x="47816" y="5361"/>
                </a:lnTo>
                <a:lnTo>
                  <a:pt x="47090" y="5729"/>
                </a:lnTo>
                <a:lnTo>
                  <a:pt x="46369" y="6111"/>
                </a:lnTo>
                <a:lnTo>
                  <a:pt x="45651" y="6505"/>
                </a:lnTo>
                <a:lnTo>
                  <a:pt x="44938" y="6913"/>
                </a:lnTo>
                <a:lnTo>
                  <a:pt x="44229" y="7333"/>
                </a:lnTo>
                <a:lnTo>
                  <a:pt x="43524" y="7767"/>
                </a:lnTo>
                <a:lnTo>
                  <a:pt x="42824" y="8212"/>
                </a:lnTo>
                <a:lnTo>
                  <a:pt x="42129" y="8664"/>
                </a:lnTo>
                <a:lnTo>
                  <a:pt x="41440" y="9123"/>
                </a:lnTo>
                <a:lnTo>
                  <a:pt x="40756" y="9591"/>
                </a:lnTo>
                <a:lnTo>
                  <a:pt x="40077" y="10065"/>
                </a:lnTo>
                <a:lnTo>
                  <a:pt x="39403" y="10548"/>
                </a:lnTo>
                <a:lnTo>
                  <a:pt x="38735" y="11038"/>
                </a:lnTo>
                <a:lnTo>
                  <a:pt x="38071" y="11536"/>
                </a:lnTo>
                <a:lnTo>
                  <a:pt x="37414" y="12041"/>
                </a:lnTo>
                <a:lnTo>
                  <a:pt x="36761" y="12554"/>
                </a:lnTo>
                <a:lnTo>
                  <a:pt x="36114" y="13075"/>
                </a:lnTo>
                <a:lnTo>
                  <a:pt x="35472" y="13603"/>
                </a:lnTo>
                <a:lnTo>
                  <a:pt x="34835" y="14139"/>
                </a:lnTo>
                <a:lnTo>
                  <a:pt x="34204" y="14682"/>
                </a:lnTo>
                <a:lnTo>
                  <a:pt x="33577" y="15233"/>
                </a:lnTo>
                <a:lnTo>
                  <a:pt x="32957" y="15792"/>
                </a:lnTo>
                <a:lnTo>
                  <a:pt x="32341" y="16358"/>
                </a:lnTo>
                <a:lnTo>
                  <a:pt x="31731" y="16932"/>
                </a:lnTo>
                <a:lnTo>
                  <a:pt x="31126" y="17514"/>
                </a:lnTo>
                <a:lnTo>
                  <a:pt x="30526" y="18103"/>
                </a:lnTo>
                <a:lnTo>
                  <a:pt x="29932" y="18700"/>
                </a:lnTo>
                <a:lnTo>
                  <a:pt x="29342" y="19304"/>
                </a:lnTo>
                <a:lnTo>
                  <a:pt x="28759" y="19916"/>
                </a:lnTo>
                <a:lnTo>
                  <a:pt x="28180" y="20536"/>
                </a:lnTo>
                <a:lnTo>
                  <a:pt x="27608" y="21160"/>
                </a:lnTo>
                <a:lnTo>
                  <a:pt x="27042" y="21785"/>
                </a:lnTo>
                <a:lnTo>
                  <a:pt x="26483" y="22412"/>
                </a:lnTo>
                <a:lnTo>
                  <a:pt x="25930" y="23040"/>
                </a:lnTo>
                <a:lnTo>
                  <a:pt x="25384" y="23669"/>
                </a:lnTo>
                <a:lnTo>
                  <a:pt x="24845" y="24300"/>
                </a:lnTo>
                <a:lnTo>
                  <a:pt x="24313" y="24932"/>
                </a:lnTo>
                <a:lnTo>
                  <a:pt x="23787" y="25566"/>
                </a:lnTo>
                <a:lnTo>
                  <a:pt x="23268" y="26201"/>
                </a:lnTo>
                <a:lnTo>
                  <a:pt x="22756" y="26837"/>
                </a:lnTo>
                <a:lnTo>
                  <a:pt x="22250" y="27475"/>
                </a:lnTo>
                <a:lnTo>
                  <a:pt x="21751" y="28114"/>
                </a:lnTo>
                <a:lnTo>
                  <a:pt x="21259" y="28755"/>
                </a:lnTo>
                <a:lnTo>
                  <a:pt x="20773" y="29397"/>
                </a:lnTo>
                <a:lnTo>
                  <a:pt x="20294" y="30040"/>
                </a:lnTo>
                <a:lnTo>
                  <a:pt x="19822" y="30685"/>
                </a:lnTo>
                <a:lnTo>
                  <a:pt x="19356" y="31331"/>
                </a:lnTo>
                <a:lnTo>
                  <a:pt x="18897" y="31978"/>
                </a:lnTo>
                <a:lnTo>
                  <a:pt x="18445" y="32627"/>
                </a:lnTo>
                <a:lnTo>
                  <a:pt x="17999" y="33277"/>
                </a:lnTo>
                <a:lnTo>
                  <a:pt x="17560" y="33929"/>
                </a:lnTo>
                <a:lnTo>
                  <a:pt x="17128" y="34582"/>
                </a:lnTo>
                <a:lnTo>
                  <a:pt x="16702" y="35236"/>
                </a:lnTo>
                <a:lnTo>
                  <a:pt x="16283" y="35892"/>
                </a:lnTo>
                <a:lnTo>
                  <a:pt x="9810" y="47341"/>
                </a:lnTo>
                <a:lnTo>
                  <a:pt x="9423" y="48009"/>
                </a:lnTo>
                <a:lnTo>
                  <a:pt x="9043" y="48681"/>
                </a:lnTo>
                <a:lnTo>
                  <a:pt x="8670" y="49358"/>
                </a:lnTo>
                <a:lnTo>
                  <a:pt x="8304" y="50039"/>
                </a:lnTo>
                <a:lnTo>
                  <a:pt x="7945" y="50724"/>
                </a:lnTo>
                <a:lnTo>
                  <a:pt x="7594" y="51413"/>
                </a:lnTo>
                <a:lnTo>
                  <a:pt x="7249" y="52107"/>
                </a:lnTo>
                <a:lnTo>
                  <a:pt x="6910" y="52805"/>
                </a:lnTo>
                <a:lnTo>
                  <a:pt x="6579" y="53507"/>
                </a:lnTo>
                <a:lnTo>
                  <a:pt x="6255" y="54213"/>
                </a:lnTo>
                <a:lnTo>
                  <a:pt x="5938" y="54924"/>
                </a:lnTo>
                <a:lnTo>
                  <a:pt x="5628" y="55639"/>
                </a:lnTo>
                <a:lnTo>
                  <a:pt x="5325" y="56358"/>
                </a:lnTo>
                <a:lnTo>
                  <a:pt x="5029" y="57082"/>
                </a:lnTo>
                <a:lnTo>
                  <a:pt x="4739" y="57810"/>
                </a:lnTo>
                <a:lnTo>
                  <a:pt x="4457" y="58542"/>
                </a:lnTo>
                <a:lnTo>
                  <a:pt x="4182" y="59278"/>
                </a:lnTo>
                <a:lnTo>
                  <a:pt x="3914" y="60019"/>
                </a:lnTo>
                <a:lnTo>
                  <a:pt x="3652" y="60764"/>
                </a:lnTo>
                <a:lnTo>
                  <a:pt x="3398" y="61513"/>
                </a:lnTo>
                <a:lnTo>
                  <a:pt x="3150" y="62267"/>
                </a:lnTo>
                <a:lnTo>
                  <a:pt x="2910" y="63024"/>
                </a:lnTo>
                <a:lnTo>
                  <a:pt x="2676" y="63787"/>
                </a:lnTo>
                <a:lnTo>
                  <a:pt x="2450" y="64553"/>
                </a:lnTo>
                <a:lnTo>
                  <a:pt x="2233" y="65321"/>
                </a:lnTo>
                <a:lnTo>
                  <a:pt x="2027" y="66088"/>
                </a:lnTo>
                <a:lnTo>
                  <a:pt x="1833" y="66853"/>
                </a:lnTo>
                <a:lnTo>
                  <a:pt x="1651" y="67618"/>
                </a:lnTo>
                <a:lnTo>
                  <a:pt x="1481" y="68381"/>
                </a:lnTo>
                <a:lnTo>
                  <a:pt x="1322" y="69143"/>
                </a:lnTo>
                <a:lnTo>
                  <a:pt x="1174" y="69905"/>
                </a:lnTo>
                <a:lnTo>
                  <a:pt x="1039" y="70665"/>
                </a:lnTo>
                <a:lnTo>
                  <a:pt x="915" y="71423"/>
                </a:lnTo>
                <a:lnTo>
                  <a:pt x="802" y="72181"/>
                </a:lnTo>
                <a:lnTo>
                  <a:pt x="702" y="72938"/>
                </a:lnTo>
                <a:lnTo>
                  <a:pt x="612" y="73693"/>
                </a:lnTo>
                <a:lnTo>
                  <a:pt x="535" y="74448"/>
                </a:lnTo>
                <a:lnTo>
                  <a:pt x="469" y="75201"/>
                </a:lnTo>
                <a:lnTo>
                  <a:pt x="415" y="75953"/>
                </a:lnTo>
                <a:lnTo>
                  <a:pt x="373" y="76704"/>
                </a:lnTo>
                <a:lnTo>
                  <a:pt x="342" y="77454"/>
                </a:lnTo>
                <a:lnTo>
                  <a:pt x="323" y="78203"/>
                </a:lnTo>
                <a:lnTo>
                  <a:pt x="315" y="78950"/>
                </a:lnTo>
                <a:lnTo>
                  <a:pt x="319" y="79697"/>
                </a:lnTo>
                <a:lnTo>
                  <a:pt x="335" y="80442"/>
                </a:lnTo>
                <a:lnTo>
                  <a:pt x="363" y="81186"/>
                </a:lnTo>
                <a:lnTo>
                  <a:pt x="402" y="81930"/>
                </a:lnTo>
                <a:lnTo>
                  <a:pt x="452" y="82672"/>
                </a:lnTo>
                <a:lnTo>
                  <a:pt x="517" y="83410"/>
                </a:lnTo>
                <a:lnTo>
                  <a:pt x="596" y="84142"/>
                </a:lnTo>
                <a:lnTo>
                  <a:pt x="691" y="84869"/>
                </a:lnTo>
                <a:lnTo>
                  <a:pt x="801" y="85590"/>
                </a:lnTo>
                <a:lnTo>
                  <a:pt x="926" y="86306"/>
                </a:lnTo>
                <a:lnTo>
                  <a:pt x="1066" y="87015"/>
                </a:lnTo>
                <a:lnTo>
                  <a:pt x="1222" y="87719"/>
                </a:lnTo>
                <a:lnTo>
                  <a:pt x="1393" y="88417"/>
                </a:lnTo>
                <a:lnTo>
                  <a:pt x="1579" y="89110"/>
                </a:lnTo>
                <a:lnTo>
                  <a:pt x="1780" y="89796"/>
                </a:lnTo>
                <a:lnTo>
                  <a:pt x="1997" y="90477"/>
                </a:lnTo>
                <a:lnTo>
                  <a:pt x="2228" y="91152"/>
                </a:lnTo>
                <a:lnTo>
                  <a:pt x="2475" y="91822"/>
                </a:lnTo>
                <a:lnTo>
                  <a:pt x="2737" y="92486"/>
                </a:lnTo>
                <a:lnTo>
                  <a:pt x="3015" y="93144"/>
                </a:lnTo>
                <a:lnTo>
                  <a:pt x="3307" y="93796"/>
                </a:lnTo>
                <a:lnTo>
                  <a:pt x="3615" y="94442"/>
                </a:lnTo>
                <a:lnTo>
                  <a:pt x="3938" y="95083"/>
                </a:lnTo>
                <a:lnTo>
                  <a:pt x="4277" y="95718"/>
                </a:lnTo>
                <a:lnTo>
                  <a:pt x="4630" y="96347"/>
                </a:lnTo>
                <a:lnTo>
                  <a:pt x="4999" y="96971"/>
                </a:lnTo>
                <a:lnTo>
                  <a:pt x="5383" y="97589"/>
                </a:lnTo>
                <a:lnTo>
                  <a:pt x="5782" y="98201"/>
                </a:lnTo>
                <a:lnTo>
                  <a:pt x="6196" y="98807"/>
                </a:lnTo>
                <a:lnTo>
                  <a:pt x="6628" y="99405"/>
                </a:lnTo>
                <a:lnTo>
                  <a:pt x="7079" y="99991"/>
                </a:lnTo>
                <a:lnTo>
                  <a:pt x="7549" y="100567"/>
                </a:lnTo>
                <a:lnTo>
                  <a:pt x="8037" y="101131"/>
                </a:lnTo>
                <a:lnTo>
                  <a:pt x="8545" y="101684"/>
                </a:lnTo>
                <a:lnTo>
                  <a:pt x="9072" y="102227"/>
                </a:lnTo>
                <a:lnTo>
                  <a:pt x="9618" y="102758"/>
                </a:lnTo>
                <a:lnTo>
                  <a:pt x="10184" y="103278"/>
                </a:lnTo>
                <a:lnTo>
                  <a:pt x="10768" y="103787"/>
                </a:lnTo>
                <a:lnTo>
                  <a:pt x="11371" y="104285"/>
                </a:lnTo>
                <a:lnTo>
                  <a:pt x="11993" y="104772"/>
                </a:lnTo>
                <a:lnTo>
                  <a:pt x="12635" y="105248"/>
                </a:lnTo>
                <a:lnTo>
                  <a:pt x="13295" y="105713"/>
                </a:lnTo>
                <a:lnTo>
                  <a:pt x="13975" y="106167"/>
                </a:lnTo>
                <a:lnTo>
                  <a:pt x="14674" y="106609"/>
                </a:lnTo>
                <a:lnTo>
                  <a:pt x="15391" y="107041"/>
                </a:lnTo>
                <a:lnTo>
                  <a:pt x="16128" y="107461"/>
                </a:lnTo>
                <a:lnTo>
                  <a:pt x="16884" y="107871"/>
                </a:lnTo>
                <a:lnTo>
                  <a:pt x="17659" y="108269"/>
                </a:lnTo>
                <a:lnTo>
                  <a:pt x="18453" y="108656"/>
                </a:lnTo>
                <a:lnTo>
                  <a:pt x="19266" y="109033"/>
                </a:lnTo>
                <a:lnTo>
                  <a:pt x="20098" y="109398"/>
                </a:lnTo>
                <a:lnTo>
                  <a:pt x="20950" y="109752"/>
                </a:lnTo>
                <a:lnTo>
                  <a:pt x="21820" y="110095"/>
                </a:lnTo>
                <a:lnTo>
                  <a:pt x="22323" y="110285"/>
                </a:lnTo>
                <a:lnTo>
                  <a:pt x="22826" y="110469"/>
                </a:lnTo>
                <a:lnTo>
                  <a:pt x="23328" y="110647"/>
                </a:lnTo>
                <a:lnTo>
                  <a:pt x="23831" y="110820"/>
                </a:lnTo>
                <a:lnTo>
                  <a:pt x="24334" y="110987"/>
                </a:lnTo>
                <a:lnTo>
                  <a:pt x="24837" y="111148"/>
                </a:lnTo>
                <a:lnTo>
                  <a:pt x="25340" y="111303"/>
                </a:lnTo>
                <a:lnTo>
                  <a:pt x="25843" y="111452"/>
                </a:lnTo>
                <a:lnTo>
                  <a:pt x="26346" y="111596"/>
                </a:lnTo>
                <a:lnTo>
                  <a:pt x="26849" y="111734"/>
                </a:lnTo>
                <a:lnTo>
                  <a:pt x="27352" y="111865"/>
                </a:lnTo>
                <a:lnTo>
                  <a:pt x="27855" y="111992"/>
                </a:lnTo>
                <a:lnTo>
                  <a:pt x="28358" y="112112"/>
                </a:lnTo>
                <a:lnTo>
                  <a:pt x="28861" y="112227"/>
                </a:lnTo>
                <a:lnTo>
                  <a:pt x="29364" y="112335"/>
                </a:lnTo>
                <a:lnTo>
                  <a:pt x="29867" y="112438"/>
                </a:lnTo>
                <a:lnTo>
                  <a:pt x="30371" y="112536"/>
                </a:lnTo>
                <a:lnTo>
                  <a:pt x="30874" y="112627"/>
                </a:lnTo>
                <a:lnTo>
                  <a:pt x="31377" y="112712"/>
                </a:lnTo>
                <a:lnTo>
                  <a:pt x="31880" y="112792"/>
                </a:lnTo>
                <a:lnTo>
                  <a:pt x="32383" y="112866"/>
                </a:lnTo>
                <a:lnTo>
                  <a:pt x="32887" y="112934"/>
                </a:lnTo>
                <a:lnTo>
                  <a:pt x="33390" y="112997"/>
                </a:lnTo>
                <a:lnTo>
                  <a:pt x="33893" y="113053"/>
                </a:lnTo>
                <a:lnTo>
                  <a:pt x="34397" y="113104"/>
                </a:lnTo>
                <a:lnTo>
                  <a:pt x="34900" y="113149"/>
                </a:lnTo>
                <a:lnTo>
                  <a:pt x="35403" y="113188"/>
                </a:lnTo>
                <a:lnTo>
                  <a:pt x="35906" y="113221"/>
                </a:lnTo>
                <a:lnTo>
                  <a:pt x="36408" y="113249"/>
                </a:lnTo>
                <a:lnTo>
                  <a:pt x="36911" y="113270"/>
                </a:lnTo>
                <a:lnTo>
                  <a:pt x="37413" y="113286"/>
                </a:lnTo>
                <a:lnTo>
                  <a:pt x="37915" y="113295"/>
                </a:lnTo>
                <a:lnTo>
                  <a:pt x="38417" y="113299"/>
                </a:lnTo>
                <a:lnTo>
                  <a:pt x="38919" y="113297"/>
                </a:lnTo>
                <a:lnTo>
                  <a:pt x="39421" y="113289"/>
                </a:lnTo>
                <a:lnTo>
                  <a:pt x="39923" y="113275"/>
                </a:lnTo>
                <a:lnTo>
                  <a:pt x="40424" y="113256"/>
                </a:lnTo>
                <a:lnTo>
                  <a:pt x="40925" y="113230"/>
                </a:lnTo>
                <a:lnTo>
                  <a:pt x="41427" y="113199"/>
                </a:lnTo>
                <a:lnTo>
                  <a:pt x="41928" y="113162"/>
                </a:lnTo>
                <a:lnTo>
                  <a:pt x="42428" y="113119"/>
                </a:lnTo>
                <a:lnTo>
                  <a:pt x="42929" y="113070"/>
                </a:lnTo>
                <a:lnTo>
                  <a:pt x="43430" y="113015"/>
                </a:lnTo>
                <a:lnTo>
                  <a:pt x="43930" y="112954"/>
                </a:lnTo>
                <a:lnTo>
                  <a:pt x="44430" y="112888"/>
                </a:lnTo>
                <a:lnTo>
                  <a:pt x="44930" y="112815"/>
                </a:lnTo>
                <a:lnTo>
                  <a:pt x="45430" y="112737"/>
                </a:lnTo>
                <a:lnTo>
                  <a:pt x="45930" y="112653"/>
                </a:lnTo>
                <a:lnTo>
                  <a:pt x="46430" y="112563"/>
                </a:lnTo>
                <a:lnTo>
                  <a:pt x="46929" y="112470"/>
                </a:lnTo>
                <a:lnTo>
                  <a:pt x="47429" y="112371"/>
                </a:lnTo>
                <a:lnTo>
                  <a:pt x="47928" y="112269"/>
                </a:lnTo>
                <a:lnTo>
                  <a:pt x="48428" y="112162"/>
                </a:lnTo>
                <a:lnTo>
                  <a:pt x="48927" y="112050"/>
                </a:lnTo>
                <a:lnTo>
                  <a:pt x="49426" y="111934"/>
                </a:lnTo>
                <a:lnTo>
                  <a:pt x="49925" y="111814"/>
                </a:lnTo>
                <a:lnTo>
                  <a:pt x="50424" y="111689"/>
                </a:lnTo>
                <a:lnTo>
                  <a:pt x="50923" y="111560"/>
                </a:lnTo>
                <a:lnTo>
                  <a:pt x="51421" y="111426"/>
                </a:lnTo>
                <a:lnTo>
                  <a:pt x="51920" y="111288"/>
                </a:lnTo>
                <a:lnTo>
                  <a:pt x="52418" y="111145"/>
                </a:lnTo>
                <a:lnTo>
                  <a:pt x="52917" y="110998"/>
                </a:lnTo>
                <a:lnTo>
                  <a:pt x="53415" y="110847"/>
                </a:lnTo>
                <a:lnTo>
                  <a:pt x="53913" y="110691"/>
                </a:lnTo>
                <a:lnTo>
                  <a:pt x="54412" y="110530"/>
                </a:lnTo>
                <a:lnTo>
                  <a:pt x="54910" y="110365"/>
                </a:lnTo>
                <a:lnTo>
                  <a:pt x="55408" y="110196"/>
                </a:lnTo>
                <a:lnTo>
                  <a:pt x="55905" y="110022"/>
                </a:lnTo>
                <a:lnTo>
                  <a:pt x="56403" y="109844"/>
                </a:lnTo>
                <a:lnTo>
                  <a:pt x="56901" y="109662"/>
                </a:lnTo>
                <a:lnTo>
                  <a:pt x="57398" y="109475"/>
                </a:lnTo>
                <a:lnTo>
                  <a:pt x="57896" y="109283"/>
                </a:lnTo>
                <a:lnTo>
                  <a:pt x="56532" y="104723"/>
                </a:lnTo>
                <a:lnTo>
                  <a:pt x="55878" y="104967"/>
                </a:lnTo>
                <a:lnTo>
                  <a:pt x="55223" y="105202"/>
                </a:lnTo>
                <a:lnTo>
                  <a:pt x="54566" y="105428"/>
                </a:lnTo>
                <a:lnTo>
                  <a:pt x="53908" y="105644"/>
                </a:lnTo>
                <a:lnTo>
                  <a:pt x="53249" y="105850"/>
                </a:lnTo>
                <a:lnTo>
                  <a:pt x="52588" y="106047"/>
                </a:lnTo>
                <a:lnTo>
                  <a:pt x="51926" y="106234"/>
                </a:lnTo>
                <a:lnTo>
                  <a:pt x="51262" y="106412"/>
                </a:lnTo>
                <a:lnTo>
                  <a:pt x="50598" y="106580"/>
                </a:lnTo>
                <a:lnTo>
                  <a:pt x="49931" y="106739"/>
                </a:lnTo>
                <a:lnTo>
                  <a:pt x="49264" y="106888"/>
                </a:lnTo>
                <a:lnTo>
                  <a:pt x="48595" y="107028"/>
                </a:lnTo>
                <a:lnTo>
                  <a:pt x="47925" y="107158"/>
                </a:lnTo>
                <a:lnTo>
                  <a:pt x="47253" y="107279"/>
                </a:lnTo>
                <a:lnTo>
                  <a:pt x="46581" y="107390"/>
                </a:lnTo>
                <a:lnTo>
                  <a:pt x="45906" y="107491"/>
                </a:lnTo>
                <a:lnTo>
                  <a:pt x="45231" y="107583"/>
                </a:lnTo>
                <a:lnTo>
                  <a:pt x="44554" y="107666"/>
                </a:lnTo>
                <a:lnTo>
                  <a:pt x="43876" y="107739"/>
                </a:lnTo>
                <a:lnTo>
                  <a:pt x="43196" y="107802"/>
                </a:lnTo>
                <a:lnTo>
                  <a:pt x="42515" y="107856"/>
                </a:lnTo>
                <a:lnTo>
                  <a:pt x="41833" y="107900"/>
                </a:lnTo>
                <a:lnTo>
                  <a:pt x="41149" y="107935"/>
                </a:lnTo>
                <a:lnTo>
                  <a:pt x="40464" y="107961"/>
                </a:lnTo>
                <a:lnTo>
                  <a:pt x="39778" y="107975"/>
                </a:lnTo>
                <a:lnTo>
                  <a:pt x="39093" y="107977"/>
                </a:lnTo>
                <a:lnTo>
                  <a:pt x="38407" y="107967"/>
                </a:lnTo>
                <a:lnTo>
                  <a:pt x="37722" y="107945"/>
                </a:lnTo>
                <a:lnTo>
                  <a:pt x="37036" y="107911"/>
                </a:lnTo>
                <a:lnTo>
                  <a:pt x="36351" y="107865"/>
                </a:lnTo>
                <a:lnTo>
                  <a:pt x="35666" y="107806"/>
                </a:lnTo>
                <a:lnTo>
                  <a:pt x="34981" y="107735"/>
                </a:lnTo>
                <a:lnTo>
                  <a:pt x="34296" y="107652"/>
                </a:lnTo>
                <a:lnTo>
                  <a:pt x="33611" y="107557"/>
                </a:lnTo>
                <a:lnTo>
                  <a:pt x="32926" y="107449"/>
                </a:lnTo>
                <a:lnTo>
                  <a:pt x="32241" y="107330"/>
                </a:lnTo>
                <a:lnTo>
                  <a:pt x="31556" y="107198"/>
                </a:lnTo>
                <a:lnTo>
                  <a:pt x="30872" y="107054"/>
                </a:lnTo>
                <a:lnTo>
                  <a:pt x="30187" y="106898"/>
                </a:lnTo>
                <a:lnTo>
                  <a:pt x="29503" y="106730"/>
                </a:lnTo>
                <a:lnTo>
                  <a:pt x="28818" y="106549"/>
                </a:lnTo>
                <a:lnTo>
                  <a:pt x="28134" y="106356"/>
                </a:lnTo>
                <a:lnTo>
                  <a:pt x="27449" y="106151"/>
                </a:lnTo>
                <a:lnTo>
                  <a:pt x="26765" y="105934"/>
                </a:lnTo>
                <a:lnTo>
                  <a:pt x="26081" y="105705"/>
                </a:lnTo>
                <a:lnTo>
                  <a:pt x="25397" y="105464"/>
                </a:lnTo>
                <a:lnTo>
                  <a:pt x="24713" y="105210"/>
                </a:lnTo>
                <a:lnTo>
                  <a:pt x="24029" y="104944"/>
                </a:lnTo>
                <a:lnTo>
                  <a:pt x="23262" y="104632"/>
                </a:lnTo>
                <a:lnTo>
                  <a:pt x="22513" y="104311"/>
                </a:lnTo>
                <a:lnTo>
                  <a:pt x="21782" y="103981"/>
                </a:lnTo>
                <a:lnTo>
                  <a:pt x="21069" y="103642"/>
                </a:lnTo>
                <a:lnTo>
                  <a:pt x="20375" y="103295"/>
                </a:lnTo>
                <a:lnTo>
                  <a:pt x="19698" y="102937"/>
                </a:lnTo>
                <a:lnTo>
                  <a:pt x="19040" y="102571"/>
                </a:lnTo>
                <a:lnTo>
                  <a:pt x="18399" y="102196"/>
                </a:lnTo>
                <a:lnTo>
                  <a:pt x="17777" y="101812"/>
                </a:lnTo>
                <a:lnTo>
                  <a:pt x="17173" y="101419"/>
                </a:lnTo>
                <a:lnTo>
                  <a:pt x="16587" y="101017"/>
                </a:lnTo>
                <a:lnTo>
                  <a:pt x="16019" y="100605"/>
                </a:lnTo>
                <a:lnTo>
                  <a:pt x="15469" y="100185"/>
                </a:lnTo>
                <a:lnTo>
                  <a:pt x="14937" y="99756"/>
                </a:lnTo>
                <a:lnTo>
                  <a:pt x="14423" y="99317"/>
                </a:lnTo>
                <a:lnTo>
                  <a:pt x="13928" y="98870"/>
                </a:lnTo>
                <a:lnTo>
                  <a:pt x="13450" y="98413"/>
                </a:lnTo>
                <a:lnTo>
                  <a:pt x="12991" y="97948"/>
                </a:lnTo>
                <a:lnTo>
                  <a:pt x="12549" y="97473"/>
                </a:lnTo>
                <a:lnTo>
                  <a:pt x="12126" y="96990"/>
                </a:lnTo>
                <a:lnTo>
                  <a:pt x="11721" y="96497"/>
                </a:lnTo>
                <a:lnTo>
                  <a:pt x="11334" y="95995"/>
                </a:lnTo>
                <a:lnTo>
                  <a:pt x="10965" y="95484"/>
                </a:lnTo>
                <a:lnTo>
                  <a:pt x="10614" y="94965"/>
                </a:lnTo>
                <a:lnTo>
                  <a:pt x="10279" y="94437"/>
                </a:lnTo>
                <a:lnTo>
                  <a:pt x="9957" y="93904"/>
                </a:lnTo>
                <a:lnTo>
                  <a:pt x="9648" y="93366"/>
                </a:lnTo>
                <a:lnTo>
                  <a:pt x="9352" y="92822"/>
                </a:lnTo>
                <a:lnTo>
                  <a:pt x="9070" y="92272"/>
                </a:lnTo>
                <a:lnTo>
                  <a:pt x="8800" y="91717"/>
                </a:lnTo>
                <a:lnTo>
                  <a:pt x="8544" y="91157"/>
                </a:lnTo>
                <a:lnTo>
                  <a:pt x="8301" y="90591"/>
                </a:lnTo>
                <a:lnTo>
                  <a:pt x="8071" y="90019"/>
                </a:lnTo>
                <a:lnTo>
                  <a:pt x="7854" y="89442"/>
                </a:lnTo>
                <a:lnTo>
                  <a:pt x="7650" y="88859"/>
                </a:lnTo>
                <a:lnTo>
                  <a:pt x="7459" y="88271"/>
                </a:lnTo>
                <a:lnTo>
                  <a:pt x="7282" y="87677"/>
                </a:lnTo>
                <a:lnTo>
                  <a:pt x="7118" y="87078"/>
                </a:lnTo>
                <a:lnTo>
                  <a:pt x="6966" y="86473"/>
                </a:lnTo>
                <a:lnTo>
                  <a:pt x="6828" y="85863"/>
                </a:lnTo>
                <a:lnTo>
                  <a:pt x="6704" y="85247"/>
                </a:lnTo>
                <a:lnTo>
                  <a:pt x="6592" y="84625"/>
                </a:lnTo>
                <a:lnTo>
                  <a:pt x="6493" y="83998"/>
                </a:lnTo>
                <a:lnTo>
                  <a:pt x="6408" y="83366"/>
                </a:lnTo>
                <a:lnTo>
                  <a:pt x="6335" y="82728"/>
                </a:lnTo>
                <a:lnTo>
                  <a:pt x="6276" y="82084"/>
                </a:lnTo>
                <a:lnTo>
                  <a:pt x="6230" y="81435"/>
                </a:lnTo>
                <a:lnTo>
                  <a:pt x="6197" y="80780"/>
                </a:lnTo>
                <a:lnTo>
                  <a:pt x="6176" y="80122"/>
                </a:lnTo>
                <a:lnTo>
                  <a:pt x="6165" y="79463"/>
                </a:lnTo>
                <a:lnTo>
                  <a:pt x="6164" y="78804"/>
                </a:lnTo>
                <a:lnTo>
                  <a:pt x="6173" y="78144"/>
                </a:lnTo>
                <a:lnTo>
                  <a:pt x="6192" y="77483"/>
                </a:lnTo>
                <a:lnTo>
                  <a:pt x="6222" y="76821"/>
                </a:lnTo>
                <a:lnTo>
                  <a:pt x="6261" y="76159"/>
                </a:lnTo>
                <a:lnTo>
                  <a:pt x="6310" y="75496"/>
                </a:lnTo>
                <a:lnTo>
                  <a:pt x="6370" y="74832"/>
                </a:lnTo>
                <a:lnTo>
                  <a:pt x="6440" y="74167"/>
                </a:lnTo>
                <a:lnTo>
                  <a:pt x="6519" y="73502"/>
                </a:lnTo>
                <a:lnTo>
                  <a:pt x="6609" y="72836"/>
                </a:lnTo>
                <a:lnTo>
                  <a:pt x="6709" y="72169"/>
                </a:lnTo>
                <a:lnTo>
                  <a:pt x="6819" y="71502"/>
                </a:lnTo>
                <a:lnTo>
                  <a:pt x="6939" y="70833"/>
                </a:lnTo>
                <a:lnTo>
                  <a:pt x="7070" y="70165"/>
                </a:lnTo>
                <a:lnTo>
                  <a:pt x="7210" y="69495"/>
                </a:lnTo>
                <a:lnTo>
                  <a:pt x="7360" y="68825"/>
                </a:lnTo>
                <a:lnTo>
                  <a:pt x="7521" y="68154"/>
                </a:lnTo>
                <a:lnTo>
                  <a:pt x="7691" y="67482"/>
                </a:lnTo>
                <a:lnTo>
                  <a:pt x="7872" y="66809"/>
                </a:lnTo>
                <a:lnTo>
                  <a:pt x="8063" y="66136"/>
                </a:lnTo>
                <a:lnTo>
                  <a:pt x="8263" y="65462"/>
                </a:lnTo>
                <a:lnTo>
                  <a:pt x="8474" y="64787"/>
                </a:lnTo>
                <a:lnTo>
                  <a:pt x="8693" y="64114"/>
                </a:lnTo>
                <a:lnTo>
                  <a:pt x="8918" y="63445"/>
                </a:lnTo>
                <a:lnTo>
                  <a:pt x="9147" y="62779"/>
                </a:lnTo>
                <a:lnTo>
                  <a:pt x="9383" y="62117"/>
                </a:lnTo>
                <a:lnTo>
                  <a:pt x="9624" y="61459"/>
                </a:lnTo>
                <a:lnTo>
                  <a:pt x="9871" y="60804"/>
                </a:lnTo>
                <a:lnTo>
                  <a:pt x="10123" y="60153"/>
                </a:lnTo>
                <a:lnTo>
                  <a:pt x="10381" y="59506"/>
                </a:lnTo>
                <a:lnTo>
                  <a:pt x="10644" y="58863"/>
                </a:lnTo>
                <a:lnTo>
                  <a:pt x="10913" y="58223"/>
                </a:lnTo>
                <a:lnTo>
                  <a:pt x="11188" y="57588"/>
                </a:lnTo>
                <a:lnTo>
                  <a:pt x="11468" y="56955"/>
                </a:lnTo>
                <a:lnTo>
                  <a:pt x="11754" y="56327"/>
                </a:lnTo>
                <a:lnTo>
                  <a:pt x="12045" y="55702"/>
                </a:lnTo>
                <a:lnTo>
                  <a:pt x="12342" y="55081"/>
                </a:lnTo>
                <a:lnTo>
                  <a:pt x="12644" y="54464"/>
                </a:lnTo>
                <a:lnTo>
                  <a:pt x="12952" y="53851"/>
                </a:lnTo>
                <a:lnTo>
                  <a:pt x="13266" y="53241"/>
                </a:lnTo>
                <a:lnTo>
                  <a:pt x="13585" y="52635"/>
                </a:lnTo>
                <a:lnTo>
                  <a:pt x="13910" y="52032"/>
                </a:lnTo>
                <a:lnTo>
                  <a:pt x="14240" y="51434"/>
                </a:lnTo>
                <a:lnTo>
                  <a:pt x="14576" y="50839"/>
                </a:lnTo>
                <a:lnTo>
                  <a:pt x="14917" y="50248"/>
                </a:lnTo>
                <a:lnTo>
                  <a:pt x="15264" y="49660"/>
                </a:lnTo>
                <a:lnTo>
                  <a:pt x="20487" y="40374"/>
                </a:lnTo>
                <a:lnTo>
                  <a:pt x="87321" y="66009"/>
                </a:lnTo>
                <a:close/>
                <a:moveTo>
                  <a:pt x="23636" y="35138"/>
                </a:moveTo>
                <a:lnTo>
                  <a:pt x="24022" y="34565"/>
                </a:lnTo>
                <a:lnTo>
                  <a:pt x="24414" y="33993"/>
                </a:lnTo>
                <a:lnTo>
                  <a:pt x="24814" y="33422"/>
                </a:lnTo>
                <a:lnTo>
                  <a:pt x="25222" y="32851"/>
                </a:lnTo>
                <a:lnTo>
                  <a:pt x="25636" y="32281"/>
                </a:lnTo>
                <a:lnTo>
                  <a:pt x="26057" y="31712"/>
                </a:lnTo>
                <a:lnTo>
                  <a:pt x="26486" y="31143"/>
                </a:lnTo>
                <a:lnTo>
                  <a:pt x="26921" y="30576"/>
                </a:lnTo>
                <a:lnTo>
                  <a:pt x="27364" y="30009"/>
                </a:lnTo>
                <a:lnTo>
                  <a:pt x="27814" y="29442"/>
                </a:lnTo>
                <a:lnTo>
                  <a:pt x="28271" y="28877"/>
                </a:lnTo>
                <a:lnTo>
                  <a:pt x="28735" y="28312"/>
                </a:lnTo>
                <a:lnTo>
                  <a:pt x="29207" y="27748"/>
                </a:lnTo>
                <a:lnTo>
                  <a:pt x="29685" y="27184"/>
                </a:lnTo>
                <a:lnTo>
                  <a:pt x="30171" y="26622"/>
                </a:lnTo>
                <a:lnTo>
                  <a:pt x="30663" y="26060"/>
                </a:lnTo>
                <a:lnTo>
                  <a:pt x="31163" y="25499"/>
                </a:lnTo>
                <a:lnTo>
                  <a:pt x="31670" y="24938"/>
                </a:lnTo>
                <a:lnTo>
                  <a:pt x="32184" y="24379"/>
                </a:lnTo>
                <a:lnTo>
                  <a:pt x="32704" y="23822"/>
                </a:lnTo>
                <a:lnTo>
                  <a:pt x="33229" y="23272"/>
                </a:lnTo>
                <a:lnTo>
                  <a:pt x="33759" y="22728"/>
                </a:lnTo>
                <a:lnTo>
                  <a:pt x="34294" y="22190"/>
                </a:lnTo>
                <a:lnTo>
                  <a:pt x="34833" y="21659"/>
                </a:lnTo>
                <a:lnTo>
                  <a:pt x="35377" y="21134"/>
                </a:lnTo>
                <a:lnTo>
                  <a:pt x="35926" y="20615"/>
                </a:lnTo>
                <a:lnTo>
                  <a:pt x="36480" y="20102"/>
                </a:lnTo>
                <a:lnTo>
                  <a:pt x="37039" y="19596"/>
                </a:lnTo>
                <a:lnTo>
                  <a:pt x="37602" y="19096"/>
                </a:lnTo>
                <a:lnTo>
                  <a:pt x="38170" y="18602"/>
                </a:lnTo>
                <a:lnTo>
                  <a:pt x="38743" y="18114"/>
                </a:lnTo>
                <a:lnTo>
                  <a:pt x="39321" y="17633"/>
                </a:lnTo>
                <a:lnTo>
                  <a:pt x="39904" y="17158"/>
                </a:lnTo>
                <a:lnTo>
                  <a:pt x="40491" y="16689"/>
                </a:lnTo>
                <a:lnTo>
                  <a:pt x="41083" y="16227"/>
                </a:lnTo>
                <a:lnTo>
                  <a:pt x="41680" y="15770"/>
                </a:lnTo>
                <a:lnTo>
                  <a:pt x="42282" y="15320"/>
                </a:lnTo>
                <a:lnTo>
                  <a:pt x="42889" y="14877"/>
                </a:lnTo>
                <a:lnTo>
                  <a:pt x="43500" y="14439"/>
                </a:lnTo>
                <a:lnTo>
                  <a:pt x="44117" y="14008"/>
                </a:lnTo>
                <a:lnTo>
                  <a:pt x="44738" y="13583"/>
                </a:lnTo>
                <a:lnTo>
                  <a:pt x="45363" y="13164"/>
                </a:lnTo>
                <a:lnTo>
                  <a:pt x="45994" y="12752"/>
                </a:lnTo>
                <a:lnTo>
                  <a:pt x="46629" y="12348"/>
                </a:lnTo>
                <a:lnTo>
                  <a:pt x="47266" y="11957"/>
                </a:lnTo>
                <a:lnTo>
                  <a:pt x="47906" y="11577"/>
                </a:lnTo>
                <a:lnTo>
                  <a:pt x="48549" y="11210"/>
                </a:lnTo>
                <a:lnTo>
                  <a:pt x="49195" y="10855"/>
                </a:lnTo>
                <a:lnTo>
                  <a:pt x="49843" y="10512"/>
                </a:lnTo>
                <a:lnTo>
                  <a:pt x="50494" y="10180"/>
                </a:lnTo>
                <a:lnTo>
                  <a:pt x="51148" y="9861"/>
                </a:lnTo>
                <a:lnTo>
                  <a:pt x="51805" y="9554"/>
                </a:lnTo>
                <a:lnTo>
                  <a:pt x="52465" y="9259"/>
                </a:lnTo>
                <a:lnTo>
                  <a:pt x="53127" y="8977"/>
                </a:lnTo>
                <a:lnTo>
                  <a:pt x="53792" y="8706"/>
                </a:lnTo>
                <a:lnTo>
                  <a:pt x="54460" y="8447"/>
                </a:lnTo>
                <a:lnTo>
                  <a:pt x="55131" y="8200"/>
                </a:lnTo>
                <a:lnTo>
                  <a:pt x="55804" y="7966"/>
                </a:lnTo>
                <a:lnTo>
                  <a:pt x="56481" y="7743"/>
                </a:lnTo>
                <a:lnTo>
                  <a:pt x="57160" y="7533"/>
                </a:lnTo>
                <a:lnTo>
                  <a:pt x="57841" y="7334"/>
                </a:lnTo>
                <a:lnTo>
                  <a:pt x="58526" y="7148"/>
                </a:lnTo>
                <a:lnTo>
                  <a:pt x="59213" y="6974"/>
                </a:lnTo>
                <a:lnTo>
                  <a:pt x="59903" y="6812"/>
                </a:lnTo>
                <a:lnTo>
                  <a:pt x="60596" y="6661"/>
                </a:lnTo>
                <a:lnTo>
                  <a:pt x="61292" y="6523"/>
                </a:lnTo>
                <a:lnTo>
                  <a:pt x="61990" y="6397"/>
                </a:lnTo>
                <a:lnTo>
                  <a:pt x="62691" y="6286"/>
                </a:lnTo>
                <a:lnTo>
                  <a:pt x="63394" y="6192"/>
                </a:lnTo>
                <a:lnTo>
                  <a:pt x="64100" y="6115"/>
                </a:lnTo>
                <a:lnTo>
                  <a:pt x="64807" y="6056"/>
                </a:lnTo>
                <a:lnTo>
                  <a:pt x="65517" y="6014"/>
                </a:lnTo>
                <a:lnTo>
                  <a:pt x="66228" y="5989"/>
                </a:lnTo>
                <a:lnTo>
                  <a:pt x="66942" y="5982"/>
                </a:lnTo>
                <a:lnTo>
                  <a:pt x="67658" y="5993"/>
                </a:lnTo>
                <a:lnTo>
                  <a:pt x="68376" y="6020"/>
                </a:lnTo>
                <a:lnTo>
                  <a:pt x="69096" y="6066"/>
                </a:lnTo>
                <a:lnTo>
                  <a:pt x="69818" y="6128"/>
                </a:lnTo>
                <a:lnTo>
                  <a:pt x="70542" y="6208"/>
                </a:lnTo>
                <a:lnTo>
                  <a:pt x="71269" y="6306"/>
                </a:lnTo>
                <a:lnTo>
                  <a:pt x="71998" y="6420"/>
                </a:lnTo>
                <a:lnTo>
                  <a:pt x="72728" y="6553"/>
                </a:lnTo>
                <a:lnTo>
                  <a:pt x="73461" y="6702"/>
                </a:lnTo>
                <a:lnTo>
                  <a:pt x="74196" y="6869"/>
                </a:lnTo>
                <a:lnTo>
                  <a:pt x="74933" y="7054"/>
                </a:lnTo>
                <a:lnTo>
                  <a:pt x="75673" y="7256"/>
                </a:lnTo>
                <a:lnTo>
                  <a:pt x="76414" y="7475"/>
                </a:lnTo>
                <a:lnTo>
                  <a:pt x="77158" y="7712"/>
                </a:lnTo>
                <a:lnTo>
                  <a:pt x="77903" y="7966"/>
                </a:lnTo>
                <a:lnTo>
                  <a:pt x="78651" y="8237"/>
                </a:lnTo>
                <a:lnTo>
                  <a:pt x="79401" y="8526"/>
                </a:lnTo>
                <a:lnTo>
                  <a:pt x="80258" y="8895"/>
                </a:lnTo>
                <a:lnTo>
                  <a:pt x="81090" y="9276"/>
                </a:lnTo>
                <a:lnTo>
                  <a:pt x="81896" y="9668"/>
                </a:lnTo>
                <a:lnTo>
                  <a:pt x="82677" y="10073"/>
                </a:lnTo>
                <a:lnTo>
                  <a:pt x="83431" y="10489"/>
                </a:lnTo>
                <a:lnTo>
                  <a:pt x="84161" y="10918"/>
                </a:lnTo>
                <a:lnTo>
                  <a:pt x="84864" y="11359"/>
                </a:lnTo>
                <a:lnTo>
                  <a:pt x="85542" y="11811"/>
                </a:lnTo>
                <a:lnTo>
                  <a:pt x="86194" y="12276"/>
                </a:lnTo>
                <a:lnTo>
                  <a:pt x="86821" y="12752"/>
                </a:lnTo>
                <a:lnTo>
                  <a:pt x="87422" y="13241"/>
                </a:lnTo>
                <a:lnTo>
                  <a:pt x="87997" y="13741"/>
                </a:lnTo>
                <a:lnTo>
                  <a:pt x="88547" y="14254"/>
                </a:lnTo>
                <a:lnTo>
                  <a:pt x="89071" y="14779"/>
                </a:lnTo>
                <a:lnTo>
                  <a:pt x="89570" y="15315"/>
                </a:lnTo>
                <a:lnTo>
                  <a:pt x="90043" y="15864"/>
                </a:lnTo>
                <a:lnTo>
                  <a:pt x="90490" y="16424"/>
                </a:lnTo>
                <a:lnTo>
                  <a:pt x="90911" y="16997"/>
                </a:lnTo>
                <a:lnTo>
                  <a:pt x="91307" y="17581"/>
                </a:lnTo>
                <a:lnTo>
                  <a:pt x="91677" y="18178"/>
                </a:lnTo>
                <a:lnTo>
                  <a:pt x="92022" y="18786"/>
                </a:lnTo>
                <a:lnTo>
                  <a:pt x="92341" y="19407"/>
                </a:lnTo>
                <a:lnTo>
                  <a:pt x="92635" y="20039"/>
                </a:lnTo>
                <a:lnTo>
                  <a:pt x="92902" y="20684"/>
                </a:lnTo>
                <a:lnTo>
                  <a:pt x="93148" y="21337"/>
                </a:lnTo>
                <a:lnTo>
                  <a:pt x="93375" y="21997"/>
                </a:lnTo>
                <a:lnTo>
                  <a:pt x="93583" y="22662"/>
                </a:lnTo>
                <a:lnTo>
                  <a:pt x="93773" y="23333"/>
                </a:lnTo>
                <a:lnTo>
                  <a:pt x="93943" y="24009"/>
                </a:lnTo>
                <a:lnTo>
                  <a:pt x="94096" y="24692"/>
                </a:lnTo>
                <a:lnTo>
                  <a:pt x="94229" y="25381"/>
                </a:lnTo>
                <a:lnTo>
                  <a:pt x="94344" y="26075"/>
                </a:lnTo>
                <a:lnTo>
                  <a:pt x="94440" y="26775"/>
                </a:lnTo>
                <a:lnTo>
                  <a:pt x="94518" y="27482"/>
                </a:lnTo>
                <a:lnTo>
                  <a:pt x="94577" y="28193"/>
                </a:lnTo>
                <a:lnTo>
                  <a:pt x="94617" y="28911"/>
                </a:lnTo>
                <a:lnTo>
                  <a:pt x="94638" y="29635"/>
                </a:lnTo>
                <a:lnTo>
                  <a:pt x="94641" y="30365"/>
                </a:lnTo>
                <a:lnTo>
                  <a:pt x="94625" y="31100"/>
                </a:lnTo>
                <a:lnTo>
                  <a:pt x="94591" y="31841"/>
                </a:lnTo>
                <a:lnTo>
                  <a:pt x="94538" y="32588"/>
                </a:lnTo>
                <a:lnTo>
                  <a:pt x="94466" y="33341"/>
                </a:lnTo>
                <a:lnTo>
                  <a:pt x="94375" y="34100"/>
                </a:lnTo>
                <a:lnTo>
                  <a:pt x="94266" y="34865"/>
                </a:lnTo>
                <a:lnTo>
                  <a:pt x="94138" y="35635"/>
                </a:lnTo>
                <a:lnTo>
                  <a:pt x="93992" y="36412"/>
                </a:lnTo>
                <a:lnTo>
                  <a:pt x="93826" y="37194"/>
                </a:lnTo>
                <a:lnTo>
                  <a:pt x="93643" y="37982"/>
                </a:lnTo>
                <a:lnTo>
                  <a:pt x="93445" y="38772"/>
                </a:lnTo>
                <a:lnTo>
                  <a:pt x="93237" y="39559"/>
                </a:lnTo>
                <a:lnTo>
                  <a:pt x="93020" y="40344"/>
                </a:lnTo>
                <a:lnTo>
                  <a:pt x="92792" y="41126"/>
                </a:lnTo>
                <a:lnTo>
                  <a:pt x="92556" y="41906"/>
                </a:lnTo>
                <a:lnTo>
                  <a:pt x="92310" y="42683"/>
                </a:lnTo>
                <a:lnTo>
                  <a:pt x="92054" y="43458"/>
                </a:lnTo>
                <a:lnTo>
                  <a:pt x="91788" y="44230"/>
                </a:lnTo>
                <a:lnTo>
                  <a:pt x="91513" y="45000"/>
                </a:lnTo>
                <a:lnTo>
                  <a:pt x="91228" y="45767"/>
                </a:lnTo>
                <a:lnTo>
                  <a:pt x="90933" y="46532"/>
                </a:lnTo>
                <a:lnTo>
                  <a:pt x="90629" y="47294"/>
                </a:lnTo>
                <a:lnTo>
                  <a:pt x="90315" y="48054"/>
                </a:lnTo>
                <a:lnTo>
                  <a:pt x="89991" y="48811"/>
                </a:lnTo>
                <a:lnTo>
                  <a:pt x="89658" y="49566"/>
                </a:lnTo>
                <a:lnTo>
                  <a:pt x="89315" y="50318"/>
                </a:lnTo>
                <a:lnTo>
                  <a:pt x="88963" y="51068"/>
                </a:lnTo>
                <a:lnTo>
                  <a:pt x="88601" y="51815"/>
                </a:lnTo>
                <a:lnTo>
                  <a:pt x="88229" y="52560"/>
                </a:lnTo>
                <a:lnTo>
                  <a:pt x="87847" y="53302"/>
                </a:lnTo>
                <a:lnTo>
                  <a:pt x="87456" y="54041"/>
                </a:lnTo>
                <a:lnTo>
                  <a:pt x="87055" y="54779"/>
                </a:lnTo>
                <a:lnTo>
                  <a:pt x="86645" y="55513"/>
                </a:lnTo>
                <a:lnTo>
                  <a:pt x="86225" y="56246"/>
                </a:lnTo>
                <a:lnTo>
                  <a:pt x="84664" y="59108"/>
                </a:lnTo>
                <a:lnTo>
                  <a:pt x="23340" y="35585"/>
                </a:lnTo>
                <a:lnTo>
                  <a:pt x="23636" y="3513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s">
            <a:extLst xmlns:a="http://schemas.openxmlformats.org/drawingml/2006/main">
              <a:ext uri="{FF2B5EF4-FFF2-40B4-BE49-F238E27FC236}">
                <a16:creationId xmlns:a16="http://schemas.microsoft.com/office/drawing/2014/main" id="{EEAA966C-A9E1-441C-B1F1-5D82292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28" y="4107663"/>
            <a:ext cx="103534" cy="112617"/>
          </a:xfrm>
          <a:custGeom xmlns:a="http://schemas.openxmlformats.org/drawingml/2006/main">
            <a:pathLst>
              <a:path w="103534" h="112617">
                <a:moveTo>
                  <a:pt x="64495" y="92561"/>
                </a:moveTo>
                <a:cubicBezTo>
                  <a:pt x="67364" y="87894"/>
                  <a:pt x="68498" y="83388"/>
                  <a:pt x="67898" y="79044"/>
                </a:cubicBezTo>
                <a:cubicBezTo>
                  <a:pt x="67298" y="74699"/>
                  <a:pt x="65604" y="70647"/>
                  <a:pt x="62818" y="66887"/>
                </a:cubicBezTo>
                <a:cubicBezTo>
                  <a:pt x="60032" y="63126"/>
                  <a:pt x="56823" y="59666"/>
                  <a:pt x="53192" y="56504"/>
                </a:cubicBezTo>
                <a:cubicBezTo>
                  <a:pt x="50056" y="53455"/>
                  <a:pt x="47114" y="50251"/>
                  <a:pt x="44367" y="46890"/>
                </a:cubicBezTo>
                <a:cubicBezTo>
                  <a:pt x="41620" y="43529"/>
                  <a:pt x="39405" y="40084"/>
                  <a:pt x="37722" y="36555"/>
                </a:cubicBezTo>
                <a:cubicBezTo>
                  <a:pt x="36039" y="33026"/>
                  <a:pt x="35138" y="29566"/>
                  <a:pt x="35017" y="26174"/>
                </a:cubicBezTo>
                <a:cubicBezTo>
                  <a:pt x="34897" y="22783"/>
                  <a:pt x="35921" y="19465"/>
                  <a:pt x="38090" y="16222"/>
                </a:cubicBezTo>
                <a:cubicBezTo>
                  <a:pt x="40330" y="12390"/>
                  <a:pt x="43114" y="9248"/>
                  <a:pt x="46440" y="6794"/>
                </a:cubicBezTo>
                <a:cubicBezTo>
                  <a:pt x="49767" y="4340"/>
                  <a:pt x="53387" y="2576"/>
                  <a:pt x="57299" y="1500"/>
                </a:cubicBezTo>
                <a:cubicBezTo>
                  <a:pt x="61212" y="425"/>
                  <a:pt x="65316" y="0"/>
                  <a:pt x="69614" y="226"/>
                </a:cubicBezTo>
                <a:cubicBezTo>
                  <a:pt x="73911" y="451"/>
                  <a:pt x="78092" y="1382"/>
                  <a:pt x="82155" y="3018"/>
                </a:cubicBezTo>
                <a:cubicBezTo>
                  <a:pt x="88322" y="5383"/>
                  <a:pt x="93204" y="8544"/>
                  <a:pt x="96800" y="12499"/>
                </a:cubicBezTo>
                <a:cubicBezTo>
                  <a:pt x="100395" y="16454"/>
                  <a:pt x="102461" y="20938"/>
                  <a:pt x="102998" y="25950"/>
                </a:cubicBezTo>
                <a:cubicBezTo>
                  <a:pt x="103534" y="30962"/>
                  <a:pt x="102216" y="36397"/>
                  <a:pt x="99043" y="42255"/>
                </a:cubicBezTo>
                <a:lnTo>
                  <a:pt x="93714" y="40210"/>
                </a:lnTo>
                <a:cubicBezTo>
                  <a:pt x="96505" y="34745"/>
                  <a:pt x="97635" y="29949"/>
                  <a:pt x="97105" y="25824"/>
                </a:cubicBezTo>
                <a:cubicBezTo>
                  <a:pt x="96574" y="21698"/>
                  <a:pt x="94795" y="18170"/>
                  <a:pt x="91767" y="15240"/>
                </a:cubicBezTo>
                <a:cubicBezTo>
                  <a:pt x="88739" y="12310"/>
                  <a:pt x="84811" y="9919"/>
                  <a:pt x="79985" y="8068"/>
                </a:cubicBezTo>
                <a:cubicBezTo>
                  <a:pt x="75602" y="6464"/>
                  <a:pt x="71090" y="5694"/>
                  <a:pt x="66450" y="5760"/>
                </a:cubicBezTo>
                <a:cubicBezTo>
                  <a:pt x="61810" y="5826"/>
                  <a:pt x="57440" y="6841"/>
                  <a:pt x="53340" y="8806"/>
                </a:cubicBezTo>
                <a:cubicBezTo>
                  <a:pt x="49240" y="10771"/>
                  <a:pt x="45871" y="13785"/>
                  <a:pt x="43233" y="17849"/>
                </a:cubicBezTo>
                <a:cubicBezTo>
                  <a:pt x="41157" y="21051"/>
                  <a:pt x="40222" y="24287"/>
                  <a:pt x="40428" y="27558"/>
                </a:cubicBezTo>
                <a:cubicBezTo>
                  <a:pt x="40633" y="30828"/>
                  <a:pt x="41547" y="34004"/>
                  <a:pt x="43171" y="37088"/>
                </a:cubicBezTo>
                <a:cubicBezTo>
                  <a:pt x="44794" y="40171"/>
                  <a:pt x="46881" y="43048"/>
                  <a:pt x="49432" y="45718"/>
                </a:cubicBezTo>
                <a:cubicBezTo>
                  <a:pt x="51982" y="48389"/>
                  <a:pt x="54460" y="50800"/>
                  <a:pt x="56863" y="52952"/>
                </a:cubicBezTo>
                <a:cubicBezTo>
                  <a:pt x="61336" y="57128"/>
                  <a:pt x="65071" y="61522"/>
                  <a:pt x="68069" y="66132"/>
                </a:cubicBezTo>
                <a:cubicBezTo>
                  <a:pt x="71067" y="70743"/>
                  <a:pt x="72845" y="75424"/>
                  <a:pt x="73405" y="80175"/>
                </a:cubicBezTo>
                <a:cubicBezTo>
                  <a:pt x="73964" y="84927"/>
                  <a:pt x="72712" y="89791"/>
                  <a:pt x="69647" y="94767"/>
                </a:cubicBezTo>
                <a:cubicBezTo>
                  <a:pt x="67143" y="98883"/>
                  <a:pt x="64177" y="102301"/>
                  <a:pt x="60747" y="105023"/>
                </a:cubicBezTo>
                <a:cubicBezTo>
                  <a:pt x="57318" y="107745"/>
                  <a:pt x="53491" y="109699"/>
                  <a:pt x="49267" y="110885"/>
                </a:cubicBezTo>
                <a:cubicBezTo>
                  <a:pt x="45042" y="112072"/>
                  <a:pt x="40699" y="112617"/>
                  <a:pt x="36237" y="112520"/>
                </a:cubicBezTo>
                <a:cubicBezTo>
                  <a:pt x="31774" y="112423"/>
                  <a:pt x="27344" y="111493"/>
                  <a:pt x="22945" y="109729"/>
                </a:cubicBezTo>
                <a:cubicBezTo>
                  <a:pt x="17046" y="107466"/>
                  <a:pt x="12141" y="104316"/>
                  <a:pt x="8231" y="100278"/>
                </a:cubicBezTo>
                <a:cubicBezTo>
                  <a:pt x="4321" y="96241"/>
                  <a:pt x="1893" y="91599"/>
                  <a:pt x="946" y="86353"/>
                </a:cubicBezTo>
                <a:cubicBezTo>
                  <a:pt x="0" y="81107"/>
                  <a:pt x="1054" y="75609"/>
                  <a:pt x="4108" y="69859"/>
                </a:cubicBezTo>
                <a:lnTo>
                  <a:pt x="9437" y="71904"/>
                </a:lnTo>
                <a:cubicBezTo>
                  <a:pt x="6960" y="76952"/>
                  <a:pt x="6075" y="81610"/>
                  <a:pt x="6781" y="85880"/>
                </a:cubicBezTo>
                <a:cubicBezTo>
                  <a:pt x="7487" y="90150"/>
                  <a:pt x="9462" y="93868"/>
                  <a:pt x="12707" y="97035"/>
                </a:cubicBezTo>
                <a:cubicBezTo>
                  <a:pt x="15952" y="100202"/>
                  <a:pt x="20054" y="102737"/>
                  <a:pt x="25015" y="104640"/>
                </a:cubicBezTo>
                <a:cubicBezTo>
                  <a:pt x="29357" y="106151"/>
                  <a:pt x="33972" y="106903"/>
                  <a:pt x="38859" y="106893"/>
                </a:cubicBezTo>
                <a:cubicBezTo>
                  <a:pt x="43747" y="106884"/>
                  <a:pt x="48476" y="105834"/>
                  <a:pt x="53048" y="103742"/>
                </a:cubicBezTo>
                <a:cubicBezTo>
                  <a:pt x="57620" y="101651"/>
                  <a:pt x="61436" y="97924"/>
                  <a:pt x="64495" y="92561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u">
            <a:extLst xmlns:a="http://schemas.openxmlformats.org/drawingml/2006/main">
              <a:ext uri="{FF2B5EF4-FFF2-40B4-BE49-F238E27FC236}">
                <a16:creationId xmlns:a16="http://schemas.microsoft.com/office/drawing/2014/main" id="{1249A930-3D8E-4ABB-95F4-13CACA7C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916" y="4136237"/>
            <a:ext cx="113240" cy="126680"/>
          </a:xfrm>
          <a:custGeom xmlns:a="http://schemas.openxmlformats.org/drawingml/2006/main">
            <a:pathLst>
              <a:path w="113240" h="126680">
                <a:moveTo>
                  <a:pt x="66598" y="92367"/>
                </a:moveTo>
                <a:lnTo>
                  <a:pt x="66026" y="93065"/>
                </a:lnTo>
                <a:lnTo>
                  <a:pt x="65447" y="93756"/>
                </a:lnTo>
                <a:lnTo>
                  <a:pt x="64859" y="94439"/>
                </a:lnTo>
                <a:lnTo>
                  <a:pt x="64264" y="95115"/>
                </a:lnTo>
                <a:lnTo>
                  <a:pt x="63661" y="95784"/>
                </a:lnTo>
                <a:lnTo>
                  <a:pt x="63050" y="96446"/>
                </a:lnTo>
                <a:lnTo>
                  <a:pt x="62431" y="97100"/>
                </a:lnTo>
                <a:lnTo>
                  <a:pt x="61805" y="97748"/>
                </a:lnTo>
                <a:lnTo>
                  <a:pt x="61170" y="98388"/>
                </a:lnTo>
                <a:lnTo>
                  <a:pt x="60528" y="99020"/>
                </a:lnTo>
                <a:lnTo>
                  <a:pt x="59878" y="99646"/>
                </a:lnTo>
                <a:lnTo>
                  <a:pt x="59220" y="100265"/>
                </a:lnTo>
                <a:lnTo>
                  <a:pt x="58554" y="100876"/>
                </a:lnTo>
                <a:lnTo>
                  <a:pt x="57880" y="101480"/>
                </a:lnTo>
                <a:lnTo>
                  <a:pt x="57199" y="102073"/>
                </a:lnTo>
                <a:lnTo>
                  <a:pt x="56512" y="102651"/>
                </a:lnTo>
                <a:lnTo>
                  <a:pt x="55819" y="103213"/>
                </a:lnTo>
                <a:lnTo>
                  <a:pt x="55119" y="103761"/>
                </a:lnTo>
                <a:lnTo>
                  <a:pt x="54414" y="104294"/>
                </a:lnTo>
                <a:lnTo>
                  <a:pt x="53702" y="104812"/>
                </a:lnTo>
                <a:lnTo>
                  <a:pt x="52983" y="105315"/>
                </a:lnTo>
                <a:lnTo>
                  <a:pt x="52259" y="105802"/>
                </a:lnTo>
                <a:lnTo>
                  <a:pt x="51528" y="106275"/>
                </a:lnTo>
                <a:lnTo>
                  <a:pt x="50791" y="106733"/>
                </a:lnTo>
                <a:lnTo>
                  <a:pt x="50048" y="107176"/>
                </a:lnTo>
                <a:lnTo>
                  <a:pt x="49298" y="107604"/>
                </a:lnTo>
                <a:lnTo>
                  <a:pt x="48543" y="108016"/>
                </a:lnTo>
                <a:lnTo>
                  <a:pt x="47781" y="108414"/>
                </a:lnTo>
                <a:lnTo>
                  <a:pt x="47012" y="108797"/>
                </a:lnTo>
                <a:lnTo>
                  <a:pt x="46238" y="109164"/>
                </a:lnTo>
                <a:lnTo>
                  <a:pt x="45457" y="109517"/>
                </a:lnTo>
                <a:lnTo>
                  <a:pt x="44670" y="109855"/>
                </a:lnTo>
                <a:lnTo>
                  <a:pt x="43877" y="110177"/>
                </a:lnTo>
                <a:lnTo>
                  <a:pt x="43077" y="110485"/>
                </a:lnTo>
                <a:lnTo>
                  <a:pt x="42271" y="110777"/>
                </a:lnTo>
                <a:lnTo>
                  <a:pt x="41459" y="111055"/>
                </a:lnTo>
                <a:lnTo>
                  <a:pt x="40641" y="111318"/>
                </a:lnTo>
                <a:lnTo>
                  <a:pt x="39817" y="111565"/>
                </a:lnTo>
                <a:lnTo>
                  <a:pt x="38986" y="111792"/>
                </a:lnTo>
                <a:lnTo>
                  <a:pt x="38151" y="111994"/>
                </a:lnTo>
                <a:lnTo>
                  <a:pt x="37310" y="112170"/>
                </a:lnTo>
                <a:lnTo>
                  <a:pt x="36464" y="112320"/>
                </a:lnTo>
                <a:lnTo>
                  <a:pt x="35613" y="112445"/>
                </a:lnTo>
                <a:lnTo>
                  <a:pt x="34757" y="112544"/>
                </a:lnTo>
                <a:lnTo>
                  <a:pt x="33896" y="112618"/>
                </a:lnTo>
                <a:lnTo>
                  <a:pt x="33029" y="112666"/>
                </a:lnTo>
                <a:lnTo>
                  <a:pt x="32158" y="112688"/>
                </a:lnTo>
                <a:lnTo>
                  <a:pt x="31281" y="112685"/>
                </a:lnTo>
                <a:lnTo>
                  <a:pt x="30399" y="112656"/>
                </a:lnTo>
                <a:lnTo>
                  <a:pt x="29511" y="112601"/>
                </a:lnTo>
                <a:lnTo>
                  <a:pt x="28619" y="112521"/>
                </a:lnTo>
                <a:lnTo>
                  <a:pt x="27721" y="112415"/>
                </a:lnTo>
                <a:lnTo>
                  <a:pt x="26819" y="112284"/>
                </a:lnTo>
                <a:lnTo>
                  <a:pt x="25910" y="112127"/>
                </a:lnTo>
                <a:lnTo>
                  <a:pt x="24997" y="111944"/>
                </a:lnTo>
                <a:lnTo>
                  <a:pt x="24079" y="111736"/>
                </a:lnTo>
                <a:lnTo>
                  <a:pt x="23155" y="111502"/>
                </a:lnTo>
                <a:lnTo>
                  <a:pt x="22227" y="111243"/>
                </a:lnTo>
                <a:lnTo>
                  <a:pt x="21293" y="110957"/>
                </a:lnTo>
                <a:lnTo>
                  <a:pt x="20354" y="110647"/>
                </a:lnTo>
                <a:lnTo>
                  <a:pt x="19409" y="110310"/>
                </a:lnTo>
                <a:lnTo>
                  <a:pt x="18460" y="109948"/>
                </a:lnTo>
                <a:lnTo>
                  <a:pt x="17872" y="109716"/>
                </a:lnTo>
                <a:lnTo>
                  <a:pt x="17300" y="109476"/>
                </a:lnTo>
                <a:lnTo>
                  <a:pt x="16743" y="109228"/>
                </a:lnTo>
                <a:lnTo>
                  <a:pt x="16201" y="108971"/>
                </a:lnTo>
                <a:lnTo>
                  <a:pt x="15674" y="108707"/>
                </a:lnTo>
                <a:lnTo>
                  <a:pt x="15162" y="108435"/>
                </a:lnTo>
                <a:lnTo>
                  <a:pt x="14665" y="108154"/>
                </a:lnTo>
                <a:lnTo>
                  <a:pt x="14183" y="107866"/>
                </a:lnTo>
                <a:lnTo>
                  <a:pt x="13717" y="107569"/>
                </a:lnTo>
                <a:lnTo>
                  <a:pt x="13265" y="107265"/>
                </a:lnTo>
                <a:lnTo>
                  <a:pt x="12829" y="106952"/>
                </a:lnTo>
                <a:lnTo>
                  <a:pt x="12408" y="106632"/>
                </a:lnTo>
                <a:lnTo>
                  <a:pt x="12001" y="106303"/>
                </a:lnTo>
                <a:lnTo>
                  <a:pt x="11610" y="105967"/>
                </a:lnTo>
                <a:lnTo>
                  <a:pt x="11234" y="105622"/>
                </a:lnTo>
                <a:lnTo>
                  <a:pt x="10873" y="105270"/>
                </a:lnTo>
                <a:lnTo>
                  <a:pt x="10528" y="104909"/>
                </a:lnTo>
                <a:lnTo>
                  <a:pt x="10197" y="104540"/>
                </a:lnTo>
                <a:lnTo>
                  <a:pt x="9881" y="104164"/>
                </a:lnTo>
                <a:lnTo>
                  <a:pt x="9581" y="103779"/>
                </a:lnTo>
                <a:lnTo>
                  <a:pt x="9295" y="103386"/>
                </a:lnTo>
                <a:lnTo>
                  <a:pt x="9025" y="102985"/>
                </a:lnTo>
                <a:lnTo>
                  <a:pt x="8770" y="102577"/>
                </a:lnTo>
                <a:lnTo>
                  <a:pt x="8530" y="102160"/>
                </a:lnTo>
                <a:lnTo>
                  <a:pt x="8303" y="101737"/>
                </a:lnTo>
                <a:lnTo>
                  <a:pt x="8087" y="101310"/>
                </a:lnTo>
                <a:lnTo>
                  <a:pt x="7882" y="100880"/>
                </a:lnTo>
                <a:lnTo>
                  <a:pt x="7689" y="100445"/>
                </a:lnTo>
                <a:lnTo>
                  <a:pt x="7506" y="100006"/>
                </a:lnTo>
                <a:lnTo>
                  <a:pt x="7335" y="99564"/>
                </a:lnTo>
                <a:lnTo>
                  <a:pt x="7175" y="99117"/>
                </a:lnTo>
                <a:lnTo>
                  <a:pt x="7025" y="98667"/>
                </a:lnTo>
                <a:lnTo>
                  <a:pt x="6887" y="98213"/>
                </a:lnTo>
                <a:lnTo>
                  <a:pt x="6761" y="97754"/>
                </a:lnTo>
                <a:lnTo>
                  <a:pt x="6645" y="97292"/>
                </a:lnTo>
                <a:lnTo>
                  <a:pt x="6540" y="96826"/>
                </a:lnTo>
                <a:lnTo>
                  <a:pt x="6447" y="96356"/>
                </a:lnTo>
                <a:lnTo>
                  <a:pt x="6365" y="95882"/>
                </a:lnTo>
                <a:lnTo>
                  <a:pt x="6293" y="95404"/>
                </a:lnTo>
                <a:lnTo>
                  <a:pt x="6233" y="94922"/>
                </a:lnTo>
                <a:lnTo>
                  <a:pt x="6184" y="94436"/>
                </a:lnTo>
                <a:lnTo>
                  <a:pt x="6147" y="93946"/>
                </a:lnTo>
                <a:lnTo>
                  <a:pt x="6120" y="93452"/>
                </a:lnTo>
                <a:lnTo>
                  <a:pt x="6104" y="92955"/>
                </a:lnTo>
                <a:lnTo>
                  <a:pt x="6100" y="92453"/>
                </a:lnTo>
                <a:lnTo>
                  <a:pt x="6107" y="91948"/>
                </a:lnTo>
                <a:lnTo>
                  <a:pt x="6124" y="91438"/>
                </a:lnTo>
                <a:lnTo>
                  <a:pt x="6153" y="90925"/>
                </a:lnTo>
                <a:lnTo>
                  <a:pt x="6191" y="90409"/>
                </a:lnTo>
                <a:lnTo>
                  <a:pt x="6236" y="89893"/>
                </a:lnTo>
                <a:lnTo>
                  <a:pt x="6288" y="89377"/>
                </a:lnTo>
                <a:lnTo>
                  <a:pt x="6347" y="88860"/>
                </a:lnTo>
                <a:lnTo>
                  <a:pt x="6413" y="88343"/>
                </a:lnTo>
                <a:lnTo>
                  <a:pt x="6485" y="87826"/>
                </a:lnTo>
                <a:lnTo>
                  <a:pt x="6565" y="87308"/>
                </a:lnTo>
                <a:lnTo>
                  <a:pt x="6652" y="86790"/>
                </a:lnTo>
                <a:lnTo>
                  <a:pt x="6745" y="86272"/>
                </a:lnTo>
                <a:lnTo>
                  <a:pt x="6846" y="85753"/>
                </a:lnTo>
                <a:lnTo>
                  <a:pt x="6953" y="85234"/>
                </a:lnTo>
                <a:lnTo>
                  <a:pt x="7067" y="84715"/>
                </a:lnTo>
                <a:lnTo>
                  <a:pt x="7189" y="84195"/>
                </a:lnTo>
                <a:lnTo>
                  <a:pt x="7317" y="83675"/>
                </a:lnTo>
                <a:lnTo>
                  <a:pt x="7452" y="83154"/>
                </a:lnTo>
                <a:lnTo>
                  <a:pt x="7594" y="82634"/>
                </a:lnTo>
                <a:lnTo>
                  <a:pt x="7743" y="82113"/>
                </a:lnTo>
                <a:lnTo>
                  <a:pt x="7899" y="81591"/>
                </a:lnTo>
                <a:lnTo>
                  <a:pt x="8062" y="81069"/>
                </a:lnTo>
                <a:lnTo>
                  <a:pt x="8232" y="80547"/>
                </a:lnTo>
                <a:lnTo>
                  <a:pt x="8409" y="80025"/>
                </a:lnTo>
                <a:lnTo>
                  <a:pt x="8592" y="79502"/>
                </a:lnTo>
                <a:lnTo>
                  <a:pt x="8783" y="78979"/>
                </a:lnTo>
                <a:lnTo>
                  <a:pt x="8981" y="78455"/>
                </a:lnTo>
                <a:lnTo>
                  <a:pt x="9183" y="77933"/>
                </a:lnTo>
                <a:lnTo>
                  <a:pt x="9388" y="77415"/>
                </a:lnTo>
                <a:lnTo>
                  <a:pt x="9596" y="76899"/>
                </a:lnTo>
                <a:lnTo>
                  <a:pt x="9807" y="76387"/>
                </a:lnTo>
                <a:lnTo>
                  <a:pt x="10021" y="75878"/>
                </a:lnTo>
                <a:lnTo>
                  <a:pt x="10237" y="75372"/>
                </a:lnTo>
                <a:lnTo>
                  <a:pt x="10456" y="74870"/>
                </a:lnTo>
                <a:lnTo>
                  <a:pt x="10678" y="74371"/>
                </a:lnTo>
                <a:lnTo>
                  <a:pt x="10902" y="73875"/>
                </a:lnTo>
                <a:lnTo>
                  <a:pt x="11129" y="73382"/>
                </a:lnTo>
                <a:lnTo>
                  <a:pt x="11359" y="72893"/>
                </a:lnTo>
                <a:lnTo>
                  <a:pt x="11592" y="72406"/>
                </a:lnTo>
                <a:lnTo>
                  <a:pt x="11828" y="71923"/>
                </a:lnTo>
                <a:lnTo>
                  <a:pt x="12066" y="71444"/>
                </a:lnTo>
                <a:lnTo>
                  <a:pt x="12307" y="70967"/>
                </a:lnTo>
                <a:lnTo>
                  <a:pt x="12551" y="70494"/>
                </a:lnTo>
                <a:lnTo>
                  <a:pt x="12797" y="70024"/>
                </a:lnTo>
                <a:lnTo>
                  <a:pt x="13047" y="69558"/>
                </a:lnTo>
                <a:lnTo>
                  <a:pt x="13299" y="69094"/>
                </a:lnTo>
                <a:lnTo>
                  <a:pt x="13554" y="68634"/>
                </a:lnTo>
                <a:lnTo>
                  <a:pt x="13811" y="68178"/>
                </a:lnTo>
                <a:lnTo>
                  <a:pt x="14071" y="67724"/>
                </a:lnTo>
                <a:lnTo>
                  <a:pt x="14334" y="67274"/>
                </a:lnTo>
                <a:lnTo>
                  <a:pt x="14600" y="66827"/>
                </a:lnTo>
                <a:lnTo>
                  <a:pt x="53208" y="2044"/>
                </a:lnTo>
                <a:lnTo>
                  <a:pt x="47879" y="0"/>
                </a:lnTo>
                <a:lnTo>
                  <a:pt x="9449" y="64620"/>
                </a:lnTo>
                <a:lnTo>
                  <a:pt x="9114" y="65174"/>
                </a:lnTo>
                <a:lnTo>
                  <a:pt x="8784" y="65731"/>
                </a:lnTo>
                <a:lnTo>
                  <a:pt x="8458" y="66290"/>
                </a:lnTo>
                <a:lnTo>
                  <a:pt x="8138" y="66852"/>
                </a:lnTo>
                <a:lnTo>
                  <a:pt x="7822" y="67416"/>
                </a:lnTo>
                <a:lnTo>
                  <a:pt x="7512" y="67983"/>
                </a:lnTo>
                <a:lnTo>
                  <a:pt x="7206" y="68552"/>
                </a:lnTo>
                <a:lnTo>
                  <a:pt x="6905" y="69123"/>
                </a:lnTo>
                <a:lnTo>
                  <a:pt x="6609" y="69697"/>
                </a:lnTo>
                <a:lnTo>
                  <a:pt x="6318" y="70274"/>
                </a:lnTo>
                <a:lnTo>
                  <a:pt x="6032" y="70853"/>
                </a:lnTo>
                <a:lnTo>
                  <a:pt x="5750" y="71434"/>
                </a:lnTo>
                <a:lnTo>
                  <a:pt x="5473" y="72018"/>
                </a:lnTo>
                <a:lnTo>
                  <a:pt x="5202" y="72605"/>
                </a:lnTo>
                <a:lnTo>
                  <a:pt x="4935" y="73193"/>
                </a:lnTo>
                <a:lnTo>
                  <a:pt x="4673" y="73785"/>
                </a:lnTo>
                <a:lnTo>
                  <a:pt x="4416" y="74378"/>
                </a:lnTo>
                <a:lnTo>
                  <a:pt x="4163" y="74975"/>
                </a:lnTo>
                <a:lnTo>
                  <a:pt x="3916" y="75573"/>
                </a:lnTo>
                <a:lnTo>
                  <a:pt x="3673" y="76175"/>
                </a:lnTo>
                <a:lnTo>
                  <a:pt x="3436" y="76778"/>
                </a:lnTo>
                <a:lnTo>
                  <a:pt x="3203" y="77384"/>
                </a:lnTo>
                <a:lnTo>
                  <a:pt x="2975" y="77993"/>
                </a:lnTo>
                <a:lnTo>
                  <a:pt x="2752" y="78604"/>
                </a:lnTo>
                <a:lnTo>
                  <a:pt x="2535" y="79216"/>
                </a:lnTo>
                <a:lnTo>
                  <a:pt x="2328" y="79826"/>
                </a:lnTo>
                <a:lnTo>
                  <a:pt x="2130" y="80436"/>
                </a:lnTo>
                <a:lnTo>
                  <a:pt x="1941" y="81045"/>
                </a:lnTo>
                <a:lnTo>
                  <a:pt x="1760" y="81653"/>
                </a:lnTo>
                <a:lnTo>
                  <a:pt x="1589" y="82260"/>
                </a:lnTo>
                <a:lnTo>
                  <a:pt x="1427" y="82866"/>
                </a:lnTo>
                <a:lnTo>
                  <a:pt x="1273" y="83471"/>
                </a:lnTo>
                <a:lnTo>
                  <a:pt x="1129" y="84075"/>
                </a:lnTo>
                <a:lnTo>
                  <a:pt x="994" y="84678"/>
                </a:lnTo>
                <a:lnTo>
                  <a:pt x="867" y="85280"/>
                </a:lnTo>
                <a:lnTo>
                  <a:pt x="750" y="85882"/>
                </a:lnTo>
                <a:lnTo>
                  <a:pt x="641" y="86482"/>
                </a:lnTo>
                <a:lnTo>
                  <a:pt x="542" y="87081"/>
                </a:lnTo>
                <a:lnTo>
                  <a:pt x="451" y="87679"/>
                </a:lnTo>
                <a:lnTo>
                  <a:pt x="370" y="88277"/>
                </a:lnTo>
                <a:lnTo>
                  <a:pt x="297" y="88873"/>
                </a:lnTo>
                <a:lnTo>
                  <a:pt x="234" y="89469"/>
                </a:lnTo>
                <a:lnTo>
                  <a:pt x="179" y="90063"/>
                </a:lnTo>
                <a:lnTo>
                  <a:pt x="134" y="90657"/>
                </a:lnTo>
                <a:lnTo>
                  <a:pt x="97" y="91249"/>
                </a:lnTo>
                <a:lnTo>
                  <a:pt x="69" y="91841"/>
                </a:lnTo>
                <a:lnTo>
                  <a:pt x="51" y="92431"/>
                </a:lnTo>
                <a:lnTo>
                  <a:pt x="41" y="93021"/>
                </a:lnTo>
                <a:lnTo>
                  <a:pt x="43" y="93608"/>
                </a:lnTo>
                <a:lnTo>
                  <a:pt x="57" y="94191"/>
                </a:lnTo>
                <a:lnTo>
                  <a:pt x="86" y="94769"/>
                </a:lnTo>
                <a:lnTo>
                  <a:pt x="127" y="95343"/>
                </a:lnTo>
                <a:lnTo>
                  <a:pt x="181" y="95913"/>
                </a:lnTo>
                <a:lnTo>
                  <a:pt x="249" y="96478"/>
                </a:lnTo>
                <a:lnTo>
                  <a:pt x="330" y="97040"/>
                </a:lnTo>
                <a:lnTo>
                  <a:pt x="425" y="97596"/>
                </a:lnTo>
                <a:lnTo>
                  <a:pt x="533" y="98149"/>
                </a:lnTo>
                <a:lnTo>
                  <a:pt x="653" y="98697"/>
                </a:lnTo>
                <a:lnTo>
                  <a:pt x="788" y="99241"/>
                </a:lnTo>
                <a:lnTo>
                  <a:pt x="935" y="99780"/>
                </a:lnTo>
                <a:lnTo>
                  <a:pt x="1096" y="100315"/>
                </a:lnTo>
                <a:lnTo>
                  <a:pt x="1270" y="100846"/>
                </a:lnTo>
                <a:lnTo>
                  <a:pt x="1457" y="101373"/>
                </a:lnTo>
                <a:lnTo>
                  <a:pt x="1658" y="101895"/>
                </a:lnTo>
                <a:lnTo>
                  <a:pt x="1872" y="102413"/>
                </a:lnTo>
                <a:lnTo>
                  <a:pt x="2099" y="102927"/>
                </a:lnTo>
                <a:lnTo>
                  <a:pt x="2340" y="103436"/>
                </a:lnTo>
                <a:lnTo>
                  <a:pt x="2593" y="103941"/>
                </a:lnTo>
                <a:lnTo>
                  <a:pt x="2860" y="104442"/>
                </a:lnTo>
                <a:lnTo>
                  <a:pt x="3141" y="104938"/>
                </a:lnTo>
                <a:lnTo>
                  <a:pt x="3434" y="105430"/>
                </a:lnTo>
                <a:lnTo>
                  <a:pt x="3741" y="105917"/>
                </a:lnTo>
                <a:lnTo>
                  <a:pt x="4063" y="106399"/>
                </a:lnTo>
                <a:lnTo>
                  <a:pt x="4404" y="106871"/>
                </a:lnTo>
                <a:lnTo>
                  <a:pt x="4762" y="107334"/>
                </a:lnTo>
                <a:lnTo>
                  <a:pt x="5137" y="107789"/>
                </a:lnTo>
                <a:lnTo>
                  <a:pt x="5531" y="108235"/>
                </a:lnTo>
                <a:lnTo>
                  <a:pt x="5942" y="108672"/>
                </a:lnTo>
                <a:lnTo>
                  <a:pt x="6371" y="109101"/>
                </a:lnTo>
                <a:lnTo>
                  <a:pt x="6818" y="109520"/>
                </a:lnTo>
                <a:lnTo>
                  <a:pt x="7283" y="109931"/>
                </a:lnTo>
                <a:lnTo>
                  <a:pt x="7766" y="110333"/>
                </a:lnTo>
                <a:lnTo>
                  <a:pt x="8266" y="110726"/>
                </a:lnTo>
                <a:lnTo>
                  <a:pt x="8784" y="111111"/>
                </a:lnTo>
                <a:lnTo>
                  <a:pt x="9320" y="111486"/>
                </a:lnTo>
                <a:lnTo>
                  <a:pt x="9874" y="111853"/>
                </a:lnTo>
                <a:lnTo>
                  <a:pt x="10445" y="112211"/>
                </a:lnTo>
                <a:lnTo>
                  <a:pt x="11035" y="112560"/>
                </a:lnTo>
                <a:lnTo>
                  <a:pt x="11642" y="112901"/>
                </a:lnTo>
                <a:lnTo>
                  <a:pt x="12267" y="113232"/>
                </a:lnTo>
                <a:lnTo>
                  <a:pt x="12910" y="113555"/>
                </a:lnTo>
                <a:lnTo>
                  <a:pt x="13570" y="113869"/>
                </a:lnTo>
                <a:lnTo>
                  <a:pt x="14248" y="114174"/>
                </a:lnTo>
                <a:lnTo>
                  <a:pt x="14945" y="114471"/>
                </a:lnTo>
                <a:lnTo>
                  <a:pt x="15658" y="114758"/>
                </a:lnTo>
                <a:lnTo>
                  <a:pt x="16390" y="115037"/>
                </a:lnTo>
                <a:lnTo>
                  <a:pt x="17193" y="115338"/>
                </a:lnTo>
                <a:lnTo>
                  <a:pt x="17993" y="115621"/>
                </a:lnTo>
                <a:lnTo>
                  <a:pt x="18789" y="115888"/>
                </a:lnTo>
                <a:lnTo>
                  <a:pt x="19582" y="116138"/>
                </a:lnTo>
                <a:lnTo>
                  <a:pt x="20372" y="116372"/>
                </a:lnTo>
                <a:lnTo>
                  <a:pt x="21159" y="116589"/>
                </a:lnTo>
                <a:lnTo>
                  <a:pt x="21942" y="116789"/>
                </a:lnTo>
                <a:lnTo>
                  <a:pt x="22723" y="116973"/>
                </a:lnTo>
                <a:lnTo>
                  <a:pt x="23500" y="117140"/>
                </a:lnTo>
                <a:lnTo>
                  <a:pt x="24274" y="117290"/>
                </a:lnTo>
                <a:lnTo>
                  <a:pt x="25044" y="117424"/>
                </a:lnTo>
                <a:lnTo>
                  <a:pt x="25812" y="117541"/>
                </a:lnTo>
                <a:lnTo>
                  <a:pt x="26576" y="117641"/>
                </a:lnTo>
                <a:lnTo>
                  <a:pt x="27337" y="117725"/>
                </a:lnTo>
                <a:lnTo>
                  <a:pt x="28095" y="117792"/>
                </a:lnTo>
                <a:lnTo>
                  <a:pt x="28849" y="117843"/>
                </a:lnTo>
                <a:lnTo>
                  <a:pt x="29601" y="117876"/>
                </a:lnTo>
                <a:lnTo>
                  <a:pt x="30349" y="117893"/>
                </a:lnTo>
                <a:lnTo>
                  <a:pt x="31094" y="117894"/>
                </a:lnTo>
                <a:lnTo>
                  <a:pt x="31835" y="117878"/>
                </a:lnTo>
                <a:lnTo>
                  <a:pt x="32574" y="117845"/>
                </a:lnTo>
                <a:lnTo>
                  <a:pt x="33309" y="117795"/>
                </a:lnTo>
                <a:lnTo>
                  <a:pt x="34041" y="117729"/>
                </a:lnTo>
                <a:lnTo>
                  <a:pt x="34770" y="117646"/>
                </a:lnTo>
                <a:lnTo>
                  <a:pt x="35495" y="117549"/>
                </a:lnTo>
                <a:lnTo>
                  <a:pt x="36216" y="117440"/>
                </a:lnTo>
                <a:lnTo>
                  <a:pt x="36932" y="117319"/>
                </a:lnTo>
                <a:lnTo>
                  <a:pt x="37643" y="117186"/>
                </a:lnTo>
                <a:lnTo>
                  <a:pt x="38351" y="117042"/>
                </a:lnTo>
                <a:lnTo>
                  <a:pt x="39053" y="116885"/>
                </a:lnTo>
                <a:lnTo>
                  <a:pt x="39752" y="116716"/>
                </a:lnTo>
                <a:lnTo>
                  <a:pt x="40446" y="116536"/>
                </a:lnTo>
                <a:lnTo>
                  <a:pt x="41135" y="116343"/>
                </a:lnTo>
                <a:lnTo>
                  <a:pt x="41820" y="116139"/>
                </a:lnTo>
                <a:lnTo>
                  <a:pt x="42501" y="115923"/>
                </a:lnTo>
                <a:lnTo>
                  <a:pt x="43177" y="115695"/>
                </a:lnTo>
                <a:lnTo>
                  <a:pt x="43849" y="115455"/>
                </a:lnTo>
                <a:lnTo>
                  <a:pt x="44516" y="115203"/>
                </a:lnTo>
                <a:lnTo>
                  <a:pt x="45179" y="114939"/>
                </a:lnTo>
                <a:lnTo>
                  <a:pt x="45837" y="114663"/>
                </a:lnTo>
                <a:lnTo>
                  <a:pt x="46491" y="114375"/>
                </a:lnTo>
                <a:lnTo>
                  <a:pt x="47141" y="114075"/>
                </a:lnTo>
                <a:lnTo>
                  <a:pt x="47786" y="113764"/>
                </a:lnTo>
                <a:lnTo>
                  <a:pt x="48427" y="113440"/>
                </a:lnTo>
                <a:lnTo>
                  <a:pt x="49063" y="113105"/>
                </a:lnTo>
                <a:lnTo>
                  <a:pt x="49695" y="112758"/>
                </a:lnTo>
                <a:lnTo>
                  <a:pt x="50322" y="112398"/>
                </a:lnTo>
                <a:lnTo>
                  <a:pt x="50945" y="112027"/>
                </a:lnTo>
                <a:lnTo>
                  <a:pt x="51563" y="111646"/>
                </a:lnTo>
                <a:lnTo>
                  <a:pt x="52177" y="111257"/>
                </a:lnTo>
                <a:lnTo>
                  <a:pt x="52786" y="110860"/>
                </a:lnTo>
                <a:lnTo>
                  <a:pt x="53390" y="110455"/>
                </a:lnTo>
                <a:lnTo>
                  <a:pt x="53990" y="110041"/>
                </a:lnTo>
                <a:lnTo>
                  <a:pt x="54584" y="109620"/>
                </a:lnTo>
                <a:lnTo>
                  <a:pt x="55174" y="109191"/>
                </a:lnTo>
                <a:lnTo>
                  <a:pt x="55760" y="108754"/>
                </a:lnTo>
                <a:lnTo>
                  <a:pt x="56340" y="108308"/>
                </a:lnTo>
                <a:lnTo>
                  <a:pt x="56916" y="107855"/>
                </a:lnTo>
                <a:lnTo>
                  <a:pt x="57487" y="107394"/>
                </a:lnTo>
                <a:lnTo>
                  <a:pt x="57897" y="107053"/>
                </a:lnTo>
                <a:lnTo>
                  <a:pt x="47430" y="124636"/>
                </a:lnTo>
                <a:lnTo>
                  <a:pt x="52759" y="126680"/>
                </a:lnTo>
                <a:lnTo>
                  <a:pt x="113240" y="25071"/>
                </a:lnTo>
                <a:lnTo>
                  <a:pt x="108011" y="23065"/>
                </a:lnTo>
                <a:lnTo>
                  <a:pt x="66816" y="92094"/>
                </a:lnTo>
                <a:lnTo>
                  <a:pt x="66598" y="9236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l">
            <a:extLst xmlns:a="http://schemas.openxmlformats.org/drawingml/2006/main">
              <a:ext uri="{FF2B5EF4-FFF2-40B4-BE49-F238E27FC236}">
                <a16:creationId xmlns:a16="http://schemas.microsoft.com/office/drawing/2014/main" id="{D412FC82-C56C-4DD7-983B-EE4889CB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06" y="4131225"/>
            <a:ext cx="91284" cy="146290"/>
          </a:xfrm>
          <a:custGeom xmlns:a="http://schemas.openxmlformats.org/drawingml/2006/main">
            <a:pathLst>
              <a:path w="91284" h="146290">
                <a:moveTo>
                  <a:pt x="91284" y="2044"/>
                </a:moveTo>
                <a:lnTo>
                  <a:pt x="5430" y="146290"/>
                </a:lnTo>
                <a:lnTo>
                  <a:pt x="0" y="144208"/>
                </a:lnTo>
                <a:lnTo>
                  <a:pt x="85954" y="0"/>
                </a:lnTo>
                <a:lnTo>
                  <a:pt x="91284" y="204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t">
            <a:extLst xmlns:a="http://schemas.openxmlformats.org/drawingml/2006/main">
              <a:ext uri="{FF2B5EF4-FFF2-40B4-BE49-F238E27FC236}">
                <a16:creationId xmlns:a16="http://schemas.microsoft.com/office/drawing/2014/main" id="{2C17D267-FDA0-4C5E-9FDA-AAB02DBD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142" y="4162784"/>
            <a:ext cx="78714" cy="140566"/>
          </a:xfrm>
          <a:custGeom xmlns:a="http://schemas.openxmlformats.org/drawingml/2006/main">
            <a:pathLst>
              <a:path w="78714" h="140566">
                <a:moveTo>
                  <a:pt x="75207" y="2121"/>
                </a:moveTo>
                <a:lnTo>
                  <a:pt x="69676" y="0"/>
                </a:lnTo>
                <a:lnTo>
                  <a:pt x="53368" y="27427"/>
                </a:lnTo>
                <a:lnTo>
                  <a:pt x="36883" y="21104"/>
                </a:lnTo>
                <a:lnTo>
                  <a:pt x="33931" y="26085"/>
                </a:lnTo>
                <a:lnTo>
                  <a:pt x="50408" y="32405"/>
                </a:lnTo>
                <a:lnTo>
                  <a:pt x="7450" y="104653"/>
                </a:lnTo>
                <a:lnTo>
                  <a:pt x="7164" y="105130"/>
                </a:lnTo>
                <a:lnTo>
                  <a:pt x="6881" y="105610"/>
                </a:lnTo>
                <a:lnTo>
                  <a:pt x="6604" y="106094"/>
                </a:lnTo>
                <a:lnTo>
                  <a:pt x="6330" y="106580"/>
                </a:lnTo>
                <a:lnTo>
                  <a:pt x="6060" y="107070"/>
                </a:lnTo>
                <a:lnTo>
                  <a:pt x="5795" y="107563"/>
                </a:lnTo>
                <a:lnTo>
                  <a:pt x="5534" y="108060"/>
                </a:lnTo>
                <a:lnTo>
                  <a:pt x="5277" y="108559"/>
                </a:lnTo>
                <a:lnTo>
                  <a:pt x="5024" y="109062"/>
                </a:lnTo>
                <a:lnTo>
                  <a:pt x="4775" y="109568"/>
                </a:lnTo>
                <a:lnTo>
                  <a:pt x="4531" y="110077"/>
                </a:lnTo>
                <a:lnTo>
                  <a:pt x="4290" y="110589"/>
                </a:lnTo>
                <a:lnTo>
                  <a:pt x="4054" y="111105"/>
                </a:lnTo>
                <a:lnTo>
                  <a:pt x="3822" y="111623"/>
                </a:lnTo>
                <a:lnTo>
                  <a:pt x="3595" y="112145"/>
                </a:lnTo>
                <a:lnTo>
                  <a:pt x="3371" y="112670"/>
                </a:lnTo>
                <a:lnTo>
                  <a:pt x="3151" y="113199"/>
                </a:lnTo>
                <a:lnTo>
                  <a:pt x="2936" y="113730"/>
                </a:lnTo>
                <a:lnTo>
                  <a:pt x="2725" y="114265"/>
                </a:lnTo>
                <a:lnTo>
                  <a:pt x="2518" y="114803"/>
                </a:lnTo>
                <a:lnTo>
                  <a:pt x="2316" y="115344"/>
                </a:lnTo>
                <a:lnTo>
                  <a:pt x="2117" y="115889"/>
                </a:lnTo>
                <a:lnTo>
                  <a:pt x="1923" y="116436"/>
                </a:lnTo>
                <a:lnTo>
                  <a:pt x="1732" y="116987"/>
                </a:lnTo>
                <a:lnTo>
                  <a:pt x="1551" y="117537"/>
                </a:lnTo>
                <a:lnTo>
                  <a:pt x="1383" y="118084"/>
                </a:lnTo>
                <a:lnTo>
                  <a:pt x="1228" y="118628"/>
                </a:lnTo>
                <a:lnTo>
                  <a:pt x="1087" y="119169"/>
                </a:lnTo>
                <a:lnTo>
                  <a:pt x="959" y="119706"/>
                </a:lnTo>
                <a:lnTo>
                  <a:pt x="844" y="120240"/>
                </a:lnTo>
                <a:lnTo>
                  <a:pt x="742" y="120771"/>
                </a:lnTo>
                <a:lnTo>
                  <a:pt x="654" y="121298"/>
                </a:lnTo>
                <a:lnTo>
                  <a:pt x="579" y="121822"/>
                </a:lnTo>
                <a:lnTo>
                  <a:pt x="517" y="122343"/>
                </a:lnTo>
                <a:lnTo>
                  <a:pt x="468" y="122860"/>
                </a:lnTo>
                <a:lnTo>
                  <a:pt x="433" y="123374"/>
                </a:lnTo>
                <a:lnTo>
                  <a:pt x="411" y="123885"/>
                </a:lnTo>
                <a:lnTo>
                  <a:pt x="403" y="124393"/>
                </a:lnTo>
                <a:lnTo>
                  <a:pt x="407" y="124897"/>
                </a:lnTo>
                <a:lnTo>
                  <a:pt x="425" y="125398"/>
                </a:lnTo>
                <a:lnTo>
                  <a:pt x="456" y="125895"/>
                </a:lnTo>
                <a:lnTo>
                  <a:pt x="501" y="126390"/>
                </a:lnTo>
                <a:lnTo>
                  <a:pt x="559" y="126881"/>
                </a:lnTo>
                <a:lnTo>
                  <a:pt x="630" y="127368"/>
                </a:lnTo>
                <a:lnTo>
                  <a:pt x="714" y="127853"/>
                </a:lnTo>
                <a:lnTo>
                  <a:pt x="812" y="128334"/>
                </a:lnTo>
                <a:lnTo>
                  <a:pt x="923" y="128812"/>
                </a:lnTo>
                <a:lnTo>
                  <a:pt x="1047" y="129286"/>
                </a:lnTo>
                <a:lnTo>
                  <a:pt x="1189" y="129755"/>
                </a:lnTo>
                <a:lnTo>
                  <a:pt x="1353" y="130215"/>
                </a:lnTo>
                <a:lnTo>
                  <a:pt x="1540" y="130666"/>
                </a:lnTo>
                <a:lnTo>
                  <a:pt x="1749" y="131108"/>
                </a:lnTo>
                <a:lnTo>
                  <a:pt x="1981" y="131542"/>
                </a:lnTo>
                <a:lnTo>
                  <a:pt x="2234" y="131968"/>
                </a:lnTo>
                <a:lnTo>
                  <a:pt x="2510" y="132384"/>
                </a:lnTo>
                <a:lnTo>
                  <a:pt x="2809" y="132792"/>
                </a:lnTo>
                <a:lnTo>
                  <a:pt x="3130" y="133192"/>
                </a:lnTo>
                <a:lnTo>
                  <a:pt x="3473" y="133583"/>
                </a:lnTo>
                <a:lnTo>
                  <a:pt x="3838" y="133965"/>
                </a:lnTo>
                <a:lnTo>
                  <a:pt x="4226" y="134338"/>
                </a:lnTo>
                <a:lnTo>
                  <a:pt x="4636" y="134703"/>
                </a:lnTo>
                <a:lnTo>
                  <a:pt x="5069" y="135059"/>
                </a:lnTo>
                <a:lnTo>
                  <a:pt x="5524" y="135407"/>
                </a:lnTo>
                <a:lnTo>
                  <a:pt x="6001" y="135746"/>
                </a:lnTo>
                <a:lnTo>
                  <a:pt x="6500" y="136076"/>
                </a:lnTo>
                <a:lnTo>
                  <a:pt x="7022" y="136398"/>
                </a:lnTo>
                <a:lnTo>
                  <a:pt x="7567" y="136711"/>
                </a:lnTo>
                <a:lnTo>
                  <a:pt x="8133" y="137015"/>
                </a:lnTo>
                <a:lnTo>
                  <a:pt x="8722" y="137311"/>
                </a:lnTo>
                <a:lnTo>
                  <a:pt x="9333" y="137598"/>
                </a:lnTo>
                <a:lnTo>
                  <a:pt x="9967" y="137877"/>
                </a:lnTo>
                <a:lnTo>
                  <a:pt x="10623" y="138146"/>
                </a:lnTo>
                <a:lnTo>
                  <a:pt x="10849" y="138233"/>
                </a:lnTo>
                <a:lnTo>
                  <a:pt x="11073" y="138317"/>
                </a:lnTo>
                <a:lnTo>
                  <a:pt x="11296" y="138401"/>
                </a:lnTo>
                <a:lnTo>
                  <a:pt x="11518" y="138483"/>
                </a:lnTo>
                <a:lnTo>
                  <a:pt x="11738" y="138564"/>
                </a:lnTo>
                <a:lnTo>
                  <a:pt x="11957" y="138644"/>
                </a:lnTo>
                <a:lnTo>
                  <a:pt x="12175" y="138722"/>
                </a:lnTo>
                <a:lnTo>
                  <a:pt x="12391" y="138799"/>
                </a:lnTo>
                <a:lnTo>
                  <a:pt x="12607" y="138875"/>
                </a:lnTo>
                <a:lnTo>
                  <a:pt x="12820" y="138949"/>
                </a:lnTo>
                <a:lnTo>
                  <a:pt x="13033" y="139022"/>
                </a:lnTo>
                <a:lnTo>
                  <a:pt x="13244" y="139094"/>
                </a:lnTo>
                <a:lnTo>
                  <a:pt x="13454" y="139165"/>
                </a:lnTo>
                <a:lnTo>
                  <a:pt x="13663" y="139234"/>
                </a:lnTo>
                <a:lnTo>
                  <a:pt x="13870" y="139302"/>
                </a:lnTo>
                <a:lnTo>
                  <a:pt x="14076" y="139368"/>
                </a:lnTo>
                <a:lnTo>
                  <a:pt x="14281" y="139434"/>
                </a:lnTo>
                <a:lnTo>
                  <a:pt x="14484" y="139498"/>
                </a:lnTo>
                <a:lnTo>
                  <a:pt x="14687" y="139561"/>
                </a:lnTo>
                <a:lnTo>
                  <a:pt x="14887" y="139622"/>
                </a:lnTo>
                <a:lnTo>
                  <a:pt x="15087" y="139682"/>
                </a:lnTo>
                <a:lnTo>
                  <a:pt x="15285" y="139741"/>
                </a:lnTo>
                <a:lnTo>
                  <a:pt x="15482" y="139798"/>
                </a:lnTo>
                <a:lnTo>
                  <a:pt x="15678" y="139855"/>
                </a:lnTo>
                <a:lnTo>
                  <a:pt x="15873" y="139909"/>
                </a:lnTo>
                <a:lnTo>
                  <a:pt x="16069" y="139961"/>
                </a:lnTo>
                <a:lnTo>
                  <a:pt x="16266" y="140012"/>
                </a:lnTo>
                <a:lnTo>
                  <a:pt x="16463" y="140060"/>
                </a:lnTo>
                <a:lnTo>
                  <a:pt x="16661" y="140105"/>
                </a:lnTo>
                <a:lnTo>
                  <a:pt x="16859" y="140149"/>
                </a:lnTo>
                <a:lnTo>
                  <a:pt x="17058" y="140191"/>
                </a:lnTo>
                <a:lnTo>
                  <a:pt x="17258" y="140230"/>
                </a:lnTo>
                <a:lnTo>
                  <a:pt x="17458" y="140267"/>
                </a:lnTo>
                <a:lnTo>
                  <a:pt x="17659" y="140302"/>
                </a:lnTo>
                <a:lnTo>
                  <a:pt x="17861" y="140335"/>
                </a:lnTo>
                <a:lnTo>
                  <a:pt x="18063" y="140366"/>
                </a:lnTo>
                <a:lnTo>
                  <a:pt x="18266" y="140394"/>
                </a:lnTo>
                <a:lnTo>
                  <a:pt x="18469" y="140421"/>
                </a:lnTo>
                <a:lnTo>
                  <a:pt x="18673" y="140445"/>
                </a:lnTo>
                <a:lnTo>
                  <a:pt x="18878" y="140467"/>
                </a:lnTo>
                <a:lnTo>
                  <a:pt x="19083" y="140487"/>
                </a:lnTo>
                <a:lnTo>
                  <a:pt x="19289" y="140505"/>
                </a:lnTo>
                <a:lnTo>
                  <a:pt x="19496" y="140520"/>
                </a:lnTo>
                <a:lnTo>
                  <a:pt x="19703" y="140534"/>
                </a:lnTo>
                <a:lnTo>
                  <a:pt x="19911" y="140545"/>
                </a:lnTo>
                <a:lnTo>
                  <a:pt x="20120" y="140554"/>
                </a:lnTo>
                <a:lnTo>
                  <a:pt x="20329" y="140561"/>
                </a:lnTo>
                <a:lnTo>
                  <a:pt x="20539" y="140566"/>
                </a:lnTo>
                <a:lnTo>
                  <a:pt x="22330" y="135601"/>
                </a:lnTo>
                <a:lnTo>
                  <a:pt x="22136" y="135555"/>
                </a:lnTo>
                <a:lnTo>
                  <a:pt x="21941" y="135509"/>
                </a:lnTo>
                <a:lnTo>
                  <a:pt x="21746" y="135463"/>
                </a:lnTo>
                <a:lnTo>
                  <a:pt x="21551" y="135417"/>
                </a:lnTo>
                <a:lnTo>
                  <a:pt x="21356" y="135371"/>
                </a:lnTo>
                <a:lnTo>
                  <a:pt x="21160" y="135325"/>
                </a:lnTo>
                <a:lnTo>
                  <a:pt x="20963" y="135278"/>
                </a:lnTo>
                <a:lnTo>
                  <a:pt x="20767" y="135232"/>
                </a:lnTo>
                <a:lnTo>
                  <a:pt x="20570" y="135185"/>
                </a:lnTo>
                <a:lnTo>
                  <a:pt x="20373" y="135138"/>
                </a:lnTo>
                <a:lnTo>
                  <a:pt x="20175" y="135091"/>
                </a:lnTo>
                <a:lnTo>
                  <a:pt x="19977" y="135044"/>
                </a:lnTo>
                <a:lnTo>
                  <a:pt x="19778" y="134997"/>
                </a:lnTo>
                <a:lnTo>
                  <a:pt x="19580" y="134949"/>
                </a:lnTo>
                <a:lnTo>
                  <a:pt x="19381" y="134902"/>
                </a:lnTo>
                <a:lnTo>
                  <a:pt x="19181" y="134854"/>
                </a:lnTo>
                <a:lnTo>
                  <a:pt x="18981" y="134806"/>
                </a:lnTo>
                <a:lnTo>
                  <a:pt x="18781" y="134758"/>
                </a:lnTo>
                <a:lnTo>
                  <a:pt x="18581" y="134710"/>
                </a:lnTo>
                <a:lnTo>
                  <a:pt x="18380" y="134662"/>
                </a:lnTo>
                <a:lnTo>
                  <a:pt x="18179" y="134614"/>
                </a:lnTo>
                <a:lnTo>
                  <a:pt x="17977" y="134565"/>
                </a:lnTo>
                <a:lnTo>
                  <a:pt x="17776" y="134517"/>
                </a:lnTo>
                <a:lnTo>
                  <a:pt x="17573" y="134468"/>
                </a:lnTo>
                <a:lnTo>
                  <a:pt x="17371" y="134419"/>
                </a:lnTo>
                <a:lnTo>
                  <a:pt x="17167" y="134368"/>
                </a:lnTo>
                <a:lnTo>
                  <a:pt x="16963" y="134315"/>
                </a:lnTo>
                <a:lnTo>
                  <a:pt x="16759" y="134261"/>
                </a:lnTo>
                <a:lnTo>
                  <a:pt x="16553" y="134206"/>
                </a:lnTo>
                <a:lnTo>
                  <a:pt x="16347" y="134149"/>
                </a:lnTo>
                <a:lnTo>
                  <a:pt x="16141" y="134091"/>
                </a:lnTo>
                <a:lnTo>
                  <a:pt x="15934" y="134031"/>
                </a:lnTo>
                <a:lnTo>
                  <a:pt x="15726" y="133970"/>
                </a:lnTo>
                <a:lnTo>
                  <a:pt x="15517" y="133908"/>
                </a:lnTo>
                <a:lnTo>
                  <a:pt x="15308" y="133844"/>
                </a:lnTo>
                <a:lnTo>
                  <a:pt x="15098" y="133778"/>
                </a:lnTo>
                <a:lnTo>
                  <a:pt x="14888" y="133711"/>
                </a:lnTo>
                <a:lnTo>
                  <a:pt x="14677" y="133643"/>
                </a:lnTo>
                <a:lnTo>
                  <a:pt x="14465" y="133573"/>
                </a:lnTo>
                <a:lnTo>
                  <a:pt x="14253" y="133502"/>
                </a:lnTo>
                <a:lnTo>
                  <a:pt x="14040" y="133429"/>
                </a:lnTo>
                <a:lnTo>
                  <a:pt x="13826" y="133355"/>
                </a:lnTo>
                <a:lnTo>
                  <a:pt x="13612" y="133280"/>
                </a:lnTo>
                <a:lnTo>
                  <a:pt x="13397" y="133203"/>
                </a:lnTo>
                <a:lnTo>
                  <a:pt x="13181" y="133124"/>
                </a:lnTo>
                <a:lnTo>
                  <a:pt x="12965" y="133044"/>
                </a:lnTo>
                <a:lnTo>
                  <a:pt x="12748" y="132963"/>
                </a:lnTo>
                <a:lnTo>
                  <a:pt x="12530" y="132880"/>
                </a:lnTo>
                <a:lnTo>
                  <a:pt x="12048" y="132678"/>
                </a:lnTo>
                <a:lnTo>
                  <a:pt x="11585" y="132468"/>
                </a:lnTo>
                <a:lnTo>
                  <a:pt x="11141" y="132250"/>
                </a:lnTo>
                <a:lnTo>
                  <a:pt x="10715" y="132025"/>
                </a:lnTo>
                <a:lnTo>
                  <a:pt x="10307" y="131792"/>
                </a:lnTo>
                <a:lnTo>
                  <a:pt x="9919" y="131550"/>
                </a:lnTo>
                <a:lnTo>
                  <a:pt x="9549" y="131301"/>
                </a:lnTo>
                <a:lnTo>
                  <a:pt x="9197" y="131044"/>
                </a:lnTo>
                <a:lnTo>
                  <a:pt x="8865" y="130779"/>
                </a:lnTo>
                <a:lnTo>
                  <a:pt x="8551" y="130507"/>
                </a:lnTo>
                <a:lnTo>
                  <a:pt x="8255" y="130226"/>
                </a:lnTo>
                <a:lnTo>
                  <a:pt x="7978" y="129938"/>
                </a:lnTo>
                <a:lnTo>
                  <a:pt x="7720" y="129642"/>
                </a:lnTo>
                <a:lnTo>
                  <a:pt x="7481" y="129338"/>
                </a:lnTo>
                <a:lnTo>
                  <a:pt x="7260" y="129026"/>
                </a:lnTo>
                <a:lnTo>
                  <a:pt x="7057" y="128706"/>
                </a:lnTo>
                <a:lnTo>
                  <a:pt x="6874" y="128378"/>
                </a:lnTo>
                <a:lnTo>
                  <a:pt x="6709" y="128043"/>
                </a:lnTo>
                <a:lnTo>
                  <a:pt x="6562" y="127699"/>
                </a:lnTo>
                <a:lnTo>
                  <a:pt x="6435" y="127348"/>
                </a:lnTo>
                <a:lnTo>
                  <a:pt x="6326" y="126989"/>
                </a:lnTo>
                <a:lnTo>
                  <a:pt x="6235" y="126622"/>
                </a:lnTo>
                <a:lnTo>
                  <a:pt x="6164" y="126247"/>
                </a:lnTo>
                <a:lnTo>
                  <a:pt x="6110" y="125865"/>
                </a:lnTo>
                <a:lnTo>
                  <a:pt x="6071" y="125477"/>
                </a:lnTo>
                <a:lnTo>
                  <a:pt x="6042" y="125087"/>
                </a:lnTo>
                <a:lnTo>
                  <a:pt x="6023" y="124696"/>
                </a:lnTo>
                <a:lnTo>
                  <a:pt x="6014" y="124302"/>
                </a:lnTo>
                <a:lnTo>
                  <a:pt x="6014" y="123906"/>
                </a:lnTo>
                <a:lnTo>
                  <a:pt x="6024" y="123508"/>
                </a:lnTo>
                <a:lnTo>
                  <a:pt x="6044" y="123108"/>
                </a:lnTo>
                <a:lnTo>
                  <a:pt x="6073" y="122706"/>
                </a:lnTo>
                <a:lnTo>
                  <a:pt x="6113" y="122302"/>
                </a:lnTo>
                <a:lnTo>
                  <a:pt x="6162" y="121896"/>
                </a:lnTo>
                <a:lnTo>
                  <a:pt x="6221" y="121488"/>
                </a:lnTo>
                <a:lnTo>
                  <a:pt x="6290" y="121078"/>
                </a:lnTo>
                <a:lnTo>
                  <a:pt x="6369" y="120666"/>
                </a:lnTo>
                <a:lnTo>
                  <a:pt x="6457" y="120252"/>
                </a:lnTo>
                <a:lnTo>
                  <a:pt x="6556" y="119835"/>
                </a:lnTo>
                <a:lnTo>
                  <a:pt x="6664" y="119417"/>
                </a:lnTo>
                <a:lnTo>
                  <a:pt x="6782" y="118997"/>
                </a:lnTo>
                <a:lnTo>
                  <a:pt x="6909" y="118574"/>
                </a:lnTo>
                <a:lnTo>
                  <a:pt x="7047" y="118150"/>
                </a:lnTo>
                <a:lnTo>
                  <a:pt x="7194" y="117723"/>
                </a:lnTo>
                <a:lnTo>
                  <a:pt x="7351" y="117295"/>
                </a:lnTo>
                <a:lnTo>
                  <a:pt x="7518" y="116864"/>
                </a:lnTo>
                <a:lnTo>
                  <a:pt x="7695" y="116431"/>
                </a:lnTo>
                <a:lnTo>
                  <a:pt x="7881" y="115997"/>
                </a:lnTo>
                <a:lnTo>
                  <a:pt x="8073" y="115563"/>
                </a:lnTo>
                <a:lnTo>
                  <a:pt x="8266" y="115133"/>
                </a:lnTo>
                <a:lnTo>
                  <a:pt x="8460" y="114707"/>
                </a:lnTo>
                <a:lnTo>
                  <a:pt x="8655" y="114286"/>
                </a:lnTo>
                <a:lnTo>
                  <a:pt x="8851" y="113868"/>
                </a:lnTo>
                <a:lnTo>
                  <a:pt x="9049" y="113454"/>
                </a:lnTo>
                <a:lnTo>
                  <a:pt x="9247" y="113045"/>
                </a:lnTo>
                <a:lnTo>
                  <a:pt x="9446" y="112639"/>
                </a:lnTo>
                <a:lnTo>
                  <a:pt x="9647" y="112237"/>
                </a:lnTo>
                <a:lnTo>
                  <a:pt x="9848" y="111840"/>
                </a:lnTo>
                <a:lnTo>
                  <a:pt x="10051" y="111446"/>
                </a:lnTo>
                <a:lnTo>
                  <a:pt x="10254" y="111056"/>
                </a:lnTo>
                <a:lnTo>
                  <a:pt x="10459" y="110671"/>
                </a:lnTo>
                <a:lnTo>
                  <a:pt x="10665" y="110289"/>
                </a:lnTo>
                <a:lnTo>
                  <a:pt x="10871" y="109912"/>
                </a:lnTo>
                <a:lnTo>
                  <a:pt x="11079" y="109538"/>
                </a:lnTo>
                <a:lnTo>
                  <a:pt x="11288" y="109169"/>
                </a:lnTo>
                <a:lnTo>
                  <a:pt x="11498" y="108803"/>
                </a:lnTo>
                <a:lnTo>
                  <a:pt x="11709" y="108441"/>
                </a:lnTo>
                <a:lnTo>
                  <a:pt x="11921" y="108084"/>
                </a:lnTo>
                <a:lnTo>
                  <a:pt x="12135" y="107730"/>
                </a:lnTo>
                <a:lnTo>
                  <a:pt x="12349" y="107381"/>
                </a:lnTo>
                <a:lnTo>
                  <a:pt x="12564" y="107036"/>
                </a:lnTo>
                <a:lnTo>
                  <a:pt x="12780" y="106694"/>
                </a:lnTo>
                <a:lnTo>
                  <a:pt x="55876" y="34502"/>
                </a:lnTo>
                <a:lnTo>
                  <a:pt x="75964" y="42207"/>
                </a:lnTo>
                <a:lnTo>
                  <a:pt x="78714" y="37149"/>
                </a:lnTo>
                <a:lnTo>
                  <a:pt x="58846" y="29528"/>
                </a:lnTo>
                <a:lnTo>
                  <a:pt x="75207" y="212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f">
            <a:extLst xmlns:a="http://schemas.openxmlformats.org/drawingml/2006/main">
              <a:ext uri="{FF2B5EF4-FFF2-40B4-BE49-F238E27FC236}">
                <a16:creationId xmlns:a16="http://schemas.microsoft.com/office/drawing/2014/main" id="{EC85757C-C3CD-4B23-A76C-F93D0E7B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793" y="4191833"/>
            <a:ext cx="121087" cy="141795"/>
          </a:xfrm>
          <a:custGeom xmlns:a="http://schemas.openxmlformats.org/drawingml/2006/main">
            <a:pathLst>
              <a:path w="121087" h="141795">
                <a:moveTo>
                  <a:pt x="74815" y="24896"/>
                </a:moveTo>
                <a:lnTo>
                  <a:pt x="75117" y="24434"/>
                </a:lnTo>
                <a:lnTo>
                  <a:pt x="75426" y="23973"/>
                </a:lnTo>
                <a:lnTo>
                  <a:pt x="75740" y="23513"/>
                </a:lnTo>
                <a:lnTo>
                  <a:pt x="76060" y="23055"/>
                </a:lnTo>
                <a:lnTo>
                  <a:pt x="76386" y="22598"/>
                </a:lnTo>
                <a:lnTo>
                  <a:pt x="76718" y="22143"/>
                </a:lnTo>
                <a:lnTo>
                  <a:pt x="77056" y="21689"/>
                </a:lnTo>
                <a:lnTo>
                  <a:pt x="77399" y="21237"/>
                </a:lnTo>
                <a:lnTo>
                  <a:pt x="77749" y="20786"/>
                </a:lnTo>
                <a:lnTo>
                  <a:pt x="78104" y="20337"/>
                </a:lnTo>
                <a:lnTo>
                  <a:pt x="78465" y="19889"/>
                </a:lnTo>
                <a:lnTo>
                  <a:pt x="78832" y="19442"/>
                </a:lnTo>
                <a:lnTo>
                  <a:pt x="79205" y="18997"/>
                </a:lnTo>
                <a:lnTo>
                  <a:pt x="79583" y="18554"/>
                </a:lnTo>
                <a:lnTo>
                  <a:pt x="79968" y="18112"/>
                </a:lnTo>
                <a:lnTo>
                  <a:pt x="80358" y="17671"/>
                </a:lnTo>
                <a:lnTo>
                  <a:pt x="80754" y="17232"/>
                </a:lnTo>
                <a:lnTo>
                  <a:pt x="81156" y="16794"/>
                </a:lnTo>
                <a:lnTo>
                  <a:pt x="81564" y="16358"/>
                </a:lnTo>
                <a:lnTo>
                  <a:pt x="81978" y="15923"/>
                </a:lnTo>
                <a:lnTo>
                  <a:pt x="82398" y="15490"/>
                </a:lnTo>
                <a:lnTo>
                  <a:pt x="82823" y="15058"/>
                </a:lnTo>
                <a:lnTo>
                  <a:pt x="83254" y="14628"/>
                </a:lnTo>
                <a:lnTo>
                  <a:pt x="83691" y="14203"/>
                </a:lnTo>
                <a:lnTo>
                  <a:pt x="84131" y="13788"/>
                </a:lnTo>
                <a:lnTo>
                  <a:pt x="84576" y="13383"/>
                </a:lnTo>
                <a:lnTo>
                  <a:pt x="85025" y="12987"/>
                </a:lnTo>
                <a:lnTo>
                  <a:pt x="85478" y="12602"/>
                </a:lnTo>
                <a:lnTo>
                  <a:pt x="85936" y="12226"/>
                </a:lnTo>
                <a:lnTo>
                  <a:pt x="86398" y="11860"/>
                </a:lnTo>
                <a:lnTo>
                  <a:pt x="86864" y="11504"/>
                </a:lnTo>
                <a:lnTo>
                  <a:pt x="87334" y="11158"/>
                </a:lnTo>
                <a:lnTo>
                  <a:pt x="87808" y="10822"/>
                </a:lnTo>
                <a:lnTo>
                  <a:pt x="88287" y="10496"/>
                </a:lnTo>
                <a:lnTo>
                  <a:pt x="88770" y="10179"/>
                </a:lnTo>
                <a:lnTo>
                  <a:pt x="89257" y="9872"/>
                </a:lnTo>
                <a:lnTo>
                  <a:pt x="89749" y="9575"/>
                </a:lnTo>
                <a:lnTo>
                  <a:pt x="90244" y="9288"/>
                </a:lnTo>
                <a:lnTo>
                  <a:pt x="90744" y="9011"/>
                </a:lnTo>
                <a:lnTo>
                  <a:pt x="91248" y="8743"/>
                </a:lnTo>
                <a:lnTo>
                  <a:pt x="91756" y="8486"/>
                </a:lnTo>
                <a:lnTo>
                  <a:pt x="92269" y="8238"/>
                </a:lnTo>
                <a:lnTo>
                  <a:pt x="92786" y="8000"/>
                </a:lnTo>
                <a:lnTo>
                  <a:pt x="93307" y="7772"/>
                </a:lnTo>
                <a:lnTo>
                  <a:pt x="93832" y="7554"/>
                </a:lnTo>
                <a:lnTo>
                  <a:pt x="94362" y="7345"/>
                </a:lnTo>
                <a:lnTo>
                  <a:pt x="94895" y="7147"/>
                </a:lnTo>
                <a:lnTo>
                  <a:pt x="95432" y="6962"/>
                </a:lnTo>
                <a:lnTo>
                  <a:pt x="95972" y="6794"/>
                </a:lnTo>
                <a:lnTo>
                  <a:pt x="96515" y="6643"/>
                </a:lnTo>
                <a:lnTo>
                  <a:pt x="97060" y="6510"/>
                </a:lnTo>
                <a:lnTo>
                  <a:pt x="97607" y="6394"/>
                </a:lnTo>
                <a:lnTo>
                  <a:pt x="98157" y="6295"/>
                </a:lnTo>
                <a:lnTo>
                  <a:pt x="98710" y="6213"/>
                </a:lnTo>
                <a:lnTo>
                  <a:pt x="99265" y="6149"/>
                </a:lnTo>
                <a:lnTo>
                  <a:pt x="99823" y="6101"/>
                </a:lnTo>
                <a:lnTo>
                  <a:pt x="100384" y="6071"/>
                </a:lnTo>
                <a:lnTo>
                  <a:pt x="100947" y="6059"/>
                </a:lnTo>
                <a:lnTo>
                  <a:pt x="101513" y="6063"/>
                </a:lnTo>
                <a:lnTo>
                  <a:pt x="102081" y="6085"/>
                </a:lnTo>
                <a:lnTo>
                  <a:pt x="102652" y="6124"/>
                </a:lnTo>
                <a:lnTo>
                  <a:pt x="103225" y="6180"/>
                </a:lnTo>
                <a:lnTo>
                  <a:pt x="103801" y="6253"/>
                </a:lnTo>
                <a:lnTo>
                  <a:pt x="104380" y="6344"/>
                </a:lnTo>
                <a:lnTo>
                  <a:pt x="104961" y="6452"/>
                </a:lnTo>
                <a:lnTo>
                  <a:pt x="105545" y="6577"/>
                </a:lnTo>
                <a:lnTo>
                  <a:pt x="106132" y="6719"/>
                </a:lnTo>
                <a:lnTo>
                  <a:pt x="106721" y="6879"/>
                </a:lnTo>
                <a:lnTo>
                  <a:pt x="107312" y="7055"/>
                </a:lnTo>
                <a:lnTo>
                  <a:pt x="107907" y="7249"/>
                </a:lnTo>
                <a:lnTo>
                  <a:pt x="108504" y="7461"/>
                </a:lnTo>
                <a:lnTo>
                  <a:pt x="108716" y="7533"/>
                </a:lnTo>
                <a:lnTo>
                  <a:pt x="108926" y="7608"/>
                </a:lnTo>
                <a:lnTo>
                  <a:pt x="109134" y="7684"/>
                </a:lnTo>
                <a:lnTo>
                  <a:pt x="109342" y="7761"/>
                </a:lnTo>
                <a:lnTo>
                  <a:pt x="109547" y="7840"/>
                </a:lnTo>
                <a:lnTo>
                  <a:pt x="109751" y="7921"/>
                </a:lnTo>
                <a:lnTo>
                  <a:pt x="109953" y="8003"/>
                </a:lnTo>
                <a:lnTo>
                  <a:pt x="110154" y="8087"/>
                </a:lnTo>
                <a:lnTo>
                  <a:pt x="110353" y="8173"/>
                </a:lnTo>
                <a:lnTo>
                  <a:pt x="110550" y="8260"/>
                </a:lnTo>
                <a:lnTo>
                  <a:pt x="110746" y="8348"/>
                </a:lnTo>
                <a:lnTo>
                  <a:pt x="110940" y="8438"/>
                </a:lnTo>
                <a:lnTo>
                  <a:pt x="111133" y="8530"/>
                </a:lnTo>
                <a:lnTo>
                  <a:pt x="111324" y="8624"/>
                </a:lnTo>
                <a:lnTo>
                  <a:pt x="111513" y="8719"/>
                </a:lnTo>
                <a:lnTo>
                  <a:pt x="111701" y="8815"/>
                </a:lnTo>
                <a:lnTo>
                  <a:pt x="111887" y="8913"/>
                </a:lnTo>
                <a:lnTo>
                  <a:pt x="112072" y="9013"/>
                </a:lnTo>
                <a:lnTo>
                  <a:pt x="112254" y="9114"/>
                </a:lnTo>
                <a:lnTo>
                  <a:pt x="112436" y="9217"/>
                </a:lnTo>
                <a:lnTo>
                  <a:pt x="112615" y="9322"/>
                </a:lnTo>
                <a:lnTo>
                  <a:pt x="112794" y="9428"/>
                </a:lnTo>
                <a:lnTo>
                  <a:pt x="112970" y="9535"/>
                </a:lnTo>
                <a:lnTo>
                  <a:pt x="113145" y="9644"/>
                </a:lnTo>
                <a:lnTo>
                  <a:pt x="113319" y="9755"/>
                </a:lnTo>
                <a:lnTo>
                  <a:pt x="113495" y="9867"/>
                </a:lnTo>
                <a:lnTo>
                  <a:pt x="113671" y="9981"/>
                </a:lnTo>
                <a:lnTo>
                  <a:pt x="113848" y="10095"/>
                </a:lnTo>
                <a:lnTo>
                  <a:pt x="114026" y="10211"/>
                </a:lnTo>
                <a:lnTo>
                  <a:pt x="114205" y="10329"/>
                </a:lnTo>
                <a:lnTo>
                  <a:pt x="114385" y="10448"/>
                </a:lnTo>
                <a:lnTo>
                  <a:pt x="114566" y="10568"/>
                </a:lnTo>
                <a:lnTo>
                  <a:pt x="114747" y="10689"/>
                </a:lnTo>
                <a:lnTo>
                  <a:pt x="114930" y="10812"/>
                </a:lnTo>
                <a:lnTo>
                  <a:pt x="115113" y="10936"/>
                </a:lnTo>
                <a:lnTo>
                  <a:pt x="115297" y="11061"/>
                </a:lnTo>
                <a:lnTo>
                  <a:pt x="115483" y="11188"/>
                </a:lnTo>
                <a:lnTo>
                  <a:pt x="115669" y="11316"/>
                </a:lnTo>
                <a:lnTo>
                  <a:pt x="115856" y="11446"/>
                </a:lnTo>
                <a:lnTo>
                  <a:pt x="116043" y="11577"/>
                </a:lnTo>
                <a:lnTo>
                  <a:pt x="116232" y="11709"/>
                </a:lnTo>
                <a:lnTo>
                  <a:pt x="116422" y="11842"/>
                </a:lnTo>
                <a:lnTo>
                  <a:pt x="116612" y="11977"/>
                </a:lnTo>
                <a:lnTo>
                  <a:pt x="116803" y="12113"/>
                </a:lnTo>
                <a:lnTo>
                  <a:pt x="116996" y="12251"/>
                </a:lnTo>
                <a:lnTo>
                  <a:pt x="117189" y="12390"/>
                </a:lnTo>
                <a:lnTo>
                  <a:pt x="117383" y="12530"/>
                </a:lnTo>
                <a:lnTo>
                  <a:pt x="117578" y="12671"/>
                </a:lnTo>
                <a:lnTo>
                  <a:pt x="121087" y="8942"/>
                </a:lnTo>
                <a:lnTo>
                  <a:pt x="120876" y="8766"/>
                </a:lnTo>
                <a:lnTo>
                  <a:pt x="120665" y="8592"/>
                </a:lnTo>
                <a:lnTo>
                  <a:pt x="120455" y="8420"/>
                </a:lnTo>
                <a:lnTo>
                  <a:pt x="120245" y="8251"/>
                </a:lnTo>
                <a:lnTo>
                  <a:pt x="120035" y="8083"/>
                </a:lnTo>
                <a:lnTo>
                  <a:pt x="119825" y="7917"/>
                </a:lnTo>
                <a:lnTo>
                  <a:pt x="119616" y="7754"/>
                </a:lnTo>
                <a:lnTo>
                  <a:pt x="119406" y="7592"/>
                </a:lnTo>
                <a:lnTo>
                  <a:pt x="119197" y="7433"/>
                </a:lnTo>
                <a:lnTo>
                  <a:pt x="118988" y="7276"/>
                </a:lnTo>
                <a:lnTo>
                  <a:pt x="118780" y="7121"/>
                </a:lnTo>
                <a:lnTo>
                  <a:pt x="118571" y="6968"/>
                </a:lnTo>
                <a:lnTo>
                  <a:pt x="118363" y="6817"/>
                </a:lnTo>
                <a:lnTo>
                  <a:pt x="118155" y="6668"/>
                </a:lnTo>
                <a:lnTo>
                  <a:pt x="117947" y="6521"/>
                </a:lnTo>
                <a:lnTo>
                  <a:pt x="117739" y="6376"/>
                </a:lnTo>
                <a:lnTo>
                  <a:pt x="117532" y="6234"/>
                </a:lnTo>
                <a:lnTo>
                  <a:pt x="117324" y="6093"/>
                </a:lnTo>
                <a:lnTo>
                  <a:pt x="117117" y="5954"/>
                </a:lnTo>
                <a:lnTo>
                  <a:pt x="116911" y="5818"/>
                </a:lnTo>
                <a:lnTo>
                  <a:pt x="116704" y="5684"/>
                </a:lnTo>
                <a:lnTo>
                  <a:pt x="116497" y="5551"/>
                </a:lnTo>
                <a:lnTo>
                  <a:pt x="116291" y="5421"/>
                </a:lnTo>
                <a:lnTo>
                  <a:pt x="116085" y="5293"/>
                </a:lnTo>
                <a:lnTo>
                  <a:pt x="115878" y="5167"/>
                </a:lnTo>
                <a:lnTo>
                  <a:pt x="115671" y="5042"/>
                </a:lnTo>
                <a:lnTo>
                  <a:pt x="115462" y="4919"/>
                </a:lnTo>
                <a:lnTo>
                  <a:pt x="115252" y="4797"/>
                </a:lnTo>
                <a:lnTo>
                  <a:pt x="115040" y="4677"/>
                </a:lnTo>
                <a:lnTo>
                  <a:pt x="114828" y="4559"/>
                </a:lnTo>
                <a:lnTo>
                  <a:pt x="114614" y="4442"/>
                </a:lnTo>
                <a:lnTo>
                  <a:pt x="114399" y="4326"/>
                </a:lnTo>
                <a:lnTo>
                  <a:pt x="114183" y="4212"/>
                </a:lnTo>
                <a:lnTo>
                  <a:pt x="113966" y="4100"/>
                </a:lnTo>
                <a:lnTo>
                  <a:pt x="113747" y="3989"/>
                </a:lnTo>
                <a:lnTo>
                  <a:pt x="113527" y="3880"/>
                </a:lnTo>
                <a:lnTo>
                  <a:pt x="113306" y="3772"/>
                </a:lnTo>
                <a:lnTo>
                  <a:pt x="113084" y="3666"/>
                </a:lnTo>
                <a:lnTo>
                  <a:pt x="112861" y="3561"/>
                </a:lnTo>
                <a:lnTo>
                  <a:pt x="112637" y="3458"/>
                </a:lnTo>
                <a:lnTo>
                  <a:pt x="112411" y="3356"/>
                </a:lnTo>
                <a:lnTo>
                  <a:pt x="112184" y="3256"/>
                </a:lnTo>
                <a:lnTo>
                  <a:pt x="111956" y="3158"/>
                </a:lnTo>
                <a:lnTo>
                  <a:pt x="111727" y="3061"/>
                </a:lnTo>
                <a:lnTo>
                  <a:pt x="111496" y="2965"/>
                </a:lnTo>
                <a:lnTo>
                  <a:pt x="111265" y="2871"/>
                </a:lnTo>
                <a:lnTo>
                  <a:pt x="111032" y="2779"/>
                </a:lnTo>
                <a:lnTo>
                  <a:pt x="110798" y="2688"/>
                </a:lnTo>
                <a:lnTo>
                  <a:pt x="110037" y="2406"/>
                </a:lnTo>
                <a:lnTo>
                  <a:pt x="109282" y="2145"/>
                </a:lnTo>
                <a:lnTo>
                  <a:pt x="108530" y="1904"/>
                </a:lnTo>
                <a:lnTo>
                  <a:pt x="107783" y="1684"/>
                </a:lnTo>
                <a:lnTo>
                  <a:pt x="107041" y="1485"/>
                </a:lnTo>
                <a:lnTo>
                  <a:pt x="106303" y="1307"/>
                </a:lnTo>
                <a:lnTo>
                  <a:pt x="105569" y="1149"/>
                </a:lnTo>
                <a:lnTo>
                  <a:pt x="104840" y="1012"/>
                </a:lnTo>
                <a:lnTo>
                  <a:pt x="104115" y="896"/>
                </a:lnTo>
                <a:lnTo>
                  <a:pt x="103395" y="801"/>
                </a:lnTo>
                <a:lnTo>
                  <a:pt x="102679" y="726"/>
                </a:lnTo>
                <a:lnTo>
                  <a:pt x="101968" y="672"/>
                </a:lnTo>
                <a:lnTo>
                  <a:pt x="101261" y="639"/>
                </a:lnTo>
                <a:lnTo>
                  <a:pt x="100558" y="626"/>
                </a:lnTo>
                <a:lnTo>
                  <a:pt x="99860" y="635"/>
                </a:lnTo>
                <a:lnTo>
                  <a:pt x="99167" y="664"/>
                </a:lnTo>
                <a:lnTo>
                  <a:pt x="98478" y="714"/>
                </a:lnTo>
                <a:lnTo>
                  <a:pt x="97793" y="784"/>
                </a:lnTo>
                <a:lnTo>
                  <a:pt x="97113" y="875"/>
                </a:lnTo>
                <a:lnTo>
                  <a:pt x="96437" y="987"/>
                </a:lnTo>
                <a:lnTo>
                  <a:pt x="95766" y="1120"/>
                </a:lnTo>
                <a:lnTo>
                  <a:pt x="95099" y="1274"/>
                </a:lnTo>
                <a:lnTo>
                  <a:pt x="94437" y="1448"/>
                </a:lnTo>
                <a:lnTo>
                  <a:pt x="93779" y="1643"/>
                </a:lnTo>
                <a:lnTo>
                  <a:pt x="93126" y="1855"/>
                </a:lnTo>
                <a:lnTo>
                  <a:pt x="92479" y="2078"/>
                </a:lnTo>
                <a:lnTo>
                  <a:pt x="91838" y="2314"/>
                </a:lnTo>
                <a:lnTo>
                  <a:pt x="91203" y="2563"/>
                </a:lnTo>
                <a:lnTo>
                  <a:pt x="90574" y="2824"/>
                </a:lnTo>
                <a:lnTo>
                  <a:pt x="89951" y="3096"/>
                </a:lnTo>
                <a:lnTo>
                  <a:pt x="89333" y="3382"/>
                </a:lnTo>
                <a:lnTo>
                  <a:pt x="88722" y="3679"/>
                </a:lnTo>
                <a:lnTo>
                  <a:pt x="88116" y="3989"/>
                </a:lnTo>
                <a:lnTo>
                  <a:pt x="87516" y="4311"/>
                </a:lnTo>
                <a:lnTo>
                  <a:pt x="86923" y="4646"/>
                </a:lnTo>
                <a:lnTo>
                  <a:pt x="86335" y="4992"/>
                </a:lnTo>
                <a:lnTo>
                  <a:pt x="85753" y="5351"/>
                </a:lnTo>
                <a:lnTo>
                  <a:pt x="85177" y="5723"/>
                </a:lnTo>
                <a:lnTo>
                  <a:pt x="84606" y="6106"/>
                </a:lnTo>
                <a:lnTo>
                  <a:pt x="84042" y="6502"/>
                </a:lnTo>
                <a:lnTo>
                  <a:pt x="83484" y="6910"/>
                </a:lnTo>
                <a:lnTo>
                  <a:pt x="82931" y="7330"/>
                </a:lnTo>
                <a:lnTo>
                  <a:pt x="82384" y="7763"/>
                </a:lnTo>
                <a:lnTo>
                  <a:pt x="81844" y="8208"/>
                </a:lnTo>
                <a:lnTo>
                  <a:pt x="81309" y="8665"/>
                </a:lnTo>
                <a:lnTo>
                  <a:pt x="80780" y="9135"/>
                </a:lnTo>
                <a:lnTo>
                  <a:pt x="80257" y="9617"/>
                </a:lnTo>
                <a:lnTo>
                  <a:pt x="79740" y="10111"/>
                </a:lnTo>
                <a:lnTo>
                  <a:pt x="79229" y="10613"/>
                </a:lnTo>
                <a:lnTo>
                  <a:pt x="78724" y="11118"/>
                </a:lnTo>
                <a:lnTo>
                  <a:pt x="78224" y="11628"/>
                </a:lnTo>
                <a:lnTo>
                  <a:pt x="77731" y="12141"/>
                </a:lnTo>
                <a:lnTo>
                  <a:pt x="77244" y="12657"/>
                </a:lnTo>
                <a:lnTo>
                  <a:pt x="76763" y="13178"/>
                </a:lnTo>
                <a:lnTo>
                  <a:pt x="76288" y="13702"/>
                </a:lnTo>
                <a:lnTo>
                  <a:pt x="75819" y="14229"/>
                </a:lnTo>
                <a:lnTo>
                  <a:pt x="75356" y="14761"/>
                </a:lnTo>
                <a:lnTo>
                  <a:pt x="74898" y="15296"/>
                </a:lnTo>
                <a:lnTo>
                  <a:pt x="74447" y="15835"/>
                </a:lnTo>
                <a:lnTo>
                  <a:pt x="74002" y="16377"/>
                </a:lnTo>
                <a:lnTo>
                  <a:pt x="73563" y="16924"/>
                </a:lnTo>
                <a:lnTo>
                  <a:pt x="73129" y="17474"/>
                </a:lnTo>
                <a:lnTo>
                  <a:pt x="72702" y="18027"/>
                </a:lnTo>
                <a:lnTo>
                  <a:pt x="72281" y="18585"/>
                </a:lnTo>
                <a:lnTo>
                  <a:pt x="71866" y="19146"/>
                </a:lnTo>
                <a:lnTo>
                  <a:pt x="71456" y="19710"/>
                </a:lnTo>
                <a:lnTo>
                  <a:pt x="71053" y="20279"/>
                </a:lnTo>
                <a:lnTo>
                  <a:pt x="70656" y="20851"/>
                </a:lnTo>
                <a:lnTo>
                  <a:pt x="70265" y="21427"/>
                </a:lnTo>
                <a:lnTo>
                  <a:pt x="69879" y="22006"/>
                </a:lnTo>
                <a:lnTo>
                  <a:pt x="69500" y="22590"/>
                </a:lnTo>
                <a:lnTo>
                  <a:pt x="69127" y="23177"/>
                </a:lnTo>
                <a:lnTo>
                  <a:pt x="60279" y="38102"/>
                </a:lnTo>
                <a:lnTo>
                  <a:pt x="44895" y="32201"/>
                </a:lnTo>
                <a:lnTo>
                  <a:pt x="42245" y="37298"/>
                </a:lnTo>
                <a:lnTo>
                  <a:pt x="57326" y="43083"/>
                </a:lnTo>
                <a:lnTo>
                  <a:pt x="0" y="139789"/>
                </a:lnTo>
                <a:lnTo>
                  <a:pt x="5229" y="141795"/>
                </a:lnTo>
                <a:lnTo>
                  <a:pt x="62736" y="45158"/>
                </a:lnTo>
                <a:lnTo>
                  <a:pt x="86288" y="54192"/>
                </a:lnTo>
                <a:lnTo>
                  <a:pt x="89240" y="49210"/>
                </a:lnTo>
                <a:lnTo>
                  <a:pt x="65698" y="40181"/>
                </a:lnTo>
                <a:lnTo>
                  <a:pt x="74518" y="25360"/>
                </a:lnTo>
                <a:lnTo>
                  <a:pt x="74815" y="2489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o">
            <a:extLst xmlns:a="http://schemas.openxmlformats.org/drawingml/2006/main">
              <a:ext uri="{FF2B5EF4-FFF2-40B4-BE49-F238E27FC236}">
                <a16:creationId xmlns:a16="http://schemas.microsoft.com/office/drawing/2014/main" id="{10C63881-0388-434F-B770-F6728093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955" y="4255815"/>
            <a:ext cx="102449" cy="113783"/>
          </a:xfrm>
          <a:custGeom xmlns:a="http://schemas.openxmlformats.org/drawingml/2006/main">
            <a:pathLst>
              <a:path w="102449" h="113783">
                <a:moveTo>
                  <a:pt x="11240" y="47313"/>
                </a:moveTo>
                <a:lnTo>
                  <a:pt x="17281" y="36391"/>
                </a:lnTo>
                <a:cubicBezTo>
                  <a:pt x="20570" y="31433"/>
                  <a:pt x="24347" y="26452"/>
                  <a:pt x="28615" y="21449"/>
                </a:cubicBezTo>
                <a:cubicBezTo>
                  <a:pt x="32882" y="16446"/>
                  <a:pt x="37711" y="12082"/>
                  <a:pt x="43103" y="8356"/>
                </a:cubicBezTo>
                <a:cubicBezTo>
                  <a:pt x="48496" y="4628"/>
                  <a:pt x="54404" y="2212"/>
                  <a:pt x="60827" y="1107"/>
                </a:cubicBezTo>
                <a:cubicBezTo>
                  <a:pt x="67251" y="0"/>
                  <a:pt x="74305" y="959"/>
                  <a:pt x="81989" y="3983"/>
                </a:cubicBezTo>
                <a:cubicBezTo>
                  <a:pt x="89471" y="6930"/>
                  <a:pt x="94768" y="10861"/>
                  <a:pt x="97879" y="15777"/>
                </a:cubicBezTo>
                <a:cubicBezTo>
                  <a:pt x="100991" y="20693"/>
                  <a:pt x="102449" y="26108"/>
                  <a:pt x="102255" y="32022"/>
                </a:cubicBezTo>
                <a:cubicBezTo>
                  <a:pt x="102060" y="37936"/>
                  <a:pt x="100878" y="43816"/>
                  <a:pt x="98710" y="49662"/>
                </a:cubicBezTo>
                <a:cubicBezTo>
                  <a:pt x="96542" y="55509"/>
                  <a:pt x="94046" y="60807"/>
                  <a:pt x="91222" y="65556"/>
                </a:cubicBezTo>
                <a:lnTo>
                  <a:pt x="85041" y="76544"/>
                </a:lnTo>
                <a:cubicBezTo>
                  <a:pt x="81846" y="81459"/>
                  <a:pt x="78106" y="86491"/>
                  <a:pt x="73821" y="91641"/>
                </a:cubicBezTo>
                <a:cubicBezTo>
                  <a:pt x="69535" y="96791"/>
                  <a:pt x="64700" y="101270"/>
                  <a:pt x="59316" y="105077"/>
                </a:cubicBezTo>
                <a:cubicBezTo>
                  <a:pt x="53932" y="108883"/>
                  <a:pt x="48048" y="111386"/>
                  <a:pt x="41665" y="112585"/>
                </a:cubicBezTo>
                <a:cubicBezTo>
                  <a:pt x="35283" y="113783"/>
                  <a:pt x="28217" y="112857"/>
                  <a:pt x="20466" y="109807"/>
                </a:cubicBezTo>
                <a:cubicBezTo>
                  <a:pt x="12824" y="106875"/>
                  <a:pt x="7490" y="102891"/>
                  <a:pt x="4463" y="97854"/>
                </a:cubicBezTo>
                <a:cubicBezTo>
                  <a:pt x="1437" y="92817"/>
                  <a:pt x="0" y="87296"/>
                  <a:pt x="152" y="81292"/>
                </a:cubicBezTo>
                <a:cubicBezTo>
                  <a:pt x="306" y="75285"/>
                  <a:pt x="1469" y="69302"/>
                  <a:pt x="3643" y="63342"/>
                </a:cubicBezTo>
                <a:cubicBezTo>
                  <a:pt x="5816" y="57382"/>
                  <a:pt x="8349" y="52039"/>
                  <a:pt x="11240" y="47313"/>
                </a:cubicBezTo>
                <a:moveTo>
                  <a:pt x="22750" y="38373"/>
                </a:moveTo>
                <a:lnTo>
                  <a:pt x="16431" y="49420"/>
                </a:lnTo>
                <a:cubicBezTo>
                  <a:pt x="14049" y="53418"/>
                  <a:pt x="11816" y="58030"/>
                  <a:pt x="9733" y="63255"/>
                </a:cubicBezTo>
                <a:cubicBezTo>
                  <a:pt x="7649" y="68481"/>
                  <a:pt x="6426" y="73768"/>
                  <a:pt x="6063" y="79118"/>
                </a:cubicBezTo>
                <a:cubicBezTo>
                  <a:pt x="5702" y="84466"/>
                  <a:pt x="6761" y="89419"/>
                  <a:pt x="9240" y="93977"/>
                </a:cubicBezTo>
                <a:cubicBezTo>
                  <a:pt x="11720" y="98535"/>
                  <a:pt x="16198" y="102095"/>
                  <a:pt x="22675" y="104656"/>
                </a:cubicBezTo>
                <a:cubicBezTo>
                  <a:pt x="28858" y="107181"/>
                  <a:pt x="34787" y="107864"/>
                  <a:pt x="40463" y="106703"/>
                </a:cubicBezTo>
                <a:cubicBezTo>
                  <a:pt x="46140" y="105540"/>
                  <a:pt x="51404" y="103299"/>
                  <a:pt x="56254" y="99981"/>
                </a:cubicBezTo>
                <a:cubicBezTo>
                  <a:pt x="61106" y="96661"/>
                  <a:pt x="65525" y="92715"/>
                  <a:pt x="69511" y="88142"/>
                </a:cubicBezTo>
                <a:cubicBezTo>
                  <a:pt x="73498" y="83570"/>
                  <a:pt x="76932" y="79034"/>
                  <a:pt x="79813" y="74535"/>
                </a:cubicBezTo>
                <a:lnTo>
                  <a:pt x="86131" y="63492"/>
                </a:lnTo>
                <a:cubicBezTo>
                  <a:pt x="88461" y="59627"/>
                  <a:pt x="90598" y="55113"/>
                  <a:pt x="92543" y="49950"/>
                </a:cubicBezTo>
                <a:cubicBezTo>
                  <a:pt x="94488" y="44784"/>
                  <a:pt x="95646" y="39568"/>
                  <a:pt x="96015" y="34300"/>
                </a:cubicBezTo>
                <a:cubicBezTo>
                  <a:pt x="96385" y="29030"/>
                  <a:pt x="95404" y="24125"/>
                  <a:pt x="93071" y="19585"/>
                </a:cubicBezTo>
                <a:cubicBezTo>
                  <a:pt x="90739" y="15045"/>
                  <a:pt x="86300" y="11481"/>
                  <a:pt x="79756" y="8894"/>
                </a:cubicBezTo>
                <a:cubicBezTo>
                  <a:pt x="73254" y="6400"/>
                  <a:pt x="67137" y="5704"/>
                  <a:pt x="61406" y="6808"/>
                </a:cubicBezTo>
                <a:cubicBezTo>
                  <a:pt x="55676" y="7910"/>
                  <a:pt x="50406" y="10167"/>
                  <a:pt x="45596" y="13580"/>
                </a:cubicBezTo>
                <a:cubicBezTo>
                  <a:pt x="40787" y="16991"/>
                  <a:pt x="36465" y="20935"/>
                  <a:pt x="32630" y="25412"/>
                </a:cubicBezTo>
                <a:cubicBezTo>
                  <a:pt x="28796" y="29889"/>
                  <a:pt x="25502" y="34209"/>
                  <a:pt x="22750" y="3837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r">
            <a:extLst xmlns:a="http://schemas.openxmlformats.org/drawingml/2006/main">
              <a:ext uri="{FF2B5EF4-FFF2-40B4-BE49-F238E27FC236}">
                <a16:creationId xmlns:a16="http://schemas.microsoft.com/office/drawing/2014/main" id="{71B8A027-ABEB-4AE7-85FE-33B63F0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484" y="4286278"/>
            <a:ext cx="101917" cy="103654"/>
          </a:xfrm>
          <a:custGeom xmlns:a="http://schemas.openxmlformats.org/drawingml/2006/main">
            <a:pathLst>
              <a:path w="101917" h="103654">
                <a:moveTo>
                  <a:pt x="44564" y="37822"/>
                </a:moveTo>
                <a:lnTo>
                  <a:pt x="45036" y="37229"/>
                </a:lnTo>
                <a:lnTo>
                  <a:pt x="45513" y="36636"/>
                </a:lnTo>
                <a:lnTo>
                  <a:pt x="45997" y="36041"/>
                </a:lnTo>
                <a:lnTo>
                  <a:pt x="46487" y="35445"/>
                </a:lnTo>
                <a:lnTo>
                  <a:pt x="46982" y="34849"/>
                </a:lnTo>
                <a:lnTo>
                  <a:pt x="47483" y="34254"/>
                </a:lnTo>
                <a:lnTo>
                  <a:pt x="47988" y="33666"/>
                </a:lnTo>
                <a:lnTo>
                  <a:pt x="48497" y="33082"/>
                </a:lnTo>
                <a:lnTo>
                  <a:pt x="49010" y="32504"/>
                </a:lnTo>
                <a:lnTo>
                  <a:pt x="49528" y="31932"/>
                </a:lnTo>
                <a:lnTo>
                  <a:pt x="50051" y="31365"/>
                </a:lnTo>
                <a:lnTo>
                  <a:pt x="50577" y="30803"/>
                </a:lnTo>
                <a:lnTo>
                  <a:pt x="51108" y="30247"/>
                </a:lnTo>
                <a:lnTo>
                  <a:pt x="51643" y="29697"/>
                </a:lnTo>
                <a:lnTo>
                  <a:pt x="52182" y="29151"/>
                </a:lnTo>
                <a:lnTo>
                  <a:pt x="52726" y="28612"/>
                </a:lnTo>
                <a:lnTo>
                  <a:pt x="53274" y="28077"/>
                </a:lnTo>
                <a:lnTo>
                  <a:pt x="53827" y="27549"/>
                </a:lnTo>
                <a:lnTo>
                  <a:pt x="54383" y="27025"/>
                </a:lnTo>
                <a:lnTo>
                  <a:pt x="54944" y="26507"/>
                </a:lnTo>
                <a:lnTo>
                  <a:pt x="55510" y="25995"/>
                </a:lnTo>
                <a:lnTo>
                  <a:pt x="56079" y="25488"/>
                </a:lnTo>
                <a:lnTo>
                  <a:pt x="56653" y="24987"/>
                </a:lnTo>
                <a:lnTo>
                  <a:pt x="57232" y="24491"/>
                </a:lnTo>
                <a:lnTo>
                  <a:pt x="57814" y="24000"/>
                </a:lnTo>
                <a:lnTo>
                  <a:pt x="58401" y="23515"/>
                </a:lnTo>
                <a:lnTo>
                  <a:pt x="58992" y="23035"/>
                </a:lnTo>
                <a:lnTo>
                  <a:pt x="59588" y="22561"/>
                </a:lnTo>
                <a:lnTo>
                  <a:pt x="60188" y="22092"/>
                </a:lnTo>
                <a:lnTo>
                  <a:pt x="60791" y="21632"/>
                </a:lnTo>
                <a:lnTo>
                  <a:pt x="61399" y="21185"/>
                </a:lnTo>
                <a:lnTo>
                  <a:pt x="62011" y="20750"/>
                </a:lnTo>
                <a:lnTo>
                  <a:pt x="62627" y="20327"/>
                </a:lnTo>
                <a:lnTo>
                  <a:pt x="63246" y="19916"/>
                </a:lnTo>
                <a:lnTo>
                  <a:pt x="63869" y="19518"/>
                </a:lnTo>
                <a:lnTo>
                  <a:pt x="64497" y="19132"/>
                </a:lnTo>
                <a:lnTo>
                  <a:pt x="65128" y="18758"/>
                </a:lnTo>
                <a:lnTo>
                  <a:pt x="65763" y="18397"/>
                </a:lnTo>
                <a:lnTo>
                  <a:pt x="66402" y="18048"/>
                </a:lnTo>
                <a:lnTo>
                  <a:pt x="67044" y="17711"/>
                </a:lnTo>
                <a:lnTo>
                  <a:pt x="67691" y="17386"/>
                </a:lnTo>
                <a:lnTo>
                  <a:pt x="68342" y="17074"/>
                </a:lnTo>
                <a:lnTo>
                  <a:pt x="68996" y="16774"/>
                </a:lnTo>
                <a:lnTo>
                  <a:pt x="69655" y="16487"/>
                </a:lnTo>
                <a:lnTo>
                  <a:pt x="70317" y="16211"/>
                </a:lnTo>
                <a:lnTo>
                  <a:pt x="70983" y="15948"/>
                </a:lnTo>
                <a:lnTo>
                  <a:pt x="71653" y="15698"/>
                </a:lnTo>
                <a:lnTo>
                  <a:pt x="72327" y="15459"/>
                </a:lnTo>
                <a:lnTo>
                  <a:pt x="73005" y="15233"/>
                </a:lnTo>
                <a:lnTo>
                  <a:pt x="73686" y="15020"/>
                </a:lnTo>
                <a:lnTo>
                  <a:pt x="74372" y="14818"/>
                </a:lnTo>
                <a:lnTo>
                  <a:pt x="75061" y="14629"/>
                </a:lnTo>
                <a:lnTo>
                  <a:pt x="75754" y="14452"/>
                </a:lnTo>
                <a:lnTo>
                  <a:pt x="76451" y="14291"/>
                </a:lnTo>
                <a:lnTo>
                  <a:pt x="77149" y="14149"/>
                </a:lnTo>
                <a:lnTo>
                  <a:pt x="77848" y="14025"/>
                </a:lnTo>
                <a:lnTo>
                  <a:pt x="78550" y="13921"/>
                </a:lnTo>
                <a:lnTo>
                  <a:pt x="79253" y="13835"/>
                </a:lnTo>
                <a:lnTo>
                  <a:pt x="79958" y="13768"/>
                </a:lnTo>
                <a:lnTo>
                  <a:pt x="80664" y="13720"/>
                </a:lnTo>
                <a:lnTo>
                  <a:pt x="81373" y="13691"/>
                </a:lnTo>
                <a:lnTo>
                  <a:pt x="82083" y="13681"/>
                </a:lnTo>
                <a:lnTo>
                  <a:pt x="82795" y="13690"/>
                </a:lnTo>
                <a:lnTo>
                  <a:pt x="83509" y="13718"/>
                </a:lnTo>
                <a:lnTo>
                  <a:pt x="84224" y="13765"/>
                </a:lnTo>
                <a:lnTo>
                  <a:pt x="84941" y="13830"/>
                </a:lnTo>
                <a:lnTo>
                  <a:pt x="85660" y="13914"/>
                </a:lnTo>
                <a:lnTo>
                  <a:pt x="86381" y="14018"/>
                </a:lnTo>
                <a:lnTo>
                  <a:pt x="87103" y="14140"/>
                </a:lnTo>
                <a:lnTo>
                  <a:pt x="87828" y="14281"/>
                </a:lnTo>
                <a:lnTo>
                  <a:pt x="88554" y="14441"/>
                </a:lnTo>
                <a:lnTo>
                  <a:pt x="89281" y="14620"/>
                </a:lnTo>
                <a:lnTo>
                  <a:pt x="90011" y="14818"/>
                </a:lnTo>
                <a:lnTo>
                  <a:pt x="90742" y="15035"/>
                </a:lnTo>
                <a:lnTo>
                  <a:pt x="91475" y="15270"/>
                </a:lnTo>
                <a:lnTo>
                  <a:pt x="92210" y="15525"/>
                </a:lnTo>
                <a:lnTo>
                  <a:pt x="92947" y="15798"/>
                </a:lnTo>
                <a:lnTo>
                  <a:pt x="93080" y="15850"/>
                </a:lnTo>
                <a:lnTo>
                  <a:pt x="93213" y="15901"/>
                </a:lnTo>
                <a:lnTo>
                  <a:pt x="93346" y="15953"/>
                </a:lnTo>
                <a:lnTo>
                  <a:pt x="93478" y="16005"/>
                </a:lnTo>
                <a:lnTo>
                  <a:pt x="93609" y="16057"/>
                </a:lnTo>
                <a:lnTo>
                  <a:pt x="93739" y="16109"/>
                </a:lnTo>
                <a:lnTo>
                  <a:pt x="93869" y="16162"/>
                </a:lnTo>
                <a:lnTo>
                  <a:pt x="93998" y="16214"/>
                </a:lnTo>
                <a:lnTo>
                  <a:pt x="94127" y="16267"/>
                </a:lnTo>
                <a:lnTo>
                  <a:pt x="94254" y="16320"/>
                </a:lnTo>
                <a:lnTo>
                  <a:pt x="94382" y="16373"/>
                </a:lnTo>
                <a:lnTo>
                  <a:pt x="94508" y="16426"/>
                </a:lnTo>
                <a:lnTo>
                  <a:pt x="94634" y="16479"/>
                </a:lnTo>
                <a:lnTo>
                  <a:pt x="94759" y="16533"/>
                </a:lnTo>
                <a:lnTo>
                  <a:pt x="94884" y="16586"/>
                </a:lnTo>
                <a:lnTo>
                  <a:pt x="95008" y="16640"/>
                </a:lnTo>
                <a:lnTo>
                  <a:pt x="95131" y="16694"/>
                </a:lnTo>
                <a:lnTo>
                  <a:pt x="95253" y="16748"/>
                </a:lnTo>
                <a:lnTo>
                  <a:pt x="95375" y="16802"/>
                </a:lnTo>
                <a:lnTo>
                  <a:pt x="95496" y="16856"/>
                </a:lnTo>
                <a:lnTo>
                  <a:pt x="95617" y="16911"/>
                </a:lnTo>
                <a:lnTo>
                  <a:pt x="95737" y="16965"/>
                </a:lnTo>
                <a:lnTo>
                  <a:pt x="95856" y="17020"/>
                </a:lnTo>
                <a:lnTo>
                  <a:pt x="95975" y="17075"/>
                </a:lnTo>
                <a:lnTo>
                  <a:pt x="96093" y="17130"/>
                </a:lnTo>
                <a:lnTo>
                  <a:pt x="96209" y="17186"/>
                </a:lnTo>
                <a:lnTo>
                  <a:pt x="96324" y="17243"/>
                </a:lnTo>
                <a:lnTo>
                  <a:pt x="96438" y="17301"/>
                </a:lnTo>
                <a:lnTo>
                  <a:pt x="96550" y="17359"/>
                </a:lnTo>
                <a:lnTo>
                  <a:pt x="96662" y="17418"/>
                </a:lnTo>
                <a:lnTo>
                  <a:pt x="96772" y="17477"/>
                </a:lnTo>
                <a:lnTo>
                  <a:pt x="96880" y="17538"/>
                </a:lnTo>
                <a:lnTo>
                  <a:pt x="96988" y="17599"/>
                </a:lnTo>
                <a:lnTo>
                  <a:pt x="97094" y="17660"/>
                </a:lnTo>
                <a:lnTo>
                  <a:pt x="97199" y="17723"/>
                </a:lnTo>
                <a:lnTo>
                  <a:pt x="97303" y="17786"/>
                </a:lnTo>
                <a:lnTo>
                  <a:pt x="97405" y="17850"/>
                </a:lnTo>
                <a:lnTo>
                  <a:pt x="97506" y="17915"/>
                </a:lnTo>
                <a:lnTo>
                  <a:pt x="97606" y="17980"/>
                </a:lnTo>
                <a:lnTo>
                  <a:pt x="97704" y="18046"/>
                </a:lnTo>
                <a:lnTo>
                  <a:pt x="97802" y="18113"/>
                </a:lnTo>
                <a:lnTo>
                  <a:pt x="97897" y="18180"/>
                </a:lnTo>
                <a:lnTo>
                  <a:pt x="97992" y="18248"/>
                </a:lnTo>
                <a:lnTo>
                  <a:pt x="98086" y="18317"/>
                </a:lnTo>
                <a:lnTo>
                  <a:pt x="98178" y="18387"/>
                </a:lnTo>
                <a:lnTo>
                  <a:pt x="98269" y="18457"/>
                </a:lnTo>
                <a:lnTo>
                  <a:pt x="98358" y="18528"/>
                </a:lnTo>
                <a:lnTo>
                  <a:pt x="98447" y="18600"/>
                </a:lnTo>
                <a:lnTo>
                  <a:pt x="101917" y="14971"/>
                </a:lnTo>
                <a:lnTo>
                  <a:pt x="101794" y="14867"/>
                </a:lnTo>
                <a:lnTo>
                  <a:pt x="101670" y="14764"/>
                </a:lnTo>
                <a:lnTo>
                  <a:pt x="101547" y="14662"/>
                </a:lnTo>
                <a:lnTo>
                  <a:pt x="101423" y="14562"/>
                </a:lnTo>
                <a:lnTo>
                  <a:pt x="101300" y="14463"/>
                </a:lnTo>
                <a:lnTo>
                  <a:pt x="101176" y="14366"/>
                </a:lnTo>
                <a:lnTo>
                  <a:pt x="101052" y="14270"/>
                </a:lnTo>
                <a:lnTo>
                  <a:pt x="100928" y="14175"/>
                </a:lnTo>
                <a:lnTo>
                  <a:pt x="100804" y="14082"/>
                </a:lnTo>
                <a:lnTo>
                  <a:pt x="100679" y="13990"/>
                </a:lnTo>
                <a:lnTo>
                  <a:pt x="100555" y="13899"/>
                </a:lnTo>
                <a:lnTo>
                  <a:pt x="100430" y="13810"/>
                </a:lnTo>
                <a:lnTo>
                  <a:pt x="100306" y="13722"/>
                </a:lnTo>
                <a:lnTo>
                  <a:pt x="100181" y="13635"/>
                </a:lnTo>
                <a:lnTo>
                  <a:pt x="100056" y="13550"/>
                </a:lnTo>
                <a:lnTo>
                  <a:pt x="99931" y="13466"/>
                </a:lnTo>
                <a:lnTo>
                  <a:pt x="99806" y="13383"/>
                </a:lnTo>
                <a:lnTo>
                  <a:pt x="99681" y="13302"/>
                </a:lnTo>
                <a:lnTo>
                  <a:pt x="99555" y="13222"/>
                </a:lnTo>
                <a:lnTo>
                  <a:pt x="99430" y="13144"/>
                </a:lnTo>
                <a:lnTo>
                  <a:pt x="99304" y="13067"/>
                </a:lnTo>
                <a:lnTo>
                  <a:pt x="99179" y="12991"/>
                </a:lnTo>
                <a:lnTo>
                  <a:pt x="99053" y="12917"/>
                </a:lnTo>
                <a:lnTo>
                  <a:pt x="98927" y="12843"/>
                </a:lnTo>
                <a:lnTo>
                  <a:pt x="98800" y="12771"/>
                </a:lnTo>
                <a:lnTo>
                  <a:pt x="98674" y="12700"/>
                </a:lnTo>
                <a:lnTo>
                  <a:pt x="98546" y="12628"/>
                </a:lnTo>
                <a:lnTo>
                  <a:pt x="98418" y="12557"/>
                </a:lnTo>
                <a:lnTo>
                  <a:pt x="98290" y="12486"/>
                </a:lnTo>
                <a:lnTo>
                  <a:pt x="98161" y="12416"/>
                </a:lnTo>
                <a:lnTo>
                  <a:pt x="98031" y="12346"/>
                </a:lnTo>
                <a:lnTo>
                  <a:pt x="97901" y="12277"/>
                </a:lnTo>
                <a:lnTo>
                  <a:pt x="97770" y="12208"/>
                </a:lnTo>
                <a:lnTo>
                  <a:pt x="97639" y="12139"/>
                </a:lnTo>
                <a:lnTo>
                  <a:pt x="97507" y="12071"/>
                </a:lnTo>
                <a:lnTo>
                  <a:pt x="97375" y="12003"/>
                </a:lnTo>
                <a:lnTo>
                  <a:pt x="97242" y="11936"/>
                </a:lnTo>
                <a:lnTo>
                  <a:pt x="97108" y="11868"/>
                </a:lnTo>
                <a:lnTo>
                  <a:pt x="96974" y="11802"/>
                </a:lnTo>
                <a:lnTo>
                  <a:pt x="96840" y="11735"/>
                </a:lnTo>
                <a:lnTo>
                  <a:pt x="96705" y="11669"/>
                </a:lnTo>
                <a:lnTo>
                  <a:pt x="96569" y="11604"/>
                </a:lnTo>
                <a:lnTo>
                  <a:pt x="96433" y="11539"/>
                </a:lnTo>
                <a:lnTo>
                  <a:pt x="96296" y="11474"/>
                </a:lnTo>
                <a:lnTo>
                  <a:pt x="96159" y="11410"/>
                </a:lnTo>
                <a:lnTo>
                  <a:pt x="96021" y="11346"/>
                </a:lnTo>
                <a:lnTo>
                  <a:pt x="95882" y="11282"/>
                </a:lnTo>
                <a:lnTo>
                  <a:pt x="95744" y="11219"/>
                </a:lnTo>
                <a:lnTo>
                  <a:pt x="94905" y="10888"/>
                </a:lnTo>
                <a:lnTo>
                  <a:pt x="94070" y="10580"/>
                </a:lnTo>
                <a:lnTo>
                  <a:pt x="93239" y="10294"/>
                </a:lnTo>
                <a:lnTo>
                  <a:pt x="92411" y="10030"/>
                </a:lnTo>
                <a:lnTo>
                  <a:pt x="91586" y="9788"/>
                </a:lnTo>
                <a:lnTo>
                  <a:pt x="90764" y="9568"/>
                </a:lnTo>
                <a:lnTo>
                  <a:pt x="89946" y="9371"/>
                </a:lnTo>
                <a:lnTo>
                  <a:pt x="89131" y="9195"/>
                </a:lnTo>
                <a:lnTo>
                  <a:pt x="88319" y="9041"/>
                </a:lnTo>
                <a:lnTo>
                  <a:pt x="87511" y="8910"/>
                </a:lnTo>
                <a:lnTo>
                  <a:pt x="86706" y="8801"/>
                </a:lnTo>
                <a:lnTo>
                  <a:pt x="85904" y="8714"/>
                </a:lnTo>
                <a:lnTo>
                  <a:pt x="85106" y="8648"/>
                </a:lnTo>
                <a:lnTo>
                  <a:pt x="84311" y="8606"/>
                </a:lnTo>
                <a:lnTo>
                  <a:pt x="83519" y="8585"/>
                </a:lnTo>
                <a:lnTo>
                  <a:pt x="82731" y="8586"/>
                </a:lnTo>
                <a:lnTo>
                  <a:pt x="81946" y="8609"/>
                </a:lnTo>
                <a:lnTo>
                  <a:pt x="81164" y="8655"/>
                </a:lnTo>
                <a:lnTo>
                  <a:pt x="80386" y="8722"/>
                </a:lnTo>
                <a:lnTo>
                  <a:pt x="79611" y="8812"/>
                </a:lnTo>
                <a:lnTo>
                  <a:pt x="78839" y="8923"/>
                </a:lnTo>
                <a:lnTo>
                  <a:pt x="78071" y="9057"/>
                </a:lnTo>
                <a:lnTo>
                  <a:pt x="77306" y="9213"/>
                </a:lnTo>
                <a:lnTo>
                  <a:pt x="76544" y="9391"/>
                </a:lnTo>
                <a:lnTo>
                  <a:pt x="75786" y="9587"/>
                </a:lnTo>
                <a:lnTo>
                  <a:pt x="75031" y="9798"/>
                </a:lnTo>
                <a:lnTo>
                  <a:pt x="74280" y="10022"/>
                </a:lnTo>
                <a:lnTo>
                  <a:pt x="73531" y="10261"/>
                </a:lnTo>
                <a:lnTo>
                  <a:pt x="72787" y="10513"/>
                </a:lnTo>
                <a:lnTo>
                  <a:pt x="72045" y="10780"/>
                </a:lnTo>
                <a:lnTo>
                  <a:pt x="71307" y="11061"/>
                </a:lnTo>
                <a:lnTo>
                  <a:pt x="70573" y="11356"/>
                </a:lnTo>
                <a:lnTo>
                  <a:pt x="69842" y="11665"/>
                </a:lnTo>
                <a:lnTo>
                  <a:pt x="69114" y="11988"/>
                </a:lnTo>
                <a:lnTo>
                  <a:pt x="68389" y="12326"/>
                </a:lnTo>
                <a:lnTo>
                  <a:pt x="67668" y="12677"/>
                </a:lnTo>
                <a:lnTo>
                  <a:pt x="66951" y="13043"/>
                </a:lnTo>
                <a:lnTo>
                  <a:pt x="66236" y="13422"/>
                </a:lnTo>
                <a:lnTo>
                  <a:pt x="65526" y="13816"/>
                </a:lnTo>
                <a:lnTo>
                  <a:pt x="64818" y="14224"/>
                </a:lnTo>
                <a:lnTo>
                  <a:pt x="64114" y="14646"/>
                </a:lnTo>
                <a:lnTo>
                  <a:pt x="63413" y="15082"/>
                </a:lnTo>
                <a:lnTo>
                  <a:pt x="62716" y="15532"/>
                </a:lnTo>
                <a:lnTo>
                  <a:pt x="62022" y="15997"/>
                </a:lnTo>
                <a:lnTo>
                  <a:pt x="61332" y="16475"/>
                </a:lnTo>
                <a:lnTo>
                  <a:pt x="60645" y="16968"/>
                </a:lnTo>
                <a:lnTo>
                  <a:pt x="59961" y="17475"/>
                </a:lnTo>
                <a:lnTo>
                  <a:pt x="59280" y="17996"/>
                </a:lnTo>
                <a:lnTo>
                  <a:pt x="58605" y="18526"/>
                </a:lnTo>
                <a:lnTo>
                  <a:pt x="57935" y="19063"/>
                </a:lnTo>
                <a:lnTo>
                  <a:pt x="57270" y="19606"/>
                </a:lnTo>
                <a:lnTo>
                  <a:pt x="56612" y="20155"/>
                </a:lnTo>
                <a:lnTo>
                  <a:pt x="55959" y="20710"/>
                </a:lnTo>
                <a:lnTo>
                  <a:pt x="55311" y="21271"/>
                </a:lnTo>
                <a:lnTo>
                  <a:pt x="54670" y="21838"/>
                </a:lnTo>
                <a:lnTo>
                  <a:pt x="54034" y="22411"/>
                </a:lnTo>
                <a:lnTo>
                  <a:pt x="53404" y="22990"/>
                </a:lnTo>
                <a:lnTo>
                  <a:pt x="53351" y="23039"/>
                </a:lnTo>
                <a:lnTo>
                  <a:pt x="55334" y="19711"/>
                </a:lnTo>
                <a:lnTo>
                  <a:pt x="65810" y="2044"/>
                </a:lnTo>
                <a:lnTo>
                  <a:pt x="60481" y="0"/>
                </a:lnTo>
                <a:lnTo>
                  <a:pt x="0" y="101610"/>
                </a:lnTo>
                <a:lnTo>
                  <a:pt x="5329" y="103654"/>
                </a:lnTo>
                <a:lnTo>
                  <a:pt x="44485" y="37923"/>
                </a:lnTo>
                <a:lnTo>
                  <a:pt x="44564" y="3782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1">
            <a:extLst xmlns:a="http://schemas.openxmlformats.org/drawingml/2006/main">
              <a:ext uri="{FF2B5EF4-FFF2-40B4-BE49-F238E27FC236}">
                <a16:creationId xmlns:a16="http://schemas.microsoft.com/office/drawing/2014/main" id="{AABDD79C-7BF0-4D48-94CB-CCA2E47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722" y="4306824"/>
            <a:ext cx="86686" cy="137244"/>
          </a:xfrm>
          <a:custGeom xmlns:a="http://schemas.openxmlformats.org/drawingml/2006/main">
            <a:pathLst>
              <a:path w="86686" h="137244">
                <a:moveTo>
                  <a:pt x="86686" y="540"/>
                </a:moveTo>
                <a:lnTo>
                  <a:pt x="5229" y="137244"/>
                </a:lnTo>
                <a:lnTo>
                  <a:pt x="0" y="135239"/>
                </a:lnTo>
                <a:lnTo>
                  <a:pt x="77693" y="5032"/>
                </a:lnTo>
                <a:lnTo>
                  <a:pt x="34678" y="6490"/>
                </a:lnTo>
                <a:lnTo>
                  <a:pt x="37717" y="980"/>
                </a:lnTo>
                <a:lnTo>
                  <a:pt x="85279" y="0"/>
                </a:lnTo>
                <a:lnTo>
                  <a:pt x="86686" y="54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0">
            <a:extLst xmlns:a="http://schemas.openxmlformats.org/drawingml/2006/main">
              <a:ext uri="{FF2B5EF4-FFF2-40B4-BE49-F238E27FC236}">
                <a16:creationId xmlns:a16="http://schemas.microsoft.com/office/drawing/2014/main" id="{AE084503-D585-4407-86F9-394616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795" y="4335656"/>
            <a:ext cx="118021" cy="147681"/>
          </a:xfrm>
          <a:custGeom xmlns:a="http://schemas.openxmlformats.org/drawingml/2006/main">
            <a:pathLst>
              <a:path w="118021" h="147681">
                <a:moveTo>
                  <a:pt x="102852" y="75244"/>
                </a:moveTo>
                <a:lnTo>
                  <a:pt x="87816" y="100578"/>
                </a:lnTo>
                <a:cubicBezTo>
                  <a:pt x="84574" y="106015"/>
                  <a:pt x="80530" y="111837"/>
                  <a:pt x="75686" y="118043"/>
                </a:cubicBezTo>
                <a:cubicBezTo>
                  <a:pt x="70841" y="124250"/>
                  <a:pt x="65368" y="129889"/>
                  <a:pt x="59267" y="134960"/>
                </a:cubicBezTo>
                <a:cubicBezTo>
                  <a:pt x="53167" y="140029"/>
                  <a:pt x="46629" y="143587"/>
                  <a:pt x="39651" y="145635"/>
                </a:cubicBezTo>
                <a:cubicBezTo>
                  <a:pt x="32673" y="147681"/>
                  <a:pt x="25364" y="147239"/>
                  <a:pt x="17722" y="144307"/>
                </a:cubicBezTo>
                <a:cubicBezTo>
                  <a:pt x="11487" y="141916"/>
                  <a:pt x="7035" y="138538"/>
                  <a:pt x="4366" y="134174"/>
                </a:cubicBezTo>
                <a:cubicBezTo>
                  <a:pt x="1696" y="129810"/>
                  <a:pt x="289" y="124912"/>
                  <a:pt x="145" y="119481"/>
                </a:cubicBezTo>
                <a:cubicBezTo>
                  <a:pt x="0" y="114049"/>
                  <a:pt x="693" y="108441"/>
                  <a:pt x="2223" y="102654"/>
                </a:cubicBezTo>
                <a:cubicBezTo>
                  <a:pt x="3753" y="96866"/>
                  <a:pt x="5708" y="91376"/>
                  <a:pt x="8086" y="86184"/>
                </a:cubicBezTo>
                <a:cubicBezTo>
                  <a:pt x="10465" y="80991"/>
                  <a:pt x="12808" y="76493"/>
                  <a:pt x="15114" y="72691"/>
                </a:cubicBezTo>
                <a:lnTo>
                  <a:pt x="30150" y="47358"/>
                </a:lnTo>
                <a:cubicBezTo>
                  <a:pt x="33434" y="42011"/>
                  <a:pt x="37494" y="36196"/>
                  <a:pt x="42330" y="29911"/>
                </a:cubicBezTo>
                <a:cubicBezTo>
                  <a:pt x="47167" y="23625"/>
                  <a:pt x="52619" y="17941"/>
                  <a:pt x="58685" y="12859"/>
                </a:cubicBezTo>
                <a:cubicBezTo>
                  <a:pt x="64753" y="7775"/>
                  <a:pt x="71265" y="4187"/>
                  <a:pt x="78221" y="2094"/>
                </a:cubicBezTo>
                <a:cubicBezTo>
                  <a:pt x="85178" y="0"/>
                  <a:pt x="92512" y="431"/>
                  <a:pt x="100221" y="3388"/>
                </a:cubicBezTo>
                <a:cubicBezTo>
                  <a:pt x="106455" y="5780"/>
                  <a:pt x="110934" y="9187"/>
                  <a:pt x="113658" y="13611"/>
                </a:cubicBezTo>
                <a:cubicBezTo>
                  <a:pt x="116382" y="18034"/>
                  <a:pt x="117799" y="22955"/>
                  <a:pt x="117910" y="28373"/>
                </a:cubicBezTo>
                <a:cubicBezTo>
                  <a:pt x="118021" y="33792"/>
                  <a:pt x="117307" y="39355"/>
                  <a:pt x="115769" y="45064"/>
                </a:cubicBezTo>
                <a:cubicBezTo>
                  <a:pt x="114231" y="50770"/>
                  <a:pt x="112253" y="56270"/>
                  <a:pt x="109836" y="61565"/>
                </a:cubicBezTo>
                <a:cubicBezTo>
                  <a:pt x="107419" y="66857"/>
                  <a:pt x="105091" y="71417"/>
                  <a:pt x="102852" y="75244"/>
                </a:cubicBezTo>
                <a:moveTo>
                  <a:pt x="82439" y="98054"/>
                </a:moveTo>
                <a:lnTo>
                  <a:pt x="97283" y="73223"/>
                </a:lnTo>
                <a:cubicBezTo>
                  <a:pt x="99315" y="69934"/>
                  <a:pt x="101441" y="65951"/>
                  <a:pt x="103660" y="61272"/>
                </a:cubicBezTo>
                <a:cubicBezTo>
                  <a:pt x="105880" y="56594"/>
                  <a:pt x="107822" y="51638"/>
                  <a:pt x="109486" y="46403"/>
                </a:cubicBezTo>
                <a:cubicBezTo>
                  <a:pt x="111151" y="41166"/>
                  <a:pt x="112061" y="36043"/>
                  <a:pt x="112216" y="31034"/>
                </a:cubicBezTo>
                <a:cubicBezTo>
                  <a:pt x="112370" y="26025"/>
                  <a:pt x="111399" y="21545"/>
                  <a:pt x="109302" y="17592"/>
                </a:cubicBezTo>
                <a:cubicBezTo>
                  <a:pt x="107205" y="13640"/>
                  <a:pt x="103442" y="10622"/>
                  <a:pt x="98012" y="8539"/>
                </a:cubicBezTo>
                <a:cubicBezTo>
                  <a:pt x="91401" y="5927"/>
                  <a:pt x="84970" y="5649"/>
                  <a:pt x="78719" y="7707"/>
                </a:cubicBezTo>
                <a:cubicBezTo>
                  <a:pt x="72469" y="9762"/>
                  <a:pt x="66625" y="13164"/>
                  <a:pt x="61186" y="17913"/>
                </a:cubicBezTo>
                <a:cubicBezTo>
                  <a:pt x="55748" y="22661"/>
                  <a:pt x="50810" y="27909"/>
                  <a:pt x="46372" y="33657"/>
                </a:cubicBezTo>
                <a:cubicBezTo>
                  <a:pt x="41935" y="39402"/>
                  <a:pt x="38271" y="44638"/>
                  <a:pt x="35379" y="49363"/>
                </a:cubicBezTo>
                <a:lnTo>
                  <a:pt x="20497" y="74295"/>
                </a:lnTo>
                <a:cubicBezTo>
                  <a:pt x="18531" y="77612"/>
                  <a:pt x="16422" y="81603"/>
                  <a:pt x="14169" y="86268"/>
                </a:cubicBezTo>
                <a:cubicBezTo>
                  <a:pt x="11916" y="90931"/>
                  <a:pt x="10001" y="95917"/>
                  <a:pt x="8424" y="101226"/>
                </a:cubicBezTo>
                <a:cubicBezTo>
                  <a:pt x="6847" y="106533"/>
                  <a:pt x="5975" y="111708"/>
                  <a:pt x="5808" y="116750"/>
                </a:cubicBezTo>
                <a:cubicBezTo>
                  <a:pt x="5640" y="121793"/>
                  <a:pt x="6605" y="126290"/>
                  <a:pt x="8702" y="130243"/>
                </a:cubicBezTo>
                <a:cubicBezTo>
                  <a:pt x="10799" y="134195"/>
                  <a:pt x="14495" y="137187"/>
                  <a:pt x="19791" y="139218"/>
                </a:cubicBezTo>
                <a:cubicBezTo>
                  <a:pt x="26402" y="141831"/>
                  <a:pt x="32822" y="142086"/>
                  <a:pt x="39052" y="139984"/>
                </a:cubicBezTo>
                <a:cubicBezTo>
                  <a:pt x="45282" y="137880"/>
                  <a:pt x="51146" y="134428"/>
                  <a:pt x="56643" y="129628"/>
                </a:cubicBezTo>
                <a:cubicBezTo>
                  <a:pt x="62141" y="124825"/>
                  <a:pt x="67102" y="119567"/>
                  <a:pt x="71527" y="113853"/>
                </a:cubicBezTo>
                <a:cubicBezTo>
                  <a:pt x="75952" y="108139"/>
                  <a:pt x="79589" y="102873"/>
                  <a:pt x="82439" y="9805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+">
            <a:extLst xmlns:a="http://schemas.openxmlformats.org/drawingml/2006/main">
              <a:ext uri="{FF2B5EF4-FFF2-40B4-BE49-F238E27FC236}">
                <a16:creationId xmlns:a16="http://schemas.microsoft.com/office/drawing/2014/main" id="{1A461887-0A79-4099-A719-231FBAB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09" y="4400490"/>
            <a:ext cx="85353" cy="101797"/>
          </a:xfrm>
          <a:custGeom xmlns:a="http://schemas.openxmlformats.org/drawingml/2006/main">
            <a:pathLst>
              <a:path w="85353" h="101797">
                <a:moveTo>
                  <a:pt x="74437" y="2083"/>
                </a:moveTo>
                <a:lnTo>
                  <a:pt x="69007" y="0"/>
                </a:lnTo>
                <a:lnTo>
                  <a:pt x="40583" y="47810"/>
                </a:lnTo>
                <a:lnTo>
                  <a:pt x="2596" y="33239"/>
                </a:lnTo>
                <a:lnTo>
                  <a:pt x="0" y="37896"/>
                </a:lnTo>
                <a:lnTo>
                  <a:pt x="37846" y="52413"/>
                </a:lnTo>
                <a:lnTo>
                  <a:pt x="9701" y="99753"/>
                </a:lnTo>
                <a:lnTo>
                  <a:pt x="15030" y="101797"/>
                </a:lnTo>
                <a:lnTo>
                  <a:pt x="43223" y="54475"/>
                </a:lnTo>
                <a:lnTo>
                  <a:pt x="82556" y="69562"/>
                </a:lnTo>
                <a:lnTo>
                  <a:pt x="85353" y="64983"/>
                </a:lnTo>
                <a:lnTo>
                  <a:pt x="45964" y="49874"/>
                </a:lnTo>
                <a:lnTo>
                  <a:pt x="74437" y="208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m">
            <a:extLst xmlns:a="http://schemas.openxmlformats.org/drawingml/2006/main">
              <a:ext uri="{FF2B5EF4-FFF2-40B4-BE49-F238E27FC236}">
                <a16:creationId xmlns:a16="http://schemas.microsoft.com/office/drawing/2014/main" id="{B96F1F2E-12A1-4B20-8A10-1AC19A76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313" y="4455329"/>
            <a:ext cx="174387" cy="149977"/>
          </a:xfrm>
          <a:custGeom xmlns:a="http://schemas.openxmlformats.org/drawingml/2006/main">
            <a:pathLst>
              <a:path w="174387" h="149977">
                <a:moveTo>
                  <a:pt x="53132" y="23981"/>
                </a:moveTo>
                <a:lnTo>
                  <a:pt x="65911" y="2121"/>
                </a:lnTo>
                <a:lnTo>
                  <a:pt x="60380" y="0"/>
                </a:lnTo>
                <a:lnTo>
                  <a:pt x="0" y="101648"/>
                </a:lnTo>
                <a:lnTo>
                  <a:pt x="5430" y="103731"/>
                </a:lnTo>
                <a:lnTo>
                  <a:pt x="43841" y="39514"/>
                </a:lnTo>
                <a:lnTo>
                  <a:pt x="44253" y="39044"/>
                </a:lnTo>
                <a:lnTo>
                  <a:pt x="44675" y="38567"/>
                </a:lnTo>
                <a:lnTo>
                  <a:pt x="45104" y="38089"/>
                </a:lnTo>
                <a:lnTo>
                  <a:pt x="45538" y="37610"/>
                </a:lnTo>
                <a:lnTo>
                  <a:pt x="45978" y="37129"/>
                </a:lnTo>
                <a:lnTo>
                  <a:pt x="46424" y="36648"/>
                </a:lnTo>
                <a:lnTo>
                  <a:pt x="46875" y="36166"/>
                </a:lnTo>
                <a:lnTo>
                  <a:pt x="47333" y="35683"/>
                </a:lnTo>
                <a:lnTo>
                  <a:pt x="47796" y="35199"/>
                </a:lnTo>
                <a:lnTo>
                  <a:pt x="48265" y="34714"/>
                </a:lnTo>
                <a:lnTo>
                  <a:pt x="48740" y="34228"/>
                </a:lnTo>
                <a:lnTo>
                  <a:pt x="49220" y="33741"/>
                </a:lnTo>
                <a:lnTo>
                  <a:pt x="49707" y="33254"/>
                </a:lnTo>
                <a:lnTo>
                  <a:pt x="50199" y="32765"/>
                </a:lnTo>
                <a:lnTo>
                  <a:pt x="50697" y="32275"/>
                </a:lnTo>
                <a:lnTo>
                  <a:pt x="51200" y="31787"/>
                </a:lnTo>
                <a:lnTo>
                  <a:pt x="51708" y="31303"/>
                </a:lnTo>
                <a:lnTo>
                  <a:pt x="52222" y="30824"/>
                </a:lnTo>
                <a:lnTo>
                  <a:pt x="52740" y="30350"/>
                </a:lnTo>
                <a:lnTo>
                  <a:pt x="53264" y="29880"/>
                </a:lnTo>
                <a:lnTo>
                  <a:pt x="53792" y="29414"/>
                </a:lnTo>
                <a:lnTo>
                  <a:pt x="54326" y="28953"/>
                </a:lnTo>
                <a:lnTo>
                  <a:pt x="54865" y="28497"/>
                </a:lnTo>
                <a:lnTo>
                  <a:pt x="55409" y="28045"/>
                </a:lnTo>
                <a:lnTo>
                  <a:pt x="55958" y="27598"/>
                </a:lnTo>
                <a:lnTo>
                  <a:pt x="56512" y="27155"/>
                </a:lnTo>
                <a:lnTo>
                  <a:pt x="57071" y="26717"/>
                </a:lnTo>
                <a:lnTo>
                  <a:pt x="57635" y="26284"/>
                </a:lnTo>
                <a:lnTo>
                  <a:pt x="58204" y="25855"/>
                </a:lnTo>
                <a:lnTo>
                  <a:pt x="58778" y="25430"/>
                </a:lnTo>
                <a:lnTo>
                  <a:pt x="59357" y="25010"/>
                </a:lnTo>
                <a:lnTo>
                  <a:pt x="59942" y="24595"/>
                </a:lnTo>
                <a:lnTo>
                  <a:pt x="60531" y="24184"/>
                </a:lnTo>
                <a:lnTo>
                  <a:pt x="61126" y="23778"/>
                </a:lnTo>
                <a:lnTo>
                  <a:pt x="61725" y="23376"/>
                </a:lnTo>
                <a:lnTo>
                  <a:pt x="62330" y="22979"/>
                </a:lnTo>
                <a:lnTo>
                  <a:pt x="62939" y="22586"/>
                </a:lnTo>
                <a:lnTo>
                  <a:pt x="63554" y="22198"/>
                </a:lnTo>
                <a:lnTo>
                  <a:pt x="64174" y="21814"/>
                </a:lnTo>
                <a:lnTo>
                  <a:pt x="64797" y="21438"/>
                </a:lnTo>
                <a:lnTo>
                  <a:pt x="65421" y="21072"/>
                </a:lnTo>
                <a:lnTo>
                  <a:pt x="66046" y="20715"/>
                </a:lnTo>
                <a:lnTo>
                  <a:pt x="66673" y="20368"/>
                </a:lnTo>
                <a:lnTo>
                  <a:pt x="67301" y="20031"/>
                </a:lnTo>
                <a:lnTo>
                  <a:pt x="67930" y="19704"/>
                </a:lnTo>
                <a:lnTo>
                  <a:pt x="68560" y="19387"/>
                </a:lnTo>
                <a:lnTo>
                  <a:pt x="69191" y="19080"/>
                </a:lnTo>
                <a:lnTo>
                  <a:pt x="69824" y="18783"/>
                </a:lnTo>
                <a:lnTo>
                  <a:pt x="70458" y="18495"/>
                </a:lnTo>
                <a:lnTo>
                  <a:pt x="71093" y="18218"/>
                </a:lnTo>
                <a:lnTo>
                  <a:pt x="71729" y="17950"/>
                </a:lnTo>
                <a:lnTo>
                  <a:pt x="72367" y="17692"/>
                </a:lnTo>
                <a:lnTo>
                  <a:pt x="73005" y="17444"/>
                </a:lnTo>
                <a:lnTo>
                  <a:pt x="73645" y="17206"/>
                </a:lnTo>
                <a:lnTo>
                  <a:pt x="74287" y="16978"/>
                </a:lnTo>
                <a:lnTo>
                  <a:pt x="74929" y="16760"/>
                </a:lnTo>
                <a:lnTo>
                  <a:pt x="75572" y="16551"/>
                </a:lnTo>
                <a:lnTo>
                  <a:pt x="76217" y="16353"/>
                </a:lnTo>
                <a:lnTo>
                  <a:pt x="76863" y="16164"/>
                </a:lnTo>
                <a:lnTo>
                  <a:pt x="77510" y="15985"/>
                </a:lnTo>
                <a:lnTo>
                  <a:pt x="78159" y="15816"/>
                </a:lnTo>
                <a:lnTo>
                  <a:pt x="78808" y="15657"/>
                </a:lnTo>
                <a:lnTo>
                  <a:pt x="79459" y="15508"/>
                </a:lnTo>
                <a:lnTo>
                  <a:pt x="80111" y="15372"/>
                </a:lnTo>
                <a:lnTo>
                  <a:pt x="80762" y="15252"/>
                </a:lnTo>
                <a:lnTo>
                  <a:pt x="81414" y="15149"/>
                </a:lnTo>
                <a:lnTo>
                  <a:pt x="82066" y="15063"/>
                </a:lnTo>
                <a:lnTo>
                  <a:pt x="82718" y="14993"/>
                </a:lnTo>
                <a:lnTo>
                  <a:pt x="83370" y="14939"/>
                </a:lnTo>
                <a:lnTo>
                  <a:pt x="84022" y="14902"/>
                </a:lnTo>
                <a:lnTo>
                  <a:pt x="84674" y="14881"/>
                </a:lnTo>
                <a:lnTo>
                  <a:pt x="85326" y="14876"/>
                </a:lnTo>
                <a:lnTo>
                  <a:pt x="85978" y="14889"/>
                </a:lnTo>
                <a:lnTo>
                  <a:pt x="86631" y="14917"/>
                </a:lnTo>
                <a:lnTo>
                  <a:pt x="87283" y="14962"/>
                </a:lnTo>
                <a:lnTo>
                  <a:pt x="87936" y="15024"/>
                </a:lnTo>
                <a:lnTo>
                  <a:pt x="88589" y="15101"/>
                </a:lnTo>
                <a:lnTo>
                  <a:pt x="89241" y="15196"/>
                </a:lnTo>
                <a:lnTo>
                  <a:pt x="89894" y="15307"/>
                </a:lnTo>
                <a:lnTo>
                  <a:pt x="90547" y="15434"/>
                </a:lnTo>
                <a:lnTo>
                  <a:pt x="91200" y="15578"/>
                </a:lnTo>
                <a:lnTo>
                  <a:pt x="91853" y="15738"/>
                </a:lnTo>
                <a:lnTo>
                  <a:pt x="92506" y="15915"/>
                </a:lnTo>
                <a:lnTo>
                  <a:pt x="93160" y="16108"/>
                </a:lnTo>
                <a:lnTo>
                  <a:pt x="93813" y="16317"/>
                </a:lnTo>
                <a:lnTo>
                  <a:pt x="94467" y="16543"/>
                </a:lnTo>
                <a:lnTo>
                  <a:pt x="95120" y="16786"/>
                </a:lnTo>
                <a:lnTo>
                  <a:pt x="95931" y="17098"/>
                </a:lnTo>
                <a:lnTo>
                  <a:pt x="96717" y="17420"/>
                </a:lnTo>
                <a:lnTo>
                  <a:pt x="97475" y="17752"/>
                </a:lnTo>
                <a:lnTo>
                  <a:pt x="98208" y="18095"/>
                </a:lnTo>
                <a:lnTo>
                  <a:pt x="98915" y="18448"/>
                </a:lnTo>
                <a:lnTo>
                  <a:pt x="99595" y="18812"/>
                </a:lnTo>
                <a:lnTo>
                  <a:pt x="100249" y="19186"/>
                </a:lnTo>
                <a:lnTo>
                  <a:pt x="100877" y="19571"/>
                </a:lnTo>
                <a:lnTo>
                  <a:pt x="101478" y="19965"/>
                </a:lnTo>
                <a:lnTo>
                  <a:pt x="102054" y="20370"/>
                </a:lnTo>
                <a:lnTo>
                  <a:pt x="102603" y="20786"/>
                </a:lnTo>
                <a:lnTo>
                  <a:pt x="103126" y="21212"/>
                </a:lnTo>
                <a:lnTo>
                  <a:pt x="103622" y="21648"/>
                </a:lnTo>
                <a:lnTo>
                  <a:pt x="104093" y="22095"/>
                </a:lnTo>
                <a:lnTo>
                  <a:pt x="104537" y="22552"/>
                </a:lnTo>
                <a:lnTo>
                  <a:pt x="104955" y="23019"/>
                </a:lnTo>
                <a:lnTo>
                  <a:pt x="105347" y="23497"/>
                </a:lnTo>
                <a:lnTo>
                  <a:pt x="105713" y="23985"/>
                </a:lnTo>
                <a:lnTo>
                  <a:pt x="106052" y="24483"/>
                </a:lnTo>
                <a:lnTo>
                  <a:pt x="106365" y="24992"/>
                </a:lnTo>
                <a:lnTo>
                  <a:pt x="106652" y="25511"/>
                </a:lnTo>
                <a:lnTo>
                  <a:pt x="106913" y="26041"/>
                </a:lnTo>
                <a:lnTo>
                  <a:pt x="107148" y="26581"/>
                </a:lnTo>
                <a:lnTo>
                  <a:pt x="107356" y="27131"/>
                </a:lnTo>
                <a:lnTo>
                  <a:pt x="107543" y="27689"/>
                </a:lnTo>
                <a:lnTo>
                  <a:pt x="107714" y="28251"/>
                </a:lnTo>
                <a:lnTo>
                  <a:pt x="107869" y="28817"/>
                </a:lnTo>
                <a:lnTo>
                  <a:pt x="108007" y="29388"/>
                </a:lnTo>
                <a:lnTo>
                  <a:pt x="108129" y="29963"/>
                </a:lnTo>
                <a:lnTo>
                  <a:pt x="108234" y="30543"/>
                </a:lnTo>
                <a:lnTo>
                  <a:pt x="108324" y="31127"/>
                </a:lnTo>
                <a:lnTo>
                  <a:pt x="108397" y="31715"/>
                </a:lnTo>
                <a:lnTo>
                  <a:pt x="108453" y="32308"/>
                </a:lnTo>
                <a:lnTo>
                  <a:pt x="108494" y="32905"/>
                </a:lnTo>
                <a:lnTo>
                  <a:pt x="108518" y="33506"/>
                </a:lnTo>
                <a:lnTo>
                  <a:pt x="108526" y="34112"/>
                </a:lnTo>
                <a:lnTo>
                  <a:pt x="108517" y="34722"/>
                </a:lnTo>
                <a:lnTo>
                  <a:pt x="108493" y="35336"/>
                </a:lnTo>
                <a:lnTo>
                  <a:pt x="108452" y="35955"/>
                </a:lnTo>
                <a:lnTo>
                  <a:pt x="108394" y="36578"/>
                </a:lnTo>
                <a:lnTo>
                  <a:pt x="108321" y="37206"/>
                </a:lnTo>
                <a:lnTo>
                  <a:pt x="108231" y="37837"/>
                </a:lnTo>
                <a:lnTo>
                  <a:pt x="108124" y="38474"/>
                </a:lnTo>
                <a:lnTo>
                  <a:pt x="108002" y="39114"/>
                </a:lnTo>
                <a:lnTo>
                  <a:pt x="107863" y="39759"/>
                </a:lnTo>
                <a:lnTo>
                  <a:pt x="107708" y="40408"/>
                </a:lnTo>
                <a:lnTo>
                  <a:pt x="107537" y="41062"/>
                </a:lnTo>
                <a:lnTo>
                  <a:pt x="107349" y="41720"/>
                </a:lnTo>
                <a:lnTo>
                  <a:pt x="107149" y="42380"/>
                </a:lnTo>
                <a:lnTo>
                  <a:pt x="106943" y="43037"/>
                </a:lnTo>
                <a:lnTo>
                  <a:pt x="106730" y="43693"/>
                </a:lnTo>
                <a:lnTo>
                  <a:pt x="106510" y="44348"/>
                </a:lnTo>
                <a:lnTo>
                  <a:pt x="106282" y="45000"/>
                </a:lnTo>
                <a:lnTo>
                  <a:pt x="106048" y="45651"/>
                </a:lnTo>
                <a:lnTo>
                  <a:pt x="105807" y="46301"/>
                </a:lnTo>
                <a:lnTo>
                  <a:pt x="105559" y="46948"/>
                </a:lnTo>
                <a:lnTo>
                  <a:pt x="105304" y="47595"/>
                </a:lnTo>
                <a:lnTo>
                  <a:pt x="105042" y="48239"/>
                </a:lnTo>
                <a:lnTo>
                  <a:pt x="104773" y="48882"/>
                </a:lnTo>
                <a:lnTo>
                  <a:pt x="104497" y="49523"/>
                </a:lnTo>
                <a:lnTo>
                  <a:pt x="104214" y="50162"/>
                </a:lnTo>
                <a:lnTo>
                  <a:pt x="103924" y="50800"/>
                </a:lnTo>
                <a:lnTo>
                  <a:pt x="103627" y="51435"/>
                </a:lnTo>
                <a:lnTo>
                  <a:pt x="103323" y="52070"/>
                </a:lnTo>
                <a:lnTo>
                  <a:pt x="103012" y="52702"/>
                </a:lnTo>
                <a:lnTo>
                  <a:pt x="102694" y="53333"/>
                </a:lnTo>
                <a:lnTo>
                  <a:pt x="102369" y="53963"/>
                </a:lnTo>
                <a:lnTo>
                  <a:pt x="102038" y="54590"/>
                </a:lnTo>
                <a:lnTo>
                  <a:pt x="101699" y="55216"/>
                </a:lnTo>
                <a:lnTo>
                  <a:pt x="101353" y="55841"/>
                </a:lnTo>
                <a:lnTo>
                  <a:pt x="101001" y="56463"/>
                </a:lnTo>
                <a:lnTo>
                  <a:pt x="100641" y="57084"/>
                </a:lnTo>
                <a:lnTo>
                  <a:pt x="60434" y="124829"/>
                </a:lnTo>
                <a:lnTo>
                  <a:pt x="65562" y="126796"/>
                </a:lnTo>
                <a:lnTo>
                  <a:pt x="105692" y="59252"/>
                </a:lnTo>
                <a:lnTo>
                  <a:pt x="106020" y="58715"/>
                </a:lnTo>
                <a:lnTo>
                  <a:pt x="106342" y="58176"/>
                </a:lnTo>
                <a:lnTo>
                  <a:pt x="106581" y="57768"/>
                </a:lnTo>
                <a:lnTo>
                  <a:pt x="106675" y="57664"/>
                </a:lnTo>
                <a:lnTo>
                  <a:pt x="107042" y="57263"/>
                </a:lnTo>
                <a:lnTo>
                  <a:pt x="107415" y="56863"/>
                </a:lnTo>
                <a:lnTo>
                  <a:pt x="107794" y="56465"/>
                </a:lnTo>
                <a:lnTo>
                  <a:pt x="108178" y="56067"/>
                </a:lnTo>
                <a:lnTo>
                  <a:pt x="108567" y="55671"/>
                </a:lnTo>
                <a:lnTo>
                  <a:pt x="108962" y="55275"/>
                </a:lnTo>
                <a:lnTo>
                  <a:pt x="109363" y="54881"/>
                </a:lnTo>
                <a:lnTo>
                  <a:pt x="109769" y="54488"/>
                </a:lnTo>
                <a:lnTo>
                  <a:pt x="110181" y="54096"/>
                </a:lnTo>
                <a:lnTo>
                  <a:pt x="110599" y="53706"/>
                </a:lnTo>
                <a:lnTo>
                  <a:pt x="111022" y="53316"/>
                </a:lnTo>
                <a:lnTo>
                  <a:pt x="111450" y="52928"/>
                </a:lnTo>
                <a:lnTo>
                  <a:pt x="111884" y="52541"/>
                </a:lnTo>
                <a:lnTo>
                  <a:pt x="112324" y="52154"/>
                </a:lnTo>
                <a:lnTo>
                  <a:pt x="112769" y="51769"/>
                </a:lnTo>
                <a:lnTo>
                  <a:pt x="113220" y="51385"/>
                </a:lnTo>
                <a:lnTo>
                  <a:pt x="113677" y="51003"/>
                </a:lnTo>
                <a:lnTo>
                  <a:pt x="114139" y="50621"/>
                </a:lnTo>
                <a:lnTo>
                  <a:pt x="114606" y="50241"/>
                </a:lnTo>
                <a:lnTo>
                  <a:pt x="115079" y="49861"/>
                </a:lnTo>
                <a:lnTo>
                  <a:pt x="115558" y="49483"/>
                </a:lnTo>
                <a:lnTo>
                  <a:pt x="116041" y="49108"/>
                </a:lnTo>
                <a:lnTo>
                  <a:pt x="116528" y="48739"/>
                </a:lnTo>
                <a:lnTo>
                  <a:pt x="117018" y="48375"/>
                </a:lnTo>
                <a:lnTo>
                  <a:pt x="117511" y="48016"/>
                </a:lnTo>
                <a:lnTo>
                  <a:pt x="118007" y="47663"/>
                </a:lnTo>
                <a:lnTo>
                  <a:pt x="118507" y="47316"/>
                </a:lnTo>
                <a:lnTo>
                  <a:pt x="119010" y="46974"/>
                </a:lnTo>
                <a:lnTo>
                  <a:pt x="119516" y="46637"/>
                </a:lnTo>
                <a:lnTo>
                  <a:pt x="120026" y="46306"/>
                </a:lnTo>
                <a:lnTo>
                  <a:pt x="120539" y="45980"/>
                </a:lnTo>
                <a:lnTo>
                  <a:pt x="121055" y="45660"/>
                </a:lnTo>
                <a:lnTo>
                  <a:pt x="121574" y="45346"/>
                </a:lnTo>
                <a:lnTo>
                  <a:pt x="122097" y="45036"/>
                </a:lnTo>
                <a:lnTo>
                  <a:pt x="122623" y="44733"/>
                </a:lnTo>
                <a:lnTo>
                  <a:pt x="123153" y="44434"/>
                </a:lnTo>
                <a:lnTo>
                  <a:pt x="123686" y="44142"/>
                </a:lnTo>
                <a:lnTo>
                  <a:pt x="124222" y="43854"/>
                </a:lnTo>
                <a:lnTo>
                  <a:pt x="124761" y="43572"/>
                </a:lnTo>
                <a:lnTo>
                  <a:pt x="125304" y="43296"/>
                </a:lnTo>
                <a:lnTo>
                  <a:pt x="125850" y="43025"/>
                </a:lnTo>
                <a:lnTo>
                  <a:pt x="126399" y="42760"/>
                </a:lnTo>
                <a:lnTo>
                  <a:pt x="126952" y="42500"/>
                </a:lnTo>
                <a:lnTo>
                  <a:pt x="127508" y="42245"/>
                </a:lnTo>
                <a:lnTo>
                  <a:pt x="128067" y="41996"/>
                </a:lnTo>
                <a:lnTo>
                  <a:pt x="128628" y="41754"/>
                </a:lnTo>
                <a:lnTo>
                  <a:pt x="129190" y="41519"/>
                </a:lnTo>
                <a:lnTo>
                  <a:pt x="129752" y="41293"/>
                </a:lnTo>
                <a:lnTo>
                  <a:pt x="130315" y="41074"/>
                </a:lnTo>
                <a:lnTo>
                  <a:pt x="130878" y="40863"/>
                </a:lnTo>
                <a:lnTo>
                  <a:pt x="131443" y="40660"/>
                </a:lnTo>
                <a:lnTo>
                  <a:pt x="132007" y="40464"/>
                </a:lnTo>
                <a:lnTo>
                  <a:pt x="132573" y="40277"/>
                </a:lnTo>
                <a:lnTo>
                  <a:pt x="133139" y="40097"/>
                </a:lnTo>
                <a:lnTo>
                  <a:pt x="133705" y="39925"/>
                </a:lnTo>
                <a:lnTo>
                  <a:pt x="134272" y="39761"/>
                </a:lnTo>
                <a:lnTo>
                  <a:pt x="134840" y="39605"/>
                </a:lnTo>
                <a:lnTo>
                  <a:pt x="135408" y="39457"/>
                </a:lnTo>
                <a:lnTo>
                  <a:pt x="135977" y="39317"/>
                </a:lnTo>
                <a:lnTo>
                  <a:pt x="136547" y="39184"/>
                </a:lnTo>
                <a:lnTo>
                  <a:pt x="137117" y="39059"/>
                </a:lnTo>
                <a:lnTo>
                  <a:pt x="137687" y="38942"/>
                </a:lnTo>
                <a:lnTo>
                  <a:pt x="138259" y="38833"/>
                </a:lnTo>
                <a:lnTo>
                  <a:pt x="138830" y="38732"/>
                </a:lnTo>
                <a:lnTo>
                  <a:pt x="139403" y="38638"/>
                </a:lnTo>
                <a:lnTo>
                  <a:pt x="139976" y="38553"/>
                </a:lnTo>
                <a:lnTo>
                  <a:pt x="140550" y="38475"/>
                </a:lnTo>
                <a:lnTo>
                  <a:pt x="141124" y="38405"/>
                </a:lnTo>
                <a:lnTo>
                  <a:pt x="141699" y="38343"/>
                </a:lnTo>
                <a:lnTo>
                  <a:pt x="142273" y="38290"/>
                </a:lnTo>
                <a:lnTo>
                  <a:pt x="142847" y="38246"/>
                </a:lnTo>
                <a:lnTo>
                  <a:pt x="143421" y="38212"/>
                </a:lnTo>
                <a:lnTo>
                  <a:pt x="143993" y="38188"/>
                </a:lnTo>
                <a:lnTo>
                  <a:pt x="144565" y="38174"/>
                </a:lnTo>
                <a:lnTo>
                  <a:pt x="145136" y="38169"/>
                </a:lnTo>
                <a:lnTo>
                  <a:pt x="145707" y="38174"/>
                </a:lnTo>
                <a:lnTo>
                  <a:pt x="146276" y="38189"/>
                </a:lnTo>
                <a:lnTo>
                  <a:pt x="146845" y="38214"/>
                </a:lnTo>
                <a:lnTo>
                  <a:pt x="147413" y="38248"/>
                </a:lnTo>
                <a:lnTo>
                  <a:pt x="147981" y="38292"/>
                </a:lnTo>
                <a:lnTo>
                  <a:pt x="148548" y="38346"/>
                </a:lnTo>
                <a:lnTo>
                  <a:pt x="149114" y="38409"/>
                </a:lnTo>
                <a:lnTo>
                  <a:pt x="149679" y="38483"/>
                </a:lnTo>
                <a:lnTo>
                  <a:pt x="150243" y="38566"/>
                </a:lnTo>
                <a:lnTo>
                  <a:pt x="150807" y="38658"/>
                </a:lnTo>
                <a:lnTo>
                  <a:pt x="151370" y="38761"/>
                </a:lnTo>
                <a:lnTo>
                  <a:pt x="151932" y="38873"/>
                </a:lnTo>
                <a:lnTo>
                  <a:pt x="152494" y="38995"/>
                </a:lnTo>
                <a:lnTo>
                  <a:pt x="153055" y="39126"/>
                </a:lnTo>
                <a:lnTo>
                  <a:pt x="153615" y="39268"/>
                </a:lnTo>
                <a:lnTo>
                  <a:pt x="154174" y="39419"/>
                </a:lnTo>
                <a:lnTo>
                  <a:pt x="154733" y="39580"/>
                </a:lnTo>
                <a:lnTo>
                  <a:pt x="155291" y="39750"/>
                </a:lnTo>
                <a:lnTo>
                  <a:pt x="156154" y="40073"/>
                </a:lnTo>
                <a:lnTo>
                  <a:pt x="156987" y="40408"/>
                </a:lnTo>
                <a:lnTo>
                  <a:pt x="157791" y="40754"/>
                </a:lnTo>
                <a:lnTo>
                  <a:pt x="158565" y="41112"/>
                </a:lnTo>
                <a:lnTo>
                  <a:pt x="159310" y="41481"/>
                </a:lnTo>
                <a:lnTo>
                  <a:pt x="160025" y="41862"/>
                </a:lnTo>
                <a:lnTo>
                  <a:pt x="160710" y="42254"/>
                </a:lnTo>
                <a:lnTo>
                  <a:pt x="161366" y="42657"/>
                </a:lnTo>
                <a:lnTo>
                  <a:pt x="161992" y="43072"/>
                </a:lnTo>
                <a:lnTo>
                  <a:pt x="162588" y="43498"/>
                </a:lnTo>
                <a:lnTo>
                  <a:pt x="163155" y="43936"/>
                </a:lnTo>
                <a:lnTo>
                  <a:pt x="163692" y="44386"/>
                </a:lnTo>
                <a:lnTo>
                  <a:pt x="164199" y="44846"/>
                </a:lnTo>
                <a:lnTo>
                  <a:pt x="164677" y="45319"/>
                </a:lnTo>
                <a:lnTo>
                  <a:pt x="165125" y="45802"/>
                </a:lnTo>
                <a:lnTo>
                  <a:pt x="165544" y="46298"/>
                </a:lnTo>
                <a:lnTo>
                  <a:pt x="165933" y="46804"/>
                </a:lnTo>
                <a:lnTo>
                  <a:pt x="166292" y="47322"/>
                </a:lnTo>
                <a:lnTo>
                  <a:pt x="166622" y="47852"/>
                </a:lnTo>
                <a:lnTo>
                  <a:pt x="166921" y="48393"/>
                </a:lnTo>
                <a:lnTo>
                  <a:pt x="167192" y="48945"/>
                </a:lnTo>
                <a:lnTo>
                  <a:pt x="167433" y="49509"/>
                </a:lnTo>
                <a:lnTo>
                  <a:pt x="167644" y="50085"/>
                </a:lnTo>
                <a:lnTo>
                  <a:pt x="167825" y="50671"/>
                </a:lnTo>
                <a:lnTo>
                  <a:pt x="167983" y="51266"/>
                </a:lnTo>
                <a:lnTo>
                  <a:pt x="168124" y="51866"/>
                </a:lnTo>
                <a:lnTo>
                  <a:pt x="168248" y="52470"/>
                </a:lnTo>
                <a:lnTo>
                  <a:pt x="168356" y="53078"/>
                </a:lnTo>
                <a:lnTo>
                  <a:pt x="168446" y="53691"/>
                </a:lnTo>
                <a:lnTo>
                  <a:pt x="168519" y="54308"/>
                </a:lnTo>
                <a:lnTo>
                  <a:pt x="168576" y="54930"/>
                </a:lnTo>
                <a:lnTo>
                  <a:pt x="168615" y="55557"/>
                </a:lnTo>
                <a:lnTo>
                  <a:pt x="168638" y="56187"/>
                </a:lnTo>
                <a:lnTo>
                  <a:pt x="168643" y="56823"/>
                </a:lnTo>
                <a:lnTo>
                  <a:pt x="168632" y="57463"/>
                </a:lnTo>
                <a:lnTo>
                  <a:pt x="168603" y="58107"/>
                </a:lnTo>
                <a:lnTo>
                  <a:pt x="168558" y="58756"/>
                </a:lnTo>
                <a:lnTo>
                  <a:pt x="168496" y="59410"/>
                </a:lnTo>
                <a:lnTo>
                  <a:pt x="168417" y="60068"/>
                </a:lnTo>
                <a:lnTo>
                  <a:pt x="168320" y="60730"/>
                </a:lnTo>
                <a:lnTo>
                  <a:pt x="168207" y="61397"/>
                </a:lnTo>
                <a:lnTo>
                  <a:pt x="168077" y="62069"/>
                </a:lnTo>
                <a:lnTo>
                  <a:pt x="167930" y="62745"/>
                </a:lnTo>
                <a:lnTo>
                  <a:pt x="167766" y="63425"/>
                </a:lnTo>
                <a:lnTo>
                  <a:pt x="167585" y="64110"/>
                </a:lnTo>
                <a:lnTo>
                  <a:pt x="167387" y="64800"/>
                </a:lnTo>
                <a:lnTo>
                  <a:pt x="167172" y="65494"/>
                </a:lnTo>
                <a:lnTo>
                  <a:pt x="166940" y="66193"/>
                </a:lnTo>
                <a:lnTo>
                  <a:pt x="166697" y="66892"/>
                </a:lnTo>
                <a:lnTo>
                  <a:pt x="166449" y="67588"/>
                </a:lnTo>
                <a:lnTo>
                  <a:pt x="166196" y="68280"/>
                </a:lnTo>
                <a:lnTo>
                  <a:pt x="165938" y="68969"/>
                </a:lnTo>
                <a:lnTo>
                  <a:pt x="165675" y="69655"/>
                </a:lnTo>
                <a:lnTo>
                  <a:pt x="165406" y="70337"/>
                </a:lnTo>
                <a:lnTo>
                  <a:pt x="165133" y="71016"/>
                </a:lnTo>
                <a:lnTo>
                  <a:pt x="164854" y="71692"/>
                </a:lnTo>
                <a:lnTo>
                  <a:pt x="164570" y="72364"/>
                </a:lnTo>
                <a:lnTo>
                  <a:pt x="164281" y="73033"/>
                </a:lnTo>
                <a:lnTo>
                  <a:pt x="163987" y="73699"/>
                </a:lnTo>
                <a:lnTo>
                  <a:pt x="163688" y="74361"/>
                </a:lnTo>
                <a:lnTo>
                  <a:pt x="163384" y="75020"/>
                </a:lnTo>
                <a:lnTo>
                  <a:pt x="163074" y="75675"/>
                </a:lnTo>
                <a:lnTo>
                  <a:pt x="162760" y="76327"/>
                </a:lnTo>
                <a:lnTo>
                  <a:pt x="162440" y="76976"/>
                </a:lnTo>
                <a:lnTo>
                  <a:pt x="162116" y="77621"/>
                </a:lnTo>
                <a:lnTo>
                  <a:pt x="161786" y="78263"/>
                </a:lnTo>
                <a:lnTo>
                  <a:pt x="161451" y="78902"/>
                </a:lnTo>
                <a:lnTo>
                  <a:pt x="161111" y="79537"/>
                </a:lnTo>
                <a:lnTo>
                  <a:pt x="160765" y="80169"/>
                </a:lnTo>
                <a:lnTo>
                  <a:pt x="160415" y="80797"/>
                </a:lnTo>
                <a:lnTo>
                  <a:pt x="160060" y="81422"/>
                </a:lnTo>
                <a:lnTo>
                  <a:pt x="159699" y="82044"/>
                </a:lnTo>
                <a:lnTo>
                  <a:pt x="120767" y="147971"/>
                </a:lnTo>
                <a:lnTo>
                  <a:pt x="125996" y="149977"/>
                </a:lnTo>
                <a:lnTo>
                  <a:pt x="165230" y="84166"/>
                </a:lnTo>
                <a:lnTo>
                  <a:pt x="165550" y="83625"/>
                </a:lnTo>
                <a:lnTo>
                  <a:pt x="165866" y="83081"/>
                </a:lnTo>
                <a:lnTo>
                  <a:pt x="166177" y="82534"/>
                </a:lnTo>
                <a:lnTo>
                  <a:pt x="166484" y="81984"/>
                </a:lnTo>
                <a:lnTo>
                  <a:pt x="166786" y="81431"/>
                </a:lnTo>
                <a:lnTo>
                  <a:pt x="167084" y="80876"/>
                </a:lnTo>
                <a:lnTo>
                  <a:pt x="167378" y="80317"/>
                </a:lnTo>
                <a:lnTo>
                  <a:pt x="167667" y="79756"/>
                </a:lnTo>
                <a:lnTo>
                  <a:pt x="167951" y="79191"/>
                </a:lnTo>
                <a:lnTo>
                  <a:pt x="168231" y="78624"/>
                </a:lnTo>
                <a:lnTo>
                  <a:pt x="168506" y="78054"/>
                </a:lnTo>
                <a:lnTo>
                  <a:pt x="168777" y="77481"/>
                </a:lnTo>
                <a:lnTo>
                  <a:pt x="169044" y="76905"/>
                </a:lnTo>
                <a:lnTo>
                  <a:pt x="169306" y="76326"/>
                </a:lnTo>
                <a:lnTo>
                  <a:pt x="169563" y="75744"/>
                </a:lnTo>
                <a:lnTo>
                  <a:pt x="169817" y="75159"/>
                </a:lnTo>
                <a:lnTo>
                  <a:pt x="170065" y="74571"/>
                </a:lnTo>
                <a:lnTo>
                  <a:pt x="170309" y="73981"/>
                </a:lnTo>
                <a:lnTo>
                  <a:pt x="170549" y="73387"/>
                </a:lnTo>
                <a:lnTo>
                  <a:pt x="170784" y="72790"/>
                </a:lnTo>
                <a:lnTo>
                  <a:pt x="171014" y="72191"/>
                </a:lnTo>
                <a:lnTo>
                  <a:pt x="171241" y="71589"/>
                </a:lnTo>
                <a:lnTo>
                  <a:pt x="171462" y="70983"/>
                </a:lnTo>
                <a:lnTo>
                  <a:pt x="171679" y="70375"/>
                </a:lnTo>
                <a:lnTo>
                  <a:pt x="171890" y="69767"/>
                </a:lnTo>
                <a:lnTo>
                  <a:pt x="172092" y="69160"/>
                </a:lnTo>
                <a:lnTo>
                  <a:pt x="172285" y="68556"/>
                </a:lnTo>
                <a:lnTo>
                  <a:pt x="172470" y="67955"/>
                </a:lnTo>
                <a:lnTo>
                  <a:pt x="172645" y="67355"/>
                </a:lnTo>
                <a:lnTo>
                  <a:pt x="172812" y="66758"/>
                </a:lnTo>
                <a:lnTo>
                  <a:pt x="172971" y="66163"/>
                </a:lnTo>
                <a:lnTo>
                  <a:pt x="173121" y="65571"/>
                </a:lnTo>
                <a:lnTo>
                  <a:pt x="173262" y="64980"/>
                </a:lnTo>
                <a:lnTo>
                  <a:pt x="173394" y="64392"/>
                </a:lnTo>
                <a:lnTo>
                  <a:pt x="173518" y="63807"/>
                </a:lnTo>
                <a:lnTo>
                  <a:pt x="173633" y="63223"/>
                </a:lnTo>
                <a:lnTo>
                  <a:pt x="173739" y="62642"/>
                </a:lnTo>
                <a:lnTo>
                  <a:pt x="173837" y="62063"/>
                </a:lnTo>
                <a:lnTo>
                  <a:pt x="173926" y="61486"/>
                </a:lnTo>
                <a:lnTo>
                  <a:pt x="174006" y="60912"/>
                </a:lnTo>
                <a:lnTo>
                  <a:pt x="174078" y="60340"/>
                </a:lnTo>
                <a:lnTo>
                  <a:pt x="174141" y="59770"/>
                </a:lnTo>
                <a:lnTo>
                  <a:pt x="174195" y="59202"/>
                </a:lnTo>
                <a:lnTo>
                  <a:pt x="174240" y="58637"/>
                </a:lnTo>
                <a:lnTo>
                  <a:pt x="174277" y="58074"/>
                </a:lnTo>
                <a:lnTo>
                  <a:pt x="174305" y="57513"/>
                </a:lnTo>
                <a:lnTo>
                  <a:pt x="174325" y="56955"/>
                </a:lnTo>
                <a:lnTo>
                  <a:pt x="174336" y="56399"/>
                </a:lnTo>
                <a:lnTo>
                  <a:pt x="174336" y="55845"/>
                </a:lnTo>
                <a:lnTo>
                  <a:pt x="174322" y="55296"/>
                </a:lnTo>
                <a:lnTo>
                  <a:pt x="174296" y="54750"/>
                </a:lnTo>
                <a:lnTo>
                  <a:pt x="174256" y="54208"/>
                </a:lnTo>
                <a:lnTo>
                  <a:pt x="174202" y="53670"/>
                </a:lnTo>
                <a:lnTo>
                  <a:pt x="174136" y="53135"/>
                </a:lnTo>
                <a:lnTo>
                  <a:pt x="174056" y="52605"/>
                </a:lnTo>
                <a:lnTo>
                  <a:pt x="173963" y="52078"/>
                </a:lnTo>
                <a:lnTo>
                  <a:pt x="173857" y="51554"/>
                </a:lnTo>
                <a:lnTo>
                  <a:pt x="173738" y="51035"/>
                </a:lnTo>
                <a:lnTo>
                  <a:pt x="173605" y="50519"/>
                </a:lnTo>
                <a:lnTo>
                  <a:pt x="173459" y="50007"/>
                </a:lnTo>
                <a:lnTo>
                  <a:pt x="173300" y="49498"/>
                </a:lnTo>
                <a:lnTo>
                  <a:pt x="173128" y="48993"/>
                </a:lnTo>
                <a:lnTo>
                  <a:pt x="172942" y="48492"/>
                </a:lnTo>
                <a:lnTo>
                  <a:pt x="172743" y="47995"/>
                </a:lnTo>
                <a:lnTo>
                  <a:pt x="172531" y="47502"/>
                </a:lnTo>
                <a:lnTo>
                  <a:pt x="172306" y="47012"/>
                </a:lnTo>
                <a:lnTo>
                  <a:pt x="172067" y="46526"/>
                </a:lnTo>
                <a:lnTo>
                  <a:pt x="171815" y="46044"/>
                </a:lnTo>
                <a:lnTo>
                  <a:pt x="171550" y="45565"/>
                </a:lnTo>
                <a:lnTo>
                  <a:pt x="171272" y="45090"/>
                </a:lnTo>
                <a:lnTo>
                  <a:pt x="170980" y="44619"/>
                </a:lnTo>
                <a:lnTo>
                  <a:pt x="170675" y="44152"/>
                </a:lnTo>
                <a:lnTo>
                  <a:pt x="170354" y="43690"/>
                </a:lnTo>
                <a:lnTo>
                  <a:pt x="170016" y="43235"/>
                </a:lnTo>
                <a:lnTo>
                  <a:pt x="169659" y="42789"/>
                </a:lnTo>
                <a:lnTo>
                  <a:pt x="169284" y="42349"/>
                </a:lnTo>
                <a:lnTo>
                  <a:pt x="168891" y="41917"/>
                </a:lnTo>
                <a:lnTo>
                  <a:pt x="168480" y="41493"/>
                </a:lnTo>
                <a:lnTo>
                  <a:pt x="168051" y="41076"/>
                </a:lnTo>
                <a:lnTo>
                  <a:pt x="167604" y="40667"/>
                </a:lnTo>
                <a:lnTo>
                  <a:pt x="167138" y="40265"/>
                </a:lnTo>
                <a:lnTo>
                  <a:pt x="166655" y="39870"/>
                </a:lnTo>
                <a:lnTo>
                  <a:pt x="166154" y="39483"/>
                </a:lnTo>
                <a:lnTo>
                  <a:pt x="165634" y="39103"/>
                </a:lnTo>
                <a:lnTo>
                  <a:pt x="165096" y="38731"/>
                </a:lnTo>
                <a:lnTo>
                  <a:pt x="164540" y="38367"/>
                </a:lnTo>
                <a:lnTo>
                  <a:pt x="163967" y="38010"/>
                </a:lnTo>
                <a:lnTo>
                  <a:pt x="163375" y="37660"/>
                </a:lnTo>
                <a:lnTo>
                  <a:pt x="162764" y="37318"/>
                </a:lnTo>
                <a:lnTo>
                  <a:pt x="162136" y="36983"/>
                </a:lnTo>
                <a:lnTo>
                  <a:pt x="161490" y="36656"/>
                </a:lnTo>
                <a:lnTo>
                  <a:pt x="160826" y="36336"/>
                </a:lnTo>
                <a:lnTo>
                  <a:pt x="160143" y="36024"/>
                </a:lnTo>
                <a:lnTo>
                  <a:pt x="159443" y="35719"/>
                </a:lnTo>
                <a:lnTo>
                  <a:pt x="158724" y="35422"/>
                </a:lnTo>
                <a:lnTo>
                  <a:pt x="157987" y="35132"/>
                </a:lnTo>
                <a:lnTo>
                  <a:pt x="157347" y="34902"/>
                </a:lnTo>
                <a:lnTo>
                  <a:pt x="156708" y="34683"/>
                </a:lnTo>
                <a:lnTo>
                  <a:pt x="156068" y="34476"/>
                </a:lnTo>
                <a:lnTo>
                  <a:pt x="155429" y="34279"/>
                </a:lnTo>
                <a:lnTo>
                  <a:pt x="154790" y="34094"/>
                </a:lnTo>
                <a:lnTo>
                  <a:pt x="154152" y="33921"/>
                </a:lnTo>
                <a:lnTo>
                  <a:pt x="153513" y="33758"/>
                </a:lnTo>
                <a:lnTo>
                  <a:pt x="152875" y="33607"/>
                </a:lnTo>
                <a:lnTo>
                  <a:pt x="152237" y="33467"/>
                </a:lnTo>
                <a:lnTo>
                  <a:pt x="151600" y="33339"/>
                </a:lnTo>
                <a:lnTo>
                  <a:pt x="150962" y="33222"/>
                </a:lnTo>
                <a:lnTo>
                  <a:pt x="150325" y="33116"/>
                </a:lnTo>
                <a:lnTo>
                  <a:pt x="149688" y="33022"/>
                </a:lnTo>
                <a:lnTo>
                  <a:pt x="149052" y="32939"/>
                </a:lnTo>
                <a:lnTo>
                  <a:pt x="148416" y="32867"/>
                </a:lnTo>
                <a:lnTo>
                  <a:pt x="147780" y="32806"/>
                </a:lnTo>
                <a:lnTo>
                  <a:pt x="147144" y="32757"/>
                </a:lnTo>
                <a:lnTo>
                  <a:pt x="146508" y="32719"/>
                </a:lnTo>
                <a:lnTo>
                  <a:pt x="145873" y="32693"/>
                </a:lnTo>
                <a:lnTo>
                  <a:pt x="145238" y="32677"/>
                </a:lnTo>
                <a:lnTo>
                  <a:pt x="144603" y="32673"/>
                </a:lnTo>
                <a:lnTo>
                  <a:pt x="143969" y="32681"/>
                </a:lnTo>
                <a:lnTo>
                  <a:pt x="143335" y="32699"/>
                </a:lnTo>
                <a:lnTo>
                  <a:pt x="142701" y="32729"/>
                </a:lnTo>
                <a:lnTo>
                  <a:pt x="142068" y="32770"/>
                </a:lnTo>
                <a:lnTo>
                  <a:pt x="141438" y="32819"/>
                </a:lnTo>
                <a:lnTo>
                  <a:pt x="140810" y="32877"/>
                </a:lnTo>
                <a:lnTo>
                  <a:pt x="140185" y="32943"/>
                </a:lnTo>
                <a:lnTo>
                  <a:pt x="139562" y="33019"/>
                </a:lnTo>
                <a:lnTo>
                  <a:pt x="138941" y="33104"/>
                </a:lnTo>
                <a:lnTo>
                  <a:pt x="138323" y="33198"/>
                </a:lnTo>
                <a:lnTo>
                  <a:pt x="137707" y="33300"/>
                </a:lnTo>
                <a:lnTo>
                  <a:pt x="137093" y="33412"/>
                </a:lnTo>
                <a:lnTo>
                  <a:pt x="136482" y="33532"/>
                </a:lnTo>
                <a:lnTo>
                  <a:pt x="135873" y="33661"/>
                </a:lnTo>
                <a:lnTo>
                  <a:pt x="135267" y="33800"/>
                </a:lnTo>
                <a:lnTo>
                  <a:pt x="134663" y="33947"/>
                </a:lnTo>
                <a:lnTo>
                  <a:pt x="134061" y="34103"/>
                </a:lnTo>
                <a:lnTo>
                  <a:pt x="133462" y="34268"/>
                </a:lnTo>
                <a:lnTo>
                  <a:pt x="132865" y="34442"/>
                </a:lnTo>
                <a:lnTo>
                  <a:pt x="132270" y="34625"/>
                </a:lnTo>
                <a:lnTo>
                  <a:pt x="131678" y="34817"/>
                </a:lnTo>
                <a:lnTo>
                  <a:pt x="131089" y="35018"/>
                </a:lnTo>
                <a:lnTo>
                  <a:pt x="130501" y="35227"/>
                </a:lnTo>
                <a:lnTo>
                  <a:pt x="129916" y="35446"/>
                </a:lnTo>
                <a:lnTo>
                  <a:pt x="129334" y="35673"/>
                </a:lnTo>
                <a:lnTo>
                  <a:pt x="128753" y="35910"/>
                </a:lnTo>
                <a:lnTo>
                  <a:pt x="128176" y="36155"/>
                </a:lnTo>
                <a:lnTo>
                  <a:pt x="127600" y="36408"/>
                </a:lnTo>
                <a:lnTo>
                  <a:pt x="127028" y="36667"/>
                </a:lnTo>
                <a:lnTo>
                  <a:pt x="126457" y="36933"/>
                </a:lnTo>
                <a:lnTo>
                  <a:pt x="125890" y="37204"/>
                </a:lnTo>
                <a:lnTo>
                  <a:pt x="125325" y="37482"/>
                </a:lnTo>
                <a:lnTo>
                  <a:pt x="124763" y="37766"/>
                </a:lnTo>
                <a:lnTo>
                  <a:pt x="124203" y="38056"/>
                </a:lnTo>
                <a:lnTo>
                  <a:pt x="123646" y="38353"/>
                </a:lnTo>
                <a:lnTo>
                  <a:pt x="123092" y="38655"/>
                </a:lnTo>
                <a:lnTo>
                  <a:pt x="122540" y="38964"/>
                </a:lnTo>
                <a:lnTo>
                  <a:pt x="121991" y="39279"/>
                </a:lnTo>
                <a:lnTo>
                  <a:pt x="121445" y="39600"/>
                </a:lnTo>
                <a:lnTo>
                  <a:pt x="120901" y="39928"/>
                </a:lnTo>
                <a:lnTo>
                  <a:pt x="120360" y="40262"/>
                </a:lnTo>
                <a:lnTo>
                  <a:pt x="119821" y="40601"/>
                </a:lnTo>
                <a:lnTo>
                  <a:pt x="119285" y="40948"/>
                </a:lnTo>
                <a:lnTo>
                  <a:pt x="118751" y="41300"/>
                </a:lnTo>
                <a:lnTo>
                  <a:pt x="118221" y="41658"/>
                </a:lnTo>
                <a:lnTo>
                  <a:pt x="117693" y="42023"/>
                </a:lnTo>
                <a:lnTo>
                  <a:pt x="117167" y="42394"/>
                </a:lnTo>
                <a:lnTo>
                  <a:pt x="116644" y="42771"/>
                </a:lnTo>
                <a:lnTo>
                  <a:pt x="116124" y="43155"/>
                </a:lnTo>
                <a:lnTo>
                  <a:pt x="115606" y="43544"/>
                </a:lnTo>
                <a:lnTo>
                  <a:pt x="115091" y="43940"/>
                </a:lnTo>
                <a:lnTo>
                  <a:pt x="114580" y="44340"/>
                </a:lnTo>
                <a:lnTo>
                  <a:pt x="114074" y="44742"/>
                </a:lnTo>
                <a:lnTo>
                  <a:pt x="113573" y="45146"/>
                </a:lnTo>
                <a:lnTo>
                  <a:pt x="113077" y="45551"/>
                </a:lnTo>
                <a:lnTo>
                  <a:pt x="112586" y="45959"/>
                </a:lnTo>
                <a:lnTo>
                  <a:pt x="112100" y="46369"/>
                </a:lnTo>
                <a:lnTo>
                  <a:pt x="111695" y="46715"/>
                </a:lnTo>
                <a:lnTo>
                  <a:pt x="111791" y="46443"/>
                </a:lnTo>
                <a:lnTo>
                  <a:pt x="111987" y="45864"/>
                </a:lnTo>
                <a:lnTo>
                  <a:pt x="112177" y="45285"/>
                </a:lnTo>
                <a:lnTo>
                  <a:pt x="112357" y="44709"/>
                </a:lnTo>
                <a:lnTo>
                  <a:pt x="112528" y="44133"/>
                </a:lnTo>
                <a:lnTo>
                  <a:pt x="112691" y="43560"/>
                </a:lnTo>
                <a:lnTo>
                  <a:pt x="112845" y="42987"/>
                </a:lnTo>
                <a:lnTo>
                  <a:pt x="112990" y="42417"/>
                </a:lnTo>
                <a:lnTo>
                  <a:pt x="113126" y="41848"/>
                </a:lnTo>
                <a:lnTo>
                  <a:pt x="113254" y="41281"/>
                </a:lnTo>
                <a:lnTo>
                  <a:pt x="113372" y="40715"/>
                </a:lnTo>
                <a:lnTo>
                  <a:pt x="113482" y="40151"/>
                </a:lnTo>
                <a:lnTo>
                  <a:pt x="113583" y="39589"/>
                </a:lnTo>
                <a:lnTo>
                  <a:pt x="113675" y="39028"/>
                </a:lnTo>
                <a:lnTo>
                  <a:pt x="113758" y="38469"/>
                </a:lnTo>
                <a:lnTo>
                  <a:pt x="113833" y="37912"/>
                </a:lnTo>
                <a:lnTo>
                  <a:pt x="113898" y="37356"/>
                </a:lnTo>
                <a:lnTo>
                  <a:pt x="113955" y="36801"/>
                </a:lnTo>
                <a:lnTo>
                  <a:pt x="114003" y="36249"/>
                </a:lnTo>
                <a:lnTo>
                  <a:pt x="114042" y="35698"/>
                </a:lnTo>
                <a:lnTo>
                  <a:pt x="114072" y="35148"/>
                </a:lnTo>
                <a:lnTo>
                  <a:pt x="114094" y="34600"/>
                </a:lnTo>
                <a:lnTo>
                  <a:pt x="114106" y="34054"/>
                </a:lnTo>
                <a:lnTo>
                  <a:pt x="114110" y="33510"/>
                </a:lnTo>
                <a:lnTo>
                  <a:pt x="114105" y="32967"/>
                </a:lnTo>
                <a:lnTo>
                  <a:pt x="114091" y="32425"/>
                </a:lnTo>
                <a:lnTo>
                  <a:pt x="114066" y="31887"/>
                </a:lnTo>
                <a:lnTo>
                  <a:pt x="114029" y="31352"/>
                </a:lnTo>
                <a:lnTo>
                  <a:pt x="113980" y="30822"/>
                </a:lnTo>
                <a:lnTo>
                  <a:pt x="113917" y="30295"/>
                </a:lnTo>
                <a:lnTo>
                  <a:pt x="113842" y="29773"/>
                </a:lnTo>
                <a:lnTo>
                  <a:pt x="113755" y="29254"/>
                </a:lnTo>
                <a:lnTo>
                  <a:pt x="113655" y="28740"/>
                </a:lnTo>
                <a:lnTo>
                  <a:pt x="113543" y="28229"/>
                </a:lnTo>
                <a:lnTo>
                  <a:pt x="113418" y="27722"/>
                </a:lnTo>
                <a:lnTo>
                  <a:pt x="113280" y="27220"/>
                </a:lnTo>
                <a:lnTo>
                  <a:pt x="113130" y="26721"/>
                </a:lnTo>
                <a:lnTo>
                  <a:pt x="112967" y="26227"/>
                </a:lnTo>
                <a:lnTo>
                  <a:pt x="112792" y="25736"/>
                </a:lnTo>
                <a:lnTo>
                  <a:pt x="112604" y="25250"/>
                </a:lnTo>
                <a:lnTo>
                  <a:pt x="112404" y="24767"/>
                </a:lnTo>
                <a:lnTo>
                  <a:pt x="112191" y="24288"/>
                </a:lnTo>
                <a:lnTo>
                  <a:pt x="111966" y="23814"/>
                </a:lnTo>
                <a:lnTo>
                  <a:pt x="111728" y="23343"/>
                </a:lnTo>
                <a:lnTo>
                  <a:pt x="111477" y="22877"/>
                </a:lnTo>
                <a:lnTo>
                  <a:pt x="111214" y="22414"/>
                </a:lnTo>
                <a:lnTo>
                  <a:pt x="110938" y="21956"/>
                </a:lnTo>
                <a:lnTo>
                  <a:pt x="110650" y="21501"/>
                </a:lnTo>
                <a:lnTo>
                  <a:pt x="110349" y="21050"/>
                </a:lnTo>
                <a:lnTo>
                  <a:pt x="110036" y="20604"/>
                </a:lnTo>
                <a:lnTo>
                  <a:pt x="109709" y="20163"/>
                </a:lnTo>
                <a:lnTo>
                  <a:pt x="109365" y="19729"/>
                </a:lnTo>
                <a:lnTo>
                  <a:pt x="109005" y="19303"/>
                </a:lnTo>
                <a:lnTo>
                  <a:pt x="108630" y="18884"/>
                </a:lnTo>
                <a:lnTo>
                  <a:pt x="108238" y="18472"/>
                </a:lnTo>
                <a:lnTo>
                  <a:pt x="107830" y="18067"/>
                </a:lnTo>
                <a:lnTo>
                  <a:pt x="107407" y="17670"/>
                </a:lnTo>
                <a:lnTo>
                  <a:pt x="106967" y="17280"/>
                </a:lnTo>
                <a:lnTo>
                  <a:pt x="106511" y="16897"/>
                </a:lnTo>
                <a:lnTo>
                  <a:pt x="106040" y="16522"/>
                </a:lnTo>
                <a:lnTo>
                  <a:pt x="105552" y="16153"/>
                </a:lnTo>
                <a:lnTo>
                  <a:pt x="105048" y="15792"/>
                </a:lnTo>
                <a:lnTo>
                  <a:pt x="104529" y="15439"/>
                </a:lnTo>
                <a:lnTo>
                  <a:pt x="103993" y="15092"/>
                </a:lnTo>
                <a:lnTo>
                  <a:pt x="103441" y="14753"/>
                </a:lnTo>
                <a:lnTo>
                  <a:pt x="102873" y="14421"/>
                </a:lnTo>
                <a:lnTo>
                  <a:pt x="102289" y="14097"/>
                </a:lnTo>
                <a:lnTo>
                  <a:pt x="101690" y="13780"/>
                </a:lnTo>
                <a:lnTo>
                  <a:pt x="101074" y="13470"/>
                </a:lnTo>
                <a:lnTo>
                  <a:pt x="100442" y="13167"/>
                </a:lnTo>
                <a:lnTo>
                  <a:pt x="99794" y="12871"/>
                </a:lnTo>
                <a:lnTo>
                  <a:pt x="99130" y="12583"/>
                </a:lnTo>
                <a:lnTo>
                  <a:pt x="98450" y="12302"/>
                </a:lnTo>
                <a:lnTo>
                  <a:pt x="97755" y="12029"/>
                </a:lnTo>
                <a:lnTo>
                  <a:pt x="97043" y="11763"/>
                </a:lnTo>
                <a:lnTo>
                  <a:pt x="96333" y="11514"/>
                </a:lnTo>
                <a:lnTo>
                  <a:pt x="95624" y="11280"/>
                </a:lnTo>
                <a:lnTo>
                  <a:pt x="94916" y="11062"/>
                </a:lnTo>
                <a:lnTo>
                  <a:pt x="94210" y="10860"/>
                </a:lnTo>
                <a:lnTo>
                  <a:pt x="93506" y="10673"/>
                </a:lnTo>
                <a:lnTo>
                  <a:pt x="92802" y="10502"/>
                </a:lnTo>
                <a:lnTo>
                  <a:pt x="92100" y="10347"/>
                </a:lnTo>
                <a:lnTo>
                  <a:pt x="91399" y="10208"/>
                </a:lnTo>
                <a:lnTo>
                  <a:pt x="90700" y="10084"/>
                </a:lnTo>
                <a:lnTo>
                  <a:pt x="90002" y="9976"/>
                </a:lnTo>
                <a:lnTo>
                  <a:pt x="89306" y="9884"/>
                </a:lnTo>
                <a:lnTo>
                  <a:pt x="88610" y="9807"/>
                </a:lnTo>
                <a:lnTo>
                  <a:pt x="87917" y="9747"/>
                </a:lnTo>
                <a:lnTo>
                  <a:pt x="87224" y="9702"/>
                </a:lnTo>
                <a:lnTo>
                  <a:pt x="86533" y="9673"/>
                </a:lnTo>
                <a:lnTo>
                  <a:pt x="85843" y="9659"/>
                </a:lnTo>
                <a:lnTo>
                  <a:pt x="85155" y="9661"/>
                </a:lnTo>
                <a:lnTo>
                  <a:pt x="84468" y="9680"/>
                </a:lnTo>
                <a:lnTo>
                  <a:pt x="83782" y="9713"/>
                </a:lnTo>
                <a:lnTo>
                  <a:pt x="83098" y="9763"/>
                </a:lnTo>
                <a:lnTo>
                  <a:pt x="82415" y="9828"/>
                </a:lnTo>
                <a:lnTo>
                  <a:pt x="81733" y="9909"/>
                </a:lnTo>
                <a:lnTo>
                  <a:pt x="81053" y="10006"/>
                </a:lnTo>
                <a:lnTo>
                  <a:pt x="80375" y="10116"/>
                </a:lnTo>
                <a:lnTo>
                  <a:pt x="79700" y="10236"/>
                </a:lnTo>
                <a:lnTo>
                  <a:pt x="79027" y="10367"/>
                </a:lnTo>
                <a:lnTo>
                  <a:pt x="78357" y="10508"/>
                </a:lnTo>
                <a:lnTo>
                  <a:pt x="77690" y="10660"/>
                </a:lnTo>
                <a:lnTo>
                  <a:pt x="77026" y="10822"/>
                </a:lnTo>
                <a:lnTo>
                  <a:pt x="76365" y="10995"/>
                </a:lnTo>
                <a:lnTo>
                  <a:pt x="75706" y="11178"/>
                </a:lnTo>
                <a:lnTo>
                  <a:pt x="75050" y="11372"/>
                </a:lnTo>
                <a:lnTo>
                  <a:pt x="74397" y="11576"/>
                </a:lnTo>
                <a:lnTo>
                  <a:pt x="73747" y="11791"/>
                </a:lnTo>
                <a:lnTo>
                  <a:pt x="73100" y="12016"/>
                </a:lnTo>
                <a:lnTo>
                  <a:pt x="72455" y="12252"/>
                </a:lnTo>
                <a:lnTo>
                  <a:pt x="71813" y="12498"/>
                </a:lnTo>
                <a:lnTo>
                  <a:pt x="71174" y="12754"/>
                </a:lnTo>
                <a:lnTo>
                  <a:pt x="70538" y="13021"/>
                </a:lnTo>
                <a:lnTo>
                  <a:pt x="69904" y="13299"/>
                </a:lnTo>
                <a:lnTo>
                  <a:pt x="69273" y="13587"/>
                </a:lnTo>
                <a:lnTo>
                  <a:pt x="68645" y="13886"/>
                </a:lnTo>
                <a:lnTo>
                  <a:pt x="68020" y="14195"/>
                </a:lnTo>
                <a:lnTo>
                  <a:pt x="67398" y="14514"/>
                </a:lnTo>
                <a:lnTo>
                  <a:pt x="66778" y="14844"/>
                </a:lnTo>
                <a:lnTo>
                  <a:pt x="66161" y="15184"/>
                </a:lnTo>
                <a:lnTo>
                  <a:pt x="65547" y="15535"/>
                </a:lnTo>
                <a:lnTo>
                  <a:pt x="64936" y="15894"/>
                </a:lnTo>
                <a:lnTo>
                  <a:pt x="64330" y="16259"/>
                </a:lnTo>
                <a:lnTo>
                  <a:pt x="63728" y="16628"/>
                </a:lnTo>
                <a:lnTo>
                  <a:pt x="63129" y="17003"/>
                </a:lnTo>
                <a:lnTo>
                  <a:pt x="62535" y="17384"/>
                </a:lnTo>
                <a:lnTo>
                  <a:pt x="61945" y="17769"/>
                </a:lnTo>
                <a:lnTo>
                  <a:pt x="61360" y="18161"/>
                </a:lnTo>
                <a:lnTo>
                  <a:pt x="60778" y="18557"/>
                </a:lnTo>
                <a:lnTo>
                  <a:pt x="60201" y="18959"/>
                </a:lnTo>
                <a:lnTo>
                  <a:pt x="59627" y="19367"/>
                </a:lnTo>
                <a:lnTo>
                  <a:pt x="59058" y="19779"/>
                </a:lnTo>
                <a:lnTo>
                  <a:pt x="58493" y="20198"/>
                </a:lnTo>
                <a:lnTo>
                  <a:pt x="57932" y="20621"/>
                </a:lnTo>
                <a:lnTo>
                  <a:pt x="57375" y="21050"/>
                </a:lnTo>
                <a:lnTo>
                  <a:pt x="56822" y="21484"/>
                </a:lnTo>
                <a:lnTo>
                  <a:pt x="56274" y="21924"/>
                </a:lnTo>
                <a:lnTo>
                  <a:pt x="55730" y="22369"/>
                </a:lnTo>
                <a:lnTo>
                  <a:pt x="55189" y="22820"/>
                </a:lnTo>
                <a:lnTo>
                  <a:pt x="54653" y="23276"/>
                </a:lnTo>
                <a:lnTo>
                  <a:pt x="54121" y="23737"/>
                </a:lnTo>
                <a:lnTo>
                  <a:pt x="53593" y="24204"/>
                </a:lnTo>
                <a:lnTo>
                  <a:pt x="53070" y="24676"/>
                </a:lnTo>
                <a:lnTo>
                  <a:pt x="52550" y="25153"/>
                </a:lnTo>
                <a:lnTo>
                  <a:pt x="52278" y="25408"/>
                </a:lnTo>
                <a:lnTo>
                  <a:pt x="53132" y="2398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o">
            <a:extLst xmlns:a="http://schemas.openxmlformats.org/drawingml/2006/main">
              <a:ext uri="{FF2B5EF4-FFF2-40B4-BE49-F238E27FC236}">
                <a16:creationId xmlns:a16="http://schemas.microsoft.com/office/drawing/2014/main" id="{A0C049BB-7586-4193-9713-124B26E0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345" y="4521780"/>
            <a:ext cx="102449" cy="113783"/>
          </a:xfrm>
          <a:custGeom xmlns:a="http://schemas.openxmlformats.org/drawingml/2006/main">
            <a:pathLst>
              <a:path w="102449" h="113783">
                <a:moveTo>
                  <a:pt x="11240" y="47313"/>
                </a:moveTo>
                <a:lnTo>
                  <a:pt x="17281" y="36391"/>
                </a:lnTo>
                <a:cubicBezTo>
                  <a:pt x="20570" y="31433"/>
                  <a:pt x="24347" y="26452"/>
                  <a:pt x="28615" y="21449"/>
                </a:cubicBezTo>
                <a:cubicBezTo>
                  <a:pt x="32882" y="16446"/>
                  <a:pt x="37711" y="12082"/>
                  <a:pt x="43103" y="8356"/>
                </a:cubicBezTo>
                <a:cubicBezTo>
                  <a:pt x="48496" y="4628"/>
                  <a:pt x="54404" y="2212"/>
                  <a:pt x="60827" y="1107"/>
                </a:cubicBezTo>
                <a:cubicBezTo>
                  <a:pt x="67251" y="0"/>
                  <a:pt x="74305" y="959"/>
                  <a:pt x="81989" y="3983"/>
                </a:cubicBezTo>
                <a:cubicBezTo>
                  <a:pt x="89471" y="6930"/>
                  <a:pt x="94768" y="10861"/>
                  <a:pt x="97879" y="15777"/>
                </a:cubicBezTo>
                <a:cubicBezTo>
                  <a:pt x="100991" y="20693"/>
                  <a:pt x="102449" y="26108"/>
                  <a:pt x="102255" y="32022"/>
                </a:cubicBezTo>
                <a:cubicBezTo>
                  <a:pt x="102060" y="37936"/>
                  <a:pt x="100878" y="43816"/>
                  <a:pt x="98710" y="49662"/>
                </a:cubicBezTo>
                <a:cubicBezTo>
                  <a:pt x="96542" y="55509"/>
                  <a:pt x="94046" y="60807"/>
                  <a:pt x="91222" y="65556"/>
                </a:cubicBezTo>
                <a:lnTo>
                  <a:pt x="85041" y="76544"/>
                </a:lnTo>
                <a:cubicBezTo>
                  <a:pt x="81846" y="81459"/>
                  <a:pt x="78106" y="86491"/>
                  <a:pt x="73821" y="91641"/>
                </a:cubicBezTo>
                <a:cubicBezTo>
                  <a:pt x="69535" y="96791"/>
                  <a:pt x="64700" y="101270"/>
                  <a:pt x="59316" y="105077"/>
                </a:cubicBezTo>
                <a:cubicBezTo>
                  <a:pt x="53932" y="108883"/>
                  <a:pt x="48048" y="111386"/>
                  <a:pt x="41665" y="112585"/>
                </a:cubicBezTo>
                <a:cubicBezTo>
                  <a:pt x="35283" y="113783"/>
                  <a:pt x="28217" y="112857"/>
                  <a:pt x="20466" y="109807"/>
                </a:cubicBezTo>
                <a:cubicBezTo>
                  <a:pt x="12824" y="106875"/>
                  <a:pt x="7490" y="102891"/>
                  <a:pt x="4463" y="97854"/>
                </a:cubicBezTo>
                <a:cubicBezTo>
                  <a:pt x="1437" y="92817"/>
                  <a:pt x="0" y="87296"/>
                  <a:pt x="152" y="81292"/>
                </a:cubicBezTo>
                <a:cubicBezTo>
                  <a:pt x="306" y="75285"/>
                  <a:pt x="1469" y="69302"/>
                  <a:pt x="3643" y="63342"/>
                </a:cubicBezTo>
                <a:cubicBezTo>
                  <a:pt x="5816" y="57382"/>
                  <a:pt x="8349" y="52039"/>
                  <a:pt x="11240" y="47313"/>
                </a:cubicBezTo>
                <a:moveTo>
                  <a:pt x="22750" y="38373"/>
                </a:moveTo>
                <a:lnTo>
                  <a:pt x="16431" y="49420"/>
                </a:lnTo>
                <a:cubicBezTo>
                  <a:pt x="14049" y="53418"/>
                  <a:pt x="11816" y="58030"/>
                  <a:pt x="9733" y="63255"/>
                </a:cubicBezTo>
                <a:cubicBezTo>
                  <a:pt x="7649" y="68481"/>
                  <a:pt x="6426" y="73768"/>
                  <a:pt x="6063" y="79118"/>
                </a:cubicBezTo>
                <a:cubicBezTo>
                  <a:pt x="5702" y="84466"/>
                  <a:pt x="6761" y="89419"/>
                  <a:pt x="9240" y="93977"/>
                </a:cubicBezTo>
                <a:cubicBezTo>
                  <a:pt x="11720" y="98535"/>
                  <a:pt x="16198" y="102095"/>
                  <a:pt x="22675" y="104656"/>
                </a:cubicBezTo>
                <a:cubicBezTo>
                  <a:pt x="28858" y="107181"/>
                  <a:pt x="34787" y="107864"/>
                  <a:pt x="40463" y="106703"/>
                </a:cubicBezTo>
                <a:cubicBezTo>
                  <a:pt x="46140" y="105540"/>
                  <a:pt x="51404" y="103299"/>
                  <a:pt x="56254" y="99981"/>
                </a:cubicBezTo>
                <a:cubicBezTo>
                  <a:pt x="61106" y="96661"/>
                  <a:pt x="65525" y="92715"/>
                  <a:pt x="69511" y="88142"/>
                </a:cubicBezTo>
                <a:cubicBezTo>
                  <a:pt x="73498" y="83570"/>
                  <a:pt x="76932" y="79034"/>
                  <a:pt x="79813" y="74535"/>
                </a:cubicBezTo>
                <a:lnTo>
                  <a:pt x="86131" y="63492"/>
                </a:lnTo>
                <a:cubicBezTo>
                  <a:pt x="88461" y="59627"/>
                  <a:pt x="90598" y="55113"/>
                  <a:pt x="92543" y="49950"/>
                </a:cubicBezTo>
                <a:cubicBezTo>
                  <a:pt x="94488" y="44784"/>
                  <a:pt x="95646" y="39568"/>
                  <a:pt x="96015" y="34300"/>
                </a:cubicBezTo>
                <a:cubicBezTo>
                  <a:pt x="96385" y="29030"/>
                  <a:pt x="95404" y="24125"/>
                  <a:pt x="93071" y="19585"/>
                </a:cubicBezTo>
                <a:cubicBezTo>
                  <a:pt x="90739" y="15045"/>
                  <a:pt x="86300" y="11481"/>
                  <a:pt x="79756" y="8894"/>
                </a:cubicBezTo>
                <a:cubicBezTo>
                  <a:pt x="73254" y="6400"/>
                  <a:pt x="67137" y="5704"/>
                  <a:pt x="61406" y="6808"/>
                </a:cubicBezTo>
                <a:cubicBezTo>
                  <a:pt x="55676" y="7910"/>
                  <a:pt x="50406" y="10167"/>
                  <a:pt x="45596" y="13580"/>
                </a:cubicBezTo>
                <a:cubicBezTo>
                  <a:pt x="40787" y="16991"/>
                  <a:pt x="36465" y="20935"/>
                  <a:pt x="32630" y="25412"/>
                </a:cubicBezTo>
                <a:cubicBezTo>
                  <a:pt x="28796" y="29889"/>
                  <a:pt x="25502" y="34209"/>
                  <a:pt x="22750" y="3837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r">
            <a:extLst xmlns:a="http://schemas.openxmlformats.org/drawingml/2006/main">
              <a:ext uri="{FF2B5EF4-FFF2-40B4-BE49-F238E27FC236}">
                <a16:creationId xmlns:a16="http://schemas.microsoft.com/office/drawing/2014/main" id="{D82152A3-DD2B-4FAF-93BD-D4ADD2C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875" y="4552243"/>
            <a:ext cx="101917" cy="103654"/>
          </a:xfrm>
          <a:custGeom xmlns:a="http://schemas.openxmlformats.org/drawingml/2006/main">
            <a:pathLst>
              <a:path w="101917" h="103654">
                <a:moveTo>
                  <a:pt x="44564" y="37822"/>
                </a:moveTo>
                <a:lnTo>
                  <a:pt x="45036" y="37229"/>
                </a:lnTo>
                <a:lnTo>
                  <a:pt x="45513" y="36636"/>
                </a:lnTo>
                <a:lnTo>
                  <a:pt x="45997" y="36041"/>
                </a:lnTo>
                <a:lnTo>
                  <a:pt x="46487" y="35445"/>
                </a:lnTo>
                <a:lnTo>
                  <a:pt x="46982" y="34849"/>
                </a:lnTo>
                <a:lnTo>
                  <a:pt x="47483" y="34254"/>
                </a:lnTo>
                <a:lnTo>
                  <a:pt x="47988" y="33666"/>
                </a:lnTo>
                <a:lnTo>
                  <a:pt x="48497" y="33082"/>
                </a:lnTo>
                <a:lnTo>
                  <a:pt x="49010" y="32504"/>
                </a:lnTo>
                <a:lnTo>
                  <a:pt x="49528" y="31932"/>
                </a:lnTo>
                <a:lnTo>
                  <a:pt x="50051" y="31365"/>
                </a:lnTo>
                <a:lnTo>
                  <a:pt x="50577" y="30803"/>
                </a:lnTo>
                <a:lnTo>
                  <a:pt x="51108" y="30247"/>
                </a:lnTo>
                <a:lnTo>
                  <a:pt x="51643" y="29697"/>
                </a:lnTo>
                <a:lnTo>
                  <a:pt x="52182" y="29151"/>
                </a:lnTo>
                <a:lnTo>
                  <a:pt x="52726" y="28612"/>
                </a:lnTo>
                <a:lnTo>
                  <a:pt x="53274" y="28077"/>
                </a:lnTo>
                <a:lnTo>
                  <a:pt x="53827" y="27549"/>
                </a:lnTo>
                <a:lnTo>
                  <a:pt x="54383" y="27025"/>
                </a:lnTo>
                <a:lnTo>
                  <a:pt x="54944" y="26507"/>
                </a:lnTo>
                <a:lnTo>
                  <a:pt x="55510" y="25995"/>
                </a:lnTo>
                <a:lnTo>
                  <a:pt x="56079" y="25488"/>
                </a:lnTo>
                <a:lnTo>
                  <a:pt x="56653" y="24987"/>
                </a:lnTo>
                <a:lnTo>
                  <a:pt x="57232" y="24491"/>
                </a:lnTo>
                <a:lnTo>
                  <a:pt x="57814" y="24000"/>
                </a:lnTo>
                <a:lnTo>
                  <a:pt x="58401" y="23515"/>
                </a:lnTo>
                <a:lnTo>
                  <a:pt x="58992" y="23035"/>
                </a:lnTo>
                <a:lnTo>
                  <a:pt x="59588" y="22561"/>
                </a:lnTo>
                <a:lnTo>
                  <a:pt x="60188" y="22092"/>
                </a:lnTo>
                <a:lnTo>
                  <a:pt x="60791" y="21632"/>
                </a:lnTo>
                <a:lnTo>
                  <a:pt x="61399" y="21185"/>
                </a:lnTo>
                <a:lnTo>
                  <a:pt x="62011" y="20750"/>
                </a:lnTo>
                <a:lnTo>
                  <a:pt x="62627" y="20327"/>
                </a:lnTo>
                <a:lnTo>
                  <a:pt x="63246" y="19916"/>
                </a:lnTo>
                <a:lnTo>
                  <a:pt x="63869" y="19518"/>
                </a:lnTo>
                <a:lnTo>
                  <a:pt x="64497" y="19132"/>
                </a:lnTo>
                <a:lnTo>
                  <a:pt x="65128" y="18758"/>
                </a:lnTo>
                <a:lnTo>
                  <a:pt x="65763" y="18397"/>
                </a:lnTo>
                <a:lnTo>
                  <a:pt x="66402" y="18048"/>
                </a:lnTo>
                <a:lnTo>
                  <a:pt x="67044" y="17711"/>
                </a:lnTo>
                <a:lnTo>
                  <a:pt x="67691" y="17386"/>
                </a:lnTo>
                <a:lnTo>
                  <a:pt x="68342" y="17074"/>
                </a:lnTo>
                <a:lnTo>
                  <a:pt x="68996" y="16774"/>
                </a:lnTo>
                <a:lnTo>
                  <a:pt x="69655" y="16487"/>
                </a:lnTo>
                <a:lnTo>
                  <a:pt x="70317" y="16211"/>
                </a:lnTo>
                <a:lnTo>
                  <a:pt x="70983" y="15948"/>
                </a:lnTo>
                <a:lnTo>
                  <a:pt x="71653" y="15698"/>
                </a:lnTo>
                <a:lnTo>
                  <a:pt x="72327" y="15459"/>
                </a:lnTo>
                <a:lnTo>
                  <a:pt x="73005" y="15233"/>
                </a:lnTo>
                <a:lnTo>
                  <a:pt x="73686" y="15020"/>
                </a:lnTo>
                <a:lnTo>
                  <a:pt x="74372" y="14818"/>
                </a:lnTo>
                <a:lnTo>
                  <a:pt x="75061" y="14629"/>
                </a:lnTo>
                <a:lnTo>
                  <a:pt x="75754" y="14452"/>
                </a:lnTo>
                <a:lnTo>
                  <a:pt x="76451" y="14291"/>
                </a:lnTo>
                <a:lnTo>
                  <a:pt x="77149" y="14149"/>
                </a:lnTo>
                <a:lnTo>
                  <a:pt x="77848" y="14025"/>
                </a:lnTo>
                <a:lnTo>
                  <a:pt x="78550" y="13921"/>
                </a:lnTo>
                <a:lnTo>
                  <a:pt x="79253" y="13835"/>
                </a:lnTo>
                <a:lnTo>
                  <a:pt x="79958" y="13768"/>
                </a:lnTo>
                <a:lnTo>
                  <a:pt x="80664" y="13720"/>
                </a:lnTo>
                <a:lnTo>
                  <a:pt x="81373" y="13691"/>
                </a:lnTo>
                <a:lnTo>
                  <a:pt x="82083" y="13681"/>
                </a:lnTo>
                <a:lnTo>
                  <a:pt x="82795" y="13690"/>
                </a:lnTo>
                <a:lnTo>
                  <a:pt x="83509" y="13718"/>
                </a:lnTo>
                <a:lnTo>
                  <a:pt x="84224" y="13765"/>
                </a:lnTo>
                <a:lnTo>
                  <a:pt x="84941" y="13830"/>
                </a:lnTo>
                <a:lnTo>
                  <a:pt x="85660" y="13914"/>
                </a:lnTo>
                <a:lnTo>
                  <a:pt x="86381" y="14018"/>
                </a:lnTo>
                <a:lnTo>
                  <a:pt x="87103" y="14140"/>
                </a:lnTo>
                <a:lnTo>
                  <a:pt x="87828" y="14281"/>
                </a:lnTo>
                <a:lnTo>
                  <a:pt x="88554" y="14441"/>
                </a:lnTo>
                <a:lnTo>
                  <a:pt x="89281" y="14620"/>
                </a:lnTo>
                <a:lnTo>
                  <a:pt x="90011" y="14818"/>
                </a:lnTo>
                <a:lnTo>
                  <a:pt x="90742" y="15035"/>
                </a:lnTo>
                <a:lnTo>
                  <a:pt x="91475" y="15270"/>
                </a:lnTo>
                <a:lnTo>
                  <a:pt x="92210" y="15525"/>
                </a:lnTo>
                <a:lnTo>
                  <a:pt x="92947" y="15798"/>
                </a:lnTo>
                <a:lnTo>
                  <a:pt x="93080" y="15850"/>
                </a:lnTo>
                <a:lnTo>
                  <a:pt x="93213" y="15901"/>
                </a:lnTo>
                <a:lnTo>
                  <a:pt x="93346" y="15953"/>
                </a:lnTo>
                <a:lnTo>
                  <a:pt x="93478" y="16005"/>
                </a:lnTo>
                <a:lnTo>
                  <a:pt x="93609" y="16057"/>
                </a:lnTo>
                <a:lnTo>
                  <a:pt x="93739" y="16109"/>
                </a:lnTo>
                <a:lnTo>
                  <a:pt x="93869" y="16162"/>
                </a:lnTo>
                <a:lnTo>
                  <a:pt x="93998" y="16214"/>
                </a:lnTo>
                <a:lnTo>
                  <a:pt x="94127" y="16267"/>
                </a:lnTo>
                <a:lnTo>
                  <a:pt x="94254" y="16320"/>
                </a:lnTo>
                <a:lnTo>
                  <a:pt x="94382" y="16373"/>
                </a:lnTo>
                <a:lnTo>
                  <a:pt x="94508" y="16426"/>
                </a:lnTo>
                <a:lnTo>
                  <a:pt x="94634" y="16479"/>
                </a:lnTo>
                <a:lnTo>
                  <a:pt x="94759" y="16533"/>
                </a:lnTo>
                <a:lnTo>
                  <a:pt x="94884" y="16586"/>
                </a:lnTo>
                <a:lnTo>
                  <a:pt x="95008" y="16640"/>
                </a:lnTo>
                <a:lnTo>
                  <a:pt x="95131" y="16694"/>
                </a:lnTo>
                <a:lnTo>
                  <a:pt x="95253" y="16748"/>
                </a:lnTo>
                <a:lnTo>
                  <a:pt x="95375" y="16802"/>
                </a:lnTo>
                <a:lnTo>
                  <a:pt x="95496" y="16856"/>
                </a:lnTo>
                <a:lnTo>
                  <a:pt x="95617" y="16911"/>
                </a:lnTo>
                <a:lnTo>
                  <a:pt x="95737" y="16965"/>
                </a:lnTo>
                <a:lnTo>
                  <a:pt x="95856" y="17020"/>
                </a:lnTo>
                <a:lnTo>
                  <a:pt x="95975" y="17075"/>
                </a:lnTo>
                <a:lnTo>
                  <a:pt x="96093" y="17130"/>
                </a:lnTo>
                <a:lnTo>
                  <a:pt x="96209" y="17186"/>
                </a:lnTo>
                <a:lnTo>
                  <a:pt x="96324" y="17243"/>
                </a:lnTo>
                <a:lnTo>
                  <a:pt x="96438" y="17301"/>
                </a:lnTo>
                <a:lnTo>
                  <a:pt x="96550" y="17359"/>
                </a:lnTo>
                <a:lnTo>
                  <a:pt x="96662" y="17418"/>
                </a:lnTo>
                <a:lnTo>
                  <a:pt x="96772" y="17477"/>
                </a:lnTo>
                <a:lnTo>
                  <a:pt x="96880" y="17538"/>
                </a:lnTo>
                <a:lnTo>
                  <a:pt x="96988" y="17599"/>
                </a:lnTo>
                <a:lnTo>
                  <a:pt x="97094" y="17660"/>
                </a:lnTo>
                <a:lnTo>
                  <a:pt x="97199" y="17723"/>
                </a:lnTo>
                <a:lnTo>
                  <a:pt x="97303" y="17786"/>
                </a:lnTo>
                <a:lnTo>
                  <a:pt x="97405" y="17850"/>
                </a:lnTo>
                <a:lnTo>
                  <a:pt x="97506" y="17915"/>
                </a:lnTo>
                <a:lnTo>
                  <a:pt x="97606" y="17980"/>
                </a:lnTo>
                <a:lnTo>
                  <a:pt x="97704" y="18046"/>
                </a:lnTo>
                <a:lnTo>
                  <a:pt x="97802" y="18113"/>
                </a:lnTo>
                <a:lnTo>
                  <a:pt x="97897" y="18180"/>
                </a:lnTo>
                <a:lnTo>
                  <a:pt x="97992" y="18248"/>
                </a:lnTo>
                <a:lnTo>
                  <a:pt x="98086" y="18317"/>
                </a:lnTo>
                <a:lnTo>
                  <a:pt x="98178" y="18387"/>
                </a:lnTo>
                <a:lnTo>
                  <a:pt x="98269" y="18457"/>
                </a:lnTo>
                <a:lnTo>
                  <a:pt x="98358" y="18528"/>
                </a:lnTo>
                <a:lnTo>
                  <a:pt x="98447" y="18600"/>
                </a:lnTo>
                <a:lnTo>
                  <a:pt x="101917" y="14971"/>
                </a:lnTo>
                <a:lnTo>
                  <a:pt x="101794" y="14867"/>
                </a:lnTo>
                <a:lnTo>
                  <a:pt x="101670" y="14764"/>
                </a:lnTo>
                <a:lnTo>
                  <a:pt x="101547" y="14662"/>
                </a:lnTo>
                <a:lnTo>
                  <a:pt x="101423" y="14562"/>
                </a:lnTo>
                <a:lnTo>
                  <a:pt x="101300" y="14463"/>
                </a:lnTo>
                <a:lnTo>
                  <a:pt x="101176" y="14366"/>
                </a:lnTo>
                <a:lnTo>
                  <a:pt x="101052" y="14270"/>
                </a:lnTo>
                <a:lnTo>
                  <a:pt x="100928" y="14175"/>
                </a:lnTo>
                <a:lnTo>
                  <a:pt x="100804" y="14082"/>
                </a:lnTo>
                <a:lnTo>
                  <a:pt x="100679" y="13990"/>
                </a:lnTo>
                <a:lnTo>
                  <a:pt x="100555" y="13899"/>
                </a:lnTo>
                <a:lnTo>
                  <a:pt x="100430" y="13810"/>
                </a:lnTo>
                <a:lnTo>
                  <a:pt x="100306" y="13722"/>
                </a:lnTo>
                <a:lnTo>
                  <a:pt x="100181" y="13635"/>
                </a:lnTo>
                <a:lnTo>
                  <a:pt x="100056" y="13550"/>
                </a:lnTo>
                <a:lnTo>
                  <a:pt x="99931" y="13466"/>
                </a:lnTo>
                <a:lnTo>
                  <a:pt x="99806" y="13383"/>
                </a:lnTo>
                <a:lnTo>
                  <a:pt x="99681" y="13302"/>
                </a:lnTo>
                <a:lnTo>
                  <a:pt x="99555" y="13222"/>
                </a:lnTo>
                <a:lnTo>
                  <a:pt x="99430" y="13144"/>
                </a:lnTo>
                <a:lnTo>
                  <a:pt x="99304" y="13067"/>
                </a:lnTo>
                <a:lnTo>
                  <a:pt x="99179" y="12991"/>
                </a:lnTo>
                <a:lnTo>
                  <a:pt x="99053" y="12917"/>
                </a:lnTo>
                <a:lnTo>
                  <a:pt x="98927" y="12843"/>
                </a:lnTo>
                <a:lnTo>
                  <a:pt x="98800" y="12771"/>
                </a:lnTo>
                <a:lnTo>
                  <a:pt x="98674" y="12700"/>
                </a:lnTo>
                <a:lnTo>
                  <a:pt x="98546" y="12628"/>
                </a:lnTo>
                <a:lnTo>
                  <a:pt x="98418" y="12557"/>
                </a:lnTo>
                <a:lnTo>
                  <a:pt x="98290" y="12486"/>
                </a:lnTo>
                <a:lnTo>
                  <a:pt x="98161" y="12416"/>
                </a:lnTo>
                <a:lnTo>
                  <a:pt x="98031" y="12346"/>
                </a:lnTo>
                <a:lnTo>
                  <a:pt x="97901" y="12277"/>
                </a:lnTo>
                <a:lnTo>
                  <a:pt x="97770" y="12208"/>
                </a:lnTo>
                <a:lnTo>
                  <a:pt x="97639" y="12139"/>
                </a:lnTo>
                <a:lnTo>
                  <a:pt x="97507" y="12071"/>
                </a:lnTo>
                <a:lnTo>
                  <a:pt x="97375" y="12003"/>
                </a:lnTo>
                <a:lnTo>
                  <a:pt x="97242" y="11936"/>
                </a:lnTo>
                <a:lnTo>
                  <a:pt x="97108" y="11868"/>
                </a:lnTo>
                <a:lnTo>
                  <a:pt x="96974" y="11802"/>
                </a:lnTo>
                <a:lnTo>
                  <a:pt x="96840" y="11735"/>
                </a:lnTo>
                <a:lnTo>
                  <a:pt x="96705" y="11669"/>
                </a:lnTo>
                <a:lnTo>
                  <a:pt x="96569" y="11604"/>
                </a:lnTo>
                <a:lnTo>
                  <a:pt x="96433" y="11539"/>
                </a:lnTo>
                <a:lnTo>
                  <a:pt x="96296" y="11474"/>
                </a:lnTo>
                <a:lnTo>
                  <a:pt x="96159" y="11410"/>
                </a:lnTo>
                <a:lnTo>
                  <a:pt x="96021" y="11346"/>
                </a:lnTo>
                <a:lnTo>
                  <a:pt x="95882" y="11282"/>
                </a:lnTo>
                <a:lnTo>
                  <a:pt x="95744" y="11219"/>
                </a:lnTo>
                <a:lnTo>
                  <a:pt x="94905" y="10888"/>
                </a:lnTo>
                <a:lnTo>
                  <a:pt x="94070" y="10580"/>
                </a:lnTo>
                <a:lnTo>
                  <a:pt x="93239" y="10294"/>
                </a:lnTo>
                <a:lnTo>
                  <a:pt x="92411" y="10030"/>
                </a:lnTo>
                <a:lnTo>
                  <a:pt x="91586" y="9788"/>
                </a:lnTo>
                <a:lnTo>
                  <a:pt x="90764" y="9568"/>
                </a:lnTo>
                <a:lnTo>
                  <a:pt x="89946" y="9371"/>
                </a:lnTo>
                <a:lnTo>
                  <a:pt x="89131" y="9195"/>
                </a:lnTo>
                <a:lnTo>
                  <a:pt x="88319" y="9041"/>
                </a:lnTo>
                <a:lnTo>
                  <a:pt x="87511" y="8910"/>
                </a:lnTo>
                <a:lnTo>
                  <a:pt x="86706" y="8801"/>
                </a:lnTo>
                <a:lnTo>
                  <a:pt x="85904" y="8714"/>
                </a:lnTo>
                <a:lnTo>
                  <a:pt x="85106" y="8648"/>
                </a:lnTo>
                <a:lnTo>
                  <a:pt x="84311" y="8606"/>
                </a:lnTo>
                <a:lnTo>
                  <a:pt x="83519" y="8585"/>
                </a:lnTo>
                <a:lnTo>
                  <a:pt x="82731" y="8586"/>
                </a:lnTo>
                <a:lnTo>
                  <a:pt x="81946" y="8609"/>
                </a:lnTo>
                <a:lnTo>
                  <a:pt x="81164" y="8655"/>
                </a:lnTo>
                <a:lnTo>
                  <a:pt x="80386" y="8722"/>
                </a:lnTo>
                <a:lnTo>
                  <a:pt x="79611" y="8812"/>
                </a:lnTo>
                <a:lnTo>
                  <a:pt x="78839" y="8923"/>
                </a:lnTo>
                <a:lnTo>
                  <a:pt x="78071" y="9057"/>
                </a:lnTo>
                <a:lnTo>
                  <a:pt x="77306" y="9213"/>
                </a:lnTo>
                <a:lnTo>
                  <a:pt x="76544" y="9391"/>
                </a:lnTo>
                <a:lnTo>
                  <a:pt x="75786" y="9587"/>
                </a:lnTo>
                <a:lnTo>
                  <a:pt x="75031" y="9798"/>
                </a:lnTo>
                <a:lnTo>
                  <a:pt x="74280" y="10022"/>
                </a:lnTo>
                <a:lnTo>
                  <a:pt x="73531" y="10261"/>
                </a:lnTo>
                <a:lnTo>
                  <a:pt x="72787" y="10513"/>
                </a:lnTo>
                <a:lnTo>
                  <a:pt x="72045" y="10780"/>
                </a:lnTo>
                <a:lnTo>
                  <a:pt x="71307" y="11061"/>
                </a:lnTo>
                <a:lnTo>
                  <a:pt x="70573" y="11356"/>
                </a:lnTo>
                <a:lnTo>
                  <a:pt x="69842" y="11665"/>
                </a:lnTo>
                <a:lnTo>
                  <a:pt x="69114" y="11988"/>
                </a:lnTo>
                <a:lnTo>
                  <a:pt x="68389" y="12326"/>
                </a:lnTo>
                <a:lnTo>
                  <a:pt x="67668" y="12677"/>
                </a:lnTo>
                <a:lnTo>
                  <a:pt x="66951" y="13043"/>
                </a:lnTo>
                <a:lnTo>
                  <a:pt x="66236" y="13422"/>
                </a:lnTo>
                <a:lnTo>
                  <a:pt x="65526" y="13816"/>
                </a:lnTo>
                <a:lnTo>
                  <a:pt x="64818" y="14224"/>
                </a:lnTo>
                <a:lnTo>
                  <a:pt x="64114" y="14646"/>
                </a:lnTo>
                <a:lnTo>
                  <a:pt x="63413" y="15082"/>
                </a:lnTo>
                <a:lnTo>
                  <a:pt x="62716" y="15532"/>
                </a:lnTo>
                <a:lnTo>
                  <a:pt x="62022" y="15997"/>
                </a:lnTo>
                <a:lnTo>
                  <a:pt x="61332" y="16475"/>
                </a:lnTo>
                <a:lnTo>
                  <a:pt x="60645" y="16968"/>
                </a:lnTo>
                <a:lnTo>
                  <a:pt x="59961" y="17475"/>
                </a:lnTo>
                <a:lnTo>
                  <a:pt x="59280" y="17996"/>
                </a:lnTo>
                <a:lnTo>
                  <a:pt x="58605" y="18526"/>
                </a:lnTo>
                <a:lnTo>
                  <a:pt x="57935" y="19063"/>
                </a:lnTo>
                <a:lnTo>
                  <a:pt x="57270" y="19606"/>
                </a:lnTo>
                <a:lnTo>
                  <a:pt x="56612" y="20155"/>
                </a:lnTo>
                <a:lnTo>
                  <a:pt x="55959" y="20710"/>
                </a:lnTo>
                <a:lnTo>
                  <a:pt x="55311" y="21271"/>
                </a:lnTo>
                <a:lnTo>
                  <a:pt x="54670" y="21838"/>
                </a:lnTo>
                <a:lnTo>
                  <a:pt x="54034" y="22411"/>
                </a:lnTo>
                <a:lnTo>
                  <a:pt x="53404" y="22990"/>
                </a:lnTo>
                <a:lnTo>
                  <a:pt x="53351" y="23039"/>
                </a:lnTo>
                <a:lnTo>
                  <a:pt x="55334" y="19711"/>
                </a:lnTo>
                <a:lnTo>
                  <a:pt x="65810" y="2044"/>
                </a:lnTo>
                <a:lnTo>
                  <a:pt x="60481" y="0"/>
                </a:lnTo>
                <a:lnTo>
                  <a:pt x="0" y="101610"/>
                </a:lnTo>
                <a:lnTo>
                  <a:pt x="5329" y="103654"/>
                </a:lnTo>
                <a:lnTo>
                  <a:pt x="44485" y="37923"/>
                </a:lnTo>
                <a:lnTo>
                  <a:pt x="44564" y="3782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e">
            <a:extLst xmlns:a="http://schemas.openxmlformats.org/drawingml/2006/main">
              <a:ext uri="{FF2B5EF4-FFF2-40B4-BE49-F238E27FC236}">
                <a16:creationId xmlns:a16="http://schemas.microsoft.com/office/drawing/2014/main" id="{0343F755-57AB-44CC-8411-39FDA7AB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445" y="4580735"/>
            <a:ext cx="100784" cy="113483"/>
          </a:xfrm>
          <a:custGeom xmlns:a="http://schemas.openxmlformats.org/drawingml/2006/main">
            <a:pathLst>
              <a:path w="100784" h="113483">
                <a:moveTo>
                  <a:pt x="87321" y="66009"/>
                </a:moveTo>
                <a:lnTo>
                  <a:pt x="91616" y="58429"/>
                </a:lnTo>
                <a:lnTo>
                  <a:pt x="91980" y="57772"/>
                </a:lnTo>
                <a:lnTo>
                  <a:pt x="92338" y="57114"/>
                </a:lnTo>
                <a:lnTo>
                  <a:pt x="92689" y="56456"/>
                </a:lnTo>
                <a:lnTo>
                  <a:pt x="93032" y="55797"/>
                </a:lnTo>
                <a:lnTo>
                  <a:pt x="93369" y="55137"/>
                </a:lnTo>
                <a:lnTo>
                  <a:pt x="93700" y="54477"/>
                </a:lnTo>
                <a:lnTo>
                  <a:pt x="94023" y="53817"/>
                </a:lnTo>
                <a:lnTo>
                  <a:pt x="94340" y="53155"/>
                </a:lnTo>
                <a:lnTo>
                  <a:pt x="94650" y="52493"/>
                </a:lnTo>
                <a:lnTo>
                  <a:pt x="94953" y="51831"/>
                </a:lnTo>
                <a:lnTo>
                  <a:pt x="95250" y="51168"/>
                </a:lnTo>
                <a:lnTo>
                  <a:pt x="95539" y="50504"/>
                </a:lnTo>
                <a:lnTo>
                  <a:pt x="95822" y="49840"/>
                </a:lnTo>
                <a:lnTo>
                  <a:pt x="96098" y="49175"/>
                </a:lnTo>
                <a:lnTo>
                  <a:pt x="96368" y="48509"/>
                </a:lnTo>
                <a:lnTo>
                  <a:pt x="96630" y="47843"/>
                </a:lnTo>
                <a:lnTo>
                  <a:pt x="96886" y="47176"/>
                </a:lnTo>
                <a:lnTo>
                  <a:pt x="97135" y="46509"/>
                </a:lnTo>
                <a:lnTo>
                  <a:pt x="97377" y="45841"/>
                </a:lnTo>
                <a:lnTo>
                  <a:pt x="97612" y="45173"/>
                </a:lnTo>
                <a:lnTo>
                  <a:pt x="97841" y="44504"/>
                </a:lnTo>
                <a:lnTo>
                  <a:pt x="98063" y="43834"/>
                </a:lnTo>
                <a:lnTo>
                  <a:pt x="98278" y="43164"/>
                </a:lnTo>
                <a:lnTo>
                  <a:pt x="98486" y="42493"/>
                </a:lnTo>
                <a:lnTo>
                  <a:pt x="98686" y="41823"/>
                </a:lnTo>
                <a:lnTo>
                  <a:pt x="98876" y="41155"/>
                </a:lnTo>
                <a:lnTo>
                  <a:pt x="99055" y="40489"/>
                </a:lnTo>
                <a:lnTo>
                  <a:pt x="99224" y="39825"/>
                </a:lnTo>
                <a:lnTo>
                  <a:pt x="99383" y="39163"/>
                </a:lnTo>
                <a:lnTo>
                  <a:pt x="99532" y="38503"/>
                </a:lnTo>
                <a:lnTo>
                  <a:pt x="99670" y="37846"/>
                </a:lnTo>
                <a:lnTo>
                  <a:pt x="99798" y="37190"/>
                </a:lnTo>
                <a:lnTo>
                  <a:pt x="99916" y="36537"/>
                </a:lnTo>
                <a:lnTo>
                  <a:pt x="100024" y="35885"/>
                </a:lnTo>
                <a:lnTo>
                  <a:pt x="100122" y="35236"/>
                </a:lnTo>
                <a:lnTo>
                  <a:pt x="100209" y="34589"/>
                </a:lnTo>
                <a:lnTo>
                  <a:pt x="100286" y="33944"/>
                </a:lnTo>
                <a:lnTo>
                  <a:pt x="100353" y="33301"/>
                </a:lnTo>
                <a:lnTo>
                  <a:pt x="100410" y="32660"/>
                </a:lnTo>
                <a:lnTo>
                  <a:pt x="100457" y="32021"/>
                </a:lnTo>
                <a:lnTo>
                  <a:pt x="100493" y="31385"/>
                </a:lnTo>
                <a:lnTo>
                  <a:pt x="100519" y="30750"/>
                </a:lnTo>
                <a:lnTo>
                  <a:pt x="100535" y="30117"/>
                </a:lnTo>
                <a:lnTo>
                  <a:pt x="100541" y="29487"/>
                </a:lnTo>
                <a:lnTo>
                  <a:pt x="100536" y="28859"/>
                </a:lnTo>
                <a:lnTo>
                  <a:pt x="100521" y="28232"/>
                </a:lnTo>
                <a:lnTo>
                  <a:pt x="100496" y="27608"/>
                </a:lnTo>
                <a:lnTo>
                  <a:pt x="100461" y="26986"/>
                </a:lnTo>
                <a:lnTo>
                  <a:pt x="100414" y="26367"/>
                </a:lnTo>
                <a:lnTo>
                  <a:pt x="100353" y="25754"/>
                </a:lnTo>
                <a:lnTo>
                  <a:pt x="100279" y="25144"/>
                </a:lnTo>
                <a:lnTo>
                  <a:pt x="100191" y="24540"/>
                </a:lnTo>
                <a:lnTo>
                  <a:pt x="100089" y="23941"/>
                </a:lnTo>
                <a:lnTo>
                  <a:pt x="99974" y="23346"/>
                </a:lnTo>
                <a:lnTo>
                  <a:pt x="99845" y="22756"/>
                </a:lnTo>
                <a:lnTo>
                  <a:pt x="99702" y="22171"/>
                </a:lnTo>
                <a:lnTo>
                  <a:pt x="99546" y="21590"/>
                </a:lnTo>
                <a:lnTo>
                  <a:pt x="99376" y="21014"/>
                </a:lnTo>
                <a:lnTo>
                  <a:pt x="99192" y="20444"/>
                </a:lnTo>
                <a:lnTo>
                  <a:pt x="98995" y="19877"/>
                </a:lnTo>
                <a:lnTo>
                  <a:pt x="98784" y="19316"/>
                </a:lnTo>
                <a:lnTo>
                  <a:pt x="98559" y="18760"/>
                </a:lnTo>
                <a:lnTo>
                  <a:pt x="98321" y="18208"/>
                </a:lnTo>
                <a:lnTo>
                  <a:pt x="98069" y="17661"/>
                </a:lnTo>
                <a:lnTo>
                  <a:pt x="97804" y="17119"/>
                </a:lnTo>
                <a:lnTo>
                  <a:pt x="97524" y="16581"/>
                </a:lnTo>
                <a:lnTo>
                  <a:pt x="97231" y="16048"/>
                </a:lnTo>
                <a:lnTo>
                  <a:pt x="96925" y="15520"/>
                </a:lnTo>
                <a:lnTo>
                  <a:pt x="96605" y="14997"/>
                </a:lnTo>
                <a:lnTo>
                  <a:pt x="96271" y="14479"/>
                </a:lnTo>
                <a:lnTo>
                  <a:pt x="95924" y="13965"/>
                </a:lnTo>
                <a:lnTo>
                  <a:pt x="95562" y="13457"/>
                </a:lnTo>
                <a:lnTo>
                  <a:pt x="95186" y="12954"/>
                </a:lnTo>
                <a:lnTo>
                  <a:pt x="94791" y="12460"/>
                </a:lnTo>
                <a:lnTo>
                  <a:pt x="94379" y="11974"/>
                </a:lnTo>
                <a:lnTo>
                  <a:pt x="93949" y="11495"/>
                </a:lnTo>
                <a:lnTo>
                  <a:pt x="93501" y="11025"/>
                </a:lnTo>
                <a:lnTo>
                  <a:pt x="93036" y="10563"/>
                </a:lnTo>
                <a:lnTo>
                  <a:pt x="92553" y="10109"/>
                </a:lnTo>
                <a:lnTo>
                  <a:pt x="92052" y="9662"/>
                </a:lnTo>
                <a:lnTo>
                  <a:pt x="91534" y="9224"/>
                </a:lnTo>
                <a:lnTo>
                  <a:pt x="90998" y="8794"/>
                </a:lnTo>
                <a:lnTo>
                  <a:pt x="90444" y="8372"/>
                </a:lnTo>
                <a:lnTo>
                  <a:pt x="89872" y="7958"/>
                </a:lnTo>
                <a:lnTo>
                  <a:pt x="89283" y="7552"/>
                </a:lnTo>
                <a:lnTo>
                  <a:pt x="88676" y="7154"/>
                </a:lnTo>
                <a:lnTo>
                  <a:pt x="88052" y="6764"/>
                </a:lnTo>
                <a:lnTo>
                  <a:pt x="87409" y="6382"/>
                </a:lnTo>
                <a:lnTo>
                  <a:pt x="86749" y="6008"/>
                </a:lnTo>
                <a:lnTo>
                  <a:pt x="86071" y="5642"/>
                </a:lnTo>
                <a:lnTo>
                  <a:pt x="85376" y="5284"/>
                </a:lnTo>
                <a:lnTo>
                  <a:pt x="84663" y="4934"/>
                </a:lnTo>
                <a:lnTo>
                  <a:pt x="83932" y="4592"/>
                </a:lnTo>
                <a:lnTo>
                  <a:pt x="83183" y="4259"/>
                </a:lnTo>
                <a:lnTo>
                  <a:pt x="82417" y="3933"/>
                </a:lnTo>
                <a:lnTo>
                  <a:pt x="81633" y="3615"/>
                </a:lnTo>
                <a:lnTo>
                  <a:pt x="80766" y="3282"/>
                </a:lnTo>
                <a:lnTo>
                  <a:pt x="79902" y="2969"/>
                </a:lnTo>
                <a:lnTo>
                  <a:pt x="79041" y="2675"/>
                </a:lnTo>
                <a:lnTo>
                  <a:pt x="78182" y="2400"/>
                </a:lnTo>
                <a:lnTo>
                  <a:pt x="77326" y="2145"/>
                </a:lnTo>
                <a:lnTo>
                  <a:pt x="76473" y="1909"/>
                </a:lnTo>
                <a:lnTo>
                  <a:pt x="75622" y="1693"/>
                </a:lnTo>
                <a:lnTo>
                  <a:pt x="74775" y="1496"/>
                </a:lnTo>
                <a:lnTo>
                  <a:pt x="73930" y="1319"/>
                </a:lnTo>
                <a:lnTo>
                  <a:pt x="73088" y="1161"/>
                </a:lnTo>
                <a:lnTo>
                  <a:pt x="72248" y="1023"/>
                </a:lnTo>
                <a:lnTo>
                  <a:pt x="71411" y="904"/>
                </a:lnTo>
                <a:lnTo>
                  <a:pt x="70578" y="804"/>
                </a:lnTo>
                <a:lnTo>
                  <a:pt x="69746" y="724"/>
                </a:lnTo>
                <a:lnTo>
                  <a:pt x="68918" y="664"/>
                </a:lnTo>
                <a:lnTo>
                  <a:pt x="68092" y="622"/>
                </a:lnTo>
                <a:lnTo>
                  <a:pt x="67269" y="601"/>
                </a:lnTo>
                <a:lnTo>
                  <a:pt x="66449" y="599"/>
                </a:lnTo>
                <a:lnTo>
                  <a:pt x="65631" y="616"/>
                </a:lnTo>
                <a:lnTo>
                  <a:pt x="64817" y="652"/>
                </a:lnTo>
                <a:lnTo>
                  <a:pt x="64005" y="708"/>
                </a:lnTo>
                <a:lnTo>
                  <a:pt x="63195" y="784"/>
                </a:lnTo>
                <a:lnTo>
                  <a:pt x="62389" y="879"/>
                </a:lnTo>
                <a:lnTo>
                  <a:pt x="61585" y="993"/>
                </a:lnTo>
                <a:lnTo>
                  <a:pt x="60785" y="1124"/>
                </a:lnTo>
                <a:lnTo>
                  <a:pt x="59989" y="1268"/>
                </a:lnTo>
                <a:lnTo>
                  <a:pt x="59197" y="1425"/>
                </a:lnTo>
                <a:lnTo>
                  <a:pt x="58409" y="1595"/>
                </a:lnTo>
                <a:lnTo>
                  <a:pt x="57626" y="1778"/>
                </a:lnTo>
                <a:lnTo>
                  <a:pt x="56846" y="1975"/>
                </a:lnTo>
                <a:lnTo>
                  <a:pt x="56071" y="2184"/>
                </a:lnTo>
                <a:lnTo>
                  <a:pt x="55300" y="2407"/>
                </a:lnTo>
                <a:lnTo>
                  <a:pt x="54533" y="2643"/>
                </a:lnTo>
                <a:lnTo>
                  <a:pt x="53770" y="2892"/>
                </a:lnTo>
                <a:lnTo>
                  <a:pt x="53011" y="3155"/>
                </a:lnTo>
                <a:lnTo>
                  <a:pt x="52256" y="3430"/>
                </a:lnTo>
                <a:lnTo>
                  <a:pt x="51506" y="3719"/>
                </a:lnTo>
                <a:lnTo>
                  <a:pt x="50759" y="4021"/>
                </a:lnTo>
                <a:lnTo>
                  <a:pt x="50017" y="4337"/>
                </a:lnTo>
                <a:lnTo>
                  <a:pt x="49279" y="4665"/>
                </a:lnTo>
                <a:lnTo>
                  <a:pt x="48545" y="5007"/>
                </a:lnTo>
                <a:lnTo>
                  <a:pt x="47816" y="5361"/>
                </a:lnTo>
                <a:lnTo>
                  <a:pt x="47090" y="5729"/>
                </a:lnTo>
                <a:lnTo>
                  <a:pt x="46369" y="6111"/>
                </a:lnTo>
                <a:lnTo>
                  <a:pt x="45651" y="6505"/>
                </a:lnTo>
                <a:lnTo>
                  <a:pt x="44938" y="6913"/>
                </a:lnTo>
                <a:lnTo>
                  <a:pt x="44229" y="7333"/>
                </a:lnTo>
                <a:lnTo>
                  <a:pt x="43524" y="7767"/>
                </a:lnTo>
                <a:lnTo>
                  <a:pt x="42824" y="8212"/>
                </a:lnTo>
                <a:lnTo>
                  <a:pt x="42129" y="8664"/>
                </a:lnTo>
                <a:lnTo>
                  <a:pt x="41440" y="9123"/>
                </a:lnTo>
                <a:lnTo>
                  <a:pt x="40756" y="9591"/>
                </a:lnTo>
                <a:lnTo>
                  <a:pt x="40077" y="10065"/>
                </a:lnTo>
                <a:lnTo>
                  <a:pt x="39403" y="10548"/>
                </a:lnTo>
                <a:lnTo>
                  <a:pt x="38735" y="11038"/>
                </a:lnTo>
                <a:lnTo>
                  <a:pt x="38071" y="11536"/>
                </a:lnTo>
                <a:lnTo>
                  <a:pt x="37414" y="12041"/>
                </a:lnTo>
                <a:lnTo>
                  <a:pt x="36761" y="12554"/>
                </a:lnTo>
                <a:lnTo>
                  <a:pt x="36114" y="13075"/>
                </a:lnTo>
                <a:lnTo>
                  <a:pt x="35472" y="13603"/>
                </a:lnTo>
                <a:lnTo>
                  <a:pt x="34835" y="14139"/>
                </a:lnTo>
                <a:lnTo>
                  <a:pt x="34204" y="14682"/>
                </a:lnTo>
                <a:lnTo>
                  <a:pt x="33577" y="15233"/>
                </a:lnTo>
                <a:lnTo>
                  <a:pt x="32957" y="15792"/>
                </a:lnTo>
                <a:lnTo>
                  <a:pt x="32341" y="16358"/>
                </a:lnTo>
                <a:lnTo>
                  <a:pt x="31731" y="16932"/>
                </a:lnTo>
                <a:lnTo>
                  <a:pt x="31126" y="17514"/>
                </a:lnTo>
                <a:lnTo>
                  <a:pt x="30526" y="18103"/>
                </a:lnTo>
                <a:lnTo>
                  <a:pt x="29932" y="18700"/>
                </a:lnTo>
                <a:lnTo>
                  <a:pt x="29342" y="19304"/>
                </a:lnTo>
                <a:lnTo>
                  <a:pt x="28759" y="19916"/>
                </a:lnTo>
                <a:lnTo>
                  <a:pt x="28180" y="20536"/>
                </a:lnTo>
                <a:lnTo>
                  <a:pt x="27608" y="21160"/>
                </a:lnTo>
                <a:lnTo>
                  <a:pt x="27042" y="21785"/>
                </a:lnTo>
                <a:lnTo>
                  <a:pt x="26483" y="22412"/>
                </a:lnTo>
                <a:lnTo>
                  <a:pt x="25930" y="23040"/>
                </a:lnTo>
                <a:lnTo>
                  <a:pt x="25384" y="23669"/>
                </a:lnTo>
                <a:lnTo>
                  <a:pt x="24845" y="24300"/>
                </a:lnTo>
                <a:lnTo>
                  <a:pt x="24313" y="24932"/>
                </a:lnTo>
                <a:lnTo>
                  <a:pt x="23787" y="25566"/>
                </a:lnTo>
                <a:lnTo>
                  <a:pt x="23268" y="26201"/>
                </a:lnTo>
                <a:lnTo>
                  <a:pt x="22756" y="26837"/>
                </a:lnTo>
                <a:lnTo>
                  <a:pt x="22250" y="27475"/>
                </a:lnTo>
                <a:lnTo>
                  <a:pt x="21751" y="28114"/>
                </a:lnTo>
                <a:lnTo>
                  <a:pt x="21259" y="28755"/>
                </a:lnTo>
                <a:lnTo>
                  <a:pt x="20773" y="29397"/>
                </a:lnTo>
                <a:lnTo>
                  <a:pt x="20294" y="30040"/>
                </a:lnTo>
                <a:lnTo>
                  <a:pt x="19822" y="30685"/>
                </a:lnTo>
                <a:lnTo>
                  <a:pt x="19356" y="31331"/>
                </a:lnTo>
                <a:lnTo>
                  <a:pt x="18897" y="31978"/>
                </a:lnTo>
                <a:lnTo>
                  <a:pt x="18445" y="32627"/>
                </a:lnTo>
                <a:lnTo>
                  <a:pt x="17999" y="33277"/>
                </a:lnTo>
                <a:lnTo>
                  <a:pt x="17560" y="33929"/>
                </a:lnTo>
                <a:lnTo>
                  <a:pt x="17128" y="34582"/>
                </a:lnTo>
                <a:lnTo>
                  <a:pt x="16702" y="35236"/>
                </a:lnTo>
                <a:lnTo>
                  <a:pt x="16283" y="35892"/>
                </a:lnTo>
                <a:lnTo>
                  <a:pt x="9810" y="47341"/>
                </a:lnTo>
                <a:lnTo>
                  <a:pt x="9423" y="48009"/>
                </a:lnTo>
                <a:lnTo>
                  <a:pt x="9043" y="48681"/>
                </a:lnTo>
                <a:lnTo>
                  <a:pt x="8670" y="49358"/>
                </a:lnTo>
                <a:lnTo>
                  <a:pt x="8304" y="50039"/>
                </a:lnTo>
                <a:lnTo>
                  <a:pt x="7945" y="50724"/>
                </a:lnTo>
                <a:lnTo>
                  <a:pt x="7594" y="51413"/>
                </a:lnTo>
                <a:lnTo>
                  <a:pt x="7249" y="52107"/>
                </a:lnTo>
                <a:lnTo>
                  <a:pt x="6910" y="52805"/>
                </a:lnTo>
                <a:lnTo>
                  <a:pt x="6579" y="53507"/>
                </a:lnTo>
                <a:lnTo>
                  <a:pt x="6255" y="54213"/>
                </a:lnTo>
                <a:lnTo>
                  <a:pt x="5938" y="54924"/>
                </a:lnTo>
                <a:lnTo>
                  <a:pt x="5628" y="55639"/>
                </a:lnTo>
                <a:lnTo>
                  <a:pt x="5325" y="56358"/>
                </a:lnTo>
                <a:lnTo>
                  <a:pt x="5029" y="57082"/>
                </a:lnTo>
                <a:lnTo>
                  <a:pt x="4739" y="57810"/>
                </a:lnTo>
                <a:lnTo>
                  <a:pt x="4457" y="58542"/>
                </a:lnTo>
                <a:lnTo>
                  <a:pt x="4182" y="59278"/>
                </a:lnTo>
                <a:lnTo>
                  <a:pt x="3914" y="60019"/>
                </a:lnTo>
                <a:lnTo>
                  <a:pt x="3652" y="60764"/>
                </a:lnTo>
                <a:lnTo>
                  <a:pt x="3398" y="61513"/>
                </a:lnTo>
                <a:lnTo>
                  <a:pt x="3150" y="62267"/>
                </a:lnTo>
                <a:lnTo>
                  <a:pt x="2910" y="63024"/>
                </a:lnTo>
                <a:lnTo>
                  <a:pt x="2676" y="63787"/>
                </a:lnTo>
                <a:lnTo>
                  <a:pt x="2450" y="64553"/>
                </a:lnTo>
                <a:lnTo>
                  <a:pt x="2233" y="65321"/>
                </a:lnTo>
                <a:lnTo>
                  <a:pt x="2027" y="66088"/>
                </a:lnTo>
                <a:lnTo>
                  <a:pt x="1833" y="66853"/>
                </a:lnTo>
                <a:lnTo>
                  <a:pt x="1651" y="67618"/>
                </a:lnTo>
                <a:lnTo>
                  <a:pt x="1481" y="68381"/>
                </a:lnTo>
                <a:lnTo>
                  <a:pt x="1322" y="69143"/>
                </a:lnTo>
                <a:lnTo>
                  <a:pt x="1174" y="69905"/>
                </a:lnTo>
                <a:lnTo>
                  <a:pt x="1039" y="70665"/>
                </a:lnTo>
                <a:lnTo>
                  <a:pt x="915" y="71423"/>
                </a:lnTo>
                <a:lnTo>
                  <a:pt x="802" y="72181"/>
                </a:lnTo>
                <a:lnTo>
                  <a:pt x="702" y="72938"/>
                </a:lnTo>
                <a:lnTo>
                  <a:pt x="612" y="73693"/>
                </a:lnTo>
                <a:lnTo>
                  <a:pt x="535" y="74448"/>
                </a:lnTo>
                <a:lnTo>
                  <a:pt x="469" y="75201"/>
                </a:lnTo>
                <a:lnTo>
                  <a:pt x="415" y="75953"/>
                </a:lnTo>
                <a:lnTo>
                  <a:pt x="373" y="76704"/>
                </a:lnTo>
                <a:lnTo>
                  <a:pt x="342" y="77454"/>
                </a:lnTo>
                <a:lnTo>
                  <a:pt x="323" y="78203"/>
                </a:lnTo>
                <a:lnTo>
                  <a:pt x="315" y="78950"/>
                </a:lnTo>
                <a:lnTo>
                  <a:pt x="319" y="79697"/>
                </a:lnTo>
                <a:lnTo>
                  <a:pt x="335" y="80442"/>
                </a:lnTo>
                <a:lnTo>
                  <a:pt x="363" y="81186"/>
                </a:lnTo>
                <a:lnTo>
                  <a:pt x="402" y="81930"/>
                </a:lnTo>
                <a:lnTo>
                  <a:pt x="452" y="82672"/>
                </a:lnTo>
                <a:lnTo>
                  <a:pt x="517" y="83410"/>
                </a:lnTo>
                <a:lnTo>
                  <a:pt x="596" y="84142"/>
                </a:lnTo>
                <a:lnTo>
                  <a:pt x="691" y="84869"/>
                </a:lnTo>
                <a:lnTo>
                  <a:pt x="801" y="85590"/>
                </a:lnTo>
                <a:lnTo>
                  <a:pt x="926" y="86306"/>
                </a:lnTo>
                <a:lnTo>
                  <a:pt x="1066" y="87015"/>
                </a:lnTo>
                <a:lnTo>
                  <a:pt x="1222" y="87719"/>
                </a:lnTo>
                <a:lnTo>
                  <a:pt x="1393" y="88417"/>
                </a:lnTo>
                <a:lnTo>
                  <a:pt x="1579" y="89110"/>
                </a:lnTo>
                <a:lnTo>
                  <a:pt x="1780" y="89796"/>
                </a:lnTo>
                <a:lnTo>
                  <a:pt x="1997" y="90477"/>
                </a:lnTo>
                <a:lnTo>
                  <a:pt x="2228" y="91152"/>
                </a:lnTo>
                <a:lnTo>
                  <a:pt x="2475" y="91822"/>
                </a:lnTo>
                <a:lnTo>
                  <a:pt x="2737" y="92486"/>
                </a:lnTo>
                <a:lnTo>
                  <a:pt x="3015" y="93144"/>
                </a:lnTo>
                <a:lnTo>
                  <a:pt x="3307" y="93796"/>
                </a:lnTo>
                <a:lnTo>
                  <a:pt x="3615" y="94442"/>
                </a:lnTo>
                <a:lnTo>
                  <a:pt x="3938" y="95083"/>
                </a:lnTo>
                <a:lnTo>
                  <a:pt x="4277" y="95718"/>
                </a:lnTo>
                <a:lnTo>
                  <a:pt x="4630" y="96347"/>
                </a:lnTo>
                <a:lnTo>
                  <a:pt x="4999" y="96971"/>
                </a:lnTo>
                <a:lnTo>
                  <a:pt x="5383" y="97589"/>
                </a:lnTo>
                <a:lnTo>
                  <a:pt x="5782" y="98201"/>
                </a:lnTo>
                <a:lnTo>
                  <a:pt x="6196" y="98807"/>
                </a:lnTo>
                <a:lnTo>
                  <a:pt x="6628" y="99405"/>
                </a:lnTo>
                <a:lnTo>
                  <a:pt x="7079" y="99991"/>
                </a:lnTo>
                <a:lnTo>
                  <a:pt x="7549" y="100567"/>
                </a:lnTo>
                <a:lnTo>
                  <a:pt x="8037" y="101131"/>
                </a:lnTo>
                <a:lnTo>
                  <a:pt x="8545" y="101684"/>
                </a:lnTo>
                <a:lnTo>
                  <a:pt x="9072" y="102227"/>
                </a:lnTo>
                <a:lnTo>
                  <a:pt x="9618" y="102758"/>
                </a:lnTo>
                <a:lnTo>
                  <a:pt x="10184" y="103278"/>
                </a:lnTo>
                <a:lnTo>
                  <a:pt x="10768" y="103787"/>
                </a:lnTo>
                <a:lnTo>
                  <a:pt x="11371" y="104285"/>
                </a:lnTo>
                <a:lnTo>
                  <a:pt x="11993" y="104772"/>
                </a:lnTo>
                <a:lnTo>
                  <a:pt x="12635" y="105248"/>
                </a:lnTo>
                <a:lnTo>
                  <a:pt x="13295" y="105713"/>
                </a:lnTo>
                <a:lnTo>
                  <a:pt x="13975" y="106167"/>
                </a:lnTo>
                <a:lnTo>
                  <a:pt x="14674" y="106609"/>
                </a:lnTo>
                <a:lnTo>
                  <a:pt x="15391" y="107041"/>
                </a:lnTo>
                <a:lnTo>
                  <a:pt x="16128" y="107461"/>
                </a:lnTo>
                <a:lnTo>
                  <a:pt x="16884" y="107871"/>
                </a:lnTo>
                <a:lnTo>
                  <a:pt x="17659" y="108269"/>
                </a:lnTo>
                <a:lnTo>
                  <a:pt x="18453" y="108656"/>
                </a:lnTo>
                <a:lnTo>
                  <a:pt x="19266" y="109033"/>
                </a:lnTo>
                <a:lnTo>
                  <a:pt x="20098" y="109398"/>
                </a:lnTo>
                <a:lnTo>
                  <a:pt x="20950" y="109752"/>
                </a:lnTo>
                <a:lnTo>
                  <a:pt x="21820" y="110095"/>
                </a:lnTo>
                <a:lnTo>
                  <a:pt x="22323" y="110285"/>
                </a:lnTo>
                <a:lnTo>
                  <a:pt x="22826" y="110469"/>
                </a:lnTo>
                <a:lnTo>
                  <a:pt x="23328" y="110647"/>
                </a:lnTo>
                <a:lnTo>
                  <a:pt x="23831" y="110820"/>
                </a:lnTo>
                <a:lnTo>
                  <a:pt x="24334" y="110987"/>
                </a:lnTo>
                <a:lnTo>
                  <a:pt x="24837" y="111148"/>
                </a:lnTo>
                <a:lnTo>
                  <a:pt x="25340" y="111303"/>
                </a:lnTo>
                <a:lnTo>
                  <a:pt x="25843" y="111452"/>
                </a:lnTo>
                <a:lnTo>
                  <a:pt x="26346" y="111596"/>
                </a:lnTo>
                <a:lnTo>
                  <a:pt x="26849" y="111734"/>
                </a:lnTo>
                <a:lnTo>
                  <a:pt x="27352" y="111865"/>
                </a:lnTo>
                <a:lnTo>
                  <a:pt x="27855" y="111992"/>
                </a:lnTo>
                <a:lnTo>
                  <a:pt x="28358" y="112112"/>
                </a:lnTo>
                <a:lnTo>
                  <a:pt x="28861" y="112227"/>
                </a:lnTo>
                <a:lnTo>
                  <a:pt x="29364" y="112335"/>
                </a:lnTo>
                <a:lnTo>
                  <a:pt x="29867" y="112438"/>
                </a:lnTo>
                <a:lnTo>
                  <a:pt x="30371" y="112536"/>
                </a:lnTo>
                <a:lnTo>
                  <a:pt x="30874" y="112627"/>
                </a:lnTo>
                <a:lnTo>
                  <a:pt x="31377" y="112712"/>
                </a:lnTo>
                <a:lnTo>
                  <a:pt x="31880" y="112792"/>
                </a:lnTo>
                <a:lnTo>
                  <a:pt x="32383" y="112866"/>
                </a:lnTo>
                <a:lnTo>
                  <a:pt x="32887" y="112934"/>
                </a:lnTo>
                <a:lnTo>
                  <a:pt x="33390" y="112997"/>
                </a:lnTo>
                <a:lnTo>
                  <a:pt x="33893" y="113053"/>
                </a:lnTo>
                <a:lnTo>
                  <a:pt x="34397" y="113104"/>
                </a:lnTo>
                <a:lnTo>
                  <a:pt x="34900" y="113149"/>
                </a:lnTo>
                <a:lnTo>
                  <a:pt x="35403" y="113188"/>
                </a:lnTo>
                <a:lnTo>
                  <a:pt x="35906" y="113221"/>
                </a:lnTo>
                <a:lnTo>
                  <a:pt x="36408" y="113249"/>
                </a:lnTo>
                <a:lnTo>
                  <a:pt x="36911" y="113270"/>
                </a:lnTo>
                <a:lnTo>
                  <a:pt x="37413" y="113286"/>
                </a:lnTo>
                <a:lnTo>
                  <a:pt x="37915" y="113295"/>
                </a:lnTo>
                <a:lnTo>
                  <a:pt x="38417" y="113299"/>
                </a:lnTo>
                <a:lnTo>
                  <a:pt x="38919" y="113297"/>
                </a:lnTo>
                <a:lnTo>
                  <a:pt x="39421" y="113289"/>
                </a:lnTo>
                <a:lnTo>
                  <a:pt x="39923" y="113275"/>
                </a:lnTo>
                <a:lnTo>
                  <a:pt x="40424" y="113256"/>
                </a:lnTo>
                <a:lnTo>
                  <a:pt x="40925" y="113230"/>
                </a:lnTo>
                <a:lnTo>
                  <a:pt x="41427" y="113199"/>
                </a:lnTo>
                <a:lnTo>
                  <a:pt x="41928" y="113162"/>
                </a:lnTo>
                <a:lnTo>
                  <a:pt x="42428" y="113119"/>
                </a:lnTo>
                <a:lnTo>
                  <a:pt x="42929" y="113070"/>
                </a:lnTo>
                <a:lnTo>
                  <a:pt x="43430" y="113015"/>
                </a:lnTo>
                <a:lnTo>
                  <a:pt x="43930" y="112954"/>
                </a:lnTo>
                <a:lnTo>
                  <a:pt x="44430" y="112888"/>
                </a:lnTo>
                <a:lnTo>
                  <a:pt x="44930" y="112815"/>
                </a:lnTo>
                <a:lnTo>
                  <a:pt x="45430" y="112737"/>
                </a:lnTo>
                <a:lnTo>
                  <a:pt x="45930" y="112653"/>
                </a:lnTo>
                <a:lnTo>
                  <a:pt x="46430" y="112563"/>
                </a:lnTo>
                <a:lnTo>
                  <a:pt x="46929" y="112470"/>
                </a:lnTo>
                <a:lnTo>
                  <a:pt x="47429" y="112371"/>
                </a:lnTo>
                <a:lnTo>
                  <a:pt x="47928" y="112269"/>
                </a:lnTo>
                <a:lnTo>
                  <a:pt x="48428" y="112162"/>
                </a:lnTo>
                <a:lnTo>
                  <a:pt x="48927" y="112050"/>
                </a:lnTo>
                <a:lnTo>
                  <a:pt x="49426" y="111934"/>
                </a:lnTo>
                <a:lnTo>
                  <a:pt x="49925" y="111814"/>
                </a:lnTo>
                <a:lnTo>
                  <a:pt x="50424" y="111689"/>
                </a:lnTo>
                <a:lnTo>
                  <a:pt x="50923" y="111560"/>
                </a:lnTo>
                <a:lnTo>
                  <a:pt x="51421" y="111426"/>
                </a:lnTo>
                <a:lnTo>
                  <a:pt x="51920" y="111288"/>
                </a:lnTo>
                <a:lnTo>
                  <a:pt x="52418" y="111145"/>
                </a:lnTo>
                <a:lnTo>
                  <a:pt x="52917" y="110998"/>
                </a:lnTo>
                <a:lnTo>
                  <a:pt x="53415" y="110847"/>
                </a:lnTo>
                <a:lnTo>
                  <a:pt x="53913" y="110691"/>
                </a:lnTo>
                <a:lnTo>
                  <a:pt x="54412" y="110530"/>
                </a:lnTo>
                <a:lnTo>
                  <a:pt x="54910" y="110365"/>
                </a:lnTo>
                <a:lnTo>
                  <a:pt x="55408" y="110196"/>
                </a:lnTo>
                <a:lnTo>
                  <a:pt x="55905" y="110022"/>
                </a:lnTo>
                <a:lnTo>
                  <a:pt x="56403" y="109844"/>
                </a:lnTo>
                <a:lnTo>
                  <a:pt x="56901" y="109662"/>
                </a:lnTo>
                <a:lnTo>
                  <a:pt x="57398" y="109475"/>
                </a:lnTo>
                <a:lnTo>
                  <a:pt x="57896" y="109283"/>
                </a:lnTo>
                <a:lnTo>
                  <a:pt x="56532" y="104723"/>
                </a:lnTo>
                <a:lnTo>
                  <a:pt x="55878" y="104967"/>
                </a:lnTo>
                <a:lnTo>
                  <a:pt x="55223" y="105202"/>
                </a:lnTo>
                <a:lnTo>
                  <a:pt x="54566" y="105428"/>
                </a:lnTo>
                <a:lnTo>
                  <a:pt x="53908" y="105644"/>
                </a:lnTo>
                <a:lnTo>
                  <a:pt x="53249" y="105850"/>
                </a:lnTo>
                <a:lnTo>
                  <a:pt x="52588" y="106047"/>
                </a:lnTo>
                <a:lnTo>
                  <a:pt x="51926" y="106234"/>
                </a:lnTo>
                <a:lnTo>
                  <a:pt x="51262" y="106412"/>
                </a:lnTo>
                <a:lnTo>
                  <a:pt x="50598" y="106580"/>
                </a:lnTo>
                <a:lnTo>
                  <a:pt x="49931" y="106739"/>
                </a:lnTo>
                <a:lnTo>
                  <a:pt x="49264" y="106888"/>
                </a:lnTo>
                <a:lnTo>
                  <a:pt x="48595" y="107028"/>
                </a:lnTo>
                <a:lnTo>
                  <a:pt x="47925" y="107158"/>
                </a:lnTo>
                <a:lnTo>
                  <a:pt x="47253" y="107279"/>
                </a:lnTo>
                <a:lnTo>
                  <a:pt x="46581" y="107390"/>
                </a:lnTo>
                <a:lnTo>
                  <a:pt x="45906" y="107491"/>
                </a:lnTo>
                <a:lnTo>
                  <a:pt x="45231" y="107583"/>
                </a:lnTo>
                <a:lnTo>
                  <a:pt x="44554" y="107666"/>
                </a:lnTo>
                <a:lnTo>
                  <a:pt x="43876" y="107739"/>
                </a:lnTo>
                <a:lnTo>
                  <a:pt x="43196" y="107802"/>
                </a:lnTo>
                <a:lnTo>
                  <a:pt x="42515" y="107856"/>
                </a:lnTo>
                <a:lnTo>
                  <a:pt x="41833" y="107900"/>
                </a:lnTo>
                <a:lnTo>
                  <a:pt x="41149" y="107935"/>
                </a:lnTo>
                <a:lnTo>
                  <a:pt x="40464" y="107961"/>
                </a:lnTo>
                <a:lnTo>
                  <a:pt x="39778" y="107975"/>
                </a:lnTo>
                <a:lnTo>
                  <a:pt x="39093" y="107977"/>
                </a:lnTo>
                <a:lnTo>
                  <a:pt x="38407" y="107967"/>
                </a:lnTo>
                <a:lnTo>
                  <a:pt x="37722" y="107945"/>
                </a:lnTo>
                <a:lnTo>
                  <a:pt x="37036" y="107911"/>
                </a:lnTo>
                <a:lnTo>
                  <a:pt x="36351" y="107865"/>
                </a:lnTo>
                <a:lnTo>
                  <a:pt x="35666" y="107806"/>
                </a:lnTo>
                <a:lnTo>
                  <a:pt x="34981" y="107735"/>
                </a:lnTo>
                <a:lnTo>
                  <a:pt x="34296" y="107652"/>
                </a:lnTo>
                <a:lnTo>
                  <a:pt x="33611" y="107557"/>
                </a:lnTo>
                <a:lnTo>
                  <a:pt x="32926" y="107449"/>
                </a:lnTo>
                <a:lnTo>
                  <a:pt x="32241" y="107330"/>
                </a:lnTo>
                <a:lnTo>
                  <a:pt x="31556" y="107198"/>
                </a:lnTo>
                <a:lnTo>
                  <a:pt x="30872" y="107054"/>
                </a:lnTo>
                <a:lnTo>
                  <a:pt x="30187" y="106898"/>
                </a:lnTo>
                <a:lnTo>
                  <a:pt x="29503" y="106730"/>
                </a:lnTo>
                <a:lnTo>
                  <a:pt x="28818" y="106549"/>
                </a:lnTo>
                <a:lnTo>
                  <a:pt x="28134" y="106356"/>
                </a:lnTo>
                <a:lnTo>
                  <a:pt x="27449" y="106151"/>
                </a:lnTo>
                <a:lnTo>
                  <a:pt x="26765" y="105934"/>
                </a:lnTo>
                <a:lnTo>
                  <a:pt x="26081" y="105705"/>
                </a:lnTo>
                <a:lnTo>
                  <a:pt x="25397" y="105464"/>
                </a:lnTo>
                <a:lnTo>
                  <a:pt x="24713" y="105210"/>
                </a:lnTo>
                <a:lnTo>
                  <a:pt x="24029" y="104944"/>
                </a:lnTo>
                <a:lnTo>
                  <a:pt x="23262" y="104632"/>
                </a:lnTo>
                <a:lnTo>
                  <a:pt x="22513" y="104311"/>
                </a:lnTo>
                <a:lnTo>
                  <a:pt x="21782" y="103981"/>
                </a:lnTo>
                <a:lnTo>
                  <a:pt x="21069" y="103642"/>
                </a:lnTo>
                <a:lnTo>
                  <a:pt x="20375" y="103295"/>
                </a:lnTo>
                <a:lnTo>
                  <a:pt x="19698" y="102937"/>
                </a:lnTo>
                <a:lnTo>
                  <a:pt x="19040" y="102571"/>
                </a:lnTo>
                <a:lnTo>
                  <a:pt x="18399" y="102196"/>
                </a:lnTo>
                <a:lnTo>
                  <a:pt x="17777" y="101812"/>
                </a:lnTo>
                <a:lnTo>
                  <a:pt x="17173" y="101419"/>
                </a:lnTo>
                <a:lnTo>
                  <a:pt x="16587" y="101017"/>
                </a:lnTo>
                <a:lnTo>
                  <a:pt x="16019" y="100605"/>
                </a:lnTo>
                <a:lnTo>
                  <a:pt x="15469" y="100185"/>
                </a:lnTo>
                <a:lnTo>
                  <a:pt x="14937" y="99756"/>
                </a:lnTo>
                <a:lnTo>
                  <a:pt x="14423" y="99317"/>
                </a:lnTo>
                <a:lnTo>
                  <a:pt x="13928" y="98870"/>
                </a:lnTo>
                <a:lnTo>
                  <a:pt x="13450" y="98413"/>
                </a:lnTo>
                <a:lnTo>
                  <a:pt x="12991" y="97948"/>
                </a:lnTo>
                <a:lnTo>
                  <a:pt x="12549" y="97473"/>
                </a:lnTo>
                <a:lnTo>
                  <a:pt x="12126" y="96990"/>
                </a:lnTo>
                <a:lnTo>
                  <a:pt x="11721" y="96497"/>
                </a:lnTo>
                <a:lnTo>
                  <a:pt x="11334" y="95995"/>
                </a:lnTo>
                <a:lnTo>
                  <a:pt x="10965" y="95484"/>
                </a:lnTo>
                <a:lnTo>
                  <a:pt x="10614" y="94965"/>
                </a:lnTo>
                <a:lnTo>
                  <a:pt x="10279" y="94437"/>
                </a:lnTo>
                <a:lnTo>
                  <a:pt x="9957" y="93904"/>
                </a:lnTo>
                <a:lnTo>
                  <a:pt x="9648" y="93366"/>
                </a:lnTo>
                <a:lnTo>
                  <a:pt x="9352" y="92822"/>
                </a:lnTo>
                <a:lnTo>
                  <a:pt x="9070" y="92272"/>
                </a:lnTo>
                <a:lnTo>
                  <a:pt x="8800" y="91717"/>
                </a:lnTo>
                <a:lnTo>
                  <a:pt x="8544" y="91157"/>
                </a:lnTo>
                <a:lnTo>
                  <a:pt x="8301" y="90591"/>
                </a:lnTo>
                <a:lnTo>
                  <a:pt x="8071" y="90019"/>
                </a:lnTo>
                <a:lnTo>
                  <a:pt x="7854" y="89442"/>
                </a:lnTo>
                <a:lnTo>
                  <a:pt x="7650" y="88859"/>
                </a:lnTo>
                <a:lnTo>
                  <a:pt x="7459" y="88271"/>
                </a:lnTo>
                <a:lnTo>
                  <a:pt x="7282" y="87677"/>
                </a:lnTo>
                <a:lnTo>
                  <a:pt x="7118" y="87078"/>
                </a:lnTo>
                <a:lnTo>
                  <a:pt x="6966" y="86473"/>
                </a:lnTo>
                <a:lnTo>
                  <a:pt x="6828" y="85863"/>
                </a:lnTo>
                <a:lnTo>
                  <a:pt x="6704" y="85247"/>
                </a:lnTo>
                <a:lnTo>
                  <a:pt x="6592" y="84625"/>
                </a:lnTo>
                <a:lnTo>
                  <a:pt x="6493" y="83998"/>
                </a:lnTo>
                <a:lnTo>
                  <a:pt x="6408" y="83366"/>
                </a:lnTo>
                <a:lnTo>
                  <a:pt x="6335" y="82728"/>
                </a:lnTo>
                <a:lnTo>
                  <a:pt x="6276" y="82084"/>
                </a:lnTo>
                <a:lnTo>
                  <a:pt x="6230" y="81435"/>
                </a:lnTo>
                <a:lnTo>
                  <a:pt x="6197" y="80780"/>
                </a:lnTo>
                <a:lnTo>
                  <a:pt x="6176" y="80122"/>
                </a:lnTo>
                <a:lnTo>
                  <a:pt x="6165" y="79463"/>
                </a:lnTo>
                <a:lnTo>
                  <a:pt x="6164" y="78804"/>
                </a:lnTo>
                <a:lnTo>
                  <a:pt x="6173" y="78144"/>
                </a:lnTo>
                <a:lnTo>
                  <a:pt x="6192" y="77483"/>
                </a:lnTo>
                <a:lnTo>
                  <a:pt x="6222" y="76821"/>
                </a:lnTo>
                <a:lnTo>
                  <a:pt x="6261" y="76159"/>
                </a:lnTo>
                <a:lnTo>
                  <a:pt x="6310" y="75496"/>
                </a:lnTo>
                <a:lnTo>
                  <a:pt x="6370" y="74832"/>
                </a:lnTo>
                <a:lnTo>
                  <a:pt x="6440" y="74167"/>
                </a:lnTo>
                <a:lnTo>
                  <a:pt x="6519" y="73502"/>
                </a:lnTo>
                <a:lnTo>
                  <a:pt x="6609" y="72836"/>
                </a:lnTo>
                <a:lnTo>
                  <a:pt x="6709" y="72169"/>
                </a:lnTo>
                <a:lnTo>
                  <a:pt x="6819" y="71502"/>
                </a:lnTo>
                <a:lnTo>
                  <a:pt x="6939" y="70833"/>
                </a:lnTo>
                <a:lnTo>
                  <a:pt x="7070" y="70165"/>
                </a:lnTo>
                <a:lnTo>
                  <a:pt x="7210" y="69495"/>
                </a:lnTo>
                <a:lnTo>
                  <a:pt x="7360" y="68825"/>
                </a:lnTo>
                <a:lnTo>
                  <a:pt x="7521" y="68154"/>
                </a:lnTo>
                <a:lnTo>
                  <a:pt x="7691" y="67482"/>
                </a:lnTo>
                <a:lnTo>
                  <a:pt x="7872" y="66809"/>
                </a:lnTo>
                <a:lnTo>
                  <a:pt x="8063" y="66136"/>
                </a:lnTo>
                <a:lnTo>
                  <a:pt x="8263" y="65462"/>
                </a:lnTo>
                <a:lnTo>
                  <a:pt x="8474" y="64787"/>
                </a:lnTo>
                <a:lnTo>
                  <a:pt x="8693" y="64114"/>
                </a:lnTo>
                <a:lnTo>
                  <a:pt x="8918" y="63445"/>
                </a:lnTo>
                <a:lnTo>
                  <a:pt x="9147" y="62779"/>
                </a:lnTo>
                <a:lnTo>
                  <a:pt x="9383" y="62117"/>
                </a:lnTo>
                <a:lnTo>
                  <a:pt x="9624" y="61459"/>
                </a:lnTo>
                <a:lnTo>
                  <a:pt x="9871" y="60804"/>
                </a:lnTo>
                <a:lnTo>
                  <a:pt x="10123" y="60153"/>
                </a:lnTo>
                <a:lnTo>
                  <a:pt x="10381" y="59506"/>
                </a:lnTo>
                <a:lnTo>
                  <a:pt x="10644" y="58863"/>
                </a:lnTo>
                <a:lnTo>
                  <a:pt x="10913" y="58223"/>
                </a:lnTo>
                <a:lnTo>
                  <a:pt x="11188" y="57588"/>
                </a:lnTo>
                <a:lnTo>
                  <a:pt x="11468" y="56955"/>
                </a:lnTo>
                <a:lnTo>
                  <a:pt x="11754" y="56327"/>
                </a:lnTo>
                <a:lnTo>
                  <a:pt x="12045" y="55702"/>
                </a:lnTo>
                <a:lnTo>
                  <a:pt x="12342" y="55081"/>
                </a:lnTo>
                <a:lnTo>
                  <a:pt x="12644" y="54464"/>
                </a:lnTo>
                <a:lnTo>
                  <a:pt x="12952" y="53851"/>
                </a:lnTo>
                <a:lnTo>
                  <a:pt x="13266" y="53241"/>
                </a:lnTo>
                <a:lnTo>
                  <a:pt x="13585" y="52635"/>
                </a:lnTo>
                <a:lnTo>
                  <a:pt x="13910" y="52032"/>
                </a:lnTo>
                <a:lnTo>
                  <a:pt x="14240" y="51434"/>
                </a:lnTo>
                <a:lnTo>
                  <a:pt x="14576" y="50839"/>
                </a:lnTo>
                <a:lnTo>
                  <a:pt x="14917" y="50248"/>
                </a:lnTo>
                <a:lnTo>
                  <a:pt x="15264" y="49660"/>
                </a:lnTo>
                <a:lnTo>
                  <a:pt x="20487" y="40374"/>
                </a:lnTo>
                <a:lnTo>
                  <a:pt x="87321" y="66009"/>
                </a:lnTo>
                <a:close/>
                <a:moveTo>
                  <a:pt x="23636" y="35138"/>
                </a:moveTo>
                <a:lnTo>
                  <a:pt x="24022" y="34565"/>
                </a:lnTo>
                <a:lnTo>
                  <a:pt x="24414" y="33993"/>
                </a:lnTo>
                <a:lnTo>
                  <a:pt x="24814" y="33422"/>
                </a:lnTo>
                <a:lnTo>
                  <a:pt x="25222" y="32851"/>
                </a:lnTo>
                <a:lnTo>
                  <a:pt x="25636" y="32281"/>
                </a:lnTo>
                <a:lnTo>
                  <a:pt x="26057" y="31712"/>
                </a:lnTo>
                <a:lnTo>
                  <a:pt x="26486" y="31143"/>
                </a:lnTo>
                <a:lnTo>
                  <a:pt x="26921" y="30576"/>
                </a:lnTo>
                <a:lnTo>
                  <a:pt x="27364" y="30009"/>
                </a:lnTo>
                <a:lnTo>
                  <a:pt x="27814" y="29442"/>
                </a:lnTo>
                <a:lnTo>
                  <a:pt x="28271" y="28877"/>
                </a:lnTo>
                <a:lnTo>
                  <a:pt x="28735" y="28312"/>
                </a:lnTo>
                <a:lnTo>
                  <a:pt x="29207" y="27748"/>
                </a:lnTo>
                <a:lnTo>
                  <a:pt x="29685" y="27184"/>
                </a:lnTo>
                <a:lnTo>
                  <a:pt x="30171" y="26622"/>
                </a:lnTo>
                <a:lnTo>
                  <a:pt x="30663" y="26060"/>
                </a:lnTo>
                <a:lnTo>
                  <a:pt x="31163" y="25499"/>
                </a:lnTo>
                <a:lnTo>
                  <a:pt x="31670" y="24938"/>
                </a:lnTo>
                <a:lnTo>
                  <a:pt x="32184" y="24379"/>
                </a:lnTo>
                <a:lnTo>
                  <a:pt x="32704" y="23822"/>
                </a:lnTo>
                <a:lnTo>
                  <a:pt x="33229" y="23272"/>
                </a:lnTo>
                <a:lnTo>
                  <a:pt x="33759" y="22728"/>
                </a:lnTo>
                <a:lnTo>
                  <a:pt x="34294" y="22190"/>
                </a:lnTo>
                <a:lnTo>
                  <a:pt x="34833" y="21659"/>
                </a:lnTo>
                <a:lnTo>
                  <a:pt x="35377" y="21134"/>
                </a:lnTo>
                <a:lnTo>
                  <a:pt x="35926" y="20615"/>
                </a:lnTo>
                <a:lnTo>
                  <a:pt x="36480" y="20102"/>
                </a:lnTo>
                <a:lnTo>
                  <a:pt x="37039" y="19596"/>
                </a:lnTo>
                <a:lnTo>
                  <a:pt x="37602" y="19096"/>
                </a:lnTo>
                <a:lnTo>
                  <a:pt x="38170" y="18602"/>
                </a:lnTo>
                <a:lnTo>
                  <a:pt x="38743" y="18114"/>
                </a:lnTo>
                <a:lnTo>
                  <a:pt x="39321" y="17633"/>
                </a:lnTo>
                <a:lnTo>
                  <a:pt x="39904" y="17158"/>
                </a:lnTo>
                <a:lnTo>
                  <a:pt x="40491" y="16689"/>
                </a:lnTo>
                <a:lnTo>
                  <a:pt x="41083" y="16227"/>
                </a:lnTo>
                <a:lnTo>
                  <a:pt x="41680" y="15770"/>
                </a:lnTo>
                <a:lnTo>
                  <a:pt x="42282" y="15320"/>
                </a:lnTo>
                <a:lnTo>
                  <a:pt x="42889" y="14877"/>
                </a:lnTo>
                <a:lnTo>
                  <a:pt x="43500" y="14439"/>
                </a:lnTo>
                <a:lnTo>
                  <a:pt x="44117" y="14008"/>
                </a:lnTo>
                <a:lnTo>
                  <a:pt x="44738" y="13583"/>
                </a:lnTo>
                <a:lnTo>
                  <a:pt x="45363" y="13164"/>
                </a:lnTo>
                <a:lnTo>
                  <a:pt x="45994" y="12752"/>
                </a:lnTo>
                <a:lnTo>
                  <a:pt x="46629" y="12348"/>
                </a:lnTo>
                <a:lnTo>
                  <a:pt x="47266" y="11957"/>
                </a:lnTo>
                <a:lnTo>
                  <a:pt x="47906" y="11577"/>
                </a:lnTo>
                <a:lnTo>
                  <a:pt x="48549" y="11210"/>
                </a:lnTo>
                <a:lnTo>
                  <a:pt x="49195" y="10855"/>
                </a:lnTo>
                <a:lnTo>
                  <a:pt x="49843" y="10512"/>
                </a:lnTo>
                <a:lnTo>
                  <a:pt x="50494" y="10180"/>
                </a:lnTo>
                <a:lnTo>
                  <a:pt x="51148" y="9861"/>
                </a:lnTo>
                <a:lnTo>
                  <a:pt x="51805" y="9554"/>
                </a:lnTo>
                <a:lnTo>
                  <a:pt x="52465" y="9259"/>
                </a:lnTo>
                <a:lnTo>
                  <a:pt x="53127" y="8977"/>
                </a:lnTo>
                <a:lnTo>
                  <a:pt x="53792" y="8706"/>
                </a:lnTo>
                <a:lnTo>
                  <a:pt x="54460" y="8447"/>
                </a:lnTo>
                <a:lnTo>
                  <a:pt x="55131" y="8200"/>
                </a:lnTo>
                <a:lnTo>
                  <a:pt x="55804" y="7966"/>
                </a:lnTo>
                <a:lnTo>
                  <a:pt x="56481" y="7743"/>
                </a:lnTo>
                <a:lnTo>
                  <a:pt x="57160" y="7533"/>
                </a:lnTo>
                <a:lnTo>
                  <a:pt x="57841" y="7334"/>
                </a:lnTo>
                <a:lnTo>
                  <a:pt x="58526" y="7148"/>
                </a:lnTo>
                <a:lnTo>
                  <a:pt x="59213" y="6974"/>
                </a:lnTo>
                <a:lnTo>
                  <a:pt x="59903" y="6812"/>
                </a:lnTo>
                <a:lnTo>
                  <a:pt x="60596" y="6661"/>
                </a:lnTo>
                <a:lnTo>
                  <a:pt x="61292" y="6523"/>
                </a:lnTo>
                <a:lnTo>
                  <a:pt x="61990" y="6397"/>
                </a:lnTo>
                <a:lnTo>
                  <a:pt x="62691" y="6286"/>
                </a:lnTo>
                <a:lnTo>
                  <a:pt x="63394" y="6192"/>
                </a:lnTo>
                <a:lnTo>
                  <a:pt x="64100" y="6115"/>
                </a:lnTo>
                <a:lnTo>
                  <a:pt x="64807" y="6056"/>
                </a:lnTo>
                <a:lnTo>
                  <a:pt x="65517" y="6014"/>
                </a:lnTo>
                <a:lnTo>
                  <a:pt x="66228" y="5989"/>
                </a:lnTo>
                <a:lnTo>
                  <a:pt x="66942" y="5982"/>
                </a:lnTo>
                <a:lnTo>
                  <a:pt x="67658" y="5993"/>
                </a:lnTo>
                <a:lnTo>
                  <a:pt x="68376" y="6020"/>
                </a:lnTo>
                <a:lnTo>
                  <a:pt x="69096" y="6066"/>
                </a:lnTo>
                <a:lnTo>
                  <a:pt x="69818" y="6128"/>
                </a:lnTo>
                <a:lnTo>
                  <a:pt x="70542" y="6208"/>
                </a:lnTo>
                <a:lnTo>
                  <a:pt x="71269" y="6306"/>
                </a:lnTo>
                <a:lnTo>
                  <a:pt x="71998" y="6420"/>
                </a:lnTo>
                <a:lnTo>
                  <a:pt x="72728" y="6553"/>
                </a:lnTo>
                <a:lnTo>
                  <a:pt x="73461" y="6702"/>
                </a:lnTo>
                <a:lnTo>
                  <a:pt x="74196" y="6869"/>
                </a:lnTo>
                <a:lnTo>
                  <a:pt x="74933" y="7054"/>
                </a:lnTo>
                <a:lnTo>
                  <a:pt x="75673" y="7256"/>
                </a:lnTo>
                <a:lnTo>
                  <a:pt x="76414" y="7475"/>
                </a:lnTo>
                <a:lnTo>
                  <a:pt x="77158" y="7712"/>
                </a:lnTo>
                <a:lnTo>
                  <a:pt x="77903" y="7966"/>
                </a:lnTo>
                <a:lnTo>
                  <a:pt x="78651" y="8237"/>
                </a:lnTo>
                <a:lnTo>
                  <a:pt x="79401" y="8526"/>
                </a:lnTo>
                <a:lnTo>
                  <a:pt x="80258" y="8895"/>
                </a:lnTo>
                <a:lnTo>
                  <a:pt x="81090" y="9276"/>
                </a:lnTo>
                <a:lnTo>
                  <a:pt x="81896" y="9668"/>
                </a:lnTo>
                <a:lnTo>
                  <a:pt x="82677" y="10073"/>
                </a:lnTo>
                <a:lnTo>
                  <a:pt x="83431" y="10489"/>
                </a:lnTo>
                <a:lnTo>
                  <a:pt x="84161" y="10918"/>
                </a:lnTo>
                <a:lnTo>
                  <a:pt x="84864" y="11359"/>
                </a:lnTo>
                <a:lnTo>
                  <a:pt x="85542" y="11811"/>
                </a:lnTo>
                <a:lnTo>
                  <a:pt x="86194" y="12276"/>
                </a:lnTo>
                <a:lnTo>
                  <a:pt x="86821" y="12752"/>
                </a:lnTo>
                <a:lnTo>
                  <a:pt x="87422" y="13241"/>
                </a:lnTo>
                <a:lnTo>
                  <a:pt x="87997" y="13741"/>
                </a:lnTo>
                <a:lnTo>
                  <a:pt x="88547" y="14254"/>
                </a:lnTo>
                <a:lnTo>
                  <a:pt x="89071" y="14779"/>
                </a:lnTo>
                <a:lnTo>
                  <a:pt x="89570" y="15315"/>
                </a:lnTo>
                <a:lnTo>
                  <a:pt x="90043" y="15864"/>
                </a:lnTo>
                <a:lnTo>
                  <a:pt x="90490" y="16424"/>
                </a:lnTo>
                <a:lnTo>
                  <a:pt x="90911" y="16997"/>
                </a:lnTo>
                <a:lnTo>
                  <a:pt x="91307" y="17581"/>
                </a:lnTo>
                <a:lnTo>
                  <a:pt x="91677" y="18178"/>
                </a:lnTo>
                <a:lnTo>
                  <a:pt x="92022" y="18786"/>
                </a:lnTo>
                <a:lnTo>
                  <a:pt x="92341" y="19407"/>
                </a:lnTo>
                <a:lnTo>
                  <a:pt x="92635" y="20039"/>
                </a:lnTo>
                <a:lnTo>
                  <a:pt x="92902" y="20684"/>
                </a:lnTo>
                <a:lnTo>
                  <a:pt x="93148" y="21337"/>
                </a:lnTo>
                <a:lnTo>
                  <a:pt x="93375" y="21997"/>
                </a:lnTo>
                <a:lnTo>
                  <a:pt x="93583" y="22662"/>
                </a:lnTo>
                <a:lnTo>
                  <a:pt x="93773" y="23333"/>
                </a:lnTo>
                <a:lnTo>
                  <a:pt x="93943" y="24009"/>
                </a:lnTo>
                <a:lnTo>
                  <a:pt x="94096" y="24692"/>
                </a:lnTo>
                <a:lnTo>
                  <a:pt x="94229" y="25381"/>
                </a:lnTo>
                <a:lnTo>
                  <a:pt x="94344" y="26075"/>
                </a:lnTo>
                <a:lnTo>
                  <a:pt x="94440" y="26775"/>
                </a:lnTo>
                <a:lnTo>
                  <a:pt x="94518" y="27482"/>
                </a:lnTo>
                <a:lnTo>
                  <a:pt x="94577" y="28193"/>
                </a:lnTo>
                <a:lnTo>
                  <a:pt x="94617" y="28911"/>
                </a:lnTo>
                <a:lnTo>
                  <a:pt x="94638" y="29635"/>
                </a:lnTo>
                <a:lnTo>
                  <a:pt x="94641" y="30365"/>
                </a:lnTo>
                <a:lnTo>
                  <a:pt x="94625" y="31100"/>
                </a:lnTo>
                <a:lnTo>
                  <a:pt x="94591" y="31841"/>
                </a:lnTo>
                <a:lnTo>
                  <a:pt x="94538" y="32588"/>
                </a:lnTo>
                <a:lnTo>
                  <a:pt x="94466" y="33341"/>
                </a:lnTo>
                <a:lnTo>
                  <a:pt x="94375" y="34100"/>
                </a:lnTo>
                <a:lnTo>
                  <a:pt x="94266" y="34865"/>
                </a:lnTo>
                <a:lnTo>
                  <a:pt x="94138" y="35635"/>
                </a:lnTo>
                <a:lnTo>
                  <a:pt x="93992" y="36412"/>
                </a:lnTo>
                <a:lnTo>
                  <a:pt x="93826" y="37194"/>
                </a:lnTo>
                <a:lnTo>
                  <a:pt x="93643" y="37982"/>
                </a:lnTo>
                <a:lnTo>
                  <a:pt x="93445" y="38772"/>
                </a:lnTo>
                <a:lnTo>
                  <a:pt x="93237" y="39559"/>
                </a:lnTo>
                <a:lnTo>
                  <a:pt x="93020" y="40344"/>
                </a:lnTo>
                <a:lnTo>
                  <a:pt x="92792" y="41126"/>
                </a:lnTo>
                <a:lnTo>
                  <a:pt x="92556" y="41906"/>
                </a:lnTo>
                <a:lnTo>
                  <a:pt x="92310" y="42683"/>
                </a:lnTo>
                <a:lnTo>
                  <a:pt x="92054" y="43458"/>
                </a:lnTo>
                <a:lnTo>
                  <a:pt x="91788" y="44230"/>
                </a:lnTo>
                <a:lnTo>
                  <a:pt x="91513" y="45000"/>
                </a:lnTo>
                <a:lnTo>
                  <a:pt x="91228" y="45767"/>
                </a:lnTo>
                <a:lnTo>
                  <a:pt x="90933" y="46532"/>
                </a:lnTo>
                <a:lnTo>
                  <a:pt x="90629" y="47294"/>
                </a:lnTo>
                <a:lnTo>
                  <a:pt x="90315" y="48054"/>
                </a:lnTo>
                <a:lnTo>
                  <a:pt x="89991" y="48811"/>
                </a:lnTo>
                <a:lnTo>
                  <a:pt x="89658" y="49566"/>
                </a:lnTo>
                <a:lnTo>
                  <a:pt x="89315" y="50318"/>
                </a:lnTo>
                <a:lnTo>
                  <a:pt x="88963" y="51068"/>
                </a:lnTo>
                <a:lnTo>
                  <a:pt x="88601" y="51815"/>
                </a:lnTo>
                <a:lnTo>
                  <a:pt x="88229" y="52560"/>
                </a:lnTo>
                <a:lnTo>
                  <a:pt x="87847" y="53302"/>
                </a:lnTo>
                <a:lnTo>
                  <a:pt x="87456" y="54041"/>
                </a:lnTo>
                <a:lnTo>
                  <a:pt x="87055" y="54779"/>
                </a:lnTo>
                <a:lnTo>
                  <a:pt x="86645" y="55513"/>
                </a:lnTo>
                <a:lnTo>
                  <a:pt x="86225" y="56246"/>
                </a:lnTo>
                <a:lnTo>
                  <a:pt x="84664" y="59108"/>
                </a:lnTo>
                <a:lnTo>
                  <a:pt x="23340" y="35585"/>
                </a:lnTo>
                <a:lnTo>
                  <a:pt x="23636" y="3513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L">
            <a:extLst xmlns:a="http://schemas.openxmlformats.org/drawingml/2006/main">
              <a:ext uri="{FF2B5EF4-FFF2-40B4-BE49-F238E27FC236}">
                <a16:creationId xmlns:a16="http://schemas.microsoft.com/office/drawing/2014/main" id="{28294426-1C73-412F-9214-6ACAC7FC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764" y="4592247"/>
            <a:ext cx="86787" cy="162392"/>
          </a:xfrm>
          <a:custGeom xmlns:a="http://schemas.openxmlformats.org/drawingml/2006/main">
            <a:pathLst>
              <a:path w="86787" h="162392">
                <a:moveTo>
                  <a:pt x="86787" y="2083"/>
                </a:moveTo>
                <a:lnTo>
                  <a:pt x="81357" y="0"/>
                </a:lnTo>
                <a:lnTo>
                  <a:pt x="0" y="136743"/>
                </a:lnTo>
                <a:lnTo>
                  <a:pt x="2313" y="137630"/>
                </a:lnTo>
                <a:lnTo>
                  <a:pt x="2313" y="137630"/>
                </a:lnTo>
                <a:lnTo>
                  <a:pt x="66869" y="162392"/>
                </a:lnTo>
                <a:lnTo>
                  <a:pt x="69542" y="157535"/>
                </a:lnTo>
                <a:lnTo>
                  <a:pt x="8183" y="133999"/>
                </a:lnTo>
                <a:lnTo>
                  <a:pt x="86787" y="208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L">
            <a:extLst xmlns:a="http://schemas.openxmlformats.org/drawingml/2006/main">
              <a:ext uri="{FF2B5EF4-FFF2-40B4-BE49-F238E27FC236}">
                <a16:creationId xmlns:a16="http://schemas.microsoft.com/office/drawing/2014/main" id="{EBDFB173-1924-4272-97B0-71A7E28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200" y="4627319"/>
            <a:ext cx="86787" cy="162392"/>
          </a:xfrm>
          <a:custGeom xmlns:a="http://schemas.openxmlformats.org/drawingml/2006/main">
            <a:pathLst>
              <a:path w="86787" h="162392">
                <a:moveTo>
                  <a:pt x="86787" y="2083"/>
                </a:moveTo>
                <a:lnTo>
                  <a:pt x="81357" y="0"/>
                </a:lnTo>
                <a:lnTo>
                  <a:pt x="0" y="136743"/>
                </a:lnTo>
                <a:lnTo>
                  <a:pt x="2313" y="137630"/>
                </a:lnTo>
                <a:lnTo>
                  <a:pt x="2313" y="137630"/>
                </a:lnTo>
                <a:lnTo>
                  <a:pt x="66869" y="162392"/>
                </a:lnTo>
                <a:lnTo>
                  <a:pt x="69542" y="157535"/>
                </a:lnTo>
                <a:lnTo>
                  <a:pt x="8183" y="133999"/>
                </a:lnTo>
                <a:lnTo>
                  <a:pt x="86787" y="208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M">
            <a:extLst xmlns:a="http://schemas.openxmlformats.org/drawingml/2006/main">
              <a:ext uri="{FF2B5EF4-FFF2-40B4-BE49-F238E27FC236}">
                <a16:creationId xmlns:a16="http://schemas.microsoft.com/office/drawing/2014/main" id="{CBF4B7FC-0FBF-4C7B-9BB0-ED71A57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019" y="4662193"/>
            <a:ext cx="194281" cy="179980"/>
          </a:xfrm>
          <a:custGeom xmlns:a="http://schemas.openxmlformats.org/drawingml/2006/main">
            <a:pathLst>
              <a:path w="194281" h="179980">
                <a:moveTo>
                  <a:pt x="81458" y="0"/>
                </a:moveTo>
                <a:lnTo>
                  <a:pt x="0" y="136704"/>
                </a:lnTo>
                <a:lnTo>
                  <a:pt x="5329" y="138749"/>
                </a:lnTo>
                <a:lnTo>
                  <a:pt x="44694" y="72296"/>
                </a:lnTo>
                <a:lnTo>
                  <a:pt x="81521" y="10287"/>
                </a:lnTo>
                <a:lnTo>
                  <a:pt x="54400" y="157571"/>
                </a:lnTo>
                <a:lnTo>
                  <a:pt x="58423" y="159114"/>
                </a:lnTo>
                <a:lnTo>
                  <a:pt x="184278" y="49053"/>
                </a:lnTo>
                <a:lnTo>
                  <a:pt x="146959" y="111522"/>
                </a:lnTo>
                <a:lnTo>
                  <a:pt x="107393" y="177897"/>
                </a:lnTo>
                <a:lnTo>
                  <a:pt x="112823" y="179980"/>
                </a:lnTo>
                <a:lnTo>
                  <a:pt x="194281" y="43276"/>
                </a:lnTo>
                <a:lnTo>
                  <a:pt x="188951" y="41232"/>
                </a:lnTo>
                <a:lnTo>
                  <a:pt x="188895" y="41325"/>
                </a:lnTo>
                <a:lnTo>
                  <a:pt x="186600" y="40445"/>
                </a:lnTo>
                <a:lnTo>
                  <a:pt x="60753" y="149741"/>
                </a:lnTo>
                <a:lnTo>
                  <a:pt x="88736" y="2677"/>
                </a:lnTo>
                <a:lnTo>
                  <a:pt x="83306" y="594"/>
                </a:lnTo>
                <a:lnTo>
                  <a:pt x="83286" y="701"/>
                </a:lnTo>
                <a:lnTo>
                  <a:pt x="81458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s">
            <a:extLst xmlns:a="http://schemas.openxmlformats.org/drawingml/2006/main">
              <a:ext uri="{FF2B5EF4-FFF2-40B4-BE49-F238E27FC236}">
                <a16:creationId xmlns:a16="http://schemas.microsoft.com/office/drawing/2014/main" id="{E4D9CE6F-58BA-420E-934B-A9E2E8D3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951" y="4758554"/>
            <a:ext cx="103534" cy="112617"/>
          </a:xfrm>
          <a:custGeom xmlns:a="http://schemas.openxmlformats.org/drawingml/2006/main">
            <a:pathLst>
              <a:path w="103534" h="112617">
                <a:moveTo>
                  <a:pt x="64495" y="92561"/>
                </a:moveTo>
                <a:cubicBezTo>
                  <a:pt x="67364" y="87894"/>
                  <a:pt x="68498" y="83388"/>
                  <a:pt x="67898" y="79044"/>
                </a:cubicBezTo>
                <a:cubicBezTo>
                  <a:pt x="67298" y="74699"/>
                  <a:pt x="65604" y="70647"/>
                  <a:pt x="62818" y="66887"/>
                </a:cubicBezTo>
                <a:cubicBezTo>
                  <a:pt x="60032" y="63126"/>
                  <a:pt x="56823" y="59666"/>
                  <a:pt x="53192" y="56504"/>
                </a:cubicBezTo>
                <a:cubicBezTo>
                  <a:pt x="50056" y="53455"/>
                  <a:pt x="47114" y="50251"/>
                  <a:pt x="44367" y="46890"/>
                </a:cubicBezTo>
                <a:cubicBezTo>
                  <a:pt x="41620" y="43529"/>
                  <a:pt x="39405" y="40084"/>
                  <a:pt x="37722" y="36555"/>
                </a:cubicBezTo>
                <a:cubicBezTo>
                  <a:pt x="36039" y="33026"/>
                  <a:pt x="35138" y="29566"/>
                  <a:pt x="35017" y="26174"/>
                </a:cubicBezTo>
                <a:cubicBezTo>
                  <a:pt x="34897" y="22783"/>
                  <a:pt x="35921" y="19465"/>
                  <a:pt x="38090" y="16222"/>
                </a:cubicBezTo>
                <a:cubicBezTo>
                  <a:pt x="40330" y="12390"/>
                  <a:pt x="43114" y="9248"/>
                  <a:pt x="46440" y="6794"/>
                </a:cubicBezTo>
                <a:cubicBezTo>
                  <a:pt x="49767" y="4340"/>
                  <a:pt x="53387" y="2576"/>
                  <a:pt x="57299" y="1500"/>
                </a:cubicBezTo>
                <a:cubicBezTo>
                  <a:pt x="61212" y="425"/>
                  <a:pt x="65316" y="0"/>
                  <a:pt x="69614" y="226"/>
                </a:cubicBezTo>
                <a:cubicBezTo>
                  <a:pt x="73911" y="451"/>
                  <a:pt x="78092" y="1382"/>
                  <a:pt x="82155" y="3018"/>
                </a:cubicBezTo>
                <a:cubicBezTo>
                  <a:pt x="88322" y="5383"/>
                  <a:pt x="93204" y="8544"/>
                  <a:pt x="96800" y="12499"/>
                </a:cubicBezTo>
                <a:cubicBezTo>
                  <a:pt x="100395" y="16454"/>
                  <a:pt x="102461" y="20938"/>
                  <a:pt x="102998" y="25950"/>
                </a:cubicBezTo>
                <a:cubicBezTo>
                  <a:pt x="103534" y="30962"/>
                  <a:pt x="102216" y="36397"/>
                  <a:pt x="99043" y="42255"/>
                </a:cubicBezTo>
                <a:lnTo>
                  <a:pt x="93714" y="40210"/>
                </a:lnTo>
                <a:cubicBezTo>
                  <a:pt x="96505" y="34745"/>
                  <a:pt x="97635" y="29949"/>
                  <a:pt x="97105" y="25824"/>
                </a:cubicBezTo>
                <a:cubicBezTo>
                  <a:pt x="96574" y="21698"/>
                  <a:pt x="94795" y="18170"/>
                  <a:pt x="91767" y="15240"/>
                </a:cubicBezTo>
                <a:cubicBezTo>
                  <a:pt x="88739" y="12310"/>
                  <a:pt x="84811" y="9919"/>
                  <a:pt x="79985" y="8068"/>
                </a:cubicBezTo>
                <a:cubicBezTo>
                  <a:pt x="75602" y="6464"/>
                  <a:pt x="71090" y="5694"/>
                  <a:pt x="66450" y="5760"/>
                </a:cubicBezTo>
                <a:cubicBezTo>
                  <a:pt x="61810" y="5826"/>
                  <a:pt x="57440" y="6841"/>
                  <a:pt x="53340" y="8806"/>
                </a:cubicBezTo>
                <a:cubicBezTo>
                  <a:pt x="49240" y="10771"/>
                  <a:pt x="45871" y="13785"/>
                  <a:pt x="43233" y="17849"/>
                </a:cubicBezTo>
                <a:cubicBezTo>
                  <a:pt x="41157" y="21051"/>
                  <a:pt x="40222" y="24287"/>
                  <a:pt x="40428" y="27558"/>
                </a:cubicBezTo>
                <a:cubicBezTo>
                  <a:pt x="40633" y="30828"/>
                  <a:pt x="41547" y="34004"/>
                  <a:pt x="43171" y="37088"/>
                </a:cubicBezTo>
                <a:cubicBezTo>
                  <a:pt x="44794" y="40171"/>
                  <a:pt x="46881" y="43048"/>
                  <a:pt x="49432" y="45718"/>
                </a:cubicBezTo>
                <a:cubicBezTo>
                  <a:pt x="51982" y="48389"/>
                  <a:pt x="54460" y="50800"/>
                  <a:pt x="56863" y="52952"/>
                </a:cubicBezTo>
                <a:cubicBezTo>
                  <a:pt x="61336" y="57128"/>
                  <a:pt x="65071" y="61522"/>
                  <a:pt x="68069" y="66132"/>
                </a:cubicBezTo>
                <a:cubicBezTo>
                  <a:pt x="71067" y="70743"/>
                  <a:pt x="72845" y="75424"/>
                  <a:pt x="73405" y="80175"/>
                </a:cubicBezTo>
                <a:cubicBezTo>
                  <a:pt x="73964" y="84927"/>
                  <a:pt x="72712" y="89791"/>
                  <a:pt x="69647" y="94767"/>
                </a:cubicBezTo>
                <a:cubicBezTo>
                  <a:pt x="67143" y="98883"/>
                  <a:pt x="64177" y="102301"/>
                  <a:pt x="60747" y="105023"/>
                </a:cubicBezTo>
                <a:cubicBezTo>
                  <a:pt x="57318" y="107745"/>
                  <a:pt x="53491" y="109699"/>
                  <a:pt x="49267" y="110885"/>
                </a:cubicBezTo>
                <a:cubicBezTo>
                  <a:pt x="45042" y="112072"/>
                  <a:pt x="40699" y="112617"/>
                  <a:pt x="36237" y="112520"/>
                </a:cubicBezTo>
                <a:cubicBezTo>
                  <a:pt x="31774" y="112423"/>
                  <a:pt x="27344" y="111493"/>
                  <a:pt x="22945" y="109729"/>
                </a:cubicBezTo>
                <a:cubicBezTo>
                  <a:pt x="17046" y="107466"/>
                  <a:pt x="12141" y="104316"/>
                  <a:pt x="8231" y="100278"/>
                </a:cubicBezTo>
                <a:cubicBezTo>
                  <a:pt x="4321" y="96241"/>
                  <a:pt x="1893" y="91599"/>
                  <a:pt x="946" y="86353"/>
                </a:cubicBezTo>
                <a:cubicBezTo>
                  <a:pt x="0" y="81107"/>
                  <a:pt x="1054" y="75609"/>
                  <a:pt x="4108" y="69859"/>
                </a:cubicBezTo>
                <a:lnTo>
                  <a:pt x="9437" y="71904"/>
                </a:lnTo>
                <a:cubicBezTo>
                  <a:pt x="6960" y="76952"/>
                  <a:pt x="6075" y="81610"/>
                  <a:pt x="6781" y="85880"/>
                </a:cubicBezTo>
                <a:cubicBezTo>
                  <a:pt x="7487" y="90150"/>
                  <a:pt x="9462" y="93868"/>
                  <a:pt x="12707" y="97035"/>
                </a:cubicBezTo>
                <a:cubicBezTo>
                  <a:pt x="15952" y="100202"/>
                  <a:pt x="20054" y="102737"/>
                  <a:pt x="25015" y="104640"/>
                </a:cubicBezTo>
                <a:cubicBezTo>
                  <a:pt x="29357" y="106151"/>
                  <a:pt x="33972" y="106903"/>
                  <a:pt x="38859" y="106893"/>
                </a:cubicBezTo>
                <a:cubicBezTo>
                  <a:pt x="43747" y="106884"/>
                  <a:pt x="48476" y="105834"/>
                  <a:pt x="53048" y="103742"/>
                </a:cubicBezTo>
                <a:cubicBezTo>
                  <a:pt x="57620" y="101651"/>
                  <a:pt x="61436" y="97924"/>
                  <a:pt x="64495" y="92561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…">
            <a:extLst xmlns:a="http://schemas.openxmlformats.org/drawingml/2006/main">
              <a:ext uri="{FF2B5EF4-FFF2-40B4-BE49-F238E27FC236}">
                <a16:creationId xmlns:a16="http://schemas.microsoft.com/office/drawing/2014/main" id="{0C1AC6A0-DAAC-4207-A639-935D6EF5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086" y="4882752"/>
            <a:ext cx="76086" cy="35579"/>
          </a:xfrm>
          <a:custGeom xmlns:a="http://schemas.openxmlformats.org/drawingml/2006/main">
            <a:pathLst>
              <a:path w="76086" h="35579">
                <a:moveTo>
                  <a:pt x="973" y="3529"/>
                </a:moveTo>
                <a:cubicBezTo>
                  <a:pt x="1689" y="2265"/>
                  <a:pt x="2863" y="1312"/>
                  <a:pt x="4494" y="669"/>
                </a:cubicBezTo>
                <a:cubicBezTo>
                  <a:pt x="6125" y="26"/>
                  <a:pt x="7712" y="0"/>
                  <a:pt x="9254" y="591"/>
                </a:cubicBezTo>
                <a:cubicBezTo>
                  <a:pt x="10863" y="1209"/>
                  <a:pt x="11961" y="2303"/>
                  <a:pt x="12550" y="3874"/>
                </a:cubicBezTo>
                <a:cubicBezTo>
                  <a:pt x="13139" y="5446"/>
                  <a:pt x="13049" y="6930"/>
                  <a:pt x="12282" y="8328"/>
                </a:cubicBezTo>
                <a:cubicBezTo>
                  <a:pt x="11592" y="9524"/>
                  <a:pt x="10377" y="10385"/>
                  <a:pt x="8637" y="10909"/>
                </a:cubicBezTo>
                <a:cubicBezTo>
                  <a:pt x="6897" y="11434"/>
                  <a:pt x="5256" y="11401"/>
                  <a:pt x="3715" y="10809"/>
                </a:cubicBezTo>
                <a:cubicBezTo>
                  <a:pt x="2039" y="10166"/>
                  <a:pt x="961" y="9118"/>
                  <a:pt x="480" y="7665"/>
                </a:cubicBezTo>
                <a:cubicBezTo>
                  <a:pt x="0" y="6212"/>
                  <a:pt x="164" y="4833"/>
                  <a:pt x="973" y="3529"/>
                </a:cubicBezTo>
                <a:moveTo>
                  <a:pt x="33151" y="15871"/>
                </a:moveTo>
                <a:cubicBezTo>
                  <a:pt x="33867" y="14608"/>
                  <a:pt x="35040" y="13654"/>
                  <a:pt x="36672" y="13011"/>
                </a:cubicBezTo>
                <a:cubicBezTo>
                  <a:pt x="38303" y="12368"/>
                  <a:pt x="39890" y="12342"/>
                  <a:pt x="41431" y="12934"/>
                </a:cubicBezTo>
                <a:cubicBezTo>
                  <a:pt x="43040" y="13551"/>
                  <a:pt x="44139" y="14645"/>
                  <a:pt x="44728" y="16217"/>
                </a:cubicBezTo>
                <a:cubicBezTo>
                  <a:pt x="45316" y="17788"/>
                  <a:pt x="45227" y="19273"/>
                  <a:pt x="44459" y="20670"/>
                </a:cubicBezTo>
                <a:cubicBezTo>
                  <a:pt x="43769" y="21867"/>
                  <a:pt x="42554" y="22727"/>
                  <a:pt x="40815" y="23252"/>
                </a:cubicBezTo>
                <a:cubicBezTo>
                  <a:pt x="39075" y="23776"/>
                  <a:pt x="37434" y="23743"/>
                  <a:pt x="35892" y="23152"/>
                </a:cubicBezTo>
                <a:cubicBezTo>
                  <a:pt x="34216" y="22509"/>
                  <a:pt x="33138" y="21461"/>
                  <a:pt x="32658" y="20008"/>
                </a:cubicBezTo>
                <a:cubicBezTo>
                  <a:pt x="32178" y="18555"/>
                  <a:pt x="32342" y="17176"/>
                  <a:pt x="33151" y="15871"/>
                </a:cubicBezTo>
                <a:moveTo>
                  <a:pt x="63921" y="27674"/>
                </a:moveTo>
                <a:cubicBezTo>
                  <a:pt x="64636" y="26410"/>
                  <a:pt x="65810" y="25457"/>
                  <a:pt x="67442" y="24814"/>
                </a:cubicBezTo>
                <a:cubicBezTo>
                  <a:pt x="69073" y="24171"/>
                  <a:pt x="70660" y="24145"/>
                  <a:pt x="72201" y="24736"/>
                </a:cubicBezTo>
                <a:cubicBezTo>
                  <a:pt x="73810" y="25353"/>
                  <a:pt x="74909" y="26448"/>
                  <a:pt x="75498" y="28019"/>
                </a:cubicBezTo>
                <a:cubicBezTo>
                  <a:pt x="76086" y="29591"/>
                  <a:pt x="75997" y="31075"/>
                  <a:pt x="75229" y="32473"/>
                </a:cubicBezTo>
                <a:cubicBezTo>
                  <a:pt x="74539" y="33669"/>
                  <a:pt x="73324" y="34530"/>
                  <a:pt x="71585" y="35054"/>
                </a:cubicBezTo>
                <a:cubicBezTo>
                  <a:pt x="69845" y="35579"/>
                  <a:pt x="68204" y="35546"/>
                  <a:pt x="66662" y="34954"/>
                </a:cubicBezTo>
                <a:cubicBezTo>
                  <a:pt x="64986" y="34311"/>
                  <a:pt x="63908" y="33263"/>
                  <a:pt x="63428" y="31810"/>
                </a:cubicBezTo>
                <a:cubicBezTo>
                  <a:pt x="62948" y="30357"/>
                  <a:pt x="63112" y="28978"/>
                  <a:pt x="63921" y="2767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Premature">
            <a:extLst xmlns:a="http://schemas.openxmlformats.org/drawingml/2006/main">
              <a:ext uri="{FF2B5EF4-FFF2-40B4-BE49-F238E27FC236}">
                <a16:creationId xmlns:a16="http://schemas.microsoft.com/office/drawing/2014/main" id="{99E0E994-FB45-405E-8B4B-6C0535B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349" y="2990877"/>
            <a:ext cx="603707" cy="98938"/>
          </a:xfrm>
          <a:custGeom xmlns:a="http://schemas.openxmlformats.org/drawingml/2006/main">
            <a:pathLst>
              <a:path w="603707" h="98938">
                <a:moveTo>
                  <a:pt x="97017" y="47114"/>
                </a:moveTo>
                <a:lnTo>
                  <a:pt x="97192" y="46744"/>
                </a:lnTo>
                <a:lnTo>
                  <a:pt x="97370" y="46378"/>
                </a:lnTo>
                <a:lnTo>
                  <a:pt x="97552" y="46015"/>
                </a:lnTo>
                <a:lnTo>
                  <a:pt x="97738" y="45654"/>
                </a:lnTo>
                <a:lnTo>
                  <a:pt x="97927" y="45297"/>
                </a:lnTo>
                <a:lnTo>
                  <a:pt x="98120" y="44944"/>
                </a:lnTo>
                <a:lnTo>
                  <a:pt x="98316" y="44593"/>
                </a:lnTo>
                <a:lnTo>
                  <a:pt x="98516" y="44245"/>
                </a:lnTo>
                <a:lnTo>
                  <a:pt x="98720" y="43901"/>
                </a:lnTo>
                <a:lnTo>
                  <a:pt x="98927" y="43559"/>
                </a:lnTo>
                <a:lnTo>
                  <a:pt x="99138" y="43221"/>
                </a:lnTo>
                <a:lnTo>
                  <a:pt x="99353" y="42886"/>
                </a:lnTo>
                <a:lnTo>
                  <a:pt x="99571" y="42554"/>
                </a:lnTo>
                <a:lnTo>
                  <a:pt x="99792" y="42226"/>
                </a:lnTo>
                <a:lnTo>
                  <a:pt x="100018" y="41900"/>
                </a:lnTo>
                <a:lnTo>
                  <a:pt x="100246" y="41578"/>
                </a:lnTo>
                <a:lnTo>
                  <a:pt x="100479" y="41258"/>
                </a:lnTo>
                <a:lnTo>
                  <a:pt x="100715" y="40942"/>
                </a:lnTo>
                <a:lnTo>
                  <a:pt x="100955" y="40629"/>
                </a:lnTo>
                <a:lnTo>
                  <a:pt x="101198" y="40319"/>
                </a:lnTo>
                <a:lnTo>
                  <a:pt x="101445" y="40012"/>
                </a:lnTo>
                <a:lnTo>
                  <a:pt x="101695" y="39709"/>
                </a:lnTo>
                <a:lnTo>
                  <a:pt x="101950" y="39408"/>
                </a:lnTo>
                <a:lnTo>
                  <a:pt x="102207" y="39111"/>
                </a:lnTo>
                <a:lnTo>
                  <a:pt x="102469" y="38818"/>
                </a:lnTo>
                <a:lnTo>
                  <a:pt x="102734" y="38529"/>
                </a:lnTo>
                <a:lnTo>
                  <a:pt x="103003" y="38246"/>
                </a:lnTo>
                <a:lnTo>
                  <a:pt x="103276" y="37969"/>
                </a:lnTo>
                <a:lnTo>
                  <a:pt x="103553" y="37696"/>
                </a:lnTo>
                <a:lnTo>
                  <a:pt x="103833" y="37428"/>
                </a:lnTo>
                <a:lnTo>
                  <a:pt x="104118" y="37166"/>
                </a:lnTo>
                <a:lnTo>
                  <a:pt x="104406" y="36908"/>
                </a:lnTo>
                <a:lnTo>
                  <a:pt x="104698" y="36656"/>
                </a:lnTo>
                <a:lnTo>
                  <a:pt x="104994" y="36409"/>
                </a:lnTo>
                <a:lnTo>
                  <a:pt x="105294" y="36167"/>
                </a:lnTo>
                <a:lnTo>
                  <a:pt x="105598" y="35930"/>
                </a:lnTo>
                <a:lnTo>
                  <a:pt x="105905" y="35698"/>
                </a:lnTo>
                <a:lnTo>
                  <a:pt x="106216" y="35471"/>
                </a:lnTo>
                <a:lnTo>
                  <a:pt x="106532" y="35250"/>
                </a:lnTo>
                <a:lnTo>
                  <a:pt x="106851" y="35033"/>
                </a:lnTo>
                <a:lnTo>
                  <a:pt x="107173" y="34822"/>
                </a:lnTo>
                <a:lnTo>
                  <a:pt x="107500" y="34615"/>
                </a:lnTo>
                <a:lnTo>
                  <a:pt x="107831" y="34414"/>
                </a:lnTo>
                <a:lnTo>
                  <a:pt x="108165" y="34218"/>
                </a:lnTo>
                <a:lnTo>
                  <a:pt x="108503" y="34027"/>
                </a:lnTo>
                <a:lnTo>
                  <a:pt x="108845" y="33842"/>
                </a:lnTo>
                <a:lnTo>
                  <a:pt x="109191" y="33661"/>
                </a:lnTo>
                <a:lnTo>
                  <a:pt x="109541" y="33485"/>
                </a:lnTo>
                <a:lnTo>
                  <a:pt x="109894" y="33316"/>
                </a:lnTo>
                <a:lnTo>
                  <a:pt x="110252" y="33154"/>
                </a:lnTo>
                <a:lnTo>
                  <a:pt x="110613" y="33000"/>
                </a:lnTo>
                <a:lnTo>
                  <a:pt x="110979" y="32853"/>
                </a:lnTo>
                <a:lnTo>
                  <a:pt x="111348" y="32713"/>
                </a:lnTo>
                <a:lnTo>
                  <a:pt x="111721" y="32581"/>
                </a:lnTo>
                <a:lnTo>
                  <a:pt x="112099" y="32457"/>
                </a:lnTo>
                <a:lnTo>
                  <a:pt x="112480" y="32339"/>
                </a:lnTo>
                <a:lnTo>
                  <a:pt x="112865" y="32230"/>
                </a:lnTo>
                <a:lnTo>
                  <a:pt x="113254" y="32127"/>
                </a:lnTo>
                <a:lnTo>
                  <a:pt x="113647" y="32032"/>
                </a:lnTo>
                <a:lnTo>
                  <a:pt x="114044" y="31945"/>
                </a:lnTo>
                <a:lnTo>
                  <a:pt x="114445" y="31865"/>
                </a:lnTo>
                <a:lnTo>
                  <a:pt x="114850" y="31792"/>
                </a:lnTo>
                <a:lnTo>
                  <a:pt x="115259" y="31727"/>
                </a:lnTo>
                <a:lnTo>
                  <a:pt x="115672" y="31670"/>
                </a:lnTo>
                <a:lnTo>
                  <a:pt x="116089" y="31619"/>
                </a:lnTo>
                <a:lnTo>
                  <a:pt x="116510" y="31577"/>
                </a:lnTo>
                <a:lnTo>
                  <a:pt x="116934" y="31541"/>
                </a:lnTo>
                <a:lnTo>
                  <a:pt x="117363" y="31513"/>
                </a:lnTo>
                <a:lnTo>
                  <a:pt x="117796" y="31493"/>
                </a:lnTo>
                <a:lnTo>
                  <a:pt x="118232" y="31480"/>
                </a:lnTo>
                <a:lnTo>
                  <a:pt x="118673" y="31474"/>
                </a:lnTo>
                <a:lnTo>
                  <a:pt x="119117" y="31476"/>
                </a:lnTo>
                <a:lnTo>
                  <a:pt x="119223" y="31476"/>
                </a:lnTo>
                <a:lnTo>
                  <a:pt x="119329" y="31477"/>
                </a:lnTo>
                <a:lnTo>
                  <a:pt x="119435" y="31478"/>
                </a:lnTo>
                <a:lnTo>
                  <a:pt x="119541" y="31480"/>
                </a:lnTo>
                <a:lnTo>
                  <a:pt x="119648" y="31482"/>
                </a:lnTo>
                <a:lnTo>
                  <a:pt x="119754" y="31485"/>
                </a:lnTo>
                <a:lnTo>
                  <a:pt x="119860" y="31488"/>
                </a:lnTo>
                <a:lnTo>
                  <a:pt x="119966" y="31491"/>
                </a:lnTo>
                <a:lnTo>
                  <a:pt x="120072" y="31495"/>
                </a:lnTo>
                <a:lnTo>
                  <a:pt x="120178" y="31499"/>
                </a:lnTo>
                <a:lnTo>
                  <a:pt x="120284" y="31504"/>
                </a:lnTo>
                <a:lnTo>
                  <a:pt x="120390" y="31510"/>
                </a:lnTo>
                <a:lnTo>
                  <a:pt x="120496" y="31515"/>
                </a:lnTo>
                <a:lnTo>
                  <a:pt x="120602" y="31522"/>
                </a:lnTo>
                <a:lnTo>
                  <a:pt x="120708" y="31529"/>
                </a:lnTo>
                <a:lnTo>
                  <a:pt x="120814" y="31536"/>
                </a:lnTo>
                <a:lnTo>
                  <a:pt x="120920" y="31543"/>
                </a:lnTo>
                <a:lnTo>
                  <a:pt x="121026" y="31552"/>
                </a:lnTo>
                <a:lnTo>
                  <a:pt x="121132" y="31560"/>
                </a:lnTo>
                <a:lnTo>
                  <a:pt x="121238" y="31569"/>
                </a:lnTo>
                <a:lnTo>
                  <a:pt x="121344" y="31579"/>
                </a:lnTo>
                <a:lnTo>
                  <a:pt x="121450" y="31589"/>
                </a:lnTo>
                <a:lnTo>
                  <a:pt x="121556" y="31599"/>
                </a:lnTo>
                <a:lnTo>
                  <a:pt x="121662" y="31610"/>
                </a:lnTo>
                <a:lnTo>
                  <a:pt x="121768" y="31621"/>
                </a:lnTo>
                <a:lnTo>
                  <a:pt x="121874" y="31633"/>
                </a:lnTo>
                <a:lnTo>
                  <a:pt x="121979" y="31645"/>
                </a:lnTo>
                <a:lnTo>
                  <a:pt x="122084" y="31657"/>
                </a:lnTo>
                <a:lnTo>
                  <a:pt x="122189" y="31669"/>
                </a:lnTo>
                <a:lnTo>
                  <a:pt x="122294" y="31681"/>
                </a:lnTo>
                <a:lnTo>
                  <a:pt x="122399" y="31694"/>
                </a:lnTo>
                <a:lnTo>
                  <a:pt x="122503" y="31707"/>
                </a:lnTo>
                <a:lnTo>
                  <a:pt x="122607" y="31720"/>
                </a:lnTo>
                <a:lnTo>
                  <a:pt x="122711" y="31733"/>
                </a:lnTo>
                <a:lnTo>
                  <a:pt x="122815" y="31747"/>
                </a:lnTo>
                <a:lnTo>
                  <a:pt x="122918" y="31761"/>
                </a:lnTo>
                <a:lnTo>
                  <a:pt x="123021" y="31775"/>
                </a:lnTo>
                <a:lnTo>
                  <a:pt x="123124" y="31789"/>
                </a:lnTo>
                <a:lnTo>
                  <a:pt x="123227" y="31804"/>
                </a:lnTo>
                <a:lnTo>
                  <a:pt x="123329" y="31818"/>
                </a:lnTo>
                <a:lnTo>
                  <a:pt x="123431" y="31833"/>
                </a:lnTo>
                <a:lnTo>
                  <a:pt x="123533" y="31849"/>
                </a:lnTo>
                <a:lnTo>
                  <a:pt x="123635" y="31864"/>
                </a:lnTo>
                <a:lnTo>
                  <a:pt x="123736" y="31880"/>
                </a:lnTo>
                <a:lnTo>
                  <a:pt x="123838" y="31896"/>
                </a:lnTo>
                <a:lnTo>
                  <a:pt x="123939" y="31912"/>
                </a:lnTo>
                <a:lnTo>
                  <a:pt x="124040" y="31928"/>
                </a:lnTo>
                <a:lnTo>
                  <a:pt x="124140" y="31945"/>
                </a:lnTo>
                <a:lnTo>
                  <a:pt x="125145" y="24578"/>
                </a:lnTo>
                <a:lnTo>
                  <a:pt x="125033" y="24545"/>
                </a:lnTo>
                <a:lnTo>
                  <a:pt x="124921" y="24512"/>
                </a:lnTo>
                <a:lnTo>
                  <a:pt x="124810" y="24480"/>
                </a:lnTo>
                <a:lnTo>
                  <a:pt x="124698" y="24449"/>
                </a:lnTo>
                <a:lnTo>
                  <a:pt x="124587" y="24418"/>
                </a:lnTo>
                <a:lnTo>
                  <a:pt x="124475" y="24388"/>
                </a:lnTo>
                <a:lnTo>
                  <a:pt x="124363" y="24358"/>
                </a:lnTo>
                <a:lnTo>
                  <a:pt x="124252" y="24329"/>
                </a:lnTo>
                <a:lnTo>
                  <a:pt x="124140" y="24300"/>
                </a:lnTo>
                <a:lnTo>
                  <a:pt x="124029" y="24272"/>
                </a:lnTo>
                <a:lnTo>
                  <a:pt x="123917" y="24245"/>
                </a:lnTo>
                <a:lnTo>
                  <a:pt x="123805" y="24218"/>
                </a:lnTo>
                <a:lnTo>
                  <a:pt x="123694" y="24192"/>
                </a:lnTo>
                <a:lnTo>
                  <a:pt x="123582" y="24166"/>
                </a:lnTo>
                <a:lnTo>
                  <a:pt x="123470" y="24141"/>
                </a:lnTo>
                <a:lnTo>
                  <a:pt x="123359" y="24117"/>
                </a:lnTo>
                <a:lnTo>
                  <a:pt x="123247" y="24093"/>
                </a:lnTo>
                <a:lnTo>
                  <a:pt x="123136" y="24070"/>
                </a:lnTo>
                <a:lnTo>
                  <a:pt x="123024" y="24047"/>
                </a:lnTo>
                <a:lnTo>
                  <a:pt x="122912" y="24025"/>
                </a:lnTo>
                <a:lnTo>
                  <a:pt x="122801" y="24003"/>
                </a:lnTo>
                <a:lnTo>
                  <a:pt x="122689" y="23982"/>
                </a:lnTo>
                <a:lnTo>
                  <a:pt x="122577" y="23962"/>
                </a:lnTo>
                <a:lnTo>
                  <a:pt x="122466" y="23942"/>
                </a:lnTo>
                <a:lnTo>
                  <a:pt x="122354" y="23923"/>
                </a:lnTo>
                <a:lnTo>
                  <a:pt x="122242" y="23905"/>
                </a:lnTo>
                <a:lnTo>
                  <a:pt x="122130" y="23887"/>
                </a:lnTo>
                <a:lnTo>
                  <a:pt x="122018" y="23870"/>
                </a:lnTo>
                <a:lnTo>
                  <a:pt x="121905" y="23854"/>
                </a:lnTo>
                <a:lnTo>
                  <a:pt x="121792" y="23839"/>
                </a:lnTo>
                <a:lnTo>
                  <a:pt x="121679" y="23825"/>
                </a:lnTo>
                <a:lnTo>
                  <a:pt x="121565" y="23812"/>
                </a:lnTo>
                <a:lnTo>
                  <a:pt x="121452" y="23799"/>
                </a:lnTo>
                <a:lnTo>
                  <a:pt x="121338" y="23787"/>
                </a:lnTo>
                <a:lnTo>
                  <a:pt x="121224" y="23776"/>
                </a:lnTo>
                <a:lnTo>
                  <a:pt x="121110" y="23766"/>
                </a:lnTo>
                <a:lnTo>
                  <a:pt x="120995" y="23757"/>
                </a:lnTo>
                <a:lnTo>
                  <a:pt x="120880" y="23748"/>
                </a:lnTo>
                <a:lnTo>
                  <a:pt x="120765" y="23741"/>
                </a:lnTo>
                <a:lnTo>
                  <a:pt x="120650" y="23734"/>
                </a:lnTo>
                <a:lnTo>
                  <a:pt x="120535" y="23728"/>
                </a:lnTo>
                <a:lnTo>
                  <a:pt x="120419" y="23722"/>
                </a:lnTo>
                <a:lnTo>
                  <a:pt x="120303" y="23718"/>
                </a:lnTo>
                <a:lnTo>
                  <a:pt x="120187" y="23714"/>
                </a:lnTo>
                <a:lnTo>
                  <a:pt x="120071" y="23711"/>
                </a:lnTo>
                <a:lnTo>
                  <a:pt x="119954" y="23709"/>
                </a:lnTo>
                <a:lnTo>
                  <a:pt x="119837" y="23708"/>
                </a:lnTo>
                <a:lnTo>
                  <a:pt x="119720" y="23708"/>
                </a:lnTo>
                <a:lnTo>
                  <a:pt x="119143" y="23702"/>
                </a:lnTo>
                <a:lnTo>
                  <a:pt x="118572" y="23707"/>
                </a:lnTo>
                <a:lnTo>
                  <a:pt x="118009" y="23723"/>
                </a:lnTo>
                <a:lnTo>
                  <a:pt x="117451" y="23750"/>
                </a:lnTo>
                <a:lnTo>
                  <a:pt x="116901" y="23788"/>
                </a:lnTo>
                <a:lnTo>
                  <a:pt x="116357" y="23837"/>
                </a:lnTo>
                <a:lnTo>
                  <a:pt x="115820" y="23897"/>
                </a:lnTo>
                <a:lnTo>
                  <a:pt x="115289" y="23968"/>
                </a:lnTo>
                <a:lnTo>
                  <a:pt x="114765" y="24050"/>
                </a:lnTo>
                <a:lnTo>
                  <a:pt x="114247" y="24142"/>
                </a:lnTo>
                <a:lnTo>
                  <a:pt x="113736" y="24246"/>
                </a:lnTo>
                <a:lnTo>
                  <a:pt x="113232" y="24361"/>
                </a:lnTo>
                <a:lnTo>
                  <a:pt x="112735" y="24486"/>
                </a:lnTo>
                <a:lnTo>
                  <a:pt x="112244" y="24622"/>
                </a:lnTo>
                <a:lnTo>
                  <a:pt x="111759" y="24770"/>
                </a:lnTo>
                <a:lnTo>
                  <a:pt x="111282" y="24928"/>
                </a:lnTo>
                <a:lnTo>
                  <a:pt x="110811" y="25097"/>
                </a:lnTo>
                <a:lnTo>
                  <a:pt x="110346" y="25277"/>
                </a:lnTo>
                <a:lnTo>
                  <a:pt x="109888" y="25468"/>
                </a:lnTo>
                <a:lnTo>
                  <a:pt x="109437" y="25670"/>
                </a:lnTo>
                <a:lnTo>
                  <a:pt x="108993" y="25883"/>
                </a:lnTo>
                <a:lnTo>
                  <a:pt x="108555" y="26107"/>
                </a:lnTo>
                <a:lnTo>
                  <a:pt x="108124" y="26342"/>
                </a:lnTo>
                <a:lnTo>
                  <a:pt x="107699" y="26587"/>
                </a:lnTo>
                <a:lnTo>
                  <a:pt x="107280" y="26842"/>
                </a:lnTo>
                <a:lnTo>
                  <a:pt x="106867" y="27103"/>
                </a:lnTo>
                <a:lnTo>
                  <a:pt x="106460" y="27372"/>
                </a:lnTo>
                <a:lnTo>
                  <a:pt x="106058" y="27647"/>
                </a:lnTo>
                <a:lnTo>
                  <a:pt x="105662" y="27929"/>
                </a:lnTo>
                <a:lnTo>
                  <a:pt x="105271" y="28218"/>
                </a:lnTo>
                <a:lnTo>
                  <a:pt x="104886" y="28513"/>
                </a:lnTo>
                <a:lnTo>
                  <a:pt x="104507" y="28816"/>
                </a:lnTo>
                <a:lnTo>
                  <a:pt x="104133" y="29125"/>
                </a:lnTo>
                <a:lnTo>
                  <a:pt x="103764" y="29442"/>
                </a:lnTo>
                <a:lnTo>
                  <a:pt x="103402" y="29765"/>
                </a:lnTo>
                <a:lnTo>
                  <a:pt x="103044" y="30095"/>
                </a:lnTo>
                <a:lnTo>
                  <a:pt x="102693" y="30432"/>
                </a:lnTo>
                <a:lnTo>
                  <a:pt x="102347" y="30776"/>
                </a:lnTo>
                <a:lnTo>
                  <a:pt x="102006" y="31126"/>
                </a:lnTo>
                <a:lnTo>
                  <a:pt x="101671" y="31484"/>
                </a:lnTo>
                <a:lnTo>
                  <a:pt x="101342" y="31848"/>
                </a:lnTo>
                <a:lnTo>
                  <a:pt x="101019" y="32219"/>
                </a:lnTo>
                <a:lnTo>
                  <a:pt x="100700" y="32597"/>
                </a:lnTo>
                <a:lnTo>
                  <a:pt x="100388" y="32982"/>
                </a:lnTo>
                <a:lnTo>
                  <a:pt x="100081" y="33374"/>
                </a:lnTo>
                <a:lnTo>
                  <a:pt x="99780" y="33772"/>
                </a:lnTo>
                <a:lnTo>
                  <a:pt x="99484" y="34178"/>
                </a:lnTo>
                <a:lnTo>
                  <a:pt x="99194" y="34590"/>
                </a:lnTo>
                <a:lnTo>
                  <a:pt x="98909" y="35008"/>
                </a:lnTo>
                <a:lnTo>
                  <a:pt x="98661" y="35379"/>
                </a:lnTo>
                <a:lnTo>
                  <a:pt x="100299" y="25047"/>
                </a:lnTo>
                <a:lnTo>
                  <a:pt x="92597" y="25047"/>
                </a:lnTo>
                <a:lnTo>
                  <a:pt x="80073" y="97509"/>
                </a:lnTo>
                <a:lnTo>
                  <a:pt x="87909" y="97509"/>
                </a:lnTo>
                <a:lnTo>
                  <a:pt x="96424" y="48440"/>
                </a:lnTo>
                <a:lnTo>
                  <a:pt x="96514" y="48231"/>
                </a:lnTo>
                <a:lnTo>
                  <a:pt x="96678" y="47858"/>
                </a:lnTo>
                <a:lnTo>
                  <a:pt x="96846" y="47485"/>
                </a:lnTo>
                <a:lnTo>
                  <a:pt x="97017" y="47114"/>
                </a:lnTo>
                <a:close/>
                <a:moveTo>
                  <a:pt x="42754" y="57620"/>
                </a:moveTo>
                <a:lnTo>
                  <a:pt x="43502" y="57566"/>
                </a:lnTo>
                <a:lnTo>
                  <a:pt x="44245" y="57501"/>
                </a:lnTo>
                <a:lnTo>
                  <a:pt x="44982" y="57425"/>
                </a:lnTo>
                <a:lnTo>
                  <a:pt x="45715" y="57338"/>
                </a:lnTo>
                <a:lnTo>
                  <a:pt x="46443" y="57241"/>
                </a:lnTo>
                <a:lnTo>
                  <a:pt x="47165" y="57133"/>
                </a:lnTo>
                <a:lnTo>
                  <a:pt x="47883" y="57014"/>
                </a:lnTo>
                <a:lnTo>
                  <a:pt x="48596" y="56884"/>
                </a:lnTo>
                <a:lnTo>
                  <a:pt x="49303" y="56744"/>
                </a:lnTo>
                <a:lnTo>
                  <a:pt x="50006" y="56592"/>
                </a:lnTo>
                <a:lnTo>
                  <a:pt x="50704" y="56430"/>
                </a:lnTo>
                <a:lnTo>
                  <a:pt x="51396" y="56257"/>
                </a:lnTo>
                <a:lnTo>
                  <a:pt x="52084" y="56073"/>
                </a:lnTo>
                <a:lnTo>
                  <a:pt x="52767" y="55879"/>
                </a:lnTo>
                <a:lnTo>
                  <a:pt x="53444" y="55674"/>
                </a:lnTo>
                <a:lnTo>
                  <a:pt x="54117" y="55457"/>
                </a:lnTo>
                <a:lnTo>
                  <a:pt x="54785" y="55230"/>
                </a:lnTo>
                <a:lnTo>
                  <a:pt x="55447" y="54993"/>
                </a:lnTo>
                <a:lnTo>
                  <a:pt x="56105" y="54744"/>
                </a:lnTo>
                <a:lnTo>
                  <a:pt x="56758" y="54485"/>
                </a:lnTo>
                <a:lnTo>
                  <a:pt x="57403" y="54214"/>
                </a:lnTo>
                <a:lnTo>
                  <a:pt x="58039" y="53933"/>
                </a:lnTo>
                <a:lnTo>
                  <a:pt x="58666" y="53640"/>
                </a:lnTo>
                <a:lnTo>
                  <a:pt x="59284" y="53336"/>
                </a:lnTo>
                <a:lnTo>
                  <a:pt x="59892" y="53020"/>
                </a:lnTo>
                <a:lnTo>
                  <a:pt x="60491" y="52694"/>
                </a:lnTo>
                <a:lnTo>
                  <a:pt x="61081" y="52356"/>
                </a:lnTo>
                <a:lnTo>
                  <a:pt x="61661" y="52006"/>
                </a:lnTo>
                <a:lnTo>
                  <a:pt x="62232" y="51646"/>
                </a:lnTo>
                <a:lnTo>
                  <a:pt x="62794" y="51274"/>
                </a:lnTo>
                <a:lnTo>
                  <a:pt x="63347" y="50891"/>
                </a:lnTo>
                <a:lnTo>
                  <a:pt x="63890" y="50497"/>
                </a:lnTo>
                <a:lnTo>
                  <a:pt x="64424" y="50091"/>
                </a:lnTo>
                <a:lnTo>
                  <a:pt x="64948" y="49675"/>
                </a:lnTo>
                <a:lnTo>
                  <a:pt x="65464" y="49246"/>
                </a:lnTo>
                <a:lnTo>
                  <a:pt x="65970" y="48807"/>
                </a:lnTo>
                <a:lnTo>
                  <a:pt x="66466" y="48357"/>
                </a:lnTo>
                <a:lnTo>
                  <a:pt x="66954" y="47895"/>
                </a:lnTo>
                <a:lnTo>
                  <a:pt x="67432" y="47422"/>
                </a:lnTo>
                <a:lnTo>
                  <a:pt x="67901" y="46937"/>
                </a:lnTo>
                <a:lnTo>
                  <a:pt x="68360" y="46442"/>
                </a:lnTo>
                <a:lnTo>
                  <a:pt x="68810" y="45935"/>
                </a:lnTo>
                <a:lnTo>
                  <a:pt x="69251" y="45416"/>
                </a:lnTo>
                <a:lnTo>
                  <a:pt x="69683" y="44887"/>
                </a:lnTo>
                <a:lnTo>
                  <a:pt x="70103" y="44346"/>
                </a:lnTo>
                <a:lnTo>
                  <a:pt x="70509" y="43794"/>
                </a:lnTo>
                <a:lnTo>
                  <a:pt x="70901" y="43230"/>
                </a:lnTo>
                <a:lnTo>
                  <a:pt x="71280" y="42655"/>
                </a:lnTo>
                <a:lnTo>
                  <a:pt x="71645" y="42069"/>
                </a:lnTo>
                <a:lnTo>
                  <a:pt x="71996" y="41471"/>
                </a:lnTo>
                <a:lnTo>
                  <a:pt x="72333" y="40862"/>
                </a:lnTo>
                <a:lnTo>
                  <a:pt x="72656" y="40241"/>
                </a:lnTo>
                <a:lnTo>
                  <a:pt x="72965" y="39609"/>
                </a:lnTo>
                <a:lnTo>
                  <a:pt x="73261" y="38966"/>
                </a:lnTo>
                <a:lnTo>
                  <a:pt x="73542" y="38311"/>
                </a:lnTo>
                <a:lnTo>
                  <a:pt x="73810" y="37645"/>
                </a:lnTo>
                <a:lnTo>
                  <a:pt x="74064" y="36967"/>
                </a:lnTo>
                <a:lnTo>
                  <a:pt x="74304" y="36278"/>
                </a:lnTo>
                <a:lnTo>
                  <a:pt x="74530" y="35578"/>
                </a:lnTo>
                <a:lnTo>
                  <a:pt x="74743" y="34867"/>
                </a:lnTo>
                <a:lnTo>
                  <a:pt x="74942" y="34144"/>
                </a:lnTo>
                <a:lnTo>
                  <a:pt x="75126" y="33409"/>
                </a:lnTo>
                <a:lnTo>
                  <a:pt x="75297" y="32663"/>
                </a:lnTo>
                <a:lnTo>
                  <a:pt x="75454" y="31906"/>
                </a:lnTo>
                <a:lnTo>
                  <a:pt x="75598" y="31138"/>
                </a:lnTo>
                <a:lnTo>
                  <a:pt x="75727" y="30358"/>
                </a:lnTo>
                <a:lnTo>
                  <a:pt x="75843" y="29567"/>
                </a:lnTo>
                <a:lnTo>
                  <a:pt x="75945" y="28764"/>
                </a:lnTo>
                <a:lnTo>
                  <a:pt x="76032" y="28016"/>
                </a:lnTo>
                <a:lnTo>
                  <a:pt x="76104" y="27277"/>
                </a:lnTo>
                <a:lnTo>
                  <a:pt x="76160" y="26548"/>
                </a:lnTo>
                <a:lnTo>
                  <a:pt x="76200" y="25827"/>
                </a:lnTo>
                <a:lnTo>
                  <a:pt x="76226" y="25116"/>
                </a:lnTo>
                <a:lnTo>
                  <a:pt x="76236" y="24414"/>
                </a:lnTo>
                <a:lnTo>
                  <a:pt x="76230" y="23721"/>
                </a:lnTo>
                <a:lnTo>
                  <a:pt x="76209" y="23037"/>
                </a:lnTo>
                <a:lnTo>
                  <a:pt x="76172" y="22363"/>
                </a:lnTo>
                <a:lnTo>
                  <a:pt x="76120" y="21697"/>
                </a:lnTo>
                <a:lnTo>
                  <a:pt x="76053" y="21041"/>
                </a:lnTo>
                <a:lnTo>
                  <a:pt x="75970" y="20394"/>
                </a:lnTo>
                <a:lnTo>
                  <a:pt x="75871" y="19756"/>
                </a:lnTo>
                <a:lnTo>
                  <a:pt x="75757" y="19128"/>
                </a:lnTo>
                <a:lnTo>
                  <a:pt x="75628" y="18508"/>
                </a:lnTo>
                <a:lnTo>
                  <a:pt x="75483" y="17898"/>
                </a:lnTo>
                <a:lnTo>
                  <a:pt x="75323" y="17297"/>
                </a:lnTo>
                <a:lnTo>
                  <a:pt x="75147" y="16705"/>
                </a:lnTo>
                <a:lnTo>
                  <a:pt x="74956" y="16122"/>
                </a:lnTo>
                <a:lnTo>
                  <a:pt x="74749" y="15549"/>
                </a:lnTo>
                <a:lnTo>
                  <a:pt x="74527" y="14984"/>
                </a:lnTo>
                <a:lnTo>
                  <a:pt x="74290" y="14429"/>
                </a:lnTo>
                <a:lnTo>
                  <a:pt x="74037" y="13883"/>
                </a:lnTo>
                <a:lnTo>
                  <a:pt x="73768" y="13346"/>
                </a:lnTo>
                <a:lnTo>
                  <a:pt x="73486" y="12819"/>
                </a:lnTo>
                <a:lnTo>
                  <a:pt x="73193" y="12302"/>
                </a:lnTo>
                <a:lnTo>
                  <a:pt x="72888" y="11796"/>
                </a:lnTo>
                <a:lnTo>
                  <a:pt x="72572" y="11300"/>
                </a:lnTo>
                <a:lnTo>
                  <a:pt x="72244" y="10814"/>
                </a:lnTo>
                <a:lnTo>
                  <a:pt x="71906" y="10340"/>
                </a:lnTo>
                <a:lnTo>
                  <a:pt x="71555" y="9875"/>
                </a:lnTo>
                <a:lnTo>
                  <a:pt x="71193" y="9421"/>
                </a:lnTo>
                <a:lnTo>
                  <a:pt x="70820" y="8977"/>
                </a:lnTo>
                <a:lnTo>
                  <a:pt x="70436" y="8544"/>
                </a:lnTo>
                <a:lnTo>
                  <a:pt x="70040" y="8122"/>
                </a:lnTo>
                <a:lnTo>
                  <a:pt x="69633" y="7709"/>
                </a:lnTo>
                <a:lnTo>
                  <a:pt x="69214" y="7308"/>
                </a:lnTo>
                <a:lnTo>
                  <a:pt x="68784" y="6916"/>
                </a:lnTo>
                <a:lnTo>
                  <a:pt x="68342" y="6536"/>
                </a:lnTo>
                <a:lnTo>
                  <a:pt x="67890" y="6165"/>
                </a:lnTo>
                <a:lnTo>
                  <a:pt x="67425" y="5805"/>
                </a:lnTo>
                <a:lnTo>
                  <a:pt x="66950" y="5456"/>
                </a:lnTo>
                <a:lnTo>
                  <a:pt x="66463" y="5117"/>
                </a:lnTo>
                <a:lnTo>
                  <a:pt x="65964" y="4788"/>
                </a:lnTo>
                <a:lnTo>
                  <a:pt x="65454" y="4470"/>
                </a:lnTo>
                <a:lnTo>
                  <a:pt x="64933" y="4163"/>
                </a:lnTo>
                <a:lnTo>
                  <a:pt x="64401" y="3865"/>
                </a:lnTo>
                <a:lnTo>
                  <a:pt x="63856" y="3579"/>
                </a:lnTo>
                <a:lnTo>
                  <a:pt x="63303" y="3303"/>
                </a:lnTo>
                <a:lnTo>
                  <a:pt x="62743" y="3038"/>
                </a:lnTo>
                <a:lnTo>
                  <a:pt x="62175" y="2784"/>
                </a:lnTo>
                <a:lnTo>
                  <a:pt x="61601" y="2541"/>
                </a:lnTo>
                <a:lnTo>
                  <a:pt x="61019" y="2309"/>
                </a:lnTo>
                <a:lnTo>
                  <a:pt x="60431" y="2088"/>
                </a:lnTo>
                <a:lnTo>
                  <a:pt x="59835" y="1879"/>
                </a:lnTo>
                <a:lnTo>
                  <a:pt x="59232" y="1680"/>
                </a:lnTo>
                <a:lnTo>
                  <a:pt x="58622" y="1492"/>
                </a:lnTo>
                <a:lnTo>
                  <a:pt x="58005" y="1315"/>
                </a:lnTo>
                <a:lnTo>
                  <a:pt x="57381" y="1150"/>
                </a:lnTo>
                <a:lnTo>
                  <a:pt x="56749" y="995"/>
                </a:lnTo>
                <a:lnTo>
                  <a:pt x="56111" y="852"/>
                </a:lnTo>
                <a:lnTo>
                  <a:pt x="55465" y="719"/>
                </a:lnTo>
                <a:lnTo>
                  <a:pt x="54813" y="597"/>
                </a:lnTo>
                <a:lnTo>
                  <a:pt x="54153" y="487"/>
                </a:lnTo>
                <a:lnTo>
                  <a:pt x="53486" y="387"/>
                </a:lnTo>
                <a:lnTo>
                  <a:pt x="52813" y="299"/>
                </a:lnTo>
                <a:lnTo>
                  <a:pt x="52132" y="222"/>
                </a:lnTo>
                <a:lnTo>
                  <a:pt x="51444" y="155"/>
                </a:lnTo>
                <a:lnTo>
                  <a:pt x="50749" y="100"/>
                </a:lnTo>
                <a:lnTo>
                  <a:pt x="50046" y="56"/>
                </a:lnTo>
                <a:lnTo>
                  <a:pt x="49337" y="22"/>
                </a:lnTo>
                <a:lnTo>
                  <a:pt x="48621" y="0"/>
                </a:lnTo>
                <a:lnTo>
                  <a:pt x="16877" y="0"/>
                </a:lnTo>
                <a:lnTo>
                  <a:pt x="0" y="97509"/>
                </a:lnTo>
                <a:lnTo>
                  <a:pt x="8103" y="97509"/>
                </a:lnTo>
                <a:lnTo>
                  <a:pt x="14999" y="57729"/>
                </a:lnTo>
                <a:lnTo>
                  <a:pt x="39714" y="57729"/>
                </a:lnTo>
                <a:lnTo>
                  <a:pt x="40481" y="57718"/>
                </a:lnTo>
                <a:lnTo>
                  <a:pt x="41244" y="57696"/>
                </a:lnTo>
                <a:lnTo>
                  <a:pt x="42002" y="57663"/>
                </a:lnTo>
                <a:lnTo>
                  <a:pt x="42754" y="57620"/>
                </a:lnTo>
                <a:close/>
                <a:moveTo>
                  <a:pt x="50099" y="7187"/>
                </a:moveTo>
                <a:lnTo>
                  <a:pt x="50624" y="7233"/>
                </a:lnTo>
                <a:lnTo>
                  <a:pt x="51143" y="7287"/>
                </a:lnTo>
                <a:lnTo>
                  <a:pt x="51655" y="7350"/>
                </a:lnTo>
                <a:lnTo>
                  <a:pt x="52161" y="7421"/>
                </a:lnTo>
                <a:lnTo>
                  <a:pt x="52661" y="7500"/>
                </a:lnTo>
                <a:lnTo>
                  <a:pt x="53155" y="7588"/>
                </a:lnTo>
                <a:lnTo>
                  <a:pt x="53642" y="7684"/>
                </a:lnTo>
                <a:lnTo>
                  <a:pt x="54123" y="7789"/>
                </a:lnTo>
                <a:lnTo>
                  <a:pt x="54598" y="7901"/>
                </a:lnTo>
                <a:lnTo>
                  <a:pt x="55066" y="8023"/>
                </a:lnTo>
                <a:lnTo>
                  <a:pt x="55528" y="8152"/>
                </a:lnTo>
                <a:lnTo>
                  <a:pt x="55984" y="8290"/>
                </a:lnTo>
                <a:lnTo>
                  <a:pt x="56434" y="8436"/>
                </a:lnTo>
                <a:lnTo>
                  <a:pt x="56877" y="8591"/>
                </a:lnTo>
                <a:lnTo>
                  <a:pt x="57314" y="8754"/>
                </a:lnTo>
                <a:lnTo>
                  <a:pt x="57745" y="8925"/>
                </a:lnTo>
                <a:lnTo>
                  <a:pt x="58170" y="9105"/>
                </a:lnTo>
                <a:lnTo>
                  <a:pt x="58588" y="9293"/>
                </a:lnTo>
                <a:lnTo>
                  <a:pt x="59000" y="9490"/>
                </a:lnTo>
                <a:lnTo>
                  <a:pt x="59405" y="9694"/>
                </a:lnTo>
                <a:lnTo>
                  <a:pt x="59805" y="9907"/>
                </a:lnTo>
                <a:lnTo>
                  <a:pt x="60197" y="10129"/>
                </a:lnTo>
                <a:lnTo>
                  <a:pt x="60579" y="10357"/>
                </a:lnTo>
                <a:lnTo>
                  <a:pt x="60953" y="10594"/>
                </a:lnTo>
                <a:lnTo>
                  <a:pt x="61318" y="10838"/>
                </a:lnTo>
                <a:lnTo>
                  <a:pt x="61674" y="11090"/>
                </a:lnTo>
                <a:lnTo>
                  <a:pt x="62021" y="11349"/>
                </a:lnTo>
                <a:lnTo>
                  <a:pt x="62359" y="11616"/>
                </a:lnTo>
                <a:lnTo>
                  <a:pt x="62688" y="11891"/>
                </a:lnTo>
                <a:lnTo>
                  <a:pt x="63008" y="12174"/>
                </a:lnTo>
                <a:lnTo>
                  <a:pt x="63320" y="12464"/>
                </a:lnTo>
                <a:lnTo>
                  <a:pt x="63622" y="12762"/>
                </a:lnTo>
                <a:lnTo>
                  <a:pt x="63915" y="13067"/>
                </a:lnTo>
                <a:lnTo>
                  <a:pt x="64199" y="13380"/>
                </a:lnTo>
                <a:lnTo>
                  <a:pt x="64475" y="13701"/>
                </a:lnTo>
                <a:lnTo>
                  <a:pt x="64741" y="14030"/>
                </a:lnTo>
                <a:lnTo>
                  <a:pt x="64999" y="14366"/>
                </a:lnTo>
                <a:lnTo>
                  <a:pt x="65247" y="14709"/>
                </a:lnTo>
                <a:lnTo>
                  <a:pt x="65487" y="15061"/>
                </a:lnTo>
                <a:lnTo>
                  <a:pt x="65717" y="15420"/>
                </a:lnTo>
                <a:lnTo>
                  <a:pt x="65939" y="15787"/>
                </a:lnTo>
                <a:lnTo>
                  <a:pt x="66152" y="16161"/>
                </a:lnTo>
                <a:lnTo>
                  <a:pt x="66356" y="16543"/>
                </a:lnTo>
                <a:lnTo>
                  <a:pt x="66550" y="16933"/>
                </a:lnTo>
                <a:lnTo>
                  <a:pt x="66736" y="17331"/>
                </a:lnTo>
                <a:lnTo>
                  <a:pt x="66912" y="17735"/>
                </a:lnTo>
                <a:lnTo>
                  <a:pt x="67076" y="18146"/>
                </a:lnTo>
                <a:lnTo>
                  <a:pt x="67230" y="18564"/>
                </a:lnTo>
                <a:lnTo>
                  <a:pt x="67372" y="18989"/>
                </a:lnTo>
                <a:lnTo>
                  <a:pt x="67502" y="19421"/>
                </a:lnTo>
                <a:lnTo>
                  <a:pt x="67621" y="19859"/>
                </a:lnTo>
                <a:lnTo>
                  <a:pt x="67730" y="20304"/>
                </a:lnTo>
                <a:lnTo>
                  <a:pt x="67826" y="20755"/>
                </a:lnTo>
                <a:lnTo>
                  <a:pt x="67912" y="21214"/>
                </a:lnTo>
                <a:lnTo>
                  <a:pt x="67986" y="21679"/>
                </a:lnTo>
                <a:lnTo>
                  <a:pt x="68049" y="22151"/>
                </a:lnTo>
                <a:lnTo>
                  <a:pt x="68101" y="22629"/>
                </a:lnTo>
                <a:lnTo>
                  <a:pt x="68141" y="23115"/>
                </a:lnTo>
                <a:lnTo>
                  <a:pt x="68170" y="23607"/>
                </a:lnTo>
                <a:lnTo>
                  <a:pt x="68188" y="24105"/>
                </a:lnTo>
                <a:lnTo>
                  <a:pt x="68195" y="24611"/>
                </a:lnTo>
                <a:lnTo>
                  <a:pt x="68190" y="25123"/>
                </a:lnTo>
                <a:lnTo>
                  <a:pt x="68174" y="25642"/>
                </a:lnTo>
                <a:lnTo>
                  <a:pt x="68147" y="26168"/>
                </a:lnTo>
                <a:lnTo>
                  <a:pt x="68108" y="26701"/>
                </a:lnTo>
                <a:lnTo>
                  <a:pt x="68058" y="27240"/>
                </a:lnTo>
                <a:lnTo>
                  <a:pt x="67997" y="27786"/>
                </a:lnTo>
                <a:lnTo>
                  <a:pt x="67925" y="28338"/>
                </a:lnTo>
                <a:lnTo>
                  <a:pt x="67841" y="28898"/>
                </a:lnTo>
                <a:lnTo>
                  <a:pt x="67741" y="29501"/>
                </a:lnTo>
                <a:lnTo>
                  <a:pt x="67632" y="30095"/>
                </a:lnTo>
                <a:lnTo>
                  <a:pt x="67512" y="30681"/>
                </a:lnTo>
                <a:lnTo>
                  <a:pt x="67383" y="31258"/>
                </a:lnTo>
                <a:lnTo>
                  <a:pt x="67243" y="31826"/>
                </a:lnTo>
                <a:lnTo>
                  <a:pt x="67094" y="32386"/>
                </a:lnTo>
                <a:lnTo>
                  <a:pt x="66935" y="32937"/>
                </a:lnTo>
                <a:lnTo>
                  <a:pt x="66766" y="33479"/>
                </a:lnTo>
                <a:lnTo>
                  <a:pt x="66587" y="34012"/>
                </a:lnTo>
                <a:lnTo>
                  <a:pt x="66398" y="34537"/>
                </a:lnTo>
                <a:lnTo>
                  <a:pt x="66200" y="35053"/>
                </a:lnTo>
                <a:lnTo>
                  <a:pt x="65991" y="35560"/>
                </a:lnTo>
                <a:lnTo>
                  <a:pt x="65773" y="36059"/>
                </a:lnTo>
                <a:lnTo>
                  <a:pt x="65544" y="36549"/>
                </a:lnTo>
                <a:lnTo>
                  <a:pt x="65306" y="37030"/>
                </a:lnTo>
                <a:lnTo>
                  <a:pt x="65058" y="37503"/>
                </a:lnTo>
                <a:lnTo>
                  <a:pt x="64800" y="37966"/>
                </a:lnTo>
                <a:lnTo>
                  <a:pt x="64532" y="38422"/>
                </a:lnTo>
                <a:lnTo>
                  <a:pt x="64255" y="38868"/>
                </a:lnTo>
                <a:lnTo>
                  <a:pt x="63967" y="39306"/>
                </a:lnTo>
                <a:lnTo>
                  <a:pt x="63670" y="39735"/>
                </a:lnTo>
                <a:lnTo>
                  <a:pt x="63362" y="40155"/>
                </a:lnTo>
                <a:lnTo>
                  <a:pt x="63045" y="40566"/>
                </a:lnTo>
                <a:lnTo>
                  <a:pt x="62718" y="40969"/>
                </a:lnTo>
                <a:lnTo>
                  <a:pt x="62382" y="41364"/>
                </a:lnTo>
                <a:lnTo>
                  <a:pt x="62040" y="41750"/>
                </a:lnTo>
                <a:lnTo>
                  <a:pt x="61691" y="42128"/>
                </a:lnTo>
                <a:lnTo>
                  <a:pt x="61335" y="42498"/>
                </a:lnTo>
                <a:lnTo>
                  <a:pt x="60972" y="42859"/>
                </a:lnTo>
                <a:lnTo>
                  <a:pt x="60602" y="43213"/>
                </a:lnTo>
                <a:lnTo>
                  <a:pt x="60225" y="43559"/>
                </a:lnTo>
                <a:lnTo>
                  <a:pt x="59842" y="43896"/>
                </a:lnTo>
                <a:lnTo>
                  <a:pt x="59452" y="44225"/>
                </a:lnTo>
                <a:lnTo>
                  <a:pt x="59054" y="44546"/>
                </a:lnTo>
                <a:lnTo>
                  <a:pt x="58650" y="44859"/>
                </a:lnTo>
                <a:lnTo>
                  <a:pt x="58239" y="45164"/>
                </a:lnTo>
                <a:lnTo>
                  <a:pt x="57822" y="45461"/>
                </a:lnTo>
                <a:lnTo>
                  <a:pt x="57397" y="45750"/>
                </a:lnTo>
                <a:lnTo>
                  <a:pt x="56965" y="46030"/>
                </a:lnTo>
                <a:lnTo>
                  <a:pt x="56527" y="46303"/>
                </a:lnTo>
                <a:lnTo>
                  <a:pt x="56082" y="46567"/>
                </a:lnTo>
                <a:lnTo>
                  <a:pt x="55630" y="46823"/>
                </a:lnTo>
                <a:lnTo>
                  <a:pt x="55171" y="47071"/>
                </a:lnTo>
                <a:lnTo>
                  <a:pt x="54705" y="47311"/>
                </a:lnTo>
                <a:lnTo>
                  <a:pt x="54232" y="47543"/>
                </a:lnTo>
                <a:lnTo>
                  <a:pt x="53753" y="47767"/>
                </a:lnTo>
                <a:lnTo>
                  <a:pt x="53266" y="47982"/>
                </a:lnTo>
                <a:lnTo>
                  <a:pt x="52773" y="48190"/>
                </a:lnTo>
                <a:lnTo>
                  <a:pt x="52274" y="48389"/>
                </a:lnTo>
                <a:lnTo>
                  <a:pt x="51772" y="48580"/>
                </a:lnTo>
                <a:lnTo>
                  <a:pt x="51267" y="48763"/>
                </a:lnTo>
                <a:lnTo>
                  <a:pt x="50758" y="48937"/>
                </a:lnTo>
                <a:lnTo>
                  <a:pt x="50246" y="49103"/>
                </a:lnTo>
                <a:lnTo>
                  <a:pt x="49730" y="49261"/>
                </a:lnTo>
                <a:lnTo>
                  <a:pt x="49210" y="49411"/>
                </a:lnTo>
                <a:lnTo>
                  <a:pt x="48688" y="49553"/>
                </a:lnTo>
                <a:lnTo>
                  <a:pt x="48161" y="49686"/>
                </a:lnTo>
                <a:lnTo>
                  <a:pt x="47631" y="49811"/>
                </a:lnTo>
                <a:lnTo>
                  <a:pt x="47098" y="49928"/>
                </a:lnTo>
                <a:lnTo>
                  <a:pt x="46561" y="50036"/>
                </a:lnTo>
                <a:lnTo>
                  <a:pt x="46021" y="50137"/>
                </a:lnTo>
                <a:lnTo>
                  <a:pt x="45477" y="50229"/>
                </a:lnTo>
                <a:lnTo>
                  <a:pt x="44930" y="50313"/>
                </a:lnTo>
                <a:lnTo>
                  <a:pt x="44379" y="50388"/>
                </a:lnTo>
                <a:lnTo>
                  <a:pt x="43825" y="50456"/>
                </a:lnTo>
                <a:lnTo>
                  <a:pt x="43267" y="50515"/>
                </a:lnTo>
                <a:lnTo>
                  <a:pt x="42706" y="50566"/>
                </a:lnTo>
                <a:lnTo>
                  <a:pt x="42141" y="50609"/>
                </a:lnTo>
                <a:lnTo>
                  <a:pt x="41573" y="50643"/>
                </a:lnTo>
                <a:lnTo>
                  <a:pt x="41001" y="50669"/>
                </a:lnTo>
                <a:lnTo>
                  <a:pt x="40426" y="50687"/>
                </a:lnTo>
                <a:lnTo>
                  <a:pt x="39848" y="50697"/>
                </a:lnTo>
                <a:lnTo>
                  <a:pt x="16228" y="50637"/>
                </a:lnTo>
                <a:lnTo>
                  <a:pt x="23775" y="7099"/>
                </a:lnTo>
                <a:lnTo>
                  <a:pt x="48487" y="7099"/>
                </a:lnTo>
                <a:lnTo>
                  <a:pt x="49031" y="7120"/>
                </a:lnTo>
                <a:lnTo>
                  <a:pt x="49568" y="7149"/>
                </a:lnTo>
                <a:lnTo>
                  <a:pt x="50099" y="7187"/>
                </a:lnTo>
                <a:close/>
                <a:moveTo>
                  <a:pt x="253781" y="50145"/>
                </a:moveTo>
                <a:lnTo>
                  <a:pt x="253876" y="49797"/>
                </a:lnTo>
                <a:lnTo>
                  <a:pt x="253975" y="49451"/>
                </a:lnTo>
                <a:lnTo>
                  <a:pt x="254078" y="49107"/>
                </a:lnTo>
                <a:lnTo>
                  <a:pt x="254185" y="48765"/>
                </a:lnTo>
                <a:lnTo>
                  <a:pt x="254296" y="48426"/>
                </a:lnTo>
                <a:lnTo>
                  <a:pt x="254411" y="48089"/>
                </a:lnTo>
                <a:lnTo>
                  <a:pt x="254530" y="47754"/>
                </a:lnTo>
                <a:lnTo>
                  <a:pt x="254653" y="47421"/>
                </a:lnTo>
                <a:lnTo>
                  <a:pt x="254780" y="47090"/>
                </a:lnTo>
                <a:lnTo>
                  <a:pt x="254911" y="46762"/>
                </a:lnTo>
                <a:lnTo>
                  <a:pt x="255046" y="46436"/>
                </a:lnTo>
                <a:lnTo>
                  <a:pt x="255184" y="46112"/>
                </a:lnTo>
                <a:lnTo>
                  <a:pt x="255327" y="45790"/>
                </a:lnTo>
                <a:lnTo>
                  <a:pt x="255474" y="45470"/>
                </a:lnTo>
                <a:lnTo>
                  <a:pt x="255624" y="45153"/>
                </a:lnTo>
                <a:lnTo>
                  <a:pt x="255779" y="44838"/>
                </a:lnTo>
                <a:lnTo>
                  <a:pt x="255937" y="44525"/>
                </a:lnTo>
                <a:lnTo>
                  <a:pt x="256100" y="44214"/>
                </a:lnTo>
                <a:lnTo>
                  <a:pt x="256266" y="43906"/>
                </a:lnTo>
                <a:lnTo>
                  <a:pt x="256436" y="43599"/>
                </a:lnTo>
                <a:lnTo>
                  <a:pt x="256611" y="43295"/>
                </a:lnTo>
                <a:lnTo>
                  <a:pt x="256789" y="42993"/>
                </a:lnTo>
                <a:lnTo>
                  <a:pt x="256971" y="42694"/>
                </a:lnTo>
                <a:lnTo>
                  <a:pt x="257157" y="42397"/>
                </a:lnTo>
                <a:lnTo>
                  <a:pt x="257346" y="42103"/>
                </a:lnTo>
                <a:lnTo>
                  <a:pt x="257538" y="41812"/>
                </a:lnTo>
                <a:lnTo>
                  <a:pt x="257734" y="41524"/>
                </a:lnTo>
                <a:lnTo>
                  <a:pt x="257933" y="41239"/>
                </a:lnTo>
                <a:lnTo>
                  <a:pt x="258135" y="40957"/>
                </a:lnTo>
                <a:lnTo>
                  <a:pt x="258340" y="40678"/>
                </a:lnTo>
                <a:lnTo>
                  <a:pt x="258549" y="40402"/>
                </a:lnTo>
                <a:lnTo>
                  <a:pt x="258760" y="40129"/>
                </a:lnTo>
                <a:lnTo>
                  <a:pt x="258975" y="39859"/>
                </a:lnTo>
                <a:lnTo>
                  <a:pt x="259194" y="39592"/>
                </a:lnTo>
                <a:lnTo>
                  <a:pt x="259415" y="39328"/>
                </a:lnTo>
                <a:lnTo>
                  <a:pt x="259640" y="39068"/>
                </a:lnTo>
                <a:lnTo>
                  <a:pt x="259868" y="38810"/>
                </a:lnTo>
                <a:lnTo>
                  <a:pt x="260100" y="38555"/>
                </a:lnTo>
                <a:lnTo>
                  <a:pt x="260334" y="38303"/>
                </a:lnTo>
                <a:lnTo>
                  <a:pt x="260572" y="38055"/>
                </a:lnTo>
                <a:lnTo>
                  <a:pt x="260813" y="37809"/>
                </a:lnTo>
                <a:lnTo>
                  <a:pt x="261058" y="37566"/>
                </a:lnTo>
                <a:lnTo>
                  <a:pt x="261306" y="37327"/>
                </a:lnTo>
                <a:lnTo>
                  <a:pt x="261556" y="37090"/>
                </a:lnTo>
                <a:lnTo>
                  <a:pt x="261811" y="36857"/>
                </a:lnTo>
                <a:lnTo>
                  <a:pt x="262068" y="36626"/>
                </a:lnTo>
                <a:lnTo>
                  <a:pt x="262329" y="36399"/>
                </a:lnTo>
                <a:lnTo>
                  <a:pt x="262592" y="36175"/>
                </a:lnTo>
                <a:lnTo>
                  <a:pt x="262859" y="35955"/>
                </a:lnTo>
                <a:lnTo>
                  <a:pt x="263128" y="35739"/>
                </a:lnTo>
                <a:lnTo>
                  <a:pt x="263399" y="35528"/>
                </a:lnTo>
                <a:lnTo>
                  <a:pt x="263674" y="35321"/>
                </a:lnTo>
                <a:lnTo>
                  <a:pt x="263951" y="35118"/>
                </a:lnTo>
                <a:lnTo>
                  <a:pt x="264230" y="34919"/>
                </a:lnTo>
                <a:lnTo>
                  <a:pt x="264513" y="34724"/>
                </a:lnTo>
                <a:lnTo>
                  <a:pt x="264798" y="34534"/>
                </a:lnTo>
                <a:lnTo>
                  <a:pt x="265085" y="34348"/>
                </a:lnTo>
                <a:lnTo>
                  <a:pt x="265376" y="34165"/>
                </a:lnTo>
                <a:lnTo>
                  <a:pt x="265669" y="33988"/>
                </a:lnTo>
                <a:lnTo>
                  <a:pt x="265965" y="33814"/>
                </a:lnTo>
                <a:lnTo>
                  <a:pt x="266263" y="33644"/>
                </a:lnTo>
                <a:lnTo>
                  <a:pt x="266564" y="33479"/>
                </a:lnTo>
                <a:lnTo>
                  <a:pt x="266868" y="33318"/>
                </a:lnTo>
                <a:lnTo>
                  <a:pt x="267174" y="33161"/>
                </a:lnTo>
                <a:lnTo>
                  <a:pt x="267483" y="33008"/>
                </a:lnTo>
                <a:lnTo>
                  <a:pt x="267795" y="32860"/>
                </a:lnTo>
                <a:lnTo>
                  <a:pt x="268110" y="32715"/>
                </a:lnTo>
                <a:lnTo>
                  <a:pt x="268427" y="32575"/>
                </a:lnTo>
                <a:lnTo>
                  <a:pt x="268746" y="32439"/>
                </a:lnTo>
                <a:lnTo>
                  <a:pt x="269069" y="32307"/>
                </a:lnTo>
                <a:lnTo>
                  <a:pt x="269394" y="32179"/>
                </a:lnTo>
                <a:lnTo>
                  <a:pt x="269721" y="32056"/>
                </a:lnTo>
                <a:lnTo>
                  <a:pt x="270051" y="31939"/>
                </a:lnTo>
                <a:lnTo>
                  <a:pt x="270381" y="31826"/>
                </a:lnTo>
                <a:lnTo>
                  <a:pt x="270714" y="31719"/>
                </a:lnTo>
                <a:lnTo>
                  <a:pt x="271048" y="31617"/>
                </a:lnTo>
                <a:lnTo>
                  <a:pt x="271384" y="31520"/>
                </a:lnTo>
                <a:lnTo>
                  <a:pt x="271722" y="31429"/>
                </a:lnTo>
                <a:lnTo>
                  <a:pt x="272062" y="31342"/>
                </a:lnTo>
                <a:lnTo>
                  <a:pt x="272403" y="31261"/>
                </a:lnTo>
                <a:lnTo>
                  <a:pt x="272746" y="31185"/>
                </a:lnTo>
                <a:lnTo>
                  <a:pt x="273091" y="31115"/>
                </a:lnTo>
                <a:lnTo>
                  <a:pt x="273437" y="31049"/>
                </a:lnTo>
                <a:lnTo>
                  <a:pt x="273786" y="30989"/>
                </a:lnTo>
                <a:lnTo>
                  <a:pt x="274136" y="30934"/>
                </a:lnTo>
                <a:lnTo>
                  <a:pt x="274488" y="30884"/>
                </a:lnTo>
                <a:lnTo>
                  <a:pt x="274841" y="30840"/>
                </a:lnTo>
                <a:lnTo>
                  <a:pt x="275196" y="30801"/>
                </a:lnTo>
                <a:lnTo>
                  <a:pt x="275553" y="30767"/>
                </a:lnTo>
                <a:lnTo>
                  <a:pt x="275912" y="30738"/>
                </a:lnTo>
                <a:lnTo>
                  <a:pt x="276273" y="30714"/>
                </a:lnTo>
                <a:lnTo>
                  <a:pt x="276635" y="30696"/>
                </a:lnTo>
                <a:lnTo>
                  <a:pt x="276999" y="30683"/>
                </a:lnTo>
                <a:lnTo>
                  <a:pt x="277364" y="30675"/>
                </a:lnTo>
                <a:lnTo>
                  <a:pt x="277732" y="30673"/>
                </a:lnTo>
                <a:lnTo>
                  <a:pt x="278235" y="30672"/>
                </a:lnTo>
                <a:lnTo>
                  <a:pt x="278727" y="30680"/>
                </a:lnTo>
                <a:lnTo>
                  <a:pt x="279210" y="30698"/>
                </a:lnTo>
                <a:lnTo>
                  <a:pt x="279682" y="30726"/>
                </a:lnTo>
                <a:lnTo>
                  <a:pt x="280145" y="30762"/>
                </a:lnTo>
                <a:lnTo>
                  <a:pt x="280597" y="30809"/>
                </a:lnTo>
                <a:lnTo>
                  <a:pt x="281039" y="30864"/>
                </a:lnTo>
                <a:lnTo>
                  <a:pt x="281471" y="30929"/>
                </a:lnTo>
                <a:lnTo>
                  <a:pt x="281893" y="31004"/>
                </a:lnTo>
                <a:lnTo>
                  <a:pt x="282305" y="31088"/>
                </a:lnTo>
                <a:lnTo>
                  <a:pt x="282706" y="31181"/>
                </a:lnTo>
                <a:lnTo>
                  <a:pt x="283098" y="31284"/>
                </a:lnTo>
                <a:lnTo>
                  <a:pt x="283479" y="31396"/>
                </a:lnTo>
                <a:lnTo>
                  <a:pt x="283851" y="31517"/>
                </a:lnTo>
                <a:lnTo>
                  <a:pt x="284212" y="31648"/>
                </a:lnTo>
                <a:lnTo>
                  <a:pt x="284563" y="31789"/>
                </a:lnTo>
                <a:lnTo>
                  <a:pt x="284904" y="31939"/>
                </a:lnTo>
                <a:lnTo>
                  <a:pt x="285235" y="32098"/>
                </a:lnTo>
                <a:lnTo>
                  <a:pt x="285555" y="32266"/>
                </a:lnTo>
                <a:lnTo>
                  <a:pt x="285866" y="32444"/>
                </a:lnTo>
                <a:lnTo>
                  <a:pt x="286167" y="32632"/>
                </a:lnTo>
                <a:lnTo>
                  <a:pt x="286457" y="32829"/>
                </a:lnTo>
                <a:lnTo>
                  <a:pt x="286737" y="33035"/>
                </a:lnTo>
                <a:lnTo>
                  <a:pt x="287007" y="33251"/>
                </a:lnTo>
                <a:lnTo>
                  <a:pt x="287268" y="33474"/>
                </a:lnTo>
                <a:lnTo>
                  <a:pt x="287521" y="33704"/>
                </a:lnTo>
                <a:lnTo>
                  <a:pt x="287767" y="33940"/>
                </a:lnTo>
                <a:lnTo>
                  <a:pt x="288004" y="34183"/>
                </a:lnTo>
                <a:lnTo>
                  <a:pt x="288233" y="34432"/>
                </a:lnTo>
                <a:lnTo>
                  <a:pt x="288454" y="34687"/>
                </a:lnTo>
                <a:lnTo>
                  <a:pt x="288666" y="34948"/>
                </a:lnTo>
                <a:lnTo>
                  <a:pt x="288871" y="35215"/>
                </a:lnTo>
                <a:lnTo>
                  <a:pt x="289068" y="35489"/>
                </a:lnTo>
                <a:lnTo>
                  <a:pt x="289257" y="35769"/>
                </a:lnTo>
                <a:lnTo>
                  <a:pt x="289438" y="36056"/>
                </a:lnTo>
                <a:lnTo>
                  <a:pt x="289611" y="36348"/>
                </a:lnTo>
                <a:lnTo>
                  <a:pt x="289776" y="36647"/>
                </a:lnTo>
                <a:lnTo>
                  <a:pt x="289932" y="36952"/>
                </a:lnTo>
                <a:lnTo>
                  <a:pt x="290081" y="37264"/>
                </a:lnTo>
                <a:lnTo>
                  <a:pt x="290222" y="37582"/>
                </a:lnTo>
                <a:lnTo>
                  <a:pt x="290355" y="37906"/>
                </a:lnTo>
                <a:lnTo>
                  <a:pt x="290479" y="38236"/>
                </a:lnTo>
                <a:lnTo>
                  <a:pt x="290596" y="38573"/>
                </a:lnTo>
                <a:lnTo>
                  <a:pt x="290705" y="38916"/>
                </a:lnTo>
                <a:lnTo>
                  <a:pt x="290805" y="39265"/>
                </a:lnTo>
                <a:lnTo>
                  <a:pt x="290898" y="39620"/>
                </a:lnTo>
                <a:lnTo>
                  <a:pt x="290983" y="39982"/>
                </a:lnTo>
                <a:lnTo>
                  <a:pt x="291059" y="40350"/>
                </a:lnTo>
                <a:lnTo>
                  <a:pt x="291129" y="40722"/>
                </a:lnTo>
                <a:lnTo>
                  <a:pt x="291193" y="41098"/>
                </a:lnTo>
                <a:lnTo>
                  <a:pt x="291251" y="41477"/>
                </a:lnTo>
                <a:lnTo>
                  <a:pt x="291303" y="41859"/>
                </a:lnTo>
                <a:lnTo>
                  <a:pt x="291349" y="42245"/>
                </a:lnTo>
                <a:lnTo>
                  <a:pt x="291390" y="42633"/>
                </a:lnTo>
                <a:lnTo>
                  <a:pt x="291425" y="43025"/>
                </a:lnTo>
                <a:lnTo>
                  <a:pt x="291453" y="43419"/>
                </a:lnTo>
                <a:lnTo>
                  <a:pt x="291477" y="43817"/>
                </a:lnTo>
                <a:lnTo>
                  <a:pt x="291494" y="44218"/>
                </a:lnTo>
                <a:lnTo>
                  <a:pt x="291505" y="44622"/>
                </a:lnTo>
                <a:lnTo>
                  <a:pt x="291511" y="45029"/>
                </a:lnTo>
                <a:lnTo>
                  <a:pt x="291511" y="45440"/>
                </a:lnTo>
                <a:lnTo>
                  <a:pt x="291505" y="45853"/>
                </a:lnTo>
                <a:lnTo>
                  <a:pt x="291493" y="46270"/>
                </a:lnTo>
                <a:lnTo>
                  <a:pt x="291476" y="46690"/>
                </a:lnTo>
                <a:lnTo>
                  <a:pt x="291452" y="47113"/>
                </a:lnTo>
                <a:lnTo>
                  <a:pt x="291423" y="47539"/>
                </a:lnTo>
                <a:lnTo>
                  <a:pt x="291388" y="47968"/>
                </a:lnTo>
                <a:lnTo>
                  <a:pt x="291347" y="48400"/>
                </a:lnTo>
                <a:lnTo>
                  <a:pt x="291301" y="48836"/>
                </a:lnTo>
                <a:lnTo>
                  <a:pt x="291248" y="49274"/>
                </a:lnTo>
                <a:lnTo>
                  <a:pt x="291190" y="49716"/>
                </a:lnTo>
                <a:lnTo>
                  <a:pt x="291126" y="50161"/>
                </a:lnTo>
                <a:lnTo>
                  <a:pt x="283090" y="97509"/>
                </a:lnTo>
                <a:lnTo>
                  <a:pt x="290992" y="97509"/>
                </a:lnTo>
                <a:lnTo>
                  <a:pt x="299029" y="50228"/>
                </a:lnTo>
                <a:lnTo>
                  <a:pt x="299088" y="49777"/>
                </a:lnTo>
                <a:lnTo>
                  <a:pt x="299142" y="49328"/>
                </a:lnTo>
                <a:lnTo>
                  <a:pt x="299191" y="48882"/>
                </a:lnTo>
                <a:lnTo>
                  <a:pt x="299235" y="48437"/>
                </a:lnTo>
                <a:lnTo>
                  <a:pt x="299274" y="47995"/>
                </a:lnTo>
                <a:lnTo>
                  <a:pt x="299309" y="47555"/>
                </a:lnTo>
                <a:lnTo>
                  <a:pt x="299339" y="47118"/>
                </a:lnTo>
                <a:lnTo>
                  <a:pt x="299363" y="46682"/>
                </a:lnTo>
                <a:lnTo>
                  <a:pt x="299383" y="46249"/>
                </a:lnTo>
                <a:lnTo>
                  <a:pt x="299398" y="45818"/>
                </a:lnTo>
                <a:lnTo>
                  <a:pt x="299408" y="45389"/>
                </a:lnTo>
                <a:lnTo>
                  <a:pt x="299414" y="44962"/>
                </a:lnTo>
                <a:lnTo>
                  <a:pt x="299414" y="44538"/>
                </a:lnTo>
                <a:lnTo>
                  <a:pt x="299409" y="44116"/>
                </a:lnTo>
                <a:lnTo>
                  <a:pt x="299400" y="43696"/>
                </a:lnTo>
                <a:lnTo>
                  <a:pt x="299386" y="43278"/>
                </a:lnTo>
                <a:lnTo>
                  <a:pt x="299367" y="42862"/>
                </a:lnTo>
                <a:lnTo>
                  <a:pt x="299343" y="42449"/>
                </a:lnTo>
                <a:lnTo>
                  <a:pt x="299314" y="42038"/>
                </a:lnTo>
                <a:lnTo>
                  <a:pt x="299280" y="41629"/>
                </a:lnTo>
                <a:lnTo>
                  <a:pt x="299241" y="41222"/>
                </a:lnTo>
                <a:lnTo>
                  <a:pt x="299197" y="40817"/>
                </a:lnTo>
                <a:lnTo>
                  <a:pt x="299149" y="40415"/>
                </a:lnTo>
                <a:lnTo>
                  <a:pt x="299096" y="40015"/>
                </a:lnTo>
                <a:lnTo>
                  <a:pt x="299037" y="39618"/>
                </a:lnTo>
                <a:lnTo>
                  <a:pt x="298973" y="39225"/>
                </a:lnTo>
                <a:lnTo>
                  <a:pt x="298904" y="38836"/>
                </a:lnTo>
                <a:lnTo>
                  <a:pt x="298829" y="38450"/>
                </a:lnTo>
                <a:lnTo>
                  <a:pt x="298748" y="38069"/>
                </a:lnTo>
                <a:lnTo>
                  <a:pt x="298662" y="37692"/>
                </a:lnTo>
                <a:lnTo>
                  <a:pt x="298571" y="37319"/>
                </a:lnTo>
                <a:lnTo>
                  <a:pt x="298474" y="36949"/>
                </a:lnTo>
                <a:lnTo>
                  <a:pt x="298372" y="36584"/>
                </a:lnTo>
                <a:lnTo>
                  <a:pt x="298264" y="36222"/>
                </a:lnTo>
                <a:lnTo>
                  <a:pt x="298151" y="35865"/>
                </a:lnTo>
                <a:lnTo>
                  <a:pt x="298032" y="35511"/>
                </a:lnTo>
                <a:lnTo>
                  <a:pt x="297908" y="35162"/>
                </a:lnTo>
                <a:lnTo>
                  <a:pt x="297779" y="34816"/>
                </a:lnTo>
                <a:lnTo>
                  <a:pt x="297644" y="34474"/>
                </a:lnTo>
                <a:lnTo>
                  <a:pt x="297503" y="34136"/>
                </a:lnTo>
                <a:lnTo>
                  <a:pt x="297357" y="33803"/>
                </a:lnTo>
                <a:lnTo>
                  <a:pt x="297206" y="33473"/>
                </a:lnTo>
                <a:lnTo>
                  <a:pt x="297049" y="33147"/>
                </a:lnTo>
                <a:lnTo>
                  <a:pt x="296886" y="32825"/>
                </a:lnTo>
                <a:lnTo>
                  <a:pt x="296719" y="32507"/>
                </a:lnTo>
                <a:lnTo>
                  <a:pt x="296545" y="32193"/>
                </a:lnTo>
                <a:lnTo>
                  <a:pt x="296367" y="31883"/>
                </a:lnTo>
                <a:lnTo>
                  <a:pt x="296182" y="31577"/>
                </a:lnTo>
                <a:lnTo>
                  <a:pt x="295992" y="31275"/>
                </a:lnTo>
                <a:lnTo>
                  <a:pt x="295796" y="30979"/>
                </a:lnTo>
                <a:lnTo>
                  <a:pt x="295594" y="30688"/>
                </a:lnTo>
                <a:lnTo>
                  <a:pt x="295385" y="30403"/>
                </a:lnTo>
                <a:lnTo>
                  <a:pt x="295170" y="30123"/>
                </a:lnTo>
                <a:lnTo>
                  <a:pt x="294950" y="29848"/>
                </a:lnTo>
                <a:lnTo>
                  <a:pt x="294723" y="29579"/>
                </a:lnTo>
                <a:lnTo>
                  <a:pt x="294489" y="29315"/>
                </a:lnTo>
                <a:lnTo>
                  <a:pt x="294250" y="29056"/>
                </a:lnTo>
                <a:lnTo>
                  <a:pt x="294005" y="28802"/>
                </a:lnTo>
                <a:lnTo>
                  <a:pt x="293753" y="28554"/>
                </a:lnTo>
                <a:lnTo>
                  <a:pt x="293495" y="28312"/>
                </a:lnTo>
                <a:lnTo>
                  <a:pt x="293231" y="28075"/>
                </a:lnTo>
                <a:lnTo>
                  <a:pt x="292961" y="27843"/>
                </a:lnTo>
                <a:lnTo>
                  <a:pt x="292685" y="27616"/>
                </a:lnTo>
                <a:lnTo>
                  <a:pt x="292402" y="27395"/>
                </a:lnTo>
                <a:lnTo>
                  <a:pt x="292114" y="27179"/>
                </a:lnTo>
                <a:lnTo>
                  <a:pt x="291819" y="26968"/>
                </a:lnTo>
                <a:lnTo>
                  <a:pt x="291518" y="26763"/>
                </a:lnTo>
                <a:lnTo>
                  <a:pt x="291211" y="26563"/>
                </a:lnTo>
                <a:lnTo>
                  <a:pt x="290897" y="26369"/>
                </a:lnTo>
                <a:lnTo>
                  <a:pt x="290578" y="26179"/>
                </a:lnTo>
                <a:lnTo>
                  <a:pt x="290252" y="25996"/>
                </a:lnTo>
                <a:lnTo>
                  <a:pt x="289921" y="25817"/>
                </a:lnTo>
                <a:lnTo>
                  <a:pt x="289582" y="25645"/>
                </a:lnTo>
                <a:lnTo>
                  <a:pt x="289237" y="25480"/>
                </a:lnTo>
                <a:lnTo>
                  <a:pt x="288885" y="25322"/>
                </a:lnTo>
                <a:lnTo>
                  <a:pt x="288525" y="25171"/>
                </a:lnTo>
                <a:lnTo>
                  <a:pt x="288159" y="25027"/>
                </a:lnTo>
                <a:lnTo>
                  <a:pt x="287786" y="24890"/>
                </a:lnTo>
                <a:lnTo>
                  <a:pt x="287406" y="24760"/>
                </a:lnTo>
                <a:lnTo>
                  <a:pt x="287019" y="24638"/>
                </a:lnTo>
                <a:lnTo>
                  <a:pt x="286624" y="24522"/>
                </a:lnTo>
                <a:lnTo>
                  <a:pt x="286223" y="24414"/>
                </a:lnTo>
                <a:lnTo>
                  <a:pt x="285815" y="24312"/>
                </a:lnTo>
                <a:lnTo>
                  <a:pt x="285400" y="24218"/>
                </a:lnTo>
                <a:lnTo>
                  <a:pt x="284978" y="24131"/>
                </a:lnTo>
                <a:lnTo>
                  <a:pt x="284549" y="24051"/>
                </a:lnTo>
                <a:lnTo>
                  <a:pt x="284113" y="23978"/>
                </a:lnTo>
                <a:lnTo>
                  <a:pt x="283670" y="23912"/>
                </a:lnTo>
                <a:lnTo>
                  <a:pt x="283220" y="23853"/>
                </a:lnTo>
                <a:lnTo>
                  <a:pt x="282763" y="23802"/>
                </a:lnTo>
                <a:lnTo>
                  <a:pt x="282299" y="23757"/>
                </a:lnTo>
                <a:lnTo>
                  <a:pt x="281828" y="23720"/>
                </a:lnTo>
                <a:lnTo>
                  <a:pt x="281350" y="23689"/>
                </a:lnTo>
                <a:lnTo>
                  <a:pt x="280866" y="23666"/>
                </a:lnTo>
                <a:lnTo>
                  <a:pt x="280374" y="23650"/>
                </a:lnTo>
                <a:lnTo>
                  <a:pt x="279875" y="23641"/>
                </a:lnTo>
                <a:lnTo>
                  <a:pt x="279374" y="23644"/>
                </a:lnTo>
                <a:lnTo>
                  <a:pt x="278876" y="23655"/>
                </a:lnTo>
                <a:lnTo>
                  <a:pt x="278381" y="23673"/>
                </a:lnTo>
                <a:lnTo>
                  <a:pt x="277889" y="23698"/>
                </a:lnTo>
                <a:lnTo>
                  <a:pt x="277400" y="23731"/>
                </a:lnTo>
                <a:lnTo>
                  <a:pt x="276914" y="23770"/>
                </a:lnTo>
                <a:lnTo>
                  <a:pt x="276430" y="23817"/>
                </a:lnTo>
                <a:lnTo>
                  <a:pt x="275950" y="23871"/>
                </a:lnTo>
                <a:lnTo>
                  <a:pt x="275472" y="23933"/>
                </a:lnTo>
                <a:lnTo>
                  <a:pt x="274998" y="24001"/>
                </a:lnTo>
                <a:lnTo>
                  <a:pt x="274526" y="24077"/>
                </a:lnTo>
                <a:lnTo>
                  <a:pt x="274057" y="24160"/>
                </a:lnTo>
                <a:lnTo>
                  <a:pt x="273591" y="24250"/>
                </a:lnTo>
                <a:lnTo>
                  <a:pt x="273128" y="24347"/>
                </a:lnTo>
                <a:lnTo>
                  <a:pt x="272668" y="24452"/>
                </a:lnTo>
                <a:lnTo>
                  <a:pt x="272211" y="24563"/>
                </a:lnTo>
                <a:lnTo>
                  <a:pt x="271756" y="24682"/>
                </a:lnTo>
                <a:lnTo>
                  <a:pt x="271305" y="24808"/>
                </a:lnTo>
                <a:lnTo>
                  <a:pt x="270856" y="24942"/>
                </a:lnTo>
                <a:lnTo>
                  <a:pt x="270411" y="25082"/>
                </a:lnTo>
                <a:lnTo>
                  <a:pt x="269968" y="25230"/>
                </a:lnTo>
                <a:lnTo>
                  <a:pt x="269528" y="25385"/>
                </a:lnTo>
                <a:lnTo>
                  <a:pt x="269091" y="25547"/>
                </a:lnTo>
                <a:lnTo>
                  <a:pt x="268657" y="25717"/>
                </a:lnTo>
                <a:lnTo>
                  <a:pt x="268227" y="25893"/>
                </a:lnTo>
                <a:lnTo>
                  <a:pt x="267800" y="26074"/>
                </a:lnTo>
                <a:lnTo>
                  <a:pt x="267376" y="26261"/>
                </a:lnTo>
                <a:lnTo>
                  <a:pt x="266956" y="26453"/>
                </a:lnTo>
                <a:lnTo>
                  <a:pt x="266540" y="26652"/>
                </a:lnTo>
                <a:lnTo>
                  <a:pt x="266127" y="26855"/>
                </a:lnTo>
                <a:lnTo>
                  <a:pt x="265718" y="27064"/>
                </a:lnTo>
                <a:lnTo>
                  <a:pt x="265313" y="27279"/>
                </a:lnTo>
                <a:lnTo>
                  <a:pt x="264911" y="27500"/>
                </a:lnTo>
                <a:lnTo>
                  <a:pt x="264512" y="27726"/>
                </a:lnTo>
                <a:lnTo>
                  <a:pt x="264118" y="27957"/>
                </a:lnTo>
                <a:lnTo>
                  <a:pt x="263727" y="28195"/>
                </a:lnTo>
                <a:lnTo>
                  <a:pt x="263339" y="28437"/>
                </a:lnTo>
                <a:lnTo>
                  <a:pt x="262955" y="28686"/>
                </a:lnTo>
                <a:lnTo>
                  <a:pt x="262575" y="28940"/>
                </a:lnTo>
                <a:lnTo>
                  <a:pt x="262198" y="29199"/>
                </a:lnTo>
                <a:lnTo>
                  <a:pt x="261825" y="29464"/>
                </a:lnTo>
                <a:lnTo>
                  <a:pt x="261456" y="29735"/>
                </a:lnTo>
                <a:lnTo>
                  <a:pt x="261090" y="30011"/>
                </a:lnTo>
                <a:lnTo>
                  <a:pt x="260728" y="30293"/>
                </a:lnTo>
                <a:lnTo>
                  <a:pt x="260369" y="30580"/>
                </a:lnTo>
                <a:lnTo>
                  <a:pt x="260014" y="30873"/>
                </a:lnTo>
                <a:lnTo>
                  <a:pt x="259663" y="31172"/>
                </a:lnTo>
                <a:lnTo>
                  <a:pt x="259315" y="31476"/>
                </a:lnTo>
                <a:lnTo>
                  <a:pt x="258971" y="31785"/>
                </a:lnTo>
                <a:lnTo>
                  <a:pt x="258632" y="32099"/>
                </a:lnTo>
                <a:lnTo>
                  <a:pt x="258298" y="32416"/>
                </a:lnTo>
                <a:lnTo>
                  <a:pt x="257968" y="32738"/>
                </a:lnTo>
                <a:lnTo>
                  <a:pt x="257643" y="33065"/>
                </a:lnTo>
                <a:lnTo>
                  <a:pt x="257323" y="33395"/>
                </a:lnTo>
                <a:lnTo>
                  <a:pt x="257007" y="33730"/>
                </a:lnTo>
                <a:lnTo>
                  <a:pt x="256696" y="34069"/>
                </a:lnTo>
                <a:lnTo>
                  <a:pt x="256389" y="34413"/>
                </a:lnTo>
                <a:lnTo>
                  <a:pt x="256087" y="34761"/>
                </a:lnTo>
                <a:lnTo>
                  <a:pt x="255790" y="35113"/>
                </a:lnTo>
                <a:lnTo>
                  <a:pt x="255498" y="35469"/>
                </a:lnTo>
                <a:lnTo>
                  <a:pt x="255210" y="35830"/>
                </a:lnTo>
                <a:lnTo>
                  <a:pt x="254927" y="36195"/>
                </a:lnTo>
                <a:lnTo>
                  <a:pt x="254648" y="36564"/>
                </a:lnTo>
                <a:lnTo>
                  <a:pt x="254374" y="36938"/>
                </a:lnTo>
                <a:lnTo>
                  <a:pt x="254105" y="37316"/>
                </a:lnTo>
                <a:lnTo>
                  <a:pt x="253840" y="37698"/>
                </a:lnTo>
                <a:lnTo>
                  <a:pt x="253580" y="38085"/>
                </a:lnTo>
                <a:lnTo>
                  <a:pt x="253461" y="38268"/>
                </a:lnTo>
                <a:lnTo>
                  <a:pt x="253456" y="38241"/>
                </a:lnTo>
                <a:lnTo>
                  <a:pt x="253378" y="37869"/>
                </a:lnTo>
                <a:lnTo>
                  <a:pt x="253295" y="37501"/>
                </a:lnTo>
                <a:lnTo>
                  <a:pt x="253206" y="37137"/>
                </a:lnTo>
                <a:lnTo>
                  <a:pt x="253112" y="36777"/>
                </a:lnTo>
                <a:lnTo>
                  <a:pt x="253012" y="36421"/>
                </a:lnTo>
                <a:lnTo>
                  <a:pt x="252907" y="36068"/>
                </a:lnTo>
                <a:lnTo>
                  <a:pt x="252797" y="35720"/>
                </a:lnTo>
                <a:lnTo>
                  <a:pt x="252681" y="35375"/>
                </a:lnTo>
                <a:lnTo>
                  <a:pt x="252559" y="35034"/>
                </a:lnTo>
                <a:lnTo>
                  <a:pt x="252432" y="34697"/>
                </a:lnTo>
                <a:lnTo>
                  <a:pt x="252300" y="34364"/>
                </a:lnTo>
                <a:lnTo>
                  <a:pt x="252162" y="34034"/>
                </a:lnTo>
                <a:lnTo>
                  <a:pt x="252019" y="33709"/>
                </a:lnTo>
                <a:lnTo>
                  <a:pt x="251870" y="33387"/>
                </a:lnTo>
                <a:lnTo>
                  <a:pt x="251716" y="33069"/>
                </a:lnTo>
                <a:lnTo>
                  <a:pt x="251556" y="32755"/>
                </a:lnTo>
                <a:lnTo>
                  <a:pt x="251391" y="32444"/>
                </a:lnTo>
                <a:lnTo>
                  <a:pt x="251220" y="32138"/>
                </a:lnTo>
                <a:lnTo>
                  <a:pt x="251044" y="31835"/>
                </a:lnTo>
                <a:lnTo>
                  <a:pt x="250863" y="31537"/>
                </a:lnTo>
                <a:lnTo>
                  <a:pt x="250676" y="31242"/>
                </a:lnTo>
                <a:lnTo>
                  <a:pt x="250483" y="30951"/>
                </a:lnTo>
                <a:lnTo>
                  <a:pt x="250285" y="30666"/>
                </a:lnTo>
                <a:lnTo>
                  <a:pt x="250081" y="30387"/>
                </a:lnTo>
                <a:lnTo>
                  <a:pt x="249871" y="30113"/>
                </a:lnTo>
                <a:lnTo>
                  <a:pt x="249656" y="29844"/>
                </a:lnTo>
                <a:lnTo>
                  <a:pt x="249435" y="29580"/>
                </a:lnTo>
                <a:lnTo>
                  <a:pt x="249208" y="29322"/>
                </a:lnTo>
                <a:lnTo>
                  <a:pt x="248975" y="29069"/>
                </a:lnTo>
                <a:lnTo>
                  <a:pt x="248737" y="28821"/>
                </a:lnTo>
                <a:lnTo>
                  <a:pt x="248493" y="28579"/>
                </a:lnTo>
                <a:lnTo>
                  <a:pt x="248244" y="28342"/>
                </a:lnTo>
                <a:lnTo>
                  <a:pt x="247989" y="28111"/>
                </a:lnTo>
                <a:lnTo>
                  <a:pt x="247728" y="27885"/>
                </a:lnTo>
                <a:lnTo>
                  <a:pt x="247461" y="27664"/>
                </a:lnTo>
                <a:lnTo>
                  <a:pt x="247189" y="27449"/>
                </a:lnTo>
                <a:lnTo>
                  <a:pt x="246911" y="27238"/>
                </a:lnTo>
                <a:lnTo>
                  <a:pt x="246627" y="27034"/>
                </a:lnTo>
                <a:lnTo>
                  <a:pt x="246337" y="26834"/>
                </a:lnTo>
                <a:lnTo>
                  <a:pt x="246042" y="26640"/>
                </a:lnTo>
                <a:lnTo>
                  <a:pt x="245741" y="26452"/>
                </a:lnTo>
                <a:lnTo>
                  <a:pt x="245435" y="26268"/>
                </a:lnTo>
                <a:lnTo>
                  <a:pt x="245123" y="26090"/>
                </a:lnTo>
                <a:lnTo>
                  <a:pt x="244805" y="25918"/>
                </a:lnTo>
                <a:lnTo>
                  <a:pt x="244481" y="25750"/>
                </a:lnTo>
                <a:lnTo>
                  <a:pt x="244151" y="25589"/>
                </a:lnTo>
                <a:lnTo>
                  <a:pt x="243815" y="25434"/>
                </a:lnTo>
                <a:lnTo>
                  <a:pt x="243472" y="25286"/>
                </a:lnTo>
                <a:lnTo>
                  <a:pt x="243122" y="25145"/>
                </a:lnTo>
                <a:lnTo>
                  <a:pt x="242766" y="25010"/>
                </a:lnTo>
                <a:lnTo>
                  <a:pt x="242403" y="24882"/>
                </a:lnTo>
                <a:lnTo>
                  <a:pt x="242033" y="24760"/>
                </a:lnTo>
                <a:lnTo>
                  <a:pt x="241657" y="24645"/>
                </a:lnTo>
                <a:lnTo>
                  <a:pt x="241274" y="24537"/>
                </a:lnTo>
                <a:lnTo>
                  <a:pt x="240885" y="24435"/>
                </a:lnTo>
                <a:lnTo>
                  <a:pt x="240489" y="24340"/>
                </a:lnTo>
                <a:lnTo>
                  <a:pt x="240086" y="24252"/>
                </a:lnTo>
                <a:lnTo>
                  <a:pt x="239677" y="24170"/>
                </a:lnTo>
                <a:lnTo>
                  <a:pt x="239261" y="24095"/>
                </a:lnTo>
                <a:lnTo>
                  <a:pt x="238838" y="24026"/>
                </a:lnTo>
                <a:lnTo>
                  <a:pt x="238409" y="23964"/>
                </a:lnTo>
                <a:lnTo>
                  <a:pt x="237973" y="23909"/>
                </a:lnTo>
                <a:lnTo>
                  <a:pt x="237531" y="23860"/>
                </a:lnTo>
                <a:lnTo>
                  <a:pt x="237082" y="23818"/>
                </a:lnTo>
                <a:lnTo>
                  <a:pt x="236626" y="23783"/>
                </a:lnTo>
                <a:lnTo>
                  <a:pt x="236164" y="23754"/>
                </a:lnTo>
                <a:lnTo>
                  <a:pt x="235695" y="23732"/>
                </a:lnTo>
                <a:lnTo>
                  <a:pt x="235219" y="23716"/>
                </a:lnTo>
                <a:lnTo>
                  <a:pt x="234737" y="23708"/>
                </a:lnTo>
                <a:lnTo>
                  <a:pt x="234181" y="23707"/>
                </a:lnTo>
                <a:lnTo>
                  <a:pt x="233629" y="23715"/>
                </a:lnTo>
                <a:lnTo>
                  <a:pt x="233082" y="23732"/>
                </a:lnTo>
                <a:lnTo>
                  <a:pt x="232540" y="23758"/>
                </a:lnTo>
                <a:lnTo>
                  <a:pt x="232002" y="23793"/>
                </a:lnTo>
                <a:lnTo>
                  <a:pt x="231468" y="23837"/>
                </a:lnTo>
                <a:lnTo>
                  <a:pt x="230938" y="23891"/>
                </a:lnTo>
                <a:lnTo>
                  <a:pt x="230413" y="23953"/>
                </a:lnTo>
                <a:lnTo>
                  <a:pt x="229893" y="24025"/>
                </a:lnTo>
                <a:lnTo>
                  <a:pt x="229377" y="24105"/>
                </a:lnTo>
                <a:lnTo>
                  <a:pt x="228865" y="24195"/>
                </a:lnTo>
                <a:lnTo>
                  <a:pt x="228358" y="24294"/>
                </a:lnTo>
                <a:lnTo>
                  <a:pt x="227855" y="24401"/>
                </a:lnTo>
                <a:lnTo>
                  <a:pt x="227357" y="24518"/>
                </a:lnTo>
                <a:lnTo>
                  <a:pt x="226863" y="24644"/>
                </a:lnTo>
                <a:lnTo>
                  <a:pt x="226373" y="24779"/>
                </a:lnTo>
                <a:lnTo>
                  <a:pt x="225888" y="24923"/>
                </a:lnTo>
                <a:lnTo>
                  <a:pt x="225407" y="25076"/>
                </a:lnTo>
                <a:lnTo>
                  <a:pt x="224931" y="25238"/>
                </a:lnTo>
                <a:lnTo>
                  <a:pt x="224459" y="25410"/>
                </a:lnTo>
                <a:lnTo>
                  <a:pt x="223991" y="25590"/>
                </a:lnTo>
                <a:lnTo>
                  <a:pt x="223528" y="25779"/>
                </a:lnTo>
                <a:lnTo>
                  <a:pt x="223069" y="25978"/>
                </a:lnTo>
                <a:lnTo>
                  <a:pt x="222615" y="26186"/>
                </a:lnTo>
                <a:lnTo>
                  <a:pt x="222165" y="26401"/>
                </a:lnTo>
                <a:lnTo>
                  <a:pt x="221721" y="26623"/>
                </a:lnTo>
                <a:lnTo>
                  <a:pt x="221280" y="26851"/>
                </a:lnTo>
                <a:lnTo>
                  <a:pt x="220845" y="27086"/>
                </a:lnTo>
                <a:lnTo>
                  <a:pt x="220414" y="27327"/>
                </a:lnTo>
                <a:lnTo>
                  <a:pt x="219989" y="27575"/>
                </a:lnTo>
                <a:lnTo>
                  <a:pt x="219568" y="27830"/>
                </a:lnTo>
                <a:lnTo>
                  <a:pt x="219151" y="28090"/>
                </a:lnTo>
                <a:lnTo>
                  <a:pt x="218740" y="28358"/>
                </a:lnTo>
                <a:lnTo>
                  <a:pt x="218333" y="28632"/>
                </a:lnTo>
                <a:lnTo>
                  <a:pt x="217931" y="28912"/>
                </a:lnTo>
                <a:lnTo>
                  <a:pt x="217534" y="29199"/>
                </a:lnTo>
                <a:lnTo>
                  <a:pt x="217141" y="29493"/>
                </a:lnTo>
                <a:lnTo>
                  <a:pt x="216754" y="29793"/>
                </a:lnTo>
                <a:lnTo>
                  <a:pt x="216371" y="30099"/>
                </a:lnTo>
                <a:lnTo>
                  <a:pt x="215992" y="30412"/>
                </a:lnTo>
                <a:lnTo>
                  <a:pt x="215619" y="30732"/>
                </a:lnTo>
                <a:lnTo>
                  <a:pt x="215250" y="31058"/>
                </a:lnTo>
                <a:lnTo>
                  <a:pt x="214887" y="31390"/>
                </a:lnTo>
                <a:lnTo>
                  <a:pt x="214527" y="31729"/>
                </a:lnTo>
                <a:lnTo>
                  <a:pt x="214173" y="32075"/>
                </a:lnTo>
                <a:lnTo>
                  <a:pt x="213824" y="32427"/>
                </a:lnTo>
                <a:lnTo>
                  <a:pt x="213479" y="32785"/>
                </a:lnTo>
                <a:lnTo>
                  <a:pt x="213139" y="33150"/>
                </a:lnTo>
                <a:lnTo>
                  <a:pt x="212804" y="33521"/>
                </a:lnTo>
                <a:lnTo>
                  <a:pt x="212473" y="33895"/>
                </a:lnTo>
                <a:lnTo>
                  <a:pt x="212147" y="34274"/>
                </a:lnTo>
                <a:lnTo>
                  <a:pt x="211826" y="34656"/>
                </a:lnTo>
                <a:lnTo>
                  <a:pt x="211510" y="35043"/>
                </a:lnTo>
                <a:lnTo>
                  <a:pt x="211199" y="35434"/>
                </a:lnTo>
                <a:lnTo>
                  <a:pt x="210892" y="35829"/>
                </a:lnTo>
                <a:lnTo>
                  <a:pt x="210677" y="36112"/>
                </a:lnTo>
                <a:lnTo>
                  <a:pt x="212369" y="25047"/>
                </a:lnTo>
                <a:lnTo>
                  <a:pt x="204734" y="25047"/>
                </a:lnTo>
                <a:lnTo>
                  <a:pt x="192277" y="97509"/>
                </a:lnTo>
                <a:lnTo>
                  <a:pt x="200180" y="97509"/>
                </a:lnTo>
                <a:lnTo>
                  <a:pt x="208678" y="48196"/>
                </a:lnTo>
                <a:lnTo>
                  <a:pt x="208765" y="47997"/>
                </a:lnTo>
                <a:lnTo>
                  <a:pt x="208941" y="47605"/>
                </a:lnTo>
                <a:lnTo>
                  <a:pt x="209121" y="47214"/>
                </a:lnTo>
                <a:lnTo>
                  <a:pt x="209304" y="46825"/>
                </a:lnTo>
                <a:lnTo>
                  <a:pt x="209491" y="46439"/>
                </a:lnTo>
                <a:lnTo>
                  <a:pt x="209682" y="46057"/>
                </a:lnTo>
                <a:lnTo>
                  <a:pt x="209877" y="45678"/>
                </a:lnTo>
                <a:lnTo>
                  <a:pt x="210075" y="45302"/>
                </a:lnTo>
                <a:lnTo>
                  <a:pt x="210278" y="44929"/>
                </a:lnTo>
                <a:lnTo>
                  <a:pt x="210484" y="44559"/>
                </a:lnTo>
                <a:lnTo>
                  <a:pt x="210694" y="44193"/>
                </a:lnTo>
                <a:lnTo>
                  <a:pt x="210908" y="43830"/>
                </a:lnTo>
                <a:lnTo>
                  <a:pt x="211126" y="43470"/>
                </a:lnTo>
                <a:lnTo>
                  <a:pt x="211348" y="43114"/>
                </a:lnTo>
                <a:lnTo>
                  <a:pt x="211573" y="42761"/>
                </a:lnTo>
                <a:lnTo>
                  <a:pt x="211803" y="42411"/>
                </a:lnTo>
                <a:lnTo>
                  <a:pt x="212036" y="42064"/>
                </a:lnTo>
                <a:lnTo>
                  <a:pt x="212273" y="41721"/>
                </a:lnTo>
                <a:lnTo>
                  <a:pt x="212514" y="41380"/>
                </a:lnTo>
                <a:lnTo>
                  <a:pt x="212758" y="41043"/>
                </a:lnTo>
                <a:lnTo>
                  <a:pt x="213007" y="40710"/>
                </a:lnTo>
                <a:lnTo>
                  <a:pt x="213259" y="40379"/>
                </a:lnTo>
                <a:lnTo>
                  <a:pt x="213515" y="40052"/>
                </a:lnTo>
                <a:lnTo>
                  <a:pt x="213776" y="39728"/>
                </a:lnTo>
                <a:lnTo>
                  <a:pt x="214039" y="39408"/>
                </a:lnTo>
                <a:lnTo>
                  <a:pt x="214307" y="39090"/>
                </a:lnTo>
                <a:lnTo>
                  <a:pt x="214579" y="38776"/>
                </a:lnTo>
                <a:lnTo>
                  <a:pt x="214854" y="38466"/>
                </a:lnTo>
                <a:lnTo>
                  <a:pt x="215133" y="38162"/>
                </a:lnTo>
                <a:lnTo>
                  <a:pt x="215417" y="37862"/>
                </a:lnTo>
                <a:lnTo>
                  <a:pt x="215704" y="37569"/>
                </a:lnTo>
                <a:lnTo>
                  <a:pt x="215995" y="37280"/>
                </a:lnTo>
                <a:lnTo>
                  <a:pt x="216291" y="36997"/>
                </a:lnTo>
                <a:lnTo>
                  <a:pt x="216590" y="36719"/>
                </a:lnTo>
                <a:lnTo>
                  <a:pt x="216893" y="36447"/>
                </a:lnTo>
                <a:lnTo>
                  <a:pt x="217200" y="36180"/>
                </a:lnTo>
                <a:lnTo>
                  <a:pt x="217511" y="35918"/>
                </a:lnTo>
                <a:lnTo>
                  <a:pt x="217826" y="35662"/>
                </a:lnTo>
                <a:lnTo>
                  <a:pt x="218145" y="35411"/>
                </a:lnTo>
                <a:lnTo>
                  <a:pt x="218468" y="35165"/>
                </a:lnTo>
                <a:lnTo>
                  <a:pt x="218795" y="34925"/>
                </a:lnTo>
                <a:lnTo>
                  <a:pt x="219125" y="34690"/>
                </a:lnTo>
                <a:lnTo>
                  <a:pt x="219460" y="34460"/>
                </a:lnTo>
                <a:lnTo>
                  <a:pt x="219799" y="34236"/>
                </a:lnTo>
                <a:lnTo>
                  <a:pt x="220141" y="34017"/>
                </a:lnTo>
                <a:lnTo>
                  <a:pt x="220488" y="33803"/>
                </a:lnTo>
                <a:lnTo>
                  <a:pt x="220839" y="33595"/>
                </a:lnTo>
                <a:lnTo>
                  <a:pt x="221193" y="33392"/>
                </a:lnTo>
                <a:lnTo>
                  <a:pt x="221551" y="33195"/>
                </a:lnTo>
                <a:lnTo>
                  <a:pt x="221914" y="33002"/>
                </a:lnTo>
                <a:lnTo>
                  <a:pt x="222280" y="32816"/>
                </a:lnTo>
                <a:lnTo>
                  <a:pt x="222651" y="32635"/>
                </a:lnTo>
                <a:lnTo>
                  <a:pt x="223025" y="32463"/>
                </a:lnTo>
                <a:lnTo>
                  <a:pt x="223403" y="32298"/>
                </a:lnTo>
                <a:lnTo>
                  <a:pt x="223785" y="32140"/>
                </a:lnTo>
                <a:lnTo>
                  <a:pt x="224171" y="31991"/>
                </a:lnTo>
                <a:lnTo>
                  <a:pt x="224561" y="31849"/>
                </a:lnTo>
                <a:lnTo>
                  <a:pt x="224955" y="31714"/>
                </a:lnTo>
                <a:lnTo>
                  <a:pt x="225353" y="31588"/>
                </a:lnTo>
                <a:lnTo>
                  <a:pt x="225755" y="31469"/>
                </a:lnTo>
                <a:lnTo>
                  <a:pt x="226161" y="31358"/>
                </a:lnTo>
                <a:lnTo>
                  <a:pt x="226571" y="31254"/>
                </a:lnTo>
                <a:lnTo>
                  <a:pt x="226985" y="31158"/>
                </a:lnTo>
                <a:lnTo>
                  <a:pt x="227403" y="31070"/>
                </a:lnTo>
                <a:lnTo>
                  <a:pt x="227824" y="30989"/>
                </a:lnTo>
                <a:lnTo>
                  <a:pt x="228250" y="30916"/>
                </a:lnTo>
                <a:lnTo>
                  <a:pt x="228680" y="30851"/>
                </a:lnTo>
                <a:lnTo>
                  <a:pt x="229113" y="30794"/>
                </a:lnTo>
                <a:lnTo>
                  <a:pt x="229551" y="30744"/>
                </a:lnTo>
                <a:lnTo>
                  <a:pt x="229992" y="30701"/>
                </a:lnTo>
                <a:lnTo>
                  <a:pt x="230438" y="30667"/>
                </a:lnTo>
                <a:lnTo>
                  <a:pt x="230887" y="30640"/>
                </a:lnTo>
                <a:lnTo>
                  <a:pt x="231340" y="30621"/>
                </a:lnTo>
                <a:lnTo>
                  <a:pt x="231798" y="30609"/>
                </a:lnTo>
                <a:lnTo>
                  <a:pt x="232259" y="30606"/>
                </a:lnTo>
                <a:lnTo>
                  <a:pt x="232745" y="30615"/>
                </a:lnTo>
                <a:lnTo>
                  <a:pt x="233223" y="30634"/>
                </a:lnTo>
                <a:lnTo>
                  <a:pt x="233690" y="30661"/>
                </a:lnTo>
                <a:lnTo>
                  <a:pt x="234149" y="30696"/>
                </a:lnTo>
                <a:lnTo>
                  <a:pt x="234598" y="30740"/>
                </a:lnTo>
                <a:lnTo>
                  <a:pt x="235038" y="30792"/>
                </a:lnTo>
                <a:lnTo>
                  <a:pt x="235469" y="30853"/>
                </a:lnTo>
                <a:lnTo>
                  <a:pt x="235890" y="30922"/>
                </a:lnTo>
                <a:lnTo>
                  <a:pt x="236302" y="31000"/>
                </a:lnTo>
                <a:lnTo>
                  <a:pt x="236705" y="31086"/>
                </a:lnTo>
                <a:lnTo>
                  <a:pt x="237098" y="31180"/>
                </a:lnTo>
                <a:lnTo>
                  <a:pt x="237483" y="31284"/>
                </a:lnTo>
                <a:lnTo>
                  <a:pt x="237857" y="31395"/>
                </a:lnTo>
                <a:lnTo>
                  <a:pt x="238223" y="31515"/>
                </a:lnTo>
                <a:lnTo>
                  <a:pt x="238579" y="31644"/>
                </a:lnTo>
                <a:lnTo>
                  <a:pt x="238926" y="31781"/>
                </a:lnTo>
                <a:lnTo>
                  <a:pt x="239264" y="31927"/>
                </a:lnTo>
                <a:lnTo>
                  <a:pt x="239592" y="32081"/>
                </a:lnTo>
                <a:lnTo>
                  <a:pt x="239911" y="32244"/>
                </a:lnTo>
                <a:lnTo>
                  <a:pt x="240221" y="32415"/>
                </a:lnTo>
                <a:lnTo>
                  <a:pt x="240521" y="32594"/>
                </a:lnTo>
                <a:lnTo>
                  <a:pt x="240813" y="32782"/>
                </a:lnTo>
                <a:lnTo>
                  <a:pt x="241094" y="32979"/>
                </a:lnTo>
                <a:lnTo>
                  <a:pt x="241367" y="33184"/>
                </a:lnTo>
                <a:lnTo>
                  <a:pt x="241631" y="33396"/>
                </a:lnTo>
                <a:lnTo>
                  <a:pt x="241887" y="33615"/>
                </a:lnTo>
                <a:lnTo>
                  <a:pt x="242136" y="33839"/>
                </a:lnTo>
                <a:lnTo>
                  <a:pt x="242377" y="34069"/>
                </a:lnTo>
                <a:lnTo>
                  <a:pt x="242610" y="34306"/>
                </a:lnTo>
                <a:lnTo>
                  <a:pt x="242836" y="34548"/>
                </a:lnTo>
                <a:lnTo>
                  <a:pt x="243054" y="34797"/>
                </a:lnTo>
                <a:lnTo>
                  <a:pt x="243264" y="35052"/>
                </a:lnTo>
                <a:lnTo>
                  <a:pt x="243467" y="35312"/>
                </a:lnTo>
                <a:lnTo>
                  <a:pt x="243662" y="35579"/>
                </a:lnTo>
                <a:lnTo>
                  <a:pt x="243849" y="35852"/>
                </a:lnTo>
                <a:lnTo>
                  <a:pt x="244029" y="36131"/>
                </a:lnTo>
                <a:lnTo>
                  <a:pt x="244201" y="36416"/>
                </a:lnTo>
                <a:lnTo>
                  <a:pt x="244365" y="36706"/>
                </a:lnTo>
                <a:lnTo>
                  <a:pt x="244522" y="37003"/>
                </a:lnTo>
                <a:lnTo>
                  <a:pt x="244671" y="37306"/>
                </a:lnTo>
                <a:lnTo>
                  <a:pt x="244812" y="37615"/>
                </a:lnTo>
                <a:lnTo>
                  <a:pt x="244946" y="37930"/>
                </a:lnTo>
                <a:lnTo>
                  <a:pt x="245072" y="38252"/>
                </a:lnTo>
                <a:lnTo>
                  <a:pt x="245190" y="38579"/>
                </a:lnTo>
                <a:lnTo>
                  <a:pt x="245300" y="38912"/>
                </a:lnTo>
                <a:lnTo>
                  <a:pt x="245403" y="39251"/>
                </a:lnTo>
                <a:lnTo>
                  <a:pt x="245498" y="39597"/>
                </a:lnTo>
                <a:lnTo>
                  <a:pt x="245586" y="39948"/>
                </a:lnTo>
                <a:lnTo>
                  <a:pt x="245667" y="40304"/>
                </a:lnTo>
                <a:lnTo>
                  <a:pt x="245741" y="40664"/>
                </a:lnTo>
                <a:lnTo>
                  <a:pt x="245809" y="41027"/>
                </a:lnTo>
                <a:lnTo>
                  <a:pt x="245871" y="41394"/>
                </a:lnTo>
                <a:lnTo>
                  <a:pt x="245926" y="41765"/>
                </a:lnTo>
                <a:lnTo>
                  <a:pt x="245975" y="42139"/>
                </a:lnTo>
                <a:lnTo>
                  <a:pt x="246018" y="42517"/>
                </a:lnTo>
                <a:lnTo>
                  <a:pt x="246055" y="42898"/>
                </a:lnTo>
                <a:lnTo>
                  <a:pt x="246085" y="43283"/>
                </a:lnTo>
                <a:lnTo>
                  <a:pt x="246109" y="43672"/>
                </a:lnTo>
                <a:lnTo>
                  <a:pt x="246127" y="44064"/>
                </a:lnTo>
                <a:lnTo>
                  <a:pt x="246139" y="44460"/>
                </a:lnTo>
                <a:lnTo>
                  <a:pt x="246144" y="44860"/>
                </a:lnTo>
                <a:lnTo>
                  <a:pt x="246143" y="45263"/>
                </a:lnTo>
                <a:lnTo>
                  <a:pt x="246135" y="45669"/>
                </a:lnTo>
                <a:lnTo>
                  <a:pt x="246122" y="46080"/>
                </a:lnTo>
                <a:lnTo>
                  <a:pt x="246102" y="46493"/>
                </a:lnTo>
                <a:lnTo>
                  <a:pt x="246076" y="46911"/>
                </a:lnTo>
                <a:lnTo>
                  <a:pt x="246043" y="47332"/>
                </a:lnTo>
                <a:lnTo>
                  <a:pt x="246005" y="47757"/>
                </a:lnTo>
                <a:lnTo>
                  <a:pt x="245960" y="48185"/>
                </a:lnTo>
                <a:lnTo>
                  <a:pt x="245908" y="48617"/>
                </a:lnTo>
                <a:lnTo>
                  <a:pt x="245851" y="49052"/>
                </a:lnTo>
                <a:lnTo>
                  <a:pt x="245787" y="49491"/>
                </a:lnTo>
                <a:lnTo>
                  <a:pt x="237617" y="97509"/>
                </a:lnTo>
                <a:lnTo>
                  <a:pt x="245452" y="97509"/>
                </a:lnTo>
                <a:lnTo>
                  <a:pt x="253472" y="50499"/>
                </a:lnTo>
                <a:lnTo>
                  <a:pt x="253689" y="50496"/>
                </a:lnTo>
                <a:lnTo>
                  <a:pt x="253781" y="50145"/>
                </a:lnTo>
                <a:close/>
                <a:moveTo>
                  <a:pt x="355710" y="88029"/>
                </a:moveTo>
                <a:lnTo>
                  <a:pt x="355683" y="88300"/>
                </a:lnTo>
                <a:lnTo>
                  <a:pt x="355657" y="88571"/>
                </a:lnTo>
                <a:lnTo>
                  <a:pt x="355632" y="88843"/>
                </a:lnTo>
                <a:lnTo>
                  <a:pt x="355609" y="89114"/>
                </a:lnTo>
                <a:lnTo>
                  <a:pt x="355586" y="89386"/>
                </a:lnTo>
                <a:lnTo>
                  <a:pt x="355565" y="89658"/>
                </a:lnTo>
                <a:lnTo>
                  <a:pt x="355546" y="89930"/>
                </a:lnTo>
                <a:lnTo>
                  <a:pt x="355527" y="90203"/>
                </a:lnTo>
                <a:lnTo>
                  <a:pt x="355510" y="90475"/>
                </a:lnTo>
                <a:lnTo>
                  <a:pt x="355494" y="90748"/>
                </a:lnTo>
                <a:lnTo>
                  <a:pt x="355480" y="91021"/>
                </a:lnTo>
                <a:lnTo>
                  <a:pt x="355467" y="91294"/>
                </a:lnTo>
                <a:lnTo>
                  <a:pt x="355456" y="91567"/>
                </a:lnTo>
                <a:lnTo>
                  <a:pt x="355448" y="91840"/>
                </a:lnTo>
                <a:lnTo>
                  <a:pt x="355441" y="92112"/>
                </a:lnTo>
                <a:lnTo>
                  <a:pt x="355437" y="92384"/>
                </a:lnTo>
                <a:lnTo>
                  <a:pt x="355436" y="92656"/>
                </a:lnTo>
                <a:lnTo>
                  <a:pt x="355436" y="92928"/>
                </a:lnTo>
                <a:lnTo>
                  <a:pt x="355439" y="93199"/>
                </a:lnTo>
                <a:lnTo>
                  <a:pt x="355444" y="93470"/>
                </a:lnTo>
                <a:lnTo>
                  <a:pt x="355451" y="93741"/>
                </a:lnTo>
                <a:lnTo>
                  <a:pt x="355460" y="94012"/>
                </a:lnTo>
                <a:lnTo>
                  <a:pt x="355471" y="94282"/>
                </a:lnTo>
                <a:lnTo>
                  <a:pt x="355485" y="94552"/>
                </a:lnTo>
                <a:lnTo>
                  <a:pt x="355501" y="94822"/>
                </a:lnTo>
                <a:lnTo>
                  <a:pt x="355519" y="95092"/>
                </a:lnTo>
                <a:lnTo>
                  <a:pt x="355539" y="95362"/>
                </a:lnTo>
                <a:lnTo>
                  <a:pt x="355562" y="95631"/>
                </a:lnTo>
                <a:lnTo>
                  <a:pt x="355586" y="95900"/>
                </a:lnTo>
                <a:lnTo>
                  <a:pt x="355613" y="96169"/>
                </a:lnTo>
                <a:lnTo>
                  <a:pt x="355642" y="96437"/>
                </a:lnTo>
                <a:lnTo>
                  <a:pt x="355674" y="96706"/>
                </a:lnTo>
                <a:lnTo>
                  <a:pt x="355707" y="96974"/>
                </a:lnTo>
                <a:lnTo>
                  <a:pt x="355743" y="97242"/>
                </a:lnTo>
                <a:lnTo>
                  <a:pt x="355781" y="97509"/>
                </a:lnTo>
                <a:lnTo>
                  <a:pt x="363951" y="97509"/>
                </a:lnTo>
                <a:lnTo>
                  <a:pt x="364085" y="96639"/>
                </a:lnTo>
                <a:lnTo>
                  <a:pt x="364020" y="96343"/>
                </a:lnTo>
                <a:lnTo>
                  <a:pt x="363958" y="96047"/>
                </a:lnTo>
                <a:lnTo>
                  <a:pt x="363900" y="95751"/>
                </a:lnTo>
                <a:lnTo>
                  <a:pt x="363845" y="95455"/>
                </a:lnTo>
                <a:lnTo>
                  <a:pt x="363794" y="95158"/>
                </a:lnTo>
                <a:lnTo>
                  <a:pt x="363746" y="94862"/>
                </a:lnTo>
                <a:lnTo>
                  <a:pt x="363702" y="94565"/>
                </a:lnTo>
                <a:lnTo>
                  <a:pt x="363661" y="94268"/>
                </a:lnTo>
                <a:lnTo>
                  <a:pt x="363624" y="93970"/>
                </a:lnTo>
                <a:lnTo>
                  <a:pt x="363590" y="93673"/>
                </a:lnTo>
                <a:lnTo>
                  <a:pt x="363560" y="93375"/>
                </a:lnTo>
                <a:lnTo>
                  <a:pt x="363533" y="93077"/>
                </a:lnTo>
                <a:lnTo>
                  <a:pt x="363509" y="92778"/>
                </a:lnTo>
                <a:lnTo>
                  <a:pt x="363490" y="92480"/>
                </a:lnTo>
                <a:lnTo>
                  <a:pt x="363473" y="92181"/>
                </a:lnTo>
                <a:lnTo>
                  <a:pt x="363460" y="91882"/>
                </a:lnTo>
                <a:lnTo>
                  <a:pt x="363451" y="91583"/>
                </a:lnTo>
                <a:lnTo>
                  <a:pt x="363445" y="91283"/>
                </a:lnTo>
                <a:lnTo>
                  <a:pt x="363442" y="90983"/>
                </a:lnTo>
                <a:lnTo>
                  <a:pt x="363444" y="90683"/>
                </a:lnTo>
                <a:lnTo>
                  <a:pt x="363448" y="90383"/>
                </a:lnTo>
                <a:lnTo>
                  <a:pt x="363456" y="90083"/>
                </a:lnTo>
                <a:lnTo>
                  <a:pt x="363468" y="89782"/>
                </a:lnTo>
                <a:lnTo>
                  <a:pt x="363483" y="89481"/>
                </a:lnTo>
                <a:lnTo>
                  <a:pt x="363500" y="89180"/>
                </a:lnTo>
                <a:lnTo>
                  <a:pt x="363519" y="88879"/>
                </a:lnTo>
                <a:lnTo>
                  <a:pt x="363539" y="88579"/>
                </a:lnTo>
                <a:lnTo>
                  <a:pt x="363561" y="88278"/>
                </a:lnTo>
                <a:lnTo>
                  <a:pt x="363584" y="87978"/>
                </a:lnTo>
                <a:lnTo>
                  <a:pt x="363608" y="87678"/>
                </a:lnTo>
                <a:lnTo>
                  <a:pt x="363634" y="87379"/>
                </a:lnTo>
                <a:lnTo>
                  <a:pt x="363661" y="87079"/>
                </a:lnTo>
                <a:lnTo>
                  <a:pt x="363690" y="86780"/>
                </a:lnTo>
                <a:lnTo>
                  <a:pt x="363720" y="86481"/>
                </a:lnTo>
                <a:lnTo>
                  <a:pt x="363751" y="86182"/>
                </a:lnTo>
                <a:lnTo>
                  <a:pt x="363784" y="85884"/>
                </a:lnTo>
                <a:lnTo>
                  <a:pt x="363818" y="85586"/>
                </a:lnTo>
                <a:lnTo>
                  <a:pt x="363854" y="85288"/>
                </a:lnTo>
                <a:lnTo>
                  <a:pt x="363891" y="84990"/>
                </a:lnTo>
                <a:lnTo>
                  <a:pt x="363929" y="84693"/>
                </a:lnTo>
                <a:lnTo>
                  <a:pt x="363969" y="84395"/>
                </a:lnTo>
                <a:lnTo>
                  <a:pt x="364010" y="84098"/>
                </a:lnTo>
                <a:lnTo>
                  <a:pt x="364053" y="83802"/>
                </a:lnTo>
                <a:lnTo>
                  <a:pt x="364096" y="83505"/>
                </a:lnTo>
                <a:lnTo>
                  <a:pt x="364142" y="83209"/>
                </a:lnTo>
                <a:lnTo>
                  <a:pt x="364189" y="82913"/>
                </a:lnTo>
                <a:lnTo>
                  <a:pt x="364237" y="82617"/>
                </a:lnTo>
                <a:lnTo>
                  <a:pt x="364286" y="82322"/>
                </a:lnTo>
                <a:lnTo>
                  <a:pt x="370180" y="47327"/>
                </a:lnTo>
                <a:lnTo>
                  <a:pt x="370252" y="46718"/>
                </a:lnTo>
                <a:lnTo>
                  <a:pt x="370311" y="46115"/>
                </a:lnTo>
                <a:lnTo>
                  <a:pt x="370359" y="45520"/>
                </a:lnTo>
                <a:lnTo>
                  <a:pt x="370394" y="44932"/>
                </a:lnTo>
                <a:lnTo>
                  <a:pt x="370416" y="44352"/>
                </a:lnTo>
                <a:lnTo>
                  <a:pt x="370427" y="43779"/>
                </a:lnTo>
                <a:lnTo>
                  <a:pt x="370425" y="43213"/>
                </a:lnTo>
                <a:lnTo>
                  <a:pt x="370410" y="42655"/>
                </a:lnTo>
                <a:lnTo>
                  <a:pt x="370384" y="42104"/>
                </a:lnTo>
                <a:lnTo>
                  <a:pt x="370345" y="41560"/>
                </a:lnTo>
                <a:lnTo>
                  <a:pt x="370293" y="41023"/>
                </a:lnTo>
                <a:lnTo>
                  <a:pt x="370230" y="40494"/>
                </a:lnTo>
                <a:lnTo>
                  <a:pt x="370154" y="39972"/>
                </a:lnTo>
                <a:lnTo>
                  <a:pt x="370066" y="39458"/>
                </a:lnTo>
                <a:lnTo>
                  <a:pt x="369965" y="38951"/>
                </a:lnTo>
                <a:lnTo>
                  <a:pt x="369852" y="38451"/>
                </a:lnTo>
                <a:lnTo>
                  <a:pt x="369727" y="37958"/>
                </a:lnTo>
                <a:lnTo>
                  <a:pt x="369589" y="37473"/>
                </a:lnTo>
                <a:lnTo>
                  <a:pt x="369440" y="36995"/>
                </a:lnTo>
                <a:lnTo>
                  <a:pt x="369277" y="36525"/>
                </a:lnTo>
                <a:lnTo>
                  <a:pt x="369103" y="36062"/>
                </a:lnTo>
                <a:lnTo>
                  <a:pt x="368916" y="35606"/>
                </a:lnTo>
                <a:lnTo>
                  <a:pt x="368717" y="35157"/>
                </a:lnTo>
                <a:lnTo>
                  <a:pt x="368505" y="34716"/>
                </a:lnTo>
                <a:lnTo>
                  <a:pt x="368283" y="34282"/>
                </a:lnTo>
                <a:lnTo>
                  <a:pt x="368051" y="33857"/>
                </a:lnTo>
                <a:lnTo>
                  <a:pt x="367810" y="33440"/>
                </a:lnTo>
                <a:lnTo>
                  <a:pt x="367559" y="33032"/>
                </a:lnTo>
                <a:lnTo>
                  <a:pt x="367299" y="32632"/>
                </a:lnTo>
                <a:lnTo>
                  <a:pt x="367030" y="32240"/>
                </a:lnTo>
                <a:lnTo>
                  <a:pt x="366751" y="31857"/>
                </a:lnTo>
                <a:lnTo>
                  <a:pt x="366463" y="31482"/>
                </a:lnTo>
                <a:lnTo>
                  <a:pt x="366165" y="31115"/>
                </a:lnTo>
                <a:lnTo>
                  <a:pt x="365858" y="30757"/>
                </a:lnTo>
                <a:lnTo>
                  <a:pt x="365541" y="30407"/>
                </a:lnTo>
                <a:lnTo>
                  <a:pt x="365215" y="30065"/>
                </a:lnTo>
                <a:lnTo>
                  <a:pt x="364880" y="29732"/>
                </a:lnTo>
                <a:lnTo>
                  <a:pt x="364535" y="29407"/>
                </a:lnTo>
                <a:lnTo>
                  <a:pt x="364181" y="29091"/>
                </a:lnTo>
                <a:lnTo>
                  <a:pt x="363817" y="28782"/>
                </a:lnTo>
                <a:lnTo>
                  <a:pt x="363444" y="28483"/>
                </a:lnTo>
                <a:lnTo>
                  <a:pt x="363062" y="28191"/>
                </a:lnTo>
                <a:lnTo>
                  <a:pt x="362670" y="27908"/>
                </a:lnTo>
                <a:lnTo>
                  <a:pt x="362269" y="27634"/>
                </a:lnTo>
                <a:lnTo>
                  <a:pt x="361858" y="27367"/>
                </a:lnTo>
                <a:lnTo>
                  <a:pt x="361438" y="27109"/>
                </a:lnTo>
                <a:lnTo>
                  <a:pt x="361008" y="26860"/>
                </a:lnTo>
                <a:lnTo>
                  <a:pt x="360569" y="26619"/>
                </a:lnTo>
                <a:lnTo>
                  <a:pt x="360123" y="26387"/>
                </a:lnTo>
                <a:lnTo>
                  <a:pt x="359670" y="26164"/>
                </a:lnTo>
                <a:lnTo>
                  <a:pt x="359211" y="25951"/>
                </a:lnTo>
                <a:lnTo>
                  <a:pt x="358745" y="25748"/>
                </a:lnTo>
                <a:lnTo>
                  <a:pt x="358274" y="25554"/>
                </a:lnTo>
                <a:lnTo>
                  <a:pt x="357796" y="25370"/>
                </a:lnTo>
                <a:lnTo>
                  <a:pt x="357313" y="25196"/>
                </a:lnTo>
                <a:lnTo>
                  <a:pt x="356823" y="25031"/>
                </a:lnTo>
                <a:lnTo>
                  <a:pt x="356327" y="24876"/>
                </a:lnTo>
                <a:lnTo>
                  <a:pt x="355824" y="24731"/>
                </a:lnTo>
                <a:lnTo>
                  <a:pt x="355316" y="24595"/>
                </a:lnTo>
                <a:lnTo>
                  <a:pt x="354802" y="24469"/>
                </a:lnTo>
                <a:lnTo>
                  <a:pt x="354281" y="24352"/>
                </a:lnTo>
                <a:lnTo>
                  <a:pt x="353754" y="24246"/>
                </a:lnTo>
                <a:lnTo>
                  <a:pt x="353221" y="24148"/>
                </a:lnTo>
                <a:lnTo>
                  <a:pt x="352682" y="24061"/>
                </a:lnTo>
                <a:lnTo>
                  <a:pt x="352136" y="23983"/>
                </a:lnTo>
                <a:lnTo>
                  <a:pt x="351585" y="23915"/>
                </a:lnTo>
                <a:lnTo>
                  <a:pt x="351027" y="23856"/>
                </a:lnTo>
                <a:lnTo>
                  <a:pt x="350463" y="23807"/>
                </a:lnTo>
                <a:lnTo>
                  <a:pt x="349893" y="23768"/>
                </a:lnTo>
                <a:lnTo>
                  <a:pt x="349317" y="23738"/>
                </a:lnTo>
                <a:lnTo>
                  <a:pt x="348735" y="23718"/>
                </a:lnTo>
                <a:lnTo>
                  <a:pt x="348146" y="23708"/>
                </a:lnTo>
                <a:lnTo>
                  <a:pt x="347739" y="23710"/>
                </a:lnTo>
                <a:lnTo>
                  <a:pt x="347331" y="23717"/>
                </a:lnTo>
                <a:lnTo>
                  <a:pt x="346924" y="23729"/>
                </a:lnTo>
                <a:lnTo>
                  <a:pt x="346516" y="23746"/>
                </a:lnTo>
                <a:lnTo>
                  <a:pt x="346108" y="23767"/>
                </a:lnTo>
                <a:lnTo>
                  <a:pt x="345700" y="23793"/>
                </a:lnTo>
                <a:lnTo>
                  <a:pt x="345292" y="23824"/>
                </a:lnTo>
                <a:lnTo>
                  <a:pt x="344883" y="23860"/>
                </a:lnTo>
                <a:lnTo>
                  <a:pt x="344475" y="23901"/>
                </a:lnTo>
                <a:lnTo>
                  <a:pt x="344066" y="23946"/>
                </a:lnTo>
                <a:lnTo>
                  <a:pt x="343658" y="23996"/>
                </a:lnTo>
                <a:lnTo>
                  <a:pt x="343249" y="24051"/>
                </a:lnTo>
                <a:lnTo>
                  <a:pt x="342840" y="24110"/>
                </a:lnTo>
                <a:lnTo>
                  <a:pt x="342431" y="24175"/>
                </a:lnTo>
                <a:lnTo>
                  <a:pt x="342022" y="24244"/>
                </a:lnTo>
                <a:lnTo>
                  <a:pt x="341613" y="24318"/>
                </a:lnTo>
                <a:lnTo>
                  <a:pt x="341204" y="24396"/>
                </a:lnTo>
                <a:lnTo>
                  <a:pt x="340794" y="24480"/>
                </a:lnTo>
                <a:lnTo>
                  <a:pt x="340385" y="24568"/>
                </a:lnTo>
                <a:lnTo>
                  <a:pt x="339975" y="24661"/>
                </a:lnTo>
                <a:lnTo>
                  <a:pt x="339565" y="24759"/>
                </a:lnTo>
                <a:lnTo>
                  <a:pt x="339155" y="24861"/>
                </a:lnTo>
                <a:lnTo>
                  <a:pt x="338745" y="24968"/>
                </a:lnTo>
                <a:lnTo>
                  <a:pt x="338335" y="25080"/>
                </a:lnTo>
                <a:lnTo>
                  <a:pt x="337926" y="25197"/>
                </a:lnTo>
                <a:lnTo>
                  <a:pt x="337519" y="25318"/>
                </a:lnTo>
                <a:lnTo>
                  <a:pt x="337115" y="25444"/>
                </a:lnTo>
                <a:lnTo>
                  <a:pt x="336713" y="25574"/>
                </a:lnTo>
                <a:lnTo>
                  <a:pt x="336313" y="25709"/>
                </a:lnTo>
                <a:lnTo>
                  <a:pt x="335916" y="25849"/>
                </a:lnTo>
                <a:lnTo>
                  <a:pt x="335521" y="25992"/>
                </a:lnTo>
                <a:lnTo>
                  <a:pt x="335128" y="26141"/>
                </a:lnTo>
                <a:lnTo>
                  <a:pt x="334738" y="26294"/>
                </a:lnTo>
                <a:lnTo>
                  <a:pt x="334349" y="26451"/>
                </a:lnTo>
                <a:lnTo>
                  <a:pt x="333964" y="26613"/>
                </a:lnTo>
                <a:lnTo>
                  <a:pt x="333580" y="26780"/>
                </a:lnTo>
                <a:lnTo>
                  <a:pt x="333199" y="26951"/>
                </a:lnTo>
                <a:lnTo>
                  <a:pt x="332820" y="27127"/>
                </a:lnTo>
                <a:lnTo>
                  <a:pt x="332444" y="27307"/>
                </a:lnTo>
                <a:lnTo>
                  <a:pt x="332070" y="27491"/>
                </a:lnTo>
                <a:lnTo>
                  <a:pt x="331698" y="27681"/>
                </a:lnTo>
                <a:lnTo>
                  <a:pt x="331328" y="27874"/>
                </a:lnTo>
                <a:lnTo>
                  <a:pt x="330961" y="28073"/>
                </a:lnTo>
                <a:lnTo>
                  <a:pt x="330596" y="28276"/>
                </a:lnTo>
                <a:lnTo>
                  <a:pt x="330234" y="28483"/>
                </a:lnTo>
                <a:lnTo>
                  <a:pt x="329874" y="28695"/>
                </a:lnTo>
                <a:lnTo>
                  <a:pt x="329516" y="28911"/>
                </a:lnTo>
                <a:lnTo>
                  <a:pt x="329160" y="29132"/>
                </a:lnTo>
                <a:lnTo>
                  <a:pt x="328808" y="29358"/>
                </a:lnTo>
                <a:lnTo>
                  <a:pt x="328461" y="29588"/>
                </a:lnTo>
                <a:lnTo>
                  <a:pt x="328118" y="29822"/>
                </a:lnTo>
                <a:lnTo>
                  <a:pt x="327780" y="30061"/>
                </a:lnTo>
                <a:lnTo>
                  <a:pt x="327446" y="30305"/>
                </a:lnTo>
                <a:lnTo>
                  <a:pt x="327118" y="30553"/>
                </a:lnTo>
                <a:lnTo>
                  <a:pt x="326793" y="30806"/>
                </a:lnTo>
                <a:lnTo>
                  <a:pt x="326474" y="31063"/>
                </a:lnTo>
                <a:lnTo>
                  <a:pt x="326159" y="31325"/>
                </a:lnTo>
                <a:lnTo>
                  <a:pt x="325849" y="31591"/>
                </a:lnTo>
                <a:lnTo>
                  <a:pt x="325543" y="31862"/>
                </a:lnTo>
                <a:lnTo>
                  <a:pt x="325242" y="32138"/>
                </a:lnTo>
                <a:lnTo>
                  <a:pt x="324946" y="32417"/>
                </a:lnTo>
                <a:lnTo>
                  <a:pt x="324655" y="32702"/>
                </a:lnTo>
                <a:lnTo>
                  <a:pt x="324368" y="32991"/>
                </a:lnTo>
                <a:lnTo>
                  <a:pt x="324085" y="33284"/>
                </a:lnTo>
                <a:lnTo>
                  <a:pt x="323808" y="33582"/>
                </a:lnTo>
                <a:lnTo>
                  <a:pt x="323535" y="33885"/>
                </a:lnTo>
                <a:lnTo>
                  <a:pt x="323266" y="34192"/>
                </a:lnTo>
                <a:lnTo>
                  <a:pt x="323003" y="34504"/>
                </a:lnTo>
                <a:lnTo>
                  <a:pt x="322744" y="34820"/>
                </a:lnTo>
                <a:lnTo>
                  <a:pt x="322489" y="35141"/>
                </a:lnTo>
                <a:lnTo>
                  <a:pt x="322239" y="35466"/>
                </a:lnTo>
                <a:lnTo>
                  <a:pt x="321994" y="35796"/>
                </a:lnTo>
                <a:lnTo>
                  <a:pt x="321755" y="36130"/>
                </a:lnTo>
                <a:lnTo>
                  <a:pt x="321524" y="36469"/>
                </a:lnTo>
                <a:lnTo>
                  <a:pt x="321300" y="36811"/>
                </a:lnTo>
                <a:lnTo>
                  <a:pt x="321084" y="37158"/>
                </a:lnTo>
                <a:lnTo>
                  <a:pt x="320875" y="37510"/>
                </a:lnTo>
                <a:lnTo>
                  <a:pt x="320674" y="37866"/>
                </a:lnTo>
                <a:lnTo>
                  <a:pt x="320480" y="38226"/>
                </a:lnTo>
                <a:lnTo>
                  <a:pt x="320294" y="38590"/>
                </a:lnTo>
                <a:lnTo>
                  <a:pt x="320115" y="38959"/>
                </a:lnTo>
                <a:lnTo>
                  <a:pt x="319944" y="39332"/>
                </a:lnTo>
                <a:lnTo>
                  <a:pt x="319781" y="39709"/>
                </a:lnTo>
                <a:lnTo>
                  <a:pt x="319625" y="40090"/>
                </a:lnTo>
                <a:lnTo>
                  <a:pt x="319477" y="40476"/>
                </a:lnTo>
                <a:lnTo>
                  <a:pt x="319336" y="40866"/>
                </a:lnTo>
                <a:lnTo>
                  <a:pt x="319203" y="41261"/>
                </a:lnTo>
                <a:lnTo>
                  <a:pt x="319077" y="41659"/>
                </a:lnTo>
                <a:lnTo>
                  <a:pt x="318959" y="42062"/>
                </a:lnTo>
                <a:lnTo>
                  <a:pt x="318849" y="42470"/>
                </a:lnTo>
                <a:lnTo>
                  <a:pt x="318746" y="42881"/>
                </a:lnTo>
                <a:lnTo>
                  <a:pt x="318650" y="43297"/>
                </a:lnTo>
                <a:lnTo>
                  <a:pt x="318563" y="43718"/>
                </a:lnTo>
                <a:lnTo>
                  <a:pt x="318482" y="44142"/>
                </a:lnTo>
                <a:lnTo>
                  <a:pt x="318410" y="44571"/>
                </a:lnTo>
                <a:lnTo>
                  <a:pt x="318344" y="45004"/>
                </a:lnTo>
                <a:lnTo>
                  <a:pt x="326180" y="45071"/>
                </a:lnTo>
                <a:lnTo>
                  <a:pt x="326273" y="44672"/>
                </a:lnTo>
                <a:lnTo>
                  <a:pt x="326374" y="44279"/>
                </a:lnTo>
                <a:lnTo>
                  <a:pt x="326483" y="43891"/>
                </a:lnTo>
                <a:lnTo>
                  <a:pt x="326599" y="43509"/>
                </a:lnTo>
                <a:lnTo>
                  <a:pt x="326724" y="43132"/>
                </a:lnTo>
                <a:lnTo>
                  <a:pt x="326856" y="42761"/>
                </a:lnTo>
                <a:lnTo>
                  <a:pt x="326996" y="42395"/>
                </a:lnTo>
                <a:lnTo>
                  <a:pt x="327144" y="42035"/>
                </a:lnTo>
                <a:lnTo>
                  <a:pt x="327299" y="41681"/>
                </a:lnTo>
                <a:lnTo>
                  <a:pt x="327462" y="41332"/>
                </a:lnTo>
                <a:lnTo>
                  <a:pt x="327633" y="40989"/>
                </a:lnTo>
                <a:lnTo>
                  <a:pt x="327812" y="40651"/>
                </a:lnTo>
                <a:lnTo>
                  <a:pt x="327999" y="40319"/>
                </a:lnTo>
                <a:lnTo>
                  <a:pt x="328194" y="39993"/>
                </a:lnTo>
                <a:lnTo>
                  <a:pt x="328396" y="39672"/>
                </a:lnTo>
                <a:lnTo>
                  <a:pt x="328606" y="39356"/>
                </a:lnTo>
                <a:lnTo>
                  <a:pt x="328824" y="39047"/>
                </a:lnTo>
                <a:lnTo>
                  <a:pt x="329049" y="38742"/>
                </a:lnTo>
                <a:lnTo>
                  <a:pt x="329283" y="38444"/>
                </a:lnTo>
                <a:lnTo>
                  <a:pt x="329524" y="38151"/>
                </a:lnTo>
                <a:lnTo>
                  <a:pt x="329773" y="37864"/>
                </a:lnTo>
                <a:lnTo>
                  <a:pt x="330030" y="37582"/>
                </a:lnTo>
                <a:lnTo>
                  <a:pt x="330294" y="37305"/>
                </a:lnTo>
                <a:lnTo>
                  <a:pt x="330567" y="37035"/>
                </a:lnTo>
                <a:lnTo>
                  <a:pt x="330845" y="36770"/>
                </a:lnTo>
                <a:lnTo>
                  <a:pt x="331127" y="36510"/>
                </a:lnTo>
                <a:lnTo>
                  <a:pt x="331414" y="36255"/>
                </a:lnTo>
                <a:lnTo>
                  <a:pt x="331704" y="36006"/>
                </a:lnTo>
                <a:lnTo>
                  <a:pt x="331999" y="35762"/>
                </a:lnTo>
                <a:lnTo>
                  <a:pt x="332297" y="35524"/>
                </a:lnTo>
                <a:lnTo>
                  <a:pt x="332600" y="35291"/>
                </a:lnTo>
                <a:lnTo>
                  <a:pt x="332907" y="35063"/>
                </a:lnTo>
                <a:lnTo>
                  <a:pt x="333218" y="34840"/>
                </a:lnTo>
                <a:lnTo>
                  <a:pt x="333533" y="34623"/>
                </a:lnTo>
                <a:lnTo>
                  <a:pt x="333852" y="34412"/>
                </a:lnTo>
                <a:lnTo>
                  <a:pt x="334175" y="34205"/>
                </a:lnTo>
                <a:lnTo>
                  <a:pt x="334502" y="34004"/>
                </a:lnTo>
                <a:lnTo>
                  <a:pt x="334833" y="33809"/>
                </a:lnTo>
                <a:lnTo>
                  <a:pt x="335168" y="33618"/>
                </a:lnTo>
                <a:lnTo>
                  <a:pt x="335507" y="33433"/>
                </a:lnTo>
                <a:lnTo>
                  <a:pt x="335851" y="33254"/>
                </a:lnTo>
                <a:lnTo>
                  <a:pt x="336198" y="33079"/>
                </a:lnTo>
                <a:lnTo>
                  <a:pt x="336550" y="32910"/>
                </a:lnTo>
                <a:lnTo>
                  <a:pt x="336905" y="32747"/>
                </a:lnTo>
                <a:lnTo>
                  <a:pt x="337265" y="32589"/>
                </a:lnTo>
                <a:lnTo>
                  <a:pt x="337629" y="32436"/>
                </a:lnTo>
                <a:lnTo>
                  <a:pt x="337997" y="32288"/>
                </a:lnTo>
                <a:lnTo>
                  <a:pt x="338369" y="32146"/>
                </a:lnTo>
                <a:lnTo>
                  <a:pt x="338743" y="32009"/>
                </a:lnTo>
                <a:lnTo>
                  <a:pt x="339118" y="31879"/>
                </a:lnTo>
                <a:lnTo>
                  <a:pt x="339494" y="31755"/>
                </a:lnTo>
                <a:lnTo>
                  <a:pt x="339870" y="31636"/>
                </a:lnTo>
                <a:lnTo>
                  <a:pt x="340247" y="31524"/>
                </a:lnTo>
                <a:lnTo>
                  <a:pt x="340625" y="31418"/>
                </a:lnTo>
                <a:lnTo>
                  <a:pt x="341003" y="31317"/>
                </a:lnTo>
                <a:lnTo>
                  <a:pt x="341382" y="31223"/>
                </a:lnTo>
                <a:lnTo>
                  <a:pt x="341762" y="31135"/>
                </a:lnTo>
                <a:lnTo>
                  <a:pt x="342143" y="31053"/>
                </a:lnTo>
                <a:lnTo>
                  <a:pt x="342524" y="30977"/>
                </a:lnTo>
                <a:lnTo>
                  <a:pt x="342906" y="30907"/>
                </a:lnTo>
                <a:lnTo>
                  <a:pt x="343289" y="30843"/>
                </a:lnTo>
                <a:lnTo>
                  <a:pt x="343672" y="30785"/>
                </a:lnTo>
                <a:lnTo>
                  <a:pt x="344056" y="30733"/>
                </a:lnTo>
                <a:lnTo>
                  <a:pt x="344441" y="30687"/>
                </a:lnTo>
                <a:lnTo>
                  <a:pt x="344826" y="30648"/>
                </a:lnTo>
                <a:lnTo>
                  <a:pt x="345212" y="30614"/>
                </a:lnTo>
                <a:lnTo>
                  <a:pt x="345599" y="30586"/>
                </a:lnTo>
                <a:lnTo>
                  <a:pt x="345987" y="30565"/>
                </a:lnTo>
                <a:lnTo>
                  <a:pt x="346375" y="30549"/>
                </a:lnTo>
                <a:lnTo>
                  <a:pt x="346764" y="30540"/>
                </a:lnTo>
                <a:lnTo>
                  <a:pt x="347153" y="30536"/>
                </a:lnTo>
                <a:lnTo>
                  <a:pt x="347544" y="30539"/>
                </a:lnTo>
                <a:lnTo>
                  <a:pt x="347971" y="30547"/>
                </a:lnTo>
                <a:lnTo>
                  <a:pt x="348392" y="30563"/>
                </a:lnTo>
                <a:lnTo>
                  <a:pt x="348808" y="30585"/>
                </a:lnTo>
                <a:lnTo>
                  <a:pt x="349219" y="30614"/>
                </a:lnTo>
                <a:lnTo>
                  <a:pt x="349624" y="30649"/>
                </a:lnTo>
                <a:lnTo>
                  <a:pt x="350024" y="30691"/>
                </a:lnTo>
                <a:lnTo>
                  <a:pt x="350418" y="30740"/>
                </a:lnTo>
                <a:lnTo>
                  <a:pt x="350807" y="30795"/>
                </a:lnTo>
                <a:lnTo>
                  <a:pt x="351190" y="30857"/>
                </a:lnTo>
                <a:lnTo>
                  <a:pt x="351568" y="30925"/>
                </a:lnTo>
                <a:lnTo>
                  <a:pt x="351940" y="31001"/>
                </a:lnTo>
                <a:lnTo>
                  <a:pt x="352307" y="31082"/>
                </a:lnTo>
                <a:lnTo>
                  <a:pt x="352668" y="31171"/>
                </a:lnTo>
                <a:lnTo>
                  <a:pt x="353024" y="31265"/>
                </a:lnTo>
                <a:lnTo>
                  <a:pt x="353375" y="31367"/>
                </a:lnTo>
                <a:lnTo>
                  <a:pt x="353720" y="31475"/>
                </a:lnTo>
                <a:lnTo>
                  <a:pt x="354059" y="31590"/>
                </a:lnTo>
                <a:lnTo>
                  <a:pt x="354393" y="31712"/>
                </a:lnTo>
                <a:lnTo>
                  <a:pt x="354722" y="31840"/>
                </a:lnTo>
                <a:lnTo>
                  <a:pt x="355045" y="31974"/>
                </a:lnTo>
                <a:lnTo>
                  <a:pt x="355363" y="32116"/>
                </a:lnTo>
                <a:lnTo>
                  <a:pt x="355675" y="32263"/>
                </a:lnTo>
                <a:lnTo>
                  <a:pt x="355982" y="32418"/>
                </a:lnTo>
                <a:lnTo>
                  <a:pt x="356283" y="32579"/>
                </a:lnTo>
                <a:lnTo>
                  <a:pt x="356578" y="32747"/>
                </a:lnTo>
                <a:lnTo>
                  <a:pt x="356867" y="32920"/>
                </a:lnTo>
                <a:lnTo>
                  <a:pt x="357149" y="33100"/>
                </a:lnTo>
                <a:lnTo>
                  <a:pt x="357424" y="33285"/>
                </a:lnTo>
                <a:lnTo>
                  <a:pt x="357692" y="33477"/>
                </a:lnTo>
                <a:lnTo>
                  <a:pt x="357953" y="33675"/>
                </a:lnTo>
                <a:lnTo>
                  <a:pt x="358208" y="33878"/>
                </a:lnTo>
                <a:lnTo>
                  <a:pt x="358456" y="34088"/>
                </a:lnTo>
                <a:lnTo>
                  <a:pt x="358697" y="34304"/>
                </a:lnTo>
                <a:lnTo>
                  <a:pt x="358932" y="34526"/>
                </a:lnTo>
                <a:lnTo>
                  <a:pt x="359160" y="34754"/>
                </a:lnTo>
                <a:lnTo>
                  <a:pt x="359381" y="34988"/>
                </a:lnTo>
                <a:lnTo>
                  <a:pt x="359595" y="35228"/>
                </a:lnTo>
                <a:lnTo>
                  <a:pt x="359802" y="35474"/>
                </a:lnTo>
                <a:lnTo>
                  <a:pt x="360003" y="35726"/>
                </a:lnTo>
                <a:lnTo>
                  <a:pt x="360197" y="35984"/>
                </a:lnTo>
                <a:lnTo>
                  <a:pt x="360385" y="36249"/>
                </a:lnTo>
                <a:lnTo>
                  <a:pt x="360565" y="36519"/>
                </a:lnTo>
                <a:lnTo>
                  <a:pt x="360739" y="36795"/>
                </a:lnTo>
                <a:lnTo>
                  <a:pt x="360906" y="37078"/>
                </a:lnTo>
                <a:lnTo>
                  <a:pt x="361066" y="37366"/>
                </a:lnTo>
                <a:lnTo>
                  <a:pt x="361220" y="37660"/>
                </a:lnTo>
                <a:lnTo>
                  <a:pt x="361367" y="37961"/>
                </a:lnTo>
                <a:lnTo>
                  <a:pt x="361507" y="38267"/>
                </a:lnTo>
                <a:lnTo>
                  <a:pt x="361640" y="38579"/>
                </a:lnTo>
                <a:lnTo>
                  <a:pt x="361764" y="38896"/>
                </a:lnTo>
                <a:lnTo>
                  <a:pt x="361880" y="39218"/>
                </a:lnTo>
                <a:lnTo>
                  <a:pt x="361988" y="39545"/>
                </a:lnTo>
                <a:lnTo>
                  <a:pt x="362087" y="39877"/>
                </a:lnTo>
                <a:lnTo>
                  <a:pt x="362179" y="40214"/>
                </a:lnTo>
                <a:lnTo>
                  <a:pt x="362262" y="40555"/>
                </a:lnTo>
                <a:lnTo>
                  <a:pt x="362337" y="40902"/>
                </a:lnTo>
                <a:lnTo>
                  <a:pt x="362403" y="41254"/>
                </a:lnTo>
                <a:lnTo>
                  <a:pt x="362462" y="41611"/>
                </a:lnTo>
                <a:lnTo>
                  <a:pt x="362512" y="41973"/>
                </a:lnTo>
                <a:lnTo>
                  <a:pt x="362553" y="42340"/>
                </a:lnTo>
                <a:lnTo>
                  <a:pt x="362587" y="42711"/>
                </a:lnTo>
                <a:lnTo>
                  <a:pt x="362612" y="43088"/>
                </a:lnTo>
                <a:lnTo>
                  <a:pt x="362629" y="43470"/>
                </a:lnTo>
                <a:lnTo>
                  <a:pt x="362638" y="43857"/>
                </a:lnTo>
                <a:lnTo>
                  <a:pt x="362639" y="44248"/>
                </a:lnTo>
                <a:lnTo>
                  <a:pt x="362631" y="44645"/>
                </a:lnTo>
                <a:lnTo>
                  <a:pt x="362615" y="45047"/>
                </a:lnTo>
                <a:lnTo>
                  <a:pt x="362591" y="45454"/>
                </a:lnTo>
                <a:lnTo>
                  <a:pt x="362558" y="45865"/>
                </a:lnTo>
                <a:lnTo>
                  <a:pt x="362517" y="46282"/>
                </a:lnTo>
                <a:lnTo>
                  <a:pt x="362468" y="46704"/>
                </a:lnTo>
                <a:lnTo>
                  <a:pt x="362411" y="47131"/>
                </a:lnTo>
                <a:lnTo>
                  <a:pt x="361038" y="55377"/>
                </a:lnTo>
                <a:lnTo>
                  <a:pt x="346204" y="55318"/>
                </a:lnTo>
                <a:lnTo>
                  <a:pt x="345735" y="55325"/>
                </a:lnTo>
                <a:lnTo>
                  <a:pt x="345264" y="55337"/>
                </a:lnTo>
                <a:lnTo>
                  <a:pt x="344793" y="55352"/>
                </a:lnTo>
                <a:lnTo>
                  <a:pt x="344320" y="55371"/>
                </a:lnTo>
                <a:lnTo>
                  <a:pt x="343846" y="55393"/>
                </a:lnTo>
                <a:lnTo>
                  <a:pt x="343370" y="55420"/>
                </a:lnTo>
                <a:lnTo>
                  <a:pt x="342894" y="55450"/>
                </a:lnTo>
                <a:lnTo>
                  <a:pt x="342417" y="55485"/>
                </a:lnTo>
                <a:lnTo>
                  <a:pt x="341938" y="55523"/>
                </a:lnTo>
                <a:lnTo>
                  <a:pt x="341458" y="55565"/>
                </a:lnTo>
                <a:lnTo>
                  <a:pt x="340977" y="55610"/>
                </a:lnTo>
                <a:lnTo>
                  <a:pt x="340495" y="55660"/>
                </a:lnTo>
                <a:lnTo>
                  <a:pt x="340012" y="55713"/>
                </a:lnTo>
                <a:lnTo>
                  <a:pt x="339527" y="55770"/>
                </a:lnTo>
                <a:lnTo>
                  <a:pt x="339041" y="55831"/>
                </a:lnTo>
                <a:lnTo>
                  <a:pt x="338555" y="55896"/>
                </a:lnTo>
                <a:lnTo>
                  <a:pt x="338067" y="55965"/>
                </a:lnTo>
                <a:lnTo>
                  <a:pt x="337578" y="56037"/>
                </a:lnTo>
                <a:lnTo>
                  <a:pt x="337087" y="56114"/>
                </a:lnTo>
                <a:lnTo>
                  <a:pt x="336596" y="56194"/>
                </a:lnTo>
                <a:lnTo>
                  <a:pt x="336103" y="56278"/>
                </a:lnTo>
                <a:lnTo>
                  <a:pt x="335609" y="56366"/>
                </a:lnTo>
                <a:lnTo>
                  <a:pt x="335114" y="56457"/>
                </a:lnTo>
                <a:lnTo>
                  <a:pt x="334618" y="56552"/>
                </a:lnTo>
                <a:lnTo>
                  <a:pt x="334123" y="56652"/>
                </a:lnTo>
                <a:lnTo>
                  <a:pt x="333630" y="56758"/>
                </a:lnTo>
                <a:lnTo>
                  <a:pt x="333141" y="56868"/>
                </a:lnTo>
                <a:lnTo>
                  <a:pt x="332654" y="56984"/>
                </a:lnTo>
                <a:lnTo>
                  <a:pt x="332170" y="57104"/>
                </a:lnTo>
                <a:lnTo>
                  <a:pt x="331688" y="57230"/>
                </a:lnTo>
                <a:lnTo>
                  <a:pt x="331210" y="57362"/>
                </a:lnTo>
                <a:lnTo>
                  <a:pt x="330734" y="57498"/>
                </a:lnTo>
                <a:lnTo>
                  <a:pt x="330261" y="57640"/>
                </a:lnTo>
                <a:lnTo>
                  <a:pt x="329791" y="57787"/>
                </a:lnTo>
                <a:lnTo>
                  <a:pt x="329323" y="57939"/>
                </a:lnTo>
                <a:lnTo>
                  <a:pt x="328859" y="58096"/>
                </a:lnTo>
                <a:lnTo>
                  <a:pt x="328397" y="58259"/>
                </a:lnTo>
                <a:lnTo>
                  <a:pt x="327938" y="58427"/>
                </a:lnTo>
                <a:lnTo>
                  <a:pt x="327482" y="58600"/>
                </a:lnTo>
                <a:lnTo>
                  <a:pt x="327028" y="58778"/>
                </a:lnTo>
                <a:lnTo>
                  <a:pt x="326578" y="58962"/>
                </a:lnTo>
                <a:lnTo>
                  <a:pt x="326130" y="59151"/>
                </a:lnTo>
                <a:lnTo>
                  <a:pt x="325685" y="59345"/>
                </a:lnTo>
                <a:lnTo>
                  <a:pt x="325242" y="59544"/>
                </a:lnTo>
                <a:lnTo>
                  <a:pt x="324803" y="59748"/>
                </a:lnTo>
                <a:lnTo>
                  <a:pt x="324366" y="59958"/>
                </a:lnTo>
                <a:lnTo>
                  <a:pt x="323932" y="60173"/>
                </a:lnTo>
                <a:lnTo>
                  <a:pt x="323501" y="60393"/>
                </a:lnTo>
                <a:lnTo>
                  <a:pt x="323074" y="60618"/>
                </a:lnTo>
                <a:lnTo>
                  <a:pt x="322654" y="60850"/>
                </a:lnTo>
                <a:lnTo>
                  <a:pt x="322239" y="61088"/>
                </a:lnTo>
                <a:lnTo>
                  <a:pt x="321830" y="61332"/>
                </a:lnTo>
                <a:lnTo>
                  <a:pt x="321427" y="61582"/>
                </a:lnTo>
                <a:lnTo>
                  <a:pt x="321030" y="61839"/>
                </a:lnTo>
                <a:lnTo>
                  <a:pt x="320638" y="62101"/>
                </a:lnTo>
                <a:lnTo>
                  <a:pt x="320253" y="62370"/>
                </a:lnTo>
                <a:lnTo>
                  <a:pt x="319874" y="62645"/>
                </a:lnTo>
                <a:lnTo>
                  <a:pt x="319500" y="62926"/>
                </a:lnTo>
                <a:lnTo>
                  <a:pt x="319133" y="63213"/>
                </a:lnTo>
                <a:lnTo>
                  <a:pt x="318771" y="63506"/>
                </a:lnTo>
                <a:lnTo>
                  <a:pt x="318416" y="63805"/>
                </a:lnTo>
                <a:lnTo>
                  <a:pt x="318066" y="64111"/>
                </a:lnTo>
                <a:lnTo>
                  <a:pt x="317722" y="64423"/>
                </a:lnTo>
                <a:lnTo>
                  <a:pt x="317384" y="64740"/>
                </a:lnTo>
                <a:lnTo>
                  <a:pt x="317053" y="65064"/>
                </a:lnTo>
                <a:lnTo>
                  <a:pt x="316727" y="65394"/>
                </a:lnTo>
                <a:lnTo>
                  <a:pt x="316407" y="65731"/>
                </a:lnTo>
                <a:lnTo>
                  <a:pt x="316093" y="66073"/>
                </a:lnTo>
                <a:lnTo>
                  <a:pt x="315784" y="66422"/>
                </a:lnTo>
                <a:lnTo>
                  <a:pt x="315482" y="66776"/>
                </a:lnTo>
                <a:lnTo>
                  <a:pt x="315186" y="67137"/>
                </a:lnTo>
                <a:lnTo>
                  <a:pt x="314895" y="67504"/>
                </a:lnTo>
                <a:lnTo>
                  <a:pt x="314613" y="67878"/>
                </a:lnTo>
                <a:lnTo>
                  <a:pt x="314340" y="68259"/>
                </a:lnTo>
                <a:lnTo>
                  <a:pt x="314077" y="68647"/>
                </a:lnTo>
                <a:lnTo>
                  <a:pt x="313823" y="69042"/>
                </a:lnTo>
                <a:lnTo>
                  <a:pt x="313579" y="69445"/>
                </a:lnTo>
                <a:lnTo>
                  <a:pt x="313345" y="69855"/>
                </a:lnTo>
                <a:lnTo>
                  <a:pt x="313120" y="70273"/>
                </a:lnTo>
                <a:lnTo>
                  <a:pt x="312905" y="70697"/>
                </a:lnTo>
                <a:lnTo>
                  <a:pt x="312700" y="71129"/>
                </a:lnTo>
                <a:lnTo>
                  <a:pt x="312504" y="71569"/>
                </a:lnTo>
                <a:lnTo>
                  <a:pt x="312318" y="72015"/>
                </a:lnTo>
                <a:lnTo>
                  <a:pt x="312141" y="72469"/>
                </a:lnTo>
                <a:lnTo>
                  <a:pt x="311974" y="72930"/>
                </a:lnTo>
                <a:lnTo>
                  <a:pt x="311817" y="73399"/>
                </a:lnTo>
                <a:lnTo>
                  <a:pt x="311670" y="73875"/>
                </a:lnTo>
                <a:lnTo>
                  <a:pt x="311532" y="74358"/>
                </a:lnTo>
                <a:lnTo>
                  <a:pt x="311404" y="74848"/>
                </a:lnTo>
                <a:lnTo>
                  <a:pt x="311285" y="75346"/>
                </a:lnTo>
                <a:lnTo>
                  <a:pt x="311176" y="75851"/>
                </a:lnTo>
                <a:lnTo>
                  <a:pt x="311077" y="76363"/>
                </a:lnTo>
                <a:lnTo>
                  <a:pt x="310988" y="76883"/>
                </a:lnTo>
                <a:lnTo>
                  <a:pt x="310908" y="77410"/>
                </a:lnTo>
                <a:lnTo>
                  <a:pt x="310837" y="77944"/>
                </a:lnTo>
                <a:lnTo>
                  <a:pt x="310777" y="78485"/>
                </a:lnTo>
                <a:lnTo>
                  <a:pt x="310727" y="78995"/>
                </a:lnTo>
                <a:lnTo>
                  <a:pt x="310688" y="79498"/>
                </a:lnTo>
                <a:lnTo>
                  <a:pt x="310660" y="79996"/>
                </a:lnTo>
                <a:lnTo>
                  <a:pt x="310644" y="80489"/>
                </a:lnTo>
                <a:lnTo>
                  <a:pt x="310639" y="80977"/>
                </a:lnTo>
                <a:lnTo>
                  <a:pt x="310645" y="81459"/>
                </a:lnTo>
                <a:lnTo>
                  <a:pt x="310662" y="81935"/>
                </a:lnTo>
                <a:lnTo>
                  <a:pt x="310691" y="82406"/>
                </a:lnTo>
                <a:lnTo>
                  <a:pt x="310731" y="82871"/>
                </a:lnTo>
                <a:lnTo>
                  <a:pt x="310783" y="83332"/>
                </a:lnTo>
                <a:lnTo>
                  <a:pt x="310845" y="83786"/>
                </a:lnTo>
                <a:lnTo>
                  <a:pt x="310919" y="84235"/>
                </a:lnTo>
                <a:lnTo>
                  <a:pt x="311004" y="84679"/>
                </a:lnTo>
                <a:lnTo>
                  <a:pt x="311101" y="85117"/>
                </a:lnTo>
                <a:lnTo>
                  <a:pt x="311208" y="85550"/>
                </a:lnTo>
                <a:lnTo>
                  <a:pt x="311327" y="85978"/>
                </a:lnTo>
                <a:lnTo>
                  <a:pt x="311458" y="86400"/>
                </a:lnTo>
                <a:lnTo>
                  <a:pt x="311599" y="86816"/>
                </a:lnTo>
                <a:lnTo>
                  <a:pt x="311752" y="87227"/>
                </a:lnTo>
                <a:lnTo>
                  <a:pt x="311916" y="87633"/>
                </a:lnTo>
                <a:lnTo>
                  <a:pt x="312092" y="88033"/>
                </a:lnTo>
                <a:lnTo>
                  <a:pt x="312278" y="88428"/>
                </a:lnTo>
                <a:lnTo>
                  <a:pt x="312476" y="88817"/>
                </a:lnTo>
                <a:lnTo>
                  <a:pt x="312685" y="89201"/>
                </a:lnTo>
                <a:lnTo>
                  <a:pt x="312904" y="89578"/>
                </a:lnTo>
                <a:lnTo>
                  <a:pt x="313130" y="89948"/>
                </a:lnTo>
                <a:lnTo>
                  <a:pt x="313364" y="90311"/>
                </a:lnTo>
                <a:lnTo>
                  <a:pt x="313605" y="90667"/>
                </a:lnTo>
                <a:lnTo>
                  <a:pt x="313854" y="91015"/>
                </a:lnTo>
                <a:lnTo>
                  <a:pt x="314111" y="91356"/>
                </a:lnTo>
                <a:lnTo>
                  <a:pt x="314375" y="91689"/>
                </a:lnTo>
                <a:lnTo>
                  <a:pt x="314646" y="92016"/>
                </a:lnTo>
                <a:lnTo>
                  <a:pt x="314925" y="92335"/>
                </a:lnTo>
                <a:lnTo>
                  <a:pt x="315212" y="92647"/>
                </a:lnTo>
                <a:lnTo>
                  <a:pt x="315506" y="92951"/>
                </a:lnTo>
                <a:lnTo>
                  <a:pt x="315808" y="93248"/>
                </a:lnTo>
                <a:lnTo>
                  <a:pt x="316117" y="93538"/>
                </a:lnTo>
                <a:lnTo>
                  <a:pt x="316434" y="93821"/>
                </a:lnTo>
                <a:lnTo>
                  <a:pt x="316759" y="94096"/>
                </a:lnTo>
                <a:lnTo>
                  <a:pt x="317091" y="94364"/>
                </a:lnTo>
                <a:lnTo>
                  <a:pt x="317430" y="94625"/>
                </a:lnTo>
                <a:lnTo>
                  <a:pt x="317777" y="94878"/>
                </a:lnTo>
                <a:lnTo>
                  <a:pt x="318132" y="95124"/>
                </a:lnTo>
                <a:lnTo>
                  <a:pt x="318494" y="95363"/>
                </a:lnTo>
                <a:lnTo>
                  <a:pt x="318864" y="95594"/>
                </a:lnTo>
                <a:lnTo>
                  <a:pt x="319241" y="95819"/>
                </a:lnTo>
                <a:lnTo>
                  <a:pt x="319626" y="96036"/>
                </a:lnTo>
                <a:lnTo>
                  <a:pt x="320019" y="96245"/>
                </a:lnTo>
                <a:lnTo>
                  <a:pt x="320417" y="96447"/>
                </a:lnTo>
                <a:lnTo>
                  <a:pt x="320819" y="96641"/>
                </a:lnTo>
                <a:lnTo>
                  <a:pt x="321225" y="96826"/>
                </a:lnTo>
                <a:lnTo>
                  <a:pt x="321635" y="97003"/>
                </a:lnTo>
                <a:lnTo>
                  <a:pt x="322049" y="97173"/>
                </a:lnTo>
                <a:lnTo>
                  <a:pt x="322467" y="97334"/>
                </a:lnTo>
                <a:lnTo>
                  <a:pt x="322889" y="97487"/>
                </a:lnTo>
                <a:lnTo>
                  <a:pt x="323315" y="97632"/>
                </a:lnTo>
                <a:lnTo>
                  <a:pt x="323745" y="97769"/>
                </a:lnTo>
                <a:lnTo>
                  <a:pt x="324179" y="97898"/>
                </a:lnTo>
                <a:lnTo>
                  <a:pt x="324617" y="98018"/>
                </a:lnTo>
                <a:lnTo>
                  <a:pt x="325058" y="98131"/>
                </a:lnTo>
                <a:lnTo>
                  <a:pt x="325504" y="98235"/>
                </a:lnTo>
                <a:lnTo>
                  <a:pt x="325953" y="98332"/>
                </a:lnTo>
                <a:lnTo>
                  <a:pt x="326407" y="98420"/>
                </a:lnTo>
                <a:lnTo>
                  <a:pt x="326865" y="98500"/>
                </a:lnTo>
                <a:lnTo>
                  <a:pt x="327326" y="98572"/>
                </a:lnTo>
                <a:lnTo>
                  <a:pt x="327791" y="98636"/>
                </a:lnTo>
                <a:lnTo>
                  <a:pt x="328261" y="98691"/>
                </a:lnTo>
                <a:lnTo>
                  <a:pt x="328734" y="98739"/>
                </a:lnTo>
                <a:lnTo>
                  <a:pt x="329211" y="98779"/>
                </a:lnTo>
                <a:lnTo>
                  <a:pt x="329693" y="98810"/>
                </a:lnTo>
                <a:lnTo>
                  <a:pt x="330178" y="98833"/>
                </a:lnTo>
                <a:lnTo>
                  <a:pt x="330667" y="98849"/>
                </a:lnTo>
                <a:lnTo>
                  <a:pt x="331080" y="98846"/>
                </a:lnTo>
                <a:lnTo>
                  <a:pt x="331491" y="98839"/>
                </a:lnTo>
                <a:lnTo>
                  <a:pt x="331902" y="98826"/>
                </a:lnTo>
                <a:lnTo>
                  <a:pt x="332312" y="98809"/>
                </a:lnTo>
                <a:lnTo>
                  <a:pt x="332722" y="98786"/>
                </a:lnTo>
                <a:lnTo>
                  <a:pt x="333130" y="98759"/>
                </a:lnTo>
                <a:lnTo>
                  <a:pt x="333538" y="98726"/>
                </a:lnTo>
                <a:lnTo>
                  <a:pt x="333945" y="98689"/>
                </a:lnTo>
                <a:lnTo>
                  <a:pt x="334351" y="98647"/>
                </a:lnTo>
                <a:lnTo>
                  <a:pt x="334756" y="98599"/>
                </a:lnTo>
                <a:lnTo>
                  <a:pt x="335161" y="98547"/>
                </a:lnTo>
                <a:lnTo>
                  <a:pt x="335564" y="98490"/>
                </a:lnTo>
                <a:lnTo>
                  <a:pt x="335967" y="98427"/>
                </a:lnTo>
                <a:lnTo>
                  <a:pt x="336369" y="98360"/>
                </a:lnTo>
                <a:lnTo>
                  <a:pt x="336770" y="98288"/>
                </a:lnTo>
                <a:lnTo>
                  <a:pt x="337171" y="98211"/>
                </a:lnTo>
                <a:lnTo>
                  <a:pt x="337570" y="98128"/>
                </a:lnTo>
                <a:lnTo>
                  <a:pt x="337969" y="98041"/>
                </a:lnTo>
                <a:lnTo>
                  <a:pt x="338367" y="97949"/>
                </a:lnTo>
                <a:lnTo>
                  <a:pt x="338764" y="97852"/>
                </a:lnTo>
                <a:lnTo>
                  <a:pt x="339160" y="97749"/>
                </a:lnTo>
                <a:lnTo>
                  <a:pt x="339556" y="97642"/>
                </a:lnTo>
                <a:lnTo>
                  <a:pt x="339950" y="97530"/>
                </a:lnTo>
                <a:lnTo>
                  <a:pt x="340344" y="97413"/>
                </a:lnTo>
                <a:lnTo>
                  <a:pt x="340737" y="97291"/>
                </a:lnTo>
                <a:lnTo>
                  <a:pt x="341127" y="97165"/>
                </a:lnTo>
                <a:lnTo>
                  <a:pt x="341516" y="97035"/>
                </a:lnTo>
                <a:lnTo>
                  <a:pt x="341903" y="96901"/>
                </a:lnTo>
                <a:lnTo>
                  <a:pt x="342288" y="96763"/>
                </a:lnTo>
                <a:lnTo>
                  <a:pt x="342671" y="96620"/>
                </a:lnTo>
                <a:lnTo>
                  <a:pt x="343053" y="96473"/>
                </a:lnTo>
                <a:lnTo>
                  <a:pt x="343432" y="96322"/>
                </a:lnTo>
                <a:lnTo>
                  <a:pt x="343810" y="96167"/>
                </a:lnTo>
                <a:lnTo>
                  <a:pt x="344186" y="96008"/>
                </a:lnTo>
                <a:lnTo>
                  <a:pt x="344560" y="95845"/>
                </a:lnTo>
                <a:lnTo>
                  <a:pt x="344932" y="95677"/>
                </a:lnTo>
                <a:lnTo>
                  <a:pt x="345302" y="95505"/>
                </a:lnTo>
                <a:lnTo>
                  <a:pt x="345670" y="95329"/>
                </a:lnTo>
                <a:lnTo>
                  <a:pt x="346037" y="95149"/>
                </a:lnTo>
                <a:lnTo>
                  <a:pt x="346401" y="94965"/>
                </a:lnTo>
                <a:lnTo>
                  <a:pt x="346764" y="94776"/>
                </a:lnTo>
                <a:lnTo>
                  <a:pt x="347125" y="94584"/>
                </a:lnTo>
                <a:lnTo>
                  <a:pt x="347484" y="94387"/>
                </a:lnTo>
                <a:lnTo>
                  <a:pt x="347841" y="94186"/>
                </a:lnTo>
                <a:lnTo>
                  <a:pt x="348197" y="93981"/>
                </a:lnTo>
                <a:lnTo>
                  <a:pt x="348550" y="93771"/>
                </a:lnTo>
                <a:lnTo>
                  <a:pt x="348902" y="93558"/>
                </a:lnTo>
                <a:lnTo>
                  <a:pt x="349251" y="93340"/>
                </a:lnTo>
                <a:lnTo>
                  <a:pt x="349598" y="93118"/>
                </a:lnTo>
                <a:lnTo>
                  <a:pt x="349942" y="92893"/>
                </a:lnTo>
                <a:lnTo>
                  <a:pt x="350283" y="92663"/>
                </a:lnTo>
                <a:lnTo>
                  <a:pt x="350620" y="92429"/>
                </a:lnTo>
                <a:lnTo>
                  <a:pt x="350953" y="92192"/>
                </a:lnTo>
                <a:lnTo>
                  <a:pt x="351283" y="91950"/>
                </a:lnTo>
                <a:lnTo>
                  <a:pt x="351610" y="91705"/>
                </a:lnTo>
                <a:lnTo>
                  <a:pt x="351934" y="91455"/>
                </a:lnTo>
                <a:lnTo>
                  <a:pt x="352254" y="91202"/>
                </a:lnTo>
                <a:lnTo>
                  <a:pt x="352571" y="90945"/>
                </a:lnTo>
                <a:lnTo>
                  <a:pt x="352884" y="90683"/>
                </a:lnTo>
                <a:lnTo>
                  <a:pt x="353194" y="90418"/>
                </a:lnTo>
                <a:lnTo>
                  <a:pt x="353501" y="90149"/>
                </a:lnTo>
                <a:lnTo>
                  <a:pt x="353804" y="89876"/>
                </a:lnTo>
                <a:lnTo>
                  <a:pt x="354104" y="89599"/>
                </a:lnTo>
                <a:lnTo>
                  <a:pt x="354401" y="89318"/>
                </a:lnTo>
                <a:lnTo>
                  <a:pt x="354694" y="89034"/>
                </a:lnTo>
                <a:lnTo>
                  <a:pt x="354984" y="88745"/>
                </a:lnTo>
                <a:lnTo>
                  <a:pt x="355270" y="88452"/>
                </a:lnTo>
                <a:lnTo>
                  <a:pt x="355553" y="88156"/>
                </a:lnTo>
                <a:lnTo>
                  <a:pt x="355716" y="87981"/>
                </a:lnTo>
                <a:lnTo>
                  <a:pt x="355710" y="88029"/>
                </a:lnTo>
                <a:close/>
                <a:moveTo>
                  <a:pt x="357467" y="76816"/>
                </a:moveTo>
                <a:lnTo>
                  <a:pt x="357410" y="76916"/>
                </a:lnTo>
                <a:lnTo>
                  <a:pt x="357169" y="77323"/>
                </a:lnTo>
                <a:lnTo>
                  <a:pt x="356921" y="77725"/>
                </a:lnTo>
                <a:lnTo>
                  <a:pt x="356667" y="78123"/>
                </a:lnTo>
                <a:lnTo>
                  <a:pt x="356407" y="78517"/>
                </a:lnTo>
                <a:lnTo>
                  <a:pt x="356141" y="78907"/>
                </a:lnTo>
                <a:lnTo>
                  <a:pt x="355869" y="79292"/>
                </a:lnTo>
                <a:lnTo>
                  <a:pt x="355590" y="79674"/>
                </a:lnTo>
                <a:lnTo>
                  <a:pt x="355305" y="80050"/>
                </a:lnTo>
                <a:lnTo>
                  <a:pt x="355015" y="80423"/>
                </a:lnTo>
                <a:lnTo>
                  <a:pt x="354718" y="80791"/>
                </a:lnTo>
                <a:lnTo>
                  <a:pt x="354414" y="81155"/>
                </a:lnTo>
                <a:lnTo>
                  <a:pt x="354105" y="81515"/>
                </a:lnTo>
                <a:lnTo>
                  <a:pt x="353790" y="81870"/>
                </a:lnTo>
                <a:lnTo>
                  <a:pt x="353468" y="82221"/>
                </a:lnTo>
                <a:lnTo>
                  <a:pt x="353140" y="82568"/>
                </a:lnTo>
                <a:lnTo>
                  <a:pt x="352806" y="82910"/>
                </a:lnTo>
                <a:lnTo>
                  <a:pt x="352466" y="83249"/>
                </a:lnTo>
                <a:lnTo>
                  <a:pt x="352121" y="83582"/>
                </a:lnTo>
                <a:lnTo>
                  <a:pt x="351771" y="83908"/>
                </a:lnTo>
                <a:lnTo>
                  <a:pt x="351417" y="84228"/>
                </a:lnTo>
                <a:lnTo>
                  <a:pt x="351060" y="84542"/>
                </a:lnTo>
                <a:lnTo>
                  <a:pt x="350697" y="84850"/>
                </a:lnTo>
                <a:lnTo>
                  <a:pt x="350331" y="85151"/>
                </a:lnTo>
                <a:lnTo>
                  <a:pt x="349961" y="85445"/>
                </a:lnTo>
                <a:lnTo>
                  <a:pt x="349586" y="85734"/>
                </a:lnTo>
                <a:lnTo>
                  <a:pt x="349207" y="86016"/>
                </a:lnTo>
                <a:lnTo>
                  <a:pt x="348824" y="86291"/>
                </a:lnTo>
                <a:lnTo>
                  <a:pt x="348437" y="86561"/>
                </a:lnTo>
                <a:lnTo>
                  <a:pt x="348046" y="86824"/>
                </a:lnTo>
                <a:lnTo>
                  <a:pt x="347650" y="87080"/>
                </a:lnTo>
                <a:lnTo>
                  <a:pt x="347251" y="87331"/>
                </a:lnTo>
                <a:lnTo>
                  <a:pt x="346847" y="87574"/>
                </a:lnTo>
                <a:lnTo>
                  <a:pt x="346439" y="87812"/>
                </a:lnTo>
                <a:lnTo>
                  <a:pt x="346026" y="88043"/>
                </a:lnTo>
                <a:lnTo>
                  <a:pt x="345610" y="88268"/>
                </a:lnTo>
                <a:lnTo>
                  <a:pt x="345189" y="88486"/>
                </a:lnTo>
                <a:lnTo>
                  <a:pt x="344764" y="88698"/>
                </a:lnTo>
                <a:lnTo>
                  <a:pt x="344335" y="88904"/>
                </a:lnTo>
                <a:lnTo>
                  <a:pt x="343902" y="89104"/>
                </a:lnTo>
                <a:lnTo>
                  <a:pt x="343465" y="89297"/>
                </a:lnTo>
                <a:lnTo>
                  <a:pt x="343023" y="89483"/>
                </a:lnTo>
                <a:lnTo>
                  <a:pt x="342578" y="89663"/>
                </a:lnTo>
                <a:lnTo>
                  <a:pt x="342132" y="89834"/>
                </a:lnTo>
                <a:lnTo>
                  <a:pt x="341683" y="89998"/>
                </a:lnTo>
                <a:lnTo>
                  <a:pt x="341233" y="90153"/>
                </a:lnTo>
                <a:lnTo>
                  <a:pt x="340780" y="90301"/>
                </a:lnTo>
                <a:lnTo>
                  <a:pt x="340325" y="90441"/>
                </a:lnTo>
                <a:lnTo>
                  <a:pt x="339869" y="90573"/>
                </a:lnTo>
                <a:lnTo>
                  <a:pt x="339410" y="90698"/>
                </a:lnTo>
                <a:lnTo>
                  <a:pt x="338950" y="90814"/>
                </a:lnTo>
                <a:lnTo>
                  <a:pt x="338487" y="90923"/>
                </a:lnTo>
                <a:lnTo>
                  <a:pt x="338023" y="91023"/>
                </a:lnTo>
                <a:lnTo>
                  <a:pt x="337557" y="91116"/>
                </a:lnTo>
                <a:lnTo>
                  <a:pt x="337088" y="91201"/>
                </a:lnTo>
                <a:lnTo>
                  <a:pt x="336618" y="91278"/>
                </a:lnTo>
                <a:lnTo>
                  <a:pt x="336146" y="91347"/>
                </a:lnTo>
                <a:lnTo>
                  <a:pt x="335671" y="91409"/>
                </a:lnTo>
                <a:lnTo>
                  <a:pt x="335195" y="91462"/>
                </a:lnTo>
                <a:lnTo>
                  <a:pt x="334717" y="91508"/>
                </a:lnTo>
                <a:lnTo>
                  <a:pt x="334236" y="91545"/>
                </a:lnTo>
                <a:lnTo>
                  <a:pt x="333754" y="91575"/>
                </a:lnTo>
                <a:lnTo>
                  <a:pt x="333270" y="91597"/>
                </a:lnTo>
                <a:lnTo>
                  <a:pt x="332784" y="91611"/>
                </a:lnTo>
                <a:lnTo>
                  <a:pt x="332296" y="91617"/>
                </a:lnTo>
                <a:lnTo>
                  <a:pt x="331805" y="91616"/>
                </a:lnTo>
                <a:lnTo>
                  <a:pt x="331472" y="91607"/>
                </a:lnTo>
                <a:lnTo>
                  <a:pt x="331141" y="91593"/>
                </a:lnTo>
                <a:lnTo>
                  <a:pt x="330813" y="91574"/>
                </a:lnTo>
                <a:lnTo>
                  <a:pt x="330488" y="91548"/>
                </a:lnTo>
                <a:lnTo>
                  <a:pt x="330166" y="91517"/>
                </a:lnTo>
                <a:lnTo>
                  <a:pt x="329847" y="91480"/>
                </a:lnTo>
                <a:lnTo>
                  <a:pt x="329530" y="91438"/>
                </a:lnTo>
                <a:lnTo>
                  <a:pt x="329216" y="91390"/>
                </a:lnTo>
                <a:lnTo>
                  <a:pt x="328905" y="91336"/>
                </a:lnTo>
                <a:lnTo>
                  <a:pt x="328596" y="91277"/>
                </a:lnTo>
                <a:lnTo>
                  <a:pt x="328291" y="91211"/>
                </a:lnTo>
                <a:lnTo>
                  <a:pt x="327988" y="91141"/>
                </a:lnTo>
                <a:lnTo>
                  <a:pt x="327688" y="91064"/>
                </a:lnTo>
                <a:lnTo>
                  <a:pt x="327391" y="90982"/>
                </a:lnTo>
                <a:lnTo>
                  <a:pt x="327097" y="90894"/>
                </a:lnTo>
                <a:lnTo>
                  <a:pt x="326805" y="90801"/>
                </a:lnTo>
                <a:lnTo>
                  <a:pt x="326516" y="90702"/>
                </a:lnTo>
                <a:lnTo>
                  <a:pt x="326230" y="90597"/>
                </a:lnTo>
                <a:lnTo>
                  <a:pt x="325947" y="90487"/>
                </a:lnTo>
                <a:lnTo>
                  <a:pt x="325667" y="90371"/>
                </a:lnTo>
                <a:lnTo>
                  <a:pt x="325389" y="90249"/>
                </a:lnTo>
                <a:lnTo>
                  <a:pt x="325114" y="90121"/>
                </a:lnTo>
                <a:lnTo>
                  <a:pt x="324842" y="89988"/>
                </a:lnTo>
                <a:lnTo>
                  <a:pt x="324573" y="89849"/>
                </a:lnTo>
                <a:lnTo>
                  <a:pt x="324308" y="89705"/>
                </a:lnTo>
                <a:lnTo>
                  <a:pt x="324048" y="89556"/>
                </a:lnTo>
                <a:lnTo>
                  <a:pt x="323794" y="89403"/>
                </a:lnTo>
                <a:lnTo>
                  <a:pt x="323546" y="89244"/>
                </a:lnTo>
                <a:lnTo>
                  <a:pt x="323303" y="89081"/>
                </a:lnTo>
                <a:lnTo>
                  <a:pt x="323066" y="88913"/>
                </a:lnTo>
                <a:lnTo>
                  <a:pt x="322834" y="88741"/>
                </a:lnTo>
                <a:lnTo>
                  <a:pt x="322608" y="88564"/>
                </a:lnTo>
                <a:lnTo>
                  <a:pt x="322388" y="88381"/>
                </a:lnTo>
                <a:lnTo>
                  <a:pt x="322173" y="88195"/>
                </a:lnTo>
                <a:lnTo>
                  <a:pt x="321964" y="88003"/>
                </a:lnTo>
                <a:lnTo>
                  <a:pt x="321760" y="87807"/>
                </a:lnTo>
                <a:lnTo>
                  <a:pt x="321562" y="87606"/>
                </a:lnTo>
                <a:lnTo>
                  <a:pt x="321369" y="87400"/>
                </a:lnTo>
                <a:lnTo>
                  <a:pt x="321182" y="87190"/>
                </a:lnTo>
                <a:lnTo>
                  <a:pt x="321001" y="86974"/>
                </a:lnTo>
                <a:lnTo>
                  <a:pt x="320825" y="86754"/>
                </a:lnTo>
                <a:lnTo>
                  <a:pt x="320655" y="86530"/>
                </a:lnTo>
                <a:lnTo>
                  <a:pt x="320490" y="86300"/>
                </a:lnTo>
                <a:lnTo>
                  <a:pt x="320331" y="86066"/>
                </a:lnTo>
                <a:lnTo>
                  <a:pt x="320178" y="85827"/>
                </a:lnTo>
                <a:lnTo>
                  <a:pt x="320030" y="85584"/>
                </a:lnTo>
                <a:lnTo>
                  <a:pt x="319888" y="85335"/>
                </a:lnTo>
                <a:lnTo>
                  <a:pt x="319751" y="85082"/>
                </a:lnTo>
                <a:lnTo>
                  <a:pt x="319621" y="84824"/>
                </a:lnTo>
                <a:lnTo>
                  <a:pt x="319498" y="84563"/>
                </a:lnTo>
                <a:lnTo>
                  <a:pt x="319383" y="84297"/>
                </a:lnTo>
                <a:lnTo>
                  <a:pt x="319276" y="84028"/>
                </a:lnTo>
                <a:lnTo>
                  <a:pt x="319177" y="83754"/>
                </a:lnTo>
                <a:lnTo>
                  <a:pt x="319085" y="83477"/>
                </a:lnTo>
                <a:lnTo>
                  <a:pt x="319001" y="83196"/>
                </a:lnTo>
                <a:lnTo>
                  <a:pt x="318925" y="82911"/>
                </a:lnTo>
                <a:lnTo>
                  <a:pt x="318856" y="82622"/>
                </a:lnTo>
                <a:lnTo>
                  <a:pt x="318795" y="82329"/>
                </a:lnTo>
                <a:lnTo>
                  <a:pt x="318742" y="82032"/>
                </a:lnTo>
                <a:lnTo>
                  <a:pt x="318696" y="81731"/>
                </a:lnTo>
                <a:lnTo>
                  <a:pt x="318658" y="81426"/>
                </a:lnTo>
                <a:lnTo>
                  <a:pt x="318628" y="81117"/>
                </a:lnTo>
                <a:lnTo>
                  <a:pt x="318605" y="80805"/>
                </a:lnTo>
                <a:lnTo>
                  <a:pt x="318590" y="80488"/>
                </a:lnTo>
                <a:lnTo>
                  <a:pt x="318583" y="80167"/>
                </a:lnTo>
                <a:lnTo>
                  <a:pt x="318583" y="79843"/>
                </a:lnTo>
                <a:lnTo>
                  <a:pt x="318591" y="79515"/>
                </a:lnTo>
                <a:lnTo>
                  <a:pt x="318607" y="79182"/>
                </a:lnTo>
                <a:lnTo>
                  <a:pt x="318630" y="78846"/>
                </a:lnTo>
                <a:lnTo>
                  <a:pt x="318661" y="78506"/>
                </a:lnTo>
                <a:lnTo>
                  <a:pt x="318700" y="78162"/>
                </a:lnTo>
                <a:lnTo>
                  <a:pt x="318746" y="77814"/>
                </a:lnTo>
                <a:lnTo>
                  <a:pt x="318817" y="77406"/>
                </a:lnTo>
                <a:lnTo>
                  <a:pt x="318895" y="77004"/>
                </a:lnTo>
                <a:lnTo>
                  <a:pt x="318981" y="76608"/>
                </a:lnTo>
                <a:lnTo>
                  <a:pt x="319075" y="76218"/>
                </a:lnTo>
                <a:lnTo>
                  <a:pt x="319176" y="75835"/>
                </a:lnTo>
                <a:lnTo>
                  <a:pt x="319284" y="75458"/>
                </a:lnTo>
                <a:lnTo>
                  <a:pt x="319400" y="75086"/>
                </a:lnTo>
                <a:lnTo>
                  <a:pt x="319524" y="74721"/>
                </a:lnTo>
                <a:lnTo>
                  <a:pt x="319655" y="74362"/>
                </a:lnTo>
                <a:lnTo>
                  <a:pt x="319794" y="74010"/>
                </a:lnTo>
                <a:lnTo>
                  <a:pt x="319940" y="73663"/>
                </a:lnTo>
                <a:lnTo>
                  <a:pt x="320094" y="73322"/>
                </a:lnTo>
                <a:lnTo>
                  <a:pt x="320255" y="72988"/>
                </a:lnTo>
                <a:lnTo>
                  <a:pt x="320424" y="72660"/>
                </a:lnTo>
                <a:lnTo>
                  <a:pt x="320601" y="72338"/>
                </a:lnTo>
                <a:lnTo>
                  <a:pt x="320785" y="72022"/>
                </a:lnTo>
                <a:lnTo>
                  <a:pt x="320977" y="71712"/>
                </a:lnTo>
                <a:lnTo>
                  <a:pt x="321176" y="71408"/>
                </a:lnTo>
                <a:lnTo>
                  <a:pt x="321383" y="71110"/>
                </a:lnTo>
                <a:lnTo>
                  <a:pt x="321597" y="70819"/>
                </a:lnTo>
                <a:lnTo>
                  <a:pt x="321819" y="70534"/>
                </a:lnTo>
                <a:lnTo>
                  <a:pt x="322048" y="70254"/>
                </a:lnTo>
                <a:lnTo>
                  <a:pt x="322285" y="69981"/>
                </a:lnTo>
                <a:lnTo>
                  <a:pt x="322530" y="69714"/>
                </a:lnTo>
                <a:lnTo>
                  <a:pt x="322781" y="69453"/>
                </a:lnTo>
                <a:lnTo>
                  <a:pt x="323035" y="69196"/>
                </a:lnTo>
                <a:lnTo>
                  <a:pt x="323294" y="68944"/>
                </a:lnTo>
                <a:lnTo>
                  <a:pt x="323558" y="68697"/>
                </a:lnTo>
                <a:lnTo>
                  <a:pt x="323826" y="68455"/>
                </a:lnTo>
                <a:lnTo>
                  <a:pt x="324098" y="68218"/>
                </a:lnTo>
                <a:lnTo>
                  <a:pt x="324374" y="67985"/>
                </a:lnTo>
                <a:lnTo>
                  <a:pt x="324655" y="67758"/>
                </a:lnTo>
                <a:lnTo>
                  <a:pt x="324939" y="67535"/>
                </a:lnTo>
                <a:lnTo>
                  <a:pt x="325229" y="67317"/>
                </a:lnTo>
                <a:lnTo>
                  <a:pt x="325522" y="67104"/>
                </a:lnTo>
                <a:lnTo>
                  <a:pt x="325820" y="66896"/>
                </a:lnTo>
                <a:lnTo>
                  <a:pt x="326122" y="66693"/>
                </a:lnTo>
                <a:lnTo>
                  <a:pt x="326429" y="66495"/>
                </a:lnTo>
                <a:lnTo>
                  <a:pt x="326739" y="66301"/>
                </a:lnTo>
                <a:lnTo>
                  <a:pt x="327054" y="66113"/>
                </a:lnTo>
                <a:lnTo>
                  <a:pt x="327374" y="65929"/>
                </a:lnTo>
                <a:lnTo>
                  <a:pt x="327697" y="65750"/>
                </a:lnTo>
                <a:lnTo>
                  <a:pt x="328025" y="65576"/>
                </a:lnTo>
                <a:lnTo>
                  <a:pt x="328357" y="65407"/>
                </a:lnTo>
                <a:lnTo>
                  <a:pt x="328694" y="65243"/>
                </a:lnTo>
                <a:lnTo>
                  <a:pt x="329035" y="65084"/>
                </a:lnTo>
                <a:lnTo>
                  <a:pt x="329380" y="64929"/>
                </a:lnTo>
                <a:lnTo>
                  <a:pt x="329729" y="64779"/>
                </a:lnTo>
                <a:lnTo>
                  <a:pt x="330082" y="64634"/>
                </a:lnTo>
                <a:lnTo>
                  <a:pt x="330435" y="64492"/>
                </a:lnTo>
                <a:lnTo>
                  <a:pt x="330790" y="64354"/>
                </a:lnTo>
                <a:lnTo>
                  <a:pt x="331147" y="64219"/>
                </a:lnTo>
                <a:lnTo>
                  <a:pt x="331505" y="64088"/>
                </a:lnTo>
                <a:lnTo>
                  <a:pt x="331864" y="63961"/>
                </a:lnTo>
                <a:lnTo>
                  <a:pt x="332225" y="63837"/>
                </a:lnTo>
                <a:lnTo>
                  <a:pt x="332587" y="63717"/>
                </a:lnTo>
                <a:lnTo>
                  <a:pt x="332950" y="63600"/>
                </a:lnTo>
                <a:lnTo>
                  <a:pt x="333315" y="63487"/>
                </a:lnTo>
                <a:lnTo>
                  <a:pt x="333681" y="63377"/>
                </a:lnTo>
                <a:lnTo>
                  <a:pt x="334049" y="63272"/>
                </a:lnTo>
                <a:lnTo>
                  <a:pt x="334418" y="63169"/>
                </a:lnTo>
                <a:lnTo>
                  <a:pt x="334788" y="63070"/>
                </a:lnTo>
                <a:lnTo>
                  <a:pt x="335160" y="62975"/>
                </a:lnTo>
                <a:lnTo>
                  <a:pt x="335534" y="62884"/>
                </a:lnTo>
                <a:lnTo>
                  <a:pt x="335908" y="62796"/>
                </a:lnTo>
                <a:lnTo>
                  <a:pt x="336284" y="62711"/>
                </a:lnTo>
                <a:lnTo>
                  <a:pt x="336662" y="62631"/>
                </a:lnTo>
                <a:lnTo>
                  <a:pt x="337040" y="62553"/>
                </a:lnTo>
                <a:lnTo>
                  <a:pt x="337421" y="62480"/>
                </a:lnTo>
                <a:lnTo>
                  <a:pt x="337802" y="62410"/>
                </a:lnTo>
                <a:lnTo>
                  <a:pt x="338185" y="62343"/>
                </a:lnTo>
                <a:lnTo>
                  <a:pt x="338570" y="62281"/>
                </a:lnTo>
                <a:lnTo>
                  <a:pt x="338954" y="62221"/>
                </a:lnTo>
                <a:lnTo>
                  <a:pt x="339336" y="62163"/>
                </a:lnTo>
                <a:lnTo>
                  <a:pt x="339717" y="62108"/>
                </a:lnTo>
                <a:lnTo>
                  <a:pt x="340097" y="62056"/>
                </a:lnTo>
                <a:lnTo>
                  <a:pt x="340475" y="62006"/>
                </a:lnTo>
                <a:lnTo>
                  <a:pt x="340851" y="61959"/>
                </a:lnTo>
                <a:lnTo>
                  <a:pt x="341225" y="61915"/>
                </a:lnTo>
                <a:lnTo>
                  <a:pt x="341598" y="61872"/>
                </a:lnTo>
                <a:lnTo>
                  <a:pt x="341969" y="61833"/>
                </a:lnTo>
                <a:lnTo>
                  <a:pt x="342339" y="61796"/>
                </a:lnTo>
                <a:lnTo>
                  <a:pt x="342707" y="61762"/>
                </a:lnTo>
                <a:lnTo>
                  <a:pt x="343073" y="61730"/>
                </a:lnTo>
                <a:lnTo>
                  <a:pt x="343438" y="61700"/>
                </a:lnTo>
                <a:lnTo>
                  <a:pt x="343801" y="61674"/>
                </a:lnTo>
                <a:lnTo>
                  <a:pt x="344163" y="61649"/>
                </a:lnTo>
                <a:lnTo>
                  <a:pt x="344522" y="61628"/>
                </a:lnTo>
                <a:lnTo>
                  <a:pt x="344881" y="61608"/>
                </a:lnTo>
                <a:lnTo>
                  <a:pt x="345237" y="61592"/>
                </a:lnTo>
                <a:lnTo>
                  <a:pt x="345592" y="61578"/>
                </a:lnTo>
                <a:lnTo>
                  <a:pt x="345946" y="61566"/>
                </a:lnTo>
                <a:lnTo>
                  <a:pt x="346297" y="61557"/>
                </a:lnTo>
                <a:lnTo>
                  <a:pt x="346647" y="61551"/>
                </a:lnTo>
                <a:lnTo>
                  <a:pt x="346996" y="61547"/>
                </a:lnTo>
                <a:lnTo>
                  <a:pt x="347343" y="61546"/>
                </a:lnTo>
                <a:lnTo>
                  <a:pt x="360010" y="61546"/>
                </a:lnTo>
                <a:lnTo>
                  <a:pt x="357467" y="76816"/>
                </a:lnTo>
                <a:close/>
                <a:moveTo>
                  <a:pt x="184746" y="55333"/>
                </a:moveTo>
                <a:lnTo>
                  <a:pt x="184792" y="54824"/>
                </a:lnTo>
                <a:lnTo>
                  <a:pt x="184832" y="54315"/>
                </a:lnTo>
                <a:lnTo>
                  <a:pt x="184865" y="53808"/>
                </a:lnTo>
                <a:lnTo>
                  <a:pt x="184893" y="53301"/>
                </a:lnTo>
                <a:lnTo>
                  <a:pt x="184915" y="52796"/>
                </a:lnTo>
                <a:lnTo>
                  <a:pt x="184930" y="52291"/>
                </a:lnTo>
                <a:lnTo>
                  <a:pt x="184940" y="51787"/>
                </a:lnTo>
                <a:lnTo>
                  <a:pt x="184943" y="51284"/>
                </a:lnTo>
                <a:lnTo>
                  <a:pt x="184941" y="50783"/>
                </a:lnTo>
                <a:lnTo>
                  <a:pt x="184932" y="50282"/>
                </a:lnTo>
                <a:lnTo>
                  <a:pt x="184918" y="49782"/>
                </a:lnTo>
                <a:lnTo>
                  <a:pt x="184897" y="49283"/>
                </a:lnTo>
                <a:lnTo>
                  <a:pt x="184870" y="48784"/>
                </a:lnTo>
                <a:lnTo>
                  <a:pt x="184837" y="48287"/>
                </a:lnTo>
                <a:lnTo>
                  <a:pt x="184799" y="47791"/>
                </a:lnTo>
                <a:lnTo>
                  <a:pt x="184754" y="47295"/>
                </a:lnTo>
                <a:lnTo>
                  <a:pt x="184703" y="46801"/>
                </a:lnTo>
                <a:lnTo>
                  <a:pt x="184646" y="46308"/>
                </a:lnTo>
                <a:lnTo>
                  <a:pt x="184583" y="45815"/>
                </a:lnTo>
                <a:lnTo>
                  <a:pt x="184514" y="45323"/>
                </a:lnTo>
                <a:lnTo>
                  <a:pt x="184439" y="44833"/>
                </a:lnTo>
                <a:lnTo>
                  <a:pt x="184357" y="44344"/>
                </a:lnTo>
                <a:lnTo>
                  <a:pt x="184269" y="43860"/>
                </a:lnTo>
                <a:lnTo>
                  <a:pt x="184175" y="43380"/>
                </a:lnTo>
                <a:lnTo>
                  <a:pt x="184075" y="42903"/>
                </a:lnTo>
                <a:lnTo>
                  <a:pt x="183968" y="42431"/>
                </a:lnTo>
                <a:lnTo>
                  <a:pt x="183855" y="41962"/>
                </a:lnTo>
                <a:lnTo>
                  <a:pt x="183735" y="41498"/>
                </a:lnTo>
                <a:lnTo>
                  <a:pt x="183609" y="41037"/>
                </a:lnTo>
                <a:lnTo>
                  <a:pt x="183476" y="40580"/>
                </a:lnTo>
                <a:lnTo>
                  <a:pt x="183337" y="40127"/>
                </a:lnTo>
                <a:lnTo>
                  <a:pt x="183192" y="39679"/>
                </a:lnTo>
                <a:lnTo>
                  <a:pt x="183041" y="39234"/>
                </a:lnTo>
                <a:lnTo>
                  <a:pt x="182882" y="38793"/>
                </a:lnTo>
                <a:lnTo>
                  <a:pt x="182718" y="38356"/>
                </a:lnTo>
                <a:lnTo>
                  <a:pt x="182547" y="37923"/>
                </a:lnTo>
                <a:lnTo>
                  <a:pt x="182370" y="37494"/>
                </a:lnTo>
                <a:lnTo>
                  <a:pt x="182186" y="37069"/>
                </a:lnTo>
                <a:lnTo>
                  <a:pt x="181996" y="36647"/>
                </a:lnTo>
                <a:lnTo>
                  <a:pt x="181800" y="36230"/>
                </a:lnTo>
                <a:lnTo>
                  <a:pt x="181597" y="35817"/>
                </a:lnTo>
                <a:lnTo>
                  <a:pt x="181388" y="35408"/>
                </a:lnTo>
                <a:lnTo>
                  <a:pt x="181172" y="35002"/>
                </a:lnTo>
                <a:lnTo>
                  <a:pt x="180950" y="34601"/>
                </a:lnTo>
                <a:lnTo>
                  <a:pt x="180722" y="34203"/>
                </a:lnTo>
                <a:lnTo>
                  <a:pt x="180487" y="33811"/>
                </a:lnTo>
                <a:lnTo>
                  <a:pt x="180245" y="33425"/>
                </a:lnTo>
                <a:lnTo>
                  <a:pt x="179995" y="33046"/>
                </a:lnTo>
                <a:lnTo>
                  <a:pt x="179739" y="32674"/>
                </a:lnTo>
                <a:lnTo>
                  <a:pt x="179476" y="32308"/>
                </a:lnTo>
                <a:lnTo>
                  <a:pt x="179206" y="31949"/>
                </a:lnTo>
                <a:lnTo>
                  <a:pt x="178930" y="31597"/>
                </a:lnTo>
                <a:lnTo>
                  <a:pt x="178646" y="31251"/>
                </a:lnTo>
                <a:lnTo>
                  <a:pt x="178355" y="30911"/>
                </a:lnTo>
                <a:lnTo>
                  <a:pt x="178057" y="30579"/>
                </a:lnTo>
                <a:lnTo>
                  <a:pt x="177752" y="30253"/>
                </a:lnTo>
                <a:lnTo>
                  <a:pt x="177440" y="29933"/>
                </a:lnTo>
                <a:lnTo>
                  <a:pt x="177121" y="29620"/>
                </a:lnTo>
                <a:lnTo>
                  <a:pt x="176796" y="29314"/>
                </a:lnTo>
                <a:lnTo>
                  <a:pt x="176463" y="29015"/>
                </a:lnTo>
                <a:lnTo>
                  <a:pt x="176123" y="28722"/>
                </a:lnTo>
                <a:lnTo>
                  <a:pt x="175776" y="28435"/>
                </a:lnTo>
                <a:lnTo>
                  <a:pt x="175423" y="28156"/>
                </a:lnTo>
                <a:lnTo>
                  <a:pt x="175062" y="27883"/>
                </a:lnTo>
                <a:lnTo>
                  <a:pt x="174694" y="27616"/>
                </a:lnTo>
                <a:lnTo>
                  <a:pt x="174320" y="27356"/>
                </a:lnTo>
                <a:lnTo>
                  <a:pt x="173938" y="27103"/>
                </a:lnTo>
                <a:lnTo>
                  <a:pt x="173550" y="26857"/>
                </a:lnTo>
                <a:lnTo>
                  <a:pt x="173154" y="26617"/>
                </a:lnTo>
                <a:lnTo>
                  <a:pt x="172751" y="26385"/>
                </a:lnTo>
                <a:lnTo>
                  <a:pt x="172340" y="26162"/>
                </a:lnTo>
                <a:lnTo>
                  <a:pt x="171922" y="25949"/>
                </a:lnTo>
                <a:lnTo>
                  <a:pt x="171496" y="25746"/>
                </a:lnTo>
                <a:lnTo>
                  <a:pt x="171061" y="25553"/>
                </a:lnTo>
                <a:lnTo>
                  <a:pt x="170620" y="25369"/>
                </a:lnTo>
                <a:lnTo>
                  <a:pt x="170170" y="25195"/>
                </a:lnTo>
                <a:lnTo>
                  <a:pt x="169712" y="25030"/>
                </a:lnTo>
                <a:lnTo>
                  <a:pt x="169247" y="24875"/>
                </a:lnTo>
                <a:lnTo>
                  <a:pt x="168774" y="24730"/>
                </a:lnTo>
                <a:lnTo>
                  <a:pt x="168293" y="24594"/>
                </a:lnTo>
                <a:lnTo>
                  <a:pt x="167805" y="24468"/>
                </a:lnTo>
                <a:lnTo>
                  <a:pt x="167308" y="24352"/>
                </a:lnTo>
                <a:lnTo>
                  <a:pt x="166804" y="24245"/>
                </a:lnTo>
                <a:lnTo>
                  <a:pt x="166292" y="24148"/>
                </a:lnTo>
                <a:lnTo>
                  <a:pt x="165772" y="24061"/>
                </a:lnTo>
                <a:lnTo>
                  <a:pt x="165245" y="23983"/>
                </a:lnTo>
                <a:lnTo>
                  <a:pt x="164709" y="23915"/>
                </a:lnTo>
                <a:lnTo>
                  <a:pt x="164166" y="23856"/>
                </a:lnTo>
                <a:lnTo>
                  <a:pt x="163615" y="23807"/>
                </a:lnTo>
                <a:lnTo>
                  <a:pt x="163057" y="23768"/>
                </a:lnTo>
                <a:lnTo>
                  <a:pt x="162490" y="23738"/>
                </a:lnTo>
                <a:lnTo>
                  <a:pt x="161916" y="23718"/>
                </a:lnTo>
                <a:lnTo>
                  <a:pt x="161334" y="23708"/>
                </a:lnTo>
                <a:lnTo>
                  <a:pt x="160716" y="23702"/>
                </a:lnTo>
                <a:lnTo>
                  <a:pt x="160104" y="23708"/>
                </a:lnTo>
                <a:lnTo>
                  <a:pt x="159496" y="23726"/>
                </a:lnTo>
                <a:lnTo>
                  <a:pt x="158892" y="23755"/>
                </a:lnTo>
                <a:lnTo>
                  <a:pt x="158293" y="23796"/>
                </a:lnTo>
                <a:lnTo>
                  <a:pt x="157698" y="23848"/>
                </a:lnTo>
                <a:lnTo>
                  <a:pt x="157108" y="23911"/>
                </a:lnTo>
                <a:lnTo>
                  <a:pt x="156523" y="23987"/>
                </a:lnTo>
                <a:lnTo>
                  <a:pt x="155942" y="24073"/>
                </a:lnTo>
                <a:lnTo>
                  <a:pt x="155366" y="24172"/>
                </a:lnTo>
                <a:lnTo>
                  <a:pt x="154794" y="24281"/>
                </a:lnTo>
                <a:lnTo>
                  <a:pt x="154226" y="24402"/>
                </a:lnTo>
                <a:lnTo>
                  <a:pt x="153664" y="24535"/>
                </a:lnTo>
                <a:lnTo>
                  <a:pt x="153105" y="24679"/>
                </a:lnTo>
                <a:lnTo>
                  <a:pt x="152552" y="24835"/>
                </a:lnTo>
                <a:lnTo>
                  <a:pt x="152002" y="25002"/>
                </a:lnTo>
                <a:lnTo>
                  <a:pt x="151458" y="25181"/>
                </a:lnTo>
                <a:lnTo>
                  <a:pt x="150918" y="25371"/>
                </a:lnTo>
                <a:lnTo>
                  <a:pt x="150382" y="25573"/>
                </a:lnTo>
                <a:lnTo>
                  <a:pt x="149851" y="25786"/>
                </a:lnTo>
                <a:lnTo>
                  <a:pt x="149324" y="26011"/>
                </a:lnTo>
                <a:lnTo>
                  <a:pt x="148803" y="26248"/>
                </a:lnTo>
                <a:lnTo>
                  <a:pt x="148285" y="26495"/>
                </a:lnTo>
                <a:lnTo>
                  <a:pt x="147772" y="26755"/>
                </a:lnTo>
                <a:lnTo>
                  <a:pt x="147264" y="27024"/>
                </a:lnTo>
                <a:lnTo>
                  <a:pt x="146762" y="27300"/>
                </a:lnTo>
                <a:lnTo>
                  <a:pt x="146265" y="27584"/>
                </a:lnTo>
                <a:lnTo>
                  <a:pt x="145774" y="27876"/>
                </a:lnTo>
                <a:lnTo>
                  <a:pt x="145289" y="28175"/>
                </a:lnTo>
                <a:lnTo>
                  <a:pt x="144809" y="28481"/>
                </a:lnTo>
                <a:lnTo>
                  <a:pt x="144334" y="28796"/>
                </a:lnTo>
                <a:lnTo>
                  <a:pt x="143866" y="29117"/>
                </a:lnTo>
                <a:lnTo>
                  <a:pt x="143402" y="29447"/>
                </a:lnTo>
                <a:lnTo>
                  <a:pt x="142945" y="29784"/>
                </a:lnTo>
                <a:lnTo>
                  <a:pt x="142493" y="30128"/>
                </a:lnTo>
                <a:lnTo>
                  <a:pt x="142046" y="30480"/>
                </a:lnTo>
                <a:lnTo>
                  <a:pt x="141605" y="30840"/>
                </a:lnTo>
                <a:lnTo>
                  <a:pt x="141170" y="31207"/>
                </a:lnTo>
                <a:lnTo>
                  <a:pt x="140740" y="31581"/>
                </a:lnTo>
                <a:lnTo>
                  <a:pt x="140316" y="31964"/>
                </a:lnTo>
                <a:lnTo>
                  <a:pt x="139898" y="32353"/>
                </a:lnTo>
                <a:lnTo>
                  <a:pt x="139485" y="32751"/>
                </a:lnTo>
                <a:lnTo>
                  <a:pt x="139077" y="33156"/>
                </a:lnTo>
                <a:lnTo>
                  <a:pt x="138675" y="33568"/>
                </a:lnTo>
                <a:lnTo>
                  <a:pt x="138279" y="33988"/>
                </a:lnTo>
                <a:lnTo>
                  <a:pt x="137888" y="34416"/>
                </a:lnTo>
                <a:lnTo>
                  <a:pt x="137503" y="34851"/>
                </a:lnTo>
                <a:lnTo>
                  <a:pt x="137124" y="35294"/>
                </a:lnTo>
                <a:lnTo>
                  <a:pt x="136750" y="35742"/>
                </a:lnTo>
                <a:lnTo>
                  <a:pt x="136382" y="36195"/>
                </a:lnTo>
                <a:lnTo>
                  <a:pt x="136020" y="36652"/>
                </a:lnTo>
                <a:lnTo>
                  <a:pt x="135664" y="37113"/>
                </a:lnTo>
                <a:lnTo>
                  <a:pt x="135314" y="37578"/>
                </a:lnTo>
                <a:lnTo>
                  <a:pt x="134970" y="38048"/>
                </a:lnTo>
                <a:lnTo>
                  <a:pt x="134632" y="38521"/>
                </a:lnTo>
                <a:lnTo>
                  <a:pt x="134300" y="38999"/>
                </a:lnTo>
                <a:lnTo>
                  <a:pt x="133974" y="39481"/>
                </a:lnTo>
                <a:lnTo>
                  <a:pt x="133653" y="39968"/>
                </a:lnTo>
                <a:lnTo>
                  <a:pt x="133339" y="40458"/>
                </a:lnTo>
                <a:lnTo>
                  <a:pt x="133030" y="40953"/>
                </a:lnTo>
                <a:lnTo>
                  <a:pt x="132728" y="41451"/>
                </a:lnTo>
                <a:lnTo>
                  <a:pt x="132431" y="41954"/>
                </a:lnTo>
                <a:lnTo>
                  <a:pt x="132140" y="42461"/>
                </a:lnTo>
                <a:lnTo>
                  <a:pt x="131855" y="42973"/>
                </a:lnTo>
                <a:lnTo>
                  <a:pt x="131577" y="43488"/>
                </a:lnTo>
                <a:lnTo>
                  <a:pt x="131304" y="44008"/>
                </a:lnTo>
                <a:lnTo>
                  <a:pt x="131037" y="44532"/>
                </a:lnTo>
                <a:lnTo>
                  <a:pt x="130776" y="45060"/>
                </a:lnTo>
                <a:lnTo>
                  <a:pt x="130520" y="45592"/>
                </a:lnTo>
                <a:lnTo>
                  <a:pt x="130271" y="46129"/>
                </a:lnTo>
                <a:lnTo>
                  <a:pt x="130028" y="46669"/>
                </a:lnTo>
                <a:lnTo>
                  <a:pt x="129791" y="47214"/>
                </a:lnTo>
                <a:lnTo>
                  <a:pt x="129560" y="47761"/>
                </a:lnTo>
                <a:lnTo>
                  <a:pt x="129335" y="48309"/>
                </a:lnTo>
                <a:lnTo>
                  <a:pt x="129118" y="48857"/>
                </a:lnTo>
                <a:lnTo>
                  <a:pt x="128907" y="49406"/>
                </a:lnTo>
                <a:lnTo>
                  <a:pt x="128703" y="49955"/>
                </a:lnTo>
                <a:lnTo>
                  <a:pt x="128506" y="50504"/>
                </a:lnTo>
                <a:lnTo>
                  <a:pt x="128315" y="51054"/>
                </a:lnTo>
                <a:lnTo>
                  <a:pt x="128131" y="51605"/>
                </a:lnTo>
                <a:lnTo>
                  <a:pt x="127954" y="52155"/>
                </a:lnTo>
                <a:lnTo>
                  <a:pt x="127784" y="52707"/>
                </a:lnTo>
                <a:lnTo>
                  <a:pt x="127620" y="53259"/>
                </a:lnTo>
                <a:lnTo>
                  <a:pt x="127463" y="53811"/>
                </a:lnTo>
                <a:lnTo>
                  <a:pt x="127313" y="54364"/>
                </a:lnTo>
                <a:lnTo>
                  <a:pt x="127170" y="54917"/>
                </a:lnTo>
                <a:lnTo>
                  <a:pt x="127033" y="55471"/>
                </a:lnTo>
                <a:lnTo>
                  <a:pt x="126903" y="56025"/>
                </a:lnTo>
                <a:lnTo>
                  <a:pt x="126780" y="56579"/>
                </a:lnTo>
                <a:lnTo>
                  <a:pt x="126664" y="57134"/>
                </a:lnTo>
                <a:lnTo>
                  <a:pt x="126554" y="57690"/>
                </a:lnTo>
                <a:lnTo>
                  <a:pt x="126451" y="58246"/>
                </a:lnTo>
                <a:lnTo>
                  <a:pt x="126355" y="58802"/>
                </a:lnTo>
                <a:lnTo>
                  <a:pt x="126266" y="59359"/>
                </a:lnTo>
                <a:lnTo>
                  <a:pt x="126183" y="59917"/>
                </a:lnTo>
                <a:lnTo>
                  <a:pt x="126107" y="60474"/>
                </a:lnTo>
                <a:lnTo>
                  <a:pt x="125772" y="63421"/>
                </a:lnTo>
                <a:lnTo>
                  <a:pt x="125714" y="63973"/>
                </a:lnTo>
                <a:lnTo>
                  <a:pt x="125663" y="64524"/>
                </a:lnTo>
                <a:lnTo>
                  <a:pt x="125620" y="65073"/>
                </a:lnTo>
                <a:lnTo>
                  <a:pt x="125583" y="65622"/>
                </a:lnTo>
                <a:lnTo>
                  <a:pt x="125553" y="66169"/>
                </a:lnTo>
                <a:lnTo>
                  <a:pt x="125530" y="66715"/>
                </a:lnTo>
                <a:lnTo>
                  <a:pt x="125513" y="67260"/>
                </a:lnTo>
                <a:lnTo>
                  <a:pt x="125504" y="67804"/>
                </a:lnTo>
                <a:lnTo>
                  <a:pt x="125502" y="68347"/>
                </a:lnTo>
                <a:lnTo>
                  <a:pt x="125507" y="68888"/>
                </a:lnTo>
                <a:lnTo>
                  <a:pt x="125519" y="69428"/>
                </a:lnTo>
                <a:lnTo>
                  <a:pt x="125538" y="69968"/>
                </a:lnTo>
                <a:lnTo>
                  <a:pt x="125564" y="70506"/>
                </a:lnTo>
                <a:lnTo>
                  <a:pt x="125596" y="71042"/>
                </a:lnTo>
                <a:lnTo>
                  <a:pt x="125636" y="71578"/>
                </a:lnTo>
                <a:lnTo>
                  <a:pt x="125683" y="72112"/>
                </a:lnTo>
                <a:lnTo>
                  <a:pt x="125737" y="72646"/>
                </a:lnTo>
                <a:lnTo>
                  <a:pt x="125797" y="73178"/>
                </a:lnTo>
                <a:lnTo>
                  <a:pt x="125865" y="73709"/>
                </a:lnTo>
                <a:lnTo>
                  <a:pt x="125940" y="74239"/>
                </a:lnTo>
                <a:lnTo>
                  <a:pt x="126021" y="74767"/>
                </a:lnTo>
                <a:lnTo>
                  <a:pt x="126110" y="75295"/>
                </a:lnTo>
                <a:lnTo>
                  <a:pt x="126206" y="75821"/>
                </a:lnTo>
                <a:lnTo>
                  <a:pt x="126308" y="76346"/>
                </a:lnTo>
                <a:lnTo>
                  <a:pt x="126418" y="76869"/>
                </a:lnTo>
                <a:lnTo>
                  <a:pt x="126534" y="77387"/>
                </a:lnTo>
                <a:lnTo>
                  <a:pt x="126658" y="77901"/>
                </a:lnTo>
                <a:lnTo>
                  <a:pt x="126789" y="78410"/>
                </a:lnTo>
                <a:lnTo>
                  <a:pt x="126927" y="78916"/>
                </a:lnTo>
                <a:lnTo>
                  <a:pt x="127072" y="79417"/>
                </a:lnTo>
                <a:lnTo>
                  <a:pt x="127224" y="79913"/>
                </a:lnTo>
                <a:lnTo>
                  <a:pt x="127383" y="80406"/>
                </a:lnTo>
                <a:lnTo>
                  <a:pt x="127550" y="80894"/>
                </a:lnTo>
                <a:lnTo>
                  <a:pt x="127723" y="81377"/>
                </a:lnTo>
                <a:lnTo>
                  <a:pt x="127904" y="81857"/>
                </a:lnTo>
                <a:lnTo>
                  <a:pt x="128091" y="82332"/>
                </a:lnTo>
                <a:lnTo>
                  <a:pt x="128286" y="82803"/>
                </a:lnTo>
                <a:lnTo>
                  <a:pt x="128488" y="83269"/>
                </a:lnTo>
                <a:lnTo>
                  <a:pt x="128696" y="83732"/>
                </a:lnTo>
                <a:lnTo>
                  <a:pt x="128912" y="84190"/>
                </a:lnTo>
                <a:lnTo>
                  <a:pt x="129136" y="84643"/>
                </a:lnTo>
                <a:lnTo>
                  <a:pt x="129366" y="85092"/>
                </a:lnTo>
                <a:lnTo>
                  <a:pt x="129603" y="85537"/>
                </a:lnTo>
                <a:lnTo>
                  <a:pt x="129847" y="85978"/>
                </a:lnTo>
                <a:lnTo>
                  <a:pt x="130099" y="86415"/>
                </a:lnTo>
                <a:lnTo>
                  <a:pt x="130357" y="86847"/>
                </a:lnTo>
                <a:lnTo>
                  <a:pt x="130623" y="87275"/>
                </a:lnTo>
                <a:lnTo>
                  <a:pt x="130896" y="87698"/>
                </a:lnTo>
                <a:lnTo>
                  <a:pt x="131175" y="88116"/>
                </a:lnTo>
                <a:lnTo>
                  <a:pt x="131462" y="88527"/>
                </a:lnTo>
                <a:lnTo>
                  <a:pt x="131756" y="88930"/>
                </a:lnTo>
                <a:lnTo>
                  <a:pt x="132057" y="89327"/>
                </a:lnTo>
                <a:lnTo>
                  <a:pt x="132365" y="89716"/>
                </a:lnTo>
                <a:lnTo>
                  <a:pt x="132681" y="90098"/>
                </a:lnTo>
                <a:lnTo>
                  <a:pt x="133003" y="90474"/>
                </a:lnTo>
                <a:lnTo>
                  <a:pt x="133333" y="90842"/>
                </a:lnTo>
                <a:lnTo>
                  <a:pt x="133669" y="91203"/>
                </a:lnTo>
                <a:lnTo>
                  <a:pt x="134013" y="91557"/>
                </a:lnTo>
                <a:lnTo>
                  <a:pt x="134363" y="91904"/>
                </a:lnTo>
                <a:lnTo>
                  <a:pt x="134721" y="92244"/>
                </a:lnTo>
                <a:lnTo>
                  <a:pt x="135086" y="92576"/>
                </a:lnTo>
                <a:lnTo>
                  <a:pt x="135458" y="92902"/>
                </a:lnTo>
                <a:lnTo>
                  <a:pt x="135837" y="93220"/>
                </a:lnTo>
                <a:lnTo>
                  <a:pt x="136223" y="93532"/>
                </a:lnTo>
                <a:lnTo>
                  <a:pt x="136617" y="93836"/>
                </a:lnTo>
                <a:lnTo>
                  <a:pt x="137017" y="94133"/>
                </a:lnTo>
                <a:lnTo>
                  <a:pt x="137425" y="94424"/>
                </a:lnTo>
                <a:lnTo>
                  <a:pt x="137839" y="94707"/>
                </a:lnTo>
                <a:lnTo>
                  <a:pt x="138261" y="94983"/>
                </a:lnTo>
                <a:lnTo>
                  <a:pt x="138689" y="95252"/>
                </a:lnTo>
                <a:lnTo>
                  <a:pt x="139125" y="95513"/>
                </a:lnTo>
                <a:lnTo>
                  <a:pt x="139568" y="95768"/>
                </a:lnTo>
                <a:lnTo>
                  <a:pt x="140018" y="96014"/>
                </a:lnTo>
                <a:lnTo>
                  <a:pt x="140475" y="96250"/>
                </a:lnTo>
                <a:lnTo>
                  <a:pt x="140939" y="96475"/>
                </a:lnTo>
                <a:lnTo>
                  <a:pt x="141410" y="96691"/>
                </a:lnTo>
                <a:lnTo>
                  <a:pt x="141888" y="96896"/>
                </a:lnTo>
                <a:lnTo>
                  <a:pt x="142373" y="97091"/>
                </a:lnTo>
                <a:lnTo>
                  <a:pt x="142864" y="97275"/>
                </a:lnTo>
                <a:lnTo>
                  <a:pt x="143363" y="97450"/>
                </a:lnTo>
                <a:lnTo>
                  <a:pt x="143869" y="97614"/>
                </a:lnTo>
                <a:lnTo>
                  <a:pt x="144382" y="97768"/>
                </a:lnTo>
                <a:lnTo>
                  <a:pt x="144901" y="97912"/>
                </a:lnTo>
                <a:lnTo>
                  <a:pt x="145428" y="98045"/>
                </a:lnTo>
                <a:lnTo>
                  <a:pt x="145962" y="98168"/>
                </a:lnTo>
                <a:lnTo>
                  <a:pt x="146502" y="98281"/>
                </a:lnTo>
                <a:lnTo>
                  <a:pt x="147050" y="98384"/>
                </a:lnTo>
                <a:lnTo>
                  <a:pt x="147605" y="98477"/>
                </a:lnTo>
                <a:lnTo>
                  <a:pt x="148166" y="98559"/>
                </a:lnTo>
                <a:lnTo>
                  <a:pt x="148735" y="98631"/>
                </a:lnTo>
                <a:lnTo>
                  <a:pt x="149310" y="98693"/>
                </a:lnTo>
                <a:lnTo>
                  <a:pt x="149893" y="98744"/>
                </a:lnTo>
                <a:lnTo>
                  <a:pt x="150482" y="98786"/>
                </a:lnTo>
                <a:lnTo>
                  <a:pt x="151079" y="98817"/>
                </a:lnTo>
                <a:lnTo>
                  <a:pt x="151682" y="98838"/>
                </a:lnTo>
                <a:lnTo>
                  <a:pt x="152293" y="98849"/>
                </a:lnTo>
                <a:lnTo>
                  <a:pt x="152733" y="98846"/>
                </a:lnTo>
                <a:lnTo>
                  <a:pt x="153171" y="98839"/>
                </a:lnTo>
                <a:lnTo>
                  <a:pt x="153608" y="98826"/>
                </a:lnTo>
                <a:lnTo>
                  <a:pt x="154043" y="98809"/>
                </a:lnTo>
                <a:lnTo>
                  <a:pt x="154477" y="98786"/>
                </a:lnTo>
                <a:lnTo>
                  <a:pt x="154909" y="98759"/>
                </a:lnTo>
                <a:lnTo>
                  <a:pt x="155339" y="98726"/>
                </a:lnTo>
                <a:lnTo>
                  <a:pt x="155768" y="98689"/>
                </a:lnTo>
                <a:lnTo>
                  <a:pt x="156195" y="98646"/>
                </a:lnTo>
                <a:lnTo>
                  <a:pt x="156620" y="98599"/>
                </a:lnTo>
                <a:lnTo>
                  <a:pt x="157044" y="98546"/>
                </a:lnTo>
                <a:lnTo>
                  <a:pt x="157466" y="98489"/>
                </a:lnTo>
                <a:lnTo>
                  <a:pt x="157887" y="98426"/>
                </a:lnTo>
                <a:lnTo>
                  <a:pt x="158306" y="98359"/>
                </a:lnTo>
                <a:lnTo>
                  <a:pt x="158723" y="98286"/>
                </a:lnTo>
                <a:lnTo>
                  <a:pt x="159139" y="98209"/>
                </a:lnTo>
                <a:lnTo>
                  <a:pt x="159553" y="98126"/>
                </a:lnTo>
                <a:lnTo>
                  <a:pt x="159965" y="98039"/>
                </a:lnTo>
                <a:lnTo>
                  <a:pt x="160376" y="97946"/>
                </a:lnTo>
                <a:lnTo>
                  <a:pt x="160785" y="97849"/>
                </a:lnTo>
                <a:lnTo>
                  <a:pt x="161192" y="97746"/>
                </a:lnTo>
                <a:lnTo>
                  <a:pt x="161598" y="97639"/>
                </a:lnTo>
                <a:lnTo>
                  <a:pt x="162003" y="97526"/>
                </a:lnTo>
                <a:lnTo>
                  <a:pt x="162405" y="97409"/>
                </a:lnTo>
                <a:lnTo>
                  <a:pt x="162806" y="97286"/>
                </a:lnTo>
                <a:lnTo>
                  <a:pt x="163204" y="97159"/>
                </a:lnTo>
                <a:lnTo>
                  <a:pt x="163600" y="97026"/>
                </a:lnTo>
                <a:lnTo>
                  <a:pt x="163993" y="96889"/>
                </a:lnTo>
                <a:lnTo>
                  <a:pt x="164384" y="96746"/>
                </a:lnTo>
                <a:lnTo>
                  <a:pt x="164772" y="96599"/>
                </a:lnTo>
                <a:lnTo>
                  <a:pt x="165158" y="96446"/>
                </a:lnTo>
                <a:lnTo>
                  <a:pt x="165542" y="96289"/>
                </a:lnTo>
                <a:lnTo>
                  <a:pt x="165923" y="96126"/>
                </a:lnTo>
                <a:lnTo>
                  <a:pt x="166301" y="95959"/>
                </a:lnTo>
                <a:lnTo>
                  <a:pt x="166678" y="95786"/>
                </a:lnTo>
                <a:lnTo>
                  <a:pt x="167051" y="95609"/>
                </a:lnTo>
                <a:lnTo>
                  <a:pt x="167423" y="95426"/>
                </a:lnTo>
                <a:lnTo>
                  <a:pt x="167791" y="95239"/>
                </a:lnTo>
                <a:lnTo>
                  <a:pt x="168158" y="95046"/>
                </a:lnTo>
                <a:lnTo>
                  <a:pt x="168522" y="94849"/>
                </a:lnTo>
                <a:lnTo>
                  <a:pt x="168883" y="94647"/>
                </a:lnTo>
                <a:lnTo>
                  <a:pt x="169242" y="94439"/>
                </a:lnTo>
                <a:lnTo>
                  <a:pt x="169599" y="94227"/>
                </a:lnTo>
                <a:lnTo>
                  <a:pt x="169953" y="94009"/>
                </a:lnTo>
                <a:lnTo>
                  <a:pt x="170305" y="93787"/>
                </a:lnTo>
                <a:lnTo>
                  <a:pt x="170654" y="93559"/>
                </a:lnTo>
                <a:lnTo>
                  <a:pt x="171001" y="93327"/>
                </a:lnTo>
                <a:lnTo>
                  <a:pt x="171346" y="93089"/>
                </a:lnTo>
                <a:lnTo>
                  <a:pt x="171687" y="92847"/>
                </a:lnTo>
                <a:lnTo>
                  <a:pt x="172025" y="92600"/>
                </a:lnTo>
                <a:lnTo>
                  <a:pt x="172360" y="92349"/>
                </a:lnTo>
                <a:lnTo>
                  <a:pt x="172692" y="92094"/>
                </a:lnTo>
                <a:lnTo>
                  <a:pt x="173020" y="91834"/>
                </a:lnTo>
                <a:lnTo>
                  <a:pt x="173344" y="91570"/>
                </a:lnTo>
                <a:lnTo>
                  <a:pt x="173666" y="91301"/>
                </a:lnTo>
                <a:lnTo>
                  <a:pt x="173984" y="91028"/>
                </a:lnTo>
                <a:lnTo>
                  <a:pt x="174298" y="90750"/>
                </a:lnTo>
                <a:lnTo>
                  <a:pt x="174609" y="90468"/>
                </a:lnTo>
                <a:lnTo>
                  <a:pt x="174917" y="90182"/>
                </a:lnTo>
                <a:lnTo>
                  <a:pt x="175222" y="89891"/>
                </a:lnTo>
                <a:lnTo>
                  <a:pt x="175523" y="89596"/>
                </a:lnTo>
                <a:lnTo>
                  <a:pt x="175821" y="89296"/>
                </a:lnTo>
                <a:lnTo>
                  <a:pt x="176115" y="88992"/>
                </a:lnTo>
                <a:lnTo>
                  <a:pt x="176406" y="88684"/>
                </a:lnTo>
                <a:lnTo>
                  <a:pt x="176693" y="88371"/>
                </a:lnTo>
                <a:lnTo>
                  <a:pt x="176978" y="88054"/>
                </a:lnTo>
                <a:lnTo>
                  <a:pt x="177258" y="87732"/>
                </a:lnTo>
                <a:lnTo>
                  <a:pt x="177536" y="87406"/>
                </a:lnTo>
                <a:lnTo>
                  <a:pt x="177810" y="87075"/>
                </a:lnTo>
                <a:lnTo>
                  <a:pt x="178081" y="86740"/>
                </a:lnTo>
                <a:lnTo>
                  <a:pt x="178348" y="86401"/>
                </a:lnTo>
                <a:lnTo>
                  <a:pt x="178612" y="86057"/>
                </a:lnTo>
                <a:lnTo>
                  <a:pt x="173991" y="82173"/>
                </a:lnTo>
                <a:lnTo>
                  <a:pt x="173627" y="82544"/>
                </a:lnTo>
                <a:lnTo>
                  <a:pt x="173260" y="82908"/>
                </a:lnTo>
                <a:lnTo>
                  <a:pt x="172889" y="83267"/>
                </a:lnTo>
                <a:lnTo>
                  <a:pt x="172516" y="83619"/>
                </a:lnTo>
                <a:lnTo>
                  <a:pt x="172140" y="83966"/>
                </a:lnTo>
                <a:lnTo>
                  <a:pt x="171760" y="84306"/>
                </a:lnTo>
                <a:lnTo>
                  <a:pt x="171378" y="84639"/>
                </a:lnTo>
                <a:lnTo>
                  <a:pt x="170992" y="84967"/>
                </a:lnTo>
                <a:lnTo>
                  <a:pt x="170604" y="85289"/>
                </a:lnTo>
                <a:lnTo>
                  <a:pt x="170212" y="85604"/>
                </a:lnTo>
                <a:lnTo>
                  <a:pt x="169818" y="85913"/>
                </a:lnTo>
                <a:lnTo>
                  <a:pt x="169420" y="86216"/>
                </a:lnTo>
                <a:lnTo>
                  <a:pt x="169020" y="86513"/>
                </a:lnTo>
                <a:lnTo>
                  <a:pt x="168616" y="86804"/>
                </a:lnTo>
                <a:lnTo>
                  <a:pt x="168210" y="87088"/>
                </a:lnTo>
                <a:lnTo>
                  <a:pt x="167800" y="87367"/>
                </a:lnTo>
                <a:lnTo>
                  <a:pt x="167387" y="87639"/>
                </a:lnTo>
                <a:lnTo>
                  <a:pt x="166972" y="87905"/>
                </a:lnTo>
                <a:lnTo>
                  <a:pt x="166553" y="88165"/>
                </a:lnTo>
                <a:lnTo>
                  <a:pt x="166131" y="88419"/>
                </a:lnTo>
                <a:lnTo>
                  <a:pt x="165707" y="88666"/>
                </a:lnTo>
                <a:lnTo>
                  <a:pt x="165279" y="88908"/>
                </a:lnTo>
                <a:lnTo>
                  <a:pt x="164848" y="89143"/>
                </a:lnTo>
                <a:lnTo>
                  <a:pt x="164414" y="89372"/>
                </a:lnTo>
                <a:lnTo>
                  <a:pt x="163977" y="89593"/>
                </a:lnTo>
                <a:lnTo>
                  <a:pt x="163535" y="89805"/>
                </a:lnTo>
                <a:lnTo>
                  <a:pt x="163090" y="90007"/>
                </a:lnTo>
                <a:lnTo>
                  <a:pt x="162640" y="90199"/>
                </a:lnTo>
                <a:lnTo>
                  <a:pt x="162185" y="90382"/>
                </a:lnTo>
                <a:lnTo>
                  <a:pt x="161727" y="90555"/>
                </a:lnTo>
                <a:lnTo>
                  <a:pt x="161265" y="90718"/>
                </a:lnTo>
                <a:lnTo>
                  <a:pt x="160798" y="90872"/>
                </a:lnTo>
                <a:lnTo>
                  <a:pt x="160327" y="91016"/>
                </a:lnTo>
                <a:lnTo>
                  <a:pt x="159852" y="91150"/>
                </a:lnTo>
                <a:lnTo>
                  <a:pt x="159373" y="91275"/>
                </a:lnTo>
                <a:lnTo>
                  <a:pt x="158889" y="91390"/>
                </a:lnTo>
                <a:lnTo>
                  <a:pt x="158402" y="91495"/>
                </a:lnTo>
                <a:lnTo>
                  <a:pt x="157910" y="91591"/>
                </a:lnTo>
                <a:lnTo>
                  <a:pt x="157414" y="91677"/>
                </a:lnTo>
                <a:lnTo>
                  <a:pt x="156914" y="91753"/>
                </a:lnTo>
                <a:lnTo>
                  <a:pt x="156409" y="91820"/>
                </a:lnTo>
                <a:lnTo>
                  <a:pt x="155901" y="91877"/>
                </a:lnTo>
                <a:lnTo>
                  <a:pt x="155388" y="91925"/>
                </a:lnTo>
                <a:lnTo>
                  <a:pt x="154871" y="91963"/>
                </a:lnTo>
                <a:lnTo>
                  <a:pt x="154350" y="91991"/>
                </a:lnTo>
                <a:lnTo>
                  <a:pt x="153825" y="92009"/>
                </a:lnTo>
                <a:lnTo>
                  <a:pt x="153295" y="92018"/>
                </a:lnTo>
                <a:lnTo>
                  <a:pt x="152761" y="92018"/>
                </a:lnTo>
                <a:lnTo>
                  <a:pt x="152285" y="92002"/>
                </a:lnTo>
                <a:lnTo>
                  <a:pt x="151814" y="91978"/>
                </a:lnTo>
                <a:lnTo>
                  <a:pt x="151349" y="91946"/>
                </a:lnTo>
                <a:lnTo>
                  <a:pt x="150891" y="91905"/>
                </a:lnTo>
                <a:lnTo>
                  <a:pt x="150439" y="91856"/>
                </a:lnTo>
                <a:lnTo>
                  <a:pt x="149993" y="91798"/>
                </a:lnTo>
                <a:lnTo>
                  <a:pt x="149553" y="91732"/>
                </a:lnTo>
                <a:lnTo>
                  <a:pt x="149119" y="91657"/>
                </a:lnTo>
                <a:lnTo>
                  <a:pt x="148691" y="91573"/>
                </a:lnTo>
                <a:lnTo>
                  <a:pt x="148270" y="91482"/>
                </a:lnTo>
                <a:lnTo>
                  <a:pt x="147855" y="91381"/>
                </a:lnTo>
                <a:lnTo>
                  <a:pt x="147446" y="91273"/>
                </a:lnTo>
                <a:lnTo>
                  <a:pt x="147043" y="91155"/>
                </a:lnTo>
                <a:lnTo>
                  <a:pt x="146646" y="91030"/>
                </a:lnTo>
                <a:lnTo>
                  <a:pt x="146255" y="90895"/>
                </a:lnTo>
                <a:lnTo>
                  <a:pt x="145871" y="90753"/>
                </a:lnTo>
                <a:lnTo>
                  <a:pt x="145493" y="90601"/>
                </a:lnTo>
                <a:lnTo>
                  <a:pt x="145121" y="90442"/>
                </a:lnTo>
                <a:lnTo>
                  <a:pt x="144755" y="90274"/>
                </a:lnTo>
                <a:lnTo>
                  <a:pt x="144395" y="90097"/>
                </a:lnTo>
                <a:lnTo>
                  <a:pt x="144041" y="89912"/>
                </a:lnTo>
                <a:lnTo>
                  <a:pt x="143694" y="89718"/>
                </a:lnTo>
                <a:lnTo>
                  <a:pt x="143352" y="89516"/>
                </a:lnTo>
                <a:lnTo>
                  <a:pt x="143017" y="89305"/>
                </a:lnTo>
                <a:lnTo>
                  <a:pt x="142688" y="89088"/>
                </a:lnTo>
                <a:lnTo>
                  <a:pt x="142365" y="88864"/>
                </a:lnTo>
                <a:lnTo>
                  <a:pt x="142048" y="88636"/>
                </a:lnTo>
                <a:lnTo>
                  <a:pt x="141736" y="88401"/>
                </a:lnTo>
                <a:lnTo>
                  <a:pt x="141431" y="88161"/>
                </a:lnTo>
                <a:lnTo>
                  <a:pt x="141132" y="87916"/>
                </a:lnTo>
                <a:lnTo>
                  <a:pt x="140838" y="87665"/>
                </a:lnTo>
                <a:lnTo>
                  <a:pt x="140550" y="87408"/>
                </a:lnTo>
                <a:lnTo>
                  <a:pt x="140269" y="87146"/>
                </a:lnTo>
                <a:lnTo>
                  <a:pt x="139993" y="86878"/>
                </a:lnTo>
                <a:lnTo>
                  <a:pt x="139723" y="86604"/>
                </a:lnTo>
                <a:lnTo>
                  <a:pt x="139459" y="86325"/>
                </a:lnTo>
                <a:lnTo>
                  <a:pt x="139201" y="86040"/>
                </a:lnTo>
                <a:lnTo>
                  <a:pt x="138949" y="85750"/>
                </a:lnTo>
                <a:lnTo>
                  <a:pt x="138703" y="85455"/>
                </a:lnTo>
                <a:lnTo>
                  <a:pt x="138463" y="85153"/>
                </a:lnTo>
                <a:lnTo>
                  <a:pt x="138229" y="84846"/>
                </a:lnTo>
                <a:lnTo>
                  <a:pt x="138001" y="84534"/>
                </a:lnTo>
                <a:lnTo>
                  <a:pt x="137778" y="84216"/>
                </a:lnTo>
                <a:lnTo>
                  <a:pt x="137562" y="83892"/>
                </a:lnTo>
                <a:lnTo>
                  <a:pt x="137351" y="83563"/>
                </a:lnTo>
                <a:lnTo>
                  <a:pt x="137147" y="83228"/>
                </a:lnTo>
                <a:lnTo>
                  <a:pt x="136948" y="82887"/>
                </a:lnTo>
                <a:lnTo>
                  <a:pt x="136755" y="82541"/>
                </a:lnTo>
                <a:lnTo>
                  <a:pt x="136568" y="82191"/>
                </a:lnTo>
                <a:lnTo>
                  <a:pt x="136386" y="81838"/>
                </a:lnTo>
                <a:lnTo>
                  <a:pt x="136210" y="81482"/>
                </a:lnTo>
                <a:lnTo>
                  <a:pt x="136038" y="81123"/>
                </a:lnTo>
                <a:lnTo>
                  <a:pt x="135872" y="80761"/>
                </a:lnTo>
                <a:lnTo>
                  <a:pt x="135711" y="80396"/>
                </a:lnTo>
                <a:lnTo>
                  <a:pt x="135555" y="80028"/>
                </a:lnTo>
                <a:lnTo>
                  <a:pt x="135405" y="79658"/>
                </a:lnTo>
                <a:lnTo>
                  <a:pt x="135260" y="79284"/>
                </a:lnTo>
                <a:lnTo>
                  <a:pt x="135120" y="78908"/>
                </a:lnTo>
                <a:lnTo>
                  <a:pt x="134985" y="78529"/>
                </a:lnTo>
                <a:lnTo>
                  <a:pt x="134855" y="78146"/>
                </a:lnTo>
                <a:lnTo>
                  <a:pt x="134731" y="77761"/>
                </a:lnTo>
                <a:lnTo>
                  <a:pt x="134612" y="77373"/>
                </a:lnTo>
                <a:lnTo>
                  <a:pt x="134498" y="76982"/>
                </a:lnTo>
                <a:lnTo>
                  <a:pt x="134389" y="76588"/>
                </a:lnTo>
                <a:lnTo>
                  <a:pt x="134286" y="76192"/>
                </a:lnTo>
                <a:lnTo>
                  <a:pt x="134188" y="75792"/>
                </a:lnTo>
                <a:lnTo>
                  <a:pt x="134095" y="75389"/>
                </a:lnTo>
                <a:lnTo>
                  <a:pt x="134007" y="74984"/>
                </a:lnTo>
                <a:lnTo>
                  <a:pt x="133924" y="74575"/>
                </a:lnTo>
                <a:lnTo>
                  <a:pt x="133847" y="74164"/>
                </a:lnTo>
                <a:lnTo>
                  <a:pt x="133775" y="73750"/>
                </a:lnTo>
                <a:lnTo>
                  <a:pt x="133708" y="73333"/>
                </a:lnTo>
                <a:lnTo>
                  <a:pt x="133647" y="72914"/>
                </a:lnTo>
                <a:lnTo>
                  <a:pt x="133589" y="72496"/>
                </a:lnTo>
                <a:lnTo>
                  <a:pt x="133537" y="72078"/>
                </a:lnTo>
                <a:lnTo>
                  <a:pt x="133490" y="71660"/>
                </a:lnTo>
                <a:lnTo>
                  <a:pt x="133447" y="71243"/>
                </a:lnTo>
                <a:lnTo>
                  <a:pt x="133409" y="70826"/>
                </a:lnTo>
                <a:lnTo>
                  <a:pt x="133376" y="70409"/>
                </a:lnTo>
                <a:lnTo>
                  <a:pt x="133347" y="69992"/>
                </a:lnTo>
                <a:lnTo>
                  <a:pt x="133324" y="69575"/>
                </a:lnTo>
                <a:lnTo>
                  <a:pt x="133305" y="69159"/>
                </a:lnTo>
                <a:lnTo>
                  <a:pt x="133291" y="68743"/>
                </a:lnTo>
                <a:lnTo>
                  <a:pt x="133281" y="68327"/>
                </a:lnTo>
                <a:lnTo>
                  <a:pt x="133277" y="67911"/>
                </a:lnTo>
                <a:lnTo>
                  <a:pt x="133277" y="67496"/>
                </a:lnTo>
                <a:lnTo>
                  <a:pt x="133282" y="67080"/>
                </a:lnTo>
                <a:lnTo>
                  <a:pt x="133292" y="66666"/>
                </a:lnTo>
                <a:lnTo>
                  <a:pt x="133306" y="66251"/>
                </a:lnTo>
                <a:lnTo>
                  <a:pt x="133325" y="65836"/>
                </a:lnTo>
                <a:lnTo>
                  <a:pt x="133349" y="65422"/>
                </a:lnTo>
                <a:lnTo>
                  <a:pt x="133378" y="65008"/>
                </a:lnTo>
                <a:lnTo>
                  <a:pt x="133412" y="64594"/>
                </a:lnTo>
                <a:lnTo>
                  <a:pt x="133450" y="64181"/>
                </a:lnTo>
                <a:lnTo>
                  <a:pt x="133493" y="63767"/>
                </a:lnTo>
                <a:lnTo>
                  <a:pt x="133541" y="63354"/>
                </a:lnTo>
                <a:lnTo>
                  <a:pt x="133765" y="61747"/>
                </a:lnTo>
                <a:lnTo>
                  <a:pt x="183970" y="61747"/>
                </a:lnTo>
                <a:lnTo>
                  <a:pt x="184572" y="56866"/>
                </a:lnTo>
                <a:lnTo>
                  <a:pt x="184636" y="56354"/>
                </a:lnTo>
                <a:lnTo>
                  <a:pt x="184694" y="55843"/>
                </a:lnTo>
                <a:lnTo>
                  <a:pt x="184746" y="55333"/>
                </a:lnTo>
                <a:close/>
                <a:moveTo>
                  <a:pt x="135444" y="53963"/>
                </a:moveTo>
                <a:lnTo>
                  <a:pt x="135580" y="53524"/>
                </a:lnTo>
                <a:lnTo>
                  <a:pt x="135720" y="53085"/>
                </a:lnTo>
                <a:lnTo>
                  <a:pt x="135864" y="52645"/>
                </a:lnTo>
                <a:lnTo>
                  <a:pt x="136013" y="52205"/>
                </a:lnTo>
                <a:lnTo>
                  <a:pt x="136166" y="51764"/>
                </a:lnTo>
                <a:lnTo>
                  <a:pt x="136323" y="51322"/>
                </a:lnTo>
                <a:lnTo>
                  <a:pt x="136485" y="50880"/>
                </a:lnTo>
                <a:lnTo>
                  <a:pt x="136652" y="50437"/>
                </a:lnTo>
                <a:lnTo>
                  <a:pt x="136822" y="49994"/>
                </a:lnTo>
                <a:lnTo>
                  <a:pt x="136998" y="49551"/>
                </a:lnTo>
                <a:lnTo>
                  <a:pt x="137177" y="49112"/>
                </a:lnTo>
                <a:lnTo>
                  <a:pt x="137361" y="48676"/>
                </a:lnTo>
                <a:lnTo>
                  <a:pt x="137550" y="48243"/>
                </a:lnTo>
                <a:lnTo>
                  <a:pt x="137743" y="47813"/>
                </a:lnTo>
                <a:lnTo>
                  <a:pt x="137940" y="47386"/>
                </a:lnTo>
                <a:lnTo>
                  <a:pt x="138142" y="46962"/>
                </a:lnTo>
                <a:lnTo>
                  <a:pt x="138348" y="46541"/>
                </a:lnTo>
                <a:lnTo>
                  <a:pt x="138558" y="46123"/>
                </a:lnTo>
                <a:lnTo>
                  <a:pt x="138773" y="45708"/>
                </a:lnTo>
                <a:lnTo>
                  <a:pt x="138993" y="45296"/>
                </a:lnTo>
                <a:lnTo>
                  <a:pt x="139217" y="44887"/>
                </a:lnTo>
                <a:lnTo>
                  <a:pt x="139445" y="44481"/>
                </a:lnTo>
                <a:lnTo>
                  <a:pt x="139678" y="44078"/>
                </a:lnTo>
                <a:lnTo>
                  <a:pt x="139915" y="43678"/>
                </a:lnTo>
                <a:lnTo>
                  <a:pt x="140156" y="43282"/>
                </a:lnTo>
                <a:lnTo>
                  <a:pt x="140402" y="42888"/>
                </a:lnTo>
                <a:lnTo>
                  <a:pt x="140652" y="42497"/>
                </a:lnTo>
                <a:lnTo>
                  <a:pt x="140907" y="42109"/>
                </a:lnTo>
                <a:lnTo>
                  <a:pt x="141166" y="41725"/>
                </a:lnTo>
                <a:lnTo>
                  <a:pt x="141430" y="41343"/>
                </a:lnTo>
                <a:lnTo>
                  <a:pt x="141698" y="40964"/>
                </a:lnTo>
                <a:lnTo>
                  <a:pt x="141970" y="40588"/>
                </a:lnTo>
                <a:lnTo>
                  <a:pt x="142247" y="40216"/>
                </a:lnTo>
                <a:lnTo>
                  <a:pt x="142528" y="39848"/>
                </a:lnTo>
                <a:lnTo>
                  <a:pt x="142815" y="39486"/>
                </a:lnTo>
                <a:lnTo>
                  <a:pt x="143106" y="39131"/>
                </a:lnTo>
                <a:lnTo>
                  <a:pt x="143401" y="38782"/>
                </a:lnTo>
                <a:lnTo>
                  <a:pt x="143702" y="38439"/>
                </a:lnTo>
                <a:lnTo>
                  <a:pt x="144007" y="38102"/>
                </a:lnTo>
                <a:lnTo>
                  <a:pt x="144317" y="37772"/>
                </a:lnTo>
                <a:lnTo>
                  <a:pt x="144632" y="37448"/>
                </a:lnTo>
                <a:lnTo>
                  <a:pt x="144952" y="37130"/>
                </a:lnTo>
                <a:lnTo>
                  <a:pt x="145276" y="36818"/>
                </a:lnTo>
                <a:lnTo>
                  <a:pt x="145605" y="36513"/>
                </a:lnTo>
                <a:lnTo>
                  <a:pt x="145939" y="36214"/>
                </a:lnTo>
                <a:lnTo>
                  <a:pt x="146277" y="35922"/>
                </a:lnTo>
                <a:lnTo>
                  <a:pt x="146621" y="35635"/>
                </a:lnTo>
                <a:lnTo>
                  <a:pt x="146969" y="35355"/>
                </a:lnTo>
                <a:lnTo>
                  <a:pt x="147322" y="35081"/>
                </a:lnTo>
                <a:lnTo>
                  <a:pt x="147680" y="34814"/>
                </a:lnTo>
                <a:lnTo>
                  <a:pt x="148042" y="34553"/>
                </a:lnTo>
                <a:lnTo>
                  <a:pt x="148409" y="34298"/>
                </a:lnTo>
                <a:lnTo>
                  <a:pt x="148781" y="34049"/>
                </a:lnTo>
                <a:lnTo>
                  <a:pt x="149158" y="33807"/>
                </a:lnTo>
                <a:lnTo>
                  <a:pt x="149540" y="33570"/>
                </a:lnTo>
                <a:lnTo>
                  <a:pt x="149926" y="33341"/>
                </a:lnTo>
                <a:lnTo>
                  <a:pt x="150317" y="33117"/>
                </a:lnTo>
                <a:lnTo>
                  <a:pt x="150713" y="32901"/>
                </a:lnTo>
                <a:lnTo>
                  <a:pt x="151113" y="32695"/>
                </a:lnTo>
                <a:lnTo>
                  <a:pt x="151518" y="32499"/>
                </a:lnTo>
                <a:lnTo>
                  <a:pt x="151927" y="32312"/>
                </a:lnTo>
                <a:lnTo>
                  <a:pt x="152341" y="32135"/>
                </a:lnTo>
                <a:lnTo>
                  <a:pt x="152759" y="31968"/>
                </a:lnTo>
                <a:lnTo>
                  <a:pt x="153182" y="31810"/>
                </a:lnTo>
                <a:lnTo>
                  <a:pt x="153610" y="31662"/>
                </a:lnTo>
                <a:lnTo>
                  <a:pt x="154042" y="31524"/>
                </a:lnTo>
                <a:lnTo>
                  <a:pt x="154478" y="31395"/>
                </a:lnTo>
                <a:lnTo>
                  <a:pt x="154919" y="31276"/>
                </a:lnTo>
                <a:lnTo>
                  <a:pt x="155365" y="31166"/>
                </a:lnTo>
                <a:lnTo>
                  <a:pt x="155815" y="31067"/>
                </a:lnTo>
                <a:lnTo>
                  <a:pt x="156270" y="30976"/>
                </a:lnTo>
                <a:lnTo>
                  <a:pt x="156729" y="30896"/>
                </a:lnTo>
                <a:lnTo>
                  <a:pt x="157193" y="30825"/>
                </a:lnTo>
                <a:lnTo>
                  <a:pt x="157661" y="30764"/>
                </a:lnTo>
                <a:lnTo>
                  <a:pt x="158134" y="30712"/>
                </a:lnTo>
                <a:lnTo>
                  <a:pt x="158611" y="30670"/>
                </a:lnTo>
                <a:lnTo>
                  <a:pt x="159093" y="30638"/>
                </a:lnTo>
                <a:lnTo>
                  <a:pt x="159579" y="30616"/>
                </a:lnTo>
                <a:lnTo>
                  <a:pt x="160070" y="30603"/>
                </a:lnTo>
                <a:lnTo>
                  <a:pt x="160566" y="30599"/>
                </a:lnTo>
                <a:lnTo>
                  <a:pt x="161066" y="30606"/>
                </a:lnTo>
                <a:lnTo>
                  <a:pt x="161592" y="30617"/>
                </a:lnTo>
                <a:lnTo>
                  <a:pt x="162108" y="30640"/>
                </a:lnTo>
                <a:lnTo>
                  <a:pt x="162617" y="30676"/>
                </a:lnTo>
                <a:lnTo>
                  <a:pt x="163116" y="30723"/>
                </a:lnTo>
                <a:lnTo>
                  <a:pt x="163606" y="30781"/>
                </a:lnTo>
                <a:lnTo>
                  <a:pt x="164088" y="30852"/>
                </a:lnTo>
                <a:lnTo>
                  <a:pt x="164561" y="30934"/>
                </a:lnTo>
                <a:lnTo>
                  <a:pt x="165025" y="31029"/>
                </a:lnTo>
                <a:lnTo>
                  <a:pt x="165480" y="31135"/>
                </a:lnTo>
                <a:lnTo>
                  <a:pt x="165926" y="31253"/>
                </a:lnTo>
                <a:lnTo>
                  <a:pt x="166363" y="31383"/>
                </a:lnTo>
                <a:lnTo>
                  <a:pt x="166792" y="31524"/>
                </a:lnTo>
                <a:lnTo>
                  <a:pt x="167212" y="31678"/>
                </a:lnTo>
                <a:lnTo>
                  <a:pt x="167622" y="31843"/>
                </a:lnTo>
                <a:lnTo>
                  <a:pt x="168024" y="32020"/>
                </a:lnTo>
                <a:lnTo>
                  <a:pt x="168418" y="32209"/>
                </a:lnTo>
                <a:lnTo>
                  <a:pt x="168802" y="32410"/>
                </a:lnTo>
                <a:lnTo>
                  <a:pt x="169178" y="32623"/>
                </a:lnTo>
                <a:lnTo>
                  <a:pt x="169544" y="32847"/>
                </a:lnTo>
                <a:lnTo>
                  <a:pt x="169902" y="33083"/>
                </a:lnTo>
                <a:lnTo>
                  <a:pt x="170251" y="33331"/>
                </a:lnTo>
                <a:lnTo>
                  <a:pt x="170591" y="33591"/>
                </a:lnTo>
                <a:lnTo>
                  <a:pt x="170923" y="33863"/>
                </a:lnTo>
                <a:lnTo>
                  <a:pt x="171245" y="34147"/>
                </a:lnTo>
                <a:lnTo>
                  <a:pt x="171559" y="34439"/>
                </a:lnTo>
                <a:lnTo>
                  <a:pt x="171865" y="34738"/>
                </a:lnTo>
                <a:lnTo>
                  <a:pt x="172163" y="35044"/>
                </a:lnTo>
                <a:lnTo>
                  <a:pt x="172452" y="35356"/>
                </a:lnTo>
                <a:lnTo>
                  <a:pt x="172733" y="35675"/>
                </a:lnTo>
                <a:lnTo>
                  <a:pt x="173005" y="36000"/>
                </a:lnTo>
                <a:lnTo>
                  <a:pt x="173270" y="36331"/>
                </a:lnTo>
                <a:lnTo>
                  <a:pt x="173526" y="36669"/>
                </a:lnTo>
                <a:lnTo>
                  <a:pt x="173774" y="37014"/>
                </a:lnTo>
                <a:lnTo>
                  <a:pt x="174014" y="37365"/>
                </a:lnTo>
                <a:lnTo>
                  <a:pt x="174245" y="37722"/>
                </a:lnTo>
                <a:lnTo>
                  <a:pt x="174468" y="38086"/>
                </a:lnTo>
                <a:lnTo>
                  <a:pt x="174683" y="38457"/>
                </a:lnTo>
                <a:lnTo>
                  <a:pt x="174890" y="38834"/>
                </a:lnTo>
                <a:lnTo>
                  <a:pt x="175088" y="39218"/>
                </a:lnTo>
                <a:lnTo>
                  <a:pt x="175278" y="39608"/>
                </a:lnTo>
                <a:lnTo>
                  <a:pt x="175460" y="40004"/>
                </a:lnTo>
                <a:lnTo>
                  <a:pt x="175634" y="40407"/>
                </a:lnTo>
                <a:lnTo>
                  <a:pt x="175799" y="40817"/>
                </a:lnTo>
                <a:lnTo>
                  <a:pt x="175957" y="41233"/>
                </a:lnTo>
                <a:lnTo>
                  <a:pt x="176105" y="41655"/>
                </a:lnTo>
                <a:lnTo>
                  <a:pt x="176246" y="42084"/>
                </a:lnTo>
                <a:lnTo>
                  <a:pt x="176378" y="42520"/>
                </a:lnTo>
                <a:lnTo>
                  <a:pt x="176503" y="42962"/>
                </a:lnTo>
                <a:lnTo>
                  <a:pt x="176619" y="43407"/>
                </a:lnTo>
                <a:lnTo>
                  <a:pt x="176726" y="43854"/>
                </a:lnTo>
                <a:lnTo>
                  <a:pt x="176826" y="44302"/>
                </a:lnTo>
                <a:lnTo>
                  <a:pt x="176918" y="44750"/>
                </a:lnTo>
                <a:lnTo>
                  <a:pt x="177002" y="45199"/>
                </a:lnTo>
                <a:lnTo>
                  <a:pt x="177078" y="45650"/>
                </a:lnTo>
                <a:lnTo>
                  <a:pt x="177146" y="46101"/>
                </a:lnTo>
                <a:lnTo>
                  <a:pt x="177206" y="46553"/>
                </a:lnTo>
                <a:lnTo>
                  <a:pt x="177258" y="47006"/>
                </a:lnTo>
                <a:lnTo>
                  <a:pt x="177301" y="47460"/>
                </a:lnTo>
                <a:lnTo>
                  <a:pt x="177337" y="47915"/>
                </a:lnTo>
                <a:lnTo>
                  <a:pt x="177365" y="48371"/>
                </a:lnTo>
                <a:lnTo>
                  <a:pt x="177384" y="48828"/>
                </a:lnTo>
                <a:lnTo>
                  <a:pt x="177396" y="49286"/>
                </a:lnTo>
                <a:lnTo>
                  <a:pt x="177400" y="49744"/>
                </a:lnTo>
                <a:lnTo>
                  <a:pt x="177395" y="50204"/>
                </a:lnTo>
                <a:lnTo>
                  <a:pt x="177383" y="50664"/>
                </a:lnTo>
                <a:lnTo>
                  <a:pt x="177363" y="51126"/>
                </a:lnTo>
                <a:lnTo>
                  <a:pt x="177334" y="51588"/>
                </a:lnTo>
                <a:lnTo>
                  <a:pt x="177298" y="52051"/>
                </a:lnTo>
                <a:lnTo>
                  <a:pt x="177253" y="52515"/>
                </a:lnTo>
                <a:lnTo>
                  <a:pt x="177201" y="52980"/>
                </a:lnTo>
                <a:lnTo>
                  <a:pt x="177140" y="53446"/>
                </a:lnTo>
                <a:lnTo>
                  <a:pt x="177072" y="53913"/>
                </a:lnTo>
                <a:lnTo>
                  <a:pt x="176871" y="54916"/>
                </a:lnTo>
                <a:lnTo>
                  <a:pt x="135182" y="54854"/>
                </a:lnTo>
                <a:lnTo>
                  <a:pt x="135187" y="54839"/>
                </a:lnTo>
                <a:lnTo>
                  <a:pt x="135313" y="54401"/>
                </a:lnTo>
                <a:lnTo>
                  <a:pt x="135444" y="53963"/>
                </a:lnTo>
                <a:close/>
                <a:moveTo>
                  <a:pt x="386250" y="25047"/>
                </a:moveTo>
                <a:lnTo>
                  <a:pt x="385111" y="31610"/>
                </a:lnTo>
                <a:lnTo>
                  <a:pt x="398119" y="31610"/>
                </a:lnTo>
                <a:lnTo>
                  <a:pt x="389933" y="79881"/>
                </a:lnTo>
                <a:lnTo>
                  <a:pt x="389880" y="80288"/>
                </a:lnTo>
                <a:lnTo>
                  <a:pt x="389832" y="80693"/>
                </a:lnTo>
                <a:lnTo>
                  <a:pt x="389790" y="81095"/>
                </a:lnTo>
                <a:lnTo>
                  <a:pt x="389752" y="81496"/>
                </a:lnTo>
                <a:lnTo>
                  <a:pt x="389721" y="81894"/>
                </a:lnTo>
                <a:lnTo>
                  <a:pt x="389694" y="82290"/>
                </a:lnTo>
                <a:lnTo>
                  <a:pt x="389673" y="82684"/>
                </a:lnTo>
                <a:lnTo>
                  <a:pt x="389658" y="83076"/>
                </a:lnTo>
                <a:lnTo>
                  <a:pt x="389647" y="83466"/>
                </a:lnTo>
                <a:lnTo>
                  <a:pt x="389642" y="83854"/>
                </a:lnTo>
                <a:lnTo>
                  <a:pt x="389643" y="84240"/>
                </a:lnTo>
                <a:lnTo>
                  <a:pt x="389648" y="84624"/>
                </a:lnTo>
                <a:lnTo>
                  <a:pt x="389659" y="85005"/>
                </a:lnTo>
                <a:lnTo>
                  <a:pt x="389676" y="85385"/>
                </a:lnTo>
                <a:lnTo>
                  <a:pt x="389697" y="85762"/>
                </a:lnTo>
                <a:lnTo>
                  <a:pt x="389725" y="86137"/>
                </a:lnTo>
                <a:lnTo>
                  <a:pt x="389757" y="86511"/>
                </a:lnTo>
                <a:lnTo>
                  <a:pt x="389795" y="86882"/>
                </a:lnTo>
                <a:lnTo>
                  <a:pt x="389838" y="87251"/>
                </a:lnTo>
                <a:lnTo>
                  <a:pt x="389886" y="87618"/>
                </a:lnTo>
                <a:lnTo>
                  <a:pt x="389940" y="87983"/>
                </a:lnTo>
                <a:lnTo>
                  <a:pt x="389999" y="88345"/>
                </a:lnTo>
                <a:lnTo>
                  <a:pt x="390064" y="88706"/>
                </a:lnTo>
                <a:lnTo>
                  <a:pt x="390134" y="89065"/>
                </a:lnTo>
                <a:lnTo>
                  <a:pt x="390210" y="89419"/>
                </a:lnTo>
                <a:lnTo>
                  <a:pt x="390293" y="89768"/>
                </a:lnTo>
                <a:lnTo>
                  <a:pt x="390383" y="90112"/>
                </a:lnTo>
                <a:lnTo>
                  <a:pt x="390481" y="90450"/>
                </a:lnTo>
                <a:lnTo>
                  <a:pt x="390585" y="90783"/>
                </a:lnTo>
                <a:lnTo>
                  <a:pt x="390697" y="91110"/>
                </a:lnTo>
                <a:lnTo>
                  <a:pt x="390815" y="91432"/>
                </a:lnTo>
                <a:lnTo>
                  <a:pt x="390941" y="91749"/>
                </a:lnTo>
                <a:lnTo>
                  <a:pt x="391074" y="92059"/>
                </a:lnTo>
                <a:lnTo>
                  <a:pt x="391214" y="92365"/>
                </a:lnTo>
                <a:lnTo>
                  <a:pt x="391361" y="92665"/>
                </a:lnTo>
                <a:lnTo>
                  <a:pt x="391515" y="92959"/>
                </a:lnTo>
                <a:lnTo>
                  <a:pt x="391676" y="93248"/>
                </a:lnTo>
                <a:lnTo>
                  <a:pt x="391845" y="93532"/>
                </a:lnTo>
                <a:lnTo>
                  <a:pt x="392020" y="93810"/>
                </a:lnTo>
                <a:lnTo>
                  <a:pt x="392202" y="94083"/>
                </a:lnTo>
                <a:lnTo>
                  <a:pt x="392392" y="94350"/>
                </a:lnTo>
                <a:lnTo>
                  <a:pt x="392589" y="94612"/>
                </a:lnTo>
                <a:lnTo>
                  <a:pt x="392792" y="94868"/>
                </a:lnTo>
                <a:lnTo>
                  <a:pt x="393003" y="95119"/>
                </a:lnTo>
                <a:lnTo>
                  <a:pt x="393221" y="95364"/>
                </a:lnTo>
                <a:lnTo>
                  <a:pt x="393446" y="95604"/>
                </a:lnTo>
                <a:lnTo>
                  <a:pt x="393678" y="95838"/>
                </a:lnTo>
                <a:lnTo>
                  <a:pt x="393918" y="96067"/>
                </a:lnTo>
                <a:lnTo>
                  <a:pt x="394165" y="96289"/>
                </a:lnTo>
                <a:lnTo>
                  <a:pt x="394422" y="96501"/>
                </a:lnTo>
                <a:lnTo>
                  <a:pt x="394688" y="96704"/>
                </a:lnTo>
                <a:lnTo>
                  <a:pt x="394964" y="96899"/>
                </a:lnTo>
                <a:lnTo>
                  <a:pt x="395249" y="97083"/>
                </a:lnTo>
                <a:lnTo>
                  <a:pt x="395544" y="97259"/>
                </a:lnTo>
                <a:lnTo>
                  <a:pt x="395848" y="97425"/>
                </a:lnTo>
                <a:lnTo>
                  <a:pt x="396161" y="97583"/>
                </a:lnTo>
                <a:lnTo>
                  <a:pt x="396484" y="97731"/>
                </a:lnTo>
                <a:lnTo>
                  <a:pt x="396816" y="97870"/>
                </a:lnTo>
                <a:lnTo>
                  <a:pt x="397158" y="97999"/>
                </a:lnTo>
                <a:lnTo>
                  <a:pt x="397509" y="98120"/>
                </a:lnTo>
                <a:lnTo>
                  <a:pt x="397869" y="98231"/>
                </a:lnTo>
                <a:lnTo>
                  <a:pt x="398239" y="98333"/>
                </a:lnTo>
                <a:lnTo>
                  <a:pt x="398619" y="98426"/>
                </a:lnTo>
                <a:lnTo>
                  <a:pt x="399007" y="98510"/>
                </a:lnTo>
                <a:lnTo>
                  <a:pt x="399406" y="98584"/>
                </a:lnTo>
                <a:lnTo>
                  <a:pt x="399813" y="98650"/>
                </a:lnTo>
                <a:lnTo>
                  <a:pt x="400230" y="98706"/>
                </a:lnTo>
                <a:lnTo>
                  <a:pt x="400657" y="98753"/>
                </a:lnTo>
                <a:lnTo>
                  <a:pt x="401092" y="98791"/>
                </a:lnTo>
                <a:lnTo>
                  <a:pt x="401538" y="98819"/>
                </a:lnTo>
                <a:lnTo>
                  <a:pt x="401992" y="98838"/>
                </a:lnTo>
                <a:lnTo>
                  <a:pt x="402456" y="98849"/>
                </a:lnTo>
                <a:lnTo>
                  <a:pt x="402624" y="98848"/>
                </a:lnTo>
                <a:lnTo>
                  <a:pt x="402792" y="98847"/>
                </a:lnTo>
                <a:lnTo>
                  <a:pt x="402959" y="98845"/>
                </a:lnTo>
                <a:lnTo>
                  <a:pt x="403127" y="98842"/>
                </a:lnTo>
                <a:lnTo>
                  <a:pt x="403295" y="98838"/>
                </a:lnTo>
                <a:lnTo>
                  <a:pt x="403463" y="98834"/>
                </a:lnTo>
                <a:lnTo>
                  <a:pt x="403631" y="98829"/>
                </a:lnTo>
                <a:lnTo>
                  <a:pt x="403800" y="98823"/>
                </a:lnTo>
                <a:lnTo>
                  <a:pt x="403968" y="98816"/>
                </a:lnTo>
                <a:lnTo>
                  <a:pt x="404136" y="98808"/>
                </a:lnTo>
                <a:lnTo>
                  <a:pt x="404305" y="98799"/>
                </a:lnTo>
                <a:lnTo>
                  <a:pt x="404474" y="98790"/>
                </a:lnTo>
                <a:lnTo>
                  <a:pt x="404643" y="98780"/>
                </a:lnTo>
                <a:lnTo>
                  <a:pt x="404812" y="98769"/>
                </a:lnTo>
                <a:lnTo>
                  <a:pt x="404981" y="98757"/>
                </a:lnTo>
                <a:lnTo>
                  <a:pt x="405150" y="98744"/>
                </a:lnTo>
                <a:lnTo>
                  <a:pt x="405319" y="98731"/>
                </a:lnTo>
                <a:lnTo>
                  <a:pt x="405489" y="98717"/>
                </a:lnTo>
                <a:lnTo>
                  <a:pt x="405659" y="98702"/>
                </a:lnTo>
                <a:lnTo>
                  <a:pt x="405828" y="98686"/>
                </a:lnTo>
                <a:lnTo>
                  <a:pt x="405998" y="98669"/>
                </a:lnTo>
                <a:lnTo>
                  <a:pt x="406168" y="98652"/>
                </a:lnTo>
                <a:lnTo>
                  <a:pt x="406338" y="98633"/>
                </a:lnTo>
                <a:lnTo>
                  <a:pt x="406508" y="98614"/>
                </a:lnTo>
                <a:lnTo>
                  <a:pt x="406678" y="98594"/>
                </a:lnTo>
                <a:lnTo>
                  <a:pt x="406848" y="98573"/>
                </a:lnTo>
                <a:lnTo>
                  <a:pt x="407017" y="98551"/>
                </a:lnTo>
                <a:lnTo>
                  <a:pt x="407186" y="98528"/>
                </a:lnTo>
                <a:lnTo>
                  <a:pt x="407355" y="98503"/>
                </a:lnTo>
                <a:lnTo>
                  <a:pt x="407523" y="98478"/>
                </a:lnTo>
                <a:lnTo>
                  <a:pt x="407691" y="98452"/>
                </a:lnTo>
                <a:lnTo>
                  <a:pt x="407859" y="98424"/>
                </a:lnTo>
                <a:lnTo>
                  <a:pt x="408026" y="98396"/>
                </a:lnTo>
                <a:lnTo>
                  <a:pt x="408193" y="98367"/>
                </a:lnTo>
                <a:lnTo>
                  <a:pt x="408359" y="98336"/>
                </a:lnTo>
                <a:lnTo>
                  <a:pt x="408526" y="98304"/>
                </a:lnTo>
                <a:lnTo>
                  <a:pt x="408691" y="98272"/>
                </a:lnTo>
                <a:lnTo>
                  <a:pt x="408857" y="98238"/>
                </a:lnTo>
                <a:lnTo>
                  <a:pt x="409022" y="98204"/>
                </a:lnTo>
                <a:lnTo>
                  <a:pt x="409187" y="98168"/>
                </a:lnTo>
                <a:lnTo>
                  <a:pt x="409351" y="98131"/>
                </a:lnTo>
                <a:lnTo>
                  <a:pt x="409516" y="98093"/>
                </a:lnTo>
                <a:lnTo>
                  <a:pt x="409679" y="98054"/>
                </a:lnTo>
                <a:lnTo>
                  <a:pt x="409843" y="98014"/>
                </a:lnTo>
                <a:lnTo>
                  <a:pt x="410006" y="97973"/>
                </a:lnTo>
                <a:lnTo>
                  <a:pt x="410169" y="97931"/>
                </a:lnTo>
                <a:lnTo>
                  <a:pt x="410331" y="97888"/>
                </a:lnTo>
                <a:lnTo>
                  <a:pt x="410493" y="97844"/>
                </a:lnTo>
                <a:lnTo>
                  <a:pt x="410895" y="91080"/>
                </a:lnTo>
                <a:lnTo>
                  <a:pt x="410755" y="91097"/>
                </a:lnTo>
                <a:lnTo>
                  <a:pt x="410616" y="91114"/>
                </a:lnTo>
                <a:lnTo>
                  <a:pt x="410477" y="91130"/>
                </a:lnTo>
                <a:lnTo>
                  <a:pt x="410338" y="91147"/>
                </a:lnTo>
                <a:lnTo>
                  <a:pt x="410200" y="91164"/>
                </a:lnTo>
                <a:lnTo>
                  <a:pt x="410062" y="91180"/>
                </a:lnTo>
                <a:lnTo>
                  <a:pt x="409924" y="91197"/>
                </a:lnTo>
                <a:lnTo>
                  <a:pt x="409786" y="91214"/>
                </a:lnTo>
                <a:lnTo>
                  <a:pt x="409648" y="91231"/>
                </a:lnTo>
                <a:lnTo>
                  <a:pt x="409511" y="91247"/>
                </a:lnTo>
                <a:lnTo>
                  <a:pt x="409374" y="91264"/>
                </a:lnTo>
                <a:lnTo>
                  <a:pt x="409237" y="91281"/>
                </a:lnTo>
                <a:lnTo>
                  <a:pt x="409101" y="91298"/>
                </a:lnTo>
                <a:lnTo>
                  <a:pt x="408964" y="91314"/>
                </a:lnTo>
                <a:lnTo>
                  <a:pt x="408828" y="91331"/>
                </a:lnTo>
                <a:lnTo>
                  <a:pt x="408692" y="91348"/>
                </a:lnTo>
                <a:lnTo>
                  <a:pt x="408556" y="91365"/>
                </a:lnTo>
                <a:lnTo>
                  <a:pt x="408421" y="91381"/>
                </a:lnTo>
                <a:lnTo>
                  <a:pt x="408286" y="91398"/>
                </a:lnTo>
                <a:lnTo>
                  <a:pt x="408151" y="91415"/>
                </a:lnTo>
                <a:lnTo>
                  <a:pt x="408016" y="91432"/>
                </a:lnTo>
                <a:lnTo>
                  <a:pt x="407882" y="91448"/>
                </a:lnTo>
                <a:lnTo>
                  <a:pt x="407747" y="91465"/>
                </a:lnTo>
                <a:lnTo>
                  <a:pt x="407613" y="91482"/>
                </a:lnTo>
                <a:lnTo>
                  <a:pt x="407479" y="91498"/>
                </a:lnTo>
                <a:lnTo>
                  <a:pt x="407345" y="91514"/>
                </a:lnTo>
                <a:lnTo>
                  <a:pt x="407210" y="91529"/>
                </a:lnTo>
                <a:lnTo>
                  <a:pt x="407076" y="91543"/>
                </a:lnTo>
                <a:lnTo>
                  <a:pt x="406941" y="91557"/>
                </a:lnTo>
                <a:lnTo>
                  <a:pt x="406805" y="91570"/>
                </a:lnTo>
                <a:lnTo>
                  <a:pt x="406670" y="91582"/>
                </a:lnTo>
                <a:lnTo>
                  <a:pt x="406534" y="91593"/>
                </a:lnTo>
                <a:lnTo>
                  <a:pt x="406398" y="91604"/>
                </a:lnTo>
                <a:lnTo>
                  <a:pt x="406262" y="91614"/>
                </a:lnTo>
                <a:lnTo>
                  <a:pt x="406126" y="91624"/>
                </a:lnTo>
                <a:lnTo>
                  <a:pt x="405989" y="91633"/>
                </a:lnTo>
                <a:lnTo>
                  <a:pt x="405852" y="91641"/>
                </a:lnTo>
                <a:lnTo>
                  <a:pt x="405715" y="91648"/>
                </a:lnTo>
                <a:lnTo>
                  <a:pt x="405578" y="91655"/>
                </a:lnTo>
                <a:lnTo>
                  <a:pt x="405440" y="91660"/>
                </a:lnTo>
                <a:lnTo>
                  <a:pt x="405303" y="91666"/>
                </a:lnTo>
                <a:lnTo>
                  <a:pt x="405165" y="91670"/>
                </a:lnTo>
                <a:lnTo>
                  <a:pt x="405026" y="91674"/>
                </a:lnTo>
                <a:lnTo>
                  <a:pt x="404888" y="91677"/>
                </a:lnTo>
                <a:lnTo>
                  <a:pt x="404749" y="91680"/>
                </a:lnTo>
                <a:lnTo>
                  <a:pt x="404610" y="91681"/>
                </a:lnTo>
                <a:lnTo>
                  <a:pt x="404471" y="91682"/>
                </a:lnTo>
                <a:lnTo>
                  <a:pt x="404332" y="91683"/>
                </a:lnTo>
                <a:lnTo>
                  <a:pt x="404045" y="91674"/>
                </a:lnTo>
                <a:lnTo>
                  <a:pt x="403765" y="91660"/>
                </a:lnTo>
                <a:lnTo>
                  <a:pt x="403491" y="91640"/>
                </a:lnTo>
                <a:lnTo>
                  <a:pt x="403225" y="91615"/>
                </a:lnTo>
                <a:lnTo>
                  <a:pt x="402965" y="91584"/>
                </a:lnTo>
                <a:lnTo>
                  <a:pt x="402712" y="91547"/>
                </a:lnTo>
                <a:lnTo>
                  <a:pt x="402465" y="91504"/>
                </a:lnTo>
                <a:lnTo>
                  <a:pt x="402226" y="91456"/>
                </a:lnTo>
                <a:lnTo>
                  <a:pt x="401993" y="91402"/>
                </a:lnTo>
                <a:lnTo>
                  <a:pt x="401767" y="91342"/>
                </a:lnTo>
                <a:lnTo>
                  <a:pt x="401547" y="91277"/>
                </a:lnTo>
                <a:lnTo>
                  <a:pt x="401335" y="91206"/>
                </a:lnTo>
                <a:lnTo>
                  <a:pt x="401129" y="91129"/>
                </a:lnTo>
                <a:lnTo>
                  <a:pt x="400930" y="91046"/>
                </a:lnTo>
                <a:lnTo>
                  <a:pt x="400737" y="90958"/>
                </a:lnTo>
                <a:lnTo>
                  <a:pt x="400551" y="90864"/>
                </a:lnTo>
                <a:lnTo>
                  <a:pt x="400373" y="90765"/>
                </a:lnTo>
                <a:lnTo>
                  <a:pt x="400200" y="90659"/>
                </a:lnTo>
                <a:lnTo>
                  <a:pt x="400035" y="90548"/>
                </a:lnTo>
                <a:lnTo>
                  <a:pt x="399876" y="90432"/>
                </a:lnTo>
                <a:lnTo>
                  <a:pt x="399724" y="90309"/>
                </a:lnTo>
                <a:lnTo>
                  <a:pt x="399579" y="90181"/>
                </a:lnTo>
                <a:lnTo>
                  <a:pt x="399441" y="90048"/>
                </a:lnTo>
                <a:lnTo>
                  <a:pt x="399309" y="89908"/>
                </a:lnTo>
                <a:lnTo>
                  <a:pt x="399183" y="89764"/>
                </a:lnTo>
                <a:lnTo>
                  <a:pt x="399061" y="89617"/>
                </a:lnTo>
                <a:lnTo>
                  <a:pt x="398944" y="89466"/>
                </a:lnTo>
                <a:lnTo>
                  <a:pt x="398832" y="89312"/>
                </a:lnTo>
                <a:lnTo>
                  <a:pt x="398724" y="89155"/>
                </a:lnTo>
                <a:lnTo>
                  <a:pt x="398620" y="88995"/>
                </a:lnTo>
                <a:lnTo>
                  <a:pt x="398521" y="88831"/>
                </a:lnTo>
                <a:lnTo>
                  <a:pt x="398427" y="88664"/>
                </a:lnTo>
                <a:lnTo>
                  <a:pt x="398337" y="88494"/>
                </a:lnTo>
                <a:lnTo>
                  <a:pt x="398252" y="88320"/>
                </a:lnTo>
                <a:lnTo>
                  <a:pt x="398171" y="88144"/>
                </a:lnTo>
                <a:lnTo>
                  <a:pt x="398095" y="87964"/>
                </a:lnTo>
                <a:lnTo>
                  <a:pt x="398023" y="87781"/>
                </a:lnTo>
                <a:lnTo>
                  <a:pt x="397956" y="87594"/>
                </a:lnTo>
                <a:lnTo>
                  <a:pt x="397894" y="87404"/>
                </a:lnTo>
                <a:lnTo>
                  <a:pt x="397835" y="87212"/>
                </a:lnTo>
                <a:lnTo>
                  <a:pt x="397782" y="87015"/>
                </a:lnTo>
                <a:lnTo>
                  <a:pt x="397733" y="86816"/>
                </a:lnTo>
                <a:lnTo>
                  <a:pt x="397688" y="86613"/>
                </a:lnTo>
                <a:lnTo>
                  <a:pt x="397648" y="86407"/>
                </a:lnTo>
                <a:lnTo>
                  <a:pt x="397613" y="86198"/>
                </a:lnTo>
                <a:lnTo>
                  <a:pt x="397582" y="85985"/>
                </a:lnTo>
                <a:lnTo>
                  <a:pt x="397556" y="85770"/>
                </a:lnTo>
                <a:lnTo>
                  <a:pt x="397534" y="85551"/>
                </a:lnTo>
                <a:lnTo>
                  <a:pt x="397516" y="85330"/>
                </a:lnTo>
                <a:lnTo>
                  <a:pt x="397499" y="85107"/>
                </a:lnTo>
                <a:lnTo>
                  <a:pt x="397485" y="84884"/>
                </a:lnTo>
                <a:lnTo>
                  <a:pt x="397474" y="84660"/>
                </a:lnTo>
                <a:lnTo>
                  <a:pt x="397464" y="84435"/>
                </a:lnTo>
                <a:lnTo>
                  <a:pt x="397457" y="84208"/>
                </a:lnTo>
                <a:lnTo>
                  <a:pt x="397451" y="83981"/>
                </a:lnTo>
                <a:lnTo>
                  <a:pt x="397449" y="83752"/>
                </a:lnTo>
                <a:lnTo>
                  <a:pt x="397448" y="83523"/>
                </a:lnTo>
                <a:lnTo>
                  <a:pt x="397449" y="83292"/>
                </a:lnTo>
                <a:lnTo>
                  <a:pt x="397453" y="83061"/>
                </a:lnTo>
                <a:lnTo>
                  <a:pt x="397459" y="82828"/>
                </a:lnTo>
                <a:lnTo>
                  <a:pt x="397467" y="82594"/>
                </a:lnTo>
                <a:lnTo>
                  <a:pt x="397477" y="82360"/>
                </a:lnTo>
                <a:lnTo>
                  <a:pt x="397490" y="82124"/>
                </a:lnTo>
                <a:lnTo>
                  <a:pt x="397504" y="81887"/>
                </a:lnTo>
                <a:lnTo>
                  <a:pt x="397521" y="81649"/>
                </a:lnTo>
                <a:lnTo>
                  <a:pt x="397540" y="81410"/>
                </a:lnTo>
                <a:lnTo>
                  <a:pt x="397562" y="81170"/>
                </a:lnTo>
                <a:lnTo>
                  <a:pt x="397585" y="80929"/>
                </a:lnTo>
                <a:lnTo>
                  <a:pt x="397611" y="80687"/>
                </a:lnTo>
                <a:lnTo>
                  <a:pt x="397639" y="80444"/>
                </a:lnTo>
                <a:lnTo>
                  <a:pt x="397669" y="80200"/>
                </a:lnTo>
                <a:lnTo>
                  <a:pt x="397702" y="79955"/>
                </a:lnTo>
                <a:lnTo>
                  <a:pt x="405980" y="31610"/>
                </a:lnTo>
                <a:lnTo>
                  <a:pt x="420538" y="31610"/>
                </a:lnTo>
                <a:lnTo>
                  <a:pt x="421610" y="25047"/>
                </a:lnTo>
                <a:lnTo>
                  <a:pt x="407104" y="25047"/>
                </a:lnTo>
                <a:lnTo>
                  <a:pt x="410292" y="6429"/>
                </a:lnTo>
                <a:lnTo>
                  <a:pt x="402389" y="6429"/>
                </a:lnTo>
                <a:lnTo>
                  <a:pt x="399232" y="25047"/>
                </a:lnTo>
                <a:lnTo>
                  <a:pt x="386250" y="25047"/>
                </a:lnTo>
                <a:close/>
                <a:moveTo>
                  <a:pt x="515928" y="46744"/>
                </a:moveTo>
                <a:lnTo>
                  <a:pt x="516107" y="46378"/>
                </a:lnTo>
                <a:lnTo>
                  <a:pt x="516289" y="46015"/>
                </a:lnTo>
                <a:lnTo>
                  <a:pt x="516475" y="45654"/>
                </a:lnTo>
                <a:lnTo>
                  <a:pt x="516664" y="45297"/>
                </a:lnTo>
                <a:lnTo>
                  <a:pt x="516857" y="44944"/>
                </a:lnTo>
                <a:lnTo>
                  <a:pt x="517053" y="44593"/>
                </a:lnTo>
                <a:lnTo>
                  <a:pt x="517253" y="44245"/>
                </a:lnTo>
                <a:lnTo>
                  <a:pt x="517457" y="43901"/>
                </a:lnTo>
                <a:lnTo>
                  <a:pt x="517664" y="43559"/>
                </a:lnTo>
                <a:lnTo>
                  <a:pt x="517875" y="43221"/>
                </a:lnTo>
                <a:lnTo>
                  <a:pt x="518089" y="42886"/>
                </a:lnTo>
                <a:lnTo>
                  <a:pt x="518307" y="42554"/>
                </a:lnTo>
                <a:lnTo>
                  <a:pt x="518529" y="42226"/>
                </a:lnTo>
                <a:lnTo>
                  <a:pt x="518754" y="41900"/>
                </a:lnTo>
                <a:lnTo>
                  <a:pt x="518983" y="41578"/>
                </a:lnTo>
                <a:lnTo>
                  <a:pt x="519216" y="41258"/>
                </a:lnTo>
                <a:lnTo>
                  <a:pt x="519452" y="40942"/>
                </a:lnTo>
                <a:lnTo>
                  <a:pt x="519691" y="40629"/>
                </a:lnTo>
                <a:lnTo>
                  <a:pt x="519935" y="40319"/>
                </a:lnTo>
                <a:lnTo>
                  <a:pt x="520182" y="40012"/>
                </a:lnTo>
                <a:lnTo>
                  <a:pt x="520432" y="39709"/>
                </a:lnTo>
                <a:lnTo>
                  <a:pt x="520686" y="39408"/>
                </a:lnTo>
                <a:lnTo>
                  <a:pt x="520944" y="39111"/>
                </a:lnTo>
                <a:lnTo>
                  <a:pt x="521205" y="38818"/>
                </a:lnTo>
                <a:lnTo>
                  <a:pt x="521471" y="38529"/>
                </a:lnTo>
                <a:lnTo>
                  <a:pt x="521740" y="38246"/>
                </a:lnTo>
                <a:lnTo>
                  <a:pt x="522013" y="37969"/>
                </a:lnTo>
                <a:lnTo>
                  <a:pt x="522289" y="37696"/>
                </a:lnTo>
                <a:lnTo>
                  <a:pt x="522570" y="37428"/>
                </a:lnTo>
                <a:lnTo>
                  <a:pt x="522854" y="37166"/>
                </a:lnTo>
                <a:lnTo>
                  <a:pt x="523143" y="36908"/>
                </a:lnTo>
                <a:lnTo>
                  <a:pt x="523435" y="36656"/>
                </a:lnTo>
                <a:lnTo>
                  <a:pt x="523731" y="36409"/>
                </a:lnTo>
                <a:lnTo>
                  <a:pt x="524031" y="36167"/>
                </a:lnTo>
                <a:lnTo>
                  <a:pt x="524334" y="35930"/>
                </a:lnTo>
                <a:lnTo>
                  <a:pt x="524642" y="35698"/>
                </a:lnTo>
                <a:lnTo>
                  <a:pt x="524953" y="35471"/>
                </a:lnTo>
                <a:lnTo>
                  <a:pt x="525268" y="35250"/>
                </a:lnTo>
                <a:lnTo>
                  <a:pt x="525587" y="35033"/>
                </a:lnTo>
                <a:lnTo>
                  <a:pt x="525910" y="34822"/>
                </a:lnTo>
                <a:lnTo>
                  <a:pt x="526237" y="34615"/>
                </a:lnTo>
                <a:lnTo>
                  <a:pt x="526567" y="34414"/>
                </a:lnTo>
                <a:lnTo>
                  <a:pt x="526901" y="34218"/>
                </a:lnTo>
                <a:lnTo>
                  <a:pt x="527240" y="34027"/>
                </a:lnTo>
                <a:lnTo>
                  <a:pt x="527582" y="33842"/>
                </a:lnTo>
                <a:lnTo>
                  <a:pt x="527927" y="33661"/>
                </a:lnTo>
                <a:lnTo>
                  <a:pt x="528277" y="33485"/>
                </a:lnTo>
                <a:lnTo>
                  <a:pt x="528631" y="33316"/>
                </a:lnTo>
                <a:lnTo>
                  <a:pt x="528988" y="33154"/>
                </a:lnTo>
                <a:lnTo>
                  <a:pt x="529350" y="33000"/>
                </a:lnTo>
                <a:lnTo>
                  <a:pt x="529715" y="32853"/>
                </a:lnTo>
                <a:lnTo>
                  <a:pt x="530085" y="32713"/>
                </a:lnTo>
                <a:lnTo>
                  <a:pt x="530458" y="32581"/>
                </a:lnTo>
                <a:lnTo>
                  <a:pt x="530835" y="32457"/>
                </a:lnTo>
                <a:lnTo>
                  <a:pt x="531216" y="32339"/>
                </a:lnTo>
                <a:lnTo>
                  <a:pt x="531602" y="32230"/>
                </a:lnTo>
                <a:lnTo>
                  <a:pt x="531991" y="32127"/>
                </a:lnTo>
                <a:lnTo>
                  <a:pt x="532384" y="32032"/>
                </a:lnTo>
                <a:lnTo>
                  <a:pt x="532781" y="31945"/>
                </a:lnTo>
                <a:lnTo>
                  <a:pt x="533182" y="31865"/>
                </a:lnTo>
                <a:lnTo>
                  <a:pt x="533587" y="31792"/>
                </a:lnTo>
                <a:lnTo>
                  <a:pt x="533996" y="31727"/>
                </a:lnTo>
                <a:lnTo>
                  <a:pt x="534409" y="31670"/>
                </a:lnTo>
                <a:lnTo>
                  <a:pt x="534826" y="31619"/>
                </a:lnTo>
                <a:lnTo>
                  <a:pt x="535246" y="31577"/>
                </a:lnTo>
                <a:lnTo>
                  <a:pt x="535671" y="31541"/>
                </a:lnTo>
                <a:lnTo>
                  <a:pt x="536100" y="31513"/>
                </a:lnTo>
                <a:lnTo>
                  <a:pt x="536532" y="31493"/>
                </a:lnTo>
                <a:lnTo>
                  <a:pt x="536969" y="31480"/>
                </a:lnTo>
                <a:lnTo>
                  <a:pt x="537409" y="31474"/>
                </a:lnTo>
                <a:lnTo>
                  <a:pt x="537854" y="31476"/>
                </a:lnTo>
                <a:lnTo>
                  <a:pt x="537960" y="31476"/>
                </a:lnTo>
                <a:lnTo>
                  <a:pt x="538066" y="31477"/>
                </a:lnTo>
                <a:lnTo>
                  <a:pt x="538172" y="31478"/>
                </a:lnTo>
                <a:lnTo>
                  <a:pt x="538278" y="31480"/>
                </a:lnTo>
                <a:lnTo>
                  <a:pt x="538384" y="31482"/>
                </a:lnTo>
                <a:lnTo>
                  <a:pt x="538490" y="31485"/>
                </a:lnTo>
                <a:lnTo>
                  <a:pt x="538596" y="31488"/>
                </a:lnTo>
                <a:lnTo>
                  <a:pt x="538702" y="31491"/>
                </a:lnTo>
                <a:lnTo>
                  <a:pt x="538808" y="31495"/>
                </a:lnTo>
                <a:lnTo>
                  <a:pt x="538914" y="31499"/>
                </a:lnTo>
                <a:lnTo>
                  <a:pt x="539020" y="31504"/>
                </a:lnTo>
                <a:lnTo>
                  <a:pt x="539126" y="31510"/>
                </a:lnTo>
                <a:lnTo>
                  <a:pt x="539232" y="31515"/>
                </a:lnTo>
                <a:lnTo>
                  <a:pt x="539338" y="31522"/>
                </a:lnTo>
                <a:lnTo>
                  <a:pt x="539444" y="31529"/>
                </a:lnTo>
                <a:lnTo>
                  <a:pt x="539551" y="31536"/>
                </a:lnTo>
                <a:lnTo>
                  <a:pt x="539657" y="31543"/>
                </a:lnTo>
                <a:lnTo>
                  <a:pt x="539763" y="31552"/>
                </a:lnTo>
                <a:lnTo>
                  <a:pt x="539869" y="31560"/>
                </a:lnTo>
                <a:lnTo>
                  <a:pt x="539975" y="31569"/>
                </a:lnTo>
                <a:lnTo>
                  <a:pt x="540081" y="31579"/>
                </a:lnTo>
                <a:lnTo>
                  <a:pt x="540187" y="31589"/>
                </a:lnTo>
                <a:lnTo>
                  <a:pt x="540293" y="31599"/>
                </a:lnTo>
                <a:lnTo>
                  <a:pt x="540399" y="31610"/>
                </a:lnTo>
                <a:lnTo>
                  <a:pt x="540505" y="31621"/>
                </a:lnTo>
                <a:lnTo>
                  <a:pt x="540610" y="31633"/>
                </a:lnTo>
                <a:lnTo>
                  <a:pt x="540716" y="31645"/>
                </a:lnTo>
                <a:lnTo>
                  <a:pt x="540821" y="31657"/>
                </a:lnTo>
                <a:lnTo>
                  <a:pt x="540926" y="31669"/>
                </a:lnTo>
                <a:lnTo>
                  <a:pt x="541031" y="31681"/>
                </a:lnTo>
                <a:lnTo>
                  <a:pt x="541135" y="31694"/>
                </a:lnTo>
                <a:lnTo>
                  <a:pt x="541240" y="31707"/>
                </a:lnTo>
                <a:lnTo>
                  <a:pt x="541344" y="31720"/>
                </a:lnTo>
                <a:lnTo>
                  <a:pt x="541448" y="31733"/>
                </a:lnTo>
                <a:lnTo>
                  <a:pt x="541551" y="31747"/>
                </a:lnTo>
                <a:lnTo>
                  <a:pt x="541655" y="31761"/>
                </a:lnTo>
                <a:lnTo>
                  <a:pt x="541758" y="31775"/>
                </a:lnTo>
                <a:lnTo>
                  <a:pt x="541861" y="31789"/>
                </a:lnTo>
                <a:lnTo>
                  <a:pt x="541963" y="31804"/>
                </a:lnTo>
                <a:lnTo>
                  <a:pt x="542066" y="31818"/>
                </a:lnTo>
                <a:lnTo>
                  <a:pt x="542168" y="31833"/>
                </a:lnTo>
                <a:lnTo>
                  <a:pt x="542270" y="31849"/>
                </a:lnTo>
                <a:lnTo>
                  <a:pt x="542372" y="31864"/>
                </a:lnTo>
                <a:lnTo>
                  <a:pt x="542473" y="31880"/>
                </a:lnTo>
                <a:lnTo>
                  <a:pt x="542574" y="31896"/>
                </a:lnTo>
                <a:lnTo>
                  <a:pt x="542675" y="31912"/>
                </a:lnTo>
                <a:lnTo>
                  <a:pt x="542776" y="31928"/>
                </a:lnTo>
                <a:lnTo>
                  <a:pt x="542877" y="31945"/>
                </a:lnTo>
                <a:lnTo>
                  <a:pt x="543881" y="24578"/>
                </a:lnTo>
                <a:lnTo>
                  <a:pt x="543770" y="24545"/>
                </a:lnTo>
                <a:lnTo>
                  <a:pt x="543658" y="24512"/>
                </a:lnTo>
                <a:lnTo>
                  <a:pt x="543546" y="24480"/>
                </a:lnTo>
                <a:lnTo>
                  <a:pt x="543435" y="24449"/>
                </a:lnTo>
                <a:lnTo>
                  <a:pt x="543323" y="24418"/>
                </a:lnTo>
                <a:lnTo>
                  <a:pt x="543212" y="24388"/>
                </a:lnTo>
                <a:lnTo>
                  <a:pt x="543100" y="24358"/>
                </a:lnTo>
                <a:lnTo>
                  <a:pt x="542988" y="24329"/>
                </a:lnTo>
                <a:lnTo>
                  <a:pt x="542877" y="24300"/>
                </a:lnTo>
                <a:lnTo>
                  <a:pt x="542765" y="24272"/>
                </a:lnTo>
                <a:lnTo>
                  <a:pt x="542654" y="24245"/>
                </a:lnTo>
                <a:lnTo>
                  <a:pt x="542542" y="24218"/>
                </a:lnTo>
                <a:lnTo>
                  <a:pt x="542430" y="24192"/>
                </a:lnTo>
                <a:lnTo>
                  <a:pt x="542319" y="24166"/>
                </a:lnTo>
                <a:lnTo>
                  <a:pt x="542207" y="24141"/>
                </a:lnTo>
                <a:lnTo>
                  <a:pt x="542095" y="24117"/>
                </a:lnTo>
                <a:lnTo>
                  <a:pt x="541984" y="24093"/>
                </a:lnTo>
                <a:lnTo>
                  <a:pt x="541872" y="24070"/>
                </a:lnTo>
                <a:lnTo>
                  <a:pt x="541761" y="24047"/>
                </a:lnTo>
                <a:lnTo>
                  <a:pt x="541649" y="24025"/>
                </a:lnTo>
                <a:lnTo>
                  <a:pt x="541537" y="24003"/>
                </a:lnTo>
                <a:lnTo>
                  <a:pt x="541426" y="23982"/>
                </a:lnTo>
                <a:lnTo>
                  <a:pt x="541314" y="23962"/>
                </a:lnTo>
                <a:lnTo>
                  <a:pt x="541202" y="23942"/>
                </a:lnTo>
                <a:lnTo>
                  <a:pt x="541091" y="23923"/>
                </a:lnTo>
                <a:lnTo>
                  <a:pt x="540979" y="23905"/>
                </a:lnTo>
                <a:lnTo>
                  <a:pt x="540867" y="23887"/>
                </a:lnTo>
                <a:lnTo>
                  <a:pt x="540754" y="23870"/>
                </a:lnTo>
                <a:lnTo>
                  <a:pt x="540641" y="23854"/>
                </a:lnTo>
                <a:lnTo>
                  <a:pt x="540529" y="23839"/>
                </a:lnTo>
                <a:lnTo>
                  <a:pt x="540415" y="23825"/>
                </a:lnTo>
                <a:lnTo>
                  <a:pt x="540302" y="23812"/>
                </a:lnTo>
                <a:lnTo>
                  <a:pt x="540188" y="23799"/>
                </a:lnTo>
                <a:lnTo>
                  <a:pt x="540075" y="23787"/>
                </a:lnTo>
                <a:lnTo>
                  <a:pt x="539961" y="23776"/>
                </a:lnTo>
                <a:lnTo>
                  <a:pt x="539846" y="23766"/>
                </a:lnTo>
                <a:lnTo>
                  <a:pt x="539732" y="23757"/>
                </a:lnTo>
                <a:lnTo>
                  <a:pt x="539617" y="23748"/>
                </a:lnTo>
                <a:lnTo>
                  <a:pt x="539502" y="23741"/>
                </a:lnTo>
                <a:lnTo>
                  <a:pt x="539387" y="23734"/>
                </a:lnTo>
                <a:lnTo>
                  <a:pt x="539271" y="23728"/>
                </a:lnTo>
                <a:lnTo>
                  <a:pt x="539156" y="23722"/>
                </a:lnTo>
                <a:lnTo>
                  <a:pt x="539040" y="23718"/>
                </a:lnTo>
                <a:lnTo>
                  <a:pt x="538924" y="23714"/>
                </a:lnTo>
                <a:lnTo>
                  <a:pt x="538807" y="23711"/>
                </a:lnTo>
                <a:lnTo>
                  <a:pt x="538691" y="23709"/>
                </a:lnTo>
                <a:lnTo>
                  <a:pt x="538574" y="23708"/>
                </a:lnTo>
                <a:lnTo>
                  <a:pt x="538457" y="23708"/>
                </a:lnTo>
                <a:lnTo>
                  <a:pt x="537880" y="23702"/>
                </a:lnTo>
                <a:lnTo>
                  <a:pt x="537309" y="23707"/>
                </a:lnTo>
                <a:lnTo>
                  <a:pt x="536745" y="23723"/>
                </a:lnTo>
                <a:lnTo>
                  <a:pt x="536188" y="23750"/>
                </a:lnTo>
                <a:lnTo>
                  <a:pt x="535637" y="23788"/>
                </a:lnTo>
                <a:lnTo>
                  <a:pt x="535094" y="23837"/>
                </a:lnTo>
                <a:lnTo>
                  <a:pt x="534556" y="23897"/>
                </a:lnTo>
                <a:lnTo>
                  <a:pt x="534025" y="23968"/>
                </a:lnTo>
                <a:lnTo>
                  <a:pt x="533501" y="24050"/>
                </a:lnTo>
                <a:lnTo>
                  <a:pt x="532984" y="24142"/>
                </a:lnTo>
                <a:lnTo>
                  <a:pt x="532473" y="24246"/>
                </a:lnTo>
                <a:lnTo>
                  <a:pt x="531969" y="24361"/>
                </a:lnTo>
                <a:lnTo>
                  <a:pt x="531471" y="24486"/>
                </a:lnTo>
                <a:lnTo>
                  <a:pt x="530980" y="24622"/>
                </a:lnTo>
                <a:lnTo>
                  <a:pt x="530496" y="24770"/>
                </a:lnTo>
                <a:lnTo>
                  <a:pt x="530018" y="24928"/>
                </a:lnTo>
                <a:lnTo>
                  <a:pt x="529547" y="25097"/>
                </a:lnTo>
                <a:lnTo>
                  <a:pt x="529083" y="25277"/>
                </a:lnTo>
                <a:lnTo>
                  <a:pt x="528625" y="25468"/>
                </a:lnTo>
                <a:lnTo>
                  <a:pt x="528174" y="25670"/>
                </a:lnTo>
                <a:lnTo>
                  <a:pt x="527729" y="25883"/>
                </a:lnTo>
                <a:lnTo>
                  <a:pt x="527291" y="26107"/>
                </a:lnTo>
                <a:lnTo>
                  <a:pt x="526860" y="26342"/>
                </a:lnTo>
                <a:lnTo>
                  <a:pt x="526435" y="26587"/>
                </a:lnTo>
                <a:lnTo>
                  <a:pt x="526017" y="26842"/>
                </a:lnTo>
                <a:lnTo>
                  <a:pt x="525604" y="27103"/>
                </a:lnTo>
                <a:lnTo>
                  <a:pt x="525196" y="27372"/>
                </a:lnTo>
                <a:lnTo>
                  <a:pt x="524795" y="27647"/>
                </a:lnTo>
                <a:lnTo>
                  <a:pt x="524398" y="27929"/>
                </a:lnTo>
                <a:lnTo>
                  <a:pt x="524008" y="28218"/>
                </a:lnTo>
                <a:lnTo>
                  <a:pt x="523623" y="28513"/>
                </a:lnTo>
                <a:lnTo>
                  <a:pt x="523243" y="28816"/>
                </a:lnTo>
                <a:lnTo>
                  <a:pt x="522869" y="29125"/>
                </a:lnTo>
                <a:lnTo>
                  <a:pt x="522501" y="29442"/>
                </a:lnTo>
                <a:lnTo>
                  <a:pt x="522138" y="29765"/>
                </a:lnTo>
                <a:lnTo>
                  <a:pt x="521781" y="30095"/>
                </a:lnTo>
                <a:lnTo>
                  <a:pt x="521429" y="30432"/>
                </a:lnTo>
                <a:lnTo>
                  <a:pt x="521083" y="30776"/>
                </a:lnTo>
                <a:lnTo>
                  <a:pt x="520743" y="31126"/>
                </a:lnTo>
                <a:lnTo>
                  <a:pt x="520408" y="31484"/>
                </a:lnTo>
                <a:lnTo>
                  <a:pt x="520079" y="31848"/>
                </a:lnTo>
                <a:lnTo>
                  <a:pt x="519755" y="32219"/>
                </a:lnTo>
                <a:lnTo>
                  <a:pt x="519437" y="32597"/>
                </a:lnTo>
                <a:lnTo>
                  <a:pt x="519124" y="32982"/>
                </a:lnTo>
                <a:lnTo>
                  <a:pt x="518818" y="33374"/>
                </a:lnTo>
                <a:lnTo>
                  <a:pt x="518516" y="33772"/>
                </a:lnTo>
                <a:lnTo>
                  <a:pt x="518220" y="34178"/>
                </a:lnTo>
                <a:lnTo>
                  <a:pt x="517930" y="34590"/>
                </a:lnTo>
                <a:lnTo>
                  <a:pt x="517645" y="35008"/>
                </a:lnTo>
                <a:lnTo>
                  <a:pt x="517398" y="35379"/>
                </a:lnTo>
                <a:lnTo>
                  <a:pt x="519035" y="25047"/>
                </a:lnTo>
                <a:lnTo>
                  <a:pt x="511334" y="25047"/>
                </a:lnTo>
                <a:lnTo>
                  <a:pt x="498810" y="97509"/>
                </a:lnTo>
                <a:lnTo>
                  <a:pt x="506646" y="97509"/>
                </a:lnTo>
                <a:lnTo>
                  <a:pt x="515160" y="48440"/>
                </a:lnTo>
                <a:lnTo>
                  <a:pt x="515250" y="48231"/>
                </a:lnTo>
                <a:lnTo>
                  <a:pt x="515415" y="47858"/>
                </a:lnTo>
                <a:lnTo>
                  <a:pt x="515582" y="47485"/>
                </a:lnTo>
                <a:lnTo>
                  <a:pt x="515754" y="47114"/>
                </a:lnTo>
                <a:lnTo>
                  <a:pt x="515928" y="46744"/>
                </a:lnTo>
                <a:close/>
                <a:moveTo>
                  <a:pt x="603345" y="55333"/>
                </a:moveTo>
                <a:lnTo>
                  <a:pt x="603391" y="54824"/>
                </a:lnTo>
                <a:lnTo>
                  <a:pt x="603431" y="54315"/>
                </a:lnTo>
                <a:lnTo>
                  <a:pt x="603465" y="53808"/>
                </a:lnTo>
                <a:lnTo>
                  <a:pt x="603492" y="53301"/>
                </a:lnTo>
                <a:lnTo>
                  <a:pt x="603514" y="52796"/>
                </a:lnTo>
                <a:lnTo>
                  <a:pt x="603530" y="52291"/>
                </a:lnTo>
                <a:lnTo>
                  <a:pt x="603539" y="51787"/>
                </a:lnTo>
                <a:lnTo>
                  <a:pt x="603543" y="51284"/>
                </a:lnTo>
                <a:lnTo>
                  <a:pt x="603540" y="50783"/>
                </a:lnTo>
                <a:lnTo>
                  <a:pt x="603531" y="50282"/>
                </a:lnTo>
                <a:lnTo>
                  <a:pt x="603517" y="49782"/>
                </a:lnTo>
                <a:lnTo>
                  <a:pt x="603496" y="49283"/>
                </a:lnTo>
                <a:lnTo>
                  <a:pt x="603469" y="48784"/>
                </a:lnTo>
                <a:lnTo>
                  <a:pt x="603437" y="48287"/>
                </a:lnTo>
                <a:lnTo>
                  <a:pt x="603398" y="47791"/>
                </a:lnTo>
                <a:lnTo>
                  <a:pt x="603353" y="47295"/>
                </a:lnTo>
                <a:lnTo>
                  <a:pt x="603302" y="46801"/>
                </a:lnTo>
                <a:lnTo>
                  <a:pt x="603245" y="46308"/>
                </a:lnTo>
                <a:lnTo>
                  <a:pt x="603182" y="45815"/>
                </a:lnTo>
                <a:lnTo>
                  <a:pt x="603113" y="45323"/>
                </a:lnTo>
                <a:lnTo>
                  <a:pt x="603038" y="44833"/>
                </a:lnTo>
                <a:lnTo>
                  <a:pt x="602956" y="44344"/>
                </a:lnTo>
                <a:lnTo>
                  <a:pt x="602869" y="43860"/>
                </a:lnTo>
                <a:lnTo>
                  <a:pt x="602775" y="43380"/>
                </a:lnTo>
                <a:lnTo>
                  <a:pt x="602674" y="42903"/>
                </a:lnTo>
                <a:lnTo>
                  <a:pt x="602567" y="42431"/>
                </a:lnTo>
                <a:lnTo>
                  <a:pt x="602454" y="41962"/>
                </a:lnTo>
                <a:lnTo>
                  <a:pt x="602334" y="41498"/>
                </a:lnTo>
                <a:lnTo>
                  <a:pt x="602208" y="41037"/>
                </a:lnTo>
                <a:lnTo>
                  <a:pt x="602076" y="40580"/>
                </a:lnTo>
                <a:lnTo>
                  <a:pt x="601937" y="40127"/>
                </a:lnTo>
                <a:lnTo>
                  <a:pt x="601791" y="39679"/>
                </a:lnTo>
                <a:lnTo>
                  <a:pt x="601640" y="39234"/>
                </a:lnTo>
                <a:lnTo>
                  <a:pt x="601482" y="38793"/>
                </a:lnTo>
                <a:lnTo>
                  <a:pt x="601317" y="38356"/>
                </a:lnTo>
                <a:lnTo>
                  <a:pt x="601146" y="37923"/>
                </a:lnTo>
                <a:lnTo>
                  <a:pt x="600969" y="37494"/>
                </a:lnTo>
                <a:lnTo>
                  <a:pt x="600785" y="37069"/>
                </a:lnTo>
                <a:lnTo>
                  <a:pt x="600595" y="36647"/>
                </a:lnTo>
                <a:lnTo>
                  <a:pt x="600399" y="36230"/>
                </a:lnTo>
                <a:lnTo>
                  <a:pt x="600196" y="35817"/>
                </a:lnTo>
                <a:lnTo>
                  <a:pt x="599987" y="35408"/>
                </a:lnTo>
                <a:lnTo>
                  <a:pt x="599771" y="35002"/>
                </a:lnTo>
                <a:lnTo>
                  <a:pt x="599549" y="34601"/>
                </a:lnTo>
                <a:lnTo>
                  <a:pt x="599321" y="34203"/>
                </a:lnTo>
                <a:lnTo>
                  <a:pt x="599086" y="33811"/>
                </a:lnTo>
                <a:lnTo>
                  <a:pt x="598844" y="33425"/>
                </a:lnTo>
                <a:lnTo>
                  <a:pt x="598595" y="33046"/>
                </a:lnTo>
                <a:lnTo>
                  <a:pt x="598339" y="32674"/>
                </a:lnTo>
                <a:lnTo>
                  <a:pt x="598076" y="32308"/>
                </a:lnTo>
                <a:lnTo>
                  <a:pt x="597806" y="31949"/>
                </a:lnTo>
                <a:lnTo>
                  <a:pt x="597529" y="31597"/>
                </a:lnTo>
                <a:lnTo>
                  <a:pt x="597245" y="31251"/>
                </a:lnTo>
                <a:lnTo>
                  <a:pt x="596954" y="30911"/>
                </a:lnTo>
                <a:lnTo>
                  <a:pt x="596656" y="30579"/>
                </a:lnTo>
                <a:lnTo>
                  <a:pt x="596351" y="30253"/>
                </a:lnTo>
                <a:lnTo>
                  <a:pt x="596039" y="29933"/>
                </a:lnTo>
                <a:lnTo>
                  <a:pt x="595720" y="29620"/>
                </a:lnTo>
                <a:lnTo>
                  <a:pt x="595395" y="29314"/>
                </a:lnTo>
                <a:lnTo>
                  <a:pt x="595062" y="29015"/>
                </a:lnTo>
                <a:lnTo>
                  <a:pt x="594722" y="28722"/>
                </a:lnTo>
                <a:lnTo>
                  <a:pt x="594375" y="28435"/>
                </a:lnTo>
                <a:lnTo>
                  <a:pt x="594022" y="28156"/>
                </a:lnTo>
                <a:lnTo>
                  <a:pt x="593661" y="27883"/>
                </a:lnTo>
                <a:lnTo>
                  <a:pt x="593294" y="27616"/>
                </a:lnTo>
                <a:lnTo>
                  <a:pt x="592919" y="27356"/>
                </a:lnTo>
                <a:lnTo>
                  <a:pt x="592537" y="27103"/>
                </a:lnTo>
                <a:lnTo>
                  <a:pt x="592149" y="26857"/>
                </a:lnTo>
                <a:lnTo>
                  <a:pt x="591753" y="26617"/>
                </a:lnTo>
                <a:lnTo>
                  <a:pt x="591350" y="26385"/>
                </a:lnTo>
                <a:lnTo>
                  <a:pt x="590940" y="26162"/>
                </a:lnTo>
                <a:lnTo>
                  <a:pt x="590521" y="25949"/>
                </a:lnTo>
                <a:lnTo>
                  <a:pt x="590095" y="25746"/>
                </a:lnTo>
                <a:lnTo>
                  <a:pt x="589661" y="25553"/>
                </a:lnTo>
                <a:lnTo>
                  <a:pt x="589219" y="25369"/>
                </a:lnTo>
                <a:lnTo>
                  <a:pt x="588769" y="25195"/>
                </a:lnTo>
                <a:lnTo>
                  <a:pt x="588312" y="25030"/>
                </a:lnTo>
                <a:lnTo>
                  <a:pt x="587846" y="24875"/>
                </a:lnTo>
                <a:lnTo>
                  <a:pt x="587373" y="24730"/>
                </a:lnTo>
                <a:lnTo>
                  <a:pt x="586893" y="24594"/>
                </a:lnTo>
                <a:lnTo>
                  <a:pt x="586404" y="24468"/>
                </a:lnTo>
                <a:lnTo>
                  <a:pt x="585907" y="24352"/>
                </a:lnTo>
                <a:lnTo>
                  <a:pt x="585403" y="24245"/>
                </a:lnTo>
                <a:lnTo>
                  <a:pt x="584891" y="24148"/>
                </a:lnTo>
                <a:lnTo>
                  <a:pt x="584372" y="24061"/>
                </a:lnTo>
                <a:lnTo>
                  <a:pt x="583844" y="23983"/>
                </a:lnTo>
                <a:lnTo>
                  <a:pt x="583309" y="23915"/>
                </a:lnTo>
                <a:lnTo>
                  <a:pt x="582765" y="23856"/>
                </a:lnTo>
                <a:lnTo>
                  <a:pt x="582215" y="23807"/>
                </a:lnTo>
                <a:lnTo>
                  <a:pt x="581656" y="23768"/>
                </a:lnTo>
                <a:lnTo>
                  <a:pt x="581089" y="23738"/>
                </a:lnTo>
                <a:lnTo>
                  <a:pt x="580515" y="23718"/>
                </a:lnTo>
                <a:lnTo>
                  <a:pt x="579933" y="23708"/>
                </a:lnTo>
                <a:lnTo>
                  <a:pt x="579316" y="23702"/>
                </a:lnTo>
                <a:lnTo>
                  <a:pt x="578703" y="23708"/>
                </a:lnTo>
                <a:lnTo>
                  <a:pt x="578095" y="23726"/>
                </a:lnTo>
                <a:lnTo>
                  <a:pt x="577491" y="23755"/>
                </a:lnTo>
                <a:lnTo>
                  <a:pt x="576892" y="23796"/>
                </a:lnTo>
                <a:lnTo>
                  <a:pt x="576298" y="23848"/>
                </a:lnTo>
                <a:lnTo>
                  <a:pt x="575708" y="23911"/>
                </a:lnTo>
                <a:lnTo>
                  <a:pt x="575122" y="23987"/>
                </a:lnTo>
                <a:lnTo>
                  <a:pt x="574541" y="24073"/>
                </a:lnTo>
                <a:lnTo>
                  <a:pt x="573965" y="24172"/>
                </a:lnTo>
                <a:lnTo>
                  <a:pt x="573393" y="24281"/>
                </a:lnTo>
                <a:lnTo>
                  <a:pt x="572826" y="24402"/>
                </a:lnTo>
                <a:lnTo>
                  <a:pt x="572263" y="24535"/>
                </a:lnTo>
                <a:lnTo>
                  <a:pt x="571705" y="24679"/>
                </a:lnTo>
                <a:lnTo>
                  <a:pt x="571151" y="24835"/>
                </a:lnTo>
                <a:lnTo>
                  <a:pt x="570602" y="25002"/>
                </a:lnTo>
                <a:lnTo>
                  <a:pt x="570057" y="25181"/>
                </a:lnTo>
                <a:lnTo>
                  <a:pt x="569517" y="25371"/>
                </a:lnTo>
                <a:lnTo>
                  <a:pt x="568981" y="25573"/>
                </a:lnTo>
                <a:lnTo>
                  <a:pt x="568450" y="25786"/>
                </a:lnTo>
                <a:lnTo>
                  <a:pt x="567924" y="26011"/>
                </a:lnTo>
                <a:lnTo>
                  <a:pt x="567402" y="26248"/>
                </a:lnTo>
                <a:lnTo>
                  <a:pt x="566884" y="26495"/>
                </a:lnTo>
                <a:lnTo>
                  <a:pt x="566371" y="26755"/>
                </a:lnTo>
                <a:lnTo>
                  <a:pt x="565863" y="27024"/>
                </a:lnTo>
                <a:lnTo>
                  <a:pt x="565361" y="27300"/>
                </a:lnTo>
                <a:lnTo>
                  <a:pt x="564864" y="27584"/>
                </a:lnTo>
                <a:lnTo>
                  <a:pt x="564373" y="27876"/>
                </a:lnTo>
                <a:lnTo>
                  <a:pt x="563888" y="28175"/>
                </a:lnTo>
                <a:lnTo>
                  <a:pt x="563408" y="28481"/>
                </a:lnTo>
                <a:lnTo>
                  <a:pt x="562933" y="28796"/>
                </a:lnTo>
                <a:lnTo>
                  <a:pt x="562465" y="29117"/>
                </a:lnTo>
                <a:lnTo>
                  <a:pt x="562001" y="29447"/>
                </a:lnTo>
                <a:lnTo>
                  <a:pt x="561544" y="29784"/>
                </a:lnTo>
                <a:lnTo>
                  <a:pt x="561092" y="30128"/>
                </a:lnTo>
                <a:lnTo>
                  <a:pt x="560645" y="30480"/>
                </a:lnTo>
                <a:lnTo>
                  <a:pt x="560204" y="30840"/>
                </a:lnTo>
                <a:lnTo>
                  <a:pt x="559769" y="31207"/>
                </a:lnTo>
                <a:lnTo>
                  <a:pt x="559339" y="31581"/>
                </a:lnTo>
                <a:lnTo>
                  <a:pt x="558915" y="31964"/>
                </a:lnTo>
                <a:lnTo>
                  <a:pt x="558497" y="32353"/>
                </a:lnTo>
                <a:lnTo>
                  <a:pt x="558084" y="32751"/>
                </a:lnTo>
                <a:lnTo>
                  <a:pt x="557676" y="33156"/>
                </a:lnTo>
                <a:lnTo>
                  <a:pt x="557274" y="33568"/>
                </a:lnTo>
                <a:lnTo>
                  <a:pt x="556878" y="33988"/>
                </a:lnTo>
                <a:lnTo>
                  <a:pt x="556488" y="34416"/>
                </a:lnTo>
                <a:lnTo>
                  <a:pt x="556102" y="34851"/>
                </a:lnTo>
                <a:lnTo>
                  <a:pt x="555723" y="35294"/>
                </a:lnTo>
                <a:lnTo>
                  <a:pt x="555349" y="35742"/>
                </a:lnTo>
                <a:lnTo>
                  <a:pt x="554981" y="36195"/>
                </a:lnTo>
                <a:lnTo>
                  <a:pt x="554620" y="36652"/>
                </a:lnTo>
                <a:lnTo>
                  <a:pt x="554264" y="37113"/>
                </a:lnTo>
                <a:lnTo>
                  <a:pt x="553914" y="37578"/>
                </a:lnTo>
                <a:lnTo>
                  <a:pt x="553569" y="38048"/>
                </a:lnTo>
                <a:lnTo>
                  <a:pt x="553231" y="38521"/>
                </a:lnTo>
                <a:lnTo>
                  <a:pt x="552899" y="38999"/>
                </a:lnTo>
                <a:lnTo>
                  <a:pt x="552573" y="39481"/>
                </a:lnTo>
                <a:lnTo>
                  <a:pt x="552252" y="39968"/>
                </a:lnTo>
                <a:lnTo>
                  <a:pt x="551938" y="40458"/>
                </a:lnTo>
                <a:lnTo>
                  <a:pt x="551629" y="40953"/>
                </a:lnTo>
                <a:lnTo>
                  <a:pt x="551327" y="41451"/>
                </a:lnTo>
                <a:lnTo>
                  <a:pt x="551030" y="41954"/>
                </a:lnTo>
                <a:lnTo>
                  <a:pt x="550739" y="42461"/>
                </a:lnTo>
                <a:lnTo>
                  <a:pt x="550455" y="42973"/>
                </a:lnTo>
                <a:lnTo>
                  <a:pt x="550176" y="43488"/>
                </a:lnTo>
                <a:lnTo>
                  <a:pt x="549903" y="44008"/>
                </a:lnTo>
                <a:lnTo>
                  <a:pt x="549636" y="44532"/>
                </a:lnTo>
                <a:lnTo>
                  <a:pt x="549375" y="45060"/>
                </a:lnTo>
                <a:lnTo>
                  <a:pt x="549120" y="45592"/>
                </a:lnTo>
                <a:lnTo>
                  <a:pt x="548870" y="46129"/>
                </a:lnTo>
                <a:lnTo>
                  <a:pt x="548627" y="46669"/>
                </a:lnTo>
                <a:lnTo>
                  <a:pt x="548390" y="47214"/>
                </a:lnTo>
                <a:lnTo>
                  <a:pt x="548159" y="47761"/>
                </a:lnTo>
                <a:lnTo>
                  <a:pt x="547934" y="48309"/>
                </a:lnTo>
                <a:lnTo>
                  <a:pt x="547717" y="48857"/>
                </a:lnTo>
                <a:lnTo>
                  <a:pt x="547506" y="49406"/>
                </a:lnTo>
                <a:lnTo>
                  <a:pt x="547302" y="49955"/>
                </a:lnTo>
                <a:lnTo>
                  <a:pt x="547105" y="50504"/>
                </a:lnTo>
                <a:lnTo>
                  <a:pt x="546914" y="51054"/>
                </a:lnTo>
                <a:lnTo>
                  <a:pt x="546730" y="51605"/>
                </a:lnTo>
                <a:lnTo>
                  <a:pt x="546553" y="52155"/>
                </a:lnTo>
                <a:lnTo>
                  <a:pt x="546383" y="52707"/>
                </a:lnTo>
                <a:lnTo>
                  <a:pt x="546219" y="53259"/>
                </a:lnTo>
                <a:lnTo>
                  <a:pt x="546062" y="53811"/>
                </a:lnTo>
                <a:lnTo>
                  <a:pt x="545912" y="54364"/>
                </a:lnTo>
                <a:lnTo>
                  <a:pt x="545769" y="54917"/>
                </a:lnTo>
                <a:lnTo>
                  <a:pt x="545632" y="55471"/>
                </a:lnTo>
                <a:lnTo>
                  <a:pt x="545503" y="56025"/>
                </a:lnTo>
                <a:lnTo>
                  <a:pt x="545379" y="56579"/>
                </a:lnTo>
                <a:lnTo>
                  <a:pt x="545263" y="57134"/>
                </a:lnTo>
                <a:lnTo>
                  <a:pt x="545153" y="57690"/>
                </a:lnTo>
                <a:lnTo>
                  <a:pt x="545050" y="58246"/>
                </a:lnTo>
                <a:lnTo>
                  <a:pt x="544954" y="58802"/>
                </a:lnTo>
                <a:lnTo>
                  <a:pt x="544865" y="59359"/>
                </a:lnTo>
                <a:lnTo>
                  <a:pt x="544782" y="59917"/>
                </a:lnTo>
                <a:lnTo>
                  <a:pt x="544706" y="60474"/>
                </a:lnTo>
                <a:lnTo>
                  <a:pt x="544371" y="63421"/>
                </a:lnTo>
                <a:lnTo>
                  <a:pt x="544314" y="63973"/>
                </a:lnTo>
                <a:lnTo>
                  <a:pt x="544263" y="64524"/>
                </a:lnTo>
                <a:lnTo>
                  <a:pt x="544219" y="65073"/>
                </a:lnTo>
                <a:lnTo>
                  <a:pt x="544182" y="65622"/>
                </a:lnTo>
                <a:lnTo>
                  <a:pt x="544152" y="66169"/>
                </a:lnTo>
                <a:lnTo>
                  <a:pt x="544129" y="66715"/>
                </a:lnTo>
                <a:lnTo>
                  <a:pt x="544113" y="67260"/>
                </a:lnTo>
                <a:lnTo>
                  <a:pt x="544104" y="67804"/>
                </a:lnTo>
                <a:lnTo>
                  <a:pt x="544101" y="68347"/>
                </a:lnTo>
                <a:lnTo>
                  <a:pt x="544106" y="68888"/>
                </a:lnTo>
                <a:lnTo>
                  <a:pt x="544118" y="69428"/>
                </a:lnTo>
                <a:lnTo>
                  <a:pt x="544137" y="69968"/>
                </a:lnTo>
                <a:lnTo>
                  <a:pt x="544163" y="70506"/>
                </a:lnTo>
                <a:lnTo>
                  <a:pt x="544196" y="71042"/>
                </a:lnTo>
                <a:lnTo>
                  <a:pt x="544235" y="71578"/>
                </a:lnTo>
                <a:lnTo>
                  <a:pt x="544282" y="72112"/>
                </a:lnTo>
                <a:lnTo>
                  <a:pt x="544336" y="72646"/>
                </a:lnTo>
                <a:lnTo>
                  <a:pt x="544397" y="73178"/>
                </a:lnTo>
                <a:lnTo>
                  <a:pt x="544464" y="73709"/>
                </a:lnTo>
                <a:lnTo>
                  <a:pt x="544539" y="74239"/>
                </a:lnTo>
                <a:lnTo>
                  <a:pt x="544621" y="74767"/>
                </a:lnTo>
                <a:lnTo>
                  <a:pt x="544709" y="75295"/>
                </a:lnTo>
                <a:lnTo>
                  <a:pt x="544805" y="75821"/>
                </a:lnTo>
                <a:lnTo>
                  <a:pt x="544907" y="76346"/>
                </a:lnTo>
                <a:lnTo>
                  <a:pt x="545017" y="76869"/>
                </a:lnTo>
                <a:lnTo>
                  <a:pt x="545133" y="77387"/>
                </a:lnTo>
                <a:lnTo>
                  <a:pt x="545257" y="77901"/>
                </a:lnTo>
                <a:lnTo>
                  <a:pt x="545388" y="78410"/>
                </a:lnTo>
                <a:lnTo>
                  <a:pt x="545526" y="78916"/>
                </a:lnTo>
                <a:lnTo>
                  <a:pt x="545671" y="79417"/>
                </a:lnTo>
                <a:lnTo>
                  <a:pt x="545823" y="79913"/>
                </a:lnTo>
                <a:lnTo>
                  <a:pt x="545982" y="80406"/>
                </a:lnTo>
                <a:lnTo>
                  <a:pt x="546149" y="80894"/>
                </a:lnTo>
                <a:lnTo>
                  <a:pt x="546322" y="81377"/>
                </a:lnTo>
                <a:lnTo>
                  <a:pt x="546503" y="81857"/>
                </a:lnTo>
                <a:lnTo>
                  <a:pt x="546690" y="82332"/>
                </a:lnTo>
                <a:lnTo>
                  <a:pt x="546885" y="82803"/>
                </a:lnTo>
                <a:lnTo>
                  <a:pt x="547087" y="83269"/>
                </a:lnTo>
                <a:lnTo>
                  <a:pt x="547296" y="83732"/>
                </a:lnTo>
                <a:lnTo>
                  <a:pt x="547512" y="84190"/>
                </a:lnTo>
                <a:lnTo>
                  <a:pt x="547735" y="84643"/>
                </a:lnTo>
                <a:lnTo>
                  <a:pt x="547965" y="85092"/>
                </a:lnTo>
                <a:lnTo>
                  <a:pt x="548202" y="85537"/>
                </a:lnTo>
                <a:lnTo>
                  <a:pt x="548446" y="85978"/>
                </a:lnTo>
                <a:lnTo>
                  <a:pt x="548698" y="86415"/>
                </a:lnTo>
                <a:lnTo>
                  <a:pt x="548956" y="86847"/>
                </a:lnTo>
                <a:lnTo>
                  <a:pt x="549222" y="87275"/>
                </a:lnTo>
                <a:lnTo>
                  <a:pt x="549495" y="87698"/>
                </a:lnTo>
                <a:lnTo>
                  <a:pt x="549775" y="88116"/>
                </a:lnTo>
                <a:lnTo>
                  <a:pt x="550061" y="88527"/>
                </a:lnTo>
                <a:lnTo>
                  <a:pt x="550355" y="88930"/>
                </a:lnTo>
                <a:lnTo>
                  <a:pt x="550656" y="89327"/>
                </a:lnTo>
                <a:lnTo>
                  <a:pt x="550965" y="89716"/>
                </a:lnTo>
                <a:lnTo>
                  <a:pt x="551280" y="90098"/>
                </a:lnTo>
                <a:lnTo>
                  <a:pt x="551602" y="90474"/>
                </a:lnTo>
                <a:lnTo>
                  <a:pt x="551932" y="90842"/>
                </a:lnTo>
                <a:lnTo>
                  <a:pt x="552268" y="91203"/>
                </a:lnTo>
                <a:lnTo>
                  <a:pt x="552612" y="91557"/>
                </a:lnTo>
                <a:lnTo>
                  <a:pt x="552963" y="91904"/>
                </a:lnTo>
                <a:lnTo>
                  <a:pt x="553320" y="92244"/>
                </a:lnTo>
                <a:lnTo>
                  <a:pt x="553685" y="92576"/>
                </a:lnTo>
                <a:lnTo>
                  <a:pt x="554057" y="92902"/>
                </a:lnTo>
                <a:lnTo>
                  <a:pt x="554436" y="93220"/>
                </a:lnTo>
                <a:lnTo>
                  <a:pt x="554823" y="93532"/>
                </a:lnTo>
                <a:lnTo>
                  <a:pt x="555216" y="93836"/>
                </a:lnTo>
                <a:lnTo>
                  <a:pt x="555616" y="94133"/>
                </a:lnTo>
                <a:lnTo>
                  <a:pt x="556024" y="94424"/>
                </a:lnTo>
                <a:lnTo>
                  <a:pt x="556438" y="94707"/>
                </a:lnTo>
                <a:lnTo>
                  <a:pt x="556860" y="94983"/>
                </a:lnTo>
                <a:lnTo>
                  <a:pt x="557289" y="95252"/>
                </a:lnTo>
                <a:lnTo>
                  <a:pt x="557724" y="95513"/>
                </a:lnTo>
                <a:lnTo>
                  <a:pt x="558167" y="95768"/>
                </a:lnTo>
                <a:lnTo>
                  <a:pt x="558617" y="96014"/>
                </a:lnTo>
                <a:lnTo>
                  <a:pt x="559074" y="96250"/>
                </a:lnTo>
                <a:lnTo>
                  <a:pt x="559538" y="96475"/>
                </a:lnTo>
                <a:lnTo>
                  <a:pt x="560009" y="96691"/>
                </a:lnTo>
                <a:lnTo>
                  <a:pt x="560487" y="96896"/>
                </a:lnTo>
                <a:lnTo>
                  <a:pt x="560972" y="97091"/>
                </a:lnTo>
                <a:lnTo>
                  <a:pt x="561464" y="97275"/>
                </a:lnTo>
                <a:lnTo>
                  <a:pt x="561962" y="97450"/>
                </a:lnTo>
                <a:lnTo>
                  <a:pt x="562468" y="97614"/>
                </a:lnTo>
                <a:lnTo>
                  <a:pt x="562981" y="97768"/>
                </a:lnTo>
                <a:lnTo>
                  <a:pt x="563501" y="97912"/>
                </a:lnTo>
                <a:lnTo>
                  <a:pt x="564027" y="98045"/>
                </a:lnTo>
                <a:lnTo>
                  <a:pt x="564561" y="98168"/>
                </a:lnTo>
                <a:lnTo>
                  <a:pt x="565102" y="98281"/>
                </a:lnTo>
                <a:lnTo>
                  <a:pt x="565649" y="98384"/>
                </a:lnTo>
                <a:lnTo>
                  <a:pt x="566204" y="98477"/>
                </a:lnTo>
                <a:lnTo>
                  <a:pt x="566765" y="98559"/>
                </a:lnTo>
                <a:lnTo>
                  <a:pt x="567334" y="98631"/>
                </a:lnTo>
                <a:lnTo>
                  <a:pt x="567910" y="98693"/>
                </a:lnTo>
                <a:lnTo>
                  <a:pt x="568492" y="98744"/>
                </a:lnTo>
                <a:lnTo>
                  <a:pt x="569082" y="98786"/>
                </a:lnTo>
                <a:lnTo>
                  <a:pt x="569678" y="98817"/>
                </a:lnTo>
                <a:lnTo>
                  <a:pt x="570281" y="98838"/>
                </a:lnTo>
                <a:lnTo>
                  <a:pt x="570892" y="98849"/>
                </a:lnTo>
                <a:lnTo>
                  <a:pt x="571332" y="98846"/>
                </a:lnTo>
                <a:lnTo>
                  <a:pt x="571770" y="98839"/>
                </a:lnTo>
                <a:lnTo>
                  <a:pt x="572207" y="98826"/>
                </a:lnTo>
                <a:lnTo>
                  <a:pt x="572642" y="98809"/>
                </a:lnTo>
                <a:lnTo>
                  <a:pt x="573076" y="98786"/>
                </a:lnTo>
                <a:lnTo>
                  <a:pt x="573508" y="98759"/>
                </a:lnTo>
                <a:lnTo>
                  <a:pt x="573938" y="98726"/>
                </a:lnTo>
                <a:lnTo>
                  <a:pt x="574367" y="98689"/>
                </a:lnTo>
                <a:lnTo>
                  <a:pt x="574794" y="98646"/>
                </a:lnTo>
                <a:lnTo>
                  <a:pt x="575219" y="98599"/>
                </a:lnTo>
                <a:lnTo>
                  <a:pt x="575643" y="98546"/>
                </a:lnTo>
                <a:lnTo>
                  <a:pt x="576065" y="98489"/>
                </a:lnTo>
                <a:lnTo>
                  <a:pt x="576486" y="98426"/>
                </a:lnTo>
                <a:lnTo>
                  <a:pt x="576905" y="98359"/>
                </a:lnTo>
                <a:lnTo>
                  <a:pt x="577322" y="98286"/>
                </a:lnTo>
                <a:lnTo>
                  <a:pt x="577738" y="98209"/>
                </a:lnTo>
                <a:lnTo>
                  <a:pt x="578152" y="98126"/>
                </a:lnTo>
                <a:lnTo>
                  <a:pt x="578564" y="98039"/>
                </a:lnTo>
                <a:lnTo>
                  <a:pt x="578975" y="97946"/>
                </a:lnTo>
                <a:lnTo>
                  <a:pt x="579384" y="97849"/>
                </a:lnTo>
                <a:lnTo>
                  <a:pt x="579792" y="97746"/>
                </a:lnTo>
                <a:lnTo>
                  <a:pt x="580197" y="97639"/>
                </a:lnTo>
                <a:lnTo>
                  <a:pt x="580602" y="97526"/>
                </a:lnTo>
                <a:lnTo>
                  <a:pt x="581004" y="97409"/>
                </a:lnTo>
                <a:lnTo>
                  <a:pt x="581405" y="97286"/>
                </a:lnTo>
                <a:lnTo>
                  <a:pt x="581803" y="97159"/>
                </a:lnTo>
                <a:lnTo>
                  <a:pt x="582199" y="97026"/>
                </a:lnTo>
                <a:lnTo>
                  <a:pt x="582592" y="96889"/>
                </a:lnTo>
                <a:lnTo>
                  <a:pt x="582983" y="96746"/>
                </a:lnTo>
                <a:lnTo>
                  <a:pt x="583371" y="96599"/>
                </a:lnTo>
                <a:lnTo>
                  <a:pt x="583757" y="96446"/>
                </a:lnTo>
                <a:lnTo>
                  <a:pt x="584141" y="96289"/>
                </a:lnTo>
                <a:lnTo>
                  <a:pt x="584522" y="96126"/>
                </a:lnTo>
                <a:lnTo>
                  <a:pt x="584901" y="95959"/>
                </a:lnTo>
                <a:lnTo>
                  <a:pt x="585277" y="95786"/>
                </a:lnTo>
                <a:lnTo>
                  <a:pt x="585650" y="95609"/>
                </a:lnTo>
                <a:lnTo>
                  <a:pt x="586022" y="95426"/>
                </a:lnTo>
                <a:lnTo>
                  <a:pt x="586391" y="95239"/>
                </a:lnTo>
                <a:lnTo>
                  <a:pt x="586757" y="95046"/>
                </a:lnTo>
                <a:lnTo>
                  <a:pt x="587121" y="94849"/>
                </a:lnTo>
                <a:lnTo>
                  <a:pt x="587483" y="94647"/>
                </a:lnTo>
                <a:lnTo>
                  <a:pt x="587842" y="94439"/>
                </a:lnTo>
                <a:lnTo>
                  <a:pt x="588198" y="94227"/>
                </a:lnTo>
                <a:lnTo>
                  <a:pt x="588553" y="94009"/>
                </a:lnTo>
                <a:lnTo>
                  <a:pt x="588904" y="93787"/>
                </a:lnTo>
                <a:lnTo>
                  <a:pt x="589254" y="93559"/>
                </a:lnTo>
                <a:lnTo>
                  <a:pt x="589601" y="93327"/>
                </a:lnTo>
                <a:lnTo>
                  <a:pt x="589945" y="93089"/>
                </a:lnTo>
                <a:lnTo>
                  <a:pt x="590287" y="92847"/>
                </a:lnTo>
                <a:lnTo>
                  <a:pt x="590625" y="92600"/>
                </a:lnTo>
                <a:lnTo>
                  <a:pt x="590959" y="92349"/>
                </a:lnTo>
                <a:lnTo>
                  <a:pt x="591291" y="92094"/>
                </a:lnTo>
                <a:lnTo>
                  <a:pt x="591619" y="91834"/>
                </a:lnTo>
                <a:lnTo>
                  <a:pt x="591944" y="91570"/>
                </a:lnTo>
                <a:lnTo>
                  <a:pt x="592265" y="91301"/>
                </a:lnTo>
                <a:lnTo>
                  <a:pt x="592583" y="91028"/>
                </a:lnTo>
                <a:lnTo>
                  <a:pt x="592897" y="90750"/>
                </a:lnTo>
                <a:lnTo>
                  <a:pt x="593209" y="90468"/>
                </a:lnTo>
                <a:lnTo>
                  <a:pt x="593516" y="90182"/>
                </a:lnTo>
                <a:lnTo>
                  <a:pt x="593821" y="89891"/>
                </a:lnTo>
                <a:lnTo>
                  <a:pt x="594122" y="89596"/>
                </a:lnTo>
                <a:lnTo>
                  <a:pt x="594420" y="89296"/>
                </a:lnTo>
                <a:lnTo>
                  <a:pt x="594714" y="88992"/>
                </a:lnTo>
                <a:lnTo>
                  <a:pt x="595005" y="88684"/>
                </a:lnTo>
                <a:lnTo>
                  <a:pt x="595293" y="88371"/>
                </a:lnTo>
                <a:lnTo>
                  <a:pt x="595577" y="88054"/>
                </a:lnTo>
                <a:lnTo>
                  <a:pt x="595858" y="87732"/>
                </a:lnTo>
                <a:lnTo>
                  <a:pt x="596135" y="87406"/>
                </a:lnTo>
                <a:lnTo>
                  <a:pt x="596409" y="87075"/>
                </a:lnTo>
                <a:lnTo>
                  <a:pt x="596680" y="86740"/>
                </a:lnTo>
                <a:lnTo>
                  <a:pt x="596947" y="86401"/>
                </a:lnTo>
                <a:lnTo>
                  <a:pt x="597211" y="86057"/>
                </a:lnTo>
                <a:lnTo>
                  <a:pt x="592590" y="82173"/>
                </a:lnTo>
                <a:lnTo>
                  <a:pt x="592226" y="82544"/>
                </a:lnTo>
                <a:lnTo>
                  <a:pt x="591859" y="82908"/>
                </a:lnTo>
                <a:lnTo>
                  <a:pt x="591488" y="83267"/>
                </a:lnTo>
                <a:lnTo>
                  <a:pt x="591115" y="83619"/>
                </a:lnTo>
                <a:lnTo>
                  <a:pt x="590739" y="83966"/>
                </a:lnTo>
                <a:lnTo>
                  <a:pt x="590359" y="84306"/>
                </a:lnTo>
                <a:lnTo>
                  <a:pt x="589977" y="84639"/>
                </a:lnTo>
                <a:lnTo>
                  <a:pt x="589592" y="84967"/>
                </a:lnTo>
                <a:lnTo>
                  <a:pt x="589203" y="85289"/>
                </a:lnTo>
                <a:lnTo>
                  <a:pt x="588812" y="85604"/>
                </a:lnTo>
                <a:lnTo>
                  <a:pt x="588417" y="85913"/>
                </a:lnTo>
                <a:lnTo>
                  <a:pt x="588020" y="86216"/>
                </a:lnTo>
                <a:lnTo>
                  <a:pt x="587619" y="86513"/>
                </a:lnTo>
                <a:lnTo>
                  <a:pt x="587215" y="86804"/>
                </a:lnTo>
                <a:lnTo>
                  <a:pt x="586809" y="87088"/>
                </a:lnTo>
                <a:lnTo>
                  <a:pt x="586399" y="87367"/>
                </a:lnTo>
                <a:lnTo>
                  <a:pt x="585987" y="87639"/>
                </a:lnTo>
                <a:lnTo>
                  <a:pt x="585571" y="87905"/>
                </a:lnTo>
                <a:lnTo>
                  <a:pt x="585152" y="88165"/>
                </a:lnTo>
                <a:lnTo>
                  <a:pt x="584731" y="88419"/>
                </a:lnTo>
                <a:lnTo>
                  <a:pt x="584306" y="88666"/>
                </a:lnTo>
                <a:lnTo>
                  <a:pt x="583878" y="88908"/>
                </a:lnTo>
                <a:lnTo>
                  <a:pt x="583447" y="89143"/>
                </a:lnTo>
                <a:lnTo>
                  <a:pt x="583014" y="89372"/>
                </a:lnTo>
                <a:lnTo>
                  <a:pt x="582576" y="89593"/>
                </a:lnTo>
                <a:lnTo>
                  <a:pt x="582135" y="89805"/>
                </a:lnTo>
                <a:lnTo>
                  <a:pt x="581689" y="90007"/>
                </a:lnTo>
                <a:lnTo>
                  <a:pt x="581239" y="90199"/>
                </a:lnTo>
                <a:lnTo>
                  <a:pt x="580785" y="90382"/>
                </a:lnTo>
                <a:lnTo>
                  <a:pt x="580326" y="90555"/>
                </a:lnTo>
                <a:lnTo>
                  <a:pt x="579864" y="90718"/>
                </a:lnTo>
                <a:lnTo>
                  <a:pt x="579397" y="90872"/>
                </a:lnTo>
                <a:lnTo>
                  <a:pt x="578926" y="91016"/>
                </a:lnTo>
                <a:lnTo>
                  <a:pt x="578451" y="91150"/>
                </a:lnTo>
                <a:lnTo>
                  <a:pt x="577972" y="91275"/>
                </a:lnTo>
                <a:lnTo>
                  <a:pt x="577488" y="91390"/>
                </a:lnTo>
                <a:lnTo>
                  <a:pt x="577001" y="91495"/>
                </a:lnTo>
                <a:lnTo>
                  <a:pt x="576509" y="91591"/>
                </a:lnTo>
                <a:lnTo>
                  <a:pt x="576013" y="91677"/>
                </a:lnTo>
                <a:lnTo>
                  <a:pt x="575513" y="91753"/>
                </a:lnTo>
                <a:lnTo>
                  <a:pt x="575008" y="91820"/>
                </a:lnTo>
                <a:lnTo>
                  <a:pt x="574500" y="91877"/>
                </a:lnTo>
                <a:lnTo>
                  <a:pt x="573987" y="91925"/>
                </a:lnTo>
                <a:lnTo>
                  <a:pt x="573470" y="91963"/>
                </a:lnTo>
                <a:lnTo>
                  <a:pt x="572949" y="91991"/>
                </a:lnTo>
                <a:lnTo>
                  <a:pt x="572424" y="92009"/>
                </a:lnTo>
                <a:lnTo>
                  <a:pt x="571894" y="92018"/>
                </a:lnTo>
                <a:lnTo>
                  <a:pt x="571361" y="92018"/>
                </a:lnTo>
                <a:lnTo>
                  <a:pt x="570884" y="92002"/>
                </a:lnTo>
                <a:lnTo>
                  <a:pt x="570413" y="91978"/>
                </a:lnTo>
                <a:lnTo>
                  <a:pt x="569948" y="91946"/>
                </a:lnTo>
                <a:lnTo>
                  <a:pt x="569490" y="91905"/>
                </a:lnTo>
                <a:lnTo>
                  <a:pt x="569038" y="91856"/>
                </a:lnTo>
                <a:lnTo>
                  <a:pt x="568592" y="91798"/>
                </a:lnTo>
                <a:lnTo>
                  <a:pt x="568152" y="91732"/>
                </a:lnTo>
                <a:lnTo>
                  <a:pt x="567718" y="91657"/>
                </a:lnTo>
                <a:lnTo>
                  <a:pt x="567291" y="91573"/>
                </a:lnTo>
                <a:lnTo>
                  <a:pt x="566869" y="91482"/>
                </a:lnTo>
                <a:lnTo>
                  <a:pt x="566454" y="91381"/>
                </a:lnTo>
                <a:lnTo>
                  <a:pt x="566045" y="91273"/>
                </a:lnTo>
                <a:lnTo>
                  <a:pt x="565642" y="91155"/>
                </a:lnTo>
                <a:lnTo>
                  <a:pt x="565245" y="91030"/>
                </a:lnTo>
                <a:lnTo>
                  <a:pt x="564855" y="90895"/>
                </a:lnTo>
                <a:lnTo>
                  <a:pt x="564470" y="90753"/>
                </a:lnTo>
                <a:lnTo>
                  <a:pt x="564092" y="90601"/>
                </a:lnTo>
                <a:lnTo>
                  <a:pt x="563720" y="90442"/>
                </a:lnTo>
                <a:lnTo>
                  <a:pt x="563354" y="90274"/>
                </a:lnTo>
                <a:lnTo>
                  <a:pt x="562994" y="90097"/>
                </a:lnTo>
                <a:lnTo>
                  <a:pt x="562640" y="89912"/>
                </a:lnTo>
                <a:lnTo>
                  <a:pt x="562293" y="89718"/>
                </a:lnTo>
                <a:lnTo>
                  <a:pt x="561952" y="89516"/>
                </a:lnTo>
                <a:lnTo>
                  <a:pt x="561616" y="89305"/>
                </a:lnTo>
                <a:lnTo>
                  <a:pt x="561287" y="89088"/>
                </a:lnTo>
                <a:lnTo>
                  <a:pt x="560964" y="88864"/>
                </a:lnTo>
                <a:lnTo>
                  <a:pt x="560647" y="88636"/>
                </a:lnTo>
                <a:lnTo>
                  <a:pt x="560336" y="88401"/>
                </a:lnTo>
                <a:lnTo>
                  <a:pt x="560030" y="88161"/>
                </a:lnTo>
                <a:lnTo>
                  <a:pt x="559731" y="87916"/>
                </a:lnTo>
                <a:lnTo>
                  <a:pt x="559437" y="87665"/>
                </a:lnTo>
                <a:lnTo>
                  <a:pt x="559150" y="87408"/>
                </a:lnTo>
                <a:lnTo>
                  <a:pt x="558868" y="87146"/>
                </a:lnTo>
                <a:lnTo>
                  <a:pt x="558592" y="86878"/>
                </a:lnTo>
                <a:lnTo>
                  <a:pt x="558322" y="86604"/>
                </a:lnTo>
                <a:lnTo>
                  <a:pt x="558059" y="86325"/>
                </a:lnTo>
                <a:lnTo>
                  <a:pt x="557801" y="86040"/>
                </a:lnTo>
                <a:lnTo>
                  <a:pt x="557549" y="85750"/>
                </a:lnTo>
                <a:lnTo>
                  <a:pt x="557303" y="85455"/>
                </a:lnTo>
                <a:lnTo>
                  <a:pt x="557062" y="85153"/>
                </a:lnTo>
                <a:lnTo>
                  <a:pt x="556828" y="84846"/>
                </a:lnTo>
                <a:lnTo>
                  <a:pt x="556600" y="84534"/>
                </a:lnTo>
                <a:lnTo>
                  <a:pt x="556378" y="84216"/>
                </a:lnTo>
                <a:lnTo>
                  <a:pt x="556161" y="83892"/>
                </a:lnTo>
                <a:lnTo>
                  <a:pt x="555951" y="83563"/>
                </a:lnTo>
                <a:lnTo>
                  <a:pt x="555746" y="83228"/>
                </a:lnTo>
                <a:lnTo>
                  <a:pt x="555547" y="82887"/>
                </a:lnTo>
                <a:lnTo>
                  <a:pt x="555355" y="82541"/>
                </a:lnTo>
                <a:lnTo>
                  <a:pt x="555168" y="82191"/>
                </a:lnTo>
                <a:lnTo>
                  <a:pt x="554986" y="81838"/>
                </a:lnTo>
                <a:lnTo>
                  <a:pt x="554809" y="81482"/>
                </a:lnTo>
                <a:lnTo>
                  <a:pt x="554638" y="81123"/>
                </a:lnTo>
                <a:lnTo>
                  <a:pt x="554471" y="80761"/>
                </a:lnTo>
                <a:lnTo>
                  <a:pt x="554310" y="80396"/>
                </a:lnTo>
                <a:lnTo>
                  <a:pt x="554155" y="80028"/>
                </a:lnTo>
                <a:lnTo>
                  <a:pt x="554004" y="79658"/>
                </a:lnTo>
                <a:lnTo>
                  <a:pt x="553859" y="79284"/>
                </a:lnTo>
                <a:lnTo>
                  <a:pt x="553719" y="78908"/>
                </a:lnTo>
                <a:lnTo>
                  <a:pt x="553584" y="78529"/>
                </a:lnTo>
                <a:lnTo>
                  <a:pt x="553454" y="78146"/>
                </a:lnTo>
                <a:lnTo>
                  <a:pt x="553330" y="77761"/>
                </a:lnTo>
                <a:lnTo>
                  <a:pt x="553211" y="77373"/>
                </a:lnTo>
                <a:lnTo>
                  <a:pt x="553097" y="76982"/>
                </a:lnTo>
                <a:lnTo>
                  <a:pt x="552988" y="76588"/>
                </a:lnTo>
                <a:lnTo>
                  <a:pt x="552885" y="76192"/>
                </a:lnTo>
                <a:lnTo>
                  <a:pt x="552787" y="75792"/>
                </a:lnTo>
                <a:lnTo>
                  <a:pt x="552694" y="75389"/>
                </a:lnTo>
                <a:lnTo>
                  <a:pt x="552606" y="74984"/>
                </a:lnTo>
                <a:lnTo>
                  <a:pt x="552524" y="74575"/>
                </a:lnTo>
                <a:lnTo>
                  <a:pt x="552446" y="74164"/>
                </a:lnTo>
                <a:lnTo>
                  <a:pt x="552374" y="73750"/>
                </a:lnTo>
                <a:lnTo>
                  <a:pt x="552307" y="73333"/>
                </a:lnTo>
                <a:lnTo>
                  <a:pt x="552246" y="72914"/>
                </a:lnTo>
                <a:lnTo>
                  <a:pt x="552189" y="72496"/>
                </a:lnTo>
                <a:lnTo>
                  <a:pt x="552136" y="72078"/>
                </a:lnTo>
                <a:lnTo>
                  <a:pt x="552089" y="71660"/>
                </a:lnTo>
                <a:lnTo>
                  <a:pt x="552046" y="71243"/>
                </a:lnTo>
                <a:lnTo>
                  <a:pt x="552008" y="70826"/>
                </a:lnTo>
                <a:lnTo>
                  <a:pt x="551975" y="70409"/>
                </a:lnTo>
                <a:lnTo>
                  <a:pt x="551947" y="69992"/>
                </a:lnTo>
                <a:lnTo>
                  <a:pt x="551923" y="69575"/>
                </a:lnTo>
                <a:lnTo>
                  <a:pt x="551904" y="69159"/>
                </a:lnTo>
                <a:lnTo>
                  <a:pt x="551890" y="68743"/>
                </a:lnTo>
                <a:lnTo>
                  <a:pt x="551881" y="68327"/>
                </a:lnTo>
                <a:lnTo>
                  <a:pt x="551876" y="67911"/>
                </a:lnTo>
                <a:lnTo>
                  <a:pt x="551876" y="67496"/>
                </a:lnTo>
                <a:lnTo>
                  <a:pt x="551881" y="67080"/>
                </a:lnTo>
                <a:lnTo>
                  <a:pt x="551891" y="66666"/>
                </a:lnTo>
                <a:lnTo>
                  <a:pt x="551905" y="66251"/>
                </a:lnTo>
                <a:lnTo>
                  <a:pt x="551924" y="65836"/>
                </a:lnTo>
                <a:lnTo>
                  <a:pt x="551949" y="65422"/>
                </a:lnTo>
                <a:lnTo>
                  <a:pt x="551977" y="65008"/>
                </a:lnTo>
                <a:lnTo>
                  <a:pt x="552011" y="64594"/>
                </a:lnTo>
                <a:lnTo>
                  <a:pt x="552049" y="64181"/>
                </a:lnTo>
                <a:lnTo>
                  <a:pt x="552092" y="63767"/>
                </a:lnTo>
                <a:lnTo>
                  <a:pt x="552140" y="63354"/>
                </a:lnTo>
                <a:lnTo>
                  <a:pt x="552364" y="61747"/>
                </a:lnTo>
                <a:lnTo>
                  <a:pt x="602569" y="61747"/>
                </a:lnTo>
                <a:lnTo>
                  <a:pt x="603172" y="56866"/>
                </a:lnTo>
                <a:lnTo>
                  <a:pt x="603236" y="56354"/>
                </a:lnTo>
                <a:lnTo>
                  <a:pt x="603294" y="55843"/>
                </a:lnTo>
                <a:lnTo>
                  <a:pt x="603345" y="55333"/>
                </a:lnTo>
                <a:close/>
                <a:moveTo>
                  <a:pt x="554319" y="53085"/>
                </a:moveTo>
                <a:lnTo>
                  <a:pt x="554463" y="52645"/>
                </a:lnTo>
                <a:lnTo>
                  <a:pt x="554612" y="52205"/>
                </a:lnTo>
                <a:lnTo>
                  <a:pt x="554765" y="51764"/>
                </a:lnTo>
                <a:lnTo>
                  <a:pt x="554922" y="51322"/>
                </a:lnTo>
                <a:lnTo>
                  <a:pt x="555084" y="50880"/>
                </a:lnTo>
                <a:lnTo>
                  <a:pt x="555251" y="50437"/>
                </a:lnTo>
                <a:lnTo>
                  <a:pt x="555422" y="49994"/>
                </a:lnTo>
                <a:lnTo>
                  <a:pt x="555597" y="49551"/>
                </a:lnTo>
                <a:lnTo>
                  <a:pt x="555776" y="49112"/>
                </a:lnTo>
                <a:lnTo>
                  <a:pt x="555961" y="48676"/>
                </a:lnTo>
                <a:lnTo>
                  <a:pt x="556149" y="48243"/>
                </a:lnTo>
                <a:lnTo>
                  <a:pt x="556342" y="47813"/>
                </a:lnTo>
                <a:lnTo>
                  <a:pt x="556539" y="47386"/>
                </a:lnTo>
                <a:lnTo>
                  <a:pt x="556741" y="46962"/>
                </a:lnTo>
                <a:lnTo>
                  <a:pt x="556947" y="46541"/>
                </a:lnTo>
                <a:lnTo>
                  <a:pt x="557158" y="46123"/>
                </a:lnTo>
                <a:lnTo>
                  <a:pt x="557373" y="45708"/>
                </a:lnTo>
                <a:lnTo>
                  <a:pt x="557592" y="45296"/>
                </a:lnTo>
                <a:lnTo>
                  <a:pt x="557816" y="44887"/>
                </a:lnTo>
                <a:lnTo>
                  <a:pt x="558044" y="44481"/>
                </a:lnTo>
                <a:lnTo>
                  <a:pt x="558277" y="44078"/>
                </a:lnTo>
                <a:lnTo>
                  <a:pt x="558514" y="43678"/>
                </a:lnTo>
                <a:lnTo>
                  <a:pt x="558755" y="43282"/>
                </a:lnTo>
                <a:lnTo>
                  <a:pt x="559001" y="42888"/>
                </a:lnTo>
                <a:lnTo>
                  <a:pt x="559251" y="42497"/>
                </a:lnTo>
                <a:lnTo>
                  <a:pt x="559506" y="42109"/>
                </a:lnTo>
                <a:lnTo>
                  <a:pt x="559765" y="41725"/>
                </a:lnTo>
                <a:lnTo>
                  <a:pt x="560029" y="41343"/>
                </a:lnTo>
                <a:lnTo>
                  <a:pt x="560297" y="40964"/>
                </a:lnTo>
                <a:lnTo>
                  <a:pt x="560569" y="40588"/>
                </a:lnTo>
                <a:lnTo>
                  <a:pt x="560846" y="40216"/>
                </a:lnTo>
                <a:lnTo>
                  <a:pt x="561128" y="39848"/>
                </a:lnTo>
                <a:lnTo>
                  <a:pt x="561414" y="39486"/>
                </a:lnTo>
                <a:lnTo>
                  <a:pt x="561705" y="39131"/>
                </a:lnTo>
                <a:lnTo>
                  <a:pt x="562001" y="38782"/>
                </a:lnTo>
                <a:lnTo>
                  <a:pt x="562301" y="38439"/>
                </a:lnTo>
                <a:lnTo>
                  <a:pt x="562606" y="38102"/>
                </a:lnTo>
                <a:lnTo>
                  <a:pt x="562916" y="37772"/>
                </a:lnTo>
                <a:lnTo>
                  <a:pt x="563231" y="37448"/>
                </a:lnTo>
                <a:lnTo>
                  <a:pt x="563551" y="37130"/>
                </a:lnTo>
                <a:lnTo>
                  <a:pt x="563875" y="36818"/>
                </a:lnTo>
                <a:lnTo>
                  <a:pt x="564204" y="36513"/>
                </a:lnTo>
                <a:lnTo>
                  <a:pt x="564538" y="36214"/>
                </a:lnTo>
                <a:lnTo>
                  <a:pt x="564877" y="35922"/>
                </a:lnTo>
                <a:lnTo>
                  <a:pt x="565220" y="35635"/>
                </a:lnTo>
                <a:lnTo>
                  <a:pt x="565568" y="35355"/>
                </a:lnTo>
                <a:lnTo>
                  <a:pt x="565921" y="35081"/>
                </a:lnTo>
                <a:lnTo>
                  <a:pt x="566279" y="34814"/>
                </a:lnTo>
                <a:lnTo>
                  <a:pt x="566641" y="34553"/>
                </a:lnTo>
                <a:lnTo>
                  <a:pt x="567009" y="34298"/>
                </a:lnTo>
                <a:lnTo>
                  <a:pt x="567381" y="34049"/>
                </a:lnTo>
                <a:lnTo>
                  <a:pt x="567757" y="33807"/>
                </a:lnTo>
                <a:lnTo>
                  <a:pt x="568139" y="33570"/>
                </a:lnTo>
                <a:lnTo>
                  <a:pt x="568525" y="33341"/>
                </a:lnTo>
                <a:lnTo>
                  <a:pt x="568916" y="33117"/>
                </a:lnTo>
                <a:lnTo>
                  <a:pt x="569312" y="32901"/>
                </a:lnTo>
                <a:lnTo>
                  <a:pt x="569712" y="32695"/>
                </a:lnTo>
                <a:lnTo>
                  <a:pt x="570117" y="32499"/>
                </a:lnTo>
                <a:lnTo>
                  <a:pt x="570526" y="32312"/>
                </a:lnTo>
                <a:lnTo>
                  <a:pt x="570940" y="32135"/>
                </a:lnTo>
                <a:lnTo>
                  <a:pt x="571359" y="31968"/>
                </a:lnTo>
                <a:lnTo>
                  <a:pt x="571781" y="31810"/>
                </a:lnTo>
                <a:lnTo>
                  <a:pt x="572209" y="31662"/>
                </a:lnTo>
                <a:lnTo>
                  <a:pt x="572641" y="31524"/>
                </a:lnTo>
                <a:lnTo>
                  <a:pt x="573077" y="31395"/>
                </a:lnTo>
                <a:lnTo>
                  <a:pt x="573519" y="31276"/>
                </a:lnTo>
                <a:lnTo>
                  <a:pt x="573964" y="31166"/>
                </a:lnTo>
                <a:lnTo>
                  <a:pt x="574414" y="31067"/>
                </a:lnTo>
                <a:lnTo>
                  <a:pt x="574869" y="30976"/>
                </a:lnTo>
                <a:lnTo>
                  <a:pt x="575328" y="30896"/>
                </a:lnTo>
                <a:lnTo>
                  <a:pt x="575792" y="30825"/>
                </a:lnTo>
                <a:lnTo>
                  <a:pt x="576260" y="30764"/>
                </a:lnTo>
                <a:lnTo>
                  <a:pt x="576733" y="30712"/>
                </a:lnTo>
                <a:lnTo>
                  <a:pt x="577210" y="30670"/>
                </a:lnTo>
                <a:lnTo>
                  <a:pt x="577692" y="30638"/>
                </a:lnTo>
                <a:lnTo>
                  <a:pt x="578179" y="30616"/>
                </a:lnTo>
                <a:lnTo>
                  <a:pt x="578669" y="30603"/>
                </a:lnTo>
                <a:lnTo>
                  <a:pt x="579165" y="30599"/>
                </a:lnTo>
                <a:lnTo>
                  <a:pt x="579665" y="30606"/>
                </a:lnTo>
                <a:lnTo>
                  <a:pt x="580191" y="30617"/>
                </a:lnTo>
                <a:lnTo>
                  <a:pt x="580708" y="30640"/>
                </a:lnTo>
                <a:lnTo>
                  <a:pt x="581216" y="30676"/>
                </a:lnTo>
                <a:lnTo>
                  <a:pt x="581715" y="30723"/>
                </a:lnTo>
                <a:lnTo>
                  <a:pt x="582205" y="30781"/>
                </a:lnTo>
                <a:lnTo>
                  <a:pt x="582687" y="30852"/>
                </a:lnTo>
                <a:lnTo>
                  <a:pt x="583160" y="30934"/>
                </a:lnTo>
                <a:lnTo>
                  <a:pt x="583624" y="31029"/>
                </a:lnTo>
                <a:lnTo>
                  <a:pt x="584079" y="31135"/>
                </a:lnTo>
                <a:lnTo>
                  <a:pt x="584525" y="31253"/>
                </a:lnTo>
                <a:lnTo>
                  <a:pt x="584962" y="31383"/>
                </a:lnTo>
                <a:lnTo>
                  <a:pt x="585391" y="31524"/>
                </a:lnTo>
                <a:lnTo>
                  <a:pt x="585811" y="31678"/>
                </a:lnTo>
                <a:lnTo>
                  <a:pt x="586222" y="31843"/>
                </a:lnTo>
                <a:lnTo>
                  <a:pt x="586624" y="32020"/>
                </a:lnTo>
                <a:lnTo>
                  <a:pt x="587017" y="32209"/>
                </a:lnTo>
                <a:lnTo>
                  <a:pt x="587401" y="32410"/>
                </a:lnTo>
                <a:lnTo>
                  <a:pt x="587777" y="32623"/>
                </a:lnTo>
                <a:lnTo>
                  <a:pt x="588144" y="32847"/>
                </a:lnTo>
                <a:lnTo>
                  <a:pt x="588501" y="33083"/>
                </a:lnTo>
                <a:lnTo>
                  <a:pt x="588850" y="33331"/>
                </a:lnTo>
                <a:lnTo>
                  <a:pt x="589191" y="33591"/>
                </a:lnTo>
                <a:lnTo>
                  <a:pt x="589522" y="33863"/>
                </a:lnTo>
                <a:lnTo>
                  <a:pt x="589845" y="34147"/>
                </a:lnTo>
                <a:lnTo>
                  <a:pt x="590158" y="34439"/>
                </a:lnTo>
                <a:lnTo>
                  <a:pt x="590464" y="34738"/>
                </a:lnTo>
                <a:lnTo>
                  <a:pt x="590762" y="35044"/>
                </a:lnTo>
                <a:lnTo>
                  <a:pt x="591051" y="35356"/>
                </a:lnTo>
                <a:lnTo>
                  <a:pt x="591332" y="35675"/>
                </a:lnTo>
                <a:lnTo>
                  <a:pt x="591605" y="36000"/>
                </a:lnTo>
                <a:lnTo>
                  <a:pt x="591869" y="36331"/>
                </a:lnTo>
                <a:lnTo>
                  <a:pt x="592125" y="36669"/>
                </a:lnTo>
                <a:lnTo>
                  <a:pt x="592373" y="37014"/>
                </a:lnTo>
                <a:lnTo>
                  <a:pt x="592613" y="37365"/>
                </a:lnTo>
                <a:lnTo>
                  <a:pt x="592844" y="37722"/>
                </a:lnTo>
                <a:lnTo>
                  <a:pt x="593067" y="38086"/>
                </a:lnTo>
                <a:lnTo>
                  <a:pt x="593282" y="38457"/>
                </a:lnTo>
                <a:lnTo>
                  <a:pt x="593489" y="38834"/>
                </a:lnTo>
                <a:lnTo>
                  <a:pt x="593687" y="39218"/>
                </a:lnTo>
                <a:lnTo>
                  <a:pt x="593878" y="39608"/>
                </a:lnTo>
                <a:lnTo>
                  <a:pt x="594060" y="40004"/>
                </a:lnTo>
                <a:lnTo>
                  <a:pt x="594233" y="40407"/>
                </a:lnTo>
                <a:lnTo>
                  <a:pt x="594399" y="40817"/>
                </a:lnTo>
                <a:lnTo>
                  <a:pt x="594556" y="41233"/>
                </a:lnTo>
                <a:lnTo>
                  <a:pt x="594705" y="41655"/>
                </a:lnTo>
                <a:lnTo>
                  <a:pt x="594845" y="42084"/>
                </a:lnTo>
                <a:lnTo>
                  <a:pt x="594978" y="42520"/>
                </a:lnTo>
                <a:lnTo>
                  <a:pt x="595102" y="42962"/>
                </a:lnTo>
                <a:lnTo>
                  <a:pt x="595218" y="43407"/>
                </a:lnTo>
                <a:lnTo>
                  <a:pt x="595326" y="43854"/>
                </a:lnTo>
                <a:lnTo>
                  <a:pt x="595426" y="44302"/>
                </a:lnTo>
                <a:lnTo>
                  <a:pt x="595517" y="44750"/>
                </a:lnTo>
                <a:lnTo>
                  <a:pt x="595601" y="45199"/>
                </a:lnTo>
                <a:lnTo>
                  <a:pt x="595677" y="45650"/>
                </a:lnTo>
                <a:lnTo>
                  <a:pt x="595745" y="46101"/>
                </a:lnTo>
                <a:lnTo>
                  <a:pt x="595805" y="46553"/>
                </a:lnTo>
                <a:lnTo>
                  <a:pt x="595857" y="47006"/>
                </a:lnTo>
                <a:lnTo>
                  <a:pt x="595900" y="47460"/>
                </a:lnTo>
                <a:lnTo>
                  <a:pt x="595936" y="47915"/>
                </a:lnTo>
                <a:lnTo>
                  <a:pt x="595964" y="48371"/>
                </a:lnTo>
                <a:lnTo>
                  <a:pt x="595984" y="48828"/>
                </a:lnTo>
                <a:lnTo>
                  <a:pt x="595995" y="49286"/>
                </a:lnTo>
                <a:lnTo>
                  <a:pt x="595999" y="49744"/>
                </a:lnTo>
                <a:lnTo>
                  <a:pt x="595995" y="50204"/>
                </a:lnTo>
                <a:lnTo>
                  <a:pt x="595982" y="50664"/>
                </a:lnTo>
                <a:lnTo>
                  <a:pt x="595962" y="51126"/>
                </a:lnTo>
                <a:lnTo>
                  <a:pt x="595933" y="51588"/>
                </a:lnTo>
                <a:lnTo>
                  <a:pt x="595897" y="52051"/>
                </a:lnTo>
                <a:lnTo>
                  <a:pt x="595853" y="52515"/>
                </a:lnTo>
                <a:lnTo>
                  <a:pt x="595800" y="52980"/>
                </a:lnTo>
                <a:lnTo>
                  <a:pt x="595739" y="53446"/>
                </a:lnTo>
                <a:lnTo>
                  <a:pt x="595671" y="53913"/>
                </a:lnTo>
                <a:lnTo>
                  <a:pt x="595470" y="54916"/>
                </a:lnTo>
                <a:lnTo>
                  <a:pt x="553782" y="54854"/>
                </a:lnTo>
                <a:lnTo>
                  <a:pt x="553786" y="54839"/>
                </a:lnTo>
                <a:lnTo>
                  <a:pt x="553912" y="54401"/>
                </a:lnTo>
                <a:lnTo>
                  <a:pt x="554043" y="53963"/>
                </a:lnTo>
                <a:lnTo>
                  <a:pt x="554179" y="53524"/>
                </a:lnTo>
                <a:lnTo>
                  <a:pt x="554319" y="53085"/>
                </a:lnTo>
                <a:close/>
                <a:moveTo>
                  <a:pt x="474383" y="76599"/>
                </a:moveTo>
                <a:lnTo>
                  <a:pt x="474379" y="76606"/>
                </a:lnTo>
                <a:lnTo>
                  <a:pt x="474141" y="77106"/>
                </a:lnTo>
                <a:lnTo>
                  <a:pt x="473895" y="77601"/>
                </a:lnTo>
                <a:lnTo>
                  <a:pt x="473642" y="78091"/>
                </a:lnTo>
                <a:lnTo>
                  <a:pt x="473381" y="78575"/>
                </a:lnTo>
                <a:lnTo>
                  <a:pt x="473112" y="79054"/>
                </a:lnTo>
                <a:lnTo>
                  <a:pt x="472836" y="79528"/>
                </a:lnTo>
                <a:lnTo>
                  <a:pt x="472553" y="79996"/>
                </a:lnTo>
                <a:lnTo>
                  <a:pt x="472262" y="80458"/>
                </a:lnTo>
                <a:lnTo>
                  <a:pt x="471963" y="80911"/>
                </a:lnTo>
                <a:lnTo>
                  <a:pt x="471657" y="81356"/>
                </a:lnTo>
                <a:lnTo>
                  <a:pt x="471344" y="81793"/>
                </a:lnTo>
                <a:lnTo>
                  <a:pt x="471024" y="82220"/>
                </a:lnTo>
                <a:lnTo>
                  <a:pt x="470696" y="82640"/>
                </a:lnTo>
                <a:lnTo>
                  <a:pt x="470361" y="83050"/>
                </a:lnTo>
                <a:lnTo>
                  <a:pt x="470019" y="83453"/>
                </a:lnTo>
                <a:lnTo>
                  <a:pt x="469669" y="83847"/>
                </a:lnTo>
                <a:lnTo>
                  <a:pt x="469312" y="84232"/>
                </a:lnTo>
                <a:lnTo>
                  <a:pt x="468948" y="84609"/>
                </a:lnTo>
                <a:lnTo>
                  <a:pt x="468576" y="84977"/>
                </a:lnTo>
                <a:lnTo>
                  <a:pt x="468197" y="85337"/>
                </a:lnTo>
                <a:lnTo>
                  <a:pt x="467811" y="85689"/>
                </a:lnTo>
                <a:lnTo>
                  <a:pt x="467417" y="86032"/>
                </a:lnTo>
                <a:lnTo>
                  <a:pt x="467016" y="86366"/>
                </a:lnTo>
                <a:lnTo>
                  <a:pt x="466608" y="86692"/>
                </a:lnTo>
                <a:lnTo>
                  <a:pt x="466192" y="87009"/>
                </a:lnTo>
                <a:lnTo>
                  <a:pt x="465770" y="87318"/>
                </a:lnTo>
                <a:lnTo>
                  <a:pt x="465339" y="87619"/>
                </a:lnTo>
                <a:lnTo>
                  <a:pt x="464902" y="87911"/>
                </a:lnTo>
                <a:lnTo>
                  <a:pt x="464457" y="88194"/>
                </a:lnTo>
                <a:lnTo>
                  <a:pt x="464005" y="88470"/>
                </a:lnTo>
                <a:lnTo>
                  <a:pt x="463545" y="88736"/>
                </a:lnTo>
                <a:lnTo>
                  <a:pt x="463078" y="88993"/>
                </a:lnTo>
                <a:lnTo>
                  <a:pt x="462604" y="89238"/>
                </a:lnTo>
                <a:lnTo>
                  <a:pt x="462123" y="89472"/>
                </a:lnTo>
                <a:lnTo>
                  <a:pt x="461635" y="89694"/>
                </a:lnTo>
                <a:lnTo>
                  <a:pt x="461139" y="89905"/>
                </a:lnTo>
                <a:lnTo>
                  <a:pt x="460636" y="90105"/>
                </a:lnTo>
                <a:lnTo>
                  <a:pt x="460126" y="90293"/>
                </a:lnTo>
                <a:lnTo>
                  <a:pt x="459609" y="90470"/>
                </a:lnTo>
                <a:lnTo>
                  <a:pt x="459084" y="90635"/>
                </a:lnTo>
                <a:lnTo>
                  <a:pt x="458552" y="90789"/>
                </a:lnTo>
                <a:lnTo>
                  <a:pt x="458014" y="90932"/>
                </a:lnTo>
                <a:lnTo>
                  <a:pt x="457467" y="91063"/>
                </a:lnTo>
                <a:lnTo>
                  <a:pt x="456914" y="91183"/>
                </a:lnTo>
                <a:lnTo>
                  <a:pt x="456354" y="91292"/>
                </a:lnTo>
                <a:lnTo>
                  <a:pt x="455786" y="91389"/>
                </a:lnTo>
                <a:lnTo>
                  <a:pt x="455211" y="91474"/>
                </a:lnTo>
                <a:lnTo>
                  <a:pt x="454629" y="91549"/>
                </a:lnTo>
                <a:lnTo>
                  <a:pt x="454039" y="91612"/>
                </a:lnTo>
                <a:lnTo>
                  <a:pt x="453443" y="91663"/>
                </a:lnTo>
                <a:lnTo>
                  <a:pt x="452839" y="91703"/>
                </a:lnTo>
                <a:lnTo>
                  <a:pt x="452228" y="91732"/>
                </a:lnTo>
                <a:lnTo>
                  <a:pt x="451610" y="91749"/>
                </a:lnTo>
                <a:lnTo>
                  <a:pt x="450984" y="91755"/>
                </a:lnTo>
                <a:lnTo>
                  <a:pt x="450352" y="91750"/>
                </a:lnTo>
                <a:lnTo>
                  <a:pt x="449986" y="91741"/>
                </a:lnTo>
                <a:lnTo>
                  <a:pt x="449627" y="91727"/>
                </a:lnTo>
                <a:lnTo>
                  <a:pt x="449274" y="91707"/>
                </a:lnTo>
                <a:lnTo>
                  <a:pt x="448926" y="91681"/>
                </a:lnTo>
                <a:lnTo>
                  <a:pt x="448584" y="91649"/>
                </a:lnTo>
                <a:lnTo>
                  <a:pt x="448249" y="91612"/>
                </a:lnTo>
                <a:lnTo>
                  <a:pt x="447919" y="91568"/>
                </a:lnTo>
                <a:lnTo>
                  <a:pt x="447595" y="91519"/>
                </a:lnTo>
                <a:lnTo>
                  <a:pt x="447277" y="91464"/>
                </a:lnTo>
                <a:lnTo>
                  <a:pt x="446965" y="91403"/>
                </a:lnTo>
                <a:lnTo>
                  <a:pt x="446659" y="91337"/>
                </a:lnTo>
                <a:lnTo>
                  <a:pt x="446359" y="91264"/>
                </a:lnTo>
                <a:lnTo>
                  <a:pt x="446065" y="91186"/>
                </a:lnTo>
                <a:lnTo>
                  <a:pt x="445776" y="91102"/>
                </a:lnTo>
                <a:lnTo>
                  <a:pt x="445494" y="91012"/>
                </a:lnTo>
                <a:lnTo>
                  <a:pt x="445217" y="90916"/>
                </a:lnTo>
                <a:lnTo>
                  <a:pt x="444947" y="90815"/>
                </a:lnTo>
                <a:lnTo>
                  <a:pt x="444682" y="90708"/>
                </a:lnTo>
                <a:lnTo>
                  <a:pt x="444424" y="90594"/>
                </a:lnTo>
                <a:lnTo>
                  <a:pt x="444171" y="90475"/>
                </a:lnTo>
                <a:lnTo>
                  <a:pt x="443924" y="90351"/>
                </a:lnTo>
                <a:lnTo>
                  <a:pt x="443683" y="90220"/>
                </a:lnTo>
                <a:lnTo>
                  <a:pt x="443448" y="90084"/>
                </a:lnTo>
                <a:lnTo>
                  <a:pt x="443219" y="89942"/>
                </a:lnTo>
                <a:lnTo>
                  <a:pt x="442996" y="89794"/>
                </a:lnTo>
                <a:lnTo>
                  <a:pt x="442777" y="89643"/>
                </a:lnTo>
                <a:lnTo>
                  <a:pt x="442563" y="89488"/>
                </a:lnTo>
                <a:lnTo>
                  <a:pt x="442354" y="89329"/>
                </a:lnTo>
                <a:lnTo>
                  <a:pt x="442150" y="89167"/>
                </a:lnTo>
                <a:lnTo>
                  <a:pt x="441951" y="89000"/>
                </a:lnTo>
                <a:lnTo>
                  <a:pt x="441757" y="88829"/>
                </a:lnTo>
                <a:lnTo>
                  <a:pt x="441568" y="88654"/>
                </a:lnTo>
                <a:lnTo>
                  <a:pt x="441383" y="88476"/>
                </a:lnTo>
                <a:lnTo>
                  <a:pt x="441203" y="88293"/>
                </a:lnTo>
                <a:lnTo>
                  <a:pt x="441029" y="88106"/>
                </a:lnTo>
                <a:lnTo>
                  <a:pt x="440859" y="87916"/>
                </a:lnTo>
                <a:lnTo>
                  <a:pt x="440694" y="87721"/>
                </a:lnTo>
                <a:lnTo>
                  <a:pt x="440534" y="87523"/>
                </a:lnTo>
                <a:lnTo>
                  <a:pt x="440378" y="87320"/>
                </a:lnTo>
                <a:lnTo>
                  <a:pt x="440228" y="87114"/>
                </a:lnTo>
                <a:lnTo>
                  <a:pt x="440083" y="86904"/>
                </a:lnTo>
                <a:lnTo>
                  <a:pt x="439942" y="86689"/>
                </a:lnTo>
                <a:lnTo>
                  <a:pt x="439806" y="86471"/>
                </a:lnTo>
                <a:lnTo>
                  <a:pt x="439676" y="86249"/>
                </a:lnTo>
                <a:lnTo>
                  <a:pt x="439550" y="86023"/>
                </a:lnTo>
                <a:lnTo>
                  <a:pt x="439429" y="85793"/>
                </a:lnTo>
                <a:lnTo>
                  <a:pt x="439313" y="85559"/>
                </a:lnTo>
                <a:lnTo>
                  <a:pt x="439201" y="85321"/>
                </a:lnTo>
                <a:lnTo>
                  <a:pt x="439094" y="85079"/>
                </a:lnTo>
                <a:lnTo>
                  <a:pt x="438991" y="84836"/>
                </a:lnTo>
                <a:lnTo>
                  <a:pt x="438891" y="84590"/>
                </a:lnTo>
                <a:lnTo>
                  <a:pt x="438796" y="84342"/>
                </a:lnTo>
                <a:lnTo>
                  <a:pt x="438704" y="84092"/>
                </a:lnTo>
                <a:lnTo>
                  <a:pt x="438615" y="83839"/>
                </a:lnTo>
                <a:lnTo>
                  <a:pt x="438531" y="83584"/>
                </a:lnTo>
                <a:lnTo>
                  <a:pt x="438450" y="83326"/>
                </a:lnTo>
                <a:lnTo>
                  <a:pt x="438372" y="83067"/>
                </a:lnTo>
                <a:lnTo>
                  <a:pt x="438299" y="82805"/>
                </a:lnTo>
                <a:lnTo>
                  <a:pt x="438229" y="82540"/>
                </a:lnTo>
                <a:lnTo>
                  <a:pt x="438163" y="82273"/>
                </a:lnTo>
                <a:lnTo>
                  <a:pt x="438101" y="82004"/>
                </a:lnTo>
                <a:lnTo>
                  <a:pt x="438042" y="81733"/>
                </a:lnTo>
                <a:lnTo>
                  <a:pt x="437987" y="81459"/>
                </a:lnTo>
                <a:lnTo>
                  <a:pt x="437936" y="81183"/>
                </a:lnTo>
                <a:lnTo>
                  <a:pt x="437889" y="80905"/>
                </a:lnTo>
                <a:lnTo>
                  <a:pt x="437845" y="80624"/>
                </a:lnTo>
                <a:lnTo>
                  <a:pt x="437805" y="80341"/>
                </a:lnTo>
                <a:lnTo>
                  <a:pt x="437769" y="80056"/>
                </a:lnTo>
                <a:lnTo>
                  <a:pt x="437736" y="79768"/>
                </a:lnTo>
                <a:lnTo>
                  <a:pt x="437707" y="79478"/>
                </a:lnTo>
                <a:lnTo>
                  <a:pt x="437682" y="79186"/>
                </a:lnTo>
                <a:lnTo>
                  <a:pt x="437661" y="78891"/>
                </a:lnTo>
                <a:lnTo>
                  <a:pt x="437643" y="78595"/>
                </a:lnTo>
                <a:lnTo>
                  <a:pt x="437627" y="78298"/>
                </a:lnTo>
                <a:lnTo>
                  <a:pt x="437613" y="78001"/>
                </a:lnTo>
                <a:lnTo>
                  <a:pt x="437602" y="77703"/>
                </a:lnTo>
                <a:lnTo>
                  <a:pt x="437594" y="77404"/>
                </a:lnTo>
                <a:lnTo>
                  <a:pt x="437588" y="77104"/>
                </a:lnTo>
                <a:lnTo>
                  <a:pt x="437584" y="76804"/>
                </a:lnTo>
                <a:lnTo>
                  <a:pt x="437583" y="76503"/>
                </a:lnTo>
                <a:lnTo>
                  <a:pt x="437584" y="76201"/>
                </a:lnTo>
                <a:lnTo>
                  <a:pt x="437588" y="75899"/>
                </a:lnTo>
                <a:lnTo>
                  <a:pt x="437594" y="75596"/>
                </a:lnTo>
                <a:lnTo>
                  <a:pt x="437602" y="75292"/>
                </a:lnTo>
                <a:lnTo>
                  <a:pt x="437613" y="74987"/>
                </a:lnTo>
                <a:lnTo>
                  <a:pt x="437627" y="74682"/>
                </a:lnTo>
                <a:lnTo>
                  <a:pt x="437643" y="74376"/>
                </a:lnTo>
                <a:lnTo>
                  <a:pt x="437661" y="74069"/>
                </a:lnTo>
                <a:lnTo>
                  <a:pt x="437682" y="73762"/>
                </a:lnTo>
                <a:lnTo>
                  <a:pt x="437705" y="73454"/>
                </a:lnTo>
                <a:lnTo>
                  <a:pt x="437730" y="73146"/>
                </a:lnTo>
                <a:lnTo>
                  <a:pt x="437759" y="72836"/>
                </a:lnTo>
                <a:lnTo>
                  <a:pt x="437789" y="72526"/>
                </a:lnTo>
                <a:lnTo>
                  <a:pt x="437822" y="72215"/>
                </a:lnTo>
                <a:lnTo>
                  <a:pt x="437857" y="71904"/>
                </a:lnTo>
                <a:lnTo>
                  <a:pt x="437895" y="71592"/>
                </a:lnTo>
                <a:lnTo>
                  <a:pt x="445798" y="25047"/>
                </a:lnTo>
                <a:lnTo>
                  <a:pt x="437962" y="25047"/>
                </a:lnTo>
                <a:lnTo>
                  <a:pt x="430060" y="71391"/>
                </a:lnTo>
                <a:lnTo>
                  <a:pt x="430006" y="71842"/>
                </a:lnTo>
                <a:lnTo>
                  <a:pt x="429957" y="72291"/>
                </a:lnTo>
                <a:lnTo>
                  <a:pt x="429912" y="72739"/>
                </a:lnTo>
                <a:lnTo>
                  <a:pt x="429872" y="73185"/>
                </a:lnTo>
                <a:lnTo>
                  <a:pt x="429836" y="73629"/>
                </a:lnTo>
                <a:lnTo>
                  <a:pt x="429804" y="74072"/>
                </a:lnTo>
                <a:lnTo>
                  <a:pt x="429777" y="74512"/>
                </a:lnTo>
                <a:lnTo>
                  <a:pt x="429755" y="74951"/>
                </a:lnTo>
                <a:lnTo>
                  <a:pt x="429736" y="75389"/>
                </a:lnTo>
                <a:lnTo>
                  <a:pt x="429723" y="75824"/>
                </a:lnTo>
                <a:lnTo>
                  <a:pt x="429713" y="76258"/>
                </a:lnTo>
                <a:lnTo>
                  <a:pt x="429708" y="76690"/>
                </a:lnTo>
                <a:lnTo>
                  <a:pt x="429708" y="77120"/>
                </a:lnTo>
                <a:lnTo>
                  <a:pt x="429711" y="77548"/>
                </a:lnTo>
                <a:lnTo>
                  <a:pt x="429720" y="77975"/>
                </a:lnTo>
                <a:lnTo>
                  <a:pt x="429732" y="78400"/>
                </a:lnTo>
                <a:lnTo>
                  <a:pt x="429749" y="78824"/>
                </a:lnTo>
                <a:lnTo>
                  <a:pt x="429771" y="79245"/>
                </a:lnTo>
                <a:lnTo>
                  <a:pt x="429797" y="79665"/>
                </a:lnTo>
                <a:lnTo>
                  <a:pt x="429827" y="80083"/>
                </a:lnTo>
                <a:lnTo>
                  <a:pt x="429862" y="80499"/>
                </a:lnTo>
                <a:lnTo>
                  <a:pt x="429901" y="80914"/>
                </a:lnTo>
                <a:lnTo>
                  <a:pt x="429945" y="81327"/>
                </a:lnTo>
                <a:lnTo>
                  <a:pt x="429993" y="81738"/>
                </a:lnTo>
                <a:lnTo>
                  <a:pt x="430046" y="82146"/>
                </a:lnTo>
                <a:lnTo>
                  <a:pt x="430104" y="82550"/>
                </a:lnTo>
                <a:lnTo>
                  <a:pt x="430169" y="82951"/>
                </a:lnTo>
                <a:lnTo>
                  <a:pt x="430238" y="83348"/>
                </a:lnTo>
                <a:lnTo>
                  <a:pt x="430314" y="83741"/>
                </a:lnTo>
                <a:lnTo>
                  <a:pt x="430395" y="84130"/>
                </a:lnTo>
                <a:lnTo>
                  <a:pt x="430481" y="84515"/>
                </a:lnTo>
                <a:lnTo>
                  <a:pt x="430573" y="84896"/>
                </a:lnTo>
                <a:lnTo>
                  <a:pt x="430671" y="85274"/>
                </a:lnTo>
                <a:lnTo>
                  <a:pt x="430774" y="85648"/>
                </a:lnTo>
                <a:lnTo>
                  <a:pt x="430883" y="86018"/>
                </a:lnTo>
                <a:lnTo>
                  <a:pt x="430997" y="86384"/>
                </a:lnTo>
                <a:lnTo>
                  <a:pt x="431117" y="86746"/>
                </a:lnTo>
                <a:lnTo>
                  <a:pt x="431243" y="87104"/>
                </a:lnTo>
                <a:lnTo>
                  <a:pt x="431374" y="87459"/>
                </a:lnTo>
                <a:lnTo>
                  <a:pt x="431511" y="87810"/>
                </a:lnTo>
                <a:lnTo>
                  <a:pt x="431653" y="88157"/>
                </a:lnTo>
                <a:lnTo>
                  <a:pt x="431801" y="88500"/>
                </a:lnTo>
                <a:lnTo>
                  <a:pt x="431954" y="88839"/>
                </a:lnTo>
                <a:lnTo>
                  <a:pt x="432114" y="89174"/>
                </a:lnTo>
                <a:lnTo>
                  <a:pt x="432278" y="89506"/>
                </a:lnTo>
                <a:lnTo>
                  <a:pt x="432448" y="89833"/>
                </a:lnTo>
                <a:lnTo>
                  <a:pt x="432624" y="90157"/>
                </a:lnTo>
                <a:lnTo>
                  <a:pt x="432806" y="90477"/>
                </a:lnTo>
                <a:lnTo>
                  <a:pt x="432993" y="90793"/>
                </a:lnTo>
                <a:lnTo>
                  <a:pt x="433186" y="91103"/>
                </a:lnTo>
                <a:lnTo>
                  <a:pt x="433386" y="91407"/>
                </a:lnTo>
                <a:lnTo>
                  <a:pt x="433592" y="91706"/>
                </a:lnTo>
                <a:lnTo>
                  <a:pt x="433805" y="92000"/>
                </a:lnTo>
                <a:lnTo>
                  <a:pt x="434024" y="92288"/>
                </a:lnTo>
                <a:lnTo>
                  <a:pt x="434249" y="92570"/>
                </a:lnTo>
                <a:lnTo>
                  <a:pt x="434480" y="92847"/>
                </a:lnTo>
                <a:lnTo>
                  <a:pt x="434717" y="93119"/>
                </a:lnTo>
                <a:lnTo>
                  <a:pt x="434961" y="93385"/>
                </a:lnTo>
                <a:lnTo>
                  <a:pt x="435211" y="93646"/>
                </a:lnTo>
                <a:lnTo>
                  <a:pt x="435468" y="93901"/>
                </a:lnTo>
                <a:lnTo>
                  <a:pt x="435730" y="94151"/>
                </a:lnTo>
                <a:lnTo>
                  <a:pt x="435999" y="94395"/>
                </a:lnTo>
                <a:lnTo>
                  <a:pt x="436274" y="94634"/>
                </a:lnTo>
                <a:lnTo>
                  <a:pt x="436556" y="94868"/>
                </a:lnTo>
                <a:lnTo>
                  <a:pt x="436844" y="95096"/>
                </a:lnTo>
                <a:lnTo>
                  <a:pt x="437138" y="95318"/>
                </a:lnTo>
                <a:lnTo>
                  <a:pt x="437438" y="95535"/>
                </a:lnTo>
                <a:lnTo>
                  <a:pt x="437745" y="95747"/>
                </a:lnTo>
                <a:lnTo>
                  <a:pt x="438058" y="95953"/>
                </a:lnTo>
                <a:lnTo>
                  <a:pt x="438377" y="96153"/>
                </a:lnTo>
                <a:lnTo>
                  <a:pt x="438702" y="96348"/>
                </a:lnTo>
                <a:lnTo>
                  <a:pt x="439034" y="96538"/>
                </a:lnTo>
                <a:lnTo>
                  <a:pt x="439372" y="96721"/>
                </a:lnTo>
                <a:lnTo>
                  <a:pt x="439718" y="96897"/>
                </a:lnTo>
                <a:lnTo>
                  <a:pt x="440071" y="97065"/>
                </a:lnTo>
                <a:lnTo>
                  <a:pt x="440431" y="97226"/>
                </a:lnTo>
                <a:lnTo>
                  <a:pt x="440798" y="97378"/>
                </a:lnTo>
                <a:lnTo>
                  <a:pt x="441173" y="97524"/>
                </a:lnTo>
                <a:lnTo>
                  <a:pt x="441554" y="97662"/>
                </a:lnTo>
                <a:lnTo>
                  <a:pt x="441943" y="97792"/>
                </a:lnTo>
                <a:lnTo>
                  <a:pt x="442339" y="97915"/>
                </a:lnTo>
                <a:lnTo>
                  <a:pt x="442743" y="98030"/>
                </a:lnTo>
                <a:lnTo>
                  <a:pt x="443153" y="98137"/>
                </a:lnTo>
                <a:lnTo>
                  <a:pt x="443571" y="98238"/>
                </a:lnTo>
                <a:lnTo>
                  <a:pt x="443996" y="98330"/>
                </a:lnTo>
                <a:lnTo>
                  <a:pt x="444428" y="98415"/>
                </a:lnTo>
                <a:lnTo>
                  <a:pt x="444868" y="98492"/>
                </a:lnTo>
                <a:lnTo>
                  <a:pt x="445314" y="98562"/>
                </a:lnTo>
                <a:lnTo>
                  <a:pt x="445768" y="98624"/>
                </a:lnTo>
                <a:lnTo>
                  <a:pt x="446229" y="98679"/>
                </a:lnTo>
                <a:lnTo>
                  <a:pt x="446697" y="98726"/>
                </a:lnTo>
                <a:lnTo>
                  <a:pt x="447173" y="98766"/>
                </a:lnTo>
                <a:lnTo>
                  <a:pt x="447655" y="98798"/>
                </a:lnTo>
                <a:lnTo>
                  <a:pt x="448145" y="98822"/>
                </a:lnTo>
                <a:lnTo>
                  <a:pt x="448642" y="98839"/>
                </a:lnTo>
                <a:lnTo>
                  <a:pt x="449146" y="98849"/>
                </a:lnTo>
                <a:lnTo>
                  <a:pt x="449746" y="98855"/>
                </a:lnTo>
                <a:lnTo>
                  <a:pt x="450340" y="98853"/>
                </a:lnTo>
                <a:lnTo>
                  <a:pt x="450928" y="98842"/>
                </a:lnTo>
                <a:lnTo>
                  <a:pt x="451511" y="98822"/>
                </a:lnTo>
                <a:lnTo>
                  <a:pt x="452087" y="98793"/>
                </a:lnTo>
                <a:lnTo>
                  <a:pt x="452658" y="98754"/>
                </a:lnTo>
                <a:lnTo>
                  <a:pt x="453223" y="98707"/>
                </a:lnTo>
                <a:lnTo>
                  <a:pt x="453782" y="98651"/>
                </a:lnTo>
                <a:lnTo>
                  <a:pt x="454336" y="98586"/>
                </a:lnTo>
                <a:lnTo>
                  <a:pt x="454883" y="98513"/>
                </a:lnTo>
                <a:lnTo>
                  <a:pt x="455425" y="98430"/>
                </a:lnTo>
                <a:lnTo>
                  <a:pt x="455961" y="98338"/>
                </a:lnTo>
                <a:lnTo>
                  <a:pt x="456491" y="98237"/>
                </a:lnTo>
                <a:lnTo>
                  <a:pt x="457015" y="98128"/>
                </a:lnTo>
                <a:lnTo>
                  <a:pt x="457533" y="98009"/>
                </a:lnTo>
                <a:lnTo>
                  <a:pt x="458046" y="97881"/>
                </a:lnTo>
                <a:lnTo>
                  <a:pt x="458553" y="97745"/>
                </a:lnTo>
                <a:lnTo>
                  <a:pt x="459054" y="97599"/>
                </a:lnTo>
                <a:lnTo>
                  <a:pt x="459549" y="97445"/>
                </a:lnTo>
                <a:lnTo>
                  <a:pt x="460038" y="97281"/>
                </a:lnTo>
                <a:lnTo>
                  <a:pt x="460522" y="97109"/>
                </a:lnTo>
                <a:lnTo>
                  <a:pt x="461000" y="96928"/>
                </a:lnTo>
                <a:lnTo>
                  <a:pt x="461472" y="96737"/>
                </a:lnTo>
                <a:lnTo>
                  <a:pt x="461938" y="96538"/>
                </a:lnTo>
                <a:lnTo>
                  <a:pt x="462398" y="96331"/>
                </a:lnTo>
                <a:lnTo>
                  <a:pt x="462853" y="96117"/>
                </a:lnTo>
                <a:lnTo>
                  <a:pt x="463302" y="95897"/>
                </a:lnTo>
                <a:lnTo>
                  <a:pt x="463746" y="95669"/>
                </a:lnTo>
                <a:lnTo>
                  <a:pt x="464184" y="95435"/>
                </a:lnTo>
                <a:lnTo>
                  <a:pt x="464617" y="95195"/>
                </a:lnTo>
                <a:lnTo>
                  <a:pt x="465044" y="94947"/>
                </a:lnTo>
                <a:lnTo>
                  <a:pt x="465465" y="94693"/>
                </a:lnTo>
                <a:lnTo>
                  <a:pt x="465881" y="94432"/>
                </a:lnTo>
                <a:lnTo>
                  <a:pt x="466291" y="94164"/>
                </a:lnTo>
                <a:lnTo>
                  <a:pt x="466695" y="93889"/>
                </a:lnTo>
                <a:lnTo>
                  <a:pt x="467094" y="93608"/>
                </a:lnTo>
                <a:lnTo>
                  <a:pt x="467488" y="93320"/>
                </a:lnTo>
                <a:lnTo>
                  <a:pt x="467876" y="93025"/>
                </a:lnTo>
                <a:lnTo>
                  <a:pt x="468258" y="92724"/>
                </a:lnTo>
                <a:lnTo>
                  <a:pt x="468635" y="92416"/>
                </a:lnTo>
                <a:lnTo>
                  <a:pt x="469006" y="92101"/>
                </a:lnTo>
                <a:lnTo>
                  <a:pt x="469371" y="91779"/>
                </a:lnTo>
                <a:lnTo>
                  <a:pt x="469731" y="91451"/>
                </a:lnTo>
                <a:lnTo>
                  <a:pt x="470086" y="91115"/>
                </a:lnTo>
                <a:lnTo>
                  <a:pt x="470435" y="90773"/>
                </a:lnTo>
                <a:lnTo>
                  <a:pt x="470778" y="90425"/>
                </a:lnTo>
                <a:lnTo>
                  <a:pt x="471116" y="90069"/>
                </a:lnTo>
                <a:lnTo>
                  <a:pt x="471448" y="89707"/>
                </a:lnTo>
                <a:lnTo>
                  <a:pt x="471774" y="89339"/>
                </a:lnTo>
                <a:lnTo>
                  <a:pt x="472096" y="88967"/>
                </a:lnTo>
                <a:lnTo>
                  <a:pt x="472412" y="88589"/>
                </a:lnTo>
                <a:lnTo>
                  <a:pt x="472453" y="88539"/>
                </a:lnTo>
                <a:lnTo>
                  <a:pt x="471046" y="97509"/>
                </a:lnTo>
                <a:lnTo>
                  <a:pt x="478680" y="97509"/>
                </a:lnTo>
                <a:lnTo>
                  <a:pt x="491204" y="25047"/>
                </a:lnTo>
                <a:lnTo>
                  <a:pt x="483234" y="25047"/>
                </a:lnTo>
                <a:lnTo>
                  <a:pt x="474383" y="76599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Answer">
            <a:extLst xmlns:a="http://schemas.openxmlformats.org/drawingml/2006/main">
              <a:ext uri="{FF2B5EF4-FFF2-40B4-BE49-F238E27FC236}">
                <a16:creationId xmlns:a16="http://schemas.microsoft.com/office/drawing/2014/main" id="{A255E547-18A3-4751-91BB-B6A4663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836" y="3155980"/>
            <a:ext cx="447014" cy="98849"/>
          </a:xfrm>
          <a:custGeom xmlns:a="http://schemas.openxmlformats.org/drawingml/2006/main">
            <a:pathLst>
              <a:path w="447014" h="98849">
                <a:moveTo>
                  <a:pt x="0" y="97509"/>
                </a:moveTo>
                <a:lnTo>
                  <a:pt x="8706" y="97509"/>
                </a:lnTo>
                <a:lnTo>
                  <a:pt x="23200" y="70185"/>
                </a:lnTo>
                <a:lnTo>
                  <a:pt x="66072" y="70185"/>
                </a:lnTo>
                <a:lnTo>
                  <a:pt x="71123" y="97509"/>
                </a:lnTo>
                <a:lnTo>
                  <a:pt x="79226" y="97509"/>
                </a:lnTo>
                <a:lnTo>
                  <a:pt x="60274" y="0"/>
                </a:lnTo>
                <a:lnTo>
                  <a:pt x="58666" y="0"/>
                </a:lnTo>
                <a:lnTo>
                  <a:pt x="54648" y="0"/>
                </a:lnTo>
                <a:lnTo>
                  <a:pt x="52572" y="0"/>
                </a:lnTo>
                <a:lnTo>
                  <a:pt x="0" y="97509"/>
                </a:lnTo>
                <a:close/>
                <a:moveTo>
                  <a:pt x="64759" y="63086"/>
                </a:moveTo>
                <a:lnTo>
                  <a:pt x="26966" y="63086"/>
                </a:lnTo>
                <a:lnTo>
                  <a:pt x="54992" y="10251"/>
                </a:lnTo>
                <a:lnTo>
                  <a:pt x="64759" y="63086"/>
                </a:lnTo>
                <a:close/>
                <a:moveTo>
                  <a:pt x="108164" y="47315"/>
                </a:moveTo>
                <a:lnTo>
                  <a:pt x="108361" y="46928"/>
                </a:lnTo>
                <a:lnTo>
                  <a:pt x="108563" y="46545"/>
                </a:lnTo>
                <a:lnTo>
                  <a:pt x="108768" y="46165"/>
                </a:lnTo>
                <a:lnTo>
                  <a:pt x="108978" y="45787"/>
                </a:lnTo>
                <a:lnTo>
                  <a:pt x="109191" y="45413"/>
                </a:lnTo>
                <a:lnTo>
                  <a:pt x="109409" y="45042"/>
                </a:lnTo>
                <a:lnTo>
                  <a:pt x="109631" y="44674"/>
                </a:lnTo>
                <a:lnTo>
                  <a:pt x="109857" y="44309"/>
                </a:lnTo>
                <a:lnTo>
                  <a:pt x="110087" y="43946"/>
                </a:lnTo>
                <a:lnTo>
                  <a:pt x="110321" y="43587"/>
                </a:lnTo>
                <a:lnTo>
                  <a:pt x="110559" y="43231"/>
                </a:lnTo>
                <a:lnTo>
                  <a:pt x="110801" y="42878"/>
                </a:lnTo>
                <a:lnTo>
                  <a:pt x="111047" y="42528"/>
                </a:lnTo>
                <a:lnTo>
                  <a:pt x="111297" y="42181"/>
                </a:lnTo>
                <a:lnTo>
                  <a:pt x="111552" y="41837"/>
                </a:lnTo>
                <a:lnTo>
                  <a:pt x="111810" y="41496"/>
                </a:lnTo>
                <a:lnTo>
                  <a:pt x="112073" y="41158"/>
                </a:lnTo>
                <a:lnTo>
                  <a:pt x="112339" y="40823"/>
                </a:lnTo>
                <a:lnTo>
                  <a:pt x="112610" y="40491"/>
                </a:lnTo>
                <a:lnTo>
                  <a:pt x="112884" y="40162"/>
                </a:lnTo>
                <a:lnTo>
                  <a:pt x="113163" y="39836"/>
                </a:lnTo>
                <a:lnTo>
                  <a:pt x="113446" y="39513"/>
                </a:lnTo>
                <a:lnTo>
                  <a:pt x="113733" y="39193"/>
                </a:lnTo>
                <a:lnTo>
                  <a:pt x="114024" y="38876"/>
                </a:lnTo>
                <a:lnTo>
                  <a:pt x="114319" y="38564"/>
                </a:lnTo>
                <a:lnTo>
                  <a:pt x="114617" y="38256"/>
                </a:lnTo>
                <a:lnTo>
                  <a:pt x="114918" y="37955"/>
                </a:lnTo>
                <a:lnTo>
                  <a:pt x="115223" y="37658"/>
                </a:lnTo>
                <a:lnTo>
                  <a:pt x="115531" y="37367"/>
                </a:lnTo>
                <a:lnTo>
                  <a:pt x="115843" y="37081"/>
                </a:lnTo>
                <a:lnTo>
                  <a:pt x="116157" y="36800"/>
                </a:lnTo>
                <a:lnTo>
                  <a:pt x="116476" y="36525"/>
                </a:lnTo>
                <a:lnTo>
                  <a:pt x="116797" y="36255"/>
                </a:lnTo>
                <a:lnTo>
                  <a:pt x="117122" y="35991"/>
                </a:lnTo>
                <a:lnTo>
                  <a:pt x="117451" y="35731"/>
                </a:lnTo>
                <a:lnTo>
                  <a:pt x="117783" y="35478"/>
                </a:lnTo>
                <a:lnTo>
                  <a:pt x="118118" y="35229"/>
                </a:lnTo>
                <a:lnTo>
                  <a:pt x="118456" y="34986"/>
                </a:lnTo>
                <a:lnTo>
                  <a:pt x="118798" y="34748"/>
                </a:lnTo>
                <a:lnTo>
                  <a:pt x="119143" y="34516"/>
                </a:lnTo>
                <a:lnTo>
                  <a:pt x="119492" y="34289"/>
                </a:lnTo>
                <a:lnTo>
                  <a:pt x="119844" y="34067"/>
                </a:lnTo>
                <a:lnTo>
                  <a:pt x="120199" y="33851"/>
                </a:lnTo>
                <a:lnTo>
                  <a:pt x="120558" y="33640"/>
                </a:lnTo>
                <a:lnTo>
                  <a:pt x="120920" y="33434"/>
                </a:lnTo>
                <a:lnTo>
                  <a:pt x="121286" y="33234"/>
                </a:lnTo>
                <a:lnTo>
                  <a:pt x="121655" y="33039"/>
                </a:lnTo>
                <a:lnTo>
                  <a:pt x="122027" y="32849"/>
                </a:lnTo>
                <a:lnTo>
                  <a:pt x="122402" y="32666"/>
                </a:lnTo>
                <a:lnTo>
                  <a:pt x="122781" y="32491"/>
                </a:lnTo>
                <a:lnTo>
                  <a:pt x="123162" y="32324"/>
                </a:lnTo>
                <a:lnTo>
                  <a:pt x="123547" y="32165"/>
                </a:lnTo>
                <a:lnTo>
                  <a:pt x="123934" y="32015"/>
                </a:lnTo>
                <a:lnTo>
                  <a:pt x="124325" y="31872"/>
                </a:lnTo>
                <a:lnTo>
                  <a:pt x="124718" y="31737"/>
                </a:lnTo>
                <a:lnTo>
                  <a:pt x="125115" y="31610"/>
                </a:lnTo>
                <a:lnTo>
                  <a:pt x="125515" y="31491"/>
                </a:lnTo>
                <a:lnTo>
                  <a:pt x="125917" y="31381"/>
                </a:lnTo>
                <a:lnTo>
                  <a:pt x="126323" y="31278"/>
                </a:lnTo>
                <a:lnTo>
                  <a:pt x="126732" y="31183"/>
                </a:lnTo>
                <a:lnTo>
                  <a:pt x="127143" y="31097"/>
                </a:lnTo>
                <a:lnTo>
                  <a:pt x="127558" y="31018"/>
                </a:lnTo>
                <a:lnTo>
                  <a:pt x="127976" y="30947"/>
                </a:lnTo>
                <a:lnTo>
                  <a:pt x="128397" y="30885"/>
                </a:lnTo>
                <a:lnTo>
                  <a:pt x="128820" y="30830"/>
                </a:lnTo>
                <a:lnTo>
                  <a:pt x="129247" y="30783"/>
                </a:lnTo>
                <a:lnTo>
                  <a:pt x="129677" y="30745"/>
                </a:lnTo>
                <a:lnTo>
                  <a:pt x="130110" y="30714"/>
                </a:lnTo>
                <a:lnTo>
                  <a:pt x="130546" y="30692"/>
                </a:lnTo>
                <a:lnTo>
                  <a:pt x="130985" y="30677"/>
                </a:lnTo>
                <a:lnTo>
                  <a:pt x="131427" y="30671"/>
                </a:lnTo>
                <a:lnTo>
                  <a:pt x="131872" y="30673"/>
                </a:lnTo>
                <a:lnTo>
                  <a:pt x="132369" y="30677"/>
                </a:lnTo>
                <a:lnTo>
                  <a:pt x="132855" y="30691"/>
                </a:lnTo>
                <a:lnTo>
                  <a:pt x="133331" y="30715"/>
                </a:lnTo>
                <a:lnTo>
                  <a:pt x="133797" y="30748"/>
                </a:lnTo>
                <a:lnTo>
                  <a:pt x="134252" y="30790"/>
                </a:lnTo>
                <a:lnTo>
                  <a:pt x="134697" y="30842"/>
                </a:lnTo>
                <a:lnTo>
                  <a:pt x="135131" y="30903"/>
                </a:lnTo>
                <a:lnTo>
                  <a:pt x="135555" y="30974"/>
                </a:lnTo>
                <a:lnTo>
                  <a:pt x="135968" y="31054"/>
                </a:lnTo>
                <a:lnTo>
                  <a:pt x="136371" y="31143"/>
                </a:lnTo>
                <a:lnTo>
                  <a:pt x="136764" y="31242"/>
                </a:lnTo>
                <a:lnTo>
                  <a:pt x="137146" y="31351"/>
                </a:lnTo>
                <a:lnTo>
                  <a:pt x="137517" y="31468"/>
                </a:lnTo>
                <a:lnTo>
                  <a:pt x="137878" y="31595"/>
                </a:lnTo>
                <a:lnTo>
                  <a:pt x="138229" y="31732"/>
                </a:lnTo>
                <a:lnTo>
                  <a:pt x="138569" y="31878"/>
                </a:lnTo>
                <a:lnTo>
                  <a:pt x="138898" y="32033"/>
                </a:lnTo>
                <a:lnTo>
                  <a:pt x="139217" y="32198"/>
                </a:lnTo>
                <a:lnTo>
                  <a:pt x="139526" y="32372"/>
                </a:lnTo>
                <a:lnTo>
                  <a:pt x="139824" y="32556"/>
                </a:lnTo>
                <a:lnTo>
                  <a:pt x="140112" y="32749"/>
                </a:lnTo>
                <a:lnTo>
                  <a:pt x="140389" y="32952"/>
                </a:lnTo>
                <a:lnTo>
                  <a:pt x="140656" y="33164"/>
                </a:lnTo>
                <a:lnTo>
                  <a:pt x="140913" y="33385"/>
                </a:lnTo>
                <a:lnTo>
                  <a:pt x="141160" y="33614"/>
                </a:lnTo>
                <a:lnTo>
                  <a:pt x="141399" y="33849"/>
                </a:lnTo>
                <a:lnTo>
                  <a:pt x="141631" y="34090"/>
                </a:lnTo>
                <a:lnTo>
                  <a:pt x="141855" y="34337"/>
                </a:lnTo>
                <a:lnTo>
                  <a:pt x="142071" y="34591"/>
                </a:lnTo>
                <a:lnTo>
                  <a:pt x="142279" y="34850"/>
                </a:lnTo>
                <a:lnTo>
                  <a:pt x="142480" y="35115"/>
                </a:lnTo>
                <a:lnTo>
                  <a:pt x="142672" y="35387"/>
                </a:lnTo>
                <a:lnTo>
                  <a:pt x="142857" y="35664"/>
                </a:lnTo>
                <a:lnTo>
                  <a:pt x="143034" y="35947"/>
                </a:lnTo>
                <a:lnTo>
                  <a:pt x="143204" y="36237"/>
                </a:lnTo>
                <a:lnTo>
                  <a:pt x="143365" y="36532"/>
                </a:lnTo>
                <a:lnTo>
                  <a:pt x="143519" y="36834"/>
                </a:lnTo>
                <a:lnTo>
                  <a:pt x="143665" y="37142"/>
                </a:lnTo>
                <a:lnTo>
                  <a:pt x="143803" y="37455"/>
                </a:lnTo>
                <a:lnTo>
                  <a:pt x="143934" y="37775"/>
                </a:lnTo>
                <a:lnTo>
                  <a:pt x="144056" y="38101"/>
                </a:lnTo>
                <a:lnTo>
                  <a:pt x="144171" y="38433"/>
                </a:lnTo>
                <a:lnTo>
                  <a:pt x="144278" y="38771"/>
                </a:lnTo>
                <a:lnTo>
                  <a:pt x="144377" y="39115"/>
                </a:lnTo>
                <a:lnTo>
                  <a:pt x="144469" y="39465"/>
                </a:lnTo>
                <a:lnTo>
                  <a:pt x="144552" y="39821"/>
                </a:lnTo>
                <a:lnTo>
                  <a:pt x="144628" y="40183"/>
                </a:lnTo>
                <a:lnTo>
                  <a:pt x="144696" y="40551"/>
                </a:lnTo>
                <a:lnTo>
                  <a:pt x="144758" y="40923"/>
                </a:lnTo>
                <a:lnTo>
                  <a:pt x="144814" y="41298"/>
                </a:lnTo>
                <a:lnTo>
                  <a:pt x="144865" y="41676"/>
                </a:lnTo>
                <a:lnTo>
                  <a:pt x="144911" y="42057"/>
                </a:lnTo>
                <a:lnTo>
                  <a:pt x="144952" y="42440"/>
                </a:lnTo>
                <a:lnTo>
                  <a:pt x="144987" y="42826"/>
                </a:lnTo>
                <a:lnTo>
                  <a:pt x="145018" y="43214"/>
                </a:lnTo>
                <a:lnTo>
                  <a:pt x="145042" y="43605"/>
                </a:lnTo>
                <a:lnTo>
                  <a:pt x="145062" y="43999"/>
                </a:lnTo>
                <a:lnTo>
                  <a:pt x="145077" y="44396"/>
                </a:lnTo>
                <a:lnTo>
                  <a:pt x="145086" y="44795"/>
                </a:lnTo>
                <a:lnTo>
                  <a:pt x="145090" y="45197"/>
                </a:lnTo>
                <a:lnTo>
                  <a:pt x="145089" y="45601"/>
                </a:lnTo>
                <a:lnTo>
                  <a:pt x="145082" y="46009"/>
                </a:lnTo>
                <a:lnTo>
                  <a:pt x="145071" y="46418"/>
                </a:lnTo>
                <a:lnTo>
                  <a:pt x="145054" y="46831"/>
                </a:lnTo>
                <a:lnTo>
                  <a:pt x="145031" y="47246"/>
                </a:lnTo>
                <a:lnTo>
                  <a:pt x="145004" y="47664"/>
                </a:lnTo>
                <a:lnTo>
                  <a:pt x="144971" y="48085"/>
                </a:lnTo>
                <a:lnTo>
                  <a:pt x="144934" y="48508"/>
                </a:lnTo>
                <a:lnTo>
                  <a:pt x="144891" y="48934"/>
                </a:lnTo>
                <a:lnTo>
                  <a:pt x="144842" y="49363"/>
                </a:lnTo>
                <a:lnTo>
                  <a:pt x="144789" y="49794"/>
                </a:lnTo>
                <a:lnTo>
                  <a:pt x="144730" y="50228"/>
                </a:lnTo>
                <a:lnTo>
                  <a:pt x="136626" y="97509"/>
                </a:lnTo>
                <a:lnTo>
                  <a:pt x="144529" y="97509"/>
                </a:lnTo>
                <a:lnTo>
                  <a:pt x="152565" y="50295"/>
                </a:lnTo>
                <a:lnTo>
                  <a:pt x="152619" y="49855"/>
                </a:lnTo>
                <a:lnTo>
                  <a:pt x="152668" y="49417"/>
                </a:lnTo>
                <a:lnTo>
                  <a:pt x="152714" y="48980"/>
                </a:lnTo>
                <a:lnTo>
                  <a:pt x="152754" y="48545"/>
                </a:lnTo>
                <a:lnTo>
                  <a:pt x="152791" y="48112"/>
                </a:lnTo>
                <a:lnTo>
                  <a:pt x="152823" y="47681"/>
                </a:lnTo>
                <a:lnTo>
                  <a:pt x="152851" y="47251"/>
                </a:lnTo>
                <a:lnTo>
                  <a:pt x="152874" y="46824"/>
                </a:lnTo>
                <a:lnTo>
                  <a:pt x="152894" y="46398"/>
                </a:lnTo>
                <a:lnTo>
                  <a:pt x="152908" y="45973"/>
                </a:lnTo>
                <a:lnTo>
                  <a:pt x="152919" y="45551"/>
                </a:lnTo>
                <a:lnTo>
                  <a:pt x="152925" y="45130"/>
                </a:lnTo>
                <a:lnTo>
                  <a:pt x="152927" y="44711"/>
                </a:lnTo>
                <a:lnTo>
                  <a:pt x="152925" y="44293"/>
                </a:lnTo>
                <a:lnTo>
                  <a:pt x="152919" y="43878"/>
                </a:lnTo>
                <a:lnTo>
                  <a:pt x="152908" y="43464"/>
                </a:lnTo>
                <a:lnTo>
                  <a:pt x="152893" y="43052"/>
                </a:lnTo>
                <a:lnTo>
                  <a:pt x="152873" y="42641"/>
                </a:lnTo>
                <a:lnTo>
                  <a:pt x="152849" y="42233"/>
                </a:lnTo>
                <a:lnTo>
                  <a:pt x="152821" y="41826"/>
                </a:lnTo>
                <a:lnTo>
                  <a:pt x="152789" y="41421"/>
                </a:lnTo>
                <a:lnTo>
                  <a:pt x="152752" y="41017"/>
                </a:lnTo>
                <a:lnTo>
                  <a:pt x="152711" y="40616"/>
                </a:lnTo>
                <a:lnTo>
                  <a:pt x="152666" y="40216"/>
                </a:lnTo>
                <a:lnTo>
                  <a:pt x="152616" y="39819"/>
                </a:lnTo>
                <a:lnTo>
                  <a:pt x="152560" y="39425"/>
                </a:lnTo>
                <a:lnTo>
                  <a:pt x="152500" y="39035"/>
                </a:lnTo>
                <a:lnTo>
                  <a:pt x="152433" y="38649"/>
                </a:lnTo>
                <a:lnTo>
                  <a:pt x="152362" y="38267"/>
                </a:lnTo>
                <a:lnTo>
                  <a:pt x="152285" y="37889"/>
                </a:lnTo>
                <a:lnTo>
                  <a:pt x="152203" y="37514"/>
                </a:lnTo>
                <a:lnTo>
                  <a:pt x="152115" y="37143"/>
                </a:lnTo>
                <a:lnTo>
                  <a:pt x="152022" y="36775"/>
                </a:lnTo>
                <a:lnTo>
                  <a:pt x="151924" y="36412"/>
                </a:lnTo>
                <a:lnTo>
                  <a:pt x="151821" y="36052"/>
                </a:lnTo>
                <a:lnTo>
                  <a:pt x="151712" y="35695"/>
                </a:lnTo>
                <a:lnTo>
                  <a:pt x="151597" y="35343"/>
                </a:lnTo>
                <a:lnTo>
                  <a:pt x="151478" y="34994"/>
                </a:lnTo>
                <a:lnTo>
                  <a:pt x="151353" y="34649"/>
                </a:lnTo>
                <a:lnTo>
                  <a:pt x="151222" y="34308"/>
                </a:lnTo>
                <a:lnTo>
                  <a:pt x="151087" y="33970"/>
                </a:lnTo>
                <a:lnTo>
                  <a:pt x="150946" y="33636"/>
                </a:lnTo>
                <a:lnTo>
                  <a:pt x="150799" y="33306"/>
                </a:lnTo>
                <a:lnTo>
                  <a:pt x="150648" y="32979"/>
                </a:lnTo>
                <a:lnTo>
                  <a:pt x="150490" y="32657"/>
                </a:lnTo>
                <a:lnTo>
                  <a:pt x="150328" y="32338"/>
                </a:lnTo>
                <a:lnTo>
                  <a:pt x="150160" y="32022"/>
                </a:lnTo>
                <a:lnTo>
                  <a:pt x="149987" y="31711"/>
                </a:lnTo>
                <a:lnTo>
                  <a:pt x="149808" y="31404"/>
                </a:lnTo>
                <a:lnTo>
                  <a:pt x="149623" y="31102"/>
                </a:lnTo>
                <a:lnTo>
                  <a:pt x="149431" y="30806"/>
                </a:lnTo>
                <a:lnTo>
                  <a:pt x="149234" y="30516"/>
                </a:lnTo>
                <a:lnTo>
                  <a:pt x="149030" y="30232"/>
                </a:lnTo>
                <a:lnTo>
                  <a:pt x="148819" y="29953"/>
                </a:lnTo>
                <a:lnTo>
                  <a:pt x="148603" y="29679"/>
                </a:lnTo>
                <a:lnTo>
                  <a:pt x="148380" y="29411"/>
                </a:lnTo>
                <a:lnTo>
                  <a:pt x="148151" y="29149"/>
                </a:lnTo>
                <a:lnTo>
                  <a:pt x="147915" y="28892"/>
                </a:lnTo>
                <a:lnTo>
                  <a:pt x="147673" y="28641"/>
                </a:lnTo>
                <a:lnTo>
                  <a:pt x="147425" y="28396"/>
                </a:lnTo>
                <a:lnTo>
                  <a:pt x="147171" y="28156"/>
                </a:lnTo>
                <a:lnTo>
                  <a:pt x="146911" y="27921"/>
                </a:lnTo>
                <a:lnTo>
                  <a:pt x="146644" y="27692"/>
                </a:lnTo>
                <a:lnTo>
                  <a:pt x="146371" y="27469"/>
                </a:lnTo>
                <a:lnTo>
                  <a:pt x="146091" y="27251"/>
                </a:lnTo>
                <a:lnTo>
                  <a:pt x="145806" y="27039"/>
                </a:lnTo>
                <a:lnTo>
                  <a:pt x="145514" y="26833"/>
                </a:lnTo>
                <a:lnTo>
                  <a:pt x="145215" y="26632"/>
                </a:lnTo>
                <a:lnTo>
                  <a:pt x="144911" y="26437"/>
                </a:lnTo>
                <a:lnTo>
                  <a:pt x="144600" y="26247"/>
                </a:lnTo>
                <a:lnTo>
                  <a:pt x="144283" y="26063"/>
                </a:lnTo>
                <a:lnTo>
                  <a:pt x="143960" y="25884"/>
                </a:lnTo>
                <a:lnTo>
                  <a:pt x="143630" y="25712"/>
                </a:lnTo>
                <a:lnTo>
                  <a:pt x="143292" y="25547"/>
                </a:lnTo>
                <a:lnTo>
                  <a:pt x="142947" y="25389"/>
                </a:lnTo>
                <a:lnTo>
                  <a:pt x="142595" y="25238"/>
                </a:lnTo>
                <a:lnTo>
                  <a:pt x="142236" y="25094"/>
                </a:lnTo>
                <a:lnTo>
                  <a:pt x="141869" y="24957"/>
                </a:lnTo>
                <a:lnTo>
                  <a:pt x="141495" y="24827"/>
                </a:lnTo>
                <a:lnTo>
                  <a:pt x="141114" y="24705"/>
                </a:lnTo>
                <a:lnTo>
                  <a:pt x="140725" y="24589"/>
                </a:lnTo>
                <a:lnTo>
                  <a:pt x="140329" y="24481"/>
                </a:lnTo>
                <a:lnTo>
                  <a:pt x="139925" y="24379"/>
                </a:lnTo>
                <a:lnTo>
                  <a:pt x="139515" y="24285"/>
                </a:lnTo>
                <a:lnTo>
                  <a:pt x="139097" y="24198"/>
                </a:lnTo>
                <a:lnTo>
                  <a:pt x="138671" y="24118"/>
                </a:lnTo>
                <a:lnTo>
                  <a:pt x="138238" y="24045"/>
                </a:lnTo>
                <a:lnTo>
                  <a:pt x="137798" y="23979"/>
                </a:lnTo>
                <a:lnTo>
                  <a:pt x="137351" y="23920"/>
                </a:lnTo>
                <a:lnTo>
                  <a:pt x="136896" y="23869"/>
                </a:lnTo>
                <a:lnTo>
                  <a:pt x="136434" y="23824"/>
                </a:lnTo>
                <a:lnTo>
                  <a:pt x="135965" y="23787"/>
                </a:lnTo>
                <a:lnTo>
                  <a:pt x="135489" y="23756"/>
                </a:lnTo>
                <a:lnTo>
                  <a:pt x="135005" y="23733"/>
                </a:lnTo>
                <a:lnTo>
                  <a:pt x="134513" y="23717"/>
                </a:lnTo>
                <a:lnTo>
                  <a:pt x="134015" y="23708"/>
                </a:lnTo>
                <a:lnTo>
                  <a:pt x="133464" y="23707"/>
                </a:lnTo>
                <a:lnTo>
                  <a:pt x="132918" y="23715"/>
                </a:lnTo>
                <a:lnTo>
                  <a:pt x="132376" y="23732"/>
                </a:lnTo>
                <a:lnTo>
                  <a:pt x="131839" y="23759"/>
                </a:lnTo>
                <a:lnTo>
                  <a:pt x="131306" y="23795"/>
                </a:lnTo>
                <a:lnTo>
                  <a:pt x="130777" y="23839"/>
                </a:lnTo>
                <a:lnTo>
                  <a:pt x="130252" y="23894"/>
                </a:lnTo>
                <a:lnTo>
                  <a:pt x="129732" y="23957"/>
                </a:lnTo>
                <a:lnTo>
                  <a:pt x="129216" y="24029"/>
                </a:lnTo>
                <a:lnTo>
                  <a:pt x="128705" y="24111"/>
                </a:lnTo>
                <a:lnTo>
                  <a:pt x="128197" y="24202"/>
                </a:lnTo>
                <a:lnTo>
                  <a:pt x="127694" y="24302"/>
                </a:lnTo>
                <a:lnTo>
                  <a:pt x="127196" y="24411"/>
                </a:lnTo>
                <a:lnTo>
                  <a:pt x="126701" y="24530"/>
                </a:lnTo>
                <a:lnTo>
                  <a:pt x="126211" y="24657"/>
                </a:lnTo>
                <a:lnTo>
                  <a:pt x="125725" y="24794"/>
                </a:lnTo>
                <a:lnTo>
                  <a:pt x="125244" y="24940"/>
                </a:lnTo>
                <a:lnTo>
                  <a:pt x="124766" y="25095"/>
                </a:lnTo>
                <a:lnTo>
                  <a:pt x="124293" y="25259"/>
                </a:lnTo>
                <a:lnTo>
                  <a:pt x="123825" y="25433"/>
                </a:lnTo>
                <a:lnTo>
                  <a:pt x="123361" y="25616"/>
                </a:lnTo>
                <a:lnTo>
                  <a:pt x="122901" y="25808"/>
                </a:lnTo>
                <a:lnTo>
                  <a:pt x="122445" y="26009"/>
                </a:lnTo>
                <a:lnTo>
                  <a:pt x="121993" y="26219"/>
                </a:lnTo>
                <a:lnTo>
                  <a:pt x="121546" y="26437"/>
                </a:lnTo>
                <a:lnTo>
                  <a:pt x="121104" y="26662"/>
                </a:lnTo>
                <a:lnTo>
                  <a:pt x="120665" y="26893"/>
                </a:lnTo>
                <a:lnTo>
                  <a:pt x="120232" y="27131"/>
                </a:lnTo>
                <a:lnTo>
                  <a:pt x="119802" y="27375"/>
                </a:lnTo>
                <a:lnTo>
                  <a:pt x="119377" y="27625"/>
                </a:lnTo>
                <a:lnTo>
                  <a:pt x="118957" y="27883"/>
                </a:lnTo>
                <a:lnTo>
                  <a:pt x="118541" y="28146"/>
                </a:lnTo>
                <a:lnTo>
                  <a:pt x="118129" y="28416"/>
                </a:lnTo>
                <a:lnTo>
                  <a:pt x="117722" y="28693"/>
                </a:lnTo>
                <a:lnTo>
                  <a:pt x="117319" y="28976"/>
                </a:lnTo>
                <a:lnTo>
                  <a:pt x="116920" y="29266"/>
                </a:lnTo>
                <a:lnTo>
                  <a:pt x="116526" y="29562"/>
                </a:lnTo>
                <a:lnTo>
                  <a:pt x="116137" y="29865"/>
                </a:lnTo>
                <a:lnTo>
                  <a:pt x="115752" y="30174"/>
                </a:lnTo>
                <a:lnTo>
                  <a:pt x="115371" y="30490"/>
                </a:lnTo>
                <a:lnTo>
                  <a:pt x="114994" y="30813"/>
                </a:lnTo>
                <a:lnTo>
                  <a:pt x="114622" y="31141"/>
                </a:lnTo>
                <a:lnTo>
                  <a:pt x="114255" y="31477"/>
                </a:lnTo>
                <a:lnTo>
                  <a:pt x="113892" y="31818"/>
                </a:lnTo>
                <a:lnTo>
                  <a:pt x="113533" y="32167"/>
                </a:lnTo>
                <a:lnTo>
                  <a:pt x="113179" y="32522"/>
                </a:lnTo>
                <a:lnTo>
                  <a:pt x="112829" y="32883"/>
                </a:lnTo>
                <a:lnTo>
                  <a:pt x="112484" y="33251"/>
                </a:lnTo>
                <a:lnTo>
                  <a:pt x="112143" y="33624"/>
                </a:lnTo>
                <a:lnTo>
                  <a:pt x="111807" y="34001"/>
                </a:lnTo>
                <a:lnTo>
                  <a:pt x="111475" y="34382"/>
                </a:lnTo>
                <a:lnTo>
                  <a:pt x="111149" y="34767"/>
                </a:lnTo>
                <a:lnTo>
                  <a:pt x="110827" y="35156"/>
                </a:lnTo>
                <a:lnTo>
                  <a:pt x="110510" y="35549"/>
                </a:lnTo>
                <a:lnTo>
                  <a:pt x="110198" y="35946"/>
                </a:lnTo>
                <a:lnTo>
                  <a:pt x="109890" y="36346"/>
                </a:lnTo>
                <a:lnTo>
                  <a:pt x="109740" y="36547"/>
                </a:lnTo>
                <a:lnTo>
                  <a:pt x="111446" y="25047"/>
                </a:lnTo>
                <a:lnTo>
                  <a:pt x="103945" y="25047"/>
                </a:lnTo>
                <a:lnTo>
                  <a:pt x="91421" y="97509"/>
                </a:lnTo>
                <a:lnTo>
                  <a:pt x="99257" y="97509"/>
                </a:lnTo>
                <a:lnTo>
                  <a:pt x="107878" y="47894"/>
                </a:lnTo>
                <a:lnTo>
                  <a:pt x="107971" y="47703"/>
                </a:lnTo>
                <a:lnTo>
                  <a:pt x="108164" y="47315"/>
                </a:lnTo>
                <a:close/>
                <a:moveTo>
                  <a:pt x="209928" y="80337"/>
                </a:moveTo>
                <a:lnTo>
                  <a:pt x="209822" y="80699"/>
                </a:lnTo>
                <a:lnTo>
                  <a:pt x="209707" y="81055"/>
                </a:lnTo>
                <a:lnTo>
                  <a:pt x="209583" y="81405"/>
                </a:lnTo>
                <a:lnTo>
                  <a:pt x="209451" y="81749"/>
                </a:lnTo>
                <a:lnTo>
                  <a:pt x="209310" y="82086"/>
                </a:lnTo>
                <a:lnTo>
                  <a:pt x="209160" y="82417"/>
                </a:lnTo>
                <a:lnTo>
                  <a:pt x="209001" y="82742"/>
                </a:lnTo>
                <a:lnTo>
                  <a:pt x="208834" y="83060"/>
                </a:lnTo>
                <a:lnTo>
                  <a:pt x="208658" y="83372"/>
                </a:lnTo>
                <a:lnTo>
                  <a:pt x="208474" y="83678"/>
                </a:lnTo>
                <a:lnTo>
                  <a:pt x="208280" y="83978"/>
                </a:lnTo>
                <a:lnTo>
                  <a:pt x="208078" y="84271"/>
                </a:lnTo>
                <a:lnTo>
                  <a:pt x="207867" y="84558"/>
                </a:lnTo>
                <a:lnTo>
                  <a:pt x="207648" y="84839"/>
                </a:lnTo>
                <a:lnTo>
                  <a:pt x="207419" y="85114"/>
                </a:lnTo>
                <a:lnTo>
                  <a:pt x="207182" y="85382"/>
                </a:lnTo>
                <a:lnTo>
                  <a:pt x="206936" y="85644"/>
                </a:lnTo>
                <a:lnTo>
                  <a:pt x="206682" y="85900"/>
                </a:lnTo>
                <a:lnTo>
                  <a:pt x="206419" y="86149"/>
                </a:lnTo>
                <a:lnTo>
                  <a:pt x="206147" y="86392"/>
                </a:lnTo>
                <a:lnTo>
                  <a:pt x="205869" y="86629"/>
                </a:lnTo>
                <a:lnTo>
                  <a:pt x="205587" y="86861"/>
                </a:lnTo>
                <a:lnTo>
                  <a:pt x="205301" y="87087"/>
                </a:lnTo>
                <a:lnTo>
                  <a:pt x="205011" y="87308"/>
                </a:lnTo>
                <a:lnTo>
                  <a:pt x="204718" y="87524"/>
                </a:lnTo>
                <a:lnTo>
                  <a:pt x="204420" y="87734"/>
                </a:lnTo>
                <a:lnTo>
                  <a:pt x="204119" y="87938"/>
                </a:lnTo>
                <a:lnTo>
                  <a:pt x="203814" y="88137"/>
                </a:lnTo>
                <a:lnTo>
                  <a:pt x="203505" y="88331"/>
                </a:lnTo>
                <a:lnTo>
                  <a:pt x="203193" y="88519"/>
                </a:lnTo>
                <a:lnTo>
                  <a:pt x="202876" y="88701"/>
                </a:lnTo>
                <a:lnTo>
                  <a:pt x="202556" y="88878"/>
                </a:lnTo>
                <a:lnTo>
                  <a:pt x="202231" y="89050"/>
                </a:lnTo>
                <a:lnTo>
                  <a:pt x="201903" y="89216"/>
                </a:lnTo>
                <a:lnTo>
                  <a:pt x="201572" y="89377"/>
                </a:lnTo>
                <a:lnTo>
                  <a:pt x="201236" y="89532"/>
                </a:lnTo>
                <a:lnTo>
                  <a:pt x="200896" y="89682"/>
                </a:lnTo>
                <a:lnTo>
                  <a:pt x="200553" y="89826"/>
                </a:lnTo>
                <a:lnTo>
                  <a:pt x="200206" y="89965"/>
                </a:lnTo>
                <a:lnTo>
                  <a:pt x="199855" y="90099"/>
                </a:lnTo>
                <a:lnTo>
                  <a:pt x="199500" y="90227"/>
                </a:lnTo>
                <a:lnTo>
                  <a:pt x="199141" y="90349"/>
                </a:lnTo>
                <a:lnTo>
                  <a:pt x="198778" y="90466"/>
                </a:lnTo>
                <a:lnTo>
                  <a:pt x="198412" y="90578"/>
                </a:lnTo>
                <a:lnTo>
                  <a:pt x="198044" y="90684"/>
                </a:lnTo>
                <a:lnTo>
                  <a:pt x="197677" y="90786"/>
                </a:lnTo>
                <a:lnTo>
                  <a:pt x="197311" y="90884"/>
                </a:lnTo>
                <a:lnTo>
                  <a:pt x="196946" y="90977"/>
                </a:lnTo>
                <a:lnTo>
                  <a:pt x="196582" y="91065"/>
                </a:lnTo>
                <a:lnTo>
                  <a:pt x="196219" y="91149"/>
                </a:lnTo>
                <a:lnTo>
                  <a:pt x="195856" y="91228"/>
                </a:lnTo>
                <a:lnTo>
                  <a:pt x="195495" y="91303"/>
                </a:lnTo>
                <a:lnTo>
                  <a:pt x="195134" y="91374"/>
                </a:lnTo>
                <a:lnTo>
                  <a:pt x="194775" y="91439"/>
                </a:lnTo>
                <a:lnTo>
                  <a:pt x="194416" y="91501"/>
                </a:lnTo>
                <a:lnTo>
                  <a:pt x="194059" y="91557"/>
                </a:lnTo>
                <a:lnTo>
                  <a:pt x="193702" y="91609"/>
                </a:lnTo>
                <a:lnTo>
                  <a:pt x="193346" y="91657"/>
                </a:lnTo>
                <a:lnTo>
                  <a:pt x="192991" y="91700"/>
                </a:lnTo>
                <a:lnTo>
                  <a:pt x="192638" y="91739"/>
                </a:lnTo>
                <a:lnTo>
                  <a:pt x="192285" y="91773"/>
                </a:lnTo>
                <a:lnTo>
                  <a:pt x="191932" y="91802"/>
                </a:lnTo>
                <a:lnTo>
                  <a:pt x="191581" y="91827"/>
                </a:lnTo>
                <a:lnTo>
                  <a:pt x="191231" y="91847"/>
                </a:lnTo>
                <a:lnTo>
                  <a:pt x="190882" y="91863"/>
                </a:lnTo>
                <a:lnTo>
                  <a:pt x="190534" y="91875"/>
                </a:lnTo>
                <a:lnTo>
                  <a:pt x="190186" y="91881"/>
                </a:lnTo>
                <a:lnTo>
                  <a:pt x="189840" y="91884"/>
                </a:lnTo>
                <a:lnTo>
                  <a:pt x="189445" y="91881"/>
                </a:lnTo>
                <a:lnTo>
                  <a:pt x="189052" y="91873"/>
                </a:lnTo>
                <a:lnTo>
                  <a:pt x="188663" y="91860"/>
                </a:lnTo>
                <a:lnTo>
                  <a:pt x="188276" y="91841"/>
                </a:lnTo>
                <a:lnTo>
                  <a:pt x="187892" y="91817"/>
                </a:lnTo>
                <a:lnTo>
                  <a:pt x="187510" y="91787"/>
                </a:lnTo>
                <a:lnTo>
                  <a:pt x="187131" y="91753"/>
                </a:lnTo>
                <a:lnTo>
                  <a:pt x="186755" y="91713"/>
                </a:lnTo>
                <a:lnTo>
                  <a:pt x="186382" y="91667"/>
                </a:lnTo>
                <a:lnTo>
                  <a:pt x="186011" y="91616"/>
                </a:lnTo>
                <a:lnTo>
                  <a:pt x="185643" y="91560"/>
                </a:lnTo>
                <a:lnTo>
                  <a:pt x="185277" y="91499"/>
                </a:lnTo>
                <a:lnTo>
                  <a:pt x="184914" y="91432"/>
                </a:lnTo>
                <a:lnTo>
                  <a:pt x="184554" y="91360"/>
                </a:lnTo>
                <a:lnTo>
                  <a:pt x="184197" y="91282"/>
                </a:lnTo>
                <a:lnTo>
                  <a:pt x="183842" y="91199"/>
                </a:lnTo>
                <a:lnTo>
                  <a:pt x="183490" y="91111"/>
                </a:lnTo>
                <a:lnTo>
                  <a:pt x="183140" y="91017"/>
                </a:lnTo>
                <a:lnTo>
                  <a:pt x="182794" y="90918"/>
                </a:lnTo>
                <a:lnTo>
                  <a:pt x="182450" y="90814"/>
                </a:lnTo>
                <a:lnTo>
                  <a:pt x="182108" y="90704"/>
                </a:lnTo>
                <a:lnTo>
                  <a:pt x="181769" y="90589"/>
                </a:lnTo>
                <a:lnTo>
                  <a:pt x="181433" y="90469"/>
                </a:lnTo>
                <a:lnTo>
                  <a:pt x="181100" y="90343"/>
                </a:lnTo>
                <a:lnTo>
                  <a:pt x="180771" y="90212"/>
                </a:lnTo>
                <a:lnTo>
                  <a:pt x="180447" y="90075"/>
                </a:lnTo>
                <a:lnTo>
                  <a:pt x="180129" y="89931"/>
                </a:lnTo>
                <a:lnTo>
                  <a:pt x="179817" y="89782"/>
                </a:lnTo>
                <a:lnTo>
                  <a:pt x="179511" y="89626"/>
                </a:lnTo>
                <a:lnTo>
                  <a:pt x="179210" y="89464"/>
                </a:lnTo>
                <a:lnTo>
                  <a:pt x="178915" y="89297"/>
                </a:lnTo>
                <a:lnTo>
                  <a:pt x="178626" y="89123"/>
                </a:lnTo>
                <a:lnTo>
                  <a:pt x="178342" y="88943"/>
                </a:lnTo>
                <a:lnTo>
                  <a:pt x="178064" y="88757"/>
                </a:lnTo>
                <a:lnTo>
                  <a:pt x="177792" y="88566"/>
                </a:lnTo>
                <a:lnTo>
                  <a:pt x="177525" y="88368"/>
                </a:lnTo>
                <a:lnTo>
                  <a:pt x="177265" y="88164"/>
                </a:lnTo>
                <a:lnTo>
                  <a:pt x="177009" y="87954"/>
                </a:lnTo>
                <a:lnTo>
                  <a:pt x="176760" y="87738"/>
                </a:lnTo>
                <a:lnTo>
                  <a:pt x="176516" y="87516"/>
                </a:lnTo>
                <a:lnTo>
                  <a:pt x="176278" y="87288"/>
                </a:lnTo>
                <a:lnTo>
                  <a:pt x="176046" y="87053"/>
                </a:lnTo>
                <a:lnTo>
                  <a:pt x="175819" y="86813"/>
                </a:lnTo>
                <a:lnTo>
                  <a:pt x="175598" y="86567"/>
                </a:lnTo>
                <a:lnTo>
                  <a:pt x="175383" y="86315"/>
                </a:lnTo>
                <a:lnTo>
                  <a:pt x="175173" y="86056"/>
                </a:lnTo>
                <a:lnTo>
                  <a:pt x="174969" y="85792"/>
                </a:lnTo>
                <a:lnTo>
                  <a:pt x="174771" y="85521"/>
                </a:lnTo>
                <a:lnTo>
                  <a:pt x="174580" y="85245"/>
                </a:lnTo>
                <a:lnTo>
                  <a:pt x="174398" y="84962"/>
                </a:lnTo>
                <a:lnTo>
                  <a:pt x="174224" y="84672"/>
                </a:lnTo>
                <a:lnTo>
                  <a:pt x="174059" y="84376"/>
                </a:lnTo>
                <a:lnTo>
                  <a:pt x="173902" y="84073"/>
                </a:lnTo>
                <a:lnTo>
                  <a:pt x="173754" y="83763"/>
                </a:lnTo>
                <a:lnTo>
                  <a:pt x="173615" y="83448"/>
                </a:lnTo>
                <a:lnTo>
                  <a:pt x="173484" y="83125"/>
                </a:lnTo>
                <a:lnTo>
                  <a:pt x="173362" y="82797"/>
                </a:lnTo>
                <a:lnTo>
                  <a:pt x="173248" y="82461"/>
                </a:lnTo>
                <a:lnTo>
                  <a:pt x="173143" y="82119"/>
                </a:lnTo>
                <a:lnTo>
                  <a:pt x="173047" y="81771"/>
                </a:lnTo>
                <a:lnTo>
                  <a:pt x="172959" y="81416"/>
                </a:lnTo>
                <a:lnTo>
                  <a:pt x="172880" y="81055"/>
                </a:lnTo>
                <a:lnTo>
                  <a:pt x="172809" y="80687"/>
                </a:lnTo>
                <a:lnTo>
                  <a:pt x="172747" y="80313"/>
                </a:lnTo>
                <a:lnTo>
                  <a:pt x="172694" y="79932"/>
                </a:lnTo>
                <a:lnTo>
                  <a:pt x="172649" y="79544"/>
                </a:lnTo>
                <a:lnTo>
                  <a:pt x="172613" y="79150"/>
                </a:lnTo>
                <a:lnTo>
                  <a:pt x="172585" y="78750"/>
                </a:lnTo>
                <a:lnTo>
                  <a:pt x="172566" y="78343"/>
                </a:lnTo>
                <a:lnTo>
                  <a:pt x="172556" y="77930"/>
                </a:lnTo>
                <a:lnTo>
                  <a:pt x="172554" y="77510"/>
                </a:lnTo>
                <a:lnTo>
                  <a:pt x="172561" y="77083"/>
                </a:lnTo>
                <a:lnTo>
                  <a:pt x="164726" y="77083"/>
                </a:lnTo>
                <a:lnTo>
                  <a:pt x="164699" y="77682"/>
                </a:lnTo>
                <a:lnTo>
                  <a:pt x="164686" y="78272"/>
                </a:lnTo>
                <a:lnTo>
                  <a:pt x="164686" y="78854"/>
                </a:lnTo>
                <a:lnTo>
                  <a:pt x="164701" y="79427"/>
                </a:lnTo>
                <a:lnTo>
                  <a:pt x="164728" y="79992"/>
                </a:lnTo>
                <a:lnTo>
                  <a:pt x="164770" y="80549"/>
                </a:lnTo>
                <a:lnTo>
                  <a:pt x="164825" y="81097"/>
                </a:lnTo>
                <a:lnTo>
                  <a:pt x="164893" y="81637"/>
                </a:lnTo>
                <a:lnTo>
                  <a:pt x="164975" y="82169"/>
                </a:lnTo>
                <a:lnTo>
                  <a:pt x="165071" y="82692"/>
                </a:lnTo>
                <a:lnTo>
                  <a:pt x="165180" y="83207"/>
                </a:lnTo>
                <a:lnTo>
                  <a:pt x="165303" y="83713"/>
                </a:lnTo>
                <a:lnTo>
                  <a:pt x="165440" y="84211"/>
                </a:lnTo>
                <a:lnTo>
                  <a:pt x="165590" y="84701"/>
                </a:lnTo>
                <a:lnTo>
                  <a:pt x="165754" y="85182"/>
                </a:lnTo>
                <a:lnTo>
                  <a:pt x="165931" y="85655"/>
                </a:lnTo>
                <a:lnTo>
                  <a:pt x="166122" y="86120"/>
                </a:lnTo>
                <a:lnTo>
                  <a:pt x="166327" y="86576"/>
                </a:lnTo>
                <a:lnTo>
                  <a:pt x="166545" y="87024"/>
                </a:lnTo>
                <a:lnTo>
                  <a:pt x="166777" y="87464"/>
                </a:lnTo>
                <a:lnTo>
                  <a:pt x="167022" y="87895"/>
                </a:lnTo>
                <a:lnTo>
                  <a:pt x="167281" y="88317"/>
                </a:lnTo>
                <a:lnTo>
                  <a:pt x="167554" y="88732"/>
                </a:lnTo>
                <a:lnTo>
                  <a:pt x="167840" y="89138"/>
                </a:lnTo>
                <a:lnTo>
                  <a:pt x="168137" y="89536"/>
                </a:lnTo>
                <a:lnTo>
                  <a:pt x="168442" y="89925"/>
                </a:lnTo>
                <a:lnTo>
                  <a:pt x="168755" y="90306"/>
                </a:lnTo>
                <a:lnTo>
                  <a:pt x="169077" y="90678"/>
                </a:lnTo>
                <a:lnTo>
                  <a:pt x="169407" y="91042"/>
                </a:lnTo>
                <a:lnTo>
                  <a:pt x="169744" y="91398"/>
                </a:lnTo>
                <a:lnTo>
                  <a:pt x="170090" y="91746"/>
                </a:lnTo>
                <a:lnTo>
                  <a:pt x="170444" y="92085"/>
                </a:lnTo>
                <a:lnTo>
                  <a:pt x="170806" y="92415"/>
                </a:lnTo>
                <a:lnTo>
                  <a:pt x="171177" y="92738"/>
                </a:lnTo>
                <a:lnTo>
                  <a:pt x="171555" y="93051"/>
                </a:lnTo>
                <a:lnTo>
                  <a:pt x="171942" y="93357"/>
                </a:lnTo>
                <a:lnTo>
                  <a:pt x="172336" y="93654"/>
                </a:lnTo>
                <a:lnTo>
                  <a:pt x="172739" y="93943"/>
                </a:lnTo>
                <a:lnTo>
                  <a:pt x="173150" y="94223"/>
                </a:lnTo>
                <a:lnTo>
                  <a:pt x="173569" y="94496"/>
                </a:lnTo>
                <a:lnTo>
                  <a:pt x="173997" y="94759"/>
                </a:lnTo>
                <a:lnTo>
                  <a:pt x="174432" y="95015"/>
                </a:lnTo>
                <a:lnTo>
                  <a:pt x="174876" y="95262"/>
                </a:lnTo>
                <a:lnTo>
                  <a:pt x="175327" y="95500"/>
                </a:lnTo>
                <a:lnTo>
                  <a:pt x="175787" y="95730"/>
                </a:lnTo>
                <a:lnTo>
                  <a:pt x="176255" y="95952"/>
                </a:lnTo>
                <a:lnTo>
                  <a:pt x="176731" y="96166"/>
                </a:lnTo>
                <a:lnTo>
                  <a:pt x="177216" y="96371"/>
                </a:lnTo>
                <a:lnTo>
                  <a:pt x="177705" y="96568"/>
                </a:lnTo>
                <a:lnTo>
                  <a:pt x="178197" y="96756"/>
                </a:lnTo>
                <a:lnTo>
                  <a:pt x="178692" y="96937"/>
                </a:lnTo>
                <a:lnTo>
                  <a:pt x="179189" y="97109"/>
                </a:lnTo>
                <a:lnTo>
                  <a:pt x="179688" y="97274"/>
                </a:lnTo>
                <a:lnTo>
                  <a:pt x="180190" y="97430"/>
                </a:lnTo>
                <a:lnTo>
                  <a:pt x="180694" y="97578"/>
                </a:lnTo>
                <a:lnTo>
                  <a:pt x="181200" y="97718"/>
                </a:lnTo>
                <a:lnTo>
                  <a:pt x="181710" y="97849"/>
                </a:lnTo>
                <a:lnTo>
                  <a:pt x="182221" y="97973"/>
                </a:lnTo>
                <a:lnTo>
                  <a:pt x="182735" y="98088"/>
                </a:lnTo>
                <a:lnTo>
                  <a:pt x="183251" y="98196"/>
                </a:lnTo>
                <a:lnTo>
                  <a:pt x="183770" y="98295"/>
                </a:lnTo>
                <a:lnTo>
                  <a:pt x="184292" y="98386"/>
                </a:lnTo>
                <a:lnTo>
                  <a:pt x="184815" y="98469"/>
                </a:lnTo>
                <a:lnTo>
                  <a:pt x="185341" y="98544"/>
                </a:lnTo>
                <a:lnTo>
                  <a:pt x="185870" y="98610"/>
                </a:lnTo>
                <a:lnTo>
                  <a:pt x="186401" y="98669"/>
                </a:lnTo>
                <a:lnTo>
                  <a:pt x="186935" y="98719"/>
                </a:lnTo>
                <a:lnTo>
                  <a:pt x="187471" y="98761"/>
                </a:lnTo>
                <a:lnTo>
                  <a:pt x="188009" y="98795"/>
                </a:lnTo>
                <a:lnTo>
                  <a:pt x="188550" y="98821"/>
                </a:lnTo>
                <a:lnTo>
                  <a:pt x="189093" y="98839"/>
                </a:lnTo>
                <a:lnTo>
                  <a:pt x="189639" y="98849"/>
                </a:lnTo>
                <a:lnTo>
                  <a:pt x="190040" y="98847"/>
                </a:lnTo>
                <a:lnTo>
                  <a:pt x="190442" y="98840"/>
                </a:lnTo>
                <a:lnTo>
                  <a:pt x="190844" y="98830"/>
                </a:lnTo>
                <a:lnTo>
                  <a:pt x="191245" y="98815"/>
                </a:lnTo>
                <a:lnTo>
                  <a:pt x="191646" y="98796"/>
                </a:lnTo>
                <a:lnTo>
                  <a:pt x="192048" y="98773"/>
                </a:lnTo>
                <a:lnTo>
                  <a:pt x="192449" y="98746"/>
                </a:lnTo>
                <a:lnTo>
                  <a:pt x="192850" y="98715"/>
                </a:lnTo>
                <a:lnTo>
                  <a:pt x="193250" y="98679"/>
                </a:lnTo>
                <a:lnTo>
                  <a:pt x="193651" y="98639"/>
                </a:lnTo>
                <a:lnTo>
                  <a:pt x="194052" y="98595"/>
                </a:lnTo>
                <a:lnTo>
                  <a:pt x="194452" y="98547"/>
                </a:lnTo>
                <a:lnTo>
                  <a:pt x="194853" y="98495"/>
                </a:lnTo>
                <a:lnTo>
                  <a:pt x="195253" y="98438"/>
                </a:lnTo>
                <a:lnTo>
                  <a:pt x="195653" y="98378"/>
                </a:lnTo>
                <a:lnTo>
                  <a:pt x="196053" y="98313"/>
                </a:lnTo>
                <a:lnTo>
                  <a:pt x="196453" y="98244"/>
                </a:lnTo>
                <a:lnTo>
                  <a:pt x="196853" y="98171"/>
                </a:lnTo>
                <a:lnTo>
                  <a:pt x="197252" y="98093"/>
                </a:lnTo>
                <a:lnTo>
                  <a:pt x="197652" y="98011"/>
                </a:lnTo>
                <a:lnTo>
                  <a:pt x="198051" y="97926"/>
                </a:lnTo>
                <a:lnTo>
                  <a:pt x="198451" y="97836"/>
                </a:lnTo>
                <a:lnTo>
                  <a:pt x="198850" y="97742"/>
                </a:lnTo>
                <a:lnTo>
                  <a:pt x="199249" y="97643"/>
                </a:lnTo>
                <a:lnTo>
                  <a:pt x="199647" y="97540"/>
                </a:lnTo>
                <a:lnTo>
                  <a:pt x="200042" y="97433"/>
                </a:lnTo>
                <a:lnTo>
                  <a:pt x="200435" y="97321"/>
                </a:lnTo>
                <a:lnTo>
                  <a:pt x="200826" y="97205"/>
                </a:lnTo>
                <a:lnTo>
                  <a:pt x="201214" y="97084"/>
                </a:lnTo>
                <a:lnTo>
                  <a:pt x="201599" y="96959"/>
                </a:lnTo>
                <a:lnTo>
                  <a:pt x="201982" y="96829"/>
                </a:lnTo>
                <a:lnTo>
                  <a:pt x="202363" y="96694"/>
                </a:lnTo>
                <a:lnTo>
                  <a:pt x="202741" y="96555"/>
                </a:lnTo>
                <a:lnTo>
                  <a:pt x="203117" y="96412"/>
                </a:lnTo>
                <a:lnTo>
                  <a:pt x="203491" y="96264"/>
                </a:lnTo>
                <a:lnTo>
                  <a:pt x="203862" y="96111"/>
                </a:lnTo>
                <a:lnTo>
                  <a:pt x="204230" y="95954"/>
                </a:lnTo>
                <a:lnTo>
                  <a:pt x="204596" y="95792"/>
                </a:lnTo>
                <a:lnTo>
                  <a:pt x="204960" y="95626"/>
                </a:lnTo>
                <a:lnTo>
                  <a:pt x="205321" y="95455"/>
                </a:lnTo>
                <a:lnTo>
                  <a:pt x="205680" y="95280"/>
                </a:lnTo>
                <a:lnTo>
                  <a:pt x="206036" y="95100"/>
                </a:lnTo>
                <a:lnTo>
                  <a:pt x="206390" y="94916"/>
                </a:lnTo>
                <a:lnTo>
                  <a:pt x="206741" y="94727"/>
                </a:lnTo>
                <a:lnTo>
                  <a:pt x="207090" y="94534"/>
                </a:lnTo>
                <a:lnTo>
                  <a:pt x="207437" y="94336"/>
                </a:lnTo>
                <a:lnTo>
                  <a:pt x="207781" y="94133"/>
                </a:lnTo>
                <a:lnTo>
                  <a:pt x="208123" y="93926"/>
                </a:lnTo>
                <a:lnTo>
                  <a:pt x="208461" y="93715"/>
                </a:lnTo>
                <a:lnTo>
                  <a:pt x="208794" y="93498"/>
                </a:lnTo>
                <a:lnTo>
                  <a:pt x="209122" y="93277"/>
                </a:lnTo>
                <a:lnTo>
                  <a:pt x="209445" y="93051"/>
                </a:lnTo>
                <a:lnTo>
                  <a:pt x="209764" y="92820"/>
                </a:lnTo>
                <a:lnTo>
                  <a:pt x="210077" y="92585"/>
                </a:lnTo>
                <a:lnTo>
                  <a:pt x="210386" y="92345"/>
                </a:lnTo>
                <a:lnTo>
                  <a:pt x="210690" y="92099"/>
                </a:lnTo>
                <a:lnTo>
                  <a:pt x="210989" y="91850"/>
                </a:lnTo>
                <a:lnTo>
                  <a:pt x="211283" y="91595"/>
                </a:lnTo>
                <a:lnTo>
                  <a:pt x="211572" y="91336"/>
                </a:lnTo>
                <a:lnTo>
                  <a:pt x="211856" y="91072"/>
                </a:lnTo>
                <a:lnTo>
                  <a:pt x="212136" y="90803"/>
                </a:lnTo>
                <a:lnTo>
                  <a:pt x="212410" y="90529"/>
                </a:lnTo>
                <a:lnTo>
                  <a:pt x="212680" y="90251"/>
                </a:lnTo>
                <a:lnTo>
                  <a:pt x="212944" y="89968"/>
                </a:lnTo>
                <a:lnTo>
                  <a:pt x="213204" y="89680"/>
                </a:lnTo>
                <a:lnTo>
                  <a:pt x="213459" y="89387"/>
                </a:lnTo>
                <a:lnTo>
                  <a:pt x="213709" y="89089"/>
                </a:lnTo>
                <a:lnTo>
                  <a:pt x="213955" y="88787"/>
                </a:lnTo>
                <a:lnTo>
                  <a:pt x="214195" y="88480"/>
                </a:lnTo>
                <a:lnTo>
                  <a:pt x="214430" y="88168"/>
                </a:lnTo>
                <a:lnTo>
                  <a:pt x="214661" y="87852"/>
                </a:lnTo>
                <a:lnTo>
                  <a:pt x="214887" y="87531"/>
                </a:lnTo>
                <a:lnTo>
                  <a:pt x="215106" y="87204"/>
                </a:lnTo>
                <a:lnTo>
                  <a:pt x="215318" y="86873"/>
                </a:lnTo>
                <a:lnTo>
                  <a:pt x="215523" y="86538"/>
                </a:lnTo>
                <a:lnTo>
                  <a:pt x="215720" y="86197"/>
                </a:lnTo>
                <a:lnTo>
                  <a:pt x="215910" y="85851"/>
                </a:lnTo>
                <a:lnTo>
                  <a:pt x="216092" y="85501"/>
                </a:lnTo>
                <a:lnTo>
                  <a:pt x="216267" y="85145"/>
                </a:lnTo>
                <a:lnTo>
                  <a:pt x="216434" y="84785"/>
                </a:lnTo>
                <a:lnTo>
                  <a:pt x="216594" y="84420"/>
                </a:lnTo>
                <a:lnTo>
                  <a:pt x="216747" y="84050"/>
                </a:lnTo>
                <a:lnTo>
                  <a:pt x="216892" y="83675"/>
                </a:lnTo>
                <a:lnTo>
                  <a:pt x="217030" y="83295"/>
                </a:lnTo>
                <a:lnTo>
                  <a:pt x="217160" y="82910"/>
                </a:lnTo>
                <a:lnTo>
                  <a:pt x="217283" y="82520"/>
                </a:lnTo>
                <a:lnTo>
                  <a:pt x="217398" y="82126"/>
                </a:lnTo>
                <a:lnTo>
                  <a:pt x="217506" y="81726"/>
                </a:lnTo>
                <a:lnTo>
                  <a:pt x="217606" y="81322"/>
                </a:lnTo>
                <a:lnTo>
                  <a:pt x="217699" y="80913"/>
                </a:lnTo>
                <a:lnTo>
                  <a:pt x="217785" y="80499"/>
                </a:lnTo>
                <a:lnTo>
                  <a:pt x="217863" y="80080"/>
                </a:lnTo>
                <a:lnTo>
                  <a:pt x="217934" y="79656"/>
                </a:lnTo>
                <a:lnTo>
                  <a:pt x="217997" y="79228"/>
                </a:lnTo>
                <a:lnTo>
                  <a:pt x="218053" y="78794"/>
                </a:lnTo>
                <a:lnTo>
                  <a:pt x="218101" y="78356"/>
                </a:lnTo>
                <a:lnTo>
                  <a:pt x="218150" y="77802"/>
                </a:lnTo>
                <a:lnTo>
                  <a:pt x="218186" y="77257"/>
                </a:lnTo>
                <a:lnTo>
                  <a:pt x="218208" y="76722"/>
                </a:lnTo>
                <a:lnTo>
                  <a:pt x="218217" y="76195"/>
                </a:lnTo>
                <a:lnTo>
                  <a:pt x="218212" y="75677"/>
                </a:lnTo>
                <a:lnTo>
                  <a:pt x="218193" y="75168"/>
                </a:lnTo>
                <a:lnTo>
                  <a:pt x="218161" y="74668"/>
                </a:lnTo>
                <a:lnTo>
                  <a:pt x="218116" y="74177"/>
                </a:lnTo>
                <a:lnTo>
                  <a:pt x="218057" y="73695"/>
                </a:lnTo>
                <a:lnTo>
                  <a:pt x="217985" y="73222"/>
                </a:lnTo>
                <a:lnTo>
                  <a:pt x="217899" y="72758"/>
                </a:lnTo>
                <a:lnTo>
                  <a:pt x="217800" y="72303"/>
                </a:lnTo>
                <a:lnTo>
                  <a:pt x="217687" y="71857"/>
                </a:lnTo>
                <a:lnTo>
                  <a:pt x="217561" y="71420"/>
                </a:lnTo>
                <a:lnTo>
                  <a:pt x="217421" y="70991"/>
                </a:lnTo>
                <a:lnTo>
                  <a:pt x="217268" y="70572"/>
                </a:lnTo>
                <a:lnTo>
                  <a:pt x="217101" y="70162"/>
                </a:lnTo>
                <a:lnTo>
                  <a:pt x="216921" y="69760"/>
                </a:lnTo>
                <a:lnTo>
                  <a:pt x="216727" y="69368"/>
                </a:lnTo>
                <a:lnTo>
                  <a:pt x="216520" y="68984"/>
                </a:lnTo>
                <a:lnTo>
                  <a:pt x="216299" y="68610"/>
                </a:lnTo>
                <a:lnTo>
                  <a:pt x="216065" y="68244"/>
                </a:lnTo>
                <a:lnTo>
                  <a:pt x="215817" y="67888"/>
                </a:lnTo>
                <a:lnTo>
                  <a:pt x="215556" y="67540"/>
                </a:lnTo>
                <a:lnTo>
                  <a:pt x="215285" y="67200"/>
                </a:lnTo>
                <a:lnTo>
                  <a:pt x="215006" y="66866"/>
                </a:lnTo>
                <a:lnTo>
                  <a:pt x="214721" y="66537"/>
                </a:lnTo>
                <a:lnTo>
                  <a:pt x="214428" y="66215"/>
                </a:lnTo>
                <a:lnTo>
                  <a:pt x="214128" y="65899"/>
                </a:lnTo>
                <a:lnTo>
                  <a:pt x="213821" y="65589"/>
                </a:lnTo>
                <a:lnTo>
                  <a:pt x="213507" y="65285"/>
                </a:lnTo>
                <a:lnTo>
                  <a:pt x="213186" y="64988"/>
                </a:lnTo>
                <a:lnTo>
                  <a:pt x="212858" y="64696"/>
                </a:lnTo>
                <a:lnTo>
                  <a:pt x="212523" y="64410"/>
                </a:lnTo>
                <a:lnTo>
                  <a:pt x="212181" y="64130"/>
                </a:lnTo>
                <a:lnTo>
                  <a:pt x="211831" y="63856"/>
                </a:lnTo>
                <a:lnTo>
                  <a:pt x="211475" y="63589"/>
                </a:lnTo>
                <a:lnTo>
                  <a:pt x="211111" y="63327"/>
                </a:lnTo>
                <a:lnTo>
                  <a:pt x="210740" y="63072"/>
                </a:lnTo>
                <a:lnTo>
                  <a:pt x="210362" y="62822"/>
                </a:lnTo>
                <a:lnTo>
                  <a:pt x="209977" y="62579"/>
                </a:lnTo>
                <a:lnTo>
                  <a:pt x="209585" y="62341"/>
                </a:lnTo>
                <a:lnTo>
                  <a:pt x="209186" y="62110"/>
                </a:lnTo>
                <a:lnTo>
                  <a:pt x="208780" y="61885"/>
                </a:lnTo>
                <a:lnTo>
                  <a:pt x="208367" y="61665"/>
                </a:lnTo>
                <a:lnTo>
                  <a:pt x="207947" y="61452"/>
                </a:lnTo>
                <a:lnTo>
                  <a:pt x="207519" y="61245"/>
                </a:lnTo>
                <a:lnTo>
                  <a:pt x="207085" y="61044"/>
                </a:lnTo>
                <a:lnTo>
                  <a:pt x="206646" y="60847"/>
                </a:lnTo>
                <a:lnTo>
                  <a:pt x="206207" y="60654"/>
                </a:lnTo>
                <a:lnTo>
                  <a:pt x="205767" y="60463"/>
                </a:lnTo>
                <a:lnTo>
                  <a:pt x="205326" y="60276"/>
                </a:lnTo>
                <a:lnTo>
                  <a:pt x="204884" y="60092"/>
                </a:lnTo>
                <a:lnTo>
                  <a:pt x="204441" y="59911"/>
                </a:lnTo>
                <a:lnTo>
                  <a:pt x="203998" y="59734"/>
                </a:lnTo>
                <a:lnTo>
                  <a:pt x="203554" y="59559"/>
                </a:lnTo>
                <a:lnTo>
                  <a:pt x="203109" y="59388"/>
                </a:lnTo>
                <a:lnTo>
                  <a:pt x="202663" y="59219"/>
                </a:lnTo>
                <a:lnTo>
                  <a:pt x="202216" y="59054"/>
                </a:lnTo>
                <a:lnTo>
                  <a:pt x="201769" y="58892"/>
                </a:lnTo>
                <a:lnTo>
                  <a:pt x="201320" y="58733"/>
                </a:lnTo>
                <a:lnTo>
                  <a:pt x="200871" y="58578"/>
                </a:lnTo>
                <a:lnTo>
                  <a:pt x="200422" y="58425"/>
                </a:lnTo>
                <a:lnTo>
                  <a:pt x="199971" y="58276"/>
                </a:lnTo>
                <a:lnTo>
                  <a:pt x="199519" y="58129"/>
                </a:lnTo>
                <a:lnTo>
                  <a:pt x="199067" y="57986"/>
                </a:lnTo>
                <a:lnTo>
                  <a:pt x="198614" y="57846"/>
                </a:lnTo>
                <a:lnTo>
                  <a:pt x="198160" y="57709"/>
                </a:lnTo>
                <a:lnTo>
                  <a:pt x="197705" y="57575"/>
                </a:lnTo>
                <a:lnTo>
                  <a:pt x="197249" y="57445"/>
                </a:lnTo>
                <a:lnTo>
                  <a:pt x="196793" y="57317"/>
                </a:lnTo>
                <a:lnTo>
                  <a:pt x="196336" y="57193"/>
                </a:lnTo>
                <a:lnTo>
                  <a:pt x="196112" y="57137"/>
                </a:lnTo>
                <a:lnTo>
                  <a:pt x="195887" y="57079"/>
                </a:lnTo>
                <a:lnTo>
                  <a:pt x="195660" y="57021"/>
                </a:lnTo>
                <a:lnTo>
                  <a:pt x="195433" y="56962"/>
                </a:lnTo>
                <a:lnTo>
                  <a:pt x="195204" y="56902"/>
                </a:lnTo>
                <a:lnTo>
                  <a:pt x="194973" y="56841"/>
                </a:lnTo>
                <a:lnTo>
                  <a:pt x="194742" y="56779"/>
                </a:lnTo>
                <a:lnTo>
                  <a:pt x="194509" y="56717"/>
                </a:lnTo>
                <a:lnTo>
                  <a:pt x="194275" y="56653"/>
                </a:lnTo>
                <a:lnTo>
                  <a:pt x="194039" y="56588"/>
                </a:lnTo>
                <a:lnTo>
                  <a:pt x="193803" y="56523"/>
                </a:lnTo>
                <a:lnTo>
                  <a:pt x="193565" y="56456"/>
                </a:lnTo>
                <a:lnTo>
                  <a:pt x="193326" y="56389"/>
                </a:lnTo>
                <a:lnTo>
                  <a:pt x="193085" y="56320"/>
                </a:lnTo>
                <a:lnTo>
                  <a:pt x="192843" y="56251"/>
                </a:lnTo>
                <a:lnTo>
                  <a:pt x="192600" y="56181"/>
                </a:lnTo>
                <a:lnTo>
                  <a:pt x="192356" y="56110"/>
                </a:lnTo>
                <a:lnTo>
                  <a:pt x="192110" y="56038"/>
                </a:lnTo>
                <a:lnTo>
                  <a:pt x="191863" y="55965"/>
                </a:lnTo>
                <a:lnTo>
                  <a:pt x="191615" y="55891"/>
                </a:lnTo>
                <a:lnTo>
                  <a:pt x="191366" y="55816"/>
                </a:lnTo>
                <a:lnTo>
                  <a:pt x="191115" y="55740"/>
                </a:lnTo>
                <a:lnTo>
                  <a:pt x="190863" y="55663"/>
                </a:lnTo>
                <a:lnTo>
                  <a:pt x="190610" y="55586"/>
                </a:lnTo>
                <a:lnTo>
                  <a:pt x="190357" y="55507"/>
                </a:lnTo>
                <a:lnTo>
                  <a:pt x="190105" y="55426"/>
                </a:lnTo>
                <a:lnTo>
                  <a:pt x="189855" y="55343"/>
                </a:lnTo>
                <a:lnTo>
                  <a:pt x="189607" y="55258"/>
                </a:lnTo>
                <a:lnTo>
                  <a:pt x="189360" y="55172"/>
                </a:lnTo>
                <a:lnTo>
                  <a:pt x="189116" y="55083"/>
                </a:lnTo>
                <a:lnTo>
                  <a:pt x="188872" y="54993"/>
                </a:lnTo>
                <a:lnTo>
                  <a:pt x="188630" y="54901"/>
                </a:lnTo>
                <a:lnTo>
                  <a:pt x="188390" y="54807"/>
                </a:lnTo>
                <a:lnTo>
                  <a:pt x="188152" y="54711"/>
                </a:lnTo>
                <a:lnTo>
                  <a:pt x="187915" y="54614"/>
                </a:lnTo>
                <a:lnTo>
                  <a:pt x="187680" y="54514"/>
                </a:lnTo>
                <a:lnTo>
                  <a:pt x="187446" y="54413"/>
                </a:lnTo>
                <a:lnTo>
                  <a:pt x="187214" y="54309"/>
                </a:lnTo>
                <a:lnTo>
                  <a:pt x="186984" y="54204"/>
                </a:lnTo>
                <a:lnTo>
                  <a:pt x="186755" y="54097"/>
                </a:lnTo>
                <a:lnTo>
                  <a:pt x="186528" y="53989"/>
                </a:lnTo>
                <a:lnTo>
                  <a:pt x="186303" y="53878"/>
                </a:lnTo>
                <a:lnTo>
                  <a:pt x="186079" y="53765"/>
                </a:lnTo>
                <a:lnTo>
                  <a:pt x="185857" y="53651"/>
                </a:lnTo>
                <a:lnTo>
                  <a:pt x="185636" y="53535"/>
                </a:lnTo>
                <a:lnTo>
                  <a:pt x="185417" y="53417"/>
                </a:lnTo>
                <a:lnTo>
                  <a:pt x="185200" y="53297"/>
                </a:lnTo>
                <a:lnTo>
                  <a:pt x="184984" y="53175"/>
                </a:lnTo>
                <a:lnTo>
                  <a:pt x="184771" y="53050"/>
                </a:lnTo>
                <a:lnTo>
                  <a:pt x="184563" y="52923"/>
                </a:lnTo>
                <a:lnTo>
                  <a:pt x="184359" y="52792"/>
                </a:lnTo>
                <a:lnTo>
                  <a:pt x="184158" y="52658"/>
                </a:lnTo>
                <a:lnTo>
                  <a:pt x="183962" y="52522"/>
                </a:lnTo>
                <a:lnTo>
                  <a:pt x="183770" y="52381"/>
                </a:lnTo>
                <a:lnTo>
                  <a:pt x="183583" y="52238"/>
                </a:lnTo>
                <a:lnTo>
                  <a:pt x="183399" y="52092"/>
                </a:lnTo>
                <a:lnTo>
                  <a:pt x="183220" y="51943"/>
                </a:lnTo>
                <a:lnTo>
                  <a:pt x="183045" y="51790"/>
                </a:lnTo>
                <a:lnTo>
                  <a:pt x="182874" y="51634"/>
                </a:lnTo>
                <a:lnTo>
                  <a:pt x="182707" y="51475"/>
                </a:lnTo>
                <a:lnTo>
                  <a:pt x="182545" y="51313"/>
                </a:lnTo>
                <a:lnTo>
                  <a:pt x="182386" y="51148"/>
                </a:lnTo>
                <a:lnTo>
                  <a:pt x="182232" y="50980"/>
                </a:lnTo>
                <a:lnTo>
                  <a:pt x="182082" y="50808"/>
                </a:lnTo>
                <a:lnTo>
                  <a:pt x="181936" y="50634"/>
                </a:lnTo>
                <a:lnTo>
                  <a:pt x="181795" y="50456"/>
                </a:lnTo>
                <a:lnTo>
                  <a:pt x="181657" y="50275"/>
                </a:lnTo>
                <a:lnTo>
                  <a:pt x="181524" y="50091"/>
                </a:lnTo>
                <a:lnTo>
                  <a:pt x="181395" y="49904"/>
                </a:lnTo>
                <a:lnTo>
                  <a:pt x="181270" y="49714"/>
                </a:lnTo>
                <a:lnTo>
                  <a:pt x="181149" y="49520"/>
                </a:lnTo>
                <a:lnTo>
                  <a:pt x="181033" y="49324"/>
                </a:lnTo>
                <a:lnTo>
                  <a:pt x="180922" y="49124"/>
                </a:lnTo>
                <a:lnTo>
                  <a:pt x="180818" y="48919"/>
                </a:lnTo>
                <a:lnTo>
                  <a:pt x="180721" y="48711"/>
                </a:lnTo>
                <a:lnTo>
                  <a:pt x="180630" y="48499"/>
                </a:lnTo>
                <a:lnTo>
                  <a:pt x="180547" y="48282"/>
                </a:lnTo>
                <a:lnTo>
                  <a:pt x="180470" y="48062"/>
                </a:lnTo>
                <a:lnTo>
                  <a:pt x="180400" y="47837"/>
                </a:lnTo>
                <a:lnTo>
                  <a:pt x="180337" y="47609"/>
                </a:lnTo>
                <a:lnTo>
                  <a:pt x="180281" y="47376"/>
                </a:lnTo>
                <a:lnTo>
                  <a:pt x="180232" y="47139"/>
                </a:lnTo>
                <a:lnTo>
                  <a:pt x="180190" y="46898"/>
                </a:lnTo>
                <a:lnTo>
                  <a:pt x="180154" y="46653"/>
                </a:lnTo>
                <a:lnTo>
                  <a:pt x="180125" y="46404"/>
                </a:lnTo>
                <a:lnTo>
                  <a:pt x="180104" y="46151"/>
                </a:lnTo>
                <a:lnTo>
                  <a:pt x="180089" y="45894"/>
                </a:lnTo>
                <a:lnTo>
                  <a:pt x="180081" y="45633"/>
                </a:lnTo>
                <a:lnTo>
                  <a:pt x="180079" y="45368"/>
                </a:lnTo>
                <a:lnTo>
                  <a:pt x="180085" y="45098"/>
                </a:lnTo>
                <a:lnTo>
                  <a:pt x="180097" y="44825"/>
                </a:lnTo>
                <a:lnTo>
                  <a:pt x="180117" y="44548"/>
                </a:lnTo>
                <a:lnTo>
                  <a:pt x="180143" y="44266"/>
                </a:lnTo>
                <a:lnTo>
                  <a:pt x="180176" y="43980"/>
                </a:lnTo>
                <a:lnTo>
                  <a:pt x="180216" y="43691"/>
                </a:lnTo>
                <a:lnTo>
                  <a:pt x="180263" y="43397"/>
                </a:lnTo>
                <a:lnTo>
                  <a:pt x="180334" y="43026"/>
                </a:lnTo>
                <a:lnTo>
                  <a:pt x="180412" y="42661"/>
                </a:lnTo>
                <a:lnTo>
                  <a:pt x="180498" y="42301"/>
                </a:lnTo>
                <a:lnTo>
                  <a:pt x="180592" y="41948"/>
                </a:lnTo>
                <a:lnTo>
                  <a:pt x="180694" y="41600"/>
                </a:lnTo>
                <a:lnTo>
                  <a:pt x="180803" y="41258"/>
                </a:lnTo>
                <a:lnTo>
                  <a:pt x="180920" y="40922"/>
                </a:lnTo>
                <a:lnTo>
                  <a:pt x="181044" y="40592"/>
                </a:lnTo>
                <a:lnTo>
                  <a:pt x="181176" y="40267"/>
                </a:lnTo>
                <a:lnTo>
                  <a:pt x="181316" y="39948"/>
                </a:lnTo>
                <a:lnTo>
                  <a:pt x="181464" y="39636"/>
                </a:lnTo>
                <a:lnTo>
                  <a:pt x="181619" y="39328"/>
                </a:lnTo>
                <a:lnTo>
                  <a:pt x="181782" y="39027"/>
                </a:lnTo>
                <a:lnTo>
                  <a:pt x="181952" y="38732"/>
                </a:lnTo>
                <a:lnTo>
                  <a:pt x="182131" y="38442"/>
                </a:lnTo>
                <a:lnTo>
                  <a:pt x="182317" y="38158"/>
                </a:lnTo>
                <a:lnTo>
                  <a:pt x="182510" y="37880"/>
                </a:lnTo>
                <a:lnTo>
                  <a:pt x="182711" y="37608"/>
                </a:lnTo>
                <a:lnTo>
                  <a:pt x="182920" y="37342"/>
                </a:lnTo>
                <a:lnTo>
                  <a:pt x="183137" y="37081"/>
                </a:lnTo>
                <a:lnTo>
                  <a:pt x="183361" y="36827"/>
                </a:lnTo>
                <a:lnTo>
                  <a:pt x="183593" y="36578"/>
                </a:lnTo>
                <a:lnTo>
                  <a:pt x="183833" y="36334"/>
                </a:lnTo>
                <a:lnTo>
                  <a:pt x="184080" y="36097"/>
                </a:lnTo>
                <a:lnTo>
                  <a:pt x="184333" y="35865"/>
                </a:lnTo>
                <a:lnTo>
                  <a:pt x="184590" y="35639"/>
                </a:lnTo>
                <a:lnTo>
                  <a:pt x="184851" y="35417"/>
                </a:lnTo>
                <a:lnTo>
                  <a:pt x="185115" y="35200"/>
                </a:lnTo>
                <a:lnTo>
                  <a:pt x="185384" y="34989"/>
                </a:lnTo>
                <a:lnTo>
                  <a:pt x="185656" y="34783"/>
                </a:lnTo>
                <a:lnTo>
                  <a:pt x="185932" y="34582"/>
                </a:lnTo>
                <a:lnTo>
                  <a:pt x="186212" y="34386"/>
                </a:lnTo>
                <a:lnTo>
                  <a:pt x="186496" y="34195"/>
                </a:lnTo>
                <a:lnTo>
                  <a:pt x="186783" y="34009"/>
                </a:lnTo>
                <a:lnTo>
                  <a:pt x="187075" y="33828"/>
                </a:lnTo>
                <a:lnTo>
                  <a:pt x="187370" y="33653"/>
                </a:lnTo>
                <a:lnTo>
                  <a:pt x="187669" y="33482"/>
                </a:lnTo>
                <a:lnTo>
                  <a:pt x="187972" y="33317"/>
                </a:lnTo>
                <a:lnTo>
                  <a:pt x="188279" y="33157"/>
                </a:lnTo>
                <a:lnTo>
                  <a:pt x="188590" y="33002"/>
                </a:lnTo>
                <a:lnTo>
                  <a:pt x="188904" y="32852"/>
                </a:lnTo>
                <a:lnTo>
                  <a:pt x="189222" y="32707"/>
                </a:lnTo>
                <a:lnTo>
                  <a:pt x="189544" y="32567"/>
                </a:lnTo>
                <a:lnTo>
                  <a:pt x="189870" y="32432"/>
                </a:lnTo>
                <a:lnTo>
                  <a:pt x="190200" y="32303"/>
                </a:lnTo>
                <a:lnTo>
                  <a:pt x="190534" y="32178"/>
                </a:lnTo>
                <a:lnTo>
                  <a:pt x="190871" y="32059"/>
                </a:lnTo>
                <a:lnTo>
                  <a:pt x="191213" y="31945"/>
                </a:lnTo>
                <a:lnTo>
                  <a:pt x="191556" y="31836"/>
                </a:lnTo>
                <a:lnTo>
                  <a:pt x="191899" y="31731"/>
                </a:lnTo>
                <a:lnTo>
                  <a:pt x="192242" y="31631"/>
                </a:lnTo>
                <a:lnTo>
                  <a:pt x="192584" y="31536"/>
                </a:lnTo>
                <a:lnTo>
                  <a:pt x="192927" y="31445"/>
                </a:lnTo>
                <a:lnTo>
                  <a:pt x="193270" y="31359"/>
                </a:lnTo>
                <a:lnTo>
                  <a:pt x="193612" y="31278"/>
                </a:lnTo>
                <a:lnTo>
                  <a:pt x="193955" y="31201"/>
                </a:lnTo>
                <a:lnTo>
                  <a:pt x="194297" y="31129"/>
                </a:lnTo>
                <a:lnTo>
                  <a:pt x="194639" y="31061"/>
                </a:lnTo>
                <a:lnTo>
                  <a:pt x="194981" y="30999"/>
                </a:lnTo>
                <a:lnTo>
                  <a:pt x="195323" y="30940"/>
                </a:lnTo>
                <a:lnTo>
                  <a:pt x="195665" y="30887"/>
                </a:lnTo>
                <a:lnTo>
                  <a:pt x="196006" y="30838"/>
                </a:lnTo>
                <a:lnTo>
                  <a:pt x="196348" y="30794"/>
                </a:lnTo>
                <a:lnTo>
                  <a:pt x="196689" y="30754"/>
                </a:lnTo>
                <a:lnTo>
                  <a:pt x="197031" y="30720"/>
                </a:lnTo>
                <a:lnTo>
                  <a:pt x="197372" y="30689"/>
                </a:lnTo>
                <a:lnTo>
                  <a:pt x="197713" y="30664"/>
                </a:lnTo>
                <a:lnTo>
                  <a:pt x="198054" y="30643"/>
                </a:lnTo>
                <a:lnTo>
                  <a:pt x="198395" y="30626"/>
                </a:lnTo>
                <a:lnTo>
                  <a:pt x="198735" y="30615"/>
                </a:lnTo>
                <a:lnTo>
                  <a:pt x="199076" y="30608"/>
                </a:lnTo>
                <a:lnTo>
                  <a:pt x="199416" y="30606"/>
                </a:lnTo>
                <a:lnTo>
                  <a:pt x="199789" y="30614"/>
                </a:lnTo>
                <a:lnTo>
                  <a:pt x="200159" y="30628"/>
                </a:lnTo>
                <a:lnTo>
                  <a:pt x="200526" y="30648"/>
                </a:lnTo>
                <a:lnTo>
                  <a:pt x="200891" y="30673"/>
                </a:lnTo>
                <a:lnTo>
                  <a:pt x="201253" y="30705"/>
                </a:lnTo>
                <a:lnTo>
                  <a:pt x="201612" y="30742"/>
                </a:lnTo>
                <a:lnTo>
                  <a:pt x="201968" y="30784"/>
                </a:lnTo>
                <a:lnTo>
                  <a:pt x="202322" y="30833"/>
                </a:lnTo>
                <a:lnTo>
                  <a:pt x="202673" y="30887"/>
                </a:lnTo>
                <a:lnTo>
                  <a:pt x="203022" y="30946"/>
                </a:lnTo>
                <a:lnTo>
                  <a:pt x="203368" y="31012"/>
                </a:lnTo>
                <a:lnTo>
                  <a:pt x="203711" y="31083"/>
                </a:lnTo>
                <a:lnTo>
                  <a:pt x="204051" y="31160"/>
                </a:lnTo>
                <a:lnTo>
                  <a:pt x="204389" y="31242"/>
                </a:lnTo>
                <a:lnTo>
                  <a:pt x="204724" y="31330"/>
                </a:lnTo>
                <a:lnTo>
                  <a:pt x="205057" y="31424"/>
                </a:lnTo>
                <a:lnTo>
                  <a:pt x="205387" y="31524"/>
                </a:lnTo>
                <a:lnTo>
                  <a:pt x="205714" y="31629"/>
                </a:lnTo>
                <a:lnTo>
                  <a:pt x="206038" y="31740"/>
                </a:lnTo>
                <a:lnTo>
                  <a:pt x="206360" y="31857"/>
                </a:lnTo>
                <a:lnTo>
                  <a:pt x="206679" y="31979"/>
                </a:lnTo>
                <a:lnTo>
                  <a:pt x="206996" y="32107"/>
                </a:lnTo>
                <a:lnTo>
                  <a:pt x="207309" y="32241"/>
                </a:lnTo>
                <a:lnTo>
                  <a:pt x="207620" y="32380"/>
                </a:lnTo>
                <a:lnTo>
                  <a:pt x="207927" y="32525"/>
                </a:lnTo>
                <a:lnTo>
                  <a:pt x="208229" y="32676"/>
                </a:lnTo>
                <a:lnTo>
                  <a:pt x="208524" y="32831"/>
                </a:lnTo>
                <a:lnTo>
                  <a:pt x="208815" y="32992"/>
                </a:lnTo>
                <a:lnTo>
                  <a:pt x="209099" y="33159"/>
                </a:lnTo>
                <a:lnTo>
                  <a:pt x="209378" y="33330"/>
                </a:lnTo>
                <a:lnTo>
                  <a:pt x="209652" y="33508"/>
                </a:lnTo>
                <a:lnTo>
                  <a:pt x="209920" y="33690"/>
                </a:lnTo>
                <a:lnTo>
                  <a:pt x="210182" y="33878"/>
                </a:lnTo>
                <a:lnTo>
                  <a:pt x="210439" y="34071"/>
                </a:lnTo>
                <a:lnTo>
                  <a:pt x="210690" y="34269"/>
                </a:lnTo>
                <a:lnTo>
                  <a:pt x="210935" y="34473"/>
                </a:lnTo>
                <a:lnTo>
                  <a:pt x="211175" y="34682"/>
                </a:lnTo>
                <a:lnTo>
                  <a:pt x="211410" y="34897"/>
                </a:lnTo>
                <a:lnTo>
                  <a:pt x="211639" y="35117"/>
                </a:lnTo>
                <a:lnTo>
                  <a:pt x="211862" y="35342"/>
                </a:lnTo>
                <a:lnTo>
                  <a:pt x="212079" y="35572"/>
                </a:lnTo>
                <a:lnTo>
                  <a:pt x="212292" y="35808"/>
                </a:lnTo>
                <a:lnTo>
                  <a:pt x="212498" y="36050"/>
                </a:lnTo>
                <a:lnTo>
                  <a:pt x="212699" y="36296"/>
                </a:lnTo>
                <a:lnTo>
                  <a:pt x="212894" y="36548"/>
                </a:lnTo>
                <a:lnTo>
                  <a:pt x="213084" y="36805"/>
                </a:lnTo>
                <a:lnTo>
                  <a:pt x="213268" y="37068"/>
                </a:lnTo>
                <a:lnTo>
                  <a:pt x="213447" y="37336"/>
                </a:lnTo>
                <a:lnTo>
                  <a:pt x="213618" y="37609"/>
                </a:lnTo>
                <a:lnTo>
                  <a:pt x="213781" y="37888"/>
                </a:lnTo>
                <a:lnTo>
                  <a:pt x="213935" y="38172"/>
                </a:lnTo>
                <a:lnTo>
                  <a:pt x="214080" y="38461"/>
                </a:lnTo>
                <a:lnTo>
                  <a:pt x="214217" y="38755"/>
                </a:lnTo>
                <a:lnTo>
                  <a:pt x="214345" y="39054"/>
                </a:lnTo>
                <a:lnTo>
                  <a:pt x="214464" y="39359"/>
                </a:lnTo>
                <a:lnTo>
                  <a:pt x="214574" y="39669"/>
                </a:lnTo>
                <a:lnTo>
                  <a:pt x="214676" y="39984"/>
                </a:lnTo>
                <a:lnTo>
                  <a:pt x="214769" y="40304"/>
                </a:lnTo>
                <a:lnTo>
                  <a:pt x="214853" y="40630"/>
                </a:lnTo>
                <a:lnTo>
                  <a:pt x="214928" y="40961"/>
                </a:lnTo>
                <a:lnTo>
                  <a:pt x="214995" y="41297"/>
                </a:lnTo>
                <a:lnTo>
                  <a:pt x="215053" y="41638"/>
                </a:lnTo>
                <a:lnTo>
                  <a:pt x="215103" y="41985"/>
                </a:lnTo>
                <a:lnTo>
                  <a:pt x="215143" y="42337"/>
                </a:lnTo>
                <a:lnTo>
                  <a:pt x="215175" y="42694"/>
                </a:lnTo>
                <a:lnTo>
                  <a:pt x="215198" y="43056"/>
                </a:lnTo>
                <a:lnTo>
                  <a:pt x="215213" y="43423"/>
                </a:lnTo>
                <a:lnTo>
                  <a:pt x="215219" y="43796"/>
                </a:lnTo>
                <a:lnTo>
                  <a:pt x="215216" y="44174"/>
                </a:lnTo>
                <a:lnTo>
                  <a:pt x="215204" y="44557"/>
                </a:lnTo>
                <a:lnTo>
                  <a:pt x="215184" y="44945"/>
                </a:lnTo>
                <a:lnTo>
                  <a:pt x="215155" y="45339"/>
                </a:lnTo>
                <a:lnTo>
                  <a:pt x="222990" y="45406"/>
                </a:lnTo>
                <a:lnTo>
                  <a:pt x="223023" y="44819"/>
                </a:lnTo>
                <a:lnTo>
                  <a:pt x="223043" y="44239"/>
                </a:lnTo>
                <a:lnTo>
                  <a:pt x="223051" y="43667"/>
                </a:lnTo>
                <a:lnTo>
                  <a:pt x="223046" y="43104"/>
                </a:lnTo>
                <a:lnTo>
                  <a:pt x="223028" y="42548"/>
                </a:lnTo>
                <a:lnTo>
                  <a:pt x="222998" y="42001"/>
                </a:lnTo>
                <a:lnTo>
                  <a:pt x="222956" y="41462"/>
                </a:lnTo>
                <a:lnTo>
                  <a:pt x="222901" y="40930"/>
                </a:lnTo>
                <a:lnTo>
                  <a:pt x="222833" y="40407"/>
                </a:lnTo>
                <a:lnTo>
                  <a:pt x="222753" y="39891"/>
                </a:lnTo>
                <a:lnTo>
                  <a:pt x="222660" y="39384"/>
                </a:lnTo>
                <a:lnTo>
                  <a:pt x="222555" y="38885"/>
                </a:lnTo>
                <a:lnTo>
                  <a:pt x="222437" y="38394"/>
                </a:lnTo>
                <a:lnTo>
                  <a:pt x="222306" y="37910"/>
                </a:lnTo>
                <a:lnTo>
                  <a:pt x="222163" y="37435"/>
                </a:lnTo>
                <a:lnTo>
                  <a:pt x="222008" y="36968"/>
                </a:lnTo>
                <a:lnTo>
                  <a:pt x="221840" y="36509"/>
                </a:lnTo>
                <a:lnTo>
                  <a:pt x="221659" y="36057"/>
                </a:lnTo>
                <a:lnTo>
                  <a:pt x="221466" y="35614"/>
                </a:lnTo>
                <a:lnTo>
                  <a:pt x="221260" y="35179"/>
                </a:lnTo>
                <a:lnTo>
                  <a:pt x="221042" y="34752"/>
                </a:lnTo>
                <a:lnTo>
                  <a:pt x="220811" y="34333"/>
                </a:lnTo>
                <a:lnTo>
                  <a:pt x="220567" y="33922"/>
                </a:lnTo>
                <a:lnTo>
                  <a:pt x="220311" y="33519"/>
                </a:lnTo>
                <a:lnTo>
                  <a:pt x="220045" y="33124"/>
                </a:lnTo>
                <a:lnTo>
                  <a:pt x="219771" y="32737"/>
                </a:lnTo>
                <a:lnTo>
                  <a:pt x="219488" y="32358"/>
                </a:lnTo>
                <a:lnTo>
                  <a:pt x="219198" y="31987"/>
                </a:lnTo>
                <a:lnTo>
                  <a:pt x="218899" y="31624"/>
                </a:lnTo>
                <a:lnTo>
                  <a:pt x="218593" y="31269"/>
                </a:lnTo>
                <a:lnTo>
                  <a:pt x="218279" y="30922"/>
                </a:lnTo>
                <a:lnTo>
                  <a:pt x="217956" y="30583"/>
                </a:lnTo>
                <a:lnTo>
                  <a:pt x="217626" y="30252"/>
                </a:lnTo>
                <a:lnTo>
                  <a:pt x="217287" y="29930"/>
                </a:lnTo>
                <a:lnTo>
                  <a:pt x="216941" y="29615"/>
                </a:lnTo>
                <a:lnTo>
                  <a:pt x="216586" y="29308"/>
                </a:lnTo>
                <a:lnTo>
                  <a:pt x="216223" y="29009"/>
                </a:lnTo>
                <a:lnTo>
                  <a:pt x="215853" y="28719"/>
                </a:lnTo>
                <a:lnTo>
                  <a:pt x="215474" y="28436"/>
                </a:lnTo>
                <a:lnTo>
                  <a:pt x="215088" y="28161"/>
                </a:lnTo>
                <a:lnTo>
                  <a:pt x="214693" y="27894"/>
                </a:lnTo>
                <a:lnTo>
                  <a:pt x="214290" y="27636"/>
                </a:lnTo>
                <a:lnTo>
                  <a:pt x="213879" y="27385"/>
                </a:lnTo>
                <a:lnTo>
                  <a:pt x="213461" y="27143"/>
                </a:lnTo>
                <a:lnTo>
                  <a:pt x="213034" y="26908"/>
                </a:lnTo>
                <a:lnTo>
                  <a:pt x="212599" y="26682"/>
                </a:lnTo>
                <a:lnTo>
                  <a:pt x="212156" y="26463"/>
                </a:lnTo>
                <a:lnTo>
                  <a:pt x="211706" y="26252"/>
                </a:lnTo>
                <a:lnTo>
                  <a:pt x="211249" y="26050"/>
                </a:lnTo>
                <a:lnTo>
                  <a:pt x="210788" y="25856"/>
                </a:lnTo>
                <a:lnTo>
                  <a:pt x="210323" y="25671"/>
                </a:lnTo>
                <a:lnTo>
                  <a:pt x="209854" y="25493"/>
                </a:lnTo>
                <a:lnTo>
                  <a:pt x="209380" y="25325"/>
                </a:lnTo>
                <a:lnTo>
                  <a:pt x="208903" y="25164"/>
                </a:lnTo>
                <a:lnTo>
                  <a:pt x="208422" y="25012"/>
                </a:lnTo>
                <a:lnTo>
                  <a:pt x="207937" y="24868"/>
                </a:lnTo>
                <a:lnTo>
                  <a:pt x="207447" y="24733"/>
                </a:lnTo>
                <a:lnTo>
                  <a:pt x="206954" y="24606"/>
                </a:lnTo>
                <a:lnTo>
                  <a:pt x="206456" y="24488"/>
                </a:lnTo>
                <a:lnTo>
                  <a:pt x="205954" y="24377"/>
                </a:lnTo>
                <a:lnTo>
                  <a:pt x="205449" y="24275"/>
                </a:lnTo>
                <a:lnTo>
                  <a:pt x="204939" y="24182"/>
                </a:lnTo>
                <a:lnTo>
                  <a:pt x="204425" y="24097"/>
                </a:lnTo>
                <a:lnTo>
                  <a:pt x="203907" y="24020"/>
                </a:lnTo>
                <a:lnTo>
                  <a:pt x="203385" y="23952"/>
                </a:lnTo>
                <a:lnTo>
                  <a:pt x="202859" y="23892"/>
                </a:lnTo>
                <a:lnTo>
                  <a:pt x="202329" y="23840"/>
                </a:lnTo>
                <a:lnTo>
                  <a:pt x="201795" y="23797"/>
                </a:lnTo>
                <a:lnTo>
                  <a:pt x="201257" y="23762"/>
                </a:lnTo>
                <a:lnTo>
                  <a:pt x="200714" y="23735"/>
                </a:lnTo>
                <a:lnTo>
                  <a:pt x="200168" y="23717"/>
                </a:lnTo>
                <a:lnTo>
                  <a:pt x="199617" y="23708"/>
                </a:lnTo>
                <a:lnTo>
                  <a:pt x="199243" y="23704"/>
                </a:lnTo>
                <a:lnTo>
                  <a:pt x="198869" y="23706"/>
                </a:lnTo>
                <a:lnTo>
                  <a:pt x="198493" y="23711"/>
                </a:lnTo>
                <a:lnTo>
                  <a:pt x="198118" y="23722"/>
                </a:lnTo>
                <a:lnTo>
                  <a:pt x="197742" y="23736"/>
                </a:lnTo>
                <a:lnTo>
                  <a:pt x="197365" y="23756"/>
                </a:lnTo>
                <a:lnTo>
                  <a:pt x="196989" y="23780"/>
                </a:lnTo>
                <a:lnTo>
                  <a:pt x="196611" y="23808"/>
                </a:lnTo>
                <a:lnTo>
                  <a:pt x="196233" y="23841"/>
                </a:lnTo>
                <a:lnTo>
                  <a:pt x="195855" y="23879"/>
                </a:lnTo>
                <a:lnTo>
                  <a:pt x="195476" y="23921"/>
                </a:lnTo>
                <a:lnTo>
                  <a:pt x="195097" y="23967"/>
                </a:lnTo>
                <a:lnTo>
                  <a:pt x="194717" y="24018"/>
                </a:lnTo>
                <a:lnTo>
                  <a:pt x="194337" y="24074"/>
                </a:lnTo>
                <a:lnTo>
                  <a:pt x="193956" y="24134"/>
                </a:lnTo>
                <a:lnTo>
                  <a:pt x="193575" y="24199"/>
                </a:lnTo>
                <a:lnTo>
                  <a:pt x="193194" y="24268"/>
                </a:lnTo>
                <a:lnTo>
                  <a:pt x="192811" y="24342"/>
                </a:lnTo>
                <a:lnTo>
                  <a:pt x="192429" y="24420"/>
                </a:lnTo>
                <a:lnTo>
                  <a:pt x="192046" y="24503"/>
                </a:lnTo>
                <a:lnTo>
                  <a:pt x="191662" y="24590"/>
                </a:lnTo>
                <a:lnTo>
                  <a:pt x="191279" y="24682"/>
                </a:lnTo>
                <a:lnTo>
                  <a:pt x="190894" y="24779"/>
                </a:lnTo>
                <a:lnTo>
                  <a:pt x="190509" y="24880"/>
                </a:lnTo>
                <a:lnTo>
                  <a:pt x="190125" y="24985"/>
                </a:lnTo>
                <a:lnTo>
                  <a:pt x="189744" y="25095"/>
                </a:lnTo>
                <a:lnTo>
                  <a:pt x="189365" y="25209"/>
                </a:lnTo>
                <a:lnTo>
                  <a:pt x="188989" y="25328"/>
                </a:lnTo>
                <a:lnTo>
                  <a:pt x="188614" y="25451"/>
                </a:lnTo>
                <a:lnTo>
                  <a:pt x="188243" y="25579"/>
                </a:lnTo>
                <a:lnTo>
                  <a:pt x="187874" y="25711"/>
                </a:lnTo>
                <a:lnTo>
                  <a:pt x="187507" y="25847"/>
                </a:lnTo>
                <a:lnTo>
                  <a:pt x="187142" y="25988"/>
                </a:lnTo>
                <a:lnTo>
                  <a:pt x="186781" y="26133"/>
                </a:lnTo>
                <a:lnTo>
                  <a:pt x="186421" y="26283"/>
                </a:lnTo>
                <a:lnTo>
                  <a:pt x="186064" y="26437"/>
                </a:lnTo>
                <a:lnTo>
                  <a:pt x="185710" y="26595"/>
                </a:lnTo>
                <a:lnTo>
                  <a:pt x="185357" y="26758"/>
                </a:lnTo>
                <a:lnTo>
                  <a:pt x="185008" y="26925"/>
                </a:lnTo>
                <a:lnTo>
                  <a:pt x="184661" y="27097"/>
                </a:lnTo>
                <a:lnTo>
                  <a:pt x="184316" y="27273"/>
                </a:lnTo>
                <a:lnTo>
                  <a:pt x="183973" y="27454"/>
                </a:lnTo>
                <a:lnTo>
                  <a:pt x="183634" y="27639"/>
                </a:lnTo>
                <a:lnTo>
                  <a:pt x="183296" y="27828"/>
                </a:lnTo>
                <a:lnTo>
                  <a:pt x="182961" y="28022"/>
                </a:lnTo>
                <a:lnTo>
                  <a:pt x="182628" y="28220"/>
                </a:lnTo>
                <a:lnTo>
                  <a:pt x="182298" y="28423"/>
                </a:lnTo>
                <a:lnTo>
                  <a:pt x="181971" y="28630"/>
                </a:lnTo>
                <a:lnTo>
                  <a:pt x="181646" y="28841"/>
                </a:lnTo>
                <a:lnTo>
                  <a:pt x="181327" y="29057"/>
                </a:lnTo>
                <a:lnTo>
                  <a:pt x="181012" y="29277"/>
                </a:lnTo>
                <a:lnTo>
                  <a:pt x="180702" y="29501"/>
                </a:lnTo>
                <a:lnTo>
                  <a:pt x="180396" y="29730"/>
                </a:lnTo>
                <a:lnTo>
                  <a:pt x="180095" y="29963"/>
                </a:lnTo>
                <a:lnTo>
                  <a:pt x="179799" y="30200"/>
                </a:lnTo>
                <a:lnTo>
                  <a:pt x="179508" y="30442"/>
                </a:lnTo>
                <a:lnTo>
                  <a:pt x="179221" y="30688"/>
                </a:lnTo>
                <a:lnTo>
                  <a:pt x="178938" y="30938"/>
                </a:lnTo>
                <a:lnTo>
                  <a:pt x="178661" y="31192"/>
                </a:lnTo>
                <a:lnTo>
                  <a:pt x="178388" y="31451"/>
                </a:lnTo>
                <a:lnTo>
                  <a:pt x="178119" y="31714"/>
                </a:lnTo>
                <a:lnTo>
                  <a:pt x="177856" y="31981"/>
                </a:lnTo>
                <a:lnTo>
                  <a:pt x="177597" y="32253"/>
                </a:lnTo>
                <a:lnTo>
                  <a:pt x="177342" y="32529"/>
                </a:lnTo>
                <a:lnTo>
                  <a:pt x="177092" y="32809"/>
                </a:lnTo>
                <a:lnTo>
                  <a:pt x="176847" y="33094"/>
                </a:lnTo>
                <a:lnTo>
                  <a:pt x="176607" y="33383"/>
                </a:lnTo>
                <a:lnTo>
                  <a:pt x="176371" y="33676"/>
                </a:lnTo>
                <a:lnTo>
                  <a:pt x="176140" y="33973"/>
                </a:lnTo>
                <a:lnTo>
                  <a:pt x="175913" y="34275"/>
                </a:lnTo>
                <a:lnTo>
                  <a:pt x="175692" y="34581"/>
                </a:lnTo>
                <a:lnTo>
                  <a:pt x="175474" y="34892"/>
                </a:lnTo>
                <a:lnTo>
                  <a:pt x="175263" y="35206"/>
                </a:lnTo>
                <a:lnTo>
                  <a:pt x="175059" y="35526"/>
                </a:lnTo>
                <a:lnTo>
                  <a:pt x="174863" y="35849"/>
                </a:lnTo>
                <a:lnTo>
                  <a:pt x="174674" y="36177"/>
                </a:lnTo>
                <a:lnTo>
                  <a:pt x="174492" y="36510"/>
                </a:lnTo>
                <a:lnTo>
                  <a:pt x="174317" y="36846"/>
                </a:lnTo>
                <a:lnTo>
                  <a:pt x="174150" y="37188"/>
                </a:lnTo>
                <a:lnTo>
                  <a:pt x="173990" y="37533"/>
                </a:lnTo>
                <a:lnTo>
                  <a:pt x="173837" y="37883"/>
                </a:lnTo>
                <a:lnTo>
                  <a:pt x="173692" y="38238"/>
                </a:lnTo>
                <a:lnTo>
                  <a:pt x="173554" y="38597"/>
                </a:lnTo>
                <a:lnTo>
                  <a:pt x="173423" y="38960"/>
                </a:lnTo>
                <a:lnTo>
                  <a:pt x="173300" y="39328"/>
                </a:lnTo>
                <a:lnTo>
                  <a:pt x="173184" y="39700"/>
                </a:lnTo>
                <a:lnTo>
                  <a:pt x="173076" y="40077"/>
                </a:lnTo>
                <a:lnTo>
                  <a:pt x="172974" y="40458"/>
                </a:lnTo>
                <a:lnTo>
                  <a:pt x="172880" y="40843"/>
                </a:lnTo>
                <a:lnTo>
                  <a:pt x="172794" y="41233"/>
                </a:lnTo>
                <a:lnTo>
                  <a:pt x="172714" y="41627"/>
                </a:lnTo>
                <a:lnTo>
                  <a:pt x="172642" y="42026"/>
                </a:lnTo>
                <a:lnTo>
                  <a:pt x="172577" y="42429"/>
                </a:lnTo>
                <a:lnTo>
                  <a:pt x="172520" y="42837"/>
                </a:lnTo>
                <a:lnTo>
                  <a:pt x="172470" y="43248"/>
                </a:lnTo>
                <a:lnTo>
                  <a:pt x="172427" y="43665"/>
                </a:lnTo>
                <a:lnTo>
                  <a:pt x="172392" y="44075"/>
                </a:lnTo>
                <a:lnTo>
                  <a:pt x="172365" y="44480"/>
                </a:lnTo>
                <a:lnTo>
                  <a:pt x="172346" y="44880"/>
                </a:lnTo>
                <a:lnTo>
                  <a:pt x="172334" y="45274"/>
                </a:lnTo>
                <a:lnTo>
                  <a:pt x="172331" y="45663"/>
                </a:lnTo>
                <a:lnTo>
                  <a:pt x="172335" y="46046"/>
                </a:lnTo>
                <a:lnTo>
                  <a:pt x="172348" y="46425"/>
                </a:lnTo>
                <a:lnTo>
                  <a:pt x="172368" y="46798"/>
                </a:lnTo>
                <a:lnTo>
                  <a:pt x="172396" y="47165"/>
                </a:lnTo>
                <a:lnTo>
                  <a:pt x="172432" y="47527"/>
                </a:lnTo>
                <a:lnTo>
                  <a:pt x="172476" y="47884"/>
                </a:lnTo>
                <a:lnTo>
                  <a:pt x="172528" y="48236"/>
                </a:lnTo>
                <a:lnTo>
                  <a:pt x="172587" y="48582"/>
                </a:lnTo>
                <a:lnTo>
                  <a:pt x="172655" y="48922"/>
                </a:lnTo>
                <a:lnTo>
                  <a:pt x="172731" y="49258"/>
                </a:lnTo>
                <a:lnTo>
                  <a:pt x="172814" y="49588"/>
                </a:lnTo>
                <a:lnTo>
                  <a:pt x="172906" y="49913"/>
                </a:lnTo>
                <a:lnTo>
                  <a:pt x="173005" y="50232"/>
                </a:lnTo>
                <a:lnTo>
                  <a:pt x="173112" y="50546"/>
                </a:lnTo>
                <a:lnTo>
                  <a:pt x="173227" y="50855"/>
                </a:lnTo>
                <a:lnTo>
                  <a:pt x="173350" y="51158"/>
                </a:lnTo>
                <a:lnTo>
                  <a:pt x="173481" y="51456"/>
                </a:lnTo>
                <a:lnTo>
                  <a:pt x="173620" y="51749"/>
                </a:lnTo>
                <a:lnTo>
                  <a:pt x="173767" y="52036"/>
                </a:lnTo>
                <a:lnTo>
                  <a:pt x="173920" y="52319"/>
                </a:lnTo>
                <a:lnTo>
                  <a:pt x="174079" y="52597"/>
                </a:lnTo>
                <a:lnTo>
                  <a:pt x="174242" y="52872"/>
                </a:lnTo>
                <a:lnTo>
                  <a:pt x="174411" y="53142"/>
                </a:lnTo>
                <a:lnTo>
                  <a:pt x="174586" y="53408"/>
                </a:lnTo>
                <a:lnTo>
                  <a:pt x="174765" y="53671"/>
                </a:lnTo>
                <a:lnTo>
                  <a:pt x="174950" y="53929"/>
                </a:lnTo>
                <a:lnTo>
                  <a:pt x="175140" y="54183"/>
                </a:lnTo>
                <a:lnTo>
                  <a:pt x="175335" y="54433"/>
                </a:lnTo>
                <a:lnTo>
                  <a:pt x="175535" y="54679"/>
                </a:lnTo>
                <a:lnTo>
                  <a:pt x="175741" y="54921"/>
                </a:lnTo>
                <a:lnTo>
                  <a:pt x="175952" y="55159"/>
                </a:lnTo>
                <a:lnTo>
                  <a:pt x="176168" y="55392"/>
                </a:lnTo>
                <a:lnTo>
                  <a:pt x="176389" y="55622"/>
                </a:lnTo>
                <a:lnTo>
                  <a:pt x="176616" y="55848"/>
                </a:lnTo>
                <a:lnTo>
                  <a:pt x="176847" y="56069"/>
                </a:lnTo>
                <a:lnTo>
                  <a:pt x="177084" y="56287"/>
                </a:lnTo>
                <a:lnTo>
                  <a:pt x="177327" y="56500"/>
                </a:lnTo>
                <a:lnTo>
                  <a:pt x="177574" y="56710"/>
                </a:lnTo>
                <a:lnTo>
                  <a:pt x="177827" y="56915"/>
                </a:lnTo>
                <a:lnTo>
                  <a:pt x="178085" y="57116"/>
                </a:lnTo>
                <a:lnTo>
                  <a:pt x="178348" y="57313"/>
                </a:lnTo>
                <a:lnTo>
                  <a:pt x="178616" y="57506"/>
                </a:lnTo>
                <a:lnTo>
                  <a:pt x="178890" y="57695"/>
                </a:lnTo>
                <a:lnTo>
                  <a:pt x="179167" y="57881"/>
                </a:lnTo>
                <a:lnTo>
                  <a:pt x="179448" y="58064"/>
                </a:lnTo>
                <a:lnTo>
                  <a:pt x="179730" y="58244"/>
                </a:lnTo>
                <a:lnTo>
                  <a:pt x="180015" y="58421"/>
                </a:lnTo>
                <a:lnTo>
                  <a:pt x="180303" y="58595"/>
                </a:lnTo>
                <a:lnTo>
                  <a:pt x="180593" y="58767"/>
                </a:lnTo>
                <a:lnTo>
                  <a:pt x="180886" y="58936"/>
                </a:lnTo>
                <a:lnTo>
                  <a:pt x="181182" y="59102"/>
                </a:lnTo>
                <a:lnTo>
                  <a:pt x="181480" y="59265"/>
                </a:lnTo>
                <a:lnTo>
                  <a:pt x="181780" y="59425"/>
                </a:lnTo>
                <a:lnTo>
                  <a:pt x="182083" y="59583"/>
                </a:lnTo>
                <a:lnTo>
                  <a:pt x="182389" y="59738"/>
                </a:lnTo>
                <a:lnTo>
                  <a:pt x="182697" y="59890"/>
                </a:lnTo>
                <a:lnTo>
                  <a:pt x="183008" y="60039"/>
                </a:lnTo>
                <a:lnTo>
                  <a:pt x="183322" y="60186"/>
                </a:lnTo>
                <a:lnTo>
                  <a:pt x="183637" y="60329"/>
                </a:lnTo>
                <a:lnTo>
                  <a:pt x="183956" y="60470"/>
                </a:lnTo>
                <a:lnTo>
                  <a:pt x="184277" y="60608"/>
                </a:lnTo>
                <a:lnTo>
                  <a:pt x="184600" y="60744"/>
                </a:lnTo>
                <a:lnTo>
                  <a:pt x="184927" y="60876"/>
                </a:lnTo>
                <a:lnTo>
                  <a:pt x="185255" y="61006"/>
                </a:lnTo>
                <a:lnTo>
                  <a:pt x="185587" y="61133"/>
                </a:lnTo>
                <a:lnTo>
                  <a:pt x="185920" y="61257"/>
                </a:lnTo>
                <a:lnTo>
                  <a:pt x="186257" y="61379"/>
                </a:lnTo>
                <a:lnTo>
                  <a:pt x="186594" y="61498"/>
                </a:lnTo>
                <a:lnTo>
                  <a:pt x="186931" y="61616"/>
                </a:lnTo>
                <a:lnTo>
                  <a:pt x="187268" y="61732"/>
                </a:lnTo>
                <a:lnTo>
                  <a:pt x="187604" y="61846"/>
                </a:lnTo>
                <a:lnTo>
                  <a:pt x="187941" y="61960"/>
                </a:lnTo>
                <a:lnTo>
                  <a:pt x="188276" y="62071"/>
                </a:lnTo>
                <a:lnTo>
                  <a:pt x="188612" y="62181"/>
                </a:lnTo>
                <a:lnTo>
                  <a:pt x="188947" y="62290"/>
                </a:lnTo>
                <a:lnTo>
                  <a:pt x="189281" y="62397"/>
                </a:lnTo>
                <a:lnTo>
                  <a:pt x="189616" y="62503"/>
                </a:lnTo>
                <a:lnTo>
                  <a:pt x="189950" y="62607"/>
                </a:lnTo>
                <a:lnTo>
                  <a:pt x="190283" y="62710"/>
                </a:lnTo>
                <a:lnTo>
                  <a:pt x="190617" y="62811"/>
                </a:lnTo>
                <a:lnTo>
                  <a:pt x="190950" y="62910"/>
                </a:lnTo>
                <a:lnTo>
                  <a:pt x="191282" y="63008"/>
                </a:lnTo>
                <a:lnTo>
                  <a:pt x="191614" y="63105"/>
                </a:lnTo>
                <a:lnTo>
                  <a:pt x="191946" y="63200"/>
                </a:lnTo>
                <a:lnTo>
                  <a:pt x="192278" y="63294"/>
                </a:lnTo>
                <a:lnTo>
                  <a:pt x="192609" y="63386"/>
                </a:lnTo>
                <a:lnTo>
                  <a:pt x="192940" y="63476"/>
                </a:lnTo>
                <a:lnTo>
                  <a:pt x="193270" y="63565"/>
                </a:lnTo>
                <a:lnTo>
                  <a:pt x="193600" y="63653"/>
                </a:lnTo>
                <a:lnTo>
                  <a:pt x="193930" y="63739"/>
                </a:lnTo>
                <a:lnTo>
                  <a:pt x="194260" y="63823"/>
                </a:lnTo>
                <a:lnTo>
                  <a:pt x="194578" y="63902"/>
                </a:lnTo>
                <a:lnTo>
                  <a:pt x="194897" y="63984"/>
                </a:lnTo>
                <a:lnTo>
                  <a:pt x="195217" y="64068"/>
                </a:lnTo>
                <a:lnTo>
                  <a:pt x="195538" y="64155"/>
                </a:lnTo>
                <a:lnTo>
                  <a:pt x="195859" y="64244"/>
                </a:lnTo>
                <a:lnTo>
                  <a:pt x="196181" y="64336"/>
                </a:lnTo>
                <a:lnTo>
                  <a:pt x="196504" y="64430"/>
                </a:lnTo>
                <a:lnTo>
                  <a:pt x="196827" y="64526"/>
                </a:lnTo>
                <a:lnTo>
                  <a:pt x="197151" y="64625"/>
                </a:lnTo>
                <a:lnTo>
                  <a:pt x="197476" y="64726"/>
                </a:lnTo>
                <a:lnTo>
                  <a:pt x="197801" y="64830"/>
                </a:lnTo>
                <a:lnTo>
                  <a:pt x="198127" y="64936"/>
                </a:lnTo>
                <a:lnTo>
                  <a:pt x="198454" y="65045"/>
                </a:lnTo>
                <a:lnTo>
                  <a:pt x="198782" y="65156"/>
                </a:lnTo>
                <a:lnTo>
                  <a:pt x="199110" y="65270"/>
                </a:lnTo>
                <a:lnTo>
                  <a:pt x="199439" y="65386"/>
                </a:lnTo>
                <a:lnTo>
                  <a:pt x="199768" y="65504"/>
                </a:lnTo>
                <a:lnTo>
                  <a:pt x="200099" y="65625"/>
                </a:lnTo>
                <a:lnTo>
                  <a:pt x="200430" y="65748"/>
                </a:lnTo>
                <a:lnTo>
                  <a:pt x="200761" y="65874"/>
                </a:lnTo>
                <a:lnTo>
                  <a:pt x="201094" y="66002"/>
                </a:lnTo>
                <a:lnTo>
                  <a:pt x="201427" y="66133"/>
                </a:lnTo>
                <a:lnTo>
                  <a:pt x="201761" y="66266"/>
                </a:lnTo>
                <a:lnTo>
                  <a:pt x="202095" y="66401"/>
                </a:lnTo>
                <a:lnTo>
                  <a:pt x="202427" y="66540"/>
                </a:lnTo>
                <a:lnTo>
                  <a:pt x="202754" y="66684"/>
                </a:lnTo>
                <a:lnTo>
                  <a:pt x="203076" y="66832"/>
                </a:lnTo>
                <a:lnTo>
                  <a:pt x="203392" y="66985"/>
                </a:lnTo>
                <a:lnTo>
                  <a:pt x="203703" y="67143"/>
                </a:lnTo>
                <a:lnTo>
                  <a:pt x="204008" y="67305"/>
                </a:lnTo>
                <a:lnTo>
                  <a:pt x="204308" y="67472"/>
                </a:lnTo>
                <a:lnTo>
                  <a:pt x="204603" y="67644"/>
                </a:lnTo>
                <a:lnTo>
                  <a:pt x="204892" y="67820"/>
                </a:lnTo>
                <a:lnTo>
                  <a:pt x="205176" y="68001"/>
                </a:lnTo>
                <a:lnTo>
                  <a:pt x="205455" y="68187"/>
                </a:lnTo>
                <a:lnTo>
                  <a:pt x="205728" y="68377"/>
                </a:lnTo>
                <a:lnTo>
                  <a:pt x="205996" y="68572"/>
                </a:lnTo>
                <a:lnTo>
                  <a:pt x="206259" y="68771"/>
                </a:lnTo>
                <a:lnTo>
                  <a:pt x="206516" y="68976"/>
                </a:lnTo>
                <a:lnTo>
                  <a:pt x="206768" y="69184"/>
                </a:lnTo>
                <a:lnTo>
                  <a:pt x="207015" y="69398"/>
                </a:lnTo>
                <a:lnTo>
                  <a:pt x="207256" y="69616"/>
                </a:lnTo>
                <a:lnTo>
                  <a:pt x="207492" y="69839"/>
                </a:lnTo>
                <a:lnTo>
                  <a:pt x="207723" y="70066"/>
                </a:lnTo>
                <a:lnTo>
                  <a:pt x="207948" y="70298"/>
                </a:lnTo>
                <a:lnTo>
                  <a:pt x="208168" y="70535"/>
                </a:lnTo>
                <a:lnTo>
                  <a:pt x="208382" y="70776"/>
                </a:lnTo>
                <a:lnTo>
                  <a:pt x="208591" y="71022"/>
                </a:lnTo>
                <a:lnTo>
                  <a:pt x="208792" y="71274"/>
                </a:lnTo>
                <a:lnTo>
                  <a:pt x="208982" y="71532"/>
                </a:lnTo>
                <a:lnTo>
                  <a:pt x="209160" y="71796"/>
                </a:lnTo>
                <a:lnTo>
                  <a:pt x="209326" y="72067"/>
                </a:lnTo>
                <a:lnTo>
                  <a:pt x="209481" y="72344"/>
                </a:lnTo>
                <a:lnTo>
                  <a:pt x="209625" y="72628"/>
                </a:lnTo>
                <a:lnTo>
                  <a:pt x="209758" y="72917"/>
                </a:lnTo>
                <a:lnTo>
                  <a:pt x="209879" y="73214"/>
                </a:lnTo>
                <a:lnTo>
                  <a:pt x="209988" y="73516"/>
                </a:lnTo>
                <a:lnTo>
                  <a:pt x="210087" y="73826"/>
                </a:lnTo>
                <a:lnTo>
                  <a:pt x="210173" y="74141"/>
                </a:lnTo>
                <a:lnTo>
                  <a:pt x="210249" y="74463"/>
                </a:lnTo>
                <a:lnTo>
                  <a:pt x="210313" y="74791"/>
                </a:lnTo>
                <a:lnTo>
                  <a:pt x="210366" y="75126"/>
                </a:lnTo>
                <a:lnTo>
                  <a:pt x="210407" y="75467"/>
                </a:lnTo>
                <a:lnTo>
                  <a:pt x="210437" y="75814"/>
                </a:lnTo>
                <a:lnTo>
                  <a:pt x="210455" y="76168"/>
                </a:lnTo>
                <a:lnTo>
                  <a:pt x="210462" y="76529"/>
                </a:lnTo>
                <a:lnTo>
                  <a:pt x="210458" y="76895"/>
                </a:lnTo>
                <a:lnTo>
                  <a:pt x="210442" y="77268"/>
                </a:lnTo>
                <a:lnTo>
                  <a:pt x="210415" y="77648"/>
                </a:lnTo>
                <a:lnTo>
                  <a:pt x="210377" y="78034"/>
                </a:lnTo>
                <a:lnTo>
                  <a:pt x="210327" y="78426"/>
                </a:lnTo>
                <a:lnTo>
                  <a:pt x="210266" y="78824"/>
                </a:lnTo>
                <a:lnTo>
                  <a:pt x="210194" y="79212"/>
                </a:lnTo>
                <a:lnTo>
                  <a:pt x="210114" y="79593"/>
                </a:lnTo>
                <a:lnTo>
                  <a:pt x="210026" y="79968"/>
                </a:lnTo>
                <a:lnTo>
                  <a:pt x="209928" y="80337"/>
                </a:lnTo>
                <a:close/>
                <a:moveTo>
                  <a:pt x="246883" y="97509"/>
                </a:moveTo>
                <a:lnTo>
                  <a:pt x="247821" y="97509"/>
                </a:lnTo>
                <a:lnTo>
                  <a:pt x="252442" y="97509"/>
                </a:lnTo>
                <a:lnTo>
                  <a:pt x="253647" y="97509"/>
                </a:lnTo>
                <a:lnTo>
                  <a:pt x="281105" y="40503"/>
                </a:lnTo>
                <a:lnTo>
                  <a:pt x="282730" y="36308"/>
                </a:lnTo>
                <a:lnTo>
                  <a:pt x="282847" y="39433"/>
                </a:lnTo>
                <a:lnTo>
                  <a:pt x="291084" y="97509"/>
                </a:lnTo>
                <a:lnTo>
                  <a:pt x="291821" y="97509"/>
                </a:lnTo>
                <a:lnTo>
                  <a:pt x="296442" y="97509"/>
                </a:lnTo>
                <a:lnTo>
                  <a:pt x="297781" y="97509"/>
                </a:lnTo>
                <a:lnTo>
                  <a:pt x="330731" y="25114"/>
                </a:lnTo>
                <a:lnTo>
                  <a:pt x="322359" y="25114"/>
                </a:lnTo>
                <a:lnTo>
                  <a:pt x="298384" y="80381"/>
                </a:lnTo>
                <a:lnTo>
                  <a:pt x="295681" y="87434"/>
                </a:lnTo>
                <a:lnTo>
                  <a:pt x="295169" y="80647"/>
                </a:lnTo>
                <a:lnTo>
                  <a:pt x="287936" y="25047"/>
                </a:lnTo>
                <a:lnTo>
                  <a:pt x="282311" y="25047"/>
                </a:lnTo>
                <a:lnTo>
                  <a:pt x="282313" y="25114"/>
                </a:lnTo>
                <a:lnTo>
                  <a:pt x="281239" y="25114"/>
                </a:lnTo>
                <a:lnTo>
                  <a:pt x="254786" y="80315"/>
                </a:lnTo>
                <a:lnTo>
                  <a:pt x="252216" y="86660"/>
                </a:lnTo>
                <a:lnTo>
                  <a:pt x="252107" y="81451"/>
                </a:lnTo>
                <a:lnTo>
                  <a:pt x="246816" y="25114"/>
                </a:lnTo>
                <a:lnTo>
                  <a:pt x="238981" y="25047"/>
                </a:lnTo>
                <a:lnTo>
                  <a:pt x="246883" y="97509"/>
                </a:lnTo>
                <a:close/>
                <a:moveTo>
                  <a:pt x="418715" y="47485"/>
                </a:moveTo>
                <a:lnTo>
                  <a:pt x="418886" y="47114"/>
                </a:lnTo>
                <a:lnTo>
                  <a:pt x="419061" y="46744"/>
                </a:lnTo>
                <a:lnTo>
                  <a:pt x="419239" y="46378"/>
                </a:lnTo>
                <a:lnTo>
                  <a:pt x="419421" y="46015"/>
                </a:lnTo>
                <a:lnTo>
                  <a:pt x="419607" y="45654"/>
                </a:lnTo>
                <a:lnTo>
                  <a:pt x="419796" y="45297"/>
                </a:lnTo>
                <a:lnTo>
                  <a:pt x="419989" y="44944"/>
                </a:lnTo>
                <a:lnTo>
                  <a:pt x="420185" y="44593"/>
                </a:lnTo>
                <a:lnTo>
                  <a:pt x="420385" y="44245"/>
                </a:lnTo>
                <a:lnTo>
                  <a:pt x="420589" y="43901"/>
                </a:lnTo>
                <a:lnTo>
                  <a:pt x="420796" y="43559"/>
                </a:lnTo>
                <a:lnTo>
                  <a:pt x="421007" y="43221"/>
                </a:lnTo>
                <a:lnTo>
                  <a:pt x="421222" y="42886"/>
                </a:lnTo>
                <a:lnTo>
                  <a:pt x="421440" y="42554"/>
                </a:lnTo>
                <a:lnTo>
                  <a:pt x="421661" y="42226"/>
                </a:lnTo>
                <a:lnTo>
                  <a:pt x="421887" y="41900"/>
                </a:lnTo>
                <a:lnTo>
                  <a:pt x="422115" y="41578"/>
                </a:lnTo>
                <a:lnTo>
                  <a:pt x="422348" y="41258"/>
                </a:lnTo>
                <a:lnTo>
                  <a:pt x="422584" y="40942"/>
                </a:lnTo>
                <a:lnTo>
                  <a:pt x="422824" y="40629"/>
                </a:lnTo>
                <a:lnTo>
                  <a:pt x="423067" y="40319"/>
                </a:lnTo>
                <a:lnTo>
                  <a:pt x="423314" y="40012"/>
                </a:lnTo>
                <a:lnTo>
                  <a:pt x="423564" y="39709"/>
                </a:lnTo>
                <a:lnTo>
                  <a:pt x="423818" y="39408"/>
                </a:lnTo>
                <a:lnTo>
                  <a:pt x="424076" y="39111"/>
                </a:lnTo>
                <a:lnTo>
                  <a:pt x="424338" y="38818"/>
                </a:lnTo>
                <a:lnTo>
                  <a:pt x="424603" y="38529"/>
                </a:lnTo>
                <a:lnTo>
                  <a:pt x="424872" y="38246"/>
                </a:lnTo>
                <a:lnTo>
                  <a:pt x="425145" y="37969"/>
                </a:lnTo>
                <a:lnTo>
                  <a:pt x="425422" y="37696"/>
                </a:lnTo>
                <a:lnTo>
                  <a:pt x="425702" y="37428"/>
                </a:lnTo>
                <a:lnTo>
                  <a:pt x="425987" y="37166"/>
                </a:lnTo>
                <a:lnTo>
                  <a:pt x="426275" y="36908"/>
                </a:lnTo>
                <a:lnTo>
                  <a:pt x="426567" y="36656"/>
                </a:lnTo>
                <a:lnTo>
                  <a:pt x="426863" y="36409"/>
                </a:lnTo>
                <a:lnTo>
                  <a:pt x="427163" y="36167"/>
                </a:lnTo>
                <a:lnTo>
                  <a:pt x="427467" y="35930"/>
                </a:lnTo>
                <a:lnTo>
                  <a:pt x="427774" y="35698"/>
                </a:lnTo>
                <a:lnTo>
                  <a:pt x="428085" y="35471"/>
                </a:lnTo>
                <a:lnTo>
                  <a:pt x="428401" y="35250"/>
                </a:lnTo>
                <a:lnTo>
                  <a:pt x="428719" y="35033"/>
                </a:lnTo>
                <a:lnTo>
                  <a:pt x="429042" y="34822"/>
                </a:lnTo>
                <a:lnTo>
                  <a:pt x="429369" y="34615"/>
                </a:lnTo>
                <a:lnTo>
                  <a:pt x="429699" y="34414"/>
                </a:lnTo>
                <a:lnTo>
                  <a:pt x="430034" y="34218"/>
                </a:lnTo>
                <a:lnTo>
                  <a:pt x="430372" y="34027"/>
                </a:lnTo>
                <a:lnTo>
                  <a:pt x="430714" y="33842"/>
                </a:lnTo>
                <a:lnTo>
                  <a:pt x="431060" y="33661"/>
                </a:lnTo>
                <a:lnTo>
                  <a:pt x="431409" y="33485"/>
                </a:lnTo>
                <a:lnTo>
                  <a:pt x="431763" y="33316"/>
                </a:lnTo>
                <a:lnTo>
                  <a:pt x="432121" y="33154"/>
                </a:lnTo>
                <a:lnTo>
                  <a:pt x="432482" y="33000"/>
                </a:lnTo>
                <a:lnTo>
                  <a:pt x="432847" y="32853"/>
                </a:lnTo>
                <a:lnTo>
                  <a:pt x="433217" y="32713"/>
                </a:lnTo>
                <a:lnTo>
                  <a:pt x="433590" y="32581"/>
                </a:lnTo>
                <a:lnTo>
                  <a:pt x="433968" y="32457"/>
                </a:lnTo>
                <a:lnTo>
                  <a:pt x="434349" y="32339"/>
                </a:lnTo>
                <a:lnTo>
                  <a:pt x="434734" y="32230"/>
                </a:lnTo>
                <a:lnTo>
                  <a:pt x="435123" y="32127"/>
                </a:lnTo>
                <a:lnTo>
                  <a:pt x="435516" y="32032"/>
                </a:lnTo>
                <a:lnTo>
                  <a:pt x="435913" y="31945"/>
                </a:lnTo>
                <a:lnTo>
                  <a:pt x="436314" y="31865"/>
                </a:lnTo>
                <a:lnTo>
                  <a:pt x="436719" y="31792"/>
                </a:lnTo>
                <a:lnTo>
                  <a:pt x="437128" y="31727"/>
                </a:lnTo>
                <a:lnTo>
                  <a:pt x="437541" y="31670"/>
                </a:lnTo>
                <a:lnTo>
                  <a:pt x="437958" y="31619"/>
                </a:lnTo>
                <a:lnTo>
                  <a:pt x="438379" y="31577"/>
                </a:lnTo>
                <a:lnTo>
                  <a:pt x="438803" y="31541"/>
                </a:lnTo>
                <a:lnTo>
                  <a:pt x="439232" y="31513"/>
                </a:lnTo>
                <a:lnTo>
                  <a:pt x="439665" y="31493"/>
                </a:lnTo>
                <a:lnTo>
                  <a:pt x="440101" y="31480"/>
                </a:lnTo>
                <a:lnTo>
                  <a:pt x="440542" y="31474"/>
                </a:lnTo>
                <a:lnTo>
                  <a:pt x="440986" y="31476"/>
                </a:lnTo>
                <a:lnTo>
                  <a:pt x="441092" y="31476"/>
                </a:lnTo>
                <a:lnTo>
                  <a:pt x="441198" y="31477"/>
                </a:lnTo>
                <a:lnTo>
                  <a:pt x="441304" y="31478"/>
                </a:lnTo>
                <a:lnTo>
                  <a:pt x="441410" y="31480"/>
                </a:lnTo>
                <a:lnTo>
                  <a:pt x="441516" y="31482"/>
                </a:lnTo>
                <a:lnTo>
                  <a:pt x="441623" y="31485"/>
                </a:lnTo>
                <a:lnTo>
                  <a:pt x="441729" y="31488"/>
                </a:lnTo>
                <a:lnTo>
                  <a:pt x="441835" y="31491"/>
                </a:lnTo>
                <a:lnTo>
                  <a:pt x="441941" y="31495"/>
                </a:lnTo>
                <a:lnTo>
                  <a:pt x="442047" y="31499"/>
                </a:lnTo>
                <a:lnTo>
                  <a:pt x="442153" y="31504"/>
                </a:lnTo>
                <a:lnTo>
                  <a:pt x="442259" y="31510"/>
                </a:lnTo>
                <a:lnTo>
                  <a:pt x="442365" y="31515"/>
                </a:lnTo>
                <a:lnTo>
                  <a:pt x="442471" y="31522"/>
                </a:lnTo>
                <a:lnTo>
                  <a:pt x="442577" y="31529"/>
                </a:lnTo>
                <a:lnTo>
                  <a:pt x="442683" y="31536"/>
                </a:lnTo>
                <a:lnTo>
                  <a:pt x="442789" y="31543"/>
                </a:lnTo>
                <a:lnTo>
                  <a:pt x="442895" y="31552"/>
                </a:lnTo>
                <a:lnTo>
                  <a:pt x="443001" y="31560"/>
                </a:lnTo>
                <a:lnTo>
                  <a:pt x="443107" y="31569"/>
                </a:lnTo>
                <a:lnTo>
                  <a:pt x="443213" y="31579"/>
                </a:lnTo>
                <a:lnTo>
                  <a:pt x="443319" y="31589"/>
                </a:lnTo>
                <a:lnTo>
                  <a:pt x="443425" y="31599"/>
                </a:lnTo>
                <a:lnTo>
                  <a:pt x="443531" y="31610"/>
                </a:lnTo>
                <a:lnTo>
                  <a:pt x="443637" y="31621"/>
                </a:lnTo>
                <a:lnTo>
                  <a:pt x="443743" y="31633"/>
                </a:lnTo>
                <a:lnTo>
                  <a:pt x="443848" y="31645"/>
                </a:lnTo>
                <a:lnTo>
                  <a:pt x="443953" y="31657"/>
                </a:lnTo>
                <a:lnTo>
                  <a:pt x="444058" y="31669"/>
                </a:lnTo>
                <a:lnTo>
                  <a:pt x="444163" y="31681"/>
                </a:lnTo>
                <a:lnTo>
                  <a:pt x="444268" y="31694"/>
                </a:lnTo>
                <a:lnTo>
                  <a:pt x="444372" y="31707"/>
                </a:lnTo>
                <a:lnTo>
                  <a:pt x="444476" y="31720"/>
                </a:lnTo>
                <a:lnTo>
                  <a:pt x="444580" y="31733"/>
                </a:lnTo>
                <a:lnTo>
                  <a:pt x="444684" y="31747"/>
                </a:lnTo>
                <a:lnTo>
                  <a:pt x="444787" y="31761"/>
                </a:lnTo>
                <a:lnTo>
                  <a:pt x="444890" y="31775"/>
                </a:lnTo>
                <a:lnTo>
                  <a:pt x="444993" y="31789"/>
                </a:lnTo>
                <a:lnTo>
                  <a:pt x="445096" y="31804"/>
                </a:lnTo>
                <a:lnTo>
                  <a:pt x="445198" y="31818"/>
                </a:lnTo>
                <a:lnTo>
                  <a:pt x="445300" y="31833"/>
                </a:lnTo>
                <a:lnTo>
                  <a:pt x="445402" y="31849"/>
                </a:lnTo>
                <a:lnTo>
                  <a:pt x="445504" y="31864"/>
                </a:lnTo>
                <a:lnTo>
                  <a:pt x="445605" y="31880"/>
                </a:lnTo>
                <a:lnTo>
                  <a:pt x="445707" y="31896"/>
                </a:lnTo>
                <a:lnTo>
                  <a:pt x="445808" y="31912"/>
                </a:lnTo>
                <a:lnTo>
                  <a:pt x="445909" y="31928"/>
                </a:lnTo>
                <a:lnTo>
                  <a:pt x="446009" y="31945"/>
                </a:lnTo>
                <a:lnTo>
                  <a:pt x="447014" y="24578"/>
                </a:lnTo>
                <a:lnTo>
                  <a:pt x="446902" y="24545"/>
                </a:lnTo>
                <a:lnTo>
                  <a:pt x="446790" y="24512"/>
                </a:lnTo>
                <a:lnTo>
                  <a:pt x="446679" y="24480"/>
                </a:lnTo>
                <a:lnTo>
                  <a:pt x="446567" y="24449"/>
                </a:lnTo>
                <a:lnTo>
                  <a:pt x="446456" y="24418"/>
                </a:lnTo>
                <a:lnTo>
                  <a:pt x="446344" y="24388"/>
                </a:lnTo>
                <a:lnTo>
                  <a:pt x="446232" y="24358"/>
                </a:lnTo>
                <a:lnTo>
                  <a:pt x="446121" y="24329"/>
                </a:lnTo>
                <a:lnTo>
                  <a:pt x="446009" y="24300"/>
                </a:lnTo>
                <a:lnTo>
                  <a:pt x="445897" y="24272"/>
                </a:lnTo>
                <a:lnTo>
                  <a:pt x="445786" y="24245"/>
                </a:lnTo>
                <a:lnTo>
                  <a:pt x="445674" y="24218"/>
                </a:lnTo>
                <a:lnTo>
                  <a:pt x="445563" y="24192"/>
                </a:lnTo>
                <a:lnTo>
                  <a:pt x="445451" y="24166"/>
                </a:lnTo>
                <a:lnTo>
                  <a:pt x="445339" y="24141"/>
                </a:lnTo>
                <a:lnTo>
                  <a:pt x="445228" y="24117"/>
                </a:lnTo>
                <a:lnTo>
                  <a:pt x="445116" y="24093"/>
                </a:lnTo>
                <a:lnTo>
                  <a:pt x="445005" y="24070"/>
                </a:lnTo>
                <a:lnTo>
                  <a:pt x="444893" y="24047"/>
                </a:lnTo>
                <a:lnTo>
                  <a:pt x="444781" y="24025"/>
                </a:lnTo>
                <a:lnTo>
                  <a:pt x="444670" y="24003"/>
                </a:lnTo>
                <a:lnTo>
                  <a:pt x="444558" y="23982"/>
                </a:lnTo>
                <a:lnTo>
                  <a:pt x="444446" y="23962"/>
                </a:lnTo>
                <a:lnTo>
                  <a:pt x="444335" y="23942"/>
                </a:lnTo>
                <a:lnTo>
                  <a:pt x="444223" y="23923"/>
                </a:lnTo>
                <a:lnTo>
                  <a:pt x="444111" y="23905"/>
                </a:lnTo>
                <a:lnTo>
                  <a:pt x="443999" y="23887"/>
                </a:lnTo>
                <a:lnTo>
                  <a:pt x="443886" y="23870"/>
                </a:lnTo>
                <a:lnTo>
                  <a:pt x="443774" y="23854"/>
                </a:lnTo>
                <a:lnTo>
                  <a:pt x="443661" y="23839"/>
                </a:lnTo>
                <a:lnTo>
                  <a:pt x="443548" y="23825"/>
                </a:lnTo>
                <a:lnTo>
                  <a:pt x="443434" y="23812"/>
                </a:lnTo>
                <a:lnTo>
                  <a:pt x="443321" y="23799"/>
                </a:lnTo>
                <a:lnTo>
                  <a:pt x="443207" y="23787"/>
                </a:lnTo>
                <a:lnTo>
                  <a:pt x="443093" y="23776"/>
                </a:lnTo>
                <a:lnTo>
                  <a:pt x="442979" y="23766"/>
                </a:lnTo>
                <a:lnTo>
                  <a:pt x="442864" y="23757"/>
                </a:lnTo>
                <a:lnTo>
                  <a:pt x="442749" y="23748"/>
                </a:lnTo>
                <a:lnTo>
                  <a:pt x="442634" y="23741"/>
                </a:lnTo>
                <a:lnTo>
                  <a:pt x="442519" y="23734"/>
                </a:lnTo>
                <a:lnTo>
                  <a:pt x="442404" y="23728"/>
                </a:lnTo>
                <a:lnTo>
                  <a:pt x="442288" y="23722"/>
                </a:lnTo>
                <a:lnTo>
                  <a:pt x="442172" y="23718"/>
                </a:lnTo>
                <a:lnTo>
                  <a:pt x="442056" y="23714"/>
                </a:lnTo>
                <a:lnTo>
                  <a:pt x="441940" y="23711"/>
                </a:lnTo>
                <a:lnTo>
                  <a:pt x="441823" y="23709"/>
                </a:lnTo>
                <a:lnTo>
                  <a:pt x="441706" y="23708"/>
                </a:lnTo>
                <a:lnTo>
                  <a:pt x="441589" y="23708"/>
                </a:lnTo>
                <a:lnTo>
                  <a:pt x="441012" y="23702"/>
                </a:lnTo>
                <a:lnTo>
                  <a:pt x="440441" y="23707"/>
                </a:lnTo>
                <a:lnTo>
                  <a:pt x="439878" y="23723"/>
                </a:lnTo>
                <a:lnTo>
                  <a:pt x="439320" y="23750"/>
                </a:lnTo>
                <a:lnTo>
                  <a:pt x="438770" y="23788"/>
                </a:lnTo>
                <a:lnTo>
                  <a:pt x="438226" y="23837"/>
                </a:lnTo>
                <a:lnTo>
                  <a:pt x="437689" y="23897"/>
                </a:lnTo>
                <a:lnTo>
                  <a:pt x="437158" y="23968"/>
                </a:lnTo>
                <a:lnTo>
                  <a:pt x="436634" y="24050"/>
                </a:lnTo>
                <a:lnTo>
                  <a:pt x="436116" y="24142"/>
                </a:lnTo>
                <a:lnTo>
                  <a:pt x="435605" y="24246"/>
                </a:lnTo>
                <a:lnTo>
                  <a:pt x="435101" y="24361"/>
                </a:lnTo>
                <a:lnTo>
                  <a:pt x="434604" y="24486"/>
                </a:lnTo>
                <a:lnTo>
                  <a:pt x="434113" y="24622"/>
                </a:lnTo>
                <a:lnTo>
                  <a:pt x="433628" y="24770"/>
                </a:lnTo>
                <a:lnTo>
                  <a:pt x="433151" y="24928"/>
                </a:lnTo>
                <a:lnTo>
                  <a:pt x="432680" y="25097"/>
                </a:lnTo>
                <a:lnTo>
                  <a:pt x="432215" y="25277"/>
                </a:lnTo>
                <a:lnTo>
                  <a:pt x="431757" y="25468"/>
                </a:lnTo>
                <a:lnTo>
                  <a:pt x="431306" y="25670"/>
                </a:lnTo>
                <a:lnTo>
                  <a:pt x="430862" y="25883"/>
                </a:lnTo>
                <a:lnTo>
                  <a:pt x="430424" y="26107"/>
                </a:lnTo>
                <a:lnTo>
                  <a:pt x="429992" y="26342"/>
                </a:lnTo>
                <a:lnTo>
                  <a:pt x="429568" y="26587"/>
                </a:lnTo>
                <a:lnTo>
                  <a:pt x="429149" y="26842"/>
                </a:lnTo>
                <a:lnTo>
                  <a:pt x="428736" y="27103"/>
                </a:lnTo>
                <a:lnTo>
                  <a:pt x="428329" y="27372"/>
                </a:lnTo>
                <a:lnTo>
                  <a:pt x="427927" y="27647"/>
                </a:lnTo>
                <a:lnTo>
                  <a:pt x="427531" y="27929"/>
                </a:lnTo>
                <a:lnTo>
                  <a:pt x="427140" y="28218"/>
                </a:lnTo>
                <a:lnTo>
                  <a:pt x="426755" y="28513"/>
                </a:lnTo>
                <a:lnTo>
                  <a:pt x="426376" y="28816"/>
                </a:lnTo>
                <a:lnTo>
                  <a:pt x="426002" y="29125"/>
                </a:lnTo>
                <a:lnTo>
                  <a:pt x="425633" y="29442"/>
                </a:lnTo>
                <a:lnTo>
                  <a:pt x="425271" y="29765"/>
                </a:lnTo>
                <a:lnTo>
                  <a:pt x="424913" y="30095"/>
                </a:lnTo>
                <a:lnTo>
                  <a:pt x="424562" y="30432"/>
                </a:lnTo>
                <a:lnTo>
                  <a:pt x="424216" y="30776"/>
                </a:lnTo>
                <a:lnTo>
                  <a:pt x="423875" y="31126"/>
                </a:lnTo>
                <a:lnTo>
                  <a:pt x="423540" y="31484"/>
                </a:lnTo>
                <a:lnTo>
                  <a:pt x="423211" y="31848"/>
                </a:lnTo>
                <a:lnTo>
                  <a:pt x="422887" y="32219"/>
                </a:lnTo>
                <a:lnTo>
                  <a:pt x="422569" y="32597"/>
                </a:lnTo>
                <a:lnTo>
                  <a:pt x="422257" y="32982"/>
                </a:lnTo>
                <a:lnTo>
                  <a:pt x="421950" y="33374"/>
                </a:lnTo>
                <a:lnTo>
                  <a:pt x="421649" y="33772"/>
                </a:lnTo>
                <a:lnTo>
                  <a:pt x="421353" y="34178"/>
                </a:lnTo>
                <a:lnTo>
                  <a:pt x="421063" y="34590"/>
                </a:lnTo>
                <a:lnTo>
                  <a:pt x="420778" y="35008"/>
                </a:lnTo>
                <a:lnTo>
                  <a:pt x="420530" y="35379"/>
                </a:lnTo>
                <a:lnTo>
                  <a:pt x="422168" y="25047"/>
                </a:lnTo>
                <a:lnTo>
                  <a:pt x="414466" y="25047"/>
                </a:lnTo>
                <a:lnTo>
                  <a:pt x="401942" y="97509"/>
                </a:lnTo>
                <a:lnTo>
                  <a:pt x="409778" y="97509"/>
                </a:lnTo>
                <a:lnTo>
                  <a:pt x="418293" y="48440"/>
                </a:lnTo>
                <a:lnTo>
                  <a:pt x="418383" y="48231"/>
                </a:lnTo>
                <a:lnTo>
                  <a:pt x="418547" y="47858"/>
                </a:lnTo>
                <a:lnTo>
                  <a:pt x="418715" y="47485"/>
                </a:lnTo>
                <a:close/>
                <a:moveTo>
                  <a:pt x="393598" y="55333"/>
                </a:moveTo>
                <a:lnTo>
                  <a:pt x="393644" y="54824"/>
                </a:lnTo>
                <a:lnTo>
                  <a:pt x="393683" y="54315"/>
                </a:lnTo>
                <a:lnTo>
                  <a:pt x="393717" y="53808"/>
                </a:lnTo>
                <a:lnTo>
                  <a:pt x="393745" y="53301"/>
                </a:lnTo>
                <a:lnTo>
                  <a:pt x="393766" y="52796"/>
                </a:lnTo>
                <a:lnTo>
                  <a:pt x="393782" y="52291"/>
                </a:lnTo>
                <a:lnTo>
                  <a:pt x="393792" y="51787"/>
                </a:lnTo>
                <a:lnTo>
                  <a:pt x="393795" y="51284"/>
                </a:lnTo>
                <a:lnTo>
                  <a:pt x="393793" y="50783"/>
                </a:lnTo>
                <a:lnTo>
                  <a:pt x="393784" y="50282"/>
                </a:lnTo>
                <a:lnTo>
                  <a:pt x="393769" y="49782"/>
                </a:lnTo>
                <a:lnTo>
                  <a:pt x="393749" y="49283"/>
                </a:lnTo>
                <a:lnTo>
                  <a:pt x="393722" y="48784"/>
                </a:lnTo>
                <a:lnTo>
                  <a:pt x="393689" y="48287"/>
                </a:lnTo>
                <a:lnTo>
                  <a:pt x="393650" y="47791"/>
                </a:lnTo>
                <a:lnTo>
                  <a:pt x="393605" y="47295"/>
                </a:lnTo>
                <a:lnTo>
                  <a:pt x="393554" y="46801"/>
                </a:lnTo>
                <a:lnTo>
                  <a:pt x="393497" y="46308"/>
                </a:lnTo>
                <a:lnTo>
                  <a:pt x="393434" y="45815"/>
                </a:lnTo>
                <a:lnTo>
                  <a:pt x="393365" y="45323"/>
                </a:lnTo>
                <a:lnTo>
                  <a:pt x="393290" y="44833"/>
                </a:lnTo>
                <a:lnTo>
                  <a:pt x="393209" y="44344"/>
                </a:lnTo>
                <a:lnTo>
                  <a:pt x="393121" y="43860"/>
                </a:lnTo>
                <a:lnTo>
                  <a:pt x="393027" y="43380"/>
                </a:lnTo>
                <a:lnTo>
                  <a:pt x="392927" y="42903"/>
                </a:lnTo>
                <a:lnTo>
                  <a:pt x="392820" y="42431"/>
                </a:lnTo>
                <a:lnTo>
                  <a:pt x="392706" y="41962"/>
                </a:lnTo>
                <a:lnTo>
                  <a:pt x="392587" y="41498"/>
                </a:lnTo>
                <a:lnTo>
                  <a:pt x="392461" y="41037"/>
                </a:lnTo>
                <a:lnTo>
                  <a:pt x="392328" y="40580"/>
                </a:lnTo>
                <a:lnTo>
                  <a:pt x="392189" y="40127"/>
                </a:lnTo>
                <a:lnTo>
                  <a:pt x="392044" y="39679"/>
                </a:lnTo>
                <a:lnTo>
                  <a:pt x="391892" y="39234"/>
                </a:lnTo>
                <a:lnTo>
                  <a:pt x="391734" y="38793"/>
                </a:lnTo>
                <a:lnTo>
                  <a:pt x="391570" y="38356"/>
                </a:lnTo>
                <a:lnTo>
                  <a:pt x="391399" y="37923"/>
                </a:lnTo>
                <a:lnTo>
                  <a:pt x="391222" y="37494"/>
                </a:lnTo>
                <a:lnTo>
                  <a:pt x="391038" y="37069"/>
                </a:lnTo>
                <a:lnTo>
                  <a:pt x="390848" y="36647"/>
                </a:lnTo>
                <a:lnTo>
                  <a:pt x="390651" y="36230"/>
                </a:lnTo>
                <a:lnTo>
                  <a:pt x="390449" y="35817"/>
                </a:lnTo>
                <a:lnTo>
                  <a:pt x="390239" y="35408"/>
                </a:lnTo>
                <a:lnTo>
                  <a:pt x="390024" y="35002"/>
                </a:lnTo>
                <a:lnTo>
                  <a:pt x="389802" y="34601"/>
                </a:lnTo>
                <a:lnTo>
                  <a:pt x="389573" y="34203"/>
                </a:lnTo>
                <a:lnTo>
                  <a:pt x="389338" y="33811"/>
                </a:lnTo>
                <a:lnTo>
                  <a:pt x="389096" y="33425"/>
                </a:lnTo>
                <a:lnTo>
                  <a:pt x="388847" y="33046"/>
                </a:lnTo>
                <a:lnTo>
                  <a:pt x="388591" y="32674"/>
                </a:lnTo>
                <a:lnTo>
                  <a:pt x="388328" y="32308"/>
                </a:lnTo>
                <a:lnTo>
                  <a:pt x="388058" y="31949"/>
                </a:lnTo>
                <a:lnTo>
                  <a:pt x="387781" y="31597"/>
                </a:lnTo>
                <a:lnTo>
                  <a:pt x="387497" y="31251"/>
                </a:lnTo>
                <a:lnTo>
                  <a:pt x="387206" y="30911"/>
                </a:lnTo>
                <a:lnTo>
                  <a:pt x="386908" y="30579"/>
                </a:lnTo>
                <a:lnTo>
                  <a:pt x="386604" y="30253"/>
                </a:lnTo>
                <a:lnTo>
                  <a:pt x="386292" y="29933"/>
                </a:lnTo>
                <a:lnTo>
                  <a:pt x="385973" y="29620"/>
                </a:lnTo>
                <a:lnTo>
                  <a:pt x="385647" y="29314"/>
                </a:lnTo>
                <a:lnTo>
                  <a:pt x="385314" y="29015"/>
                </a:lnTo>
                <a:lnTo>
                  <a:pt x="384975" y="28722"/>
                </a:lnTo>
                <a:lnTo>
                  <a:pt x="384628" y="28435"/>
                </a:lnTo>
                <a:lnTo>
                  <a:pt x="384274" y="28156"/>
                </a:lnTo>
                <a:lnTo>
                  <a:pt x="383914" y="27883"/>
                </a:lnTo>
                <a:lnTo>
                  <a:pt x="383546" y="27616"/>
                </a:lnTo>
                <a:lnTo>
                  <a:pt x="383171" y="27356"/>
                </a:lnTo>
                <a:lnTo>
                  <a:pt x="382790" y="27103"/>
                </a:lnTo>
                <a:lnTo>
                  <a:pt x="382401" y="26857"/>
                </a:lnTo>
                <a:lnTo>
                  <a:pt x="382006" y="26617"/>
                </a:lnTo>
                <a:lnTo>
                  <a:pt x="381603" y="26385"/>
                </a:lnTo>
                <a:lnTo>
                  <a:pt x="381192" y="26162"/>
                </a:lnTo>
                <a:lnTo>
                  <a:pt x="380774" y="25949"/>
                </a:lnTo>
                <a:lnTo>
                  <a:pt x="380347" y="25746"/>
                </a:lnTo>
                <a:lnTo>
                  <a:pt x="379913" y="25553"/>
                </a:lnTo>
                <a:lnTo>
                  <a:pt x="379471" y="25369"/>
                </a:lnTo>
                <a:lnTo>
                  <a:pt x="379022" y="25195"/>
                </a:lnTo>
                <a:lnTo>
                  <a:pt x="378564" y="25030"/>
                </a:lnTo>
                <a:lnTo>
                  <a:pt x="378099" y="24875"/>
                </a:lnTo>
                <a:lnTo>
                  <a:pt x="377626" y="24730"/>
                </a:lnTo>
                <a:lnTo>
                  <a:pt x="377145" y="24594"/>
                </a:lnTo>
                <a:lnTo>
                  <a:pt x="376656" y="24468"/>
                </a:lnTo>
                <a:lnTo>
                  <a:pt x="376160" y="24352"/>
                </a:lnTo>
                <a:lnTo>
                  <a:pt x="375656" y="24245"/>
                </a:lnTo>
                <a:lnTo>
                  <a:pt x="375144" y="24148"/>
                </a:lnTo>
                <a:lnTo>
                  <a:pt x="374624" y="24061"/>
                </a:lnTo>
                <a:lnTo>
                  <a:pt x="374096" y="23983"/>
                </a:lnTo>
                <a:lnTo>
                  <a:pt x="373561" y="23915"/>
                </a:lnTo>
                <a:lnTo>
                  <a:pt x="373018" y="23856"/>
                </a:lnTo>
                <a:lnTo>
                  <a:pt x="372467" y="23807"/>
                </a:lnTo>
                <a:lnTo>
                  <a:pt x="371908" y="23768"/>
                </a:lnTo>
                <a:lnTo>
                  <a:pt x="371342" y="23738"/>
                </a:lnTo>
                <a:lnTo>
                  <a:pt x="370767" y="23718"/>
                </a:lnTo>
                <a:lnTo>
                  <a:pt x="370185" y="23708"/>
                </a:lnTo>
                <a:lnTo>
                  <a:pt x="369568" y="23702"/>
                </a:lnTo>
                <a:lnTo>
                  <a:pt x="368955" y="23708"/>
                </a:lnTo>
                <a:lnTo>
                  <a:pt x="368347" y="23726"/>
                </a:lnTo>
                <a:lnTo>
                  <a:pt x="367744" y="23755"/>
                </a:lnTo>
                <a:lnTo>
                  <a:pt x="367145" y="23796"/>
                </a:lnTo>
                <a:lnTo>
                  <a:pt x="366550" y="23848"/>
                </a:lnTo>
                <a:lnTo>
                  <a:pt x="365960" y="23911"/>
                </a:lnTo>
                <a:lnTo>
                  <a:pt x="365375" y="23987"/>
                </a:lnTo>
                <a:lnTo>
                  <a:pt x="364794" y="24073"/>
                </a:lnTo>
                <a:lnTo>
                  <a:pt x="364217" y="24172"/>
                </a:lnTo>
                <a:lnTo>
                  <a:pt x="363645" y="24281"/>
                </a:lnTo>
                <a:lnTo>
                  <a:pt x="363078" y="24402"/>
                </a:lnTo>
                <a:lnTo>
                  <a:pt x="362515" y="24535"/>
                </a:lnTo>
                <a:lnTo>
                  <a:pt x="361957" y="24679"/>
                </a:lnTo>
                <a:lnTo>
                  <a:pt x="361403" y="24835"/>
                </a:lnTo>
                <a:lnTo>
                  <a:pt x="360854" y="25002"/>
                </a:lnTo>
                <a:lnTo>
                  <a:pt x="360309" y="25181"/>
                </a:lnTo>
                <a:lnTo>
                  <a:pt x="359769" y="25371"/>
                </a:lnTo>
                <a:lnTo>
                  <a:pt x="359234" y="25573"/>
                </a:lnTo>
                <a:lnTo>
                  <a:pt x="358703" y="25786"/>
                </a:lnTo>
                <a:lnTo>
                  <a:pt x="358176" y="26011"/>
                </a:lnTo>
                <a:lnTo>
                  <a:pt x="357654" y="26248"/>
                </a:lnTo>
                <a:lnTo>
                  <a:pt x="357137" y="26495"/>
                </a:lnTo>
                <a:lnTo>
                  <a:pt x="356624" y="26755"/>
                </a:lnTo>
                <a:lnTo>
                  <a:pt x="356116" y="27024"/>
                </a:lnTo>
                <a:lnTo>
                  <a:pt x="355614" y="27300"/>
                </a:lnTo>
                <a:lnTo>
                  <a:pt x="355117" y="27584"/>
                </a:lnTo>
                <a:lnTo>
                  <a:pt x="354626" y="27876"/>
                </a:lnTo>
                <a:lnTo>
                  <a:pt x="354140" y="28175"/>
                </a:lnTo>
                <a:lnTo>
                  <a:pt x="353660" y="28481"/>
                </a:lnTo>
                <a:lnTo>
                  <a:pt x="353186" y="28796"/>
                </a:lnTo>
                <a:lnTo>
                  <a:pt x="352717" y="29117"/>
                </a:lnTo>
                <a:lnTo>
                  <a:pt x="352254" y="29447"/>
                </a:lnTo>
                <a:lnTo>
                  <a:pt x="351796" y="29784"/>
                </a:lnTo>
                <a:lnTo>
                  <a:pt x="351344" y="30128"/>
                </a:lnTo>
                <a:lnTo>
                  <a:pt x="350898" y="30480"/>
                </a:lnTo>
                <a:lnTo>
                  <a:pt x="350457" y="30840"/>
                </a:lnTo>
                <a:lnTo>
                  <a:pt x="350022" y="31207"/>
                </a:lnTo>
                <a:lnTo>
                  <a:pt x="349592" y="31581"/>
                </a:lnTo>
                <a:lnTo>
                  <a:pt x="349168" y="31964"/>
                </a:lnTo>
                <a:lnTo>
                  <a:pt x="348749" y="32353"/>
                </a:lnTo>
                <a:lnTo>
                  <a:pt x="348336" y="32751"/>
                </a:lnTo>
                <a:lnTo>
                  <a:pt x="347929" y="33156"/>
                </a:lnTo>
                <a:lnTo>
                  <a:pt x="347527" y="33568"/>
                </a:lnTo>
                <a:lnTo>
                  <a:pt x="347131" y="33988"/>
                </a:lnTo>
                <a:lnTo>
                  <a:pt x="346740" y="34416"/>
                </a:lnTo>
                <a:lnTo>
                  <a:pt x="346355" y="34851"/>
                </a:lnTo>
                <a:lnTo>
                  <a:pt x="345975" y="35294"/>
                </a:lnTo>
                <a:lnTo>
                  <a:pt x="345602" y="35742"/>
                </a:lnTo>
                <a:lnTo>
                  <a:pt x="345234" y="36195"/>
                </a:lnTo>
                <a:lnTo>
                  <a:pt x="344872" y="36652"/>
                </a:lnTo>
                <a:lnTo>
                  <a:pt x="344516" y="37113"/>
                </a:lnTo>
                <a:lnTo>
                  <a:pt x="344166" y="37578"/>
                </a:lnTo>
                <a:lnTo>
                  <a:pt x="343822" y="38048"/>
                </a:lnTo>
                <a:lnTo>
                  <a:pt x="343484" y="38521"/>
                </a:lnTo>
                <a:lnTo>
                  <a:pt x="343152" y="38999"/>
                </a:lnTo>
                <a:lnTo>
                  <a:pt x="342825" y="39481"/>
                </a:lnTo>
                <a:lnTo>
                  <a:pt x="342505" y="39968"/>
                </a:lnTo>
                <a:lnTo>
                  <a:pt x="342190" y="40458"/>
                </a:lnTo>
                <a:lnTo>
                  <a:pt x="341882" y="40953"/>
                </a:lnTo>
                <a:lnTo>
                  <a:pt x="341579" y="41451"/>
                </a:lnTo>
                <a:lnTo>
                  <a:pt x="341283" y="41954"/>
                </a:lnTo>
                <a:lnTo>
                  <a:pt x="340992" y="42461"/>
                </a:lnTo>
                <a:lnTo>
                  <a:pt x="340707" y="42973"/>
                </a:lnTo>
                <a:lnTo>
                  <a:pt x="340428" y="43488"/>
                </a:lnTo>
                <a:lnTo>
                  <a:pt x="340155" y="44008"/>
                </a:lnTo>
                <a:lnTo>
                  <a:pt x="339888" y="44532"/>
                </a:lnTo>
                <a:lnTo>
                  <a:pt x="339627" y="45060"/>
                </a:lnTo>
                <a:lnTo>
                  <a:pt x="339372" y="45592"/>
                </a:lnTo>
                <a:lnTo>
                  <a:pt x="339123" y="46129"/>
                </a:lnTo>
                <a:lnTo>
                  <a:pt x="338880" y="46669"/>
                </a:lnTo>
                <a:lnTo>
                  <a:pt x="338642" y="47214"/>
                </a:lnTo>
                <a:lnTo>
                  <a:pt x="338411" y="47761"/>
                </a:lnTo>
                <a:lnTo>
                  <a:pt x="338187" y="48309"/>
                </a:lnTo>
                <a:lnTo>
                  <a:pt x="337969" y="48857"/>
                </a:lnTo>
                <a:lnTo>
                  <a:pt x="337759" y="49406"/>
                </a:lnTo>
                <a:lnTo>
                  <a:pt x="337555" y="49955"/>
                </a:lnTo>
                <a:lnTo>
                  <a:pt x="337357" y="50504"/>
                </a:lnTo>
                <a:lnTo>
                  <a:pt x="337167" y="51054"/>
                </a:lnTo>
                <a:lnTo>
                  <a:pt x="336983" y="51605"/>
                </a:lnTo>
                <a:lnTo>
                  <a:pt x="336806" y="52155"/>
                </a:lnTo>
                <a:lnTo>
                  <a:pt x="336635" y="52707"/>
                </a:lnTo>
                <a:lnTo>
                  <a:pt x="336472" y="53259"/>
                </a:lnTo>
                <a:lnTo>
                  <a:pt x="336315" y="53811"/>
                </a:lnTo>
                <a:lnTo>
                  <a:pt x="336165" y="54364"/>
                </a:lnTo>
                <a:lnTo>
                  <a:pt x="336022" y="54917"/>
                </a:lnTo>
                <a:lnTo>
                  <a:pt x="335885" y="55471"/>
                </a:lnTo>
                <a:lnTo>
                  <a:pt x="335755" y="56025"/>
                </a:lnTo>
                <a:lnTo>
                  <a:pt x="335632" y="56579"/>
                </a:lnTo>
                <a:lnTo>
                  <a:pt x="335516" y="57134"/>
                </a:lnTo>
                <a:lnTo>
                  <a:pt x="335406" y="57690"/>
                </a:lnTo>
                <a:lnTo>
                  <a:pt x="335303" y="58246"/>
                </a:lnTo>
                <a:lnTo>
                  <a:pt x="335207" y="58802"/>
                </a:lnTo>
                <a:lnTo>
                  <a:pt x="335117" y="59359"/>
                </a:lnTo>
                <a:lnTo>
                  <a:pt x="335035" y="59917"/>
                </a:lnTo>
                <a:lnTo>
                  <a:pt x="334959" y="60474"/>
                </a:lnTo>
                <a:lnTo>
                  <a:pt x="334624" y="63421"/>
                </a:lnTo>
                <a:lnTo>
                  <a:pt x="334566" y="63973"/>
                </a:lnTo>
                <a:lnTo>
                  <a:pt x="334515" y="64524"/>
                </a:lnTo>
                <a:lnTo>
                  <a:pt x="334471" y="65073"/>
                </a:lnTo>
                <a:lnTo>
                  <a:pt x="334434" y="65622"/>
                </a:lnTo>
                <a:lnTo>
                  <a:pt x="334404" y="66169"/>
                </a:lnTo>
                <a:lnTo>
                  <a:pt x="334381" y="66715"/>
                </a:lnTo>
                <a:lnTo>
                  <a:pt x="334365" y="67260"/>
                </a:lnTo>
                <a:lnTo>
                  <a:pt x="334356" y="67804"/>
                </a:lnTo>
                <a:lnTo>
                  <a:pt x="334354" y="68347"/>
                </a:lnTo>
                <a:lnTo>
                  <a:pt x="334359" y="68888"/>
                </a:lnTo>
                <a:lnTo>
                  <a:pt x="334371" y="69428"/>
                </a:lnTo>
                <a:lnTo>
                  <a:pt x="334390" y="69968"/>
                </a:lnTo>
                <a:lnTo>
                  <a:pt x="334415" y="70506"/>
                </a:lnTo>
                <a:lnTo>
                  <a:pt x="334448" y="71042"/>
                </a:lnTo>
                <a:lnTo>
                  <a:pt x="334488" y="71578"/>
                </a:lnTo>
                <a:lnTo>
                  <a:pt x="334535" y="72112"/>
                </a:lnTo>
                <a:lnTo>
                  <a:pt x="334588" y="72646"/>
                </a:lnTo>
                <a:lnTo>
                  <a:pt x="334649" y="73178"/>
                </a:lnTo>
                <a:lnTo>
                  <a:pt x="334717" y="73709"/>
                </a:lnTo>
                <a:lnTo>
                  <a:pt x="334791" y="74239"/>
                </a:lnTo>
                <a:lnTo>
                  <a:pt x="334873" y="74767"/>
                </a:lnTo>
                <a:lnTo>
                  <a:pt x="334962" y="75295"/>
                </a:lnTo>
                <a:lnTo>
                  <a:pt x="335057" y="75821"/>
                </a:lnTo>
                <a:lnTo>
                  <a:pt x="335160" y="76346"/>
                </a:lnTo>
                <a:lnTo>
                  <a:pt x="335269" y="76869"/>
                </a:lnTo>
                <a:lnTo>
                  <a:pt x="335386" y="77387"/>
                </a:lnTo>
                <a:lnTo>
                  <a:pt x="335510" y="77901"/>
                </a:lnTo>
                <a:lnTo>
                  <a:pt x="335641" y="78410"/>
                </a:lnTo>
                <a:lnTo>
                  <a:pt x="335779" y="78916"/>
                </a:lnTo>
                <a:lnTo>
                  <a:pt x="335924" y="79417"/>
                </a:lnTo>
                <a:lnTo>
                  <a:pt x="336076" y="79913"/>
                </a:lnTo>
                <a:lnTo>
                  <a:pt x="336235" y="80406"/>
                </a:lnTo>
                <a:lnTo>
                  <a:pt x="336401" y="80894"/>
                </a:lnTo>
                <a:lnTo>
                  <a:pt x="336575" y="81377"/>
                </a:lnTo>
                <a:lnTo>
                  <a:pt x="336755" y="81857"/>
                </a:lnTo>
                <a:lnTo>
                  <a:pt x="336943" y="82332"/>
                </a:lnTo>
                <a:lnTo>
                  <a:pt x="337138" y="82803"/>
                </a:lnTo>
                <a:lnTo>
                  <a:pt x="337339" y="83269"/>
                </a:lnTo>
                <a:lnTo>
                  <a:pt x="337548" y="83732"/>
                </a:lnTo>
                <a:lnTo>
                  <a:pt x="337764" y="84190"/>
                </a:lnTo>
                <a:lnTo>
                  <a:pt x="337987" y="84643"/>
                </a:lnTo>
                <a:lnTo>
                  <a:pt x="338217" y="85092"/>
                </a:lnTo>
                <a:lnTo>
                  <a:pt x="338455" y="85537"/>
                </a:lnTo>
                <a:lnTo>
                  <a:pt x="338699" y="85978"/>
                </a:lnTo>
                <a:lnTo>
                  <a:pt x="338950" y="86415"/>
                </a:lnTo>
                <a:lnTo>
                  <a:pt x="339209" y="86847"/>
                </a:lnTo>
                <a:lnTo>
                  <a:pt x="339475" y="87275"/>
                </a:lnTo>
                <a:lnTo>
                  <a:pt x="339747" y="87698"/>
                </a:lnTo>
                <a:lnTo>
                  <a:pt x="340027" y="88116"/>
                </a:lnTo>
                <a:lnTo>
                  <a:pt x="340314" y="88527"/>
                </a:lnTo>
                <a:lnTo>
                  <a:pt x="340608" y="88930"/>
                </a:lnTo>
                <a:lnTo>
                  <a:pt x="340909" y="89327"/>
                </a:lnTo>
                <a:lnTo>
                  <a:pt x="341217" y="89716"/>
                </a:lnTo>
                <a:lnTo>
                  <a:pt x="341532" y="90098"/>
                </a:lnTo>
                <a:lnTo>
                  <a:pt x="341855" y="90474"/>
                </a:lnTo>
                <a:lnTo>
                  <a:pt x="342184" y="90842"/>
                </a:lnTo>
                <a:lnTo>
                  <a:pt x="342521" y="91203"/>
                </a:lnTo>
                <a:lnTo>
                  <a:pt x="342864" y="91557"/>
                </a:lnTo>
                <a:lnTo>
                  <a:pt x="343215" y="91904"/>
                </a:lnTo>
                <a:lnTo>
                  <a:pt x="343573" y="92244"/>
                </a:lnTo>
                <a:lnTo>
                  <a:pt x="343938" y="92576"/>
                </a:lnTo>
                <a:lnTo>
                  <a:pt x="344310" y="92902"/>
                </a:lnTo>
                <a:lnTo>
                  <a:pt x="344689" y="93220"/>
                </a:lnTo>
                <a:lnTo>
                  <a:pt x="345075" y="93532"/>
                </a:lnTo>
                <a:lnTo>
                  <a:pt x="345468" y="93836"/>
                </a:lnTo>
                <a:lnTo>
                  <a:pt x="345869" y="94133"/>
                </a:lnTo>
                <a:lnTo>
                  <a:pt x="346276" y="94424"/>
                </a:lnTo>
                <a:lnTo>
                  <a:pt x="346691" y="94707"/>
                </a:lnTo>
                <a:lnTo>
                  <a:pt x="347112" y="94983"/>
                </a:lnTo>
                <a:lnTo>
                  <a:pt x="347541" y="95252"/>
                </a:lnTo>
                <a:lnTo>
                  <a:pt x="347977" y="95513"/>
                </a:lnTo>
                <a:lnTo>
                  <a:pt x="348420" y="95768"/>
                </a:lnTo>
                <a:lnTo>
                  <a:pt x="348870" y="96014"/>
                </a:lnTo>
                <a:lnTo>
                  <a:pt x="349327" y="96250"/>
                </a:lnTo>
                <a:lnTo>
                  <a:pt x="349791" y="96475"/>
                </a:lnTo>
                <a:lnTo>
                  <a:pt x="350262" y="96691"/>
                </a:lnTo>
                <a:lnTo>
                  <a:pt x="350739" y="96896"/>
                </a:lnTo>
                <a:lnTo>
                  <a:pt x="351224" y="97091"/>
                </a:lnTo>
                <a:lnTo>
                  <a:pt x="351716" y="97275"/>
                </a:lnTo>
                <a:lnTo>
                  <a:pt x="352215" y="97450"/>
                </a:lnTo>
                <a:lnTo>
                  <a:pt x="352721" y="97614"/>
                </a:lnTo>
                <a:lnTo>
                  <a:pt x="353233" y="97768"/>
                </a:lnTo>
                <a:lnTo>
                  <a:pt x="353753" y="97912"/>
                </a:lnTo>
                <a:lnTo>
                  <a:pt x="354280" y="98045"/>
                </a:lnTo>
                <a:lnTo>
                  <a:pt x="354814" y="98168"/>
                </a:lnTo>
                <a:lnTo>
                  <a:pt x="355354" y="98281"/>
                </a:lnTo>
                <a:lnTo>
                  <a:pt x="355902" y="98384"/>
                </a:lnTo>
                <a:lnTo>
                  <a:pt x="356456" y="98477"/>
                </a:lnTo>
                <a:lnTo>
                  <a:pt x="357018" y="98559"/>
                </a:lnTo>
                <a:lnTo>
                  <a:pt x="357587" y="98631"/>
                </a:lnTo>
                <a:lnTo>
                  <a:pt x="358162" y="98693"/>
                </a:lnTo>
                <a:lnTo>
                  <a:pt x="358745" y="98744"/>
                </a:lnTo>
                <a:lnTo>
                  <a:pt x="359334" y="98786"/>
                </a:lnTo>
                <a:lnTo>
                  <a:pt x="359930" y="98817"/>
                </a:lnTo>
                <a:lnTo>
                  <a:pt x="360534" y="98838"/>
                </a:lnTo>
                <a:lnTo>
                  <a:pt x="361144" y="98849"/>
                </a:lnTo>
                <a:lnTo>
                  <a:pt x="361584" y="98846"/>
                </a:lnTo>
                <a:lnTo>
                  <a:pt x="362023" y="98839"/>
                </a:lnTo>
                <a:lnTo>
                  <a:pt x="362460" y="98826"/>
                </a:lnTo>
                <a:lnTo>
                  <a:pt x="362895" y="98809"/>
                </a:lnTo>
                <a:lnTo>
                  <a:pt x="363328" y="98786"/>
                </a:lnTo>
                <a:lnTo>
                  <a:pt x="363760" y="98759"/>
                </a:lnTo>
                <a:lnTo>
                  <a:pt x="364191" y="98726"/>
                </a:lnTo>
                <a:lnTo>
                  <a:pt x="364619" y="98689"/>
                </a:lnTo>
                <a:lnTo>
                  <a:pt x="365046" y="98646"/>
                </a:lnTo>
                <a:lnTo>
                  <a:pt x="365472" y="98599"/>
                </a:lnTo>
                <a:lnTo>
                  <a:pt x="365896" y="98546"/>
                </a:lnTo>
                <a:lnTo>
                  <a:pt x="366318" y="98489"/>
                </a:lnTo>
                <a:lnTo>
                  <a:pt x="366738" y="98426"/>
                </a:lnTo>
                <a:lnTo>
                  <a:pt x="367157" y="98359"/>
                </a:lnTo>
                <a:lnTo>
                  <a:pt x="367575" y="98286"/>
                </a:lnTo>
                <a:lnTo>
                  <a:pt x="367990" y="98209"/>
                </a:lnTo>
                <a:lnTo>
                  <a:pt x="368404" y="98126"/>
                </a:lnTo>
                <a:lnTo>
                  <a:pt x="368817" y="98039"/>
                </a:lnTo>
                <a:lnTo>
                  <a:pt x="369227" y="97946"/>
                </a:lnTo>
                <a:lnTo>
                  <a:pt x="369637" y="97849"/>
                </a:lnTo>
                <a:lnTo>
                  <a:pt x="370044" y="97746"/>
                </a:lnTo>
                <a:lnTo>
                  <a:pt x="370450" y="97639"/>
                </a:lnTo>
                <a:lnTo>
                  <a:pt x="370854" y="97526"/>
                </a:lnTo>
                <a:lnTo>
                  <a:pt x="371257" y="97409"/>
                </a:lnTo>
                <a:lnTo>
                  <a:pt x="371658" y="97286"/>
                </a:lnTo>
                <a:lnTo>
                  <a:pt x="372056" y="97159"/>
                </a:lnTo>
                <a:lnTo>
                  <a:pt x="372451" y="97026"/>
                </a:lnTo>
                <a:lnTo>
                  <a:pt x="372845" y="96889"/>
                </a:lnTo>
                <a:lnTo>
                  <a:pt x="373236" y="96746"/>
                </a:lnTo>
                <a:lnTo>
                  <a:pt x="373624" y="96599"/>
                </a:lnTo>
                <a:lnTo>
                  <a:pt x="374010" y="96446"/>
                </a:lnTo>
                <a:lnTo>
                  <a:pt x="374393" y="96289"/>
                </a:lnTo>
                <a:lnTo>
                  <a:pt x="374774" y="96126"/>
                </a:lnTo>
                <a:lnTo>
                  <a:pt x="375153" y="95959"/>
                </a:lnTo>
                <a:lnTo>
                  <a:pt x="375529" y="95786"/>
                </a:lnTo>
                <a:lnTo>
                  <a:pt x="375903" y="95609"/>
                </a:lnTo>
                <a:lnTo>
                  <a:pt x="376274" y="95426"/>
                </a:lnTo>
                <a:lnTo>
                  <a:pt x="376643" y="95239"/>
                </a:lnTo>
                <a:lnTo>
                  <a:pt x="377010" y="95046"/>
                </a:lnTo>
                <a:lnTo>
                  <a:pt x="377374" y="94849"/>
                </a:lnTo>
                <a:lnTo>
                  <a:pt x="377735" y="94647"/>
                </a:lnTo>
                <a:lnTo>
                  <a:pt x="378094" y="94439"/>
                </a:lnTo>
                <a:lnTo>
                  <a:pt x="378451" y="94227"/>
                </a:lnTo>
                <a:lnTo>
                  <a:pt x="378805" y="94009"/>
                </a:lnTo>
                <a:lnTo>
                  <a:pt x="379157" y="93787"/>
                </a:lnTo>
                <a:lnTo>
                  <a:pt x="379506" y="93559"/>
                </a:lnTo>
                <a:lnTo>
                  <a:pt x="379853" y="93327"/>
                </a:lnTo>
                <a:lnTo>
                  <a:pt x="380197" y="93089"/>
                </a:lnTo>
                <a:lnTo>
                  <a:pt x="380539" y="92847"/>
                </a:lnTo>
                <a:lnTo>
                  <a:pt x="380877" y="92600"/>
                </a:lnTo>
                <a:lnTo>
                  <a:pt x="381212" y="92349"/>
                </a:lnTo>
                <a:lnTo>
                  <a:pt x="381543" y="92094"/>
                </a:lnTo>
                <a:lnTo>
                  <a:pt x="381871" y="91834"/>
                </a:lnTo>
                <a:lnTo>
                  <a:pt x="382196" y="91570"/>
                </a:lnTo>
                <a:lnTo>
                  <a:pt x="382517" y="91301"/>
                </a:lnTo>
                <a:lnTo>
                  <a:pt x="382835" y="91028"/>
                </a:lnTo>
                <a:lnTo>
                  <a:pt x="383150" y="90750"/>
                </a:lnTo>
                <a:lnTo>
                  <a:pt x="383461" y="90468"/>
                </a:lnTo>
                <a:lnTo>
                  <a:pt x="383769" y="90182"/>
                </a:lnTo>
                <a:lnTo>
                  <a:pt x="384073" y="89891"/>
                </a:lnTo>
                <a:lnTo>
                  <a:pt x="384374" y="89596"/>
                </a:lnTo>
                <a:lnTo>
                  <a:pt x="384672" y="89296"/>
                </a:lnTo>
                <a:lnTo>
                  <a:pt x="384967" y="88992"/>
                </a:lnTo>
                <a:lnTo>
                  <a:pt x="385257" y="88684"/>
                </a:lnTo>
                <a:lnTo>
                  <a:pt x="385545" y="88371"/>
                </a:lnTo>
                <a:lnTo>
                  <a:pt x="385829" y="88054"/>
                </a:lnTo>
                <a:lnTo>
                  <a:pt x="386110" y="87732"/>
                </a:lnTo>
                <a:lnTo>
                  <a:pt x="386388" y="87406"/>
                </a:lnTo>
                <a:lnTo>
                  <a:pt x="386662" y="87075"/>
                </a:lnTo>
                <a:lnTo>
                  <a:pt x="386932" y="86740"/>
                </a:lnTo>
                <a:lnTo>
                  <a:pt x="387200" y="86401"/>
                </a:lnTo>
                <a:lnTo>
                  <a:pt x="387464" y="86057"/>
                </a:lnTo>
                <a:lnTo>
                  <a:pt x="382843" y="82173"/>
                </a:lnTo>
                <a:lnTo>
                  <a:pt x="382479" y="82544"/>
                </a:lnTo>
                <a:lnTo>
                  <a:pt x="382111" y="82908"/>
                </a:lnTo>
                <a:lnTo>
                  <a:pt x="381741" y="83267"/>
                </a:lnTo>
                <a:lnTo>
                  <a:pt x="381368" y="83619"/>
                </a:lnTo>
                <a:lnTo>
                  <a:pt x="380991" y="83966"/>
                </a:lnTo>
                <a:lnTo>
                  <a:pt x="380612" y="84306"/>
                </a:lnTo>
                <a:lnTo>
                  <a:pt x="380229" y="84639"/>
                </a:lnTo>
                <a:lnTo>
                  <a:pt x="379844" y="84967"/>
                </a:lnTo>
                <a:lnTo>
                  <a:pt x="379456" y="85289"/>
                </a:lnTo>
                <a:lnTo>
                  <a:pt x="379064" y="85604"/>
                </a:lnTo>
                <a:lnTo>
                  <a:pt x="378670" y="85913"/>
                </a:lnTo>
                <a:lnTo>
                  <a:pt x="378272" y="86216"/>
                </a:lnTo>
                <a:lnTo>
                  <a:pt x="377872" y="86513"/>
                </a:lnTo>
                <a:lnTo>
                  <a:pt x="377468" y="86804"/>
                </a:lnTo>
                <a:lnTo>
                  <a:pt x="377061" y="87088"/>
                </a:lnTo>
                <a:lnTo>
                  <a:pt x="376652" y="87367"/>
                </a:lnTo>
                <a:lnTo>
                  <a:pt x="376239" y="87639"/>
                </a:lnTo>
                <a:lnTo>
                  <a:pt x="375823" y="87905"/>
                </a:lnTo>
                <a:lnTo>
                  <a:pt x="375405" y="88165"/>
                </a:lnTo>
                <a:lnTo>
                  <a:pt x="374983" y="88419"/>
                </a:lnTo>
                <a:lnTo>
                  <a:pt x="374558" y="88666"/>
                </a:lnTo>
                <a:lnTo>
                  <a:pt x="374131" y="88908"/>
                </a:lnTo>
                <a:lnTo>
                  <a:pt x="373700" y="89143"/>
                </a:lnTo>
                <a:lnTo>
                  <a:pt x="373266" y="89372"/>
                </a:lnTo>
                <a:lnTo>
                  <a:pt x="372829" y="89593"/>
                </a:lnTo>
                <a:lnTo>
                  <a:pt x="372387" y="89805"/>
                </a:lnTo>
                <a:lnTo>
                  <a:pt x="371941" y="90007"/>
                </a:lnTo>
                <a:lnTo>
                  <a:pt x="371491" y="90199"/>
                </a:lnTo>
                <a:lnTo>
                  <a:pt x="371037" y="90382"/>
                </a:lnTo>
                <a:lnTo>
                  <a:pt x="370579" y="90555"/>
                </a:lnTo>
                <a:lnTo>
                  <a:pt x="370116" y="90718"/>
                </a:lnTo>
                <a:lnTo>
                  <a:pt x="369650" y="90872"/>
                </a:lnTo>
                <a:lnTo>
                  <a:pt x="369179" y="91016"/>
                </a:lnTo>
                <a:lnTo>
                  <a:pt x="368704" y="91150"/>
                </a:lnTo>
                <a:lnTo>
                  <a:pt x="368224" y="91275"/>
                </a:lnTo>
                <a:lnTo>
                  <a:pt x="367741" y="91390"/>
                </a:lnTo>
                <a:lnTo>
                  <a:pt x="367253" y="91495"/>
                </a:lnTo>
                <a:lnTo>
                  <a:pt x="366762" y="91591"/>
                </a:lnTo>
                <a:lnTo>
                  <a:pt x="366266" y="91677"/>
                </a:lnTo>
                <a:lnTo>
                  <a:pt x="365765" y="91753"/>
                </a:lnTo>
                <a:lnTo>
                  <a:pt x="365261" y="91820"/>
                </a:lnTo>
                <a:lnTo>
                  <a:pt x="364752" y="91877"/>
                </a:lnTo>
                <a:lnTo>
                  <a:pt x="364240" y="91925"/>
                </a:lnTo>
                <a:lnTo>
                  <a:pt x="363723" y="91963"/>
                </a:lnTo>
                <a:lnTo>
                  <a:pt x="363202" y="91991"/>
                </a:lnTo>
                <a:lnTo>
                  <a:pt x="362676" y="92009"/>
                </a:lnTo>
                <a:lnTo>
                  <a:pt x="362147" y="92018"/>
                </a:lnTo>
                <a:lnTo>
                  <a:pt x="361613" y="92018"/>
                </a:lnTo>
                <a:lnTo>
                  <a:pt x="361136" y="92002"/>
                </a:lnTo>
                <a:lnTo>
                  <a:pt x="360666" y="91978"/>
                </a:lnTo>
                <a:lnTo>
                  <a:pt x="360201" y="91946"/>
                </a:lnTo>
                <a:lnTo>
                  <a:pt x="359743" y="91905"/>
                </a:lnTo>
                <a:lnTo>
                  <a:pt x="359290" y="91856"/>
                </a:lnTo>
                <a:lnTo>
                  <a:pt x="358844" y="91798"/>
                </a:lnTo>
                <a:lnTo>
                  <a:pt x="358404" y="91732"/>
                </a:lnTo>
                <a:lnTo>
                  <a:pt x="357971" y="91657"/>
                </a:lnTo>
                <a:lnTo>
                  <a:pt x="357543" y="91573"/>
                </a:lnTo>
                <a:lnTo>
                  <a:pt x="357122" y="91482"/>
                </a:lnTo>
                <a:lnTo>
                  <a:pt x="356706" y="91381"/>
                </a:lnTo>
                <a:lnTo>
                  <a:pt x="356297" y="91273"/>
                </a:lnTo>
                <a:lnTo>
                  <a:pt x="355894" y="91155"/>
                </a:lnTo>
                <a:lnTo>
                  <a:pt x="355498" y="91030"/>
                </a:lnTo>
                <a:lnTo>
                  <a:pt x="355107" y="90895"/>
                </a:lnTo>
                <a:lnTo>
                  <a:pt x="354723" y="90753"/>
                </a:lnTo>
                <a:lnTo>
                  <a:pt x="354344" y="90601"/>
                </a:lnTo>
                <a:lnTo>
                  <a:pt x="353972" y="90442"/>
                </a:lnTo>
                <a:lnTo>
                  <a:pt x="353606" y="90274"/>
                </a:lnTo>
                <a:lnTo>
                  <a:pt x="353246" y="90097"/>
                </a:lnTo>
                <a:lnTo>
                  <a:pt x="352893" y="89912"/>
                </a:lnTo>
                <a:lnTo>
                  <a:pt x="352545" y="89718"/>
                </a:lnTo>
                <a:lnTo>
                  <a:pt x="352204" y="89516"/>
                </a:lnTo>
                <a:lnTo>
                  <a:pt x="351869" y="89305"/>
                </a:lnTo>
                <a:lnTo>
                  <a:pt x="351540" y="89088"/>
                </a:lnTo>
                <a:lnTo>
                  <a:pt x="351217" y="88864"/>
                </a:lnTo>
                <a:lnTo>
                  <a:pt x="350899" y="88636"/>
                </a:lnTo>
                <a:lnTo>
                  <a:pt x="350588" y="88401"/>
                </a:lnTo>
                <a:lnTo>
                  <a:pt x="350283" y="88161"/>
                </a:lnTo>
                <a:lnTo>
                  <a:pt x="349983" y="87916"/>
                </a:lnTo>
                <a:lnTo>
                  <a:pt x="349690" y="87665"/>
                </a:lnTo>
                <a:lnTo>
                  <a:pt x="349402" y="87408"/>
                </a:lnTo>
                <a:lnTo>
                  <a:pt x="349121" y="87146"/>
                </a:lnTo>
                <a:lnTo>
                  <a:pt x="348845" y="86878"/>
                </a:lnTo>
                <a:lnTo>
                  <a:pt x="348575" y="86604"/>
                </a:lnTo>
                <a:lnTo>
                  <a:pt x="348311" y="86325"/>
                </a:lnTo>
                <a:lnTo>
                  <a:pt x="348053" y="86040"/>
                </a:lnTo>
                <a:lnTo>
                  <a:pt x="347801" y="85750"/>
                </a:lnTo>
                <a:lnTo>
                  <a:pt x="347555" y="85455"/>
                </a:lnTo>
                <a:lnTo>
                  <a:pt x="347315" y="85153"/>
                </a:lnTo>
                <a:lnTo>
                  <a:pt x="347081" y="84846"/>
                </a:lnTo>
                <a:lnTo>
                  <a:pt x="346852" y="84534"/>
                </a:lnTo>
                <a:lnTo>
                  <a:pt x="346630" y="84216"/>
                </a:lnTo>
                <a:lnTo>
                  <a:pt x="346414" y="83892"/>
                </a:lnTo>
                <a:lnTo>
                  <a:pt x="346203" y="83563"/>
                </a:lnTo>
                <a:lnTo>
                  <a:pt x="345999" y="83228"/>
                </a:lnTo>
                <a:lnTo>
                  <a:pt x="345800" y="82887"/>
                </a:lnTo>
                <a:lnTo>
                  <a:pt x="345607" y="82541"/>
                </a:lnTo>
                <a:lnTo>
                  <a:pt x="345420" y="82191"/>
                </a:lnTo>
                <a:lnTo>
                  <a:pt x="345238" y="81838"/>
                </a:lnTo>
                <a:lnTo>
                  <a:pt x="345061" y="81482"/>
                </a:lnTo>
                <a:lnTo>
                  <a:pt x="344890" y="81123"/>
                </a:lnTo>
                <a:lnTo>
                  <a:pt x="344724" y="80761"/>
                </a:lnTo>
                <a:lnTo>
                  <a:pt x="344563" y="80396"/>
                </a:lnTo>
                <a:lnTo>
                  <a:pt x="344407" y="80028"/>
                </a:lnTo>
                <a:lnTo>
                  <a:pt x="344257" y="79658"/>
                </a:lnTo>
                <a:lnTo>
                  <a:pt x="344111" y="79284"/>
                </a:lnTo>
                <a:lnTo>
                  <a:pt x="343971" y="78908"/>
                </a:lnTo>
                <a:lnTo>
                  <a:pt x="343836" y="78529"/>
                </a:lnTo>
                <a:lnTo>
                  <a:pt x="343707" y="78146"/>
                </a:lnTo>
                <a:lnTo>
                  <a:pt x="343583" y="77761"/>
                </a:lnTo>
                <a:lnTo>
                  <a:pt x="343463" y="77373"/>
                </a:lnTo>
                <a:lnTo>
                  <a:pt x="343350" y="76982"/>
                </a:lnTo>
                <a:lnTo>
                  <a:pt x="343241" y="76588"/>
                </a:lnTo>
                <a:lnTo>
                  <a:pt x="343137" y="76192"/>
                </a:lnTo>
                <a:lnTo>
                  <a:pt x="343039" y="75792"/>
                </a:lnTo>
                <a:lnTo>
                  <a:pt x="342946" y="75389"/>
                </a:lnTo>
                <a:lnTo>
                  <a:pt x="342859" y="74984"/>
                </a:lnTo>
                <a:lnTo>
                  <a:pt x="342776" y="74575"/>
                </a:lnTo>
                <a:lnTo>
                  <a:pt x="342699" y="74164"/>
                </a:lnTo>
                <a:lnTo>
                  <a:pt x="342627" y="73750"/>
                </a:lnTo>
                <a:lnTo>
                  <a:pt x="342560" y="73333"/>
                </a:lnTo>
                <a:lnTo>
                  <a:pt x="342498" y="72914"/>
                </a:lnTo>
                <a:lnTo>
                  <a:pt x="342441" y="72496"/>
                </a:lnTo>
                <a:lnTo>
                  <a:pt x="342389" y="72078"/>
                </a:lnTo>
                <a:lnTo>
                  <a:pt x="342341" y="71660"/>
                </a:lnTo>
                <a:lnTo>
                  <a:pt x="342299" y="71243"/>
                </a:lnTo>
                <a:lnTo>
                  <a:pt x="342261" y="70826"/>
                </a:lnTo>
                <a:lnTo>
                  <a:pt x="342228" y="70409"/>
                </a:lnTo>
                <a:lnTo>
                  <a:pt x="342199" y="69992"/>
                </a:lnTo>
                <a:lnTo>
                  <a:pt x="342175" y="69575"/>
                </a:lnTo>
                <a:lnTo>
                  <a:pt x="342157" y="69159"/>
                </a:lnTo>
                <a:lnTo>
                  <a:pt x="342142" y="68743"/>
                </a:lnTo>
                <a:lnTo>
                  <a:pt x="342133" y="68327"/>
                </a:lnTo>
                <a:lnTo>
                  <a:pt x="342128" y="67911"/>
                </a:lnTo>
                <a:lnTo>
                  <a:pt x="342129" y="67496"/>
                </a:lnTo>
                <a:lnTo>
                  <a:pt x="342134" y="67080"/>
                </a:lnTo>
                <a:lnTo>
                  <a:pt x="342143" y="66666"/>
                </a:lnTo>
                <a:lnTo>
                  <a:pt x="342158" y="66251"/>
                </a:lnTo>
                <a:lnTo>
                  <a:pt x="342177" y="65836"/>
                </a:lnTo>
                <a:lnTo>
                  <a:pt x="342201" y="65422"/>
                </a:lnTo>
                <a:lnTo>
                  <a:pt x="342230" y="65008"/>
                </a:lnTo>
                <a:lnTo>
                  <a:pt x="342263" y="64594"/>
                </a:lnTo>
                <a:lnTo>
                  <a:pt x="342302" y="64181"/>
                </a:lnTo>
                <a:lnTo>
                  <a:pt x="342345" y="63767"/>
                </a:lnTo>
                <a:lnTo>
                  <a:pt x="342393" y="63354"/>
                </a:lnTo>
                <a:lnTo>
                  <a:pt x="342617" y="61747"/>
                </a:lnTo>
                <a:lnTo>
                  <a:pt x="392821" y="61747"/>
                </a:lnTo>
                <a:lnTo>
                  <a:pt x="393424" y="56866"/>
                </a:lnTo>
                <a:lnTo>
                  <a:pt x="393488" y="56354"/>
                </a:lnTo>
                <a:lnTo>
                  <a:pt x="393546" y="55843"/>
                </a:lnTo>
                <a:lnTo>
                  <a:pt x="393598" y="55333"/>
                </a:lnTo>
                <a:close/>
                <a:moveTo>
                  <a:pt x="344571" y="53085"/>
                </a:moveTo>
                <a:lnTo>
                  <a:pt x="344716" y="52645"/>
                </a:lnTo>
                <a:lnTo>
                  <a:pt x="344864" y="52205"/>
                </a:lnTo>
                <a:lnTo>
                  <a:pt x="345017" y="51764"/>
                </a:lnTo>
                <a:lnTo>
                  <a:pt x="345175" y="51322"/>
                </a:lnTo>
                <a:lnTo>
                  <a:pt x="345337" y="50880"/>
                </a:lnTo>
                <a:lnTo>
                  <a:pt x="345503" y="50437"/>
                </a:lnTo>
                <a:lnTo>
                  <a:pt x="345674" y="49994"/>
                </a:lnTo>
                <a:lnTo>
                  <a:pt x="345849" y="49551"/>
                </a:lnTo>
                <a:lnTo>
                  <a:pt x="346029" y="49112"/>
                </a:lnTo>
                <a:lnTo>
                  <a:pt x="346213" y="48676"/>
                </a:lnTo>
                <a:lnTo>
                  <a:pt x="346402" y="48243"/>
                </a:lnTo>
                <a:lnTo>
                  <a:pt x="346594" y="47813"/>
                </a:lnTo>
                <a:lnTo>
                  <a:pt x="346792" y="47386"/>
                </a:lnTo>
                <a:lnTo>
                  <a:pt x="346993" y="46962"/>
                </a:lnTo>
                <a:lnTo>
                  <a:pt x="347200" y="46541"/>
                </a:lnTo>
                <a:lnTo>
                  <a:pt x="347410" y="46123"/>
                </a:lnTo>
                <a:lnTo>
                  <a:pt x="347625" y="45708"/>
                </a:lnTo>
                <a:lnTo>
                  <a:pt x="347845" y="45296"/>
                </a:lnTo>
                <a:lnTo>
                  <a:pt x="348068" y="44887"/>
                </a:lnTo>
                <a:lnTo>
                  <a:pt x="348297" y="44481"/>
                </a:lnTo>
                <a:lnTo>
                  <a:pt x="348529" y="44078"/>
                </a:lnTo>
                <a:lnTo>
                  <a:pt x="348766" y="43678"/>
                </a:lnTo>
                <a:lnTo>
                  <a:pt x="349008" y="43282"/>
                </a:lnTo>
                <a:lnTo>
                  <a:pt x="349254" y="42888"/>
                </a:lnTo>
                <a:lnTo>
                  <a:pt x="349504" y="42497"/>
                </a:lnTo>
                <a:lnTo>
                  <a:pt x="349759" y="42109"/>
                </a:lnTo>
                <a:lnTo>
                  <a:pt x="350018" y="41725"/>
                </a:lnTo>
                <a:lnTo>
                  <a:pt x="350281" y="41343"/>
                </a:lnTo>
                <a:lnTo>
                  <a:pt x="350549" y="40964"/>
                </a:lnTo>
                <a:lnTo>
                  <a:pt x="350822" y="40588"/>
                </a:lnTo>
                <a:lnTo>
                  <a:pt x="351099" y="40216"/>
                </a:lnTo>
                <a:lnTo>
                  <a:pt x="351380" y="39848"/>
                </a:lnTo>
                <a:lnTo>
                  <a:pt x="351666" y="39486"/>
                </a:lnTo>
                <a:lnTo>
                  <a:pt x="351957" y="39131"/>
                </a:lnTo>
                <a:lnTo>
                  <a:pt x="352253" y="38782"/>
                </a:lnTo>
                <a:lnTo>
                  <a:pt x="352554" y="38439"/>
                </a:lnTo>
                <a:lnTo>
                  <a:pt x="352859" y="38102"/>
                </a:lnTo>
                <a:lnTo>
                  <a:pt x="353169" y="37772"/>
                </a:lnTo>
                <a:lnTo>
                  <a:pt x="353484" y="37448"/>
                </a:lnTo>
                <a:lnTo>
                  <a:pt x="353803" y="37130"/>
                </a:lnTo>
                <a:lnTo>
                  <a:pt x="354128" y="36818"/>
                </a:lnTo>
                <a:lnTo>
                  <a:pt x="354457" y="36513"/>
                </a:lnTo>
                <a:lnTo>
                  <a:pt x="354791" y="36214"/>
                </a:lnTo>
                <a:lnTo>
                  <a:pt x="355129" y="35922"/>
                </a:lnTo>
                <a:lnTo>
                  <a:pt x="355473" y="35635"/>
                </a:lnTo>
                <a:lnTo>
                  <a:pt x="355821" y="35355"/>
                </a:lnTo>
                <a:lnTo>
                  <a:pt x="356174" y="35081"/>
                </a:lnTo>
                <a:lnTo>
                  <a:pt x="356531" y="34814"/>
                </a:lnTo>
                <a:lnTo>
                  <a:pt x="356894" y="34553"/>
                </a:lnTo>
                <a:lnTo>
                  <a:pt x="357261" y="34298"/>
                </a:lnTo>
                <a:lnTo>
                  <a:pt x="357633" y="34049"/>
                </a:lnTo>
                <a:lnTo>
                  <a:pt x="358010" y="33807"/>
                </a:lnTo>
                <a:lnTo>
                  <a:pt x="358391" y="33570"/>
                </a:lnTo>
                <a:lnTo>
                  <a:pt x="358778" y="33341"/>
                </a:lnTo>
                <a:lnTo>
                  <a:pt x="359169" y="33117"/>
                </a:lnTo>
                <a:lnTo>
                  <a:pt x="359564" y="32901"/>
                </a:lnTo>
                <a:lnTo>
                  <a:pt x="359965" y="32695"/>
                </a:lnTo>
                <a:lnTo>
                  <a:pt x="360369" y="32499"/>
                </a:lnTo>
                <a:lnTo>
                  <a:pt x="360779" y="32312"/>
                </a:lnTo>
                <a:lnTo>
                  <a:pt x="361193" y="32135"/>
                </a:lnTo>
                <a:lnTo>
                  <a:pt x="361611" y="31968"/>
                </a:lnTo>
                <a:lnTo>
                  <a:pt x="362034" y="31810"/>
                </a:lnTo>
                <a:lnTo>
                  <a:pt x="362461" y="31662"/>
                </a:lnTo>
                <a:lnTo>
                  <a:pt x="362893" y="31524"/>
                </a:lnTo>
                <a:lnTo>
                  <a:pt x="363330" y="31395"/>
                </a:lnTo>
                <a:lnTo>
                  <a:pt x="363771" y="31276"/>
                </a:lnTo>
                <a:lnTo>
                  <a:pt x="364217" y="31166"/>
                </a:lnTo>
                <a:lnTo>
                  <a:pt x="364667" y="31067"/>
                </a:lnTo>
                <a:lnTo>
                  <a:pt x="365121" y="30976"/>
                </a:lnTo>
                <a:lnTo>
                  <a:pt x="365581" y="30896"/>
                </a:lnTo>
                <a:lnTo>
                  <a:pt x="366044" y="30825"/>
                </a:lnTo>
                <a:lnTo>
                  <a:pt x="366513" y="30764"/>
                </a:lnTo>
                <a:lnTo>
                  <a:pt x="366985" y="30712"/>
                </a:lnTo>
                <a:lnTo>
                  <a:pt x="367463" y="30670"/>
                </a:lnTo>
                <a:lnTo>
                  <a:pt x="367945" y="30638"/>
                </a:lnTo>
                <a:lnTo>
                  <a:pt x="368431" y="30616"/>
                </a:lnTo>
                <a:lnTo>
                  <a:pt x="368922" y="30603"/>
                </a:lnTo>
                <a:lnTo>
                  <a:pt x="369417" y="30599"/>
                </a:lnTo>
                <a:lnTo>
                  <a:pt x="369917" y="30606"/>
                </a:lnTo>
                <a:lnTo>
                  <a:pt x="370443" y="30617"/>
                </a:lnTo>
                <a:lnTo>
                  <a:pt x="370960" y="30640"/>
                </a:lnTo>
                <a:lnTo>
                  <a:pt x="371468" y="30676"/>
                </a:lnTo>
                <a:lnTo>
                  <a:pt x="371968" y="30723"/>
                </a:lnTo>
                <a:lnTo>
                  <a:pt x="372458" y="30781"/>
                </a:lnTo>
                <a:lnTo>
                  <a:pt x="372940" y="30852"/>
                </a:lnTo>
                <a:lnTo>
                  <a:pt x="373412" y="30934"/>
                </a:lnTo>
                <a:lnTo>
                  <a:pt x="373876" y="31029"/>
                </a:lnTo>
                <a:lnTo>
                  <a:pt x="374331" y="31135"/>
                </a:lnTo>
                <a:lnTo>
                  <a:pt x="374778" y="31253"/>
                </a:lnTo>
                <a:lnTo>
                  <a:pt x="375215" y="31383"/>
                </a:lnTo>
                <a:lnTo>
                  <a:pt x="375643" y="31524"/>
                </a:lnTo>
                <a:lnTo>
                  <a:pt x="376063" y="31678"/>
                </a:lnTo>
                <a:lnTo>
                  <a:pt x="376474" y="31843"/>
                </a:lnTo>
                <a:lnTo>
                  <a:pt x="376876" y="32020"/>
                </a:lnTo>
                <a:lnTo>
                  <a:pt x="377269" y="32209"/>
                </a:lnTo>
                <a:lnTo>
                  <a:pt x="377654" y="32410"/>
                </a:lnTo>
                <a:lnTo>
                  <a:pt x="378029" y="32623"/>
                </a:lnTo>
                <a:lnTo>
                  <a:pt x="378396" y="32847"/>
                </a:lnTo>
                <a:lnTo>
                  <a:pt x="378754" y="33083"/>
                </a:lnTo>
                <a:lnTo>
                  <a:pt x="379103" y="33331"/>
                </a:lnTo>
                <a:lnTo>
                  <a:pt x="379443" y="33591"/>
                </a:lnTo>
                <a:lnTo>
                  <a:pt x="379774" y="33863"/>
                </a:lnTo>
                <a:lnTo>
                  <a:pt x="380097" y="34147"/>
                </a:lnTo>
                <a:lnTo>
                  <a:pt x="380411" y="34439"/>
                </a:lnTo>
                <a:lnTo>
                  <a:pt x="380717" y="34738"/>
                </a:lnTo>
                <a:lnTo>
                  <a:pt x="381014" y="35044"/>
                </a:lnTo>
                <a:lnTo>
                  <a:pt x="381303" y="35356"/>
                </a:lnTo>
                <a:lnTo>
                  <a:pt x="381584" y="35675"/>
                </a:lnTo>
                <a:lnTo>
                  <a:pt x="381857" y="36000"/>
                </a:lnTo>
                <a:lnTo>
                  <a:pt x="382122" y="36331"/>
                </a:lnTo>
                <a:lnTo>
                  <a:pt x="382378" y="36669"/>
                </a:lnTo>
                <a:lnTo>
                  <a:pt x="382626" y="37014"/>
                </a:lnTo>
                <a:lnTo>
                  <a:pt x="382865" y="37365"/>
                </a:lnTo>
                <a:lnTo>
                  <a:pt x="383097" y="37722"/>
                </a:lnTo>
                <a:lnTo>
                  <a:pt x="383320" y="38086"/>
                </a:lnTo>
                <a:lnTo>
                  <a:pt x="383535" y="38457"/>
                </a:lnTo>
                <a:lnTo>
                  <a:pt x="383742" y="38834"/>
                </a:lnTo>
                <a:lnTo>
                  <a:pt x="383940" y="39218"/>
                </a:lnTo>
                <a:lnTo>
                  <a:pt x="384130" y="39608"/>
                </a:lnTo>
                <a:lnTo>
                  <a:pt x="384312" y="40004"/>
                </a:lnTo>
                <a:lnTo>
                  <a:pt x="384486" y="40407"/>
                </a:lnTo>
                <a:lnTo>
                  <a:pt x="384651" y="40817"/>
                </a:lnTo>
                <a:lnTo>
                  <a:pt x="384808" y="41233"/>
                </a:lnTo>
                <a:lnTo>
                  <a:pt x="384957" y="41655"/>
                </a:lnTo>
                <a:lnTo>
                  <a:pt x="385098" y="42084"/>
                </a:lnTo>
                <a:lnTo>
                  <a:pt x="385230" y="42520"/>
                </a:lnTo>
                <a:lnTo>
                  <a:pt x="385354" y="42962"/>
                </a:lnTo>
                <a:lnTo>
                  <a:pt x="385470" y="43407"/>
                </a:lnTo>
                <a:lnTo>
                  <a:pt x="385578" y="43854"/>
                </a:lnTo>
                <a:lnTo>
                  <a:pt x="385678" y="44302"/>
                </a:lnTo>
                <a:lnTo>
                  <a:pt x="385770" y="44750"/>
                </a:lnTo>
                <a:lnTo>
                  <a:pt x="385854" y="45199"/>
                </a:lnTo>
                <a:lnTo>
                  <a:pt x="385930" y="45650"/>
                </a:lnTo>
                <a:lnTo>
                  <a:pt x="385998" y="46101"/>
                </a:lnTo>
                <a:lnTo>
                  <a:pt x="386057" y="46553"/>
                </a:lnTo>
                <a:lnTo>
                  <a:pt x="386109" y="47006"/>
                </a:lnTo>
                <a:lnTo>
                  <a:pt x="386153" y="47460"/>
                </a:lnTo>
                <a:lnTo>
                  <a:pt x="386189" y="47915"/>
                </a:lnTo>
                <a:lnTo>
                  <a:pt x="386216" y="48371"/>
                </a:lnTo>
                <a:lnTo>
                  <a:pt x="386236" y="48828"/>
                </a:lnTo>
                <a:lnTo>
                  <a:pt x="386248" y="49286"/>
                </a:lnTo>
                <a:lnTo>
                  <a:pt x="386252" y="49744"/>
                </a:lnTo>
                <a:lnTo>
                  <a:pt x="386247" y="50204"/>
                </a:lnTo>
                <a:lnTo>
                  <a:pt x="386235" y="50664"/>
                </a:lnTo>
                <a:lnTo>
                  <a:pt x="386214" y="51126"/>
                </a:lnTo>
                <a:lnTo>
                  <a:pt x="386186" y="51588"/>
                </a:lnTo>
                <a:lnTo>
                  <a:pt x="386149" y="52051"/>
                </a:lnTo>
                <a:lnTo>
                  <a:pt x="386105" y="52515"/>
                </a:lnTo>
                <a:lnTo>
                  <a:pt x="386053" y="52980"/>
                </a:lnTo>
                <a:lnTo>
                  <a:pt x="385992" y="53446"/>
                </a:lnTo>
                <a:lnTo>
                  <a:pt x="385923" y="53913"/>
                </a:lnTo>
                <a:lnTo>
                  <a:pt x="385723" y="54916"/>
                </a:lnTo>
                <a:lnTo>
                  <a:pt x="344034" y="54854"/>
                </a:lnTo>
                <a:lnTo>
                  <a:pt x="344038" y="54839"/>
                </a:lnTo>
                <a:lnTo>
                  <a:pt x="344165" y="54401"/>
                </a:lnTo>
                <a:lnTo>
                  <a:pt x="344296" y="53963"/>
                </a:lnTo>
                <a:lnTo>
                  <a:pt x="344431" y="53524"/>
                </a:lnTo>
                <a:lnTo>
                  <a:pt x="344571" y="53085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Attempt">
            <a:extLst xmlns:a="http://schemas.openxmlformats.org/drawingml/2006/main">
              <a:ext uri="{FF2B5EF4-FFF2-40B4-BE49-F238E27FC236}">
                <a16:creationId xmlns:a16="http://schemas.microsoft.com/office/drawing/2014/main" id="{FA0FA885-A028-4FDC-B3AC-A9528061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260" y="3321083"/>
            <a:ext cx="476573" cy="125369"/>
          </a:xfrm>
          <a:custGeom xmlns:a="http://schemas.openxmlformats.org/drawingml/2006/main">
            <a:pathLst>
              <a:path w="476573" h="125369">
                <a:moveTo>
                  <a:pt x="52572" y="0"/>
                </a:moveTo>
                <a:lnTo>
                  <a:pt x="0" y="97509"/>
                </a:lnTo>
                <a:lnTo>
                  <a:pt x="8706" y="97509"/>
                </a:lnTo>
                <a:lnTo>
                  <a:pt x="23200" y="70185"/>
                </a:lnTo>
                <a:lnTo>
                  <a:pt x="66072" y="70185"/>
                </a:lnTo>
                <a:lnTo>
                  <a:pt x="71123" y="97509"/>
                </a:lnTo>
                <a:lnTo>
                  <a:pt x="79226" y="97509"/>
                </a:lnTo>
                <a:lnTo>
                  <a:pt x="60274" y="0"/>
                </a:lnTo>
                <a:lnTo>
                  <a:pt x="58666" y="0"/>
                </a:lnTo>
                <a:lnTo>
                  <a:pt x="54648" y="0"/>
                </a:lnTo>
                <a:lnTo>
                  <a:pt x="52572" y="0"/>
                </a:lnTo>
                <a:close/>
                <a:moveTo>
                  <a:pt x="54992" y="10251"/>
                </a:moveTo>
                <a:lnTo>
                  <a:pt x="64759" y="63086"/>
                </a:lnTo>
                <a:lnTo>
                  <a:pt x="26966" y="63086"/>
                </a:lnTo>
                <a:lnTo>
                  <a:pt x="54992" y="10251"/>
                </a:lnTo>
                <a:close/>
                <a:moveTo>
                  <a:pt x="94345" y="25047"/>
                </a:moveTo>
                <a:lnTo>
                  <a:pt x="93207" y="31610"/>
                </a:lnTo>
                <a:lnTo>
                  <a:pt x="106215" y="31610"/>
                </a:lnTo>
                <a:lnTo>
                  <a:pt x="98029" y="79881"/>
                </a:lnTo>
                <a:lnTo>
                  <a:pt x="97975" y="80288"/>
                </a:lnTo>
                <a:lnTo>
                  <a:pt x="97928" y="80693"/>
                </a:lnTo>
                <a:lnTo>
                  <a:pt x="97885" y="81095"/>
                </a:lnTo>
                <a:lnTo>
                  <a:pt x="97848" y="81496"/>
                </a:lnTo>
                <a:lnTo>
                  <a:pt x="97816" y="81894"/>
                </a:lnTo>
                <a:lnTo>
                  <a:pt x="97790" y="82290"/>
                </a:lnTo>
                <a:lnTo>
                  <a:pt x="97769" y="82684"/>
                </a:lnTo>
                <a:lnTo>
                  <a:pt x="97753" y="83076"/>
                </a:lnTo>
                <a:lnTo>
                  <a:pt x="97743" y="83466"/>
                </a:lnTo>
                <a:lnTo>
                  <a:pt x="97738" y="83854"/>
                </a:lnTo>
                <a:lnTo>
                  <a:pt x="97738" y="84240"/>
                </a:lnTo>
                <a:lnTo>
                  <a:pt x="97744" y="84624"/>
                </a:lnTo>
                <a:lnTo>
                  <a:pt x="97755" y="85005"/>
                </a:lnTo>
                <a:lnTo>
                  <a:pt x="97771" y="85385"/>
                </a:lnTo>
                <a:lnTo>
                  <a:pt x="97793" y="85762"/>
                </a:lnTo>
                <a:lnTo>
                  <a:pt x="97820" y="86137"/>
                </a:lnTo>
                <a:lnTo>
                  <a:pt x="97853" y="86511"/>
                </a:lnTo>
                <a:lnTo>
                  <a:pt x="97890" y="86882"/>
                </a:lnTo>
                <a:lnTo>
                  <a:pt x="97934" y="87251"/>
                </a:lnTo>
                <a:lnTo>
                  <a:pt x="97982" y="87618"/>
                </a:lnTo>
                <a:lnTo>
                  <a:pt x="98036" y="87983"/>
                </a:lnTo>
                <a:lnTo>
                  <a:pt x="98095" y="88345"/>
                </a:lnTo>
                <a:lnTo>
                  <a:pt x="98160" y="88706"/>
                </a:lnTo>
                <a:lnTo>
                  <a:pt x="98230" y="89065"/>
                </a:lnTo>
                <a:lnTo>
                  <a:pt x="98306" y="89419"/>
                </a:lnTo>
                <a:lnTo>
                  <a:pt x="98389" y="89768"/>
                </a:lnTo>
                <a:lnTo>
                  <a:pt x="98479" y="90112"/>
                </a:lnTo>
                <a:lnTo>
                  <a:pt x="98576" y="90450"/>
                </a:lnTo>
                <a:lnTo>
                  <a:pt x="98681" y="90783"/>
                </a:lnTo>
                <a:lnTo>
                  <a:pt x="98792" y="91110"/>
                </a:lnTo>
                <a:lnTo>
                  <a:pt x="98911" y="91432"/>
                </a:lnTo>
                <a:lnTo>
                  <a:pt x="99037" y="91749"/>
                </a:lnTo>
                <a:lnTo>
                  <a:pt x="99170" y="92059"/>
                </a:lnTo>
                <a:lnTo>
                  <a:pt x="99310" y="92365"/>
                </a:lnTo>
                <a:lnTo>
                  <a:pt x="99457" y="92665"/>
                </a:lnTo>
                <a:lnTo>
                  <a:pt x="99611" y="92959"/>
                </a:lnTo>
                <a:lnTo>
                  <a:pt x="99772" y="93248"/>
                </a:lnTo>
                <a:lnTo>
                  <a:pt x="99940" y="93532"/>
                </a:lnTo>
                <a:lnTo>
                  <a:pt x="100116" y="93810"/>
                </a:lnTo>
                <a:lnTo>
                  <a:pt x="100298" y="94083"/>
                </a:lnTo>
                <a:lnTo>
                  <a:pt x="100488" y="94350"/>
                </a:lnTo>
                <a:lnTo>
                  <a:pt x="100684" y="94612"/>
                </a:lnTo>
                <a:lnTo>
                  <a:pt x="100888" y="94868"/>
                </a:lnTo>
                <a:lnTo>
                  <a:pt x="101099" y="95119"/>
                </a:lnTo>
                <a:lnTo>
                  <a:pt x="101317" y="95364"/>
                </a:lnTo>
                <a:lnTo>
                  <a:pt x="101542" y="95604"/>
                </a:lnTo>
                <a:lnTo>
                  <a:pt x="101774" y="95838"/>
                </a:lnTo>
                <a:lnTo>
                  <a:pt x="102013" y="96067"/>
                </a:lnTo>
                <a:lnTo>
                  <a:pt x="102261" y="96289"/>
                </a:lnTo>
                <a:lnTo>
                  <a:pt x="102518" y="96501"/>
                </a:lnTo>
                <a:lnTo>
                  <a:pt x="102784" y="96704"/>
                </a:lnTo>
                <a:lnTo>
                  <a:pt x="103060" y="96899"/>
                </a:lnTo>
                <a:lnTo>
                  <a:pt x="103345" y="97083"/>
                </a:lnTo>
                <a:lnTo>
                  <a:pt x="103639" y="97259"/>
                </a:lnTo>
                <a:lnTo>
                  <a:pt x="103943" y="97425"/>
                </a:lnTo>
                <a:lnTo>
                  <a:pt x="104257" y="97583"/>
                </a:lnTo>
                <a:lnTo>
                  <a:pt x="104580" y="97731"/>
                </a:lnTo>
                <a:lnTo>
                  <a:pt x="104912" y="97870"/>
                </a:lnTo>
                <a:lnTo>
                  <a:pt x="105254" y="97999"/>
                </a:lnTo>
                <a:lnTo>
                  <a:pt x="105605" y="98120"/>
                </a:lnTo>
                <a:lnTo>
                  <a:pt x="105965" y="98231"/>
                </a:lnTo>
                <a:lnTo>
                  <a:pt x="106335" y="98333"/>
                </a:lnTo>
                <a:lnTo>
                  <a:pt x="106714" y="98426"/>
                </a:lnTo>
                <a:lnTo>
                  <a:pt x="107103" y="98510"/>
                </a:lnTo>
                <a:lnTo>
                  <a:pt x="107501" y="98584"/>
                </a:lnTo>
                <a:lnTo>
                  <a:pt x="107909" y="98650"/>
                </a:lnTo>
                <a:lnTo>
                  <a:pt x="108326" y="98706"/>
                </a:lnTo>
                <a:lnTo>
                  <a:pt x="108752" y="98753"/>
                </a:lnTo>
                <a:lnTo>
                  <a:pt x="109188" y="98791"/>
                </a:lnTo>
                <a:lnTo>
                  <a:pt x="109633" y="98819"/>
                </a:lnTo>
                <a:lnTo>
                  <a:pt x="110088" y="98838"/>
                </a:lnTo>
                <a:lnTo>
                  <a:pt x="110552" y="98849"/>
                </a:lnTo>
                <a:lnTo>
                  <a:pt x="110720" y="98848"/>
                </a:lnTo>
                <a:lnTo>
                  <a:pt x="110887" y="98847"/>
                </a:lnTo>
                <a:lnTo>
                  <a:pt x="111055" y="98845"/>
                </a:lnTo>
                <a:lnTo>
                  <a:pt x="111223" y="98842"/>
                </a:lnTo>
                <a:lnTo>
                  <a:pt x="111391" y="98838"/>
                </a:lnTo>
                <a:lnTo>
                  <a:pt x="111559" y="98834"/>
                </a:lnTo>
                <a:lnTo>
                  <a:pt x="111727" y="98829"/>
                </a:lnTo>
                <a:lnTo>
                  <a:pt x="111895" y="98823"/>
                </a:lnTo>
                <a:lnTo>
                  <a:pt x="112064" y="98816"/>
                </a:lnTo>
                <a:lnTo>
                  <a:pt x="112232" y="98808"/>
                </a:lnTo>
                <a:lnTo>
                  <a:pt x="112401" y="98799"/>
                </a:lnTo>
                <a:lnTo>
                  <a:pt x="112570" y="98790"/>
                </a:lnTo>
                <a:lnTo>
                  <a:pt x="112738" y="98780"/>
                </a:lnTo>
                <a:lnTo>
                  <a:pt x="112907" y="98769"/>
                </a:lnTo>
                <a:lnTo>
                  <a:pt x="113077" y="98757"/>
                </a:lnTo>
                <a:lnTo>
                  <a:pt x="113246" y="98744"/>
                </a:lnTo>
                <a:lnTo>
                  <a:pt x="113415" y="98731"/>
                </a:lnTo>
                <a:lnTo>
                  <a:pt x="113585" y="98717"/>
                </a:lnTo>
                <a:lnTo>
                  <a:pt x="113754" y="98702"/>
                </a:lnTo>
                <a:lnTo>
                  <a:pt x="113924" y="98686"/>
                </a:lnTo>
                <a:lnTo>
                  <a:pt x="114094" y="98669"/>
                </a:lnTo>
                <a:lnTo>
                  <a:pt x="114264" y="98652"/>
                </a:lnTo>
                <a:lnTo>
                  <a:pt x="114434" y="98633"/>
                </a:lnTo>
                <a:lnTo>
                  <a:pt x="114604" y="98614"/>
                </a:lnTo>
                <a:lnTo>
                  <a:pt x="114774" y="98594"/>
                </a:lnTo>
                <a:lnTo>
                  <a:pt x="114944" y="98573"/>
                </a:lnTo>
                <a:lnTo>
                  <a:pt x="115113" y="98551"/>
                </a:lnTo>
                <a:lnTo>
                  <a:pt x="115282" y="98528"/>
                </a:lnTo>
                <a:lnTo>
                  <a:pt x="115451" y="98503"/>
                </a:lnTo>
                <a:lnTo>
                  <a:pt x="115619" y="98478"/>
                </a:lnTo>
                <a:lnTo>
                  <a:pt x="115787" y="98452"/>
                </a:lnTo>
                <a:lnTo>
                  <a:pt x="115954" y="98424"/>
                </a:lnTo>
                <a:lnTo>
                  <a:pt x="116122" y="98396"/>
                </a:lnTo>
                <a:lnTo>
                  <a:pt x="116289" y="98367"/>
                </a:lnTo>
                <a:lnTo>
                  <a:pt x="116455" y="98336"/>
                </a:lnTo>
                <a:lnTo>
                  <a:pt x="116621" y="98304"/>
                </a:lnTo>
                <a:lnTo>
                  <a:pt x="116787" y="98272"/>
                </a:lnTo>
                <a:lnTo>
                  <a:pt x="116953" y="98238"/>
                </a:lnTo>
                <a:lnTo>
                  <a:pt x="117118" y="98204"/>
                </a:lnTo>
                <a:lnTo>
                  <a:pt x="117283" y="98168"/>
                </a:lnTo>
                <a:lnTo>
                  <a:pt x="117447" y="98131"/>
                </a:lnTo>
                <a:lnTo>
                  <a:pt x="117611" y="98093"/>
                </a:lnTo>
                <a:lnTo>
                  <a:pt x="117775" y="98054"/>
                </a:lnTo>
                <a:lnTo>
                  <a:pt x="117938" y="98014"/>
                </a:lnTo>
                <a:lnTo>
                  <a:pt x="118101" y="97973"/>
                </a:lnTo>
                <a:lnTo>
                  <a:pt x="118264" y="97931"/>
                </a:lnTo>
                <a:lnTo>
                  <a:pt x="118427" y="97888"/>
                </a:lnTo>
                <a:lnTo>
                  <a:pt x="118589" y="97844"/>
                </a:lnTo>
                <a:lnTo>
                  <a:pt x="118990" y="91080"/>
                </a:lnTo>
                <a:lnTo>
                  <a:pt x="118851" y="91097"/>
                </a:lnTo>
                <a:lnTo>
                  <a:pt x="118712" y="91114"/>
                </a:lnTo>
                <a:lnTo>
                  <a:pt x="118573" y="91130"/>
                </a:lnTo>
                <a:lnTo>
                  <a:pt x="118434" y="91147"/>
                </a:lnTo>
                <a:lnTo>
                  <a:pt x="118296" y="91164"/>
                </a:lnTo>
                <a:lnTo>
                  <a:pt x="118157" y="91180"/>
                </a:lnTo>
                <a:lnTo>
                  <a:pt x="118019" y="91197"/>
                </a:lnTo>
                <a:lnTo>
                  <a:pt x="117882" y="91214"/>
                </a:lnTo>
                <a:lnTo>
                  <a:pt x="117744" y="91231"/>
                </a:lnTo>
                <a:lnTo>
                  <a:pt x="117607" y="91247"/>
                </a:lnTo>
                <a:lnTo>
                  <a:pt x="117470" y="91264"/>
                </a:lnTo>
                <a:lnTo>
                  <a:pt x="117333" y="91281"/>
                </a:lnTo>
                <a:lnTo>
                  <a:pt x="117196" y="91298"/>
                </a:lnTo>
                <a:lnTo>
                  <a:pt x="117060" y="91314"/>
                </a:lnTo>
                <a:lnTo>
                  <a:pt x="116924" y="91331"/>
                </a:lnTo>
                <a:lnTo>
                  <a:pt x="116788" y="91348"/>
                </a:lnTo>
                <a:lnTo>
                  <a:pt x="116652" y="91365"/>
                </a:lnTo>
                <a:lnTo>
                  <a:pt x="116517" y="91381"/>
                </a:lnTo>
                <a:lnTo>
                  <a:pt x="116381" y="91398"/>
                </a:lnTo>
                <a:lnTo>
                  <a:pt x="116246" y="91415"/>
                </a:lnTo>
                <a:lnTo>
                  <a:pt x="116112" y="91432"/>
                </a:lnTo>
                <a:lnTo>
                  <a:pt x="115977" y="91448"/>
                </a:lnTo>
                <a:lnTo>
                  <a:pt x="115843" y="91465"/>
                </a:lnTo>
                <a:lnTo>
                  <a:pt x="115709" y="91482"/>
                </a:lnTo>
                <a:lnTo>
                  <a:pt x="115575" y="91498"/>
                </a:lnTo>
                <a:lnTo>
                  <a:pt x="115440" y="91514"/>
                </a:lnTo>
                <a:lnTo>
                  <a:pt x="115306" y="91529"/>
                </a:lnTo>
                <a:lnTo>
                  <a:pt x="115171" y="91543"/>
                </a:lnTo>
                <a:lnTo>
                  <a:pt x="115036" y="91557"/>
                </a:lnTo>
                <a:lnTo>
                  <a:pt x="114901" y="91570"/>
                </a:lnTo>
                <a:lnTo>
                  <a:pt x="114766" y="91582"/>
                </a:lnTo>
                <a:lnTo>
                  <a:pt x="114630" y="91593"/>
                </a:lnTo>
                <a:lnTo>
                  <a:pt x="114494" y="91604"/>
                </a:lnTo>
                <a:lnTo>
                  <a:pt x="114358" y="91614"/>
                </a:lnTo>
                <a:lnTo>
                  <a:pt x="114221" y="91624"/>
                </a:lnTo>
                <a:lnTo>
                  <a:pt x="114085" y="91633"/>
                </a:lnTo>
                <a:lnTo>
                  <a:pt x="113948" y="91641"/>
                </a:lnTo>
                <a:lnTo>
                  <a:pt x="113811" y="91648"/>
                </a:lnTo>
                <a:lnTo>
                  <a:pt x="113674" y="91655"/>
                </a:lnTo>
                <a:lnTo>
                  <a:pt x="113536" y="91660"/>
                </a:lnTo>
                <a:lnTo>
                  <a:pt x="113398" y="91666"/>
                </a:lnTo>
                <a:lnTo>
                  <a:pt x="113260" y="91670"/>
                </a:lnTo>
                <a:lnTo>
                  <a:pt x="113122" y="91674"/>
                </a:lnTo>
                <a:lnTo>
                  <a:pt x="112983" y="91677"/>
                </a:lnTo>
                <a:lnTo>
                  <a:pt x="112845" y="91680"/>
                </a:lnTo>
                <a:lnTo>
                  <a:pt x="112706" y="91681"/>
                </a:lnTo>
                <a:lnTo>
                  <a:pt x="112567" y="91682"/>
                </a:lnTo>
                <a:lnTo>
                  <a:pt x="112427" y="91683"/>
                </a:lnTo>
                <a:lnTo>
                  <a:pt x="112140" y="91674"/>
                </a:lnTo>
                <a:lnTo>
                  <a:pt x="111860" y="91660"/>
                </a:lnTo>
                <a:lnTo>
                  <a:pt x="111587" y="91640"/>
                </a:lnTo>
                <a:lnTo>
                  <a:pt x="111320" y="91615"/>
                </a:lnTo>
                <a:lnTo>
                  <a:pt x="111061" y="91584"/>
                </a:lnTo>
                <a:lnTo>
                  <a:pt x="110807" y="91547"/>
                </a:lnTo>
                <a:lnTo>
                  <a:pt x="110561" y="91504"/>
                </a:lnTo>
                <a:lnTo>
                  <a:pt x="110321" y="91456"/>
                </a:lnTo>
                <a:lnTo>
                  <a:pt x="110089" y="91402"/>
                </a:lnTo>
                <a:lnTo>
                  <a:pt x="109862" y="91342"/>
                </a:lnTo>
                <a:lnTo>
                  <a:pt x="109643" y="91277"/>
                </a:lnTo>
                <a:lnTo>
                  <a:pt x="109430" y="91206"/>
                </a:lnTo>
                <a:lnTo>
                  <a:pt x="109224" y="91129"/>
                </a:lnTo>
                <a:lnTo>
                  <a:pt x="109025" y="91046"/>
                </a:lnTo>
                <a:lnTo>
                  <a:pt x="108833" y="90958"/>
                </a:lnTo>
                <a:lnTo>
                  <a:pt x="108647" y="90864"/>
                </a:lnTo>
                <a:lnTo>
                  <a:pt x="108468" y="90765"/>
                </a:lnTo>
                <a:lnTo>
                  <a:pt x="108296" y="90659"/>
                </a:lnTo>
                <a:lnTo>
                  <a:pt x="108131" y="90548"/>
                </a:lnTo>
                <a:lnTo>
                  <a:pt x="107972" y="90432"/>
                </a:lnTo>
                <a:lnTo>
                  <a:pt x="107820" y="90309"/>
                </a:lnTo>
                <a:lnTo>
                  <a:pt x="107675" y="90181"/>
                </a:lnTo>
                <a:lnTo>
                  <a:pt x="107536" y="90048"/>
                </a:lnTo>
                <a:lnTo>
                  <a:pt x="107404" y="89908"/>
                </a:lnTo>
                <a:lnTo>
                  <a:pt x="107278" y="89764"/>
                </a:lnTo>
                <a:lnTo>
                  <a:pt x="107157" y="89617"/>
                </a:lnTo>
                <a:lnTo>
                  <a:pt x="107040" y="89466"/>
                </a:lnTo>
                <a:lnTo>
                  <a:pt x="106927" y="89312"/>
                </a:lnTo>
                <a:lnTo>
                  <a:pt x="106819" y="89155"/>
                </a:lnTo>
                <a:lnTo>
                  <a:pt x="106716" y="88995"/>
                </a:lnTo>
                <a:lnTo>
                  <a:pt x="106617" y="88831"/>
                </a:lnTo>
                <a:lnTo>
                  <a:pt x="106523" y="88664"/>
                </a:lnTo>
                <a:lnTo>
                  <a:pt x="106433" y="88494"/>
                </a:lnTo>
                <a:lnTo>
                  <a:pt x="106348" y="88320"/>
                </a:lnTo>
                <a:lnTo>
                  <a:pt x="106267" y="88144"/>
                </a:lnTo>
                <a:lnTo>
                  <a:pt x="106191" y="87964"/>
                </a:lnTo>
                <a:lnTo>
                  <a:pt x="106119" y="87781"/>
                </a:lnTo>
                <a:lnTo>
                  <a:pt x="106052" y="87594"/>
                </a:lnTo>
                <a:lnTo>
                  <a:pt x="105989" y="87404"/>
                </a:lnTo>
                <a:lnTo>
                  <a:pt x="105931" y="87212"/>
                </a:lnTo>
                <a:lnTo>
                  <a:pt x="105878" y="87015"/>
                </a:lnTo>
                <a:lnTo>
                  <a:pt x="105829" y="86816"/>
                </a:lnTo>
                <a:lnTo>
                  <a:pt x="105784" y="86613"/>
                </a:lnTo>
                <a:lnTo>
                  <a:pt x="105744" y="86407"/>
                </a:lnTo>
                <a:lnTo>
                  <a:pt x="105709" y="86198"/>
                </a:lnTo>
                <a:lnTo>
                  <a:pt x="105678" y="85985"/>
                </a:lnTo>
                <a:lnTo>
                  <a:pt x="105652" y="85770"/>
                </a:lnTo>
                <a:lnTo>
                  <a:pt x="105630" y="85551"/>
                </a:lnTo>
                <a:lnTo>
                  <a:pt x="105611" y="85330"/>
                </a:lnTo>
                <a:lnTo>
                  <a:pt x="105595" y="85107"/>
                </a:lnTo>
                <a:lnTo>
                  <a:pt x="105581" y="84884"/>
                </a:lnTo>
                <a:lnTo>
                  <a:pt x="105569" y="84660"/>
                </a:lnTo>
                <a:lnTo>
                  <a:pt x="105560" y="84435"/>
                </a:lnTo>
                <a:lnTo>
                  <a:pt x="105552" y="84208"/>
                </a:lnTo>
                <a:lnTo>
                  <a:pt x="105547" y="83981"/>
                </a:lnTo>
                <a:lnTo>
                  <a:pt x="105544" y="83752"/>
                </a:lnTo>
                <a:lnTo>
                  <a:pt x="105543" y="83523"/>
                </a:lnTo>
                <a:lnTo>
                  <a:pt x="105545" y="83292"/>
                </a:lnTo>
                <a:lnTo>
                  <a:pt x="105549" y="83061"/>
                </a:lnTo>
                <a:lnTo>
                  <a:pt x="105554" y="82828"/>
                </a:lnTo>
                <a:lnTo>
                  <a:pt x="105562" y="82594"/>
                </a:lnTo>
                <a:lnTo>
                  <a:pt x="105573" y="82360"/>
                </a:lnTo>
                <a:lnTo>
                  <a:pt x="105585" y="82124"/>
                </a:lnTo>
                <a:lnTo>
                  <a:pt x="105600" y="81887"/>
                </a:lnTo>
                <a:lnTo>
                  <a:pt x="105617" y="81649"/>
                </a:lnTo>
                <a:lnTo>
                  <a:pt x="105636" y="81410"/>
                </a:lnTo>
                <a:lnTo>
                  <a:pt x="105657" y="81170"/>
                </a:lnTo>
                <a:lnTo>
                  <a:pt x="105681" y="80929"/>
                </a:lnTo>
                <a:lnTo>
                  <a:pt x="105707" y="80687"/>
                </a:lnTo>
                <a:lnTo>
                  <a:pt x="105735" y="80444"/>
                </a:lnTo>
                <a:lnTo>
                  <a:pt x="105765" y="80200"/>
                </a:lnTo>
                <a:lnTo>
                  <a:pt x="105797" y="79955"/>
                </a:lnTo>
                <a:lnTo>
                  <a:pt x="114076" y="31610"/>
                </a:lnTo>
                <a:lnTo>
                  <a:pt x="128634" y="31610"/>
                </a:lnTo>
                <a:lnTo>
                  <a:pt x="129706" y="25047"/>
                </a:lnTo>
                <a:lnTo>
                  <a:pt x="115200" y="25047"/>
                </a:lnTo>
                <a:lnTo>
                  <a:pt x="118388" y="6429"/>
                </a:lnTo>
                <a:lnTo>
                  <a:pt x="110485" y="6429"/>
                </a:lnTo>
                <a:lnTo>
                  <a:pt x="107328" y="25047"/>
                </a:lnTo>
                <a:lnTo>
                  <a:pt x="94345" y="25047"/>
                </a:lnTo>
                <a:close/>
                <a:moveTo>
                  <a:pt x="137275" y="25047"/>
                </a:moveTo>
                <a:lnTo>
                  <a:pt x="136136" y="31610"/>
                </a:lnTo>
                <a:lnTo>
                  <a:pt x="149144" y="31610"/>
                </a:lnTo>
                <a:lnTo>
                  <a:pt x="140958" y="79881"/>
                </a:lnTo>
                <a:lnTo>
                  <a:pt x="140905" y="80288"/>
                </a:lnTo>
                <a:lnTo>
                  <a:pt x="140857" y="80693"/>
                </a:lnTo>
                <a:lnTo>
                  <a:pt x="140815" y="81095"/>
                </a:lnTo>
                <a:lnTo>
                  <a:pt x="140778" y="81496"/>
                </a:lnTo>
                <a:lnTo>
                  <a:pt x="140746" y="81894"/>
                </a:lnTo>
                <a:lnTo>
                  <a:pt x="140720" y="82290"/>
                </a:lnTo>
                <a:lnTo>
                  <a:pt x="140699" y="82684"/>
                </a:lnTo>
                <a:lnTo>
                  <a:pt x="140683" y="83076"/>
                </a:lnTo>
                <a:lnTo>
                  <a:pt x="140673" y="83466"/>
                </a:lnTo>
                <a:lnTo>
                  <a:pt x="140668" y="83854"/>
                </a:lnTo>
                <a:lnTo>
                  <a:pt x="140668" y="84240"/>
                </a:lnTo>
                <a:lnTo>
                  <a:pt x="140674" y="84624"/>
                </a:lnTo>
                <a:lnTo>
                  <a:pt x="140685" y="85005"/>
                </a:lnTo>
                <a:lnTo>
                  <a:pt x="140701" y="85385"/>
                </a:lnTo>
                <a:lnTo>
                  <a:pt x="140723" y="85762"/>
                </a:lnTo>
                <a:lnTo>
                  <a:pt x="140750" y="86137"/>
                </a:lnTo>
                <a:lnTo>
                  <a:pt x="140782" y="86511"/>
                </a:lnTo>
                <a:lnTo>
                  <a:pt x="140820" y="86882"/>
                </a:lnTo>
                <a:lnTo>
                  <a:pt x="140863" y="87251"/>
                </a:lnTo>
                <a:lnTo>
                  <a:pt x="140912" y="87618"/>
                </a:lnTo>
                <a:lnTo>
                  <a:pt x="140966" y="87983"/>
                </a:lnTo>
                <a:lnTo>
                  <a:pt x="141025" y="88345"/>
                </a:lnTo>
                <a:lnTo>
                  <a:pt x="141089" y="88706"/>
                </a:lnTo>
                <a:lnTo>
                  <a:pt x="141159" y="89065"/>
                </a:lnTo>
                <a:lnTo>
                  <a:pt x="141235" y="89419"/>
                </a:lnTo>
                <a:lnTo>
                  <a:pt x="141318" y="89768"/>
                </a:lnTo>
                <a:lnTo>
                  <a:pt x="141409" y="90112"/>
                </a:lnTo>
                <a:lnTo>
                  <a:pt x="141506" y="90450"/>
                </a:lnTo>
                <a:lnTo>
                  <a:pt x="141611" y="90783"/>
                </a:lnTo>
                <a:lnTo>
                  <a:pt x="141722" y="91110"/>
                </a:lnTo>
                <a:lnTo>
                  <a:pt x="141841" y="91432"/>
                </a:lnTo>
                <a:lnTo>
                  <a:pt x="141967" y="91749"/>
                </a:lnTo>
                <a:lnTo>
                  <a:pt x="142099" y="92059"/>
                </a:lnTo>
                <a:lnTo>
                  <a:pt x="142239" y="92365"/>
                </a:lnTo>
                <a:lnTo>
                  <a:pt x="142386" y="92665"/>
                </a:lnTo>
                <a:lnTo>
                  <a:pt x="142540" y="92959"/>
                </a:lnTo>
                <a:lnTo>
                  <a:pt x="142702" y="93248"/>
                </a:lnTo>
                <a:lnTo>
                  <a:pt x="142870" y="93532"/>
                </a:lnTo>
                <a:lnTo>
                  <a:pt x="143045" y="93810"/>
                </a:lnTo>
                <a:lnTo>
                  <a:pt x="143228" y="94083"/>
                </a:lnTo>
                <a:lnTo>
                  <a:pt x="143417" y="94350"/>
                </a:lnTo>
                <a:lnTo>
                  <a:pt x="143614" y="94612"/>
                </a:lnTo>
                <a:lnTo>
                  <a:pt x="143818" y="94868"/>
                </a:lnTo>
                <a:lnTo>
                  <a:pt x="144029" y="95119"/>
                </a:lnTo>
                <a:lnTo>
                  <a:pt x="144247" y="95364"/>
                </a:lnTo>
                <a:lnTo>
                  <a:pt x="144472" y="95604"/>
                </a:lnTo>
                <a:lnTo>
                  <a:pt x="144704" y="95838"/>
                </a:lnTo>
                <a:lnTo>
                  <a:pt x="144943" y="96067"/>
                </a:lnTo>
                <a:lnTo>
                  <a:pt x="145190" y="96289"/>
                </a:lnTo>
                <a:lnTo>
                  <a:pt x="145447" y="96501"/>
                </a:lnTo>
                <a:lnTo>
                  <a:pt x="145714" y="96704"/>
                </a:lnTo>
                <a:lnTo>
                  <a:pt x="145989" y="96899"/>
                </a:lnTo>
                <a:lnTo>
                  <a:pt x="146275" y="97083"/>
                </a:lnTo>
                <a:lnTo>
                  <a:pt x="146569" y="97259"/>
                </a:lnTo>
                <a:lnTo>
                  <a:pt x="146873" y="97425"/>
                </a:lnTo>
                <a:lnTo>
                  <a:pt x="147187" y="97583"/>
                </a:lnTo>
                <a:lnTo>
                  <a:pt x="147509" y="97731"/>
                </a:lnTo>
                <a:lnTo>
                  <a:pt x="147842" y="97870"/>
                </a:lnTo>
                <a:lnTo>
                  <a:pt x="148183" y="97999"/>
                </a:lnTo>
                <a:lnTo>
                  <a:pt x="148534" y="98120"/>
                </a:lnTo>
                <a:lnTo>
                  <a:pt x="148895" y="98231"/>
                </a:lnTo>
                <a:lnTo>
                  <a:pt x="149265" y="98333"/>
                </a:lnTo>
                <a:lnTo>
                  <a:pt x="149644" y="98426"/>
                </a:lnTo>
                <a:lnTo>
                  <a:pt x="150033" y="98510"/>
                </a:lnTo>
                <a:lnTo>
                  <a:pt x="150431" y="98584"/>
                </a:lnTo>
                <a:lnTo>
                  <a:pt x="150838" y="98650"/>
                </a:lnTo>
                <a:lnTo>
                  <a:pt x="151255" y="98706"/>
                </a:lnTo>
                <a:lnTo>
                  <a:pt x="151682" y="98753"/>
                </a:lnTo>
                <a:lnTo>
                  <a:pt x="152118" y="98791"/>
                </a:lnTo>
                <a:lnTo>
                  <a:pt x="152563" y="98819"/>
                </a:lnTo>
                <a:lnTo>
                  <a:pt x="153018" y="98838"/>
                </a:lnTo>
                <a:lnTo>
                  <a:pt x="153482" y="98849"/>
                </a:lnTo>
                <a:lnTo>
                  <a:pt x="153649" y="98848"/>
                </a:lnTo>
                <a:lnTo>
                  <a:pt x="153817" y="98847"/>
                </a:lnTo>
                <a:lnTo>
                  <a:pt x="153985" y="98845"/>
                </a:lnTo>
                <a:lnTo>
                  <a:pt x="154152" y="98842"/>
                </a:lnTo>
                <a:lnTo>
                  <a:pt x="154320" y="98838"/>
                </a:lnTo>
                <a:lnTo>
                  <a:pt x="154488" y="98834"/>
                </a:lnTo>
                <a:lnTo>
                  <a:pt x="154657" y="98829"/>
                </a:lnTo>
                <a:lnTo>
                  <a:pt x="154825" y="98823"/>
                </a:lnTo>
                <a:lnTo>
                  <a:pt x="154993" y="98816"/>
                </a:lnTo>
                <a:lnTo>
                  <a:pt x="155162" y="98808"/>
                </a:lnTo>
                <a:lnTo>
                  <a:pt x="155330" y="98799"/>
                </a:lnTo>
                <a:lnTo>
                  <a:pt x="155499" y="98790"/>
                </a:lnTo>
                <a:lnTo>
                  <a:pt x="155668" y="98780"/>
                </a:lnTo>
                <a:lnTo>
                  <a:pt x="155837" y="98769"/>
                </a:lnTo>
                <a:lnTo>
                  <a:pt x="156006" y="98757"/>
                </a:lnTo>
                <a:lnTo>
                  <a:pt x="156175" y="98744"/>
                </a:lnTo>
                <a:lnTo>
                  <a:pt x="156345" y="98731"/>
                </a:lnTo>
                <a:lnTo>
                  <a:pt x="156514" y="98717"/>
                </a:lnTo>
                <a:lnTo>
                  <a:pt x="156684" y="98702"/>
                </a:lnTo>
                <a:lnTo>
                  <a:pt x="156854" y="98686"/>
                </a:lnTo>
                <a:lnTo>
                  <a:pt x="157023" y="98669"/>
                </a:lnTo>
                <a:lnTo>
                  <a:pt x="157193" y="98652"/>
                </a:lnTo>
                <a:lnTo>
                  <a:pt x="157363" y="98633"/>
                </a:lnTo>
                <a:lnTo>
                  <a:pt x="157533" y="98614"/>
                </a:lnTo>
                <a:lnTo>
                  <a:pt x="157704" y="98594"/>
                </a:lnTo>
                <a:lnTo>
                  <a:pt x="157873" y="98573"/>
                </a:lnTo>
                <a:lnTo>
                  <a:pt x="158043" y="98551"/>
                </a:lnTo>
                <a:lnTo>
                  <a:pt x="158212" y="98528"/>
                </a:lnTo>
                <a:lnTo>
                  <a:pt x="158380" y="98503"/>
                </a:lnTo>
                <a:lnTo>
                  <a:pt x="158548" y="98478"/>
                </a:lnTo>
                <a:lnTo>
                  <a:pt x="158716" y="98452"/>
                </a:lnTo>
                <a:lnTo>
                  <a:pt x="158884" y="98424"/>
                </a:lnTo>
                <a:lnTo>
                  <a:pt x="159051" y="98396"/>
                </a:lnTo>
                <a:lnTo>
                  <a:pt x="159218" y="98367"/>
                </a:lnTo>
                <a:lnTo>
                  <a:pt x="159385" y="98336"/>
                </a:lnTo>
                <a:lnTo>
                  <a:pt x="159551" y="98304"/>
                </a:lnTo>
                <a:lnTo>
                  <a:pt x="159717" y="98272"/>
                </a:lnTo>
                <a:lnTo>
                  <a:pt x="159882" y="98238"/>
                </a:lnTo>
                <a:lnTo>
                  <a:pt x="160047" y="98204"/>
                </a:lnTo>
                <a:lnTo>
                  <a:pt x="160212" y="98168"/>
                </a:lnTo>
                <a:lnTo>
                  <a:pt x="160377" y="98131"/>
                </a:lnTo>
                <a:lnTo>
                  <a:pt x="160541" y="98093"/>
                </a:lnTo>
                <a:lnTo>
                  <a:pt x="160705" y="98054"/>
                </a:lnTo>
                <a:lnTo>
                  <a:pt x="160868" y="98014"/>
                </a:lnTo>
                <a:lnTo>
                  <a:pt x="161031" y="97973"/>
                </a:lnTo>
                <a:lnTo>
                  <a:pt x="161194" y="97931"/>
                </a:lnTo>
                <a:lnTo>
                  <a:pt x="161356" y="97888"/>
                </a:lnTo>
                <a:lnTo>
                  <a:pt x="161518" y="97844"/>
                </a:lnTo>
                <a:lnTo>
                  <a:pt x="161920" y="91080"/>
                </a:lnTo>
                <a:lnTo>
                  <a:pt x="161781" y="91097"/>
                </a:lnTo>
                <a:lnTo>
                  <a:pt x="161641" y="91114"/>
                </a:lnTo>
                <a:lnTo>
                  <a:pt x="161503" y="91130"/>
                </a:lnTo>
                <a:lnTo>
                  <a:pt x="161364" y="91147"/>
                </a:lnTo>
                <a:lnTo>
                  <a:pt x="161225" y="91164"/>
                </a:lnTo>
                <a:lnTo>
                  <a:pt x="161087" y="91180"/>
                </a:lnTo>
                <a:lnTo>
                  <a:pt x="160949" y="91197"/>
                </a:lnTo>
                <a:lnTo>
                  <a:pt x="160811" y="91214"/>
                </a:lnTo>
                <a:lnTo>
                  <a:pt x="160674" y="91231"/>
                </a:lnTo>
                <a:lnTo>
                  <a:pt x="160536" y="91247"/>
                </a:lnTo>
                <a:lnTo>
                  <a:pt x="160399" y="91264"/>
                </a:lnTo>
                <a:lnTo>
                  <a:pt x="160263" y="91281"/>
                </a:lnTo>
                <a:lnTo>
                  <a:pt x="160126" y="91298"/>
                </a:lnTo>
                <a:lnTo>
                  <a:pt x="159990" y="91314"/>
                </a:lnTo>
                <a:lnTo>
                  <a:pt x="159853" y="91331"/>
                </a:lnTo>
                <a:lnTo>
                  <a:pt x="159717" y="91348"/>
                </a:lnTo>
                <a:lnTo>
                  <a:pt x="159582" y="91365"/>
                </a:lnTo>
                <a:lnTo>
                  <a:pt x="159446" y="91381"/>
                </a:lnTo>
                <a:lnTo>
                  <a:pt x="159311" y="91398"/>
                </a:lnTo>
                <a:lnTo>
                  <a:pt x="159176" y="91415"/>
                </a:lnTo>
                <a:lnTo>
                  <a:pt x="159041" y="91432"/>
                </a:lnTo>
                <a:lnTo>
                  <a:pt x="158907" y="91448"/>
                </a:lnTo>
                <a:lnTo>
                  <a:pt x="158773" y="91465"/>
                </a:lnTo>
                <a:lnTo>
                  <a:pt x="158638" y="91482"/>
                </a:lnTo>
                <a:lnTo>
                  <a:pt x="158504" y="91498"/>
                </a:lnTo>
                <a:lnTo>
                  <a:pt x="158370" y="91514"/>
                </a:lnTo>
                <a:lnTo>
                  <a:pt x="158236" y="91529"/>
                </a:lnTo>
                <a:lnTo>
                  <a:pt x="158101" y="91543"/>
                </a:lnTo>
                <a:lnTo>
                  <a:pt x="157966" y="91557"/>
                </a:lnTo>
                <a:lnTo>
                  <a:pt x="157831" y="91570"/>
                </a:lnTo>
                <a:lnTo>
                  <a:pt x="157695" y="91582"/>
                </a:lnTo>
                <a:lnTo>
                  <a:pt x="157560" y="91593"/>
                </a:lnTo>
                <a:lnTo>
                  <a:pt x="157424" y="91604"/>
                </a:lnTo>
                <a:lnTo>
                  <a:pt x="157287" y="91614"/>
                </a:lnTo>
                <a:lnTo>
                  <a:pt x="157151" y="91624"/>
                </a:lnTo>
                <a:lnTo>
                  <a:pt x="157014" y="91633"/>
                </a:lnTo>
                <a:lnTo>
                  <a:pt x="156878" y="91641"/>
                </a:lnTo>
                <a:lnTo>
                  <a:pt x="156741" y="91648"/>
                </a:lnTo>
                <a:lnTo>
                  <a:pt x="156603" y="91655"/>
                </a:lnTo>
                <a:lnTo>
                  <a:pt x="156466" y="91660"/>
                </a:lnTo>
                <a:lnTo>
                  <a:pt x="156328" y="91666"/>
                </a:lnTo>
                <a:lnTo>
                  <a:pt x="156190" y="91670"/>
                </a:lnTo>
                <a:lnTo>
                  <a:pt x="156052" y="91674"/>
                </a:lnTo>
                <a:lnTo>
                  <a:pt x="155913" y="91677"/>
                </a:lnTo>
                <a:lnTo>
                  <a:pt x="155774" y="91680"/>
                </a:lnTo>
                <a:lnTo>
                  <a:pt x="155636" y="91681"/>
                </a:lnTo>
                <a:lnTo>
                  <a:pt x="155496" y="91682"/>
                </a:lnTo>
                <a:lnTo>
                  <a:pt x="155357" y="91683"/>
                </a:lnTo>
                <a:lnTo>
                  <a:pt x="155070" y="91674"/>
                </a:lnTo>
                <a:lnTo>
                  <a:pt x="154790" y="91660"/>
                </a:lnTo>
                <a:lnTo>
                  <a:pt x="154517" y="91640"/>
                </a:lnTo>
                <a:lnTo>
                  <a:pt x="154250" y="91615"/>
                </a:lnTo>
                <a:lnTo>
                  <a:pt x="153990" y="91584"/>
                </a:lnTo>
                <a:lnTo>
                  <a:pt x="153737" y="91547"/>
                </a:lnTo>
                <a:lnTo>
                  <a:pt x="153491" y="91504"/>
                </a:lnTo>
                <a:lnTo>
                  <a:pt x="153251" y="91456"/>
                </a:lnTo>
                <a:lnTo>
                  <a:pt x="153018" y="91402"/>
                </a:lnTo>
                <a:lnTo>
                  <a:pt x="152792" y="91342"/>
                </a:lnTo>
                <a:lnTo>
                  <a:pt x="152573" y="91277"/>
                </a:lnTo>
                <a:lnTo>
                  <a:pt x="152360" y="91206"/>
                </a:lnTo>
                <a:lnTo>
                  <a:pt x="152154" y="91129"/>
                </a:lnTo>
                <a:lnTo>
                  <a:pt x="151955" y="91046"/>
                </a:lnTo>
                <a:lnTo>
                  <a:pt x="151762" y="90958"/>
                </a:lnTo>
                <a:lnTo>
                  <a:pt x="151577" y="90864"/>
                </a:lnTo>
                <a:lnTo>
                  <a:pt x="151398" y="90765"/>
                </a:lnTo>
                <a:lnTo>
                  <a:pt x="151226" y="90659"/>
                </a:lnTo>
                <a:lnTo>
                  <a:pt x="151060" y="90548"/>
                </a:lnTo>
                <a:lnTo>
                  <a:pt x="150902" y="90432"/>
                </a:lnTo>
                <a:lnTo>
                  <a:pt x="150750" y="90309"/>
                </a:lnTo>
                <a:lnTo>
                  <a:pt x="150604" y="90181"/>
                </a:lnTo>
                <a:lnTo>
                  <a:pt x="150466" y="90048"/>
                </a:lnTo>
                <a:lnTo>
                  <a:pt x="150334" y="89908"/>
                </a:lnTo>
                <a:lnTo>
                  <a:pt x="150208" y="89764"/>
                </a:lnTo>
                <a:lnTo>
                  <a:pt x="150086" y="89617"/>
                </a:lnTo>
                <a:lnTo>
                  <a:pt x="149969" y="89466"/>
                </a:lnTo>
                <a:lnTo>
                  <a:pt x="149857" y="89312"/>
                </a:lnTo>
                <a:lnTo>
                  <a:pt x="149749" y="89155"/>
                </a:lnTo>
                <a:lnTo>
                  <a:pt x="149646" y="88995"/>
                </a:lnTo>
                <a:lnTo>
                  <a:pt x="149547" y="88831"/>
                </a:lnTo>
                <a:lnTo>
                  <a:pt x="149452" y="88664"/>
                </a:lnTo>
                <a:lnTo>
                  <a:pt x="149363" y="88494"/>
                </a:lnTo>
                <a:lnTo>
                  <a:pt x="149277" y="88320"/>
                </a:lnTo>
                <a:lnTo>
                  <a:pt x="149196" y="88144"/>
                </a:lnTo>
                <a:lnTo>
                  <a:pt x="149120" y="87964"/>
                </a:lnTo>
                <a:lnTo>
                  <a:pt x="149049" y="87781"/>
                </a:lnTo>
                <a:lnTo>
                  <a:pt x="148981" y="87594"/>
                </a:lnTo>
                <a:lnTo>
                  <a:pt x="148919" y="87404"/>
                </a:lnTo>
                <a:lnTo>
                  <a:pt x="148861" y="87212"/>
                </a:lnTo>
                <a:lnTo>
                  <a:pt x="148807" y="87015"/>
                </a:lnTo>
                <a:lnTo>
                  <a:pt x="148758" y="86816"/>
                </a:lnTo>
                <a:lnTo>
                  <a:pt x="148714" y="86613"/>
                </a:lnTo>
                <a:lnTo>
                  <a:pt x="148674" y="86407"/>
                </a:lnTo>
                <a:lnTo>
                  <a:pt x="148638" y="86198"/>
                </a:lnTo>
                <a:lnTo>
                  <a:pt x="148608" y="85985"/>
                </a:lnTo>
                <a:lnTo>
                  <a:pt x="148581" y="85770"/>
                </a:lnTo>
                <a:lnTo>
                  <a:pt x="148559" y="85551"/>
                </a:lnTo>
                <a:lnTo>
                  <a:pt x="148541" y="85330"/>
                </a:lnTo>
                <a:lnTo>
                  <a:pt x="148525" y="85107"/>
                </a:lnTo>
                <a:lnTo>
                  <a:pt x="148511" y="84884"/>
                </a:lnTo>
                <a:lnTo>
                  <a:pt x="148499" y="84660"/>
                </a:lnTo>
                <a:lnTo>
                  <a:pt x="148489" y="84435"/>
                </a:lnTo>
                <a:lnTo>
                  <a:pt x="148482" y="84208"/>
                </a:lnTo>
                <a:lnTo>
                  <a:pt x="148477" y="83981"/>
                </a:lnTo>
                <a:lnTo>
                  <a:pt x="148474" y="83752"/>
                </a:lnTo>
                <a:lnTo>
                  <a:pt x="148473" y="83523"/>
                </a:lnTo>
                <a:lnTo>
                  <a:pt x="148475" y="83292"/>
                </a:lnTo>
                <a:lnTo>
                  <a:pt x="148478" y="83061"/>
                </a:lnTo>
                <a:lnTo>
                  <a:pt x="148484" y="82828"/>
                </a:lnTo>
                <a:lnTo>
                  <a:pt x="148492" y="82594"/>
                </a:lnTo>
                <a:lnTo>
                  <a:pt x="148502" y="82360"/>
                </a:lnTo>
                <a:lnTo>
                  <a:pt x="148515" y="82124"/>
                </a:lnTo>
                <a:lnTo>
                  <a:pt x="148530" y="81887"/>
                </a:lnTo>
                <a:lnTo>
                  <a:pt x="148547" y="81649"/>
                </a:lnTo>
                <a:lnTo>
                  <a:pt x="148566" y="81410"/>
                </a:lnTo>
                <a:lnTo>
                  <a:pt x="148587" y="81170"/>
                </a:lnTo>
                <a:lnTo>
                  <a:pt x="148611" y="80929"/>
                </a:lnTo>
                <a:lnTo>
                  <a:pt x="148636" y="80687"/>
                </a:lnTo>
                <a:lnTo>
                  <a:pt x="148664" y="80444"/>
                </a:lnTo>
                <a:lnTo>
                  <a:pt x="148694" y="80200"/>
                </a:lnTo>
                <a:lnTo>
                  <a:pt x="148727" y="79955"/>
                </a:lnTo>
                <a:lnTo>
                  <a:pt x="157005" y="31610"/>
                </a:lnTo>
                <a:lnTo>
                  <a:pt x="171564" y="31610"/>
                </a:lnTo>
                <a:lnTo>
                  <a:pt x="172635" y="25047"/>
                </a:lnTo>
                <a:lnTo>
                  <a:pt x="158129" y="25047"/>
                </a:lnTo>
                <a:lnTo>
                  <a:pt x="161317" y="6429"/>
                </a:lnTo>
                <a:lnTo>
                  <a:pt x="153415" y="6429"/>
                </a:lnTo>
                <a:lnTo>
                  <a:pt x="150257" y="25047"/>
                </a:lnTo>
                <a:lnTo>
                  <a:pt x="137275" y="25047"/>
                </a:lnTo>
                <a:close/>
                <a:moveTo>
                  <a:pt x="441213" y="25047"/>
                </a:moveTo>
                <a:lnTo>
                  <a:pt x="440074" y="31610"/>
                </a:lnTo>
                <a:lnTo>
                  <a:pt x="453082" y="31610"/>
                </a:lnTo>
                <a:lnTo>
                  <a:pt x="444896" y="79881"/>
                </a:lnTo>
                <a:lnTo>
                  <a:pt x="444843" y="80288"/>
                </a:lnTo>
                <a:lnTo>
                  <a:pt x="444795" y="80693"/>
                </a:lnTo>
                <a:lnTo>
                  <a:pt x="444753" y="81095"/>
                </a:lnTo>
                <a:lnTo>
                  <a:pt x="444716" y="81496"/>
                </a:lnTo>
                <a:lnTo>
                  <a:pt x="444684" y="81894"/>
                </a:lnTo>
                <a:lnTo>
                  <a:pt x="444658" y="82290"/>
                </a:lnTo>
                <a:lnTo>
                  <a:pt x="444637" y="82684"/>
                </a:lnTo>
                <a:lnTo>
                  <a:pt x="444621" y="83076"/>
                </a:lnTo>
                <a:lnTo>
                  <a:pt x="444611" y="83466"/>
                </a:lnTo>
                <a:lnTo>
                  <a:pt x="444606" y="83854"/>
                </a:lnTo>
                <a:lnTo>
                  <a:pt x="444606" y="84240"/>
                </a:lnTo>
                <a:lnTo>
                  <a:pt x="444612" y="84624"/>
                </a:lnTo>
                <a:lnTo>
                  <a:pt x="444623" y="85005"/>
                </a:lnTo>
                <a:lnTo>
                  <a:pt x="444639" y="85385"/>
                </a:lnTo>
                <a:lnTo>
                  <a:pt x="444661" y="85762"/>
                </a:lnTo>
                <a:lnTo>
                  <a:pt x="444688" y="86137"/>
                </a:lnTo>
                <a:lnTo>
                  <a:pt x="444720" y="86511"/>
                </a:lnTo>
                <a:lnTo>
                  <a:pt x="444758" y="86882"/>
                </a:lnTo>
                <a:lnTo>
                  <a:pt x="444801" y="87251"/>
                </a:lnTo>
                <a:lnTo>
                  <a:pt x="444850" y="87618"/>
                </a:lnTo>
                <a:lnTo>
                  <a:pt x="444904" y="87983"/>
                </a:lnTo>
                <a:lnTo>
                  <a:pt x="444963" y="88345"/>
                </a:lnTo>
                <a:lnTo>
                  <a:pt x="445027" y="88706"/>
                </a:lnTo>
                <a:lnTo>
                  <a:pt x="445097" y="89065"/>
                </a:lnTo>
                <a:lnTo>
                  <a:pt x="445173" y="89419"/>
                </a:lnTo>
                <a:lnTo>
                  <a:pt x="445256" y="89768"/>
                </a:lnTo>
                <a:lnTo>
                  <a:pt x="445347" y="90112"/>
                </a:lnTo>
                <a:lnTo>
                  <a:pt x="445444" y="90450"/>
                </a:lnTo>
                <a:lnTo>
                  <a:pt x="445549" y="90783"/>
                </a:lnTo>
                <a:lnTo>
                  <a:pt x="445660" y="91110"/>
                </a:lnTo>
                <a:lnTo>
                  <a:pt x="445779" y="91432"/>
                </a:lnTo>
                <a:lnTo>
                  <a:pt x="445905" y="91749"/>
                </a:lnTo>
                <a:lnTo>
                  <a:pt x="446037" y="92059"/>
                </a:lnTo>
                <a:lnTo>
                  <a:pt x="446177" y="92365"/>
                </a:lnTo>
                <a:lnTo>
                  <a:pt x="446324" y="92665"/>
                </a:lnTo>
                <a:lnTo>
                  <a:pt x="446478" y="92959"/>
                </a:lnTo>
                <a:lnTo>
                  <a:pt x="446640" y="93248"/>
                </a:lnTo>
                <a:lnTo>
                  <a:pt x="446808" y="93532"/>
                </a:lnTo>
                <a:lnTo>
                  <a:pt x="446983" y="93810"/>
                </a:lnTo>
                <a:lnTo>
                  <a:pt x="447166" y="94083"/>
                </a:lnTo>
                <a:lnTo>
                  <a:pt x="447355" y="94350"/>
                </a:lnTo>
                <a:lnTo>
                  <a:pt x="447552" y="94612"/>
                </a:lnTo>
                <a:lnTo>
                  <a:pt x="447756" y="94868"/>
                </a:lnTo>
                <a:lnTo>
                  <a:pt x="447967" y="95119"/>
                </a:lnTo>
                <a:lnTo>
                  <a:pt x="448185" y="95364"/>
                </a:lnTo>
                <a:lnTo>
                  <a:pt x="448410" y="95604"/>
                </a:lnTo>
                <a:lnTo>
                  <a:pt x="448642" y="95838"/>
                </a:lnTo>
                <a:lnTo>
                  <a:pt x="448881" y="96067"/>
                </a:lnTo>
                <a:lnTo>
                  <a:pt x="449128" y="96289"/>
                </a:lnTo>
                <a:lnTo>
                  <a:pt x="449385" y="96501"/>
                </a:lnTo>
                <a:lnTo>
                  <a:pt x="449652" y="96704"/>
                </a:lnTo>
                <a:lnTo>
                  <a:pt x="449927" y="96899"/>
                </a:lnTo>
                <a:lnTo>
                  <a:pt x="450213" y="97083"/>
                </a:lnTo>
                <a:lnTo>
                  <a:pt x="450507" y="97259"/>
                </a:lnTo>
                <a:lnTo>
                  <a:pt x="450811" y="97425"/>
                </a:lnTo>
                <a:lnTo>
                  <a:pt x="451124" y="97583"/>
                </a:lnTo>
                <a:lnTo>
                  <a:pt x="451447" y="97731"/>
                </a:lnTo>
                <a:lnTo>
                  <a:pt x="451780" y="97870"/>
                </a:lnTo>
                <a:lnTo>
                  <a:pt x="452121" y="97999"/>
                </a:lnTo>
                <a:lnTo>
                  <a:pt x="452472" y="98120"/>
                </a:lnTo>
                <a:lnTo>
                  <a:pt x="452833" y="98231"/>
                </a:lnTo>
                <a:lnTo>
                  <a:pt x="453203" y="98333"/>
                </a:lnTo>
                <a:lnTo>
                  <a:pt x="453582" y="98426"/>
                </a:lnTo>
                <a:lnTo>
                  <a:pt x="453971" y="98510"/>
                </a:lnTo>
                <a:lnTo>
                  <a:pt x="454369" y="98584"/>
                </a:lnTo>
                <a:lnTo>
                  <a:pt x="454776" y="98650"/>
                </a:lnTo>
                <a:lnTo>
                  <a:pt x="455193" y="98706"/>
                </a:lnTo>
                <a:lnTo>
                  <a:pt x="455620" y="98753"/>
                </a:lnTo>
                <a:lnTo>
                  <a:pt x="456056" y="98791"/>
                </a:lnTo>
                <a:lnTo>
                  <a:pt x="456501" y="98819"/>
                </a:lnTo>
                <a:lnTo>
                  <a:pt x="456956" y="98838"/>
                </a:lnTo>
                <a:lnTo>
                  <a:pt x="457420" y="98849"/>
                </a:lnTo>
                <a:lnTo>
                  <a:pt x="457587" y="98848"/>
                </a:lnTo>
                <a:lnTo>
                  <a:pt x="457755" y="98847"/>
                </a:lnTo>
                <a:lnTo>
                  <a:pt x="457923" y="98845"/>
                </a:lnTo>
                <a:lnTo>
                  <a:pt x="458090" y="98842"/>
                </a:lnTo>
                <a:lnTo>
                  <a:pt x="458258" y="98838"/>
                </a:lnTo>
                <a:lnTo>
                  <a:pt x="458426" y="98834"/>
                </a:lnTo>
                <a:lnTo>
                  <a:pt x="458595" y="98829"/>
                </a:lnTo>
                <a:lnTo>
                  <a:pt x="458763" y="98823"/>
                </a:lnTo>
                <a:lnTo>
                  <a:pt x="458931" y="98816"/>
                </a:lnTo>
                <a:lnTo>
                  <a:pt x="459100" y="98808"/>
                </a:lnTo>
                <a:lnTo>
                  <a:pt x="459268" y="98799"/>
                </a:lnTo>
                <a:lnTo>
                  <a:pt x="459437" y="98790"/>
                </a:lnTo>
                <a:lnTo>
                  <a:pt x="459606" y="98780"/>
                </a:lnTo>
                <a:lnTo>
                  <a:pt x="459775" y="98769"/>
                </a:lnTo>
                <a:lnTo>
                  <a:pt x="459944" y="98757"/>
                </a:lnTo>
                <a:lnTo>
                  <a:pt x="460113" y="98744"/>
                </a:lnTo>
                <a:lnTo>
                  <a:pt x="460283" y="98731"/>
                </a:lnTo>
                <a:lnTo>
                  <a:pt x="460452" y="98717"/>
                </a:lnTo>
                <a:lnTo>
                  <a:pt x="460622" y="98702"/>
                </a:lnTo>
                <a:lnTo>
                  <a:pt x="460792" y="98686"/>
                </a:lnTo>
                <a:lnTo>
                  <a:pt x="460961" y="98669"/>
                </a:lnTo>
                <a:lnTo>
                  <a:pt x="461131" y="98652"/>
                </a:lnTo>
                <a:lnTo>
                  <a:pt x="461301" y="98633"/>
                </a:lnTo>
                <a:lnTo>
                  <a:pt x="461471" y="98614"/>
                </a:lnTo>
                <a:lnTo>
                  <a:pt x="461641" y="98594"/>
                </a:lnTo>
                <a:lnTo>
                  <a:pt x="461811" y="98573"/>
                </a:lnTo>
                <a:lnTo>
                  <a:pt x="461981" y="98551"/>
                </a:lnTo>
                <a:lnTo>
                  <a:pt x="462150" y="98528"/>
                </a:lnTo>
                <a:lnTo>
                  <a:pt x="462318" y="98503"/>
                </a:lnTo>
                <a:lnTo>
                  <a:pt x="462486" y="98478"/>
                </a:lnTo>
                <a:lnTo>
                  <a:pt x="462654" y="98452"/>
                </a:lnTo>
                <a:lnTo>
                  <a:pt x="462822" y="98424"/>
                </a:lnTo>
                <a:lnTo>
                  <a:pt x="462989" y="98396"/>
                </a:lnTo>
                <a:lnTo>
                  <a:pt x="463156" y="98367"/>
                </a:lnTo>
                <a:lnTo>
                  <a:pt x="463323" y="98336"/>
                </a:lnTo>
                <a:lnTo>
                  <a:pt x="463489" y="98304"/>
                </a:lnTo>
                <a:lnTo>
                  <a:pt x="463655" y="98272"/>
                </a:lnTo>
                <a:lnTo>
                  <a:pt x="463820" y="98238"/>
                </a:lnTo>
                <a:lnTo>
                  <a:pt x="463985" y="98204"/>
                </a:lnTo>
                <a:lnTo>
                  <a:pt x="464150" y="98168"/>
                </a:lnTo>
                <a:lnTo>
                  <a:pt x="464315" y="98131"/>
                </a:lnTo>
                <a:lnTo>
                  <a:pt x="464479" y="98093"/>
                </a:lnTo>
                <a:lnTo>
                  <a:pt x="464643" y="98054"/>
                </a:lnTo>
                <a:lnTo>
                  <a:pt x="464806" y="98014"/>
                </a:lnTo>
                <a:lnTo>
                  <a:pt x="464969" y="97973"/>
                </a:lnTo>
                <a:lnTo>
                  <a:pt x="465132" y="97931"/>
                </a:lnTo>
                <a:lnTo>
                  <a:pt x="465294" y="97888"/>
                </a:lnTo>
                <a:lnTo>
                  <a:pt x="465456" y="97844"/>
                </a:lnTo>
                <a:lnTo>
                  <a:pt x="465858" y="91080"/>
                </a:lnTo>
                <a:lnTo>
                  <a:pt x="465719" y="91097"/>
                </a:lnTo>
                <a:lnTo>
                  <a:pt x="465579" y="91114"/>
                </a:lnTo>
                <a:lnTo>
                  <a:pt x="465441" y="91130"/>
                </a:lnTo>
                <a:lnTo>
                  <a:pt x="465302" y="91147"/>
                </a:lnTo>
                <a:lnTo>
                  <a:pt x="465163" y="91164"/>
                </a:lnTo>
                <a:lnTo>
                  <a:pt x="465025" y="91180"/>
                </a:lnTo>
                <a:lnTo>
                  <a:pt x="464887" y="91197"/>
                </a:lnTo>
                <a:lnTo>
                  <a:pt x="464749" y="91214"/>
                </a:lnTo>
                <a:lnTo>
                  <a:pt x="464612" y="91231"/>
                </a:lnTo>
                <a:lnTo>
                  <a:pt x="464474" y="91247"/>
                </a:lnTo>
                <a:lnTo>
                  <a:pt x="464337" y="91264"/>
                </a:lnTo>
                <a:lnTo>
                  <a:pt x="464201" y="91281"/>
                </a:lnTo>
                <a:lnTo>
                  <a:pt x="464064" y="91298"/>
                </a:lnTo>
                <a:lnTo>
                  <a:pt x="463928" y="91314"/>
                </a:lnTo>
                <a:lnTo>
                  <a:pt x="463791" y="91331"/>
                </a:lnTo>
                <a:lnTo>
                  <a:pt x="463655" y="91348"/>
                </a:lnTo>
                <a:lnTo>
                  <a:pt x="463520" y="91365"/>
                </a:lnTo>
                <a:lnTo>
                  <a:pt x="463384" y="91381"/>
                </a:lnTo>
                <a:lnTo>
                  <a:pt x="463249" y="91398"/>
                </a:lnTo>
                <a:lnTo>
                  <a:pt x="463114" y="91415"/>
                </a:lnTo>
                <a:lnTo>
                  <a:pt x="462979" y="91432"/>
                </a:lnTo>
                <a:lnTo>
                  <a:pt x="462845" y="91448"/>
                </a:lnTo>
                <a:lnTo>
                  <a:pt x="462711" y="91465"/>
                </a:lnTo>
                <a:lnTo>
                  <a:pt x="462576" y="91482"/>
                </a:lnTo>
                <a:lnTo>
                  <a:pt x="462442" y="91498"/>
                </a:lnTo>
                <a:lnTo>
                  <a:pt x="462308" y="91514"/>
                </a:lnTo>
                <a:lnTo>
                  <a:pt x="462174" y="91529"/>
                </a:lnTo>
                <a:lnTo>
                  <a:pt x="462039" y="91543"/>
                </a:lnTo>
                <a:lnTo>
                  <a:pt x="461904" y="91557"/>
                </a:lnTo>
                <a:lnTo>
                  <a:pt x="461769" y="91570"/>
                </a:lnTo>
                <a:lnTo>
                  <a:pt x="461633" y="91582"/>
                </a:lnTo>
                <a:lnTo>
                  <a:pt x="461497" y="91593"/>
                </a:lnTo>
                <a:lnTo>
                  <a:pt x="461362" y="91604"/>
                </a:lnTo>
                <a:lnTo>
                  <a:pt x="461225" y="91614"/>
                </a:lnTo>
                <a:lnTo>
                  <a:pt x="461089" y="91624"/>
                </a:lnTo>
                <a:lnTo>
                  <a:pt x="460952" y="91633"/>
                </a:lnTo>
                <a:lnTo>
                  <a:pt x="460816" y="91641"/>
                </a:lnTo>
                <a:lnTo>
                  <a:pt x="460679" y="91648"/>
                </a:lnTo>
                <a:lnTo>
                  <a:pt x="460541" y="91655"/>
                </a:lnTo>
                <a:lnTo>
                  <a:pt x="460404" y="91660"/>
                </a:lnTo>
                <a:lnTo>
                  <a:pt x="460266" y="91666"/>
                </a:lnTo>
                <a:lnTo>
                  <a:pt x="460128" y="91670"/>
                </a:lnTo>
                <a:lnTo>
                  <a:pt x="459990" y="91674"/>
                </a:lnTo>
                <a:lnTo>
                  <a:pt x="459851" y="91677"/>
                </a:lnTo>
                <a:lnTo>
                  <a:pt x="459712" y="91680"/>
                </a:lnTo>
                <a:lnTo>
                  <a:pt x="459573" y="91681"/>
                </a:lnTo>
                <a:lnTo>
                  <a:pt x="459434" y="91682"/>
                </a:lnTo>
                <a:lnTo>
                  <a:pt x="459295" y="91683"/>
                </a:lnTo>
                <a:lnTo>
                  <a:pt x="459008" y="91674"/>
                </a:lnTo>
                <a:lnTo>
                  <a:pt x="458728" y="91660"/>
                </a:lnTo>
                <a:lnTo>
                  <a:pt x="458455" y="91640"/>
                </a:lnTo>
                <a:lnTo>
                  <a:pt x="458188" y="91615"/>
                </a:lnTo>
                <a:lnTo>
                  <a:pt x="457928" y="91584"/>
                </a:lnTo>
                <a:lnTo>
                  <a:pt x="457675" y="91547"/>
                </a:lnTo>
                <a:lnTo>
                  <a:pt x="457429" y="91504"/>
                </a:lnTo>
                <a:lnTo>
                  <a:pt x="457189" y="91456"/>
                </a:lnTo>
                <a:lnTo>
                  <a:pt x="456956" y="91402"/>
                </a:lnTo>
                <a:lnTo>
                  <a:pt x="456730" y="91342"/>
                </a:lnTo>
                <a:lnTo>
                  <a:pt x="456511" y="91277"/>
                </a:lnTo>
                <a:lnTo>
                  <a:pt x="456298" y="91206"/>
                </a:lnTo>
                <a:lnTo>
                  <a:pt x="456092" y="91129"/>
                </a:lnTo>
                <a:lnTo>
                  <a:pt x="455893" y="91046"/>
                </a:lnTo>
                <a:lnTo>
                  <a:pt x="455700" y="90958"/>
                </a:lnTo>
                <a:lnTo>
                  <a:pt x="455515" y="90864"/>
                </a:lnTo>
                <a:lnTo>
                  <a:pt x="455336" y="90765"/>
                </a:lnTo>
                <a:lnTo>
                  <a:pt x="455164" y="90659"/>
                </a:lnTo>
                <a:lnTo>
                  <a:pt x="454998" y="90548"/>
                </a:lnTo>
                <a:lnTo>
                  <a:pt x="454840" y="90432"/>
                </a:lnTo>
                <a:lnTo>
                  <a:pt x="454688" y="90309"/>
                </a:lnTo>
                <a:lnTo>
                  <a:pt x="454542" y="90181"/>
                </a:lnTo>
                <a:lnTo>
                  <a:pt x="454404" y="90048"/>
                </a:lnTo>
                <a:lnTo>
                  <a:pt x="454272" y="89908"/>
                </a:lnTo>
                <a:lnTo>
                  <a:pt x="454146" y="89764"/>
                </a:lnTo>
                <a:lnTo>
                  <a:pt x="454024" y="89617"/>
                </a:lnTo>
                <a:lnTo>
                  <a:pt x="453907" y="89466"/>
                </a:lnTo>
                <a:lnTo>
                  <a:pt x="453795" y="89312"/>
                </a:lnTo>
                <a:lnTo>
                  <a:pt x="453687" y="89155"/>
                </a:lnTo>
                <a:lnTo>
                  <a:pt x="453584" y="88995"/>
                </a:lnTo>
                <a:lnTo>
                  <a:pt x="453485" y="88831"/>
                </a:lnTo>
                <a:lnTo>
                  <a:pt x="453390" y="88664"/>
                </a:lnTo>
                <a:lnTo>
                  <a:pt x="453301" y="88494"/>
                </a:lnTo>
                <a:lnTo>
                  <a:pt x="453215" y="88320"/>
                </a:lnTo>
                <a:lnTo>
                  <a:pt x="453134" y="88144"/>
                </a:lnTo>
                <a:lnTo>
                  <a:pt x="453058" y="87964"/>
                </a:lnTo>
                <a:lnTo>
                  <a:pt x="452987" y="87781"/>
                </a:lnTo>
                <a:lnTo>
                  <a:pt x="452919" y="87594"/>
                </a:lnTo>
                <a:lnTo>
                  <a:pt x="452857" y="87404"/>
                </a:lnTo>
                <a:lnTo>
                  <a:pt x="452799" y="87212"/>
                </a:lnTo>
                <a:lnTo>
                  <a:pt x="452745" y="87015"/>
                </a:lnTo>
                <a:lnTo>
                  <a:pt x="452696" y="86816"/>
                </a:lnTo>
                <a:lnTo>
                  <a:pt x="452652" y="86613"/>
                </a:lnTo>
                <a:lnTo>
                  <a:pt x="452612" y="86407"/>
                </a:lnTo>
                <a:lnTo>
                  <a:pt x="452576" y="86198"/>
                </a:lnTo>
                <a:lnTo>
                  <a:pt x="452546" y="85985"/>
                </a:lnTo>
                <a:lnTo>
                  <a:pt x="452519" y="85770"/>
                </a:lnTo>
                <a:lnTo>
                  <a:pt x="452497" y="85551"/>
                </a:lnTo>
                <a:lnTo>
                  <a:pt x="452479" y="85330"/>
                </a:lnTo>
                <a:lnTo>
                  <a:pt x="452463" y="85107"/>
                </a:lnTo>
                <a:lnTo>
                  <a:pt x="452449" y="84884"/>
                </a:lnTo>
                <a:lnTo>
                  <a:pt x="452437" y="84660"/>
                </a:lnTo>
                <a:lnTo>
                  <a:pt x="452427" y="84435"/>
                </a:lnTo>
                <a:lnTo>
                  <a:pt x="452420" y="84208"/>
                </a:lnTo>
                <a:lnTo>
                  <a:pt x="452415" y="83981"/>
                </a:lnTo>
                <a:lnTo>
                  <a:pt x="452412" y="83752"/>
                </a:lnTo>
                <a:lnTo>
                  <a:pt x="452411" y="83523"/>
                </a:lnTo>
                <a:lnTo>
                  <a:pt x="452413" y="83292"/>
                </a:lnTo>
                <a:lnTo>
                  <a:pt x="452416" y="83061"/>
                </a:lnTo>
                <a:lnTo>
                  <a:pt x="452422" y="82828"/>
                </a:lnTo>
                <a:lnTo>
                  <a:pt x="452430" y="82594"/>
                </a:lnTo>
                <a:lnTo>
                  <a:pt x="452440" y="82360"/>
                </a:lnTo>
                <a:lnTo>
                  <a:pt x="452453" y="82124"/>
                </a:lnTo>
                <a:lnTo>
                  <a:pt x="452468" y="81887"/>
                </a:lnTo>
                <a:lnTo>
                  <a:pt x="452485" y="81649"/>
                </a:lnTo>
                <a:lnTo>
                  <a:pt x="452504" y="81410"/>
                </a:lnTo>
                <a:lnTo>
                  <a:pt x="452525" y="81170"/>
                </a:lnTo>
                <a:lnTo>
                  <a:pt x="452549" y="80929"/>
                </a:lnTo>
                <a:lnTo>
                  <a:pt x="452574" y="80687"/>
                </a:lnTo>
                <a:lnTo>
                  <a:pt x="452602" y="80444"/>
                </a:lnTo>
                <a:lnTo>
                  <a:pt x="452632" y="80200"/>
                </a:lnTo>
                <a:lnTo>
                  <a:pt x="452665" y="79955"/>
                </a:lnTo>
                <a:lnTo>
                  <a:pt x="460943" y="31610"/>
                </a:lnTo>
                <a:lnTo>
                  <a:pt x="475502" y="31610"/>
                </a:lnTo>
                <a:lnTo>
                  <a:pt x="476573" y="25047"/>
                </a:lnTo>
                <a:lnTo>
                  <a:pt x="462067" y="25047"/>
                </a:lnTo>
                <a:lnTo>
                  <a:pt x="465255" y="6429"/>
                </a:lnTo>
                <a:lnTo>
                  <a:pt x="457353" y="6429"/>
                </a:lnTo>
                <a:lnTo>
                  <a:pt x="454195" y="25047"/>
                </a:lnTo>
                <a:lnTo>
                  <a:pt x="441213" y="25047"/>
                </a:lnTo>
                <a:close/>
                <a:moveTo>
                  <a:pt x="306137" y="50145"/>
                </a:moveTo>
                <a:lnTo>
                  <a:pt x="306233" y="49797"/>
                </a:lnTo>
                <a:lnTo>
                  <a:pt x="306332" y="49451"/>
                </a:lnTo>
                <a:lnTo>
                  <a:pt x="306435" y="49107"/>
                </a:lnTo>
                <a:lnTo>
                  <a:pt x="306542" y="48765"/>
                </a:lnTo>
                <a:lnTo>
                  <a:pt x="306653" y="48426"/>
                </a:lnTo>
                <a:lnTo>
                  <a:pt x="306768" y="48089"/>
                </a:lnTo>
                <a:lnTo>
                  <a:pt x="306887" y="47754"/>
                </a:lnTo>
                <a:lnTo>
                  <a:pt x="307010" y="47421"/>
                </a:lnTo>
                <a:lnTo>
                  <a:pt x="307137" y="47090"/>
                </a:lnTo>
                <a:lnTo>
                  <a:pt x="307268" y="46762"/>
                </a:lnTo>
                <a:lnTo>
                  <a:pt x="307402" y="46436"/>
                </a:lnTo>
                <a:lnTo>
                  <a:pt x="307541" y="46112"/>
                </a:lnTo>
                <a:lnTo>
                  <a:pt x="307684" y="45790"/>
                </a:lnTo>
                <a:lnTo>
                  <a:pt x="307830" y="45470"/>
                </a:lnTo>
                <a:lnTo>
                  <a:pt x="307981" y="45153"/>
                </a:lnTo>
                <a:lnTo>
                  <a:pt x="308135" y="44838"/>
                </a:lnTo>
                <a:lnTo>
                  <a:pt x="308294" y="44525"/>
                </a:lnTo>
                <a:lnTo>
                  <a:pt x="308456" y="44214"/>
                </a:lnTo>
                <a:lnTo>
                  <a:pt x="308623" y="43906"/>
                </a:lnTo>
                <a:lnTo>
                  <a:pt x="308793" y="43599"/>
                </a:lnTo>
                <a:lnTo>
                  <a:pt x="308967" y="43295"/>
                </a:lnTo>
                <a:lnTo>
                  <a:pt x="309146" y="42993"/>
                </a:lnTo>
                <a:lnTo>
                  <a:pt x="309328" y="42694"/>
                </a:lnTo>
                <a:lnTo>
                  <a:pt x="309514" y="42397"/>
                </a:lnTo>
                <a:lnTo>
                  <a:pt x="309703" y="42103"/>
                </a:lnTo>
                <a:lnTo>
                  <a:pt x="309895" y="41812"/>
                </a:lnTo>
                <a:lnTo>
                  <a:pt x="310090" y="41524"/>
                </a:lnTo>
                <a:lnTo>
                  <a:pt x="310289" y="41239"/>
                </a:lnTo>
                <a:lnTo>
                  <a:pt x="310491" y="40957"/>
                </a:lnTo>
                <a:lnTo>
                  <a:pt x="310697" y="40678"/>
                </a:lnTo>
                <a:lnTo>
                  <a:pt x="310905" y="40402"/>
                </a:lnTo>
                <a:lnTo>
                  <a:pt x="311117" y="40129"/>
                </a:lnTo>
                <a:lnTo>
                  <a:pt x="311332" y="39859"/>
                </a:lnTo>
                <a:lnTo>
                  <a:pt x="311551" y="39592"/>
                </a:lnTo>
                <a:lnTo>
                  <a:pt x="311772" y="39328"/>
                </a:lnTo>
                <a:lnTo>
                  <a:pt x="311997" y="39068"/>
                </a:lnTo>
                <a:lnTo>
                  <a:pt x="312225" y="38810"/>
                </a:lnTo>
                <a:lnTo>
                  <a:pt x="312457" y="38555"/>
                </a:lnTo>
                <a:lnTo>
                  <a:pt x="312691" y="38303"/>
                </a:lnTo>
                <a:lnTo>
                  <a:pt x="312929" y="38055"/>
                </a:lnTo>
                <a:lnTo>
                  <a:pt x="313170" y="37809"/>
                </a:lnTo>
                <a:lnTo>
                  <a:pt x="313415" y="37566"/>
                </a:lnTo>
                <a:lnTo>
                  <a:pt x="313662" y="37327"/>
                </a:lnTo>
                <a:lnTo>
                  <a:pt x="313913" y="37090"/>
                </a:lnTo>
                <a:lnTo>
                  <a:pt x="314167" y="36857"/>
                </a:lnTo>
                <a:lnTo>
                  <a:pt x="314425" y="36626"/>
                </a:lnTo>
                <a:lnTo>
                  <a:pt x="314685" y="36399"/>
                </a:lnTo>
                <a:lnTo>
                  <a:pt x="314949" y="36175"/>
                </a:lnTo>
                <a:lnTo>
                  <a:pt x="315215" y="35955"/>
                </a:lnTo>
                <a:lnTo>
                  <a:pt x="315484" y="35739"/>
                </a:lnTo>
                <a:lnTo>
                  <a:pt x="315756" y="35528"/>
                </a:lnTo>
                <a:lnTo>
                  <a:pt x="316030" y="35321"/>
                </a:lnTo>
                <a:lnTo>
                  <a:pt x="316307" y="35118"/>
                </a:lnTo>
                <a:lnTo>
                  <a:pt x="316587" y="34919"/>
                </a:lnTo>
                <a:lnTo>
                  <a:pt x="316869" y="34724"/>
                </a:lnTo>
                <a:lnTo>
                  <a:pt x="317154" y="34534"/>
                </a:lnTo>
                <a:lnTo>
                  <a:pt x="317442" y="34348"/>
                </a:lnTo>
                <a:lnTo>
                  <a:pt x="317732" y="34165"/>
                </a:lnTo>
                <a:lnTo>
                  <a:pt x="318026" y="33988"/>
                </a:lnTo>
                <a:lnTo>
                  <a:pt x="318321" y="33814"/>
                </a:lnTo>
                <a:lnTo>
                  <a:pt x="318620" y="33644"/>
                </a:lnTo>
                <a:lnTo>
                  <a:pt x="318921" y="33479"/>
                </a:lnTo>
                <a:lnTo>
                  <a:pt x="319225" y="33318"/>
                </a:lnTo>
                <a:lnTo>
                  <a:pt x="319531" y="33161"/>
                </a:lnTo>
                <a:lnTo>
                  <a:pt x="319840" y="33008"/>
                </a:lnTo>
                <a:lnTo>
                  <a:pt x="320152" y="32860"/>
                </a:lnTo>
                <a:lnTo>
                  <a:pt x="320466" y="32715"/>
                </a:lnTo>
                <a:lnTo>
                  <a:pt x="320783" y="32575"/>
                </a:lnTo>
                <a:lnTo>
                  <a:pt x="321103" y="32439"/>
                </a:lnTo>
                <a:lnTo>
                  <a:pt x="321426" y="32307"/>
                </a:lnTo>
                <a:lnTo>
                  <a:pt x="321751" y="32179"/>
                </a:lnTo>
                <a:lnTo>
                  <a:pt x="322078" y="32056"/>
                </a:lnTo>
                <a:lnTo>
                  <a:pt x="322407" y="31939"/>
                </a:lnTo>
                <a:lnTo>
                  <a:pt x="322738" y="31826"/>
                </a:lnTo>
                <a:lnTo>
                  <a:pt x="323071" y="31719"/>
                </a:lnTo>
                <a:lnTo>
                  <a:pt x="323405" y="31617"/>
                </a:lnTo>
                <a:lnTo>
                  <a:pt x="323741" y="31520"/>
                </a:lnTo>
                <a:lnTo>
                  <a:pt x="324079" y="31429"/>
                </a:lnTo>
                <a:lnTo>
                  <a:pt x="324418" y="31342"/>
                </a:lnTo>
                <a:lnTo>
                  <a:pt x="324760" y="31261"/>
                </a:lnTo>
                <a:lnTo>
                  <a:pt x="325103" y="31185"/>
                </a:lnTo>
                <a:lnTo>
                  <a:pt x="325448" y="31115"/>
                </a:lnTo>
                <a:lnTo>
                  <a:pt x="325794" y="31049"/>
                </a:lnTo>
                <a:lnTo>
                  <a:pt x="326142" y="30989"/>
                </a:lnTo>
                <a:lnTo>
                  <a:pt x="326492" y="30934"/>
                </a:lnTo>
                <a:lnTo>
                  <a:pt x="326844" y="30884"/>
                </a:lnTo>
                <a:lnTo>
                  <a:pt x="327198" y="30840"/>
                </a:lnTo>
                <a:lnTo>
                  <a:pt x="327553" y="30801"/>
                </a:lnTo>
                <a:lnTo>
                  <a:pt x="327910" y="30767"/>
                </a:lnTo>
                <a:lnTo>
                  <a:pt x="328269" y="30738"/>
                </a:lnTo>
                <a:lnTo>
                  <a:pt x="328629" y="30714"/>
                </a:lnTo>
                <a:lnTo>
                  <a:pt x="328991" y="30696"/>
                </a:lnTo>
                <a:lnTo>
                  <a:pt x="329355" y="30683"/>
                </a:lnTo>
                <a:lnTo>
                  <a:pt x="329721" y="30675"/>
                </a:lnTo>
                <a:lnTo>
                  <a:pt x="330089" y="30673"/>
                </a:lnTo>
                <a:lnTo>
                  <a:pt x="330591" y="30672"/>
                </a:lnTo>
                <a:lnTo>
                  <a:pt x="331084" y="30680"/>
                </a:lnTo>
                <a:lnTo>
                  <a:pt x="331567" y="30698"/>
                </a:lnTo>
                <a:lnTo>
                  <a:pt x="332039" y="30726"/>
                </a:lnTo>
                <a:lnTo>
                  <a:pt x="332501" y="30762"/>
                </a:lnTo>
                <a:lnTo>
                  <a:pt x="332954" y="30809"/>
                </a:lnTo>
                <a:lnTo>
                  <a:pt x="333396" y="30864"/>
                </a:lnTo>
                <a:lnTo>
                  <a:pt x="333828" y="30929"/>
                </a:lnTo>
                <a:lnTo>
                  <a:pt x="334250" y="31004"/>
                </a:lnTo>
                <a:lnTo>
                  <a:pt x="334661" y="31088"/>
                </a:lnTo>
                <a:lnTo>
                  <a:pt x="335063" y="31181"/>
                </a:lnTo>
                <a:lnTo>
                  <a:pt x="335455" y="31284"/>
                </a:lnTo>
                <a:lnTo>
                  <a:pt x="335836" y="31396"/>
                </a:lnTo>
                <a:lnTo>
                  <a:pt x="336207" y="31517"/>
                </a:lnTo>
                <a:lnTo>
                  <a:pt x="336569" y="31648"/>
                </a:lnTo>
                <a:lnTo>
                  <a:pt x="336920" y="31789"/>
                </a:lnTo>
                <a:lnTo>
                  <a:pt x="337261" y="31939"/>
                </a:lnTo>
                <a:lnTo>
                  <a:pt x="337591" y="32098"/>
                </a:lnTo>
                <a:lnTo>
                  <a:pt x="337912" y="32266"/>
                </a:lnTo>
                <a:lnTo>
                  <a:pt x="338223" y="32444"/>
                </a:lnTo>
                <a:lnTo>
                  <a:pt x="338523" y="32632"/>
                </a:lnTo>
                <a:lnTo>
                  <a:pt x="338814" y="32829"/>
                </a:lnTo>
                <a:lnTo>
                  <a:pt x="339094" y="33035"/>
                </a:lnTo>
                <a:lnTo>
                  <a:pt x="339364" y="33251"/>
                </a:lnTo>
                <a:lnTo>
                  <a:pt x="339625" y="33474"/>
                </a:lnTo>
                <a:lnTo>
                  <a:pt x="339878" y="33704"/>
                </a:lnTo>
                <a:lnTo>
                  <a:pt x="340123" y="33940"/>
                </a:lnTo>
                <a:lnTo>
                  <a:pt x="340360" y="34183"/>
                </a:lnTo>
                <a:lnTo>
                  <a:pt x="340589" y="34432"/>
                </a:lnTo>
                <a:lnTo>
                  <a:pt x="340810" y="34687"/>
                </a:lnTo>
                <a:lnTo>
                  <a:pt x="341023" y="34948"/>
                </a:lnTo>
                <a:lnTo>
                  <a:pt x="341228" y="35215"/>
                </a:lnTo>
                <a:lnTo>
                  <a:pt x="341425" y="35489"/>
                </a:lnTo>
                <a:lnTo>
                  <a:pt x="341614" y="35769"/>
                </a:lnTo>
                <a:lnTo>
                  <a:pt x="341795" y="36056"/>
                </a:lnTo>
                <a:lnTo>
                  <a:pt x="341968" y="36348"/>
                </a:lnTo>
                <a:lnTo>
                  <a:pt x="342132" y="36647"/>
                </a:lnTo>
                <a:lnTo>
                  <a:pt x="342289" y="36952"/>
                </a:lnTo>
                <a:lnTo>
                  <a:pt x="342438" y="37264"/>
                </a:lnTo>
                <a:lnTo>
                  <a:pt x="342579" y="37582"/>
                </a:lnTo>
                <a:lnTo>
                  <a:pt x="342711" y="37906"/>
                </a:lnTo>
                <a:lnTo>
                  <a:pt x="342836" y="38236"/>
                </a:lnTo>
                <a:lnTo>
                  <a:pt x="342953" y="38573"/>
                </a:lnTo>
                <a:lnTo>
                  <a:pt x="343061" y="38916"/>
                </a:lnTo>
                <a:lnTo>
                  <a:pt x="343162" y="39265"/>
                </a:lnTo>
                <a:lnTo>
                  <a:pt x="343255" y="39620"/>
                </a:lnTo>
                <a:lnTo>
                  <a:pt x="343339" y="39982"/>
                </a:lnTo>
                <a:lnTo>
                  <a:pt x="343416" y="40350"/>
                </a:lnTo>
                <a:lnTo>
                  <a:pt x="343485" y="40722"/>
                </a:lnTo>
                <a:lnTo>
                  <a:pt x="343549" y="41098"/>
                </a:lnTo>
                <a:lnTo>
                  <a:pt x="343607" y="41477"/>
                </a:lnTo>
                <a:lnTo>
                  <a:pt x="343659" y="41859"/>
                </a:lnTo>
                <a:lnTo>
                  <a:pt x="343706" y="42245"/>
                </a:lnTo>
                <a:lnTo>
                  <a:pt x="343746" y="42633"/>
                </a:lnTo>
                <a:lnTo>
                  <a:pt x="343781" y="43025"/>
                </a:lnTo>
                <a:lnTo>
                  <a:pt x="343810" y="43419"/>
                </a:lnTo>
                <a:lnTo>
                  <a:pt x="343833" y="43817"/>
                </a:lnTo>
                <a:lnTo>
                  <a:pt x="343851" y="44218"/>
                </a:lnTo>
                <a:lnTo>
                  <a:pt x="343862" y="44622"/>
                </a:lnTo>
                <a:lnTo>
                  <a:pt x="343868" y="45029"/>
                </a:lnTo>
                <a:lnTo>
                  <a:pt x="343868" y="45440"/>
                </a:lnTo>
                <a:lnTo>
                  <a:pt x="343862" y="45853"/>
                </a:lnTo>
                <a:lnTo>
                  <a:pt x="343850" y="46270"/>
                </a:lnTo>
                <a:lnTo>
                  <a:pt x="343832" y="46690"/>
                </a:lnTo>
                <a:lnTo>
                  <a:pt x="343809" y="47113"/>
                </a:lnTo>
                <a:lnTo>
                  <a:pt x="343780" y="47539"/>
                </a:lnTo>
                <a:lnTo>
                  <a:pt x="343745" y="47968"/>
                </a:lnTo>
                <a:lnTo>
                  <a:pt x="343704" y="48400"/>
                </a:lnTo>
                <a:lnTo>
                  <a:pt x="343657" y="48836"/>
                </a:lnTo>
                <a:lnTo>
                  <a:pt x="343605" y="49274"/>
                </a:lnTo>
                <a:lnTo>
                  <a:pt x="343547" y="49716"/>
                </a:lnTo>
                <a:lnTo>
                  <a:pt x="343483" y="50161"/>
                </a:lnTo>
                <a:lnTo>
                  <a:pt x="335446" y="97509"/>
                </a:lnTo>
                <a:lnTo>
                  <a:pt x="343349" y="97509"/>
                </a:lnTo>
                <a:lnTo>
                  <a:pt x="351385" y="50228"/>
                </a:lnTo>
                <a:lnTo>
                  <a:pt x="351444" y="49777"/>
                </a:lnTo>
                <a:lnTo>
                  <a:pt x="351498" y="49328"/>
                </a:lnTo>
                <a:lnTo>
                  <a:pt x="351547" y="48882"/>
                </a:lnTo>
                <a:lnTo>
                  <a:pt x="351592" y="48437"/>
                </a:lnTo>
                <a:lnTo>
                  <a:pt x="351631" y="47995"/>
                </a:lnTo>
                <a:lnTo>
                  <a:pt x="351666" y="47555"/>
                </a:lnTo>
                <a:lnTo>
                  <a:pt x="351695" y="47118"/>
                </a:lnTo>
                <a:lnTo>
                  <a:pt x="351720" y="46682"/>
                </a:lnTo>
                <a:lnTo>
                  <a:pt x="351740" y="46249"/>
                </a:lnTo>
                <a:lnTo>
                  <a:pt x="351755" y="45818"/>
                </a:lnTo>
                <a:lnTo>
                  <a:pt x="351765" y="45389"/>
                </a:lnTo>
                <a:lnTo>
                  <a:pt x="351770" y="44962"/>
                </a:lnTo>
                <a:lnTo>
                  <a:pt x="351771" y="44538"/>
                </a:lnTo>
                <a:lnTo>
                  <a:pt x="351766" y="44116"/>
                </a:lnTo>
                <a:lnTo>
                  <a:pt x="351757" y="43696"/>
                </a:lnTo>
                <a:lnTo>
                  <a:pt x="351742" y="43278"/>
                </a:lnTo>
                <a:lnTo>
                  <a:pt x="351723" y="42862"/>
                </a:lnTo>
                <a:lnTo>
                  <a:pt x="351699" y="42449"/>
                </a:lnTo>
                <a:lnTo>
                  <a:pt x="351670" y="42038"/>
                </a:lnTo>
                <a:lnTo>
                  <a:pt x="351636" y="41629"/>
                </a:lnTo>
                <a:lnTo>
                  <a:pt x="351598" y="41222"/>
                </a:lnTo>
                <a:lnTo>
                  <a:pt x="351554" y="40817"/>
                </a:lnTo>
                <a:lnTo>
                  <a:pt x="351506" y="40415"/>
                </a:lnTo>
                <a:lnTo>
                  <a:pt x="351452" y="40015"/>
                </a:lnTo>
                <a:lnTo>
                  <a:pt x="351394" y="39618"/>
                </a:lnTo>
                <a:lnTo>
                  <a:pt x="351330" y="39225"/>
                </a:lnTo>
                <a:lnTo>
                  <a:pt x="351260" y="38836"/>
                </a:lnTo>
                <a:lnTo>
                  <a:pt x="351185" y="38450"/>
                </a:lnTo>
                <a:lnTo>
                  <a:pt x="351105" y="38069"/>
                </a:lnTo>
                <a:lnTo>
                  <a:pt x="351019" y="37692"/>
                </a:lnTo>
                <a:lnTo>
                  <a:pt x="350928" y="37319"/>
                </a:lnTo>
                <a:lnTo>
                  <a:pt x="350831" y="36949"/>
                </a:lnTo>
                <a:lnTo>
                  <a:pt x="350729" y="36584"/>
                </a:lnTo>
                <a:lnTo>
                  <a:pt x="350621" y="36222"/>
                </a:lnTo>
                <a:lnTo>
                  <a:pt x="350508" y="35865"/>
                </a:lnTo>
                <a:lnTo>
                  <a:pt x="350389" y="35511"/>
                </a:lnTo>
                <a:lnTo>
                  <a:pt x="350265" y="35162"/>
                </a:lnTo>
                <a:lnTo>
                  <a:pt x="350135" y="34816"/>
                </a:lnTo>
                <a:lnTo>
                  <a:pt x="350000" y="34474"/>
                </a:lnTo>
                <a:lnTo>
                  <a:pt x="349860" y="34136"/>
                </a:lnTo>
                <a:lnTo>
                  <a:pt x="349714" y="33803"/>
                </a:lnTo>
                <a:lnTo>
                  <a:pt x="349562" y="33473"/>
                </a:lnTo>
                <a:lnTo>
                  <a:pt x="349406" y="33147"/>
                </a:lnTo>
                <a:lnTo>
                  <a:pt x="349243" y="32825"/>
                </a:lnTo>
                <a:lnTo>
                  <a:pt x="349075" y="32507"/>
                </a:lnTo>
                <a:lnTo>
                  <a:pt x="348902" y="32193"/>
                </a:lnTo>
                <a:lnTo>
                  <a:pt x="348723" y="31883"/>
                </a:lnTo>
                <a:lnTo>
                  <a:pt x="348539" y="31577"/>
                </a:lnTo>
                <a:lnTo>
                  <a:pt x="348349" y="31275"/>
                </a:lnTo>
                <a:lnTo>
                  <a:pt x="348153" y="30979"/>
                </a:lnTo>
                <a:lnTo>
                  <a:pt x="347950" y="30688"/>
                </a:lnTo>
                <a:lnTo>
                  <a:pt x="347742" y="30403"/>
                </a:lnTo>
                <a:lnTo>
                  <a:pt x="347527" y="30123"/>
                </a:lnTo>
                <a:lnTo>
                  <a:pt x="347306" y="29848"/>
                </a:lnTo>
                <a:lnTo>
                  <a:pt x="347079" y="29579"/>
                </a:lnTo>
                <a:lnTo>
                  <a:pt x="346846" y="29315"/>
                </a:lnTo>
                <a:lnTo>
                  <a:pt x="346607" y="29056"/>
                </a:lnTo>
                <a:lnTo>
                  <a:pt x="346361" y="28802"/>
                </a:lnTo>
                <a:lnTo>
                  <a:pt x="346110" y="28554"/>
                </a:lnTo>
                <a:lnTo>
                  <a:pt x="345852" y="28312"/>
                </a:lnTo>
                <a:lnTo>
                  <a:pt x="345588" y="28075"/>
                </a:lnTo>
                <a:lnTo>
                  <a:pt x="345318" y="27843"/>
                </a:lnTo>
                <a:lnTo>
                  <a:pt x="345041" y="27616"/>
                </a:lnTo>
                <a:lnTo>
                  <a:pt x="344759" y="27395"/>
                </a:lnTo>
                <a:lnTo>
                  <a:pt x="344470" y="27179"/>
                </a:lnTo>
                <a:lnTo>
                  <a:pt x="344175" y="26968"/>
                </a:lnTo>
                <a:lnTo>
                  <a:pt x="343875" y="26763"/>
                </a:lnTo>
                <a:lnTo>
                  <a:pt x="343567" y="26563"/>
                </a:lnTo>
                <a:lnTo>
                  <a:pt x="343254" y="26369"/>
                </a:lnTo>
                <a:lnTo>
                  <a:pt x="342935" y="26179"/>
                </a:lnTo>
                <a:lnTo>
                  <a:pt x="342609" y="25996"/>
                </a:lnTo>
                <a:lnTo>
                  <a:pt x="342277" y="25817"/>
                </a:lnTo>
                <a:lnTo>
                  <a:pt x="341939" y="25645"/>
                </a:lnTo>
                <a:lnTo>
                  <a:pt x="341594" y="25480"/>
                </a:lnTo>
                <a:lnTo>
                  <a:pt x="341241" y="25322"/>
                </a:lnTo>
                <a:lnTo>
                  <a:pt x="340882" y="25171"/>
                </a:lnTo>
                <a:lnTo>
                  <a:pt x="340516" y="25027"/>
                </a:lnTo>
                <a:lnTo>
                  <a:pt x="340143" y="24890"/>
                </a:lnTo>
                <a:lnTo>
                  <a:pt x="339762" y="24760"/>
                </a:lnTo>
                <a:lnTo>
                  <a:pt x="339375" y="24638"/>
                </a:lnTo>
                <a:lnTo>
                  <a:pt x="338981" y="24522"/>
                </a:lnTo>
                <a:lnTo>
                  <a:pt x="338580" y="24414"/>
                </a:lnTo>
                <a:lnTo>
                  <a:pt x="338172" y="24312"/>
                </a:lnTo>
                <a:lnTo>
                  <a:pt x="337757" y="24218"/>
                </a:lnTo>
                <a:lnTo>
                  <a:pt x="337335" y="24131"/>
                </a:lnTo>
                <a:lnTo>
                  <a:pt x="336906" y="24051"/>
                </a:lnTo>
                <a:lnTo>
                  <a:pt x="336470" y="23978"/>
                </a:lnTo>
                <a:lnTo>
                  <a:pt x="336027" y="23912"/>
                </a:lnTo>
                <a:lnTo>
                  <a:pt x="335577" y="23853"/>
                </a:lnTo>
                <a:lnTo>
                  <a:pt x="335120" y="23802"/>
                </a:lnTo>
                <a:lnTo>
                  <a:pt x="334656" y="23757"/>
                </a:lnTo>
                <a:lnTo>
                  <a:pt x="334185" y="23720"/>
                </a:lnTo>
                <a:lnTo>
                  <a:pt x="333707" y="23689"/>
                </a:lnTo>
                <a:lnTo>
                  <a:pt x="333222" y="23666"/>
                </a:lnTo>
                <a:lnTo>
                  <a:pt x="332730" y="23650"/>
                </a:lnTo>
                <a:lnTo>
                  <a:pt x="332232" y="23641"/>
                </a:lnTo>
                <a:lnTo>
                  <a:pt x="331731" y="23644"/>
                </a:lnTo>
                <a:lnTo>
                  <a:pt x="331233" y="23655"/>
                </a:lnTo>
                <a:lnTo>
                  <a:pt x="330738" y="23673"/>
                </a:lnTo>
                <a:lnTo>
                  <a:pt x="330246" y="23698"/>
                </a:lnTo>
                <a:lnTo>
                  <a:pt x="329757" y="23731"/>
                </a:lnTo>
                <a:lnTo>
                  <a:pt x="329270" y="23770"/>
                </a:lnTo>
                <a:lnTo>
                  <a:pt x="328787" y="23817"/>
                </a:lnTo>
                <a:lnTo>
                  <a:pt x="328306" y="23871"/>
                </a:lnTo>
                <a:lnTo>
                  <a:pt x="327829" y="23933"/>
                </a:lnTo>
                <a:lnTo>
                  <a:pt x="327354" y="24001"/>
                </a:lnTo>
                <a:lnTo>
                  <a:pt x="326882" y="24077"/>
                </a:lnTo>
                <a:lnTo>
                  <a:pt x="326414" y="24160"/>
                </a:lnTo>
                <a:lnTo>
                  <a:pt x="325948" y="24250"/>
                </a:lnTo>
                <a:lnTo>
                  <a:pt x="325485" y="24347"/>
                </a:lnTo>
                <a:lnTo>
                  <a:pt x="325024" y="24452"/>
                </a:lnTo>
                <a:lnTo>
                  <a:pt x="324567" y="24563"/>
                </a:lnTo>
                <a:lnTo>
                  <a:pt x="324113" y="24682"/>
                </a:lnTo>
                <a:lnTo>
                  <a:pt x="323662" y="24808"/>
                </a:lnTo>
                <a:lnTo>
                  <a:pt x="323213" y="24942"/>
                </a:lnTo>
                <a:lnTo>
                  <a:pt x="322767" y="25082"/>
                </a:lnTo>
                <a:lnTo>
                  <a:pt x="322325" y="25230"/>
                </a:lnTo>
                <a:lnTo>
                  <a:pt x="321885" y="25385"/>
                </a:lnTo>
                <a:lnTo>
                  <a:pt x="321448" y="25547"/>
                </a:lnTo>
                <a:lnTo>
                  <a:pt x="321014" y="25717"/>
                </a:lnTo>
                <a:lnTo>
                  <a:pt x="320583" y="25893"/>
                </a:lnTo>
                <a:lnTo>
                  <a:pt x="320156" y="26074"/>
                </a:lnTo>
                <a:lnTo>
                  <a:pt x="319733" y="26261"/>
                </a:lnTo>
                <a:lnTo>
                  <a:pt x="319313" y="26453"/>
                </a:lnTo>
                <a:lnTo>
                  <a:pt x="318897" y="26652"/>
                </a:lnTo>
                <a:lnTo>
                  <a:pt x="318484" y="26855"/>
                </a:lnTo>
                <a:lnTo>
                  <a:pt x="318075" y="27064"/>
                </a:lnTo>
                <a:lnTo>
                  <a:pt x="317669" y="27279"/>
                </a:lnTo>
                <a:lnTo>
                  <a:pt x="317267" y="27500"/>
                </a:lnTo>
                <a:lnTo>
                  <a:pt x="316869" y="27726"/>
                </a:lnTo>
                <a:lnTo>
                  <a:pt x="316474" y="27957"/>
                </a:lnTo>
                <a:lnTo>
                  <a:pt x="316083" y="28195"/>
                </a:lnTo>
                <a:lnTo>
                  <a:pt x="315696" y="28437"/>
                </a:lnTo>
                <a:lnTo>
                  <a:pt x="315312" y="28686"/>
                </a:lnTo>
                <a:lnTo>
                  <a:pt x="314932" y="28940"/>
                </a:lnTo>
                <a:lnTo>
                  <a:pt x="314555" y="29199"/>
                </a:lnTo>
                <a:lnTo>
                  <a:pt x="314182" y="29464"/>
                </a:lnTo>
                <a:lnTo>
                  <a:pt x="313813" y="29735"/>
                </a:lnTo>
                <a:lnTo>
                  <a:pt x="313447" y="30011"/>
                </a:lnTo>
                <a:lnTo>
                  <a:pt x="313085" y="30293"/>
                </a:lnTo>
                <a:lnTo>
                  <a:pt x="312726" y="30580"/>
                </a:lnTo>
                <a:lnTo>
                  <a:pt x="312371" y="30873"/>
                </a:lnTo>
                <a:lnTo>
                  <a:pt x="312020" y="31172"/>
                </a:lnTo>
                <a:lnTo>
                  <a:pt x="311672" y="31476"/>
                </a:lnTo>
                <a:lnTo>
                  <a:pt x="311328" y="31785"/>
                </a:lnTo>
                <a:lnTo>
                  <a:pt x="310989" y="32099"/>
                </a:lnTo>
                <a:lnTo>
                  <a:pt x="310655" y="32416"/>
                </a:lnTo>
                <a:lnTo>
                  <a:pt x="310325" y="32738"/>
                </a:lnTo>
                <a:lnTo>
                  <a:pt x="310000" y="33065"/>
                </a:lnTo>
                <a:lnTo>
                  <a:pt x="309679" y="33395"/>
                </a:lnTo>
                <a:lnTo>
                  <a:pt x="309364" y="33730"/>
                </a:lnTo>
                <a:lnTo>
                  <a:pt x="309052" y="34069"/>
                </a:lnTo>
                <a:lnTo>
                  <a:pt x="308746" y="34413"/>
                </a:lnTo>
                <a:lnTo>
                  <a:pt x="308444" y="34761"/>
                </a:lnTo>
                <a:lnTo>
                  <a:pt x="308147" y="35113"/>
                </a:lnTo>
                <a:lnTo>
                  <a:pt x="307854" y="35469"/>
                </a:lnTo>
                <a:lnTo>
                  <a:pt x="307566" y="35830"/>
                </a:lnTo>
                <a:lnTo>
                  <a:pt x="307283" y="36195"/>
                </a:lnTo>
                <a:lnTo>
                  <a:pt x="307005" y="36564"/>
                </a:lnTo>
                <a:lnTo>
                  <a:pt x="306731" y="36938"/>
                </a:lnTo>
                <a:lnTo>
                  <a:pt x="306461" y="37316"/>
                </a:lnTo>
                <a:lnTo>
                  <a:pt x="306197" y="37698"/>
                </a:lnTo>
                <a:lnTo>
                  <a:pt x="305937" y="38085"/>
                </a:lnTo>
                <a:lnTo>
                  <a:pt x="305817" y="38268"/>
                </a:lnTo>
                <a:lnTo>
                  <a:pt x="305812" y="38241"/>
                </a:lnTo>
                <a:lnTo>
                  <a:pt x="305735" y="37869"/>
                </a:lnTo>
                <a:lnTo>
                  <a:pt x="305651" y="37501"/>
                </a:lnTo>
                <a:lnTo>
                  <a:pt x="305563" y="37137"/>
                </a:lnTo>
                <a:lnTo>
                  <a:pt x="305469" y="36777"/>
                </a:lnTo>
                <a:lnTo>
                  <a:pt x="305369" y="36421"/>
                </a:lnTo>
                <a:lnTo>
                  <a:pt x="305264" y="36068"/>
                </a:lnTo>
                <a:lnTo>
                  <a:pt x="305153" y="35720"/>
                </a:lnTo>
                <a:lnTo>
                  <a:pt x="305037" y="35375"/>
                </a:lnTo>
                <a:lnTo>
                  <a:pt x="304916" y="35034"/>
                </a:lnTo>
                <a:lnTo>
                  <a:pt x="304789" y="34697"/>
                </a:lnTo>
                <a:lnTo>
                  <a:pt x="304657" y="34364"/>
                </a:lnTo>
                <a:lnTo>
                  <a:pt x="304519" y="34034"/>
                </a:lnTo>
                <a:lnTo>
                  <a:pt x="304376" y="33709"/>
                </a:lnTo>
                <a:lnTo>
                  <a:pt x="304227" y="33387"/>
                </a:lnTo>
                <a:lnTo>
                  <a:pt x="304073" y="33069"/>
                </a:lnTo>
                <a:lnTo>
                  <a:pt x="303913" y="32755"/>
                </a:lnTo>
                <a:lnTo>
                  <a:pt x="303748" y="32444"/>
                </a:lnTo>
                <a:lnTo>
                  <a:pt x="303577" y="32138"/>
                </a:lnTo>
                <a:lnTo>
                  <a:pt x="303401" y="31835"/>
                </a:lnTo>
                <a:lnTo>
                  <a:pt x="303220" y="31537"/>
                </a:lnTo>
                <a:lnTo>
                  <a:pt x="303032" y="31242"/>
                </a:lnTo>
                <a:lnTo>
                  <a:pt x="302840" y="30951"/>
                </a:lnTo>
                <a:lnTo>
                  <a:pt x="302642" y="30666"/>
                </a:lnTo>
                <a:lnTo>
                  <a:pt x="302438" y="30387"/>
                </a:lnTo>
                <a:lnTo>
                  <a:pt x="302228" y="30113"/>
                </a:lnTo>
                <a:lnTo>
                  <a:pt x="302013" y="29844"/>
                </a:lnTo>
                <a:lnTo>
                  <a:pt x="301791" y="29580"/>
                </a:lnTo>
                <a:lnTo>
                  <a:pt x="301565" y="29322"/>
                </a:lnTo>
                <a:lnTo>
                  <a:pt x="301332" y="29069"/>
                </a:lnTo>
                <a:lnTo>
                  <a:pt x="301094" y="28821"/>
                </a:lnTo>
                <a:lnTo>
                  <a:pt x="300850" y="28579"/>
                </a:lnTo>
                <a:lnTo>
                  <a:pt x="300601" y="28342"/>
                </a:lnTo>
                <a:lnTo>
                  <a:pt x="300345" y="28111"/>
                </a:lnTo>
                <a:lnTo>
                  <a:pt x="300084" y="27885"/>
                </a:lnTo>
                <a:lnTo>
                  <a:pt x="299818" y="27664"/>
                </a:lnTo>
                <a:lnTo>
                  <a:pt x="299545" y="27449"/>
                </a:lnTo>
                <a:lnTo>
                  <a:pt x="299267" y="27238"/>
                </a:lnTo>
                <a:lnTo>
                  <a:pt x="298984" y="27034"/>
                </a:lnTo>
                <a:lnTo>
                  <a:pt x="298694" y="26834"/>
                </a:lnTo>
                <a:lnTo>
                  <a:pt x="298399" y="26640"/>
                </a:lnTo>
                <a:lnTo>
                  <a:pt x="298098" y="26452"/>
                </a:lnTo>
                <a:lnTo>
                  <a:pt x="297792" y="26268"/>
                </a:lnTo>
                <a:lnTo>
                  <a:pt x="297479" y="26090"/>
                </a:lnTo>
                <a:lnTo>
                  <a:pt x="297161" y="25918"/>
                </a:lnTo>
                <a:lnTo>
                  <a:pt x="296838" y="25750"/>
                </a:lnTo>
                <a:lnTo>
                  <a:pt x="296508" y="25589"/>
                </a:lnTo>
                <a:lnTo>
                  <a:pt x="296171" y="25434"/>
                </a:lnTo>
                <a:lnTo>
                  <a:pt x="295828" y="25286"/>
                </a:lnTo>
                <a:lnTo>
                  <a:pt x="295479" y="25145"/>
                </a:lnTo>
                <a:lnTo>
                  <a:pt x="295122" y="25010"/>
                </a:lnTo>
                <a:lnTo>
                  <a:pt x="294760" y="24882"/>
                </a:lnTo>
                <a:lnTo>
                  <a:pt x="294390" y="24760"/>
                </a:lnTo>
                <a:lnTo>
                  <a:pt x="294014" y="24645"/>
                </a:lnTo>
                <a:lnTo>
                  <a:pt x="293631" y="24537"/>
                </a:lnTo>
                <a:lnTo>
                  <a:pt x="293242" y="24435"/>
                </a:lnTo>
                <a:lnTo>
                  <a:pt x="292845" y="24340"/>
                </a:lnTo>
                <a:lnTo>
                  <a:pt x="292443" y="24252"/>
                </a:lnTo>
                <a:lnTo>
                  <a:pt x="292033" y="24170"/>
                </a:lnTo>
                <a:lnTo>
                  <a:pt x="291617" y="24095"/>
                </a:lnTo>
                <a:lnTo>
                  <a:pt x="291195" y="24026"/>
                </a:lnTo>
                <a:lnTo>
                  <a:pt x="290766" y="23964"/>
                </a:lnTo>
                <a:lnTo>
                  <a:pt x="290330" y="23909"/>
                </a:lnTo>
                <a:lnTo>
                  <a:pt x="289887" y="23860"/>
                </a:lnTo>
                <a:lnTo>
                  <a:pt x="289438" y="23818"/>
                </a:lnTo>
                <a:lnTo>
                  <a:pt x="288983" y="23783"/>
                </a:lnTo>
                <a:lnTo>
                  <a:pt x="288520" y="23754"/>
                </a:lnTo>
                <a:lnTo>
                  <a:pt x="288051" y="23732"/>
                </a:lnTo>
                <a:lnTo>
                  <a:pt x="287576" y="23716"/>
                </a:lnTo>
                <a:lnTo>
                  <a:pt x="287093" y="23708"/>
                </a:lnTo>
                <a:lnTo>
                  <a:pt x="286538" y="23707"/>
                </a:lnTo>
                <a:lnTo>
                  <a:pt x="285986" y="23715"/>
                </a:lnTo>
                <a:lnTo>
                  <a:pt x="285439" y="23732"/>
                </a:lnTo>
                <a:lnTo>
                  <a:pt x="284896" y="23758"/>
                </a:lnTo>
                <a:lnTo>
                  <a:pt x="284358" y="23793"/>
                </a:lnTo>
                <a:lnTo>
                  <a:pt x="283824" y="23837"/>
                </a:lnTo>
                <a:lnTo>
                  <a:pt x="283295" y="23891"/>
                </a:lnTo>
                <a:lnTo>
                  <a:pt x="282770" y="23953"/>
                </a:lnTo>
                <a:lnTo>
                  <a:pt x="282250" y="24025"/>
                </a:lnTo>
                <a:lnTo>
                  <a:pt x="281734" y="24105"/>
                </a:lnTo>
                <a:lnTo>
                  <a:pt x="281222" y="24195"/>
                </a:lnTo>
                <a:lnTo>
                  <a:pt x="280715" y="24294"/>
                </a:lnTo>
                <a:lnTo>
                  <a:pt x="280212" y="24401"/>
                </a:lnTo>
                <a:lnTo>
                  <a:pt x="279713" y="24518"/>
                </a:lnTo>
                <a:lnTo>
                  <a:pt x="279219" y="24644"/>
                </a:lnTo>
                <a:lnTo>
                  <a:pt x="278730" y="24779"/>
                </a:lnTo>
                <a:lnTo>
                  <a:pt x="278244" y="24923"/>
                </a:lnTo>
                <a:lnTo>
                  <a:pt x="277764" y="25076"/>
                </a:lnTo>
                <a:lnTo>
                  <a:pt x="277287" y="25238"/>
                </a:lnTo>
                <a:lnTo>
                  <a:pt x="276815" y="25410"/>
                </a:lnTo>
                <a:lnTo>
                  <a:pt x="276348" y="25590"/>
                </a:lnTo>
                <a:lnTo>
                  <a:pt x="275885" y="25779"/>
                </a:lnTo>
                <a:lnTo>
                  <a:pt x="275426" y="25978"/>
                </a:lnTo>
                <a:lnTo>
                  <a:pt x="274972" y="26186"/>
                </a:lnTo>
                <a:lnTo>
                  <a:pt x="274522" y="26401"/>
                </a:lnTo>
                <a:lnTo>
                  <a:pt x="274077" y="26623"/>
                </a:lnTo>
                <a:lnTo>
                  <a:pt x="273637" y="26851"/>
                </a:lnTo>
                <a:lnTo>
                  <a:pt x="273202" y="27086"/>
                </a:lnTo>
                <a:lnTo>
                  <a:pt x="272771" y="27327"/>
                </a:lnTo>
                <a:lnTo>
                  <a:pt x="272345" y="27575"/>
                </a:lnTo>
                <a:lnTo>
                  <a:pt x="271924" y="27830"/>
                </a:lnTo>
                <a:lnTo>
                  <a:pt x="271508" y="28090"/>
                </a:lnTo>
                <a:lnTo>
                  <a:pt x="271096" y="28358"/>
                </a:lnTo>
                <a:lnTo>
                  <a:pt x="270690" y="28632"/>
                </a:lnTo>
                <a:lnTo>
                  <a:pt x="270288" y="28912"/>
                </a:lnTo>
                <a:lnTo>
                  <a:pt x="269890" y="29199"/>
                </a:lnTo>
                <a:lnTo>
                  <a:pt x="269498" y="29493"/>
                </a:lnTo>
                <a:lnTo>
                  <a:pt x="269110" y="29793"/>
                </a:lnTo>
                <a:lnTo>
                  <a:pt x="268727" y="30099"/>
                </a:lnTo>
                <a:lnTo>
                  <a:pt x="268349" y="30412"/>
                </a:lnTo>
                <a:lnTo>
                  <a:pt x="267976" y="30732"/>
                </a:lnTo>
                <a:lnTo>
                  <a:pt x="267607" y="31058"/>
                </a:lnTo>
                <a:lnTo>
                  <a:pt x="267243" y="31390"/>
                </a:lnTo>
                <a:lnTo>
                  <a:pt x="266884" y="31729"/>
                </a:lnTo>
                <a:lnTo>
                  <a:pt x="266530" y="32075"/>
                </a:lnTo>
                <a:lnTo>
                  <a:pt x="266180" y="32427"/>
                </a:lnTo>
                <a:lnTo>
                  <a:pt x="265835" y="32785"/>
                </a:lnTo>
                <a:lnTo>
                  <a:pt x="265495" y="33150"/>
                </a:lnTo>
                <a:lnTo>
                  <a:pt x="265160" y="33521"/>
                </a:lnTo>
                <a:lnTo>
                  <a:pt x="264830" y="33895"/>
                </a:lnTo>
                <a:lnTo>
                  <a:pt x="264504" y="34274"/>
                </a:lnTo>
                <a:lnTo>
                  <a:pt x="264183" y="34656"/>
                </a:lnTo>
                <a:lnTo>
                  <a:pt x="263867" y="35043"/>
                </a:lnTo>
                <a:lnTo>
                  <a:pt x="263555" y="35434"/>
                </a:lnTo>
                <a:lnTo>
                  <a:pt x="263249" y="35829"/>
                </a:lnTo>
                <a:lnTo>
                  <a:pt x="263034" y="36112"/>
                </a:lnTo>
                <a:lnTo>
                  <a:pt x="264725" y="25047"/>
                </a:lnTo>
                <a:lnTo>
                  <a:pt x="257091" y="25047"/>
                </a:lnTo>
                <a:lnTo>
                  <a:pt x="244634" y="97509"/>
                </a:lnTo>
                <a:lnTo>
                  <a:pt x="252537" y="97509"/>
                </a:lnTo>
                <a:lnTo>
                  <a:pt x="261035" y="48196"/>
                </a:lnTo>
                <a:lnTo>
                  <a:pt x="261122" y="47997"/>
                </a:lnTo>
                <a:lnTo>
                  <a:pt x="261298" y="47605"/>
                </a:lnTo>
                <a:lnTo>
                  <a:pt x="261477" y="47214"/>
                </a:lnTo>
                <a:lnTo>
                  <a:pt x="261661" y="46825"/>
                </a:lnTo>
                <a:lnTo>
                  <a:pt x="261848" y="46439"/>
                </a:lnTo>
                <a:lnTo>
                  <a:pt x="262039" y="46057"/>
                </a:lnTo>
                <a:lnTo>
                  <a:pt x="262233" y="45678"/>
                </a:lnTo>
                <a:lnTo>
                  <a:pt x="262432" y="45302"/>
                </a:lnTo>
                <a:lnTo>
                  <a:pt x="262635" y="44929"/>
                </a:lnTo>
                <a:lnTo>
                  <a:pt x="262841" y="44559"/>
                </a:lnTo>
                <a:lnTo>
                  <a:pt x="263051" y="44193"/>
                </a:lnTo>
                <a:lnTo>
                  <a:pt x="263265" y="43830"/>
                </a:lnTo>
                <a:lnTo>
                  <a:pt x="263483" y="43470"/>
                </a:lnTo>
                <a:lnTo>
                  <a:pt x="263705" y="43114"/>
                </a:lnTo>
                <a:lnTo>
                  <a:pt x="263930" y="42761"/>
                </a:lnTo>
                <a:lnTo>
                  <a:pt x="264159" y="42411"/>
                </a:lnTo>
                <a:lnTo>
                  <a:pt x="264393" y="42064"/>
                </a:lnTo>
                <a:lnTo>
                  <a:pt x="264630" y="41721"/>
                </a:lnTo>
                <a:lnTo>
                  <a:pt x="264870" y="41380"/>
                </a:lnTo>
                <a:lnTo>
                  <a:pt x="265115" y="41043"/>
                </a:lnTo>
                <a:lnTo>
                  <a:pt x="265364" y="40710"/>
                </a:lnTo>
                <a:lnTo>
                  <a:pt x="265616" y="40379"/>
                </a:lnTo>
                <a:lnTo>
                  <a:pt x="265872" y="40052"/>
                </a:lnTo>
                <a:lnTo>
                  <a:pt x="266132" y="39728"/>
                </a:lnTo>
                <a:lnTo>
                  <a:pt x="266396" y="39408"/>
                </a:lnTo>
                <a:lnTo>
                  <a:pt x="266664" y="39090"/>
                </a:lnTo>
                <a:lnTo>
                  <a:pt x="266935" y="38776"/>
                </a:lnTo>
                <a:lnTo>
                  <a:pt x="267211" y="38466"/>
                </a:lnTo>
                <a:lnTo>
                  <a:pt x="267490" y="38162"/>
                </a:lnTo>
                <a:lnTo>
                  <a:pt x="267774" y="37862"/>
                </a:lnTo>
                <a:lnTo>
                  <a:pt x="268061" y="37569"/>
                </a:lnTo>
                <a:lnTo>
                  <a:pt x="268352" y="37280"/>
                </a:lnTo>
                <a:lnTo>
                  <a:pt x="268647" y="36997"/>
                </a:lnTo>
                <a:lnTo>
                  <a:pt x="268946" y="36719"/>
                </a:lnTo>
                <a:lnTo>
                  <a:pt x="269250" y="36447"/>
                </a:lnTo>
                <a:lnTo>
                  <a:pt x="269557" y="36180"/>
                </a:lnTo>
                <a:lnTo>
                  <a:pt x="269868" y="35918"/>
                </a:lnTo>
                <a:lnTo>
                  <a:pt x="270183" y="35662"/>
                </a:lnTo>
                <a:lnTo>
                  <a:pt x="270502" y="35411"/>
                </a:lnTo>
                <a:lnTo>
                  <a:pt x="270824" y="35165"/>
                </a:lnTo>
                <a:lnTo>
                  <a:pt x="271151" y="34925"/>
                </a:lnTo>
                <a:lnTo>
                  <a:pt x="271482" y="34690"/>
                </a:lnTo>
                <a:lnTo>
                  <a:pt x="271817" y="34460"/>
                </a:lnTo>
                <a:lnTo>
                  <a:pt x="272155" y="34236"/>
                </a:lnTo>
                <a:lnTo>
                  <a:pt x="272498" y="34017"/>
                </a:lnTo>
                <a:lnTo>
                  <a:pt x="272845" y="33803"/>
                </a:lnTo>
                <a:lnTo>
                  <a:pt x="273195" y="33595"/>
                </a:lnTo>
                <a:lnTo>
                  <a:pt x="273550" y="33392"/>
                </a:lnTo>
                <a:lnTo>
                  <a:pt x="273908" y="33195"/>
                </a:lnTo>
                <a:lnTo>
                  <a:pt x="274271" y="33002"/>
                </a:lnTo>
                <a:lnTo>
                  <a:pt x="274637" y="32816"/>
                </a:lnTo>
                <a:lnTo>
                  <a:pt x="275007" y="32635"/>
                </a:lnTo>
                <a:lnTo>
                  <a:pt x="275382" y="32463"/>
                </a:lnTo>
                <a:lnTo>
                  <a:pt x="275760" y="32298"/>
                </a:lnTo>
                <a:lnTo>
                  <a:pt x="276142" y="32140"/>
                </a:lnTo>
                <a:lnTo>
                  <a:pt x="276528" y="31991"/>
                </a:lnTo>
                <a:lnTo>
                  <a:pt x="276918" y="31849"/>
                </a:lnTo>
                <a:lnTo>
                  <a:pt x="277312" y="31714"/>
                </a:lnTo>
                <a:lnTo>
                  <a:pt x="277710" y="31588"/>
                </a:lnTo>
                <a:lnTo>
                  <a:pt x="278112" y="31469"/>
                </a:lnTo>
                <a:lnTo>
                  <a:pt x="278518" y="31358"/>
                </a:lnTo>
                <a:lnTo>
                  <a:pt x="278928" y="31254"/>
                </a:lnTo>
                <a:lnTo>
                  <a:pt x="279342" y="31158"/>
                </a:lnTo>
                <a:lnTo>
                  <a:pt x="279759" y="31070"/>
                </a:lnTo>
                <a:lnTo>
                  <a:pt x="280181" y="30989"/>
                </a:lnTo>
                <a:lnTo>
                  <a:pt x="280607" y="30916"/>
                </a:lnTo>
                <a:lnTo>
                  <a:pt x="281036" y="30851"/>
                </a:lnTo>
                <a:lnTo>
                  <a:pt x="281470" y="30794"/>
                </a:lnTo>
                <a:lnTo>
                  <a:pt x="281907" y="30744"/>
                </a:lnTo>
                <a:lnTo>
                  <a:pt x="282349" y="30701"/>
                </a:lnTo>
                <a:lnTo>
                  <a:pt x="282794" y="30667"/>
                </a:lnTo>
                <a:lnTo>
                  <a:pt x="283244" y="30640"/>
                </a:lnTo>
                <a:lnTo>
                  <a:pt x="283697" y="30621"/>
                </a:lnTo>
                <a:lnTo>
                  <a:pt x="284154" y="30609"/>
                </a:lnTo>
                <a:lnTo>
                  <a:pt x="284616" y="30606"/>
                </a:lnTo>
                <a:lnTo>
                  <a:pt x="285102" y="30615"/>
                </a:lnTo>
                <a:lnTo>
                  <a:pt x="285579" y="30634"/>
                </a:lnTo>
                <a:lnTo>
                  <a:pt x="286047" y="30661"/>
                </a:lnTo>
                <a:lnTo>
                  <a:pt x="286506" y="30696"/>
                </a:lnTo>
                <a:lnTo>
                  <a:pt x="286955" y="30740"/>
                </a:lnTo>
                <a:lnTo>
                  <a:pt x="287395" y="30792"/>
                </a:lnTo>
                <a:lnTo>
                  <a:pt x="287826" y="30853"/>
                </a:lnTo>
                <a:lnTo>
                  <a:pt x="288247" y="30922"/>
                </a:lnTo>
                <a:lnTo>
                  <a:pt x="288659" y="31000"/>
                </a:lnTo>
                <a:lnTo>
                  <a:pt x="289062" y="31086"/>
                </a:lnTo>
                <a:lnTo>
                  <a:pt x="289455" y="31180"/>
                </a:lnTo>
                <a:lnTo>
                  <a:pt x="289839" y="31284"/>
                </a:lnTo>
                <a:lnTo>
                  <a:pt x="290214" y="31395"/>
                </a:lnTo>
                <a:lnTo>
                  <a:pt x="290580" y="31515"/>
                </a:lnTo>
                <a:lnTo>
                  <a:pt x="290936" y="31644"/>
                </a:lnTo>
                <a:lnTo>
                  <a:pt x="291283" y="31781"/>
                </a:lnTo>
                <a:lnTo>
                  <a:pt x="291621" y="31927"/>
                </a:lnTo>
                <a:lnTo>
                  <a:pt x="291949" y="32081"/>
                </a:lnTo>
                <a:lnTo>
                  <a:pt x="292268" y="32244"/>
                </a:lnTo>
                <a:lnTo>
                  <a:pt x="292578" y="32415"/>
                </a:lnTo>
                <a:lnTo>
                  <a:pt x="292878" y="32594"/>
                </a:lnTo>
                <a:lnTo>
                  <a:pt x="293169" y="32782"/>
                </a:lnTo>
                <a:lnTo>
                  <a:pt x="293451" y="32979"/>
                </a:lnTo>
                <a:lnTo>
                  <a:pt x="293724" y="33184"/>
                </a:lnTo>
                <a:lnTo>
                  <a:pt x="293988" y="33396"/>
                </a:lnTo>
                <a:lnTo>
                  <a:pt x="294244" y="33615"/>
                </a:lnTo>
                <a:lnTo>
                  <a:pt x="294493" y="33839"/>
                </a:lnTo>
                <a:lnTo>
                  <a:pt x="294734" y="34069"/>
                </a:lnTo>
                <a:lnTo>
                  <a:pt x="294967" y="34306"/>
                </a:lnTo>
                <a:lnTo>
                  <a:pt x="295193" y="34548"/>
                </a:lnTo>
                <a:lnTo>
                  <a:pt x="295411" y="34797"/>
                </a:lnTo>
                <a:lnTo>
                  <a:pt x="295621" y="35052"/>
                </a:lnTo>
                <a:lnTo>
                  <a:pt x="295824" y="35312"/>
                </a:lnTo>
                <a:lnTo>
                  <a:pt x="296019" y="35579"/>
                </a:lnTo>
                <a:lnTo>
                  <a:pt x="296206" y="35852"/>
                </a:lnTo>
                <a:lnTo>
                  <a:pt x="296386" y="36131"/>
                </a:lnTo>
                <a:lnTo>
                  <a:pt x="296558" y="36416"/>
                </a:lnTo>
                <a:lnTo>
                  <a:pt x="296722" y="36706"/>
                </a:lnTo>
                <a:lnTo>
                  <a:pt x="296879" y="37003"/>
                </a:lnTo>
                <a:lnTo>
                  <a:pt x="297027" y="37306"/>
                </a:lnTo>
                <a:lnTo>
                  <a:pt x="297169" y="37615"/>
                </a:lnTo>
                <a:lnTo>
                  <a:pt x="297302" y="37930"/>
                </a:lnTo>
                <a:lnTo>
                  <a:pt x="297428" y="38252"/>
                </a:lnTo>
                <a:lnTo>
                  <a:pt x="297546" y="38579"/>
                </a:lnTo>
                <a:lnTo>
                  <a:pt x="297657" y="38912"/>
                </a:lnTo>
                <a:lnTo>
                  <a:pt x="297760" y="39251"/>
                </a:lnTo>
                <a:lnTo>
                  <a:pt x="297855" y="39597"/>
                </a:lnTo>
                <a:lnTo>
                  <a:pt x="297943" y="39948"/>
                </a:lnTo>
                <a:lnTo>
                  <a:pt x="298023" y="40304"/>
                </a:lnTo>
                <a:lnTo>
                  <a:pt x="298098" y="40664"/>
                </a:lnTo>
                <a:lnTo>
                  <a:pt x="298166" y="41027"/>
                </a:lnTo>
                <a:lnTo>
                  <a:pt x="298227" y="41394"/>
                </a:lnTo>
                <a:lnTo>
                  <a:pt x="298283" y="41765"/>
                </a:lnTo>
                <a:lnTo>
                  <a:pt x="298332" y="42139"/>
                </a:lnTo>
                <a:lnTo>
                  <a:pt x="298375" y="42517"/>
                </a:lnTo>
                <a:lnTo>
                  <a:pt x="298412" y="42898"/>
                </a:lnTo>
                <a:lnTo>
                  <a:pt x="298442" y="43283"/>
                </a:lnTo>
                <a:lnTo>
                  <a:pt x="298466" y="43672"/>
                </a:lnTo>
                <a:lnTo>
                  <a:pt x="298484" y="44064"/>
                </a:lnTo>
                <a:lnTo>
                  <a:pt x="298495" y="44460"/>
                </a:lnTo>
                <a:lnTo>
                  <a:pt x="298500" y="44860"/>
                </a:lnTo>
                <a:lnTo>
                  <a:pt x="298499" y="45263"/>
                </a:lnTo>
                <a:lnTo>
                  <a:pt x="298492" y="45669"/>
                </a:lnTo>
                <a:lnTo>
                  <a:pt x="298478" y="46080"/>
                </a:lnTo>
                <a:lnTo>
                  <a:pt x="298459" y="46493"/>
                </a:lnTo>
                <a:lnTo>
                  <a:pt x="298432" y="46911"/>
                </a:lnTo>
                <a:lnTo>
                  <a:pt x="298400" y="47332"/>
                </a:lnTo>
                <a:lnTo>
                  <a:pt x="298361" y="47757"/>
                </a:lnTo>
                <a:lnTo>
                  <a:pt x="298316" y="48185"/>
                </a:lnTo>
                <a:lnTo>
                  <a:pt x="298265" y="48617"/>
                </a:lnTo>
                <a:lnTo>
                  <a:pt x="298207" y="49052"/>
                </a:lnTo>
                <a:lnTo>
                  <a:pt x="298144" y="49491"/>
                </a:lnTo>
                <a:lnTo>
                  <a:pt x="289973" y="97509"/>
                </a:lnTo>
                <a:lnTo>
                  <a:pt x="297809" y="97509"/>
                </a:lnTo>
                <a:lnTo>
                  <a:pt x="305829" y="50499"/>
                </a:lnTo>
                <a:lnTo>
                  <a:pt x="306046" y="50496"/>
                </a:lnTo>
                <a:lnTo>
                  <a:pt x="306137" y="50145"/>
                </a:lnTo>
                <a:close/>
                <a:moveTo>
                  <a:pt x="373711" y="87996"/>
                </a:moveTo>
                <a:lnTo>
                  <a:pt x="373939" y="88341"/>
                </a:lnTo>
                <a:lnTo>
                  <a:pt x="374173" y="88682"/>
                </a:lnTo>
                <a:lnTo>
                  <a:pt x="374412" y="89019"/>
                </a:lnTo>
                <a:lnTo>
                  <a:pt x="374657" y="89352"/>
                </a:lnTo>
                <a:lnTo>
                  <a:pt x="374908" y="89681"/>
                </a:lnTo>
                <a:lnTo>
                  <a:pt x="375165" y="90006"/>
                </a:lnTo>
                <a:lnTo>
                  <a:pt x="375427" y="90327"/>
                </a:lnTo>
                <a:lnTo>
                  <a:pt x="375694" y="90645"/>
                </a:lnTo>
                <a:lnTo>
                  <a:pt x="375967" y="90957"/>
                </a:lnTo>
                <a:lnTo>
                  <a:pt x="376245" y="91264"/>
                </a:lnTo>
                <a:lnTo>
                  <a:pt x="376527" y="91566"/>
                </a:lnTo>
                <a:lnTo>
                  <a:pt x="376814" y="91861"/>
                </a:lnTo>
                <a:lnTo>
                  <a:pt x="377106" y="92152"/>
                </a:lnTo>
                <a:lnTo>
                  <a:pt x="377402" y="92436"/>
                </a:lnTo>
                <a:lnTo>
                  <a:pt x="377703" y="92715"/>
                </a:lnTo>
                <a:lnTo>
                  <a:pt x="378009" y="92989"/>
                </a:lnTo>
                <a:lnTo>
                  <a:pt x="378319" y="93257"/>
                </a:lnTo>
                <a:lnTo>
                  <a:pt x="378634" y="93519"/>
                </a:lnTo>
                <a:lnTo>
                  <a:pt x="378953" y="93776"/>
                </a:lnTo>
                <a:lnTo>
                  <a:pt x="379277" y="94027"/>
                </a:lnTo>
                <a:lnTo>
                  <a:pt x="379606" y="94272"/>
                </a:lnTo>
                <a:lnTo>
                  <a:pt x="379940" y="94512"/>
                </a:lnTo>
                <a:lnTo>
                  <a:pt x="380278" y="94747"/>
                </a:lnTo>
                <a:lnTo>
                  <a:pt x="380621" y="94975"/>
                </a:lnTo>
                <a:lnTo>
                  <a:pt x="380968" y="95199"/>
                </a:lnTo>
                <a:lnTo>
                  <a:pt x="381320" y="95416"/>
                </a:lnTo>
                <a:lnTo>
                  <a:pt x="381677" y="95628"/>
                </a:lnTo>
                <a:lnTo>
                  <a:pt x="382038" y="95835"/>
                </a:lnTo>
                <a:lnTo>
                  <a:pt x="382404" y="96036"/>
                </a:lnTo>
                <a:lnTo>
                  <a:pt x="382775" y="96231"/>
                </a:lnTo>
                <a:lnTo>
                  <a:pt x="383150" y="96421"/>
                </a:lnTo>
                <a:lnTo>
                  <a:pt x="383530" y="96605"/>
                </a:lnTo>
                <a:lnTo>
                  <a:pt x="383914" y="96783"/>
                </a:lnTo>
                <a:lnTo>
                  <a:pt x="384302" y="96953"/>
                </a:lnTo>
                <a:lnTo>
                  <a:pt x="384694" y="97116"/>
                </a:lnTo>
                <a:lnTo>
                  <a:pt x="385090" y="97272"/>
                </a:lnTo>
                <a:lnTo>
                  <a:pt x="385489" y="97420"/>
                </a:lnTo>
                <a:lnTo>
                  <a:pt x="385893" y="97562"/>
                </a:lnTo>
                <a:lnTo>
                  <a:pt x="386300" y="97695"/>
                </a:lnTo>
                <a:lnTo>
                  <a:pt x="386711" y="97822"/>
                </a:lnTo>
                <a:lnTo>
                  <a:pt x="387126" y="97941"/>
                </a:lnTo>
                <a:lnTo>
                  <a:pt x="387545" y="98053"/>
                </a:lnTo>
                <a:lnTo>
                  <a:pt x="387967" y="98157"/>
                </a:lnTo>
                <a:lnTo>
                  <a:pt x="388394" y="98254"/>
                </a:lnTo>
                <a:lnTo>
                  <a:pt x="388824" y="98344"/>
                </a:lnTo>
                <a:lnTo>
                  <a:pt x="389258" y="98427"/>
                </a:lnTo>
                <a:lnTo>
                  <a:pt x="389696" y="98502"/>
                </a:lnTo>
                <a:lnTo>
                  <a:pt x="390138" y="98570"/>
                </a:lnTo>
                <a:lnTo>
                  <a:pt x="390583" y="98630"/>
                </a:lnTo>
                <a:lnTo>
                  <a:pt x="391033" y="98683"/>
                </a:lnTo>
                <a:lnTo>
                  <a:pt x="391486" y="98729"/>
                </a:lnTo>
                <a:lnTo>
                  <a:pt x="391943" y="98768"/>
                </a:lnTo>
                <a:lnTo>
                  <a:pt x="392404" y="98799"/>
                </a:lnTo>
                <a:lnTo>
                  <a:pt x="392869" y="98823"/>
                </a:lnTo>
                <a:lnTo>
                  <a:pt x="393338" y="98839"/>
                </a:lnTo>
                <a:lnTo>
                  <a:pt x="393810" y="98849"/>
                </a:lnTo>
                <a:lnTo>
                  <a:pt x="394437" y="98854"/>
                </a:lnTo>
                <a:lnTo>
                  <a:pt x="395058" y="98847"/>
                </a:lnTo>
                <a:lnTo>
                  <a:pt x="395672" y="98828"/>
                </a:lnTo>
                <a:lnTo>
                  <a:pt x="396280" y="98797"/>
                </a:lnTo>
                <a:lnTo>
                  <a:pt x="396880" y="98755"/>
                </a:lnTo>
                <a:lnTo>
                  <a:pt x="397475" y="98700"/>
                </a:lnTo>
                <a:lnTo>
                  <a:pt x="398062" y="98633"/>
                </a:lnTo>
                <a:lnTo>
                  <a:pt x="398643" y="98555"/>
                </a:lnTo>
                <a:lnTo>
                  <a:pt x="399217" y="98464"/>
                </a:lnTo>
                <a:lnTo>
                  <a:pt x="399785" y="98361"/>
                </a:lnTo>
                <a:lnTo>
                  <a:pt x="400346" y="98247"/>
                </a:lnTo>
                <a:lnTo>
                  <a:pt x="400901" y="98120"/>
                </a:lnTo>
                <a:lnTo>
                  <a:pt x="401448" y="97982"/>
                </a:lnTo>
                <a:lnTo>
                  <a:pt x="401990" y="97831"/>
                </a:lnTo>
                <a:lnTo>
                  <a:pt x="402524" y="97669"/>
                </a:lnTo>
                <a:lnTo>
                  <a:pt x="403052" y="97494"/>
                </a:lnTo>
                <a:lnTo>
                  <a:pt x="403573" y="97308"/>
                </a:lnTo>
                <a:lnTo>
                  <a:pt x="404088" y="97109"/>
                </a:lnTo>
                <a:lnTo>
                  <a:pt x="404596" y="96899"/>
                </a:lnTo>
                <a:lnTo>
                  <a:pt x="405097" y="96677"/>
                </a:lnTo>
                <a:lnTo>
                  <a:pt x="405592" y="96442"/>
                </a:lnTo>
                <a:lnTo>
                  <a:pt x="406080" y="96196"/>
                </a:lnTo>
                <a:lnTo>
                  <a:pt x="406562" y="95938"/>
                </a:lnTo>
                <a:lnTo>
                  <a:pt x="407037" y="95668"/>
                </a:lnTo>
                <a:lnTo>
                  <a:pt x="407505" y="95387"/>
                </a:lnTo>
                <a:lnTo>
                  <a:pt x="407968" y="95100"/>
                </a:lnTo>
                <a:lnTo>
                  <a:pt x="408425" y="94805"/>
                </a:lnTo>
                <a:lnTo>
                  <a:pt x="408876" y="94502"/>
                </a:lnTo>
                <a:lnTo>
                  <a:pt x="409321" y="94192"/>
                </a:lnTo>
                <a:lnTo>
                  <a:pt x="409760" y="93874"/>
                </a:lnTo>
                <a:lnTo>
                  <a:pt x="410193" y="93549"/>
                </a:lnTo>
                <a:lnTo>
                  <a:pt x="410620" y="93216"/>
                </a:lnTo>
                <a:lnTo>
                  <a:pt x="411041" y="92875"/>
                </a:lnTo>
                <a:lnTo>
                  <a:pt x="411456" y="92527"/>
                </a:lnTo>
                <a:lnTo>
                  <a:pt x="411865" y="92172"/>
                </a:lnTo>
                <a:lnTo>
                  <a:pt x="412269" y="91808"/>
                </a:lnTo>
                <a:lnTo>
                  <a:pt x="412666" y="91438"/>
                </a:lnTo>
                <a:lnTo>
                  <a:pt x="413058" y="91059"/>
                </a:lnTo>
                <a:lnTo>
                  <a:pt x="413443" y="90674"/>
                </a:lnTo>
                <a:lnTo>
                  <a:pt x="413823" y="90280"/>
                </a:lnTo>
                <a:lnTo>
                  <a:pt x="414197" y="89879"/>
                </a:lnTo>
                <a:lnTo>
                  <a:pt x="414565" y="89471"/>
                </a:lnTo>
                <a:lnTo>
                  <a:pt x="414927" y="89055"/>
                </a:lnTo>
                <a:lnTo>
                  <a:pt x="415282" y="88631"/>
                </a:lnTo>
                <a:lnTo>
                  <a:pt x="415633" y="88200"/>
                </a:lnTo>
                <a:lnTo>
                  <a:pt x="415977" y="87761"/>
                </a:lnTo>
                <a:lnTo>
                  <a:pt x="416315" y="87315"/>
                </a:lnTo>
                <a:lnTo>
                  <a:pt x="416647" y="86861"/>
                </a:lnTo>
                <a:lnTo>
                  <a:pt x="416974" y="86401"/>
                </a:lnTo>
                <a:lnTo>
                  <a:pt x="417295" y="85938"/>
                </a:lnTo>
                <a:lnTo>
                  <a:pt x="417610" y="85471"/>
                </a:lnTo>
                <a:lnTo>
                  <a:pt x="417920" y="85001"/>
                </a:lnTo>
                <a:lnTo>
                  <a:pt x="418225" y="84526"/>
                </a:lnTo>
                <a:lnTo>
                  <a:pt x="418524" y="84048"/>
                </a:lnTo>
                <a:lnTo>
                  <a:pt x="418818" y="83566"/>
                </a:lnTo>
                <a:lnTo>
                  <a:pt x="419106" y="83081"/>
                </a:lnTo>
                <a:lnTo>
                  <a:pt x="419389" y="82592"/>
                </a:lnTo>
                <a:lnTo>
                  <a:pt x="419667" y="82099"/>
                </a:lnTo>
                <a:lnTo>
                  <a:pt x="419938" y="81602"/>
                </a:lnTo>
                <a:lnTo>
                  <a:pt x="420205" y="81101"/>
                </a:lnTo>
                <a:lnTo>
                  <a:pt x="420466" y="80597"/>
                </a:lnTo>
                <a:lnTo>
                  <a:pt x="420721" y="80089"/>
                </a:lnTo>
                <a:lnTo>
                  <a:pt x="420971" y="79578"/>
                </a:lnTo>
                <a:lnTo>
                  <a:pt x="421216" y="79063"/>
                </a:lnTo>
                <a:lnTo>
                  <a:pt x="421455" y="78544"/>
                </a:lnTo>
                <a:lnTo>
                  <a:pt x="421689" y="78021"/>
                </a:lnTo>
                <a:lnTo>
                  <a:pt x="421917" y="77494"/>
                </a:lnTo>
                <a:lnTo>
                  <a:pt x="422140" y="76964"/>
                </a:lnTo>
                <a:lnTo>
                  <a:pt x="422357" y="76430"/>
                </a:lnTo>
                <a:lnTo>
                  <a:pt x="422569" y="75893"/>
                </a:lnTo>
                <a:lnTo>
                  <a:pt x="422775" y="75351"/>
                </a:lnTo>
                <a:lnTo>
                  <a:pt x="422976" y="74806"/>
                </a:lnTo>
                <a:lnTo>
                  <a:pt x="423171" y="74259"/>
                </a:lnTo>
                <a:lnTo>
                  <a:pt x="423362" y="73713"/>
                </a:lnTo>
                <a:lnTo>
                  <a:pt x="423548" y="73167"/>
                </a:lnTo>
                <a:lnTo>
                  <a:pt x="423728" y="72622"/>
                </a:lnTo>
                <a:lnTo>
                  <a:pt x="423904" y="72077"/>
                </a:lnTo>
                <a:lnTo>
                  <a:pt x="424074" y="71533"/>
                </a:lnTo>
                <a:lnTo>
                  <a:pt x="424240" y="70989"/>
                </a:lnTo>
                <a:lnTo>
                  <a:pt x="424401" y="70446"/>
                </a:lnTo>
                <a:lnTo>
                  <a:pt x="424556" y="69903"/>
                </a:lnTo>
                <a:lnTo>
                  <a:pt x="424707" y="69360"/>
                </a:lnTo>
                <a:lnTo>
                  <a:pt x="424853" y="68818"/>
                </a:lnTo>
                <a:lnTo>
                  <a:pt x="424993" y="68277"/>
                </a:lnTo>
                <a:lnTo>
                  <a:pt x="425129" y="67735"/>
                </a:lnTo>
                <a:lnTo>
                  <a:pt x="425259" y="67195"/>
                </a:lnTo>
                <a:lnTo>
                  <a:pt x="425385" y="66655"/>
                </a:lnTo>
                <a:lnTo>
                  <a:pt x="425506" y="66115"/>
                </a:lnTo>
                <a:lnTo>
                  <a:pt x="425621" y="65576"/>
                </a:lnTo>
                <a:lnTo>
                  <a:pt x="425732" y="65037"/>
                </a:lnTo>
                <a:lnTo>
                  <a:pt x="425838" y="64499"/>
                </a:lnTo>
                <a:lnTo>
                  <a:pt x="425938" y="63961"/>
                </a:lnTo>
                <a:lnTo>
                  <a:pt x="426034" y="63423"/>
                </a:lnTo>
                <a:lnTo>
                  <a:pt x="426125" y="62886"/>
                </a:lnTo>
                <a:lnTo>
                  <a:pt x="426210" y="62350"/>
                </a:lnTo>
                <a:lnTo>
                  <a:pt x="426291" y="61814"/>
                </a:lnTo>
                <a:lnTo>
                  <a:pt x="426492" y="60407"/>
                </a:lnTo>
                <a:lnTo>
                  <a:pt x="426557" y="59899"/>
                </a:lnTo>
                <a:lnTo>
                  <a:pt x="426617" y="59390"/>
                </a:lnTo>
                <a:lnTo>
                  <a:pt x="426673" y="58880"/>
                </a:lnTo>
                <a:lnTo>
                  <a:pt x="426725" y="58369"/>
                </a:lnTo>
                <a:lnTo>
                  <a:pt x="426773" y="57857"/>
                </a:lnTo>
                <a:lnTo>
                  <a:pt x="426816" y="57344"/>
                </a:lnTo>
                <a:lnTo>
                  <a:pt x="426855" y="56830"/>
                </a:lnTo>
                <a:lnTo>
                  <a:pt x="426890" y="56315"/>
                </a:lnTo>
                <a:lnTo>
                  <a:pt x="426920" y="55799"/>
                </a:lnTo>
                <a:lnTo>
                  <a:pt x="426946" y="55282"/>
                </a:lnTo>
                <a:lnTo>
                  <a:pt x="426968" y="54765"/>
                </a:lnTo>
                <a:lnTo>
                  <a:pt x="426986" y="54246"/>
                </a:lnTo>
                <a:lnTo>
                  <a:pt x="426999" y="53727"/>
                </a:lnTo>
                <a:lnTo>
                  <a:pt x="427008" y="53206"/>
                </a:lnTo>
                <a:lnTo>
                  <a:pt x="427012" y="52685"/>
                </a:lnTo>
                <a:lnTo>
                  <a:pt x="427013" y="52163"/>
                </a:lnTo>
                <a:lnTo>
                  <a:pt x="427009" y="51639"/>
                </a:lnTo>
                <a:lnTo>
                  <a:pt x="427000" y="51115"/>
                </a:lnTo>
                <a:lnTo>
                  <a:pt x="426988" y="50590"/>
                </a:lnTo>
                <a:lnTo>
                  <a:pt x="426971" y="50064"/>
                </a:lnTo>
                <a:lnTo>
                  <a:pt x="426950" y="49537"/>
                </a:lnTo>
                <a:lnTo>
                  <a:pt x="426924" y="49009"/>
                </a:lnTo>
                <a:lnTo>
                  <a:pt x="426894" y="48481"/>
                </a:lnTo>
                <a:lnTo>
                  <a:pt x="426860" y="47951"/>
                </a:lnTo>
                <a:lnTo>
                  <a:pt x="426821" y="47422"/>
                </a:lnTo>
                <a:lnTo>
                  <a:pt x="426775" y="46897"/>
                </a:lnTo>
                <a:lnTo>
                  <a:pt x="426722" y="46374"/>
                </a:lnTo>
                <a:lnTo>
                  <a:pt x="426664" y="45854"/>
                </a:lnTo>
                <a:lnTo>
                  <a:pt x="426599" y="45338"/>
                </a:lnTo>
                <a:lnTo>
                  <a:pt x="426527" y="44824"/>
                </a:lnTo>
                <a:lnTo>
                  <a:pt x="426449" y="44314"/>
                </a:lnTo>
                <a:lnTo>
                  <a:pt x="426365" y="43806"/>
                </a:lnTo>
                <a:lnTo>
                  <a:pt x="426275" y="43302"/>
                </a:lnTo>
                <a:lnTo>
                  <a:pt x="426178" y="42800"/>
                </a:lnTo>
                <a:lnTo>
                  <a:pt x="426074" y="42302"/>
                </a:lnTo>
                <a:lnTo>
                  <a:pt x="425964" y="41806"/>
                </a:lnTo>
                <a:lnTo>
                  <a:pt x="425848" y="41314"/>
                </a:lnTo>
                <a:lnTo>
                  <a:pt x="425725" y="40825"/>
                </a:lnTo>
                <a:lnTo>
                  <a:pt x="425596" y="40338"/>
                </a:lnTo>
                <a:lnTo>
                  <a:pt x="425461" y="39855"/>
                </a:lnTo>
                <a:lnTo>
                  <a:pt x="425319" y="39375"/>
                </a:lnTo>
                <a:lnTo>
                  <a:pt x="425171" y="38897"/>
                </a:lnTo>
                <a:lnTo>
                  <a:pt x="425017" y="38423"/>
                </a:lnTo>
                <a:lnTo>
                  <a:pt x="424856" y="37952"/>
                </a:lnTo>
                <a:lnTo>
                  <a:pt x="424688" y="37484"/>
                </a:lnTo>
                <a:lnTo>
                  <a:pt x="424514" y="37018"/>
                </a:lnTo>
                <a:lnTo>
                  <a:pt x="424334" y="36556"/>
                </a:lnTo>
                <a:lnTo>
                  <a:pt x="424148" y="36097"/>
                </a:lnTo>
                <a:lnTo>
                  <a:pt x="423954" y="35643"/>
                </a:lnTo>
                <a:lnTo>
                  <a:pt x="423752" y="35196"/>
                </a:lnTo>
                <a:lnTo>
                  <a:pt x="423542" y="34757"/>
                </a:lnTo>
                <a:lnTo>
                  <a:pt x="423325" y="34324"/>
                </a:lnTo>
                <a:lnTo>
                  <a:pt x="423099" y="33899"/>
                </a:lnTo>
                <a:lnTo>
                  <a:pt x="422865" y="33481"/>
                </a:lnTo>
                <a:lnTo>
                  <a:pt x="422623" y="33070"/>
                </a:lnTo>
                <a:lnTo>
                  <a:pt x="422373" y="32667"/>
                </a:lnTo>
                <a:lnTo>
                  <a:pt x="422115" y="32270"/>
                </a:lnTo>
                <a:lnTo>
                  <a:pt x="421849" y="31881"/>
                </a:lnTo>
                <a:lnTo>
                  <a:pt x="421575" y="31499"/>
                </a:lnTo>
                <a:lnTo>
                  <a:pt x="421293" y="31125"/>
                </a:lnTo>
                <a:lnTo>
                  <a:pt x="421003" y="30757"/>
                </a:lnTo>
                <a:lnTo>
                  <a:pt x="420705" y="30397"/>
                </a:lnTo>
                <a:lnTo>
                  <a:pt x="420399" y="30044"/>
                </a:lnTo>
                <a:lnTo>
                  <a:pt x="420085" y="29698"/>
                </a:lnTo>
                <a:lnTo>
                  <a:pt x="419763" y="29359"/>
                </a:lnTo>
                <a:lnTo>
                  <a:pt x="419433" y="29028"/>
                </a:lnTo>
                <a:lnTo>
                  <a:pt x="419094" y="28703"/>
                </a:lnTo>
                <a:lnTo>
                  <a:pt x="418748" y="28386"/>
                </a:lnTo>
                <a:lnTo>
                  <a:pt x="418394" y="28076"/>
                </a:lnTo>
                <a:lnTo>
                  <a:pt x="418032" y="27774"/>
                </a:lnTo>
                <a:lnTo>
                  <a:pt x="417662" y="27478"/>
                </a:lnTo>
                <a:lnTo>
                  <a:pt x="417283" y="27190"/>
                </a:lnTo>
                <a:lnTo>
                  <a:pt x="416896" y="26911"/>
                </a:lnTo>
                <a:lnTo>
                  <a:pt x="416498" y="26644"/>
                </a:lnTo>
                <a:lnTo>
                  <a:pt x="416091" y="26389"/>
                </a:lnTo>
                <a:lnTo>
                  <a:pt x="415673" y="26145"/>
                </a:lnTo>
                <a:lnTo>
                  <a:pt x="415245" y="25912"/>
                </a:lnTo>
                <a:lnTo>
                  <a:pt x="414807" y="25692"/>
                </a:lnTo>
                <a:lnTo>
                  <a:pt x="414359" y="25483"/>
                </a:lnTo>
                <a:lnTo>
                  <a:pt x="413901" y="25285"/>
                </a:lnTo>
                <a:lnTo>
                  <a:pt x="413433" y="25099"/>
                </a:lnTo>
                <a:lnTo>
                  <a:pt x="412955" y="24925"/>
                </a:lnTo>
                <a:lnTo>
                  <a:pt x="412466" y="24763"/>
                </a:lnTo>
                <a:lnTo>
                  <a:pt x="411967" y="24612"/>
                </a:lnTo>
                <a:lnTo>
                  <a:pt x="411459" y="24472"/>
                </a:lnTo>
                <a:lnTo>
                  <a:pt x="410940" y="24345"/>
                </a:lnTo>
                <a:lnTo>
                  <a:pt x="410411" y="24229"/>
                </a:lnTo>
                <a:lnTo>
                  <a:pt x="409872" y="24124"/>
                </a:lnTo>
                <a:lnTo>
                  <a:pt x="409323" y="24032"/>
                </a:lnTo>
                <a:lnTo>
                  <a:pt x="408763" y="23950"/>
                </a:lnTo>
                <a:lnTo>
                  <a:pt x="408194" y="23881"/>
                </a:lnTo>
                <a:lnTo>
                  <a:pt x="407614" y="23823"/>
                </a:lnTo>
                <a:lnTo>
                  <a:pt x="407025" y="23777"/>
                </a:lnTo>
                <a:lnTo>
                  <a:pt x="406425" y="23742"/>
                </a:lnTo>
                <a:lnTo>
                  <a:pt x="405815" y="23719"/>
                </a:lnTo>
                <a:lnTo>
                  <a:pt x="405195" y="23708"/>
                </a:lnTo>
                <a:lnTo>
                  <a:pt x="404672" y="23701"/>
                </a:lnTo>
                <a:lnTo>
                  <a:pt x="404152" y="23702"/>
                </a:lnTo>
                <a:lnTo>
                  <a:pt x="403635" y="23713"/>
                </a:lnTo>
                <a:lnTo>
                  <a:pt x="403122" y="23732"/>
                </a:lnTo>
                <a:lnTo>
                  <a:pt x="402611" y="23759"/>
                </a:lnTo>
                <a:lnTo>
                  <a:pt x="402104" y="23795"/>
                </a:lnTo>
                <a:lnTo>
                  <a:pt x="401600" y="23840"/>
                </a:lnTo>
                <a:lnTo>
                  <a:pt x="401099" y="23894"/>
                </a:lnTo>
                <a:lnTo>
                  <a:pt x="400601" y="23956"/>
                </a:lnTo>
                <a:lnTo>
                  <a:pt x="400106" y="24026"/>
                </a:lnTo>
                <a:lnTo>
                  <a:pt x="399614" y="24105"/>
                </a:lnTo>
                <a:lnTo>
                  <a:pt x="399126" y="24193"/>
                </a:lnTo>
                <a:lnTo>
                  <a:pt x="398640" y="24290"/>
                </a:lnTo>
                <a:lnTo>
                  <a:pt x="398158" y="24395"/>
                </a:lnTo>
                <a:lnTo>
                  <a:pt x="397679" y="24508"/>
                </a:lnTo>
                <a:lnTo>
                  <a:pt x="397203" y="24630"/>
                </a:lnTo>
                <a:lnTo>
                  <a:pt x="396730" y="24761"/>
                </a:lnTo>
                <a:lnTo>
                  <a:pt x="396261" y="24901"/>
                </a:lnTo>
                <a:lnTo>
                  <a:pt x="395794" y="25049"/>
                </a:lnTo>
                <a:lnTo>
                  <a:pt x="395331" y="25205"/>
                </a:lnTo>
                <a:lnTo>
                  <a:pt x="394871" y="25370"/>
                </a:lnTo>
                <a:lnTo>
                  <a:pt x="394413" y="25544"/>
                </a:lnTo>
                <a:lnTo>
                  <a:pt x="393960" y="25727"/>
                </a:lnTo>
                <a:lnTo>
                  <a:pt x="393509" y="25918"/>
                </a:lnTo>
                <a:lnTo>
                  <a:pt x="393061" y="26116"/>
                </a:lnTo>
                <a:lnTo>
                  <a:pt x="392618" y="26321"/>
                </a:lnTo>
                <a:lnTo>
                  <a:pt x="392179" y="26532"/>
                </a:lnTo>
                <a:lnTo>
                  <a:pt x="391743" y="26749"/>
                </a:lnTo>
                <a:lnTo>
                  <a:pt x="391312" y="26973"/>
                </a:lnTo>
                <a:lnTo>
                  <a:pt x="390884" y="27203"/>
                </a:lnTo>
                <a:lnTo>
                  <a:pt x="390461" y="27439"/>
                </a:lnTo>
                <a:lnTo>
                  <a:pt x="390041" y="27681"/>
                </a:lnTo>
                <a:lnTo>
                  <a:pt x="389625" y="27930"/>
                </a:lnTo>
                <a:lnTo>
                  <a:pt x="389214" y="28185"/>
                </a:lnTo>
                <a:lnTo>
                  <a:pt x="388806" y="28446"/>
                </a:lnTo>
                <a:lnTo>
                  <a:pt x="388402" y="28714"/>
                </a:lnTo>
                <a:lnTo>
                  <a:pt x="388002" y="28987"/>
                </a:lnTo>
                <a:lnTo>
                  <a:pt x="387606" y="29268"/>
                </a:lnTo>
                <a:lnTo>
                  <a:pt x="387214" y="29554"/>
                </a:lnTo>
                <a:lnTo>
                  <a:pt x="386826" y="29847"/>
                </a:lnTo>
                <a:lnTo>
                  <a:pt x="386442" y="30145"/>
                </a:lnTo>
                <a:lnTo>
                  <a:pt x="386062" y="30451"/>
                </a:lnTo>
                <a:lnTo>
                  <a:pt x="385686" y="30762"/>
                </a:lnTo>
                <a:lnTo>
                  <a:pt x="385314" y="31080"/>
                </a:lnTo>
                <a:lnTo>
                  <a:pt x="384946" y="31404"/>
                </a:lnTo>
                <a:lnTo>
                  <a:pt x="384582" y="31734"/>
                </a:lnTo>
                <a:lnTo>
                  <a:pt x="384221" y="32071"/>
                </a:lnTo>
                <a:lnTo>
                  <a:pt x="383865" y="32414"/>
                </a:lnTo>
                <a:lnTo>
                  <a:pt x="383513" y="32762"/>
                </a:lnTo>
                <a:lnTo>
                  <a:pt x="383166" y="33114"/>
                </a:lnTo>
                <a:lnTo>
                  <a:pt x="382823" y="33470"/>
                </a:lnTo>
                <a:lnTo>
                  <a:pt x="382485" y="33829"/>
                </a:lnTo>
                <a:lnTo>
                  <a:pt x="382153" y="34193"/>
                </a:lnTo>
                <a:lnTo>
                  <a:pt x="382083" y="34271"/>
                </a:lnTo>
                <a:lnTo>
                  <a:pt x="383296" y="25047"/>
                </a:lnTo>
                <a:lnTo>
                  <a:pt x="375929" y="25047"/>
                </a:lnTo>
                <a:lnTo>
                  <a:pt x="358584" y="125369"/>
                </a:lnTo>
                <a:lnTo>
                  <a:pt x="366486" y="125369"/>
                </a:lnTo>
                <a:lnTo>
                  <a:pt x="373134" y="87060"/>
                </a:lnTo>
                <a:lnTo>
                  <a:pt x="373273" y="87294"/>
                </a:lnTo>
                <a:lnTo>
                  <a:pt x="373489" y="87647"/>
                </a:lnTo>
                <a:lnTo>
                  <a:pt x="373711" y="87996"/>
                </a:lnTo>
                <a:close/>
                <a:moveTo>
                  <a:pt x="381209" y="42834"/>
                </a:moveTo>
                <a:lnTo>
                  <a:pt x="381427" y="42524"/>
                </a:lnTo>
                <a:lnTo>
                  <a:pt x="381647" y="42218"/>
                </a:lnTo>
                <a:lnTo>
                  <a:pt x="381871" y="41914"/>
                </a:lnTo>
                <a:lnTo>
                  <a:pt x="382099" y="41614"/>
                </a:lnTo>
                <a:lnTo>
                  <a:pt x="382329" y="41317"/>
                </a:lnTo>
                <a:lnTo>
                  <a:pt x="382563" y="41023"/>
                </a:lnTo>
                <a:lnTo>
                  <a:pt x="382800" y="40733"/>
                </a:lnTo>
                <a:lnTo>
                  <a:pt x="383040" y="40446"/>
                </a:lnTo>
                <a:lnTo>
                  <a:pt x="383283" y="40162"/>
                </a:lnTo>
                <a:lnTo>
                  <a:pt x="383530" y="39881"/>
                </a:lnTo>
                <a:lnTo>
                  <a:pt x="383780" y="39604"/>
                </a:lnTo>
                <a:lnTo>
                  <a:pt x="384033" y="39329"/>
                </a:lnTo>
                <a:lnTo>
                  <a:pt x="384290" y="39059"/>
                </a:lnTo>
                <a:lnTo>
                  <a:pt x="384549" y="38791"/>
                </a:lnTo>
                <a:lnTo>
                  <a:pt x="384812" y="38526"/>
                </a:lnTo>
                <a:lnTo>
                  <a:pt x="385079" y="38265"/>
                </a:lnTo>
                <a:lnTo>
                  <a:pt x="385348" y="38007"/>
                </a:lnTo>
                <a:lnTo>
                  <a:pt x="385621" y="37753"/>
                </a:lnTo>
                <a:lnTo>
                  <a:pt x="385897" y="37501"/>
                </a:lnTo>
                <a:lnTo>
                  <a:pt x="386176" y="37253"/>
                </a:lnTo>
                <a:lnTo>
                  <a:pt x="386459" y="37008"/>
                </a:lnTo>
                <a:lnTo>
                  <a:pt x="386745" y="36767"/>
                </a:lnTo>
                <a:lnTo>
                  <a:pt x="387033" y="36529"/>
                </a:lnTo>
                <a:lnTo>
                  <a:pt x="387325" y="36296"/>
                </a:lnTo>
                <a:lnTo>
                  <a:pt x="387618" y="36066"/>
                </a:lnTo>
                <a:lnTo>
                  <a:pt x="387915" y="35841"/>
                </a:lnTo>
                <a:lnTo>
                  <a:pt x="388214" y="35621"/>
                </a:lnTo>
                <a:lnTo>
                  <a:pt x="388515" y="35404"/>
                </a:lnTo>
                <a:lnTo>
                  <a:pt x="388819" y="35192"/>
                </a:lnTo>
                <a:lnTo>
                  <a:pt x="389126" y="34985"/>
                </a:lnTo>
                <a:lnTo>
                  <a:pt x="389435" y="34781"/>
                </a:lnTo>
                <a:lnTo>
                  <a:pt x="389747" y="34582"/>
                </a:lnTo>
                <a:lnTo>
                  <a:pt x="390061" y="34387"/>
                </a:lnTo>
                <a:lnTo>
                  <a:pt x="390378" y="34197"/>
                </a:lnTo>
                <a:lnTo>
                  <a:pt x="390697" y="34011"/>
                </a:lnTo>
                <a:lnTo>
                  <a:pt x="391019" y="33829"/>
                </a:lnTo>
                <a:lnTo>
                  <a:pt x="391344" y="33651"/>
                </a:lnTo>
                <a:lnTo>
                  <a:pt x="391671" y="33478"/>
                </a:lnTo>
                <a:lnTo>
                  <a:pt x="392000" y="33309"/>
                </a:lnTo>
                <a:lnTo>
                  <a:pt x="392333" y="33144"/>
                </a:lnTo>
                <a:lnTo>
                  <a:pt x="392667" y="32984"/>
                </a:lnTo>
                <a:lnTo>
                  <a:pt x="393005" y="32828"/>
                </a:lnTo>
                <a:lnTo>
                  <a:pt x="393344" y="32676"/>
                </a:lnTo>
                <a:lnTo>
                  <a:pt x="393687" y="32528"/>
                </a:lnTo>
                <a:lnTo>
                  <a:pt x="394032" y="32385"/>
                </a:lnTo>
                <a:lnTo>
                  <a:pt x="394379" y="32246"/>
                </a:lnTo>
                <a:lnTo>
                  <a:pt x="394729" y="32113"/>
                </a:lnTo>
                <a:lnTo>
                  <a:pt x="395079" y="31985"/>
                </a:lnTo>
                <a:lnTo>
                  <a:pt x="395431" y="31863"/>
                </a:lnTo>
                <a:lnTo>
                  <a:pt x="395785" y="31747"/>
                </a:lnTo>
                <a:lnTo>
                  <a:pt x="396139" y="31637"/>
                </a:lnTo>
                <a:lnTo>
                  <a:pt x="396495" y="31533"/>
                </a:lnTo>
                <a:lnTo>
                  <a:pt x="396852" y="31435"/>
                </a:lnTo>
                <a:lnTo>
                  <a:pt x="397211" y="31342"/>
                </a:lnTo>
                <a:lnTo>
                  <a:pt x="397570" y="31256"/>
                </a:lnTo>
                <a:lnTo>
                  <a:pt x="397931" y="31176"/>
                </a:lnTo>
                <a:lnTo>
                  <a:pt x="398294" y="31101"/>
                </a:lnTo>
                <a:lnTo>
                  <a:pt x="398657" y="31033"/>
                </a:lnTo>
                <a:lnTo>
                  <a:pt x="399022" y="30970"/>
                </a:lnTo>
                <a:lnTo>
                  <a:pt x="399388" y="30913"/>
                </a:lnTo>
                <a:lnTo>
                  <a:pt x="399755" y="30862"/>
                </a:lnTo>
                <a:lnTo>
                  <a:pt x="400124" y="30818"/>
                </a:lnTo>
                <a:lnTo>
                  <a:pt x="400494" y="30779"/>
                </a:lnTo>
                <a:lnTo>
                  <a:pt x="400865" y="30746"/>
                </a:lnTo>
                <a:lnTo>
                  <a:pt x="401237" y="30719"/>
                </a:lnTo>
                <a:lnTo>
                  <a:pt x="401611" y="30698"/>
                </a:lnTo>
                <a:lnTo>
                  <a:pt x="401986" y="30682"/>
                </a:lnTo>
                <a:lnTo>
                  <a:pt x="402363" y="30673"/>
                </a:lnTo>
                <a:lnTo>
                  <a:pt x="402740" y="30670"/>
                </a:lnTo>
                <a:lnTo>
                  <a:pt x="403119" y="30673"/>
                </a:lnTo>
                <a:lnTo>
                  <a:pt x="403617" y="30683"/>
                </a:lnTo>
                <a:lnTo>
                  <a:pt x="404105" y="30703"/>
                </a:lnTo>
                <a:lnTo>
                  <a:pt x="404585" y="30734"/>
                </a:lnTo>
                <a:lnTo>
                  <a:pt x="405056" y="30774"/>
                </a:lnTo>
                <a:lnTo>
                  <a:pt x="405517" y="30824"/>
                </a:lnTo>
                <a:lnTo>
                  <a:pt x="405969" y="30884"/>
                </a:lnTo>
                <a:lnTo>
                  <a:pt x="406413" y="30954"/>
                </a:lnTo>
                <a:lnTo>
                  <a:pt x="406847" y="31033"/>
                </a:lnTo>
                <a:lnTo>
                  <a:pt x="407272" y="31123"/>
                </a:lnTo>
                <a:lnTo>
                  <a:pt x="407688" y="31222"/>
                </a:lnTo>
                <a:lnTo>
                  <a:pt x="408095" y="31332"/>
                </a:lnTo>
                <a:lnTo>
                  <a:pt x="408493" y="31451"/>
                </a:lnTo>
                <a:lnTo>
                  <a:pt x="408882" y="31580"/>
                </a:lnTo>
                <a:lnTo>
                  <a:pt x="409262" y="31719"/>
                </a:lnTo>
                <a:lnTo>
                  <a:pt x="409633" y="31868"/>
                </a:lnTo>
                <a:lnTo>
                  <a:pt x="409995" y="32027"/>
                </a:lnTo>
                <a:lnTo>
                  <a:pt x="410347" y="32195"/>
                </a:lnTo>
                <a:lnTo>
                  <a:pt x="410691" y="32374"/>
                </a:lnTo>
                <a:lnTo>
                  <a:pt x="411025" y="32562"/>
                </a:lnTo>
                <a:lnTo>
                  <a:pt x="411351" y="32761"/>
                </a:lnTo>
                <a:lnTo>
                  <a:pt x="411667" y="32969"/>
                </a:lnTo>
                <a:lnTo>
                  <a:pt x="411974" y="33187"/>
                </a:lnTo>
                <a:lnTo>
                  <a:pt x="412273" y="33415"/>
                </a:lnTo>
                <a:lnTo>
                  <a:pt x="412562" y="33653"/>
                </a:lnTo>
                <a:lnTo>
                  <a:pt x="412843" y="33898"/>
                </a:lnTo>
                <a:lnTo>
                  <a:pt x="413118" y="34149"/>
                </a:lnTo>
                <a:lnTo>
                  <a:pt x="413386" y="34406"/>
                </a:lnTo>
                <a:lnTo>
                  <a:pt x="413647" y="34668"/>
                </a:lnTo>
                <a:lnTo>
                  <a:pt x="413902" y="34935"/>
                </a:lnTo>
                <a:lnTo>
                  <a:pt x="414150" y="35208"/>
                </a:lnTo>
                <a:lnTo>
                  <a:pt x="414392" y="35486"/>
                </a:lnTo>
                <a:lnTo>
                  <a:pt x="414627" y="35770"/>
                </a:lnTo>
                <a:lnTo>
                  <a:pt x="414855" y="36059"/>
                </a:lnTo>
                <a:lnTo>
                  <a:pt x="415077" y="36354"/>
                </a:lnTo>
                <a:lnTo>
                  <a:pt x="415292" y="36654"/>
                </a:lnTo>
                <a:lnTo>
                  <a:pt x="415500" y="36959"/>
                </a:lnTo>
                <a:lnTo>
                  <a:pt x="415702" y="37270"/>
                </a:lnTo>
                <a:lnTo>
                  <a:pt x="415897" y="37587"/>
                </a:lnTo>
                <a:lnTo>
                  <a:pt x="416086" y="37909"/>
                </a:lnTo>
                <a:lnTo>
                  <a:pt x="416268" y="38236"/>
                </a:lnTo>
                <a:lnTo>
                  <a:pt x="416443" y="38569"/>
                </a:lnTo>
                <a:lnTo>
                  <a:pt x="416611" y="38908"/>
                </a:lnTo>
                <a:lnTo>
                  <a:pt x="416773" y="39252"/>
                </a:lnTo>
                <a:lnTo>
                  <a:pt x="416929" y="39601"/>
                </a:lnTo>
                <a:lnTo>
                  <a:pt x="417078" y="39956"/>
                </a:lnTo>
                <a:lnTo>
                  <a:pt x="417220" y="40316"/>
                </a:lnTo>
                <a:lnTo>
                  <a:pt x="417355" y="40682"/>
                </a:lnTo>
                <a:lnTo>
                  <a:pt x="417484" y="41053"/>
                </a:lnTo>
                <a:lnTo>
                  <a:pt x="417607" y="41428"/>
                </a:lnTo>
                <a:lnTo>
                  <a:pt x="417726" y="41805"/>
                </a:lnTo>
                <a:lnTo>
                  <a:pt x="417839" y="42185"/>
                </a:lnTo>
                <a:lnTo>
                  <a:pt x="417948" y="42566"/>
                </a:lnTo>
                <a:lnTo>
                  <a:pt x="418052" y="42950"/>
                </a:lnTo>
                <a:lnTo>
                  <a:pt x="418152" y="43336"/>
                </a:lnTo>
                <a:lnTo>
                  <a:pt x="418246" y="43725"/>
                </a:lnTo>
                <a:lnTo>
                  <a:pt x="418336" y="44115"/>
                </a:lnTo>
                <a:lnTo>
                  <a:pt x="418421" y="44508"/>
                </a:lnTo>
                <a:lnTo>
                  <a:pt x="418502" y="44903"/>
                </a:lnTo>
                <a:lnTo>
                  <a:pt x="418577" y="45300"/>
                </a:lnTo>
                <a:lnTo>
                  <a:pt x="418648" y="45699"/>
                </a:lnTo>
                <a:lnTo>
                  <a:pt x="418714" y="46101"/>
                </a:lnTo>
                <a:lnTo>
                  <a:pt x="418775" y="46504"/>
                </a:lnTo>
                <a:lnTo>
                  <a:pt x="418831" y="46910"/>
                </a:lnTo>
                <a:lnTo>
                  <a:pt x="418883" y="47318"/>
                </a:lnTo>
                <a:lnTo>
                  <a:pt x="418930" y="47729"/>
                </a:lnTo>
                <a:lnTo>
                  <a:pt x="418972" y="48141"/>
                </a:lnTo>
                <a:lnTo>
                  <a:pt x="419010" y="48556"/>
                </a:lnTo>
                <a:lnTo>
                  <a:pt x="419042" y="48973"/>
                </a:lnTo>
                <a:lnTo>
                  <a:pt x="419070" y="49392"/>
                </a:lnTo>
                <a:lnTo>
                  <a:pt x="419093" y="49814"/>
                </a:lnTo>
                <a:lnTo>
                  <a:pt x="419111" y="50237"/>
                </a:lnTo>
                <a:lnTo>
                  <a:pt x="419125" y="50663"/>
                </a:lnTo>
                <a:lnTo>
                  <a:pt x="419135" y="51089"/>
                </a:lnTo>
                <a:lnTo>
                  <a:pt x="419142" y="51513"/>
                </a:lnTo>
                <a:lnTo>
                  <a:pt x="419146" y="51935"/>
                </a:lnTo>
                <a:lnTo>
                  <a:pt x="419147" y="52355"/>
                </a:lnTo>
                <a:lnTo>
                  <a:pt x="419146" y="52773"/>
                </a:lnTo>
                <a:lnTo>
                  <a:pt x="419142" y="53189"/>
                </a:lnTo>
                <a:lnTo>
                  <a:pt x="419135" y="53603"/>
                </a:lnTo>
                <a:lnTo>
                  <a:pt x="419125" y="54016"/>
                </a:lnTo>
                <a:lnTo>
                  <a:pt x="419112" y="54426"/>
                </a:lnTo>
                <a:lnTo>
                  <a:pt x="419097" y="54834"/>
                </a:lnTo>
                <a:lnTo>
                  <a:pt x="419079" y="55240"/>
                </a:lnTo>
                <a:lnTo>
                  <a:pt x="419058" y="55644"/>
                </a:lnTo>
                <a:lnTo>
                  <a:pt x="419034" y="56046"/>
                </a:lnTo>
                <a:lnTo>
                  <a:pt x="419008" y="56447"/>
                </a:lnTo>
                <a:lnTo>
                  <a:pt x="418978" y="56845"/>
                </a:lnTo>
                <a:lnTo>
                  <a:pt x="418946" y="57241"/>
                </a:lnTo>
                <a:lnTo>
                  <a:pt x="418911" y="57636"/>
                </a:lnTo>
                <a:lnTo>
                  <a:pt x="418874" y="58028"/>
                </a:lnTo>
                <a:lnTo>
                  <a:pt x="418833" y="58418"/>
                </a:lnTo>
                <a:lnTo>
                  <a:pt x="418790" y="58807"/>
                </a:lnTo>
                <a:lnTo>
                  <a:pt x="418744" y="59193"/>
                </a:lnTo>
                <a:lnTo>
                  <a:pt x="418695" y="59578"/>
                </a:lnTo>
                <a:lnTo>
                  <a:pt x="418644" y="59960"/>
                </a:lnTo>
                <a:lnTo>
                  <a:pt x="418589" y="60341"/>
                </a:lnTo>
                <a:lnTo>
                  <a:pt x="418388" y="61747"/>
                </a:lnTo>
                <a:lnTo>
                  <a:pt x="418314" y="62177"/>
                </a:lnTo>
                <a:lnTo>
                  <a:pt x="418236" y="62608"/>
                </a:lnTo>
                <a:lnTo>
                  <a:pt x="418154" y="63039"/>
                </a:lnTo>
                <a:lnTo>
                  <a:pt x="418069" y="63471"/>
                </a:lnTo>
                <a:lnTo>
                  <a:pt x="417980" y="63904"/>
                </a:lnTo>
                <a:lnTo>
                  <a:pt x="417888" y="64338"/>
                </a:lnTo>
                <a:lnTo>
                  <a:pt x="417792" y="64772"/>
                </a:lnTo>
                <a:lnTo>
                  <a:pt x="417693" y="65207"/>
                </a:lnTo>
                <a:lnTo>
                  <a:pt x="417589" y="65643"/>
                </a:lnTo>
                <a:lnTo>
                  <a:pt x="417483" y="66079"/>
                </a:lnTo>
                <a:lnTo>
                  <a:pt x="417372" y="66516"/>
                </a:lnTo>
                <a:lnTo>
                  <a:pt x="417258" y="66954"/>
                </a:lnTo>
                <a:lnTo>
                  <a:pt x="417141" y="67392"/>
                </a:lnTo>
                <a:lnTo>
                  <a:pt x="417019" y="67831"/>
                </a:lnTo>
                <a:lnTo>
                  <a:pt x="416895" y="68271"/>
                </a:lnTo>
                <a:lnTo>
                  <a:pt x="416766" y="68712"/>
                </a:lnTo>
                <a:lnTo>
                  <a:pt x="416634" y="69153"/>
                </a:lnTo>
                <a:lnTo>
                  <a:pt x="416498" y="69595"/>
                </a:lnTo>
                <a:lnTo>
                  <a:pt x="416359" y="70038"/>
                </a:lnTo>
                <a:lnTo>
                  <a:pt x="416216" y="70481"/>
                </a:lnTo>
                <a:lnTo>
                  <a:pt x="416070" y="70925"/>
                </a:lnTo>
                <a:lnTo>
                  <a:pt x="415920" y="71370"/>
                </a:lnTo>
                <a:lnTo>
                  <a:pt x="415766" y="71815"/>
                </a:lnTo>
                <a:lnTo>
                  <a:pt x="415609" y="72261"/>
                </a:lnTo>
                <a:lnTo>
                  <a:pt x="415448" y="72706"/>
                </a:lnTo>
                <a:lnTo>
                  <a:pt x="415282" y="73148"/>
                </a:lnTo>
                <a:lnTo>
                  <a:pt x="415113" y="73587"/>
                </a:lnTo>
                <a:lnTo>
                  <a:pt x="414939" y="74023"/>
                </a:lnTo>
                <a:lnTo>
                  <a:pt x="414761" y="74456"/>
                </a:lnTo>
                <a:lnTo>
                  <a:pt x="414579" y="74886"/>
                </a:lnTo>
                <a:lnTo>
                  <a:pt x="414393" y="75313"/>
                </a:lnTo>
                <a:lnTo>
                  <a:pt x="414203" y="75736"/>
                </a:lnTo>
                <a:lnTo>
                  <a:pt x="414008" y="76157"/>
                </a:lnTo>
                <a:lnTo>
                  <a:pt x="413809" y="76575"/>
                </a:lnTo>
                <a:lnTo>
                  <a:pt x="413606" y="76990"/>
                </a:lnTo>
                <a:lnTo>
                  <a:pt x="413399" y="77401"/>
                </a:lnTo>
                <a:lnTo>
                  <a:pt x="413188" y="77810"/>
                </a:lnTo>
                <a:lnTo>
                  <a:pt x="412972" y="78216"/>
                </a:lnTo>
                <a:lnTo>
                  <a:pt x="412752" y="78618"/>
                </a:lnTo>
                <a:lnTo>
                  <a:pt x="412528" y="79018"/>
                </a:lnTo>
                <a:lnTo>
                  <a:pt x="412300" y="79414"/>
                </a:lnTo>
                <a:lnTo>
                  <a:pt x="412068" y="79808"/>
                </a:lnTo>
                <a:lnTo>
                  <a:pt x="411831" y="80199"/>
                </a:lnTo>
                <a:lnTo>
                  <a:pt x="411591" y="80586"/>
                </a:lnTo>
                <a:lnTo>
                  <a:pt x="411346" y="80971"/>
                </a:lnTo>
                <a:lnTo>
                  <a:pt x="411097" y="81352"/>
                </a:lnTo>
                <a:lnTo>
                  <a:pt x="410844" y="81731"/>
                </a:lnTo>
                <a:lnTo>
                  <a:pt x="410586" y="82106"/>
                </a:lnTo>
                <a:lnTo>
                  <a:pt x="410324" y="82477"/>
                </a:lnTo>
                <a:lnTo>
                  <a:pt x="410057" y="82841"/>
                </a:lnTo>
                <a:lnTo>
                  <a:pt x="409786" y="83200"/>
                </a:lnTo>
                <a:lnTo>
                  <a:pt x="409509" y="83552"/>
                </a:lnTo>
                <a:lnTo>
                  <a:pt x="409228" y="83899"/>
                </a:lnTo>
                <a:lnTo>
                  <a:pt x="408941" y="84239"/>
                </a:lnTo>
                <a:lnTo>
                  <a:pt x="408650" y="84572"/>
                </a:lnTo>
                <a:lnTo>
                  <a:pt x="408354" y="84900"/>
                </a:lnTo>
                <a:lnTo>
                  <a:pt x="408053" y="85222"/>
                </a:lnTo>
                <a:lnTo>
                  <a:pt x="407747" y="85537"/>
                </a:lnTo>
                <a:lnTo>
                  <a:pt x="407436" y="85846"/>
                </a:lnTo>
                <a:lnTo>
                  <a:pt x="407120" y="86149"/>
                </a:lnTo>
                <a:lnTo>
                  <a:pt x="406800" y="86446"/>
                </a:lnTo>
                <a:lnTo>
                  <a:pt x="406474" y="86737"/>
                </a:lnTo>
                <a:lnTo>
                  <a:pt x="406144" y="87022"/>
                </a:lnTo>
                <a:lnTo>
                  <a:pt x="405809" y="87300"/>
                </a:lnTo>
                <a:lnTo>
                  <a:pt x="405469" y="87572"/>
                </a:lnTo>
                <a:lnTo>
                  <a:pt x="405124" y="87838"/>
                </a:lnTo>
                <a:lnTo>
                  <a:pt x="404774" y="88098"/>
                </a:lnTo>
                <a:lnTo>
                  <a:pt x="404419" y="88352"/>
                </a:lnTo>
                <a:lnTo>
                  <a:pt x="404060" y="88600"/>
                </a:lnTo>
                <a:lnTo>
                  <a:pt x="403695" y="88841"/>
                </a:lnTo>
                <a:lnTo>
                  <a:pt x="403326" y="89076"/>
                </a:lnTo>
                <a:lnTo>
                  <a:pt x="402952" y="89305"/>
                </a:lnTo>
                <a:lnTo>
                  <a:pt x="402572" y="89527"/>
                </a:lnTo>
                <a:lnTo>
                  <a:pt x="402187" y="89738"/>
                </a:lnTo>
                <a:lnTo>
                  <a:pt x="401796" y="89940"/>
                </a:lnTo>
                <a:lnTo>
                  <a:pt x="401399" y="90132"/>
                </a:lnTo>
                <a:lnTo>
                  <a:pt x="400997" y="90315"/>
                </a:lnTo>
                <a:lnTo>
                  <a:pt x="400589" y="90488"/>
                </a:lnTo>
                <a:lnTo>
                  <a:pt x="400175" y="90651"/>
                </a:lnTo>
                <a:lnTo>
                  <a:pt x="399756" y="90805"/>
                </a:lnTo>
                <a:lnTo>
                  <a:pt x="399330" y="90949"/>
                </a:lnTo>
                <a:lnTo>
                  <a:pt x="398900" y="91083"/>
                </a:lnTo>
                <a:lnTo>
                  <a:pt x="398463" y="91208"/>
                </a:lnTo>
                <a:lnTo>
                  <a:pt x="398021" y="91323"/>
                </a:lnTo>
                <a:lnTo>
                  <a:pt x="397573" y="91428"/>
                </a:lnTo>
                <a:lnTo>
                  <a:pt x="397119" y="91524"/>
                </a:lnTo>
                <a:lnTo>
                  <a:pt x="396660" y="91610"/>
                </a:lnTo>
                <a:lnTo>
                  <a:pt x="396195" y="91686"/>
                </a:lnTo>
                <a:lnTo>
                  <a:pt x="395724" y="91753"/>
                </a:lnTo>
                <a:lnTo>
                  <a:pt x="395248" y="91810"/>
                </a:lnTo>
                <a:lnTo>
                  <a:pt x="394766" y="91858"/>
                </a:lnTo>
                <a:lnTo>
                  <a:pt x="394278" y="91896"/>
                </a:lnTo>
                <a:lnTo>
                  <a:pt x="393784" y="91924"/>
                </a:lnTo>
                <a:lnTo>
                  <a:pt x="393285" y="91943"/>
                </a:lnTo>
                <a:lnTo>
                  <a:pt x="392780" y="91951"/>
                </a:lnTo>
                <a:lnTo>
                  <a:pt x="392270" y="91951"/>
                </a:lnTo>
                <a:lnTo>
                  <a:pt x="391841" y="91941"/>
                </a:lnTo>
                <a:lnTo>
                  <a:pt x="391416" y="91923"/>
                </a:lnTo>
                <a:lnTo>
                  <a:pt x="390993" y="91897"/>
                </a:lnTo>
                <a:lnTo>
                  <a:pt x="390572" y="91863"/>
                </a:lnTo>
                <a:lnTo>
                  <a:pt x="390155" y="91821"/>
                </a:lnTo>
                <a:lnTo>
                  <a:pt x="389739" y="91771"/>
                </a:lnTo>
                <a:lnTo>
                  <a:pt x="389327" y="91712"/>
                </a:lnTo>
                <a:lnTo>
                  <a:pt x="388917" y="91646"/>
                </a:lnTo>
                <a:lnTo>
                  <a:pt x="388510" y="91571"/>
                </a:lnTo>
                <a:lnTo>
                  <a:pt x="388106" y="91488"/>
                </a:lnTo>
                <a:lnTo>
                  <a:pt x="387704" y="91397"/>
                </a:lnTo>
                <a:lnTo>
                  <a:pt x="387306" y="91298"/>
                </a:lnTo>
                <a:lnTo>
                  <a:pt x="386909" y="91190"/>
                </a:lnTo>
                <a:lnTo>
                  <a:pt x="386516" y="91075"/>
                </a:lnTo>
                <a:lnTo>
                  <a:pt x="386125" y="90951"/>
                </a:lnTo>
                <a:lnTo>
                  <a:pt x="385736" y="90820"/>
                </a:lnTo>
                <a:lnTo>
                  <a:pt x="385351" y="90680"/>
                </a:lnTo>
                <a:lnTo>
                  <a:pt x="384968" y="90532"/>
                </a:lnTo>
                <a:lnTo>
                  <a:pt x="384588" y="90376"/>
                </a:lnTo>
                <a:lnTo>
                  <a:pt x="384210" y="90211"/>
                </a:lnTo>
                <a:lnTo>
                  <a:pt x="383835" y="90039"/>
                </a:lnTo>
                <a:lnTo>
                  <a:pt x="383463" y="89858"/>
                </a:lnTo>
                <a:lnTo>
                  <a:pt x="383093" y="89670"/>
                </a:lnTo>
                <a:lnTo>
                  <a:pt x="382726" y="89473"/>
                </a:lnTo>
                <a:lnTo>
                  <a:pt x="382364" y="89269"/>
                </a:lnTo>
                <a:lnTo>
                  <a:pt x="382008" y="89058"/>
                </a:lnTo>
                <a:lnTo>
                  <a:pt x="381657" y="88841"/>
                </a:lnTo>
                <a:lnTo>
                  <a:pt x="381314" y="88618"/>
                </a:lnTo>
                <a:lnTo>
                  <a:pt x="380976" y="88388"/>
                </a:lnTo>
                <a:lnTo>
                  <a:pt x="380644" y="88152"/>
                </a:lnTo>
                <a:lnTo>
                  <a:pt x="380319" y="87910"/>
                </a:lnTo>
                <a:lnTo>
                  <a:pt x="379999" y="87661"/>
                </a:lnTo>
                <a:lnTo>
                  <a:pt x="379686" y="87406"/>
                </a:lnTo>
                <a:lnTo>
                  <a:pt x="379379" y="87144"/>
                </a:lnTo>
                <a:lnTo>
                  <a:pt x="379078" y="86876"/>
                </a:lnTo>
                <a:lnTo>
                  <a:pt x="378784" y="86601"/>
                </a:lnTo>
                <a:lnTo>
                  <a:pt x="378495" y="86321"/>
                </a:lnTo>
                <a:lnTo>
                  <a:pt x="378213" y="86033"/>
                </a:lnTo>
                <a:lnTo>
                  <a:pt x="377936" y="85740"/>
                </a:lnTo>
                <a:lnTo>
                  <a:pt x="377666" y="85440"/>
                </a:lnTo>
                <a:lnTo>
                  <a:pt x="377403" y="85133"/>
                </a:lnTo>
                <a:lnTo>
                  <a:pt x="377145" y="84820"/>
                </a:lnTo>
                <a:lnTo>
                  <a:pt x="376893" y="84501"/>
                </a:lnTo>
                <a:lnTo>
                  <a:pt x="376648" y="84176"/>
                </a:lnTo>
                <a:lnTo>
                  <a:pt x="376409" y="83844"/>
                </a:lnTo>
                <a:lnTo>
                  <a:pt x="376176" y="83505"/>
                </a:lnTo>
                <a:lnTo>
                  <a:pt x="375949" y="83160"/>
                </a:lnTo>
                <a:lnTo>
                  <a:pt x="375728" y="82809"/>
                </a:lnTo>
                <a:lnTo>
                  <a:pt x="375515" y="82453"/>
                </a:lnTo>
                <a:lnTo>
                  <a:pt x="375313" y="82092"/>
                </a:lnTo>
                <a:lnTo>
                  <a:pt x="375120" y="81727"/>
                </a:lnTo>
                <a:lnTo>
                  <a:pt x="374937" y="81357"/>
                </a:lnTo>
                <a:lnTo>
                  <a:pt x="374765" y="80983"/>
                </a:lnTo>
                <a:lnTo>
                  <a:pt x="374602" y="80605"/>
                </a:lnTo>
                <a:lnTo>
                  <a:pt x="374449" y="80223"/>
                </a:lnTo>
                <a:lnTo>
                  <a:pt x="374362" y="79986"/>
                </a:lnTo>
                <a:lnTo>
                  <a:pt x="380669" y="43641"/>
                </a:lnTo>
                <a:lnTo>
                  <a:pt x="380784" y="43464"/>
                </a:lnTo>
                <a:lnTo>
                  <a:pt x="380995" y="43147"/>
                </a:lnTo>
                <a:lnTo>
                  <a:pt x="381209" y="42834"/>
                </a:lnTo>
                <a:close/>
                <a:moveTo>
                  <a:pt x="237102" y="55333"/>
                </a:moveTo>
                <a:lnTo>
                  <a:pt x="237148" y="54824"/>
                </a:lnTo>
                <a:lnTo>
                  <a:pt x="237188" y="54315"/>
                </a:lnTo>
                <a:lnTo>
                  <a:pt x="237222" y="53808"/>
                </a:lnTo>
                <a:lnTo>
                  <a:pt x="237249" y="53301"/>
                </a:lnTo>
                <a:lnTo>
                  <a:pt x="237271" y="52796"/>
                </a:lnTo>
                <a:lnTo>
                  <a:pt x="237286" y="52291"/>
                </a:lnTo>
                <a:lnTo>
                  <a:pt x="237296" y="51787"/>
                </a:lnTo>
                <a:lnTo>
                  <a:pt x="237300" y="51284"/>
                </a:lnTo>
                <a:lnTo>
                  <a:pt x="237297" y="50783"/>
                </a:lnTo>
                <a:lnTo>
                  <a:pt x="237288" y="50282"/>
                </a:lnTo>
                <a:lnTo>
                  <a:pt x="237274" y="49782"/>
                </a:lnTo>
                <a:lnTo>
                  <a:pt x="237253" y="49283"/>
                </a:lnTo>
                <a:lnTo>
                  <a:pt x="237226" y="48784"/>
                </a:lnTo>
                <a:lnTo>
                  <a:pt x="237193" y="48287"/>
                </a:lnTo>
                <a:lnTo>
                  <a:pt x="237155" y="47791"/>
                </a:lnTo>
                <a:lnTo>
                  <a:pt x="237110" y="47295"/>
                </a:lnTo>
                <a:lnTo>
                  <a:pt x="237059" y="46801"/>
                </a:lnTo>
                <a:lnTo>
                  <a:pt x="237002" y="46308"/>
                </a:lnTo>
                <a:lnTo>
                  <a:pt x="236939" y="45815"/>
                </a:lnTo>
                <a:lnTo>
                  <a:pt x="236870" y="45323"/>
                </a:lnTo>
                <a:lnTo>
                  <a:pt x="236795" y="44833"/>
                </a:lnTo>
                <a:lnTo>
                  <a:pt x="236713" y="44344"/>
                </a:lnTo>
                <a:lnTo>
                  <a:pt x="236626" y="43860"/>
                </a:lnTo>
                <a:lnTo>
                  <a:pt x="236532" y="43380"/>
                </a:lnTo>
                <a:lnTo>
                  <a:pt x="236431" y="42903"/>
                </a:lnTo>
                <a:lnTo>
                  <a:pt x="236324" y="42431"/>
                </a:lnTo>
                <a:lnTo>
                  <a:pt x="236211" y="41962"/>
                </a:lnTo>
                <a:lnTo>
                  <a:pt x="236091" y="41498"/>
                </a:lnTo>
                <a:lnTo>
                  <a:pt x="235965" y="41037"/>
                </a:lnTo>
                <a:lnTo>
                  <a:pt x="235832" y="40580"/>
                </a:lnTo>
                <a:lnTo>
                  <a:pt x="235694" y="40127"/>
                </a:lnTo>
                <a:lnTo>
                  <a:pt x="235548" y="39679"/>
                </a:lnTo>
                <a:lnTo>
                  <a:pt x="235397" y="39234"/>
                </a:lnTo>
                <a:lnTo>
                  <a:pt x="235239" y="38793"/>
                </a:lnTo>
                <a:lnTo>
                  <a:pt x="235074" y="38356"/>
                </a:lnTo>
                <a:lnTo>
                  <a:pt x="234903" y="37923"/>
                </a:lnTo>
                <a:lnTo>
                  <a:pt x="234726" y="37494"/>
                </a:lnTo>
                <a:lnTo>
                  <a:pt x="234542" y="37069"/>
                </a:lnTo>
                <a:lnTo>
                  <a:pt x="234352" y="36647"/>
                </a:lnTo>
                <a:lnTo>
                  <a:pt x="234156" y="36230"/>
                </a:lnTo>
                <a:lnTo>
                  <a:pt x="233953" y="35817"/>
                </a:lnTo>
                <a:lnTo>
                  <a:pt x="233744" y="35408"/>
                </a:lnTo>
                <a:lnTo>
                  <a:pt x="233528" y="35002"/>
                </a:lnTo>
                <a:lnTo>
                  <a:pt x="233306" y="34601"/>
                </a:lnTo>
                <a:lnTo>
                  <a:pt x="233078" y="34203"/>
                </a:lnTo>
                <a:lnTo>
                  <a:pt x="232843" y="33811"/>
                </a:lnTo>
                <a:lnTo>
                  <a:pt x="232601" y="33425"/>
                </a:lnTo>
                <a:lnTo>
                  <a:pt x="232352" y="33046"/>
                </a:lnTo>
                <a:lnTo>
                  <a:pt x="232096" y="32674"/>
                </a:lnTo>
                <a:lnTo>
                  <a:pt x="231833" y="32308"/>
                </a:lnTo>
                <a:lnTo>
                  <a:pt x="231563" y="31949"/>
                </a:lnTo>
                <a:lnTo>
                  <a:pt x="231286" y="31597"/>
                </a:lnTo>
                <a:lnTo>
                  <a:pt x="231002" y="31251"/>
                </a:lnTo>
                <a:lnTo>
                  <a:pt x="230711" y="30911"/>
                </a:lnTo>
                <a:lnTo>
                  <a:pt x="230413" y="30579"/>
                </a:lnTo>
                <a:lnTo>
                  <a:pt x="230108" y="30253"/>
                </a:lnTo>
                <a:lnTo>
                  <a:pt x="229796" y="29933"/>
                </a:lnTo>
                <a:lnTo>
                  <a:pt x="229477" y="29620"/>
                </a:lnTo>
                <a:lnTo>
                  <a:pt x="229152" y="29314"/>
                </a:lnTo>
                <a:lnTo>
                  <a:pt x="228819" y="29015"/>
                </a:lnTo>
                <a:lnTo>
                  <a:pt x="228479" y="28722"/>
                </a:lnTo>
                <a:lnTo>
                  <a:pt x="228132" y="28435"/>
                </a:lnTo>
                <a:lnTo>
                  <a:pt x="227779" y="28156"/>
                </a:lnTo>
                <a:lnTo>
                  <a:pt x="227418" y="27883"/>
                </a:lnTo>
                <a:lnTo>
                  <a:pt x="227050" y="27616"/>
                </a:lnTo>
                <a:lnTo>
                  <a:pt x="226676" y="27356"/>
                </a:lnTo>
                <a:lnTo>
                  <a:pt x="226294" y="27103"/>
                </a:lnTo>
                <a:lnTo>
                  <a:pt x="225906" y="26857"/>
                </a:lnTo>
                <a:lnTo>
                  <a:pt x="225510" y="26617"/>
                </a:lnTo>
                <a:lnTo>
                  <a:pt x="225107" y="26385"/>
                </a:lnTo>
                <a:lnTo>
                  <a:pt x="224696" y="26162"/>
                </a:lnTo>
                <a:lnTo>
                  <a:pt x="224278" y="25949"/>
                </a:lnTo>
                <a:lnTo>
                  <a:pt x="223852" y="25746"/>
                </a:lnTo>
                <a:lnTo>
                  <a:pt x="223418" y="25553"/>
                </a:lnTo>
                <a:lnTo>
                  <a:pt x="222976" y="25369"/>
                </a:lnTo>
                <a:lnTo>
                  <a:pt x="222526" y="25195"/>
                </a:lnTo>
                <a:lnTo>
                  <a:pt x="222069" y="25030"/>
                </a:lnTo>
                <a:lnTo>
                  <a:pt x="221603" y="24875"/>
                </a:lnTo>
                <a:lnTo>
                  <a:pt x="221130" y="24730"/>
                </a:lnTo>
                <a:lnTo>
                  <a:pt x="220649" y="24594"/>
                </a:lnTo>
                <a:lnTo>
                  <a:pt x="220161" y="24468"/>
                </a:lnTo>
                <a:lnTo>
                  <a:pt x="219664" y="24352"/>
                </a:lnTo>
                <a:lnTo>
                  <a:pt x="219160" y="24245"/>
                </a:lnTo>
                <a:lnTo>
                  <a:pt x="218648" y="24148"/>
                </a:lnTo>
                <a:lnTo>
                  <a:pt x="218128" y="24061"/>
                </a:lnTo>
                <a:lnTo>
                  <a:pt x="217601" y="23983"/>
                </a:lnTo>
                <a:lnTo>
                  <a:pt x="217066" y="23915"/>
                </a:lnTo>
                <a:lnTo>
                  <a:pt x="216522" y="23856"/>
                </a:lnTo>
                <a:lnTo>
                  <a:pt x="215971" y="23807"/>
                </a:lnTo>
                <a:lnTo>
                  <a:pt x="215413" y="23768"/>
                </a:lnTo>
                <a:lnTo>
                  <a:pt x="214846" y="23738"/>
                </a:lnTo>
                <a:lnTo>
                  <a:pt x="214272" y="23718"/>
                </a:lnTo>
                <a:lnTo>
                  <a:pt x="213690" y="23708"/>
                </a:lnTo>
                <a:lnTo>
                  <a:pt x="213073" y="23702"/>
                </a:lnTo>
                <a:lnTo>
                  <a:pt x="212460" y="23708"/>
                </a:lnTo>
                <a:lnTo>
                  <a:pt x="211852" y="23726"/>
                </a:lnTo>
                <a:lnTo>
                  <a:pt x="211248" y="23755"/>
                </a:lnTo>
                <a:lnTo>
                  <a:pt x="210649" y="23796"/>
                </a:lnTo>
                <a:lnTo>
                  <a:pt x="210055" y="23848"/>
                </a:lnTo>
                <a:lnTo>
                  <a:pt x="209465" y="23911"/>
                </a:lnTo>
                <a:lnTo>
                  <a:pt x="208879" y="23987"/>
                </a:lnTo>
                <a:lnTo>
                  <a:pt x="208298" y="24073"/>
                </a:lnTo>
                <a:lnTo>
                  <a:pt x="207722" y="24172"/>
                </a:lnTo>
                <a:lnTo>
                  <a:pt x="207150" y="24281"/>
                </a:lnTo>
                <a:lnTo>
                  <a:pt x="206583" y="24402"/>
                </a:lnTo>
                <a:lnTo>
                  <a:pt x="206020" y="24535"/>
                </a:lnTo>
                <a:lnTo>
                  <a:pt x="205461" y="24679"/>
                </a:lnTo>
                <a:lnTo>
                  <a:pt x="204908" y="24835"/>
                </a:lnTo>
                <a:lnTo>
                  <a:pt x="204359" y="25002"/>
                </a:lnTo>
                <a:lnTo>
                  <a:pt x="203814" y="25181"/>
                </a:lnTo>
                <a:lnTo>
                  <a:pt x="203274" y="25371"/>
                </a:lnTo>
                <a:lnTo>
                  <a:pt x="202738" y="25573"/>
                </a:lnTo>
                <a:lnTo>
                  <a:pt x="202207" y="25786"/>
                </a:lnTo>
                <a:lnTo>
                  <a:pt x="201681" y="26011"/>
                </a:lnTo>
                <a:lnTo>
                  <a:pt x="201159" y="26248"/>
                </a:lnTo>
                <a:lnTo>
                  <a:pt x="200641" y="26495"/>
                </a:lnTo>
                <a:lnTo>
                  <a:pt x="200128" y="26755"/>
                </a:lnTo>
                <a:lnTo>
                  <a:pt x="199620" y="27024"/>
                </a:lnTo>
                <a:lnTo>
                  <a:pt x="199118" y="27300"/>
                </a:lnTo>
                <a:lnTo>
                  <a:pt x="198621" y="27584"/>
                </a:lnTo>
                <a:lnTo>
                  <a:pt x="198130" y="27876"/>
                </a:lnTo>
                <a:lnTo>
                  <a:pt x="197645" y="28175"/>
                </a:lnTo>
                <a:lnTo>
                  <a:pt x="197165" y="28481"/>
                </a:lnTo>
                <a:lnTo>
                  <a:pt x="196690" y="28796"/>
                </a:lnTo>
                <a:lnTo>
                  <a:pt x="196222" y="29117"/>
                </a:lnTo>
                <a:lnTo>
                  <a:pt x="195758" y="29447"/>
                </a:lnTo>
                <a:lnTo>
                  <a:pt x="195301" y="29784"/>
                </a:lnTo>
                <a:lnTo>
                  <a:pt x="194849" y="30128"/>
                </a:lnTo>
                <a:lnTo>
                  <a:pt x="194402" y="30480"/>
                </a:lnTo>
                <a:lnTo>
                  <a:pt x="193961" y="30840"/>
                </a:lnTo>
                <a:lnTo>
                  <a:pt x="193526" y="31207"/>
                </a:lnTo>
                <a:lnTo>
                  <a:pt x="193096" y="31581"/>
                </a:lnTo>
                <a:lnTo>
                  <a:pt x="192672" y="31964"/>
                </a:lnTo>
                <a:lnTo>
                  <a:pt x="192254" y="32353"/>
                </a:lnTo>
                <a:lnTo>
                  <a:pt x="191841" y="32751"/>
                </a:lnTo>
                <a:lnTo>
                  <a:pt x="191433" y="33156"/>
                </a:lnTo>
                <a:lnTo>
                  <a:pt x="191031" y="33568"/>
                </a:lnTo>
                <a:lnTo>
                  <a:pt x="190635" y="33988"/>
                </a:lnTo>
                <a:lnTo>
                  <a:pt x="190245" y="34416"/>
                </a:lnTo>
                <a:lnTo>
                  <a:pt x="189859" y="34851"/>
                </a:lnTo>
                <a:lnTo>
                  <a:pt x="189480" y="35294"/>
                </a:lnTo>
                <a:lnTo>
                  <a:pt x="189106" y="35742"/>
                </a:lnTo>
                <a:lnTo>
                  <a:pt x="188738" y="36195"/>
                </a:lnTo>
                <a:lnTo>
                  <a:pt x="188376" y="36652"/>
                </a:lnTo>
                <a:lnTo>
                  <a:pt x="188021" y="37113"/>
                </a:lnTo>
                <a:lnTo>
                  <a:pt x="187671" y="37578"/>
                </a:lnTo>
                <a:lnTo>
                  <a:pt x="187326" y="38048"/>
                </a:lnTo>
                <a:lnTo>
                  <a:pt x="186988" y="38521"/>
                </a:lnTo>
                <a:lnTo>
                  <a:pt x="186656" y="38999"/>
                </a:lnTo>
                <a:lnTo>
                  <a:pt x="186330" y="39481"/>
                </a:lnTo>
                <a:lnTo>
                  <a:pt x="186009" y="39968"/>
                </a:lnTo>
                <a:lnTo>
                  <a:pt x="185695" y="40458"/>
                </a:lnTo>
                <a:lnTo>
                  <a:pt x="185386" y="40953"/>
                </a:lnTo>
                <a:lnTo>
                  <a:pt x="185084" y="41451"/>
                </a:lnTo>
                <a:lnTo>
                  <a:pt x="184787" y="41954"/>
                </a:lnTo>
                <a:lnTo>
                  <a:pt x="184496" y="42461"/>
                </a:lnTo>
                <a:lnTo>
                  <a:pt x="184212" y="42973"/>
                </a:lnTo>
                <a:lnTo>
                  <a:pt x="183933" y="43488"/>
                </a:lnTo>
                <a:lnTo>
                  <a:pt x="183660" y="44008"/>
                </a:lnTo>
                <a:lnTo>
                  <a:pt x="183393" y="44532"/>
                </a:lnTo>
                <a:lnTo>
                  <a:pt x="183132" y="45060"/>
                </a:lnTo>
                <a:lnTo>
                  <a:pt x="182877" y="45592"/>
                </a:lnTo>
                <a:lnTo>
                  <a:pt x="182627" y="46129"/>
                </a:lnTo>
                <a:lnTo>
                  <a:pt x="182384" y="46669"/>
                </a:lnTo>
                <a:lnTo>
                  <a:pt x="182147" y="47214"/>
                </a:lnTo>
                <a:lnTo>
                  <a:pt x="181916" y="47761"/>
                </a:lnTo>
                <a:lnTo>
                  <a:pt x="181691" y="48309"/>
                </a:lnTo>
                <a:lnTo>
                  <a:pt x="181474" y="48857"/>
                </a:lnTo>
                <a:lnTo>
                  <a:pt x="181263" y="49406"/>
                </a:lnTo>
                <a:lnTo>
                  <a:pt x="181059" y="49955"/>
                </a:lnTo>
                <a:lnTo>
                  <a:pt x="180862" y="50504"/>
                </a:lnTo>
                <a:lnTo>
                  <a:pt x="180671" y="51054"/>
                </a:lnTo>
                <a:lnTo>
                  <a:pt x="180487" y="51605"/>
                </a:lnTo>
                <a:lnTo>
                  <a:pt x="180310" y="52155"/>
                </a:lnTo>
                <a:lnTo>
                  <a:pt x="180140" y="52707"/>
                </a:lnTo>
                <a:lnTo>
                  <a:pt x="179976" y="53259"/>
                </a:lnTo>
                <a:lnTo>
                  <a:pt x="179819" y="53811"/>
                </a:lnTo>
                <a:lnTo>
                  <a:pt x="179669" y="54364"/>
                </a:lnTo>
                <a:lnTo>
                  <a:pt x="179526" y="54917"/>
                </a:lnTo>
                <a:lnTo>
                  <a:pt x="179389" y="55471"/>
                </a:lnTo>
                <a:lnTo>
                  <a:pt x="179259" y="56025"/>
                </a:lnTo>
                <a:lnTo>
                  <a:pt x="179136" y="56579"/>
                </a:lnTo>
                <a:lnTo>
                  <a:pt x="179020" y="57134"/>
                </a:lnTo>
                <a:lnTo>
                  <a:pt x="178910" y="57690"/>
                </a:lnTo>
                <a:lnTo>
                  <a:pt x="178807" y="58246"/>
                </a:lnTo>
                <a:lnTo>
                  <a:pt x="178711" y="58802"/>
                </a:lnTo>
                <a:lnTo>
                  <a:pt x="178622" y="59359"/>
                </a:lnTo>
                <a:lnTo>
                  <a:pt x="178539" y="59917"/>
                </a:lnTo>
                <a:lnTo>
                  <a:pt x="178463" y="60474"/>
                </a:lnTo>
                <a:lnTo>
                  <a:pt x="178128" y="63421"/>
                </a:lnTo>
                <a:lnTo>
                  <a:pt x="178071" y="63973"/>
                </a:lnTo>
                <a:lnTo>
                  <a:pt x="178020" y="64524"/>
                </a:lnTo>
                <a:lnTo>
                  <a:pt x="177976" y="65073"/>
                </a:lnTo>
                <a:lnTo>
                  <a:pt x="177939" y="65622"/>
                </a:lnTo>
                <a:lnTo>
                  <a:pt x="177909" y="66169"/>
                </a:lnTo>
                <a:lnTo>
                  <a:pt x="177886" y="66715"/>
                </a:lnTo>
                <a:lnTo>
                  <a:pt x="177870" y="67260"/>
                </a:lnTo>
                <a:lnTo>
                  <a:pt x="177861" y="67804"/>
                </a:lnTo>
                <a:lnTo>
                  <a:pt x="177858" y="68347"/>
                </a:lnTo>
                <a:lnTo>
                  <a:pt x="177863" y="68888"/>
                </a:lnTo>
                <a:lnTo>
                  <a:pt x="177875" y="69428"/>
                </a:lnTo>
                <a:lnTo>
                  <a:pt x="177894" y="69968"/>
                </a:lnTo>
                <a:lnTo>
                  <a:pt x="177920" y="70506"/>
                </a:lnTo>
                <a:lnTo>
                  <a:pt x="177953" y="71042"/>
                </a:lnTo>
                <a:lnTo>
                  <a:pt x="177992" y="71578"/>
                </a:lnTo>
                <a:lnTo>
                  <a:pt x="178039" y="72112"/>
                </a:lnTo>
                <a:lnTo>
                  <a:pt x="178093" y="72646"/>
                </a:lnTo>
                <a:lnTo>
                  <a:pt x="178154" y="73178"/>
                </a:lnTo>
                <a:lnTo>
                  <a:pt x="178221" y="73709"/>
                </a:lnTo>
                <a:lnTo>
                  <a:pt x="178296" y="74239"/>
                </a:lnTo>
                <a:lnTo>
                  <a:pt x="178377" y="74767"/>
                </a:lnTo>
                <a:lnTo>
                  <a:pt x="178466" y="75295"/>
                </a:lnTo>
                <a:lnTo>
                  <a:pt x="178562" y="75821"/>
                </a:lnTo>
                <a:lnTo>
                  <a:pt x="178664" y="76346"/>
                </a:lnTo>
                <a:lnTo>
                  <a:pt x="178774" y="76869"/>
                </a:lnTo>
                <a:lnTo>
                  <a:pt x="178890" y="77387"/>
                </a:lnTo>
                <a:lnTo>
                  <a:pt x="179014" y="77901"/>
                </a:lnTo>
                <a:lnTo>
                  <a:pt x="179145" y="78410"/>
                </a:lnTo>
                <a:lnTo>
                  <a:pt x="179283" y="78916"/>
                </a:lnTo>
                <a:lnTo>
                  <a:pt x="179428" y="79417"/>
                </a:lnTo>
                <a:lnTo>
                  <a:pt x="179580" y="79913"/>
                </a:lnTo>
                <a:lnTo>
                  <a:pt x="179739" y="80406"/>
                </a:lnTo>
                <a:lnTo>
                  <a:pt x="179906" y="80894"/>
                </a:lnTo>
                <a:lnTo>
                  <a:pt x="180079" y="81377"/>
                </a:lnTo>
                <a:lnTo>
                  <a:pt x="180260" y="81857"/>
                </a:lnTo>
                <a:lnTo>
                  <a:pt x="180447" y="82332"/>
                </a:lnTo>
                <a:lnTo>
                  <a:pt x="180642" y="82803"/>
                </a:lnTo>
                <a:lnTo>
                  <a:pt x="180844" y="83269"/>
                </a:lnTo>
                <a:lnTo>
                  <a:pt x="181053" y="83732"/>
                </a:lnTo>
                <a:lnTo>
                  <a:pt x="181269" y="84190"/>
                </a:lnTo>
                <a:lnTo>
                  <a:pt x="181492" y="84643"/>
                </a:lnTo>
                <a:lnTo>
                  <a:pt x="181722" y="85092"/>
                </a:lnTo>
                <a:lnTo>
                  <a:pt x="181959" y="85537"/>
                </a:lnTo>
                <a:lnTo>
                  <a:pt x="182203" y="85978"/>
                </a:lnTo>
                <a:lnTo>
                  <a:pt x="182455" y="86415"/>
                </a:lnTo>
                <a:lnTo>
                  <a:pt x="182713" y="86847"/>
                </a:lnTo>
                <a:lnTo>
                  <a:pt x="182979" y="87275"/>
                </a:lnTo>
                <a:lnTo>
                  <a:pt x="183252" y="87698"/>
                </a:lnTo>
                <a:lnTo>
                  <a:pt x="183531" y="88116"/>
                </a:lnTo>
                <a:lnTo>
                  <a:pt x="183818" y="88527"/>
                </a:lnTo>
                <a:lnTo>
                  <a:pt x="184112" y="88930"/>
                </a:lnTo>
                <a:lnTo>
                  <a:pt x="184413" y="89327"/>
                </a:lnTo>
                <a:lnTo>
                  <a:pt x="184722" y="89716"/>
                </a:lnTo>
                <a:lnTo>
                  <a:pt x="185037" y="90098"/>
                </a:lnTo>
                <a:lnTo>
                  <a:pt x="185359" y="90474"/>
                </a:lnTo>
                <a:lnTo>
                  <a:pt x="185689" y="90842"/>
                </a:lnTo>
                <a:lnTo>
                  <a:pt x="186025" y="91203"/>
                </a:lnTo>
                <a:lnTo>
                  <a:pt x="186369" y="91557"/>
                </a:lnTo>
                <a:lnTo>
                  <a:pt x="186720" y="91904"/>
                </a:lnTo>
                <a:lnTo>
                  <a:pt x="187077" y="92244"/>
                </a:lnTo>
                <a:lnTo>
                  <a:pt x="187442" y="92576"/>
                </a:lnTo>
                <a:lnTo>
                  <a:pt x="187814" y="92902"/>
                </a:lnTo>
                <a:lnTo>
                  <a:pt x="188193" y="93220"/>
                </a:lnTo>
                <a:lnTo>
                  <a:pt x="188580" y="93532"/>
                </a:lnTo>
                <a:lnTo>
                  <a:pt x="188973" y="93836"/>
                </a:lnTo>
                <a:lnTo>
                  <a:pt x="189373" y="94133"/>
                </a:lnTo>
                <a:lnTo>
                  <a:pt x="189781" y="94424"/>
                </a:lnTo>
                <a:lnTo>
                  <a:pt x="190195" y="94707"/>
                </a:lnTo>
                <a:lnTo>
                  <a:pt x="190617" y="94983"/>
                </a:lnTo>
                <a:lnTo>
                  <a:pt x="191046" y="95252"/>
                </a:lnTo>
                <a:lnTo>
                  <a:pt x="191481" y="95513"/>
                </a:lnTo>
                <a:lnTo>
                  <a:pt x="191924" y="95768"/>
                </a:lnTo>
                <a:lnTo>
                  <a:pt x="192374" y="96014"/>
                </a:lnTo>
                <a:lnTo>
                  <a:pt x="192831" y="96250"/>
                </a:lnTo>
                <a:lnTo>
                  <a:pt x="193295" y="96475"/>
                </a:lnTo>
                <a:lnTo>
                  <a:pt x="193766" y="96691"/>
                </a:lnTo>
                <a:lnTo>
                  <a:pt x="194244" y="96896"/>
                </a:lnTo>
                <a:lnTo>
                  <a:pt x="194729" y="97091"/>
                </a:lnTo>
                <a:lnTo>
                  <a:pt x="195221" y="97275"/>
                </a:lnTo>
                <a:lnTo>
                  <a:pt x="195719" y="97450"/>
                </a:lnTo>
                <a:lnTo>
                  <a:pt x="196225" y="97614"/>
                </a:lnTo>
                <a:lnTo>
                  <a:pt x="196738" y="97768"/>
                </a:lnTo>
                <a:lnTo>
                  <a:pt x="197258" y="97912"/>
                </a:lnTo>
                <a:lnTo>
                  <a:pt x="197784" y="98045"/>
                </a:lnTo>
                <a:lnTo>
                  <a:pt x="198318" y="98168"/>
                </a:lnTo>
                <a:lnTo>
                  <a:pt x="198859" y="98281"/>
                </a:lnTo>
                <a:lnTo>
                  <a:pt x="199406" y="98384"/>
                </a:lnTo>
                <a:lnTo>
                  <a:pt x="199961" y="98477"/>
                </a:lnTo>
                <a:lnTo>
                  <a:pt x="200522" y="98559"/>
                </a:lnTo>
                <a:lnTo>
                  <a:pt x="201091" y="98631"/>
                </a:lnTo>
                <a:lnTo>
                  <a:pt x="201666" y="98693"/>
                </a:lnTo>
                <a:lnTo>
                  <a:pt x="202249" y="98744"/>
                </a:lnTo>
                <a:lnTo>
                  <a:pt x="202838" y="98786"/>
                </a:lnTo>
                <a:lnTo>
                  <a:pt x="203435" y="98817"/>
                </a:lnTo>
                <a:lnTo>
                  <a:pt x="204038" y="98838"/>
                </a:lnTo>
                <a:lnTo>
                  <a:pt x="204649" y="98849"/>
                </a:lnTo>
                <a:lnTo>
                  <a:pt x="205089" y="98846"/>
                </a:lnTo>
                <a:lnTo>
                  <a:pt x="205527" y="98839"/>
                </a:lnTo>
                <a:lnTo>
                  <a:pt x="205964" y="98826"/>
                </a:lnTo>
                <a:lnTo>
                  <a:pt x="206399" y="98809"/>
                </a:lnTo>
                <a:lnTo>
                  <a:pt x="206833" y="98786"/>
                </a:lnTo>
                <a:lnTo>
                  <a:pt x="207265" y="98759"/>
                </a:lnTo>
                <a:lnTo>
                  <a:pt x="207695" y="98726"/>
                </a:lnTo>
                <a:lnTo>
                  <a:pt x="208124" y="98689"/>
                </a:lnTo>
                <a:lnTo>
                  <a:pt x="208551" y="98646"/>
                </a:lnTo>
                <a:lnTo>
                  <a:pt x="208976" y="98599"/>
                </a:lnTo>
                <a:lnTo>
                  <a:pt x="209400" y="98546"/>
                </a:lnTo>
                <a:lnTo>
                  <a:pt x="209822" y="98489"/>
                </a:lnTo>
                <a:lnTo>
                  <a:pt x="210243" y="98426"/>
                </a:lnTo>
                <a:lnTo>
                  <a:pt x="210662" y="98359"/>
                </a:lnTo>
                <a:lnTo>
                  <a:pt x="211079" y="98286"/>
                </a:lnTo>
                <a:lnTo>
                  <a:pt x="211495" y="98209"/>
                </a:lnTo>
                <a:lnTo>
                  <a:pt x="211909" y="98126"/>
                </a:lnTo>
                <a:lnTo>
                  <a:pt x="212321" y="98039"/>
                </a:lnTo>
                <a:lnTo>
                  <a:pt x="212732" y="97946"/>
                </a:lnTo>
                <a:lnTo>
                  <a:pt x="213141" y="97849"/>
                </a:lnTo>
                <a:lnTo>
                  <a:pt x="213549" y="97746"/>
                </a:lnTo>
                <a:lnTo>
                  <a:pt x="213954" y="97639"/>
                </a:lnTo>
                <a:lnTo>
                  <a:pt x="214359" y="97526"/>
                </a:lnTo>
                <a:lnTo>
                  <a:pt x="214761" y="97409"/>
                </a:lnTo>
                <a:lnTo>
                  <a:pt x="215162" y="97286"/>
                </a:lnTo>
                <a:lnTo>
                  <a:pt x="215560" y="97159"/>
                </a:lnTo>
                <a:lnTo>
                  <a:pt x="215956" y="97026"/>
                </a:lnTo>
                <a:lnTo>
                  <a:pt x="216349" y="96889"/>
                </a:lnTo>
                <a:lnTo>
                  <a:pt x="216740" y="96746"/>
                </a:lnTo>
                <a:lnTo>
                  <a:pt x="217128" y="96599"/>
                </a:lnTo>
                <a:lnTo>
                  <a:pt x="217514" y="96446"/>
                </a:lnTo>
                <a:lnTo>
                  <a:pt x="217898" y="96289"/>
                </a:lnTo>
                <a:lnTo>
                  <a:pt x="218279" y="96126"/>
                </a:lnTo>
                <a:lnTo>
                  <a:pt x="218658" y="95959"/>
                </a:lnTo>
                <a:lnTo>
                  <a:pt x="219034" y="95786"/>
                </a:lnTo>
                <a:lnTo>
                  <a:pt x="219407" y="95609"/>
                </a:lnTo>
                <a:lnTo>
                  <a:pt x="219779" y="95426"/>
                </a:lnTo>
                <a:lnTo>
                  <a:pt x="220148" y="95239"/>
                </a:lnTo>
                <a:lnTo>
                  <a:pt x="220514" y="95046"/>
                </a:lnTo>
                <a:lnTo>
                  <a:pt x="220878" y="94849"/>
                </a:lnTo>
                <a:lnTo>
                  <a:pt x="221240" y="94647"/>
                </a:lnTo>
                <a:lnTo>
                  <a:pt x="221599" y="94439"/>
                </a:lnTo>
                <a:lnTo>
                  <a:pt x="221955" y="94227"/>
                </a:lnTo>
                <a:lnTo>
                  <a:pt x="222309" y="94009"/>
                </a:lnTo>
                <a:lnTo>
                  <a:pt x="222661" y="93787"/>
                </a:lnTo>
                <a:lnTo>
                  <a:pt x="223011" y="93559"/>
                </a:lnTo>
                <a:lnTo>
                  <a:pt x="223357" y="93327"/>
                </a:lnTo>
                <a:lnTo>
                  <a:pt x="223702" y="93089"/>
                </a:lnTo>
                <a:lnTo>
                  <a:pt x="224043" y="92847"/>
                </a:lnTo>
                <a:lnTo>
                  <a:pt x="224382" y="92600"/>
                </a:lnTo>
                <a:lnTo>
                  <a:pt x="224716" y="92349"/>
                </a:lnTo>
                <a:lnTo>
                  <a:pt x="225048" y="92094"/>
                </a:lnTo>
                <a:lnTo>
                  <a:pt x="225376" y="91834"/>
                </a:lnTo>
                <a:lnTo>
                  <a:pt x="225701" y="91570"/>
                </a:lnTo>
                <a:lnTo>
                  <a:pt x="226022" y="91301"/>
                </a:lnTo>
                <a:lnTo>
                  <a:pt x="226340" y="91028"/>
                </a:lnTo>
                <a:lnTo>
                  <a:pt x="226654" y="90750"/>
                </a:lnTo>
                <a:lnTo>
                  <a:pt x="226966" y="90468"/>
                </a:lnTo>
                <a:lnTo>
                  <a:pt x="227273" y="90182"/>
                </a:lnTo>
                <a:lnTo>
                  <a:pt x="227578" y="89891"/>
                </a:lnTo>
                <a:lnTo>
                  <a:pt x="227879" y="89596"/>
                </a:lnTo>
                <a:lnTo>
                  <a:pt x="228177" y="89296"/>
                </a:lnTo>
                <a:lnTo>
                  <a:pt x="228471" y="88992"/>
                </a:lnTo>
                <a:lnTo>
                  <a:pt x="228762" y="88684"/>
                </a:lnTo>
                <a:lnTo>
                  <a:pt x="229050" y="88371"/>
                </a:lnTo>
                <a:lnTo>
                  <a:pt x="229334" y="88054"/>
                </a:lnTo>
                <a:lnTo>
                  <a:pt x="229615" y="87732"/>
                </a:lnTo>
                <a:lnTo>
                  <a:pt x="229892" y="87406"/>
                </a:lnTo>
                <a:lnTo>
                  <a:pt x="230166" y="87075"/>
                </a:lnTo>
                <a:lnTo>
                  <a:pt x="230437" y="86740"/>
                </a:lnTo>
                <a:lnTo>
                  <a:pt x="230704" y="86401"/>
                </a:lnTo>
                <a:lnTo>
                  <a:pt x="230968" y="86057"/>
                </a:lnTo>
                <a:lnTo>
                  <a:pt x="226347" y="82173"/>
                </a:lnTo>
                <a:lnTo>
                  <a:pt x="225983" y="82544"/>
                </a:lnTo>
                <a:lnTo>
                  <a:pt x="225616" y="82908"/>
                </a:lnTo>
                <a:lnTo>
                  <a:pt x="225245" y="83267"/>
                </a:lnTo>
                <a:lnTo>
                  <a:pt x="224872" y="83619"/>
                </a:lnTo>
                <a:lnTo>
                  <a:pt x="224496" y="83966"/>
                </a:lnTo>
                <a:lnTo>
                  <a:pt x="224116" y="84306"/>
                </a:lnTo>
                <a:lnTo>
                  <a:pt x="223734" y="84639"/>
                </a:lnTo>
                <a:lnTo>
                  <a:pt x="223348" y="84967"/>
                </a:lnTo>
                <a:lnTo>
                  <a:pt x="222960" y="85289"/>
                </a:lnTo>
                <a:lnTo>
                  <a:pt x="222569" y="85604"/>
                </a:lnTo>
                <a:lnTo>
                  <a:pt x="222174" y="85913"/>
                </a:lnTo>
                <a:lnTo>
                  <a:pt x="221777" y="86216"/>
                </a:lnTo>
                <a:lnTo>
                  <a:pt x="221376" y="86513"/>
                </a:lnTo>
                <a:lnTo>
                  <a:pt x="220972" y="86804"/>
                </a:lnTo>
                <a:lnTo>
                  <a:pt x="220566" y="87088"/>
                </a:lnTo>
                <a:lnTo>
                  <a:pt x="220156" y="87367"/>
                </a:lnTo>
                <a:lnTo>
                  <a:pt x="219744" y="87639"/>
                </a:lnTo>
                <a:lnTo>
                  <a:pt x="219328" y="87905"/>
                </a:lnTo>
                <a:lnTo>
                  <a:pt x="218909" y="88165"/>
                </a:lnTo>
                <a:lnTo>
                  <a:pt x="218488" y="88419"/>
                </a:lnTo>
                <a:lnTo>
                  <a:pt x="218063" y="88666"/>
                </a:lnTo>
                <a:lnTo>
                  <a:pt x="217635" y="88908"/>
                </a:lnTo>
                <a:lnTo>
                  <a:pt x="217204" y="89143"/>
                </a:lnTo>
                <a:lnTo>
                  <a:pt x="216770" y="89372"/>
                </a:lnTo>
                <a:lnTo>
                  <a:pt x="216333" y="89593"/>
                </a:lnTo>
                <a:lnTo>
                  <a:pt x="215891" y="89805"/>
                </a:lnTo>
                <a:lnTo>
                  <a:pt x="215446" y="90007"/>
                </a:lnTo>
                <a:lnTo>
                  <a:pt x="214996" y="90199"/>
                </a:lnTo>
                <a:lnTo>
                  <a:pt x="214542" y="90382"/>
                </a:lnTo>
                <a:lnTo>
                  <a:pt x="214083" y="90555"/>
                </a:lnTo>
                <a:lnTo>
                  <a:pt x="213621" y="90718"/>
                </a:lnTo>
                <a:lnTo>
                  <a:pt x="213154" y="90872"/>
                </a:lnTo>
                <a:lnTo>
                  <a:pt x="212683" y="91016"/>
                </a:lnTo>
                <a:lnTo>
                  <a:pt x="212208" y="91150"/>
                </a:lnTo>
                <a:lnTo>
                  <a:pt x="211729" y="91275"/>
                </a:lnTo>
                <a:lnTo>
                  <a:pt x="211245" y="91390"/>
                </a:lnTo>
                <a:lnTo>
                  <a:pt x="210758" y="91495"/>
                </a:lnTo>
                <a:lnTo>
                  <a:pt x="210266" y="91591"/>
                </a:lnTo>
                <a:lnTo>
                  <a:pt x="209770" y="91677"/>
                </a:lnTo>
                <a:lnTo>
                  <a:pt x="209270" y="91753"/>
                </a:lnTo>
                <a:lnTo>
                  <a:pt x="208765" y="91820"/>
                </a:lnTo>
                <a:lnTo>
                  <a:pt x="208257" y="91877"/>
                </a:lnTo>
                <a:lnTo>
                  <a:pt x="207744" y="91925"/>
                </a:lnTo>
                <a:lnTo>
                  <a:pt x="207227" y="91963"/>
                </a:lnTo>
                <a:lnTo>
                  <a:pt x="206706" y="91991"/>
                </a:lnTo>
                <a:lnTo>
                  <a:pt x="206181" y="92009"/>
                </a:lnTo>
                <a:lnTo>
                  <a:pt x="205651" y="92018"/>
                </a:lnTo>
                <a:lnTo>
                  <a:pt x="205118" y="92018"/>
                </a:lnTo>
                <a:lnTo>
                  <a:pt x="204641" y="92002"/>
                </a:lnTo>
                <a:lnTo>
                  <a:pt x="204170" y="91978"/>
                </a:lnTo>
                <a:lnTo>
                  <a:pt x="203705" y="91946"/>
                </a:lnTo>
                <a:lnTo>
                  <a:pt x="203247" y="91905"/>
                </a:lnTo>
                <a:lnTo>
                  <a:pt x="202795" y="91856"/>
                </a:lnTo>
                <a:lnTo>
                  <a:pt x="202349" y="91798"/>
                </a:lnTo>
                <a:lnTo>
                  <a:pt x="201909" y="91732"/>
                </a:lnTo>
                <a:lnTo>
                  <a:pt x="201475" y="91657"/>
                </a:lnTo>
                <a:lnTo>
                  <a:pt x="201048" y="91573"/>
                </a:lnTo>
                <a:lnTo>
                  <a:pt x="200626" y="91482"/>
                </a:lnTo>
                <a:lnTo>
                  <a:pt x="200211" y="91381"/>
                </a:lnTo>
                <a:lnTo>
                  <a:pt x="199802" y="91273"/>
                </a:lnTo>
                <a:lnTo>
                  <a:pt x="199399" y="91155"/>
                </a:lnTo>
                <a:lnTo>
                  <a:pt x="199002" y="91030"/>
                </a:lnTo>
                <a:lnTo>
                  <a:pt x="198611" y="90895"/>
                </a:lnTo>
                <a:lnTo>
                  <a:pt x="198227" y="90753"/>
                </a:lnTo>
                <a:lnTo>
                  <a:pt x="197849" y="90601"/>
                </a:lnTo>
                <a:lnTo>
                  <a:pt x="197477" y="90442"/>
                </a:lnTo>
                <a:lnTo>
                  <a:pt x="197111" y="90274"/>
                </a:lnTo>
                <a:lnTo>
                  <a:pt x="196751" y="90097"/>
                </a:lnTo>
                <a:lnTo>
                  <a:pt x="196397" y="89912"/>
                </a:lnTo>
                <a:lnTo>
                  <a:pt x="196050" y="89718"/>
                </a:lnTo>
                <a:lnTo>
                  <a:pt x="195708" y="89516"/>
                </a:lnTo>
                <a:lnTo>
                  <a:pt x="195373" y="89305"/>
                </a:lnTo>
                <a:lnTo>
                  <a:pt x="195044" y="89088"/>
                </a:lnTo>
                <a:lnTo>
                  <a:pt x="194721" y="88864"/>
                </a:lnTo>
                <a:lnTo>
                  <a:pt x="194404" y="88636"/>
                </a:lnTo>
                <a:lnTo>
                  <a:pt x="194093" y="88401"/>
                </a:lnTo>
                <a:lnTo>
                  <a:pt x="193787" y="88161"/>
                </a:lnTo>
                <a:lnTo>
                  <a:pt x="193488" y="87916"/>
                </a:lnTo>
                <a:lnTo>
                  <a:pt x="193194" y="87665"/>
                </a:lnTo>
                <a:lnTo>
                  <a:pt x="192907" y="87408"/>
                </a:lnTo>
                <a:lnTo>
                  <a:pt x="192625" y="87146"/>
                </a:lnTo>
                <a:lnTo>
                  <a:pt x="192349" y="86878"/>
                </a:lnTo>
                <a:lnTo>
                  <a:pt x="192079" y="86604"/>
                </a:lnTo>
                <a:lnTo>
                  <a:pt x="191816" y="86325"/>
                </a:lnTo>
                <a:lnTo>
                  <a:pt x="191558" y="86040"/>
                </a:lnTo>
                <a:lnTo>
                  <a:pt x="191306" y="85750"/>
                </a:lnTo>
                <a:lnTo>
                  <a:pt x="191060" y="85455"/>
                </a:lnTo>
                <a:lnTo>
                  <a:pt x="190819" y="85153"/>
                </a:lnTo>
                <a:lnTo>
                  <a:pt x="190585" y="84846"/>
                </a:lnTo>
                <a:lnTo>
                  <a:pt x="190357" y="84534"/>
                </a:lnTo>
                <a:lnTo>
                  <a:pt x="190134" y="84216"/>
                </a:lnTo>
                <a:lnTo>
                  <a:pt x="189918" y="83892"/>
                </a:lnTo>
                <a:lnTo>
                  <a:pt x="189708" y="83563"/>
                </a:lnTo>
                <a:lnTo>
                  <a:pt x="189503" y="83228"/>
                </a:lnTo>
                <a:lnTo>
                  <a:pt x="189304" y="82887"/>
                </a:lnTo>
                <a:lnTo>
                  <a:pt x="189112" y="82541"/>
                </a:lnTo>
                <a:lnTo>
                  <a:pt x="188924" y="82191"/>
                </a:lnTo>
                <a:lnTo>
                  <a:pt x="188743" y="81838"/>
                </a:lnTo>
                <a:lnTo>
                  <a:pt x="188566" y="81482"/>
                </a:lnTo>
                <a:lnTo>
                  <a:pt x="188394" y="81123"/>
                </a:lnTo>
                <a:lnTo>
                  <a:pt x="188228" y="80761"/>
                </a:lnTo>
                <a:lnTo>
                  <a:pt x="188067" y="80396"/>
                </a:lnTo>
                <a:lnTo>
                  <a:pt x="187912" y="80028"/>
                </a:lnTo>
                <a:lnTo>
                  <a:pt x="187761" y="79658"/>
                </a:lnTo>
                <a:lnTo>
                  <a:pt x="187616" y="79284"/>
                </a:lnTo>
                <a:lnTo>
                  <a:pt x="187476" y="78908"/>
                </a:lnTo>
                <a:lnTo>
                  <a:pt x="187341" y="78529"/>
                </a:lnTo>
                <a:lnTo>
                  <a:pt x="187211" y="78146"/>
                </a:lnTo>
                <a:lnTo>
                  <a:pt x="187087" y="77761"/>
                </a:lnTo>
                <a:lnTo>
                  <a:pt x="186968" y="77373"/>
                </a:lnTo>
                <a:lnTo>
                  <a:pt x="186854" y="76982"/>
                </a:lnTo>
                <a:lnTo>
                  <a:pt x="186745" y="76588"/>
                </a:lnTo>
                <a:lnTo>
                  <a:pt x="186642" y="76192"/>
                </a:lnTo>
                <a:lnTo>
                  <a:pt x="186544" y="75792"/>
                </a:lnTo>
                <a:lnTo>
                  <a:pt x="186451" y="75389"/>
                </a:lnTo>
                <a:lnTo>
                  <a:pt x="186363" y="74984"/>
                </a:lnTo>
                <a:lnTo>
                  <a:pt x="186281" y="74575"/>
                </a:lnTo>
                <a:lnTo>
                  <a:pt x="186203" y="74164"/>
                </a:lnTo>
                <a:lnTo>
                  <a:pt x="186131" y="73750"/>
                </a:lnTo>
                <a:lnTo>
                  <a:pt x="186064" y="73333"/>
                </a:lnTo>
                <a:lnTo>
                  <a:pt x="186003" y="72914"/>
                </a:lnTo>
                <a:lnTo>
                  <a:pt x="185946" y="72496"/>
                </a:lnTo>
                <a:lnTo>
                  <a:pt x="185893" y="72078"/>
                </a:lnTo>
                <a:lnTo>
                  <a:pt x="185846" y="71660"/>
                </a:lnTo>
                <a:lnTo>
                  <a:pt x="185803" y="71243"/>
                </a:lnTo>
                <a:lnTo>
                  <a:pt x="185765" y="70826"/>
                </a:lnTo>
                <a:lnTo>
                  <a:pt x="185732" y="70409"/>
                </a:lnTo>
                <a:lnTo>
                  <a:pt x="185704" y="69992"/>
                </a:lnTo>
                <a:lnTo>
                  <a:pt x="185680" y="69575"/>
                </a:lnTo>
                <a:lnTo>
                  <a:pt x="185661" y="69159"/>
                </a:lnTo>
                <a:lnTo>
                  <a:pt x="185647" y="68743"/>
                </a:lnTo>
                <a:lnTo>
                  <a:pt x="185637" y="68327"/>
                </a:lnTo>
                <a:lnTo>
                  <a:pt x="185633" y="67911"/>
                </a:lnTo>
                <a:lnTo>
                  <a:pt x="185633" y="67496"/>
                </a:lnTo>
                <a:lnTo>
                  <a:pt x="185638" y="67080"/>
                </a:lnTo>
                <a:lnTo>
                  <a:pt x="185648" y="66666"/>
                </a:lnTo>
                <a:lnTo>
                  <a:pt x="185662" y="66251"/>
                </a:lnTo>
                <a:lnTo>
                  <a:pt x="185681" y="65836"/>
                </a:lnTo>
                <a:lnTo>
                  <a:pt x="185705" y="65422"/>
                </a:lnTo>
                <a:lnTo>
                  <a:pt x="185734" y="65008"/>
                </a:lnTo>
                <a:lnTo>
                  <a:pt x="185768" y="64594"/>
                </a:lnTo>
                <a:lnTo>
                  <a:pt x="185806" y="64181"/>
                </a:lnTo>
                <a:lnTo>
                  <a:pt x="185849" y="63767"/>
                </a:lnTo>
                <a:lnTo>
                  <a:pt x="185897" y="63354"/>
                </a:lnTo>
                <a:lnTo>
                  <a:pt x="186121" y="61747"/>
                </a:lnTo>
                <a:lnTo>
                  <a:pt x="236326" y="61747"/>
                </a:lnTo>
                <a:lnTo>
                  <a:pt x="236929" y="56866"/>
                </a:lnTo>
                <a:lnTo>
                  <a:pt x="236993" y="56354"/>
                </a:lnTo>
                <a:lnTo>
                  <a:pt x="237050" y="55843"/>
                </a:lnTo>
                <a:lnTo>
                  <a:pt x="237102" y="55333"/>
                </a:lnTo>
                <a:close/>
                <a:moveTo>
                  <a:pt x="187800" y="53963"/>
                </a:moveTo>
                <a:lnTo>
                  <a:pt x="187936" y="53524"/>
                </a:lnTo>
                <a:lnTo>
                  <a:pt x="188076" y="53085"/>
                </a:lnTo>
                <a:lnTo>
                  <a:pt x="188220" y="52645"/>
                </a:lnTo>
                <a:lnTo>
                  <a:pt x="188369" y="52205"/>
                </a:lnTo>
                <a:lnTo>
                  <a:pt x="188522" y="51764"/>
                </a:lnTo>
                <a:lnTo>
                  <a:pt x="188679" y="51322"/>
                </a:lnTo>
                <a:lnTo>
                  <a:pt x="188841" y="50880"/>
                </a:lnTo>
                <a:lnTo>
                  <a:pt x="189008" y="50437"/>
                </a:lnTo>
                <a:lnTo>
                  <a:pt x="189179" y="49994"/>
                </a:lnTo>
                <a:lnTo>
                  <a:pt x="189354" y="49551"/>
                </a:lnTo>
                <a:lnTo>
                  <a:pt x="189533" y="49112"/>
                </a:lnTo>
                <a:lnTo>
                  <a:pt x="189717" y="48676"/>
                </a:lnTo>
                <a:lnTo>
                  <a:pt x="189906" y="48243"/>
                </a:lnTo>
                <a:lnTo>
                  <a:pt x="190099" y="47813"/>
                </a:lnTo>
                <a:lnTo>
                  <a:pt x="190296" y="47386"/>
                </a:lnTo>
                <a:lnTo>
                  <a:pt x="190498" y="46962"/>
                </a:lnTo>
                <a:lnTo>
                  <a:pt x="190704" y="46541"/>
                </a:lnTo>
                <a:lnTo>
                  <a:pt x="190915" y="46123"/>
                </a:lnTo>
                <a:lnTo>
                  <a:pt x="191130" y="45708"/>
                </a:lnTo>
                <a:lnTo>
                  <a:pt x="191349" y="45296"/>
                </a:lnTo>
                <a:lnTo>
                  <a:pt x="191573" y="44887"/>
                </a:lnTo>
                <a:lnTo>
                  <a:pt x="191801" y="44481"/>
                </a:lnTo>
                <a:lnTo>
                  <a:pt x="192034" y="44078"/>
                </a:lnTo>
                <a:lnTo>
                  <a:pt x="192271" y="43678"/>
                </a:lnTo>
                <a:lnTo>
                  <a:pt x="192512" y="43282"/>
                </a:lnTo>
                <a:lnTo>
                  <a:pt x="192758" y="42888"/>
                </a:lnTo>
                <a:lnTo>
                  <a:pt x="193008" y="42497"/>
                </a:lnTo>
                <a:lnTo>
                  <a:pt x="193263" y="42109"/>
                </a:lnTo>
                <a:lnTo>
                  <a:pt x="193522" y="41725"/>
                </a:lnTo>
                <a:lnTo>
                  <a:pt x="193786" y="41343"/>
                </a:lnTo>
                <a:lnTo>
                  <a:pt x="194054" y="40964"/>
                </a:lnTo>
                <a:lnTo>
                  <a:pt x="194326" y="40588"/>
                </a:lnTo>
                <a:lnTo>
                  <a:pt x="194603" y="40216"/>
                </a:lnTo>
                <a:lnTo>
                  <a:pt x="194885" y="39848"/>
                </a:lnTo>
                <a:lnTo>
                  <a:pt x="195171" y="39486"/>
                </a:lnTo>
                <a:lnTo>
                  <a:pt x="195462" y="39131"/>
                </a:lnTo>
                <a:lnTo>
                  <a:pt x="195758" y="38782"/>
                </a:lnTo>
                <a:lnTo>
                  <a:pt x="196058" y="38439"/>
                </a:lnTo>
                <a:lnTo>
                  <a:pt x="196363" y="38102"/>
                </a:lnTo>
                <a:lnTo>
                  <a:pt x="196673" y="37772"/>
                </a:lnTo>
                <a:lnTo>
                  <a:pt x="196988" y="37448"/>
                </a:lnTo>
                <a:lnTo>
                  <a:pt x="197308" y="37130"/>
                </a:lnTo>
                <a:lnTo>
                  <a:pt x="197632" y="36818"/>
                </a:lnTo>
                <a:lnTo>
                  <a:pt x="197961" y="36513"/>
                </a:lnTo>
                <a:lnTo>
                  <a:pt x="198295" y="36214"/>
                </a:lnTo>
                <a:lnTo>
                  <a:pt x="198634" y="35922"/>
                </a:lnTo>
                <a:lnTo>
                  <a:pt x="198977" y="35635"/>
                </a:lnTo>
                <a:lnTo>
                  <a:pt x="199325" y="35355"/>
                </a:lnTo>
                <a:lnTo>
                  <a:pt x="199678" y="35081"/>
                </a:lnTo>
                <a:lnTo>
                  <a:pt x="200036" y="34814"/>
                </a:lnTo>
                <a:lnTo>
                  <a:pt x="200398" y="34553"/>
                </a:lnTo>
                <a:lnTo>
                  <a:pt x="200765" y="34298"/>
                </a:lnTo>
                <a:lnTo>
                  <a:pt x="201137" y="34049"/>
                </a:lnTo>
                <a:lnTo>
                  <a:pt x="201514" y="33807"/>
                </a:lnTo>
                <a:lnTo>
                  <a:pt x="201896" y="33570"/>
                </a:lnTo>
                <a:lnTo>
                  <a:pt x="202282" y="33341"/>
                </a:lnTo>
                <a:lnTo>
                  <a:pt x="202673" y="33117"/>
                </a:lnTo>
                <a:lnTo>
                  <a:pt x="203069" y="32901"/>
                </a:lnTo>
                <a:lnTo>
                  <a:pt x="203469" y="32695"/>
                </a:lnTo>
                <a:lnTo>
                  <a:pt x="203874" y="32499"/>
                </a:lnTo>
                <a:lnTo>
                  <a:pt x="204283" y="32312"/>
                </a:lnTo>
                <a:lnTo>
                  <a:pt x="204697" y="32135"/>
                </a:lnTo>
                <a:lnTo>
                  <a:pt x="205115" y="31968"/>
                </a:lnTo>
                <a:lnTo>
                  <a:pt x="205538" y="31810"/>
                </a:lnTo>
                <a:lnTo>
                  <a:pt x="205966" y="31662"/>
                </a:lnTo>
                <a:lnTo>
                  <a:pt x="206398" y="31524"/>
                </a:lnTo>
                <a:lnTo>
                  <a:pt x="206834" y="31395"/>
                </a:lnTo>
                <a:lnTo>
                  <a:pt x="207275" y="31276"/>
                </a:lnTo>
                <a:lnTo>
                  <a:pt x="207721" y="31166"/>
                </a:lnTo>
                <a:lnTo>
                  <a:pt x="208171" y="31067"/>
                </a:lnTo>
                <a:lnTo>
                  <a:pt x="208626" y="30976"/>
                </a:lnTo>
                <a:lnTo>
                  <a:pt x="209085" y="30896"/>
                </a:lnTo>
                <a:lnTo>
                  <a:pt x="209549" y="30825"/>
                </a:lnTo>
                <a:lnTo>
                  <a:pt x="210017" y="30764"/>
                </a:lnTo>
                <a:lnTo>
                  <a:pt x="210490" y="30712"/>
                </a:lnTo>
                <a:lnTo>
                  <a:pt x="210967" y="30670"/>
                </a:lnTo>
                <a:lnTo>
                  <a:pt x="211449" y="30638"/>
                </a:lnTo>
                <a:lnTo>
                  <a:pt x="211935" y="30616"/>
                </a:lnTo>
                <a:lnTo>
                  <a:pt x="212426" y="30603"/>
                </a:lnTo>
                <a:lnTo>
                  <a:pt x="212922" y="30599"/>
                </a:lnTo>
                <a:lnTo>
                  <a:pt x="213422" y="30606"/>
                </a:lnTo>
                <a:lnTo>
                  <a:pt x="213948" y="30617"/>
                </a:lnTo>
                <a:lnTo>
                  <a:pt x="214465" y="30640"/>
                </a:lnTo>
                <a:lnTo>
                  <a:pt x="214973" y="30676"/>
                </a:lnTo>
                <a:lnTo>
                  <a:pt x="215472" y="30723"/>
                </a:lnTo>
                <a:lnTo>
                  <a:pt x="215962" y="30781"/>
                </a:lnTo>
                <a:lnTo>
                  <a:pt x="216444" y="30852"/>
                </a:lnTo>
                <a:lnTo>
                  <a:pt x="216917" y="30934"/>
                </a:lnTo>
                <a:lnTo>
                  <a:pt x="217381" y="31029"/>
                </a:lnTo>
                <a:lnTo>
                  <a:pt x="217836" y="31135"/>
                </a:lnTo>
                <a:lnTo>
                  <a:pt x="218282" y="31253"/>
                </a:lnTo>
                <a:lnTo>
                  <a:pt x="218719" y="31383"/>
                </a:lnTo>
                <a:lnTo>
                  <a:pt x="219148" y="31524"/>
                </a:lnTo>
                <a:lnTo>
                  <a:pt x="219568" y="31678"/>
                </a:lnTo>
                <a:lnTo>
                  <a:pt x="219979" y="31843"/>
                </a:lnTo>
                <a:lnTo>
                  <a:pt x="220381" y="32020"/>
                </a:lnTo>
                <a:lnTo>
                  <a:pt x="220774" y="32209"/>
                </a:lnTo>
                <a:lnTo>
                  <a:pt x="221158" y="32410"/>
                </a:lnTo>
                <a:lnTo>
                  <a:pt x="221534" y="32623"/>
                </a:lnTo>
                <a:lnTo>
                  <a:pt x="221900" y="32847"/>
                </a:lnTo>
                <a:lnTo>
                  <a:pt x="222258" y="33083"/>
                </a:lnTo>
                <a:lnTo>
                  <a:pt x="222607" y="33331"/>
                </a:lnTo>
                <a:lnTo>
                  <a:pt x="222948" y="33591"/>
                </a:lnTo>
                <a:lnTo>
                  <a:pt x="223279" y="33863"/>
                </a:lnTo>
                <a:lnTo>
                  <a:pt x="223601" y="34147"/>
                </a:lnTo>
                <a:lnTo>
                  <a:pt x="223915" y="34439"/>
                </a:lnTo>
                <a:lnTo>
                  <a:pt x="224221" y="34738"/>
                </a:lnTo>
                <a:lnTo>
                  <a:pt x="224519" y="35044"/>
                </a:lnTo>
                <a:lnTo>
                  <a:pt x="224808" y="35356"/>
                </a:lnTo>
                <a:lnTo>
                  <a:pt x="225089" y="35675"/>
                </a:lnTo>
                <a:lnTo>
                  <a:pt x="225362" y="36000"/>
                </a:lnTo>
                <a:lnTo>
                  <a:pt x="225626" y="36331"/>
                </a:lnTo>
                <a:lnTo>
                  <a:pt x="225882" y="36669"/>
                </a:lnTo>
                <a:lnTo>
                  <a:pt x="226130" y="37014"/>
                </a:lnTo>
                <a:lnTo>
                  <a:pt x="226370" y="37365"/>
                </a:lnTo>
                <a:lnTo>
                  <a:pt x="226601" y="37722"/>
                </a:lnTo>
                <a:lnTo>
                  <a:pt x="226824" y="38086"/>
                </a:lnTo>
                <a:lnTo>
                  <a:pt x="227039" y="38457"/>
                </a:lnTo>
                <a:lnTo>
                  <a:pt x="227246" y="38834"/>
                </a:lnTo>
                <a:lnTo>
                  <a:pt x="227444" y="39218"/>
                </a:lnTo>
                <a:lnTo>
                  <a:pt x="227635" y="39608"/>
                </a:lnTo>
                <a:lnTo>
                  <a:pt x="227816" y="40004"/>
                </a:lnTo>
                <a:lnTo>
                  <a:pt x="227990" y="40407"/>
                </a:lnTo>
                <a:lnTo>
                  <a:pt x="228156" y="40817"/>
                </a:lnTo>
                <a:lnTo>
                  <a:pt x="228313" y="41233"/>
                </a:lnTo>
                <a:lnTo>
                  <a:pt x="228462" y="41655"/>
                </a:lnTo>
                <a:lnTo>
                  <a:pt x="228602" y="42084"/>
                </a:lnTo>
                <a:lnTo>
                  <a:pt x="228735" y="42520"/>
                </a:lnTo>
                <a:lnTo>
                  <a:pt x="228859" y="42962"/>
                </a:lnTo>
                <a:lnTo>
                  <a:pt x="228975" y="43407"/>
                </a:lnTo>
                <a:lnTo>
                  <a:pt x="229083" y="43854"/>
                </a:lnTo>
                <a:lnTo>
                  <a:pt x="229183" y="44302"/>
                </a:lnTo>
                <a:lnTo>
                  <a:pt x="229274" y="44750"/>
                </a:lnTo>
                <a:lnTo>
                  <a:pt x="229358" y="45199"/>
                </a:lnTo>
                <a:lnTo>
                  <a:pt x="229434" y="45650"/>
                </a:lnTo>
                <a:lnTo>
                  <a:pt x="229502" y="46101"/>
                </a:lnTo>
                <a:lnTo>
                  <a:pt x="229562" y="46553"/>
                </a:lnTo>
                <a:lnTo>
                  <a:pt x="229614" y="47006"/>
                </a:lnTo>
                <a:lnTo>
                  <a:pt x="229657" y="47460"/>
                </a:lnTo>
                <a:lnTo>
                  <a:pt x="229693" y="47915"/>
                </a:lnTo>
                <a:lnTo>
                  <a:pt x="229721" y="48371"/>
                </a:lnTo>
                <a:lnTo>
                  <a:pt x="229741" y="48828"/>
                </a:lnTo>
                <a:lnTo>
                  <a:pt x="229752" y="49286"/>
                </a:lnTo>
                <a:lnTo>
                  <a:pt x="229756" y="49744"/>
                </a:lnTo>
                <a:lnTo>
                  <a:pt x="229752" y="50204"/>
                </a:lnTo>
                <a:lnTo>
                  <a:pt x="229739" y="50664"/>
                </a:lnTo>
                <a:lnTo>
                  <a:pt x="229719" y="51126"/>
                </a:lnTo>
                <a:lnTo>
                  <a:pt x="229690" y="51588"/>
                </a:lnTo>
                <a:lnTo>
                  <a:pt x="229654" y="52051"/>
                </a:lnTo>
                <a:lnTo>
                  <a:pt x="229609" y="52515"/>
                </a:lnTo>
                <a:lnTo>
                  <a:pt x="229557" y="52980"/>
                </a:lnTo>
                <a:lnTo>
                  <a:pt x="229496" y="53446"/>
                </a:lnTo>
                <a:lnTo>
                  <a:pt x="229428" y="53913"/>
                </a:lnTo>
                <a:lnTo>
                  <a:pt x="229227" y="54916"/>
                </a:lnTo>
                <a:lnTo>
                  <a:pt x="187539" y="54854"/>
                </a:lnTo>
                <a:lnTo>
                  <a:pt x="187543" y="54839"/>
                </a:lnTo>
                <a:lnTo>
                  <a:pt x="187669" y="54401"/>
                </a:lnTo>
                <a:lnTo>
                  <a:pt x="187800" y="53963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Clariﬁcation">
            <a:extLst xmlns:a="http://schemas.openxmlformats.org/drawingml/2006/main">
              <a:ext uri="{FF2B5EF4-FFF2-40B4-BE49-F238E27FC236}">
                <a16:creationId xmlns:a16="http://schemas.microsoft.com/office/drawing/2014/main" id="{75943455-67D7-4E17-921F-BCE5FC71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013" y="1870030"/>
            <a:ext cx="678887" cy="105747"/>
          </a:xfrm>
          <a:custGeom xmlns:a="http://schemas.openxmlformats.org/drawingml/2006/main">
            <a:pathLst>
              <a:path w="678887" h="105747">
                <a:moveTo>
                  <a:pt x="243631" y="11811"/>
                </a:moveTo>
                <a:lnTo>
                  <a:pt x="243650" y="11986"/>
                </a:lnTo>
                <a:lnTo>
                  <a:pt x="243675" y="12159"/>
                </a:lnTo>
                <a:lnTo>
                  <a:pt x="243706" y="12330"/>
                </a:lnTo>
                <a:lnTo>
                  <a:pt x="243742" y="12498"/>
                </a:lnTo>
                <a:lnTo>
                  <a:pt x="243784" y="12663"/>
                </a:lnTo>
                <a:lnTo>
                  <a:pt x="243832" y="12826"/>
                </a:lnTo>
                <a:lnTo>
                  <a:pt x="243885" y="12987"/>
                </a:lnTo>
                <a:lnTo>
                  <a:pt x="243943" y="13144"/>
                </a:lnTo>
                <a:lnTo>
                  <a:pt x="244007" y="13300"/>
                </a:lnTo>
                <a:lnTo>
                  <a:pt x="244077" y="13452"/>
                </a:lnTo>
                <a:lnTo>
                  <a:pt x="244152" y="13602"/>
                </a:lnTo>
                <a:lnTo>
                  <a:pt x="244233" y="13750"/>
                </a:lnTo>
                <a:lnTo>
                  <a:pt x="244320" y="13895"/>
                </a:lnTo>
                <a:lnTo>
                  <a:pt x="244412" y="14037"/>
                </a:lnTo>
                <a:lnTo>
                  <a:pt x="244510" y="14177"/>
                </a:lnTo>
                <a:lnTo>
                  <a:pt x="244613" y="14315"/>
                </a:lnTo>
                <a:lnTo>
                  <a:pt x="244722" y="14449"/>
                </a:lnTo>
                <a:lnTo>
                  <a:pt x="244836" y="14582"/>
                </a:lnTo>
                <a:lnTo>
                  <a:pt x="244956" y="14711"/>
                </a:lnTo>
                <a:lnTo>
                  <a:pt x="245080" y="14837"/>
                </a:lnTo>
                <a:lnTo>
                  <a:pt x="245207" y="14957"/>
                </a:lnTo>
                <a:lnTo>
                  <a:pt x="245337" y="15071"/>
                </a:lnTo>
                <a:lnTo>
                  <a:pt x="245470" y="15180"/>
                </a:lnTo>
                <a:lnTo>
                  <a:pt x="245605" y="15283"/>
                </a:lnTo>
                <a:lnTo>
                  <a:pt x="245743" y="15381"/>
                </a:lnTo>
                <a:lnTo>
                  <a:pt x="245884" y="15473"/>
                </a:lnTo>
                <a:lnTo>
                  <a:pt x="246028" y="15560"/>
                </a:lnTo>
                <a:lnTo>
                  <a:pt x="246174" y="15640"/>
                </a:lnTo>
                <a:lnTo>
                  <a:pt x="246323" y="15716"/>
                </a:lnTo>
                <a:lnTo>
                  <a:pt x="246476" y="15786"/>
                </a:lnTo>
                <a:lnTo>
                  <a:pt x="246630" y="15850"/>
                </a:lnTo>
                <a:lnTo>
                  <a:pt x="246788" y="15908"/>
                </a:lnTo>
                <a:lnTo>
                  <a:pt x="246948" y="15961"/>
                </a:lnTo>
                <a:lnTo>
                  <a:pt x="247112" y="16009"/>
                </a:lnTo>
                <a:lnTo>
                  <a:pt x="247278" y="16051"/>
                </a:lnTo>
                <a:lnTo>
                  <a:pt x="247447" y="16087"/>
                </a:lnTo>
                <a:lnTo>
                  <a:pt x="247618" y="16118"/>
                </a:lnTo>
                <a:lnTo>
                  <a:pt x="247793" y="16143"/>
                </a:lnTo>
                <a:lnTo>
                  <a:pt x="247970" y="16162"/>
                </a:lnTo>
                <a:lnTo>
                  <a:pt x="248150" y="16176"/>
                </a:lnTo>
                <a:lnTo>
                  <a:pt x="248333" y="16185"/>
                </a:lnTo>
                <a:lnTo>
                  <a:pt x="248518" y="16187"/>
                </a:lnTo>
                <a:lnTo>
                  <a:pt x="248706" y="16185"/>
                </a:lnTo>
                <a:lnTo>
                  <a:pt x="248895" y="16182"/>
                </a:lnTo>
                <a:lnTo>
                  <a:pt x="249082" y="16174"/>
                </a:lnTo>
                <a:lnTo>
                  <a:pt x="249266" y="16160"/>
                </a:lnTo>
                <a:lnTo>
                  <a:pt x="249448" y="16141"/>
                </a:lnTo>
                <a:lnTo>
                  <a:pt x="249628" y="16116"/>
                </a:lnTo>
                <a:lnTo>
                  <a:pt x="249805" y="16086"/>
                </a:lnTo>
                <a:lnTo>
                  <a:pt x="249981" y="16051"/>
                </a:lnTo>
                <a:lnTo>
                  <a:pt x="250154" y="16010"/>
                </a:lnTo>
                <a:lnTo>
                  <a:pt x="250325" y="15963"/>
                </a:lnTo>
                <a:lnTo>
                  <a:pt x="250494" y="15911"/>
                </a:lnTo>
                <a:lnTo>
                  <a:pt x="250660" y="15854"/>
                </a:lnTo>
                <a:lnTo>
                  <a:pt x="250824" y="15791"/>
                </a:lnTo>
                <a:lnTo>
                  <a:pt x="250987" y="15723"/>
                </a:lnTo>
                <a:lnTo>
                  <a:pt x="251146" y="15649"/>
                </a:lnTo>
                <a:lnTo>
                  <a:pt x="251304" y="15570"/>
                </a:lnTo>
                <a:lnTo>
                  <a:pt x="251460" y="15485"/>
                </a:lnTo>
                <a:lnTo>
                  <a:pt x="251613" y="15395"/>
                </a:lnTo>
                <a:lnTo>
                  <a:pt x="251764" y="15299"/>
                </a:lnTo>
                <a:lnTo>
                  <a:pt x="251913" y="15198"/>
                </a:lnTo>
                <a:lnTo>
                  <a:pt x="252060" y="15092"/>
                </a:lnTo>
                <a:lnTo>
                  <a:pt x="252204" y="14980"/>
                </a:lnTo>
                <a:lnTo>
                  <a:pt x="252346" y="14862"/>
                </a:lnTo>
                <a:lnTo>
                  <a:pt x="252486" y="14739"/>
                </a:lnTo>
                <a:lnTo>
                  <a:pt x="252624" y="14611"/>
                </a:lnTo>
                <a:lnTo>
                  <a:pt x="252758" y="14478"/>
                </a:lnTo>
                <a:lnTo>
                  <a:pt x="252887" y="14344"/>
                </a:lnTo>
                <a:lnTo>
                  <a:pt x="253011" y="14207"/>
                </a:lnTo>
                <a:lnTo>
                  <a:pt x="253129" y="14068"/>
                </a:lnTo>
                <a:lnTo>
                  <a:pt x="253243" y="13927"/>
                </a:lnTo>
                <a:lnTo>
                  <a:pt x="253350" y="13784"/>
                </a:lnTo>
                <a:lnTo>
                  <a:pt x="253453" y="13639"/>
                </a:lnTo>
                <a:lnTo>
                  <a:pt x="253551" y="13491"/>
                </a:lnTo>
                <a:lnTo>
                  <a:pt x="253643" y="13341"/>
                </a:lnTo>
                <a:lnTo>
                  <a:pt x="253730" y="13189"/>
                </a:lnTo>
                <a:lnTo>
                  <a:pt x="253812" y="13034"/>
                </a:lnTo>
                <a:lnTo>
                  <a:pt x="253888" y="12878"/>
                </a:lnTo>
                <a:lnTo>
                  <a:pt x="253960" y="12719"/>
                </a:lnTo>
                <a:lnTo>
                  <a:pt x="254026" y="12558"/>
                </a:lnTo>
                <a:lnTo>
                  <a:pt x="254087" y="12395"/>
                </a:lnTo>
                <a:lnTo>
                  <a:pt x="254142" y="12230"/>
                </a:lnTo>
                <a:lnTo>
                  <a:pt x="254193" y="12062"/>
                </a:lnTo>
                <a:lnTo>
                  <a:pt x="254238" y="11892"/>
                </a:lnTo>
                <a:lnTo>
                  <a:pt x="254278" y="11720"/>
                </a:lnTo>
                <a:lnTo>
                  <a:pt x="254312" y="11546"/>
                </a:lnTo>
                <a:lnTo>
                  <a:pt x="254342" y="11369"/>
                </a:lnTo>
                <a:lnTo>
                  <a:pt x="254366" y="11191"/>
                </a:lnTo>
                <a:lnTo>
                  <a:pt x="254385" y="11010"/>
                </a:lnTo>
                <a:lnTo>
                  <a:pt x="254399" y="10827"/>
                </a:lnTo>
                <a:lnTo>
                  <a:pt x="254407" y="10638"/>
                </a:lnTo>
                <a:lnTo>
                  <a:pt x="254410" y="10452"/>
                </a:lnTo>
                <a:lnTo>
                  <a:pt x="254407" y="10268"/>
                </a:lnTo>
                <a:lnTo>
                  <a:pt x="254398" y="10087"/>
                </a:lnTo>
                <a:lnTo>
                  <a:pt x="254384" y="9907"/>
                </a:lnTo>
                <a:lnTo>
                  <a:pt x="254363" y="9730"/>
                </a:lnTo>
                <a:lnTo>
                  <a:pt x="254338" y="9556"/>
                </a:lnTo>
                <a:lnTo>
                  <a:pt x="254306" y="9383"/>
                </a:lnTo>
                <a:lnTo>
                  <a:pt x="254269" y="9213"/>
                </a:lnTo>
                <a:lnTo>
                  <a:pt x="254226" y="9046"/>
                </a:lnTo>
                <a:lnTo>
                  <a:pt x="254177" y="8880"/>
                </a:lnTo>
                <a:lnTo>
                  <a:pt x="254123" y="8717"/>
                </a:lnTo>
                <a:lnTo>
                  <a:pt x="254063" y="8557"/>
                </a:lnTo>
                <a:lnTo>
                  <a:pt x="253997" y="8398"/>
                </a:lnTo>
                <a:lnTo>
                  <a:pt x="253925" y="8242"/>
                </a:lnTo>
                <a:lnTo>
                  <a:pt x="253848" y="8089"/>
                </a:lnTo>
                <a:lnTo>
                  <a:pt x="253765" y="7937"/>
                </a:lnTo>
                <a:lnTo>
                  <a:pt x="253677" y="7788"/>
                </a:lnTo>
                <a:lnTo>
                  <a:pt x="253583" y="7641"/>
                </a:lnTo>
                <a:lnTo>
                  <a:pt x="253483" y="7497"/>
                </a:lnTo>
                <a:lnTo>
                  <a:pt x="253377" y="7355"/>
                </a:lnTo>
                <a:lnTo>
                  <a:pt x="253266" y="7215"/>
                </a:lnTo>
                <a:lnTo>
                  <a:pt x="253149" y="7078"/>
                </a:lnTo>
                <a:lnTo>
                  <a:pt x="253026" y="6943"/>
                </a:lnTo>
                <a:lnTo>
                  <a:pt x="252899" y="6811"/>
                </a:lnTo>
                <a:lnTo>
                  <a:pt x="252769" y="6686"/>
                </a:lnTo>
                <a:lnTo>
                  <a:pt x="252636" y="6566"/>
                </a:lnTo>
                <a:lnTo>
                  <a:pt x="252501" y="6451"/>
                </a:lnTo>
                <a:lnTo>
                  <a:pt x="252362" y="6343"/>
                </a:lnTo>
                <a:lnTo>
                  <a:pt x="252220" y="6239"/>
                </a:lnTo>
                <a:lnTo>
                  <a:pt x="252076" y="6142"/>
                </a:lnTo>
                <a:lnTo>
                  <a:pt x="251929" y="6050"/>
                </a:lnTo>
                <a:lnTo>
                  <a:pt x="251778" y="5963"/>
                </a:lnTo>
                <a:lnTo>
                  <a:pt x="251625" y="5882"/>
                </a:lnTo>
                <a:lnTo>
                  <a:pt x="251469" y="5807"/>
                </a:lnTo>
                <a:lnTo>
                  <a:pt x="251310" y="5737"/>
                </a:lnTo>
                <a:lnTo>
                  <a:pt x="251148" y="5673"/>
                </a:lnTo>
                <a:lnTo>
                  <a:pt x="250983" y="5614"/>
                </a:lnTo>
                <a:lnTo>
                  <a:pt x="250816" y="5561"/>
                </a:lnTo>
                <a:lnTo>
                  <a:pt x="250645" y="5514"/>
                </a:lnTo>
                <a:lnTo>
                  <a:pt x="250471" y="5472"/>
                </a:lnTo>
                <a:lnTo>
                  <a:pt x="250295" y="5436"/>
                </a:lnTo>
                <a:lnTo>
                  <a:pt x="250116" y="5405"/>
                </a:lnTo>
                <a:lnTo>
                  <a:pt x="249933" y="5380"/>
                </a:lnTo>
                <a:lnTo>
                  <a:pt x="249748" y="5360"/>
                </a:lnTo>
                <a:lnTo>
                  <a:pt x="249560" y="5346"/>
                </a:lnTo>
                <a:lnTo>
                  <a:pt x="249369" y="5338"/>
                </a:lnTo>
                <a:lnTo>
                  <a:pt x="249175" y="5335"/>
                </a:lnTo>
                <a:lnTo>
                  <a:pt x="248987" y="5344"/>
                </a:lnTo>
                <a:lnTo>
                  <a:pt x="248800" y="5357"/>
                </a:lnTo>
                <a:lnTo>
                  <a:pt x="248616" y="5376"/>
                </a:lnTo>
                <a:lnTo>
                  <a:pt x="248435" y="5400"/>
                </a:lnTo>
                <a:lnTo>
                  <a:pt x="248256" y="5430"/>
                </a:lnTo>
                <a:lnTo>
                  <a:pt x="248079" y="5465"/>
                </a:lnTo>
                <a:lnTo>
                  <a:pt x="247904" y="5505"/>
                </a:lnTo>
                <a:lnTo>
                  <a:pt x="247732" y="5551"/>
                </a:lnTo>
                <a:lnTo>
                  <a:pt x="247562" y="5602"/>
                </a:lnTo>
                <a:lnTo>
                  <a:pt x="247394" y="5659"/>
                </a:lnTo>
                <a:lnTo>
                  <a:pt x="247229" y="5720"/>
                </a:lnTo>
                <a:lnTo>
                  <a:pt x="247066" y="5787"/>
                </a:lnTo>
                <a:lnTo>
                  <a:pt x="246905" y="5860"/>
                </a:lnTo>
                <a:lnTo>
                  <a:pt x="246747" y="5938"/>
                </a:lnTo>
                <a:lnTo>
                  <a:pt x="246591" y="6021"/>
                </a:lnTo>
                <a:lnTo>
                  <a:pt x="246437" y="6109"/>
                </a:lnTo>
                <a:lnTo>
                  <a:pt x="246286" y="6203"/>
                </a:lnTo>
                <a:lnTo>
                  <a:pt x="246136" y="6302"/>
                </a:lnTo>
                <a:lnTo>
                  <a:pt x="245990" y="6407"/>
                </a:lnTo>
                <a:lnTo>
                  <a:pt x="245845" y="6517"/>
                </a:lnTo>
                <a:lnTo>
                  <a:pt x="245703" y="6632"/>
                </a:lnTo>
                <a:lnTo>
                  <a:pt x="245564" y="6752"/>
                </a:lnTo>
                <a:lnTo>
                  <a:pt x="245426" y="6878"/>
                </a:lnTo>
                <a:lnTo>
                  <a:pt x="245291" y="7010"/>
                </a:lnTo>
                <a:lnTo>
                  <a:pt x="245160" y="7145"/>
                </a:lnTo>
                <a:lnTo>
                  <a:pt x="245034" y="7282"/>
                </a:lnTo>
                <a:lnTo>
                  <a:pt x="244913" y="7422"/>
                </a:lnTo>
                <a:lnTo>
                  <a:pt x="244798" y="7564"/>
                </a:lnTo>
                <a:lnTo>
                  <a:pt x="244688" y="7708"/>
                </a:lnTo>
                <a:lnTo>
                  <a:pt x="244584" y="7855"/>
                </a:lnTo>
                <a:lnTo>
                  <a:pt x="244484" y="8004"/>
                </a:lnTo>
                <a:lnTo>
                  <a:pt x="244391" y="8156"/>
                </a:lnTo>
                <a:lnTo>
                  <a:pt x="244302" y="8309"/>
                </a:lnTo>
                <a:lnTo>
                  <a:pt x="244219" y="8465"/>
                </a:lnTo>
                <a:lnTo>
                  <a:pt x="244141" y="8624"/>
                </a:lnTo>
                <a:lnTo>
                  <a:pt x="244069" y="8784"/>
                </a:lnTo>
                <a:lnTo>
                  <a:pt x="244002" y="8947"/>
                </a:lnTo>
                <a:lnTo>
                  <a:pt x="243940" y="9113"/>
                </a:lnTo>
                <a:lnTo>
                  <a:pt x="243884" y="9280"/>
                </a:lnTo>
                <a:lnTo>
                  <a:pt x="243833" y="9450"/>
                </a:lnTo>
                <a:lnTo>
                  <a:pt x="243787" y="9623"/>
                </a:lnTo>
                <a:lnTo>
                  <a:pt x="243746" y="9797"/>
                </a:lnTo>
                <a:lnTo>
                  <a:pt x="243711" y="9974"/>
                </a:lnTo>
                <a:lnTo>
                  <a:pt x="243682" y="10153"/>
                </a:lnTo>
                <a:lnTo>
                  <a:pt x="243658" y="10335"/>
                </a:lnTo>
                <a:lnTo>
                  <a:pt x="243639" y="10519"/>
                </a:lnTo>
                <a:lnTo>
                  <a:pt x="243625" y="10705"/>
                </a:lnTo>
                <a:lnTo>
                  <a:pt x="243617" y="10894"/>
                </a:lnTo>
                <a:lnTo>
                  <a:pt x="243608" y="11082"/>
                </a:lnTo>
                <a:lnTo>
                  <a:pt x="243606" y="11268"/>
                </a:lnTo>
                <a:lnTo>
                  <a:pt x="243608" y="11452"/>
                </a:lnTo>
                <a:lnTo>
                  <a:pt x="243617" y="11632"/>
                </a:lnTo>
                <a:lnTo>
                  <a:pt x="243631" y="11811"/>
                </a:lnTo>
                <a:close/>
                <a:moveTo>
                  <a:pt x="284646" y="21796"/>
                </a:moveTo>
                <a:lnTo>
                  <a:pt x="284814" y="21203"/>
                </a:lnTo>
                <a:lnTo>
                  <a:pt x="284996" y="20620"/>
                </a:lnTo>
                <a:lnTo>
                  <a:pt x="285190" y="20048"/>
                </a:lnTo>
                <a:lnTo>
                  <a:pt x="285396" y="19487"/>
                </a:lnTo>
                <a:lnTo>
                  <a:pt x="285616" y="18937"/>
                </a:lnTo>
                <a:lnTo>
                  <a:pt x="285848" y="18397"/>
                </a:lnTo>
                <a:lnTo>
                  <a:pt x="286092" y="17868"/>
                </a:lnTo>
                <a:lnTo>
                  <a:pt x="286350" y="17350"/>
                </a:lnTo>
                <a:lnTo>
                  <a:pt x="286620" y="16842"/>
                </a:lnTo>
                <a:lnTo>
                  <a:pt x="286902" y="16345"/>
                </a:lnTo>
                <a:lnTo>
                  <a:pt x="287198" y="15859"/>
                </a:lnTo>
                <a:lnTo>
                  <a:pt x="287506" y="15383"/>
                </a:lnTo>
                <a:lnTo>
                  <a:pt x="287827" y="14918"/>
                </a:lnTo>
                <a:lnTo>
                  <a:pt x="288160" y="14464"/>
                </a:lnTo>
                <a:lnTo>
                  <a:pt x="288506" y="14021"/>
                </a:lnTo>
                <a:lnTo>
                  <a:pt x="288865" y="13588"/>
                </a:lnTo>
                <a:lnTo>
                  <a:pt x="289236" y="13166"/>
                </a:lnTo>
                <a:lnTo>
                  <a:pt x="289620" y="12754"/>
                </a:lnTo>
                <a:lnTo>
                  <a:pt x="290017" y="12353"/>
                </a:lnTo>
                <a:lnTo>
                  <a:pt x="290427" y="11963"/>
                </a:lnTo>
                <a:lnTo>
                  <a:pt x="290848" y="11586"/>
                </a:lnTo>
                <a:lnTo>
                  <a:pt x="291279" y="11226"/>
                </a:lnTo>
                <a:lnTo>
                  <a:pt x="291721" y="10881"/>
                </a:lnTo>
                <a:lnTo>
                  <a:pt x="292174" y="10552"/>
                </a:lnTo>
                <a:lnTo>
                  <a:pt x="292638" y="10239"/>
                </a:lnTo>
                <a:lnTo>
                  <a:pt x="293112" y="9943"/>
                </a:lnTo>
                <a:lnTo>
                  <a:pt x="293596" y="9662"/>
                </a:lnTo>
                <a:lnTo>
                  <a:pt x="294091" y="9397"/>
                </a:lnTo>
                <a:lnTo>
                  <a:pt x="294597" y="9149"/>
                </a:lnTo>
                <a:lnTo>
                  <a:pt x="295113" y="8916"/>
                </a:lnTo>
                <a:lnTo>
                  <a:pt x="295640" y="8700"/>
                </a:lnTo>
                <a:lnTo>
                  <a:pt x="296178" y="8499"/>
                </a:lnTo>
                <a:lnTo>
                  <a:pt x="296726" y="8315"/>
                </a:lnTo>
                <a:lnTo>
                  <a:pt x="297284" y="8146"/>
                </a:lnTo>
                <a:lnTo>
                  <a:pt x="297853" y="7994"/>
                </a:lnTo>
                <a:lnTo>
                  <a:pt x="298433" y="7858"/>
                </a:lnTo>
                <a:lnTo>
                  <a:pt x="299024" y="7737"/>
                </a:lnTo>
                <a:lnTo>
                  <a:pt x="299625" y="7633"/>
                </a:lnTo>
                <a:lnTo>
                  <a:pt x="300236" y="7545"/>
                </a:lnTo>
                <a:lnTo>
                  <a:pt x="300858" y="7473"/>
                </a:lnTo>
                <a:lnTo>
                  <a:pt x="301491" y="7417"/>
                </a:lnTo>
                <a:lnTo>
                  <a:pt x="302134" y="7377"/>
                </a:lnTo>
                <a:lnTo>
                  <a:pt x="302788" y="7352"/>
                </a:lnTo>
                <a:lnTo>
                  <a:pt x="303452" y="7344"/>
                </a:lnTo>
                <a:lnTo>
                  <a:pt x="303792" y="7346"/>
                </a:lnTo>
                <a:lnTo>
                  <a:pt x="304132" y="7351"/>
                </a:lnTo>
                <a:lnTo>
                  <a:pt x="304470" y="7359"/>
                </a:lnTo>
                <a:lnTo>
                  <a:pt x="304808" y="7370"/>
                </a:lnTo>
                <a:lnTo>
                  <a:pt x="305144" y="7385"/>
                </a:lnTo>
                <a:lnTo>
                  <a:pt x="305480" y="7403"/>
                </a:lnTo>
                <a:lnTo>
                  <a:pt x="305815" y="7424"/>
                </a:lnTo>
                <a:lnTo>
                  <a:pt x="306150" y="7449"/>
                </a:lnTo>
                <a:lnTo>
                  <a:pt x="306483" y="7476"/>
                </a:lnTo>
                <a:lnTo>
                  <a:pt x="306816" y="7507"/>
                </a:lnTo>
                <a:lnTo>
                  <a:pt x="307148" y="7541"/>
                </a:lnTo>
                <a:lnTo>
                  <a:pt x="307479" y="7579"/>
                </a:lnTo>
                <a:lnTo>
                  <a:pt x="307809" y="7620"/>
                </a:lnTo>
                <a:lnTo>
                  <a:pt x="308139" y="7663"/>
                </a:lnTo>
                <a:lnTo>
                  <a:pt x="308467" y="7711"/>
                </a:lnTo>
                <a:lnTo>
                  <a:pt x="308795" y="7761"/>
                </a:lnTo>
                <a:lnTo>
                  <a:pt x="309122" y="7815"/>
                </a:lnTo>
                <a:lnTo>
                  <a:pt x="309448" y="7872"/>
                </a:lnTo>
                <a:lnTo>
                  <a:pt x="309774" y="7932"/>
                </a:lnTo>
                <a:lnTo>
                  <a:pt x="310098" y="7996"/>
                </a:lnTo>
                <a:lnTo>
                  <a:pt x="310422" y="8062"/>
                </a:lnTo>
                <a:lnTo>
                  <a:pt x="310745" y="8132"/>
                </a:lnTo>
                <a:lnTo>
                  <a:pt x="311067" y="8206"/>
                </a:lnTo>
                <a:lnTo>
                  <a:pt x="311388" y="8282"/>
                </a:lnTo>
                <a:lnTo>
                  <a:pt x="311709" y="8362"/>
                </a:lnTo>
                <a:lnTo>
                  <a:pt x="312029" y="8444"/>
                </a:lnTo>
                <a:lnTo>
                  <a:pt x="312349" y="8529"/>
                </a:lnTo>
                <a:lnTo>
                  <a:pt x="312669" y="8617"/>
                </a:lnTo>
                <a:lnTo>
                  <a:pt x="312988" y="8708"/>
                </a:lnTo>
                <a:lnTo>
                  <a:pt x="313307" y="8801"/>
                </a:lnTo>
                <a:lnTo>
                  <a:pt x="313626" y="8897"/>
                </a:lnTo>
                <a:lnTo>
                  <a:pt x="313944" y="8996"/>
                </a:lnTo>
                <a:lnTo>
                  <a:pt x="314262" y="9098"/>
                </a:lnTo>
                <a:lnTo>
                  <a:pt x="314580" y="9203"/>
                </a:lnTo>
                <a:lnTo>
                  <a:pt x="314897" y="9310"/>
                </a:lnTo>
                <a:lnTo>
                  <a:pt x="315214" y="9421"/>
                </a:lnTo>
                <a:lnTo>
                  <a:pt x="315531" y="9534"/>
                </a:lnTo>
                <a:lnTo>
                  <a:pt x="315847" y="9649"/>
                </a:lnTo>
                <a:lnTo>
                  <a:pt x="316163" y="9768"/>
                </a:lnTo>
                <a:lnTo>
                  <a:pt x="316478" y="9889"/>
                </a:lnTo>
                <a:lnTo>
                  <a:pt x="316793" y="10013"/>
                </a:lnTo>
                <a:lnTo>
                  <a:pt x="317108" y="10140"/>
                </a:lnTo>
                <a:lnTo>
                  <a:pt x="317422" y="10270"/>
                </a:lnTo>
                <a:lnTo>
                  <a:pt x="317737" y="10403"/>
                </a:lnTo>
                <a:lnTo>
                  <a:pt x="318050" y="10538"/>
                </a:lnTo>
                <a:lnTo>
                  <a:pt x="318364" y="10676"/>
                </a:lnTo>
                <a:lnTo>
                  <a:pt x="318677" y="10817"/>
                </a:lnTo>
                <a:lnTo>
                  <a:pt x="318989" y="10961"/>
                </a:lnTo>
                <a:lnTo>
                  <a:pt x="320932" y="3996"/>
                </a:lnTo>
                <a:lnTo>
                  <a:pt x="320574" y="3857"/>
                </a:lnTo>
                <a:lnTo>
                  <a:pt x="320216" y="3721"/>
                </a:lnTo>
                <a:lnTo>
                  <a:pt x="319858" y="3586"/>
                </a:lnTo>
                <a:lnTo>
                  <a:pt x="319499" y="3454"/>
                </a:lnTo>
                <a:lnTo>
                  <a:pt x="319140" y="3323"/>
                </a:lnTo>
                <a:lnTo>
                  <a:pt x="318780" y="3194"/>
                </a:lnTo>
                <a:lnTo>
                  <a:pt x="318420" y="3068"/>
                </a:lnTo>
                <a:lnTo>
                  <a:pt x="318059" y="2943"/>
                </a:lnTo>
                <a:lnTo>
                  <a:pt x="317698" y="2820"/>
                </a:lnTo>
                <a:lnTo>
                  <a:pt x="317337" y="2700"/>
                </a:lnTo>
                <a:lnTo>
                  <a:pt x="316975" y="2581"/>
                </a:lnTo>
                <a:lnTo>
                  <a:pt x="316612" y="2464"/>
                </a:lnTo>
                <a:lnTo>
                  <a:pt x="316249" y="2349"/>
                </a:lnTo>
                <a:lnTo>
                  <a:pt x="315886" y="2236"/>
                </a:lnTo>
                <a:lnTo>
                  <a:pt x="315522" y="2125"/>
                </a:lnTo>
                <a:lnTo>
                  <a:pt x="315157" y="2017"/>
                </a:lnTo>
                <a:lnTo>
                  <a:pt x="314792" y="1910"/>
                </a:lnTo>
                <a:lnTo>
                  <a:pt x="314427" y="1805"/>
                </a:lnTo>
                <a:lnTo>
                  <a:pt x="314061" y="1702"/>
                </a:lnTo>
                <a:lnTo>
                  <a:pt x="313695" y="1601"/>
                </a:lnTo>
                <a:lnTo>
                  <a:pt x="313328" y="1502"/>
                </a:lnTo>
                <a:lnTo>
                  <a:pt x="312961" y="1405"/>
                </a:lnTo>
                <a:lnTo>
                  <a:pt x="312594" y="1310"/>
                </a:lnTo>
                <a:lnTo>
                  <a:pt x="312225" y="1217"/>
                </a:lnTo>
                <a:lnTo>
                  <a:pt x="311857" y="1126"/>
                </a:lnTo>
                <a:lnTo>
                  <a:pt x="311487" y="1040"/>
                </a:lnTo>
                <a:lnTo>
                  <a:pt x="311117" y="957"/>
                </a:lnTo>
                <a:lnTo>
                  <a:pt x="310747" y="877"/>
                </a:lnTo>
                <a:lnTo>
                  <a:pt x="310375" y="801"/>
                </a:lnTo>
                <a:lnTo>
                  <a:pt x="310003" y="729"/>
                </a:lnTo>
                <a:lnTo>
                  <a:pt x="309630" y="660"/>
                </a:lnTo>
                <a:lnTo>
                  <a:pt x="309256" y="595"/>
                </a:lnTo>
                <a:lnTo>
                  <a:pt x="308882" y="534"/>
                </a:lnTo>
                <a:lnTo>
                  <a:pt x="308507" y="476"/>
                </a:lnTo>
                <a:lnTo>
                  <a:pt x="308132" y="422"/>
                </a:lnTo>
                <a:lnTo>
                  <a:pt x="307755" y="371"/>
                </a:lnTo>
                <a:lnTo>
                  <a:pt x="307378" y="324"/>
                </a:lnTo>
                <a:lnTo>
                  <a:pt x="307000" y="281"/>
                </a:lnTo>
                <a:lnTo>
                  <a:pt x="306622" y="241"/>
                </a:lnTo>
                <a:lnTo>
                  <a:pt x="306243" y="205"/>
                </a:lnTo>
                <a:lnTo>
                  <a:pt x="305863" y="172"/>
                </a:lnTo>
                <a:lnTo>
                  <a:pt x="305482" y="143"/>
                </a:lnTo>
                <a:lnTo>
                  <a:pt x="305101" y="118"/>
                </a:lnTo>
                <a:lnTo>
                  <a:pt x="304719" y="96"/>
                </a:lnTo>
                <a:lnTo>
                  <a:pt x="304337" y="78"/>
                </a:lnTo>
                <a:lnTo>
                  <a:pt x="303953" y="63"/>
                </a:lnTo>
                <a:lnTo>
                  <a:pt x="303569" y="52"/>
                </a:lnTo>
                <a:lnTo>
                  <a:pt x="303184" y="45"/>
                </a:lnTo>
                <a:lnTo>
                  <a:pt x="302557" y="45"/>
                </a:lnTo>
                <a:lnTo>
                  <a:pt x="301936" y="55"/>
                </a:lnTo>
                <a:lnTo>
                  <a:pt x="301322" y="77"/>
                </a:lnTo>
                <a:lnTo>
                  <a:pt x="300715" y="110"/>
                </a:lnTo>
                <a:lnTo>
                  <a:pt x="300114" y="153"/>
                </a:lnTo>
                <a:lnTo>
                  <a:pt x="299520" y="208"/>
                </a:lnTo>
                <a:lnTo>
                  <a:pt x="298932" y="273"/>
                </a:lnTo>
                <a:lnTo>
                  <a:pt x="298351" y="350"/>
                </a:lnTo>
                <a:lnTo>
                  <a:pt x="297777" y="437"/>
                </a:lnTo>
                <a:lnTo>
                  <a:pt x="297209" y="535"/>
                </a:lnTo>
                <a:lnTo>
                  <a:pt x="296648" y="644"/>
                </a:lnTo>
                <a:lnTo>
                  <a:pt x="296094" y="764"/>
                </a:lnTo>
                <a:lnTo>
                  <a:pt x="295546" y="895"/>
                </a:lnTo>
                <a:lnTo>
                  <a:pt x="295005" y="1037"/>
                </a:lnTo>
                <a:lnTo>
                  <a:pt x="294470" y="1190"/>
                </a:lnTo>
                <a:lnTo>
                  <a:pt x="293942" y="1353"/>
                </a:lnTo>
                <a:lnTo>
                  <a:pt x="293421" y="1528"/>
                </a:lnTo>
                <a:lnTo>
                  <a:pt x="292907" y="1714"/>
                </a:lnTo>
                <a:lnTo>
                  <a:pt x="292398" y="1910"/>
                </a:lnTo>
                <a:lnTo>
                  <a:pt x="291897" y="2117"/>
                </a:lnTo>
                <a:lnTo>
                  <a:pt x="291402" y="2336"/>
                </a:lnTo>
                <a:lnTo>
                  <a:pt x="290914" y="2565"/>
                </a:lnTo>
                <a:lnTo>
                  <a:pt x="290433" y="2805"/>
                </a:lnTo>
                <a:lnTo>
                  <a:pt x="289958" y="3056"/>
                </a:lnTo>
                <a:lnTo>
                  <a:pt x="289490" y="3317"/>
                </a:lnTo>
                <a:lnTo>
                  <a:pt x="289030" y="3586"/>
                </a:lnTo>
                <a:lnTo>
                  <a:pt x="288577" y="3863"/>
                </a:lnTo>
                <a:lnTo>
                  <a:pt x="288132" y="4148"/>
                </a:lnTo>
                <a:lnTo>
                  <a:pt x="287694" y="4442"/>
                </a:lnTo>
                <a:lnTo>
                  <a:pt x="287264" y="4744"/>
                </a:lnTo>
                <a:lnTo>
                  <a:pt x="286842" y="5054"/>
                </a:lnTo>
                <a:lnTo>
                  <a:pt x="286427" y="5373"/>
                </a:lnTo>
                <a:lnTo>
                  <a:pt x="286020" y="5699"/>
                </a:lnTo>
                <a:lnTo>
                  <a:pt x="285620" y="6034"/>
                </a:lnTo>
                <a:lnTo>
                  <a:pt x="285228" y="6378"/>
                </a:lnTo>
                <a:lnTo>
                  <a:pt x="284843" y="6729"/>
                </a:lnTo>
                <a:lnTo>
                  <a:pt x="284466" y="7089"/>
                </a:lnTo>
                <a:lnTo>
                  <a:pt x="284096" y="7457"/>
                </a:lnTo>
                <a:lnTo>
                  <a:pt x="283734" y="7833"/>
                </a:lnTo>
                <a:lnTo>
                  <a:pt x="283380" y="8218"/>
                </a:lnTo>
                <a:lnTo>
                  <a:pt x="283033" y="8610"/>
                </a:lnTo>
                <a:lnTo>
                  <a:pt x="282694" y="9011"/>
                </a:lnTo>
                <a:lnTo>
                  <a:pt x="282362" y="9421"/>
                </a:lnTo>
                <a:lnTo>
                  <a:pt x="282038" y="9838"/>
                </a:lnTo>
                <a:lnTo>
                  <a:pt x="281721" y="10264"/>
                </a:lnTo>
                <a:lnTo>
                  <a:pt x="281412" y="10698"/>
                </a:lnTo>
                <a:lnTo>
                  <a:pt x="281110" y="11140"/>
                </a:lnTo>
                <a:lnTo>
                  <a:pt x="280816" y="11591"/>
                </a:lnTo>
                <a:lnTo>
                  <a:pt x="280530" y="12048"/>
                </a:lnTo>
                <a:lnTo>
                  <a:pt x="280252" y="12512"/>
                </a:lnTo>
                <a:lnTo>
                  <a:pt x="279982" y="12982"/>
                </a:lnTo>
                <a:lnTo>
                  <a:pt x="279721" y="13458"/>
                </a:lnTo>
                <a:lnTo>
                  <a:pt x="279467" y="13940"/>
                </a:lnTo>
                <a:lnTo>
                  <a:pt x="279222" y="14429"/>
                </a:lnTo>
                <a:lnTo>
                  <a:pt x="278984" y="14923"/>
                </a:lnTo>
                <a:lnTo>
                  <a:pt x="278755" y="15424"/>
                </a:lnTo>
                <a:lnTo>
                  <a:pt x="278534" y="15931"/>
                </a:lnTo>
                <a:lnTo>
                  <a:pt x="278321" y="16444"/>
                </a:lnTo>
                <a:lnTo>
                  <a:pt x="278116" y="16963"/>
                </a:lnTo>
                <a:lnTo>
                  <a:pt x="277920" y="17488"/>
                </a:lnTo>
                <a:lnTo>
                  <a:pt x="277731" y="18020"/>
                </a:lnTo>
                <a:lnTo>
                  <a:pt x="277551" y="18558"/>
                </a:lnTo>
                <a:lnTo>
                  <a:pt x="277379" y="19101"/>
                </a:lnTo>
                <a:lnTo>
                  <a:pt x="277215" y="19651"/>
                </a:lnTo>
                <a:lnTo>
                  <a:pt x="277059" y="20208"/>
                </a:lnTo>
                <a:lnTo>
                  <a:pt x="276911" y="20770"/>
                </a:lnTo>
                <a:lnTo>
                  <a:pt x="276771" y="21338"/>
                </a:lnTo>
                <a:lnTo>
                  <a:pt x="276640" y="21913"/>
                </a:lnTo>
                <a:lnTo>
                  <a:pt x="276517" y="22494"/>
                </a:lnTo>
                <a:lnTo>
                  <a:pt x="276401" y="23081"/>
                </a:lnTo>
                <a:lnTo>
                  <a:pt x="276294" y="23674"/>
                </a:lnTo>
                <a:lnTo>
                  <a:pt x="276195" y="24273"/>
                </a:lnTo>
                <a:lnTo>
                  <a:pt x="274895" y="31856"/>
                </a:lnTo>
                <a:lnTo>
                  <a:pt x="263337" y="31856"/>
                </a:lnTo>
                <a:lnTo>
                  <a:pt x="262198" y="38419"/>
                </a:lnTo>
                <a:lnTo>
                  <a:pt x="273769" y="38419"/>
                </a:lnTo>
                <a:lnTo>
                  <a:pt x="262466" y="104318"/>
                </a:lnTo>
                <a:lnTo>
                  <a:pt x="270302" y="104318"/>
                </a:lnTo>
                <a:lnTo>
                  <a:pt x="281660" y="38419"/>
                </a:lnTo>
                <a:lnTo>
                  <a:pt x="298162" y="38419"/>
                </a:lnTo>
                <a:lnTo>
                  <a:pt x="299300" y="31856"/>
                </a:lnTo>
                <a:lnTo>
                  <a:pt x="282791" y="31856"/>
                </a:lnTo>
                <a:lnTo>
                  <a:pt x="284098" y="24275"/>
                </a:lnTo>
                <a:lnTo>
                  <a:pt x="284216" y="23640"/>
                </a:lnTo>
                <a:lnTo>
                  <a:pt x="284346" y="23014"/>
                </a:lnTo>
                <a:lnTo>
                  <a:pt x="284490" y="22400"/>
                </a:lnTo>
                <a:lnTo>
                  <a:pt x="284646" y="21796"/>
                </a:lnTo>
                <a:close/>
                <a:moveTo>
                  <a:pt x="199971" y="53922"/>
                </a:moveTo>
                <a:lnTo>
                  <a:pt x="200146" y="53553"/>
                </a:lnTo>
                <a:lnTo>
                  <a:pt x="200324" y="53187"/>
                </a:lnTo>
                <a:lnTo>
                  <a:pt x="200506" y="52823"/>
                </a:lnTo>
                <a:lnTo>
                  <a:pt x="200692" y="52463"/>
                </a:lnTo>
                <a:lnTo>
                  <a:pt x="200881" y="52106"/>
                </a:lnTo>
                <a:lnTo>
                  <a:pt x="201074" y="51752"/>
                </a:lnTo>
                <a:lnTo>
                  <a:pt x="201270" y="51402"/>
                </a:lnTo>
                <a:lnTo>
                  <a:pt x="201470" y="51054"/>
                </a:lnTo>
                <a:lnTo>
                  <a:pt x="201674" y="50709"/>
                </a:lnTo>
                <a:lnTo>
                  <a:pt x="201881" y="50368"/>
                </a:lnTo>
                <a:lnTo>
                  <a:pt x="202092" y="50030"/>
                </a:lnTo>
                <a:lnTo>
                  <a:pt x="202306" y="49695"/>
                </a:lnTo>
                <a:lnTo>
                  <a:pt x="202525" y="49363"/>
                </a:lnTo>
                <a:lnTo>
                  <a:pt x="202746" y="49034"/>
                </a:lnTo>
                <a:lnTo>
                  <a:pt x="202971" y="48709"/>
                </a:lnTo>
                <a:lnTo>
                  <a:pt x="203200" y="48386"/>
                </a:lnTo>
                <a:lnTo>
                  <a:pt x="203433" y="48067"/>
                </a:lnTo>
                <a:lnTo>
                  <a:pt x="203669" y="47751"/>
                </a:lnTo>
                <a:lnTo>
                  <a:pt x="203909" y="47438"/>
                </a:lnTo>
                <a:lnTo>
                  <a:pt x="204152" y="47128"/>
                </a:lnTo>
                <a:lnTo>
                  <a:pt x="204399" y="46821"/>
                </a:lnTo>
                <a:lnTo>
                  <a:pt x="204649" y="46517"/>
                </a:lnTo>
                <a:lnTo>
                  <a:pt x="204903" y="46217"/>
                </a:lnTo>
                <a:lnTo>
                  <a:pt x="205161" y="45920"/>
                </a:lnTo>
                <a:lnTo>
                  <a:pt x="205423" y="45626"/>
                </a:lnTo>
                <a:lnTo>
                  <a:pt x="205688" y="45338"/>
                </a:lnTo>
                <a:lnTo>
                  <a:pt x="205957" y="45055"/>
                </a:lnTo>
                <a:lnTo>
                  <a:pt x="206230" y="44777"/>
                </a:lnTo>
                <a:lnTo>
                  <a:pt x="206507" y="44505"/>
                </a:lnTo>
                <a:lnTo>
                  <a:pt x="206787" y="44237"/>
                </a:lnTo>
                <a:lnTo>
                  <a:pt x="207072" y="43974"/>
                </a:lnTo>
                <a:lnTo>
                  <a:pt x="207360" y="43717"/>
                </a:lnTo>
                <a:lnTo>
                  <a:pt x="207652" y="43465"/>
                </a:lnTo>
                <a:lnTo>
                  <a:pt x="207948" y="43217"/>
                </a:lnTo>
                <a:lnTo>
                  <a:pt x="208248" y="42975"/>
                </a:lnTo>
                <a:lnTo>
                  <a:pt x="208551" y="42738"/>
                </a:lnTo>
                <a:lnTo>
                  <a:pt x="208859" y="42507"/>
                </a:lnTo>
                <a:lnTo>
                  <a:pt x="209170" y="42280"/>
                </a:lnTo>
                <a:lnTo>
                  <a:pt x="209485" y="42058"/>
                </a:lnTo>
                <a:lnTo>
                  <a:pt x="209804" y="41842"/>
                </a:lnTo>
                <a:lnTo>
                  <a:pt x="210127" y="41630"/>
                </a:lnTo>
                <a:lnTo>
                  <a:pt x="210454" y="41424"/>
                </a:lnTo>
                <a:lnTo>
                  <a:pt x="210784" y="41223"/>
                </a:lnTo>
                <a:lnTo>
                  <a:pt x="211119" y="41027"/>
                </a:lnTo>
                <a:lnTo>
                  <a:pt x="211457" y="40836"/>
                </a:lnTo>
                <a:lnTo>
                  <a:pt x="211799" y="40650"/>
                </a:lnTo>
                <a:lnTo>
                  <a:pt x="212145" y="40470"/>
                </a:lnTo>
                <a:lnTo>
                  <a:pt x="212494" y="40294"/>
                </a:lnTo>
                <a:lnTo>
                  <a:pt x="212848" y="40125"/>
                </a:lnTo>
                <a:lnTo>
                  <a:pt x="213205" y="39963"/>
                </a:lnTo>
                <a:lnTo>
                  <a:pt x="213567" y="39808"/>
                </a:lnTo>
                <a:lnTo>
                  <a:pt x="213932" y="39661"/>
                </a:lnTo>
                <a:lnTo>
                  <a:pt x="214302" y="39522"/>
                </a:lnTo>
                <a:lnTo>
                  <a:pt x="214675" y="39390"/>
                </a:lnTo>
                <a:lnTo>
                  <a:pt x="215052" y="39265"/>
                </a:lnTo>
                <a:lnTo>
                  <a:pt x="215434" y="39148"/>
                </a:lnTo>
                <a:lnTo>
                  <a:pt x="215819" y="39038"/>
                </a:lnTo>
                <a:lnTo>
                  <a:pt x="216208" y="38936"/>
                </a:lnTo>
                <a:lnTo>
                  <a:pt x="216601" y="38841"/>
                </a:lnTo>
                <a:lnTo>
                  <a:pt x="216998" y="38754"/>
                </a:lnTo>
                <a:lnTo>
                  <a:pt x="217399" y="38674"/>
                </a:lnTo>
                <a:lnTo>
                  <a:pt x="217804" y="38601"/>
                </a:lnTo>
                <a:lnTo>
                  <a:pt x="218213" y="38536"/>
                </a:lnTo>
                <a:lnTo>
                  <a:pt x="218626" y="38478"/>
                </a:lnTo>
                <a:lnTo>
                  <a:pt x="219043" y="38428"/>
                </a:lnTo>
                <a:lnTo>
                  <a:pt x="219463" y="38385"/>
                </a:lnTo>
                <a:lnTo>
                  <a:pt x="219888" y="38350"/>
                </a:lnTo>
                <a:lnTo>
                  <a:pt x="220317" y="38322"/>
                </a:lnTo>
                <a:lnTo>
                  <a:pt x="220750" y="38302"/>
                </a:lnTo>
                <a:lnTo>
                  <a:pt x="221186" y="38289"/>
                </a:lnTo>
                <a:lnTo>
                  <a:pt x="221627" y="38283"/>
                </a:lnTo>
                <a:lnTo>
                  <a:pt x="222071" y="38285"/>
                </a:lnTo>
                <a:lnTo>
                  <a:pt x="222177" y="38285"/>
                </a:lnTo>
                <a:lnTo>
                  <a:pt x="222283" y="38286"/>
                </a:lnTo>
                <a:lnTo>
                  <a:pt x="222389" y="38287"/>
                </a:lnTo>
                <a:lnTo>
                  <a:pt x="222495" y="38289"/>
                </a:lnTo>
                <a:lnTo>
                  <a:pt x="222601" y="38291"/>
                </a:lnTo>
                <a:lnTo>
                  <a:pt x="222707" y="38293"/>
                </a:lnTo>
                <a:lnTo>
                  <a:pt x="222813" y="38296"/>
                </a:lnTo>
                <a:lnTo>
                  <a:pt x="222919" y="38300"/>
                </a:lnTo>
                <a:lnTo>
                  <a:pt x="223025" y="38304"/>
                </a:lnTo>
                <a:lnTo>
                  <a:pt x="223132" y="38308"/>
                </a:lnTo>
                <a:lnTo>
                  <a:pt x="223238" y="38313"/>
                </a:lnTo>
                <a:lnTo>
                  <a:pt x="223344" y="38318"/>
                </a:lnTo>
                <a:lnTo>
                  <a:pt x="223450" y="38324"/>
                </a:lnTo>
                <a:lnTo>
                  <a:pt x="223556" y="38330"/>
                </a:lnTo>
                <a:lnTo>
                  <a:pt x="223662" y="38337"/>
                </a:lnTo>
                <a:lnTo>
                  <a:pt x="223768" y="38344"/>
                </a:lnTo>
                <a:lnTo>
                  <a:pt x="223874" y="38352"/>
                </a:lnTo>
                <a:lnTo>
                  <a:pt x="223980" y="38360"/>
                </a:lnTo>
                <a:lnTo>
                  <a:pt x="224086" y="38369"/>
                </a:lnTo>
                <a:lnTo>
                  <a:pt x="224192" y="38378"/>
                </a:lnTo>
                <a:lnTo>
                  <a:pt x="224298" y="38387"/>
                </a:lnTo>
                <a:lnTo>
                  <a:pt x="224404" y="38397"/>
                </a:lnTo>
                <a:lnTo>
                  <a:pt x="224510" y="38408"/>
                </a:lnTo>
                <a:lnTo>
                  <a:pt x="224616" y="38419"/>
                </a:lnTo>
                <a:lnTo>
                  <a:pt x="224722" y="38430"/>
                </a:lnTo>
                <a:lnTo>
                  <a:pt x="224828" y="38442"/>
                </a:lnTo>
                <a:lnTo>
                  <a:pt x="224933" y="38453"/>
                </a:lnTo>
                <a:lnTo>
                  <a:pt x="225038" y="38465"/>
                </a:lnTo>
                <a:lnTo>
                  <a:pt x="225143" y="38478"/>
                </a:lnTo>
                <a:lnTo>
                  <a:pt x="225248" y="38490"/>
                </a:lnTo>
                <a:lnTo>
                  <a:pt x="225353" y="38503"/>
                </a:lnTo>
                <a:lnTo>
                  <a:pt x="225457" y="38516"/>
                </a:lnTo>
                <a:lnTo>
                  <a:pt x="225561" y="38529"/>
                </a:lnTo>
                <a:lnTo>
                  <a:pt x="225665" y="38542"/>
                </a:lnTo>
                <a:lnTo>
                  <a:pt x="225768" y="38556"/>
                </a:lnTo>
                <a:lnTo>
                  <a:pt x="225872" y="38569"/>
                </a:lnTo>
                <a:lnTo>
                  <a:pt x="225975" y="38584"/>
                </a:lnTo>
                <a:lnTo>
                  <a:pt x="226078" y="38598"/>
                </a:lnTo>
                <a:lnTo>
                  <a:pt x="226180" y="38612"/>
                </a:lnTo>
                <a:lnTo>
                  <a:pt x="226283" y="38627"/>
                </a:lnTo>
                <a:lnTo>
                  <a:pt x="226385" y="38642"/>
                </a:lnTo>
                <a:lnTo>
                  <a:pt x="226487" y="38657"/>
                </a:lnTo>
                <a:lnTo>
                  <a:pt x="226589" y="38673"/>
                </a:lnTo>
                <a:lnTo>
                  <a:pt x="226690" y="38689"/>
                </a:lnTo>
                <a:lnTo>
                  <a:pt x="226792" y="38704"/>
                </a:lnTo>
                <a:lnTo>
                  <a:pt x="226893" y="38721"/>
                </a:lnTo>
                <a:lnTo>
                  <a:pt x="226993" y="38737"/>
                </a:lnTo>
                <a:lnTo>
                  <a:pt x="227094" y="38754"/>
                </a:lnTo>
                <a:lnTo>
                  <a:pt x="228099" y="31387"/>
                </a:lnTo>
                <a:lnTo>
                  <a:pt x="227987" y="31354"/>
                </a:lnTo>
                <a:lnTo>
                  <a:pt x="227875" y="31321"/>
                </a:lnTo>
                <a:lnTo>
                  <a:pt x="227764" y="31289"/>
                </a:lnTo>
                <a:lnTo>
                  <a:pt x="227652" y="31258"/>
                </a:lnTo>
                <a:lnTo>
                  <a:pt x="227540" y="31227"/>
                </a:lnTo>
                <a:lnTo>
                  <a:pt x="227429" y="31196"/>
                </a:lnTo>
                <a:lnTo>
                  <a:pt x="227317" y="31167"/>
                </a:lnTo>
                <a:lnTo>
                  <a:pt x="227206" y="31138"/>
                </a:lnTo>
                <a:lnTo>
                  <a:pt x="227094" y="31109"/>
                </a:lnTo>
                <a:lnTo>
                  <a:pt x="226982" y="31081"/>
                </a:lnTo>
                <a:lnTo>
                  <a:pt x="226871" y="31054"/>
                </a:lnTo>
                <a:lnTo>
                  <a:pt x="226759" y="31027"/>
                </a:lnTo>
                <a:lnTo>
                  <a:pt x="226647" y="31001"/>
                </a:lnTo>
                <a:lnTo>
                  <a:pt x="226536" y="30975"/>
                </a:lnTo>
                <a:lnTo>
                  <a:pt x="226424" y="30950"/>
                </a:lnTo>
                <a:lnTo>
                  <a:pt x="226313" y="30926"/>
                </a:lnTo>
                <a:lnTo>
                  <a:pt x="226201" y="30902"/>
                </a:lnTo>
                <a:lnTo>
                  <a:pt x="226089" y="30878"/>
                </a:lnTo>
                <a:lnTo>
                  <a:pt x="225978" y="30856"/>
                </a:lnTo>
                <a:lnTo>
                  <a:pt x="225866" y="30833"/>
                </a:lnTo>
                <a:lnTo>
                  <a:pt x="225755" y="30812"/>
                </a:lnTo>
                <a:lnTo>
                  <a:pt x="225643" y="30791"/>
                </a:lnTo>
                <a:lnTo>
                  <a:pt x="225531" y="30770"/>
                </a:lnTo>
                <a:lnTo>
                  <a:pt x="225420" y="30751"/>
                </a:lnTo>
                <a:lnTo>
                  <a:pt x="225308" y="30732"/>
                </a:lnTo>
                <a:lnTo>
                  <a:pt x="225196" y="30713"/>
                </a:lnTo>
                <a:lnTo>
                  <a:pt x="225084" y="30696"/>
                </a:lnTo>
                <a:lnTo>
                  <a:pt x="224971" y="30679"/>
                </a:lnTo>
                <a:lnTo>
                  <a:pt x="224859" y="30663"/>
                </a:lnTo>
                <a:lnTo>
                  <a:pt x="224746" y="30648"/>
                </a:lnTo>
                <a:lnTo>
                  <a:pt x="224633" y="30634"/>
                </a:lnTo>
                <a:lnTo>
                  <a:pt x="224519" y="30620"/>
                </a:lnTo>
                <a:lnTo>
                  <a:pt x="224406" y="30608"/>
                </a:lnTo>
                <a:lnTo>
                  <a:pt x="224292" y="30596"/>
                </a:lnTo>
                <a:lnTo>
                  <a:pt x="224178" y="30585"/>
                </a:lnTo>
                <a:lnTo>
                  <a:pt x="224064" y="30575"/>
                </a:lnTo>
                <a:lnTo>
                  <a:pt x="223949" y="30566"/>
                </a:lnTo>
                <a:lnTo>
                  <a:pt x="223834" y="30557"/>
                </a:lnTo>
                <a:lnTo>
                  <a:pt x="223719" y="30549"/>
                </a:lnTo>
                <a:lnTo>
                  <a:pt x="223604" y="30542"/>
                </a:lnTo>
                <a:lnTo>
                  <a:pt x="223489" y="30536"/>
                </a:lnTo>
                <a:lnTo>
                  <a:pt x="223373" y="30531"/>
                </a:lnTo>
                <a:lnTo>
                  <a:pt x="223257" y="30526"/>
                </a:lnTo>
                <a:lnTo>
                  <a:pt x="223141" y="30523"/>
                </a:lnTo>
                <a:lnTo>
                  <a:pt x="223024" y="30520"/>
                </a:lnTo>
                <a:lnTo>
                  <a:pt x="222908" y="30518"/>
                </a:lnTo>
                <a:lnTo>
                  <a:pt x="222791" y="30517"/>
                </a:lnTo>
                <a:lnTo>
                  <a:pt x="222674" y="30516"/>
                </a:lnTo>
                <a:lnTo>
                  <a:pt x="222097" y="30511"/>
                </a:lnTo>
                <a:lnTo>
                  <a:pt x="221526" y="30516"/>
                </a:lnTo>
                <a:lnTo>
                  <a:pt x="220962" y="30532"/>
                </a:lnTo>
                <a:lnTo>
                  <a:pt x="220405" y="30559"/>
                </a:lnTo>
                <a:lnTo>
                  <a:pt x="219855" y="30597"/>
                </a:lnTo>
                <a:lnTo>
                  <a:pt x="219311" y="30646"/>
                </a:lnTo>
                <a:lnTo>
                  <a:pt x="218773" y="30706"/>
                </a:lnTo>
                <a:lnTo>
                  <a:pt x="218243" y="30777"/>
                </a:lnTo>
                <a:lnTo>
                  <a:pt x="217719" y="30858"/>
                </a:lnTo>
                <a:lnTo>
                  <a:pt x="217201" y="30951"/>
                </a:lnTo>
                <a:lnTo>
                  <a:pt x="216690" y="31055"/>
                </a:lnTo>
                <a:lnTo>
                  <a:pt x="216186" y="31169"/>
                </a:lnTo>
                <a:lnTo>
                  <a:pt x="215689" y="31295"/>
                </a:lnTo>
                <a:lnTo>
                  <a:pt x="215198" y="31431"/>
                </a:lnTo>
                <a:lnTo>
                  <a:pt x="214713" y="31578"/>
                </a:lnTo>
                <a:lnTo>
                  <a:pt x="214236" y="31737"/>
                </a:lnTo>
                <a:lnTo>
                  <a:pt x="213765" y="31906"/>
                </a:lnTo>
                <a:lnTo>
                  <a:pt x="213300" y="32086"/>
                </a:lnTo>
                <a:lnTo>
                  <a:pt x="212842" y="32277"/>
                </a:lnTo>
                <a:lnTo>
                  <a:pt x="212391" y="32479"/>
                </a:lnTo>
                <a:lnTo>
                  <a:pt x="211947" y="32692"/>
                </a:lnTo>
                <a:lnTo>
                  <a:pt x="211509" y="32916"/>
                </a:lnTo>
                <a:lnTo>
                  <a:pt x="211077" y="33150"/>
                </a:lnTo>
                <a:lnTo>
                  <a:pt x="210653" y="33396"/>
                </a:lnTo>
                <a:lnTo>
                  <a:pt x="210234" y="33651"/>
                </a:lnTo>
                <a:lnTo>
                  <a:pt x="209821" y="33912"/>
                </a:lnTo>
                <a:lnTo>
                  <a:pt x="209414" y="34180"/>
                </a:lnTo>
                <a:lnTo>
                  <a:pt x="209012" y="34455"/>
                </a:lnTo>
                <a:lnTo>
                  <a:pt x="208616" y="34737"/>
                </a:lnTo>
                <a:lnTo>
                  <a:pt x="208225" y="35026"/>
                </a:lnTo>
                <a:lnTo>
                  <a:pt x="207840" y="35322"/>
                </a:lnTo>
                <a:lnTo>
                  <a:pt x="207460" y="35625"/>
                </a:lnTo>
                <a:lnTo>
                  <a:pt x="207086" y="35934"/>
                </a:lnTo>
                <a:lnTo>
                  <a:pt x="206718" y="36250"/>
                </a:lnTo>
                <a:lnTo>
                  <a:pt x="206355" y="36574"/>
                </a:lnTo>
                <a:lnTo>
                  <a:pt x="205998" y="36904"/>
                </a:lnTo>
                <a:lnTo>
                  <a:pt x="205647" y="37240"/>
                </a:lnTo>
                <a:lnTo>
                  <a:pt x="205301" y="37584"/>
                </a:lnTo>
                <a:lnTo>
                  <a:pt x="204960" y="37935"/>
                </a:lnTo>
                <a:lnTo>
                  <a:pt x="204625" y="38292"/>
                </a:lnTo>
                <a:lnTo>
                  <a:pt x="204296" y="38657"/>
                </a:lnTo>
                <a:lnTo>
                  <a:pt x="203972" y="39028"/>
                </a:lnTo>
                <a:lnTo>
                  <a:pt x="203654" y="39406"/>
                </a:lnTo>
                <a:lnTo>
                  <a:pt x="203342" y="39791"/>
                </a:lnTo>
                <a:lnTo>
                  <a:pt x="203035" y="40183"/>
                </a:lnTo>
                <a:lnTo>
                  <a:pt x="202733" y="40581"/>
                </a:lnTo>
                <a:lnTo>
                  <a:pt x="202438" y="40987"/>
                </a:lnTo>
                <a:lnTo>
                  <a:pt x="202147" y="41399"/>
                </a:lnTo>
                <a:lnTo>
                  <a:pt x="201862" y="41816"/>
                </a:lnTo>
                <a:lnTo>
                  <a:pt x="201615" y="42188"/>
                </a:lnTo>
                <a:lnTo>
                  <a:pt x="203252" y="31856"/>
                </a:lnTo>
                <a:lnTo>
                  <a:pt x="195551" y="31856"/>
                </a:lnTo>
                <a:lnTo>
                  <a:pt x="183027" y="104318"/>
                </a:lnTo>
                <a:lnTo>
                  <a:pt x="190863" y="104318"/>
                </a:lnTo>
                <a:lnTo>
                  <a:pt x="199378" y="55249"/>
                </a:lnTo>
                <a:lnTo>
                  <a:pt x="199468" y="55040"/>
                </a:lnTo>
                <a:lnTo>
                  <a:pt x="199632" y="54666"/>
                </a:lnTo>
                <a:lnTo>
                  <a:pt x="199800" y="54294"/>
                </a:lnTo>
                <a:lnTo>
                  <a:pt x="199971" y="53922"/>
                </a:lnTo>
                <a:close/>
                <a:moveTo>
                  <a:pt x="100081" y="1451"/>
                </a:moveTo>
                <a:lnTo>
                  <a:pt x="82334" y="104318"/>
                </a:lnTo>
                <a:lnTo>
                  <a:pt x="90169" y="104318"/>
                </a:lnTo>
                <a:lnTo>
                  <a:pt x="107983" y="1451"/>
                </a:lnTo>
                <a:lnTo>
                  <a:pt x="100081" y="1451"/>
                </a:lnTo>
                <a:close/>
                <a:moveTo>
                  <a:pt x="59790" y="77006"/>
                </a:moveTo>
                <a:lnTo>
                  <a:pt x="59565" y="77603"/>
                </a:lnTo>
                <a:lnTo>
                  <a:pt x="59333" y="78193"/>
                </a:lnTo>
                <a:lnTo>
                  <a:pt x="59094" y="78776"/>
                </a:lnTo>
                <a:lnTo>
                  <a:pt x="58849" y="79352"/>
                </a:lnTo>
                <a:lnTo>
                  <a:pt x="58597" y="79921"/>
                </a:lnTo>
                <a:lnTo>
                  <a:pt x="58339" y="80483"/>
                </a:lnTo>
                <a:lnTo>
                  <a:pt x="58075" y="81037"/>
                </a:lnTo>
                <a:lnTo>
                  <a:pt x="57804" y="81585"/>
                </a:lnTo>
                <a:lnTo>
                  <a:pt x="57526" y="82125"/>
                </a:lnTo>
                <a:lnTo>
                  <a:pt x="57242" y="82659"/>
                </a:lnTo>
                <a:lnTo>
                  <a:pt x="56951" y="83185"/>
                </a:lnTo>
                <a:lnTo>
                  <a:pt x="56654" y="83704"/>
                </a:lnTo>
                <a:lnTo>
                  <a:pt x="56350" y="84216"/>
                </a:lnTo>
                <a:lnTo>
                  <a:pt x="56040" y="84721"/>
                </a:lnTo>
                <a:lnTo>
                  <a:pt x="55723" y="85219"/>
                </a:lnTo>
                <a:lnTo>
                  <a:pt x="55400" y="85710"/>
                </a:lnTo>
                <a:lnTo>
                  <a:pt x="55070" y="86194"/>
                </a:lnTo>
                <a:lnTo>
                  <a:pt x="54734" y="86670"/>
                </a:lnTo>
                <a:lnTo>
                  <a:pt x="54391" y="87140"/>
                </a:lnTo>
                <a:lnTo>
                  <a:pt x="54042" y="87601"/>
                </a:lnTo>
                <a:lnTo>
                  <a:pt x="53686" y="88054"/>
                </a:lnTo>
                <a:lnTo>
                  <a:pt x="53322" y="88497"/>
                </a:lnTo>
                <a:lnTo>
                  <a:pt x="52952" y="88931"/>
                </a:lnTo>
                <a:lnTo>
                  <a:pt x="52575" y="89357"/>
                </a:lnTo>
                <a:lnTo>
                  <a:pt x="52192" y="89773"/>
                </a:lnTo>
                <a:lnTo>
                  <a:pt x="51801" y="90180"/>
                </a:lnTo>
                <a:lnTo>
                  <a:pt x="51404" y="90578"/>
                </a:lnTo>
                <a:lnTo>
                  <a:pt x="50999" y="90967"/>
                </a:lnTo>
                <a:lnTo>
                  <a:pt x="50588" y="91347"/>
                </a:lnTo>
                <a:lnTo>
                  <a:pt x="50170" y="91717"/>
                </a:lnTo>
                <a:lnTo>
                  <a:pt x="49745" y="92079"/>
                </a:lnTo>
                <a:lnTo>
                  <a:pt x="49313" y="92432"/>
                </a:lnTo>
                <a:lnTo>
                  <a:pt x="48875" y="92775"/>
                </a:lnTo>
                <a:lnTo>
                  <a:pt x="48429" y="93110"/>
                </a:lnTo>
                <a:lnTo>
                  <a:pt x="47977" y="93435"/>
                </a:lnTo>
                <a:lnTo>
                  <a:pt x="47518" y="93752"/>
                </a:lnTo>
                <a:lnTo>
                  <a:pt x="47052" y="94059"/>
                </a:lnTo>
                <a:lnTo>
                  <a:pt x="46579" y="94357"/>
                </a:lnTo>
                <a:lnTo>
                  <a:pt x="46099" y="94646"/>
                </a:lnTo>
                <a:lnTo>
                  <a:pt x="45612" y="94926"/>
                </a:lnTo>
                <a:lnTo>
                  <a:pt x="45119" y="95197"/>
                </a:lnTo>
                <a:lnTo>
                  <a:pt x="44619" y="95459"/>
                </a:lnTo>
                <a:lnTo>
                  <a:pt x="44111" y="95712"/>
                </a:lnTo>
                <a:lnTo>
                  <a:pt x="43597" y="95955"/>
                </a:lnTo>
                <a:lnTo>
                  <a:pt x="43075" y="96187"/>
                </a:lnTo>
                <a:lnTo>
                  <a:pt x="42545" y="96409"/>
                </a:lnTo>
                <a:lnTo>
                  <a:pt x="42008" y="96619"/>
                </a:lnTo>
                <a:lnTo>
                  <a:pt x="41464" y="96819"/>
                </a:lnTo>
                <a:lnTo>
                  <a:pt x="40911" y="97008"/>
                </a:lnTo>
                <a:lnTo>
                  <a:pt x="40352" y="97186"/>
                </a:lnTo>
                <a:lnTo>
                  <a:pt x="39784" y="97353"/>
                </a:lnTo>
                <a:lnTo>
                  <a:pt x="39209" y="97509"/>
                </a:lnTo>
                <a:lnTo>
                  <a:pt x="38627" y="97655"/>
                </a:lnTo>
                <a:lnTo>
                  <a:pt x="38037" y="97790"/>
                </a:lnTo>
                <a:lnTo>
                  <a:pt x="37439" y="97914"/>
                </a:lnTo>
                <a:lnTo>
                  <a:pt x="36834" y="98027"/>
                </a:lnTo>
                <a:lnTo>
                  <a:pt x="36222" y="98129"/>
                </a:lnTo>
                <a:lnTo>
                  <a:pt x="35601" y="98221"/>
                </a:lnTo>
                <a:lnTo>
                  <a:pt x="34974" y="98302"/>
                </a:lnTo>
                <a:lnTo>
                  <a:pt x="34338" y="98372"/>
                </a:lnTo>
                <a:lnTo>
                  <a:pt x="33695" y="98431"/>
                </a:lnTo>
                <a:lnTo>
                  <a:pt x="33045" y="98479"/>
                </a:lnTo>
                <a:lnTo>
                  <a:pt x="32387" y="98517"/>
                </a:lnTo>
                <a:lnTo>
                  <a:pt x="31721" y="98543"/>
                </a:lnTo>
                <a:lnTo>
                  <a:pt x="31048" y="98559"/>
                </a:lnTo>
                <a:lnTo>
                  <a:pt x="30367" y="98564"/>
                </a:lnTo>
                <a:lnTo>
                  <a:pt x="29679" y="98558"/>
                </a:lnTo>
                <a:lnTo>
                  <a:pt x="29065" y="98541"/>
                </a:lnTo>
                <a:lnTo>
                  <a:pt x="28460" y="98513"/>
                </a:lnTo>
                <a:lnTo>
                  <a:pt x="27866" y="98473"/>
                </a:lnTo>
                <a:lnTo>
                  <a:pt x="27281" y="98421"/>
                </a:lnTo>
                <a:lnTo>
                  <a:pt x="26707" y="98357"/>
                </a:lnTo>
                <a:lnTo>
                  <a:pt x="26142" y="98282"/>
                </a:lnTo>
                <a:lnTo>
                  <a:pt x="25588" y="98195"/>
                </a:lnTo>
                <a:lnTo>
                  <a:pt x="25043" y="98097"/>
                </a:lnTo>
                <a:lnTo>
                  <a:pt x="24509" y="97987"/>
                </a:lnTo>
                <a:lnTo>
                  <a:pt x="23984" y="97865"/>
                </a:lnTo>
                <a:lnTo>
                  <a:pt x="23470" y="97732"/>
                </a:lnTo>
                <a:lnTo>
                  <a:pt x="22965" y="97587"/>
                </a:lnTo>
                <a:lnTo>
                  <a:pt x="22471" y="97431"/>
                </a:lnTo>
                <a:lnTo>
                  <a:pt x="21986" y="97263"/>
                </a:lnTo>
                <a:lnTo>
                  <a:pt x="21512" y="97083"/>
                </a:lnTo>
                <a:lnTo>
                  <a:pt x="21047" y="96892"/>
                </a:lnTo>
                <a:lnTo>
                  <a:pt x="20593" y="96689"/>
                </a:lnTo>
                <a:lnTo>
                  <a:pt x="20148" y="96474"/>
                </a:lnTo>
                <a:lnTo>
                  <a:pt x="19714" y="96248"/>
                </a:lnTo>
                <a:lnTo>
                  <a:pt x="19289" y="96010"/>
                </a:lnTo>
                <a:lnTo>
                  <a:pt x="18875" y="95760"/>
                </a:lnTo>
                <a:lnTo>
                  <a:pt x="18470" y="95499"/>
                </a:lnTo>
                <a:lnTo>
                  <a:pt x="18076" y="95226"/>
                </a:lnTo>
                <a:lnTo>
                  <a:pt x="17691" y="94942"/>
                </a:lnTo>
                <a:lnTo>
                  <a:pt x="17316" y="94648"/>
                </a:lnTo>
                <a:lnTo>
                  <a:pt x="16949" y="94347"/>
                </a:lnTo>
                <a:lnTo>
                  <a:pt x="16590" y="94039"/>
                </a:lnTo>
                <a:lnTo>
                  <a:pt x="16239" y="93724"/>
                </a:lnTo>
                <a:lnTo>
                  <a:pt x="15896" y="93402"/>
                </a:lnTo>
                <a:lnTo>
                  <a:pt x="15561" y="93073"/>
                </a:lnTo>
                <a:lnTo>
                  <a:pt x="15234" y="92737"/>
                </a:lnTo>
                <a:lnTo>
                  <a:pt x="14916" y="92393"/>
                </a:lnTo>
                <a:lnTo>
                  <a:pt x="14606" y="92043"/>
                </a:lnTo>
                <a:lnTo>
                  <a:pt x="14303" y="91685"/>
                </a:lnTo>
                <a:lnTo>
                  <a:pt x="14009" y="91321"/>
                </a:lnTo>
                <a:lnTo>
                  <a:pt x="13723" y="90949"/>
                </a:lnTo>
                <a:lnTo>
                  <a:pt x="13446" y="90570"/>
                </a:lnTo>
                <a:lnTo>
                  <a:pt x="13176" y="90184"/>
                </a:lnTo>
                <a:lnTo>
                  <a:pt x="12915" y="89791"/>
                </a:lnTo>
                <a:lnTo>
                  <a:pt x="12661" y="89391"/>
                </a:lnTo>
                <a:lnTo>
                  <a:pt x="12416" y="88984"/>
                </a:lnTo>
                <a:lnTo>
                  <a:pt x="12179" y="88569"/>
                </a:lnTo>
                <a:lnTo>
                  <a:pt x="11950" y="88148"/>
                </a:lnTo>
                <a:lnTo>
                  <a:pt x="11729" y="87719"/>
                </a:lnTo>
                <a:lnTo>
                  <a:pt x="11517" y="87284"/>
                </a:lnTo>
                <a:lnTo>
                  <a:pt x="11312" y="86841"/>
                </a:lnTo>
                <a:lnTo>
                  <a:pt x="11116" y="86391"/>
                </a:lnTo>
                <a:lnTo>
                  <a:pt x="10927" y="85934"/>
                </a:lnTo>
                <a:lnTo>
                  <a:pt x="10746" y="85473"/>
                </a:lnTo>
                <a:lnTo>
                  <a:pt x="10572" y="85008"/>
                </a:lnTo>
                <a:lnTo>
                  <a:pt x="10404" y="84540"/>
                </a:lnTo>
                <a:lnTo>
                  <a:pt x="10242" y="84069"/>
                </a:lnTo>
                <a:lnTo>
                  <a:pt x="10086" y="83595"/>
                </a:lnTo>
                <a:lnTo>
                  <a:pt x="9937" y="83118"/>
                </a:lnTo>
                <a:lnTo>
                  <a:pt x="9795" y="82637"/>
                </a:lnTo>
                <a:lnTo>
                  <a:pt x="9659" y="82154"/>
                </a:lnTo>
                <a:lnTo>
                  <a:pt x="9529" y="81668"/>
                </a:lnTo>
                <a:lnTo>
                  <a:pt x="9405" y="81179"/>
                </a:lnTo>
                <a:lnTo>
                  <a:pt x="9288" y="80687"/>
                </a:lnTo>
                <a:lnTo>
                  <a:pt x="9178" y="80192"/>
                </a:lnTo>
                <a:lnTo>
                  <a:pt x="9074" y="79694"/>
                </a:lnTo>
                <a:lnTo>
                  <a:pt x="8976" y="79192"/>
                </a:lnTo>
                <a:lnTo>
                  <a:pt x="8884" y="78688"/>
                </a:lnTo>
                <a:lnTo>
                  <a:pt x="8799" y="78181"/>
                </a:lnTo>
                <a:lnTo>
                  <a:pt x="8721" y="77670"/>
                </a:lnTo>
                <a:lnTo>
                  <a:pt x="8648" y="77157"/>
                </a:lnTo>
                <a:lnTo>
                  <a:pt x="8582" y="76641"/>
                </a:lnTo>
                <a:lnTo>
                  <a:pt x="8523" y="76121"/>
                </a:lnTo>
                <a:lnTo>
                  <a:pt x="8470" y="75599"/>
                </a:lnTo>
                <a:lnTo>
                  <a:pt x="8423" y="75074"/>
                </a:lnTo>
                <a:lnTo>
                  <a:pt x="8383" y="74545"/>
                </a:lnTo>
                <a:lnTo>
                  <a:pt x="8349" y="74014"/>
                </a:lnTo>
                <a:lnTo>
                  <a:pt x="8321" y="73481"/>
                </a:lnTo>
                <a:lnTo>
                  <a:pt x="8297" y="72951"/>
                </a:lnTo>
                <a:lnTo>
                  <a:pt x="8277" y="72422"/>
                </a:lnTo>
                <a:lnTo>
                  <a:pt x="8262" y="71894"/>
                </a:lnTo>
                <a:lnTo>
                  <a:pt x="8252" y="71368"/>
                </a:lnTo>
                <a:lnTo>
                  <a:pt x="8246" y="70843"/>
                </a:lnTo>
                <a:lnTo>
                  <a:pt x="8245" y="70320"/>
                </a:lnTo>
                <a:lnTo>
                  <a:pt x="8249" y="69798"/>
                </a:lnTo>
                <a:lnTo>
                  <a:pt x="8256" y="69278"/>
                </a:lnTo>
                <a:lnTo>
                  <a:pt x="8269" y="68760"/>
                </a:lnTo>
                <a:lnTo>
                  <a:pt x="8286" y="68242"/>
                </a:lnTo>
                <a:lnTo>
                  <a:pt x="8307" y="67727"/>
                </a:lnTo>
                <a:lnTo>
                  <a:pt x="8333" y="67213"/>
                </a:lnTo>
                <a:lnTo>
                  <a:pt x="8364" y="66700"/>
                </a:lnTo>
                <a:lnTo>
                  <a:pt x="8399" y="66189"/>
                </a:lnTo>
                <a:lnTo>
                  <a:pt x="8438" y="65680"/>
                </a:lnTo>
                <a:lnTo>
                  <a:pt x="8482" y="65172"/>
                </a:lnTo>
                <a:lnTo>
                  <a:pt x="8531" y="64665"/>
                </a:lnTo>
                <a:lnTo>
                  <a:pt x="8584" y="64160"/>
                </a:lnTo>
                <a:lnTo>
                  <a:pt x="8642" y="63656"/>
                </a:lnTo>
                <a:lnTo>
                  <a:pt x="8704" y="63155"/>
                </a:lnTo>
                <a:lnTo>
                  <a:pt x="8771" y="62654"/>
                </a:lnTo>
                <a:lnTo>
                  <a:pt x="8842" y="62155"/>
                </a:lnTo>
                <a:lnTo>
                  <a:pt x="8918" y="61658"/>
                </a:lnTo>
                <a:lnTo>
                  <a:pt x="10927" y="49335"/>
                </a:lnTo>
                <a:lnTo>
                  <a:pt x="11025" y="48777"/>
                </a:lnTo>
                <a:lnTo>
                  <a:pt x="11128" y="48220"/>
                </a:lnTo>
                <a:lnTo>
                  <a:pt x="11237" y="47662"/>
                </a:lnTo>
                <a:lnTo>
                  <a:pt x="11351" y="47105"/>
                </a:lnTo>
                <a:lnTo>
                  <a:pt x="11470" y="46549"/>
                </a:lnTo>
                <a:lnTo>
                  <a:pt x="11595" y="45993"/>
                </a:lnTo>
                <a:lnTo>
                  <a:pt x="11725" y="45437"/>
                </a:lnTo>
                <a:lnTo>
                  <a:pt x="11861" y="44881"/>
                </a:lnTo>
                <a:lnTo>
                  <a:pt x="12003" y="44326"/>
                </a:lnTo>
                <a:lnTo>
                  <a:pt x="12149" y="43772"/>
                </a:lnTo>
                <a:lnTo>
                  <a:pt x="12302" y="43217"/>
                </a:lnTo>
                <a:lnTo>
                  <a:pt x="12459" y="42663"/>
                </a:lnTo>
                <a:lnTo>
                  <a:pt x="12623" y="42109"/>
                </a:lnTo>
                <a:lnTo>
                  <a:pt x="12791" y="41556"/>
                </a:lnTo>
                <a:lnTo>
                  <a:pt x="12965" y="41003"/>
                </a:lnTo>
                <a:lnTo>
                  <a:pt x="13145" y="40450"/>
                </a:lnTo>
                <a:lnTo>
                  <a:pt x="13330" y="39898"/>
                </a:lnTo>
                <a:lnTo>
                  <a:pt x="13520" y="39346"/>
                </a:lnTo>
                <a:lnTo>
                  <a:pt x="13716" y="38794"/>
                </a:lnTo>
                <a:lnTo>
                  <a:pt x="13918" y="38243"/>
                </a:lnTo>
                <a:lnTo>
                  <a:pt x="14125" y="37692"/>
                </a:lnTo>
                <a:lnTo>
                  <a:pt x="14337" y="37141"/>
                </a:lnTo>
                <a:lnTo>
                  <a:pt x="14555" y="36591"/>
                </a:lnTo>
                <a:lnTo>
                  <a:pt x="14778" y="36041"/>
                </a:lnTo>
                <a:lnTo>
                  <a:pt x="15007" y="35494"/>
                </a:lnTo>
                <a:lnTo>
                  <a:pt x="15241" y="34951"/>
                </a:lnTo>
                <a:lnTo>
                  <a:pt x="15481" y="34412"/>
                </a:lnTo>
                <a:lnTo>
                  <a:pt x="15727" y="33877"/>
                </a:lnTo>
                <a:lnTo>
                  <a:pt x="15978" y="33347"/>
                </a:lnTo>
                <a:lnTo>
                  <a:pt x="16235" y="32820"/>
                </a:lnTo>
                <a:lnTo>
                  <a:pt x="16497" y="32299"/>
                </a:lnTo>
                <a:lnTo>
                  <a:pt x="16765" y="31781"/>
                </a:lnTo>
                <a:lnTo>
                  <a:pt x="17038" y="31268"/>
                </a:lnTo>
                <a:lnTo>
                  <a:pt x="17317" y="30759"/>
                </a:lnTo>
                <a:lnTo>
                  <a:pt x="17602" y="30255"/>
                </a:lnTo>
                <a:lnTo>
                  <a:pt x="17892" y="29754"/>
                </a:lnTo>
                <a:lnTo>
                  <a:pt x="18188" y="29259"/>
                </a:lnTo>
                <a:lnTo>
                  <a:pt x="18489" y="28767"/>
                </a:lnTo>
                <a:lnTo>
                  <a:pt x="18796" y="28280"/>
                </a:lnTo>
                <a:lnTo>
                  <a:pt x="19109" y="27797"/>
                </a:lnTo>
                <a:lnTo>
                  <a:pt x="19427" y="27318"/>
                </a:lnTo>
                <a:lnTo>
                  <a:pt x="19751" y="26843"/>
                </a:lnTo>
                <a:lnTo>
                  <a:pt x="20080" y="26373"/>
                </a:lnTo>
                <a:lnTo>
                  <a:pt x="20415" y="25907"/>
                </a:lnTo>
                <a:lnTo>
                  <a:pt x="20755" y="25446"/>
                </a:lnTo>
                <a:lnTo>
                  <a:pt x="21101" y="24989"/>
                </a:lnTo>
                <a:lnTo>
                  <a:pt x="21453" y="24536"/>
                </a:lnTo>
                <a:lnTo>
                  <a:pt x="21810" y="24087"/>
                </a:lnTo>
                <a:lnTo>
                  <a:pt x="22173" y="23644"/>
                </a:lnTo>
                <a:lnTo>
                  <a:pt x="22541" y="23209"/>
                </a:lnTo>
                <a:lnTo>
                  <a:pt x="22916" y="22782"/>
                </a:lnTo>
                <a:lnTo>
                  <a:pt x="23296" y="22363"/>
                </a:lnTo>
                <a:lnTo>
                  <a:pt x="23681" y="21951"/>
                </a:lnTo>
                <a:lnTo>
                  <a:pt x="24072" y="21546"/>
                </a:lnTo>
                <a:lnTo>
                  <a:pt x="24469" y="21150"/>
                </a:lnTo>
                <a:lnTo>
                  <a:pt x="24872" y="20761"/>
                </a:lnTo>
                <a:lnTo>
                  <a:pt x="25281" y="20380"/>
                </a:lnTo>
                <a:lnTo>
                  <a:pt x="25695" y="20006"/>
                </a:lnTo>
                <a:lnTo>
                  <a:pt x="26114" y="19640"/>
                </a:lnTo>
                <a:lnTo>
                  <a:pt x="26540" y="19282"/>
                </a:lnTo>
                <a:lnTo>
                  <a:pt x="26971" y="18931"/>
                </a:lnTo>
                <a:lnTo>
                  <a:pt x="27408" y="18589"/>
                </a:lnTo>
                <a:lnTo>
                  <a:pt x="27851" y="18253"/>
                </a:lnTo>
                <a:lnTo>
                  <a:pt x="28299" y="17926"/>
                </a:lnTo>
                <a:lnTo>
                  <a:pt x="28753" y="17606"/>
                </a:lnTo>
                <a:lnTo>
                  <a:pt x="29212" y="17294"/>
                </a:lnTo>
                <a:lnTo>
                  <a:pt x="29678" y="16989"/>
                </a:lnTo>
                <a:lnTo>
                  <a:pt x="30149" y="16692"/>
                </a:lnTo>
                <a:lnTo>
                  <a:pt x="30626" y="16403"/>
                </a:lnTo>
                <a:lnTo>
                  <a:pt x="31108" y="16122"/>
                </a:lnTo>
                <a:lnTo>
                  <a:pt x="31596" y="15848"/>
                </a:lnTo>
                <a:lnTo>
                  <a:pt x="32090" y="15582"/>
                </a:lnTo>
                <a:lnTo>
                  <a:pt x="32590" y="15325"/>
                </a:lnTo>
                <a:lnTo>
                  <a:pt x="33096" y="15080"/>
                </a:lnTo>
                <a:lnTo>
                  <a:pt x="33607" y="14845"/>
                </a:lnTo>
                <a:lnTo>
                  <a:pt x="34125" y="14622"/>
                </a:lnTo>
                <a:lnTo>
                  <a:pt x="34649" y="14410"/>
                </a:lnTo>
                <a:lnTo>
                  <a:pt x="35179" y="14209"/>
                </a:lnTo>
                <a:lnTo>
                  <a:pt x="35715" y="14019"/>
                </a:lnTo>
                <a:lnTo>
                  <a:pt x="36257" y="13841"/>
                </a:lnTo>
                <a:lnTo>
                  <a:pt x="36805" y="13673"/>
                </a:lnTo>
                <a:lnTo>
                  <a:pt x="37359" y="13517"/>
                </a:lnTo>
                <a:lnTo>
                  <a:pt x="37920" y="13372"/>
                </a:lnTo>
                <a:lnTo>
                  <a:pt x="38486" y="13238"/>
                </a:lnTo>
                <a:lnTo>
                  <a:pt x="39058" y="13115"/>
                </a:lnTo>
                <a:lnTo>
                  <a:pt x="39636" y="13003"/>
                </a:lnTo>
                <a:lnTo>
                  <a:pt x="40221" y="12903"/>
                </a:lnTo>
                <a:lnTo>
                  <a:pt x="40811" y="12814"/>
                </a:lnTo>
                <a:lnTo>
                  <a:pt x="41408" y="12736"/>
                </a:lnTo>
                <a:lnTo>
                  <a:pt x="42010" y="12669"/>
                </a:lnTo>
                <a:lnTo>
                  <a:pt x="42619" y="12613"/>
                </a:lnTo>
                <a:lnTo>
                  <a:pt x="43233" y="12568"/>
                </a:lnTo>
                <a:lnTo>
                  <a:pt x="43854" y="12535"/>
                </a:lnTo>
                <a:lnTo>
                  <a:pt x="44481" y="12512"/>
                </a:lnTo>
                <a:lnTo>
                  <a:pt x="45113" y="12501"/>
                </a:lnTo>
                <a:lnTo>
                  <a:pt x="45752" y="12501"/>
                </a:lnTo>
                <a:lnTo>
                  <a:pt x="46389" y="12518"/>
                </a:lnTo>
                <a:lnTo>
                  <a:pt x="47016" y="12544"/>
                </a:lnTo>
                <a:lnTo>
                  <a:pt x="47633" y="12582"/>
                </a:lnTo>
                <a:lnTo>
                  <a:pt x="48239" y="12630"/>
                </a:lnTo>
                <a:lnTo>
                  <a:pt x="48836" y="12688"/>
                </a:lnTo>
                <a:lnTo>
                  <a:pt x="49423" y="12757"/>
                </a:lnTo>
                <a:lnTo>
                  <a:pt x="50000" y="12836"/>
                </a:lnTo>
                <a:lnTo>
                  <a:pt x="50567" y="12925"/>
                </a:lnTo>
                <a:lnTo>
                  <a:pt x="51123" y="13025"/>
                </a:lnTo>
                <a:lnTo>
                  <a:pt x="51670" y="13136"/>
                </a:lnTo>
                <a:lnTo>
                  <a:pt x="52207" y="13257"/>
                </a:lnTo>
                <a:lnTo>
                  <a:pt x="52734" y="13389"/>
                </a:lnTo>
                <a:lnTo>
                  <a:pt x="53251" y="13531"/>
                </a:lnTo>
                <a:lnTo>
                  <a:pt x="53757" y="13683"/>
                </a:lnTo>
                <a:lnTo>
                  <a:pt x="54254" y="13846"/>
                </a:lnTo>
                <a:lnTo>
                  <a:pt x="54741" y="14019"/>
                </a:lnTo>
                <a:lnTo>
                  <a:pt x="55218" y="14203"/>
                </a:lnTo>
                <a:lnTo>
                  <a:pt x="55685" y="14397"/>
                </a:lnTo>
                <a:lnTo>
                  <a:pt x="56141" y="14602"/>
                </a:lnTo>
                <a:lnTo>
                  <a:pt x="56588" y="14817"/>
                </a:lnTo>
                <a:lnTo>
                  <a:pt x="57025" y="15043"/>
                </a:lnTo>
                <a:lnTo>
                  <a:pt x="57452" y="15279"/>
                </a:lnTo>
                <a:lnTo>
                  <a:pt x="57869" y="15526"/>
                </a:lnTo>
                <a:lnTo>
                  <a:pt x="58276" y="15783"/>
                </a:lnTo>
                <a:lnTo>
                  <a:pt x="58673" y="16049"/>
                </a:lnTo>
                <a:lnTo>
                  <a:pt x="59061" y="16324"/>
                </a:lnTo>
                <a:lnTo>
                  <a:pt x="59441" y="16607"/>
                </a:lnTo>
                <a:lnTo>
                  <a:pt x="59811" y="16899"/>
                </a:lnTo>
                <a:lnTo>
                  <a:pt x="60173" y="17199"/>
                </a:lnTo>
                <a:lnTo>
                  <a:pt x="60525" y="17507"/>
                </a:lnTo>
                <a:lnTo>
                  <a:pt x="60869" y="17824"/>
                </a:lnTo>
                <a:lnTo>
                  <a:pt x="61204" y="18149"/>
                </a:lnTo>
                <a:lnTo>
                  <a:pt x="61529" y="18482"/>
                </a:lnTo>
                <a:lnTo>
                  <a:pt x="61846" y="18824"/>
                </a:lnTo>
                <a:lnTo>
                  <a:pt x="62154" y="19175"/>
                </a:lnTo>
                <a:lnTo>
                  <a:pt x="62453" y="19533"/>
                </a:lnTo>
                <a:lnTo>
                  <a:pt x="62743" y="19900"/>
                </a:lnTo>
                <a:lnTo>
                  <a:pt x="63024" y="20275"/>
                </a:lnTo>
                <a:lnTo>
                  <a:pt x="63296" y="20659"/>
                </a:lnTo>
                <a:lnTo>
                  <a:pt x="63559" y="21051"/>
                </a:lnTo>
                <a:lnTo>
                  <a:pt x="63813" y="21452"/>
                </a:lnTo>
                <a:lnTo>
                  <a:pt x="64058" y="21860"/>
                </a:lnTo>
                <a:lnTo>
                  <a:pt x="64294" y="22277"/>
                </a:lnTo>
                <a:lnTo>
                  <a:pt x="64522" y="22703"/>
                </a:lnTo>
                <a:lnTo>
                  <a:pt x="64740" y="23137"/>
                </a:lnTo>
                <a:lnTo>
                  <a:pt x="64949" y="23579"/>
                </a:lnTo>
                <a:lnTo>
                  <a:pt x="65150" y="24030"/>
                </a:lnTo>
                <a:lnTo>
                  <a:pt x="65341" y="24489"/>
                </a:lnTo>
                <a:lnTo>
                  <a:pt x="65524" y="24955"/>
                </a:lnTo>
                <a:lnTo>
                  <a:pt x="65699" y="25427"/>
                </a:lnTo>
                <a:lnTo>
                  <a:pt x="65866" y="25906"/>
                </a:lnTo>
                <a:lnTo>
                  <a:pt x="66025" y="26390"/>
                </a:lnTo>
                <a:lnTo>
                  <a:pt x="66176" y="26881"/>
                </a:lnTo>
                <a:lnTo>
                  <a:pt x="66318" y="27377"/>
                </a:lnTo>
                <a:lnTo>
                  <a:pt x="66453" y="27880"/>
                </a:lnTo>
                <a:lnTo>
                  <a:pt x="66580" y="28388"/>
                </a:lnTo>
                <a:lnTo>
                  <a:pt x="66699" y="28903"/>
                </a:lnTo>
                <a:lnTo>
                  <a:pt x="66809" y="29423"/>
                </a:lnTo>
                <a:lnTo>
                  <a:pt x="66912" y="29950"/>
                </a:lnTo>
                <a:lnTo>
                  <a:pt x="67007" y="30483"/>
                </a:lnTo>
                <a:lnTo>
                  <a:pt x="67094" y="31022"/>
                </a:lnTo>
                <a:lnTo>
                  <a:pt x="67172" y="31566"/>
                </a:lnTo>
                <a:lnTo>
                  <a:pt x="67243" y="32117"/>
                </a:lnTo>
                <a:lnTo>
                  <a:pt x="67305" y="32674"/>
                </a:lnTo>
                <a:lnTo>
                  <a:pt x="67360" y="33237"/>
                </a:lnTo>
                <a:lnTo>
                  <a:pt x="67407" y="33806"/>
                </a:lnTo>
                <a:lnTo>
                  <a:pt x="67445" y="34381"/>
                </a:lnTo>
                <a:lnTo>
                  <a:pt x="67476" y="34962"/>
                </a:lnTo>
                <a:lnTo>
                  <a:pt x="67498" y="35550"/>
                </a:lnTo>
                <a:lnTo>
                  <a:pt x="67513" y="36143"/>
                </a:lnTo>
                <a:lnTo>
                  <a:pt x="67519" y="36742"/>
                </a:lnTo>
                <a:lnTo>
                  <a:pt x="67518" y="37347"/>
                </a:lnTo>
                <a:lnTo>
                  <a:pt x="75487" y="37347"/>
                </a:lnTo>
                <a:lnTo>
                  <a:pt x="75492" y="36564"/>
                </a:lnTo>
                <a:lnTo>
                  <a:pt x="75485" y="35790"/>
                </a:lnTo>
                <a:lnTo>
                  <a:pt x="75466" y="35023"/>
                </a:lnTo>
                <a:lnTo>
                  <a:pt x="75435" y="34264"/>
                </a:lnTo>
                <a:lnTo>
                  <a:pt x="75392" y="33513"/>
                </a:lnTo>
                <a:lnTo>
                  <a:pt x="75336" y="32770"/>
                </a:lnTo>
                <a:lnTo>
                  <a:pt x="75269" y="32035"/>
                </a:lnTo>
                <a:lnTo>
                  <a:pt x="75189" y="31309"/>
                </a:lnTo>
                <a:lnTo>
                  <a:pt x="75098" y="30590"/>
                </a:lnTo>
                <a:lnTo>
                  <a:pt x="74994" y="29879"/>
                </a:lnTo>
                <a:lnTo>
                  <a:pt x="74878" y="29177"/>
                </a:lnTo>
                <a:lnTo>
                  <a:pt x="74750" y="28482"/>
                </a:lnTo>
                <a:lnTo>
                  <a:pt x="74610" y="27795"/>
                </a:lnTo>
                <a:lnTo>
                  <a:pt x="74458" y="27117"/>
                </a:lnTo>
                <a:lnTo>
                  <a:pt x="74294" y="26446"/>
                </a:lnTo>
                <a:lnTo>
                  <a:pt x="74118" y="25784"/>
                </a:lnTo>
                <a:lnTo>
                  <a:pt x="73930" y="25129"/>
                </a:lnTo>
                <a:lnTo>
                  <a:pt x="73729" y="24483"/>
                </a:lnTo>
                <a:lnTo>
                  <a:pt x="73517" y="23844"/>
                </a:lnTo>
                <a:lnTo>
                  <a:pt x="73292" y="23214"/>
                </a:lnTo>
                <a:lnTo>
                  <a:pt x="73055" y="22591"/>
                </a:lnTo>
                <a:lnTo>
                  <a:pt x="72806" y="21977"/>
                </a:lnTo>
                <a:lnTo>
                  <a:pt x="72545" y="21370"/>
                </a:lnTo>
                <a:lnTo>
                  <a:pt x="72272" y="20772"/>
                </a:lnTo>
                <a:lnTo>
                  <a:pt x="71988" y="20183"/>
                </a:lnTo>
                <a:lnTo>
                  <a:pt x="71692" y="19605"/>
                </a:lnTo>
                <a:lnTo>
                  <a:pt x="71385" y="19037"/>
                </a:lnTo>
                <a:lnTo>
                  <a:pt x="71066" y="18480"/>
                </a:lnTo>
                <a:lnTo>
                  <a:pt x="70736" y="17934"/>
                </a:lnTo>
                <a:lnTo>
                  <a:pt x="70395" y="17398"/>
                </a:lnTo>
                <a:lnTo>
                  <a:pt x="70043" y="16874"/>
                </a:lnTo>
                <a:lnTo>
                  <a:pt x="69679" y="16359"/>
                </a:lnTo>
                <a:lnTo>
                  <a:pt x="69304" y="15856"/>
                </a:lnTo>
                <a:lnTo>
                  <a:pt x="68918" y="15363"/>
                </a:lnTo>
                <a:lnTo>
                  <a:pt x="68521" y="14881"/>
                </a:lnTo>
                <a:lnTo>
                  <a:pt x="68112" y="14410"/>
                </a:lnTo>
                <a:lnTo>
                  <a:pt x="67692" y="13949"/>
                </a:lnTo>
                <a:lnTo>
                  <a:pt x="67261" y="13499"/>
                </a:lnTo>
                <a:lnTo>
                  <a:pt x="66818" y="13060"/>
                </a:lnTo>
                <a:lnTo>
                  <a:pt x="66364" y="12631"/>
                </a:lnTo>
                <a:lnTo>
                  <a:pt x="65899" y="12214"/>
                </a:lnTo>
                <a:lnTo>
                  <a:pt x="65423" y="11806"/>
                </a:lnTo>
                <a:lnTo>
                  <a:pt x="64935" y="11410"/>
                </a:lnTo>
                <a:lnTo>
                  <a:pt x="64436" y="11024"/>
                </a:lnTo>
                <a:lnTo>
                  <a:pt x="63926" y="10649"/>
                </a:lnTo>
                <a:lnTo>
                  <a:pt x="63404" y="10285"/>
                </a:lnTo>
                <a:lnTo>
                  <a:pt x="62871" y="9931"/>
                </a:lnTo>
                <a:lnTo>
                  <a:pt x="62327" y="9588"/>
                </a:lnTo>
                <a:lnTo>
                  <a:pt x="61772" y="9257"/>
                </a:lnTo>
                <a:lnTo>
                  <a:pt x="61206" y="8940"/>
                </a:lnTo>
                <a:lnTo>
                  <a:pt x="60630" y="8637"/>
                </a:lnTo>
                <a:lnTo>
                  <a:pt x="60042" y="8348"/>
                </a:lnTo>
                <a:lnTo>
                  <a:pt x="59444" y="8073"/>
                </a:lnTo>
                <a:lnTo>
                  <a:pt x="58834" y="7811"/>
                </a:lnTo>
                <a:lnTo>
                  <a:pt x="58214" y="7563"/>
                </a:lnTo>
                <a:lnTo>
                  <a:pt x="57584" y="7330"/>
                </a:lnTo>
                <a:lnTo>
                  <a:pt x="56942" y="7110"/>
                </a:lnTo>
                <a:lnTo>
                  <a:pt x="56289" y="6903"/>
                </a:lnTo>
                <a:lnTo>
                  <a:pt x="55626" y="6711"/>
                </a:lnTo>
                <a:lnTo>
                  <a:pt x="54952" y="6532"/>
                </a:lnTo>
                <a:lnTo>
                  <a:pt x="54267" y="6368"/>
                </a:lnTo>
                <a:lnTo>
                  <a:pt x="53572" y="6217"/>
                </a:lnTo>
                <a:lnTo>
                  <a:pt x="52865" y="6080"/>
                </a:lnTo>
                <a:lnTo>
                  <a:pt x="52148" y="5957"/>
                </a:lnTo>
                <a:lnTo>
                  <a:pt x="51420" y="5847"/>
                </a:lnTo>
                <a:lnTo>
                  <a:pt x="50681" y="5752"/>
                </a:lnTo>
                <a:lnTo>
                  <a:pt x="49931" y="5670"/>
                </a:lnTo>
                <a:lnTo>
                  <a:pt x="49170" y="5602"/>
                </a:lnTo>
                <a:lnTo>
                  <a:pt x="48399" y="5548"/>
                </a:lnTo>
                <a:lnTo>
                  <a:pt x="47617" y="5508"/>
                </a:lnTo>
                <a:lnTo>
                  <a:pt x="46824" y="5482"/>
                </a:lnTo>
                <a:lnTo>
                  <a:pt x="46020" y="5469"/>
                </a:lnTo>
                <a:lnTo>
                  <a:pt x="45242" y="5465"/>
                </a:lnTo>
                <a:lnTo>
                  <a:pt x="44471" y="5473"/>
                </a:lnTo>
                <a:lnTo>
                  <a:pt x="43707" y="5495"/>
                </a:lnTo>
                <a:lnTo>
                  <a:pt x="42950" y="5531"/>
                </a:lnTo>
                <a:lnTo>
                  <a:pt x="42199" y="5579"/>
                </a:lnTo>
                <a:lnTo>
                  <a:pt x="41456" y="5641"/>
                </a:lnTo>
                <a:lnTo>
                  <a:pt x="40719" y="5716"/>
                </a:lnTo>
                <a:lnTo>
                  <a:pt x="39989" y="5804"/>
                </a:lnTo>
                <a:lnTo>
                  <a:pt x="39266" y="5906"/>
                </a:lnTo>
                <a:lnTo>
                  <a:pt x="38550" y="6020"/>
                </a:lnTo>
                <a:lnTo>
                  <a:pt x="37840" y="6148"/>
                </a:lnTo>
                <a:lnTo>
                  <a:pt x="37138" y="6290"/>
                </a:lnTo>
                <a:lnTo>
                  <a:pt x="36442" y="6444"/>
                </a:lnTo>
                <a:lnTo>
                  <a:pt x="35754" y="6612"/>
                </a:lnTo>
                <a:lnTo>
                  <a:pt x="35072" y="6793"/>
                </a:lnTo>
                <a:lnTo>
                  <a:pt x="34397" y="6987"/>
                </a:lnTo>
                <a:lnTo>
                  <a:pt x="33729" y="7195"/>
                </a:lnTo>
                <a:lnTo>
                  <a:pt x="33067" y="7416"/>
                </a:lnTo>
                <a:lnTo>
                  <a:pt x="32413" y="7650"/>
                </a:lnTo>
                <a:lnTo>
                  <a:pt x="31765" y="7897"/>
                </a:lnTo>
                <a:lnTo>
                  <a:pt x="31125" y="8158"/>
                </a:lnTo>
                <a:lnTo>
                  <a:pt x="30491" y="8431"/>
                </a:lnTo>
                <a:lnTo>
                  <a:pt x="29864" y="8718"/>
                </a:lnTo>
                <a:lnTo>
                  <a:pt x="29244" y="9019"/>
                </a:lnTo>
                <a:lnTo>
                  <a:pt x="28631" y="9330"/>
                </a:lnTo>
                <a:lnTo>
                  <a:pt x="28024" y="9651"/>
                </a:lnTo>
                <a:lnTo>
                  <a:pt x="27425" y="9980"/>
                </a:lnTo>
                <a:lnTo>
                  <a:pt x="26832" y="10319"/>
                </a:lnTo>
                <a:lnTo>
                  <a:pt x="26246" y="10667"/>
                </a:lnTo>
                <a:lnTo>
                  <a:pt x="25667" y="11024"/>
                </a:lnTo>
                <a:lnTo>
                  <a:pt x="25095" y="11390"/>
                </a:lnTo>
                <a:lnTo>
                  <a:pt x="24530" y="11764"/>
                </a:lnTo>
                <a:lnTo>
                  <a:pt x="23971" y="12149"/>
                </a:lnTo>
                <a:lnTo>
                  <a:pt x="23420" y="12542"/>
                </a:lnTo>
                <a:lnTo>
                  <a:pt x="22875" y="12944"/>
                </a:lnTo>
                <a:lnTo>
                  <a:pt x="22337" y="13355"/>
                </a:lnTo>
                <a:lnTo>
                  <a:pt x="21807" y="13775"/>
                </a:lnTo>
                <a:lnTo>
                  <a:pt x="21282" y="14205"/>
                </a:lnTo>
                <a:lnTo>
                  <a:pt x="20765" y="14643"/>
                </a:lnTo>
                <a:lnTo>
                  <a:pt x="20255" y="15091"/>
                </a:lnTo>
                <a:lnTo>
                  <a:pt x="19751" y="15547"/>
                </a:lnTo>
                <a:lnTo>
                  <a:pt x="19255" y="16013"/>
                </a:lnTo>
                <a:lnTo>
                  <a:pt x="18765" y="16488"/>
                </a:lnTo>
                <a:lnTo>
                  <a:pt x="18282" y="16971"/>
                </a:lnTo>
                <a:lnTo>
                  <a:pt x="17806" y="17464"/>
                </a:lnTo>
                <a:lnTo>
                  <a:pt x="17337" y="17966"/>
                </a:lnTo>
                <a:lnTo>
                  <a:pt x="16874" y="18477"/>
                </a:lnTo>
                <a:lnTo>
                  <a:pt x="16419" y="18997"/>
                </a:lnTo>
                <a:lnTo>
                  <a:pt x="15970" y="19525"/>
                </a:lnTo>
                <a:lnTo>
                  <a:pt x="15529" y="20058"/>
                </a:lnTo>
                <a:lnTo>
                  <a:pt x="15094" y="20596"/>
                </a:lnTo>
                <a:lnTo>
                  <a:pt x="14667" y="21140"/>
                </a:lnTo>
                <a:lnTo>
                  <a:pt x="14246" y="21690"/>
                </a:lnTo>
                <a:lnTo>
                  <a:pt x="13832" y="22245"/>
                </a:lnTo>
                <a:lnTo>
                  <a:pt x="13426" y="22806"/>
                </a:lnTo>
                <a:lnTo>
                  <a:pt x="13026" y="23373"/>
                </a:lnTo>
                <a:lnTo>
                  <a:pt x="12633" y="23945"/>
                </a:lnTo>
                <a:lnTo>
                  <a:pt x="12247" y="24522"/>
                </a:lnTo>
                <a:lnTo>
                  <a:pt x="11868" y="25106"/>
                </a:lnTo>
                <a:lnTo>
                  <a:pt x="11497" y="25694"/>
                </a:lnTo>
                <a:lnTo>
                  <a:pt x="11132" y="26289"/>
                </a:lnTo>
                <a:lnTo>
                  <a:pt x="10774" y="26889"/>
                </a:lnTo>
                <a:lnTo>
                  <a:pt x="10423" y="27494"/>
                </a:lnTo>
                <a:lnTo>
                  <a:pt x="10079" y="28105"/>
                </a:lnTo>
                <a:lnTo>
                  <a:pt x="9742" y="28722"/>
                </a:lnTo>
                <a:lnTo>
                  <a:pt x="9412" y="29344"/>
                </a:lnTo>
                <a:lnTo>
                  <a:pt x="9089" y="29972"/>
                </a:lnTo>
                <a:lnTo>
                  <a:pt x="8773" y="30606"/>
                </a:lnTo>
                <a:lnTo>
                  <a:pt x="8464" y="31245"/>
                </a:lnTo>
                <a:lnTo>
                  <a:pt x="8162" y="31889"/>
                </a:lnTo>
                <a:lnTo>
                  <a:pt x="7867" y="32539"/>
                </a:lnTo>
                <a:lnTo>
                  <a:pt x="7579" y="33195"/>
                </a:lnTo>
                <a:lnTo>
                  <a:pt x="7298" y="33854"/>
                </a:lnTo>
                <a:lnTo>
                  <a:pt x="7024" y="34515"/>
                </a:lnTo>
                <a:lnTo>
                  <a:pt x="6757" y="35178"/>
                </a:lnTo>
                <a:lnTo>
                  <a:pt x="6498" y="35842"/>
                </a:lnTo>
                <a:lnTo>
                  <a:pt x="6246" y="36508"/>
                </a:lnTo>
                <a:lnTo>
                  <a:pt x="6001" y="37176"/>
                </a:lnTo>
                <a:lnTo>
                  <a:pt x="5763" y="37845"/>
                </a:lnTo>
                <a:lnTo>
                  <a:pt x="5533" y="38516"/>
                </a:lnTo>
                <a:lnTo>
                  <a:pt x="5309" y="39188"/>
                </a:lnTo>
                <a:lnTo>
                  <a:pt x="5093" y="39862"/>
                </a:lnTo>
                <a:lnTo>
                  <a:pt x="4884" y="40538"/>
                </a:lnTo>
                <a:lnTo>
                  <a:pt x="4682" y="41215"/>
                </a:lnTo>
                <a:lnTo>
                  <a:pt x="4488" y="41894"/>
                </a:lnTo>
                <a:lnTo>
                  <a:pt x="4301" y="42574"/>
                </a:lnTo>
                <a:lnTo>
                  <a:pt x="4120" y="43256"/>
                </a:lnTo>
                <a:lnTo>
                  <a:pt x="3948" y="43940"/>
                </a:lnTo>
                <a:lnTo>
                  <a:pt x="3782" y="44626"/>
                </a:lnTo>
                <a:lnTo>
                  <a:pt x="3623" y="45313"/>
                </a:lnTo>
                <a:lnTo>
                  <a:pt x="3472" y="46001"/>
                </a:lnTo>
                <a:lnTo>
                  <a:pt x="3328" y="46692"/>
                </a:lnTo>
                <a:lnTo>
                  <a:pt x="3191" y="47383"/>
                </a:lnTo>
                <a:lnTo>
                  <a:pt x="3062" y="48077"/>
                </a:lnTo>
                <a:lnTo>
                  <a:pt x="2939" y="48772"/>
                </a:lnTo>
                <a:lnTo>
                  <a:pt x="2824" y="49469"/>
                </a:lnTo>
                <a:lnTo>
                  <a:pt x="882" y="61658"/>
                </a:lnTo>
                <a:lnTo>
                  <a:pt x="785" y="62299"/>
                </a:lnTo>
                <a:lnTo>
                  <a:pt x="696" y="62941"/>
                </a:lnTo>
                <a:lnTo>
                  <a:pt x="614" y="63584"/>
                </a:lnTo>
                <a:lnTo>
                  <a:pt x="540" y="64226"/>
                </a:lnTo>
                <a:lnTo>
                  <a:pt x="474" y="64868"/>
                </a:lnTo>
                <a:lnTo>
                  <a:pt x="415" y="65511"/>
                </a:lnTo>
                <a:lnTo>
                  <a:pt x="364" y="66153"/>
                </a:lnTo>
                <a:lnTo>
                  <a:pt x="320" y="66796"/>
                </a:lnTo>
                <a:lnTo>
                  <a:pt x="284" y="67439"/>
                </a:lnTo>
                <a:lnTo>
                  <a:pt x="255" y="68081"/>
                </a:lnTo>
                <a:lnTo>
                  <a:pt x="234" y="68724"/>
                </a:lnTo>
                <a:lnTo>
                  <a:pt x="220" y="69368"/>
                </a:lnTo>
                <a:lnTo>
                  <a:pt x="214" y="70011"/>
                </a:lnTo>
                <a:lnTo>
                  <a:pt x="216" y="70654"/>
                </a:lnTo>
                <a:lnTo>
                  <a:pt x="225" y="71298"/>
                </a:lnTo>
                <a:lnTo>
                  <a:pt x="242" y="71941"/>
                </a:lnTo>
                <a:lnTo>
                  <a:pt x="266" y="72585"/>
                </a:lnTo>
                <a:lnTo>
                  <a:pt x="298" y="73229"/>
                </a:lnTo>
                <a:lnTo>
                  <a:pt x="337" y="73873"/>
                </a:lnTo>
                <a:lnTo>
                  <a:pt x="384" y="74517"/>
                </a:lnTo>
                <a:lnTo>
                  <a:pt x="439" y="75161"/>
                </a:lnTo>
                <a:lnTo>
                  <a:pt x="501" y="75805"/>
                </a:lnTo>
                <a:lnTo>
                  <a:pt x="570" y="76450"/>
                </a:lnTo>
                <a:lnTo>
                  <a:pt x="647" y="77094"/>
                </a:lnTo>
                <a:lnTo>
                  <a:pt x="732" y="77737"/>
                </a:lnTo>
                <a:lnTo>
                  <a:pt x="826" y="78374"/>
                </a:lnTo>
                <a:lnTo>
                  <a:pt x="927" y="79008"/>
                </a:lnTo>
                <a:lnTo>
                  <a:pt x="1036" y="79636"/>
                </a:lnTo>
                <a:lnTo>
                  <a:pt x="1154" y="80261"/>
                </a:lnTo>
                <a:lnTo>
                  <a:pt x="1279" y="80880"/>
                </a:lnTo>
                <a:lnTo>
                  <a:pt x="1413" y="81495"/>
                </a:lnTo>
                <a:lnTo>
                  <a:pt x="1555" y="82106"/>
                </a:lnTo>
                <a:lnTo>
                  <a:pt x="1705" y="82712"/>
                </a:lnTo>
                <a:lnTo>
                  <a:pt x="1864" y="83314"/>
                </a:lnTo>
                <a:lnTo>
                  <a:pt x="2030" y="83911"/>
                </a:lnTo>
                <a:lnTo>
                  <a:pt x="2204" y="84503"/>
                </a:lnTo>
                <a:lnTo>
                  <a:pt x="2387" y="85091"/>
                </a:lnTo>
                <a:lnTo>
                  <a:pt x="2578" y="85674"/>
                </a:lnTo>
                <a:lnTo>
                  <a:pt x="2777" y="86253"/>
                </a:lnTo>
                <a:lnTo>
                  <a:pt x="2984" y="86827"/>
                </a:lnTo>
                <a:lnTo>
                  <a:pt x="3199" y="87397"/>
                </a:lnTo>
                <a:lnTo>
                  <a:pt x="3422" y="87962"/>
                </a:lnTo>
                <a:lnTo>
                  <a:pt x="3654" y="88523"/>
                </a:lnTo>
                <a:lnTo>
                  <a:pt x="3894" y="89079"/>
                </a:lnTo>
                <a:lnTo>
                  <a:pt x="4141" y="89631"/>
                </a:lnTo>
                <a:lnTo>
                  <a:pt x="4397" y="90178"/>
                </a:lnTo>
                <a:lnTo>
                  <a:pt x="4661" y="90721"/>
                </a:lnTo>
                <a:lnTo>
                  <a:pt x="4934" y="91259"/>
                </a:lnTo>
                <a:lnTo>
                  <a:pt x="5215" y="91790"/>
                </a:lnTo>
                <a:lnTo>
                  <a:pt x="5505" y="92313"/>
                </a:lnTo>
                <a:lnTo>
                  <a:pt x="5805" y="92827"/>
                </a:lnTo>
                <a:lnTo>
                  <a:pt x="6115" y="93332"/>
                </a:lnTo>
                <a:lnTo>
                  <a:pt x="6434" y="93828"/>
                </a:lnTo>
                <a:lnTo>
                  <a:pt x="6763" y="94316"/>
                </a:lnTo>
                <a:lnTo>
                  <a:pt x="7101" y="94795"/>
                </a:lnTo>
                <a:lnTo>
                  <a:pt x="7449" y="95266"/>
                </a:lnTo>
                <a:lnTo>
                  <a:pt x="7806" y="95727"/>
                </a:lnTo>
                <a:lnTo>
                  <a:pt x="8173" y="96180"/>
                </a:lnTo>
                <a:lnTo>
                  <a:pt x="8549" y="96624"/>
                </a:lnTo>
                <a:lnTo>
                  <a:pt x="8935" y="97060"/>
                </a:lnTo>
                <a:lnTo>
                  <a:pt x="9330" y="97487"/>
                </a:lnTo>
                <a:lnTo>
                  <a:pt x="9735" y="97905"/>
                </a:lnTo>
                <a:lnTo>
                  <a:pt x="10150" y="98314"/>
                </a:lnTo>
                <a:lnTo>
                  <a:pt x="10574" y="98715"/>
                </a:lnTo>
                <a:lnTo>
                  <a:pt x="11007" y="99107"/>
                </a:lnTo>
                <a:lnTo>
                  <a:pt x="11451" y="99490"/>
                </a:lnTo>
                <a:lnTo>
                  <a:pt x="11903" y="99864"/>
                </a:lnTo>
                <a:lnTo>
                  <a:pt x="12365" y="100230"/>
                </a:lnTo>
                <a:lnTo>
                  <a:pt x="12837" y="100587"/>
                </a:lnTo>
                <a:lnTo>
                  <a:pt x="13318" y="100935"/>
                </a:lnTo>
                <a:lnTo>
                  <a:pt x="13809" y="101275"/>
                </a:lnTo>
                <a:lnTo>
                  <a:pt x="14309" y="101606"/>
                </a:lnTo>
                <a:lnTo>
                  <a:pt x="14820" y="101925"/>
                </a:lnTo>
                <a:lnTo>
                  <a:pt x="15340" y="102232"/>
                </a:lnTo>
                <a:lnTo>
                  <a:pt x="15871" y="102526"/>
                </a:lnTo>
                <a:lnTo>
                  <a:pt x="16412" y="102806"/>
                </a:lnTo>
                <a:lnTo>
                  <a:pt x="16964" y="103074"/>
                </a:lnTo>
                <a:lnTo>
                  <a:pt x="17526" y="103328"/>
                </a:lnTo>
                <a:lnTo>
                  <a:pt x="18098" y="103569"/>
                </a:lnTo>
                <a:lnTo>
                  <a:pt x="18681" y="103797"/>
                </a:lnTo>
                <a:lnTo>
                  <a:pt x="19274" y="104012"/>
                </a:lnTo>
                <a:lnTo>
                  <a:pt x="19877" y="104213"/>
                </a:lnTo>
                <a:lnTo>
                  <a:pt x="20491" y="104402"/>
                </a:lnTo>
                <a:lnTo>
                  <a:pt x="21115" y="104577"/>
                </a:lnTo>
                <a:lnTo>
                  <a:pt x="21750" y="104740"/>
                </a:lnTo>
                <a:lnTo>
                  <a:pt x="22394" y="104889"/>
                </a:lnTo>
                <a:lnTo>
                  <a:pt x="23050" y="105025"/>
                </a:lnTo>
                <a:lnTo>
                  <a:pt x="23715" y="105148"/>
                </a:lnTo>
                <a:lnTo>
                  <a:pt x="24391" y="105257"/>
                </a:lnTo>
                <a:lnTo>
                  <a:pt x="25077" y="105354"/>
                </a:lnTo>
                <a:lnTo>
                  <a:pt x="25774" y="105437"/>
                </a:lnTo>
                <a:lnTo>
                  <a:pt x="26480" y="105508"/>
                </a:lnTo>
                <a:lnTo>
                  <a:pt x="27198" y="105565"/>
                </a:lnTo>
                <a:lnTo>
                  <a:pt x="27925" y="105609"/>
                </a:lnTo>
                <a:lnTo>
                  <a:pt x="28663" y="105640"/>
                </a:lnTo>
                <a:lnTo>
                  <a:pt x="29411" y="105657"/>
                </a:lnTo>
                <a:lnTo>
                  <a:pt x="30250" y="105661"/>
                </a:lnTo>
                <a:lnTo>
                  <a:pt x="31083" y="105651"/>
                </a:lnTo>
                <a:lnTo>
                  <a:pt x="31907" y="105627"/>
                </a:lnTo>
                <a:lnTo>
                  <a:pt x="32725" y="105589"/>
                </a:lnTo>
                <a:lnTo>
                  <a:pt x="33536" y="105537"/>
                </a:lnTo>
                <a:lnTo>
                  <a:pt x="34340" y="105471"/>
                </a:lnTo>
                <a:lnTo>
                  <a:pt x="35136" y="105391"/>
                </a:lnTo>
                <a:lnTo>
                  <a:pt x="35926" y="105296"/>
                </a:lnTo>
                <a:lnTo>
                  <a:pt x="36708" y="105188"/>
                </a:lnTo>
                <a:lnTo>
                  <a:pt x="37484" y="105065"/>
                </a:lnTo>
                <a:lnTo>
                  <a:pt x="38252" y="104929"/>
                </a:lnTo>
                <a:lnTo>
                  <a:pt x="39013" y="104778"/>
                </a:lnTo>
                <a:lnTo>
                  <a:pt x="39767" y="104614"/>
                </a:lnTo>
                <a:lnTo>
                  <a:pt x="40514" y="104435"/>
                </a:lnTo>
                <a:lnTo>
                  <a:pt x="41254" y="104242"/>
                </a:lnTo>
                <a:lnTo>
                  <a:pt x="41987" y="104035"/>
                </a:lnTo>
                <a:lnTo>
                  <a:pt x="42713" y="103814"/>
                </a:lnTo>
                <a:lnTo>
                  <a:pt x="43431" y="103579"/>
                </a:lnTo>
                <a:lnTo>
                  <a:pt x="44143" y="103330"/>
                </a:lnTo>
                <a:lnTo>
                  <a:pt x="44847" y="103067"/>
                </a:lnTo>
                <a:lnTo>
                  <a:pt x="45544" y="102790"/>
                </a:lnTo>
                <a:lnTo>
                  <a:pt x="46235" y="102498"/>
                </a:lnTo>
                <a:lnTo>
                  <a:pt x="46918" y="102193"/>
                </a:lnTo>
                <a:lnTo>
                  <a:pt x="47594" y="101873"/>
                </a:lnTo>
                <a:lnTo>
                  <a:pt x="48262" y="101541"/>
                </a:lnTo>
                <a:lnTo>
                  <a:pt x="48921" y="101198"/>
                </a:lnTo>
                <a:lnTo>
                  <a:pt x="49570" y="100843"/>
                </a:lnTo>
                <a:lnTo>
                  <a:pt x="50211" y="100476"/>
                </a:lnTo>
                <a:lnTo>
                  <a:pt x="50843" y="100099"/>
                </a:lnTo>
                <a:lnTo>
                  <a:pt x="51466" y="99709"/>
                </a:lnTo>
                <a:lnTo>
                  <a:pt x="52079" y="99309"/>
                </a:lnTo>
                <a:lnTo>
                  <a:pt x="52684" y="98897"/>
                </a:lnTo>
                <a:lnTo>
                  <a:pt x="53279" y="98474"/>
                </a:lnTo>
                <a:lnTo>
                  <a:pt x="53865" y="98039"/>
                </a:lnTo>
                <a:lnTo>
                  <a:pt x="54443" y="97593"/>
                </a:lnTo>
                <a:lnTo>
                  <a:pt x="55011" y="97135"/>
                </a:lnTo>
                <a:lnTo>
                  <a:pt x="55570" y="96666"/>
                </a:lnTo>
                <a:lnTo>
                  <a:pt x="56120" y="96186"/>
                </a:lnTo>
                <a:lnTo>
                  <a:pt x="56661" y="95694"/>
                </a:lnTo>
                <a:lnTo>
                  <a:pt x="57193" y="95191"/>
                </a:lnTo>
                <a:lnTo>
                  <a:pt x="57716" y="94677"/>
                </a:lnTo>
                <a:lnTo>
                  <a:pt x="58230" y="94151"/>
                </a:lnTo>
                <a:lnTo>
                  <a:pt x="58734" y="93614"/>
                </a:lnTo>
                <a:lnTo>
                  <a:pt x="59230" y="93065"/>
                </a:lnTo>
                <a:lnTo>
                  <a:pt x="59717" y="92505"/>
                </a:lnTo>
                <a:lnTo>
                  <a:pt x="60194" y="91933"/>
                </a:lnTo>
                <a:lnTo>
                  <a:pt x="60662" y="91351"/>
                </a:lnTo>
                <a:lnTo>
                  <a:pt x="61122" y="90756"/>
                </a:lnTo>
                <a:lnTo>
                  <a:pt x="61571" y="90152"/>
                </a:lnTo>
                <a:lnTo>
                  <a:pt x="62009" y="89539"/>
                </a:lnTo>
                <a:lnTo>
                  <a:pt x="62437" y="88917"/>
                </a:lnTo>
                <a:lnTo>
                  <a:pt x="62853" y="88287"/>
                </a:lnTo>
                <a:lnTo>
                  <a:pt x="63258" y="87648"/>
                </a:lnTo>
                <a:lnTo>
                  <a:pt x="63652" y="87000"/>
                </a:lnTo>
                <a:lnTo>
                  <a:pt x="64035" y="86343"/>
                </a:lnTo>
                <a:lnTo>
                  <a:pt x="64407" y="85678"/>
                </a:lnTo>
                <a:lnTo>
                  <a:pt x="64768" y="85004"/>
                </a:lnTo>
                <a:lnTo>
                  <a:pt x="65118" y="84321"/>
                </a:lnTo>
                <a:lnTo>
                  <a:pt x="65457" y="83629"/>
                </a:lnTo>
                <a:lnTo>
                  <a:pt x="65785" y="82929"/>
                </a:lnTo>
                <a:lnTo>
                  <a:pt x="66101" y="82220"/>
                </a:lnTo>
                <a:lnTo>
                  <a:pt x="66407" y="81503"/>
                </a:lnTo>
                <a:lnTo>
                  <a:pt x="66702" y="80776"/>
                </a:lnTo>
                <a:lnTo>
                  <a:pt x="66985" y="80041"/>
                </a:lnTo>
                <a:lnTo>
                  <a:pt x="67258" y="79297"/>
                </a:lnTo>
                <a:lnTo>
                  <a:pt x="67520" y="78545"/>
                </a:lnTo>
                <a:lnTo>
                  <a:pt x="67770" y="77783"/>
                </a:lnTo>
                <a:lnTo>
                  <a:pt x="68010" y="77013"/>
                </a:lnTo>
                <a:lnTo>
                  <a:pt x="68238" y="76235"/>
                </a:lnTo>
                <a:lnTo>
                  <a:pt x="68455" y="75447"/>
                </a:lnTo>
                <a:lnTo>
                  <a:pt x="68662" y="74651"/>
                </a:lnTo>
                <a:lnTo>
                  <a:pt x="68857" y="73846"/>
                </a:lnTo>
                <a:lnTo>
                  <a:pt x="60820" y="73913"/>
                </a:lnTo>
                <a:lnTo>
                  <a:pt x="60627" y="74546"/>
                </a:lnTo>
                <a:lnTo>
                  <a:pt x="60428" y="75171"/>
                </a:lnTo>
                <a:lnTo>
                  <a:pt x="60222" y="75790"/>
                </a:lnTo>
                <a:lnTo>
                  <a:pt x="60009" y="76401"/>
                </a:lnTo>
                <a:lnTo>
                  <a:pt x="59790" y="77006"/>
                </a:lnTo>
                <a:close/>
                <a:moveTo>
                  <a:pt x="155909" y="95380"/>
                </a:moveTo>
                <a:lnTo>
                  <a:pt x="155884" y="95651"/>
                </a:lnTo>
                <a:lnTo>
                  <a:pt x="155861" y="95923"/>
                </a:lnTo>
                <a:lnTo>
                  <a:pt x="155838" y="96195"/>
                </a:lnTo>
                <a:lnTo>
                  <a:pt x="155817" y="96467"/>
                </a:lnTo>
                <a:lnTo>
                  <a:pt x="155798" y="96739"/>
                </a:lnTo>
                <a:lnTo>
                  <a:pt x="155779" y="97011"/>
                </a:lnTo>
                <a:lnTo>
                  <a:pt x="155762" y="97284"/>
                </a:lnTo>
                <a:lnTo>
                  <a:pt x="155746" y="97557"/>
                </a:lnTo>
                <a:lnTo>
                  <a:pt x="155732" y="97830"/>
                </a:lnTo>
                <a:lnTo>
                  <a:pt x="155719" y="98103"/>
                </a:lnTo>
                <a:lnTo>
                  <a:pt x="155708" y="98376"/>
                </a:lnTo>
                <a:lnTo>
                  <a:pt x="155700" y="98648"/>
                </a:lnTo>
                <a:lnTo>
                  <a:pt x="155693" y="98921"/>
                </a:lnTo>
                <a:lnTo>
                  <a:pt x="155689" y="99193"/>
                </a:lnTo>
                <a:lnTo>
                  <a:pt x="155688" y="99465"/>
                </a:lnTo>
                <a:lnTo>
                  <a:pt x="155688" y="99736"/>
                </a:lnTo>
                <a:lnTo>
                  <a:pt x="155691" y="100008"/>
                </a:lnTo>
                <a:lnTo>
                  <a:pt x="155696" y="100279"/>
                </a:lnTo>
                <a:lnTo>
                  <a:pt x="155703" y="100550"/>
                </a:lnTo>
                <a:lnTo>
                  <a:pt x="155712" y="100820"/>
                </a:lnTo>
                <a:lnTo>
                  <a:pt x="155723" y="101091"/>
                </a:lnTo>
                <a:lnTo>
                  <a:pt x="155737" y="101361"/>
                </a:lnTo>
                <a:lnTo>
                  <a:pt x="155753" y="101631"/>
                </a:lnTo>
                <a:lnTo>
                  <a:pt x="155771" y="101901"/>
                </a:lnTo>
                <a:lnTo>
                  <a:pt x="155791" y="102170"/>
                </a:lnTo>
                <a:lnTo>
                  <a:pt x="155814" y="102439"/>
                </a:lnTo>
                <a:lnTo>
                  <a:pt x="155838" y="102708"/>
                </a:lnTo>
                <a:lnTo>
                  <a:pt x="155865" y="102977"/>
                </a:lnTo>
                <a:lnTo>
                  <a:pt x="155894" y="103246"/>
                </a:lnTo>
                <a:lnTo>
                  <a:pt x="155926" y="103514"/>
                </a:lnTo>
                <a:lnTo>
                  <a:pt x="155959" y="103782"/>
                </a:lnTo>
                <a:lnTo>
                  <a:pt x="155995" y="104050"/>
                </a:lnTo>
                <a:lnTo>
                  <a:pt x="156033" y="104318"/>
                </a:lnTo>
                <a:lnTo>
                  <a:pt x="164203" y="104318"/>
                </a:lnTo>
                <a:lnTo>
                  <a:pt x="164337" y="103447"/>
                </a:lnTo>
                <a:lnTo>
                  <a:pt x="164272" y="103152"/>
                </a:lnTo>
                <a:lnTo>
                  <a:pt x="164210" y="102856"/>
                </a:lnTo>
                <a:lnTo>
                  <a:pt x="164152" y="102560"/>
                </a:lnTo>
                <a:lnTo>
                  <a:pt x="164097" y="102264"/>
                </a:lnTo>
                <a:lnTo>
                  <a:pt x="164046" y="101967"/>
                </a:lnTo>
                <a:lnTo>
                  <a:pt x="163998" y="101670"/>
                </a:lnTo>
                <a:lnTo>
                  <a:pt x="163954" y="101374"/>
                </a:lnTo>
                <a:lnTo>
                  <a:pt x="163913" y="101076"/>
                </a:lnTo>
                <a:lnTo>
                  <a:pt x="163876" y="100779"/>
                </a:lnTo>
                <a:lnTo>
                  <a:pt x="163842" y="100481"/>
                </a:lnTo>
                <a:lnTo>
                  <a:pt x="163812" y="100183"/>
                </a:lnTo>
                <a:lnTo>
                  <a:pt x="163785" y="99885"/>
                </a:lnTo>
                <a:lnTo>
                  <a:pt x="163761" y="99587"/>
                </a:lnTo>
                <a:lnTo>
                  <a:pt x="163742" y="99288"/>
                </a:lnTo>
                <a:lnTo>
                  <a:pt x="163725" y="98990"/>
                </a:lnTo>
                <a:lnTo>
                  <a:pt x="163712" y="98690"/>
                </a:lnTo>
                <a:lnTo>
                  <a:pt x="163703" y="98391"/>
                </a:lnTo>
                <a:lnTo>
                  <a:pt x="163697" y="98092"/>
                </a:lnTo>
                <a:lnTo>
                  <a:pt x="163694" y="97792"/>
                </a:lnTo>
                <a:lnTo>
                  <a:pt x="163696" y="97492"/>
                </a:lnTo>
                <a:lnTo>
                  <a:pt x="163700" y="97192"/>
                </a:lnTo>
                <a:lnTo>
                  <a:pt x="163708" y="96891"/>
                </a:lnTo>
                <a:lnTo>
                  <a:pt x="163720" y="96591"/>
                </a:lnTo>
                <a:lnTo>
                  <a:pt x="163735" y="96290"/>
                </a:lnTo>
                <a:lnTo>
                  <a:pt x="163752" y="95989"/>
                </a:lnTo>
                <a:lnTo>
                  <a:pt x="163771" y="95688"/>
                </a:lnTo>
                <a:lnTo>
                  <a:pt x="163791" y="95387"/>
                </a:lnTo>
                <a:lnTo>
                  <a:pt x="163813" y="95087"/>
                </a:lnTo>
                <a:lnTo>
                  <a:pt x="163836" y="94787"/>
                </a:lnTo>
                <a:lnTo>
                  <a:pt x="163860" y="94487"/>
                </a:lnTo>
                <a:lnTo>
                  <a:pt x="163886" y="94187"/>
                </a:lnTo>
                <a:lnTo>
                  <a:pt x="163913" y="93888"/>
                </a:lnTo>
                <a:lnTo>
                  <a:pt x="163942" y="93589"/>
                </a:lnTo>
                <a:lnTo>
                  <a:pt x="163972" y="93290"/>
                </a:lnTo>
                <a:lnTo>
                  <a:pt x="164003" y="92991"/>
                </a:lnTo>
                <a:lnTo>
                  <a:pt x="164036" y="92693"/>
                </a:lnTo>
                <a:lnTo>
                  <a:pt x="164070" y="92395"/>
                </a:lnTo>
                <a:lnTo>
                  <a:pt x="164106" y="92097"/>
                </a:lnTo>
                <a:lnTo>
                  <a:pt x="164143" y="91799"/>
                </a:lnTo>
                <a:lnTo>
                  <a:pt x="164181" y="91501"/>
                </a:lnTo>
                <a:lnTo>
                  <a:pt x="164221" y="91204"/>
                </a:lnTo>
                <a:lnTo>
                  <a:pt x="164262" y="90907"/>
                </a:lnTo>
                <a:lnTo>
                  <a:pt x="164305" y="90610"/>
                </a:lnTo>
                <a:lnTo>
                  <a:pt x="164349" y="90314"/>
                </a:lnTo>
                <a:lnTo>
                  <a:pt x="164394" y="90018"/>
                </a:lnTo>
                <a:lnTo>
                  <a:pt x="164441" y="89722"/>
                </a:lnTo>
                <a:lnTo>
                  <a:pt x="164489" y="89426"/>
                </a:lnTo>
                <a:lnTo>
                  <a:pt x="164538" y="89130"/>
                </a:lnTo>
                <a:lnTo>
                  <a:pt x="170432" y="54136"/>
                </a:lnTo>
                <a:lnTo>
                  <a:pt x="170504" y="53526"/>
                </a:lnTo>
                <a:lnTo>
                  <a:pt x="170563" y="52924"/>
                </a:lnTo>
                <a:lnTo>
                  <a:pt x="170611" y="52329"/>
                </a:lnTo>
                <a:lnTo>
                  <a:pt x="170646" y="51741"/>
                </a:lnTo>
                <a:lnTo>
                  <a:pt x="170668" y="51161"/>
                </a:lnTo>
                <a:lnTo>
                  <a:pt x="170679" y="50588"/>
                </a:lnTo>
                <a:lnTo>
                  <a:pt x="170677" y="50022"/>
                </a:lnTo>
                <a:lnTo>
                  <a:pt x="170662" y="49463"/>
                </a:lnTo>
                <a:lnTo>
                  <a:pt x="170636" y="48912"/>
                </a:lnTo>
                <a:lnTo>
                  <a:pt x="170597" y="48368"/>
                </a:lnTo>
                <a:lnTo>
                  <a:pt x="170545" y="47832"/>
                </a:lnTo>
                <a:lnTo>
                  <a:pt x="170482" y="47303"/>
                </a:lnTo>
                <a:lnTo>
                  <a:pt x="170406" y="46781"/>
                </a:lnTo>
                <a:lnTo>
                  <a:pt x="170318" y="46267"/>
                </a:lnTo>
                <a:lnTo>
                  <a:pt x="170217" y="45759"/>
                </a:lnTo>
                <a:lnTo>
                  <a:pt x="170104" y="45260"/>
                </a:lnTo>
                <a:lnTo>
                  <a:pt x="169979" y="44767"/>
                </a:lnTo>
                <a:lnTo>
                  <a:pt x="169841" y="44282"/>
                </a:lnTo>
                <a:lnTo>
                  <a:pt x="169692" y="43804"/>
                </a:lnTo>
                <a:lnTo>
                  <a:pt x="169529" y="43333"/>
                </a:lnTo>
                <a:lnTo>
                  <a:pt x="169355" y="42870"/>
                </a:lnTo>
                <a:lnTo>
                  <a:pt x="169168" y="42414"/>
                </a:lnTo>
                <a:lnTo>
                  <a:pt x="168969" y="41966"/>
                </a:lnTo>
                <a:lnTo>
                  <a:pt x="168757" y="41525"/>
                </a:lnTo>
                <a:lnTo>
                  <a:pt x="168535" y="41091"/>
                </a:lnTo>
                <a:lnTo>
                  <a:pt x="168303" y="40666"/>
                </a:lnTo>
                <a:lnTo>
                  <a:pt x="168062" y="40249"/>
                </a:lnTo>
                <a:lnTo>
                  <a:pt x="167811" y="39840"/>
                </a:lnTo>
                <a:lnTo>
                  <a:pt x="167551" y="39440"/>
                </a:lnTo>
                <a:lnTo>
                  <a:pt x="167282" y="39049"/>
                </a:lnTo>
                <a:lnTo>
                  <a:pt x="167003" y="38665"/>
                </a:lnTo>
                <a:lnTo>
                  <a:pt x="166715" y="38290"/>
                </a:lnTo>
                <a:lnTo>
                  <a:pt x="166417" y="37924"/>
                </a:lnTo>
                <a:lnTo>
                  <a:pt x="166110" y="37565"/>
                </a:lnTo>
                <a:lnTo>
                  <a:pt x="165793" y="37215"/>
                </a:lnTo>
                <a:lnTo>
                  <a:pt x="165467" y="36874"/>
                </a:lnTo>
                <a:lnTo>
                  <a:pt x="165132" y="36541"/>
                </a:lnTo>
                <a:lnTo>
                  <a:pt x="164787" y="36216"/>
                </a:lnTo>
                <a:lnTo>
                  <a:pt x="164433" y="35899"/>
                </a:lnTo>
                <a:lnTo>
                  <a:pt x="164069" y="35591"/>
                </a:lnTo>
                <a:lnTo>
                  <a:pt x="163696" y="35291"/>
                </a:lnTo>
                <a:lnTo>
                  <a:pt x="163314" y="35000"/>
                </a:lnTo>
                <a:lnTo>
                  <a:pt x="162922" y="34717"/>
                </a:lnTo>
                <a:lnTo>
                  <a:pt x="162521" y="34442"/>
                </a:lnTo>
                <a:lnTo>
                  <a:pt x="162110" y="34176"/>
                </a:lnTo>
                <a:lnTo>
                  <a:pt x="161690" y="33918"/>
                </a:lnTo>
                <a:lnTo>
                  <a:pt x="161260" y="33669"/>
                </a:lnTo>
                <a:lnTo>
                  <a:pt x="160821" y="33427"/>
                </a:lnTo>
                <a:lnTo>
                  <a:pt x="160375" y="33195"/>
                </a:lnTo>
                <a:lnTo>
                  <a:pt x="159922" y="32973"/>
                </a:lnTo>
                <a:lnTo>
                  <a:pt x="159463" y="32760"/>
                </a:lnTo>
                <a:lnTo>
                  <a:pt x="158997" y="32556"/>
                </a:lnTo>
                <a:lnTo>
                  <a:pt x="158526" y="32363"/>
                </a:lnTo>
                <a:lnTo>
                  <a:pt x="158048" y="32179"/>
                </a:lnTo>
                <a:lnTo>
                  <a:pt x="157565" y="32005"/>
                </a:lnTo>
                <a:lnTo>
                  <a:pt x="157075" y="31840"/>
                </a:lnTo>
                <a:lnTo>
                  <a:pt x="156579" y="31685"/>
                </a:lnTo>
                <a:lnTo>
                  <a:pt x="156076" y="31539"/>
                </a:lnTo>
                <a:lnTo>
                  <a:pt x="155568" y="31404"/>
                </a:lnTo>
                <a:lnTo>
                  <a:pt x="155054" y="31278"/>
                </a:lnTo>
                <a:lnTo>
                  <a:pt x="154533" y="31161"/>
                </a:lnTo>
                <a:lnTo>
                  <a:pt x="154006" y="31054"/>
                </a:lnTo>
                <a:lnTo>
                  <a:pt x="153473" y="30957"/>
                </a:lnTo>
                <a:lnTo>
                  <a:pt x="152934" y="30869"/>
                </a:lnTo>
                <a:lnTo>
                  <a:pt x="152388" y="30792"/>
                </a:lnTo>
                <a:lnTo>
                  <a:pt x="151837" y="30723"/>
                </a:lnTo>
                <a:lnTo>
                  <a:pt x="151279" y="30665"/>
                </a:lnTo>
                <a:lnTo>
                  <a:pt x="150715" y="30616"/>
                </a:lnTo>
                <a:lnTo>
                  <a:pt x="150145" y="30576"/>
                </a:lnTo>
                <a:lnTo>
                  <a:pt x="149569" y="30547"/>
                </a:lnTo>
                <a:lnTo>
                  <a:pt x="148987" y="30527"/>
                </a:lnTo>
                <a:lnTo>
                  <a:pt x="148398" y="30516"/>
                </a:lnTo>
                <a:lnTo>
                  <a:pt x="147991" y="30519"/>
                </a:lnTo>
                <a:lnTo>
                  <a:pt x="147583" y="30526"/>
                </a:lnTo>
                <a:lnTo>
                  <a:pt x="147176" y="30538"/>
                </a:lnTo>
                <a:lnTo>
                  <a:pt x="146768" y="30554"/>
                </a:lnTo>
                <a:lnTo>
                  <a:pt x="146360" y="30576"/>
                </a:lnTo>
                <a:lnTo>
                  <a:pt x="145952" y="30602"/>
                </a:lnTo>
                <a:lnTo>
                  <a:pt x="145544" y="30633"/>
                </a:lnTo>
                <a:lnTo>
                  <a:pt x="145135" y="30669"/>
                </a:lnTo>
                <a:lnTo>
                  <a:pt x="144727" y="30709"/>
                </a:lnTo>
                <a:lnTo>
                  <a:pt x="144318" y="30755"/>
                </a:lnTo>
                <a:lnTo>
                  <a:pt x="143910" y="30805"/>
                </a:lnTo>
                <a:lnTo>
                  <a:pt x="143501" y="30859"/>
                </a:lnTo>
                <a:lnTo>
                  <a:pt x="143092" y="30919"/>
                </a:lnTo>
                <a:lnTo>
                  <a:pt x="142683" y="30983"/>
                </a:lnTo>
                <a:lnTo>
                  <a:pt x="142274" y="31053"/>
                </a:lnTo>
                <a:lnTo>
                  <a:pt x="141865" y="31126"/>
                </a:lnTo>
                <a:lnTo>
                  <a:pt x="141456" y="31205"/>
                </a:lnTo>
                <a:lnTo>
                  <a:pt x="141046" y="31289"/>
                </a:lnTo>
                <a:lnTo>
                  <a:pt x="140637" y="31377"/>
                </a:lnTo>
                <a:lnTo>
                  <a:pt x="140227" y="31470"/>
                </a:lnTo>
                <a:lnTo>
                  <a:pt x="139817" y="31567"/>
                </a:lnTo>
                <a:lnTo>
                  <a:pt x="139407" y="31670"/>
                </a:lnTo>
                <a:lnTo>
                  <a:pt x="138997" y="31777"/>
                </a:lnTo>
                <a:lnTo>
                  <a:pt x="138587" y="31889"/>
                </a:lnTo>
                <a:lnTo>
                  <a:pt x="138178" y="32006"/>
                </a:lnTo>
                <a:lnTo>
                  <a:pt x="137771" y="32127"/>
                </a:lnTo>
                <a:lnTo>
                  <a:pt x="137367" y="32253"/>
                </a:lnTo>
                <a:lnTo>
                  <a:pt x="136965" y="32383"/>
                </a:lnTo>
                <a:lnTo>
                  <a:pt x="136565" y="32518"/>
                </a:lnTo>
                <a:lnTo>
                  <a:pt x="136168" y="32657"/>
                </a:lnTo>
                <a:lnTo>
                  <a:pt x="135773" y="32801"/>
                </a:lnTo>
                <a:lnTo>
                  <a:pt x="135380" y="32950"/>
                </a:lnTo>
                <a:lnTo>
                  <a:pt x="134990" y="33102"/>
                </a:lnTo>
                <a:lnTo>
                  <a:pt x="134601" y="33260"/>
                </a:lnTo>
                <a:lnTo>
                  <a:pt x="134216" y="33422"/>
                </a:lnTo>
                <a:lnTo>
                  <a:pt x="133832" y="33589"/>
                </a:lnTo>
                <a:lnTo>
                  <a:pt x="133451" y="33760"/>
                </a:lnTo>
                <a:lnTo>
                  <a:pt x="133072" y="33935"/>
                </a:lnTo>
                <a:lnTo>
                  <a:pt x="132696" y="34115"/>
                </a:lnTo>
                <a:lnTo>
                  <a:pt x="132322" y="34300"/>
                </a:lnTo>
                <a:lnTo>
                  <a:pt x="131950" y="34489"/>
                </a:lnTo>
                <a:lnTo>
                  <a:pt x="131580" y="34683"/>
                </a:lnTo>
                <a:lnTo>
                  <a:pt x="131213" y="34881"/>
                </a:lnTo>
                <a:lnTo>
                  <a:pt x="130848" y="35084"/>
                </a:lnTo>
                <a:lnTo>
                  <a:pt x="130486" y="35292"/>
                </a:lnTo>
                <a:lnTo>
                  <a:pt x="130126" y="35503"/>
                </a:lnTo>
                <a:lnTo>
                  <a:pt x="129768" y="35720"/>
                </a:lnTo>
                <a:lnTo>
                  <a:pt x="129412" y="35941"/>
                </a:lnTo>
                <a:lnTo>
                  <a:pt x="129060" y="36166"/>
                </a:lnTo>
                <a:lnTo>
                  <a:pt x="128713" y="36396"/>
                </a:lnTo>
                <a:lnTo>
                  <a:pt x="128370" y="36631"/>
                </a:lnTo>
                <a:lnTo>
                  <a:pt x="128032" y="36870"/>
                </a:lnTo>
                <a:lnTo>
                  <a:pt x="127698" y="37114"/>
                </a:lnTo>
                <a:lnTo>
                  <a:pt x="127370" y="37362"/>
                </a:lnTo>
                <a:lnTo>
                  <a:pt x="127045" y="37615"/>
                </a:lnTo>
                <a:lnTo>
                  <a:pt x="126726" y="37872"/>
                </a:lnTo>
                <a:lnTo>
                  <a:pt x="126411" y="38134"/>
                </a:lnTo>
                <a:lnTo>
                  <a:pt x="126101" y="38400"/>
                </a:lnTo>
                <a:lnTo>
                  <a:pt x="125795" y="38671"/>
                </a:lnTo>
                <a:lnTo>
                  <a:pt x="125494" y="38946"/>
                </a:lnTo>
                <a:lnTo>
                  <a:pt x="125198" y="39226"/>
                </a:lnTo>
                <a:lnTo>
                  <a:pt x="124907" y="39511"/>
                </a:lnTo>
                <a:lnTo>
                  <a:pt x="124620" y="39800"/>
                </a:lnTo>
                <a:lnTo>
                  <a:pt x="124337" y="40093"/>
                </a:lnTo>
                <a:lnTo>
                  <a:pt x="124060" y="40391"/>
                </a:lnTo>
                <a:lnTo>
                  <a:pt x="123787" y="40694"/>
                </a:lnTo>
                <a:lnTo>
                  <a:pt x="123518" y="41001"/>
                </a:lnTo>
                <a:lnTo>
                  <a:pt x="123255" y="41312"/>
                </a:lnTo>
                <a:lnTo>
                  <a:pt x="122996" y="41629"/>
                </a:lnTo>
                <a:lnTo>
                  <a:pt x="122741" y="41949"/>
                </a:lnTo>
                <a:lnTo>
                  <a:pt x="122491" y="42275"/>
                </a:lnTo>
                <a:lnTo>
                  <a:pt x="122246" y="42604"/>
                </a:lnTo>
                <a:lnTo>
                  <a:pt x="122007" y="42939"/>
                </a:lnTo>
                <a:lnTo>
                  <a:pt x="121776" y="43277"/>
                </a:lnTo>
                <a:lnTo>
                  <a:pt x="121552" y="43620"/>
                </a:lnTo>
                <a:lnTo>
                  <a:pt x="121336" y="43967"/>
                </a:lnTo>
                <a:lnTo>
                  <a:pt x="121127" y="44319"/>
                </a:lnTo>
                <a:lnTo>
                  <a:pt x="120926" y="44674"/>
                </a:lnTo>
                <a:lnTo>
                  <a:pt x="120732" y="45034"/>
                </a:lnTo>
                <a:lnTo>
                  <a:pt x="120546" y="45399"/>
                </a:lnTo>
                <a:lnTo>
                  <a:pt x="120367" y="45767"/>
                </a:lnTo>
                <a:lnTo>
                  <a:pt x="120196" y="46140"/>
                </a:lnTo>
                <a:lnTo>
                  <a:pt x="120033" y="46517"/>
                </a:lnTo>
                <a:lnTo>
                  <a:pt x="119877" y="46899"/>
                </a:lnTo>
                <a:lnTo>
                  <a:pt x="119729" y="47285"/>
                </a:lnTo>
                <a:lnTo>
                  <a:pt x="119588" y="47675"/>
                </a:lnTo>
                <a:lnTo>
                  <a:pt x="119455" y="48069"/>
                </a:lnTo>
                <a:lnTo>
                  <a:pt x="119329" y="48468"/>
                </a:lnTo>
                <a:lnTo>
                  <a:pt x="119211" y="48871"/>
                </a:lnTo>
                <a:lnTo>
                  <a:pt x="119101" y="49279"/>
                </a:lnTo>
                <a:lnTo>
                  <a:pt x="118998" y="49690"/>
                </a:lnTo>
                <a:lnTo>
                  <a:pt x="118902" y="50106"/>
                </a:lnTo>
                <a:lnTo>
                  <a:pt x="118815" y="50526"/>
                </a:lnTo>
                <a:lnTo>
                  <a:pt x="118734" y="50951"/>
                </a:lnTo>
                <a:lnTo>
                  <a:pt x="118662" y="51380"/>
                </a:lnTo>
                <a:lnTo>
                  <a:pt x="118596" y="51813"/>
                </a:lnTo>
                <a:lnTo>
                  <a:pt x="126432" y="51880"/>
                </a:lnTo>
                <a:lnTo>
                  <a:pt x="126525" y="51481"/>
                </a:lnTo>
                <a:lnTo>
                  <a:pt x="126626" y="51087"/>
                </a:lnTo>
                <a:lnTo>
                  <a:pt x="126735" y="50700"/>
                </a:lnTo>
                <a:lnTo>
                  <a:pt x="126851" y="50317"/>
                </a:lnTo>
                <a:lnTo>
                  <a:pt x="126976" y="49941"/>
                </a:lnTo>
                <a:lnTo>
                  <a:pt x="127108" y="49569"/>
                </a:lnTo>
                <a:lnTo>
                  <a:pt x="127248" y="49204"/>
                </a:lnTo>
                <a:lnTo>
                  <a:pt x="127396" y="48844"/>
                </a:lnTo>
                <a:lnTo>
                  <a:pt x="127551" y="48490"/>
                </a:lnTo>
                <a:lnTo>
                  <a:pt x="127714" y="48141"/>
                </a:lnTo>
                <a:lnTo>
                  <a:pt x="127886" y="47797"/>
                </a:lnTo>
                <a:lnTo>
                  <a:pt x="128064" y="47460"/>
                </a:lnTo>
                <a:lnTo>
                  <a:pt x="128251" y="47128"/>
                </a:lnTo>
                <a:lnTo>
                  <a:pt x="128446" y="46801"/>
                </a:lnTo>
                <a:lnTo>
                  <a:pt x="128648" y="46480"/>
                </a:lnTo>
                <a:lnTo>
                  <a:pt x="128858" y="46165"/>
                </a:lnTo>
                <a:lnTo>
                  <a:pt x="129076" y="45855"/>
                </a:lnTo>
                <a:lnTo>
                  <a:pt x="129301" y="45551"/>
                </a:lnTo>
                <a:lnTo>
                  <a:pt x="129535" y="45253"/>
                </a:lnTo>
                <a:lnTo>
                  <a:pt x="129776" y="44960"/>
                </a:lnTo>
                <a:lnTo>
                  <a:pt x="130025" y="44672"/>
                </a:lnTo>
                <a:lnTo>
                  <a:pt x="130282" y="44390"/>
                </a:lnTo>
                <a:lnTo>
                  <a:pt x="130546" y="44114"/>
                </a:lnTo>
                <a:lnTo>
                  <a:pt x="130819" y="43843"/>
                </a:lnTo>
                <a:lnTo>
                  <a:pt x="131097" y="43578"/>
                </a:lnTo>
                <a:lnTo>
                  <a:pt x="131379" y="43318"/>
                </a:lnTo>
                <a:lnTo>
                  <a:pt x="131666" y="43064"/>
                </a:lnTo>
                <a:lnTo>
                  <a:pt x="131956" y="42815"/>
                </a:lnTo>
                <a:lnTo>
                  <a:pt x="132251" y="42571"/>
                </a:lnTo>
                <a:lnTo>
                  <a:pt x="132549" y="42332"/>
                </a:lnTo>
                <a:lnTo>
                  <a:pt x="132852" y="42099"/>
                </a:lnTo>
                <a:lnTo>
                  <a:pt x="133159" y="41872"/>
                </a:lnTo>
                <a:lnTo>
                  <a:pt x="133470" y="41649"/>
                </a:lnTo>
                <a:lnTo>
                  <a:pt x="133785" y="41432"/>
                </a:lnTo>
                <a:lnTo>
                  <a:pt x="134104" y="41220"/>
                </a:lnTo>
                <a:lnTo>
                  <a:pt x="134427" y="41014"/>
                </a:lnTo>
                <a:lnTo>
                  <a:pt x="134754" y="40813"/>
                </a:lnTo>
                <a:lnTo>
                  <a:pt x="135085" y="40617"/>
                </a:lnTo>
                <a:lnTo>
                  <a:pt x="135420" y="40427"/>
                </a:lnTo>
                <a:lnTo>
                  <a:pt x="135759" y="40242"/>
                </a:lnTo>
                <a:lnTo>
                  <a:pt x="136103" y="40062"/>
                </a:lnTo>
                <a:lnTo>
                  <a:pt x="136450" y="39888"/>
                </a:lnTo>
                <a:lnTo>
                  <a:pt x="136802" y="39719"/>
                </a:lnTo>
                <a:lnTo>
                  <a:pt x="137158" y="39555"/>
                </a:lnTo>
                <a:lnTo>
                  <a:pt x="137517" y="39397"/>
                </a:lnTo>
                <a:lnTo>
                  <a:pt x="137881" y="39244"/>
                </a:lnTo>
                <a:lnTo>
                  <a:pt x="138249" y="39097"/>
                </a:lnTo>
                <a:lnTo>
                  <a:pt x="138621" y="38955"/>
                </a:lnTo>
                <a:lnTo>
                  <a:pt x="138995" y="38818"/>
                </a:lnTo>
                <a:lnTo>
                  <a:pt x="139370" y="38688"/>
                </a:lnTo>
                <a:lnTo>
                  <a:pt x="139746" y="38563"/>
                </a:lnTo>
                <a:lnTo>
                  <a:pt x="140122" y="38445"/>
                </a:lnTo>
                <a:lnTo>
                  <a:pt x="140499" y="38333"/>
                </a:lnTo>
                <a:lnTo>
                  <a:pt x="140877" y="38226"/>
                </a:lnTo>
                <a:lnTo>
                  <a:pt x="141255" y="38126"/>
                </a:lnTo>
                <a:lnTo>
                  <a:pt x="141634" y="38032"/>
                </a:lnTo>
                <a:lnTo>
                  <a:pt x="142014" y="37944"/>
                </a:lnTo>
                <a:lnTo>
                  <a:pt x="142395" y="37862"/>
                </a:lnTo>
                <a:lnTo>
                  <a:pt x="142776" y="37786"/>
                </a:lnTo>
                <a:lnTo>
                  <a:pt x="143158" y="37716"/>
                </a:lnTo>
                <a:lnTo>
                  <a:pt x="143541" y="37652"/>
                </a:lnTo>
                <a:lnTo>
                  <a:pt x="143924" y="37594"/>
                </a:lnTo>
                <a:lnTo>
                  <a:pt x="144308" y="37542"/>
                </a:lnTo>
                <a:lnTo>
                  <a:pt x="144693" y="37496"/>
                </a:lnTo>
                <a:lnTo>
                  <a:pt x="145078" y="37456"/>
                </a:lnTo>
                <a:lnTo>
                  <a:pt x="145464" y="37423"/>
                </a:lnTo>
                <a:lnTo>
                  <a:pt x="145851" y="37395"/>
                </a:lnTo>
                <a:lnTo>
                  <a:pt x="146239" y="37373"/>
                </a:lnTo>
                <a:lnTo>
                  <a:pt x="146627" y="37358"/>
                </a:lnTo>
                <a:lnTo>
                  <a:pt x="147016" y="37348"/>
                </a:lnTo>
                <a:lnTo>
                  <a:pt x="147405" y="37345"/>
                </a:lnTo>
                <a:lnTo>
                  <a:pt x="147796" y="37347"/>
                </a:lnTo>
                <a:lnTo>
                  <a:pt x="148223" y="37356"/>
                </a:lnTo>
                <a:lnTo>
                  <a:pt x="148644" y="37372"/>
                </a:lnTo>
                <a:lnTo>
                  <a:pt x="149060" y="37394"/>
                </a:lnTo>
                <a:lnTo>
                  <a:pt x="149471" y="37423"/>
                </a:lnTo>
                <a:lnTo>
                  <a:pt x="149876" y="37458"/>
                </a:lnTo>
                <a:lnTo>
                  <a:pt x="150276" y="37500"/>
                </a:lnTo>
                <a:lnTo>
                  <a:pt x="150670" y="37549"/>
                </a:lnTo>
                <a:lnTo>
                  <a:pt x="151059" y="37604"/>
                </a:lnTo>
                <a:lnTo>
                  <a:pt x="151442" y="37666"/>
                </a:lnTo>
                <a:lnTo>
                  <a:pt x="151820" y="37734"/>
                </a:lnTo>
                <a:lnTo>
                  <a:pt x="152192" y="37809"/>
                </a:lnTo>
                <a:lnTo>
                  <a:pt x="152559" y="37891"/>
                </a:lnTo>
                <a:lnTo>
                  <a:pt x="152920" y="37979"/>
                </a:lnTo>
                <a:lnTo>
                  <a:pt x="153276" y="38074"/>
                </a:lnTo>
                <a:lnTo>
                  <a:pt x="153627" y="38176"/>
                </a:lnTo>
                <a:lnTo>
                  <a:pt x="153972" y="38284"/>
                </a:lnTo>
                <a:lnTo>
                  <a:pt x="154311" y="38399"/>
                </a:lnTo>
                <a:lnTo>
                  <a:pt x="154645" y="38520"/>
                </a:lnTo>
                <a:lnTo>
                  <a:pt x="154974" y="38648"/>
                </a:lnTo>
                <a:lnTo>
                  <a:pt x="155297" y="38783"/>
                </a:lnTo>
                <a:lnTo>
                  <a:pt x="155615" y="38924"/>
                </a:lnTo>
                <a:lnTo>
                  <a:pt x="155927" y="39072"/>
                </a:lnTo>
                <a:lnTo>
                  <a:pt x="156234" y="39227"/>
                </a:lnTo>
                <a:lnTo>
                  <a:pt x="156535" y="39388"/>
                </a:lnTo>
                <a:lnTo>
                  <a:pt x="156830" y="39555"/>
                </a:lnTo>
                <a:lnTo>
                  <a:pt x="157119" y="39729"/>
                </a:lnTo>
                <a:lnTo>
                  <a:pt x="157401" y="39908"/>
                </a:lnTo>
                <a:lnTo>
                  <a:pt x="157676" y="40094"/>
                </a:lnTo>
                <a:lnTo>
                  <a:pt x="157944" y="40286"/>
                </a:lnTo>
                <a:lnTo>
                  <a:pt x="158205" y="40483"/>
                </a:lnTo>
                <a:lnTo>
                  <a:pt x="158460" y="40687"/>
                </a:lnTo>
                <a:lnTo>
                  <a:pt x="158708" y="40897"/>
                </a:lnTo>
                <a:lnTo>
                  <a:pt x="158949" y="41113"/>
                </a:lnTo>
                <a:lnTo>
                  <a:pt x="159184" y="41335"/>
                </a:lnTo>
                <a:lnTo>
                  <a:pt x="159412" y="41563"/>
                </a:lnTo>
                <a:lnTo>
                  <a:pt x="159633" y="41797"/>
                </a:lnTo>
                <a:lnTo>
                  <a:pt x="159847" y="42037"/>
                </a:lnTo>
                <a:lnTo>
                  <a:pt x="160054" y="42283"/>
                </a:lnTo>
                <a:lnTo>
                  <a:pt x="160255" y="42535"/>
                </a:lnTo>
                <a:lnTo>
                  <a:pt x="160449" y="42793"/>
                </a:lnTo>
                <a:lnTo>
                  <a:pt x="160637" y="43057"/>
                </a:lnTo>
                <a:lnTo>
                  <a:pt x="160817" y="43328"/>
                </a:lnTo>
                <a:lnTo>
                  <a:pt x="160991" y="43604"/>
                </a:lnTo>
                <a:lnTo>
                  <a:pt x="161158" y="43886"/>
                </a:lnTo>
                <a:lnTo>
                  <a:pt x="161318" y="44175"/>
                </a:lnTo>
                <a:lnTo>
                  <a:pt x="161472" y="44469"/>
                </a:lnTo>
                <a:lnTo>
                  <a:pt x="161619" y="44770"/>
                </a:lnTo>
                <a:lnTo>
                  <a:pt x="161759" y="45076"/>
                </a:lnTo>
                <a:lnTo>
                  <a:pt x="161892" y="45388"/>
                </a:lnTo>
                <a:lnTo>
                  <a:pt x="162016" y="45705"/>
                </a:lnTo>
                <a:lnTo>
                  <a:pt x="162132" y="46027"/>
                </a:lnTo>
                <a:lnTo>
                  <a:pt x="162240" y="46354"/>
                </a:lnTo>
                <a:lnTo>
                  <a:pt x="162339" y="46685"/>
                </a:lnTo>
                <a:lnTo>
                  <a:pt x="162431" y="47022"/>
                </a:lnTo>
                <a:lnTo>
                  <a:pt x="162514" y="47364"/>
                </a:lnTo>
                <a:lnTo>
                  <a:pt x="162589" y="47711"/>
                </a:lnTo>
                <a:lnTo>
                  <a:pt x="162655" y="48063"/>
                </a:lnTo>
                <a:lnTo>
                  <a:pt x="162714" y="48420"/>
                </a:lnTo>
                <a:lnTo>
                  <a:pt x="162764" y="48781"/>
                </a:lnTo>
                <a:lnTo>
                  <a:pt x="162805" y="49148"/>
                </a:lnTo>
                <a:lnTo>
                  <a:pt x="162839" y="49520"/>
                </a:lnTo>
                <a:lnTo>
                  <a:pt x="162864" y="49897"/>
                </a:lnTo>
                <a:lnTo>
                  <a:pt x="162881" y="50279"/>
                </a:lnTo>
                <a:lnTo>
                  <a:pt x="162890" y="50665"/>
                </a:lnTo>
                <a:lnTo>
                  <a:pt x="162891" y="51057"/>
                </a:lnTo>
                <a:lnTo>
                  <a:pt x="162883" y="51454"/>
                </a:lnTo>
                <a:lnTo>
                  <a:pt x="162867" y="51856"/>
                </a:lnTo>
                <a:lnTo>
                  <a:pt x="162843" y="52262"/>
                </a:lnTo>
                <a:lnTo>
                  <a:pt x="162810" y="52674"/>
                </a:lnTo>
                <a:lnTo>
                  <a:pt x="162769" y="53091"/>
                </a:lnTo>
                <a:lnTo>
                  <a:pt x="162720" y="53513"/>
                </a:lnTo>
                <a:lnTo>
                  <a:pt x="162663" y="53939"/>
                </a:lnTo>
                <a:lnTo>
                  <a:pt x="161290" y="62186"/>
                </a:lnTo>
                <a:lnTo>
                  <a:pt x="146456" y="62126"/>
                </a:lnTo>
                <a:lnTo>
                  <a:pt x="145987" y="62134"/>
                </a:lnTo>
                <a:lnTo>
                  <a:pt x="145516" y="62145"/>
                </a:lnTo>
                <a:lnTo>
                  <a:pt x="145045" y="62160"/>
                </a:lnTo>
                <a:lnTo>
                  <a:pt x="144572" y="62179"/>
                </a:lnTo>
                <a:lnTo>
                  <a:pt x="144098" y="62202"/>
                </a:lnTo>
                <a:lnTo>
                  <a:pt x="143622" y="62229"/>
                </a:lnTo>
                <a:lnTo>
                  <a:pt x="143146" y="62259"/>
                </a:lnTo>
                <a:lnTo>
                  <a:pt x="142669" y="62293"/>
                </a:lnTo>
                <a:lnTo>
                  <a:pt x="142190" y="62331"/>
                </a:lnTo>
                <a:lnTo>
                  <a:pt x="141710" y="62373"/>
                </a:lnTo>
                <a:lnTo>
                  <a:pt x="141229" y="62419"/>
                </a:lnTo>
                <a:lnTo>
                  <a:pt x="140747" y="62469"/>
                </a:lnTo>
                <a:lnTo>
                  <a:pt x="140264" y="62522"/>
                </a:lnTo>
                <a:lnTo>
                  <a:pt x="139779" y="62579"/>
                </a:lnTo>
                <a:lnTo>
                  <a:pt x="139293" y="62640"/>
                </a:lnTo>
                <a:lnTo>
                  <a:pt x="138807" y="62705"/>
                </a:lnTo>
                <a:lnTo>
                  <a:pt x="138319" y="62774"/>
                </a:lnTo>
                <a:lnTo>
                  <a:pt x="137830" y="62846"/>
                </a:lnTo>
                <a:lnTo>
                  <a:pt x="137339" y="62922"/>
                </a:lnTo>
                <a:lnTo>
                  <a:pt x="136848" y="63002"/>
                </a:lnTo>
                <a:lnTo>
                  <a:pt x="136355" y="63086"/>
                </a:lnTo>
                <a:lnTo>
                  <a:pt x="135861" y="63174"/>
                </a:lnTo>
                <a:lnTo>
                  <a:pt x="135366" y="63266"/>
                </a:lnTo>
                <a:lnTo>
                  <a:pt x="134870" y="63361"/>
                </a:lnTo>
                <a:lnTo>
                  <a:pt x="134375" y="63461"/>
                </a:lnTo>
                <a:lnTo>
                  <a:pt x="133882" y="63566"/>
                </a:lnTo>
                <a:lnTo>
                  <a:pt x="133393" y="63677"/>
                </a:lnTo>
                <a:lnTo>
                  <a:pt x="132906" y="63792"/>
                </a:lnTo>
                <a:lnTo>
                  <a:pt x="132422" y="63913"/>
                </a:lnTo>
                <a:lnTo>
                  <a:pt x="131940" y="64039"/>
                </a:lnTo>
                <a:lnTo>
                  <a:pt x="131462" y="64170"/>
                </a:lnTo>
                <a:lnTo>
                  <a:pt x="130986" y="64307"/>
                </a:lnTo>
                <a:lnTo>
                  <a:pt x="130513" y="64449"/>
                </a:lnTo>
                <a:lnTo>
                  <a:pt x="130043" y="64596"/>
                </a:lnTo>
                <a:lnTo>
                  <a:pt x="129575" y="64748"/>
                </a:lnTo>
                <a:lnTo>
                  <a:pt x="129111" y="64905"/>
                </a:lnTo>
                <a:lnTo>
                  <a:pt x="128649" y="65068"/>
                </a:lnTo>
                <a:lnTo>
                  <a:pt x="128190" y="65236"/>
                </a:lnTo>
                <a:lnTo>
                  <a:pt x="127734" y="65409"/>
                </a:lnTo>
                <a:lnTo>
                  <a:pt x="127280" y="65587"/>
                </a:lnTo>
                <a:lnTo>
                  <a:pt x="126830" y="65771"/>
                </a:lnTo>
                <a:lnTo>
                  <a:pt x="126382" y="65959"/>
                </a:lnTo>
                <a:lnTo>
                  <a:pt x="125937" y="66153"/>
                </a:lnTo>
                <a:lnTo>
                  <a:pt x="125494" y="66352"/>
                </a:lnTo>
                <a:lnTo>
                  <a:pt x="125055" y="66557"/>
                </a:lnTo>
                <a:lnTo>
                  <a:pt x="124618" y="66767"/>
                </a:lnTo>
                <a:lnTo>
                  <a:pt x="124184" y="66981"/>
                </a:lnTo>
                <a:lnTo>
                  <a:pt x="123753" y="67202"/>
                </a:lnTo>
                <a:lnTo>
                  <a:pt x="123326" y="67427"/>
                </a:lnTo>
                <a:lnTo>
                  <a:pt x="122906" y="67659"/>
                </a:lnTo>
                <a:lnTo>
                  <a:pt x="122491" y="67897"/>
                </a:lnTo>
                <a:lnTo>
                  <a:pt x="122082" y="68141"/>
                </a:lnTo>
                <a:lnTo>
                  <a:pt x="121679" y="68391"/>
                </a:lnTo>
                <a:lnTo>
                  <a:pt x="121282" y="68647"/>
                </a:lnTo>
                <a:lnTo>
                  <a:pt x="120890" y="68910"/>
                </a:lnTo>
                <a:lnTo>
                  <a:pt x="120505" y="69179"/>
                </a:lnTo>
                <a:lnTo>
                  <a:pt x="120126" y="69453"/>
                </a:lnTo>
                <a:lnTo>
                  <a:pt x="119752" y="69734"/>
                </a:lnTo>
                <a:lnTo>
                  <a:pt x="119385" y="70021"/>
                </a:lnTo>
                <a:lnTo>
                  <a:pt x="119023" y="70315"/>
                </a:lnTo>
                <a:lnTo>
                  <a:pt x="118668" y="70614"/>
                </a:lnTo>
                <a:lnTo>
                  <a:pt x="118318" y="70920"/>
                </a:lnTo>
                <a:lnTo>
                  <a:pt x="117974" y="71231"/>
                </a:lnTo>
                <a:lnTo>
                  <a:pt x="117637" y="71549"/>
                </a:lnTo>
                <a:lnTo>
                  <a:pt x="117305" y="71873"/>
                </a:lnTo>
                <a:lnTo>
                  <a:pt x="116979" y="72203"/>
                </a:lnTo>
                <a:lnTo>
                  <a:pt x="116659" y="72539"/>
                </a:lnTo>
                <a:lnTo>
                  <a:pt x="116345" y="72882"/>
                </a:lnTo>
                <a:lnTo>
                  <a:pt x="116036" y="73230"/>
                </a:lnTo>
                <a:lnTo>
                  <a:pt x="115734" y="73585"/>
                </a:lnTo>
                <a:lnTo>
                  <a:pt x="115438" y="73946"/>
                </a:lnTo>
                <a:lnTo>
                  <a:pt x="115147" y="74313"/>
                </a:lnTo>
                <a:lnTo>
                  <a:pt x="114865" y="74687"/>
                </a:lnTo>
                <a:lnTo>
                  <a:pt x="114592" y="75067"/>
                </a:lnTo>
                <a:lnTo>
                  <a:pt x="114329" y="75456"/>
                </a:lnTo>
                <a:lnTo>
                  <a:pt x="114075" y="75851"/>
                </a:lnTo>
                <a:lnTo>
                  <a:pt x="113831" y="76254"/>
                </a:lnTo>
                <a:lnTo>
                  <a:pt x="113597" y="76664"/>
                </a:lnTo>
                <a:lnTo>
                  <a:pt x="113372" y="77081"/>
                </a:lnTo>
                <a:lnTo>
                  <a:pt x="113157" y="77506"/>
                </a:lnTo>
                <a:lnTo>
                  <a:pt x="112952" y="77938"/>
                </a:lnTo>
                <a:lnTo>
                  <a:pt x="112756" y="78377"/>
                </a:lnTo>
                <a:lnTo>
                  <a:pt x="112570" y="78824"/>
                </a:lnTo>
                <a:lnTo>
                  <a:pt x="112393" y="79278"/>
                </a:lnTo>
                <a:lnTo>
                  <a:pt x="112226" y="79739"/>
                </a:lnTo>
                <a:lnTo>
                  <a:pt x="112069" y="80207"/>
                </a:lnTo>
                <a:lnTo>
                  <a:pt x="111922" y="80683"/>
                </a:lnTo>
                <a:lnTo>
                  <a:pt x="111784" y="81166"/>
                </a:lnTo>
                <a:lnTo>
                  <a:pt x="111656" y="81657"/>
                </a:lnTo>
                <a:lnTo>
                  <a:pt x="111537" y="82154"/>
                </a:lnTo>
                <a:lnTo>
                  <a:pt x="111428" y="82659"/>
                </a:lnTo>
                <a:lnTo>
                  <a:pt x="111329" y="83172"/>
                </a:lnTo>
                <a:lnTo>
                  <a:pt x="111240" y="83691"/>
                </a:lnTo>
                <a:lnTo>
                  <a:pt x="111160" y="84218"/>
                </a:lnTo>
                <a:lnTo>
                  <a:pt x="111089" y="84753"/>
                </a:lnTo>
                <a:lnTo>
                  <a:pt x="111029" y="85294"/>
                </a:lnTo>
                <a:lnTo>
                  <a:pt x="110979" y="85803"/>
                </a:lnTo>
                <a:lnTo>
                  <a:pt x="110940" y="86307"/>
                </a:lnTo>
                <a:lnTo>
                  <a:pt x="110912" y="86805"/>
                </a:lnTo>
                <a:lnTo>
                  <a:pt x="110896" y="87298"/>
                </a:lnTo>
                <a:lnTo>
                  <a:pt x="110891" y="87785"/>
                </a:lnTo>
                <a:lnTo>
                  <a:pt x="110897" y="88267"/>
                </a:lnTo>
                <a:lnTo>
                  <a:pt x="110914" y="88744"/>
                </a:lnTo>
                <a:lnTo>
                  <a:pt x="110943" y="89215"/>
                </a:lnTo>
                <a:lnTo>
                  <a:pt x="110983" y="89680"/>
                </a:lnTo>
                <a:lnTo>
                  <a:pt x="111035" y="90140"/>
                </a:lnTo>
                <a:lnTo>
                  <a:pt x="111097" y="90595"/>
                </a:lnTo>
                <a:lnTo>
                  <a:pt x="111171" y="91044"/>
                </a:lnTo>
                <a:lnTo>
                  <a:pt x="111256" y="91488"/>
                </a:lnTo>
                <a:lnTo>
                  <a:pt x="111353" y="91926"/>
                </a:lnTo>
                <a:lnTo>
                  <a:pt x="111460" y="92359"/>
                </a:lnTo>
                <a:lnTo>
                  <a:pt x="111579" y="92786"/>
                </a:lnTo>
                <a:lnTo>
                  <a:pt x="111710" y="93208"/>
                </a:lnTo>
                <a:lnTo>
                  <a:pt x="111851" y="93625"/>
                </a:lnTo>
                <a:lnTo>
                  <a:pt x="112004" y="94036"/>
                </a:lnTo>
                <a:lnTo>
                  <a:pt x="112168" y="94441"/>
                </a:lnTo>
                <a:lnTo>
                  <a:pt x="112344" y="94842"/>
                </a:lnTo>
                <a:lnTo>
                  <a:pt x="112530" y="95236"/>
                </a:lnTo>
                <a:lnTo>
                  <a:pt x="112728" y="95626"/>
                </a:lnTo>
                <a:lnTo>
                  <a:pt x="112937" y="96009"/>
                </a:lnTo>
                <a:lnTo>
                  <a:pt x="113156" y="96387"/>
                </a:lnTo>
                <a:lnTo>
                  <a:pt x="113382" y="96757"/>
                </a:lnTo>
                <a:lnTo>
                  <a:pt x="113616" y="97120"/>
                </a:lnTo>
                <a:lnTo>
                  <a:pt x="113857" y="97475"/>
                </a:lnTo>
                <a:lnTo>
                  <a:pt x="114106" y="97823"/>
                </a:lnTo>
                <a:lnTo>
                  <a:pt x="114363" y="98164"/>
                </a:lnTo>
                <a:lnTo>
                  <a:pt x="114627" y="98498"/>
                </a:lnTo>
                <a:lnTo>
                  <a:pt x="114898" y="98824"/>
                </a:lnTo>
                <a:lnTo>
                  <a:pt x="115177" y="99143"/>
                </a:lnTo>
                <a:lnTo>
                  <a:pt x="115464" y="99455"/>
                </a:lnTo>
                <a:lnTo>
                  <a:pt x="115758" y="99760"/>
                </a:lnTo>
                <a:lnTo>
                  <a:pt x="116060" y="100057"/>
                </a:lnTo>
                <a:lnTo>
                  <a:pt x="116369" y="100347"/>
                </a:lnTo>
                <a:lnTo>
                  <a:pt x="116686" y="100629"/>
                </a:lnTo>
                <a:lnTo>
                  <a:pt x="117011" y="100905"/>
                </a:lnTo>
                <a:lnTo>
                  <a:pt x="117343" y="101173"/>
                </a:lnTo>
                <a:lnTo>
                  <a:pt x="117682" y="101433"/>
                </a:lnTo>
                <a:lnTo>
                  <a:pt x="118029" y="101687"/>
                </a:lnTo>
                <a:lnTo>
                  <a:pt x="118384" y="101933"/>
                </a:lnTo>
                <a:lnTo>
                  <a:pt x="118746" y="102172"/>
                </a:lnTo>
                <a:lnTo>
                  <a:pt x="119116" y="102403"/>
                </a:lnTo>
                <a:lnTo>
                  <a:pt x="119493" y="102627"/>
                </a:lnTo>
                <a:lnTo>
                  <a:pt x="119878" y="102844"/>
                </a:lnTo>
                <a:lnTo>
                  <a:pt x="120271" y="103054"/>
                </a:lnTo>
                <a:lnTo>
                  <a:pt x="120669" y="103256"/>
                </a:lnTo>
                <a:lnTo>
                  <a:pt x="121071" y="103449"/>
                </a:lnTo>
                <a:lnTo>
                  <a:pt x="121477" y="103635"/>
                </a:lnTo>
                <a:lnTo>
                  <a:pt x="121887" y="103812"/>
                </a:lnTo>
                <a:lnTo>
                  <a:pt x="122301" y="103981"/>
                </a:lnTo>
                <a:lnTo>
                  <a:pt x="122719" y="104143"/>
                </a:lnTo>
                <a:lnTo>
                  <a:pt x="123141" y="104296"/>
                </a:lnTo>
                <a:lnTo>
                  <a:pt x="123567" y="104441"/>
                </a:lnTo>
                <a:lnTo>
                  <a:pt x="123997" y="104578"/>
                </a:lnTo>
                <a:lnTo>
                  <a:pt x="124431" y="104706"/>
                </a:lnTo>
                <a:lnTo>
                  <a:pt x="124869" y="104827"/>
                </a:lnTo>
                <a:lnTo>
                  <a:pt x="125310" y="104939"/>
                </a:lnTo>
                <a:lnTo>
                  <a:pt x="125756" y="105044"/>
                </a:lnTo>
                <a:lnTo>
                  <a:pt x="126205" y="105140"/>
                </a:lnTo>
                <a:lnTo>
                  <a:pt x="126659" y="105228"/>
                </a:lnTo>
                <a:lnTo>
                  <a:pt x="127117" y="105308"/>
                </a:lnTo>
                <a:lnTo>
                  <a:pt x="127578" y="105380"/>
                </a:lnTo>
                <a:lnTo>
                  <a:pt x="128043" y="105444"/>
                </a:lnTo>
                <a:lnTo>
                  <a:pt x="128513" y="105500"/>
                </a:lnTo>
                <a:lnTo>
                  <a:pt x="128986" y="105548"/>
                </a:lnTo>
                <a:lnTo>
                  <a:pt x="129463" y="105587"/>
                </a:lnTo>
                <a:lnTo>
                  <a:pt x="129945" y="105619"/>
                </a:lnTo>
                <a:lnTo>
                  <a:pt x="130430" y="105642"/>
                </a:lnTo>
                <a:lnTo>
                  <a:pt x="130919" y="105657"/>
                </a:lnTo>
                <a:lnTo>
                  <a:pt x="131332" y="105655"/>
                </a:lnTo>
                <a:lnTo>
                  <a:pt x="131743" y="105647"/>
                </a:lnTo>
                <a:lnTo>
                  <a:pt x="132154" y="105635"/>
                </a:lnTo>
                <a:lnTo>
                  <a:pt x="132564" y="105617"/>
                </a:lnTo>
                <a:lnTo>
                  <a:pt x="132974" y="105595"/>
                </a:lnTo>
                <a:lnTo>
                  <a:pt x="133382" y="105568"/>
                </a:lnTo>
                <a:lnTo>
                  <a:pt x="133790" y="105535"/>
                </a:lnTo>
                <a:lnTo>
                  <a:pt x="134197" y="105498"/>
                </a:lnTo>
                <a:lnTo>
                  <a:pt x="134603" y="105455"/>
                </a:lnTo>
                <a:lnTo>
                  <a:pt x="135008" y="105408"/>
                </a:lnTo>
                <a:lnTo>
                  <a:pt x="135413" y="105356"/>
                </a:lnTo>
                <a:lnTo>
                  <a:pt x="135816" y="105298"/>
                </a:lnTo>
                <a:lnTo>
                  <a:pt x="136219" y="105236"/>
                </a:lnTo>
                <a:lnTo>
                  <a:pt x="136621" y="105169"/>
                </a:lnTo>
                <a:lnTo>
                  <a:pt x="137022" y="105096"/>
                </a:lnTo>
                <a:lnTo>
                  <a:pt x="137423" y="105019"/>
                </a:lnTo>
                <a:lnTo>
                  <a:pt x="137822" y="104937"/>
                </a:lnTo>
                <a:lnTo>
                  <a:pt x="138221" y="104850"/>
                </a:lnTo>
                <a:lnTo>
                  <a:pt x="138619" y="104758"/>
                </a:lnTo>
                <a:lnTo>
                  <a:pt x="139016" y="104660"/>
                </a:lnTo>
                <a:lnTo>
                  <a:pt x="139412" y="104558"/>
                </a:lnTo>
                <a:lnTo>
                  <a:pt x="139808" y="104451"/>
                </a:lnTo>
                <a:lnTo>
                  <a:pt x="140202" y="104339"/>
                </a:lnTo>
                <a:lnTo>
                  <a:pt x="140596" y="104222"/>
                </a:lnTo>
                <a:lnTo>
                  <a:pt x="140989" y="104100"/>
                </a:lnTo>
                <a:lnTo>
                  <a:pt x="141379" y="103974"/>
                </a:lnTo>
                <a:lnTo>
                  <a:pt x="141768" y="103844"/>
                </a:lnTo>
                <a:lnTo>
                  <a:pt x="142155" y="103710"/>
                </a:lnTo>
                <a:lnTo>
                  <a:pt x="142540" y="103571"/>
                </a:lnTo>
                <a:lnTo>
                  <a:pt x="142923" y="103429"/>
                </a:lnTo>
                <a:lnTo>
                  <a:pt x="143305" y="103282"/>
                </a:lnTo>
                <a:lnTo>
                  <a:pt x="143684" y="103131"/>
                </a:lnTo>
                <a:lnTo>
                  <a:pt x="144062" y="102976"/>
                </a:lnTo>
                <a:lnTo>
                  <a:pt x="144438" y="102817"/>
                </a:lnTo>
                <a:lnTo>
                  <a:pt x="144812" y="102653"/>
                </a:lnTo>
                <a:lnTo>
                  <a:pt x="145184" y="102486"/>
                </a:lnTo>
                <a:lnTo>
                  <a:pt x="145554" y="102314"/>
                </a:lnTo>
                <a:lnTo>
                  <a:pt x="145922" y="102138"/>
                </a:lnTo>
                <a:lnTo>
                  <a:pt x="146289" y="101958"/>
                </a:lnTo>
                <a:lnTo>
                  <a:pt x="146653" y="101773"/>
                </a:lnTo>
                <a:lnTo>
                  <a:pt x="147016" y="101585"/>
                </a:lnTo>
                <a:lnTo>
                  <a:pt x="147377" y="101392"/>
                </a:lnTo>
                <a:lnTo>
                  <a:pt x="147736" y="101196"/>
                </a:lnTo>
                <a:lnTo>
                  <a:pt x="148093" y="100995"/>
                </a:lnTo>
                <a:lnTo>
                  <a:pt x="148449" y="100789"/>
                </a:lnTo>
                <a:lnTo>
                  <a:pt x="148802" y="100580"/>
                </a:lnTo>
                <a:lnTo>
                  <a:pt x="149154" y="100367"/>
                </a:lnTo>
                <a:lnTo>
                  <a:pt x="149503" y="100149"/>
                </a:lnTo>
                <a:lnTo>
                  <a:pt x="149850" y="99927"/>
                </a:lnTo>
                <a:lnTo>
                  <a:pt x="150194" y="99701"/>
                </a:lnTo>
                <a:lnTo>
                  <a:pt x="150535" y="99472"/>
                </a:lnTo>
                <a:lnTo>
                  <a:pt x="150872" y="99238"/>
                </a:lnTo>
                <a:lnTo>
                  <a:pt x="151205" y="99000"/>
                </a:lnTo>
                <a:lnTo>
                  <a:pt x="151535" y="98759"/>
                </a:lnTo>
                <a:lnTo>
                  <a:pt x="151862" y="98513"/>
                </a:lnTo>
                <a:lnTo>
                  <a:pt x="152186" y="98264"/>
                </a:lnTo>
                <a:lnTo>
                  <a:pt x="152506" y="98010"/>
                </a:lnTo>
                <a:lnTo>
                  <a:pt x="152823" y="97753"/>
                </a:lnTo>
                <a:lnTo>
                  <a:pt x="153136" y="97492"/>
                </a:lnTo>
                <a:lnTo>
                  <a:pt x="153446" y="97227"/>
                </a:lnTo>
                <a:lnTo>
                  <a:pt x="153753" y="96958"/>
                </a:lnTo>
                <a:lnTo>
                  <a:pt x="154056" y="96685"/>
                </a:lnTo>
                <a:lnTo>
                  <a:pt x="154356" y="96408"/>
                </a:lnTo>
                <a:lnTo>
                  <a:pt x="154653" y="96127"/>
                </a:lnTo>
                <a:lnTo>
                  <a:pt x="154946" y="95842"/>
                </a:lnTo>
                <a:lnTo>
                  <a:pt x="155236" y="95553"/>
                </a:lnTo>
                <a:lnTo>
                  <a:pt x="155522" y="95261"/>
                </a:lnTo>
                <a:lnTo>
                  <a:pt x="155805" y="94964"/>
                </a:lnTo>
                <a:lnTo>
                  <a:pt x="155968" y="94790"/>
                </a:lnTo>
                <a:lnTo>
                  <a:pt x="155962" y="94838"/>
                </a:lnTo>
                <a:lnTo>
                  <a:pt x="155935" y="95109"/>
                </a:lnTo>
                <a:lnTo>
                  <a:pt x="155909" y="95380"/>
                </a:lnTo>
                <a:close/>
                <a:moveTo>
                  <a:pt x="157421" y="84131"/>
                </a:moveTo>
                <a:lnTo>
                  <a:pt x="157173" y="84534"/>
                </a:lnTo>
                <a:lnTo>
                  <a:pt x="156919" y="84932"/>
                </a:lnTo>
                <a:lnTo>
                  <a:pt x="156659" y="85326"/>
                </a:lnTo>
                <a:lnTo>
                  <a:pt x="156393" y="85716"/>
                </a:lnTo>
                <a:lnTo>
                  <a:pt x="156121" y="86101"/>
                </a:lnTo>
                <a:lnTo>
                  <a:pt x="155842" y="86482"/>
                </a:lnTo>
                <a:lnTo>
                  <a:pt x="155557" y="86859"/>
                </a:lnTo>
                <a:lnTo>
                  <a:pt x="155267" y="87232"/>
                </a:lnTo>
                <a:lnTo>
                  <a:pt x="154970" y="87600"/>
                </a:lnTo>
                <a:lnTo>
                  <a:pt x="154666" y="87964"/>
                </a:lnTo>
                <a:lnTo>
                  <a:pt x="154357" y="88323"/>
                </a:lnTo>
                <a:lnTo>
                  <a:pt x="154042" y="88679"/>
                </a:lnTo>
                <a:lnTo>
                  <a:pt x="153720" y="89030"/>
                </a:lnTo>
                <a:lnTo>
                  <a:pt x="153392" y="89377"/>
                </a:lnTo>
                <a:lnTo>
                  <a:pt x="153058" y="89719"/>
                </a:lnTo>
                <a:lnTo>
                  <a:pt x="152718" y="90057"/>
                </a:lnTo>
                <a:lnTo>
                  <a:pt x="152373" y="90390"/>
                </a:lnTo>
                <a:lnTo>
                  <a:pt x="152023" y="90717"/>
                </a:lnTo>
                <a:lnTo>
                  <a:pt x="151669" y="91037"/>
                </a:lnTo>
                <a:lnTo>
                  <a:pt x="151312" y="91351"/>
                </a:lnTo>
                <a:lnTo>
                  <a:pt x="150949" y="91658"/>
                </a:lnTo>
                <a:lnTo>
                  <a:pt x="150583" y="91959"/>
                </a:lnTo>
                <a:lnTo>
                  <a:pt x="150213" y="92254"/>
                </a:lnTo>
                <a:lnTo>
                  <a:pt x="149838" y="92542"/>
                </a:lnTo>
                <a:lnTo>
                  <a:pt x="149459" y="92824"/>
                </a:lnTo>
                <a:lnTo>
                  <a:pt x="149076" y="93100"/>
                </a:lnTo>
                <a:lnTo>
                  <a:pt x="148689" y="93369"/>
                </a:lnTo>
                <a:lnTo>
                  <a:pt x="148298" y="93632"/>
                </a:lnTo>
                <a:lnTo>
                  <a:pt x="147902" y="93889"/>
                </a:lnTo>
                <a:lnTo>
                  <a:pt x="147503" y="94139"/>
                </a:lnTo>
                <a:lnTo>
                  <a:pt x="147099" y="94383"/>
                </a:lnTo>
                <a:lnTo>
                  <a:pt x="146691" y="94621"/>
                </a:lnTo>
                <a:lnTo>
                  <a:pt x="146278" y="94852"/>
                </a:lnTo>
                <a:lnTo>
                  <a:pt x="145862" y="95077"/>
                </a:lnTo>
                <a:lnTo>
                  <a:pt x="145441" y="95295"/>
                </a:lnTo>
                <a:lnTo>
                  <a:pt x="145016" y="95507"/>
                </a:lnTo>
                <a:lnTo>
                  <a:pt x="144587" y="95713"/>
                </a:lnTo>
                <a:lnTo>
                  <a:pt x="144154" y="95912"/>
                </a:lnTo>
                <a:lnTo>
                  <a:pt x="143717" y="96105"/>
                </a:lnTo>
                <a:lnTo>
                  <a:pt x="143275" y="96292"/>
                </a:lnTo>
                <a:lnTo>
                  <a:pt x="142830" y="96471"/>
                </a:lnTo>
                <a:lnTo>
                  <a:pt x="142384" y="96643"/>
                </a:lnTo>
                <a:lnTo>
                  <a:pt x="141935" y="96806"/>
                </a:lnTo>
                <a:lnTo>
                  <a:pt x="141485" y="96962"/>
                </a:lnTo>
                <a:lnTo>
                  <a:pt x="141032" y="97110"/>
                </a:lnTo>
                <a:lnTo>
                  <a:pt x="140577" y="97250"/>
                </a:lnTo>
                <a:lnTo>
                  <a:pt x="140121" y="97382"/>
                </a:lnTo>
                <a:lnTo>
                  <a:pt x="139662" y="97506"/>
                </a:lnTo>
                <a:lnTo>
                  <a:pt x="139202" y="97623"/>
                </a:lnTo>
                <a:lnTo>
                  <a:pt x="138739" y="97731"/>
                </a:lnTo>
                <a:lnTo>
                  <a:pt x="138275" y="97832"/>
                </a:lnTo>
                <a:lnTo>
                  <a:pt x="137809" y="97925"/>
                </a:lnTo>
                <a:lnTo>
                  <a:pt x="137340" y="98010"/>
                </a:lnTo>
                <a:lnTo>
                  <a:pt x="136870" y="98087"/>
                </a:lnTo>
                <a:lnTo>
                  <a:pt x="136398" y="98156"/>
                </a:lnTo>
                <a:lnTo>
                  <a:pt x="135923" y="98217"/>
                </a:lnTo>
                <a:lnTo>
                  <a:pt x="135447" y="98271"/>
                </a:lnTo>
                <a:lnTo>
                  <a:pt x="134969" y="98316"/>
                </a:lnTo>
                <a:lnTo>
                  <a:pt x="134488" y="98354"/>
                </a:lnTo>
                <a:lnTo>
                  <a:pt x="134006" y="98384"/>
                </a:lnTo>
                <a:lnTo>
                  <a:pt x="133522" y="98406"/>
                </a:lnTo>
                <a:lnTo>
                  <a:pt x="133036" y="98420"/>
                </a:lnTo>
                <a:lnTo>
                  <a:pt x="132548" y="98426"/>
                </a:lnTo>
                <a:lnTo>
                  <a:pt x="132058" y="98424"/>
                </a:lnTo>
                <a:lnTo>
                  <a:pt x="131724" y="98416"/>
                </a:lnTo>
                <a:lnTo>
                  <a:pt x="131393" y="98402"/>
                </a:lnTo>
                <a:lnTo>
                  <a:pt x="131066" y="98382"/>
                </a:lnTo>
                <a:lnTo>
                  <a:pt x="130740" y="98357"/>
                </a:lnTo>
                <a:lnTo>
                  <a:pt x="130418" y="98326"/>
                </a:lnTo>
                <a:lnTo>
                  <a:pt x="130099" y="98289"/>
                </a:lnTo>
                <a:lnTo>
                  <a:pt x="129782" y="98247"/>
                </a:lnTo>
                <a:lnTo>
                  <a:pt x="129468" y="98198"/>
                </a:lnTo>
                <a:lnTo>
                  <a:pt x="129157" y="98145"/>
                </a:lnTo>
                <a:lnTo>
                  <a:pt x="128848" y="98085"/>
                </a:lnTo>
                <a:lnTo>
                  <a:pt x="128543" y="98020"/>
                </a:lnTo>
                <a:lnTo>
                  <a:pt x="128240" y="97949"/>
                </a:lnTo>
                <a:lnTo>
                  <a:pt x="127940" y="97873"/>
                </a:lnTo>
                <a:lnTo>
                  <a:pt x="127643" y="97791"/>
                </a:lnTo>
                <a:lnTo>
                  <a:pt x="127349" y="97703"/>
                </a:lnTo>
                <a:lnTo>
                  <a:pt x="127057" y="97610"/>
                </a:lnTo>
                <a:lnTo>
                  <a:pt x="126768" y="97511"/>
                </a:lnTo>
                <a:lnTo>
                  <a:pt x="126482" y="97406"/>
                </a:lnTo>
                <a:lnTo>
                  <a:pt x="126199" y="97295"/>
                </a:lnTo>
                <a:lnTo>
                  <a:pt x="125919" y="97179"/>
                </a:lnTo>
                <a:lnTo>
                  <a:pt x="125641" y="97057"/>
                </a:lnTo>
                <a:lnTo>
                  <a:pt x="125366" y="96930"/>
                </a:lnTo>
                <a:lnTo>
                  <a:pt x="125094" y="96797"/>
                </a:lnTo>
                <a:lnTo>
                  <a:pt x="124825" y="96658"/>
                </a:lnTo>
                <a:lnTo>
                  <a:pt x="124560" y="96514"/>
                </a:lnTo>
                <a:lnTo>
                  <a:pt x="124300" y="96365"/>
                </a:lnTo>
                <a:lnTo>
                  <a:pt x="124046" y="96211"/>
                </a:lnTo>
                <a:lnTo>
                  <a:pt x="123798" y="96053"/>
                </a:lnTo>
                <a:lnTo>
                  <a:pt x="123555" y="95890"/>
                </a:lnTo>
                <a:lnTo>
                  <a:pt x="123318" y="95722"/>
                </a:lnTo>
                <a:lnTo>
                  <a:pt x="123086" y="95550"/>
                </a:lnTo>
                <a:lnTo>
                  <a:pt x="122860" y="95372"/>
                </a:lnTo>
                <a:lnTo>
                  <a:pt x="122640" y="95190"/>
                </a:lnTo>
                <a:lnTo>
                  <a:pt x="122425" y="95003"/>
                </a:lnTo>
                <a:lnTo>
                  <a:pt x="122216" y="94812"/>
                </a:lnTo>
                <a:lnTo>
                  <a:pt x="122012" y="94616"/>
                </a:lnTo>
                <a:lnTo>
                  <a:pt x="121814" y="94415"/>
                </a:lnTo>
                <a:lnTo>
                  <a:pt x="121621" y="94209"/>
                </a:lnTo>
                <a:lnTo>
                  <a:pt x="121434" y="93998"/>
                </a:lnTo>
                <a:lnTo>
                  <a:pt x="121253" y="93783"/>
                </a:lnTo>
                <a:lnTo>
                  <a:pt x="121077" y="93563"/>
                </a:lnTo>
                <a:lnTo>
                  <a:pt x="120907" y="93338"/>
                </a:lnTo>
                <a:lnTo>
                  <a:pt x="120742" y="93109"/>
                </a:lnTo>
                <a:lnTo>
                  <a:pt x="120583" y="92875"/>
                </a:lnTo>
                <a:lnTo>
                  <a:pt x="120430" y="92636"/>
                </a:lnTo>
                <a:lnTo>
                  <a:pt x="120282" y="92392"/>
                </a:lnTo>
                <a:lnTo>
                  <a:pt x="120140" y="92144"/>
                </a:lnTo>
                <a:lnTo>
                  <a:pt x="120003" y="91891"/>
                </a:lnTo>
                <a:lnTo>
                  <a:pt x="119873" y="91633"/>
                </a:lnTo>
                <a:lnTo>
                  <a:pt x="119750" y="91371"/>
                </a:lnTo>
                <a:lnTo>
                  <a:pt x="119636" y="91106"/>
                </a:lnTo>
                <a:lnTo>
                  <a:pt x="119528" y="90837"/>
                </a:lnTo>
                <a:lnTo>
                  <a:pt x="119429" y="90563"/>
                </a:lnTo>
                <a:lnTo>
                  <a:pt x="119337" y="90286"/>
                </a:lnTo>
                <a:lnTo>
                  <a:pt x="119253" y="90005"/>
                </a:lnTo>
                <a:lnTo>
                  <a:pt x="119177" y="89719"/>
                </a:lnTo>
                <a:lnTo>
                  <a:pt x="119108" y="89430"/>
                </a:lnTo>
                <a:lnTo>
                  <a:pt x="119047" y="89137"/>
                </a:lnTo>
                <a:lnTo>
                  <a:pt x="118994" y="88840"/>
                </a:lnTo>
                <a:lnTo>
                  <a:pt x="118948" y="88540"/>
                </a:lnTo>
                <a:lnTo>
                  <a:pt x="118910" y="88235"/>
                </a:lnTo>
                <a:lnTo>
                  <a:pt x="118880" y="87926"/>
                </a:lnTo>
                <a:lnTo>
                  <a:pt x="118857" y="87613"/>
                </a:lnTo>
                <a:lnTo>
                  <a:pt x="118842" y="87297"/>
                </a:lnTo>
                <a:lnTo>
                  <a:pt x="118835" y="86976"/>
                </a:lnTo>
                <a:lnTo>
                  <a:pt x="118835" y="86652"/>
                </a:lnTo>
                <a:lnTo>
                  <a:pt x="118843" y="86323"/>
                </a:lnTo>
                <a:lnTo>
                  <a:pt x="118859" y="85991"/>
                </a:lnTo>
                <a:lnTo>
                  <a:pt x="118882" y="85655"/>
                </a:lnTo>
                <a:lnTo>
                  <a:pt x="118913" y="85314"/>
                </a:lnTo>
                <a:lnTo>
                  <a:pt x="118952" y="84970"/>
                </a:lnTo>
                <a:lnTo>
                  <a:pt x="118998" y="84622"/>
                </a:lnTo>
                <a:lnTo>
                  <a:pt x="119069" y="84214"/>
                </a:lnTo>
                <a:lnTo>
                  <a:pt x="119147" y="83812"/>
                </a:lnTo>
                <a:lnTo>
                  <a:pt x="119233" y="83417"/>
                </a:lnTo>
                <a:lnTo>
                  <a:pt x="119327" y="83027"/>
                </a:lnTo>
                <a:lnTo>
                  <a:pt x="119428" y="82644"/>
                </a:lnTo>
                <a:lnTo>
                  <a:pt x="119536" y="82266"/>
                </a:lnTo>
                <a:lnTo>
                  <a:pt x="119652" y="81895"/>
                </a:lnTo>
                <a:lnTo>
                  <a:pt x="119776" y="81530"/>
                </a:lnTo>
                <a:lnTo>
                  <a:pt x="119907" y="81171"/>
                </a:lnTo>
                <a:lnTo>
                  <a:pt x="120046" y="80818"/>
                </a:lnTo>
                <a:lnTo>
                  <a:pt x="120192" y="80472"/>
                </a:lnTo>
                <a:lnTo>
                  <a:pt x="120346" y="80131"/>
                </a:lnTo>
                <a:lnTo>
                  <a:pt x="120507" y="79797"/>
                </a:lnTo>
                <a:lnTo>
                  <a:pt x="120676" y="79468"/>
                </a:lnTo>
                <a:lnTo>
                  <a:pt x="120853" y="79146"/>
                </a:lnTo>
                <a:lnTo>
                  <a:pt x="121037" y="78830"/>
                </a:lnTo>
                <a:lnTo>
                  <a:pt x="121229" y="78520"/>
                </a:lnTo>
                <a:lnTo>
                  <a:pt x="121428" y="78217"/>
                </a:lnTo>
                <a:lnTo>
                  <a:pt x="121635" y="77919"/>
                </a:lnTo>
                <a:lnTo>
                  <a:pt x="121849" y="77628"/>
                </a:lnTo>
                <a:lnTo>
                  <a:pt x="122071" y="77342"/>
                </a:lnTo>
                <a:lnTo>
                  <a:pt x="122300" y="77063"/>
                </a:lnTo>
                <a:lnTo>
                  <a:pt x="122538" y="76790"/>
                </a:lnTo>
                <a:lnTo>
                  <a:pt x="122782" y="76523"/>
                </a:lnTo>
                <a:lnTo>
                  <a:pt x="123033" y="76261"/>
                </a:lnTo>
                <a:lnTo>
                  <a:pt x="123287" y="76005"/>
                </a:lnTo>
                <a:lnTo>
                  <a:pt x="123546" y="75753"/>
                </a:lnTo>
                <a:lnTo>
                  <a:pt x="123810" y="75506"/>
                </a:lnTo>
                <a:lnTo>
                  <a:pt x="124078" y="75264"/>
                </a:lnTo>
                <a:lnTo>
                  <a:pt x="124350" y="75026"/>
                </a:lnTo>
                <a:lnTo>
                  <a:pt x="124626" y="74794"/>
                </a:lnTo>
                <a:lnTo>
                  <a:pt x="124907" y="74566"/>
                </a:lnTo>
                <a:lnTo>
                  <a:pt x="125191" y="74344"/>
                </a:lnTo>
                <a:lnTo>
                  <a:pt x="125481" y="74126"/>
                </a:lnTo>
                <a:lnTo>
                  <a:pt x="125774" y="73913"/>
                </a:lnTo>
                <a:lnTo>
                  <a:pt x="126072" y="73705"/>
                </a:lnTo>
                <a:lnTo>
                  <a:pt x="126374" y="73502"/>
                </a:lnTo>
                <a:lnTo>
                  <a:pt x="126681" y="73303"/>
                </a:lnTo>
                <a:lnTo>
                  <a:pt x="126991" y="73110"/>
                </a:lnTo>
                <a:lnTo>
                  <a:pt x="127306" y="72921"/>
                </a:lnTo>
                <a:lnTo>
                  <a:pt x="127626" y="72738"/>
                </a:lnTo>
                <a:lnTo>
                  <a:pt x="127949" y="72559"/>
                </a:lnTo>
                <a:lnTo>
                  <a:pt x="128277" y="72385"/>
                </a:lnTo>
                <a:lnTo>
                  <a:pt x="128609" y="72216"/>
                </a:lnTo>
                <a:lnTo>
                  <a:pt x="128946" y="72052"/>
                </a:lnTo>
                <a:lnTo>
                  <a:pt x="129287" y="71892"/>
                </a:lnTo>
                <a:lnTo>
                  <a:pt x="129632" y="71738"/>
                </a:lnTo>
                <a:lnTo>
                  <a:pt x="129981" y="71588"/>
                </a:lnTo>
                <a:lnTo>
                  <a:pt x="130334" y="71443"/>
                </a:lnTo>
                <a:lnTo>
                  <a:pt x="130687" y="71301"/>
                </a:lnTo>
                <a:lnTo>
                  <a:pt x="131042" y="71163"/>
                </a:lnTo>
                <a:lnTo>
                  <a:pt x="131399" y="71028"/>
                </a:lnTo>
                <a:lnTo>
                  <a:pt x="131757" y="70897"/>
                </a:lnTo>
                <a:lnTo>
                  <a:pt x="132116" y="70770"/>
                </a:lnTo>
                <a:lnTo>
                  <a:pt x="132477" y="70646"/>
                </a:lnTo>
                <a:lnTo>
                  <a:pt x="132839" y="70525"/>
                </a:lnTo>
                <a:lnTo>
                  <a:pt x="133202" y="70409"/>
                </a:lnTo>
                <a:lnTo>
                  <a:pt x="133567" y="70296"/>
                </a:lnTo>
                <a:lnTo>
                  <a:pt x="133933" y="70186"/>
                </a:lnTo>
                <a:lnTo>
                  <a:pt x="134301" y="70080"/>
                </a:lnTo>
                <a:lnTo>
                  <a:pt x="134670" y="69978"/>
                </a:lnTo>
                <a:lnTo>
                  <a:pt x="135040" y="69879"/>
                </a:lnTo>
                <a:lnTo>
                  <a:pt x="135412" y="69784"/>
                </a:lnTo>
                <a:lnTo>
                  <a:pt x="135786" y="69692"/>
                </a:lnTo>
                <a:lnTo>
                  <a:pt x="136160" y="69604"/>
                </a:lnTo>
                <a:lnTo>
                  <a:pt x="136536" y="69520"/>
                </a:lnTo>
                <a:lnTo>
                  <a:pt x="136914" y="69439"/>
                </a:lnTo>
                <a:lnTo>
                  <a:pt x="137292" y="69362"/>
                </a:lnTo>
                <a:lnTo>
                  <a:pt x="137673" y="69289"/>
                </a:lnTo>
                <a:lnTo>
                  <a:pt x="138054" y="69219"/>
                </a:lnTo>
                <a:lnTo>
                  <a:pt x="138437" y="69152"/>
                </a:lnTo>
                <a:lnTo>
                  <a:pt x="138822" y="69089"/>
                </a:lnTo>
                <a:lnTo>
                  <a:pt x="139206" y="69029"/>
                </a:lnTo>
                <a:lnTo>
                  <a:pt x="139588" y="68972"/>
                </a:lnTo>
                <a:lnTo>
                  <a:pt x="139969" y="68917"/>
                </a:lnTo>
                <a:lnTo>
                  <a:pt x="140349" y="68865"/>
                </a:lnTo>
                <a:lnTo>
                  <a:pt x="140727" y="68815"/>
                </a:lnTo>
                <a:lnTo>
                  <a:pt x="141103" y="68768"/>
                </a:lnTo>
                <a:lnTo>
                  <a:pt x="141477" y="68723"/>
                </a:lnTo>
                <a:lnTo>
                  <a:pt x="141850" y="68681"/>
                </a:lnTo>
                <a:lnTo>
                  <a:pt x="142221" y="68642"/>
                </a:lnTo>
                <a:lnTo>
                  <a:pt x="142591" y="68605"/>
                </a:lnTo>
                <a:lnTo>
                  <a:pt x="142959" y="68570"/>
                </a:lnTo>
                <a:lnTo>
                  <a:pt x="143325" y="68538"/>
                </a:lnTo>
                <a:lnTo>
                  <a:pt x="143690" y="68509"/>
                </a:lnTo>
                <a:lnTo>
                  <a:pt x="144053" y="68482"/>
                </a:lnTo>
                <a:lnTo>
                  <a:pt x="144415" y="68458"/>
                </a:lnTo>
                <a:lnTo>
                  <a:pt x="144774" y="68436"/>
                </a:lnTo>
                <a:lnTo>
                  <a:pt x="145133" y="68417"/>
                </a:lnTo>
                <a:lnTo>
                  <a:pt x="145489" y="68401"/>
                </a:lnTo>
                <a:lnTo>
                  <a:pt x="145844" y="68387"/>
                </a:lnTo>
                <a:lnTo>
                  <a:pt x="146198" y="68375"/>
                </a:lnTo>
                <a:lnTo>
                  <a:pt x="146549" y="68366"/>
                </a:lnTo>
                <a:lnTo>
                  <a:pt x="146899" y="68360"/>
                </a:lnTo>
                <a:lnTo>
                  <a:pt x="147248" y="68356"/>
                </a:lnTo>
                <a:lnTo>
                  <a:pt x="147595" y="68355"/>
                </a:lnTo>
                <a:lnTo>
                  <a:pt x="160262" y="68355"/>
                </a:lnTo>
                <a:lnTo>
                  <a:pt x="157719" y="83625"/>
                </a:lnTo>
                <a:lnTo>
                  <a:pt x="157662" y="83725"/>
                </a:lnTo>
                <a:lnTo>
                  <a:pt x="157421" y="84131"/>
                </a:lnTo>
                <a:close/>
                <a:moveTo>
                  <a:pt x="241340" y="31856"/>
                </a:moveTo>
                <a:lnTo>
                  <a:pt x="228816" y="104318"/>
                </a:lnTo>
                <a:lnTo>
                  <a:pt x="236652" y="104318"/>
                </a:lnTo>
                <a:lnTo>
                  <a:pt x="249175" y="31856"/>
                </a:lnTo>
                <a:lnTo>
                  <a:pt x="241340" y="31856"/>
                </a:lnTo>
                <a:close/>
                <a:moveTo>
                  <a:pt x="312694" y="31856"/>
                </a:moveTo>
                <a:lnTo>
                  <a:pt x="300171" y="104318"/>
                </a:lnTo>
                <a:lnTo>
                  <a:pt x="308006" y="104318"/>
                </a:lnTo>
                <a:lnTo>
                  <a:pt x="320530" y="31856"/>
                </a:lnTo>
                <a:lnTo>
                  <a:pt x="312694" y="31856"/>
                </a:lnTo>
                <a:close/>
                <a:moveTo>
                  <a:pt x="528228" y="11811"/>
                </a:moveTo>
                <a:lnTo>
                  <a:pt x="528247" y="11986"/>
                </a:lnTo>
                <a:lnTo>
                  <a:pt x="528273" y="12159"/>
                </a:lnTo>
                <a:lnTo>
                  <a:pt x="528303" y="12330"/>
                </a:lnTo>
                <a:lnTo>
                  <a:pt x="528340" y="12498"/>
                </a:lnTo>
                <a:lnTo>
                  <a:pt x="528381" y="12663"/>
                </a:lnTo>
                <a:lnTo>
                  <a:pt x="528429" y="12826"/>
                </a:lnTo>
                <a:lnTo>
                  <a:pt x="528482" y="12987"/>
                </a:lnTo>
                <a:lnTo>
                  <a:pt x="528540" y="13144"/>
                </a:lnTo>
                <a:lnTo>
                  <a:pt x="528605" y="13300"/>
                </a:lnTo>
                <a:lnTo>
                  <a:pt x="528674" y="13452"/>
                </a:lnTo>
                <a:lnTo>
                  <a:pt x="528750" y="13602"/>
                </a:lnTo>
                <a:lnTo>
                  <a:pt x="528831" y="13750"/>
                </a:lnTo>
                <a:lnTo>
                  <a:pt x="528917" y="13895"/>
                </a:lnTo>
                <a:lnTo>
                  <a:pt x="529009" y="14037"/>
                </a:lnTo>
                <a:lnTo>
                  <a:pt x="529107" y="14177"/>
                </a:lnTo>
                <a:lnTo>
                  <a:pt x="529210" y="14315"/>
                </a:lnTo>
                <a:lnTo>
                  <a:pt x="529319" y="14449"/>
                </a:lnTo>
                <a:lnTo>
                  <a:pt x="529433" y="14582"/>
                </a:lnTo>
                <a:lnTo>
                  <a:pt x="529553" y="14711"/>
                </a:lnTo>
                <a:lnTo>
                  <a:pt x="529678" y="14837"/>
                </a:lnTo>
                <a:lnTo>
                  <a:pt x="529805" y="14957"/>
                </a:lnTo>
                <a:lnTo>
                  <a:pt x="529934" y="15071"/>
                </a:lnTo>
                <a:lnTo>
                  <a:pt x="530067" y="15180"/>
                </a:lnTo>
                <a:lnTo>
                  <a:pt x="530202" y="15283"/>
                </a:lnTo>
                <a:lnTo>
                  <a:pt x="530340" y="15381"/>
                </a:lnTo>
                <a:lnTo>
                  <a:pt x="530481" y="15473"/>
                </a:lnTo>
                <a:lnTo>
                  <a:pt x="530625" y="15560"/>
                </a:lnTo>
                <a:lnTo>
                  <a:pt x="530771" y="15640"/>
                </a:lnTo>
                <a:lnTo>
                  <a:pt x="530921" y="15716"/>
                </a:lnTo>
                <a:lnTo>
                  <a:pt x="531073" y="15786"/>
                </a:lnTo>
                <a:lnTo>
                  <a:pt x="531228" y="15850"/>
                </a:lnTo>
                <a:lnTo>
                  <a:pt x="531385" y="15908"/>
                </a:lnTo>
                <a:lnTo>
                  <a:pt x="531546" y="15961"/>
                </a:lnTo>
                <a:lnTo>
                  <a:pt x="531709" y="16009"/>
                </a:lnTo>
                <a:lnTo>
                  <a:pt x="531875" y="16051"/>
                </a:lnTo>
                <a:lnTo>
                  <a:pt x="532044" y="16087"/>
                </a:lnTo>
                <a:lnTo>
                  <a:pt x="532215" y="16118"/>
                </a:lnTo>
                <a:lnTo>
                  <a:pt x="532390" y="16143"/>
                </a:lnTo>
                <a:lnTo>
                  <a:pt x="532567" y="16162"/>
                </a:lnTo>
                <a:lnTo>
                  <a:pt x="532747" y="16176"/>
                </a:lnTo>
                <a:lnTo>
                  <a:pt x="532930" y="16185"/>
                </a:lnTo>
                <a:lnTo>
                  <a:pt x="533115" y="16187"/>
                </a:lnTo>
                <a:lnTo>
                  <a:pt x="533304" y="16185"/>
                </a:lnTo>
                <a:lnTo>
                  <a:pt x="533492" y="16182"/>
                </a:lnTo>
                <a:lnTo>
                  <a:pt x="533679" y="16174"/>
                </a:lnTo>
                <a:lnTo>
                  <a:pt x="533863" y="16160"/>
                </a:lnTo>
                <a:lnTo>
                  <a:pt x="534045" y="16141"/>
                </a:lnTo>
                <a:lnTo>
                  <a:pt x="534225" y="16116"/>
                </a:lnTo>
                <a:lnTo>
                  <a:pt x="534402" y="16086"/>
                </a:lnTo>
                <a:lnTo>
                  <a:pt x="534578" y="16051"/>
                </a:lnTo>
                <a:lnTo>
                  <a:pt x="534751" y="16010"/>
                </a:lnTo>
                <a:lnTo>
                  <a:pt x="534922" y="15963"/>
                </a:lnTo>
                <a:lnTo>
                  <a:pt x="535091" y="15911"/>
                </a:lnTo>
                <a:lnTo>
                  <a:pt x="535257" y="15854"/>
                </a:lnTo>
                <a:lnTo>
                  <a:pt x="535422" y="15791"/>
                </a:lnTo>
                <a:lnTo>
                  <a:pt x="535584" y="15723"/>
                </a:lnTo>
                <a:lnTo>
                  <a:pt x="535744" y="15649"/>
                </a:lnTo>
                <a:lnTo>
                  <a:pt x="535901" y="15570"/>
                </a:lnTo>
                <a:lnTo>
                  <a:pt x="536057" y="15485"/>
                </a:lnTo>
                <a:lnTo>
                  <a:pt x="536210" y="15395"/>
                </a:lnTo>
                <a:lnTo>
                  <a:pt x="536361" y="15299"/>
                </a:lnTo>
                <a:lnTo>
                  <a:pt x="536510" y="15198"/>
                </a:lnTo>
                <a:lnTo>
                  <a:pt x="536657" y="15092"/>
                </a:lnTo>
                <a:lnTo>
                  <a:pt x="536801" y="14980"/>
                </a:lnTo>
                <a:lnTo>
                  <a:pt x="536944" y="14862"/>
                </a:lnTo>
                <a:lnTo>
                  <a:pt x="537084" y="14739"/>
                </a:lnTo>
                <a:lnTo>
                  <a:pt x="537222" y="14611"/>
                </a:lnTo>
                <a:lnTo>
                  <a:pt x="537356" y="14478"/>
                </a:lnTo>
                <a:lnTo>
                  <a:pt x="537485" y="14344"/>
                </a:lnTo>
                <a:lnTo>
                  <a:pt x="537608" y="14207"/>
                </a:lnTo>
                <a:lnTo>
                  <a:pt x="537727" y="14068"/>
                </a:lnTo>
                <a:lnTo>
                  <a:pt x="537840" y="13927"/>
                </a:lnTo>
                <a:lnTo>
                  <a:pt x="537948" y="13784"/>
                </a:lnTo>
                <a:lnTo>
                  <a:pt x="538050" y="13639"/>
                </a:lnTo>
                <a:lnTo>
                  <a:pt x="538148" y="13491"/>
                </a:lnTo>
                <a:lnTo>
                  <a:pt x="538240" y="13341"/>
                </a:lnTo>
                <a:lnTo>
                  <a:pt x="538327" y="13189"/>
                </a:lnTo>
                <a:lnTo>
                  <a:pt x="538409" y="13034"/>
                </a:lnTo>
                <a:lnTo>
                  <a:pt x="538486" y="12878"/>
                </a:lnTo>
                <a:lnTo>
                  <a:pt x="538557" y="12719"/>
                </a:lnTo>
                <a:lnTo>
                  <a:pt x="538623" y="12558"/>
                </a:lnTo>
                <a:lnTo>
                  <a:pt x="538684" y="12395"/>
                </a:lnTo>
                <a:lnTo>
                  <a:pt x="538740" y="12230"/>
                </a:lnTo>
                <a:lnTo>
                  <a:pt x="538790" y="12062"/>
                </a:lnTo>
                <a:lnTo>
                  <a:pt x="538835" y="11892"/>
                </a:lnTo>
                <a:lnTo>
                  <a:pt x="538875" y="11720"/>
                </a:lnTo>
                <a:lnTo>
                  <a:pt x="538910" y="11546"/>
                </a:lnTo>
                <a:lnTo>
                  <a:pt x="538939" y="11369"/>
                </a:lnTo>
                <a:lnTo>
                  <a:pt x="538963" y="11191"/>
                </a:lnTo>
                <a:lnTo>
                  <a:pt x="538982" y="11010"/>
                </a:lnTo>
                <a:lnTo>
                  <a:pt x="538996" y="10827"/>
                </a:lnTo>
                <a:lnTo>
                  <a:pt x="539005" y="10638"/>
                </a:lnTo>
                <a:lnTo>
                  <a:pt x="539007" y="10452"/>
                </a:lnTo>
                <a:lnTo>
                  <a:pt x="539004" y="10268"/>
                </a:lnTo>
                <a:lnTo>
                  <a:pt x="538995" y="10087"/>
                </a:lnTo>
                <a:lnTo>
                  <a:pt x="538981" y="9907"/>
                </a:lnTo>
                <a:lnTo>
                  <a:pt x="538961" y="9730"/>
                </a:lnTo>
                <a:lnTo>
                  <a:pt x="538935" y="9556"/>
                </a:lnTo>
                <a:lnTo>
                  <a:pt x="538903" y="9383"/>
                </a:lnTo>
                <a:lnTo>
                  <a:pt x="538866" y="9213"/>
                </a:lnTo>
                <a:lnTo>
                  <a:pt x="538823" y="9046"/>
                </a:lnTo>
                <a:lnTo>
                  <a:pt x="538774" y="8880"/>
                </a:lnTo>
                <a:lnTo>
                  <a:pt x="538720" y="8717"/>
                </a:lnTo>
                <a:lnTo>
                  <a:pt x="538660" y="8557"/>
                </a:lnTo>
                <a:lnTo>
                  <a:pt x="538594" y="8398"/>
                </a:lnTo>
                <a:lnTo>
                  <a:pt x="538523" y="8242"/>
                </a:lnTo>
                <a:lnTo>
                  <a:pt x="538446" y="8089"/>
                </a:lnTo>
                <a:lnTo>
                  <a:pt x="538363" y="7937"/>
                </a:lnTo>
                <a:lnTo>
                  <a:pt x="538274" y="7788"/>
                </a:lnTo>
                <a:lnTo>
                  <a:pt x="538180" y="7641"/>
                </a:lnTo>
                <a:lnTo>
                  <a:pt x="538080" y="7497"/>
                </a:lnTo>
                <a:lnTo>
                  <a:pt x="537974" y="7355"/>
                </a:lnTo>
                <a:lnTo>
                  <a:pt x="537863" y="7215"/>
                </a:lnTo>
                <a:lnTo>
                  <a:pt x="537746" y="7078"/>
                </a:lnTo>
                <a:lnTo>
                  <a:pt x="537623" y="6943"/>
                </a:lnTo>
                <a:lnTo>
                  <a:pt x="537496" y="6811"/>
                </a:lnTo>
                <a:lnTo>
                  <a:pt x="537366" y="6686"/>
                </a:lnTo>
                <a:lnTo>
                  <a:pt x="537234" y="6566"/>
                </a:lnTo>
                <a:lnTo>
                  <a:pt x="537098" y="6451"/>
                </a:lnTo>
                <a:lnTo>
                  <a:pt x="536959" y="6343"/>
                </a:lnTo>
                <a:lnTo>
                  <a:pt x="536818" y="6239"/>
                </a:lnTo>
                <a:lnTo>
                  <a:pt x="536673" y="6142"/>
                </a:lnTo>
                <a:lnTo>
                  <a:pt x="536526" y="6050"/>
                </a:lnTo>
                <a:lnTo>
                  <a:pt x="536376" y="5963"/>
                </a:lnTo>
                <a:lnTo>
                  <a:pt x="536222" y="5882"/>
                </a:lnTo>
                <a:lnTo>
                  <a:pt x="536066" y="5807"/>
                </a:lnTo>
                <a:lnTo>
                  <a:pt x="535907" y="5737"/>
                </a:lnTo>
                <a:lnTo>
                  <a:pt x="535745" y="5673"/>
                </a:lnTo>
                <a:lnTo>
                  <a:pt x="535581" y="5614"/>
                </a:lnTo>
                <a:lnTo>
                  <a:pt x="535413" y="5561"/>
                </a:lnTo>
                <a:lnTo>
                  <a:pt x="535242" y="5514"/>
                </a:lnTo>
                <a:lnTo>
                  <a:pt x="535069" y="5472"/>
                </a:lnTo>
                <a:lnTo>
                  <a:pt x="534892" y="5436"/>
                </a:lnTo>
                <a:lnTo>
                  <a:pt x="534713" y="5405"/>
                </a:lnTo>
                <a:lnTo>
                  <a:pt x="534531" y="5380"/>
                </a:lnTo>
                <a:lnTo>
                  <a:pt x="534345" y="5360"/>
                </a:lnTo>
                <a:lnTo>
                  <a:pt x="534157" y="5346"/>
                </a:lnTo>
                <a:lnTo>
                  <a:pt x="533966" y="5338"/>
                </a:lnTo>
                <a:lnTo>
                  <a:pt x="533773" y="5335"/>
                </a:lnTo>
                <a:lnTo>
                  <a:pt x="533584" y="5344"/>
                </a:lnTo>
                <a:lnTo>
                  <a:pt x="533398" y="5357"/>
                </a:lnTo>
                <a:lnTo>
                  <a:pt x="533214" y="5376"/>
                </a:lnTo>
                <a:lnTo>
                  <a:pt x="533032" y="5400"/>
                </a:lnTo>
                <a:lnTo>
                  <a:pt x="532853" y="5430"/>
                </a:lnTo>
                <a:lnTo>
                  <a:pt x="532676" y="5465"/>
                </a:lnTo>
                <a:lnTo>
                  <a:pt x="532501" y="5505"/>
                </a:lnTo>
                <a:lnTo>
                  <a:pt x="532329" y="5551"/>
                </a:lnTo>
                <a:lnTo>
                  <a:pt x="532159" y="5602"/>
                </a:lnTo>
                <a:lnTo>
                  <a:pt x="531991" y="5659"/>
                </a:lnTo>
                <a:lnTo>
                  <a:pt x="531826" y="5720"/>
                </a:lnTo>
                <a:lnTo>
                  <a:pt x="531663" y="5787"/>
                </a:lnTo>
                <a:lnTo>
                  <a:pt x="531502" y="5860"/>
                </a:lnTo>
                <a:lnTo>
                  <a:pt x="531344" y="5938"/>
                </a:lnTo>
                <a:lnTo>
                  <a:pt x="531188" y="6021"/>
                </a:lnTo>
                <a:lnTo>
                  <a:pt x="531034" y="6109"/>
                </a:lnTo>
                <a:lnTo>
                  <a:pt x="530883" y="6203"/>
                </a:lnTo>
                <a:lnTo>
                  <a:pt x="530734" y="6302"/>
                </a:lnTo>
                <a:lnTo>
                  <a:pt x="530587" y="6407"/>
                </a:lnTo>
                <a:lnTo>
                  <a:pt x="530443" y="6517"/>
                </a:lnTo>
                <a:lnTo>
                  <a:pt x="530301" y="6632"/>
                </a:lnTo>
                <a:lnTo>
                  <a:pt x="530161" y="6752"/>
                </a:lnTo>
                <a:lnTo>
                  <a:pt x="530023" y="6878"/>
                </a:lnTo>
                <a:lnTo>
                  <a:pt x="529888" y="7010"/>
                </a:lnTo>
                <a:lnTo>
                  <a:pt x="529757" y="7145"/>
                </a:lnTo>
                <a:lnTo>
                  <a:pt x="529631" y="7282"/>
                </a:lnTo>
                <a:lnTo>
                  <a:pt x="529511" y="7422"/>
                </a:lnTo>
                <a:lnTo>
                  <a:pt x="529395" y="7564"/>
                </a:lnTo>
                <a:lnTo>
                  <a:pt x="529285" y="7708"/>
                </a:lnTo>
                <a:lnTo>
                  <a:pt x="529181" y="7855"/>
                </a:lnTo>
                <a:lnTo>
                  <a:pt x="529082" y="8004"/>
                </a:lnTo>
                <a:lnTo>
                  <a:pt x="528988" y="8156"/>
                </a:lnTo>
                <a:lnTo>
                  <a:pt x="528899" y="8309"/>
                </a:lnTo>
                <a:lnTo>
                  <a:pt x="528816" y="8465"/>
                </a:lnTo>
                <a:lnTo>
                  <a:pt x="528738" y="8624"/>
                </a:lnTo>
                <a:lnTo>
                  <a:pt x="528666" y="8784"/>
                </a:lnTo>
                <a:lnTo>
                  <a:pt x="528599" y="8947"/>
                </a:lnTo>
                <a:lnTo>
                  <a:pt x="528537" y="9113"/>
                </a:lnTo>
                <a:lnTo>
                  <a:pt x="528481" y="9280"/>
                </a:lnTo>
                <a:lnTo>
                  <a:pt x="528430" y="9450"/>
                </a:lnTo>
                <a:lnTo>
                  <a:pt x="528384" y="9623"/>
                </a:lnTo>
                <a:lnTo>
                  <a:pt x="528344" y="9797"/>
                </a:lnTo>
                <a:lnTo>
                  <a:pt x="528309" y="9974"/>
                </a:lnTo>
                <a:lnTo>
                  <a:pt x="528279" y="10153"/>
                </a:lnTo>
                <a:lnTo>
                  <a:pt x="528255" y="10335"/>
                </a:lnTo>
                <a:lnTo>
                  <a:pt x="528236" y="10519"/>
                </a:lnTo>
                <a:lnTo>
                  <a:pt x="528222" y="10705"/>
                </a:lnTo>
                <a:lnTo>
                  <a:pt x="528214" y="10894"/>
                </a:lnTo>
                <a:lnTo>
                  <a:pt x="528206" y="11082"/>
                </a:lnTo>
                <a:lnTo>
                  <a:pt x="528203" y="11268"/>
                </a:lnTo>
                <a:lnTo>
                  <a:pt x="528206" y="11452"/>
                </a:lnTo>
                <a:lnTo>
                  <a:pt x="528214" y="11632"/>
                </a:lnTo>
                <a:lnTo>
                  <a:pt x="528228" y="11811"/>
                </a:lnTo>
                <a:close/>
                <a:moveTo>
                  <a:pt x="473430" y="31856"/>
                </a:moveTo>
                <a:lnTo>
                  <a:pt x="472292" y="38419"/>
                </a:lnTo>
                <a:lnTo>
                  <a:pt x="485300" y="38419"/>
                </a:lnTo>
                <a:lnTo>
                  <a:pt x="477114" y="86690"/>
                </a:lnTo>
                <a:lnTo>
                  <a:pt x="477061" y="87097"/>
                </a:lnTo>
                <a:lnTo>
                  <a:pt x="477013" y="87501"/>
                </a:lnTo>
                <a:lnTo>
                  <a:pt x="476970" y="87904"/>
                </a:lnTo>
                <a:lnTo>
                  <a:pt x="476933" y="88304"/>
                </a:lnTo>
                <a:lnTo>
                  <a:pt x="476901" y="88703"/>
                </a:lnTo>
                <a:lnTo>
                  <a:pt x="476875" y="89099"/>
                </a:lnTo>
                <a:lnTo>
                  <a:pt x="476854" y="89493"/>
                </a:lnTo>
                <a:lnTo>
                  <a:pt x="476838" y="89885"/>
                </a:lnTo>
                <a:lnTo>
                  <a:pt x="476828" y="90275"/>
                </a:lnTo>
                <a:lnTo>
                  <a:pt x="476823" y="90663"/>
                </a:lnTo>
                <a:lnTo>
                  <a:pt x="476823" y="91049"/>
                </a:lnTo>
                <a:lnTo>
                  <a:pt x="476829" y="91432"/>
                </a:lnTo>
                <a:lnTo>
                  <a:pt x="476840" y="91814"/>
                </a:lnTo>
                <a:lnTo>
                  <a:pt x="476856" y="92193"/>
                </a:lnTo>
                <a:lnTo>
                  <a:pt x="476878" y="92571"/>
                </a:lnTo>
                <a:lnTo>
                  <a:pt x="476905" y="92946"/>
                </a:lnTo>
                <a:lnTo>
                  <a:pt x="476938" y="93319"/>
                </a:lnTo>
                <a:lnTo>
                  <a:pt x="476976" y="93690"/>
                </a:lnTo>
                <a:lnTo>
                  <a:pt x="477019" y="94060"/>
                </a:lnTo>
                <a:lnTo>
                  <a:pt x="477067" y="94426"/>
                </a:lnTo>
                <a:lnTo>
                  <a:pt x="477121" y="94791"/>
                </a:lnTo>
                <a:lnTo>
                  <a:pt x="477180" y="95154"/>
                </a:lnTo>
                <a:lnTo>
                  <a:pt x="477245" y="95515"/>
                </a:lnTo>
                <a:lnTo>
                  <a:pt x="477315" y="95873"/>
                </a:lnTo>
                <a:lnTo>
                  <a:pt x="477391" y="96228"/>
                </a:lnTo>
                <a:lnTo>
                  <a:pt x="477474" y="96577"/>
                </a:lnTo>
                <a:lnTo>
                  <a:pt x="477564" y="96921"/>
                </a:lnTo>
                <a:lnTo>
                  <a:pt x="477661" y="97259"/>
                </a:lnTo>
                <a:lnTo>
                  <a:pt x="477766" y="97592"/>
                </a:lnTo>
                <a:lnTo>
                  <a:pt x="477878" y="97919"/>
                </a:lnTo>
                <a:lnTo>
                  <a:pt x="477996" y="98241"/>
                </a:lnTo>
                <a:lnTo>
                  <a:pt x="478122" y="98557"/>
                </a:lnTo>
                <a:lnTo>
                  <a:pt x="478255" y="98868"/>
                </a:lnTo>
                <a:lnTo>
                  <a:pt x="478395" y="99174"/>
                </a:lnTo>
                <a:lnTo>
                  <a:pt x="478542" y="99474"/>
                </a:lnTo>
                <a:lnTo>
                  <a:pt x="478696" y="99768"/>
                </a:lnTo>
                <a:lnTo>
                  <a:pt x="478857" y="100057"/>
                </a:lnTo>
                <a:lnTo>
                  <a:pt x="479025" y="100341"/>
                </a:lnTo>
                <a:lnTo>
                  <a:pt x="479201" y="100619"/>
                </a:lnTo>
                <a:lnTo>
                  <a:pt x="479383" y="100891"/>
                </a:lnTo>
                <a:lnTo>
                  <a:pt x="479573" y="101159"/>
                </a:lnTo>
                <a:lnTo>
                  <a:pt x="479769" y="101420"/>
                </a:lnTo>
                <a:lnTo>
                  <a:pt x="479973" y="101677"/>
                </a:lnTo>
                <a:lnTo>
                  <a:pt x="480184" y="101927"/>
                </a:lnTo>
                <a:lnTo>
                  <a:pt x="480402" y="102173"/>
                </a:lnTo>
                <a:lnTo>
                  <a:pt x="480627" y="102413"/>
                </a:lnTo>
                <a:lnTo>
                  <a:pt x="480859" y="102647"/>
                </a:lnTo>
                <a:lnTo>
                  <a:pt x="481098" y="102876"/>
                </a:lnTo>
                <a:lnTo>
                  <a:pt x="481346" y="103098"/>
                </a:lnTo>
                <a:lnTo>
                  <a:pt x="481603" y="103310"/>
                </a:lnTo>
                <a:lnTo>
                  <a:pt x="481869" y="103513"/>
                </a:lnTo>
                <a:lnTo>
                  <a:pt x="482145" y="103707"/>
                </a:lnTo>
                <a:lnTo>
                  <a:pt x="482430" y="103892"/>
                </a:lnTo>
                <a:lnTo>
                  <a:pt x="482725" y="104068"/>
                </a:lnTo>
                <a:lnTo>
                  <a:pt x="483029" y="104234"/>
                </a:lnTo>
                <a:lnTo>
                  <a:pt x="483342" y="104391"/>
                </a:lnTo>
                <a:lnTo>
                  <a:pt x="483665" y="104539"/>
                </a:lnTo>
                <a:lnTo>
                  <a:pt x="483997" y="104678"/>
                </a:lnTo>
                <a:lnTo>
                  <a:pt x="484339" y="104808"/>
                </a:lnTo>
                <a:lnTo>
                  <a:pt x="484690" y="104928"/>
                </a:lnTo>
                <a:lnTo>
                  <a:pt x="485050" y="105040"/>
                </a:lnTo>
                <a:lnTo>
                  <a:pt x="485420" y="105142"/>
                </a:lnTo>
                <a:lnTo>
                  <a:pt x="485799" y="105235"/>
                </a:lnTo>
                <a:lnTo>
                  <a:pt x="486188" y="105318"/>
                </a:lnTo>
                <a:lnTo>
                  <a:pt x="486586" y="105393"/>
                </a:lnTo>
                <a:lnTo>
                  <a:pt x="486994" y="105458"/>
                </a:lnTo>
                <a:lnTo>
                  <a:pt x="487411" y="105514"/>
                </a:lnTo>
                <a:lnTo>
                  <a:pt x="487837" y="105561"/>
                </a:lnTo>
                <a:lnTo>
                  <a:pt x="488273" y="105599"/>
                </a:lnTo>
                <a:lnTo>
                  <a:pt x="488718" y="105628"/>
                </a:lnTo>
                <a:lnTo>
                  <a:pt x="489173" y="105647"/>
                </a:lnTo>
                <a:lnTo>
                  <a:pt x="489637" y="105657"/>
                </a:lnTo>
                <a:lnTo>
                  <a:pt x="489805" y="105657"/>
                </a:lnTo>
                <a:lnTo>
                  <a:pt x="489972" y="105656"/>
                </a:lnTo>
                <a:lnTo>
                  <a:pt x="490140" y="105654"/>
                </a:lnTo>
                <a:lnTo>
                  <a:pt x="490308" y="105651"/>
                </a:lnTo>
                <a:lnTo>
                  <a:pt x="490476" y="105647"/>
                </a:lnTo>
                <a:lnTo>
                  <a:pt x="490644" y="105643"/>
                </a:lnTo>
                <a:lnTo>
                  <a:pt x="490812" y="105637"/>
                </a:lnTo>
                <a:lnTo>
                  <a:pt x="490980" y="105631"/>
                </a:lnTo>
                <a:lnTo>
                  <a:pt x="491149" y="105624"/>
                </a:lnTo>
                <a:lnTo>
                  <a:pt x="491317" y="105617"/>
                </a:lnTo>
                <a:lnTo>
                  <a:pt x="491486" y="105608"/>
                </a:lnTo>
                <a:lnTo>
                  <a:pt x="491655" y="105599"/>
                </a:lnTo>
                <a:lnTo>
                  <a:pt x="491824" y="105589"/>
                </a:lnTo>
                <a:lnTo>
                  <a:pt x="491993" y="105578"/>
                </a:lnTo>
                <a:lnTo>
                  <a:pt x="492162" y="105566"/>
                </a:lnTo>
                <a:lnTo>
                  <a:pt x="492331" y="105553"/>
                </a:lnTo>
                <a:lnTo>
                  <a:pt x="492500" y="105540"/>
                </a:lnTo>
                <a:lnTo>
                  <a:pt x="492670" y="105525"/>
                </a:lnTo>
                <a:lnTo>
                  <a:pt x="492839" y="105510"/>
                </a:lnTo>
                <a:lnTo>
                  <a:pt x="493009" y="105495"/>
                </a:lnTo>
                <a:lnTo>
                  <a:pt x="493179" y="105478"/>
                </a:lnTo>
                <a:lnTo>
                  <a:pt x="493349" y="105460"/>
                </a:lnTo>
                <a:lnTo>
                  <a:pt x="493519" y="105442"/>
                </a:lnTo>
                <a:lnTo>
                  <a:pt x="493689" y="105423"/>
                </a:lnTo>
                <a:lnTo>
                  <a:pt x="493859" y="105403"/>
                </a:lnTo>
                <a:lnTo>
                  <a:pt x="494029" y="105382"/>
                </a:lnTo>
                <a:lnTo>
                  <a:pt x="494198" y="105360"/>
                </a:lnTo>
                <a:lnTo>
                  <a:pt x="494367" y="105336"/>
                </a:lnTo>
                <a:lnTo>
                  <a:pt x="494536" y="105312"/>
                </a:lnTo>
                <a:lnTo>
                  <a:pt x="494704" y="105287"/>
                </a:lnTo>
                <a:lnTo>
                  <a:pt x="494872" y="105261"/>
                </a:lnTo>
                <a:lnTo>
                  <a:pt x="495039" y="105233"/>
                </a:lnTo>
                <a:lnTo>
                  <a:pt x="495207" y="105205"/>
                </a:lnTo>
                <a:lnTo>
                  <a:pt x="495374" y="105175"/>
                </a:lnTo>
                <a:lnTo>
                  <a:pt x="495540" y="105145"/>
                </a:lnTo>
                <a:lnTo>
                  <a:pt x="495706" y="105113"/>
                </a:lnTo>
                <a:lnTo>
                  <a:pt x="495872" y="105081"/>
                </a:lnTo>
                <a:lnTo>
                  <a:pt x="496038" y="105047"/>
                </a:lnTo>
                <a:lnTo>
                  <a:pt x="496203" y="105012"/>
                </a:lnTo>
                <a:lnTo>
                  <a:pt x="496368" y="104976"/>
                </a:lnTo>
                <a:lnTo>
                  <a:pt x="496532" y="104940"/>
                </a:lnTo>
                <a:lnTo>
                  <a:pt x="496696" y="104902"/>
                </a:lnTo>
                <a:lnTo>
                  <a:pt x="496860" y="104863"/>
                </a:lnTo>
                <a:lnTo>
                  <a:pt x="497023" y="104823"/>
                </a:lnTo>
                <a:lnTo>
                  <a:pt x="497187" y="104782"/>
                </a:lnTo>
                <a:lnTo>
                  <a:pt x="497349" y="104740"/>
                </a:lnTo>
                <a:lnTo>
                  <a:pt x="497512" y="104697"/>
                </a:lnTo>
                <a:lnTo>
                  <a:pt x="497674" y="104653"/>
                </a:lnTo>
                <a:lnTo>
                  <a:pt x="498075" y="97889"/>
                </a:lnTo>
                <a:lnTo>
                  <a:pt x="497936" y="97905"/>
                </a:lnTo>
                <a:lnTo>
                  <a:pt x="497797" y="97922"/>
                </a:lnTo>
                <a:lnTo>
                  <a:pt x="497658" y="97939"/>
                </a:lnTo>
                <a:lnTo>
                  <a:pt x="497519" y="97956"/>
                </a:lnTo>
                <a:lnTo>
                  <a:pt x="497381" y="97972"/>
                </a:lnTo>
                <a:lnTo>
                  <a:pt x="497242" y="97989"/>
                </a:lnTo>
                <a:lnTo>
                  <a:pt x="497104" y="98006"/>
                </a:lnTo>
                <a:lnTo>
                  <a:pt x="496967" y="98023"/>
                </a:lnTo>
                <a:lnTo>
                  <a:pt x="496829" y="98039"/>
                </a:lnTo>
                <a:lnTo>
                  <a:pt x="496692" y="98056"/>
                </a:lnTo>
                <a:lnTo>
                  <a:pt x="496555" y="98073"/>
                </a:lnTo>
                <a:lnTo>
                  <a:pt x="496418" y="98090"/>
                </a:lnTo>
                <a:lnTo>
                  <a:pt x="496281" y="98106"/>
                </a:lnTo>
                <a:lnTo>
                  <a:pt x="496145" y="98123"/>
                </a:lnTo>
                <a:lnTo>
                  <a:pt x="496009" y="98140"/>
                </a:lnTo>
                <a:lnTo>
                  <a:pt x="495873" y="98157"/>
                </a:lnTo>
                <a:lnTo>
                  <a:pt x="495737" y="98173"/>
                </a:lnTo>
                <a:lnTo>
                  <a:pt x="495602" y="98190"/>
                </a:lnTo>
                <a:lnTo>
                  <a:pt x="495466" y="98207"/>
                </a:lnTo>
                <a:lnTo>
                  <a:pt x="495332" y="98224"/>
                </a:lnTo>
                <a:lnTo>
                  <a:pt x="495197" y="98240"/>
                </a:lnTo>
                <a:lnTo>
                  <a:pt x="495062" y="98257"/>
                </a:lnTo>
                <a:lnTo>
                  <a:pt x="494928" y="98274"/>
                </a:lnTo>
                <a:lnTo>
                  <a:pt x="494794" y="98291"/>
                </a:lnTo>
                <a:lnTo>
                  <a:pt x="494660" y="98307"/>
                </a:lnTo>
                <a:lnTo>
                  <a:pt x="494526" y="98323"/>
                </a:lnTo>
                <a:lnTo>
                  <a:pt x="494391" y="98338"/>
                </a:lnTo>
                <a:lnTo>
                  <a:pt x="494256" y="98352"/>
                </a:lnTo>
                <a:lnTo>
                  <a:pt x="494121" y="98366"/>
                </a:lnTo>
                <a:lnTo>
                  <a:pt x="493986" y="98378"/>
                </a:lnTo>
                <a:lnTo>
                  <a:pt x="493851" y="98391"/>
                </a:lnTo>
                <a:lnTo>
                  <a:pt x="493715" y="98402"/>
                </a:lnTo>
                <a:lnTo>
                  <a:pt x="493579" y="98413"/>
                </a:lnTo>
                <a:lnTo>
                  <a:pt x="493443" y="98423"/>
                </a:lnTo>
                <a:lnTo>
                  <a:pt x="493306" y="98432"/>
                </a:lnTo>
                <a:lnTo>
                  <a:pt x="493170" y="98441"/>
                </a:lnTo>
                <a:lnTo>
                  <a:pt x="493033" y="98449"/>
                </a:lnTo>
                <a:lnTo>
                  <a:pt x="492896" y="98457"/>
                </a:lnTo>
                <a:lnTo>
                  <a:pt x="492759" y="98463"/>
                </a:lnTo>
                <a:lnTo>
                  <a:pt x="492621" y="98469"/>
                </a:lnTo>
                <a:lnTo>
                  <a:pt x="492483" y="98474"/>
                </a:lnTo>
                <a:lnTo>
                  <a:pt x="492345" y="98479"/>
                </a:lnTo>
                <a:lnTo>
                  <a:pt x="492207" y="98483"/>
                </a:lnTo>
                <a:lnTo>
                  <a:pt x="492069" y="98486"/>
                </a:lnTo>
                <a:lnTo>
                  <a:pt x="491930" y="98488"/>
                </a:lnTo>
                <a:lnTo>
                  <a:pt x="491791" y="98490"/>
                </a:lnTo>
                <a:lnTo>
                  <a:pt x="491652" y="98491"/>
                </a:lnTo>
                <a:lnTo>
                  <a:pt x="491512" y="98491"/>
                </a:lnTo>
                <a:lnTo>
                  <a:pt x="491225" y="98483"/>
                </a:lnTo>
                <a:lnTo>
                  <a:pt x="490945" y="98469"/>
                </a:lnTo>
                <a:lnTo>
                  <a:pt x="490672" y="98449"/>
                </a:lnTo>
                <a:lnTo>
                  <a:pt x="490405" y="98424"/>
                </a:lnTo>
                <a:lnTo>
                  <a:pt x="490146" y="98392"/>
                </a:lnTo>
                <a:lnTo>
                  <a:pt x="489892" y="98355"/>
                </a:lnTo>
                <a:lnTo>
                  <a:pt x="489646" y="98313"/>
                </a:lnTo>
                <a:lnTo>
                  <a:pt x="489406" y="98264"/>
                </a:lnTo>
                <a:lnTo>
                  <a:pt x="489174" y="98210"/>
                </a:lnTo>
                <a:lnTo>
                  <a:pt x="488947" y="98151"/>
                </a:lnTo>
                <a:lnTo>
                  <a:pt x="488728" y="98085"/>
                </a:lnTo>
                <a:lnTo>
                  <a:pt x="488515" y="98014"/>
                </a:lnTo>
                <a:lnTo>
                  <a:pt x="488309" y="97937"/>
                </a:lnTo>
                <a:lnTo>
                  <a:pt x="488110" y="97855"/>
                </a:lnTo>
                <a:lnTo>
                  <a:pt x="487918" y="97767"/>
                </a:lnTo>
                <a:lnTo>
                  <a:pt x="487732" y="97673"/>
                </a:lnTo>
                <a:lnTo>
                  <a:pt x="487553" y="97573"/>
                </a:lnTo>
                <a:lnTo>
                  <a:pt x="487381" y="97468"/>
                </a:lnTo>
                <a:lnTo>
                  <a:pt x="487216" y="97357"/>
                </a:lnTo>
                <a:lnTo>
                  <a:pt x="487057" y="97240"/>
                </a:lnTo>
                <a:lnTo>
                  <a:pt x="486905" y="97118"/>
                </a:lnTo>
                <a:lnTo>
                  <a:pt x="486760" y="96990"/>
                </a:lnTo>
                <a:lnTo>
                  <a:pt x="486621" y="96856"/>
                </a:lnTo>
                <a:lnTo>
                  <a:pt x="486490" y="96717"/>
                </a:lnTo>
                <a:lnTo>
                  <a:pt x="486363" y="96573"/>
                </a:lnTo>
                <a:lnTo>
                  <a:pt x="486242" y="96425"/>
                </a:lnTo>
                <a:lnTo>
                  <a:pt x="486125" y="96275"/>
                </a:lnTo>
                <a:lnTo>
                  <a:pt x="486012" y="96121"/>
                </a:lnTo>
                <a:lnTo>
                  <a:pt x="485904" y="95964"/>
                </a:lnTo>
                <a:lnTo>
                  <a:pt x="485801" y="95803"/>
                </a:lnTo>
                <a:lnTo>
                  <a:pt x="485702" y="95640"/>
                </a:lnTo>
                <a:lnTo>
                  <a:pt x="485608" y="95473"/>
                </a:lnTo>
                <a:lnTo>
                  <a:pt x="485518" y="95302"/>
                </a:lnTo>
                <a:lnTo>
                  <a:pt x="485433" y="95129"/>
                </a:lnTo>
                <a:lnTo>
                  <a:pt x="485352" y="94952"/>
                </a:lnTo>
                <a:lnTo>
                  <a:pt x="485276" y="94772"/>
                </a:lnTo>
                <a:lnTo>
                  <a:pt x="485204" y="94589"/>
                </a:lnTo>
                <a:lnTo>
                  <a:pt x="485137" y="94403"/>
                </a:lnTo>
                <a:lnTo>
                  <a:pt x="485074" y="94213"/>
                </a:lnTo>
                <a:lnTo>
                  <a:pt x="485016" y="94020"/>
                </a:lnTo>
                <a:lnTo>
                  <a:pt x="484963" y="93824"/>
                </a:lnTo>
                <a:lnTo>
                  <a:pt x="484914" y="93625"/>
                </a:lnTo>
                <a:lnTo>
                  <a:pt x="484869" y="93422"/>
                </a:lnTo>
                <a:lnTo>
                  <a:pt x="484829" y="93216"/>
                </a:lnTo>
                <a:lnTo>
                  <a:pt x="484794" y="93007"/>
                </a:lnTo>
                <a:lnTo>
                  <a:pt x="484763" y="92794"/>
                </a:lnTo>
                <a:lnTo>
                  <a:pt x="484737" y="92578"/>
                </a:lnTo>
                <a:lnTo>
                  <a:pt x="484715" y="92359"/>
                </a:lnTo>
                <a:lnTo>
                  <a:pt x="484696" y="92138"/>
                </a:lnTo>
                <a:lnTo>
                  <a:pt x="484680" y="91916"/>
                </a:lnTo>
                <a:lnTo>
                  <a:pt x="484666" y="91693"/>
                </a:lnTo>
                <a:lnTo>
                  <a:pt x="484654" y="91469"/>
                </a:lnTo>
                <a:lnTo>
                  <a:pt x="484645" y="91243"/>
                </a:lnTo>
                <a:lnTo>
                  <a:pt x="484637" y="91017"/>
                </a:lnTo>
                <a:lnTo>
                  <a:pt x="484632" y="90789"/>
                </a:lnTo>
                <a:lnTo>
                  <a:pt x="484629" y="90561"/>
                </a:lnTo>
                <a:lnTo>
                  <a:pt x="484628" y="90331"/>
                </a:lnTo>
                <a:lnTo>
                  <a:pt x="484630" y="90101"/>
                </a:lnTo>
                <a:lnTo>
                  <a:pt x="484634" y="89869"/>
                </a:lnTo>
                <a:lnTo>
                  <a:pt x="484639" y="89637"/>
                </a:lnTo>
                <a:lnTo>
                  <a:pt x="484648" y="89403"/>
                </a:lnTo>
                <a:lnTo>
                  <a:pt x="484658" y="89168"/>
                </a:lnTo>
                <a:lnTo>
                  <a:pt x="484670" y="88932"/>
                </a:lnTo>
                <a:lnTo>
                  <a:pt x="484685" y="88696"/>
                </a:lnTo>
                <a:lnTo>
                  <a:pt x="484702" y="88458"/>
                </a:lnTo>
                <a:lnTo>
                  <a:pt x="484721" y="88219"/>
                </a:lnTo>
                <a:lnTo>
                  <a:pt x="484742" y="87979"/>
                </a:lnTo>
                <a:lnTo>
                  <a:pt x="484766" y="87738"/>
                </a:lnTo>
                <a:lnTo>
                  <a:pt x="484792" y="87496"/>
                </a:lnTo>
                <a:lnTo>
                  <a:pt x="484820" y="87253"/>
                </a:lnTo>
                <a:lnTo>
                  <a:pt x="484850" y="87008"/>
                </a:lnTo>
                <a:lnTo>
                  <a:pt x="484882" y="86763"/>
                </a:lnTo>
                <a:lnTo>
                  <a:pt x="493161" y="38419"/>
                </a:lnTo>
                <a:lnTo>
                  <a:pt x="507719" y="38419"/>
                </a:lnTo>
                <a:lnTo>
                  <a:pt x="508791" y="31856"/>
                </a:lnTo>
                <a:lnTo>
                  <a:pt x="494285" y="31856"/>
                </a:lnTo>
                <a:lnTo>
                  <a:pt x="497473" y="13238"/>
                </a:lnTo>
                <a:lnTo>
                  <a:pt x="489570" y="13238"/>
                </a:lnTo>
                <a:lnTo>
                  <a:pt x="486413" y="31856"/>
                </a:lnTo>
                <a:lnTo>
                  <a:pt x="473430" y="31856"/>
                </a:lnTo>
                <a:close/>
                <a:moveTo>
                  <a:pt x="634404" y="53354"/>
                </a:moveTo>
                <a:lnTo>
                  <a:pt x="634610" y="52973"/>
                </a:lnTo>
                <a:lnTo>
                  <a:pt x="634819" y="52596"/>
                </a:lnTo>
                <a:lnTo>
                  <a:pt x="635033" y="52222"/>
                </a:lnTo>
                <a:lnTo>
                  <a:pt x="635251" y="51851"/>
                </a:lnTo>
                <a:lnTo>
                  <a:pt x="635472" y="51482"/>
                </a:lnTo>
                <a:lnTo>
                  <a:pt x="635698" y="51117"/>
                </a:lnTo>
                <a:lnTo>
                  <a:pt x="635928" y="50755"/>
                </a:lnTo>
                <a:lnTo>
                  <a:pt x="636162" y="50396"/>
                </a:lnTo>
                <a:lnTo>
                  <a:pt x="636400" y="50040"/>
                </a:lnTo>
                <a:lnTo>
                  <a:pt x="636642" y="49687"/>
                </a:lnTo>
                <a:lnTo>
                  <a:pt x="636889" y="49337"/>
                </a:lnTo>
                <a:lnTo>
                  <a:pt x="637139" y="48989"/>
                </a:lnTo>
                <a:lnTo>
                  <a:pt x="637393" y="48645"/>
                </a:lnTo>
                <a:lnTo>
                  <a:pt x="637652" y="48304"/>
                </a:lnTo>
                <a:lnTo>
                  <a:pt x="637914" y="47966"/>
                </a:lnTo>
                <a:lnTo>
                  <a:pt x="638181" y="47631"/>
                </a:lnTo>
                <a:lnTo>
                  <a:pt x="638451" y="47300"/>
                </a:lnTo>
                <a:lnTo>
                  <a:pt x="638726" y="46971"/>
                </a:lnTo>
                <a:lnTo>
                  <a:pt x="639005" y="46645"/>
                </a:lnTo>
                <a:lnTo>
                  <a:pt x="639287" y="46322"/>
                </a:lnTo>
                <a:lnTo>
                  <a:pt x="639574" y="46002"/>
                </a:lnTo>
                <a:lnTo>
                  <a:pt x="639865" y="45685"/>
                </a:lnTo>
                <a:lnTo>
                  <a:pt x="640160" y="45372"/>
                </a:lnTo>
                <a:lnTo>
                  <a:pt x="640458" y="45065"/>
                </a:lnTo>
                <a:lnTo>
                  <a:pt x="640759" y="44763"/>
                </a:lnTo>
                <a:lnTo>
                  <a:pt x="641064" y="44467"/>
                </a:lnTo>
                <a:lnTo>
                  <a:pt x="641372" y="44175"/>
                </a:lnTo>
                <a:lnTo>
                  <a:pt x="641684" y="43889"/>
                </a:lnTo>
                <a:lnTo>
                  <a:pt x="641999" y="43609"/>
                </a:lnTo>
                <a:lnTo>
                  <a:pt x="642317" y="43334"/>
                </a:lnTo>
                <a:lnTo>
                  <a:pt x="642639" y="43064"/>
                </a:lnTo>
                <a:lnTo>
                  <a:pt x="642964" y="42799"/>
                </a:lnTo>
                <a:lnTo>
                  <a:pt x="643292" y="42540"/>
                </a:lnTo>
                <a:lnTo>
                  <a:pt x="643624" y="42286"/>
                </a:lnTo>
                <a:lnTo>
                  <a:pt x="643959" y="42038"/>
                </a:lnTo>
                <a:lnTo>
                  <a:pt x="644298" y="41795"/>
                </a:lnTo>
                <a:lnTo>
                  <a:pt x="644640" y="41557"/>
                </a:lnTo>
                <a:lnTo>
                  <a:pt x="644985" y="41325"/>
                </a:lnTo>
                <a:lnTo>
                  <a:pt x="645333" y="41098"/>
                </a:lnTo>
                <a:lnTo>
                  <a:pt x="645685" y="40876"/>
                </a:lnTo>
                <a:lnTo>
                  <a:pt x="646041" y="40659"/>
                </a:lnTo>
                <a:lnTo>
                  <a:pt x="646400" y="40448"/>
                </a:lnTo>
                <a:lnTo>
                  <a:pt x="646762" y="40243"/>
                </a:lnTo>
                <a:lnTo>
                  <a:pt x="647127" y="40042"/>
                </a:lnTo>
                <a:lnTo>
                  <a:pt x="647496" y="39847"/>
                </a:lnTo>
                <a:lnTo>
                  <a:pt x="647868" y="39658"/>
                </a:lnTo>
                <a:lnTo>
                  <a:pt x="648244" y="39475"/>
                </a:lnTo>
                <a:lnTo>
                  <a:pt x="648622" y="39300"/>
                </a:lnTo>
                <a:lnTo>
                  <a:pt x="649004" y="39133"/>
                </a:lnTo>
                <a:lnTo>
                  <a:pt x="649388" y="38974"/>
                </a:lnTo>
                <a:lnTo>
                  <a:pt x="649776" y="38823"/>
                </a:lnTo>
                <a:lnTo>
                  <a:pt x="650166" y="38680"/>
                </a:lnTo>
                <a:lnTo>
                  <a:pt x="650560" y="38546"/>
                </a:lnTo>
                <a:lnTo>
                  <a:pt x="650956" y="38419"/>
                </a:lnTo>
                <a:lnTo>
                  <a:pt x="651356" y="38300"/>
                </a:lnTo>
                <a:lnTo>
                  <a:pt x="651759" y="38189"/>
                </a:lnTo>
                <a:lnTo>
                  <a:pt x="652164" y="38087"/>
                </a:lnTo>
                <a:lnTo>
                  <a:pt x="652573" y="37992"/>
                </a:lnTo>
                <a:lnTo>
                  <a:pt x="652985" y="37905"/>
                </a:lnTo>
                <a:lnTo>
                  <a:pt x="653399" y="37827"/>
                </a:lnTo>
                <a:lnTo>
                  <a:pt x="653817" y="37756"/>
                </a:lnTo>
                <a:lnTo>
                  <a:pt x="654238" y="37693"/>
                </a:lnTo>
                <a:lnTo>
                  <a:pt x="654662" y="37639"/>
                </a:lnTo>
                <a:lnTo>
                  <a:pt x="655089" y="37592"/>
                </a:lnTo>
                <a:lnTo>
                  <a:pt x="655518" y="37554"/>
                </a:lnTo>
                <a:lnTo>
                  <a:pt x="655951" y="37523"/>
                </a:lnTo>
                <a:lnTo>
                  <a:pt x="656387" y="37501"/>
                </a:lnTo>
                <a:lnTo>
                  <a:pt x="656826" y="37486"/>
                </a:lnTo>
                <a:lnTo>
                  <a:pt x="657268" y="37480"/>
                </a:lnTo>
                <a:lnTo>
                  <a:pt x="657713" y="37481"/>
                </a:lnTo>
                <a:lnTo>
                  <a:pt x="658210" y="37486"/>
                </a:lnTo>
                <a:lnTo>
                  <a:pt x="658697" y="37500"/>
                </a:lnTo>
                <a:lnTo>
                  <a:pt x="659173" y="37524"/>
                </a:lnTo>
                <a:lnTo>
                  <a:pt x="659638" y="37557"/>
                </a:lnTo>
                <a:lnTo>
                  <a:pt x="660094" y="37599"/>
                </a:lnTo>
                <a:lnTo>
                  <a:pt x="660538" y="37651"/>
                </a:lnTo>
                <a:lnTo>
                  <a:pt x="660973" y="37712"/>
                </a:lnTo>
                <a:lnTo>
                  <a:pt x="661396" y="37783"/>
                </a:lnTo>
                <a:lnTo>
                  <a:pt x="661810" y="37863"/>
                </a:lnTo>
                <a:lnTo>
                  <a:pt x="662213" y="37952"/>
                </a:lnTo>
                <a:lnTo>
                  <a:pt x="662605" y="38051"/>
                </a:lnTo>
                <a:lnTo>
                  <a:pt x="662987" y="38159"/>
                </a:lnTo>
                <a:lnTo>
                  <a:pt x="663358" y="38277"/>
                </a:lnTo>
                <a:lnTo>
                  <a:pt x="663719" y="38404"/>
                </a:lnTo>
                <a:lnTo>
                  <a:pt x="664070" y="38541"/>
                </a:lnTo>
                <a:lnTo>
                  <a:pt x="664410" y="38687"/>
                </a:lnTo>
                <a:lnTo>
                  <a:pt x="664740" y="38842"/>
                </a:lnTo>
                <a:lnTo>
                  <a:pt x="665059" y="39007"/>
                </a:lnTo>
                <a:lnTo>
                  <a:pt x="665367" y="39181"/>
                </a:lnTo>
                <a:lnTo>
                  <a:pt x="665666" y="39365"/>
                </a:lnTo>
                <a:lnTo>
                  <a:pt x="665953" y="39558"/>
                </a:lnTo>
                <a:lnTo>
                  <a:pt x="666231" y="39760"/>
                </a:lnTo>
                <a:lnTo>
                  <a:pt x="666498" y="39972"/>
                </a:lnTo>
                <a:lnTo>
                  <a:pt x="666754" y="40194"/>
                </a:lnTo>
                <a:lnTo>
                  <a:pt x="667001" y="40423"/>
                </a:lnTo>
                <a:lnTo>
                  <a:pt x="667241" y="40658"/>
                </a:lnTo>
                <a:lnTo>
                  <a:pt x="667472" y="40899"/>
                </a:lnTo>
                <a:lnTo>
                  <a:pt x="667696" y="41146"/>
                </a:lnTo>
                <a:lnTo>
                  <a:pt x="667912" y="41399"/>
                </a:lnTo>
                <a:lnTo>
                  <a:pt x="668121" y="41659"/>
                </a:lnTo>
                <a:lnTo>
                  <a:pt x="668321" y="41924"/>
                </a:lnTo>
                <a:lnTo>
                  <a:pt x="668514" y="42195"/>
                </a:lnTo>
                <a:lnTo>
                  <a:pt x="668699" y="42473"/>
                </a:lnTo>
                <a:lnTo>
                  <a:pt x="668876" y="42756"/>
                </a:lnTo>
                <a:lnTo>
                  <a:pt x="669045" y="43046"/>
                </a:lnTo>
                <a:lnTo>
                  <a:pt x="669207" y="43341"/>
                </a:lnTo>
                <a:lnTo>
                  <a:pt x="669361" y="43643"/>
                </a:lnTo>
                <a:lnTo>
                  <a:pt x="669507" y="43950"/>
                </a:lnTo>
                <a:lnTo>
                  <a:pt x="669645" y="44264"/>
                </a:lnTo>
                <a:lnTo>
                  <a:pt x="669775" y="44584"/>
                </a:lnTo>
                <a:lnTo>
                  <a:pt x="669898" y="44910"/>
                </a:lnTo>
                <a:lnTo>
                  <a:pt x="670013" y="45241"/>
                </a:lnTo>
                <a:lnTo>
                  <a:pt x="670120" y="45579"/>
                </a:lnTo>
                <a:lnTo>
                  <a:pt x="670219" y="45923"/>
                </a:lnTo>
                <a:lnTo>
                  <a:pt x="670310" y="46273"/>
                </a:lnTo>
                <a:lnTo>
                  <a:pt x="670394" y="46629"/>
                </a:lnTo>
                <a:lnTo>
                  <a:pt x="670470" y="46991"/>
                </a:lnTo>
                <a:lnTo>
                  <a:pt x="670538" y="47359"/>
                </a:lnTo>
                <a:lnTo>
                  <a:pt x="670599" y="47732"/>
                </a:lnTo>
                <a:lnTo>
                  <a:pt x="670656" y="48107"/>
                </a:lnTo>
                <a:lnTo>
                  <a:pt x="670707" y="48485"/>
                </a:lnTo>
                <a:lnTo>
                  <a:pt x="670753" y="48865"/>
                </a:lnTo>
                <a:lnTo>
                  <a:pt x="670793" y="49248"/>
                </a:lnTo>
                <a:lnTo>
                  <a:pt x="670829" y="49634"/>
                </a:lnTo>
                <a:lnTo>
                  <a:pt x="670859" y="50023"/>
                </a:lnTo>
                <a:lnTo>
                  <a:pt x="670884" y="50414"/>
                </a:lnTo>
                <a:lnTo>
                  <a:pt x="670904" y="50808"/>
                </a:lnTo>
                <a:lnTo>
                  <a:pt x="670918" y="51204"/>
                </a:lnTo>
                <a:lnTo>
                  <a:pt x="670927" y="51604"/>
                </a:lnTo>
                <a:lnTo>
                  <a:pt x="670931" y="52005"/>
                </a:lnTo>
                <a:lnTo>
                  <a:pt x="670930" y="52410"/>
                </a:lnTo>
                <a:lnTo>
                  <a:pt x="670924" y="52817"/>
                </a:lnTo>
                <a:lnTo>
                  <a:pt x="670912" y="53227"/>
                </a:lnTo>
                <a:lnTo>
                  <a:pt x="670895" y="53640"/>
                </a:lnTo>
                <a:lnTo>
                  <a:pt x="670873" y="54055"/>
                </a:lnTo>
                <a:lnTo>
                  <a:pt x="670845" y="54473"/>
                </a:lnTo>
                <a:lnTo>
                  <a:pt x="670813" y="54894"/>
                </a:lnTo>
                <a:lnTo>
                  <a:pt x="670775" y="55317"/>
                </a:lnTo>
                <a:lnTo>
                  <a:pt x="670732" y="55743"/>
                </a:lnTo>
                <a:lnTo>
                  <a:pt x="670684" y="56171"/>
                </a:lnTo>
                <a:lnTo>
                  <a:pt x="670630" y="56603"/>
                </a:lnTo>
                <a:lnTo>
                  <a:pt x="670571" y="57037"/>
                </a:lnTo>
                <a:lnTo>
                  <a:pt x="662468" y="104318"/>
                </a:lnTo>
                <a:lnTo>
                  <a:pt x="670370" y="104318"/>
                </a:lnTo>
                <a:lnTo>
                  <a:pt x="678407" y="57104"/>
                </a:lnTo>
                <a:lnTo>
                  <a:pt x="678461" y="56664"/>
                </a:lnTo>
                <a:lnTo>
                  <a:pt x="678510" y="56225"/>
                </a:lnTo>
                <a:lnTo>
                  <a:pt x="678555" y="55789"/>
                </a:lnTo>
                <a:lnTo>
                  <a:pt x="678596" y="55354"/>
                </a:lnTo>
                <a:lnTo>
                  <a:pt x="678632" y="54921"/>
                </a:lnTo>
                <a:lnTo>
                  <a:pt x="678664" y="54490"/>
                </a:lnTo>
                <a:lnTo>
                  <a:pt x="678692" y="54060"/>
                </a:lnTo>
                <a:lnTo>
                  <a:pt x="678716" y="53632"/>
                </a:lnTo>
                <a:lnTo>
                  <a:pt x="678735" y="53206"/>
                </a:lnTo>
                <a:lnTo>
                  <a:pt x="678750" y="52782"/>
                </a:lnTo>
                <a:lnTo>
                  <a:pt x="678761" y="52359"/>
                </a:lnTo>
                <a:lnTo>
                  <a:pt x="678767" y="51938"/>
                </a:lnTo>
                <a:lnTo>
                  <a:pt x="678769" y="51519"/>
                </a:lnTo>
                <a:lnTo>
                  <a:pt x="678767" y="51102"/>
                </a:lnTo>
                <a:lnTo>
                  <a:pt x="678760" y="50686"/>
                </a:lnTo>
                <a:lnTo>
                  <a:pt x="678749" y="50273"/>
                </a:lnTo>
                <a:lnTo>
                  <a:pt x="678734" y="49860"/>
                </a:lnTo>
                <a:lnTo>
                  <a:pt x="678715" y="49450"/>
                </a:lnTo>
                <a:lnTo>
                  <a:pt x="678691" y="49041"/>
                </a:lnTo>
                <a:lnTo>
                  <a:pt x="678663" y="48635"/>
                </a:lnTo>
                <a:lnTo>
                  <a:pt x="678630" y="48229"/>
                </a:lnTo>
                <a:lnTo>
                  <a:pt x="678594" y="47826"/>
                </a:lnTo>
                <a:lnTo>
                  <a:pt x="678553" y="47424"/>
                </a:lnTo>
                <a:lnTo>
                  <a:pt x="678507" y="47025"/>
                </a:lnTo>
                <a:lnTo>
                  <a:pt x="678457" y="46627"/>
                </a:lnTo>
                <a:lnTo>
                  <a:pt x="678402" y="46234"/>
                </a:lnTo>
                <a:lnTo>
                  <a:pt x="678341" y="45844"/>
                </a:lnTo>
                <a:lnTo>
                  <a:pt x="678275" y="45458"/>
                </a:lnTo>
                <a:lnTo>
                  <a:pt x="678203" y="45076"/>
                </a:lnTo>
                <a:lnTo>
                  <a:pt x="678126" y="44697"/>
                </a:lnTo>
                <a:lnTo>
                  <a:pt x="678044" y="44322"/>
                </a:lnTo>
                <a:lnTo>
                  <a:pt x="677957" y="43951"/>
                </a:lnTo>
                <a:lnTo>
                  <a:pt x="677864" y="43584"/>
                </a:lnTo>
                <a:lnTo>
                  <a:pt x="677766" y="43220"/>
                </a:lnTo>
                <a:lnTo>
                  <a:pt x="677662" y="42860"/>
                </a:lnTo>
                <a:lnTo>
                  <a:pt x="677553" y="42504"/>
                </a:lnTo>
                <a:lnTo>
                  <a:pt x="677439" y="42151"/>
                </a:lnTo>
                <a:lnTo>
                  <a:pt x="677319" y="41803"/>
                </a:lnTo>
                <a:lnTo>
                  <a:pt x="677194" y="41458"/>
                </a:lnTo>
                <a:lnTo>
                  <a:pt x="677064" y="41116"/>
                </a:lnTo>
                <a:lnTo>
                  <a:pt x="676928" y="40779"/>
                </a:lnTo>
                <a:lnTo>
                  <a:pt x="676787" y="40445"/>
                </a:lnTo>
                <a:lnTo>
                  <a:pt x="676641" y="40114"/>
                </a:lnTo>
                <a:lnTo>
                  <a:pt x="676489" y="39788"/>
                </a:lnTo>
                <a:lnTo>
                  <a:pt x="676332" y="39465"/>
                </a:lnTo>
                <a:lnTo>
                  <a:pt x="676169" y="39146"/>
                </a:lnTo>
                <a:lnTo>
                  <a:pt x="676002" y="38831"/>
                </a:lnTo>
                <a:lnTo>
                  <a:pt x="675829" y="38519"/>
                </a:lnTo>
                <a:lnTo>
                  <a:pt x="675650" y="38212"/>
                </a:lnTo>
                <a:lnTo>
                  <a:pt x="675464" y="37911"/>
                </a:lnTo>
                <a:lnTo>
                  <a:pt x="675273" y="37615"/>
                </a:lnTo>
                <a:lnTo>
                  <a:pt x="675075" y="37325"/>
                </a:lnTo>
                <a:lnTo>
                  <a:pt x="674871" y="37040"/>
                </a:lnTo>
                <a:lnTo>
                  <a:pt x="674661" y="36761"/>
                </a:lnTo>
                <a:lnTo>
                  <a:pt x="674444" y="36488"/>
                </a:lnTo>
                <a:lnTo>
                  <a:pt x="674221" y="36220"/>
                </a:lnTo>
                <a:lnTo>
                  <a:pt x="673992" y="35958"/>
                </a:lnTo>
                <a:lnTo>
                  <a:pt x="673757" y="35701"/>
                </a:lnTo>
                <a:lnTo>
                  <a:pt x="673515" y="35450"/>
                </a:lnTo>
                <a:lnTo>
                  <a:pt x="673267" y="35204"/>
                </a:lnTo>
                <a:lnTo>
                  <a:pt x="673013" y="34964"/>
                </a:lnTo>
                <a:lnTo>
                  <a:pt x="672752" y="34730"/>
                </a:lnTo>
                <a:lnTo>
                  <a:pt x="672485" y="34501"/>
                </a:lnTo>
                <a:lnTo>
                  <a:pt x="672212" y="34278"/>
                </a:lnTo>
                <a:lnTo>
                  <a:pt x="671933" y="34060"/>
                </a:lnTo>
                <a:lnTo>
                  <a:pt x="671647" y="33848"/>
                </a:lnTo>
                <a:lnTo>
                  <a:pt x="671355" y="33642"/>
                </a:lnTo>
                <a:lnTo>
                  <a:pt x="671057" y="33441"/>
                </a:lnTo>
                <a:lnTo>
                  <a:pt x="670752" y="33245"/>
                </a:lnTo>
                <a:lnTo>
                  <a:pt x="670442" y="33056"/>
                </a:lnTo>
                <a:lnTo>
                  <a:pt x="670125" y="32871"/>
                </a:lnTo>
                <a:lnTo>
                  <a:pt x="669801" y="32693"/>
                </a:lnTo>
                <a:lnTo>
                  <a:pt x="669471" y="32521"/>
                </a:lnTo>
                <a:lnTo>
                  <a:pt x="669134" y="32355"/>
                </a:lnTo>
                <a:lnTo>
                  <a:pt x="668789" y="32197"/>
                </a:lnTo>
                <a:lnTo>
                  <a:pt x="668437" y="32046"/>
                </a:lnTo>
                <a:lnTo>
                  <a:pt x="668077" y="31902"/>
                </a:lnTo>
                <a:lnTo>
                  <a:pt x="667710" y="31766"/>
                </a:lnTo>
                <a:lnTo>
                  <a:pt x="667336" y="31636"/>
                </a:lnTo>
                <a:lnTo>
                  <a:pt x="666955" y="31513"/>
                </a:lnTo>
                <a:lnTo>
                  <a:pt x="666566" y="31398"/>
                </a:lnTo>
                <a:lnTo>
                  <a:pt x="666170" y="31289"/>
                </a:lnTo>
                <a:lnTo>
                  <a:pt x="665767" y="31188"/>
                </a:lnTo>
                <a:lnTo>
                  <a:pt x="665356" y="31094"/>
                </a:lnTo>
                <a:lnTo>
                  <a:pt x="664938" y="31007"/>
                </a:lnTo>
                <a:lnTo>
                  <a:pt x="664513" y="30927"/>
                </a:lnTo>
                <a:lnTo>
                  <a:pt x="664080" y="30854"/>
                </a:lnTo>
                <a:lnTo>
                  <a:pt x="663640" y="30788"/>
                </a:lnTo>
                <a:lnTo>
                  <a:pt x="663193" y="30729"/>
                </a:lnTo>
                <a:lnTo>
                  <a:pt x="662738" y="30677"/>
                </a:lnTo>
                <a:lnTo>
                  <a:pt x="662276" y="30633"/>
                </a:lnTo>
                <a:lnTo>
                  <a:pt x="661807" y="30595"/>
                </a:lnTo>
                <a:lnTo>
                  <a:pt x="661330" y="30565"/>
                </a:lnTo>
                <a:lnTo>
                  <a:pt x="660846" y="30542"/>
                </a:lnTo>
                <a:lnTo>
                  <a:pt x="660355" y="30525"/>
                </a:lnTo>
                <a:lnTo>
                  <a:pt x="659856" y="30516"/>
                </a:lnTo>
                <a:lnTo>
                  <a:pt x="659306" y="30515"/>
                </a:lnTo>
                <a:lnTo>
                  <a:pt x="658760" y="30523"/>
                </a:lnTo>
                <a:lnTo>
                  <a:pt x="658218" y="30541"/>
                </a:lnTo>
                <a:lnTo>
                  <a:pt x="657680" y="30567"/>
                </a:lnTo>
                <a:lnTo>
                  <a:pt x="657147" y="30603"/>
                </a:lnTo>
                <a:lnTo>
                  <a:pt x="656618" y="30648"/>
                </a:lnTo>
                <a:lnTo>
                  <a:pt x="656094" y="30702"/>
                </a:lnTo>
                <a:lnTo>
                  <a:pt x="655574" y="30766"/>
                </a:lnTo>
                <a:lnTo>
                  <a:pt x="655058" y="30838"/>
                </a:lnTo>
                <a:lnTo>
                  <a:pt x="654546" y="30920"/>
                </a:lnTo>
                <a:lnTo>
                  <a:pt x="654039" y="31011"/>
                </a:lnTo>
                <a:lnTo>
                  <a:pt x="653536" y="31111"/>
                </a:lnTo>
                <a:lnTo>
                  <a:pt x="653037" y="31220"/>
                </a:lnTo>
                <a:lnTo>
                  <a:pt x="652543" y="31338"/>
                </a:lnTo>
                <a:lnTo>
                  <a:pt x="652052" y="31466"/>
                </a:lnTo>
                <a:lnTo>
                  <a:pt x="651567" y="31603"/>
                </a:lnTo>
                <a:lnTo>
                  <a:pt x="651085" y="31749"/>
                </a:lnTo>
                <a:lnTo>
                  <a:pt x="650608" y="31904"/>
                </a:lnTo>
                <a:lnTo>
                  <a:pt x="650135" y="32068"/>
                </a:lnTo>
                <a:lnTo>
                  <a:pt x="649666" y="32242"/>
                </a:lnTo>
                <a:lnTo>
                  <a:pt x="649202" y="32424"/>
                </a:lnTo>
                <a:lnTo>
                  <a:pt x="648742" y="32616"/>
                </a:lnTo>
                <a:lnTo>
                  <a:pt x="648286" y="32817"/>
                </a:lnTo>
                <a:lnTo>
                  <a:pt x="647835" y="33028"/>
                </a:lnTo>
                <a:lnTo>
                  <a:pt x="647388" y="33246"/>
                </a:lnTo>
                <a:lnTo>
                  <a:pt x="646945" y="33470"/>
                </a:lnTo>
                <a:lnTo>
                  <a:pt x="646507" y="33702"/>
                </a:lnTo>
                <a:lnTo>
                  <a:pt x="646073" y="33939"/>
                </a:lnTo>
                <a:lnTo>
                  <a:pt x="645644" y="34183"/>
                </a:lnTo>
                <a:lnTo>
                  <a:pt x="645219" y="34434"/>
                </a:lnTo>
                <a:lnTo>
                  <a:pt x="644798" y="34691"/>
                </a:lnTo>
                <a:lnTo>
                  <a:pt x="644382" y="34955"/>
                </a:lnTo>
                <a:lnTo>
                  <a:pt x="643970" y="35225"/>
                </a:lnTo>
                <a:lnTo>
                  <a:pt x="643563" y="35502"/>
                </a:lnTo>
                <a:lnTo>
                  <a:pt x="643160" y="35785"/>
                </a:lnTo>
                <a:lnTo>
                  <a:pt x="642762" y="36075"/>
                </a:lnTo>
                <a:lnTo>
                  <a:pt x="642368" y="36371"/>
                </a:lnTo>
                <a:lnTo>
                  <a:pt x="641978" y="36674"/>
                </a:lnTo>
                <a:lnTo>
                  <a:pt x="641593" y="36983"/>
                </a:lnTo>
                <a:lnTo>
                  <a:pt x="641212" y="37299"/>
                </a:lnTo>
                <a:lnTo>
                  <a:pt x="640836" y="37621"/>
                </a:lnTo>
                <a:lnTo>
                  <a:pt x="640464" y="37950"/>
                </a:lnTo>
                <a:lnTo>
                  <a:pt x="640096" y="38285"/>
                </a:lnTo>
                <a:lnTo>
                  <a:pt x="639733" y="38627"/>
                </a:lnTo>
                <a:lnTo>
                  <a:pt x="639375" y="38975"/>
                </a:lnTo>
                <a:lnTo>
                  <a:pt x="639020" y="39330"/>
                </a:lnTo>
                <a:lnTo>
                  <a:pt x="638670" y="39692"/>
                </a:lnTo>
                <a:lnTo>
                  <a:pt x="638325" y="40060"/>
                </a:lnTo>
                <a:lnTo>
                  <a:pt x="637984" y="40433"/>
                </a:lnTo>
                <a:lnTo>
                  <a:pt x="637648" y="40810"/>
                </a:lnTo>
                <a:lnTo>
                  <a:pt x="637317" y="41191"/>
                </a:lnTo>
                <a:lnTo>
                  <a:pt x="636990" y="41576"/>
                </a:lnTo>
                <a:lnTo>
                  <a:pt x="636668" y="41965"/>
                </a:lnTo>
                <a:lnTo>
                  <a:pt x="636351" y="42358"/>
                </a:lnTo>
                <a:lnTo>
                  <a:pt x="636039" y="42754"/>
                </a:lnTo>
                <a:lnTo>
                  <a:pt x="635732" y="43155"/>
                </a:lnTo>
                <a:lnTo>
                  <a:pt x="635581" y="43356"/>
                </a:lnTo>
                <a:lnTo>
                  <a:pt x="637287" y="31856"/>
                </a:lnTo>
                <a:lnTo>
                  <a:pt x="629786" y="31856"/>
                </a:lnTo>
                <a:lnTo>
                  <a:pt x="617263" y="104318"/>
                </a:lnTo>
                <a:lnTo>
                  <a:pt x="625098" y="104318"/>
                </a:lnTo>
                <a:lnTo>
                  <a:pt x="633719" y="54703"/>
                </a:lnTo>
                <a:lnTo>
                  <a:pt x="633812" y="54512"/>
                </a:lnTo>
                <a:lnTo>
                  <a:pt x="634005" y="54123"/>
                </a:lnTo>
                <a:lnTo>
                  <a:pt x="634203" y="53737"/>
                </a:lnTo>
                <a:lnTo>
                  <a:pt x="634404" y="53354"/>
                </a:lnTo>
                <a:close/>
                <a:moveTo>
                  <a:pt x="442838" y="95380"/>
                </a:moveTo>
                <a:lnTo>
                  <a:pt x="442813" y="95651"/>
                </a:lnTo>
                <a:lnTo>
                  <a:pt x="442790" y="95923"/>
                </a:lnTo>
                <a:lnTo>
                  <a:pt x="442767" y="96195"/>
                </a:lnTo>
                <a:lnTo>
                  <a:pt x="442746" y="96467"/>
                </a:lnTo>
                <a:lnTo>
                  <a:pt x="442727" y="96739"/>
                </a:lnTo>
                <a:lnTo>
                  <a:pt x="442708" y="97011"/>
                </a:lnTo>
                <a:lnTo>
                  <a:pt x="442691" y="97284"/>
                </a:lnTo>
                <a:lnTo>
                  <a:pt x="442675" y="97557"/>
                </a:lnTo>
                <a:lnTo>
                  <a:pt x="442661" y="97830"/>
                </a:lnTo>
                <a:lnTo>
                  <a:pt x="442648" y="98103"/>
                </a:lnTo>
                <a:lnTo>
                  <a:pt x="442637" y="98376"/>
                </a:lnTo>
                <a:lnTo>
                  <a:pt x="442629" y="98648"/>
                </a:lnTo>
                <a:lnTo>
                  <a:pt x="442622" y="98921"/>
                </a:lnTo>
                <a:lnTo>
                  <a:pt x="442618" y="99193"/>
                </a:lnTo>
                <a:lnTo>
                  <a:pt x="442617" y="99465"/>
                </a:lnTo>
                <a:lnTo>
                  <a:pt x="442617" y="99736"/>
                </a:lnTo>
                <a:lnTo>
                  <a:pt x="442620" y="100008"/>
                </a:lnTo>
                <a:lnTo>
                  <a:pt x="442625" y="100279"/>
                </a:lnTo>
                <a:lnTo>
                  <a:pt x="442632" y="100550"/>
                </a:lnTo>
                <a:lnTo>
                  <a:pt x="442641" y="100820"/>
                </a:lnTo>
                <a:lnTo>
                  <a:pt x="442652" y="101091"/>
                </a:lnTo>
                <a:lnTo>
                  <a:pt x="442666" y="101361"/>
                </a:lnTo>
                <a:lnTo>
                  <a:pt x="442682" y="101631"/>
                </a:lnTo>
                <a:lnTo>
                  <a:pt x="442700" y="101901"/>
                </a:lnTo>
                <a:lnTo>
                  <a:pt x="442720" y="102170"/>
                </a:lnTo>
                <a:lnTo>
                  <a:pt x="442743" y="102439"/>
                </a:lnTo>
                <a:lnTo>
                  <a:pt x="442767" y="102708"/>
                </a:lnTo>
                <a:lnTo>
                  <a:pt x="442794" y="102977"/>
                </a:lnTo>
                <a:lnTo>
                  <a:pt x="442823" y="103246"/>
                </a:lnTo>
                <a:lnTo>
                  <a:pt x="442855" y="103514"/>
                </a:lnTo>
                <a:lnTo>
                  <a:pt x="442888" y="103782"/>
                </a:lnTo>
                <a:lnTo>
                  <a:pt x="442924" y="104050"/>
                </a:lnTo>
                <a:lnTo>
                  <a:pt x="442962" y="104318"/>
                </a:lnTo>
                <a:lnTo>
                  <a:pt x="451132" y="104318"/>
                </a:lnTo>
                <a:lnTo>
                  <a:pt x="451266" y="103447"/>
                </a:lnTo>
                <a:lnTo>
                  <a:pt x="451201" y="103152"/>
                </a:lnTo>
                <a:lnTo>
                  <a:pt x="451139" y="102856"/>
                </a:lnTo>
                <a:lnTo>
                  <a:pt x="451081" y="102560"/>
                </a:lnTo>
                <a:lnTo>
                  <a:pt x="451026" y="102264"/>
                </a:lnTo>
                <a:lnTo>
                  <a:pt x="450975" y="101967"/>
                </a:lnTo>
                <a:lnTo>
                  <a:pt x="450927" y="101670"/>
                </a:lnTo>
                <a:lnTo>
                  <a:pt x="450883" y="101374"/>
                </a:lnTo>
                <a:lnTo>
                  <a:pt x="450842" y="101076"/>
                </a:lnTo>
                <a:lnTo>
                  <a:pt x="450805" y="100779"/>
                </a:lnTo>
                <a:lnTo>
                  <a:pt x="450771" y="100481"/>
                </a:lnTo>
                <a:lnTo>
                  <a:pt x="450741" y="100183"/>
                </a:lnTo>
                <a:lnTo>
                  <a:pt x="450714" y="99885"/>
                </a:lnTo>
                <a:lnTo>
                  <a:pt x="450690" y="99587"/>
                </a:lnTo>
                <a:lnTo>
                  <a:pt x="450671" y="99288"/>
                </a:lnTo>
                <a:lnTo>
                  <a:pt x="450654" y="98990"/>
                </a:lnTo>
                <a:lnTo>
                  <a:pt x="450641" y="98690"/>
                </a:lnTo>
                <a:lnTo>
                  <a:pt x="450632" y="98391"/>
                </a:lnTo>
                <a:lnTo>
                  <a:pt x="450626" y="98092"/>
                </a:lnTo>
                <a:lnTo>
                  <a:pt x="450623" y="97792"/>
                </a:lnTo>
                <a:lnTo>
                  <a:pt x="450625" y="97492"/>
                </a:lnTo>
                <a:lnTo>
                  <a:pt x="450629" y="97192"/>
                </a:lnTo>
                <a:lnTo>
                  <a:pt x="450637" y="96891"/>
                </a:lnTo>
                <a:lnTo>
                  <a:pt x="450649" y="96591"/>
                </a:lnTo>
                <a:lnTo>
                  <a:pt x="450664" y="96290"/>
                </a:lnTo>
                <a:lnTo>
                  <a:pt x="450681" y="95989"/>
                </a:lnTo>
                <a:lnTo>
                  <a:pt x="450700" y="95688"/>
                </a:lnTo>
                <a:lnTo>
                  <a:pt x="450720" y="95387"/>
                </a:lnTo>
                <a:lnTo>
                  <a:pt x="450742" y="95087"/>
                </a:lnTo>
                <a:lnTo>
                  <a:pt x="450765" y="94787"/>
                </a:lnTo>
                <a:lnTo>
                  <a:pt x="450789" y="94487"/>
                </a:lnTo>
                <a:lnTo>
                  <a:pt x="450815" y="94187"/>
                </a:lnTo>
                <a:lnTo>
                  <a:pt x="450842" y="93888"/>
                </a:lnTo>
                <a:lnTo>
                  <a:pt x="450871" y="93589"/>
                </a:lnTo>
                <a:lnTo>
                  <a:pt x="450901" y="93290"/>
                </a:lnTo>
                <a:lnTo>
                  <a:pt x="450932" y="92991"/>
                </a:lnTo>
                <a:lnTo>
                  <a:pt x="450965" y="92693"/>
                </a:lnTo>
                <a:lnTo>
                  <a:pt x="450999" y="92395"/>
                </a:lnTo>
                <a:lnTo>
                  <a:pt x="451035" y="92097"/>
                </a:lnTo>
                <a:lnTo>
                  <a:pt x="451072" y="91799"/>
                </a:lnTo>
                <a:lnTo>
                  <a:pt x="451110" y="91501"/>
                </a:lnTo>
                <a:lnTo>
                  <a:pt x="451150" y="91204"/>
                </a:lnTo>
                <a:lnTo>
                  <a:pt x="451191" y="90907"/>
                </a:lnTo>
                <a:lnTo>
                  <a:pt x="451234" y="90610"/>
                </a:lnTo>
                <a:lnTo>
                  <a:pt x="451278" y="90314"/>
                </a:lnTo>
                <a:lnTo>
                  <a:pt x="451323" y="90018"/>
                </a:lnTo>
                <a:lnTo>
                  <a:pt x="451370" y="89722"/>
                </a:lnTo>
                <a:lnTo>
                  <a:pt x="451418" y="89426"/>
                </a:lnTo>
                <a:lnTo>
                  <a:pt x="451467" y="89130"/>
                </a:lnTo>
                <a:lnTo>
                  <a:pt x="457361" y="54136"/>
                </a:lnTo>
                <a:lnTo>
                  <a:pt x="457433" y="53526"/>
                </a:lnTo>
                <a:lnTo>
                  <a:pt x="457492" y="52924"/>
                </a:lnTo>
                <a:lnTo>
                  <a:pt x="457540" y="52329"/>
                </a:lnTo>
                <a:lnTo>
                  <a:pt x="457575" y="51741"/>
                </a:lnTo>
                <a:lnTo>
                  <a:pt x="457597" y="51161"/>
                </a:lnTo>
                <a:lnTo>
                  <a:pt x="457608" y="50588"/>
                </a:lnTo>
                <a:lnTo>
                  <a:pt x="457606" y="50022"/>
                </a:lnTo>
                <a:lnTo>
                  <a:pt x="457591" y="49463"/>
                </a:lnTo>
                <a:lnTo>
                  <a:pt x="457565" y="48912"/>
                </a:lnTo>
                <a:lnTo>
                  <a:pt x="457526" y="48368"/>
                </a:lnTo>
                <a:lnTo>
                  <a:pt x="457474" y="47832"/>
                </a:lnTo>
                <a:lnTo>
                  <a:pt x="457411" y="47303"/>
                </a:lnTo>
                <a:lnTo>
                  <a:pt x="457335" y="46781"/>
                </a:lnTo>
                <a:lnTo>
                  <a:pt x="457247" y="46267"/>
                </a:lnTo>
                <a:lnTo>
                  <a:pt x="457146" y="45759"/>
                </a:lnTo>
                <a:lnTo>
                  <a:pt x="457033" y="45260"/>
                </a:lnTo>
                <a:lnTo>
                  <a:pt x="456908" y="44767"/>
                </a:lnTo>
                <a:lnTo>
                  <a:pt x="456770" y="44282"/>
                </a:lnTo>
                <a:lnTo>
                  <a:pt x="456621" y="43804"/>
                </a:lnTo>
                <a:lnTo>
                  <a:pt x="456458" y="43333"/>
                </a:lnTo>
                <a:lnTo>
                  <a:pt x="456284" y="42870"/>
                </a:lnTo>
                <a:lnTo>
                  <a:pt x="456097" y="42414"/>
                </a:lnTo>
                <a:lnTo>
                  <a:pt x="455898" y="41966"/>
                </a:lnTo>
                <a:lnTo>
                  <a:pt x="455686" y="41525"/>
                </a:lnTo>
                <a:lnTo>
                  <a:pt x="455464" y="41091"/>
                </a:lnTo>
                <a:lnTo>
                  <a:pt x="455232" y="40666"/>
                </a:lnTo>
                <a:lnTo>
                  <a:pt x="454991" y="40249"/>
                </a:lnTo>
                <a:lnTo>
                  <a:pt x="454740" y="39840"/>
                </a:lnTo>
                <a:lnTo>
                  <a:pt x="454480" y="39440"/>
                </a:lnTo>
                <a:lnTo>
                  <a:pt x="454211" y="39049"/>
                </a:lnTo>
                <a:lnTo>
                  <a:pt x="453932" y="38665"/>
                </a:lnTo>
                <a:lnTo>
                  <a:pt x="453644" y="38290"/>
                </a:lnTo>
                <a:lnTo>
                  <a:pt x="453346" y="37924"/>
                </a:lnTo>
                <a:lnTo>
                  <a:pt x="453039" y="37565"/>
                </a:lnTo>
                <a:lnTo>
                  <a:pt x="452722" y="37215"/>
                </a:lnTo>
                <a:lnTo>
                  <a:pt x="452396" y="36874"/>
                </a:lnTo>
                <a:lnTo>
                  <a:pt x="452061" y="36541"/>
                </a:lnTo>
                <a:lnTo>
                  <a:pt x="451716" y="36216"/>
                </a:lnTo>
                <a:lnTo>
                  <a:pt x="451362" y="35899"/>
                </a:lnTo>
                <a:lnTo>
                  <a:pt x="450998" y="35591"/>
                </a:lnTo>
                <a:lnTo>
                  <a:pt x="450625" y="35291"/>
                </a:lnTo>
                <a:lnTo>
                  <a:pt x="450243" y="35000"/>
                </a:lnTo>
                <a:lnTo>
                  <a:pt x="449851" y="34717"/>
                </a:lnTo>
                <a:lnTo>
                  <a:pt x="449450" y="34442"/>
                </a:lnTo>
                <a:lnTo>
                  <a:pt x="449039" y="34176"/>
                </a:lnTo>
                <a:lnTo>
                  <a:pt x="448619" y="33918"/>
                </a:lnTo>
                <a:lnTo>
                  <a:pt x="448189" y="33669"/>
                </a:lnTo>
                <a:lnTo>
                  <a:pt x="447750" y="33427"/>
                </a:lnTo>
                <a:lnTo>
                  <a:pt x="447304" y="33195"/>
                </a:lnTo>
                <a:lnTo>
                  <a:pt x="446851" y="32973"/>
                </a:lnTo>
                <a:lnTo>
                  <a:pt x="446392" y="32760"/>
                </a:lnTo>
                <a:lnTo>
                  <a:pt x="445926" y="32556"/>
                </a:lnTo>
                <a:lnTo>
                  <a:pt x="445455" y="32363"/>
                </a:lnTo>
                <a:lnTo>
                  <a:pt x="444977" y="32179"/>
                </a:lnTo>
                <a:lnTo>
                  <a:pt x="444494" y="32005"/>
                </a:lnTo>
                <a:lnTo>
                  <a:pt x="444004" y="31840"/>
                </a:lnTo>
                <a:lnTo>
                  <a:pt x="443508" y="31685"/>
                </a:lnTo>
                <a:lnTo>
                  <a:pt x="443005" y="31539"/>
                </a:lnTo>
                <a:lnTo>
                  <a:pt x="442497" y="31404"/>
                </a:lnTo>
                <a:lnTo>
                  <a:pt x="441983" y="31278"/>
                </a:lnTo>
                <a:lnTo>
                  <a:pt x="441462" y="31161"/>
                </a:lnTo>
                <a:lnTo>
                  <a:pt x="440935" y="31054"/>
                </a:lnTo>
                <a:lnTo>
                  <a:pt x="440402" y="30957"/>
                </a:lnTo>
                <a:lnTo>
                  <a:pt x="439863" y="30869"/>
                </a:lnTo>
                <a:lnTo>
                  <a:pt x="439317" y="30792"/>
                </a:lnTo>
                <a:lnTo>
                  <a:pt x="438766" y="30723"/>
                </a:lnTo>
                <a:lnTo>
                  <a:pt x="438208" y="30665"/>
                </a:lnTo>
                <a:lnTo>
                  <a:pt x="437644" y="30616"/>
                </a:lnTo>
                <a:lnTo>
                  <a:pt x="437074" y="30576"/>
                </a:lnTo>
                <a:lnTo>
                  <a:pt x="436498" y="30547"/>
                </a:lnTo>
                <a:lnTo>
                  <a:pt x="435916" y="30527"/>
                </a:lnTo>
                <a:lnTo>
                  <a:pt x="435327" y="30516"/>
                </a:lnTo>
                <a:lnTo>
                  <a:pt x="434920" y="30519"/>
                </a:lnTo>
                <a:lnTo>
                  <a:pt x="434512" y="30526"/>
                </a:lnTo>
                <a:lnTo>
                  <a:pt x="434105" y="30538"/>
                </a:lnTo>
                <a:lnTo>
                  <a:pt x="433697" y="30554"/>
                </a:lnTo>
                <a:lnTo>
                  <a:pt x="433289" y="30576"/>
                </a:lnTo>
                <a:lnTo>
                  <a:pt x="432881" y="30602"/>
                </a:lnTo>
                <a:lnTo>
                  <a:pt x="432473" y="30633"/>
                </a:lnTo>
                <a:lnTo>
                  <a:pt x="432064" y="30669"/>
                </a:lnTo>
                <a:lnTo>
                  <a:pt x="431656" y="30709"/>
                </a:lnTo>
                <a:lnTo>
                  <a:pt x="431247" y="30755"/>
                </a:lnTo>
                <a:lnTo>
                  <a:pt x="430839" y="30805"/>
                </a:lnTo>
                <a:lnTo>
                  <a:pt x="430430" y="30859"/>
                </a:lnTo>
                <a:lnTo>
                  <a:pt x="430021" y="30919"/>
                </a:lnTo>
                <a:lnTo>
                  <a:pt x="429612" y="30983"/>
                </a:lnTo>
                <a:lnTo>
                  <a:pt x="429203" y="31053"/>
                </a:lnTo>
                <a:lnTo>
                  <a:pt x="428794" y="31126"/>
                </a:lnTo>
                <a:lnTo>
                  <a:pt x="428385" y="31205"/>
                </a:lnTo>
                <a:lnTo>
                  <a:pt x="427975" y="31289"/>
                </a:lnTo>
                <a:lnTo>
                  <a:pt x="427566" y="31377"/>
                </a:lnTo>
                <a:lnTo>
                  <a:pt x="427156" y="31470"/>
                </a:lnTo>
                <a:lnTo>
                  <a:pt x="426746" y="31567"/>
                </a:lnTo>
                <a:lnTo>
                  <a:pt x="426336" y="31670"/>
                </a:lnTo>
                <a:lnTo>
                  <a:pt x="425926" y="31777"/>
                </a:lnTo>
                <a:lnTo>
                  <a:pt x="425516" y="31889"/>
                </a:lnTo>
                <a:lnTo>
                  <a:pt x="425107" y="32006"/>
                </a:lnTo>
                <a:lnTo>
                  <a:pt x="424700" y="32127"/>
                </a:lnTo>
                <a:lnTo>
                  <a:pt x="424296" y="32253"/>
                </a:lnTo>
                <a:lnTo>
                  <a:pt x="423894" y="32383"/>
                </a:lnTo>
                <a:lnTo>
                  <a:pt x="423494" y="32518"/>
                </a:lnTo>
                <a:lnTo>
                  <a:pt x="423097" y="32657"/>
                </a:lnTo>
                <a:lnTo>
                  <a:pt x="422702" y="32801"/>
                </a:lnTo>
                <a:lnTo>
                  <a:pt x="422309" y="32950"/>
                </a:lnTo>
                <a:lnTo>
                  <a:pt x="421919" y="33102"/>
                </a:lnTo>
                <a:lnTo>
                  <a:pt x="421530" y="33260"/>
                </a:lnTo>
                <a:lnTo>
                  <a:pt x="421145" y="33422"/>
                </a:lnTo>
                <a:lnTo>
                  <a:pt x="420761" y="33589"/>
                </a:lnTo>
                <a:lnTo>
                  <a:pt x="420380" y="33760"/>
                </a:lnTo>
                <a:lnTo>
                  <a:pt x="420001" y="33935"/>
                </a:lnTo>
                <a:lnTo>
                  <a:pt x="419625" y="34115"/>
                </a:lnTo>
                <a:lnTo>
                  <a:pt x="419251" y="34300"/>
                </a:lnTo>
                <a:lnTo>
                  <a:pt x="418879" y="34489"/>
                </a:lnTo>
                <a:lnTo>
                  <a:pt x="418509" y="34683"/>
                </a:lnTo>
                <a:lnTo>
                  <a:pt x="418142" y="34881"/>
                </a:lnTo>
                <a:lnTo>
                  <a:pt x="417777" y="35084"/>
                </a:lnTo>
                <a:lnTo>
                  <a:pt x="417415" y="35292"/>
                </a:lnTo>
                <a:lnTo>
                  <a:pt x="417055" y="35503"/>
                </a:lnTo>
                <a:lnTo>
                  <a:pt x="416697" y="35720"/>
                </a:lnTo>
                <a:lnTo>
                  <a:pt x="416341" y="35941"/>
                </a:lnTo>
                <a:lnTo>
                  <a:pt x="415989" y="36166"/>
                </a:lnTo>
                <a:lnTo>
                  <a:pt x="415642" y="36396"/>
                </a:lnTo>
                <a:lnTo>
                  <a:pt x="415299" y="36631"/>
                </a:lnTo>
                <a:lnTo>
                  <a:pt x="414961" y="36870"/>
                </a:lnTo>
                <a:lnTo>
                  <a:pt x="414627" y="37114"/>
                </a:lnTo>
                <a:lnTo>
                  <a:pt x="414299" y="37362"/>
                </a:lnTo>
                <a:lnTo>
                  <a:pt x="413974" y="37615"/>
                </a:lnTo>
                <a:lnTo>
                  <a:pt x="413655" y="37872"/>
                </a:lnTo>
                <a:lnTo>
                  <a:pt x="413340" y="38134"/>
                </a:lnTo>
                <a:lnTo>
                  <a:pt x="413030" y="38400"/>
                </a:lnTo>
                <a:lnTo>
                  <a:pt x="412724" y="38671"/>
                </a:lnTo>
                <a:lnTo>
                  <a:pt x="412423" y="38946"/>
                </a:lnTo>
                <a:lnTo>
                  <a:pt x="412127" y="39226"/>
                </a:lnTo>
                <a:lnTo>
                  <a:pt x="411836" y="39511"/>
                </a:lnTo>
                <a:lnTo>
                  <a:pt x="411549" y="39800"/>
                </a:lnTo>
                <a:lnTo>
                  <a:pt x="411266" y="40093"/>
                </a:lnTo>
                <a:lnTo>
                  <a:pt x="410989" y="40391"/>
                </a:lnTo>
                <a:lnTo>
                  <a:pt x="410716" y="40694"/>
                </a:lnTo>
                <a:lnTo>
                  <a:pt x="410447" y="41001"/>
                </a:lnTo>
                <a:lnTo>
                  <a:pt x="410184" y="41312"/>
                </a:lnTo>
                <a:lnTo>
                  <a:pt x="409925" y="41629"/>
                </a:lnTo>
                <a:lnTo>
                  <a:pt x="409670" y="41949"/>
                </a:lnTo>
                <a:lnTo>
                  <a:pt x="409420" y="42275"/>
                </a:lnTo>
                <a:lnTo>
                  <a:pt x="409175" y="42604"/>
                </a:lnTo>
                <a:lnTo>
                  <a:pt x="408936" y="42939"/>
                </a:lnTo>
                <a:lnTo>
                  <a:pt x="408705" y="43277"/>
                </a:lnTo>
                <a:lnTo>
                  <a:pt x="408481" y="43620"/>
                </a:lnTo>
                <a:lnTo>
                  <a:pt x="408265" y="43967"/>
                </a:lnTo>
                <a:lnTo>
                  <a:pt x="408056" y="44319"/>
                </a:lnTo>
                <a:lnTo>
                  <a:pt x="407855" y="44674"/>
                </a:lnTo>
                <a:lnTo>
                  <a:pt x="407661" y="45034"/>
                </a:lnTo>
                <a:lnTo>
                  <a:pt x="407475" y="45399"/>
                </a:lnTo>
                <a:lnTo>
                  <a:pt x="407296" y="45767"/>
                </a:lnTo>
                <a:lnTo>
                  <a:pt x="407126" y="46140"/>
                </a:lnTo>
                <a:lnTo>
                  <a:pt x="406962" y="46517"/>
                </a:lnTo>
                <a:lnTo>
                  <a:pt x="406806" y="46899"/>
                </a:lnTo>
                <a:lnTo>
                  <a:pt x="406658" y="47285"/>
                </a:lnTo>
                <a:lnTo>
                  <a:pt x="406517" y="47675"/>
                </a:lnTo>
                <a:lnTo>
                  <a:pt x="406384" y="48069"/>
                </a:lnTo>
                <a:lnTo>
                  <a:pt x="406258" y="48468"/>
                </a:lnTo>
                <a:lnTo>
                  <a:pt x="406140" y="48871"/>
                </a:lnTo>
                <a:lnTo>
                  <a:pt x="406030" y="49279"/>
                </a:lnTo>
                <a:lnTo>
                  <a:pt x="405927" y="49690"/>
                </a:lnTo>
                <a:lnTo>
                  <a:pt x="405831" y="50106"/>
                </a:lnTo>
                <a:lnTo>
                  <a:pt x="405744" y="50526"/>
                </a:lnTo>
                <a:lnTo>
                  <a:pt x="405663" y="50951"/>
                </a:lnTo>
                <a:lnTo>
                  <a:pt x="405591" y="51380"/>
                </a:lnTo>
                <a:lnTo>
                  <a:pt x="405525" y="51813"/>
                </a:lnTo>
                <a:lnTo>
                  <a:pt x="413361" y="51880"/>
                </a:lnTo>
                <a:lnTo>
                  <a:pt x="413454" y="51481"/>
                </a:lnTo>
                <a:lnTo>
                  <a:pt x="413555" y="51087"/>
                </a:lnTo>
                <a:lnTo>
                  <a:pt x="413664" y="50700"/>
                </a:lnTo>
                <a:lnTo>
                  <a:pt x="413780" y="50317"/>
                </a:lnTo>
                <a:lnTo>
                  <a:pt x="413905" y="49941"/>
                </a:lnTo>
                <a:lnTo>
                  <a:pt x="414037" y="49569"/>
                </a:lnTo>
                <a:lnTo>
                  <a:pt x="414177" y="49204"/>
                </a:lnTo>
                <a:lnTo>
                  <a:pt x="414325" y="48844"/>
                </a:lnTo>
                <a:lnTo>
                  <a:pt x="414480" y="48490"/>
                </a:lnTo>
                <a:lnTo>
                  <a:pt x="414643" y="48141"/>
                </a:lnTo>
                <a:lnTo>
                  <a:pt x="414815" y="47797"/>
                </a:lnTo>
                <a:lnTo>
                  <a:pt x="414993" y="47460"/>
                </a:lnTo>
                <a:lnTo>
                  <a:pt x="415180" y="47128"/>
                </a:lnTo>
                <a:lnTo>
                  <a:pt x="415375" y="46801"/>
                </a:lnTo>
                <a:lnTo>
                  <a:pt x="415577" y="46480"/>
                </a:lnTo>
                <a:lnTo>
                  <a:pt x="415787" y="46165"/>
                </a:lnTo>
                <a:lnTo>
                  <a:pt x="416005" y="45855"/>
                </a:lnTo>
                <a:lnTo>
                  <a:pt x="416230" y="45551"/>
                </a:lnTo>
                <a:lnTo>
                  <a:pt x="416464" y="45253"/>
                </a:lnTo>
                <a:lnTo>
                  <a:pt x="416705" y="44960"/>
                </a:lnTo>
                <a:lnTo>
                  <a:pt x="416954" y="44672"/>
                </a:lnTo>
                <a:lnTo>
                  <a:pt x="417211" y="44390"/>
                </a:lnTo>
                <a:lnTo>
                  <a:pt x="417475" y="44114"/>
                </a:lnTo>
                <a:lnTo>
                  <a:pt x="417748" y="43843"/>
                </a:lnTo>
                <a:lnTo>
                  <a:pt x="418026" y="43578"/>
                </a:lnTo>
                <a:lnTo>
                  <a:pt x="418308" y="43318"/>
                </a:lnTo>
                <a:lnTo>
                  <a:pt x="418595" y="43064"/>
                </a:lnTo>
                <a:lnTo>
                  <a:pt x="418885" y="42815"/>
                </a:lnTo>
                <a:lnTo>
                  <a:pt x="419180" y="42571"/>
                </a:lnTo>
                <a:lnTo>
                  <a:pt x="419478" y="42332"/>
                </a:lnTo>
                <a:lnTo>
                  <a:pt x="419781" y="42099"/>
                </a:lnTo>
                <a:lnTo>
                  <a:pt x="420088" y="41872"/>
                </a:lnTo>
                <a:lnTo>
                  <a:pt x="420399" y="41649"/>
                </a:lnTo>
                <a:lnTo>
                  <a:pt x="420714" y="41432"/>
                </a:lnTo>
                <a:lnTo>
                  <a:pt x="421033" y="41220"/>
                </a:lnTo>
                <a:lnTo>
                  <a:pt x="421356" y="41014"/>
                </a:lnTo>
                <a:lnTo>
                  <a:pt x="421683" y="40813"/>
                </a:lnTo>
                <a:lnTo>
                  <a:pt x="422014" y="40617"/>
                </a:lnTo>
                <a:lnTo>
                  <a:pt x="422349" y="40427"/>
                </a:lnTo>
                <a:lnTo>
                  <a:pt x="422688" y="40242"/>
                </a:lnTo>
                <a:lnTo>
                  <a:pt x="423032" y="40062"/>
                </a:lnTo>
                <a:lnTo>
                  <a:pt x="423379" y="39888"/>
                </a:lnTo>
                <a:lnTo>
                  <a:pt x="423731" y="39719"/>
                </a:lnTo>
                <a:lnTo>
                  <a:pt x="424087" y="39555"/>
                </a:lnTo>
                <a:lnTo>
                  <a:pt x="424446" y="39397"/>
                </a:lnTo>
                <a:lnTo>
                  <a:pt x="424810" y="39244"/>
                </a:lnTo>
                <a:lnTo>
                  <a:pt x="425178" y="39097"/>
                </a:lnTo>
                <a:lnTo>
                  <a:pt x="425550" y="38955"/>
                </a:lnTo>
                <a:lnTo>
                  <a:pt x="425924" y="38818"/>
                </a:lnTo>
                <a:lnTo>
                  <a:pt x="426299" y="38688"/>
                </a:lnTo>
                <a:lnTo>
                  <a:pt x="426675" y="38563"/>
                </a:lnTo>
                <a:lnTo>
                  <a:pt x="427051" y="38445"/>
                </a:lnTo>
                <a:lnTo>
                  <a:pt x="427428" y="38333"/>
                </a:lnTo>
                <a:lnTo>
                  <a:pt x="427806" y="38226"/>
                </a:lnTo>
                <a:lnTo>
                  <a:pt x="428184" y="38126"/>
                </a:lnTo>
                <a:lnTo>
                  <a:pt x="428563" y="38032"/>
                </a:lnTo>
                <a:lnTo>
                  <a:pt x="428943" y="37944"/>
                </a:lnTo>
                <a:lnTo>
                  <a:pt x="429324" y="37862"/>
                </a:lnTo>
                <a:lnTo>
                  <a:pt x="429705" y="37786"/>
                </a:lnTo>
                <a:lnTo>
                  <a:pt x="430087" y="37716"/>
                </a:lnTo>
                <a:lnTo>
                  <a:pt x="430470" y="37652"/>
                </a:lnTo>
                <a:lnTo>
                  <a:pt x="430853" y="37594"/>
                </a:lnTo>
                <a:lnTo>
                  <a:pt x="431237" y="37542"/>
                </a:lnTo>
                <a:lnTo>
                  <a:pt x="431622" y="37496"/>
                </a:lnTo>
                <a:lnTo>
                  <a:pt x="432007" y="37456"/>
                </a:lnTo>
                <a:lnTo>
                  <a:pt x="432393" y="37423"/>
                </a:lnTo>
                <a:lnTo>
                  <a:pt x="432780" y="37395"/>
                </a:lnTo>
                <a:lnTo>
                  <a:pt x="433168" y="37373"/>
                </a:lnTo>
                <a:lnTo>
                  <a:pt x="433556" y="37358"/>
                </a:lnTo>
                <a:lnTo>
                  <a:pt x="433945" y="37348"/>
                </a:lnTo>
                <a:lnTo>
                  <a:pt x="434334" y="37345"/>
                </a:lnTo>
                <a:lnTo>
                  <a:pt x="434725" y="37347"/>
                </a:lnTo>
                <a:lnTo>
                  <a:pt x="435152" y="37356"/>
                </a:lnTo>
                <a:lnTo>
                  <a:pt x="435573" y="37372"/>
                </a:lnTo>
                <a:lnTo>
                  <a:pt x="435989" y="37394"/>
                </a:lnTo>
                <a:lnTo>
                  <a:pt x="436400" y="37423"/>
                </a:lnTo>
                <a:lnTo>
                  <a:pt x="436805" y="37458"/>
                </a:lnTo>
                <a:lnTo>
                  <a:pt x="437205" y="37500"/>
                </a:lnTo>
                <a:lnTo>
                  <a:pt x="437599" y="37549"/>
                </a:lnTo>
                <a:lnTo>
                  <a:pt x="437988" y="37604"/>
                </a:lnTo>
                <a:lnTo>
                  <a:pt x="438371" y="37666"/>
                </a:lnTo>
                <a:lnTo>
                  <a:pt x="438749" y="37734"/>
                </a:lnTo>
                <a:lnTo>
                  <a:pt x="439121" y="37809"/>
                </a:lnTo>
                <a:lnTo>
                  <a:pt x="439488" y="37891"/>
                </a:lnTo>
                <a:lnTo>
                  <a:pt x="439849" y="37979"/>
                </a:lnTo>
                <a:lnTo>
                  <a:pt x="440205" y="38074"/>
                </a:lnTo>
                <a:lnTo>
                  <a:pt x="440556" y="38176"/>
                </a:lnTo>
                <a:lnTo>
                  <a:pt x="440901" y="38284"/>
                </a:lnTo>
                <a:lnTo>
                  <a:pt x="441240" y="38399"/>
                </a:lnTo>
                <a:lnTo>
                  <a:pt x="441574" y="38520"/>
                </a:lnTo>
                <a:lnTo>
                  <a:pt x="441903" y="38648"/>
                </a:lnTo>
                <a:lnTo>
                  <a:pt x="442226" y="38783"/>
                </a:lnTo>
                <a:lnTo>
                  <a:pt x="442544" y="38924"/>
                </a:lnTo>
                <a:lnTo>
                  <a:pt x="442856" y="39072"/>
                </a:lnTo>
                <a:lnTo>
                  <a:pt x="443163" y="39227"/>
                </a:lnTo>
                <a:lnTo>
                  <a:pt x="443464" y="39388"/>
                </a:lnTo>
                <a:lnTo>
                  <a:pt x="443759" y="39555"/>
                </a:lnTo>
                <a:lnTo>
                  <a:pt x="444048" y="39729"/>
                </a:lnTo>
                <a:lnTo>
                  <a:pt x="444330" y="39908"/>
                </a:lnTo>
                <a:lnTo>
                  <a:pt x="444605" y="40094"/>
                </a:lnTo>
                <a:lnTo>
                  <a:pt x="444873" y="40286"/>
                </a:lnTo>
                <a:lnTo>
                  <a:pt x="445134" y="40483"/>
                </a:lnTo>
                <a:lnTo>
                  <a:pt x="445389" y="40687"/>
                </a:lnTo>
                <a:lnTo>
                  <a:pt x="445637" y="40897"/>
                </a:lnTo>
                <a:lnTo>
                  <a:pt x="445878" y="41113"/>
                </a:lnTo>
                <a:lnTo>
                  <a:pt x="446113" y="41335"/>
                </a:lnTo>
                <a:lnTo>
                  <a:pt x="446341" y="41563"/>
                </a:lnTo>
                <a:lnTo>
                  <a:pt x="446562" y="41797"/>
                </a:lnTo>
                <a:lnTo>
                  <a:pt x="446776" y="42037"/>
                </a:lnTo>
                <a:lnTo>
                  <a:pt x="446983" y="42283"/>
                </a:lnTo>
                <a:lnTo>
                  <a:pt x="447184" y="42535"/>
                </a:lnTo>
                <a:lnTo>
                  <a:pt x="447378" y="42793"/>
                </a:lnTo>
                <a:lnTo>
                  <a:pt x="447566" y="43057"/>
                </a:lnTo>
                <a:lnTo>
                  <a:pt x="447746" y="43328"/>
                </a:lnTo>
                <a:lnTo>
                  <a:pt x="447920" y="43604"/>
                </a:lnTo>
                <a:lnTo>
                  <a:pt x="448087" y="43886"/>
                </a:lnTo>
                <a:lnTo>
                  <a:pt x="448247" y="44175"/>
                </a:lnTo>
                <a:lnTo>
                  <a:pt x="448401" y="44469"/>
                </a:lnTo>
                <a:lnTo>
                  <a:pt x="448548" y="44770"/>
                </a:lnTo>
                <a:lnTo>
                  <a:pt x="448688" y="45076"/>
                </a:lnTo>
                <a:lnTo>
                  <a:pt x="448821" y="45388"/>
                </a:lnTo>
                <a:lnTo>
                  <a:pt x="448945" y="45705"/>
                </a:lnTo>
                <a:lnTo>
                  <a:pt x="449061" y="46027"/>
                </a:lnTo>
                <a:lnTo>
                  <a:pt x="449169" y="46354"/>
                </a:lnTo>
                <a:lnTo>
                  <a:pt x="449268" y="46685"/>
                </a:lnTo>
                <a:lnTo>
                  <a:pt x="449360" y="47022"/>
                </a:lnTo>
                <a:lnTo>
                  <a:pt x="449443" y="47364"/>
                </a:lnTo>
                <a:lnTo>
                  <a:pt x="449518" y="47711"/>
                </a:lnTo>
                <a:lnTo>
                  <a:pt x="449584" y="48063"/>
                </a:lnTo>
                <a:lnTo>
                  <a:pt x="449643" y="48420"/>
                </a:lnTo>
                <a:lnTo>
                  <a:pt x="449693" y="48781"/>
                </a:lnTo>
                <a:lnTo>
                  <a:pt x="449734" y="49148"/>
                </a:lnTo>
                <a:lnTo>
                  <a:pt x="449768" y="49520"/>
                </a:lnTo>
                <a:lnTo>
                  <a:pt x="449793" y="49897"/>
                </a:lnTo>
                <a:lnTo>
                  <a:pt x="449810" y="50279"/>
                </a:lnTo>
                <a:lnTo>
                  <a:pt x="449819" y="50665"/>
                </a:lnTo>
                <a:lnTo>
                  <a:pt x="449820" y="51057"/>
                </a:lnTo>
                <a:lnTo>
                  <a:pt x="449812" y="51454"/>
                </a:lnTo>
                <a:lnTo>
                  <a:pt x="449796" y="51856"/>
                </a:lnTo>
                <a:lnTo>
                  <a:pt x="449772" y="52262"/>
                </a:lnTo>
                <a:lnTo>
                  <a:pt x="449739" y="52674"/>
                </a:lnTo>
                <a:lnTo>
                  <a:pt x="449698" y="53091"/>
                </a:lnTo>
                <a:lnTo>
                  <a:pt x="449649" y="53513"/>
                </a:lnTo>
                <a:lnTo>
                  <a:pt x="449592" y="53939"/>
                </a:lnTo>
                <a:lnTo>
                  <a:pt x="448219" y="62186"/>
                </a:lnTo>
                <a:lnTo>
                  <a:pt x="433385" y="62126"/>
                </a:lnTo>
                <a:lnTo>
                  <a:pt x="432916" y="62134"/>
                </a:lnTo>
                <a:lnTo>
                  <a:pt x="432445" y="62145"/>
                </a:lnTo>
                <a:lnTo>
                  <a:pt x="431974" y="62160"/>
                </a:lnTo>
                <a:lnTo>
                  <a:pt x="431501" y="62179"/>
                </a:lnTo>
                <a:lnTo>
                  <a:pt x="431027" y="62202"/>
                </a:lnTo>
                <a:lnTo>
                  <a:pt x="430551" y="62229"/>
                </a:lnTo>
                <a:lnTo>
                  <a:pt x="430075" y="62259"/>
                </a:lnTo>
                <a:lnTo>
                  <a:pt x="429598" y="62293"/>
                </a:lnTo>
                <a:lnTo>
                  <a:pt x="429119" y="62331"/>
                </a:lnTo>
                <a:lnTo>
                  <a:pt x="428639" y="62373"/>
                </a:lnTo>
                <a:lnTo>
                  <a:pt x="428158" y="62419"/>
                </a:lnTo>
                <a:lnTo>
                  <a:pt x="427676" y="62469"/>
                </a:lnTo>
                <a:lnTo>
                  <a:pt x="427193" y="62522"/>
                </a:lnTo>
                <a:lnTo>
                  <a:pt x="426708" y="62579"/>
                </a:lnTo>
                <a:lnTo>
                  <a:pt x="426222" y="62640"/>
                </a:lnTo>
                <a:lnTo>
                  <a:pt x="425736" y="62705"/>
                </a:lnTo>
                <a:lnTo>
                  <a:pt x="425248" y="62774"/>
                </a:lnTo>
                <a:lnTo>
                  <a:pt x="424759" y="62846"/>
                </a:lnTo>
                <a:lnTo>
                  <a:pt x="424268" y="62922"/>
                </a:lnTo>
                <a:lnTo>
                  <a:pt x="423777" y="63002"/>
                </a:lnTo>
                <a:lnTo>
                  <a:pt x="423284" y="63086"/>
                </a:lnTo>
                <a:lnTo>
                  <a:pt x="422790" y="63174"/>
                </a:lnTo>
                <a:lnTo>
                  <a:pt x="422295" y="63266"/>
                </a:lnTo>
                <a:lnTo>
                  <a:pt x="421799" y="63361"/>
                </a:lnTo>
                <a:lnTo>
                  <a:pt x="421304" y="63461"/>
                </a:lnTo>
                <a:lnTo>
                  <a:pt x="420811" y="63566"/>
                </a:lnTo>
                <a:lnTo>
                  <a:pt x="420322" y="63677"/>
                </a:lnTo>
                <a:lnTo>
                  <a:pt x="419835" y="63792"/>
                </a:lnTo>
                <a:lnTo>
                  <a:pt x="419351" y="63913"/>
                </a:lnTo>
                <a:lnTo>
                  <a:pt x="418869" y="64039"/>
                </a:lnTo>
                <a:lnTo>
                  <a:pt x="418391" y="64170"/>
                </a:lnTo>
                <a:lnTo>
                  <a:pt x="417915" y="64307"/>
                </a:lnTo>
                <a:lnTo>
                  <a:pt x="417442" y="64449"/>
                </a:lnTo>
                <a:lnTo>
                  <a:pt x="416972" y="64596"/>
                </a:lnTo>
                <a:lnTo>
                  <a:pt x="416504" y="64748"/>
                </a:lnTo>
                <a:lnTo>
                  <a:pt x="416040" y="64905"/>
                </a:lnTo>
                <a:lnTo>
                  <a:pt x="415578" y="65068"/>
                </a:lnTo>
                <a:lnTo>
                  <a:pt x="415119" y="65236"/>
                </a:lnTo>
                <a:lnTo>
                  <a:pt x="414663" y="65409"/>
                </a:lnTo>
                <a:lnTo>
                  <a:pt x="414209" y="65587"/>
                </a:lnTo>
                <a:lnTo>
                  <a:pt x="413759" y="65771"/>
                </a:lnTo>
                <a:lnTo>
                  <a:pt x="413311" y="65959"/>
                </a:lnTo>
                <a:lnTo>
                  <a:pt x="412866" y="66153"/>
                </a:lnTo>
                <a:lnTo>
                  <a:pt x="412423" y="66352"/>
                </a:lnTo>
                <a:lnTo>
                  <a:pt x="411984" y="66557"/>
                </a:lnTo>
                <a:lnTo>
                  <a:pt x="411547" y="66767"/>
                </a:lnTo>
                <a:lnTo>
                  <a:pt x="411113" y="66981"/>
                </a:lnTo>
                <a:lnTo>
                  <a:pt x="410682" y="67202"/>
                </a:lnTo>
                <a:lnTo>
                  <a:pt x="410255" y="67427"/>
                </a:lnTo>
                <a:lnTo>
                  <a:pt x="409835" y="67659"/>
                </a:lnTo>
                <a:lnTo>
                  <a:pt x="409420" y="67897"/>
                </a:lnTo>
                <a:lnTo>
                  <a:pt x="409011" y="68141"/>
                </a:lnTo>
                <a:lnTo>
                  <a:pt x="408608" y="68391"/>
                </a:lnTo>
                <a:lnTo>
                  <a:pt x="408211" y="68647"/>
                </a:lnTo>
                <a:lnTo>
                  <a:pt x="407819" y="68910"/>
                </a:lnTo>
                <a:lnTo>
                  <a:pt x="407434" y="69179"/>
                </a:lnTo>
                <a:lnTo>
                  <a:pt x="407055" y="69453"/>
                </a:lnTo>
                <a:lnTo>
                  <a:pt x="406681" y="69734"/>
                </a:lnTo>
                <a:lnTo>
                  <a:pt x="406314" y="70021"/>
                </a:lnTo>
                <a:lnTo>
                  <a:pt x="405952" y="70315"/>
                </a:lnTo>
                <a:lnTo>
                  <a:pt x="405597" y="70614"/>
                </a:lnTo>
                <a:lnTo>
                  <a:pt x="405247" y="70920"/>
                </a:lnTo>
                <a:lnTo>
                  <a:pt x="404903" y="71231"/>
                </a:lnTo>
                <a:lnTo>
                  <a:pt x="404566" y="71549"/>
                </a:lnTo>
                <a:lnTo>
                  <a:pt x="404234" y="71873"/>
                </a:lnTo>
                <a:lnTo>
                  <a:pt x="403908" y="72203"/>
                </a:lnTo>
                <a:lnTo>
                  <a:pt x="403588" y="72539"/>
                </a:lnTo>
                <a:lnTo>
                  <a:pt x="403274" y="72882"/>
                </a:lnTo>
                <a:lnTo>
                  <a:pt x="402965" y="73230"/>
                </a:lnTo>
                <a:lnTo>
                  <a:pt x="402663" y="73585"/>
                </a:lnTo>
                <a:lnTo>
                  <a:pt x="402367" y="73946"/>
                </a:lnTo>
                <a:lnTo>
                  <a:pt x="402076" y="74313"/>
                </a:lnTo>
                <a:lnTo>
                  <a:pt x="401794" y="74687"/>
                </a:lnTo>
                <a:lnTo>
                  <a:pt x="401521" y="75067"/>
                </a:lnTo>
                <a:lnTo>
                  <a:pt x="401258" y="75456"/>
                </a:lnTo>
                <a:lnTo>
                  <a:pt x="401004" y="75851"/>
                </a:lnTo>
                <a:lnTo>
                  <a:pt x="400760" y="76254"/>
                </a:lnTo>
                <a:lnTo>
                  <a:pt x="400526" y="76664"/>
                </a:lnTo>
                <a:lnTo>
                  <a:pt x="400301" y="77081"/>
                </a:lnTo>
                <a:lnTo>
                  <a:pt x="400086" y="77506"/>
                </a:lnTo>
                <a:lnTo>
                  <a:pt x="399881" y="77938"/>
                </a:lnTo>
                <a:lnTo>
                  <a:pt x="399685" y="78377"/>
                </a:lnTo>
                <a:lnTo>
                  <a:pt x="399499" y="78824"/>
                </a:lnTo>
                <a:lnTo>
                  <a:pt x="399322" y="79278"/>
                </a:lnTo>
                <a:lnTo>
                  <a:pt x="399155" y="79739"/>
                </a:lnTo>
                <a:lnTo>
                  <a:pt x="398998" y="80207"/>
                </a:lnTo>
                <a:lnTo>
                  <a:pt x="398851" y="80683"/>
                </a:lnTo>
                <a:lnTo>
                  <a:pt x="398713" y="81166"/>
                </a:lnTo>
                <a:lnTo>
                  <a:pt x="398585" y="81657"/>
                </a:lnTo>
                <a:lnTo>
                  <a:pt x="398466" y="82154"/>
                </a:lnTo>
                <a:lnTo>
                  <a:pt x="398357" y="82659"/>
                </a:lnTo>
                <a:lnTo>
                  <a:pt x="398258" y="83172"/>
                </a:lnTo>
                <a:lnTo>
                  <a:pt x="398169" y="83691"/>
                </a:lnTo>
                <a:lnTo>
                  <a:pt x="398089" y="84218"/>
                </a:lnTo>
                <a:lnTo>
                  <a:pt x="398018" y="84753"/>
                </a:lnTo>
                <a:lnTo>
                  <a:pt x="397958" y="85294"/>
                </a:lnTo>
                <a:lnTo>
                  <a:pt x="397908" y="85803"/>
                </a:lnTo>
                <a:lnTo>
                  <a:pt x="397869" y="86307"/>
                </a:lnTo>
                <a:lnTo>
                  <a:pt x="397841" y="86805"/>
                </a:lnTo>
                <a:lnTo>
                  <a:pt x="397825" y="87298"/>
                </a:lnTo>
                <a:lnTo>
                  <a:pt x="397820" y="87785"/>
                </a:lnTo>
                <a:lnTo>
                  <a:pt x="397826" y="88267"/>
                </a:lnTo>
                <a:lnTo>
                  <a:pt x="397843" y="88744"/>
                </a:lnTo>
                <a:lnTo>
                  <a:pt x="397872" y="89215"/>
                </a:lnTo>
                <a:lnTo>
                  <a:pt x="397912" y="89680"/>
                </a:lnTo>
                <a:lnTo>
                  <a:pt x="397964" y="90140"/>
                </a:lnTo>
                <a:lnTo>
                  <a:pt x="398026" y="90595"/>
                </a:lnTo>
                <a:lnTo>
                  <a:pt x="398100" y="91044"/>
                </a:lnTo>
                <a:lnTo>
                  <a:pt x="398185" y="91488"/>
                </a:lnTo>
                <a:lnTo>
                  <a:pt x="398282" y="91926"/>
                </a:lnTo>
                <a:lnTo>
                  <a:pt x="398389" y="92359"/>
                </a:lnTo>
                <a:lnTo>
                  <a:pt x="398508" y="92786"/>
                </a:lnTo>
                <a:lnTo>
                  <a:pt x="398639" y="93208"/>
                </a:lnTo>
                <a:lnTo>
                  <a:pt x="398780" y="93625"/>
                </a:lnTo>
                <a:lnTo>
                  <a:pt x="398933" y="94036"/>
                </a:lnTo>
                <a:lnTo>
                  <a:pt x="399097" y="94441"/>
                </a:lnTo>
                <a:lnTo>
                  <a:pt x="399273" y="94842"/>
                </a:lnTo>
                <a:lnTo>
                  <a:pt x="399459" y="95236"/>
                </a:lnTo>
                <a:lnTo>
                  <a:pt x="399657" y="95626"/>
                </a:lnTo>
                <a:lnTo>
                  <a:pt x="399866" y="96009"/>
                </a:lnTo>
                <a:lnTo>
                  <a:pt x="400085" y="96387"/>
                </a:lnTo>
                <a:lnTo>
                  <a:pt x="400311" y="96757"/>
                </a:lnTo>
                <a:lnTo>
                  <a:pt x="400545" y="97120"/>
                </a:lnTo>
                <a:lnTo>
                  <a:pt x="400786" y="97475"/>
                </a:lnTo>
                <a:lnTo>
                  <a:pt x="401035" y="97823"/>
                </a:lnTo>
                <a:lnTo>
                  <a:pt x="401292" y="98164"/>
                </a:lnTo>
                <a:lnTo>
                  <a:pt x="401556" y="98498"/>
                </a:lnTo>
                <a:lnTo>
                  <a:pt x="401827" y="98824"/>
                </a:lnTo>
                <a:lnTo>
                  <a:pt x="402106" y="99143"/>
                </a:lnTo>
                <a:lnTo>
                  <a:pt x="402393" y="99455"/>
                </a:lnTo>
                <a:lnTo>
                  <a:pt x="402687" y="99760"/>
                </a:lnTo>
                <a:lnTo>
                  <a:pt x="402989" y="100057"/>
                </a:lnTo>
                <a:lnTo>
                  <a:pt x="403298" y="100347"/>
                </a:lnTo>
                <a:lnTo>
                  <a:pt x="403615" y="100629"/>
                </a:lnTo>
                <a:lnTo>
                  <a:pt x="403940" y="100905"/>
                </a:lnTo>
                <a:lnTo>
                  <a:pt x="404272" y="101173"/>
                </a:lnTo>
                <a:lnTo>
                  <a:pt x="404611" y="101433"/>
                </a:lnTo>
                <a:lnTo>
                  <a:pt x="404958" y="101687"/>
                </a:lnTo>
                <a:lnTo>
                  <a:pt x="405313" y="101933"/>
                </a:lnTo>
                <a:lnTo>
                  <a:pt x="405675" y="102172"/>
                </a:lnTo>
                <a:lnTo>
                  <a:pt x="406045" y="102403"/>
                </a:lnTo>
                <a:lnTo>
                  <a:pt x="406422" y="102627"/>
                </a:lnTo>
                <a:lnTo>
                  <a:pt x="406807" y="102844"/>
                </a:lnTo>
                <a:lnTo>
                  <a:pt x="407200" y="103054"/>
                </a:lnTo>
                <a:lnTo>
                  <a:pt x="407598" y="103256"/>
                </a:lnTo>
                <a:lnTo>
                  <a:pt x="408000" y="103449"/>
                </a:lnTo>
                <a:lnTo>
                  <a:pt x="408406" y="103635"/>
                </a:lnTo>
                <a:lnTo>
                  <a:pt x="408816" y="103812"/>
                </a:lnTo>
                <a:lnTo>
                  <a:pt x="409230" y="103981"/>
                </a:lnTo>
                <a:lnTo>
                  <a:pt x="409648" y="104143"/>
                </a:lnTo>
                <a:lnTo>
                  <a:pt x="410070" y="104296"/>
                </a:lnTo>
                <a:lnTo>
                  <a:pt x="410496" y="104441"/>
                </a:lnTo>
                <a:lnTo>
                  <a:pt x="410926" y="104578"/>
                </a:lnTo>
                <a:lnTo>
                  <a:pt x="411360" y="104706"/>
                </a:lnTo>
                <a:lnTo>
                  <a:pt x="411798" y="104827"/>
                </a:lnTo>
                <a:lnTo>
                  <a:pt x="412239" y="104939"/>
                </a:lnTo>
                <a:lnTo>
                  <a:pt x="412685" y="105044"/>
                </a:lnTo>
                <a:lnTo>
                  <a:pt x="413134" y="105140"/>
                </a:lnTo>
                <a:lnTo>
                  <a:pt x="413588" y="105228"/>
                </a:lnTo>
                <a:lnTo>
                  <a:pt x="414046" y="105308"/>
                </a:lnTo>
                <a:lnTo>
                  <a:pt x="414507" y="105380"/>
                </a:lnTo>
                <a:lnTo>
                  <a:pt x="414972" y="105444"/>
                </a:lnTo>
                <a:lnTo>
                  <a:pt x="415442" y="105500"/>
                </a:lnTo>
                <a:lnTo>
                  <a:pt x="415915" y="105548"/>
                </a:lnTo>
                <a:lnTo>
                  <a:pt x="416392" y="105587"/>
                </a:lnTo>
                <a:lnTo>
                  <a:pt x="416874" y="105619"/>
                </a:lnTo>
                <a:lnTo>
                  <a:pt x="417359" y="105642"/>
                </a:lnTo>
                <a:lnTo>
                  <a:pt x="417848" y="105657"/>
                </a:lnTo>
                <a:lnTo>
                  <a:pt x="418261" y="105655"/>
                </a:lnTo>
                <a:lnTo>
                  <a:pt x="418672" y="105647"/>
                </a:lnTo>
                <a:lnTo>
                  <a:pt x="419083" y="105635"/>
                </a:lnTo>
                <a:lnTo>
                  <a:pt x="419493" y="105617"/>
                </a:lnTo>
                <a:lnTo>
                  <a:pt x="419903" y="105595"/>
                </a:lnTo>
                <a:lnTo>
                  <a:pt x="420311" y="105568"/>
                </a:lnTo>
                <a:lnTo>
                  <a:pt x="420719" y="105535"/>
                </a:lnTo>
                <a:lnTo>
                  <a:pt x="421126" y="105498"/>
                </a:lnTo>
                <a:lnTo>
                  <a:pt x="421532" y="105455"/>
                </a:lnTo>
                <a:lnTo>
                  <a:pt x="421937" y="105408"/>
                </a:lnTo>
                <a:lnTo>
                  <a:pt x="422342" y="105356"/>
                </a:lnTo>
                <a:lnTo>
                  <a:pt x="422745" y="105298"/>
                </a:lnTo>
                <a:lnTo>
                  <a:pt x="423148" y="105236"/>
                </a:lnTo>
                <a:lnTo>
                  <a:pt x="423550" y="105169"/>
                </a:lnTo>
                <a:lnTo>
                  <a:pt x="423951" y="105096"/>
                </a:lnTo>
                <a:lnTo>
                  <a:pt x="424352" y="105019"/>
                </a:lnTo>
                <a:lnTo>
                  <a:pt x="424751" y="104937"/>
                </a:lnTo>
                <a:lnTo>
                  <a:pt x="425150" y="104850"/>
                </a:lnTo>
                <a:lnTo>
                  <a:pt x="425548" y="104758"/>
                </a:lnTo>
                <a:lnTo>
                  <a:pt x="425945" y="104660"/>
                </a:lnTo>
                <a:lnTo>
                  <a:pt x="426341" y="104558"/>
                </a:lnTo>
                <a:lnTo>
                  <a:pt x="426737" y="104451"/>
                </a:lnTo>
                <a:lnTo>
                  <a:pt x="427131" y="104339"/>
                </a:lnTo>
                <a:lnTo>
                  <a:pt x="427525" y="104222"/>
                </a:lnTo>
                <a:lnTo>
                  <a:pt x="427918" y="104100"/>
                </a:lnTo>
                <a:lnTo>
                  <a:pt x="428308" y="103974"/>
                </a:lnTo>
                <a:lnTo>
                  <a:pt x="428697" y="103844"/>
                </a:lnTo>
                <a:lnTo>
                  <a:pt x="429084" y="103710"/>
                </a:lnTo>
                <a:lnTo>
                  <a:pt x="429469" y="103571"/>
                </a:lnTo>
                <a:lnTo>
                  <a:pt x="429852" y="103429"/>
                </a:lnTo>
                <a:lnTo>
                  <a:pt x="430234" y="103282"/>
                </a:lnTo>
                <a:lnTo>
                  <a:pt x="430613" y="103131"/>
                </a:lnTo>
                <a:lnTo>
                  <a:pt x="430991" y="102976"/>
                </a:lnTo>
                <a:lnTo>
                  <a:pt x="431367" y="102817"/>
                </a:lnTo>
                <a:lnTo>
                  <a:pt x="431741" y="102653"/>
                </a:lnTo>
                <a:lnTo>
                  <a:pt x="432113" y="102486"/>
                </a:lnTo>
                <a:lnTo>
                  <a:pt x="432483" y="102314"/>
                </a:lnTo>
                <a:lnTo>
                  <a:pt x="432851" y="102138"/>
                </a:lnTo>
                <a:lnTo>
                  <a:pt x="433218" y="101958"/>
                </a:lnTo>
                <a:lnTo>
                  <a:pt x="433582" y="101773"/>
                </a:lnTo>
                <a:lnTo>
                  <a:pt x="433945" y="101585"/>
                </a:lnTo>
                <a:lnTo>
                  <a:pt x="434306" y="101392"/>
                </a:lnTo>
                <a:lnTo>
                  <a:pt x="434665" y="101196"/>
                </a:lnTo>
                <a:lnTo>
                  <a:pt x="435022" y="100995"/>
                </a:lnTo>
                <a:lnTo>
                  <a:pt x="435378" y="100789"/>
                </a:lnTo>
                <a:lnTo>
                  <a:pt x="435731" y="100580"/>
                </a:lnTo>
                <a:lnTo>
                  <a:pt x="436083" y="100367"/>
                </a:lnTo>
                <a:lnTo>
                  <a:pt x="436432" y="100149"/>
                </a:lnTo>
                <a:lnTo>
                  <a:pt x="436779" y="99927"/>
                </a:lnTo>
                <a:lnTo>
                  <a:pt x="437123" y="99701"/>
                </a:lnTo>
                <a:lnTo>
                  <a:pt x="437464" y="99472"/>
                </a:lnTo>
                <a:lnTo>
                  <a:pt x="437801" y="99238"/>
                </a:lnTo>
                <a:lnTo>
                  <a:pt x="438134" y="99000"/>
                </a:lnTo>
                <a:lnTo>
                  <a:pt x="438464" y="98759"/>
                </a:lnTo>
                <a:lnTo>
                  <a:pt x="438791" y="98513"/>
                </a:lnTo>
                <a:lnTo>
                  <a:pt x="439115" y="98264"/>
                </a:lnTo>
                <a:lnTo>
                  <a:pt x="439435" y="98010"/>
                </a:lnTo>
                <a:lnTo>
                  <a:pt x="439752" y="97753"/>
                </a:lnTo>
                <a:lnTo>
                  <a:pt x="440065" y="97492"/>
                </a:lnTo>
                <a:lnTo>
                  <a:pt x="440375" y="97227"/>
                </a:lnTo>
                <a:lnTo>
                  <a:pt x="440682" y="96958"/>
                </a:lnTo>
                <a:lnTo>
                  <a:pt x="440985" y="96685"/>
                </a:lnTo>
                <a:lnTo>
                  <a:pt x="441285" y="96408"/>
                </a:lnTo>
                <a:lnTo>
                  <a:pt x="441582" y="96127"/>
                </a:lnTo>
                <a:lnTo>
                  <a:pt x="441875" y="95842"/>
                </a:lnTo>
                <a:lnTo>
                  <a:pt x="442165" y="95553"/>
                </a:lnTo>
                <a:lnTo>
                  <a:pt x="442451" y="95261"/>
                </a:lnTo>
                <a:lnTo>
                  <a:pt x="442734" y="94964"/>
                </a:lnTo>
                <a:lnTo>
                  <a:pt x="442897" y="94790"/>
                </a:lnTo>
                <a:lnTo>
                  <a:pt x="442891" y="94838"/>
                </a:lnTo>
                <a:lnTo>
                  <a:pt x="442864" y="95109"/>
                </a:lnTo>
                <a:lnTo>
                  <a:pt x="442838" y="95380"/>
                </a:lnTo>
                <a:close/>
                <a:moveTo>
                  <a:pt x="444350" y="84131"/>
                </a:moveTo>
                <a:lnTo>
                  <a:pt x="444102" y="84534"/>
                </a:lnTo>
                <a:lnTo>
                  <a:pt x="443848" y="84932"/>
                </a:lnTo>
                <a:lnTo>
                  <a:pt x="443588" y="85326"/>
                </a:lnTo>
                <a:lnTo>
                  <a:pt x="443322" y="85716"/>
                </a:lnTo>
                <a:lnTo>
                  <a:pt x="443050" y="86101"/>
                </a:lnTo>
                <a:lnTo>
                  <a:pt x="442771" y="86482"/>
                </a:lnTo>
                <a:lnTo>
                  <a:pt x="442486" y="86859"/>
                </a:lnTo>
                <a:lnTo>
                  <a:pt x="442196" y="87232"/>
                </a:lnTo>
                <a:lnTo>
                  <a:pt x="441899" y="87600"/>
                </a:lnTo>
                <a:lnTo>
                  <a:pt x="441595" y="87964"/>
                </a:lnTo>
                <a:lnTo>
                  <a:pt x="441286" y="88323"/>
                </a:lnTo>
                <a:lnTo>
                  <a:pt x="440971" y="88679"/>
                </a:lnTo>
                <a:lnTo>
                  <a:pt x="440649" y="89030"/>
                </a:lnTo>
                <a:lnTo>
                  <a:pt x="440321" y="89377"/>
                </a:lnTo>
                <a:lnTo>
                  <a:pt x="439987" y="89719"/>
                </a:lnTo>
                <a:lnTo>
                  <a:pt x="439647" y="90057"/>
                </a:lnTo>
                <a:lnTo>
                  <a:pt x="439302" y="90390"/>
                </a:lnTo>
                <a:lnTo>
                  <a:pt x="438952" y="90717"/>
                </a:lnTo>
                <a:lnTo>
                  <a:pt x="438598" y="91037"/>
                </a:lnTo>
                <a:lnTo>
                  <a:pt x="438241" y="91351"/>
                </a:lnTo>
                <a:lnTo>
                  <a:pt x="437879" y="91658"/>
                </a:lnTo>
                <a:lnTo>
                  <a:pt x="437512" y="91959"/>
                </a:lnTo>
                <a:lnTo>
                  <a:pt x="437142" y="92254"/>
                </a:lnTo>
                <a:lnTo>
                  <a:pt x="436767" y="92542"/>
                </a:lnTo>
                <a:lnTo>
                  <a:pt x="436388" y="92824"/>
                </a:lnTo>
                <a:lnTo>
                  <a:pt x="436005" y="93100"/>
                </a:lnTo>
                <a:lnTo>
                  <a:pt x="435618" y="93369"/>
                </a:lnTo>
                <a:lnTo>
                  <a:pt x="435227" y="93632"/>
                </a:lnTo>
                <a:lnTo>
                  <a:pt x="434831" y="93889"/>
                </a:lnTo>
                <a:lnTo>
                  <a:pt x="434432" y="94139"/>
                </a:lnTo>
                <a:lnTo>
                  <a:pt x="434028" y="94383"/>
                </a:lnTo>
                <a:lnTo>
                  <a:pt x="433620" y="94621"/>
                </a:lnTo>
                <a:lnTo>
                  <a:pt x="433207" y="94852"/>
                </a:lnTo>
                <a:lnTo>
                  <a:pt x="432791" y="95077"/>
                </a:lnTo>
                <a:lnTo>
                  <a:pt x="432370" y="95295"/>
                </a:lnTo>
                <a:lnTo>
                  <a:pt x="431945" y="95507"/>
                </a:lnTo>
                <a:lnTo>
                  <a:pt x="431516" y="95713"/>
                </a:lnTo>
                <a:lnTo>
                  <a:pt x="431083" y="95912"/>
                </a:lnTo>
                <a:lnTo>
                  <a:pt x="430646" y="96105"/>
                </a:lnTo>
                <a:lnTo>
                  <a:pt x="430204" y="96292"/>
                </a:lnTo>
                <a:lnTo>
                  <a:pt x="429759" y="96471"/>
                </a:lnTo>
                <a:lnTo>
                  <a:pt x="429313" y="96643"/>
                </a:lnTo>
                <a:lnTo>
                  <a:pt x="428864" y="96806"/>
                </a:lnTo>
                <a:lnTo>
                  <a:pt x="428414" y="96962"/>
                </a:lnTo>
                <a:lnTo>
                  <a:pt x="427961" y="97110"/>
                </a:lnTo>
                <a:lnTo>
                  <a:pt x="427506" y="97250"/>
                </a:lnTo>
                <a:lnTo>
                  <a:pt x="427050" y="97382"/>
                </a:lnTo>
                <a:lnTo>
                  <a:pt x="426591" y="97506"/>
                </a:lnTo>
                <a:lnTo>
                  <a:pt x="426131" y="97623"/>
                </a:lnTo>
                <a:lnTo>
                  <a:pt x="425668" y="97731"/>
                </a:lnTo>
                <a:lnTo>
                  <a:pt x="425204" y="97832"/>
                </a:lnTo>
                <a:lnTo>
                  <a:pt x="424738" y="97925"/>
                </a:lnTo>
                <a:lnTo>
                  <a:pt x="424269" y="98010"/>
                </a:lnTo>
                <a:lnTo>
                  <a:pt x="423799" y="98087"/>
                </a:lnTo>
                <a:lnTo>
                  <a:pt x="423327" y="98156"/>
                </a:lnTo>
                <a:lnTo>
                  <a:pt x="422852" y="98217"/>
                </a:lnTo>
                <a:lnTo>
                  <a:pt x="422376" y="98271"/>
                </a:lnTo>
                <a:lnTo>
                  <a:pt x="421898" y="98316"/>
                </a:lnTo>
                <a:lnTo>
                  <a:pt x="421417" y="98354"/>
                </a:lnTo>
                <a:lnTo>
                  <a:pt x="420935" y="98384"/>
                </a:lnTo>
                <a:lnTo>
                  <a:pt x="420451" y="98406"/>
                </a:lnTo>
                <a:lnTo>
                  <a:pt x="419965" y="98420"/>
                </a:lnTo>
                <a:lnTo>
                  <a:pt x="419477" y="98426"/>
                </a:lnTo>
                <a:lnTo>
                  <a:pt x="418987" y="98424"/>
                </a:lnTo>
                <a:lnTo>
                  <a:pt x="418653" y="98416"/>
                </a:lnTo>
                <a:lnTo>
                  <a:pt x="418322" y="98402"/>
                </a:lnTo>
                <a:lnTo>
                  <a:pt x="417995" y="98382"/>
                </a:lnTo>
                <a:lnTo>
                  <a:pt x="417669" y="98357"/>
                </a:lnTo>
                <a:lnTo>
                  <a:pt x="417347" y="98326"/>
                </a:lnTo>
                <a:lnTo>
                  <a:pt x="417028" y="98289"/>
                </a:lnTo>
                <a:lnTo>
                  <a:pt x="416711" y="98247"/>
                </a:lnTo>
                <a:lnTo>
                  <a:pt x="416397" y="98198"/>
                </a:lnTo>
                <a:lnTo>
                  <a:pt x="416086" y="98145"/>
                </a:lnTo>
                <a:lnTo>
                  <a:pt x="415778" y="98085"/>
                </a:lnTo>
                <a:lnTo>
                  <a:pt x="415472" y="98020"/>
                </a:lnTo>
                <a:lnTo>
                  <a:pt x="415169" y="97949"/>
                </a:lnTo>
                <a:lnTo>
                  <a:pt x="414869" y="97873"/>
                </a:lnTo>
                <a:lnTo>
                  <a:pt x="414572" y="97791"/>
                </a:lnTo>
                <a:lnTo>
                  <a:pt x="414278" y="97703"/>
                </a:lnTo>
                <a:lnTo>
                  <a:pt x="413986" y="97610"/>
                </a:lnTo>
                <a:lnTo>
                  <a:pt x="413697" y="97511"/>
                </a:lnTo>
                <a:lnTo>
                  <a:pt x="413411" y="97406"/>
                </a:lnTo>
                <a:lnTo>
                  <a:pt x="413128" y="97295"/>
                </a:lnTo>
                <a:lnTo>
                  <a:pt x="412848" y="97179"/>
                </a:lnTo>
                <a:lnTo>
                  <a:pt x="412570" y="97057"/>
                </a:lnTo>
                <a:lnTo>
                  <a:pt x="412295" y="96930"/>
                </a:lnTo>
                <a:lnTo>
                  <a:pt x="412023" y="96797"/>
                </a:lnTo>
                <a:lnTo>
                  <a:pt x="411754" y="96658"/>
                </a:lnTo>
                <a:lnTo>
                  <a:pt x="411489" y="96514"/>
                </a:lnTo>
                <a:lnTo>
                  <a:pt x="411229" y="96365"/>
                </a:lnTo>
                <a:lnTo>
                  <a:pt x="410975" y="96211"/>
                </a:lnTo>
                <a:lnTo>
                  <a:pt x="410727" y="96053"/>
                </a:lnTo>
                <a:lnTo>
                  <a:pt x="410484" y="95890"/>
                </a:lnTo>
                <a:lnTo>
                  <a:pt x="410247" y="95722"/>
                </a:lnTo>
                <a:lnTo>
                  <a:pt x="410015" y="95550"/>
                </a:lnTo>
                <a:lnTo>
                  <a:pt x="409789" y="95372"/>
                </a:lnTo>
                <a:lnTo>
                  <a:pt x="409569" y="95190"/>
                </a:lnTo>
                <a:lnTo>
                  <a:pt x="409354" y="95003"/>
                </a:lnTo>
                <a:lnTo>
                  <a:pt x="409145" y="94812"/>
                </a:lnTo>
                <a:lnTo>
                  <a:pt x="408941" y="94616"/>
                </a:lnTo>
                <a:lnTo>
                  <a:pt x="408743" y="94415"/>
                </a:lnTo>
                <a:lnTo>
                  <a:pt x="408550" y="94209"/>
                </a:lnTo>
                <a:lnTo>
                  <a:pt x="408363" y="93998"/>
                </a:lnTo>
                <a:lnTo>
                  <a:pt x="408182" y="93783"/>
                </a:lnTo>
                <a:lnTo>
                  <a:pt x="408006" y="93563"/>
                </a:lnTo>
                <a:lnTo>
                  <a:pt x="407836" y="93338"/>
                </a:lnTo>
                <a:lnTo>
                  <a:pt x="407671" y="93109"/>
                </a:lnTo>
                <a:lnTo>
                  <a:pt x="407512" y="92875"/>
                </a:lnTo>
                <a:lnTo>
                  <a:pt x="407359" y="92636"/>
                </a:lnTo>
                <a:lnTo>
                  <a:pt x="407211" y="92392"/>
                </a:lnTo>
                <a:lnTo>
                  <a:pt x="407069" y="92144"/>
                </a:lnTo>
                <a:lnTo>
                  <a:pt x="406932" y="91891"/>
                </a:lnTo>
                <a:lnTo>
                  <a:pt x="406802" y="91633"/>
                </a:lnTo>
                <a:lnTo>
                  <a:pt x="406679" y="91371"/>
                </a:lnTo>
                <a:lnTo>
                  <a:pt x="406565" y="91106"/>
                </a:lnTo>
                <a:lnTo>
                  <a:pt x="406457" y="90837"/>
                </a:lnTo>
                <a:lnTo>
                  <a:pt x="406358" y="90563"/>
                </a:lnTo>
                <a:lnTo>
                  <a:pt x="406266" y="90286"/>
                </a:lnTo>
                <a:lnTo>
                  <a:pt x="406182" y="90005"/>
                </a:lnTo>
                <a:lnTo>
                  <a:pt x="406106" y="89719"/>
                </a:lnTo>
                <a:lnTo>
                  <a:pt x="406037" y="89430"/>
                </a:lnTo>
                <a:lnTo>
                  <a:pt x="405976" y="89137"/>
                </a:lnTo>
                <a:lnTo>
                  <a:pt x="405923" y="88840"/>
                </a:lnTo>
                <a:lnTo>
                  <a:pt x="405877" y="88540"/>
                </a:lnTo>
                <a:lnTo>
                  <a:pt x="405839" y="88235"/>
                </a:lnTo>
                <a:lnTo>
                  <a:pt x="405809" y="87926"/>
                </a:lnTo>
                <a:lnTo>
                  <a:pt x="405786" y="87613"/>
                </a:lnTo>
                <a:lnTo>
                  <a:pt x="405771" y="87297"/>
                </a:lnTo>
                <a:lnTo>
                  <a:pt x="405764" y="86976"/>
                </a:lnTo>
                <a:lnTo>
                  <a:pt x="405764" y="86652"/>
                </a:lnTo>
                <a:lnTo>
                  <a:pt x="405772" y="86323"/>
                </a:lnTo>
                <a:lnTo>
                  <a:pt x="405788" y="85991"/>
                </a:lnTo>
                <a:lnTo>
                  <a:pt x="405811" y="85655"/>
                </a:lnTo>
                <a:lnTo>
                  <a:pt x="405842" y="85314"/>
                </a:lnTo>
                <a:lnTo>
                  <a:pt x="405881" y="84970"/>
                </a:lnTo>
                <a:lnTo>
                  <a:pt x="405927" y="84622"/>
                </a:lnTo>
                <a:lnTo>
                  <a:pt x="405998" y="84214"/>
                </a:lnTo>
                <a:lnTo>
                  <a:pt x="406076" y="83812"/>
                </a:lnTo>
                <a:lnTo>
                  <a:pt x="406162" y="83417"/>
                </a:lnTo>
                <a:lnTo>
                  <a:pt x="406256" y="83027"/>
                </a:lnTo>
                <a:lnTo>
                  <a:pt x="406357" y="82644"/>
                </a:lnTo>
                <a:lnTo>
                  <a:pt x="406465" y="82266"/>
                </a:lnTo>
                <a:lnTo>
                  <a:pt x="406581" y="81895"/>
                </a:lnTo>
                <a:lnTo>
                  <a:pt x="406705" y="81530"/>
                </a:lnTo>
                <a:lnTo>
                  <a:pt x="406836" y="81171"/>
                </a:lnTo>
                <a:lnTo>
                  <a:pt x="406975" y="80818"/>
                </a:lnTo>
                <a:lnTo>
                  <a:pt x="407121" y="80472"/>
                </a:lnTo>
                <a:lnTo>
                  <a:pt x="407275" y="80131"/>
                </a:lnTo>
                <a:lnTo>
                  <a:pt x="407436" y="79797"/>
                </a:lnTo>
                <a:lnTo>
                  <a:pt x="407605" y="79468"/>
                </a:lnTo>
                <a:lnTo>
                  <a:pt x="407782" y="79146"/>
                </a:lnTo>
                <a:lnTo>
                  <a:pt x="407966" y="78830"/>
                </a:lnTo>
                <a:lnTo>
                  <a:pt x="408158" y="78520"/>
                </a:lnTo>
                <a:lnTo>
                  <a:pt x="408357" y="78217"/>
                </a:lnTo>
                <a:lnTo>
                  <a:pt x="408564" y="77919"/>
                </a:lnTo>
                <a:lnTo>
                  <a:pt x="408778" y="77628"/>
                </a:lnTo>
                <a:lnTo>
                  <a:pt x="409000" y="77342"/>
                </a:lnTo>
                <a:lnTo>
                  <a:pt x="409229" y="77063"/>
                </a:lnTo>
                <a:lnTo>
                  <a:pt x="409467" y="76790"/>
                </a:lnTo>
                <a:lnTo>
                  <a:pt x="409711" y="76523"/>
                </a:lnTo>
                <a:lnTo>
                  <a:pt x="409962" y="76261"/>
                </a:lnTo>
                <a:lnTo>
                  <a:pt x="410216" y="76005"/>
                </a:lnTo>
                <a:lnTo>
                  <a:pt x="410475" y="75753"/>
                </a:lnTo>
                <a:lnTo>
                  <a:pt x="410739" y="75506"/>
                </a:lnTo>
                <a:lnTo>
                  <a:pt x="411007" y="75264"/>
                </a:lnTo>
                <a:lnTo>
                  <a:pt x="411279" y="75026"/>
                </a:lnTo>
                <a:lnTo>
                  <a:pt x="411555" y="74794"/>
                </a:lnTo>
                <a:lnTo>
                  <a:pt x="411836" y="74566"/>
                </a:lnTo>
                <a:lnTo>
                  <a:pt x="412120" y="74344"/>
                </a:lnTo>
                <a:lnTo>
                  <a:pt x="412410" y="74126"/>
                </a:lnTo>
                <a:lnTo>
                  <a:pt x="412703" y="73913"/>
                </a:lnTo>
                <a:lnTo>
                  <a:pt x="413001" y="73705"/>
                </a:lnTo>
                <a:lnTo>
                  <a:pt x="413303" y="73502"/>
                </a:lnTo>
                <a:lnTo>
                  <a:pt x="413610" y="73303"/>
                </a:lnTo>
                <a:lnTo>
                  <a:pt x="413920" y="73110"/>
                </a:lnTo>
                <a:lnTo>
                  <a:pt x="414235" y="72921"/>
                </a:lnTo>
                <a:lnTo>
                  <a:pt x="414555" y="72738"/>
                </a:lnTo>
                <a:lnTo>
                  <a:pt x="414878" y="72559"/>
                </a:lnTo>
                <a:lnTo>
                  <a:pt x="415206" y="72385"/>
                </a:lnTo>
                <a:lnTo>
                  <a:pt x="415538" y="72216"/>
                </a:lnTo>
                <a:lnTo>
                  <a:pt x="415875" y="72052"/>
                </a:lnTo>
                <a:lnTo>
                  <a:pt x="416216" y="71892"/>
                </a:lnTo>
                <a:lnTo>
                  <a:pt x="416561" y="71738"/>
                </a:lnTo>
                <a:lnTo>
                  <a:pt x="416910" y="71588"/>
                </a:lnTo>
                <a:lnTo>
                  <a:pt x="417263" y="71443"/>
                </a:lnTo>
                <a:lnTo>
                  <a:pt x="417616" y="71301"/>
                </a:lnTo>
                <a:lnTo>
                  <a:pt x="417971" y="71163"/>
                </a:lnTo>
                <a:lnTo>
                  <a:pt x="418328" y="71028"/>
                </a:lnTo>
                <a:lnTo>
                  <a:pt x="418686" y="70897"/>
                </a:lnTo>
                <a:lnTo>
                  <a:pt x="419045" y="70770"/>
                </a:lnTo>
                <a:lnTo>
                  <a:pt x="419406" y="70646"/>
                </a:lnTo>
                <a:lnTo>
                  <a:pt x="419768" y="70525"/>
                </a:lnTo>
                <a:lnTo>
                  <a:pt x="420131" y="70409"/>
                </a:lnTo>
                <a:lnTo>
                  <a:pt x="420496" y="70296"/>
                </a:lnTo>
                <a:lnTo>
                  <a:pt x="420862" y="70186"/>
                </a:lnTo>
                <a:lnTo>
                  <a:pt x="421230" y="70080"/>
                </a:lnTo>
                <a:lnTo>
                  <a:pt x="421599" y="69978"/>
                </a:lnTo>
                <a:lnTo>
                  <a:pt x="421969" y="69879"/>
                </a:lnTo>
                <a:lnTo>
                  <a:pt x="422341" y="69784"/>
                </a:lnTo>
                <a:lnTo>
                  <a:pt x="422715" y="69692"/>
                </a:lnTo>
                <a:lnTo>
                  <a:pt x="423089" y="69604"/>
                </a:lnTo>
                <a:lnTo>
                  <a:pt x="423465" y="69520"/>
                </a:lnTo>
                <a:lnTo>
                  <a:pt x="423843" y="69439"/>
                </a:lnTo>
                <a:lnTo>
                  <a:pt x="424221" y="69362"/>
                </a:lnTo>
                <a:lnTo>
                  <a:pt x="424602" y="69289"/>
                </a:lnTo>
                <a:lnTo>
                  <a:pt x="424983" y="69219"/>
                </a:lnTo>
                <a:lnTo>
                  <a:pt x="425366" y="69152"/>
                </a:lnTo>
                <a:lnTo>
                  <a:pt x="425751" y="69089"/>
                </a:lnTo>
                <a:lnTo>
                  <a:pt x="426135" y="69029"/>
                </a:lnTo>
                <a:lnTo>
                  <a:pt x="426517" y="68972"/>
                </a:lnTo>
                <a:lnTo>
                  <a:pt x="426898" y="68917"/>
                </a:lnTo>
                <a:lnTo>
                  <a:pt x="427278" y="68865"/>
                </a:lnTo>
                <a:lnTo>
                  <a:pt x="427656" y="68815"/>
                </a:lnTo>
                <a:lnTo>
                  <a:pt x="428032" y="68768"/>
                </a:lnTo>
                <a:lnTo>
                  <a:pt x="428406" y="68723"/>
                </a:lnTo>
                <a:lnTo>
                  <a:pt x="428779" y="68681"/>
                </a:lnTo>
                <a:lnTo>
                  <a:pt x="429150" y="68642"/>
                </a:lnTo>
                <a:lnTo>
                  <a:pt x="429520" y="68605"/>
                </a:lnTo>
                <a:lnTo>
                  <a:pt x="429888" y="68570"/>
                </a:lnTo>
                <a:lnTo>
                  <a:pt x="430254" y="68538"/>
                </a:lnTo>
                <a:lnTo>
                  <a:pt x="430619" y="68509"/>
                </a:lnTo>
                <a:lnTo>
                  <a:pt x="430982" y="68482"/>
                </a:lnTo>
                <a:lnTo>
                  <a:pt x="431344" y="68458"/>
                </a:lnTo>
                <a:lnTo>
                  <a:pt x="431703" y="68436"/>
                </a:lnTo>
                <a:lnTo>
                  <a:pt x="432062" y="68417"/>
                </a:lnTo>
                <a:lnTo>
                  <a:pt x="432418" y="68401"/>
                </a:lnTo>
                <a:lnTo>
                  <a:pt x="432773" y="68387"/>
                </a:lnTo>
                <a:lnTo>
                  <a:pt x="433127" y="68375"/>
                </a:lnTo>
                <a:lnTo>
                  <a:pt x="433478" y="68366"/>
                </a:lnTo>
                <a:lnTo>
                  <a:pt x="433828" y="68360"/>
                </a:lnTo>
                <a:lnTo>
                  <a:pt x="434177" y="68356"/>
                </a:lnTo>
                <a:lnTo>
                  <a:pt x="434524" y="68355"/>
                </a:lnTo>
                <a:lnTo>
                  <a:pt x="447191" y="68355"/>
                </a:lnTo>
                <a:lnTo>
                  <a:pt x="444648" y="83625"/>
                </a:lnTo>
                <a:lnTo>
                  <a:pt x="444591" y="83725"/>
                </a:lnTo>
                <a:lnTo>
                  <a:pt x="444350" y="84131"/>
                </a:lnTo>
                <a:close/>
                <a:moveTo>
                  <a:pt x="354188" y="98618"/>
                </a:moveTo>
                <a:lnTo>
                  <a:pt x="353724" y="98563"/>
                </a:lnTo>
                <a:lnTo>
                  <a:pt x="353268" y="98498"/>
                </a:lnTo>
                <a:lnTo>
                  <a:pt x="352821" y="98424"/>
                </a:lnTo>
                <a:lnTo>
                  <a:pt x="352381" y="98342"/>
                </a:lnTo>
                <a:lnTo>
                  <a:pt x="351949" y="98250"/>
                </a:lnTo>
                <a:lnTo>
                  <a:pt x="351526" y="98149"/>
                </a:lnTo>
                <a:lnTo>
                  <a:pt x="351110" y="98039"/>
                </a:lnTo>
                <a:lnTo>
                  <a:pt x="350703" y="97920"/>
                </a:lnTo>
                <a:lnTo>
                  <a:pt x="350303" y="97792"/>
                </a:lnTo>
                <a:lnTo>
                  <a:pt x="349911" y="97655"/>
                </a:lnTo>
                <a:lnTo>
                  <a:pt x="349528" y="97509"/>
                </a:lnTo>
                <a:lnTo>
                  <a:pt x="349152" y="97354"/>
                </a:lnTo>
                <a:lnTo>
                  <a:pt x="348785" y="97190"/>
                </a:lnTo>
                <a:lnTo>
                  <a:pt x="348426" y="97016"/>
                </a:lnTo>
                <a:lnTo>
                  <a:pt x="348074" y="96834"/>
                </a:lnTo>
                <a:lnTo>
                  <a:pt x="347731" y="96642"/>
                </a:lnTo>
                <a:lnTo>
                  <a:pt x="347395" y="96442"/>
                </a:lnTo>
                <a:lnTo>
                  <a:pt x="347068" y="96232"/>
                </a:lnTo>
                <a:lnTo>
                  <a:pt x="346749" y="96014"/>
                </a:lnTo>
                <a:lnTo>
                  <a:pt x="346437" y="95787"/>
                </a:lnTo>
                <a:lnTo>
                  <a:pt x="346132" y="95556"/>
                </a:lnTo>
                <a:lnTo>
                  <a:pt x="345833" y="95318"/>
                </a:lnTo>
                <a:lnTo>
                  <a:pt x="345541" y="95075"/>
                </a:lnTo>
                <a:lnTo>
                  <a:pt x="345256" y="94826"/>
                </a:lnTo>
                <a:lnTo>
                  <a:pt x="344978" y="94572"/>
                </a:lnTo>
                <a:lnTo>
                  <a:pt x="344707" y="94311"/>
                </a:lnTo>
                <a:lnTo>
                  <a:pt x="344442" y="94045"/>
                </a:lnTo>
                <a:lnTo>
                  <a:pt x="344184" y="93774"/>
                </a:lnTo>
                <a:lnTo>
                  <a:pt x="343933" y="93496"/>
                </a:lnTo>
                <a:lnTo>
                  <a:pt x="343688" y="93213"/>
                </a:lnTo>
                <a:lnTo>
                  <a:pt x="343450" y="92925"/>
                </a:lnTo>
                <a:lnTo>
                  <a:pt x="343219" y="92630"/>
                </a:lnTo>
                <a:lnTo>
                  <a:pt x="342995" y="92330"/>
                </a:lnTo>
                <a:lnTo>
                  <a:pt x="342778" y="92024"/>
                </a:lnTo>
                <a:lnTo>
                  <a:pt x="342567" y="91713"/>
                </a:lnTo>
                <a:lnTo>
                  <a:pt x="342363" y="91395"/>
                </a:lnTo>
                <a:lnTo>
                  <a:pt x="342165" y="91072"/>
                </a:lnTo>
                <a:lnTo>
                  <a:pt x="341975" y="90744"/>
                </a:lnTo>
                <a:lnTo>
                  <a:pt x="341791" y="90409"/>
                </a:lnTo>
                <a:lnTo>
                  <a:pt x="341614" y="90069"/>
                </a:lnTo>
                <a:lnTo>
                  <a:pt x="341444" y="89724"/>
                </a:lnTo>
                <a:lnTo>
                  <a:pt x="341280" y="89372"/>
                </a:lnTo>
                <a:lnTo>
                  <a:pt x="341123" y="89015"/>
                </a:lnTo>
                <a:lnTo>
                  <a:pt x="340972" y="88654"/>
                </a:lnTo>
                <a:lnTo>
                  <a:pt x="340826" y="88290"/>
                </a:lnTo>
                <a:lnTo>
                  <a:pt x="340686" y="87923"/>
                </a:lnTo>
                <a:lnTo>
                  <a:pt x="340550" y="87554"/>
                </a:lnTo>
                <a:lnTo>
                  <a:pt x="340420" y="87182"/>
                </a:lnTo>
                <a:lnTo>
                  <a:pt x="340294" y="86807"/>
                </a:lnTo>
                <a:lnTo>
                  <a:pt x="340174" y="86430"/>
                </a:lnTo>
                <a:lnTo>
                  <a:pt x="340059" y="86050"/>
                </a:lnTo>
                <a:lnTo>
                  <a:pt x="339949" y="85667"/>
                </a:lnTo>
                <a:lnTo>
                  <a:pt x="339844" y="85282"/>
                </a:lnTo>
                <a:lnTo>
                  <a:pt x="339744" y="84894"/>
                </a:lnTo>
                <a:lnTo>
                  <a:pt x="339650" y="84503"/>
                </a:lnTo>
                <a:lnTo>
                  <a:pt x="339560" y="84110"/>
                </a:lnTo>
                <a:lnTo>
                  <a:pt x="339476" y="83713"/>
                </a:lnTo>
                <a:lnTo>
                  <a:pt x="339397" y="83315"/>
                </a:lnTo>
                <a:lnTo>
                  <a:pt x="339322" y="82913"/>
                </a:lnTo>
                <a:lnTo>
                  <a:pt x="339253" y="82509"/>
                </a:lnTo>
                <a:lnTo>
                  <a:pt x="339189" y="82102"/>
                </a:lnTo>
                <a:lnTo>
                  <a:pt x="339131" y="81693"/>
                </a:lnTo>
                <a:lnTo>
                  <a:pt x="339077" y="81281"/>
                </a:lnTo>
                <a:lnTo>
                  <a:pt x="339028" y="80866"/>
                </a:lnTo>
                <a:lnTo>
                  <a:pt x="338985" y="80449"/>
                </a:lnTo>
                <a:lnTo>
                  <a:pt x="338946" y="80029"/>
                </a:lnTo>
                <a:lnTo>
                  <a:pt x="338913" y="79606"/>
                </a:lnTo>
                <a:lnTo>
                  <a:pt x="338884" y="79182"/>
                </a:lnTo>
                <a:lnTo>
                  <a:pt x="338859" y="78758"/>
                </a:lnTo>
                <a:lnTo>
                  <a:pt x="338837" y="78335"/>
                </a:lnTo>
                <a:lnTo>
                  <a:pt x="338819" y="77913"/>
                </a:lnTo>
                <a:lnTo>
                  <a:pt x="338805" y="77491"/>
                </a:lnTo>
                <a:lnTo>
                  <a:pt x="338794" y="77069"/>
                </a:lnTo>
                <a:lnTo>
                  <a:pt x="338787" y="76648"/>
                </a:lnTo>
                <a:lnTo>
                  <a:pt x="338783" y="76227"/>
                </a:lnTo>
                <a:lnTo>
                  <a:pt x="338783" y="75807"/>
                </a:lnTo>
                <a:lnTo>
                  <a:pt x="338786" y="75388"/>
                </a:lnTo>
                <a:lnTo>
                  <a:pt x="338794" y="74968"/>
                </a:lnTo>
                <a:lnTo>
                  <a:pt x="338804" y="74549"/>
                </a:lnTo>
                <a:lnTo>
                  <a:pt x="338819" y="74131"/>
                </a:lnTo>
                <a:lnTo>
                  <a:pt x="338837" y="73713"/>
                </a:lnTo>
                <a:lnTo>
                  <a:pt x="338858" y="73296"/>
                </a:lnTo>
                <a:lnTo>
                  <a:pt x="338883" y="72879"/>
                </a:lnTo>
                <a:lnTo>
                  <a:pt x="338912" y="72462"/>
                </a:lnTo>
                <a:lnTo>
                  <a:pt x="338945" y="72046"/>
                </a:lnTo>
                <a:lnTo>
                  <a:pt x="338980" y="71631"/>
                </a:lnTo>
                <a:lnTo>
                  <a:pt x="339020" y="71216"/>
                </a:lnTo>
                <a:lnTo>
                  <a:pt x="339063" y="70801"/>
                </a:lnTo>
                <a:lnTo>
                  <a:pt x="339110" y="70387"/>
                </a:lnTo>
                <a:lnTo>
                  <a:pt x="339160" y="69973"/>
                </a:lnTo>
                <a:lnTo>
                  <a:pt x="339214" y="69560"/>
                </a:lnTo>
                <a:lnTo>
                  <a:pt x="339616" y="66747"/>
                </a:lnTo>
                <a:lnTo>
                  <a:pt x="339685" y="66296"/>
                </a:lnTo>
                <a:lnTo>
                  <a:pt x="339758" y="65845"/>
                </a:lnTo>
                <a:lnTo>
                  <a:pt x="339836" y="65394"/>
                </a:lnTo>
                <a:lnTo>
                  <a:pt x="339917" y="64945"/>
                </a:lnTo>
                <a:lnTo>
                  <a:pt x="340002" y="64496"/>
                </a:lnTo>
                <a:lnTo>
                  <a:pt x="340091" y="64048"/>
                </a:lnTo>
                <a:lnTo>
                  <a:pt x="340185" y="63600"/>
                </a:lnTo>
                <a:lnTo>
                  <a:pt x="340282" y="63153"/>
                </a:lnTo>
                <a:lnTo>
                  <a:pt x="340384" y="62707"/>
                </a:lnTo>
                <a:lnTo>
                  <a:pt x="340489" y="62262"/>
                </a:lnTo>
                <a:lnTo>
                  <a:pt x="340599" y="61817"/>
                </a:lnTo>
                <a:lnTo>
                  <a:pt x="340713" y="61373"/>
                </a:lnTo>
                <a:lnTo>
                  <a:pt x="340831" y="60930"/>
                </a:lnTo>
                <a:lnTo>
                  <a:pt x="340953" y="60487"/>
                </a:lnTo>
                <a:lnTo>
                  <a:pt x="341079" y="60045"/>
                </a:lnTo>
                <a:lnTo>
                  <a:pt x="341209" y="59604"/>
                </a:lnTo>
                <a:lnTo>
                  <a:pt x="341343" y="59163"/>
                </a:lnTo>
                <a:lnTo>
                  <a:pt x="341481" y="58723"/>
                </a:lnTo>
                <a:lnTo>
                  <a:pt x="341623" y="58284"/>
                </a:lnTo>
                <a:lnTo>
                  <a:pt x="341770" y="57846"/>
                </a:lnTo>
                <a:lnTo>
                  <a:pt x="341920" y="57408"/>
                </a:lnTo>
                <a:lnTo>
                  <a:pt x="342074" y="56971"/>
                </a:lnTo>
                <a:lnTo>
                  <a:pt x="342233" y="56535"/>
                </a:lnTo>
                <a:lnTo>
                  <a:pt x="342396" y="56099"/>
                </a:lnTo>
                <a:lnTo>
                  <a:pt x="342562" y="55665"/>
                </a:lnTo>
                <a:lnTo>
                  <a:pt x="342734" y="55235"/>
                </a:lnTo>
                <a:lnTo>
                  <a:pt x="342910" y="54808"/>
                </a:lnTo>
                <a:lnTo>
                  <a:pt x="343090" y="54384"/>
                </a:lnTo>
                <a:lnTo>
                  <a:pt x="343275" y="53963"/>
                </a:lnTo>
                <a:lnTo>
                  <a:pt x="343465" y="53546"/>
                </a:lnTo>
                <a:lnTo>
                  <a:pt x="343659" y="53132"/>
                </a:lnTo>
                <a:lnTo>
                  <a:pt x="343858" y="52721"/>
                </a:lnTo>
                <a:lnTo>
                  <a:pt x="344061" y="52313"/>
                </a:lnTo>
                <a:lnTo>
                  <a:pt x="344269" y="51909"/>
                </a:lnTo>
                <a:lnTo>
                  <a:pt x="344481" y="51508"/>
                </a:lnTo>
                <a:lnTo>
                  <a:pt x="344698" y="51110"/>
                </a:lnTo>
                <a:lnTo>
                  <a:pt x="344919" y="50715"/>
                </a:lnTo>
                <a:lnTo>
                  <a:pt x="345145" y="50324"/>
                </a:lnTo>
                <a:lnTo>
                  <a:pt x="345375" y="49936"/>
                </a:lnTo>
                <a:lnTo>
                  <a:pt x="345610" y="49551"/>
                </a:lnTo>
                <a:lnTo>
                  <a:pt x="345850" y="49169"/>
                </a:lnTo>
                <a:lnTo>
                  <a:pt x="346094" y="48791"/>
                </a:lnTo>
                <a:lnTo>
                  <a:pt x="346342" y="48416"/>
                </a:lnTo>
                <a:lnTo>
                  <a:pt x="346595" y="48044"/>
                </a:lnTo>
                <a:lnTo>
                  <a:pt x="346853" y="47675"/>
                </a:lnTo>
                <a:lnTo>
                  <a:pt x="347115" y="47310"/>
                </a:lnTo>
                <a:lnTo>
                  <a:pt x="347382" y="46948"/>
                </a:lnTo>
                <a:lnTo>
                  <a:pt x="347653" y="46589"/>
                </a:lnTo>
                <a:lnTo>
                  <a:pt x="347929" y="46235"/>
                </a:lnTo>
                <a:lnTo>
                  <a:pt x="348209" y="45887"/>
                </a:lnTo>
                <a:lnTo>
                  <a:pt x="348495" y="45545"/>
                </a:lnTo>
                <a:lnTo>
                  <a:pt x="348786" y="45210"/>
                </a:lnTo>
                <a:lnTo>
                  <a:pt x="349081" y="44880"/>
                </a:lnTo>
                <a:lnTo>
                  <a:pt x="349381" y="44557"/>
                </a:lnTo>
                <a:lnTo>
                  <a:pt x="349687" y="44240"/>
                </a:lnTo>
                <a:lnTo>
                  <a:pt x="349997" y="43929"/>
                </a:lnTo>
                <a:lnTo>
                  <a:pt x="350312" y="43624"/>
                </a:lnTo>
                <a:lnTo>
                  <a:pt x="350632" y="43326"/>
                </a:lnTo>
                <a:lnTo>
                  <a:pt x="350956" y="43033"/>
                </a:lnTo>
                <a:lnTo>
                  <a:pt x="351286" y="42747"/>
                </a:lnTo>
                <a:lnTo>
                  <a:pt x="351620" y="42467"/>
                </a:lnTo>
                <a:lnTo>
                  <a:pt x="351960" y="42193"/>
                </a:lnTo>
                <a:lnTo>
                  <a:pt x="352304" y="41925"/>
                </a:lnTo>
                <a:lnTo>
                  <a:pt x="352653" y="41663"/>
                </a:lnTo>
                <a:lnTo>
                  <a:pt x="353007" y="41408"/>
                </a:lnTo>
                <a:lnTo>
                  <a:pt x="353366" y="41158"/>
                </a:lnTo>
                <a:lnTo>
                  <a:pt x="353730" y="40915"/>
                </a:lnTo>
                <a:lnTo>
                  <a:pt x="354099" y="40678"/>
                </a:lnTo>
                <a:lnTo>
                  <a:pt x="354472" y="40447"/>
                </a:lnTo>
                <a:lnTo>
                  <a:pt x="354851" y="40223"/>
                </a:lnTo>
                <a:lnTo>
                  <a:pt x="355234" y="40004"/>
                </a:lnTo>
                <a:lnTo>
                  <a:pt x="355622" y="39792"/>
                </a:lnTo>
                <a:lnTo>
                  <a:pt x="356015" y="39587"/>
                </a:lnTo>
                <a:lnTo>
                  <a:pt x="356414" y="39391"/>
                </a:lnTo>
                <a:lnTo>
                  <a:pt x="356817" y="39204"/>
                </a:lnTo>
                <a:lnTo>
                  <a:pt x="357226" y="39026"/>
                </a:lnTo>
                <a:lnTo>
                  <a:pt x="357640" y="38857"/>
                </a:lnTo>
                <a:lnTo>
                  <a:pt x="358058" y="38697"/>
                </a:lnTo>
                <a:lnTo>
                  <a:pt x="358482" y="38546"/>
                </a:lnTo>
                <a:lnTo>
                  <a:pt x="358911" y="38404"/>
                </a:lnTo>
                <a:lnTo>
                  <a:pt x="359345" y="38271"/>
                </a:lnTo>
                <a:lnTo>
                  <a:pt x="359785" y="38147"/>
                </a:lnTo>
                <a:lnTo>
                  <a:pt x="360229" y="38031"/>
                </a:lnTo>
                <a:lnTo>
                  <a:pt x="360679" y="37925"/>
                </a:lnTo>
                <a:lnTo>
                  <a:pt x="361133" y="37828"/>
                </a:lnTo>
                <a:lnTo>
                  <a:pt x="361593" y="37739"/>
                </a:lnTo>
                <a:lnTo>
                  <a:pt x="362058" y="37660"/>
                </a:lnTo>
                <a:lnTo>
                  <a:pt x="362528" y="37589"/>
                </a:lnTo>
                <a:lnTo>
                  <a:pt x="363003" y="37528"/>
                </a:lnTo>
                <a:lnTo>
                  <a:pt x="363483" y="37475"/>
                </a:lnTo>
                <a:lnTo>
                  <a:pt x="363968" y="37431"/>
                </a:lnTo>
                <a:lnTo>
                  <a:pt x="364459" y="37397"/>
                </a:lnTo>
                <a:lnTo>
                  <a:pt x="364954" y="37371"/>
                </a:lnTo>
                <a:lnTo>
                  <a:pt x="365455" y="37354"/>
                </a:lnTo>
                <a:lnTo>
                  <a:pt x="365961" y="37346"/>
                </a:lnTo>
                <a:lnTo>
                  <a:pt x="366472" y="37347"/>
                </a:lnTo>
                <a:lnTo>
                  <a:pt x="366926" y="37363"/>
                </a:lnTo>
                <a:lnTo>
                  <a:pt x="367375" y="37386"/>
                </a:lnTo>
                <a:lnTo>
                  <a:pt x="367818" y="37418"/>
                </a:lnTo>
                <a:lnTo>
                  <a:pt x="368256" y="37458"/>
                </a:lnTo>
                <a:lnTo>
                  <a:pt x="368687" y="37506"/>
                </a:lnTo>
                <a:lnTo>
                  <a:pt x="369113" y="37563"/>
                </a:lnTo>
                <a:lnTo>
                  <a:pt x="369533" y="37628"/>
                </a:lnTo>
                <a:lnTo>
                  <a:pt x="369947" y="37701"/>
                </a:lnTo>
                <a:lnTo>
                  <a:pt x="370355" y="37782"/>
                </a:lnTo>
                <a:lnTo>
                  <a:pt x="370757" y="37872"/>
                </a:lnTo>
                <a:lnTo>
                  <a:pt x="371154" y="37969"/>
                </a:lnTo>
                <a:lnTo>
                  <a:pt x="371545" y="38076"/>
                </a:lnTo>
                <a:lnTo>
                  <a:pt x="371930" y="38190"/>
                </a:lnTo>
                <a:lnTo>
                  <a:pt x="372309" y="38313"/>
                </a:lnTo>
                <a:lnTo>
                  <a:pt x="372682" y="38443"/>
                </a:lnTo>
                <a:lnTo>
                  <a:pt x="373050" y="38583"/>
                </a:lnTo>
                <a:lnTo>
                  <a:pt x="373411" y="38730"/>
                </a:lnTo>
                <a:lnTo>
                  <a:pt x="373767" y="38886"/>
                </a:lnTo>
                <a:lnTo>
                  <a:pt x="374117" y="39049"/>
                </a:lnTo>
                <a:lnTo>
                  <a:pt x="374461" y="39222"/>
                </a:lnTo>
                <a:lnTo>
                  <a:pt x="374800" y="39402"/>
                </a:lnTo>
                <a:lnTo>
                  <a:pt x="375133" y="39591"/>
                </a:lnTo>
                <a:lnTo>
                  <a:pt x="375459" y="39787"/>
                </a:lnTo>
                <a:lnTo>
                  <a:pt x="375780" y="39993"/>
                </a:lnTo>
                <a:lnTo>
                  <a:pt x="376095" y="40205"/>
                </a:lnTo>
                <a:lnTo>
                  <a:pt x="376403" y="40423"/>
                </a:lnTo>
                <a:lnTo>
                  <a:pt x="376704" y="40648"/>
                </a:lnTo>
                <a:lnTo>
                  <a:pt x="376998" y="40878"/>
                </a:lnTo>
                <a:lnTo>
                  <a:pt x="377285" y="41115"/>
                </a:lnTo>
                <a:lnTo>
                  <a:pt x="377566" y="41357"/>
                </a:lnTo>
                <a:lnTo>
                  <a:pt x="377839" y="41606"/>
                </a:lnTo>
                <a:lnTo>
                  <a:pt x="378106" y="41860"/>
                </a:lnTo>
                <a:lnTo>
                  <a:pt x="378366" y="42121"/>
                </a:lnTo>
                <a:lnTo>
                  <a:pt x="378619" y="42388"/>
                </a:lnTo>
                <a:lnTo>
                  <a:pt x="378865" y="42661"/>
                </a:lnTo>
                <a:lnTo>
                  <a:pt x="379104" y="42939"/>
                </a:lnTo>
                <a:lnTo>
                  <a:pt x="379336" y="43224"/>
                </a:lnTo>
                <a:lnTo>
                  <a:pt x="379562" y="43515"/>
                </a:lnTo>
                <a:lnTo>
                  <a:pt x="379780" y="43812"/>
                </a:lnTo>
                <a:lnTo>
                  <a:pt x="379992" y="44115"/>
                </a:lnTo>
                <a:lnTo>
                  <a:pt x="380197" y="44424"/>
                </a:lnTo>
                <a:lnTo>
                  <a:pt x="380395" y="44739"/>
                </a:lnTo>
                <a:lnTo>
                  <a:pt x="380586" y="45060"/>
                </a:lnTo>
                <a:lnTo>
                  <a:pt x="380771" y="45387"/>
                </a:lnTo>
                <a:lnTo>
                  <a:pt x="380948" y="45721"/>
                </a:lnTo>
                <a:lnTo>
                  <a:pt x="381119" y="46060"/>
                </a:lnTo>
                <a:lnTo>
                  <a:pt x="381283" y="46405"/>
                </a:lnTo>
                <a:lnTo>
                  <a:pt x="381439" y="46757"/>
                </a:lnTo>
                <a:lnTo>
                  <a:pt x="381589" y="47113"/>
                </a:lnTo>
                <a:lnTo>
                  <a:pt x="381732" y="47472"/>
                </a:lnTo>
                <a:lnTo>
                  <a:pt x="381868" y="47835"/>
                </a:lnTo>
                <a:lnTo>
                  <a:pt x="381997" y="48201"/>
                </a:lnTo>
                <a:lnTo>
                  <a:pt x="382118" y="48571"/>
                </a:lnTo>
                <a:lnTo>
                  <a:pt x="382233" y="48944"/>
                </a:lnTo>
                <a:lnTo>
                  <a:pt x="382340" y="49320"/>
                </a:lnTo>
                <a:lnTo>
                  <a:pt x="382440" y="49700"/>
                </a:lnTo>
                <a:lnTo>
                  <a:pt x="382533" y="50083"/>
                </a:lnTo>
                <a:lnTo>
                  <a:pt x="382620" y="50469"/>
                </a:lnTo>
                <a:lnTo>
                  <a:pt x="382699" y="50859"/>
                </a:lnTo>
                <a:lnTo>
                  <a:pt x="382770" y="51252"/>
                </a:lnTo>
                <a:lnTo>
                  <a:pt x="382835" y="51649"/>
                </a:lnTo>
                <a:lnTo>
                  <a:pt x="382893" y="52048"/>
                </a:lnTo>
                <a:lnTo>
                  <a:pt x="382944" y="52452"/>
                </a:lnTo>
                <a:lnTo>
                  <a:pt x="382987" y="52858"/>
                </a:lnTo>
                <a:lnTo>
                  <a:pt x="383024" y="53268"/>
                </a:lnTo>
                <a:lnTo>
                  <a:pt x="383053" y="53682"/>
                </a:lnTo>
                <a:lnTo>
                  <a:pt x="383075" y="54099"/>
                </a:lnTo>
                <a:lnTo>
                  <a:pt x="383090" y="54519"/>
                </a:lnTo>
                <a:lnTo>
                  <a:pt x="383099" y="54942"/>
                </a:lnTo>
                <a:lnTo>
                  <a:pt x="383100" y="55369"/>
                </a:lnTo>
                <a:lnTo>
                  <a:pt x="383093" y="55799"/>
                </a:lnTo>
                <a:lnTo>
                  <a:pt x="383080" y="56233"/>
                </a:lnTo>
                <a:lnTo>
                  <a:pt x="390581" y="56300"/>
                </a:lnTo>
                <a:lnTo>
                  <a:pt x="390598" y="55689"/>
                </a:lnTo>
                <a:lnTo>
                  <a:pt x="390604" y="55083"/>
                </a:lnTo>
                <a:lnTo>
                  <a:pt x="390599" y="54483"/>
                </a:lnTo>
                <a:lnTo>
                  <a:pt x="390584" y="53888"/>
                </a:lnTo>
                <a:lnTo>
                  <a:pt x="390557" y="53299"/>
                </a:lnTo>
                <a:lnTo>
                  <a:pt x="390520" y="52715"/>
                </a:lnTo>
                <a:lnTo>
                  <a:pt x="390472" y="52137"/>
                </a:lnTo>
                <a:lnTo>
                  <a:pt x="390414" y="51564"/>
                </a:lnTo>
                <a:lnTo>
                  <a:pt x="390344" y="50996"/>
                </a:lnTo>
                <a:lnTo>
                  <a:pt x="390264" y="50434"/>
                </a:lnTo>
                <a:lnTo>
                  <a:pt x="390172" y="49878"/>
                </a:lnTo>
                <a:lnTo>
                  <a:pt x="390070" y="49327"/>
                </a:lnTo>
                <a:lnTo>
                  <a:pt x="389957" y="48781"/>
                </a:lnTo>
                <a:lnTo>
                  <a:pt x="389834" y="48241"/>
                </a:lnTo>
                <a:lnTo>
                  <a:pt x="389699" y="47706"/>
                </a:lnTo>
                <a:lnTo>
                  <a:pt x="389554" y="47177"/>
                </a:lnTo>
                <a:lnTo>
                  <a:pt x="389398" y="46653"/>
                </a:lnTo>
                <a:lnTo>
                  <a:pt x="389231" y="46135"/>
                </a:lnTo>
                <a:lnTo>
                  <a:pt x="389053" y="45622"/>
                </a:lnTo>
                <a:lnTo>
                  <a:pt x="388865" y="45115"/>
                </a:lnTo>
                <a:lnTo>
                  <a:pt x="388665" y="44613"/>
                </a:lnTo>
                <a:lnTo>
                  <a:pt x="388455" y="44117"/>
                </a:lnTo>
                <a:lnTo>
                  <a:pt x="388234" y="43626"/>
                </a:lnTo>
                <a:lnTo>
                  <a:pt x="388003" y="43140"/>
                </a:lnTo>
                <a:lnTo>
                  <a:pt x="387761" y="42662"/>
                </a:lnTo>
                <a:lnTo>
                  <a:pt x="387510" y="42191"/>
                </a:lnTo>
                <a:lnTo>
                  <a:pt x="387250" y="41730"/>
                </a:lnTo>
                <a:lnTo>
                  <a:pt x="386981" y="41276"/>
                </a:lnTo>
                <a:lnTo>
                  <a:pt x="386703" y="40831"/>
                </a:lnTo>
                <a:lnTo>
                  <a:pt x="386416" y="40394"/>
                </a:lnTo>
                <a:lnTo>
                  <a:pt x="386120" y="39966"/>
                </a:lnTo>
                <a:lnTo>
                  <a:pt x="385815" y="39546"/>
                </a:lnTo>
                <a:lnTo>
                  <a:pt x="385501" y="39135"/>
                </a:lnTo>
                <a:lnTo>
                  <a:pt x="385177" y="38731"/>
                </a:lnTo>
                <a:lnTo>
                  <a:pt x="384845" y="38336"/>
                </a:lnTo>
                <a:lnTo>
                  <a:pt x="384503" y="37950"/>
                </a:lnTo>
                <a:lnTo>
                  <a:pt x="384153" y="37572"/>
                </a:lnTo>
                <a:lnTo>
                  <a:pt x="383793" y="37202"/>
                </a:lnTo>
                <a:lnTo>
                  <a:pt x="383424" y="36841"/>
                </a:lnTo>
                <a:lnTo>
                  <a:pt x="383047" y="36488"/>
                </a:lnTo>
                <a:lnTo>
                  <a:pt x="382660" y="36143"/>
                </a:lnTo>
                <a:lnTo>
                  <a:pt x="382264" y="35807"/>
                </a:lnTo>
                <a:lnTo>
                  <a:pt x="381859" y="35479"/>
                </a:lnTo>
                <a:lnTo>
                  <a:pt x="381445" y="35160"/>
                </a:lnTo>
                <a:lnTo>
                  <a:pt x="381022" y="34848"/>
                </a:lnTo>
                <a:lnTo>
                  <a:pt x="380590" y="34546"/>
                </a:lnTo>
                <a:lnTo>
                  <a:pt x="380149" y="34251"/>
                </a:lnTo>
                <a:lnTo>
                  <a:pt x="379698" y="33965"/>
                </a:lnTo>
                <a:lnTo>
                  <a:pt x="379240" y="33689"/>
                </a:lnTo>
                <a:lnTo>
                  <a:pt x="378774" y="33425"/>
                </a:lnTo>
                <a:lnTo>
                  <a:pt x="378302" y="33172"/>
                </a:lnTo>
                <a:lnTo>
                  <a:pt x="377822" y="32930"/>
                </a:lnTo>
                <a:lnTo>
                  <a:pt x="377335" y="32700"/>
                </a:lnTo>
                <a:lnTo>
                  <a:pt x="376841" y="32481"/>
                </a:lnTo>
                <a:lnTo>
                  <a:pt x="376341" y="32274"/>
                </a:lnTo>
                <a:lnTo>
                  <a:pt x="375833" y="32079"/>
                </a:lnTo>
                <a:lnTo>
                  <a:pt x="375317" y="31895"/>
                </a:lnTo>
                <a:lnTo>
                  <a:pt x="374795" y="31722"/>
                </a:lnTo>
                <a:lnTo>
                  <a:pt x="374266" y="31561"/>
                </a:lnTo>
                <a:lnTo>
                  <a:pt x="373729" y="31412"/>
                </a:lnTo>
                <a:lnTo>
                  <a:pt x="373186" y="31274"/>
                </a:lnTo>
                <a:lnTo>
                  <a:pt x="372635" y="31148"/>
                </a:lnTo>
                <a:lnTo>
                  <a:pt x="372078" y="31033"/>
                </a:lnTo>
                <a:lnTo>
                  <a:pt x="371513" y="30929"/>
                </a:lnTo>
                <a:lnTo>
                  <a:pt x="370941" y="30837"/>
                </a:lnTo>
                <a:lnTo>
                  <a:pt x="370362" y="30757"/>
                </a:lnTo>
                <a:lnTo>
                  <a:pt x="369776" y="30688"/>
                </a:lnTo>
                <a:lnTo>
                  <a:pt x="369183" y="30631"/>
                </a:lnTo>
                <a:lnTo>
                  <a:pt x="368583" y="30585"/>
                </a:lnTo>
                <a:lnTo>
                  <a:pt x="367975" y="30550"/>
                </a:lnTo>
                <a:lnTo>
                  <a:pt x="367361" y="30528"/>
                </a:lnTo>
                <a:lnTo>
                  <a:pt x="366739" y="30516"/>
                </a:lnTo>
                <a:lnTo>
                  <a:pt x="366100" y="30511"/>
                </a:lnTo>
                <a:lnTo>
                  <a:pt x="365467" y="30516"/>
                </a:lnTo>
                <a:lnTo>
                  <a:pt x="364840" y="30532"/>
                </a:lnTo>
                <a:lnTo>
                  <a:pt x="364218" y="30559"/>
                </a:lnTo>
                <a:lnTo>
                  <a:pt x="363602" y="30597"/>
                </a:lnTo>
                <a:lnTo>
                  <a:pt x="362991" y="30646"/>
                </a:lnTo>
                <a:lnTo>
                  <a:pt x="362386" y="30706"/>
                </a:lnTo>
                <a:lnTo>
                  <a:pt x="361787" y="30777"/>
                </a:lnTo>
                <a:lnTo>
                  <a:pt x="361194" y="30858"/>
                </a:lnTo>
                <a:lnTo>
                  <a:pt x="360606" y="30951"/>
                </a:lnTo>
                <a:lnTo>
                  <a:pt x="360024" y="31055"/>
                </a:lnTo>
                <a:lnTo>
                  <a:pt x="359448" y="31169"/>
                </a:lnTo>
                <a:lnTo>
                  <a:pt x="358877" y="31295"/>
                </a:lnTo>
                <a:lnTo>
                  <a:pt x="358312" y="31431"/>
                </a:lnTo>
                <a:lnTo>
                  <a:pt x="357753" y="31578"/>
                </a:lnTo>
                <a:lnTo>
                  <a:pt x="357200" y="31737"/>
                </a:lnTo>
                <a:lnTo>
                  <a:pt x="356652" y="31906"/>
                </a:lnTo>
                <a:lnTo>
                  <a:pt x="356110" y="32086"/>
                </a:lnTo>
                <a:lnTo>
                  <a:pt x="355574" y="32277"/>
                </a:lnTo>
                <a:lnTo>
                  <a:pt x="355043" y="32479"/>
                </a:lnTo>
                <a:lnTo>
                  <a:pt x="354518" y="32692"/>
                </a:lnTo>
                <a:lnTo>
                  <a:pt x="353998" y="32916"/>
                </a:lnTo>
                <a:lnTo>
                  <a:pt x="353485" y="33150"/>
                </a:lnTo>
                <a:lnTo>
                  <a:pt x="352977" y="33396"/>
                </a:lnTo>
                <a:lnTo>
                  <a:pt x="352475" y="33651"/>
                </a:lnTo>
                <a:lnTo>
                  <a:pt x="351978" y="33913"/>
                </a:lnTo>
                <a:lnTo>
                  <a:pt x="351487" y="34183"/>
                </a:lnTo>
                <a:lnTo>
                  <a:pt x="351002" y="34460"/>
                </a:lnTo>
                <a:lnTo>
                  <a:pt x="350523" y="34745"/>
                </a:lnTo>
                <a:lnTo>
                  <a:pt x="350049" y="35037"/>
                </a:lnTo>
                <a:lnTo>
                  <a:pt x="349581" y="35336"/>
                </a:lnTo>
                <a:lnTo>
                  <a:pt x="349119" y="35643"/>
                </a:lnTo>
                <a:lnTo>
                  <a:pt x="348662" y="35958"/>
                </a:lnTo>
                <a:lnTo>
                  <a:pt x="348211" y="36279"/>
                </a:lnTo>
                <a:lnTo>
                  <a:pt x="347766" y="36609"/>
                </a:lnTo>
                <a:lnTo>
                  <a:pt x="347326" y="36945"/>
                </a:lnTo>
                <a:lnTo>
                  <a:pt x="346892" y="37290"/>
                </a:lnTo>
                <a:lnTo>
                  <a:pt x="346464" y="37641"/>
                </a:lnTo>
                <a:lnTo>
                  <a:pt x="346042" y="38000"/>
                </a:lnTo>
                <a:lnTo>
                  <a:pt x="345625" y="38367"/>
                </a:lnTo>
                <a:lnTo>
                  <a:pt x="345214" y="38741"/>
                </a:lnTo>
                <a:lnTo>
                  <a:pt x="344809" y="39122"/>
                </a:lnTo>
                <a:lnTo>
                  <a:pt x="344409" y="39511"/>
                </a:lnTo>
                <a:lnTo>
                  <a:pt x="344015" y="39907"/>
                </a:lnTo>
                <a:lnTo>
                  <a:pt x="343627" y="40311"/>
                </a:lnTo>
                <a:lnTo>
                  <a:pt x="343244" y="40722"/>
                </a:lnTo>
                <a:lnTo>
                  <a:pt x="342867" y="41140"/>
                </a:lnTo>
                <a:lnTo>
                  <a:pt x="342496" y="41566"/>
                </a:lnTo>
                <a:lnTo>
                  <a:pt x="342131" y="41998"/>
                </a:lnTo>
                <a:lnTo>
                  <a:pt x="341771" y="42435"/>
                </a:lnTo>
                <a:lnTo>
                  <a:pt x="341418" y="42877"/>
                </a:lnTo>
                <a:lnTo>
                  <a:pt x="341071" y="43323"/>
                </a:lnTo>
                <a:lnTo>
                  <a:pt x="340730" y="43773"/>
                </a:lnTo>
                <a:lnTo>
                  <a:pt x="340395" y="44229"/>
                </a:lnTo>
                <a:lnTo>
                  <a:pt x="340066" y="44688"/>
                </a:lnTo>
                <a:lnTo>
                  <a:pt x="339743" y="45153"/>
                </a:lnTo>
                <a:lnTo>
                  <a:pt x="339426" y="45622"/>
                </a:lnTo>
                <a:lnTo>
                  <a:pt x="339115" y="46096"/>
                </a:lnTo>
                <a:lnTo>
                  <a:pt x="338810" y="46575"/>
                </a:lnTo>
                <a:lnTo>
                  <a:pt x="338511" y="47058"/>
                </a:lnTo>
                <a:lnTo>
                  <a:pt x="338219" y="47546"/>
                </a:lnTo>
                <a:lnTo>
                  <a:pt x="337932" y="48038"/>
                </a:lnTo>
                <a:lnTo>
                  <a:pt x="337651" y="48536"/>
                </a:lnTo>
                <a:lnTo>
                  <a:pt x="337377" y="49037"/>
                </a:lnTo>
                <a:lnTo>
                  <a:pt x="337108" y="49544"/>
                </a:lnTo>
                <a:lnTo>
                  <a:pt x="336845" y="50055"/>
                </a:lnTo>
                <a:lnTo>
                  <a:pt x="336589" y="50571"/>
                </a:lnTo>
                <a:lnTo>
                  <a:pt x="336338" y="51091"/>
                </a:lnTo>
                <a:lnTo>
                  <a:pt x="336094" y="51616"/>
                </a:lnTo>
                <a:lnTo>
                  <a:pt x="335856" y="52146"/>
                </a:lnTo>
                <a:lnTo>
                  <a:pt x="335623" y="52680"/>
                </a:lnTo>
                <a:lnTo>
                  <a:pt x="335397" y="53219"/>
                </a:lnTo>
                <a:lnTo>
                  <a:pt x="335177" y="53762"/>
                </a:lnTo>
                <a:lnTo>
                  <a:pt x="334963" y="54306"/>
                </a:lnTo>
                <a:lnTo>
                  <a:pt x="334755" y="54852"/>
                </a:lnTo>
                <a:lnTo>
                  <a:pt x="334553" y="55400"/>
                </a:lnTo>
                <a:lnTo>
                  <a:pt x="334357" y="55949"/>
                </a:lnTo>
                <a:lnTo>
                  <a:pt x="334167" y="56501"/>
                </a:lnTo>
                <a:lnTo>
                  <a:pt x="333983" y="57054"/>
                </a:lnTo>
                <a:lnTo>
                  <a:pt x="333805" y="57610"/>
                </a:lnTo>
                <a:lnTo>
                  <a:pt x="333633" y="58167"/>
                </a:lnTo>
                <a:lnTo>
                  <a:pt x="333467" y="58726"/>
                </a:lnTo>
                <a:lnTo>
                  <a:pt x="333307" y="59287"/>
                </a:lnTo>
                <a:lnTo>
                  <a:pt x="333154" y="59849"/>
                </a:lnTo>
                <a:lnTo>
                  <a:pt x="333006" y="60414"/>
                </a:lnTo>
                <a:lnTo>
                  <a:pt x="332864" y="60980"/>
                </a:lnTo>
                <a:lnTo>
                  <a:pt x="332729" y="61549"/>
                </a:lnTo>
                <a:lnTo>
                  <a:pt x="332599" y="62119"/>
                </a:lnTo>
                <a:lnTo>
                  <a:pt x="332476" y="62691"/>
                </a:lnTo>
                <a:lnTo>
                  <a:pt x="332358" y="63265"/>
                </a:lnTo>
                <a:lnTo>
                  <a:pt x="332247" y="63841"/>
                </a:lnTo>
                <a:lnTo>
                  <a:pt x="332142" y="64418"/>
                </a:lnTo>
                <a:lnTo>
                  <a:pt x="332042" y="64998"/>
                </a:lnTo>
                <a:lnTo>
                  <a:pt x="331949" y="65579"/>
                </a:lnTo>
                <a:lnTo>
                  <a:pt x="331862" y="66162"/>
                </a:lnTo>
                <a:lnTo>
                  <a:pt x="331781" y="66747"/>
                </a:lnTo>
                <a:lnTo>
                  <a:pt x="331446" y="69560"/>
                </a:lnTo>
                <a:lnTo>
                  <a:pt x="331382" y="70107"/>
                </a:lnTo>
                <a:lnTo>
                  <a:pt x="331324" y="70653"/>
                </a:lnTo>
                <a:lnTo>
                  <a:pt x="331273" y="71198"/>
                </a:lnTo>
                <a:lnTo>
                  <a:pt x="331227" y="71743"/>
                </a:lnTo>
                <a:lnTo>
                  <a:pt x="331188" y="72288"/>
                </a:lnTo>
                <a:lnTo>
                  <a:pt x="331155" y="72831"/>
                </a:lnTo>
                <a:lnTo>
                  <a:pt x="331128" y="73374"/>
                </a:lnTo>
                <a:lnTo>
                  <a:pt x="331107" y="73917"/>
                </a:lnTo>
                <a:lnTo>
                  <a:pt x="331093" y="74459"/>
                </a:lnTo>
                <a:lnTo>
                  <a:pt x="331084" y="75000"/>
                </a:lnTo>
                <a:lnTo>
                  <a:pt x="331082" y="75541"/>
                </a:lnTo>
                <a:lnTo>
                  <a:pt x="331086" y="76081"/>
                </a:lnTo>
                <a:lnTo>
                  <a:pt x="331096" y="76621"/>
                </a:lnTo>
                <a:lnTo>
                  <a:pt x="331112" y="77160"/>
                </a:lnTo>
                <a:lnTo>
                  <a:pt x="331135" y="77699"/>
                </a:lnTo>
                <a:lnTo>
                  <a:pt x="331163" y="78237"/>
                </a:lnTo>
                <a:lnTo>
                  <a:pt x="331198" y="78774"/>
                </a:lnTo>
                <a:lnTo>
                  <a:pt x="331239" y="79311"/>
                </a:lnTo>
                <a:lnTo>
                  <a:pt x="331286" y="79847"/>
                </a:lnTo>
                <a:lnTo>
                  <a:pt x="331339" y="80382"/>
                </a:lnTo>
                <a:lnTo>
                  <a:pt x="331398" y="80917"/>
                </a:lnTo>
                <a:lnTo>
                  <a:pt x="331464" y="81452"/>
                </a:lnTo>
                <a:lnTo>
                  <a:pt x="331535" y="81986"/>
                </a:lnTo>
                <a:lnTo>
                  <a:pt x="331613" y="82519"/>
                </a:lnTo>
                <a:lnTo>
                  <a:pt x="331698" y="83050"/>
                </a:lnTo>
                <a:lnTo>
                  <a:pt x="331789" y="83577"/>
                </a:lnTo>
                <a:lnTo>
                  <a:pt x="331887" y="84099"/>
                </a:lnTo>
                <a:lnTo>
                  <a:pt x="331992" y="84617"/>
                </a:lnTo>
                <a:lnTo>
                  <a:pt x="332104" y="85132"/>
                </a:lnTo>
                <a:lnTo>
                  <a:pt x="332222" y="85641"/>
                </a:lnTo>
                <a:lnTo>
                  <a:pt x="332348" y="86147"/>
                </a:lnTo>
                <a:lnTo>
                  <a:pt x="332480" y="86649"/>
                </a:lnTo>
                <a:lnTo>
                  <a:pt x="332619" y="87146"/>
                </a:lnTo>
                <a:lnTo>
                  <a:pt x="332766" y="87639"/>
                </a:lnTo>
                <a:lnTo>
                  <a:pt x="332918" y="88128"/>
                </a:lnTo>
                <a:lnTo>
                  <a:pt x="333078" y="88613"/>
                </a:lnTo>
                <a:lnTo>
                  <a:pt x="333245" y="89094"/>
                </a:lnTo>
                <a:lnTo>
                  <a:pt x="333418" y="89570"/>
                </a:lnTo>
                <a:lnTo>
                  <a:pt x="333599" y="90043"/>
                </a:lnTo>
                <a:lnTo>
                  <a:pt x="333786" y="90511"/>
                </a:lnTo>
                <a:lnTo>
                  <a:pt x="333980" y="90975"/>
                </a:lnTo>
                <a:lnTo>
                  <a:pt x="334181" y="91434"/>
                </a:lnTo>
                <a:lnTo>
                  <a:pt x="334389" y="91890"/>
                </a:lnTo>
                <a:lnTo>
                  <a:pt x="334604" y="92341"/>
                </a:lnTo>
                <a:lnTo>
                  <a:pt x="334825" y="92788"/>
                </a:lnTo>
                <a:lnTo>
                  <a:pt x="335054" y="93231"/>
                </a:lnTo>
                <a:lnTo>
                  <a:pt x="335289" y="93670"/>
                </a:lnTo>
                <a:lnTo>
                  <a:pt x="335531" y="94105"/>
                </a:lnTo>
                <a:lnTo>
                  <a:pt x="335780" y="94534"/>
                </a:lnTo>
                <a:lnTo>
                  <a:pt x="336038" y="94956"/>
                </a:lnTo>
                <a:lnTo>
                  <a:pt x="336302" y="95371"/>
                </a:lnTo>
                <a:lnTo>
                  <a:pt x="336575" y="95778"/>
                </a:lnTo>
                <a:lnTo>
                  <a:pt x="336855" y="96179"/>
                </a:lnTo>
                <a:lnTo>
                  <a:pt x="337143" y="96572"/>
                </a:lnTo>
                <a:lnTo>
                  <a:pt x="337438" y="96959"/>
                </a:lnTo>
                <a:lnTo>
                  <a:pt x="337741" y="97338"/>
                </a:lnTo>
                <a:lnTo>
                  <a:pt x="338052" y="97710"/>
                </a:lnTo>
                <a:lnTo>
                  <a:pt x="338370" y="98075"/>
                </a:lnTo>
                <a:lnTo>
                  <a:pt x="338697" y="98433"/>
                </a:lnTo>
                <a:lnTo>
                  <a:pt x="339030" y="98784"/>
                </a:lnTo>
                <a:lnTo>
                  <a:pt x="339372" y="99128"/>
                </a:lnTo>
                <a:lnTo>
                  <a:pt x="339721" y="99465"/>
                </a:lnTo>
                <a:lnTo>
                  <a:pt x="340078" y="99795"/>
                </a:lnTo>
                <a:lnTo>
                  <a:pt x="340442" y="100117"/>
                </a:lnTo>
                <a:lnTo>
                  <a:pt x="340814" y="100433"/>
                </a:lnTo>
                <a:lnTo>
                  <a:pt x="341194" y="100741"/>
                </a:lnTo>
                <a:lnTo>
                  <a:pt x="341582" y="101043"/>
                </a:lnTo>
                <a:lnTo>
                  <a:pt x="341977" y="101337"/>
                </a:lnTo>
                <a:lnTo>
                  <a:pt x="342380" y="101624"/>
                </a:lnTo>
                <a:lnTo>
                  <a:pt x="342790" y="101904"/>
                </a:lnTo>
                <a:lnTo>
                  <a:pt x="343209" y="102177"/>
                </a:lnTo>
                <a:lnTo>
                  <a:pt x="343635" y="102443"/>
                </a:lnTo>
                <a:lnTo>
                  <a:pt x="344068" y="102700"/>
                </a:lnTo>
                <a:lnTo>
                  <a:pt x="344511" y="102946"/>
                </a:lnTo>
                <a:lnTo>
                  <a:pt x="344961" y="103181"/>
                </a:lnTo>
                <a:lnTo>
                  <a:pt x="345420" y="103406"/>
                </a:lnTo>
                <a:lnTo>
                  <a:pt x="345888" y="103621"/>
                </a:lnTo>
                <a:lnTo>
                  <a:pt x="346364" y="103824"/>
                </a:lnTo>
                <a:lnTo>
                  <a:pt x="346848" y="104017"/>
                </a:lnTo>
                <a:lnTo>
                  <a:pt x="347340" y="104199"/>
                </a:lnTo>
                <a:lnTo>
                  <a:pt x="347841" y="104370"/>
                </a:lnTo>
                <a:lnTo>
                  <a:pt x="348350" y="104531"/>
                </a:lnTo>
                <a:lnTo>
                  <a:pt x="348868" y="104681"/>
                </a:lnTo>
                <a:lnTo>
                  <a:pt x="349394" y="104820"/>
                </a:lnTo>
                <a:lnTo>
                  <a:pt x="349928" y="104949"/>
                </a:lnTo>
                <a:lnTo>
                  <a:pt x="350471" y="105067"/>
                </a:lnTo>
                <a:lnTo>
                  <a:pt x="351022" y="105174"/>
                </a:lnTo>
                <a:lnTo>
                  <a:pt x="351582" y="105270"/>
                </a:lnTo>
                <a:lnTo>
                  <a:pt x="352150" y="105356"/>
                </a:lnTo>
                <a:lnTo>
                  <a:pt x="352726" y="105431"/>
                </a:lnTo>
                <a:lnTo>
                  <a:pt x="353310" y="105496"/>
                </a:lnTo>
                <a:lnTo>
                  <a:pt x="353903" y="105549"/>
                </a:lnTo>
                <a:lnTo>
                  <a:pt x="354505" y="105592"/>
                </a:lnTo>
                <a:lnTo>
                  <a:pt x="355114" y="105625"/>
                </a:lnTo>
                <a:lnTo>
                  <a:pt x="355732" y="105646"/>
                </a:lnTo>
                <a:lnTo>
                  <a:pt x="356359" y="105657"/>
                </a:lnTo>
                <a:lnTo>
                  <a:pt x="356955" y="105658"/>
                </a:lnTo>
                <a:lnTo>
                  <a:pt x="357548" y="105647"/>
                </a:lnTo>
                <a:lnTo>
                  <a:pt x="358138" y="105626"/>
                </a:lnTo>
                <a:lnTo>
                  <a:pt x="358725" y="105595"/>
                </a:lnTo>
                <a:lnTo>
                  <a:pt x="359310" y="105553"/>
                </a:lnTo>
                <a:lnTo>
                  <a:pt x="359892" y="105500"/>
                </a:lnTo>
                <a:lnTo>
                  <a:pt x="360471" y="105437"/>
                </a:lnTo>
                <a:lnTo>
                  <a:pt x="361047" y="105363"/>
                </a:lnTo>
                <a:lnTo>
                  <a:pt x="361620" y="105279"/>
                </a:lnTo>
                <a:lnTo>
                  <a:pt x="362191" y="105184"/>
                </a:lnTo>
                <a:lnTo>
                  <a:pt x="362759" y="105079"/>
                </a:lnTo>
                <a:lnTo>
                  <a:pt x="363324" y="104962"/>
                </a:lnTo>
                <a:lnTo>
                  <a:pt x="363886" y="104836"/>
                </a:lnTo>
                <a:lnTo>
                  <a:pt x="364446" y="104699"/>
                </a:lnTo>
                <a:lnTo>
                  <a:pt x="365002" y="104551"/>
                </a:lnTo>
                <a:lnTo>
                  <a:pt x="365556" y="104392"/>
                </a:lnTo>
                <a:lnTo>
                  <a:pt x="366107" y="104223"/>
                </a:lnTo>
                <a:lnTo>
                  <a:pt x="366656" y="104044"/>
                </a:lnTo>
                <a:lnTo>
                  <a:pt x="367201" y="103854"/>
                </a:lnTo>
                <a:lnTo>
                  <a:pt x="367744" y="103653"/>
                </a:lnTo>
                <a:lnTo>
                  <a:pt x="368284" y="103442"/>
                </a:lnTo>
                <a:lnTo>
                  <a:pt x="368821" y="103220"/>
                </a:lnTo>
                <a:lnTo>
                  <a:pt x="369355" y="102987"/>
                </a:lnTo>
                <a:lnTo>
                  <a:pt x="369887" y="102744"/>
                </a:lnTo>
                <a:lnTo>
                  <a:pt x="370414" y="102492"/>
                </a:lnTo>
                <a:lnTo>
                  <a:pt x="370934" y="102231"/>
                </a:lnTo>
                <a:lnTo>
                  <a:pt x="371447" y="101962"/>
                </a:lnTo>
                <a:lnTo>
                  <a:pt x="371953" y="101685"/>
                </a:lnTo>
                <a:lnTo>
                  <a:pt x="372452" y="101399"/>
                </a:lnTo>
                <a:lnTo>
                  <a:pt x="372945" y="101105"/>
                </a:lnTo>
                <a:lnTo>
                  <a:pt x="373430" y="100803"/>
                </a:lnTo>
                <a:lnTo>
                  <a:pt x="373909" y="100493"/>
                </a:lnTo>
                <a:lnTo>
                  <a:pt x="374381" y="100175"/>
                </a:lnTo>
                <a:lnTo>
                  <a:pt x="374846" y="99848"/>
                </a:lnTo>
                <a:lnTo>
                  <a:pt x="375304" y="99513"/>
                </a:lnTo>
                <a:lnTo>
                  <a:pt x="375755" y="99170"/>
                </a:lnTo>
                <a:lnTo>
                  <a:pt x="376200" y="98818"/>
                </a:lnTo>
                <a:lnTo>
                  <a:pt x="376637" y="98458"/>
                </a:lnTo>
                <a:lnTo>
                  <a:pt x="377068" y="98090"/>
                </a:lnTo>
                <a:lnTo>
                  <a:pt x="377492" y="97714"/>
                </a:lnTo>
                <a:lnTo>
                  <a:pt x="377909" y="97329"/>
                </a:lnTo>
                <a:lnTo>
                  <a:pt x="378319" y="96936"/>
                </a:lnTo>
                <a:lnTo>
                  <a:pt x="378722" y="96535"/>
                </a:lnTo>
                <a:lnTo>
                  <a:pt x="379119" y="96126"/>
                </a:lnTo>
                <a:lnTo>
                  <a:pt x="379508" y="95709"/>
                </a:lnTo>
                <a:lnTo>
                  <a:pt x="379891" y="95283"/>
                </a:lnTo>
                <a:lnTo>
                  <a:pt x="380267" y="94849"/>
                </a:lnTo>
                <a:lnTo>
                  <a:pt x="380636" y="94406"/>
                </a:lnTo>
                <a:lnTo>
                  <a:pt x="380996" y="93957"/>
                </a:lnTo>
                <a:lnTo>
                  <a:pt x="381346" y="93501"/>
                </a:lnTo>
                <a:lnTo>
                  <a:pt x="381685" y="93039"/>
                </a:lnTo>
                <a:lnTo>
                  <a:pt x="382013" y="92570"/>
                </a:lnTo>
                <a:lnTo>
                  <a:pt x="382331" y="92095"/>
                </a:lnTo>
                <a:lnTo>
                  <a:pt x="382639" y="91614"/>
                </a:lnTo>
                <a:lnTo>
                  <a:pt x="382935" y="91127"/>
                </a:lnTo>
                <a:lnTo>
                  <a:pt x="383222" y="90634"/>
                </a:lnTo>
                <a:lnTo>
                  <a:pt x="383497" y="90134"/>
                </a:lnTo>
                <a:lnTo>
                  <a:pt x="383762" y="89628"/>
                </a:lnTo>
                <a:lnTo>
                  <a:pt x="384017" y="89115"/>
                </a:lnTo>
                <a:lnTo>
                  <a:pt x="384261" y="88597"/>
                </a:lnTo>
                <a:lnTo>
                  <a:pt x="384494" y="88072"/>
                </a:lnTo>
                <a:lnTo>
                  <a:pt x="384717" y="87540"/>
                </a:lnTo>
                <a:lnTo>
                  <a:pt x="384929" y="87003"/>
                </a:lnTo>
                <a:lnTo>
                  <a:pt x="385130" y="86459"/>
                </a:lnTo>
                <a:lnTo>
                  <a:pt x="385321" y="85909"/>
                </a:lnTo>
                <a:lnTo>
                  <a:pt x="385502" y="85353"/>
                </a:lnTo>
                <a:lnTo>
                  <a:pt x="385671" y="84790"/>
                </a:lnTo>
                <a:lnTo>
                  <a:pt x="385831" y="84221"/>
                </a:lnTo>
                <a:lnTo>
                  <a:pt x="385979" y="83646"/>
                </a:lnTo>
                <a:lnTo>
                  <a:pt x="386117" y="83064"/>
                </a:lnTo>
                <a:lnTo>
                  <a:pt x="386245" y="82477"/>
                </a:lnTo>
                <a:lnTo>
                  <a:pt x="386362" y="81883"/>
                </a:lnTo>
                <a:lnTo>
                  <a:pt x="378794" y="81950"/>
                </a:lnTo>
                <a:lnTo>
                  <a:pt x="378674" y="82372"/>
                </a:lnTo>
                <a:lnTo>
                  <a:pt x="378547" y="82789"/>
                </a:lnTo>
                <a:lnTo>
                  <a:pt x="378415" y="83202"/>
                </a:lnTo>
                <a:lnTo>
                  <a:pt x="378276" y="83611"/>
                </a:lnTo>
                <a:lnTo>
                  <a:pt x="378131" y="84015"/>
                </a:lnTo>
                <a:lnTo>
                  <a:pt x="377980" y="84415"/>
                </a:lnTo>
                <a:lnTo>
                  <a:pt x="377823" y="84810"/>
                </a:lnTo>
                <a:lnTo>
                  <a:pt x="377659" y="85201"/>
                </a:lnTo>
                <a:lnTo>
                  <a:pt x="377490" y="85588"/>
                </a:lnTo>
                <a:lnTo>
                  <a:pt x="377314" y="85970"/>
                </a:lnTo>
                <a:lnTo>
                  <a:pt x="377132" y="86348"/>
                </a:lnTo>
                <a:lnTo>
                  <a:pt x="376944" y="86721"/>
                </a:lnTo>
                <a:lnTo>
                  <a:pt x="376750" y="87090"/>
                </a:lnTo>
                <a:lnTo>
                  <a:pt x="376549" y="87455"/>
                </a:lnTo>
                <a:lnTo>
                  <a:pt x="376343" y="87815"/>
                </a:lnTo>
                <a:lnTo>
                  <a:pt x="376130" y="88171"/>
                </a:lnTo>
                <a:lnTo>
                  <a:pt x="375911" y="88522"/>
                </a:lnTo>
                <a:lnTo>
                  <a:pt x="375686" y="88869"/>
                </a:lnTo>
                <a:lnTo>
                  <a:pt x="375455" y="89211"/>
                </a:lnTo>
                <a:lnTo>
                  <a:pt x="375218" y="89549"/>
                </a:lnTo>
                <a:lnTo>
                  <a:pt x="374974" y="89883"/>
                </a:lnTo>
                <a:lnTo>
                  <a:pt x="374724" y="90212"/>
                </a:lnTo>
                <a:lnTo>
                  <a:pt x="374469" y="90536"/>
                </a:lnTo>
                <a:lnTo>
                  <a:pt x="374207" y="90857"/>
                </a:lnTo>
                <a:lnTo>
                  <a:pt x="373939" y="91172"/>
                </a:lnTo>
                <a:lnTo>
                  <a:pt x="373667" y="91481"/>
                </a:lnTo>
                <a:lnTo>
                  <a:pt x="373390" y="91784"/>
                </a:lnTo>
                <a:lnTo>
                  <a:pt x="373109" y="92081"/>
                </a:lnTo>
                <a:lnTo>
                  <a:pt x="372823" y="92372"/>
                </a:lnTo>
                <a:lnTo>
                  <a:pt x="372532" y="92657"/>
                </a:lnTo>
                <a:lnTo>
                  <a:pt x="372237" y="92935"/>
                </a:lnTo>
                <a:lnTo>
                  <a:pt x="371937" y="93208"/>
                </a:lnTo>
                <a:lnTo>
                  <a:pt x="371632" y="93475"/>
                </a:lnTo>
                <a:lnTo>
                  <a:pt x="371323" y="93736"/>
                </a:lnTo>
                <a:lnTo>
                  <a:pt x="371009" y="93990"/>
                </a:lnTo>
                <a:lnTo>
                  <a:pt x="370691" y="94239"/>
                </a:lnTo>
                <a:lnTo>
                  <a:pt x="370367" y="94481"/>
                </a:lnTo>
                <a:lnTo>
                  <a:pt x="370040" y="94718"/>
                </a:lnTo>
                <a:lnTo>
                  <a:pt x="369707" y="94948"/>
                </a:lnTo>
                <a:lnTo>
                  <a:pt x="369370" y="95173"/>
                </a:lnTo>
                <a:lnTo>
                  <a:pt x="369028" y="95391"/>
                </a:lnTo>
                <a:lnTo>
                  <a:pt x="368682" y="95603"/>
                </a:lnTo>
                <a:lnTo>
                  <a:pt x="368330" y="95810"/>
                </a:lnTo>
                <a:lnTo>
                  <a:pt x="367975" y="96010"/>
                </a:lnTo>
                <a:lnTo>
                  <a:pt x="367614" y="96204"/>
                </a:lnTo>
                <a:lnTo>
                  <a:pt x="367249" y="96392"/>
                </a:lnTo>
                <a:lnTo>
                  <a:pt x="366879" y="96574"/>
                </a:lnTo>
                <a:lnTo>
                  <a:pt x="366505" y="96750"/>
                </a:lnTo>
                <a:lnTo>
                  <a:pt x="366127" y="96919"/>
                </a:lnTo>
                <a:lnTo>
                  <a:pt x="365746" y="97081"/>
                </a:lnTo>
                <a:lnTo>
                  <a:pt x="365362" y="97236"/>
                </a:lnTo>
                <a:lnTo>
                  <a:pt x="364975" y="97383"/>
                </a:lnTo>
                <a:lnTo>
                  <a:pt x="364585" y="97522"/>
                </a:lnTo>
                <a:lnTo>
                  <a:pt x="364192" y="97654"/>
                </a:lnTo>
                <a:lnTo>
                  <a:pt x="363797" y="97779"/>
                </a:lnTo>
                <a:lnTo>
                  <a:pt x="363398" y="97896"/>
                </a:lnTo>
                <a:lnTo>
                  <a:pt x="362997" y="98006"/>
                </a:lnTo>
                <a:lnTo>
                  <a:pt x="362593" y="98108"/>
                </a:lnTo>
                <a:lnTo>
                  <a:pt x="362185" y="98203"/>
                </a:lnTo>
                <a:lnTo>
                  <a:pt x="361775" y="98291"/>
                </a:lnTo>
                <a:lnTo>
                  <a:pt x="361362" y="98371"/>
                </a:lnTo>
                <a:lnTo>
                  <a:pt x="360946" y="98443"/>
                </a:lnTo>
                <a:lnTo>
                  <a:pt x="360527" y="98508"/>
                </a:lnTo>
                <a:lnTo>
                  <a:pt x="360106" y="98566"/>
                </a:lnTo>
                <a:lnTo>
                  <a:pt x="359681" y="98616"/>
                </a:lnTo>
                <a:lnTo>
                  <a:pt x="359253" y="98659"/>
                </a:lnTo>
                <a:lnTo>
                  <a:pt x="358823" y="98694"/>
                </a:lnTo>
                <a:lnTo>
                  <a:pt x="358389" y="98722"/>
                </a:lnTo>
                <a:lnTo>
                  <a:pt x="357953" y="98743"/>
                </a:lnTo>
                <a:lnTo>
                  <a:pt x="357514" y="98756"/>
                </a:lnTo>
                <a:lnTo>
                  <a:pt x="357072" y="98761"/>
                </a:lnTo>
                <a:lnTo>
                  <a:pt x="356627" y="98759"/>
                </a:lnTo>
                <a:lnTo>
                  <a:pt x="356123" y="98749"/>
                </a:lnTo>
                <a:lnTo>
                  <a:pt x="355627" y="98730"/>
                </a:lnTo>
                <a:lnTo>
                  <a:pt x="355139" y="98702"/>
                </a:lnTo>
                <a:lnTo>
                  <a:pt x="354660" y="98664"/>
                </a:lnTo>
                <a:lnTo>
                  <a:pt x="354188" y="98618"/>
                </a:lnTo>
                <a:close/>
                <a:moveTo>
                  <a:pt x="544071" y="72163"/>
                </a:moveTo>
                <a:lnTo>
                  <a:pt x="544042" y="72720"/>
                </a:lnTo>
                <a:lnTo>
                  <a:pt x="544021" y="73276"/>
                </a:lnTo>
                <a:lnTo>
                  <a:pt x="544006" y="73831"/>
                </a:lnTo>
                <a:lnTo>
                  <a:pt x="543998" y="74385"/>
                </a:lnTo>
                <a:lnTo>
                  <a:pt x="543998" y="74938"/>
                </a:lnTo>
                <a:lnTo>
                  <a:pt x="544004" y="75489"/>
                </a:lnTo>
                <a:lnTo>
                  <a:pt x="544017" y="76040"/>
                </a:lnTo>
                <a:lnTo>
                  <a:pt x="544038" y="76589"/>
                </a:lnTo>
                <a:lnTo>
                  <a:pt x="544065" y="77137"/>
                </a:lnTo>
                <a:lnTo>
                  <a:pt x="544099" y="77683"/>
                </a:lnTo>
                <a:lnTo>
                  <a:pt x="544140" y="78229"/>
                </a:lnTo>
                <a:lnTo>
                  <a:pt x="544188" y="78774"/>
                </a:lnTo>
                <a:lnTo>
                  <a:pt x="544243" y="79317"/>
                </a:lnTo>
                <a:lnTo>
                  <a:pt x="544305" y="79859"/>
                </a:lnTo>
                <a:lnTo>
                  <a:pt x="544374" y="80400"/>
                </a:lnTo>
                <a:lnTo>
                  <a:pt x="544450" y="80940"/>
                </a:lnTo>
                <a:lnTo>
                  <a:pt x="544534" y="81479"/>
                </a:lnTo>
                <a:lnTo>
                  <a:pt x="544623" y="82016"/>
                </a:lnTo>
                <a:lnTo>
                  <a:pt x="544720" y="82552"/>
                </a:lnTo>
                <a:lnTo>
                  <a:pt x="544824" y="83086"/>
                </a:lnTo>
                <a:lnTo>
                  <a:pt x="544936" y="83615"/>
                </a:lnTo>
                <a:lnTo>
                  <a:pt x="545054" y="84140"/>
                </a:lnTo>
                <a:lnTo>
                  <a:pt x="545179" y="84661"/>
                </a:lnTo>
                <a:lnTo>
                  <a:pt x="545311" y="85177"/>
                </a:lnTo>
                <a:lnTo>
                  <a:pt x="545451" y="85690"/>
                </a:lnTo>
                <a:lnTo>
                  <a:pt x="545597" y="86197"/>
                </a:lnTo>
                <a:lnTo>
                  <a:pt x="545751" y="86701"/>
                </a:lnTo>
                <a:lnTo>
                  <a:pt x="545912" y="87200"/>
                </a:lnTo>
                <a:lnTo>
                  <a:pt x="546080" y="87695"/>
                </a:lnTo>
                <a:lnTo>
                  <a:pt x="546255" y="88186"/>
                </a:lnTo>
                <a:lnTo>
                  <a:pt x="546437" y="88672"/>
                </a:lnTo>
                <a:lnTo>
                  <a:pt x="546626" y="89154"/>
                </a:lnTo>
                <a:lnTo>
                  <a:pt x="546822" y="89632"/>
                </a:lnTo>
                <a:lnTo>
                  <a:pt x="547025" y="90105"/>
                </a:lnTo>
                <a:lnTo>
                  <a:pt x="547236" y="90574"/>
                </a:lnTo>
                <a:lnTo>
                  <a:pt x="547453" y="91039"/>
                </a:lnTo>
                <a:lnTo>
                  <a:pt x="547678" y="91499"/>
                </a:lnTo>
                <a:lnTo>
                  <a:pt x="547909" y="91955"/>
                </a:lnTo>
                <a:lnTo>
                  <a:pt x="548148" y="92407"/>
                </a:lnTo>
                <a:lnTo>
                  <a:pt x="548394" y="92855"/>
                </a:lnTo>
                <a:lnTo>
                  <a:pt x="548647" y="93298"/>
                </a:lnTo>
                <a:lnTo>
                  <a:pt x="548907" y="93737"/>
                </a:lnTo>
                <a:lnTo>
                  <a:pt x="549174" y="94172"/>
                </a:lnTo>
                <a:lnTo>
                  <a:pt x="549448" y="94601"/>
                </a:lnTo>
                <a:lnTo>
                  <a:pt x="549730" y="95022"/>
                </a:lnTo>
                <a:lnTo>
                  <a:pt x="550019" y="95437"/>
                </a:lnTo>
                <a:lnTo>
                  <a:pt x="550315" y="95844"/>
                </a:lnTo>
                <a:lnTo>
                  <a:pt x="550619" y="96244"/>
                </a:lnTo>
                <a:lnTo>
                  <a:pt x="550930" y="96637"/>
                </a:lnTo>
                <a:lnTo>
                  <a:pt x="551248" y="97023"/>
                </a:lnTo>
                <a:lnTo>
                  <a:pt x="551574" y="97401"/>
                </a:lnTo>
                <a:lnTo>
                  <a:pt x="551907" y="97773"/>
                </a:lnTo>
                <a:lnTo>
                  <a:pt x="552247" y="98137"/>
                </a:lnTo>
                <a:lnTo>
                  <a:pt x="552595" y="98493"/>
                </a:lnTo>
                <a:lnTo>
                  <a:pt x="552949" y="98843"/>
                </a:lnTo>
                <a:lnTo>
                  <a:pt x="553312" y="99185"/>
                </a:lnTo>
                <a:lnTo>
                  <a:pt x="553681" y="99521"/>
                </a:lnTo>
                <a:lnTo>
                  <a:pt x="554058" y="99849"/>
                </a:lnTo>
                <a:lnTo>
                  <a:pt x="554442" y="100169"/>
                </a:lnTo>
                <a:lnTo>
                  <a:pt x="554834" y="100483"/>
                </a:lnTo>
                <a:lnTo>
                  <a:pt x="555233" y="100789"/>
                </a:lnTo>
                <a:lnTo>
                  <a:pt x="555639" y="101089"/>
                </a:lnTo>
                <a:lnTo>
                  <a:pt x="556052" y="101380"/>
                </a:lnTo>
                <a:lnTo>
                  <a:pt x="556473" y="101665"/>
                </a:lnTo>
                <a:lnTo>
                  <a:pt x="556901" y="101943"/>
                </a:lnTo>
                <a:lnTo>
                  <a:pt x="557337" y="102213"/>
                </a:lnTo>
                <a:lnTo>
                  <a:pt x="557780" y="102476"/>
                </a:lnTo>
                <a:lnTo>
                  <a:pt x="558230" y="102730"/>
                </a:lnTo>
                <a:lnTo>
                  <a:pt x="558688" y="102974"/>
                </a:lnTo>
                <a:lnTo>
                  <a:pt x="559154" y="103207"/>
                </a:lnTo>
                <a:lnTo>
                  <a:pt x="559627" y="103430"/>
                </a:lnTo>
                <a:lnTo>
                  <a:pt x="560108" y="103641"/>
                </a:lnTo>
                <a:lnTo>
                  <a:pt x="560597" y="103843"/>
                </a:lnTo>
                <a:lnTo>
                  <a:pt x="561093" y="104034"/>
                </a:lnTo>
                <a:lnTo>
                  <a:pt x="561597" y="104214"/>
                </a:lnTo>
                <a:lnTo>
                  <a:pt x="562109" y="104383"/>
                </a:lnTo>
                <a:lnTo>
                  <a:pt x="562628" y="104542"/>
                </a:lnTo>
                <a:lnTo>
                  <a:pt x="563155" y="104691"/>
                </a:lnTo>
                <a:lnTo>
                  <a:pt x="563690" y="104829"/>
                </a:lnTo>
                <a:lnTo>
                  <a:pt x="564232" y="104956"/>
                </a:lnTo>
                <a:lnTo>
                  <a:pt x="564782" y="105072"/>
                </a:lnTo>
                <a:lnTo>
                  <a:pt x="565340" y="105179"/>
                </a:lnTo>
                <a:lnTo>
                  <a:pt x="565906" y="105274"/>
                </a:lnTo>
                <a:lnTo>
                  <a:pt x="566479" y="105359"/>
                </a:lnTo>
                <a:lnTo>
                  <a:pt x="567059" y="105433"/>
                </a:lnTo>
                <a:lnTo>
                  <a:pt x="567648" y="105497"/>
                </a:lnTo>
                <a:lnTo>
                  <a:pt x="568244" y="105550"/>
                </a:lnTo>
                <a:lnTo>
                  <a:pt x="568848" y="105593"/>
                </a:lnTo>
                <a:lnTo>
                  <a:pt x="569459" y="105625"/>
                </a:lnTo>
                <a:lnTo>
                  <a:pt x="570078" y="105646"/>
                </a:lnTo>
                <a:lnTo>
                  <a:pt x="570705" y="105657"/>
                </a:lnTo>
                <a:lnTo>
                  <a:pt x="571344" y="105658"/>
                </a:lnTo>
                <a:lnTo>
                  <a:pt x="571979" y="105647"/>
                </a:lnTo>
                <a:lnTo>
                  <a:pt x="572608" y="105626"/>
                </a:lnTo>
                <a:lnTo>
                  <a:pt x="573233" y="105595"/>
                </a:lnTo>
                <a:lnTo>
                  <a:pt x="573853" y="105553"/>
                </a:lnTo>
                <a:lnTo>
                  <a:pt x="574468" y="105500"/>
                </a:lnTo>
                <a:lnTo>
                  <a:pt x="575078" y="105437"/>
                </a:lnTo>
                <a:lnTo>
                  <a:pt x="575683" y="105363"/>
                </a:lnTo>
                <a:lnTo>
                  <a:pt x="576284" y="105279"/>
                </a:lnTo>
                <a:lnTo>
                  <a:pt x="576879" y="105184"/>
                </a:lnTo>
                <a:lnTo>
                  <a:pt x="577469" y="105079"/>
                </a:lnTo>
                <a:lnTo>
                  <a:pt x="578055" y="104962"/>
                </a:lnTo>
                <a:lnTo>
                  <a:pt x="578636" y="104836"/>
                </a:lnTo>
                <a:lnTo>
                  <a:pt x="579212" y="104699"/>
                </a:lnTo>
                <a:lnTo>
                  <a:pt x="579783" y="104551"/>
                </a:lnTo>
                <a:lnTo>
                  <a:pt x="580349" y="104392"/>
                </a:lnTo>
                <a:lnTo>
                  <a:pt x="580910" y="104223"/>
                </a:lnTo>
                <a:lnTo>
                  <a:pt x="581466" y="104044"/>
                </a:lnTo>
                <a:lnTo>
                  <a:pt x="582018" y="103854"/>
                </a:lnTo>
                <a:lnTo>
                  <a:pt x="582564" y="103653"/>
                </a:lnTo>
                <a:lnTo>
                  <a:pt x="583106" y="103442"/>
                </a:lnTo>
                <a:lnTo>
                  <a:pt x="583643" y="103220"/>
                </a:lnTo>
                <a:lnTo>
                  <a:pt x="584175" y="102987"/>
                </a:lnTo>
                <a:lnTo>
                  <a:pt x="584702" y="102744"/>
                </a:lnTo>
                <a:lnTo>
                  <a:pt x="585224" y="102492"/>
                </a:lnTo>
                <a:lnTo>
                  <a:pt x="585740" y="102232"/>
                </a:lnTo>
                <a:lnTo>
                  <a:pt x="586250" y="101964"/>
                </a:lnTo>
                <a:lnTo>
                  <a:pt x="586755" y="101689"/>
                </a:lnTo>
                <a:lnTo>
                  <a:pt x="587254" y="101406"/>
                </a:lnTo>
                <a:lnTo>
                  <a:pt x="587747" y="101116"/>
                </a:lnTo>
                <a:lnTo>
                  <a:pt x="588235" y="100818"/>
                </a:lnTo>
                <a:lnTo>
                  <a:pt x="588716" y="100512"/>
                </a:lnTo>
                <a:lnTo>
                  <a:pt x="589193" y="100198"/>
                </a:lnTo>
                <a:lnTo>
                  <a:pt x="589663" y="99877"/>
                </a:lnTo>
                <a:lnTo>
                  <a:pt x="590128" y="99548"/>
                </a:lnTo>
                <a:lnTo>
                  <a:pt x="590587" y="99211"/>
                </a:lnTo>
                <a:lnTo>
                  <a:pt x="591040" y="98867"/>
                </a:lnTo>
                <a:lnTo>
                  <a:pt x="591488" y="98515"/>
                </a:lnTo>
                <a:lnTo>
                  <a:pt x="591930" y="98156"/>
                </a:lnTo>
                <a:lnTo>
                  <a:pt x="592366" y="97788"/>
                </a:lnTo>
                <a:lnTo>
                  <a:pt x="592797" y="97413"/>
                </a:lnTo>
                <a:lnTo>
                  <a:pt x="593222" y="97031"/>
                </a:lnTo>
                <a:lnTo>
                  <a:pt x="593641" y="96640"/>
                </a:lnTo>
                <a:lnTo>
                  <a:pt x="594055" y="96242"/>
                </a:lnTo>
                <a:lnTo>
                  <a:pt x="594462" y="95837"/>
                </a:lnTo>
                <a:lnTo>
                  <a:pt x="594864" y="95423"/>
                </a:lnTo>
                <a:lnTo>
                  <a:pt x="595261" y="95002"/>
                </a:lnTo>
                <a:lnTo>
                  <a:pt x="595652" y="94574"/>
                </a:lnTo>
                <a:lnTo>
                  <a:pt x="596036" y="94139"/>
                </a:lnTo>
                <a:lnTo>
                  <a:pt x="596415" y="93699"/>
                </a:lnTo>
                <a:lnTo>
                  <a:pt x="596788" y="93254"/>
                </a:lnTo>
                <a:lnTo>
                  <a:pt x="597155" y="92805"/>
                </a:lnTo>
                <a:lnTo>
                  <a:pt x="597515" y="92350"/>
                </a:lnTo>
                <a:lnTo>
                  <a:pt x="597870" y="91891"/>
                </a:lnTo>
                <a:lnTo>
                  <a:pt x="598219" y="91426"/>
                </a:lnTo>
                <a:lnTo>
                  <a:pt x="598561" y="90957"/>
                </a:lnTo>
                <a:lnTo>
                  <a:pt x="598898" y="90483"/>
                </a:lnTo>
                <a:lnTo>
                  <a:pt x="599228" y="90004"/>
                </a:lnTo>
                <a:lnTo>
                  <a:pt x="599552" y="89521"/>
                </a:lnTo>
                <a:lnTo>
                  <a:pt x="599871" y="89032"/>
                </a:lnTo>
                <a:lnTo>
                  <a:pt x="600183" y="88538"/>
                </a:lnTo>
                <a:lnTo>
                  <a:pt x="600489" y="88040"/>
                </a:lnTo>
                <a:lnTo>
                  <a:pt x="600790" y="87537"/>
                </a:lnTo>
                <a:lnTo>
                  <a:pt x="601084" y="87028"/>
                </a:lnTo>
                <a:lnTo>
                  <a:pt x="601372" y="86515"/>
                </a:lnTo>
                <a:lnTo>
                  <a:pt x="601654" y="85997"/>
                </a:lnTo>
                <a:lnTo>
                  <a:pt x="601930" y="85474"/>
                </a:lnTo>
                <a:lnTo>
                  <a:pt x="602200" y="84947"/>
                </a:lnTo>
                <a:lnTo>
                  <a:pt x="602464" y="84414"/>
                </a:lnTo>
                <a:lnTo>
                  <a:pt x="602722" y="83877"/>
                </a:lnTo>
                <a:lnTo>
                  <a:pt x="602974" y="83334"/>
                </a:lnTo>
                <a:lnTo>
                  <a:pt x="603219" y="82787"/>
                </a:lnTo>
                <a:lnTo>
                  <a:pt x="603459" y="82236"/>
                </a:lnTo>
                <a:lnTo>
                  <a:pt x="603692" y="81684"/>
                </a:lnTo>
                <a:lnTo>
                  <a:pt x="603918" y="81130"/>
                </a:lnTo>
                <a:lnTo>
                  <a:pt x="604137" y="80574"/>
                </a:lnTo>
                <a:lnTo>
                  <a:pt x="604350" y="80016"/>
                </a:lnTo>
                <a:lnTo>
                  <a:pt x="604557" y="79457"/>
                </a:lnTo>
                <a:lnTo>
                  <a:pt x="604756" y="78896"/>
                </a:lnTo>
                <a:lnTo>
                  <a:pt x="604949" y="78333"/>
                </a:lnTo>
                <a:lnTo>
                  <a:pt x="605136" y="77769"/>
                </a:lnTo>
                <a:lnTo>
                  <a:pt x="605316" y="77202"/>
                </a:lnTo>
                <a:lnTo>
                  <a:pt x="605489" y="76634"/>
                </a:lnTo>
                <a:lnTo>
                  <a:pt x="605655" y="76065"/>
                </a:lnTo>
                <a:lnTo>
                  <a:pt x="605815" y="75493"/>
                </a:lnTo>
                <a:lnTo>
                  <a:pt x="605969" y="74920"/>
                </a:lnTo>
                <a:lnTo>
                  <a:pt x="606115" y="74345"/>
                </a:lnTo>
                <a:lnTo>
                  <a:pt x="606255" y="73768"/>
                </a:lnTo>
                <a:lnTo>
                  <a:pt x="606389" y="73190"/>
                </a:lnTo>
                <a:lnTo>
                  <a:pt x="606516" y="72609"/>
                </a:lnTo>
                <a:lnTo>
                  <a:pt x="606636" y="72027"/>
                </a:lnTo>
                <a:lnTo>
                  <a:pt x="606749" y="71444"/>
                </a:lnTo>
                <a:lnTo>
                  <a:pt x="606856" y="70858"/>
                </a:lnTo>
                <a:lnTo>
                  <a:pt x="606956" y="70271"/>
                </a:lnTo>
                <a:lnTo>
                  <a:pt x="607050" y="69682"/>
                </a:lnTo>
                <a:lnTo>
                  <a:pt x="607137" y="69091"/>
                </a:lnTo>
                <a:lnTo>
                  <a:pt x="607405" y="66948"/>
                </a:lnTo>
                <a:lnTo>
                  <a:pt x="607469" y="66385"/>
                </a:lnTo>
                <a:lnTo>
                  <a:pt x="607525" y="65823"/>
                </a:lnTo>
                <a:lnTo>
                  <a:pt x="607575" y="65262"/>
                </a:lnTo>
                <a:lnTo>
                  <a:pt x="607618" y="64702"/>
                </a:lnTo>
                <a:lnTo>
                  <a:pt x="607654" y="64143"/>
                </a:lnTo>
                <a:lnTo>
                  <a:pt x="607683" y="63585"/>
                </a:lnTo>
                <a:lnTo>
                  <a:pt x="607706" y="63028"/>
                </a:lnTo>
                <a:lnTo>
                  <a:pt x="607721" y="62472"/>
                </a:lnTo>
                <a:lnTo>
                  <a:pt x="607730" y="61918"/>
                </a:lnTo>
                <a:lnTo>
                  <a:pt x="607732" y="61364"/>
                </a:lnTo>
                <a:lnTo>
                  <a:pt x="607727" y="60811"/>
                </a:lnTo>
                <a:lnTo>
                  <a:pt x="607715" y="60260"/>
                </a:lnTo>
                <a:lnTo>
                  <a:pt x="607696" y="59709"/>
                </a:lnTo>
                <a:lnTo>
                  <a:pt x="607670" y="59159"/>
                </a:lnTo>
                <a:lnTo>
                  <a:pt x="607638" y="58611"/>
                </a:lnTo>
                <a:lnTo>
                  <a:pt x="607598" y="58064"/>
                </a:lnTo>
                <a:lnTo>
                  <a:pt x="607552" y="57517"/>
                </a:lnTo>
                <a:lnTo>
                  <a:pt x="607499" y="56972"/>
                </a:lnTo>
                <a:lnTo>
                  <a:pt x="607439" y="56427"/>
                </a:lnTo>
                <a:lnTo>
                  <a:pt x="607372" y="55884"/>
                </a:lnTo>
                <a:lnTo>
                  <a:pt x="607299" y="55342"/>
                </a:lnTo>
                <a:lnTo>
                  <a:pt x="607218" y="54801"/>
                </a:lnTo>
                <a:lnTo>
                  <a:pt x="607131" y="54261"/>
                </a:lnTo>
                <a:lnTo>
                  <a:pt x="607037" y="53722"/>
                </a:lnTo>
                <a:lnTo>
                  <a:pt x="606935" y="53185"/>
                </a:lnTo>
                <a:lnTo>
                  <a:pt x="606827" y="52653"/>
                </a:lnTo>
                <a:lnTo>
                  <a:pt x="606711" y="52125"/>
                </a:lnTo>
                <a:lnTo>
                  <a:pt x="606588" y="51602"/>
                </a:lnTo>
                <a:lnTo>
                  <a:pt x="606458" y="51083"/>
                </a:lnTo>
                <a:lnTo>
                  <a:pt x="606321" y="50568"/>
                </a:lnTo>
                <a:lnTo>
                  <a:pt x="606176" y="50057"/>
                </a:lnTo>
                <a:lnTo>
                  <a:pt x="606025" y="49551"/>
                </a:lnTo>
                <a:lnTo>
                  <a:pt x="605866" y="49049"/>
                </a:lnTo>
                <a:lnTo>
                  <a:pt x="605700" y="48551"/>
                </a:lnTo>
                <a:lnTo>
                  <a:pt x="605526" y="48058"/>
                </a:lnTo>
                <a:lnTo>
                  <a:pt x="605346" y="47569"/>
                </a:lnTo>
                <a:lnTo>
                  <a:pt x="605158" y="47084"/>
                </a:lnTo>
                <a:lnTo>
                  <a:pt x="604963" y="46603"/>
                </a:lnTo>
                <a:lnTo>
                  <a:pt x="604761" y="46127"/>
                </a:lnTo>
                <a:lnTo>
                  <a:pt x="604551" y="45655"/>
                </a:lnTo>
                <a:lnTo>
                  <a:pt x="604335" y="45188"/>
                </a:lnTo>
                <a:lnTo>
                  <a:pt x="604111" y="44725"/>
                </a:lnTo>
                <a:lnTo>
                  <a:pt x="603880" y="44266"/>
                </a:lnTo>
                <a:lnTo>
                  <a:pt x="603642" y="43811"/>
                </a:lnTo>
                <a:lnTo>
                  <a:pt x="603396" y="43361"/>
                </a:lnTo>
                <a:lnTo>
                  <a:pt x="603143" y="42914"/>
                </a:lnTo>
                <a:lnTo>
                  <a:pt x="602884" y="42473"/>
                </a:lnTo>
                <a:lnTo>
                  <a:pt x="602617" y="42035"/>
                </a:lnTo>
                <a:lnTo>
                  <a:pt x="602342" y="41604"/>
                </a:lnTo>
                <a:lnTo>
                  <a:pt x="602060" y="41179"/>
                </a:lnTo>
                <a:lnTo>
                  <a:pt x="601771" y="40762"/>
                </a:lnTo>
                <a:lnTo>
                  <a:pt x="601474" y="40353"/>
                </a:lnTo>
                <a:lnTo>
                  <a:pt x="601170" y="39950"/>
                </a:lnTo>
                <a:lnTo>
                  <a:pt x="600859" y="39555"/>
                </a:lnTo>
                <a:lnTo>
                  <a:pt x="600540" y="39168"/>
                </a:lnTo>
                <a:lnTo>
                  <a:pt x="600213" y="38787"/>
                </a:lnTo>
                <a:lnTo>
                  <a:pt x="599879" y="38414"/>
                </a:lnTo>
                <a:lnTo>
                  <a:pt x="599538" y="38048"/>
                </a:lnTo>
                <a:lnTo>
                  <a:pt x="599189" y="37690"/>
                </a:lnTo>
                <a:lnTo>
                  <a:pt x="598833" y="37339"/>
                </a:lnTo>
                <a:lnTo>
                  <a:pt x="598469" y="36995"/>
                </a:lnTo>
                <a:lnTo>
                  <a:pt x="598098" y="36659"/>
                </a:lnTo>
                <a:lnTo>
                  <a:pt x="597719" y="36330"/>
                </a:lnTo>
                <a:lnTo>
                  <a:pt x="597333" y="36008"/>
                </a:lnTo>
                <a:lnTo>
                  <a:pt x="596940" y="35693"/>
                </a:lnTo>
                <a:lnTo>
                  <a:pt x="596539" y="35386"/>
                </a:lnTo>
                <a:lnTo>
                  <a:pt x="596131" y="35086"/>
                </a:lnTo>
                <a:lnTo>
                  <a:pt x="595715" y="34794"/>
                </a:lnTo>
                <a:lnTo>
                  <a:pt x="595292" y="34509"/>
                </a:lnTo>
                <a:lnTo>
                  <a:pt x="594861" y="34231"/>
                </a:lnTo>
                <a:lnTo>
                  <a:pt x="594423" y="33961"/>
                </a:lnTo>
                <a:lnTo>
                  <a:pt x="593977" y="33697"/>
                </a:lnTo>
                <a:lnTo>
                  <a:pt x="593524" y="33443"/>
                </a:lnTo>
                <a:lnTo>
                  <a:pt x="593064" y="33200"/>
                </a:lnTo>
                <a:lnTo>
                  <a:pt x="592596" y="32966"/>
                </a:lnTo>
                <a:lnTo>
                  <a:pt x="592120" y="32744"/>
                </a:lnTo>
                <a:lnTo>
                  <a:pt x="591637" y="32532"/>
                </a:lnTo>
                <a:lnTo>
                  <a:pt x="591146" y="32331"/>
                </a:lnTo>
                <a:lnTo>
                  <a:pt x="590647" y="32140"/>
                </a:lnTo>
                <a:lnTo>
                  <a:pt x="590141" y="31960"/>
                </a:lnTo>
                <a:lnTo>
                  <a:pt x="589628" y="31790"/>
                </a:lnTo>
                <a:lnTo>
                  <a:pt x="589107" y="31631"/>
                </a:lnTo>
                <a:lnTo>
                  <a:pt x="588578" y="31483"/>
                </a:lnTo>
                <a:lnTo>
                  <a:pt x="588042" y="31345"/>
                </a:lnTo>
                <a:lnTo>
                  <a:pt x="587498" y="31218"/>
                </a:lnTo>
                <a:lnTo>
                  <a:pt x="586947" y="31101"/>
                </a:lnTo>
                <a:lnTo>
                  <a:pt x="586388" y="30995"/>
                </a:lnTo>
                <a:lnTo>
                  <a:pt x="585822" y="30899"/>
                </a:lnTo>
                <a:lnTo>
                  <a:pt x="585248" y="30815"/>
                </a:lnTo>
                <a:lnTo>
                  <a:pt x="584666" y="30740"/>
                </a:lnTo>
                <a:lnTo>
                  <a:pt x="584077" y="30676"/>
                </a:lnTo>
                <a:lnTo>
                  <a:pt x="583481" y="30623"/>
                </a:lnTo>
                <a:lnTo>
                  <a:pt x="582876" y="30581"/>
                </a:lnTo>
                <a:lnTo>
                  <a:pt x="582265" y="30549"/>
                </a:lnTo>
                <a:lnTo>
                  <a:pt x="581645" y="30527"/>
                </a:lnTo>
                <a:lnTo>
                  <a:pt x="581019" y="30516"/>
                </a:lnTo>
                <a:lnTo>
                  <a:pt x="580374" y="30511"/>
                </a:lnTo>
                <a:lnTo>
                  <a:pt x="579734" y="30516"/>
                </a:lnTo>
                <a:lnTo>
                  <a:pt x="579099" y="30532"/>
                </a:lnTo>
                <a:lnTo>
                  <a:pt x="578470" y="30559"/>
                </a:lnTo>
                <a:lnTo>
                  <a:pt x="577846" y="30597"/>
                </a:lnTo>
                <a:lnTo>
                  <a:pt x="577226" y="30646"/>
                </a:lnTo>
                <a:lnTo>
                  <a:pt x="576612" y="30706"/>
                </a:lnTo>
                <a:lnTo>
                  <a:pt x="576003" y="30777"/>
                </a:lnTo>
                <a:lnTo>
                  <a:pt x="575399" y="30858"/>
                </a:lnTo>
                <a:lnTo>
                  <a:pt x="574801" y="30951"/>
                </a:lnTo>
                <a:lnTo>
                  <a:pt x="574207" y="31055"/>
                </a:lnTo>
                <a:lnTo>
                  <a:pt x="573618" y="31169"/>
                </a:lnTo>
                <a:lnTo>
                  <a:pt x="573035" y="31295"/>
                </a:lnTo>
                <a:lnTo>
                  <a:pt x="572457" y="31431"/>
                </a:lnTo>
                <a:lnTo>
                  <a:pt x="571883" y="31578"/>
                </a:lnTo>
                <a:lnTo>
                  <a:pt x="571315" y="31737"/>
                </a:lnTo>
                <a:lnTo>
                  <a:pt x="570752" y="31906"/>
                </a:lnTo>
                <a:lnTo>
                  <a:pt x="570194" y="32086"/>
                </a:lnTo>
                <a:lnTo>
                  <a:pt x="569642" y="32277"/>
                </a:lnTo>
                <a:lnTo>
                  <a:pt x="569094" y="32479"/>
                </a:lnTo>
                <a:lnTo>
                  <a:pt x="568552" y="32692"/>
                </a:lnTo>
                <a:lnTo>
                  <a:pt x="568014" y="32916"/>
                </a:lnTo>
                <a:lnTo>
                  <a:pt x="567482" y="33150"/>
                </a:lnTo>
                <a:lnTo>
                  <a:pt x="566955" y="33396"/>
                </a:lnTo>
                <a:lnTo>
                  <a:pt x="566433" y="33651"/>
                </a:lnTo>
                <a:lnTo>
                  <a:pt x="565917" y="33914"/>
                </a:lnTo>
                <a:lnTo>
                  <a:pt x="565407" y="34184"/>
                </a:lnTo>
                <a:lnTo>
                  <a:pt x="564902" y="34462"/>
                </a:lnTo>
                <a:lnTo>
                  <a:pt x="564403" y="34748"/>
                </a:lnTo>
                <a:lnTo>
                  <a:pt x="563910" y="35041"/>
                </a:lnTo>
                <a:lnTo>
                  <a:pt x="563422" y="35342"/>
                </a:lnTo>
                <a:lnTo>
                  <a:pt x="562940" y="35651"/>
                </a:lnTo>
                <a:lnTo>
                  <a:pt x="562464" y="35967"/>
                </a:lnTo>
                <a:lnTo>
                  <a:pt x="561994" y="36291"/>
                </a:lnTo>
                <a:lnTo>
                  <a:pt x="561529" y="36623"/>
                </a:lnTo>
                <a:lnTo>
                  <a:pt x="561070" y="36962"/>
                </a:lnTo>
                <a:lnTo>
                  <a:pt x="560616" y="37309"/>
                </a:lnTo>
                <a:lnTo>
                  <a:pt x="560169" y="37664"/>
                </a:lnTo>
                <a:lnTo>
                  <a:pt x="559727" y="38026"/>
                </a:lnTo>
                <a:lnTo>
                  <a:pt x="559290" y="38396"/>
                </a:lnTo>
                <a:lnTo>
                  <a:pt x="558860" y="38774"/>
                </a:lnTo>
                <a:lnTo>
                  <a:pt x="558435" y="39160"/>
                </a:lnTo>
                <a:lnTo>
                  <a:pt x="558016" y="39553"/>
                </a:lnTo>
                <a:lnTo>
                  <a:pt x="557602" y="39954"/>
                </a:lnTo>
                <a:lnTo>
                  <a:pt x="557194" y="40362"/>
                </a:lnTo>
                <a:lnTo>
                  <a:pt x="556792" y="40778"/>
                </a:lnTo>
                <a:lnTo>
                  <a:pt x="556396" y="41202"/>
                </a:lnTo>
                <a:lnTo>
                  <a:pt x="556005" y="41633"/>
                </a:lnTo>
                <a:lnTo>
                  <a:pt x="555620" y="42071"/>
                </a:lnTo>
                <a:lnTo>
                  <a:pt x="555242" y="42514"/>
                </a:lnTo>
                <a:lnTo>
                  <a:pt x="554869" y="42961"/>
                </a:lnTo>
                <a:lnTo>
                  <a:pt x="554503" y="43414"/>
                </a:lnTo>
                <a:lnTo>
                  <a:pt x="554143" y="43871"/>
                </a:lnTo>
                <a:lnTo>
                  <a:pt x="553789" y="44333"/>
                </a:lnTo>
                <a:lnTo>
                  <a:pt x="553441" y="44800"/>
                </a:lnTo>
                <a:lnTo>
                  <a:pt x="553099" y="45272"/>
                </a:lnTo>
                <a:lnTo>
                  <a:pt x="552764" y="45749"/>
                </a:lnTo>
                <a:lnTo>
                  <a:pt x="552434" y="46231"/>
                </a:lnTo>
                <a:lnTo>
                  <a:pt x="552111" y="46717"/>
                </a:lnTo>
                <a:lnTo>
                  <a:pt x="551794" y="47209"/>
                </a:lnTo>
                <a:lnTo>
                  <a:pt x="551483" y="47705"/>
                </a:lnTo>
                <a:lnTo>
                  <a:pt x="551179" y="48206"/>
                </a:lnTo>
                <a:lnTo>
                  <a:pt x="550880" y="48712"/>
                </a:lnTo>
                <a:lnTo>
                  <a:pt x="550588" y="49223"/>
                </a:lnTo>
                <a:lnTo>
                  <a:pt x="550302" y="49739"/>
                </a:lnTo>
                <a:lnTo>
                  <a:pt x="550022" y="50260"/>
                </a:lnTo>
                <a:lnTo>
                  <a:pt x="549748" y="50786"/>
                </a:lnTo>
                <a:lnTo>
                  <a:pt x="549480" y="51316"/>
                </a:lnTo>
                <a:lnTo>
                  <a:pt x="549218" y="51852"/>
                </a:lnTo>
                <a:lnTo>
                  <a:pt x="548963" y="52392"/>
                </a:lnTo>
                <a:lnTo>
                  <a:pt x="548714" y="52937"/>
                </a:lnTo>
                <a:lnTo>
                  <a:pt x="548471" y="53487"/>
                </a:lnTo>
                <a:lnTo>
                  <a:pt x="548234" y="54041"/>
                </a:lnTo>
                <a:lnTo>
                  <a:pt x="548004" y="54595"/>
                </a:lnTo>
                <a:lnTo>
                  <a:pt x="547780" y="55152"/>
                </a:lnTo>
                <a:lnTo>
                  <a:pt x="547563" y="55710"/>
                </a:lnTo>
                <a:lnTo>
                  <a:pt x="547352" y="56270"/>
                </a:lnTo>
                <a:lnTo>
                  <a:pt x="547148" y="56832"/>
                </a:lnTo>
                <a:lnTo>
                  <a:pt x="546950" y="57395"/>
                </a:lnTo>
                <a:lnTo>
                  <a:pt x="546759" y="57959"/>
                </a:lnTo>
                <a:lnTo>
                  <a:pt x="546575" y="58526"/>
                </a:lnTo>
                <a:lnTo>
                  <a:pt x="546397" y="59094"/>
                </a:lnTo>
                <a:lnTo>
                  <a:pt x="546225" y="59663"/>
                </a:lnTo>
                <a:lnTo>
                  <a:pt x="546060" y="60234"/>
                </a:lnTo>
                <a:lnTo>
                  <a:pt x="545901" y="60807"/>
                </a:lnTo>
                <a:lnTo>
                  <a:pt x="545749" y="61382"/>
                </a:lnTo>
                <a:lnTo>
                  <a:pt x="545604" y="61958"/>
                </a:lnTo>
                <a:lnTo>
                  <a:pt x="545465" y="62536"/>
                </a:lnTo>
                <a:lnTo>
                  <a:pt x="545332" y="63115"/>
                </a:lnTo>
                <a:lnTo>
                  <a:pt x="545206" y="63696"/>
                </a:lnTo>
                <a:lnTo>
                  <a:pt x="545086" y="64279"/>
                </a:lnTo>
                <a:lnTo>
                  <a:pt x="544973" y="64863"/>
                </a:lnTo>
                <a:lnTo>
                  <a:pt x="544867" y="65449"/>
                </a:lnTo>
                <a:lnTo>
                  <a:pt x="544767" y="66036"/>
                </a:lnTo>
                <a:lnTo>
                  <a:pt x="544673" y="66625"/>
                </a:lnTo>
                <a:lnTo>
                  <a:pt x="544587" y="67216"/>
                </a:lnTo>
                <a:lnTo>
                  <a:pt x="544319" y="69359"/>
                </a:lnTo>
                <a:lnTo>
                  <a:pt x="544255" y="69922"/>
                </a:lnTo>
                <a:lnTo>
                  <a:pt x="544199" y="70484"/>
                </a:lnTo>
                <a:lnTo>
                  <a:pt x="544149" y="71045"/>
                </a:lnTo>
                <a:lnTo>
                  <a:pt x="544107" y="71605"/>
                </a:lnTo>
                <a:lnTo>
                  <a:pt x="544071" y="72163"/>
                </a:lnTo>
                <a:close/>
                <a:moveTo>
                  <a:pt x="552886" y="64960"/>
                </a:moveTo>
                <a:lnTo>
                  <a:pt x="552981" y="64510"/>
                </a:lnTo>
                <a:lnTo>
                  <a:pt x="553080" y="64060"/>
                </a:lnTo>
                <a:lnTo>
                  <a:pt x="553185" y="63611"/>
                </a:lnTo>
                <a:lnTo>
                  <a:pt x="553294" y="63162"/>
                </a:lnTo>
                <a:lnTo>
                  <a:pt x="553409" y="62713"/>
                </a:lnTo>
                <a:lnTo>
                  <a:pt x="553528" y="62265"/>
                </a:lnTo>
                <a:lnTo>
                  <a:pt x="553653" y="61817"/>
                </a:lnTo>
                <a:lnTo>
                  <a:pt x="553782" y="61369"/>
                </a:lnTo>
                <a:lnTo>
                  <a:pt x="553917" y="60922"/>
                </a:lnTo>
                <a:lnTo>
                  <a:pt x="554056" y="60475"/>
                </a:lnTo>
                <a:lnTo>
                  <a:pt x="554201" y="60028"/>
                </a:lnTo>
                <a:lnTo>
                  <a:pt x="554350" y="59582"/>
                </a:lnTo>
                <a:lnTo>
                  <a:pt x="554504" y="59136"/>
                </a:lnTo>
                <a:lnTo>
                  <a:pt x="554664" y="58690"/>
                </a:lnTo>
                <a:lnTo>
                  <a:pt x="554828" y="58245"/>
                </a:lnTo>
                <a:lnTo>
                  <a:pt x="554998" y="57800"/>
                </a:lnTo>
                <a:lnTo>
                  <a:pt x="555172" y="57355"/>
                </a:lnTo>
                <a:lnTo>
                  <a:pt x="555352" y="56911"/>
                </a:lnTo>
                <a:lnTo>
                  <a:pt x="555536" y="56467"/>
                </a:lnTo>
                <a:lnTo>
                  <a:pt x="555726" y="56025"/>
                </a:lnTo>
                <a:lnTo>
                  <a:pt x="555919" y="55587"/>
                </a:lnTo>
                <a:lnTo>
                  <a:pt x="556118" y="55152"/>
                </a:lnTo>
                <a:lnTo>
                  <a:pt x="556321" y="54720"/>
                </a:lnTo>
                <a:lnTo>
                  <a:pt x="556529" y="54291"/>
                </a:lnTo>
                <a:lnTo>
                  <a:pt x="556742" y="53866"/>
                </a:lnTo>
                <a:lnTo>
                  <a:pt x="556959" y="53444"/>
                </a:lnTo>
                <a:lnTo>
                  <a:pt x="557181" y="53026"/>
                </a:lnTo>
                <a:lnTo>
                  <a:pt x="557407" y="52611"/>
                </a:lnTo>
                <a:lnTo>
                  <a:pt x="557638" y="52199"/>
                </a:lnTo>
                <a:lnTo>
                  <a:pt x="557874" y="51791"/>
                </a:lnTo>
                <a:lnTo>
                  <a:pt x="558115" y="51386"/>
                </a:lnTo>
                <a:lnTo>
                  <a:pt x="558360" y="50984"/>
                </a:lnTo>
                <a:lnTo>
                  <a:pt x="558609" y="50586"/>
                </a:lnTo>
                <a:lnTo>
                  <a:pt x="558864" y="50192"/>
                </a:lnTo>
                <a:lnTo>
                  <a:pt x="559123" y="49800"/>
                </a:lnTo>
                <a:lnTo>
                  <a:pt x="559387" y="49412"/>
                </a:lnTo>
                <a:lnTo>
                  <a:pt x="559655" y="49027"/>
                </a:lnTo>
                <a:lnTo>
                  <a:pt x="559928" y="48646"/>
                </a:lnTo>
                <a:lnTo>
                  <a:pt x="560206" y="48268"/>
                </a:lnTo>
                <a:lnTo>
                  <a:pt x="560488" y="47894"/>
                </a:lnTo>
                <a:lnTo>
                  <a:pt x="560775" y="47522"/>
                </a:lnTo>
                <a:lnTo>
                  <a:pt x="561066" y="47155"/>
                </a:lnTo>
                <a:lnTo>
                  <a:pt x="561363" y="46790"/>
                </a:lnTo>
                <a:lnTo>
                  <a:pt x="561663" y="46430"/>
                </a:lnTo>
                <a:lnTo>
                  <a:pt x="561969" y="46077"/>
                </a:lnTo>
                <a:lnTo>
                  <a:pt x="562278" y="45730"/>
                </a:lnTo>
                <a:lnTo>
                  <a:pt x="562592" y="45388"/>
                </a:lnTo>
                <a:lnTo>
                  <a:pt x="562911" y="45053"/>
                </a:lnTo>
                <a:lnTo>
                  <a:pt x="563234" y="44725"/>
                </a:lnTo>
                <a:lnTo>
                  <a:pt x="563561" y="44402"/>
                </a:lnTo>
                <a:lnTo>
                  <a:pt x="563893" y="44085"/>
                </a:lnTo>
                <a:lnTo>
                  <a:pt x="564229" y="43775"/>
                </a:lnTo>
                <a:lnTo>
                  <a:pt x="564569" y="43471"/>
                </a:lnTo>
                <a:lnTo>
                  <a:pt x="564914" y="43173"/>
                </a:lnTo>
                <a:lnTo>
                  <a:pt x="565264" y="42881"/>
                </a:lnTo>
                <a:lnTo>
                  <a:pt x="565618" y="42595"/>
                </a:lnTo>
                <a:lnTo>
                  <a:pt x="565976" y="42315"/>
                </a:lnTo>
                <a:lnTo>
                  <a:pt x="566338" y="42042"/>
                </a:lnTo>
                <a:lnTo>
                  <a:pt x="566705" y="41775"/>
                </a:lnTo>
                <a:lnTo>
                  <a:pt x="567077" y="41514"/>
                </a:lnTo>
                <a:lnTo>
                  <a:pt x="567453" y="41259"/>
                </a:lnTo>
                <a:lnTo>
                  <a:pt x="567833" y="41010"/>
                </a:lnTo>
                <a:lnTo>
                  <a:pt x="568218" y="40767"/>
                </a:lnTo>
                <a:lnTo>
                  <a:pt x="568607" y="40531"/>
                </a:lnTo>
                <a:lnTo>
                  <a:pt x="569001" y="40301"/>
                </a:lnTo>
                <a:lnTo>
                  <a:pt x="569399" y="40077"/>
                </a:lnTo>
                <a:lnTo>
                  <a:pt x="569801" y="39859"/>
                </a:lnTo>
                <a:lnTo>
                  <a:pt x="570208" y="39649"/>
                </a:lnTo>
                <a:lnTo>
                  <a:pt x="570619" y="39448"/>
                </a:lnTo>
                <a:lnTo>
                  <a:pt x="571035" y="39256"/>
                </a:lnTo>
                <a:lnTo>
                  <a:pt x="571456" y="39075"/>
                </a:lnTo>
                <a:lnTo>
                  <a:pt x="571881" y="38902"/>
                </a:lnTo>
                <a:lnTo>
                  <a:pt x="572310" y="38739"/>
                </a:lnTo>
                <a:lnTo>
                  <a:pt x="572744" y="38585"/>
                </a:lnTo>
                <a:lnTo>
                  <a:pt x="573183" y="38441"/>
                </a:lnTo>
                <a:lnTo>
                  <a:pt x="573626" y="38306"/>
                </a:lnTo>
                <a:lnTo>
                  <a:pt x="574074" y="38181"/>
                </a:lnTo>
                <a:lnTo>
                  <a:pt x="574526" y="38065"/>
                </a:lnTo>
                <a:lnTo>
                  <a:pt x="574983" y="37958"/>
                </a:lnTo>
                <a:lnTo>
                  <a:pt x="575444" y="37861"/>
                </a:lnTo>
                <a:lnTo>
                  <a:pt x="575910" y="37774"/>
                </a:lnTo>
                <a:lnTo>
                  <a:pt x="576380" y="37695"/>
                </a:lnTo>
                <a:lnTo>
                  <a:pt x="576855" y="37626"/>
                </a:lnTo>
                <a:lnTo>
                  <a:pt x="577335" y="37567"/>
                </a:lnTo>
                <a:lnTo>
                  <a:pt x="577819" y="37517"/>
                </a:lnTo>
                <a:lnTo>
                  <a:pt x="578307" y="37476"/>
                </a:lnTo>
                <a:lnTo>
                  <a:pt x="578800" y="37445"/>
                </a:lnTo>
                <a:lnTo>
                  <a:pt x="579298" y="37423"/>
                </a:lnTo>
                <a:lnTo>
                  <a:pt x="579800" y="37411"/>
                </a:lnTo>
                <a:lnTo>
                  <a:pt x="580306" y="37408"/>
                </a:lnTo>
                <a:lnTo>
                  <a:pt x="580818" y="37414"/>
                </a:lnTo>
                <a:lnTo>
                  <a:pt x="581305" y="37424"/>
                </a:lnTo>
                <a:lnTo>
                  <a:pt x="581786" y="37444"/>
                </a:lnTo>
                <a:lnTo>
                  <a:pt x="582261" y="37472"/>
                </a:lnTo>
                <a:lnTo>
                  <a:pt x="582728" y="37510"/>
                </a:lnTo>
                <a:lnTo>
                  <a:pt x="583189" y="37557"/>
                </a:lnTo>
                <a:lnTo>
                  <a:pt x="583643" y="37613"/>
                </a:lnTo>
                <a:lnTo>
                  <a:pt x="584090" y="37678"/>
                </a:lnTo>
                <a:lnTo>
                  <a:pt x="584531" y="37753"/>
                </a:lnTo>
                <a:lnTo>
                  <a:pt x="584965" y="37836"/>
                </a:lnTo>
                <a:lnTo>
                  <a:pt x="585392" y="37929"/>
                </a:lnTo>
                <a:lnTo>
                  <a:pt x="585812" y="38031"/>
                </a:lnTo>
                <a:lnTo>
                  <a:pt x="586226" y="38143"/>
                </a:lnTo>
                <a:lnTo>
                  <a:pt x="586632" y="38263"/>
                </a:lnTo>
                <a:lnTo>
                  <a:pt x="587032" y="38393"/>
                </a:lnTo>
                <a:lnTo>
                  <a:pt x="587426" y="38531"/>
                </a:lnTo>
                <a:lnTo>
                  <a:pt x="587812" y="38679"/>
                </a:lnTo>
                <a:lnTo>
                  <a:pt x="588192" y="38836"/>
                </a:lnTo>
                <a:lnTo>
                  <a:pt x="588565" y="39003"/>
                </a:lnTo>
                <a:lnTo>
                  <a:pt x="588932" y="39178"/>
                </a:lnTo>
                <a:lnTo>
                  <a:pt x="589291" y="39363"/>
                </a:lnTo>
                <a:lnTo>
                  <a:pt x="589644" y="39557"/>
                </a:lnTo>
                <a:lnTo>
                  <a:pt x="589990" y="39760"/>
                </a:lnTo>
                <a:lnTo>
                  <a:pt x="590330" y="39972"/>
                </a:lnTo>
                <a:lnTo>
                  <a:pt x="590662" y="40194"/>
                </a:lnTo>
                <a:lnTo>
                  <a:pt x="590988" y="40422"/>
                </a:lnTo>
                <a:lnTo>
                  <a:pt x="591308" y="40657"/>
                </a:lnTo>
                <a:lnTo>
                  <a:pt x="591622" y="40897"/>
                </a:lnTo>
                <a:lnTo>
                  <a:pt x="591929" y="41143"/>
                </a:lnTo>
                <a:lnTo>
                  <a:pt x="592230" y="41395"/>
                </a:lnTo>
                <a:lnTo>
                  <a:pt x="592525" y="41652"/>
                </a:lnTo>
                <a:lnTo>
                  <a:pt x="592813" y="41915"/>
                </a:lnTo>
                <a:lnTo>
                  <a:pt x="593096" y="42184"/>
                </a:lnTo>
                <a:lnTo>
                  <a:pt x="593371" y="42458"/>
                </a:lnTo>
                <a:lnTo>
                  <a:pt x="593641" y="42739"/>
                </a:lnTo>
                <a:lnTo>
                  <a:pt x="593904" y="43024"/>
                </a:lnTo>
                <a:lnTo>
                  <a:pt x="594162" y="43316"/>
                </a:lnTo>
                <a:lnTo>
                  <a:pt x="594412" y="43613"/>
                </a:lnTo>
                <a:lnTo>
                  <a:pt x="594657" y="43916"/>
                </a:lnTo>
                <a:lnTo>
                  <a:pt x="594895" y="44225"/>
                </a:lnTo>
                <a:lnTo>
                  <a:pt x="595127" y="44539"/>
                </a:lnTo>
                <a:lnTo>
                  <a:pt x="595353" y="44859"/>
                </a:lnTo>
                <a:lnTo>
                  <a:pt x="595572" y="45185"/>
                </a:lnTo>
                <a:lnTo>
                  <a:pt x="595785" y="45516"/>
                </a:lnTo>
                <a:lnTo>
                  <a:pt x="595992" y="45853"/>
                </a:lnTo>
                <a:lnTo>
                  <a:pt x="596193" y="46196"/>
                </a:lnTo>
                <a:lnTo>
                  <a:pt x="596387" y="46545"/>
                </a:lnTo>
                <a:lnTo>
                  <a:pt x="596575" y="46899"/>
                </a:lnTo>
                <a:lnTo>
                  <a:pt x="596757" y="47259"/>
                </a:lnTo>
                <a:lnTo>
                  <a:pt x="596933" y="47623"/>
                </a:lnTo>
                <a:lnTo>
                  <a:pt x="597103" y="47990"/>
                </a:lnTo>
                <a:lnTo>
                  <a:pt x="597269" y="48360"/>
                </a:lnTo>
                <a:lnTo>
                  <a:pt x="597429" y="48733"/>
                </a:lnTo>
                <a:lnTo>
                  <a:pt x="597584" y="49109"/>
                </a:lnTo>
                <a:lnTo>
                  <a:pt x="597734" y="49488"/>
                </a:lnTo>
                <a:lnTo>
                  <a:pt x="597879" y="49869"/>
                </a:lnTo>
                <a:lnTo>
                  <a:pt x="598018" y="50254"/>
                </a:lnTo>
                <a:lnTo>
                  <a:pt x="598152" y="50641"/>
                </a:lnTo>
                <a:lnTo>
                  <a:pt x="598281" y="51032"/>
                </a:lnTo>
                <a:lnTo>
                  <a:pt x="598405" y="51425"/>
                </a:lnTo>
                <a:lnTo>
                  <a:pt x="598523" y="51821"/>
                </a:lnTo>
                <a:lnTo>
                  <a:pt x="598636" y="52220"/>
                </a:lnTo>
                <a:lnTo>
                  <a:pt x="598744" y="52622"/>
                </a:lnTo>
                <a:lnTo>
                  <a:pt x="598847" y="53027"/>
                </a:lnTo>
                <a:lnTo>
                  <a:pt x="598944" y="53435"/>
                </a:lnTo>
                <a:lnTo>
                  <a:pt x="599037" y="53846"/>
                </a:lnTo>
                <a:lnTo>
                  <a:pt x="599124" y="54259"/>
                </a:lnTo>
                <a:lnTo>
                  <a:pt x="599205" y="54676"/>
                </a:lnTo>
                <a:lnTo>
                  <a:pt x="599282" y="55095"/>
                </a:lnTo>
                <a:lnTo>
                  <a:pt x="599353" y="55518"/>
                </a:lnTo>
                <a:lnTo>
                  <a:pt x="599419" y="55943"/>
                </a:lnTo>
                <a:lnTo>
                  <a:pt x="599480" y="56371"/>
                </a:lnTo>
                <a:lnTo>
                  <a:pt x="599536" y="56802"/>
                </a:lnTo>
                <a:lnTo>
                  <a:pt x="599587" y="57234"/>
                </a:lnTo>
                <a:lnTo>
                  <a:pt x="599633" y="57666"/>
                </a:lnTo>
                <a:lnTo>
                  <a:pt x="599675" y="58096"/>
                </a:lnTo>
                <a:lnTo>
                  <a:pt x="599712" y="58526"/>
                </a:lnTo>
                <a:lnTo>
                  <a:pt x="599744" y="58955"/>
                </a:lnTo>
                <a:lnTo>
                  <a:pt x="599772" y="59383"/>
                </a:lnTo>
                <a:lnTo>
                  <a:pt x="599796" y="59810"/>
                </a:lnTo>
                <a:lnTo>
                  <a:pt x="599815" y="60236"/>
                </a:lnTo>
                <a:lnTo>
                  <a:pt x="599829" y="60662"/>
                </a:lnTo>
                <a:lnTo>
                  <a:pt x="599839" y="61087"/>
                </a:lnTo>
                <a:lnTo>
                  <a:pt x="599845" y="61511"/>
                </a:lnTo>
                <a:lnTo>
                  <a:pt x="599846" y="61934"/>
                </a:lnTo>
                <a:lnTo>
                  <a:pt x="599842" y="62356"/>
                </a:lnTo>
                <a:lnTo>
                  <a:pt x="599834" y="62778"/>
                </a:lnTo>
                <a:lnTo>
                  <a:pt x="599821" y="63198"/>
                </a:lnTo>
                <a:lnTo>
                  <a:pt x="599804" y="63618"/>
                </a:lnTo>
                <a:lnTo>
                  <a:pt x="599782" y="64037"/>
                </a:lnTo>
                <a:lnTo>
                  <a:pt x="599756" y="64456"/>
                </a:lnTo>
                <a:lnTo>
                  <a:pt x="599725" y="64873"/>
                </a:lnTo>
                <a:lnTo>
                  <a:pt x="599689" y="65290"/>
                </a:lnTo>
                <a:lnTo>
                  <a:pt x="599649" y="65706"/>
                </a:lnTo>
                <a:lnTo>
                  <a:pt x="599605" y="66121"/>
                </a:lnTo>
                <a:lnTo>
                  <a:pt x="599556" y="66535"/>
                </a:lnTo>
                <a:lnTo>
                  <a:pt x="599502" y="66948"/>
                </a:lnTo>
                <a:lnTo>
                  <a:pt x="599235" y="69091"/>
                </a:lnTo>
                <a:lnTo>
                  <a:pt x="599160" y="69543"/>
                </a:lnTo>
                <a:lnTo>
                  <a:pt x="599080" y="69995"/>
                </a:lnTo>
                <a:lnTo>
                  <a:pt x="598996" y="70446"/>
                </a:lnTo>
                <a:lnTo>
                  <a:pt x="598907" y="70897"/>
                </a:lnTo>
                <a:lnTo>
                  <a:pt x="598814" y="71347"/>
                </a:lnTo>
                <a:lnTo>
                  <a:pt x="598716" y="71797"/>
                </a:lnTo>
                <a:lnTo>
                  <a:pt x="598613" y="72247"/>
                </a:lnTo>
                <a:lnTo>
                  <a:pt x="598505" y="72697"/>
                </a:lnTo>
                <a:lnTo>
                  <a:pt x="598393" y="73146"/>
                </a:lnTo>
                <a:lnTo>
                  <a:pt x="598276" y="73594"/>
                </a:lnTo>
                <a:lnTo>
                  <a:pt x="598155" y="74043"/>
                </a:lnTo>
                <a:lnTo>
                  <a:pt x="598029" y="74491"/>
                </a:lnTo>
                <a:lnTo>
                  <a:pt x="597898" y="74939"/>
                </a:lnTo>
                <a:lnTo>
                  <a:pt x="597763" y="75386"/>
                </a:lnTo>
                <a:lnTo>
                  <a:pt x="597623" y="75833"/>
                </a:lnTo>
                <a:lnTo>
                  <a:pt x="597478" y="76280"/>
                </a:lnTo>
                <a:lnTo>
                  <a:pt x="597329" y="76726"/>
                </a:lnTo>
                <a:lnTo>
                  <a:pt x="597175" y="77172"/>
                </a:lnTo>
                <a:lnTo>
                  <a:pt x="597017" y="77617"/>
                </a:lnTo>
                <a:lnTo>
                  <a:pt x="596853" y="78063"/>
                </a:lnTo>
                <a:lnTo>
                  <a:pt x="596685" y="78508"/>
                </a:lnTo>
                <a:lnTo>
                  <a:pt x="596513" y="78952"/>
                </a:lnTo>
                <a:lnTo>
                  <a:pt x="596336" y="79396"/>
                </a:lnTo>
                <a:lnTo>
                  <a:pt x="596154" y="79840"/>
                </a:lnTo>
                <a:lnTo>
                  <a:pt x="595967" y="80282"/>
                </a:lnTo>
                <a:lnTo>
                  <a:pt x="595776" y="80720"/>
                </a:lnTo>
                <a:lnTo>
                  <a:pt x="595580" y="81155"/>
                </a:lnTo>
                <a:lnTo>
                  <a:pt x="595379" y="81586"/>
                </a:lnTo>
                <a:lnTo>
                  <a:pt x="595173" y="82013"/>
                </a:lnTo>
                <a:lnTo>
                  <a:pt x="594963" y="82437"/>
                </a:lnTo>
                <a:lnTo>
                  <a:pt x="594748" y="82858"/>
                </a:lnTo>
                <a:lnTo>
                  <a:pt x="594528" y="83274"/>
                </a:lnTo>
                <a:lnTo>
                  <a:pt x="594303" y="83687"/>
                </a:lnTo>
                <a:lnTo>
                  <a:pt x="594074" y="84097"/>
                </a:lnTo>
                <a:lnTo>
                  <a:pt x="593840" y="84503"/>
                </a:lnTo>
                <a:lnTo>
                  <a:pt x="593601" y="84905"/>
                </a:lnTo>
                <a:lnTo>
                  <a:pt x="593357" y="85303"/>
                </a:lnTo>
                <a:lnTo>
                  <a:pt x="593108" y="85698"/>
                </a:lnTo>
                <a:lnTo>
                  <a:pt x="592855" y="86090"/>
                </a:lnTo>
                <a:lnTo>
                  <a:pt x="592597" y="86478"/>
                </a:lnTo>
                <a:lnTo>
                  <a:pt x="592334" y="86862"/>
                </a:lnTo>
                <a:lnTo>
                  <a:pt x="592067" y="87242"/>
                </a:lnTo>
                <a:lnTo>
                  <a:pt x="591794" y="87619"/>
                </a:lnTo>
                <a:lnTo>
                  <a:pt x="591517" y="87993"/>
                </a:lnTo>
                <a:lnTo>
                  <a:pt x="591235" y="88363"/>
                </a:lnTo>
                <a:lnTo>
                  <a:pt x="590949" y="88729"/>
                </a:lnTo>
                <a:lnTo>
                  <a:pt x="590657" y="89091"/>
                </a:lnTo>
                <a:lnTo>
                  <a:pt x="590361" y="89450"/>
                </a:lnTo>
                <a:lnTo>
                  <a:pt x="590060" y="89805"/>
                </a:lnTo>
                <a:lnTo>
                  <a:pt x="589755" y="90153"/>
                </a:lnTo>
                <a:lnTo>
                  <a:pt x="589445" y="90495"/>
                </a:lnTo>
                <a:lnTo>
                  <a:pt x="589131" y="90831"/>
                </a:lnTo>
                <a:lnTo>
                  <a:pt x="588813" y="91161"/>
                </a:lnTo>
                <a:lnTo>
                  <a:pt x="588490" y="91485"/>
                </a:lnTo>
                <a:lnTo>
                  <a:pt x="588163" y="91803"/>
                </a:lnTo>
                <a:lnTo>
                  <a:pt x="587831" y="92114"/>
                </a:lnTo>
                <a:lnTo>
                  <a:pt x="587495" y="92420"/>
                </a:lnTo>
                <a:lnTo>
                  <a:pt x="587154" y="92720"/>
                </a:lnTo>
                <a:lnTo>
                  <a:pt x="586809" y="93014"/>
                </a:lnTo>
                <a:lnTo>
                  <a:pt x="586460" y="93301"/>
                </a:lnTo>
                <a:lnTo>
                  <a:pt x="586106" y="93583"/>
                </a:lnTo>
                <a:lnTo>
                  <a:pt x="585748" y="93858"/>
                </a:lnTo>
                <a:lnTo>
                  <a:pt x="585385" y="94128"/>
                </a:lnTo>
                <a:lnTo>
                  <a:pt x="585018" y="94391"/>
                </a:lnTo>
                <a:lnTo>
                  <a:pt x="584647" y="94649"/>
                </a:lnTo>
                <a:lnTo>
                  <a:pt x="584271" y="94900"/>
                </a:lnTo>
                <a:lnTo>
                  <a:pt x="583890" y="95145"/>
                </a:lnTo>
                <a:lnTo>
                  <a:pt x="583506" y="95385"/>
                </a:lnTo>
                <a:lnTo>
                  <a:pt x="583117" y="95618"/>
                </a:lnTo>
                <a:lnTo>
                  <a:pt x="582723" y="95845"/>
                </a:lnTo>
                <a:lnTo>
                  <a:pt x="582325" y="96066"/>
                </a:lnTo>
                <a:lnTo>
                  <a:pt x="581923" y="96281"/>
                </a:lnTo>
                <a:lnTo>
                  <a:pt x="581516" y="96489"/>
                </a:lnTo>
                <a:lnTo>
                  <a:pt x="581104" y="96687"/>
                </a:lnTo>
                <a:lnTo>
                  <a:pt x="580688" y="96877"/>
                </a:lnTo>
                <a:lnTo>
                  <a:pt x="580268" y="97057"/>
                </a:lnTo>
                <a:lnTo>
                  <a:pt x="579843" y="97228"/>
                </a:lnTo>
                <a:lnTo>
                  <a:pt x="579413" y="97391"/>
                </a:lnTo>
                <a:lnTo>
                  <a:pt x="578979" y="97544"/>
                </a:lnTo>
                <a:lnTo>
                  <a:pt x="578541" y="97688"/>
                </a:lnTo>
                <a:lnTo>
                  <a:pt x="578097" y="97823"/>
                </a:lnTo>
                <a:lnTo>
                  <a:pt x="577650" y="97949"/>
                </a:lnTo>
                <a:lnTo>
                  <a:pt x="577198" y="98066"/>
                </a:lnTo>
                <a:lnTo>
                  <a:pt x="576741" y="98173"/>
                </a:lnTo>
                <a:lnTo>
                  <a:pt x="576279" y="98272"/>
                </a:lnTo>
                <a:lnTo>
                  <a:pt x="575814" y="98362"/>
                </a:lnTo>
                <a:lnTo>
                  <a:pt x="575343" y="98442"/>
                </a:lnTo>
                <a:lnTo>
                  <a:pt x="574868" y="98514"/>
                </a:lnTo>
                <a:lnTo>
                  <a:pt x="574389" y="98576"/>
                </a:lnTo>
                <a:lnTo>
                  <a:pt x="573905" y="98630"/>
                </a:lnTo>
                <a:lnTo>
                  <a:pt x="573417" y="98674"/>
                </a:lnTo>
                <a:lnTo>
                  <a:pt x="572923" y="98709"/>
                </a:lnTo>
                <a:lnTo>
                  <a:pt x="572426" y="98735"/>
                </a:lnTo>
                <a:lnTo>
                  <a:pt x="571924" y="98752"/>
                </a:lnTo>
                <a:lnTo>
                  <a:pt x="571417" y="98760"/>
                </a:lnTo>
                <a:lnTo>
                  <a:pt x="570906" y="98759"/>
                </a:lnTo>
                <a:lnTo>
                  <a:pt x="570413" y="98749"/>
                </a:lnTo>
                <a:lnTo>
                  <a:pt x="569927" y="98730"/>
                </a:lnTo>
                <a:lnTo>
                  <a:pt x="569448" y="98702"/>
                </a:lnTo>
                <a:lnTo>
                  <a:pt x="568976" y="98664"/>
                </a:lnTo>
                <a:lnTo>
                  <a:pt x="568511" y="98618"/>
                </a:lnTo>
                <a:lnTo>
                  <a:pt x="568053" y="98563"/>
                </a:lnTo>
                <a:lnTo>
                  <a:pt x="567603" y="98498"/>
                </a:lnTo>
                <a:lnTo>
                  <a:pt x="567159" y="98424"/>
                </a:lnTo>
                <a:lnTo>
                  <a:pt x="566723" y="98342"/>
                </a:lnTo>
                <a:lnTo>
                  <a:pt x="566294" y="98250"/>
                </a:lnTo>
                <a:lnTo>
                  <a:pt x="565871" y="98149"/>
                </a:lnTo>
                <a:lnTo>
                  <a:pt x="565456" y="98039"/>
                </a:lnTo>
                <a:lnTo>
                  <a:pt x="565048" y="97920"/>
                </a:lnTo>
                <a:lnTo>
                  <a:pt x="564647" y="97792"/>
                </a:lnTo>
                <a:lnTo>
                  <a:pt x="564253" y="97655"/>
                </a:lnTo>
                <a:lnTo>
                  <a:pt x="563867" y="97509"/>
                </a:lnTo>
                <a:lnTo>
                  <a:pt x="563487" y="97354"/>
                </a:lnTo>
                <a:lnTo>
                  <a:pt x="563114" y="97190"/>
                </a:lnTo>
                <a:lnTo>
                  <a:pt x="562749" y="97016"/>
                </a:lnTo>
                <a:lnTo>
                  <a:pt x="562390" y="96834"/>
                </a:lnTo>
                <a:lnTo>
                  <a:pt x="562039" y="96642"/>
                </a:lnTo>
                <a:lnTo>
                  <a:pt x="561695" y="96442"/>
                </a:lnTo>
                <a:lnTo>
                  <a:pt x="561358" y="96232"/>
                </a:lnTo>
                <a:lnTo>
                  <a:pt x="561028" y="96014"/>
                </a:lnTo>
                <a:lnTo>
                  <a:pt x="560704" y="95787"/>
                </a:lnTo>
                <a:lnTo>
                  <a:pt x="560387" y="95556"/>
                </a:lnTo>
                <a:lnTo>
                  <a:pt x="560076" y="95318"/>
                </a:lnTo>
                <a:lnTo>
                  <a:pt x="559770" y="95075"/>
                </a:lnTo>
                <a:lnTo>
                  <a:pt x="559471" y="94826"/>
                </a:lnTo>
                <a:lnTo>
                  <a:pt x="559178" y="94572"/>
                </a:lnTo>
                <a:lnTo>
                  <a:pt x="558891" y="94311"/>
                </a:lnTo>
                <a:lnTo>
                  <a:pt x="558609" y="94045"/>
                </a:lnTo>
                <a:lnTo>
                  <a:pt x="558334" y="93774"/>
                </a:lnTo>
                <a:lnTo>
                  <a:pt x="558065" y="93496"/>
                </a:lnTo>
                <a:lnTo>
                  <a:pt x="557802" y="93213"/>
                </a:lnTo>
                <a:lnTo>
                  <a:pt x="557545" y="92925"/>
                </a:lnTo>
                <a:lnTo>
                  <a:pt x="557294" y="92630"/>
                </a:lnTo>
                <a:lnTo>
                  <a:pt x="557050" y="92330"/>
                </a:lnTo>
                <a:lnTo>
                  <a:pt x="556811" y="92024"/>
                </a:lnTo>
                <a:lnTo>
                  <a:pt x="556578" y="91713"/>
                </a:lnTo>
                <a:lnTo>
                  <a:pt x="556351" y="91395"/>
                </a:lnTo>
                <a:lnTo>
                  <a:pt x="556131" y="91072"/>
                </a:lnTo>
                <a:lnTo>
                  <a:pt x="555916" y="90744"/>
                </a:lnTo>
                <a:lnTo>
                  <a:pt x="555707" y="90409"/>
                </a:lnTo>
                <a:lnTo>
                  <a:pt x="555505" y="90069"/>
                </a:lnTo>
                <a:lnTo>
                  <a:pt x="555308" y="89724"/>
                </a:lnTo>
                <a:lnTo>
                  <a:pt x="555118" y="89372"/>
                </a:lnTo>
                <a:lnTo>
                  <a:pt x="554933" y="89015"/>
                </a:lnTo>
                <a:lnTo>
                  <a:pt x="554755" y="88654"/>
                </a:lnTo>
                <a:lnTo>
                  <a:pt x="554581" y="88289"/>
                </a:lnTo>
                <a:lnTo>
                  <a:pt x="554413" y="87922"/>
                </a:lnTo>
                <a:lnTo>
                  <a:pt x="554251" y="87552"/>
                </a:lnTo>
                <a:lnTo>
                  <a:pt x="554093" y="87179"/>
                </a:lnTo>
                <a:lnTo>
                  <a:pt x="553941" y="86803"/>
                </a:lnTo>
                <a:lnTo>
                  <a:pt x="553795" y="86424"/>
                </a:lnTo>
                <a:lnTo>
                  <a:pt x="553654" y="86042"/>
                </a:lnTo>
                <a:lnTo>
                  <a:pt x="553518" y="85658"/>
                </a:lnTo>
                <a:lnTo>
                  <a:pt x="553387" y="85270"/>
                </a:lnTo>
                <a:lnTo>
                  <a:pt x="553262" y="84880"/>
                </a:lnTo>
                <a:lnTo>
                  <a:pt x="553142" y="84486"/>
                </a:lnTo>
                <a:lnTo>
                  <a:pt x="553027" y="84090"/>
                </a:lnTo>
                <a:lnTo>
                  <a:pt x="552918" y="83691"/>
                </a:lnTo>
                <a:lnTo>
                  <a:pt x="552814" y="83289"/>
                </a:lnTo>
                <a:lnTo>
                  <a:pt x="552716" y="82884"/>
                </a:lnTo>
                <a:lnTo>
                  <a:pt x="552623" y="82476"/>
                </a:lnTo>
                <a:lnTo>
                  <a:pt x="552535" y="82065"/>
                </a:lnTo>
                <a:lnTo>
                  <a:pt x="552453" y="81651"/>
                </a:lnTo>
                <a:lnTo>
                  <a:pt x="552376" y="81234"/>
                </a:lnTo>
                <a:lnTo>
                  <a:pt x="552304" y="80815"/>
                </a:lnTo>
                <a:lnTo>
                  <a:pt x="552237" y="80392"/>
                </a:lnTo>
                <a:lnTo>
                  <a:pt x="552176" y="79967"/>
                </a:lnTo>
                <a:lnTo>
                  <a:pt x="552121" y="79539"/>
                </a:lnTo>
                <a:lnTo>
                  <a:pt x="552070" y="79109"/>
                </a:lnTo>
                <a:lnTo>
                  <a:pt x="552024" y="78681"/>
                </a:lnTo>
                <a:lnTo>
                  <a:pt x="551982" y="78253"/>
                </a:lnTo>
                <a:lnTo>
                  <a:pt x="551945" y="77825"/>
                </a:lnTo>
                <a:lnTo>
                  <a:pt x="551912" y="77399"/>
                </a:lnTo>
                <a:lnTo>
                  <a:pt x="551884" y="76973"/>
                </a:lnTo>
                <a:lnTo>
                  <a:pt x="551861" y="76548"/>
                </a:lnTo>
                <a:lnTo>
                  <a:pt x="551842" y="76123"/>
                </a:lnTo>
                <a:lnTo>
                  <a:pt x="551827" y="75699"/>
                </a:lnTo>
                <a:lnTo>
                  <a:pt x="551817" y="75276"/>
                </a:lnTo>
                <a:lnTo>
                  <a:pt x="551812" y="74854"/>
                </a:lnTo>
                <a:lnTo>
                  <a:pt x="551811" y="74432"/>
                </a:lnTo>
                <a:lnTo>
                  <a:pt x="551815" y="74011"/>
                </a:lnTo>
                <a:lnTo>
                  <a:pt x="551823" y="73591"/>
                </a:lnTo>
                <a:lnTo>
                  <a:pt x="551836" y="73171"/>
                </a:lnTo>
                <a:lnTo>
                  <a:pt x="551853" y="72752"/>
                </a:lnTo>
                <a:lnTo>
                  <a:pt x="551875" y="72334"/>
                </a:lnTo>
                <a:lnTo>
                  <a:pt x="551901" y="71917"/>
                </a:lnTo>
                <a:lnTo>
                  <a:pt x="551932" y="71500"/>
                </a:lnTo>
                <a:lnTo>
                  <a:pt x="551967" y="71084"/>
                </a:lnTo>
                <a:lnTo>
                  <a:pt x="552007" y="70668"/>
                </a:lnTo>
                <a:lnTo>
                  <a:pt x="552052" y="70254"/>
                </a:lnTo>
                <a:lnTo>
                  <a:pt x="552101" y="69840"/>
                </a:lnTo>
                <a:lnTo>
                  <a:pt x="552154" y="69426"/>
                </a:lnTo>
                <a:lnTo>
                  <a:pt x="552489" y="67216"/>
                </a:lnTo>
                <a:lnTo>
                  <a:pt x="552559" y="66764"/>
                </a:lnTo>
                <a:lnTo>
                  <a:pt x="552633" y="66313"/>
                </a:lnTo>
                <a:lnTo>
                  <a:pt x="552712" y="65862"/>
                </a:lnTo>
                <a:lnTo>
                  <a:pt x="552797" y="65411"/>
                </a:lnTo>
                <a:lnTo>
                  <a:pt x="552886" y="64960"/>
                </a:lnTo>
                <a:close/>
                <a:moveTo>
                  <a:pt x="525937" y="31856"/>
                </a:moveTo>
                <a:lnTo>
                  <a:pt x="513413" y="104318"/>
                </a:lnTo>
                <a:lnTo>
                  <a:pt x="521249" y="104318"/>
                </a:lnTo>
                <a:lnTo>
                  <a:pt x="533773" y="31856"/>
                </a:lnTo>
                <a:lnTo>
                  <a:pt x="525937" y="31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ae6547aa1444f"/>
          <a:stretch xmlns:a="http://schemas.openxmlformats.org/drawingml/2006/main"/>
        </p:blipFill>
        <p:spPr>
          <a:xfrm xmlns:a="http://schemas.openxmlformats.org/drawingml/2006/main">
            <a:off x="10192311" y="2285014"/>
            <a:ext cx="268807" cy="268807"/>
          </a:xfrm>
          <a:prstGeom xmlns:a="http://schemas.openxmlformats.org/drawingml/2006/main" prst="rect">
            <a:avLst/>
          </a:prstGeom>
        </p:spPr>
      </p:pic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2ea6b229b42a1"/>
          <a:stretch xmlns:a="http://schemas.openxmlformats.org/drawingml/2006/main"/>
        </p:blipFill>
        <p:spPr>
          <a:xfrm xmlns:a="http://schemas.openxmlformats.org/drawingml/2006/main">
            <a:off x="10192311" y="3708938"/>
            <a:ext cx="268807" cy="268807"/>
          </a:xfrm>
          <a:prstGeom xmlns:a="http://schemas.openxmlformats.org/drawingml/2006/main" prst="rect">
            <a:avLst/>
          </a:prstGeom>
        </p:spPr>
      </p:pic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cdf9b611f474f"/>
          <a:stretch xmlns:a="http://schemas.openxmlformats.org/drawingml/2006/main"/>
        </p:blipFill>
        <p:spPr>
          <a:xfrm xmlns:a="http://schemas.openxmlformats.org/drawingml/2006/main">
            <a:off x="10192311" y="5346138"/>
            <a:ext cx="268807" cy="268807"/>
          </a:xfrm>
          <a:prstGeom xmlns:a="http://schemas.openxmlformats.org/drawingml/2006/main" prst="rect">
            <a:avLst/>
          </a:prstGeom>
        </p:spPr>
      </p:pic>
      <p:pic>
        <p:nvPicPr>
          <p:cNvPr id="3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6183295244aef"/>
          <a:stretch xmlns:a="http://schemas.openxmlformats.org/drawingml/2006/main"/>
        </p:blipFill>
        <p:spPr>
          <a:xfrm xmlns:a="http://schemas.openxmlformats.org/drawingml/2006/main">
            <a:off x="13078917" y="2824075"/>
            <a:ext cx="269144" cy="269144"/>
          </a:xfrm>
          <a:prstGeom xmlns:a="http://schemas.openxmlformats.org/drawingml/2006/main" prst="rect">
            <a:avLst/>
          </a:prstGeom>
        </p:spPr>
      </p:pic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2ad5bcade4d4d"/>
          <a:stretch xmlns:a="http://schemas.openxmlformats.org/drawingml/2006/main"/>
        </p:blipFill>
        <p:spPr>
          <a:xfrm xmlns:a="http://schemas.openxmlformats.org/drawingml/2006/main">
            <a:off x="13078310" y="4453846"/>
            <a:ext cx="270359" cy="270359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39a8c576f4a09"/>
          <a:stretch xmlns:a="http://schemas.openxmlformats.org/drawingml/2006/main"/>
        </p:blipFill>
        <p:spPr>
          <a:xfrm xmlns:a="http://schemas.openxmlformats.org/drawingml/2006/main">
            <a:off x="13078310" y="6082121"/>
            <a:ext cx="270359" cy="270359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68f6b6f8544d0"/>
          <a:stretch xmlns:a="http://schemas.openxmlformats.org/drawingml/2006/main"/>
        </p:blipFill>
        <p:spPr>
          <a:xfrm xmlns:a="http://schemas.openxmlformats.org/drawingml/2006/main">
            <a:off x="3231816" y="3595132"/>
            <a:ext cx="269197" cy="269197"/>
          </a:xfrm>
          <a:prstGeom xmlns:a="http://schemas.openxmlformats.org/drawingml/2006/main" prst="rect">
            <a:avLst/>
          </a:prstGeom>
        </p:spPr>
      </p:pic>
      <p:pic>
        <p:nvPicPr>
          <p:cNvPr id="3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cd29672a74148"/>
          <a:stretch xmlns:a="http://schemas.openxmlformats.org/drawingml/2006/main"/>
        </p:blipFill>
        <p:spPr>
          <a:xfrm xmlns:a="http://schemas.openxmlformats.org/drawingml/2006/main">
            <a:off x="2962117" y="4336058"/>
            <a:ext cx="269454" cy="269454"/>
          </a:xfrm>
          <a:prstGeom xmlns:a="http://schemas.openxmlformats.org/drawingml/2006/main" prst="rect">
            <a:avLst/>
          </a:prstGeom>
        </p:spPr>
      </p:pic>
      <p:sp>
        <p:nvSpPr>
          <p:cNvPr id="169" name="Text LLMsgetLostinConversation">
            <a:extLst xmlns:a="http://schemas.openxmlformats.org/drawingml/2006/main">
              <a:ext uri="{FF2B5EF4-FFF2-40B4-BE49-F238E27FC236}">
                <a16:creationId xmlns:a16="http://schemas.microsoft.com/office/drawing/2014/main" id="{D10FE8E6-CE67-49CA-8676-9676C4B6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2" y="361128"/>
            <a:ext cx="5691639" cy="446092"/>
          </a:xfrm>
          <a:custGeom xmlns:a="http://schemas.openxmlformats.org/drawingml/2006/main">
            <a:pathLst>
              <a:path w="5691639" h="446092">
                <a:moveTo>
                  <a:pt x="456799" y="346049"/>
                </a:moveTo>
                <a:lnTo>
                  <a:pt x="499674" y="346049"/>
                </a:lnTo>
                <a:lnTo>
                  <a:pt x="499674" y="212972"/>
                </a:lnTo>
                <a:lnTo>
                  <a:pt x="495639" y="80260"/>
                </a:lnTo>
                <a:lnTo>
                  <a:pt x="584722" y="346049"/>
                </a:lnTo>
                <a:lnTo>
                  <a:pt x="617523" y="346049"/>
                </a:lnTo>
                <a:lnTo>
                  <a:pt x="706588" y="80858"/>
                </a:lnTo>
                <a:lnTo>
                  <a:pt x="702571" y="212972"/>
                </a:lnTo>
                <a:lnTo>
                  <a:pt x="702571" y="346049"/>
                </a:lnTo>
                <a:lnTo>
                  <a:pt x="745447" y="346049"/>
                </a:lnTo>
                <a:lnTo>
                  <a:pt x="745447" y="4920"/>
                </a:lnTo>
                <a:lnTo>
                  <a:pt x="732092" y="4920"/>
                </a:lnTo>
                <a:lnTo>
                  <a:pt x="708897" y="4920"/>
                </a:lnTo>
                <a:lnTo>
                  <a:pt x="690388" y="4920"/>
                </a:lnTo>
                <a:lnTo>
                  <a:pt x="601357" y="283025"/>
                </a:lnTo>
                <a:lnTo>
                  <a:pt x="512092" y="4920"/>
                </a:lnTo>
                <a:lnTo>
                  <a:pt x="493348" y="4920"/>
                </a:lnTo>
                <a:lnTo>
                  <a:pt x="470388" y="4920"/>
                </a:lnTo>
                <a:lnTo>
                  <a:pt x="456799" y="4920"/>
                </a:lnTo>
                <a:lnTo>
                  <a:pt x="456799" y="346049"/>
                </a:lnTo>
                <a:close/>
                <a:moveTo>
                  <a:pt x="1581314" y="125815"/>
                </a:moveTo>
                <a:lnTo>
                  <a:pt x="1619973" y="125815"/>
                </a:lnTo>
                <a:lnTo>
                  <a:pt x="1619973" y="282974"/>
                </a:lnTo>
                <a:lnTo>
                  <a:pt x="1619985" y="285066"/>
                </a:lnTo>
                <a:lnTo>
                  <a:pt x="1620021" y="287122"/>
                </a:lnTo>
                <a:lnTo>
                  <a:pt x="1620082" y="289142"/>
                </a:lnTo>
                <a:lnTo>
                  <a:pt x="1620168" y="291126"/>
                </a:lnTo>
                <a:lnTo>
                  <a:pt x="1620278" y="293073"/>
                </a:lnTo>
                <a:lnTo>
                  <a:pt x="1620412" y="294984"/>
                </a:lnTo>
                <a:lnTo>
                  <a:pt x="1620571" y="296859"/>
                </a:lnTo>
                <a:lnTo>
                  <a:pt x="1620754" y="298698"/>
                </a:lnTo>
                <a:lnTo>
                  <a:pt x="1620961" y="300501"/>
                </a:lnTo>
                <a:lnTo>
                  <a:pt x="1621193" y="302267"/>
                </a:lnTo>
                <a:lnTo>
                  <a:pt x="1621449" y="303997"/>
                </a:lnTo>
                <a:lnTo>
                  <a:pt x="1621730" y="305691"/>
                </a:lnTo>
                <a:lnTo>
                  <a:pt x="1622035" y="307348"/>
                </a:lnTo>
                <a:lnTo>
                  <a:pt x="1622364" y="308970"/>
                </a:lnTo>
                <a:lnTo>
                  <a:pt x="1622718" y="310555"/>
                </a:lnTo>
                <a:lnTo>
                  <a:pt x="1623097" y="312104"/>
                </a:lnTo>
                <a:lnTo>
                  <a:pt x="1623499" y="313617"/>
                </a:lnTo>
                <a:lnTo>
                  <a:pt x="1623926" y="315093"/>
                </a:lnTo>
                <a:lnTo>
                  <a:pt x="1624378" y="316533"/>
                </a:lnTo>
                <a:lnTo>
                  <a:pt x="1624854" y="317937"/>
                </a:lnTo>
                <a:lnTo>
                  <a:pt x="1625354" y="319305"/>
                </a:lnTo>
                <a:lnTo>
                  <a:pt x="1625879" y="320637"/>
                </a:lnTo>
                <a:lnTo>
                  <a:pt x="1626428" y="321932"/>
                </a:lnTo>
                <a:lnTo>
                  <a:pt x="1627001" y="323191"/>
                </a:lnTo>
                <a:lnTo>
                  <a:pt x="1627595" y="324417"/>
                </a:lnTo>
                <a:lnTo>
                  <a:pt x="1628204" y="325613"/>
                </a:lnTo>
                <a:lnTo>
                  <a:pt x="1628828" y="326779"/>
                </a:lnTo>
                <a:lnTo>
                  <a:pt x="1629468" y="327915"/>
                </a:lnTo>
                <a:lnTo>
                  <a:pt x="1630123" y="329022"/>
                </a:lnTo>
                <a:lnTo>
                  <a:pt x="1630794" y="330099"/>
                </a:lnTo>
                <a:lnTo>
                  <a:pt x="1631480" y="331147"/>
                </a:lnTo>
                <a:lnTo>
                  <a:pt x="1632182" y="332164"/>
                </a:lnTo>
                <a:lnTo>
                  <a:pt x="1632899" y="333152"/>
                </a:lnTo>
                <a:lnTo>
                  <a:pt x="1633632" y="334111"/>
                </a:lnTo>
                <a:lnTo>
                  <a:pt x="1634380" y="335039"/>
                </a:lnTo>
                <a:lnTo>
                  <a:pt x="1635143" y="335938"/>
                </a:lnTo>
                <a:lnTo>
                  <a:pt x="1635922" y="336808"/>
                </a:lnTo>
                <a:lnTo>
                  <a:pt x="1636716" y="337647"/>
                </a:lnTo>
                <a:lnTo>
                  <a:pt x="1637526" y="338457"/>
                </a:lnTo>
                <a:lnTo>
                  <a:pt x="1638352" y="339237"/>
                </a:lnTo>
                <a:lnTo>
                  <a:pt x="1639192" y="339988"/>
                </a:lnTo>
                <a:lnTo>
                  <a:pt x="1640049" y="340708"/>
                </a:lnTo>
                <a:lnTo>
                  <a:pt x="1640920" y="341399"/>
                </a:lnTo>
                <a:lnTo>
                  <a:pt x="1641807" y="342061"/>
                </a:lnTo>
                <a:lnTo>
                  <a:pt x="1642710" y="342693"/>
                </a:lnTo>
                <a:lnTo>
                  <a:pt x="1643628" y="343295"/>
                </a:lnTo>
                <a:lnTo>
                  <a:pt x="1644561" y="343867"/>
                </a:lnTo>
                <a:lnTo>
                  <a:pt x="1645510" y="344409"/>
                </a:lnTo>
                <a:lnTo>
                  <a:pt x="1646470" y="344926"/>
                </a:lnTo>
                <a:lnTo>
                  <a:pt x="1647437" y="345420"/>
                </a:lnTo>
                <a:lnTo>
                  <a:pt x="1648410" y="345892"/>
                </a:lnTo>
                <a:lnTo>
                  <a:pt x="1649389" y="346342"/>
                </a:lnTo>
                <a:lnTo>
                  <a:pt x="1650375" y="346771"/>
                </a:lnTo>
                <a:lnTo>
                  <a:pt x="1651368" y="347177"/>
                </a:lnTo>
                <a:lnTo>
                  <a:pt x="1652367" y="347561"/>
                </a:lnTo>
                <a:lnTo>
                  <a:pt x="1653372" y="347924"/>
                </a:lnTo>
                <a:lnTo>
                  <a:pt x="1654384" y="348264"/>
                </a:lnTo>
                <a:lnTo>
                  <a:pt x="1655403" y="348583"/>
                </a:lnTo>
                <a:lnTo>
                  <a:pt x="1656428" y="348879"/>
                </a:lnTo>
                <a:lnTo>
                  <a:pt x="1657459" y="349154"/>
                </a:lnTo>
                <a:lnTo>
                  <a:pt x="1658497" y="349406"/>
                </a:lnTo>
                <a:lnTo>
                  <a:pt x="1659542" y="349637"/>
                </a:lnTo>
                <a:lnTo>
                  <a:pt x="1660593" y="349846"/>
                </a:lnTo>
                <a:lnTo>
                  <a:pt x="1661651" y="350032"/>
                </a:lnTo>
                <a:lnTo>
                  <a:pt x="1662715" y="350197"/>
                </a:lnTo>
                <a:lnTo>
                  <a:pt x="1663785" y="350340"/>
                </a:lnTo>
                <a:lnTo>
                  <a:pt x="1664862" y="350461"/>
                </a:lnTo>
                <a:lnTo>
                  <a:pt x="1665946" y="350560"/>
                </a:lnTo>
                <a:lnTo>
                  <a:pt x="1667036" y="350636"/>
                </a:lnTo>
                <a:lnTo>
                  <a:pt x="1668133" y="350691"/>
                </a:lnTo>
                <a:lnTo>
                  <a:pt x="1669236" y="350724"/>
                </a:lnTo>
                <a:lnTo>
                  <a:pt x="1670345" y="350735"/>
                </a:lnTo>
                <a:lnTo>
                  <a:pt x="1671237" y="350733"/>
                </a:lnTo>
                <a:lnTo>
                  <a:pt x="1672116" y="350725"/>
                </a:lnTo>
                <a:lnTo>
                  <a:pt x="1672981" y="350712"/>
                </a:lnTo>
                <a:lnTo>
                  <a:pt x="1673834" y="350693"/>
                </a:lnTo>
                <a:lnTo>
                  <a:pt x="1674673" y="350669"/>
                </a:lnTo>
                <a:lnTo>
                  <a:pt x="1675500" y="350640"/>
                </a:lnTo>
                <a:lnTo>
                  <a:pt x="1676313" y="350606"/>
                </a:lnTo>
                <a:lnTo>
                  <a:pt x="1677114" y="350566"/>
                </a:lnTo>
                <a:lnTo>
                  <a:pt x="1677901" y="350521"/>
                </a:lnTo>
                <a:lnTo>
                  <a:pt x="1678676" y="350471"/>
                </a:lnTo>
                <a:lnTo>
                  <a:pt x="1679437" y="350415"/>
                </a:lnTo>
                <a:lnTo>
                  <a:pt x="1680186" y="350355"/>
                </a:lnTo>
                <a:lnTo>
                  <a:pt x="1680921" y="350289"/>
                </a:lnTo>
                <a:lnTo>
                  <a:pt x="1681644" y="350217"/>
                </a:lnTo>
                <a:lnTo>
                  <a:pt x="1682353" y="350140"/>
                </a:lnTo>
                <a:lnTo>
                  <a:pt x="1683049" y="350058"/>
                </a:lnTo>
                <a:lnTo>
                  <a:pt x="1683733" y="349971"/>
                </a:lnTo>
                <a:lnTo>
                  <a:pt x="1684403" y="349879"/>
                </a:lnTo>
                <a:lnTo>
                  <a:pt x="1685060" y="349781"/>
                </a:lnTo>
                <a:lnTo>
                  <a:pt x="1685705" y="349678"/>
                </a:lnTo>
                <a:lnTo>
                  <a:pt x="1686336" y="349569"/>
                </a:lnTo>
                <a:lnTo>
                  <a:pt x="1686954" y="349456"/>
                </a:lnTo>
                <a:lnTo>
                  <a:pt x="1687559" y="349337"/>
                </a:lnTo>
                <a:lnTo>
                  <a:pt x="1688152" y="349212"/>
                </a:lnTo>
                <a:lnTo>
                  <a:pt x="1688732" y="349085"/>
                </a:lnTo>
                <a:lnTo>
                  <a:pt x="1689304" y="348958"/>
                </a:lnTo>
                <a:lnTo>
                  <a:pt x="1689865" y="348830"/>
                </a:lnTo>
                <a:lnTo>
                  <a:pt x="1690416" y="348702"/>
                </a:lnTo>
                <a:lnTo>
                  <a:pt x="1690958" y="348573"/>
                </a:lnTo>
                <a:lnTo>
                  <a:pt x="1691490" y="348444"/>
                </a:lnTo>
                <a:lnTo>
                  <a:pt x="1692013" y="348314"/>
                </a:lnTo>
                <a:lnTo>
                  <a:pt x="1692525" y="348184"/>
                </a:lnTo>
                <a:lnTo>
                  <a:pt x="1693028" y="348054"/>
                </a:lnTo>
                <a:lnTo>
                  <a:pt x="1693521" y="347923"/>
                </a:lnTo>
                <a:lnTo>
                  <a:pt x="1694004" y="347792"/>
                </a:lnTo>
                <a:lnTo>
                  <a:pt x="1694478" y="347660"/>
                </a:lnTo>
                <a:lnTo>
                  <a:pt x="1694941" y="347528"/>
                </a:lnTo>
                <a:lnTo>
                  <a:pt x="1695395" y="347396"/>
                </a:lnTo>
                <a:lnTo>
                  <a:pt x="1695839" y="347263"/>
                </a:lnTo>
                <a:lnTo>
                  <a:pt x="1696274" y="347130"/>
                </a:lnTo>
                <a:lnTo>
                  <a:pt x="1696698" y="346996"/>
                </a:lnTo>
                <a:lnTo>
                  <a:pt x="1697113" y="346862"/>
                </a:lnTo>
                <a:lnTo>
                  <a:pt x="1697518" y="346728"/>
                </a:lnTo>
                <a:lnTo>
                  <a:pt x="1697914" y="346593"/>
                </a:lnTo>
                <a:lnTo>
                  <a:pt x="1698299" y="346458"/>
                </a:lnTo>
                <a:lnTo>
                  <a:pt x="1698675" y="346322"/>
                </a:lnTo>
                <a:lnTo>
                  <a:pt x="1699041" y="346186"/>
                </a:lnTo>
                <a:lnTo>
                  <a:pt x="1699398" y="346049"/>
                </a:lnTo>
                <a:lnTo>
                  <a:pt x="1699632" y="310671"/>
                </a:lnTo>
                <a:lnTo>
                  <a:pt x="1699470" y="310731"/>
                </a:lnTo>
                <a:lnTo>
                  <a:pt x="1699297" y="310791"/>
                </a:lnTo>
                <a:lnTo>
                  <a:pt x="1699112" y="310853"/>
                </a:lnTo>
                <a:lnTo>
                  <a:pt x="1698916" y="310915"/>
                </a:lnTo>
                <a:lnTo>
                  <a:pt x="1698709" y="310979"/>
                </a:lnTo>
                <a:lnTo>
                  <a:pt x="1698490" y="311045"/>
                </a:lnTo>
                <a:lnTo>
                  <a:pt x="1698260" y="311111"/>
                </a:lnTo>
                <a:lnTo>
                  <a:pt x="1698018" y="311179"/>
                </a:lnTo>
                <a:lnTo>
                  <a:pt x="1697765" y="311248"/>
                </a:lnTo>
                <a:lnTo>
                  <a:pt x="1697501" y="311318"/>
                </a:lnTo>
                <a:lnTo>
                  <a:pt x="1697225" y="311390"/>
                </a:lnTo>
                <a:lnTo>
                  <a:pt x="1696938" y="311462"/>
                </a:lnTo>
                <a:lnTo>
                  <a:pt x="1696639" y="311536"/>
                </a:lnTo>
                <a:lnTo>
                  <a:pt x="1696329" y="311611"/>
                </a:lnTo>
                <a:lnTo>
                  <a:pt x="1696008" y="311687"/>
                </a:lnTo>
                <a:lnTo>
                  <a:pt x="1695675" y="311765"/>
                </a:lnTo>
                <a:lnTo>
                  <a:pt x="1695331" y="311843"/>
                </a:lnTo>
                <a:lnTo>
                  <a:pt x="1694975" y="311923"/>
                </a:lnTo>
                <a:lnTo>
                  <a:pt x="1694609" y="312005"/>
                </a:lnTo>
                <a:lnTo>
                  <a:pt x="1694230" y="312087"/>
                </a:lnTo>
                <a:lnTo>
                  <a:pt x="1693841" y="312170"/>
                </a:lnTo>
                <a:lnTo>
                  <a:pt x="1693439" y="312255"/>
                </a:lnTo>
                <a:lnTo>
                  <a:pt x="1693027" y="312341"/>
                </a:lnTo>
                <a:lnTo>
                  <a:pt x="1692603" y="312429"/>
                </a:lnTo>
                <a:lnTo>
                  <a:pt x="1692175" y="312515"/>
                </a:lnTo>
                <a:lnTo>
                  <a:pt x="1691751" y="312597"/>
                </a:lnTo>
                <a:lnTo>
                  <a:pt x="1691329" y="312676"/>
                </a:lnTo>
                <a:lnTo>
                  <a:pt x="1690911" y="312751"/>
                </a:lnTo>
                <a:lnTo>
                  <a:pt x="1690496" y="312822"/>
                </a:lnTo>
                <a:lnTo>
                  <a:pt x="1690085" y="312890"/>
                </a:lnTo>
                <a:lnTo>
                  <a:pt x="1689676" y="312954"/>
                </a:lnTo>
                <a:lnTo>
                  <a:pt x="1689271" y="313014"/>
                </a:lnTo>
                <a:lnTo>
                  <a:pt x="1688869" y="313071"/>
                </a:lnTo>
                <a:lnTo>
                  <a:pt x="1688471" y="313124"/>
                </a:lnTo>
                <a:lnTo>
                  <a:pt x="1688075" y="313174"/>
                </a:lnTo>
                <a:lnTo>
                  <a:pt x="1687683" y="313219"/>
                </a:lnTo>
                <a:lnTo>
                  <a:pt x="1687294" y="313261"/>
                </a:lnTo>
                <a:lnTo>
                  <a:pt x="1686909" y="313300"/>
                </a:lnTo>
                <a:lnTo>
                  <a:pt x="1686526" y="313335"/>
                </a:lnTo>
                <a:lnTo>
                  <a:pt x="1686147" y="313366"/>
                </a:lnTo>
                <a:lnTo>
                  <a:pt x="1685771" y="313393"/>
                </a:lnTo>
                <a:lnTo>
                  <a:pt x="1685399" y="313417"/>
                </a:lnTo>
                <a:lnTo>
                  <a:pt x="1685029" y="313437"/>
                </a:lnTo>
                <a:lnTo>
                  <a:pt x="1684663" y="313454"/>
                </a:lnTo>
                <a:lnTo>
                  <a:pt x="1684300" y="313466"/>
                </a:lnTo>
                <a:lnTo>
                  <a:pt x="1683941" y="313476"/>
                </a:lnTo>
                <a:lnTo>
                  <a:pt x="1683585" y="313481"/>
                </a:lnTo>
                <a:lnTo>
                  <a:pt x="1683231" y="313483"/>
                </a:lnTo>
                <a:lnTo>
                  <a:pt x="1682764" y="313479"/>
                </a:lnTo>
                <a:lnTo>
                  <a:pt x="1682299" y="313468"/>
                </a:lnTo>
                <a:lnTo>
                  <a:pt x="1681837" y="313450"/>
                </a:lnTo>
                <a:lnTo>
                  <a:pt x="1681377" y="313424"/>
                </a:lnTo>
                <a:lnTo>
                  <a:pt x="1680919" y="313391"/>
                </a:lnTo>
                <a:lnTo>
                  <a:pt x="1680464" y="313351"/>
                </a:lnTo>
                <a:lnTo>
                  <a:pt x="1680011" y="313304"/>
                </a:lnTo>
                <a:lnTo>
                  <a:pt x="1679561" y="313249"/>
                </a:lnTo>
                <a:lnTo>
                  <a:pt x="1679113" y="313186"/>
                </a:lnTo>
                <a:lnTo>
                  <a:pt x="1678668" y="313117"/>
                </a:lnTo>
                <a:lnTo>
                  <a:pt x="1678225" y="313040"/>
                </a:lnTo>
                <a:lnTo>
                  <a:pt x="1677784" y="312956"/>
                </a:lnTo>
                <a:lnTo>
                  <a:pt x="1677346" y="312864"/>
                </a:lnTo>
                <a:lnTo>
                  <a:pt x="1676910" y="312765"/>
                </a:lnTo>
                <a:lnTo>
                  <a:pt x="1676477" y="312659"/>
                </a:lnTo>
                <a:lnTo>
                  <a:pt x="1676047" y="312546"/>
                </a:lnTo>
                <a:lnTo>
                  <a:pt x="1675618" y="312425"/>
                </a:lnTo>
                <a:lnTo>
                  <a:pt x="1675192" y="312297"/>
                </a:lnTo>
                <a:lnTo>
                  <a:pt x="1674769" y="312161"/>
                </a:lnTo>
                <a:lnTo>
                  <a:pt x="1674348" y="312019"/>
                </a:lnTo>
                <a:lnTo>
                  <a:pt x="1673929" y="311868"/>
                </a:lnTo>
                <a:lnTo>
                  <a:pt x="1673513" y="311711"/>
                </a:lnTo>
                <a:lnTo>
                  <a:pt x="1673100" y="311546"/>
                </a:lnTo>
                <a:lnTo>
                  <a:pt x="1672688" y="311374"/>
                </a:lnTo>
                <a:lnTo>
                  <a:pt x="1672281" y="311191"/>
                </a:lnTo>
                <a:lnTo>
                  <a:pt x="1671881" y="310992"/>
                </a:lnTo>
                <a:lnTo>
                  <a:pt x="1671486" y="310777"/>
                </a:lnTo>
                <a:lnTo>
                  <a:pt x="1671097" y="310548"/>
                </a:lnTo>
                <a:lnTo>
                  <a:pt x="1670715" y="310302"/>
                </a:lnTo>
                <a:lnTo>
                  <a:pt x="1670338" y="310041"/>
                </a:lnTo>
                <a:lnTo>
                  <a:pt x="1669968" y="309765"/>
                </a:lnTo>
                <a:lnTo>
                  <a:pt x="1669604" y="309473"/>
                </a:lnTo>
                <a:lnTo>
                  <a:pt x="1669245" y="309166"/>
                </a:lnTo>
                <a:lnTo>
                  <a:pt x="1668893" y="308843"/>
                </a:lnTo>
                <a:lnTo>
                  <a:pt x="1668547" y="308505"/>
                </a:lnTo>
                <a:lnTo>
                  <a:pt x="1668208" y="308151"/>
                </a:lnTo>
                <a:lnTo>
                  <a:pt x="1667874" y="307782"/>
                </a:lnTo>
                <a:lnTo>
                  <a:pt x="1667546" y="307397"/>
                </a:lnTo>
                <a:lnTo>
                  <a:pt x="1667225" y="306997"/>
                </a:lnTo>
                <a:lnTo>
                  <a:pt x="1666909" y="306581"/>
                </a:lnTo>
                <a:lnTo>
                  <a:pt x="1666600" y="306150"/>
                </a:lnTo>
                <a:lnTo>
                  <a:pt x="1666297" y="305703"/>
                </a:lnTo>
                <a:lnTo>
                  <a:pt x="1665999" y="305241"/>
                </a:lnTo>
                <a:lnTo>
                  <a:pt x="1665708" y="304763"/>
                </a:lnTo>
                <a:lnTo>
                  <a:pt x="1665423" y="304270"/>
                </a:lnTo>
                <a:lnTo>
                  <a:pt x="1665145" y="303762"/>
                </a:lnTo>
                <a:lnTo>
                  <a:pt x="1664872" y="303238"/>
                </a:lnTo>
                <a:lnTo>
                  <a:pt x="1664605" y="302698"/>
                </a:lnTo>
                <a:lnTo>
                  <a:pt x="1664347" y="302140"/>
                </a:lnTo>
                <a:lnTo>
                  <a:pt x="1664100" y="301560"/>
                </a:lnTo>
                <a:lnTo>
                  <a:pt x="1663864" y="300957"/>
                </a:lnTo>
                <a:lnTo>
                  <a:pt x="1663639" y="300333"/>
                </a:lnTo>
                <a:lnTo>
                  <a:pt x="1663425" y="299687"/>
                </a:lnTo>
                <a:lnTo>
                  <a:pt x="1663221" y="299019"/>
                </a:lnTo>
                <a:lnTo>
                  <a:pt x="1663029" y="298329"/>
                </a:lnTo>
                <a:lnTo>
                  <a:pt x="1662848" y="297617"/>
                </a:lnTo>
                <a:lnTo>
                  <a:pt x="1662678" y="296883"/>
                </a:lnTo>
                <a:lnTo>
                  <a:pt x="1662519" y="296127"/>
                </a:lnTo>
                <a:lnTo>
                  <a:pt x="1662370" y="295349"/>
                </a:lnTo>
                <a:lnTo>
                  <a:pt x="1662233" y="294549"/>
                </a:lnTo>
                <a:lnTo>
                  <a:pt x="1662107" y="293727"/>
                </a:lnTo>
                <a:lnTo>
                  <a:pt x="1661991" y="292883"/>
                </a:lnTo>
                <a:lnTo>
                  <a:pt x="1661887" y="292018"/>
                </a:lnTo>
                <a:lnTo>
                  <a:pt x="1661794" y="291130"/>
                </a:lnTo>
                <a:lnTo>
                  <a:pt x="1661711" y="290220"/>
                </a:lnTo>
                <a:lnTo>
                  <a:pt x="1661640" y="289289"/>
                </a:lnTo>
                <a:lnTo>
                  <a:pt x="1661580" y="288335"/>
                </a:lnTo>
                <a:lnTo>
                  <a:pt x="1661530" y="287359"/>
                </a:lnTo>
                <a:lnTo>
                  <a:pt x="1661492" y="286362"/>
                </a:lnTo>
                <a:lnTo>
                  <a:pt x="1661464" y="285342"/>
                </a:lnTo>
                <a:lnTo>
                  <a:pt x="1661448" y="284301"/>
                </a:lnTo>
                <a:lnTo>
                  <a:pt x="1661442" y="283237"/>
                </a:lnTo>
                <a:lnTo>
                  <a:pt x="1661442" y="125815"/>
                </a:lnTo>
                <a:lnTo>
                  <a:pt x="1699632" y="125815"/>
                </a:lnTo>
                <a:lnTo>
                  <a:pt x="1699632" y="92545"/>
                </a:lnTo>
                <a:lnTo>
                  <a:pt x="1661442" y="92545"/>
                </a:lnTo>
                <a:lnTo>
                  <a:pt x="1661442" y="30692"/>
                </a:lnTo>
                <a:lnTo>
                  <a:pt x="1619973" y="30692"/>
                </a:lnTo>
                <a:lnTo>
                  <a:pt x="1619973" y="92545"/>
                </a:lnTo>
                <a:lnTo>
                  <a:pt x="1581314" y="92545"/>
                </a:lnTo>
                <a:lnTo>
                  <a:pt x="1581314" y="125815"/>
                </a:lnTo>
                <a:close/>
                <a:moveTo>
                  <a:pt x="35378" y="346049"/>
                </a:moveTo>
                <a:lnTo>
                  <a:pt x="43110" y="346049"/>
                </a:lnTo>
                <a:lnTo>
                  <a:pt x="176891" y="346049"/>
                </a:lnTo>
                <a:lnTo>
                  <a:pt x="176891" y="309266"/>
                </a:lnTo>
                <a:lnTo>
                  <a:pt x="43110" y="309266"/>
                </a:lnTo>
                <a:lnTo>
                  <a:pt x="43110" y="4920"/>
                </a:lnTo>
                <a:lnTo>
                  <a:pt x="0" y="4920"/>
                </a:lnTo>
                <a:lnTo>
                  <a:pt x="0" y="346049"/>
                </a:lnTo>
                <a:lnTo>
                  <a:pt x="35378" y="346049"/>
                </a:lnTo>
                <a:close/>
                <a:moveTo>
                  <a:pt x="263777" y="346049"/>
                </a:moveTo>
                <a:lnTo>
                  <a:pt x="271509" y="346049"/>
                </a:lnTo>
                <a:lnTo>
                  <a:pt x="405290" y="346049"/>
                </a:lnTo>
                <a:lnTo>
                  <a:pt x="405290" y="309266"/>
                </a:lnTo>
                <a:lnTo>
                  <a:pt x="271509" y="309266"/>
                </a:lnTo>
                <a:lnTo>
                  <a:pt x="271509" y="4920"/>
                </a:lnTo>
                <a:lnTo>
                  <a:pt x="228399" y="4920"/>
                </a:lnTo>
                <a:lnTo>
                  <a:pt x="228399" y="346049"/>
                </a:lnTo>
                <a:lnTo>
                  <a:pt x="263777" y="346049"/>
                </a:lnTo>
                <a:close/>
                <a:moveTo>
                  <a:pt x="938550" y="286144"/>
                </a:moveTo>
                <a:lnTo>
                  <a:pt x="938441" y="286945"/>
                </a:lnTo>
                <a:lnTo>
                  <a:pt x="938316" y="287737"/>
                </a:lnTo>
                <a:lnTo>
                  <a:pt x="938174" y="288520"/>
                </a:lnTo>
                <a:lnTo>
                  <a:pt x="938016" y="289294"/>
                </a:lnTo>
                <a:lnTo>
                  <a:pt x="937841" y="290059"/>
                </a:lnTo>
                <a:lnTo>
                  <a:pt x="937649" y="290815"/>
                </a:lnTo>
                <a:lnTo>
                  <a:pt x="937441" y="291562"/>
                </a:lnTo>
                <a:lnTo>
                  <a:pt x="937216" y="292301"/>
                </a:lnTo>
                <a:lnTo>
                  <a:pt x="936974" y="293030"/>
                </a:lnTo>
                <a:lnTo>
                  <a:pt x="936715" y="293750"/>
                </a:lnTo>
                <a:lnTo>
                  <a:pt x="936440" y="294462"/>
                </a:lnTo>
                <a:lnTo>
                  <a:pt x="936148" y="295164"/>
                </a:lnTo>
                <a:lnTo>
                  <a:pt x="935840" y="295858"/>
                </a:lnTo>
                <a:lnTo>
                  <a:pt x="935514" y="296542"/>
                </a:lnTo>
                <a:lnTo>
                  <a:pt x="935173" y="297218"/>
                </a:lnTo>
                <a:lnTo>
                  <a:pt x="934814" y="297885"/>
                </a:lnTo>
                <a:lnTo>
                  <a:pt x="934439" y="298542"/>
                </a:lnTo>
                <a:lnTo>
                  <a:pt x="934047" y="299191"/>
                </a:lnTo>
                <a:lnTo>
                  <a:pt x="933639" y="299829"/>
                </a:lnTo>
                <a:lnTo>
                  <a:pt x="933215" y="300454"/>
                </a:lnTo>
                <a:lnTo>
                  <a:pt x="932775" y="301067"/>
                </a:lnTo>
                <a:lnTo>
                  <a:pt x="932319" y="301667"/>
                </a:lnTo>
                <a:lnTo>
                  <a:pt x="931847" y="302255"/>
                </a:lnTo>
                <a:lnTo>
                  <a:pt x="931360" y="302830"/>
                </a:lnTo>
                <a:lnTo>
                  <a:pt x="930857" y="303392"/>
                </a:lnTo>
                <a:lnTo>
                  <a:pt x="930337" y="303942"/>
                </a:lnTo>
                <a:lnTo>
                  <a:pt x="929802" y="304479"/>
                </a:lnTo>
                <a:lnTo>
                  <a:pt x="929251" y="305004"/>
                </a:lnTo>
                <a:lnTo>
                  <a:pt x="928684" y="305516"/>
                </a:lnTo>
                <a:lnTo>
                  <a:pt x="928102" y="306015"/>
                </a:lnTo>
                <a:lnTo>
                  <a:pt x="927503" y="306502"/>
                </a:lnTo>
                <a:lnTo>
                  <a:pt x="926889" y="306976"/>
                </a:lnTo>
                <a:lnTo>
                  <a:pt x="926259" y="307437"/>
                </a:lnTo>
                <a:lnTo>
                  <a:pt x="925612" y="307886"/>
                </a:lnTo>
                <a:lnTo>
                  <a:pt x="924950" y="308322"/>
                </a:lnTo>
                <a:lnTo>
                  <a:pt x="924273" y="308746"/>
                </a:lnTo>
                <a:lnTo>
                  <a:pt x="923579" y="309157"/>
                </a:lnTo>
                <a:lnTo>
                  <a:pt x="922869" y="309555"/>
                </a:lnTo>
                <a:lnTo>
                  <a:pt x="922144" y="309941"/>
                </a:lnTo>
                <a:lnTo>
                  <a:pt x="921402" y="310314"/>
                </a:lnTo>
                <a:lnTo>
                  <a:pt x="920645" y="310675"/>
                </a:lnTo>
                <a:lnTo>
                  <a:pt x="919872" y="311023"/>
                </a:lnTo>
                <a:lnTo>
                  <a:pt x="919084" y="311357"/>
                </a:lnTo>
                <a:lnTo>
                  <a:pt x="918279" y="311678"/>
                </a:lnTo>
                <a:lnTo>
                  <a:pt x="917460" y="311984"/>
                </a:lnTo>
                <a:lnTo>
                  <a:pt x="916625" y="312276"/>
                </a:lnTo>
                <a:lnTo>
                  <a:pt x="915774" y="312553"/>
                </a:lnTo>
                <a:lnTo>
                  <a:pt x="914908" y="312817"/>
                </a:lnTo>
                <a:lnTo>
                  <a:pt x="914027" y="313066"/>
                </a:lnTo>
                <a:lnTo>
                  <a:pt x="913130" y="313301"/>
                </a:lnTo>
                <a:lnTo>
                  <a:pt x="912217" y="313521"/>
                </a:lnTo>
                <a:lnTo>
                  <a:pt x="911290" y="313728"/>
                </a:lnTo>
                <a:lnTo>
                  <a:pt x="910346" y="313920"/>
                </a:lnTo>
                <a:lnTo>
                  <a:pt x="909388" y="314098"/>
                </a:lnTo>
                <a:lnTo>
                  <a:pt x="908413" y="314262"/>
                </a:lnTo>
                <a:lnTo>
                  <a:pt x="907424" y="314411"/>
                </a:lnTo>
                <a:lnTo>
                  <a:pt x="906419" y="314546"/>
                </a:lnTo>
                <a:lnTo>
                  <a:pt x="905398" y="314667"/>
                </a:lnTo>
                <a:lnTo>
                  <a:pt x="904362" y="314774"/>
                </a:lnTo>
                <a:lnTo>
                  <a:pt x="903311" y="314867"/>
                </a:lnTo>
                <a:lnTo>
                  <a:pt x="902244" y="314945"/>
                </a:lnTo>
                <a:lnTo>
                  <a:pt x="901161" y="315009"/>
                </a:lnTo>
                <a:lnTo>
                  <a:pt x="900064" y="315059"/>
                </a:lnTo>
                <a:lnTo>
                  <a:pt x="898950" y="315094"/>
                </a:lnTo>
                <a:lnTo>
                  <a:pt x="897822" y="315116"/>
                </a:lnTo>
                <a:lnTo>
                  <a:pt x="896677" y="315123"/>
                </a:lnTo>
                <a:lnTo>
                  <a:pt x="895799" y="315116"/>
                </a:lnTo>
                <a:lnTo>
                  <a:pt x="894920" y="315097"/>
                </a:lnTo>
                <a:lnTo>
                  <a:pt x="894042" y="315064"/>
                </a:lnTo>
                <a:lnTo>
                  <a:pt x="893163" y="315019"/>
                </a:lnTo>
                <a:lnTo>
                  <a:pt x="892284" y="314960"/>
                </a:lnTo>
                <a:lnTo>
                  <a:pt x="891406" y="314889"/>
                </a:lnTo>
                <a:lnTo>
                  <a:pt x="890527" y="314804"/>
                </a:lnTo>
                <a:lnTo>
                  <a:pt x="889649" y="314706"/>
                </a:lnTo>
                <a:lnTo>
                  <a:pt x="888770" y="314596"/>
                </a:lnTo>
                <a:lnTo>
                  <a:pt x="887891" y="314472"/>
                </a:lnTo>
                <a:lnTo>
                  <a:pt x="887013" y="314335"/>
                </a:lnTo>
                <a:lnTo>
                  <a:pt x="886134" y="314186"/>
                </a:lnTo>
                <a:lnTo>
                  <a:pt x="885256" y="314023"/>
                </a:lnTo>
                <a:lnTo>
                  <a:pt x="884377" y="313847"/>
                </a:lnTo>
                <a:lnTo>
                  <a:pt x="883498" y="313659"/>
                </a:lnTo>
                <a:lnTo>
                  <a:pt x="882620" y="313457"/>
                </a:lnTo>
                <a:lnTo>
                  <a:pt x="881741" y="313242"/>
                </a:lnTo>
                <a:lnTo>
                  <a:pt x="880863" y="313014"/>
                </a:lnTo>
                <a:lnTo>
                  <a:pt x="879984" y="312774"/>
                </a:lnTo>
                <a:lnTo>
                  <a:pt x="879105" y="312520"/>
                </a:lnTo>
                <a:lnTo>
                  <a:pt x="878227" y="312253"/>
                </a:lnTo>
                <a:lnTo>
                  <a:pt x="877348" y="311973"/>
                </a:lnTo>
                <a:lnTo>
                  <a:pt x="876470" y="311680"/>
                </a:lnTo>
                <a:lnTo>
                  <a:pt x="875591" y="311374"/>
                </a:lnTo>
                <a:lnTo>
                  <a:pt x="874718" y="311051"/>
                </a:lnTo>
                <a:lnTo>
                  <a:pt x="873856" y="310707"/>
                </a:lnTo>
                <a:lnTo>
                  <a:pt x="873005" y="310342"/>
                </a:lnTo>
                <a:lnTo>
                  <a:pt x="872164" y="309955"/>
                </a:lnTo>
                <a:lnTo>
                  <a:pt x="871335" y="309548"/>
                </a:lnTo>
                <a:lnTo>
                  <a:pt x="870517" y="309119"/>
                </a:lnTo>
                <a:lnTo>
                  <a:pt x="869710" y="308669"/>
                </a:lnTo>
                <a:lnTo>
                  <a:pt x="868914" y="308198"/>
                </a:lnTo>
                <a:lnTo>
                  <a:pt x="868128" y="307706"/>
                </a:lnTo>
                <a:lnTo>
                  <a:pt x="867354" y="307193"/>
                </a:lnTo>
                <a:lnTo>
                  <a:pt x="866591" y="306658"/>
                </a:lnTo>
                <a:lnTo>
                  <a:pt x="865839" y="306103"/>
                </a:lnTo>
                <a:lnTo>
                  <a:pt x="865097" y="305526"/>
                </a:lnTo>
                <a:lnTo>
                  <a:pt x="864367" y="304928"/>
                </a:lnTo>
                <a:lnTo>
                  <a:pt x="863648" y="304309"/>
                </a:lnTo>
                <a:lnTo>
                  <a:pt x="862939" y="303669"/>
                </a:lnTo>
                <a:lnTo>
                  <a:pt x="862242" y="303007"/>
                </a:lnTo>
                <a:lnTo>
                  <a:pt x="861555" y="302325"/>
                </a:lnTo>
                <a:lnTo>
                  <a:pt x="860880" y="301621"/>
                </a:lnTo>
                <a:lnTo>
                  <a:pt x="860216" y="300896"/>
                </a:lnTo>
                <a:lnTo>
                  <a:pt x="859562" y="300150"/>
                </a:lnTo>
                <a:lnTo>
                  <a:pt x="858920" y="299383"/>
                </a:lnTo>
                <a:lnTo>
                  <a:pt x="858288" y="298595"/>
                </a:lnTo>
                <a:lnTo>
                  <a:pt x="857668" y="297785"/>
                </a:lnTo>
                <a:lnTo>
                  <a:pt x="857064" y="296951"/>
                </a:lnTo>
                <a:lnTo>
                  <a:pt x="856484" y="296090"/>
                </a:lnTo>
                <a:lnTo>
                  <a:pt x="855927" y="295201"/>
                </a:lnTo>
                <a:lnTo>
                  <a:pt x="855393" y="294284"/>
                </a:lnTo>
                <a:lnTo>
                  <a:pt x="854882" y="293339"/>
                </a:lnTo>
                <a:lnTo>
                  <a:pt x="854395" y="292367"/>
                </a:lnTo>
                <a:lnTo>
                  <a:pt x="853931" y="291367"/>
                </a:lnTo>
                <a:lnTo>
                  <a:pt x="853489" y="290340"/>
                </a:lnTo>
                <a:lnTo>
                  <a:pt x="853072" y="289285"/>
                </a:lnTo>
                <a:lnTo>
                  <a:pt x="852677" y="288202"/>
                </a:lnTo>
                <a:lnTo>
                  <a:pt x="852305" y="287092"/>
                </a:lnTo>
                <a:lnTo>
                  <a:pt x="851957" y="285954"/>
                </a:lnTo>
                <a:lnTo>
                  <a:pt x="851632" y="284788"/>
                </a:lnTo>
                <a:lnTo>
                  <a:pt x="851330" y="283594"/>
                </a:lnTo>
                <a:lnTo>
                  <a:pt x="851051" y="282373"/>
                </a:lnTo>
                <a:lnTo>
                  <a:pt x="850795" y="281125"/>
                </a:lnTo>
                <a:lnTo>
                  <a:pt x="850563" y="279848"/>
                </a:lnTo>
                <a:lnTo>
                  <a:pt x="850353" y="278544"/>
                </a:lnTo>
                <a:lnTo>
                  <a:pt x="850167" y="277212"/>
                </a:lnTo>
                <a:lnTo>
                  <a:pt x="850004" y="275853"/>
                </a:lnTo>
                <a:lnTo>
                  <a:pt x="849865" y="274466"/>
                </a:lnTo>
                <a:lnTo>
                  <a:pt x="849748" y="273051"/>
                </a:lnTo>
                <a:lnTo>
                  <a:pt x="849655" y="271609"/>
                </a:lnTo>
                <a:lnTo>
                  <a:pt x="849585" y="270139"/>
                </a:lnTo>
                <a:lnTo>
                  <a:pt x="808115" y="270139"/>
                </a:lnTo>
                <a:lnTo>
                  <a:pt x="808133" y="271891"/>
                </a:lnTo>
                <a:lnTo>
                  <a:pt x="808186" y="273635"/>
                </a:lnTo>
                <a:lnTo>
                  <a:pt x="808274" y="275368"/>
                </a:lnTo>
                <a:lnTo>
                  <a:pt x="808398" y="277093"/>
                </a:lnTo>
                <a:lnTo>
                  <a:pt x="808557" y="278808"/>
                </a:lnTo>
                <a:lnTo>
                  <a:pt x="808752" y="280514"/>
                </a:lnTo>
                <a:lnTo>
                  <a:pt x="808982" y="282210"/>
                </a:lnTo>
                <a:lnTo>
                  <a:pt x="809247" y="283897"/>
                </a:lnTo>
                <a:lnTo>
                  <a:pt x="809548" y="285575"/>
                </a:lnTo>
                <a:lnTo>
                  <a:pt x="809884" y="287243"/>
                </a:lnTo>
                <a:lnTo>
                  <a:pt x="810256" y="288902"/>
                </a:lnTo>
                <a:lnTo>
                  <a:pt x="810663" y="290552"/>
                </a:lnTo>
                <a:lnTo>
                  <a:pt x="811105" y="292192"/>
                </a:lnTo>
                <a:lnTo>
                  <a:pt x="811583" y="293823"/>
                </a:lnTo>
                <a:lnTo>
                  <a:pt x="812096" y="295444"/>
                </a:lnTo>
                <a:lnTo>
                  <a:pt x="812645" y="297056"/>
                </a:lnTo>
                <a:lnTo>
                  <a:pt x="813228" y="298659"/>
                </a:lnTo>
                <a:lnTo>
                  <a:pt x="813848" y="300253"/>
                </a:lnTo>
                <a:lnTo>
                  <a:pt x="814502" y="301837"/>
                </a:lnTo>
                <a:lnTo>
                  <a:pt x="815192" y="303412"/>
                </a:lnTo>
                <a:lnTo>
                  <a:pt x="815918" y="304977"/>
                </a:lnTo>
                <a:lnTo>
                  <a:pt x="816679" y="306533"/>
                </a:lnTo>
                <a:lnTo>
                  <a:pt x="817475" y="308080"/>
                </a:lnTo>
                <a:lnTo>
                  <a:pt x="818307" y="309617"/>
                </a:lnTo>
                <a:lnTo>
                  <a:pt x="819173" y="311138"/>
                </a:lnTo>
                <a:lnTo>
                  <a:pt x="820072" y="312634"/>
                </a:lnTo>
                <a:lnTo>
                  <a:pt x="821005" y="314105"/>
                </a:lnTo>
                <a:lnTo>
                  <a:pt x="821971" y="315552"/>
                </a:lnTo>
                <a:lnTo>
                  <a:pt x="822970" y="316975"/>
                </a:lnTo>
                <a:lnTo>
                  <a:pt x="824003" y="318374"/>
                </a:lnTo>
                <a:lnTo>
                  <a:pt x="825069" y="319748"/>
                </a:lnTo>
                <a:lnTo>
                  <a:pt x="826168" y="321097"/>
                </a:lnTo>
                <a:lnTo>
                  <a:pt x="827301" y="322423"/>
                </a:lnTo>
                <a:lnTo>
                  <a:pt x="828467" y="323723"/>
                </a:lnTo>
                <a:lnTo>
                  <a:pt x="829667" y="325000"/>
                </a:lnTo>
                <a:lnTo>
                  <a:pt x="830900" y="326252"/>
                </a:lnTo>
                <a:lnTo>
                  <a:pt x="832166" y="327479"/>
                </a:lnTo>
                <a:lnTo>
                  <a:pt x="833466" y="328683"/>
                </a:lnTo>
                <a:lnTo>
                  <a:pt x="834799" y="329861"/>
                </a:lnTo>
                <a:lnTo>
                  <a:pt x="836165" y="331016"/>
                </a:lnTo>
                <a:lnTo>
                  <a:pt x="837565" y="332146"/>
                </a:lnTo>
                <a:lnTo>
                  <a:pt x="838998" y="333251"/>
                </a:lnTo>
                <a:lnTo>
                  <a:pt x="840464" y="334332"/>
                </a:lnTo>
                <a:lnTo>
                  <a:pt x="841964" y="335389"/>
                </a:lnTo>
                <a:lnTo>
                  <a:pt x="843497" y="336422"/>
                </a:lnTo>
                <a:lnTo>
                  <a:pt x="845063" y="337429"/>
                </a:lnTo>
                <a:lnTo>
                  <a:pt x="846663" y="338413"/>
                </a:lnTo>
                <a:lnTo>
                  <a:pt x="848296" y="339372"/>
                </a:lnTo>
                <a:lnTo>
                  <a:pt x="849961" y="340299"/>
                </a:lnTo>
                <a:lnTo>
                  <a:pt x="851657" y="341187"/>
                </a:lnTo>
                <a:lnTo>
                  <a:pt x="853383" y="342035"/>
                </a:lnTo>
                <a:lnTo>
                  <a:pt x="855139" y="342844"/>
                </a:lnTo>
                <a:lnTo>
                  <a:pt x="856926" y="343614"/>
                </a:lnTo>
                <a:lnTo>
                  <a:pt x="858744" y="344344"/>
                </a:lnTo>
                <a:lnTo>
                  <a:pt x="860592" y="345034"/>
                </a:lnTo>
                <a:lnTo>
                  <a:pt x="862471" y="345685"/>
                </a:lnTo>
                <a:lnTo>
                  <a:pt x="864380" y="346297"/>
                </a:lnTo>
                <a:lnTo>
                  <a:pt x="866319" y="346869"/>
                </a:lnTo>
                <a:lnTo>
                  <a:pt x="868290" y="347401"/>
                </a:lnTo>
                <a:lnTo>
                  <a:pt x="870290" y="347895"/>
                </a:lnTo>
                <a:lnTo>
                  <a:pt x="872321" y="348348"/>
                </a:lnTo>
                <a:lnTo>
                  <a:pt x="874383" y="348763"/>
                </a:lnTo>
                <a:lnTo>
                  <a:pt x="876475" y="349137"/>
                </a:lnTo>
                <a:lnTo>
                  <a:pt x="878598" y="349473"/>
                </a:lnTo>
                <a:lnTo>
                  <a:pt x="880751" y="349769"/>
                </a:lnTo>
                <a:lnTo>
                  <a:pt x="882935" y="350025"/>
                </a:lnTo>
                <a:lnTo>
                  <a:pt x="885149" y="350242"/>
                </a:lnTo>
                <a:lnTo>
                  <a:pt x="887393" y="350420"/>
                </a:lnTo>
                <a:lnTo>
                  <a:pt x="889669" y="350558"/>
                </a:lnTo>
                <a:lnTo>
                  <a:pt x="891974" y="350656"/>
                </a:lnTo>
                <a:lnTo>
                  <a:pt x="894311" y="350716"/>
                </a:lnTo>
                <a:lnTo>
                  <a:pt x="896677" y="350735"/>
                </a:lnTo>
                <a:lnTo>
                  <a:pt x="898252" y="350727"/>
                </a:lnTo>
                <a:lnTo>
                  <a:pt x="899815" y="350700"/>
                </a:lnTo>
                <a:lnTo>
                  <a:pt x="901365" y="350657"/>
                </a:lnTo>
                <a:lnTo>
                  <a:pt x="902902" y="350595"/>
                </a:lnTo>
                <a:lnTo>
                  <a:pt x="904427" y="350517"/>
                </a:lnTo>
                <a:lnTo>
                  <a:pt x="905939" y="350421"/>
                </a:lnTo>
                <a:lnTo>
                  <a:pt x="907439" y="350307"/>
                </a:lnTo>
                <a:lnTo>
                  <a:pt x="908926" y="350176"/>
                </a:lnTo>
                <a:lnTo>
                  <a:pt x="910400" y="350027"/>
                </a:lnTo>
                <a:lnTo>
                  <a:pt x="911862" y="349861"/>
                </a:lnTo>
                <a:lnTo>
                  <a:pt x="913311" y="349677"/>
                </a:lnTo>
                <a:lnTo>
                  <a:pt x="914747" y="349476"/>
                </a:lnTo>
                <a:lnTo>
                  <a:pt x="916171" y="349257"/>
                </a:lnTo>
                <a:lnTo>
                  <a:pt x="917582" y="349021"/>
                </a:lnTo>
                <a:lnTo>
                  <a:pt x="918981" y="348768"/>
                </a:lnTo>
                <a:lnTo>
                  <a:pt x="920367" y="348497"/>
                </a:lnTo>
                <a:lnTo>
                  <a:pt x="921740" y="348208"/>
                </a:lnTo>
                <a:lnTo>
                  <a:pt x="923101" y="347902"/>
                </a:lnTo>
                <a:lnTo>
                  <a:pt x="924449" y="347578"/>
                </a:lnTo>
                <a:lnTo>
                  <a:pt x="925785" y="347237"/>
                </a:lnTo>
                <a:lnTo>
                  <a:pt x="927108" y="346879"/>
                </a:lnTo>
                <a:lnTo>
                  <a:pt x="928418" y="346503"/>
                </a:lnTo>
                <a:lnTo>
                  <a:pt x="929716" y="346109"/>
                </a:lnTo>
                <a:lnTo>
                  <a:pt x="931001" y="345698"/>
                </a:lnTo>
                <a:lnTo>
                  <a:pt x="932272" y="345270"/>
                </a:lnTo>
                <a:lnTo>
                  <a:pt x="933529" y="344827"/>
                </a:lnTo>
                <a:lnTo>
                  <a:pt x="934770" y="344367"/>
                </a:lnTo>
                <a:lnTo>
                  <a:pt x="935996" y="343892"/>
                </a:lnTo>
                <a:lnTo>
                  <a:pt x="937207" y="343401"/>
                </a:lnTo>
                <a:lnTo>
                  <a:pt x="938403" y="342894"/>
                </a:lnTo>
                <a:lnTo>
                  <a:pt x="939584" y="342371"/>
                </a:lnTo>
                <a:lnTo>
                  <a:pt x="940750" y="341832"/>
                </a:lnTo>
                <a:lnTo>
                  <a:pt x="941901" y="341278"/>
                </a:lnTo>
                <a:lnTo>
                  <a:pt x="943037" y="340707"/>
                </a:lnTo>
                <a:lnTo>
                  <a:pt x="944158" y="340121"/>
                </a:lnTo>
                <a:lnTo>
                  <a:pt x="945264" y="339519"/>
                </a:lnTo>
                <a:lnTo>
                  <a:pt x="946354" y="338901"/>
                </a:lnTo>
                <a:lnTo>
                  <a:pt x="947430" y="338267"/>
                </a:lnTo>
                <a:lnTo>
                  <a:pt x="948491" y="337617"/>
                </a:lnTo>
                <a:lnTo>
                  <a:pt x="949536" y="336951"/>
                </a:lnTo>
                <a:lnTo>
                  <a:pt x="950567" y="336270"/>
                </a:lnTo>
                <a:lnTo>
                  <a:pt x="951582" y="335572"/>
                </a:lnTo>
                <a:lnTo>
                  <a:pt x="952583" y="334859"/>
                </a:lnTo>
                <a:lnTo>
                  <a:pt x="953568" y="334130"/>
                </a:lnTo>
                <a:lnTo>
                  <a:pt x="954538" y="333385"/>
                </a:lnTo>
                <a:lnTo>
                  <a:pt x="955494" y="332624"/>
                </a:lnTo>
                <a:lnTo>
                  <a:pt x="956434" y="331847"/>
                </a:lnTo>
                <a:lnTo>
                  <a:pt x="957359" y="331055"/>
                </a:lnTo>
                <a:lnTo>
                  <a:pt x="958268" y="330248"/>
                </a:lnTo>
                <a:lnTo>
                  <a:pt x="959159" y="329427"/>
                </a:lnTo>
                <a:lnTo>
                  <a:pt x="960033" y="328593"/>
                </a:lnTo>
                <a:lnTo>
                  <a:pt x="960890" y="327745"/>
                </a:lnTo>
                <a:lnTo>
                  <a:pt x="961729" y="326885"/>
                </a:lnTo>
                <a:lnTo>
                  <a:pt x="962550" y="326010"/>
                </a:lnTo>
                <a:lnTo>
                  <a:pt x="963354" y="325122"/>
                </a:lnTo>
                <a:lnTo>
                  <a:pt x="964140" y="324221"/>
                </a:lnTo>
                <a:lnTo>
                  <a:pt x="964909" y="323307"/>
                </a:lnTo>
                <a:lnTo>
                  <a:pt x="965661" y="322379"/>
                </a:lnTo>
                <a:lnTo>
                  <a:pt x="966395" y="321437"/>
                </a:lnTo>
                <a:lnTo>
                  <a:pt x="967111" y="320482"/>
                </a:lnTo>
                <a:lnTo>
                  <a:pt x="967810" y="319514"/>
                </a:lnTo>
                <a:lnTo>
                  <a:pt x="968492" y="318532"/>
                </a:lnTo>
                <a:lnTo>
                  <a:pt x="969156" y="317537"/>
                </a:lnTo>
                <a:lnTo>
                  <a:pt x="969802" y="316529"/>
                </a:lnTo>
                <a:lnTo>
                  <a:pt x="970432" y="315507"/>
                </a:lnTo>
                <a:lnTo>
                  <a:pt x="971043" y="314471"/>
                </a:lnTo>
                <a:lnTo>
                  <a:pt x="971637" y="313422"/>
                </a:lnTo>
                <a:lnTo>
                  <a:pt x="972214" y="312360"/>
                </a:lnTo>
                <a:lnTo>
                  <a:pt x="972773" y="311285"/>
                </a:lnTo>
                <a:lnTo>
                  <a:pt x="973314" y="310195"/>
                </a:lnTo>
                <a:lnTo>
                  <a:pt x="973839" y="309093"/>
                </a:lnTo>
                <a:lnTo>
                  <a:pt x="974345" y="307977"/>
                </a:lnTo>
                <a:lnTo>
                  <a:pt x="974833" y="306849"/>
                </a:lnTo>
                <a:lnTo>
                  <a:pt x="975299" y="305710"/>
                </a:lnTo>
                <a:lnTo>
                  <a:pt x="975745" y="304560"/>
                </a:lnTo>
                <a:lnTo>
                  <a:pt x="976171" y="303399"/>
                </a:lnTo>
                <a:lnTo>
                  <a:pt x="976575" y="302226"/>
                </a:lnTo>
                <a:lnTo>
                  <a:pt x="976959" y="301043"/>
                </a:lnTo>
                <a:lnTo>
                  <a:pt x="977322" y="299849"/>
                </a:lnTo>
                <a:lnTo>
                  <a:pt x="977664" y="298644"/>
                </a:lnTo>
                <a:lnTo>
                  <a:pt x="977986" y="297428"/>
                </a:lnTo>
                <a:lnTo>
                  <a:pt x="978287" y="296201"/>
                </a:lnTo>
                <a:lnTo>
                  <a:pt x="978567" y="294963"/>
                </a:lnTo>
                <a:lnTo>
                  <a:pt x="978826" y="293714"/>
                </a:lnTo>
                <a:lnTo>
                  <a:pt x="979065" y="292455"/>
                </a:lnTo>
                <a:lnTo>
                  <a:pt x="979282" y="291184"/>
                </a:lnTo>
                <a:lnTo>
                  <a:pt x="979479" y="289902"/>
                </a:lnTo>
                <a:lnTo>
                  <a:pt x="979656" y="288609"/>
                </a:lnTo>
                <a:lnTo>
                  <a:pt x="979811" y="287305"/>
                </a:lnTo>
                <a:lnTo>
                  <a:pt x="979946" y="285990"/>
                </a:lnTo>
                <a:lnTo>
                  <a:pt x="980060" y="284664"/>
                </a:lnTo>
                <a:lnTo>
                  <a:pt x="980154" y="283328"/>
                </a:lnTo>
                <a:lnTo>
                  <a:pt x="980226" y="281980"/>
                </a:lnTo>
                <a:lnTo>
                  <a:pt x="980278" y="280621"/>
                </a:lnTo>
                <a:lnTo>
                  <a:pt x="980309" y="279251"/>
                </a:lnTo>
                <a:lnTo>
                  <a:pt x="980320" y="277870"/>
                </a:lnTo>
                <a:lnTo>
                  <a:pt x="980304" y="276183"/>
                </a:lnTo>
                <a:lnTo>
                  <a:pt x="980256" y="274519"/>
                </a:lnTo>
                <a:lnTo>
                  <a:pt x="980177" y="272877"/>
                </a:lnTo>
                <a:lnTo>
                  <a:pt x="980066" y="271258"/>
                </a:lnTo>
                <a:lnTo>
                  <a:pt x="979923" y="269662"/>
                </a:lnTo>
                <a:lnTo>
                  <a:pt x="979749" y="268089"/>
                </a:lnTo>
                <a:lnTo>
                  <a:pt x="979542" y="266538"/>
                </a:lnTo>
                <a:lnTo>
                  <a:pt x="979304" y="265010"/>
                </a:lnTo>
                <a:lnTo>
                  <a:pt x="979035" y="263505"/>
                </a:lnTo>
                <a:lnTo>
                  <a:pt x="978733" y="262023"/>
                </a:lnTo>
                <a:lnTo>
                  <a:pt x="978400" y="260564"/>
                </a:lnTo>
                <a:lnTo>
                  <a:pt x="978035" y="259127"/>
                </a:lnTo>
                <a:lnTo>
                  <a:pt x="977639" y="257713"/>
                </a:lnTo>
                <a:lnTo>
                  <a:pt x="977210" y="256322"/>
                </a:lnTo>
                <a:lnTo>
                  <a:pt x="976750" y="254954"/>
                </a:lnTo>
                <a:lnTo>
                  <a:pt x="976259" y="253608"/>
                </a:lnTo>
                <a:lnTo>
                  <a:pt x="975735" y="252285"/>
                </a:lnTo>
                <a:lnTo>
                  <a:pt x="975180" y="250985"/>
                </a:lnTo>
                <a:lnTo>
                  <a:pt x="974593" y="249708"/>
                </a:lnTo>
                <a:lnTo>
                  <a:pt x="973974" y="248454"/>
                </a:lnTo>
                <a:lnTo>
                  <a:pt x="973324" y="247222"/>
                </a:lnTo>
                <a:lnTo>
                  <a:pt x="972642" y="246013"/>
                </a:lnTo>
                <a:lnTo>
                  <a:pt x="971928" y="244827"/>
                </a:lnTo>
                <a:lnTo>
                  <a:pt x="971182" y="243664"/>
                </a:lnTo>
                <a:lnTo>
                  <a:pt x="970406" y="242518"/>
                </a:lnTo>
                <a:lnTo>
                  <a:pt x="969601" y="241384"/>
                </a:lnTo>
                <a:lnTo>
                  <a:pt x="968766" y="240263"/>
                </a:lnTo>
                <a:lnTo>
                  <a:pt x="967902" y="239154"/>
                </a:lnTo>
                <a:lnTo>
                  <a:pt x="967009" y="238057"/>
                </a:lnTo>
                <a:lnTo>
                  <a:pt x="966086" y="236972"/>
                </a:lnTo>
                <a:lnTo>
                  <a:pt x="965135" y="235899"/>
                </a:lnTo>
                <a:lnTo>
                  <a:pt x="964153" y="234839"/>
                </a:lnTo>
                <a:lnTo>
                  <a:pt x="963143" y="233791"/>
                </a:lnTo>
                <a:lnTo>
                  <a:pt x="962103" y="232755"/>
                </a:lnTo>
                <a:lnTo>
                  <a:pt x="961034" y="231731"/>
                </a:lnTo>
                <a:lnTo>
                  <a:pt x="959936" y="230719"/>
                </a:lnTo>
                <a:lnTo>
                  <a:pt x="958809" y="229720"/>
                </a:lnTo>
                <a:lnTo>
                  <a:pt x="957652" y="228733"/>
                </a:lnTo>
                <a:lnTo>
                  <a:pt x="956466" y="227758"/>
                </a:lnTo>
                <a:lnTo>
                  <a:pt x="955250" y="226795"/>
                </a:lnTo>
                <a:lnTo>
                  <a:pt x="954006" y="225844"/>
                </a:lnTo>
                <a:lnTo>
                  <a:pt x="952732" y="224906"/>
                </a:lnTo>
                <a:lnTo>
                  <a:pt x="951428" y="223980"/>
                </a:lnTo>
                <a:lnTo>
                  <a:pt x="950096" y="223066"/>
                </a:lnTo>
                <a:lnTo>
                  <a:pt x="948734" y="222164"/>
                </a:lnTo>
                <a:lnTo>
                  <a:pt x="947343" y="221274"/>
                </a:lnTo>
                <a:lnTo>
                  <a:pt x="945923" y="220397"/>
                </a:lnTo>
                <a:lnTo>
                  <a:pt x="944473" y="219532"/>
                </a:lnTo>
                <a:lnTo>
                  <a:pt x="942994" y="218673"/>
                </a:lnTo>
                <a:lnTo>
                  <a:pt x="941487" y="217815"/>
                </a:lnTo>
                <a:lnTo>
                  <a:pt x="939952" y="216958"/>
                </a:lnTo>
                <a:lnTo>
                  <a:pt x="938388" y="216102"/>
                </a:lnTo>
                <a:lnTo>
                  <a:pt x="936795" y="215247"/>
                </a:lnTo>
                <a:lnTo>
                  <a:pt x="935174" y="214392"/>
                </a:lnTo>
                <a:lnTo>
                  <a:pt x="933525" y="213538"/>
                </a:lnTo>
                <a:lnTo>
                  <a:pt x="931847" y="212685"/>
                </a:lnTo>
                <a:lnTo>
                  <a:pt x="930141" y="211833"/>
                </a:lnTo>
                <a:lnTo>
                  <a:pt x="928406" y="210982"/>
                </a:lnTo>
                <a:lnTo>
                  <a:pt x="926643" y="210131"/>
                </a:lnTo>
                <a:lnTo>
                  <a:pt x="924851" y="209281"/>
                </a:lnTo>
                <a:lnTo>
                  <a:pt x="923031" y="208433"/>
                </a:lnTo>
                <a:lnTo>
                  <a:pt x="921182" y="207584"/>
                </a:lnTo>
                <a:lnTo>
                  <a:pt x="919305" y="206737"/>
                </a:lnTo>
                <a:lnTo>
                  <a:pt x="917399" y="205891"/>
                </a:lnTo>
                <a:lnTo>
                  <a:pt x="915465" y="205045"/>
                </a:lnTo>
                <a:lnTo>
                  <a:pt x="913502" y="204200"/>
                </a:lnTo>
                <a:lnTo>
                  <a:pt x="911511" y="203356"/>
                </a:lnTo>
                <a:lnTo>
                  <a:pt x="909492" y="202513"/>
                </a:lnTo>
                <a:lnTo>
                  <a:pt x="907444" y="201671"/>
                </a:lnTo>
                <a:lnTo>
                  <a:pt x="905367" y="200829"/>
                </a:lnTo>
                <a:lnTo>
                  <a:pt x="903262" y="199988"/>
                </a:lnTo>
                <a:lnTo>
                  <a:pt x="901129" y="199148"/>
                </a:lnTo>
                <a:lnTo>
                  <a:pt x="900024" y="198662"/>
                </a:lnTo>
                <a:lnTo>
                  <a:pt x="898936" y="198181"/>
                </a:lnTo>
                <a:lnTo>
                  <a:pt x="897865" y="197704"/>
                </a:lnTo>
                <a:lnTo>
                  <a:pt x="896811" y="197232"/>
                </a:lnTo>
                <a:lnTo>
                  <a:pt x="895773" y="196764"/>
                </a:lnTo>
                <a:lnTo>
                  <a:pt x="894752" y="196300"/>
                </a:lnTo>
                <a:lnTo>
                  <a:pt x="893747" y="195841"/>
                </a:lnTo>
                <a:lnTo>
                  <a:pt x="892759" y="195387"/>
                </a:lnTo>
                <a:lnTo>
                  <a:pt x="891788" y="194937"/>
                </a:lnTo>
                <a:lnTo>
                  <a:pt x="890834" y="194491"/>
                </a:lnTo>
                <a:lnTo>
                  <a:pt x="889896" y="194050"/>
                </a:lnTo>
                <a:lnTo>
                  <a:pt x="888975" y="193613"/>
                </a:lnTo>
                <a:lnTo>
                  <a:pt x="888071" y="193181"/>
                </a:lnTo>
                <a:lnTo>
                  <a:pt x="887183" y="192753"/>
                </a:lnTo>
                <a:lnTo>
                  <a:pt x="886312" y="192330"/>
                </a:lnTo>
                <a:lnTo>
                  <a:pt x="885457" y="191911"/>
                </a:lnTo>
                <a:lnTo>
                  <a:pt x="884620" y="191497"/>
                </a:lnTo>
                <a:lnTo>
                  <a:pt x="883799" y="191087"/>
                </a:lnTo>
                <a:lnTo>
                  <a:pt x="882994" y="190682"/>
                </a:lnTo>
                <a:lnTo>
                  <a:pt x="882207" y="190281"/>
                </a:lnTo>
                <a:lnTo>
                  <a:pt x="881436" y="189885"/>
                </a:lnTo>
                <a:lnTo>
                  <a:pt x="880681" y="189493"/>
                </a:lnTo>
                <a:lnTo>
                  <a:pt x="879944" y="189105"/>
                </a:lnTo>
                <a:lnTo>
                  <a:pt x="879223" y="188722"/>
                </a:lnTo>
                <a:lnTo>
                  <a:pt x="878516" y="188342"/>
                </a:lnTo>
                <a:lnTo>
                  <a:pt x="877822" y="187962"/>
                </a:lnTo>
                <a:lnTo>
                  <a:pt x="877141" y="187584"/>
                </a:lnTo>
                <a:lnTo>
                  <a:pt x="876473" y="187206"/>
                </a:lnTo>
                <a:lnTo>
                  <a:pt x="875817" y="186829"/>
                </a:lnTo>
                <a:lnTo>
                  <a:pt x="875174" y="186453"/>
                </a:lnTo>
                <a:lnTo>
                  <a:pt x="874543" y="186077"/>
                </a:lnTo>
                <a:lnTo>
                  <a:pt x="873925" y="185703"/>
                </a:lnTo>
                <a:lnTo>
                  <a:pt x="873319" y="185329"/>
                </a:lnTo>
                <a:lnTo>
                  <a:pt x="872727" y="184956"/>
                </a:lnTo>
                <a:lnTo>
                  <a:pt x="872146" y="184584"/>
                </a:lnTo>
                <a:lnTo>
                  <a:pt x="871579" y="184212"/>
                </a:lnTo>
                <a:lnTo>
                  <a:pt x="871024" y="183842"/>
                </a:lnTo>
                <a:lnTo>
                  <a:pt x="870481" y="183472"/>
                </a:lnTo>
                <a:lnTo>
                  <a:pt x="869952" y="183103"/>
                </a:lnTo>
                <a:lnTo>
                  <a:pt x="869434" y="182735"/>
                </a:lnTo>
                <a:lnTo>
                  <a:pt x="868930" y="182368"/>
                </a:lnTo>
                <a:lnTo>
                  <a:pt x="868438" y="182001"/>
                </a:lnTo>
                <a:lnTo>
                  <a:pt x="867958" y="181635"/>
                </a:lnTo>
                <a:lnTo>
                  <a:pt x="867492" y="181271"/>
                </a:lnTo>
                <a:lnTo>
                  <a:pt x="867038" y="180906"/>
                </a:lnTo>
                <a:lnTo>
                  <a:pt x="866596" y="180543"/>
                </a:lnTo>
                <a:lnTo>
                  <a:pt x="866167" y="180181"/>
                </a:lnTo>
                <a:lnTo>
                  <a:pt x="865751" y="179819"/>
                </a:lnTo>
                <a:lnTo>
                  <a:pt x="865346" y="179457"/>
                </a:lnTo>
                <a:lnTo>
                  <a:pt x="864951" y="179092"/>
                </a:lnTo>
                <a:lnTo>
                  <a:pt x="864566" y="178725"/>
                </a:lnTo>
                <a:lnTo>
                  <a:pt x="864192" y="178355"/>
                </a:lnTo>
                <a:lnTo>
                  <a:pt x="863828" y="177983"/>
                </a:lnTo>
                <a:lnTo>
                  <a:pt x="863474" y="177608"/>
                </a:lnTo>
                <a:lnTo>
                  <a:pt x="863130" y="177231"/>
                </a:lnTo>
                <a:lnTo>
                  <a:pt x="862796" y="176852"/>
                </a:lnTo>
                <a:lnTo>
                  <a:pt x="862472" y="176470"/>
                </a:lnTo>
                <a:lnTo>
                  <a:pt x="862159" y="176085"/>
                </a:lnTo>
                <a:lnTo>
                  <a:pt x="861856" y="175698"/>
                </a:lnTo>
                <a:lnTo>
                  <a:pt x="861563" y="175309"/>
                </a:lnTo>
                <a:lnTo>
                  <a:pt x="861280" y="174917"/>
                </a:lnTo>
                <a:lnTo>
                  <a:pt x="861007" y="174523"/>
                </a:lnTo>
                <a:lnTo>
                  <a:pt x="860745" y="174127"/>
                </a:lnTo>
                <a:lnTo>
                  <a:pt x="860492" y="173728"/>
                </a:lnTo>
                <a:lnTo>
                  <a:pt x="860250" y="173326"/>
                </a:lnTo>
                <a:lnTo>
                  <a:pt x="860018" y="172922"/>
                </a:lnTo>
                <a:lnTo>
                  <a:pt x="859796" y="172516"/>
                </a:lnTo>
                <a:lnTo>
                  <a:pt x="859584" y="172107"/>
                </a:lnTo>
                <a:lnTo>
                  <a:pt x="859383" y="171696"/>
                </a:lnTo>
                <a:lnTo>
                  <a:pt x="859191" y="171282"/>
                </a:lnTo>
                <a:lnTo>
                  <a:pt x="859010" y="170866"/>
                </a:lnTo>
                <a:lnTo>
                  <a:pt x="858839" y="170448"/>
                </a:lnTo>
                <a:lnTo>
                  <a:pt x="858677" y="170024"/>
                </a:lnTo>
                <a:lnTo>
                  <a:pt x="858521" y="169594"/>
                </a:lnTo>
                <a:lnTo>
                  <a:pt x="858372" y="169157"/>
                </a:lnTo>
                <a:lnTo>
                  <a:pt x="858231" y="168713"/>
                </a:lnTo>
                <a:lnTo>
                  <a:pt x="858096" y="168262"/>
                </a:lnTo>
                <a:lnTo>
                  <a:pt x="857968" y="167804"/>
                </a:lnTo>
                <a:lnTo>
                  <a:pt x="857847" y="167340"/>
                </a:lnTo>
                <a:lnTo>
                  <a:pt x="857733" y="166868"/>
                </a:lnTo>
                <a:lnTo>
                  <a:pt x="857626" y="166390"/>
                </a:lnTo>
                <a:lnTo>
                  <a:pt x="857525" y="165904"/>
                </a:lnTo>
                <a:lnTo>
                  <a:pt x="857432" y="165412"/>
                </a:lnTo>
                <a:lnTo>
                  <a:pt x="857346" y="164912"/>
                </a:lnTo>
                <a:lnTo>
                  <a:pt x="857266" y="164406"/>
                </a:lnTo>
                <a:lnTo>
                  <a:pt x="857193" y="163893"/>
                </a:lnTo>
                <a:lnTo>
                  <a:pt x="857128" y="163373"/>
                </a:lnTo>
                <a:lnTo>
                  <a:pt x="857069" y="162846"/>
                </a:lnTo>
                <a:lnTo>
                  <a:pt x="857017" y="162312"/>
                </a:lnTo>
                <a:lnTo>
                  <a:pt x="856972" y="161771"/>
                </a:lnTo>
                <a:lnTo>
                  <a:pt x="856934" y="161224"/>
                </a:lnTo>
                <a:lnTo>
                  <a:pt x="856903" y="160669"/>
                </a:lnTo>
                <a:lnTo>
                  <a:pt x="856879" y="160108"/>
                </a:lnTo>
                <a:lnTo>
                  <a:pt x="856861" y="159539"/>
                </a:lnTo>
                <a:lnTo>
                  <a:pt x="856851" y="158964"/>
                </a:lnTo>
                <a:lnTo>
                  <a:pt x="856848" y="158381"/>
                </a:lnTo>
                <a:lnTo>
                  <a:pt x="856854" y="157603"/>
                </a:lnTo>
                <a:lnTo>
                  <a:pt x="856874" y="156830"/>
                </a:lnTo>
                <a:lnTo>
                  <a:pt x="856908" y="156062"/>
                </a:lnTo>
                <a:lnTo>
                  <a:pt x="856955" y="155300"/>
                </a:lnTo>
                <a:lnTo>
                  <a:pt x="857015" y="154543"/>
                </a:lnTo>
                <a:lnTo>
                  <a:pt x="857089" y="153791"/>
                </a:lnTo>
                <a:lnTo>
                  <a:pt x="857177" y="153044"/>
                </a:lnTo>
                <a:lnTo>
                  <a:pt x="857277" y="152303"/>
                </a:lnTo>
                <a:lnTo>
                  <a:pt x="857391" y="151567"/>
                </a:lnTo>
                <a:lnTo>
                  <a:pt x="857519" y="150836"/>
                </a:lnTo>
                <a:lnTo>
                  <a:pt x="857660" y="150111"/>
                </a:lnTo>
                <a:lnTo>
                  <a:pt x="857814" y="149391"/>
                </a:lnTo>
                <a:lnTo>
                  <a:pt x="857982" y="148676"/>
                </a:lnTo>
                <a:lnTo>
                  <a:pt x="858163" y="147966"/>
                </a:lnTo>
                <a:lnTo>
                  <a:pt x="858358" y="147262"/>
                </a:lnTo>
                <a:lnTo>
                  <a:pt x="858566" y="146563"/>
                </a:lnTo>
                <a:lnTo>
                  <a:pt x="858787" y="145869"/>
                </a:lnTo>
                <a:lnTo>
                  <a:pt x="859022" y="145181"/>
                </a:lnTo>
                <a:lnTo>
                  <a:pt x="859270" y="144497"/>
                </a:lnTo>
                <a:lnTo>
                  <a:pt x="859532" y="143820"/>
                </a:lnTo>
                <a:lnTo>
                  <a:pt x="859807" y="143147"/>
                </a:lnTo>
                <a:lnTo>
                  <a:pt x="860096" y="142480"/>
                </a:lnTo>
                <a:lnTo>
                  <a:pt x="860398" y="141818"/>
                </a:lnTo>
                <a:lnTo>
                  <a:pt x="860713" y="141161"/>
                </a:lnTo>
                <a:lnTo>
                  <a:pt x="861044" y="140512"/>
                </a:lnTo>
                <a:lnTo>
                  <a:pt x="861391" y="139873"/>
                </a:lnTo>
                <a:lnTo>
                  <a:pt x="861755" y="139245"/>
                </a:lnTo>
                <a:lnTo>
                  <a:pt x="862135" y="138626"/>
                </a:lnTo>
                <a:lnTo>
                  <a:pt x="862533" y="138018"/>
                </a:lnTo>
                <a:lnTo>
                  <a:pt x="862947" y="137420"/>
                </a:lnTo>
                <a:lnTo>
                  <a:pt x="863377" y="136832"/>
                </a:lnTo>
                <a:lnTo>
                  <a:pt x="863824" y="136254"/>
                </a:lnTo>
                <a:lnTo>
                  <a:pt x="864288" y="135686"/>
                </a:lnTo>
                <a:lnTo>
                  <a:pt x="864769" y="135129"/>
                </a:lnTo>
                <a:lnTo>
                  <a:pt x="865266" y="134582"/>
                </a:lnTo>
                <a:lnTo>
                  <a:pt x="865780" y="134044"/>
                </a:lnTo>
                <a:lnTo>
                  <a:pt x="866311" y="133517"/>
                </a:lnTo>
                <a:lnTo>
                  <a:pt x="866858" y="133001"/>
                </a:lnTo>
                <a:lnTo>
                  <a:pt x="867422" y="132494"/>
                </a:lnTo>
                <a:lnTo>
                  <a:pt x="868003" y="131998"/>
                </a:lnTo>
                <a:lnTo>
                  <a:pt x="868600" y="131511"/>
                </a:lnTo>
                <a:lnTo>
                  <a:pt x="869214" y="131035"/>
                </a:lnTo>
                <a:lnTo>
                  <a:pt x="869845" y="130569"/>
                </a:lnTo>
                <a:lnTo>
                  <a:pt x="870492" y="130113"/>
                </a:lnTo>
                <a:lnTo>
                  <a:pt x="871156" y="129668"/>
                </a:lnTo>
                <a:lnTo>
                  <a:pt x="871837" y="129232"/>
                </a:lnTo>
                <a:lnTo>
                  <a:pt x="872534" y="128807"/>
                </a:lnTo>
                <a:lnTo>
                  <a:pt x="873248" y="128392"/>
                </a:lnTo>
                <a:lnTo>
                  <a:pt x="873979" y="127991"/>
                </a:lnTo>
                <a:lnTo>
                  <a:pt x="874729" y="127606"/>
                </a:lnTo>
                <a:lnTo>
                  <a:pt x="875496" y="127239"/>
                </a:lnTo>
                <a:lnTo>
                  <a:pt x="876281" y="126889"/>
                </a:lnTo>
                <a:lnTo>
                  <a:pt x="877084" y="126556"/>
                </a:lnTo>
                <a:lnTo>
                  <a:pt x="877905" y="126240"/>
                </a:lnTo>
                <a:lnTo>
                  <a:pt x="878743" y="125941"/>
                </a:lnTo>
                <a:lnTo>
                  <a:pt x="879600" y="125659"/>
                </a:lnTo>
                <a:lnTo>
                  <a:pt x="880475" y="125394"/>
                </a:lnTo>
                <a:lnTo>
                  <a:pt x="881367" y="125146"/>
                </a:lnTo>
                <a:lnTo>
                  <a:pt x="882277" y="124916"/>
                </a:lnTo>
                <a:lnTo>
                  <a:pt x="883206" y="124702"/>
                </a:lnTo>
                <a:lnTo>
                  <a:pt x="884152" y="124506"/>
                </a:lnTo>
                <a:lnTo>
                  <a:pt x="885116" y="124326"/>
                </a:lnTo>
                <a:lnTo>
                  <a:pt x="886098" y="124164"/>
                </a:lnTo>
                <a:lnTo>
                  <a:pt x="887097" y="124019"/>
                </a:lnTo>
                <a:lnTo>
                  <a:pt x="888115" y="123891"/>
                </a:lnTo>
                <a:lnTo>
                  <a:pt x="889151" y="123779"/>
                </a:lnTo>
                <a:lnTo>
                  <a:pt x="890204" y="123685"/>
                </a:lnTo>
                <a:lnTo>
                  <a:pt x="891276" y="123609"/>
                </a:lnTo>
                <a:lnTo>
                  <a:pt x="892365" y="123549"/>
                </a:lnTo>
                <a:lnTo>
                  <a:pt x="893472" y="123506"/>
                </a:lnTo>
                <a:lnTo>
                  <a:pt x="894597" y="123480"/>
                </a:lnTo>
                <a:lnTo>
                  <a:pt x="895740" y="123472"/>
                </a:lnTo>
                <a:lnTo>
                  <a:pt x="896827" y="123482"/>
                </a:lnTo>
                <a:lnTo>
                  <a:pt x="897899" y="123513"/>
                </a:lnTo>
                <a:lnTo>
                  <a:pt x="898958" y="123565"/>
                </a:lnTo>
                <a:lnTo>
                  <a:pt x="900003" y="123638"/>
                </a:lnTo>
                <a:lnTo>
                  <a:pt x="901034" y="123731"/>
                </a:lnTo>
                <a:lnTo>
                  <a:pt x="902051" y="123845"/>
                </a:lnTo>
                <a:lnTo>
                  <a:pt x="903055" y="123980"/>
                </a:lnTo>
                <a:lnTo>
                  <a:pt x="904044" y="124136"/>
                </a:lnTo>
                <a:lnTo>
                  <a:pt x="905020" y="124312"/>
                </a:lnTo>
                <a:lnTo>
                  <a:pt x="905982" y="124509"/>
                </a:lnTo>
                <a:lnTo>
                  <a:pt x="906930" y="124727"/>
                </a:lnTo>
                <a:lnTo>
                  <a:pt x="907865" y="124966"/>
                </a:lnTo>
                <a:lnTo>
                  <a:pt x="908785" y="125225"/>
                </a:lnTo>
                <a:lnTo>
                  <a:pt x="909692" y="125505"/>
                </a:lnTo>
                <a:lnTo>
                  <a:pt x="910585" y="125806"/>
                </a:lnTo>
                <a:lnTo>
                  <a:pt x="911464" y="126127"/>
                </a:lnTo>
                <a:lnTo>
                  <a:pt x="912329" y="126470"/>
                </a:lnTo>
                <a:lnTo>
                  <a:pt x="913180" y="126833"/>
                </a:lnTo>
                <a:lnTo>
                  <a:pt x="914018" y="127216"/>
                </a:lnTo>
                <a:lnTo>
                  <a:pt x="914841" y="127621"/>
                </a:lnTo>
                <a:lnTo>
                  <a:pt x="915651" y="128046"/>
                </a:lnTo>
                <a:lnTo>
                  <a:pt x="916447" y="128492"/>
                </a:lnTo>
                <a:lnTo>
                  <a:pt x="917230" y="128959"/>
                </a:lnTo>
                <a:lnTo>
                  <a:pt x="917998" y="129446"/>
                </a:lnTo>
                <a:lnTo>
                  <a:pt x="918752" y="129950"/>
                </a:lnTo>
                <a:lnTo>
                  <a:pt x="919490" y="130466"/>
                </a:lnTo>
                <a:lnTo>
                  <a:pt x="920213" y="130993"/>
                </a:lnTo>
                <a:lnTo>
                  <a:pt x="920920" y="131532"/>
                </a:lnTo>
                <a:lnTo>
                  <a:pt x="921612" y="132083"/>
                </a:lnTo>
                <a:lnTo>
                  <a:pt x="922288" y="132646"/>
                </a:lnTo>
                <a:lnTo>
                  <a:pt x="922949" y="133220"/>
                </a:lnTo>
                <a:lnTo>
                  <a:pt x="923595" y="133807"/>
                </a:lnTo>
                <a:lnTo>
                  <a:pt x="924225" y="134405"/>
                </a:lnTo>
                <a:lnTo>
                  <a:pt x="924840" y="135015"/>
                </a:lnTo>
                <a:lnTo>
                  <a:pt x="925439" y="135637"/>
                </a:lnTo>
                <a:lnTo>
                  <a:pt x="926022" y="136270"/>
                </a:lnTo>
                <a:lnTo>
                  <a:pt x="926591" y="136915"/>
                </a:lnTo>
                <a:lnTo>
                  <a:pt x="927143" y="137573"/>
                </a:lnTo>
                <a:lnTo>
                  <a:pt x="927681" y="138242"/>
                </a:lnTo>
                <a:lnTo>
                  <a:pt x="928203" y="138922"/>
                </a:lnTo>
                <a:lnTo>
                  <a:pt x="928709" y="139615"/>
                </a:lnTo>
                <a:lnTo>
                  <a:pt x="929200" y="140319"/>
                </a:lnTo>
                <a:lnTo>
                  <a:pt x="929675" y="141035"/>
                </a:lnTo>
                <a:lnTo>
                  <a:pt x="930136" y="141763"/>
                </a:lnTo>
                <a:lnTo>
                  <a:pt x="930580" y="142503"/>
                </a:lnTo>
                <a:lnTo>
                  <a:pt x="931009" y="143254"/>
                </a:lnTo>
                <a:lnTo>
                  <a:pt x="931423" y="144017"/>
                </a:lnTo>
                <a:lnTo>
                  <a:pt x="931821" y="144793"/>
                </a:lnTo>
                <a:lnTo>
                  <a:pt x="932203" y="145576"/>
                </a:lnTo>
                <a:lnTo>
                  <a:pt x="932570" y="146363"/>
                </a:lnTo>
                <a:lnTo>
                  <a:pt x="932919" y="147154"/>
                </a:lnTo>
                <a:lnTo>
                  <a:pt x="933253" y="147949"/>
                </a:lnTo>
                <a:lnTo>
                  <a:pt x="933570" y="148748"/>
                </a:lnTo>
                <a:lnTo>
                  <a:pt x="933871" y="149552"/>
                </a:lnTo>
                <a:lnTo>
                  <a:pt x="934156" y="150359"/>
                </a:lnTo>
                <a:lnTo>
                  <a:pt x="934424" y="151170"/>
                </a:lnTo>
                <a:lnTo>
                  <a:pt x="934677" y="151986"/>
                </a:lnTo>
                <a:lnTo>
                  <a:pt x="934912" y="152806"/>
                </a:lnTo>
                <a:lnTo>
                  <a:pt x="935132" y="153629"/>
                </a:lnTo>
                <a:lnTo>
                  <a:pt x="935336" y="154457"/>
                </a:lnTo>
                <a:lnTo>
                  <a:pt x="935523" y="155289"/>
                </a:lnTo>
                <a:lnTo>
                  <a:pt x="935693" y="156125"/>
                </a:lnTo>
                <a:lnTo>
                  <a:pt x="935848" y="156965"/>
                </a:lnTo>
                <a:lnTo>
                  <a:pt x="935986" y="157809"/>
                </a:lnTo>
                <a:lnTo>
                  <a:pt x="936108" y="158657"/>
                </a:lnTo>
                <a:lnTo>
                  <a:pt x="936214" y="159509"/>
                </a:lnTo>
                <a:lnTo>
                  <a:pt x="936304" y="160365"/>
                </a:lnTo>
                <a:lnTo>
                  <a:pt x="936377" y="161226"/>
                </a:lnTo>
                <a:lnTo>
                  <a:pt x="936434" y="162090"/>
                </a:lnTo>
                <a:lnTo>
                  <a:pt x="936474" y="162958"/>
                </a:lnTo>
                <a:lnTo>
                  <a:pt x="936499" y="163831"/>
                </a:lnTo>
                <a:lnTo>
                  <a:pt x="936507" y="164707"/>
                </a:lnTo>
                <a:lnTo>
                  <a:pt x="977742" y="164707"/>
                </a:lnTo>
                <a:lnTo>
                  <a:pt x="977726" y="162899"/>
                </a:lnTo>
                <a:lnTo>
                  <a:pt x="977675" y="161106"/>
                </a:lnTo>
                <a:lnTo>
                  <a:pt x="977590" y="159328"/>
                </a:lnTo>
                <a:lnTo>
                  <a:pt x="977472" y="157565"/>
                </a:lnTo>
                <a:lnTo>
                  <a:pt x="977320" y="155817"/>
                </a:lnTo>
                <a:lnTo>
                  <a:pt x="977135" y="154084"/>
                </a:lnTo>
                <a:lnTo>
                  <a:pt x="976915" y="152366"/>
                </a:lnTo>
                <a:lnTo>
                  <a:pt x="976662" y="150663"/>
                </a:lnTo>
                <a:lnTo>
                  <a:pt x="976375" y="148975"/>
                </a:lnTo>
                <a:lnTo>
                  <a:pt x="976054" y="147302"/>
                </a:lnTo>
                <a:lnTo>
                  <a:pt x="975700" y="145644"/>
                </a:lnTo>
                <a:lnTo>
                  <a:pt x="975312" y="144002"/>
                </a:lnTo>
                <a:lnTo>
                  <a:pt x="974890" y="142374"/>
                </a:lnTo>
                <a:lnTo>
                  <a:pt x="974434" y="140762"/>
                </a:lnTo>
                <a:lnTo>
                  <a:pt x="973944" y="139164"/>
                </a:lnTo>
                <a:lnTo>
                  <a:pt x="973421" y="137582"/>
                </a:lnTo>
                <a:lnTo>
                  <a:pt x="972864" y="136014"/>
                </a:lnTo>
                <a:lnTo>
                  <a:pt x="972273" y="134462"/>
                </a:lnTo>
                <a:lnTo>
                  <a:pt x="971649" y="132924"/>
                </a:lnTo>
                <a:lnTo>
                  <a:pt x="970990" y="131402"/>
                </a:lnTo>
                <a:lnTo>
                  <a:pt x="970298" y="129895"/>
                </a:lnTo>
                <a:lnTo>
                  <a:pt x="969572" y="128403"/>
                </a:lnTo>
                <a:lnTo>
                  <a:pt x="968813" y="126926"/>
                </a:lnTo>
                <a:lnTo>
                  <a:pt x="968019" y="125463"/>
                </a:lnTo>
                <a:lnTo>
                  <a:pt x="967194" y="124022"/>
                </a:lnTo>
                <a:lnTo>
                  <a:pt x="966339" y="122606"/>
                </a:lnTo>
                <a:lnTo>
                  <a:pt x="965455" y="121215"/>
                </a:lnTo>
                <a:lnTo>
                  <a:pt x="964541" y="119850"/>
                </a:lnTo>
                <a:lnTo>
                  <a:pt x="963597" y="118511"/>
                </a:lnTo>
                <a:lnTo>
                  <a:pt x="962623" y="117197"/>
                </a:lnTo>
                <a:lnTo>
                  <a:pt x="961620" y="115909"/>
                </a:lnTo>
                <a:lnTo>
                  <a:pt x="960587" y="114647"/>
                </a:lnTo>
                <a:lnTo>
                  <a:pt x="959524" y="113410"/>
                </a:lnTo>
                <a:lnTo>
                  <a:pt x="958432" y="112199"/>
                </a:lnTo>
                <a:lnTo>
                  <a:pt x="957310" y="111014"/>
                </a:lnTo>
                <a:lnTo>
                  <a:pt x="956158" y="109854"/>
                </a:lnTo>
                <a:lnTo>
                  <a:pt x="954977" y="108719"/>
                </a:lnTo>
                <a:lnTo>
                  <a:pt x="953766" y="107611"/>
                </a:lnTo>
                <a:lnTo>
                  <a:pt x="952525" y="106528"/>
                </a:lnTo>
                <a:lnTo>
                  <a:pt x="951254" y="105470"/>
                </a:lnTo>
                <a:lnTo>
                  <a:pt x="949954" y="104439"/>
                </a:lnTo>
                <a:lnTo>
                  <a:pt x="948624" y="103433"/>
                </a:lnTo>
                <a:lnTo>
                  <a:pt x="947265" y="102452"/>
                </a:lnTo>
                <a:lnTo>
                  <a:pt x="945875" y="101497"/>
                </a:lnTo>
                <a:lnTo>
                  <a:pt x="944456" y="100568"/>
                </a:lnTo>
                <a:lnTo>
                  <a:pt x="943008" y="99664"/>
                </a:lnTo>
                <a:lnTo>
                  <a:pt x="941529" y="98786"/>
                </a:lnTo>
                <a:lnTo>
                  <a:pt x="940021" y="97934"/>
                </a:lnTo>
                <a:lnTo>
                  <a:pt x="938485" y="97112"/>
                </a:lnTo>
                <a:lnTo>
                  <a:pt x="936922" y="96325"/>
                </a:lnTo>
                <a:lnTo>
                  <a:pt x="935332" y="95573"/>
                </a:lnTo>
                <a:lnTo>
                  <a:pt x="933715" y="94856"/>
                </a:lnTo>
                <a:lnTo>
                  <a:pt x="932071" y="94174"/>
                </a:lnTo>
                <a:lnTo>
                  <a:pt x="930401" y="93526"/>
                </a:lnTo>
                <a:lnTo>
                  <a:pt x="928703" y="92914"/>
                </a:lnTo>
                <a:lnTo>
                  <a:pt x="926979" y="92337"/>
                </a:lnTo>
                <a:lnTo>
                  <a:pt x="925228" y="91795"/>
                </a:lnTo>
                <a:lnTo>
                  <a:pt x="923450" y="91288"/>
                </a:lnTo>
                <a:lnTo>
                  <a:pt x="921645" y="90815"/>
                </a:lnTo>
                <a:lnTo>
                  <a:pt x="919814" y="90378"/>
                </a:lnTo>
                <a:lnTo>
                  <a:pt x="917955" y="89976"/>
                </a:lnTo>
                <a:lnTo>
                  <a:pt x="916070" y="89609"/>
                </a:lnTo>
                <a:lnTo>
                  <a:pt x="914158" y="89276"/>
                </a:lnTo>
                <a:lnTo>
                  <a:pt x="912219" y="88979"/>
                </a:lnTo>
                <a:lnTo>
                  <a:pt x="910253" y="88717"/>
                </a:lnTo>
                <a:lnTo>
                  <a:pt x="908260" y="88489"/>
                </a:lnTo>
                <a:lnTo>
                  <a:pt x="906241" y="88297"/>
                </a:lnTo>
                <a:lnTo>
                  <a:pt x="904194" y="88139"/>
                </a:lnTo>
                <a:lnTo>
                  <a:pt x="902121" y="88017"/>
                </a:lnTo>
                <a:lnTo>
                  <a:pt x="900021" y="87930"/>
                </a:lnTo>
                <a:lnTo>
                  <a:pt x="897894" y="87877"/>
                </a:lnTo>
                <a:lnTo>
                  <a:pt x="895740" y="87860"/>
                </a:lnTo>
                <a:lnTo>
                  <a:pt x="894223" y="87869"/>
                </a:lnTo>
                <a:lnTo>
                  <a:pt x="892719" y="87898"/>
                </a:lnTo>
                <a:lnTo>
                  <a:pt x="891226" y="87946"/>
                </a:lnTo>
                <a:lnTo>
                  <a:pt x="889746" y="88012"/>
                </a:lnTo>
                <a:lnTo>
                  <a:pt x="888278" y="88099"/>
                </a:lnTo>
                <a:lnTo>
                  <a:pt x="886822" y="88204"/>
                </a:lnTo>
                <a:lnTo>
                  <a:pt x="885379" y="88328"/>
                </a:lnTo>
                <a:lnTo>
                  <a:pt x="883947" y="88471"/>
                </a:lnTo>
                <a:lnTo>
                  <a:pt x="882528" y="88634"/>
                </a:lnTo>
                <a:lnTo>
                  <a:pt x="881121" y="88815"/>
                </a:lnTo>
                <a:lnTo>
                  <a:pt x="879727" y="89016"/>
                </a:lnTo>
                <a:lnTo>
                  <a:pt x="878344" y="89236"/>
                </a:lnTo>
                <a:lnTo>
                  <a:pt x="876974" y="89475"/>
                </a:lnTo>
                <a:lnTo>
                  <a:pt x="875615" y="89733"/>
                </a:lnTo>
                <a:lnTo>
                  <a:pt x="874269" y="90010"/>
                </a:lnTo>
                <a:lnTo>
                  <a:pt x="872936" y="90307"/>
                </a:lnTo>
                <a:lnTo>
                  <a:pt x="871614" y="90622"/>
                </a:lnTo>
                <a:lnTo>
                  <a:pt x="870305" y="90957"/>
                </a:lnTo>
                <a:lnTo>
                  <a:pt x="869008" y="91310"/>
                </a:lnTo>
                <a:lnTo>
                  <a:pt x="867723" y="91683"/>
                </a:lnTo>
                <a:lnTo>
                  <a:pt x="866450" y="92075"/>
                </a:lnTo>
                <a:lnTo>
                  <a:pt x="865189" y="92486"/>
                </a:lnTo>
                <a:lnTo>
                  <a:pt x="863941" y="92916"/>
                </a:lnTo>
                <a:lnTo>
                  <a:pt x="862705" y="93365"/>
                </a:lnTo>
                <a:lnTo>
                  <a:pt x="861482" y="93832"/>
                </a:lnTo>
                <a:lnTo>
                  <a:pt x="860274" y="94313"/>
                </a:lnTo>
                <a:lnTo>
                  <a:pt x="859081" y="94810"/>
                </a:lnTo>
                <a:lnTo>
                  <a:pt x="857902" y="95321"/>
                </a:lnTo>
                <a:lnTo>
                  <a:pt x="856738" y="95848"/>
                </a:lnTo>
                <a:lnTo>
                  <a:pt x="855588" y="96389"/>
                </a:lnTo>
                <a:lnTo>
                  <a:pt x="854453" y="96946"/>
                </a:lnTo>
                <a:lnTo>
                  <a:pt x="853333" y="97518"/>
                </a:lnTo>
                <a:lnTo>
                  <a:pt x="852228" y="98104"/>
                </a:lnTo>
                <a:lnTo>
                  <a:pt x="851137" y="98706"/>
                </a:lnTo>
                <a:lnTo>
                  <a:pt x="850060" y="99323"/>
                </a:lnTo>
                <a:lnTo>
                  <a:pt x="848999" y="99955"/>
                </a:lnTo>
                <a:lnTo>
                  <a:pt x="847952" y="100602"/>
                </a:lnTo>
                <a:lnTo>
                  <a:pt x="846920" y="101264"/>
                </a:lnTo>
                <a:lnTo>
                  <a:pt x="845902" y="101941"/>
                </a:lnTo>
                <a:lnTo>
                  <a:pt x="844899" y="102633"/>
                </a:lnTo>
                <a:lnTo>
                  <a:pt x="843910" y="103340"/>
                </a:lnTo>
                <a:lnTo>
                  <a:pt x="842937" y="104062"/>
                </a:lnTo>
                <a:lnTo>
                  <a:pt x="841977" y="104800"/>
                </a:lnTo>
                <a:lnTo>
                  <a:pt x="841033" y="105552"/>
                </a:lnTo>
                <a:lnTo>
                  <a:pt x="840103" y="106319"/>
                </a:lnTo>
                <a:lnTo>
                  <a:pt x="839188" y="107102"/>
                </a:lnTo>
                <a:lnTo>
                  <a:pt x="838287" y="107899"/>
                </a:lnTo>
                <a:lnTo>
                  <a:pt x="837401" y="108712"/>
                </a:lnTo>
                <a:lnTo>
                  <a:pt x="836531" y="109537"/>
                </a:lnTo>
                <a:lnTo>
                  <a:pt x="835678" y="110374"/>
                </a:lnTo>
                <a:lnTo>
                  <a:pt x="834841" y="111221"/>
                </a:lnTo>
                <a:lnTo>
                  <a:pt x="834020" y="112080"/>
                </a:lnTo>
                <a:lnTo>
                  <a:pt x="833217" y="112949"/>
                </a:lnTo>
                <a:lnTo>
                  <a:pt x="832430" y="113829"/>
                </a:lnTo>
                <a:lnTo>
                  <a:pt x="831660" y="114721"/>
                </a:lnTo>
                <a:lnTo>
                  <a:pt x="830906" y="115623"/>
                </a:lnTo>
                <a:lnTo>
                  <a:pt x="830169" y="116537"/>
                </a:lnTo>
                <a:lnTo>
                  <a:pt x="829449" y="117461"/>
                </a:lnTo>
                <a:lnTo>
                  <a:pt x="828746" y="118396"/>
                </a:lnTo>
                <a:lnTo>
                  <a:pt x="828059" y="119343"/>
                </a:lnTo>
                <a:lnTo>
                  <a:pt x="827389" y="120300"/>
                </a:lnTo>
                <a:lnTo>
                  <a:pt x="826735" y="121268"/>
                </a:lnTo>
                <a:lnTo>
                  <a:pt x="826099" y="122247"/>
                </a:lnTo>
                <a:lnTo>
                  <a:pt x="825479" y="123238"/>
                </a:lnTo>
                <a:lnTo>
                  <a:pt x="824875" y="124239"/>
                </a:lnTo>
                <a:lnTo>
                  <a:pt x="824288" y="125251"/>
                </a:lnTo>
                <a:lnTo>
                  <a:pt x="823718" y="126274"/>
                </a:lnTo>
                <a:lnTo>
                  <a:pt x="823165" y="127308"/>
                </a:lnTo>
                <a:lnTo>
                  <a:pt x="822628" y="128354"/>
                </a:lnTo>
                <a:lnTo>
                  <a:pt x="822108" y="129410"/>
                </a:lnTo>
                <a:lnTo>
                  <a:pt x="821605" y="130477"/>
                </a:lnTo>
                <a:lnTo>
                  <a:pt x="821118" y="131555"/>
                </a:lnTo>
                <a:lnTo>
                  <a:pt x="820650" y="132642"/>
                </a:lnTo>
                <a:lnTo>
                  <a:pt x="820201" y="133738"/>
                </a:lnTo>
                <a:lnTo>
                  <a:pt x="819773" y="134841"/>
                </a:lnTo>
                <a:lnTo>
                  <a:pt x="819364" y="135951"/>
                </a:lnTo>
                <a:lnTo>
                  <a:pt x="818975" y="137070"/>
                </a:lnTo>
                <a:lnTo>
                  <a:pt x="818607" y="138196"/>
                </a:lnTo>
                <a:lnTo>
                  <a:pt x="818258" y="139330"/>
                </a:lnTo>
                <a:lnTo>
                  <a:pt x="817929" y="140471"/>
                </a:lnTo>
                <a:lnTo>
                  <a:pt x="817620" y="141620"/>
                </a:lnTo>
                <a:lnTo>
                  <a:pt x="817331" y="142777"/>
                </a:lnTo>
                <a:lnTo>
                  <a:pt x="817062" y="143942"/>
                </a:lnTo>
                <a:lnTo>
                  <a:pt x="816813" y="145115"/>
                </a:lnTo>
                <a:lnTo>
                  <a:pt x="816584" y="146295"/>
                </a:lnTo>
                <a:lnTo>
                  <a:pt x="816374" y="147483"/>
                </a:lnTo>
                <a:lnTo>
                  <a:pt x="816185" y="148678"/>
                </a:lnTo>
                <a:lnTo>
                  <a:pt x="816016" y="149882"/>
                </a:lnTo>
                <a:lnTo>
                  <a:pt x="815866" y="151093"/>
                </a:lnTo>
                <a:lnTo>
                  <a:pt x="815737" y="152312"/>
                </a:lnTo>
                <a:lnTo>
                  <a:pt x="815627" y="153538"/>
                </a:lnTo>
                <a:lnTo>
                  <a:pt x="815537" y="154773"/>
                </a:lnTo>
                <a:lnTo>
                  <a:pt x="815468" y="156015"/>
                </a:lnTo>
                <a:lnTo>
                  <a:pt x="815418" y="157265"/>
                </a:lnTo>
                <a:lnTo>
                  <a:pt x="815388" y="158522"/>
                </a:lnTo>
                <a:lnTo>
                  <a:pt x="815378" y="159787"/>
                </a:lnTo>
                <a:lnTo>
                  <a:pt x="815387" y="161049"/>
                </a:lnTo>
                <a:lnTo>
                  <a:pt x="815413" y="162297"/>
                </a:lnTo>
                <a:lnTo>
                  <a:pt x="815457" y="163530"/>
                </a:lnTo>
                <a:lnTo>
                  <a:pt x="815518" y="164750"/>
                </a:lnTo>
                <a:lnTo>
                  <a:pt x="815597" y="165955"/>
                </a:lnTo>
                <a:lnTo>
                  <a:pt x="815693" y="167145"/>
                </a:lnTo>
                <a:lnTo>
                  <a:pt x="815806" y="168322"/>
                </a:lnTo>
                <a:lnTo>
                  <a:pt x="815938" y="169484"/>
                </a:lnTo>
                <a:lnTo>
                  <a:pt x="816086" y="170632"/>
                </a:lnTo>
                <a:lnTo>
                  <a:pt x="816252" y="171766"/>
                </a:lnTo>
                <a:lnTo>
                  <a:pt x="816436" y="172886"/>
                </a:lnTo>
                <a:lnTo>
                  <a:pt x="816637" y="173991"/>
                </a:lnTo>
                <a:lnTo>
                  <a:pt x="816856" y="175082"/>
                </a:lnTo>
                <a:lnTo>
                  <a:pt x="817092" y="176159"/>
                </a:lnTo>
                <a:lnTo>
                  <a:pt x="817346" y="177222"/>
                </a:lnTo>
                <a:lnTo>
                  <a:pt x="817617" y="178270"/>
                </a:lnTo>
                <a:lnTo>
                  <a:pt x="817905" y="179304"/>
                </a:lnTo>
                <a:lnTo>
                  <a:pt x="818211" y="180324"/>
                </a:lnTo>
                <a:lnTo>
                  <a:pt x="818535" y="181330"/>
                </a:lnTo>
                <a:lnTo>
                  <a:pt x="818876" y="182322"/>
                </a:lnTo>
                <a:lnTo>
                  <a:pt x="819235" y="183299"/>
                </a:lnTo>
                <a:lnTo>
                  <a:pt x="819611" y="184262"/>
                </a:lnTo>
                <a:lnTo>
                  <a:pt x="820004" y="185211"/>
                </a:lnTo>
                <a:lnTo>
                  <a:pt x="820415" y="186145"/>
                </a:lnTo>
                <a:lnTo>
                  <a:pt x="820843" y="187068"/>
                </a:lnTo>
                <a:lnTo>
                  <a:pt x="821286" y="187981"/>
                </a:lnTo>
                <a:lnTo>
                  <a:pt x="821746" y="188885"/>
                </a:lnTo>
                <a:lnTo>
                  <a:pt x="822221" y="189780"/>
                </a:lnTo>
                <a:lnTo>
                  <a:pt x="822712" y="190665"/>
                </a:lnTo>
                <a:lnTo>
                  <a:pt x="823219" y="191541"/>
                </a:lnTo>
                <a:lnTo>
                  <a:pt x="823742" y="192408"/>
                </a:lnTo>
                <a:lnTo>
                  <a:pt x="824281" y="193265"/>
                </a:lnTo>
                <a:lnTo>
                  <a:pt x="824836" y="194113"/>
                </a:lnTo>
                <a:lnTo>
                  <a:pt x="825406" y="194951"/>
                </a:lnTo>
                <a:lnTo>
                  <a:pt x="825992" y="195781"/>
                </a:lnTo>
                <a:lnTo>
                  <a:pt x="826595" y="196600"/>
                </a:lnTo>
                <a:lnTo>
                  <a:pt x="827213" y="197411"/>
                </a:lnTo>
                <a:lnTo>
                  <a:pt x="827847" y="198212"/>
                </a:lnTo>
                <a:lnTo>
                  <a:pt x="828496" y="199004"/>
                </a:lnTo>
                <a:lnTo>
                  <a:pt x="829162" y="199786"/>
                </a:lnTo>
                <a:lnTo>
                  <a:pt x="829844" y="200559"/>
                </a:lnTo>
                <a:lnTo>
                  <a:pt x="830541" y="201323"/>
                </a:lnTo>
                <a:lnTo>
                  <a:pt x="831254" y="202077"/>
                </a:lnTo>
                <a:lnTo>
                  <a:pt x="831983" y="202822"/>
                </a:lnTo>
                <a:lnTo>
                  <a:pt x="832728" y="203558"/>
                </a:lnTo>
                <a:lnTo>
                  <a:pt x="833489" y="204284"/>
                </a:lnTo>
                <a:lnTo>
                  <a:pt x="834266" y="205001"/>
                </a:lnTo>
                <a:lnTo>
                  <a:pt x="835058" y="205708"/>
                </a:lnTo>
                <a:lnTo>
                  <a:pt x="835866" y="206409"/>
                </a:lnTo>
                <a:lnTo>
                  <a:pt x="836690" y="207105"/>
                </a:lnTo>
                <a:lnTo>
                  <a:pt x="837528" y="207797"/>
                </a:lnTo>
                <a:lnTo>
                  <a:pt x="838381" y="208484"/>
                </a:lnTo>
                <a:lnTo>
                  <a:pt x="839249" y="209167"/>
                </a:lnTo>
                <a:lnTo>
                  <a:pt x="840132" y="209845"/>
                </a:lnTo>
                <a:lnTo>
                  <a:pt x="841031" y="210519"/>
                </a:lnTo>
                <a:lnTo>
                  <a:pt x="841944" y="211188"/>
                </a:lnTo>
                <a:lnTo>
                  <a:pt x="842872" y="211853"/>
                </a:lnTo>
                <a:lnTo>
                  <a:pt x="843816" y="212514"/>
                </a:lnTo>
                <a:lnTo>
                  <a:pt x="844774" y="213169"/>
                </a:lnTo>
                <a:lnTo>
                  <a:pt x="845748" y="213821"/>
                </a:lnTo>
                <a:lnTo>
                  <a:pt x="846737" y="214468"/>
                </a:lnTo>
                <a:lnTo>
                  <a:pt x="847740" y="215110"/>
                </a:lnTo>
                <a:lnTo>
                  <a:pt x="848759" y="215748"/>
                </a:lnTo>
                <a:lnTo>
                  <a:pt x="849793" y="216382"/>
                </a:lnTo>
                <a:lnTo>
                  <a:pt x="850842" y="217011"/>
                </a:lnTo>
                <a:lnTo>
                  <a:pt x="851906" y="217635"/>
                </a:lnTo>
                <a:lnTo>
                  <a:pt x="852984" y="218256"/>
                </a:lnTo>
                <a:lnTo>
                  <a:pt x="854078" y="218871"/>
                </a:lnTo>
                <a:lnTo>
                  <a:pt x="855187" y="219482"/>
                </a:lnTo>
                <a:lnTo>
                  <a:pt x="856312" y="220089"/>
                </a:lnTo>
                <a:lnTo>
                  <a:pt x="857451" y="220691"/>
                </a:lnTo>
                <a:lnTo>
                  <a:pt x="858605" y="221289"/>
                </a:lnTo>
                <a:lnTo>
                  <a:pt x="859773" y="221885"/>
                </a:lnTo>
                <a:lnTo>
                  <a:pt x="860953" y="222481"/>
                </a:lnTo>
                <a:lnTo>
                  <a:pt x="862147" y="223077"/>
                </a:lnTo>
                <a:lnTo>
                  <a:pt x="863353" y="223674"/>
                </a:lnTo>
                <a:lnTo>
                  <a:pt x="864571" y="224271"/>
                </a:lnTo>
                <a:lnTo>
                  <a:pt x="865802" y="224869"/>
                </a:lnTo>
                <a:lnTo>
                  <a:pt x="867046" y="225467"/>
                </a:lnTo>
                <a:lnTo>
                  <a:pt x="868302" y="226066"/>
                </a:lnTo>
                <a:lnTo>
                  <a:pt x="869571" y="226665"/>
                </a:lnTo>
                <a:lnTo>
                  <a:pt x="870852" y="227264"/>
                </a:lnTo>
                <a:lnTo>
                  <a:pt x="872146" y="227864"/>
                </a:lnTo>
                <a:lnTo>
                  <a:pt x="873453" y="228464"/>
                </a:lnTo>
                <a:lnTo>
                  <a:pt x="874772" y="229065"/>
                </a:lnTo>
                <a:lnTo>
                  <a:pt x="876104" y="229666"/>
                </a:lnTo>
                <a:lnTo>
                  <a:pt x="877449" y="230267"/>
                </a:lnTo>
                <a:lnTo>
                  <a:pt x="878806" y="230869"/>
                </a:lnTo>
                <a:lnTo>
                  <a:pt x="880176" y="231471"/>
                </a:lnTo>
                <a:lnTo>
                  <a:pt x="881558" y="232074"/>
                </a:lnTo>
                <a:lnTo>
                  <a:pt x="882953" y="232677"/>
                </a:lnTo>
                <a:lnTo>
                  <a:pt x="884361" y="233280"/>
                </a:lnTo>
                <a:lnTo>
                  <a:pt x="885781" y="233884"/>
                </a:lnTo>
                <a:lnTo>
                  <a:pt x="887214" y="234488"/>
                </a:lnTo>
                <a:lnTo>
                  <a:pt x="888659" y="235093"/>
                </a:lnTo>
                <a:lnTo>
                  <a:pt x="890117" y="235698"/>
                </a:lnTo>
                <a:lnTo>
                  <a:pt x="891608" y="236341"/>
                </a:lnTo>
                <a:lnTo>
                  <a:pt x="893073" y="236980"/>
                </a:lnTo>
                <a:lnTo>
                  <a:pt x="894512" y="237616"/>
                </a:lnTo>
                <a:lnTo>
                  <a:pt x="895926" y="238249"/>
                </a:lnTo>
                <a:lnTo>
                  <a:pt x="897314" y="238879"/>
                </a:lnTo>
                <a:lnTo>
                  <a:pt x="898676" y="239505"/>
                </a:lnTo>
                <a:lnTo>
                  <a:pt x="900013" y="240128"/>
                </a:lnTo>
                <a:lnTo>
                  <a:pt x="901324" y="240748"/>
                </a:lnTo>
                <a:lnTo>
                  <a:pt x="902610" y="241365"/>
                </a:lnTo>
                <a:lnTo>
                  <a:pt x="903870" y="241978"/>
                </a:lnTo>
                <a:lnTo>
                  <a:pt x="905104" y="242588"/>
                </a:lnTo>
                <a:lnTo>
                  <a:pt x="906313" y="243195"/>
                </a:lnTo>
                <a:lnTo>
                  <a:pt x="907496" y="243799"/>
                </a:lnTo>
                <a:lnTo>
                  <a:pt x="908653" y="244399"/>
                </a:lnTo>
                <a:lnTo>
                  <a:pt x="909785" y="244996"/>
                </a:lnTo>
                <a:lnTo>
                  <a:pt x="910891" y="245590"/>
                </a:lnTo>
                <a:lnTo>
                  <a:pt x="911972" y="246181"/>
                </a:lnTo>
                <a:lnTo>
                  <a:pt x="913027" y="246768"/>
                </a:lnTo>
                <a:lnTo>
                  <a:pt x="914056" y="247352"/>
                </a:lnTo>
                <a:lnTo>
                  <a:pt x="915059" y="247933"/>
                </a:lnTo>
                <a:lnTo>
                  <a:pt x="916038" y="248511"/>
                </a:lnTo>
                <a:lnTo>
                  <a:pt x="916990" y="249085"/>
                </a:lnTo>
                <a:lnTo>
                  <a:pt x="917917" y="249656"/>
                </a:lnTo>
                <a:lnTo>
                  <a:pt x="918818" y="250224"/>
                </a:lnTo>
                <a:lnTo>
                  <a:pt x="919696" y="250791"/>
                </a:lnTo>
                <a:lnTo>
                  <a:pt x="920553" y="251360"/>
                </a:lnTo>
                <a:lnTo>
                  <a:pt x="921390" y="251930"/>
                </a:lnTo>
                <a:lnTo>
                  <a:pt x="922205" y="252502"/>
                </a:lnTo>
                <a:lnTo>
                  <a:pt x="923000" y="253075"/>
                </a:lnTo>
                <a:lnTo>
                  <a:pt x="923775" y="253651"/>
                </a:lnTo>
                <a:lnTo>
                  <a:pt x="924528" y="254227"/>
                </a:lnTo>
                <a:lnTo>
                  <a:pt x="925261" y="254806"/>
                </a:lnTo>
                <a:lnTo>
                  <a:pt x="925973" y="255386"/>
                </a:lnTo>
                <a:lnTo>
                  <a:pt x="926664" y="255967"/>
                </a:lnTo>
                <a:lnTo>
                  <a:pt x="927335" y="256551"/>
                </a:lnTo>
                <a:lnTo>
                  <a:pt x="927985" y="257136"/>
                </a:lnTo>
                <a:lnTo>
                  <a:pt x="928614" y="257722"/>
                </a:lnTo>
                <a:lnTo>
                  <a:pt x="929222" y="258310"/>
                </a:lnTo>
                <a:lnTo>
                  <a:pt x="929810" y="258900"/>
                </a:lnTo>
                <a:lnTo>
                  <a:pt x="930376" y="259492"/>
                </a:lnTo>
                <a:lnTo>
                  <a:pt x="930922" y="260085"/>
                </a:lnTo>
                <a:lnTo>
                  <a:pt x="931448" y="260679"/>
                </a:lnTo>
                <a:lnTo>
                  <a:pt x="931952" y="261276"/>
                </a:lnTo>
                <a:lnTo>
                  <a:pt x="932436" y="261874"/>
                </a:lnTo>
                <a:lnTo>
                  <a:pt x="932899" y="262473"/>
                </a:lnTo>
                <a:lnTo>
                  <a:pt x="933342" y="263074"/>
                </a:lnTo>
                <a:lnTo>
                  <a:pt x="933763" y="263677"/>
                </a:lnTo>
                <a:lnTo>
                  <a:pt x="934164" y="264282"/>
                </a:lnTo>
                <a:lnTo>
                  <a:pt x="934546" y="264891"/>
                </a:lnTo>
                <a:lnTo>
                  <a:pt x="934912" y="265508"/>
                </a:lnTo>
                <a:lnTo>
                  <a:pt x="935262" y="266134"/>
                </a:lnTo>
                <a:lnTo>
                  <a:pt x="935596" y="266768"/>
                </a:lnTo>
                <a:lnTo>
                  <a:pt x="935913" y="267409"/>
                </a:lnTo>
                <a:lnTo>
                  <a:pt x="936214" y="268059"/>
                </a:lnTo>
                <a:lnTo>
                  <a:pt x="936499" y="268718"/>
                </a:lnTo>
                <a:lnTo>
                  <a:pt x="936767" y="269384"/>
                </a:lnTo>
                <a:lnTo>
                  <a:pt x="937019" y="270058"/>
                </a:lnTo>
                <a:lnTo>
                  <a:pt x="937255" y="270741"/>
                </a:lnTo>
                <a:lnTo>
                  <a:pt x="937475" y="271432"/>
                </a:lnTo>
                <a:lnTo>
                  <a:pt x="937678" y="272130"/>
                </a:lnTo>
                <a:lnTo>
                  <a:pt x="937866" y="272837"/>
                </a:lnTo>
                <a:lnTo>
                  <a:pt x="938036" y="273552"/>
                </a:lnTo>
                <a:lnTo>
                  <a:pt x="938191" y="274276"/>
                </a:lnTo>
                <a:lnTo>
                  <a:pt x="938329" y="275007"/>
                </a:lnTo>
                <a:lnTo>
                  <a:pt x="938451" y="275746"/>
                </a:lnTo>
                <a:lnTo>
                  <a:pt x="938557" y="276494"/>
                </a:lnTo>
                <a:lnTo>
                  <a:pt x="938647" y="277250"/>
                </a:lnTo>
                <a:lnTo>
                  <a:pt x="938720" y="278014"/>
                </a:lnTo>
                <a:lnTo>
                  <a:pt x="938777" y="278786"/>
                </a:lnTo>
                <a:lnTo>
                  <a:pt x="938817" y="279566"/>
                </a:lnTo>
                <a:lnTo>
                  <a:pt x="938842" y="280354"/>
                </a:lnTo>
                <a:lnTo>
                  <a:pt x="938850" y="281151"/>
                </a:lnTo>
                <a:lnTo>
                  <a:pt x="938842" y="282005"/>
                </a:lnTo>
                <a:lnTo>
                  <a:pt x="938817" y="282851"/>
                </a:lnTo>
                <a:lnTo>
                  <a:pt x="938775" y="283688"/>
                </a:lnTo>
                <a:lnTo>
                  <a:pt x="938716" y="284515"/>
                </a:lnTo>
                <a:lnTo>
                  <a:pt x="938641" y="285334"/>
                </a:lnTo>
                <a:lnTo>
                  <a:pt x="938550" y="286144"/>
                </a:lnTo>
                <a:close/>
                <a:moveTo>
                  <a:pt x="1279622" y="118903"/>
                </a:moveTo>
                <a:lnTo>
                  <a:pt x="1278823" y="117656"/>
                </a:lnTo>
                <a:lnTo>
                  <a:pt x="1278007" y="116434"/>
                </a:lnTo>
                <a:lnTo>
                  <a:pt x="1277175" y="115237"/>
                </a:lnTo>
                <a:lnTo>
                  <a:pt x="1276326" y="114064"/>
                </a:lnTo>
                <a:lnTo>
                  <a:pt x="1275460" y="112917"/>
                </a:lnTo>
                <a:lnTo>
                  <a:pt x="1274577" y="111794"/>
                </a:lnTo>
                <a:lnTo>
                  <a:pt x="1273678" y="110696"/>
                </a:lnTo>
                <a:lnTo>
                  <a:pt x="1272762" y="109623"/>
                </a:lnTo>
                <a:lnTo>
                  <a:pt x="1271830" y="108574"/>
                </a:lnTo>
                <a:lnTo>
                  <a:pt x="1270881" y="107551"/>
                </a:lnTo>
                <a:lnTo>
                  <a:pt x="1269915" y="106552"/>
                </a:lnTo>
                <a:lnTo>
                  <a:pt x="1268932" y="105578"/>
                </a:lnTo>
                <a:lnTo>
                  <a:pt x="1267933" y="104629"/>
                </a:lnTo>
                <a:lnTo>
                  <a:pt x="1266917" y="103704"/>
                </a:lnTo>
                <a:lnTo>
                  <a:pt x="1265885" y="102805"/>
                </a:lnTo>
                <a:lnTo>
                  <a:pt x="1264836" y="101930"/>
                </a:lnTo>
                <a:lnTo>
                  <a:pt x="1263770" y="101080"/>
                </a:lnTo>
                <a:lnTo>
                  <a:pt x="1262687" y="100255"/>
                </a:lnTo>
                <a:lnTo>
                  <a:pt x="1261588" y="99455"/>
                </a:lnTo>
                <a:lnTo>
                  <a:pt x="1260472" y="98679"/>
                </a:lnTo>
                <a:lnTo>
                  <a:pt x="1259339" y="97929"/>
                </a:lnTo>
                <a:lnTo>
                  <a:pt x="1258190" y="97203"/>
                </a:lnTo>
                <a:lnTo>
                  <a:pt x="1257024" y="96502"/>
                </a:lnTo>
                <a:lnTo>
                  <a:pt x="1255841" y="95825"/>
                </a:lnTo>
                <a:lnTo>
                  <a:pt x="1254641" y="95175"/>
                </a:lnTo>
                <a:lnTo>
                  <a:pt x="1253422" y="94553"/>
                </a:lnTo>
                <a:lnTo>
                  <a:pt x="1252184" y="93958"/>
                </a:lnTo>
                <a:lnTo>
                  <a:pt x="1250928" y="93391"/>
                </a:lnTo>
                <a:lnTo>
                  <a:pt x="1249653" y="92852"/>
                </a:lnTo>
                <a:lnTo>
                  <a:pt x="1248359" y="92340"/>
                </a:lnTo>
                <a:lnTo>
                  <a:pt x="1247046" y="91856"/>
                </a:lnTo>
                <a:lnTo>
                  <a:pt x="1245715" y="91400"/>
                </a:lnTo>
                <a:lnTo>
                  <a:pt x="1244365" y="90971"/>
                </a:lnTo>
                <a:lnTo>
                  <a:pt x="1242996" y="90570"/>
                </a:lnTo>
                <a:lnTo>
                  <a:pt x="1241608" y="90197"/>
                </a:lnTo>
                <a:lnTo>
                  <a:pt x="1240202" y="89851"/>
                </a:lnTo>
                <a:lnTo>
                  <a:pt x="1238777" y="89533"/>
                </a:lnTo>
                <a:lnTo>
                  <a:pt x="1237334" y="89243"/>
                </a:lnTo>
                <a:lnTo>
                  <a:pt x="1235872" y="88980"/>
                </a:lnTo>
                <a:lnTo>
                  <a:pt x="1234391" y="88745"/>
                </a:lnTo>
                <a:lnTo>
                  <a:pt x="1232891" y="88537"/>
                </a:lnTo>
                <a:lnTo>
                  <a:pt x="1231372" y="88357"/>
                </a:lnTo>
                <a:lnTo>
                  <a:pt x="1229835" y="88205"/>
                </a:lnTo>
                <a:lnTo>
                  <a:pt x="1228279" y="88081"/>
                </a:lnTo>
                <a:lnTo>
                  <a:pt x="1226705" y="87984"/>
                </a:lnTo>
                <a:lnTo>
                  <a:pt x="1225112" y="87915"/>
                </a:lnTo>
                <a:lnTo>
                  <a:pt x="1223500" y="87873"/>
                </a:lnTo>
                <a:lnTo>
                  <a:pt x="1221869" y="87860"/>
                </a:lnTo>
                <a:lnTo>
                  <a:pt x="1220255" y="87872"/>
                </a:lnTo>
                <a:lnTo>
                  <a:pt x="1218654" y="87908"/>
                </a:lnTo>
                <a:lnTo>
                  <a:pt x="1217066" y="87969"/>
                </a:lnTo>
                <a:lnTo>
                  <a:pt x="1215491" y="88055"/>
                </a:lnTo>
                <a:lnTo>
                  <a:pt x="1213929" y="88165"/>
                </a:lnTo>
                <a:lnTo>
                  <a:pt x="1212380" y="88299"/>
                </a:lnTo>
                <a:lnTo>
                  <a:pt x="1210844" y="88457"/>
                </a:lnTo>
                <a:lnTo>
                  <a:pt x="1209321" y="88641"/>
                </a:lnTo>
                <a:lnTo>
                  <a:pt x="1207811" y="88848"/>
                </a:lnTo>
                <a:lnTo>
                  <a:pt x="1206315" y="89080"/>
                </a:lnTo>
                <a:lnTo>
                  <a:pt x="1204831" y="89336"/>
                </a:lnTo>
                <a:lnTo>
                  <a:pt x="1203360" y="89617"/>
                </a:lnTo>
                <a:lnTo>
                  <a:pt x="1201902" y="89922"/>
                </a:lnTo>
                <a:lnTo>
                  <a:pt x="1200457" y="90251"/>
                </a:lnTo>
                <a:lnTo>
                  <a:pt x="1199025" y="90605"/>
                </a:lnTo>
                <a:lnTo>
                  <a:pt x="1197607" y="90983"/>
                </a:lnTo>
                <a:lnTo>
                  <a:pt x="1196201" y="91386"/>
                </a:lnTo>
                <a:lnTo>
                  <a:pt x="1194808" y="91813"/>
                </a:lnTo>
                <a:lnTo>
                  <a:pt x="1193428" y="92265"/>
                </a:lnTo>
                <a:lnTo>
                  <a:pt x="1192062" y="92741"/>
                </a:lnTo>
                <a:lnTo>
                  <a:pt x="1190708" y="93241"/>
                </a:lnTo>
                <a:lnTo>
                  <a:pt x="1189367" y="93766"/>
                </a:lnTo>
                <a:lnTo>
                  <a:pt x="1188040" y="94315"/>
                </a:lnTo>
                <a:lnTo>
                  <a:pt x="1186725" y="94888"/>
                </a:lnTo>
                <a:lnTo>
                  <a:pt x="1185425" y="95487"/>
                </a:lnTo>
                <a:lnTo>
                  <a:pt x="1184141" y="96113"/>
                </a:lnTo>
                <a:lnTo>
                  <a:pt x="1182872" y="96764"/>
                </a:lnTo>
                <a:lnTo>
                  <a:pt x="1181620" y="97443"/>
                </a:lnTo>
                <a:lnTo>
                  <a:pt x="1180383" y="98147"/>
                </a:lnTo>
                <a:lnTo>
                  <a:pt x="1179162" y="98879"/>
                </a:lnTo>
                <a:lnTo>
                  <a:pt x="1177957" y="99636"/>
                </a:lnTo>
                <a:lnTo>
                  <a:pt x="1176768" y="100420"/>
                </a:lnTo>
                <a:lnTo>
                  <a:pt x="1175594" y="101231"/>
                </a:lnTo>
                <a:lnTo>
                  <a:pt x="1174437" y="102068"/>
                </a:lnTo>
                <a:lnTo>
                  <a:pt x="1173295" y="102931"/>
                </a:lnTo>
                <a:lnTo>
                  <a:pt x="1172170" y="103821"/>
                </a:lnTo>
                <a:lnTo>
                  <a:pt x="1171060" y="104737"/>
                </a:lnTo>
                <a:lnTo>
                  <a:pt x="1169966" y="105680"/>
                </a:lnTo>
                <a:lnTo>
                  <a:pt x="1168888" y="106649"/>
                </a:lnTo>
                <a:lnTo>
                  <a:pt x="1167826" y="107644"/>
                </a:lnTo>
                <a:lnTo>
                  <a:pt x="1166779" y="108666"/>
                </a:lnTo>
                <a:lnTo>
                  <a:pt x="1165749" y="109715"/>
                </a:lnTo>
                <a:lnTo>
                  <a:pt x="1164734" y="110789"/>
                </a:lnTo>
                <a:lnTo>
                  <a:pt x="1163735" y="111891"/>
                </a:lnTo>
                <a:lnTo>
                  <a:pt x="1162752" y="113018"/>
                </a:lnTo>
                <a:lnTo>
                  <a:pt x="1161785" y="114173"/>
                </a:lnTo>
                <a:lnTo>
                  <a:pt x="1160834" y="115353"/>
                </a:lnTo>
                <a:lnTo>
                  <a:pt x="1159899" y="116560"/>
                </a:lnTo>
                <a:lnTo>
                  <a:pt x="1158980" y="117794"/>
                </a:lnTo>
                <a:lnTo>
                  <a:pt x="1158080" y="119056"/>
                </a:lnTo>
                <a:lnTo>
                  <a:pt x="1157199" y="120346"/>
                </a:lnTo>
                <a:lnTo>
                  <a:pt x="1156335" y="121663"/>
                </a:lnTo>
                <a:lnTo>
                  <a:pt x="1155490" y="123007"/>
                </a:lnTo>
                <a:lnTo>
                  <a:pt x="1154664" y="124380"/>
                </a:lnTo>
                <a:lnTo>
                  <a:pt x="1153855" y="125780"/>
                </a:lnTo>
                <a:lnTo>
                  <a:pt x="1153065" y="127208"/>
                </a:lnTo>
                <a:lnTo>
                  <a:pt x="1152293" y="128663"/>
                </a:lnTo>
                <a:lnTo>
                  <a:pt x="1151540" y="130146"/>
                </a:lnTo>
                <a:lnTo>
                  <a:pt x="1150805" y="131657"/>
                </a:lnTo>
                <a:lnTo>
                  <a:pt x="1150088" y="133195"/>
                </a:lnTo>
                <a:lnTo>
                  <a:pt x="1149389" y="134761"/>
                </a:lnTo>
                <a:lnTo>
                  <a:pt x="1148709" y="136355"/>
                </a:lnTo>
                <a:lnTo>
                  <a:pt x="1148047" y="137976"/>
                </a:lnTo>
                <a:lnTo>
                  <a:pt x="1147403" y="139625"/>
                </a:lnTo>
                <a:lnTo>
                  <a:pt x="1146778" y="141302"/>
                </a:lnTo>
                <a:lnTo>
                  <a:pt x="1146171" y="143006"/>
                </a:lnTo>
                <a:lnTo>
                  <a:pt x="1145582" y="144738"/>
                </a:lnTo>
                <a:lnTo>
                  <a:pt x="1145011" y="146498"/>
                </a:lnTo>
                <a:lnTo>
                  <a:pt x="1144459" y="148285"/>
                </a:lnTo>
                <a:lnTo>
                  <a:pt x="1143925" y="150100"/>
                </a:lnTo>
                <a:lnTo>
                  <a:pt x="1143410" y="151943"/>
                </a:lnTo>
                <a:lnTo>
                  <a:pt x="1142913" y="153813"/>
                </a:lnTo>
                <a:lnTo>
                  <a:pt x="1142435" y="155712"/>
                </a:lnTo>
                <a:lnTo>
                  <a:pt x="1141977" y="157642"/>
                </a:lnTo>
                <a:lnTo>
                  <a:pt x="1141540" y="159602"/>
                </a:lnTo>
                <a:lnTo>
                  <a:pt x="1141123" y="161593"/>
                </a:lnTo>
                <a:lnTo>
                  <a:pt x="1140726" y="163615"/>
                </a:lnTo>
                <a:lnTo>
                  <a:pt x="1140350" y="165667"/>
                </a:lnTo>
                <a:lnTo>
                  <a:pt x="1139994" y="167749"/>
                </a:lnTo>
                <a:lnTo>
                  <a:pt x="1139658" y="169862"/>
                </a:lnTo>
                <a:lnTo>
                  <a:pt x="1139343" y="172005"/>
                </a:lnTo>
                <a:lnTo>
                  <a:pt x="1139048" y="174179"/>
                </a:lnTo>
                <a:lnTo>
                  <a:pt x="1138774" y="176384"/>
                </a:lnTo>
                <a:lnTo>
                  <a:pt x="1138520" y="178618"/>
                </a:lnTo>
                <a:lnTo>
                  <a:pt x="1138286" y="180884"/>
                </a:lnTo>
                <a:lnTo>
                  <a:pt x="1138072" y="183180"/>
                </a:lnTo>
                <a:lnTo>
                  <a:pt x="1137879" y="185506"/>
                </a:lnTo>
                <a:lnTo>
                  <a:pt x="1137706" y="187863"/>
                </a:lnTo>
                <a:lnTo>
                  <a:pt x="1137553" y="190251"/>
                </a:lnTo>
                <a:lnTo>
                  <a:pt x="1137421" y="192669"/>
                </a:lnTo>
                <a:lnTo>
                  <a:pt x="1137309" y="195117"/>
                </a:lnTo>
                <a:lnTo>
                  <a:pt x="1137218" y="197596"/>
                </a:lnTo>
                <a:lnTo>
                  <a:pt x="1137147" y="200106"/>
                </a:lnTo>
                <a:lnTo>
                  <a:pt x="1137096" y="202646"/>
                </a:lnTo>
                <a:lnTo>
                  <a:pt x="1137065" y="205216"/>
                </a:lnTo>
                <a:lnTo>
                  <a:pt x="1137055" y="207817"/>
                </a:lnTo>
                <a:lnTo>
                  <a:pt x="1137055" y="231481"/>
                </a:lnTo>
                <a:lnTo>
                  <a:pt x="1137066" y="233967"/>
                </a:lnTo>
                <a:lnTo>
                  <a:pt x="1137097" y="236426"/>
                </a:lnTo>
                <a:lnTo>
                  <a:pt x="1137149" y="238859"/>
                </a:lnTo>
                <a:lnTo>
                  <a:pt x="1137221" y="241266"/>
                </a:lnTo>
                <a:lnTo>
                  <a:pt x="1137315" y="243646"/>
                </a:lnTo>
                <a:lnTo>
                  <a:pt x="1137429" y="245999"/>
                </a:lnTo>
                <a:lnTo>
                  <a:pt x="1137563" y="248327"/>
                </a:lnTo>
                <a:lnTo>
                  <a:pt x="1137719" y="250628"/>
                </a:lnTo>
                <a:lnTo>
                  <a:pt x="1137895" y="252902"/>
                </a:lnTo>
                <a:lnTo>
                  <a:pt x="1138092" y="255150"/>
                </a:lnTo>
                <a:lnTo>
                  <a:pt x="1138310" y="257371"/>
                </a:lnTo>
                <a:lnTo>
                  <a:pt x="1138549" y="259566"/>
                </a:lnTo>
                <a:lnTo>
                  <a:pt x="1138808" y="261735"/>
                </a:lnTo>
                <a:lnTo>
                  <a:pt x="1139088" y="263877"/>
                </a:lnTo>
                <a:lnTo>
                  <a:pt x="1139389" y="265993"/>
                </a:lnTo>
                <a:lnTo>
                  <a:pt x="1139711" y="268082"/>
                </a:lnTo>
                <a:lnTo>
                  <a:pt x="1140053" y="270145"/>
                </a:lnTo>
                <a:lnTo>
                  <a:pt x="1140416" y="272182"/>
                </a:lnTo>
                <a:lnTo>
                  <a:pt x="1140800" y="274192"/>
                </a:lnTo>
                <a:lnTo>
                  <a:pt x="1141204" y="276175"/>
                </a:lnTo>
                <a:lnTo>
                  <a:pt x="1141629" y="278132"/>
                </a:lnTo>
                <a:lnTo>
                  <a:pt x="1142075" y="280063"/>
                </a:lnTo>
                <a:lnTo>
                  <a:pt x="1142542" y="281967"/>
                </a:lnTo>
                <a:lnTo>
                  <a:pt x="1143030" y="283845"/>
                </a:lnTo>
                <a:lnTo>
                  <a:pt x="1143536" y="285696"/>
                </a:lnTo>
                <a:lnTo>
                  <a:pt x="1144061" y="287522"/>
                </a:lnTo>
                <a:lnTo>
                  <a:pt x="1144604" y="289322"/>
                </a:lnTo>
                <a:lnTo>
                  <a:pt x="1145164" y="291095"/>
                </a:lnTo>
                <a:lnTo>
                  <a:pt x="1145743" y="292842"/>
                </a:lnTo>
                <a:lnTo>
                  <a:pt x="1146339" y="294564"/>
                </a:lnTo>
                <a:lnTo>
                  <a:pt x="1146953" y="296259"/>
                </a:lnTo>
                <a:lnTo>
                  <a:pt x="1147585" y="297928"/>
                </a:lnTo>
                <a:lnTo>
                  <a:pt x="1148235" y="299572"/>
                </a:lnTo>
                <a:lnTo>
                  <a:pt x="1148903" y="301189"/>
                </a:lnTo>
                <a:lnTo>
                  <a:pt x="1149589" y="302780"/>
                </a:lnTo>
                <a:lnTo>
                  <a:pt x="1150293" y="304345"/>
                </a:lnTo>
                <a:lnTo>
                  <a:pt x="1151014" y="305885"/>
                </a:lnTo>
                <a:lnTo>
                  <a:pt x="1151754" y="307398"/>
                </a:lnTo>
                <a:lnTo>
                  <a:pt x="1152511" y="308885"/>
                </a:lnTo>
                <a:lnTo>
                  <a:pt x="1153286" y="310346"/>
                </a:lnTo>
                <a:lnTo>
                  <a:pt x="1154080" y="311781"/>
                </a:lnTo>
                <a:lnTo>
                  <a:pt x="1154891" y="313190"/>
                </a:lnTo>
                <a:lnTo>
                  <a:pt x="1155720" y="314573"/>
                </a:lnTo>
                <a:lnTo>
                  <a:pt x="1156567" y="315930"/>
                </a:lnTo>
                <a:lnTo>
                  <a:pt x="1157431" y="317261"/>
                </a:lnTo>
                <a:lnTo>
                  <a:pt x="1158314" y="318566"/>
                </a:lnTo>
                <a:lnTo>
                  <a:pt x="1159215" y="319845"/>
                </a:lnTo>
                <a:lnTo>
                  <a:pt x="1160133" y="321097"/>
                </a:lnTo>
                <a:lnTo>
                  <a:pt x="1161068" y="322324"/>
                </a:lnTo>
                <a:lnTo>
                  <a:pt x="1162018" y="323525"/>
                </a:lnTo>
                <a:lnTo>
                  <a:pt x="1162983" y="324700"/>
                </a:lnTo>
                <a:lnTo>
                  <a:pt x="1163963" y="325848"/>
                </a:lnTo>
                <a:lnTo>
                  <a:pt x="1164958" y="326971"/>
                </a:lnTo>
                <a:lnTo>
                  <a:pt x="1165968" y="328068"/>
                </a:lnTo>
                <a:lnTo>
                  <a:pt x="1166994" y="329138"/>
                </a:lnTo>
                <a:lnTo>
                  <a:pt x="1168034" y="330183"/>
                </a:lnTo>
                <a:lnTo>
                  <a:pt x="1169089" y="331201"/>
                </a:lnTo>
                <a:lnTo>
                  <a:pt x="1170160" y="332194"/>
                </a:lnTo>
                <a:lnTo>
                  <a:pt x="1171245" y="333160"/>
                </a:lnTo>
                <a:lnTo>
                  <a:pt x="1172345" y="334101"/>
                </a:lnTo>
                <a:lnTo>
                  <a:pt x="1173461" y="335015"/>
                </a:lnTo>
                <a:lnTo>
                  <a:pt x="1174592" y="335903"/>
                </a:lnTo>
                <a:lnTo>
                  <a:pt x="1175737" y="336766"/>
                </a:lnTo>
                <a:lnTo>
                  <a:pt x="1176898" y="337602"/>
                </a:lnTo>
                <a:lnTo>
                  <a:pt x="1178074" y="338412"/>
                </a:lnTo>
                <a:lnTo>
                  <a:pt x="1179264" y="339196"/>
                </a:lnTo>
                <a:lnTo>
                  <a:pt x="1180470" y="339955"/>
                </a:lnTo>
                <a:lnTo>
                  <a:pt x="1181691" y="340687"/>
                </a:lnTo>
                <a:lnTo>
                  <a:pt x="1182927" y="341393"/>
                </a:lnTo>
                <a:lnTo>
                  <a:pt x="1184178" y="342073"/>
                </a:lnTo>
                <a:lnTo>
                  <a:pt x="1185444" y="342727"/>
                </a:lnTo>
                <a:lnTo>
                  <a:pt x="1186725" y="343355"/>
                </a:lnTo>
                <a:lnTo>
                  <a:pt x="1188020" y="343957"/>
                </a:lnTo>
                <a:lnTo>
                  <a:pt x="1189328" y="344534"/>
                </a:lnTo>
                <a:lnTo>
                  <a:pt x="1190650" y="345085"/>
                </a:lnTo>
                <a:lnTo>
                  <a:pt x="1191984" y="345610"/>
                </a:lnTo>
                <a:lnTo>
                  <a:pt x="1193331" y="346110"/>
                </a:lnTo>
                <a:lnTo>
                  <a:pt x="1194691" y="346584"/>
                </a:lnTo>
                <a:lnTo>
                  <a:pt x="1196064" y="347032"/>
                </a:lnTo>
                <a:lnTo>
                  <a:pt x="1197451" y="347455"/>
                </a:lnTo>
                <a:lnTo>
                  <a:pt x="1198850" y="347852"/>
                </a:lnTo>
                <a:lnTo>
                  <a:pt x="1200262" y="348224"/>
                </a:lnTo>
                <a:lnTo>
                  <a:pt x="1201687" y="348570"/>
                </a:lnTo>
                <a:lnTo>
                  <a:pt x="1203126" y="348890"/>
                </a:lnTo>
                <a:lnTo>
                  <a:pt x="1204577" y="349185"/>
                </a:lnTo>
                <a:lnTo>
                  <a:pt x="1206041" y="349454"/>
                </a:lnTo>
                <a:lnTo>
                  <a:pt x="1207519" y="349697"/>
                </a:lnTo>
                <a:lnTo>
                  <a:pt x="1209009" y="349915"/>
                </a:lnTo>
                <a:lnTo>
                  <a:pt x="1210512" y="350108"/>
                </a:lnTo>
                <a:lnTo>
                  <a:pt x="1212029" y="350274"/>
                </a:lnTo>
                <a:lnTo>
                  <a:pt x="1213558" y="350415"/>
                </a:lnTo>
                <a:lnTo>
                  <a:pt x="1215101" y="350530"/>
                </a:lnTo>
                <a:lnTo>
                  <a:pt x="1216656" y="350620"/>
                </a:lnTo>
                <a:lnTo>
                  <a:pt x="1218224" y="350684"/>
                </a:lnTo>
                <a:lnTo>
                  <a:pt x="1219806" y="350723"/>
                </a:lnTo>
                <a:lnTo>
                  <a:pt x="1221400" y="350735"/>
                </a:lnTo>
                <a:lnTo>
                  <a:pt x="1223031" y="350722"/>
                </a:lnTo>
                <a:lnTo>
                  <a:pt x="1224643" y="350680"/>
                </a:lnTo>
                <a:lnTo>
                  <a:pt x="1226236" y="350611"/>
                </a:lnTo>
                <a:lnTo>
                  <a:pt x="1227811" y="350514"/>
                </a:lnTo>
                <a:lnTo>
                  <a:pt x="1229367" y="350390"/>
                </a:lnTo>
                <a:lnTo>
                  <a:pt x="1230904" y="350237"/>
                </a:lnTo>
                <a:lnTo>
                  <a:pt x="1232422" y="350058"/>
                </a:lnTo>
                <a:lnTo>
                  <a:pt x="1233922" y="349850"/>
                </a:lnTo>
                <a:lnTo>
                  <a:pt x="1235403" y="349615"/>
                </a:lnTo>
                <a:lnTo>
                  <a:pt x="1236865" y="349352"/>
                </a:lnTo>
                <a:lnTo>
                  <a:pt x="1238309" y="349062"/>
                </a:lnTo>
                <a:lnTo>
                  <a:pt x="1239734" y="348744"/>
                </a:lnTo>
                <a:lnTo>
                  <a:pt x="1241140" y="348398"/>
                </a:lnTo>
                <a:lnTo>
                  <a:pt x="1242527" y="348025"/>
                </a:lnTo>
                <a:lnTo>
                  <a:pt x="1243896" y="347624"/>
                </a:lnTo>
                <a:lnTo>
                  <a:pt x="1245246" y="347195"/>
                </a:lnTo>
                <a:lnTo>
                  <a:pt x="1246577" y="346739"/>
                </a:lnTo>
                <a:lnTo>
                  <a:pt x="1247890" y="346255"/>
                </a:lnTo>
                <a:lnTo>
                  <a:pt x="1249184" y="345743"/>
                </a:lnTo>
                <a:lnTo>
                  <a:pt x="1250459" y="345203"/>
                </a:lnTo>
                <a:lnTo>
                  <a:pt x="1251716" y="344636"/>
                </a:lnTo>
                <a:lnTo>
                  <a:pt x="1252953" y="344042"/>
                </a:lnTo>
                <a:lnTo>
                  <a:pt x="1254172" y="343419"/>
                </a:lnTo>
                <a:lnTo>
                  <a:pt x="1255373" y="342769"/>
                </a:lnTo>
                <a:lnTo>
                  <a:pt x="1256556" y="342093"/>
                </a:lnTo>
                <a:lnTo>
                  <a:pt x="1257723" y="341393"/>
                </a:lnTo>
                <a:lnTo>
                  <a:pt x="1258874" y="340668"/>
                </a:lnTo>
                <a:lnTo>
                  <a:pt x="1260010" y="339919"/>
                </a:lnTo>
                <a:lnTo>
                  <a:pt x="1261129" y="339145"/>
                </a:lnTo>
                <a:lnTo>
                  <a:pt x="1262233" y="338347"/>
                </a:lnTo>
                <a:lnTo>
                  <a:pt x="1263321" y="337525"/>
                </a:lnTo>
                <a:lnTo>
                  <a:pt x="1264393" y="336678"/>
                </a:lnTo>
                <a:lnTo>
                  <a:pt x="1265449" y="335807"/>
                </a:lnTo>
                <a:lnTo>
                  <a:pt x="1266489" y="334911"/>
                </a:lnTo>
                <a:lnTo>
                  <a:pt x="1267514" y="333991"/>
                </a:lnTo>
                <a:lnTo>
                  <a:pt x="1268522" y="333046"/>
                </a:lnTo>
                <a:lnTo>
                  <a:pt x="1269515" y="332077"/>
                </a:lnTo>
                <a:lnTo>
                  <a:pt x="1270492" y="331084"/>
                </a:lnTo>
                <a:lnTo>
                  <a:pt x="1271453" y="330066"/>
                </a:lnTo>
                <a:lnTo>
                  <a:pt x="1272398" y="329024"/>
                </a:lnTo>
                <a:lnTo>
                  <a:pt x="1273327" y="327958"/>
                </a:lnTo>
                <a:lnTo>
                  <a:pt x="1274241" y="326867"/>
                </a:lnTo>
                <a:lnTo>
                  <a:pt x="1275138" y="325751"/>
                </a:lnTo>
                <a:lnTo>
                  <a:pt x="1276020" y="324612"/>
                </a:lnTo>
                <a:lnTo>
                  <a:pt x="1276886" y="323448"/>
                </a:lnTo>
                <a:lnTo>
                  <a:pt x="1277735" y="322259"/>
                </a:lnTo>
                <a:lnTo>
                  <a:pt x="1278569" y="321046"/>
                </a:lnTo>
                <a:lnTo>
                  <a:pt x="1278802" y="320695"/>
                </a:lnTo>
                <a:lnTo>
                  <a:pt x="1278802" y="350267"/>
                </a:lnTo>
                <a:lnTo>
                  <a:pt x="1278791" y="352087"/>
                </a:lnTo>
                <a:lnTo>
                  <a:pt x="1278756" y="353876"/>
                </a:lnTo>
                <a:lnTo>
                  <a:pt x="1278699" y="355635"/>
                </a:lnTo>
                <a:lnTo>
                  <a:pt x="1278620" y="357364"/>
                </a:lnTo>
                <a:lnTo>
                  <a:pt x="1278517" y="359062"/>
                </a:lnTo>
                <a:lnTo>
                  <a:pt x="1278392" y="360729"/>
                </a:lnTo>
                <a:lnTo>
                  <a:pt x="1278244" y="362366"/>
                </a:lnTo>
                <a:lnTo>
                  <a:pt x="1278073" y="363973"/>
                </a:lnTo>
                <a:lnTo>
                  <a:pt x="1277879" y="365549"/>
                </a:lnTo>
                <a:lnTo>
                  <a:pt x="1277663" y="367094"/>
                </a:lnTo>
                <a:lnTo>
                  <a:pt x="1277424" y="368609"/>
                </a:lnTo>
                <a:lnTo>
                  <a:pt x="1277162" y="370094"/>
                </a:lnTo>
                <a:lnTo>
                  <a:pt x="1276877" y="371548"/>
                </a:lnTo>
                <a:lnTo>
                  <a:pt x="1276570" y="372971"/>
                </a:lnTo>
                <a:lnTo>
                  <a:pt x="1276239" y="374364"/>
                </a:lnTo>
                <a:lnTo>
                  <a:pt x="1275886" y="375727"/>
                </a:lnTo>
                <a:lnTo>
                  <a:pt x="1275510" y="377058"/>
                </a:lnTo>
                <a:lnTo>
                  <a:pt x="1275112" y="378360"/>
                </a:lnTo>
                <a:lnTo>
                  <a:pt x="1274690" y="379631"/>
                </a:lnTo>
                <a:lnTo>
                  <a:pt x="1274246" y="380871"/>
                </a:lnTo>
                <a:lnTo>
                  <a:pt x="1273779" y="382081"/>
                </a:lnTo>
                <a:lnTo>
                  <a:pt x="1273290" y="383260"/>
                </a:lnTo>
                <a:lnTo>
                  <a:pt x="1272777" y="384409"/>
                </a:lnTo>
                <a:lnTo>
                  <a:pt x="1272242" y="385528"/>
                </a:lnTo>
                <a:lnTo>
                  <a:pt x="1271686" y="386618"/>
                </a:lnTo>
                <a:lnTo>
                  <a:pt x="1271111" y="387683"/>
                </a:lnTo>
                <a:lnTo>
                  <a:pt x="1270518" y="388722"/>
                </a:lnTo>
                <a:lnTo>
                  <a:pt x="1269905" y="389735"/>
                </a:lnTo>
                <a:lnTo>
                  <a:pt x="1269274" y="390723"/>
                </a:lnTo>
                <a:lnTo>
                  <a:pt x="1268625" y="391685"/>
                </a:lnTo>
                <a:lnTo>
                  <a:pt x="1267957" y="392622"/>
                </a:lnTo>
                <a:lnTo>
                  <a:pt x="1267270" y="393533"/>
                </a:lnTo>
                <a:lnTo>
                  <a:pt x="1266564" y="394418"/>
                </a:lnTo>
                <a:lnTo>
                  <a:pt x="1265839" y="395278"/>
                </a:lnTo>
                <a:lnTo>
                  <a:pt x="1265096" y="396112"/>
                </a:lnTo>
                <a:lnTo>
                  <a:pt x="1264334" y="396920"/>
                </a:lnTo>
                <a:lnTo>
                  <a:pt x="1263554" y="397703"/>
                </a:lnTo>
                <a:lnTo>
                  <a:pt x="1262755" y="398460"/>
                </a:lnTo>
                <a:lnTo>
                  <a:pt x="1261937" y="399192"/>
                </a:lnTo>
                <a:lnTo>
                  <a:pt x="1261100" y="399898"/>
                </a:lnTo>
                <a:lnTo>
                  <a:pt x="1260244" y="400578"/>
                </a:lnTo>
                <a:lnTo>
                  <a:pt x="1259370" y="401233"/>
                </a:lnTo>
                <a:lnTo>
                  <a:pt x="1258478" y="401862"/>
                </a:lnTo>
                <a:lnTo>
                  <a:pt x="1257566" y="402465"/>
                </a:lnTo>
                <a:lnTo>
                  <a:pt x="1256636" y="403043"/>
                </a:lnTo>
                <a:lnTo>
                  <a:pt x="1255687" y="403595"/>
                </a:lnTo>
                <a:lnTo>
                  <a:pt x="1254719" y="404122"/>
                </a:lnTo>
                <a:lnTo>
                  <a:pt x="1253733" y="404623"/>
                </a:lnTo>
                <a:lnTo>
                  <a:pt x="1252730" y="405100"/>
                </a:lnTo>
                <a:lnTo>
                  <a:pt x="1251712" y="405558"/>
                </a:lnTo>
                <a:lnTo>
                  <a:pt x="1250680" y="405995"/>
                </a:lnTo>
                <a:lnTo>
                  <a:pt x="1249633" y="406412"/>
                </a:lnTo>
                <a:lnTo>
                  <a:pt x="1248571" y="406809"/>
                </a:lnTo>
                <a:lnTo>
                  <a:pt x="1247495" y="407185"/>
                </a:lnTo>
                <a:lnTo>
                  <a:pt x="1246404" y="407541"/>
                </a:lnTo>
                <a:lnTo>
                  <a:pt x="1245298" y="407877"/>
                </a:lnTo>
                <a:lnTo>
                  <a:pt x="1244178" y="408192"/>
                </a:lnTo>
                <a:lnTo>
                  <a:pt x="1243043" y="408487"/>
                </a:lnTo>
                <a:lnTo>
                  <a:pt x="1241894" y="408761"/>
                </a:lnTo>
                <a:lnTo>
                  <a:pt x="1240729" y="409016"/>
                </a:lnTo>
                <a:lnTo>
                  <a:pt x="1239551" y="409249"/>
                </a:lnTo>
                <a:lnTo>
                  <a:pt x="1238357" y="409463"/>
                </a:lnTo>
                <a:lnTo>
                  <a:pt x="1237149" y="409656"/>
                </a:lnTo>
                <a:lnTo>
                  <a:pt x="1235926" y="409829"/>
                </a:lnTo>
                <a:lnTo>
                  <a:pt x="1234689" y="409982"/>
                </a:lnTo>
                <a:lnTo>
                  <a:pt x="1233437" y="410114"/>
                </a:lnTo>
                <a:lnTo>
                  <a:pt x="1232170" y="410226"/>
                </a:lnTo>
                <a:lnTo>
                  <a:pt x="1230889" y="410317"/>
                </a:lnTo>
                <a:lnTo>
                  <a:pt x="1229593" y="410388"/>
                </a:lnTo>
                <a:lnTo>
                  <a:pt x="1228283" y="410439"/>
                </a:lnTo>
                <a:lnTo>
                  <a:pt x="1226957" y="410470"/>
                </a:lnTo>
                <a:lnTo>
                  <a:pt x="1225618" y="410480"/>
                </a:lnTo>
                <a:lnTo>
                  <a:pt x="1224483" y="410470"/>
                </a:lnTo>
                <a:lnTo>
                  <a:pt x="1223343" y="410439"/>
                </a:lnTo>
                <a:lnTo>
                  <a:pt x="1222198" y="410388"/>
                </a:lnTo>
                <a:lnTo>
                  <a:pt x="1221049" y="410317"/>
                </a:lnTo>
                <a:lnTo>
                  <a:pt x="1219895" y="410226"/>
                </a:lnTo>
                <a:lnTo>
                  <a:pt x="1218735" y="410114"/>
                </a:lnTo>
                <a:lnTo>
                  <a:pt x="1217571" y="409982"/>
                </a:lnTo>
                <a:lnTo>
                  <a:pt x="1216402" y="409829"/>
                </a:lnTo>
                <a:lnTo>
                  <a:pt x="1215228" y="409656"/>
                </a:lnTo>
                <a:lnTo>
                  <a:pt x="1214049" y="409463"/>
                </a:lnTo>
                <a:lnTo>
                  <a:pt x="1212866" y="409249"/>
                </a:lnTo>
                <a:lnTo>
                  <a:pt x="1211677" y="409016"/>
                </a:lnTo>
                <a:lnTo>
                  <a:pt x="1210484" y="408761"/>
                </a:lnTo>
                <a:lnTo>
                  <a:pt x="1209286" y="408487"/>
                </a:lnTo>
                <a:lnTo>
                  <a:pt x="1208082" y="408192"/>
                </a:lnTo>
                <a:lnTo>
                  <a:pt x="1206874" y="407877"/>
                </a:lnTo>
                <a:lnTo>
                  <a:pt x="1205661" y="407541"/>
                </a:lnTo>
                <a:lnTo>
                  <a:pt x="1204443" y="407185"/>
                </a:lnTo>
                <a:lnTo>
                  <a:pt x="1203221" y="406809"/>
                </a:lnTo>
                <a:lnTo>
                  <a:pt x="1201993" y="406412"/>
                </a:lnTo>
                <a:lnTo>
                  <a:pt x="1200761" y="405995"/>
                </a:lnTo>
                <a:lnTo>
                  <a:pt x="1199523" y="405558"/>
                </a:lnTo>
                <a:lnTo>
                  <a:pt x="1198281" y="405100"/>
                </a:lnTo>
                <a:lnTo>
                  <a:pt x="1197034" y="404623"/>
                </a:lnTo>
                <a:lnTo>
                  <a:pt x="1195787" y="404121"/>
                </a:lnTo>
                <a:lnTo>
                  <a:pt x="1194546" y="403593"/>
                </a:lnTo>
                <a:lnTo>
                  <a:pt x="1193311" y="403037"/>
                </a:lnTo>
                <a:lnTo>
                  <a:pt x="1192081" y="402455"/>
                </a:lnTo>
                <a:lnTo>
                  <a:pt x="1190857" y="401846"/>
                </a:lnTo>
                <a:lnTo>
                  <a:pt x="1189639" y="401211"/>
                </a:lnTo>
                <a:lnTo>
                  <a:pt x="1188427" y="400548"/>
                </a:lnTo>
                <a:lnTo>
                  <a:pt x="1187220" y="399859"/>
                </a:lnTo>
                <a:lnTo>
                  <a:pt x="1186019" y="399142"/>
                </a:lnTo>
                <a:lnTo>
                  <a:pt x="1184823" y="398399"/>
                </a:lnTo>
                <a:lnTo>
                  <a:pt x="1183633" y="397629"/>
                </a:lnTo>
                <a:lnTo>
                  <a:pt x="1182449" y="396832"/>
                </a:lnTo>
                <a:lnTo>
                  <a:pt x="1181271" y="396009"/>
                </a:lnTo>
                <a:lnTo>
                  <a:pt x="1180098" y="395158"/>
                </a:lnTo>
                <a:lnTo>
                  <a:pt x="1178931" y="394281"/>
                </a:lnTo>
                <a:lnTo>
                  <a:pt x="1177770" y="393377"/>
                </a:lnTo>
                <a:lnTo>
                  <a:pt x="1176614" y="392445"/>
                </a:lnTo>
                <a:lnTo>
                  <a:pt x="1175464" y="391488"/>
                </a:lnTo>
                <a:lnTo>
                  <a:pt x="1174320" y="390503"/>
                </a:lnTo>
                <a:lnTo>
                  <a:pt x="1173182" y="389491"/>
                </a:lnTo>
                <a:lnTo>
                  <a:pt x="1172049" y="388453"/>
                </a:lnTo>
                <a:lnTo>
                  <a:pt x="1170922" y="387387"/>
                </a:lnTo>
                <a:lnTo>
                  <a:pt x="1169800" y="386295"/>
                </a:lnTo>
                <a:lnTo>
                  <a:pt x="1168685" y="385176"/>
                </a:lnTo>
                <a:lnTo>
                  <a:pt x="1151581" y="413994"/>
                </a:lnTo>
                <a:lnTo>
                  <a:pt x="1152371" y="414886"/>
                </a:lnTo>
                <a:lnTo>
                  <a:pt x="1153179" y="415765"/>
                </a:lnTo>
                <a:lnTo>
                  <a:pt x="1154005" y="416632"/>
                </a:lnTo>
                <a:lnTo>
                  <a:pt x="1154848" y="417486"/>
                </a:lnTo>
                <a:lnTo>
                  <a:pt x="1155710" y="418327"/>
                </a:lnTo>
                <a:lnTo>
                  <a:pt x="1156589" y="419156"/>
                </a:lnTo>
                <a:lnTo>
                  <a:pt x="1157487" y="419972"/>
                </a:lnTo>
                <a:lnTo>
                  <a:pt x="1158402" y="420776"/>
                </a:lnTo>
                <a:lnTo>
                  <a:pt x="1159335" y="421567"/>
                </a:lnTo>
                <a:lnTo>
                  <a:pt x="1160286" y="422345"/>
                </a:lnTo>
                <a:lnTo>
                  <a:pt x="1161255" y="423111"/>
                </a:lnTo>
                <a:lnTo>
                  <a:pt x="1162242" y="423864"/>
                </a:lnTo>
                <a:lnTo>
                  <a:pt x="1163246" y="424604"/>
                </a:lnTo>
                <a:lnTo>
                  <a:pt x="1164269" y="425332"/>
                </a:lnTo>
                <a:lnTo>
                  <a:pt x="1165309" y="426047"/>
                </a:lnTo>
                <a:lnTo>
                  <a:pt x="1166368" y="426750"/>
                </a:lnTo>
                <a:lnTo>
                  <a:pt x="1167444" y="427440"/>
                </a:lnTo>
                <a:lnTo>
                  <a:pt x="1168538" y="428118"/>
                </a:lnTo>
                <a:lnTo>
                  <a:pt x="1169650" y="428782"/>
                </a:lnTo>
                <a:lnTo>
                  <a:pt x="1170780" y="429435"/>
                </a:lnTo>
                <a:lnTo>
                  <a:pt x="1171928" y="430074"/>
                </a:lnTo>
                <a:lnTo>
                  <a:pt x="1173094" y="430701"/>
                </a:lnTo>
                <a:lnTo>
                  <a:pt x="1174278" y="431316"/>
                </a:lnTo>
                <a:lnTo>
                  <a:pt x="1175479" y="431918"/>
                </a:lnTo>
                <a:lnTo>
                  <a:pt x="1176690" y="432507"/>
                </a:lnTo>
                <a:lnTo>
                  <a:pt x="1177900" y="433083"/>
                </a:lnTo>
                <a:lnTo>
                  <a:pt x="1179111" y="433647"/>
                </a:lnTo>
                <a:lnTo>
                  <a:pt x="1180321" y="434199"/>
                </a:lnTo>
                <a:lnTo>
                  <a:pt x="1181532" y="434737"/>
                </a:lnTo>
                <a:lnTo>
                  <a:pt x="1182742" y="435264"/>
                </a:lnTo>
                <a:lnTo>
                  <a:pt x="1183953" y="435777"/>
                </a:lnTo>
                <a:lnTo>
                  <a:pt x="1185163" y="436278"/>
                </a:lnTo>
                <a:lnTo>
                  <a:pt x="1186374" y="436766"/>
                </a:lnTo>
                <a:lnTo>
                  <a:pt x="1187584" y="437242"/>
                </a:lnTo>
                <a:lnTo>
                  <a:pt x="1188795" y="437705"/>
                </a:lnTo>
                <a:lnTo>
                  <a:pt x="1190005" y="438156"/>
                </a:lnTo>
                <a:lnTo>
                  <a:pt x="1191216" y="438593"/>
                </a:lnTo>
                <a:lnTo>
                  <a:pt x="1192426" y="439019"/>
                </a:lnTo>
                <a:lnTo>
                  <a:pt x="1193637" y="439431"/>
                </a:lnTo>
                <a:lnTo>
                  <a:pt x="1194847" y="439831"/>
                </a:lnTo>
                <a:lnTo>
                  <a:pt x="1196058" y="440219"/>
                </a:lnTo>
                <a:lnTo>
                  <a:pt x="1197268" y="440594"/>
                </a:lnTo>
                <a:lnTo>
                  <a:pt x="1198479" y="440956"/>
                </a:lnTo>
                <a:lnTo>
                  <a:pt x="1199689" y="441306"/>
                </a:lnTo>
                <a:lnTo>
                  <a:pt x="1200900" y="441643"/>
                </a:lnTo>
                <a:lnTo>
                  <a:pt x="1202110" y="441967"/>
                </a:lnTo>
                <a:lnTo>
                  <a:pt x="1203321" y="442279"/>
                </a:lnTo>
                <a:lnTo>
                  <a:pt x="1204531" y="442578"/>
                </a:lnTo>
                <a:lnTo>
                  <a:pt x="1205733" y="442865"/>
                </a:lnTo>
                <a:lnTo>
                  <a:pt x="1206918" y="443139"/>
                </a:lnTo>
                <a:lnTo>
                  <a:pt x="1208086" y="443402"/>
                </a:lnTo>
                <a:lnTo>
                  <a:pt x="1209237" y="443652"/>
                </a:lnTo>
                <a:lnTo>
                  <a:pt x="1210370" y="443890"/>
                </a:lnTo>
                <a:lnTo>
                  <a:pt x="1211487" y="444115"/>
                </a:lnTo>
                <a:lnTo>
                  <a:pt x="1212586" y="444329"/>
                </a:lnTo>
                <a:lnTo>
                  <a:pt x="1213669" y="444530"/>
                </a:lnTo>
                <a:lnTo>
                  <a:pt x="1214734" y="444719"/>
                </a:lnTo>
                <a:lnTo>
                  <a:pt x="1215782" y="444896"/>
                </a:lnTo>
                <a:lnTo>
                  <a:pt x="1216813" y="445061"/>
                </a:lnTo>
                <a:lnTo>
                  <a:pt x="1217827" y="445214"/>
                </a:lnTo>
                <a:lnTo>
                  <a:pt x="1218824" y="445354"/>
                </a:lnTo>
                <a:lnTo>
                  <a:pt x="1219804" y="445482"/>
                </a:lnTo>
                <a:lnTo>
                  <a:pt x="1220767" y="445598"/>
                </a:lnTo>
                <a:lnTo>
                  <a:pt x="1221713" y="445702"/>
                </a:lnTo>
                <a:lnTo>
                  <a:pt x="1222641" y="445793"/>
                </a:lnTo>
                <a:lnTo>
                  <a:pt x="1223553" y="445873"/>
                </a:lnTo>
                <a:lnTo>
                  <a:pt x="1224447" y="445940"/>
                </a:lnTo>
                <a:lnTo>
                  <a:pt x="1225325" y="445995"/>
                </a:lnTo>
                <a:lnTo>
                  <a:pt x="1226185" y="446037"/>
                </a:lnTo>
                <a:lnTo>
                  <a:pt x="1227028" y="446068"/>
                </a:lnTo>
                <a:lnTo>
                  <a:pt x="1227854" y="446086"/>
                </a:lnTo>
                <a:lnTo>
                  <a:pt x="1228663" y="446092"/>
                </a:lnTo>
                <a:lnTo>
                  <a:pt x="1230898" y="446074"/>
                </a:lnTo>
                <a:lnTo>
                  <a:pt x="1233110" y="446020"/>
                </a:lnTo>
                <a:lnTo>
                  <a:pt x="1235300" y="445929"/>
                </a:lnTo>
                <a:lnTo>
                  <a:pt x="1237469" y="445803"/>
                </a:lnTo>
                <a:lnTo>
                  <a:pt x="1239615" y="445640"/>
                </a:lnTo>
                <a:lnTo>
                  <a:pt x="1241740" y="445441"/>
                </a:lnTo>
                <a:lnTo>
                  <a:pt x="1243842" y="445205"/>
                </a:lnTo>
                <a:lnTo>
                  <a:pt x="1245923" y="444934"/>
                </a:lnTo>
                <a:lnTo>
                  <a:pt x="1247982" y="444626"/>
                </a:lnTo>
                <a:lnTo>
                  <a:pt x="1250018" y="444282"/>
                </a:lnTo>
                <a:lnTo>
                  <a:pt x="1252033" y="443902"/>
                </a:lnTo>
                <a:lnTo>
                  <a:pt x="1254026" y="443486"/>
                </a:lnTo>
                <a:lnTo>
                  <a:pt x="1255996" y="443033"/>
                </a:lnTo>
                <a:lnTo>
                  <a:pt x="1257945" y="442545"/>
                </a:lnTo>
                <a:lnTo>
                  <a:pt x="1259872" y="442020"/>
                </a:lnTo>
                <a:lnTo>
                  <a:pt x="1261777" y="441458"/>
                </a:lnTo>
                <a:lnTo>
                  <a:pt x="1263660" y="440861"/>
                </a:lnTo>
                <a:lnTo>
                  <a:pt x="1265521" y="440228"/>
                </a:lnTo>
                <a:lnTo>
                  <a:pt x="1267359" y="439558"/>
                </a:lnTo>
                <a:lnTo>
                  <a:pt x="1269176" y="438852"/>
                </a:lnTo>
                <a:lnTo>
                  <a:pt x="1270971" y="438110"/>
                </a:lnTo>
                <a:lnTo>
                  <a:pt x="1272745" y="437332"/>
                </a:lnTo>
                <a:lnTo>
                  <a:pt x="1274496" y="436517"/>
                </a:lnTo>
                <a:lnTo>
                  <a:pt x="1276225" y="435666"/>
                </a:lnTo>
                <a:lnTo>
                  <a:pt x="1277927" y="434778"/>
                </a:lnTo>
                <a:lnTo>
                  <a:pt x="1279598" y="433850"/>
                </a:lnTo>
                <a:lnTo>
                  <a:pt x="1281238" y="432882"/>
                </a:lnTo>
                <a:lnTo>
                  <a:pt x="1282847" y="431875"/>
                </a:lnTo>
                <a:lnTo>
                  <a:pt x="1284424" y="430829"/>
                </a:lnTo>
                <a:lnTo>
                  <a:pt x="1285970" y="429743"/>
                </a:lnTo>
                <a:lnTo>
                  <a:pt x="1287484" y="428618"/>
                </a:lnTo>
                <a:lnTo>
                  <a:pt x="1288968" y="427453"/>
                </a:lnTo>
                <a:lnTo>
                  <a:pt x="1290420" y="426249"/>
                </a:lnTo>
                <a:lnTo>
                  <a:pt x="1291840" y="425005"/>
                </a:lnTo>
                <a:lnTo>
                  <a:pt x="1293229" y="423722"/>
                </a:lnTo>
                <a:lnTo>
                  <a:pt x="1294587" y="422399"/>
                </a:lnTo>
                <a:lnTo>
                  <a:pt x="1295914" y="421037"/>
                </a:lnTo>
                <a:lnTo>
                  <a:pt x="1297209" y="419636"/>
                </a:lnTo>
                <a:lnTo>
                  <a:pt x="1298473" y="418195"/>
                </a:lnTo>
                <a:lnTo>
                  <a:pt x="1299706" y="416715"/>
                </a:lnTo>
                <a:lnTo>
                  <a:pt x="1300907" y="415195"/>
                </a:lnTo>
                <a:lnTo>
                  <a:pt x="1302077" y="413635"/>
                </a:lnTo>
                <a:lnTo>
                  <a:pt x="1303216" y="412037"/>
                </a:lnTo>
                <a:lnTo>
                  <a:pt x="1304324" y="410398"/>
                </a:lnTo>
                <a:lnTo>
                  <a:pt x="1305400" y="408721"/>
                </a:lnTo>
                <a:lnTo>
                  <a:pt x="1306444" y="407004"/>
                </a:lnTo>
                <a:lnTo>
                  <a:pt x="1307458" y="405247"/>
                </a:lnTo>
                <a:lnTo>
                  <a:pt x="1308440" y="403451"/>
                </a:lnTo>
                <a:lnTo>
                  <a:pt x="1309386" y="401615"/>
                </a:lnTo>
                <a:lnTo>
                  <a:pt x="1310292" y="399738"/>
                </a:lnTo>
                <a:lnTo>
                  <a:pt x="1311158" y="397821"/>
                </a:lnTo>
                <a:lnTo>
                  <a:pt x="1311984" y="395863"/>
                </a:lnTo>
                <a:lnTo>
                  <a:pt x="1312769" y="393864"/>
                </a:lnTo>
                <a:lnTo>
                  <a:pt x="1313514" y="391824"/>
                </a:lnTo>
                <a:lnTo>
                  <a:pt x="1314219" y="389744"/>
                </a:lnTo>
                <a:lnTo>
                  <a:pt x="1314883" y="387623"/>
                </a:lnTo>
                <a:lnTo>
                  <a:pt x="1315507" y="385462"/>
                </a:lnTo>
                <a:lnTo>
                  <a:pt x="1316091" y="383260"/>
                </a:lnTo>
                <a:lnTo>
                  <a:pt x="1316635" y="381017"/>
                </a:lnTo>
                <a:lnTo>
                  <a:pt x="1317138" y="378733"/>
                </a:lnTo>
                <a:lnTo>
                  <a:pt x="1317601" y="376409"/>
                </a:lnTo>
                <a:lnTo>
                  <a:pt x="1318024" y="374044"/>
                </a:lnTo>
                <a:lnTo>
                  <a:pt x="1318406" y="371639"/>
                </a:lnTo>
                <a:lnTo>
                  <a:pt x="1318749" y="369192"/>
                </a:lnTo>
                <a:lnTo>
                  <a:pt x="1319051" y="366705"/>
                </a:lnTo>
                <a:lnTo>
                  <a:pt x="1319313" y="364178"/>
                </a:lnTo>
                <a:lnTo>
                  <a:pt x="1319534" y="361610"/>
                </a:lnTo>
                <a:lnTo>
                  <a:pt x="1319715" y="359001"/>
                </a:lnTo>
                <a:lnTo>
                  <a:pt x="1319856" y="356351"/>
                </a:lnTo>
                <a:lnTo>
                  <a:pt x="1319957" y="353661"/>
                </a:lnTo>
                <a:lnTo>
                  <a:pt x="1320017" y="350930"/>
                </a:lnTo>
                <a:lnTo>
                  <a:pt x="1320037" y="348158"/>
                </a:lnTo>
                <a:lnTo>
                  <a:pt x="1320037" y="92545"/>
                </a:lnTo>
                <a:lnTo>
                  <a:pt x="1282785" y="92545"/>
                </a:lnTo>
                <a:lnTo>
                  <a:pt x="1280768" y="120782"/>
                </a:lnTo>
                <a:lnTo>
                  <a:pt x="1280406" y="120174"/>
                </a:lnTo>
                <a:lnTo>
                  <a:pt x="1279622" y="118903"/>
                </a:lnTo>
                <a:close/>
                <a:moveTo>
                  <a:pt x="1278768" y="281976"/>
                </a:moveTo>
                <a:lnTo>
                  <a:pt x="1278216" y="283142"/>
                </a:lnTo>
                <a:lnTo>
                  <a:pt x="1277652" y="284294"/>
                </a:lnTo>
                <a:lnTo>
                  <a:pt x="1277073" y="285427"/>
                </a:lnTo>
                <a:lnTo>
                  <a:pt x="1276479" y="286541"/>
                </a:lnTo>
                <a:lnTo>
                  <a:pt x="1275870" y="287636"/>
                </a:lnTo>
                <a:lnTo>
                  <a:pt x="1275246" y="288712"/>
                </a:lnTo>
                <a:lnTo>
                  <a:pt x="1274607" y="289768"/>
                </a:lnTo>
                <a:lnTo>
                  <a:pt x="1273952" y="290806"/>
                </a:lnTo>
                <a:lnTo>
                  <a:pt x="1273283" y="291824"/>
                </a:lnTo>
                <a:lnTo>
                  <a:pt x="1272599" y="292823"/>
                </a:lnTo>
                <a:lnTo>
                  <a:pt x="1271899" y="293803"/>
                </a:lnTo>
                <a:lnTo>
                  <a:pt x="1271185" y="294764"/>
                </a:lnTo>
                <a:lnTo>
                  <a:pt x="1270455" y="295706"/>
                </a:lnTo>
                <a:lnTo>
                  <a:pt x="1269711" y="296629"/>
                </a:lnTo>
                <a:lnTo>
                  <a:pt x="1268951" y="297532"/>
                </a:lnTo>
                <a:lnTo>
                  <a:pt x="1268176" y="298417"/>
                </a:lnTo>
                <a:lnTo>
                  <a:pt x="1267387" y="299282"/>
                </a:lnTo>
                <a:lnTo>
                  <a:pt x="1266582" y="300128"/>
                </a:lnTo>
                <a:lnTo>
                  <a:pt x="1265762" y="300956"/>
                </a:lnTo>
                <a:lnTo>
                  <a:pt x="1264927" y="301764"/>
                </a:lnTo>
                <a:lnTo>
                  <a:pt x="1264077" y="302553"/>
                </a:lnTo>
                <a:lnTo>
                  <a:pt x="1263212" y="303322"/>
                </a:lnTo>
                <a:lnTo>
                  <a:pt x="1262332" y="304073"/>
                </a:lnTo>
                <a:lnTo>
                  <a:pt x="1261437" y="304805"/>
                </a:lnTo>
                <a:lnTo>
                  <a:pt x="1260527" y="305517"/>
                </a:lnTo>
                <a:lnTo>
                  <a:pt x="1259599" y="306205"/>
                </a:lnTo>
                <a:lnTo>
                  <a:pt x="1258648" y="306864"/>
                </a:lnTo>
                <a:lnTo>
                  <a:pt x="1257675" y="307494"/>
                </a:lnTo>
                <a:lnTo>
                  <a:pt x="1256681" y="308094"/>
                </a:lnTo>
                <a:lnTo>
                  <a:pt x="1255664" y="308665"/>
                </a:lnTo>
                <a:lnTo>
                  <a:pt x="1254626" y="309207"/>
                </a:lnTo>
                <a:lnTo>
                  <a:pt x="1253566" y="309720"/>
                </a:lnTo>
                <a:lnTo>
                  <a:pt x="1252483" y="310203"/>
                </a:lnTo>
                <a:lnTo>
                  <a:pt x="1251379" y="310657"/>
                </a:lnTo>
                <a:lnTo>
                  <a:pt x="1250252" y="311081"/>
                </a:lnTo>
                <a:lnTo>
                  <a:pt x="1249104" y="311477"/>
                </a:lnTo>
                <a:lnTo>
                  <a:pt x="1247934" y="311843"/>
                </a:lnTo>
                <a:lnTo>
                  <a:pt x="1246742" y="312180"/>
                </a:lnTo>
                <a:lnTo>
                  <a:pt x="1245528" y="312487"/>
                </a:lnTo>
                <a:lnTo>
                  <a:pt x="1244291" y="312765"/>
                </a:lnTo>
                <a:lnTo>
                  <a:pt x="1243033" y="313014"/>
                </a:lnTo>
                <a:lnTo>
                  <a:pt x="1241753" y="313234"/>
                </a:lnTo>
                <a:lnTo>
                  <a:pt x="1240451" y="313424"/>
                </a:lnTo>
                <a:lnTo>
                  <a:pt x="1239127" y="313585"/>
                </a:lnTo>
                <a:lnTo>
                  <a:pt x="1237781" y="313717"/>
                </a:lnTo>
                <a:lnTo>
                  <a:pt x="1236413" y="313820"/>
                </a:lnTo>
                <a:lnTo>
                  <a:pt x="1235023" y="313893"/>
                </a:lnTo>
                <a:lnTo>
                  <a:pt x="1233612" y="313937"/>
                </a:lnTo>
                <a:lnTo>
                  <a:pt x="1232178" y="313951"/>
                </a:lnTo>
                <a:lnTo>
                  <a:pt x="1230994" y="313943"/>
                </a:lnTo>
                <a:lnTo>
                  <a:pt x="1229824" y="313917"/>
                </a:lnTo>
                <a:lnTo>
                  <a:pt x="1228669" y="313875"/>
                </a:lnTo>
                <a:lnTo>
                  <a:pt x="1227528" y="313815"/>
                </a:lnTo>
                <a:lnTo>
                  <a:pt x="1226401" y="313738"/>
                </a:lnTo>
                <a:lnTo>
                  <a:pt x="1225288" y="313644"/>
                </a:lnTo>
                <a:lnTo>
                  <a:pt x="1224190" y="313533"/>
                </a:lnTo>
                <a:lnTo>
                  <a:pt x="1223105" y="313405"/>
                </a:lnTo>
                <a:lnTo>
                  <a:pt x="1222036" y="313260"/>
                </a:lnTo>
                <a:lnTo>
                  <a:pt x="1220980" y="313097"/>
                </a:lnTo>
                <a:lnTo>
                  <a:pt x="1219938" y="312918"/>
                </a:lnTo>
                <a:lnTo>
                  <a:pt x="1218911" y="312721"/>
                </a:lnTo>
                <a:lnTo>
                  <a:pt x="1217898" y="312508"/>
                </a:lnTo>
                <a:lnTo>
                  <a:pt x="1216899" y="312277"/>
                </a:lnTo>
                <a:lnTo>
                  <a:pt x="1215915" y="312030"/>
                </a:lnTo>
                <a:lnTo>
                  <a:pt x="1214944" y="311765"/>
                </a:lnTo>
                <a:lnTo>
                  <a:pt x="1213988" y="311483"/>
                </a:lnTo>
                <a:lnTo>
                  <a:pt x="1213046" y="311184"/>
                </a:lnTo>
                <a:lnTo>
                  <a:pt x="1212119" y="310868"/>
                </a:lnTo>
                <a:lnTo>
                  <a:pt x="1211205" y="310535"/>
                </a:lnTo>
                <a:lnTo>
                  <a:pt x="1210306" y="310184"/>
                </a:lnTo>
                <a:lnTo>
                  <a:pt x="1209421" y="309817"/>
                </a:lnTo>
                <a:lnTo>
                  <a:pt x="1208551" y="309433"/>
                </a:lnTo>
                <a:lnTo>
                  <a:pt x="1207694" y="309031"/>
                </a:lnTo>
                <a:lnTo>
                  <a:pt x="1206851" y="308612"/>
                </a:lnTo>
                <a:lnTo>
                  <a:pt x="1206022" y="308175"/>
                </a:lnTo>
                <a:lnTo>
                  <a:pt x="1205205" y="307719"/>
                </a:lnTo>
                <a:lnTo>
                  <a:pt x="1204401" y="307245"/>
                </a:lnTo>
                <a:lnTo>
                  <a:pt x="1203610" y="306752"/>
                </a:lnTo>
                <a:lnTo>
                  <a:pt x="1202833" y="306242"/>
                </a:lnTo>
                <a:lnTo>
                  <a:pt x="1202068" y="305713"/>
                </a:lnTo>
                <a:lnTo>
                  <a:pt x="1201316" y="305166"/>
                </a:lnTo>
                <a:lnTo>
                  <a:pt x="1200578" y="304600"/>
                </a:lnTo>
                <a:lnTo>
                  <a:pt x="1199852" y="304016"/>
                </a:lnTo>
                <a:lnTo>
                  <a:pt x="1199139" y="303414"/>
                </a:lnTo>
                <a:lnTo>
                  <a:pt x="1198440" y="302793"/>
                </a:lnTo>
                <a:lnTo>
                  <a:pt x="1197753" y="302154"/>
                </a:lnTo>
                <a:lnTo>
                  <a:pt x="1197080" y="301497"/>
                </a:lnTo>
                <a:lnTo>
                  <a:pt x="1196419" y="300822"/>
                </a:lnTo>
                <a:lnTo>
                  <a:pt x="1195771" y="300128"/>
                </a:lnTo>
                <a:lnTo>
                  <a:pt x="1195137" y="299416"/>
                </a:lnTo>
                <a:lnTo>
                  <a:pt x="1194515" y="298686"/>
                </a:lnTo>
                <a:lnTo>
                  <a:pt x="1193907" y="297937"/>
                </a:lnTo>
                <a:lnTo>
                  <a:pt x="1193311" y="297170"/>
                </a:lnTo>
                <a:lnTo>
                  <a:pt x="1192729" y="296385"/>
                </a:lnTo>
                <a:lnTo>
                  <a:pt x="1192159" y="295582"/>
                </a:lnTo>
                <a:lnTo>
                  <a:pt x="1191603" y="294760"/>
                </a:lnTo>
                <a:lnTo>
                  <a:pt x="1191060" y="293919"/>
                </a:lnTo>
                <a:lnTo>
                  <a:pt x="1190529" y="293061"/>
                </a:lnTo>
                <a:lnTo>
                  <a:pt x="1190009" y="292183"/>
                </a:lnTo>
                <a:lnTo>
                  <a:pt x="1189502" y="291287"/>
                </a:lnTo>
                <a:lnTo>
                  <a:pt x="1189006" y="290373"/>
                </a:lnTo>
                <a:lnTo>
                  <a:pt x="1188522" y="289439"/>
                </a:lnTo>
                <a:lnTo>
                  <a:pt x="1188050" y="288487"/>
                </a:lnTo>
                <a:lnTo>
                  <a:pt x="1187590" y="287516"/>
                </a:lnTo>
                <a:lnTo>
                  <a:pt x="1187142" y="286526"/>
                </a:lnTo>
                <a:lnTo>
                  <a:pt x="1186705" y="285518"/>
                </a:lnTo>
                <a:lnTo>
                  <a:pt x="1186280" y="284491"/>
                </a:lnTo>
                <a:lnTo>
                  <a:pt x="1185867" y="283445"/>
                </a:lnTo>
                <a:lnTo>
                  <a:pt x="1185466" y="282381"/>
                </a:lnTo>
                <a:lnTo>
                  <a:pt x="1185076" y="281297"/>
                </a:lnTo>
                <a:lnTo>
                  <a:pt x="1184699" y="280196"/>
                </a:lnTo>
                <a:lnTo>
                  <a:pt x="1184333" y="279075"/>
                </a:lnTo>
                <a:lnTo>
                  <a:pt x="1183979" y="277936"/>
                </a:lnTo>
                <a:lnTo>
                  <a:pt x="1183636" y="276778"/>
                </a:lnTo>
                <a:lnTo>
                  <a:pt x="1183306" y="275601"/>
                </a:lnTo>
                <a:lnTo>
                  <a:pt x="1182987" y="274405"/>
                </a:lnTo>
                <a:lnTo>
                  <a:pt x="1182680" y="273191"/>
                </a:lnTo>
                <a:lnTo>
                  <a:pt x="1182385" y="271958"/>
                </a:lnTo>
                <a:lnTo>
                  <a:pt x="1182102" y="270707"/>
                </a:lnTo>
                <a:lnTo>
                  <a:pt x="1181830" y="269436"/>
                </a:lnTo>
                <a:lnTo>
                  <a:pt x="1181571" y="268147"/>
                </a:lnTo>
                <a:lnTo>
                  <a:pt x="1181322" y="266839"/>
                </a:lnTo>
                <a:lnTo>
                  <a:pt x="1181084" y="265512"/>
                </a:lnTo>
                <a:lnTo>
                  <a:pt x="1180857" y="264166"/>
                </a:lnTo>
                <a:lnTo>
                  <a:pt x="1180640" y="262801"/>
                </a:lnTo>
                <a:lnTo>
                  <a:pt x="1180434" y="261417"/>
                </a:lnTo>
                <a:lnTo>
                  <a:pt x="1180238" y="260013"/>
                </a:lnTo>
                <a:lnTo>
                  <a:pt x="1180053" y="258590"/>
                </a:lnTo>
                <a:lnTo>
                  <a:pt x="1179879" y="257149"/>
                </a:lnTo>
                <a:lnTo>
                  <a:pt x="1179715" y="255688"/>
                </a:lnTo>
                <a:lnTo>
                  <a:pt x="1179561" y="254208"/>
                </a:lnTo>
                <a:lnTo>
                  <a:pt x="1179419" y="252709"/>
                </a:lnTo>
                <a:lnTo>
                  <a:pt x="1179286" y="251190"/>
                </a:lnTo>
                <a:lnTo>
                  <a:pt x="1179165" y="249653"/>
                </a:lnTo>
                <a:lnTo>
                  <a:pt x="1179054" y="248097"/>
                </a:lnTo>
                <a:lnTo>
                  <a:pt x="1178953" y="246521"/>
                </a:lnTo>
                <a:lnTo>
                  <a:pt x="1178863" y="244926"/>
                </a:lnTo>
                <a:lnTo>
                  <a:pt x="1178784" y="243313"/>
                </a:lnTo>
                <a:lnTo>
                  <a:pt x="1178715" y="241680"/>
                </a:lnTo>
                <a:lnTo>
                  <a:pt x="1178657" y="240028"/>
                </a:lnTo>
                <a:lnTo>
                  <a:pt x="1178610" y="238356"/>
                </a:lnTo>
                <a:lnTo>
                  <a:pt x="1178572" y="236666"/>
                </a:lnTo>
                <a:lnTo>
                  <a:pt x="1178546" y="234957"/>
                </a:lnTo>
                <a:lnTo>
                  <a:pt x="1178530" y="233228"/>
                </a:lnTo>
                <a:lnTo>
                  <a:pt x="1178525" y="231481"/>
                </a:lnTo>
                <a:lnTo>
                  <a:pt x="1178525" y="207817"/>
                </a:lnTo>
                <a:lnTo>
                  <a:pt x="1178530" y="206069"/>
                </a:lnTo>
                <a:lnTo>
                  <a:pt x="1178546" y="204340"/>
                </a:lnTo>
                <a:lnTo>
                  <a:pt x="1178572" y="202630"/>
                </a:lnTo>
                <a:lnTo>
                  <a:pt x="1178610" y="200938"/>
                </a:lnTo>
                <a:lnTo>
                  <a:pt x="1178657" y="199265"/>
                </a:lnTo>
                <a:lnTo>
                  <a:pt x="1178715" y="197611"/>
                </a:lnTo>
                <a:lnTo>
                  <a:pt x="1178784" y="195975"/>
                </a:lnTo>
                <a:lnTo>
                  <a:pt x="1178863" y="194358"/>
                </a:lnTo>
                <a:lnTo>
                  <a:pt x="1178953" y="192760"/>
                </a:lnTo>
                <a:lnTo>
                  <a:pt x="1179054" y="191181"/>
                </a:lnTo>
                <a:lnTo>
                  <a:pt x="1179165" y="189620"/>
                </a:lnTo>
                <a:lnTo>
                  <a:pt x="1179286" y="188078"/>
                </a:lnTo>
                <a:lnTo>
                  <a:pt x="1179419" y="186555"/>
                </a:lnTo>
                <a:lnTo>
                  <a:pt x="1179561" y="185050"/>
                </a:lnTo>
                <a:lnTo>
                  <a:pt x="1179715" y="183564"/>
                </a:lnTo>
                <a:lnTo>
                  <a:pt x="1179879" y="182097"/>
                </a:lnTo>
                <a:lnTo>
                  <a:pt x="1180053" y="180649"/>
                </a:lnTo>
                <a:lnTo>
                  <a:pt x="1180238" y="179219"/>
                </a:lnTo>
                <a:lnTo>
                  <a:pt x="1180434" y="177808"/>
                </a:lnTo>
                <a:lnTo>
                  <a:pt x="1180640" y="176415"/>
                </a:lnTo>
                <a:lnTo>
                  <a:pt x="1180857" y="175042"/>
                </a:lnTo>
                <a:lnTo>
                  <a:pt x="1181084" y="173687"/>
                </a:lnTo>
                <a:lnTo>
                  <a:pt x="1181322" y="172351"/>
                </a:lnTo>
                <a:lnTo>
                  <a:pt x="1181571" y="171033"/>
                </a:lnTo>
                <a:lnTo>
                  <a:pt x="1181831" y="169734"/>
                </a:lnTo>
                <a:lnTo>
                  <a:pt x="1182103" y="168454"/>
                </a:lnTo>
                <a:lnTo>
                  <a:pt x="1182387" y="167193"/>
                </a:lnTo>
                <a:lnTo>
                  <a:pt x="1182684" y="165950"/>
                </a:lnTo>
                <a:lnTo>
                  <a:pt x="1182992" y="164726"/>
                </a:lnTo>
                <a:lnTo>
                  <a:pt x="1183313" y="163521"/>
                </a:lnTo>
                <a:lnTo>
                  <a:pt x="1183646" y="162335"/>
                </a:lnTo>
                <a:lnTo>
                  <a:pt x="1183992" y="161167"/>
                </a:lnTo>
                <a:lnTo>
                  <a:pt x="1184349" y="160018"/>
                </a:lnTo>
                <a:lnTo>
                  <a:pt x="1184719" y="158887"/>
                </a:lnTo>
                <a:lnTo>
                  <a:pt x="1185101" y="157776"/>
                </a:lnTo>
                <a:lnTo>
                  <a:pt x="1185495" y="156683"/>
                </a:lnTo>
                <a:lnTo>
                  <a:pt x="1185901" y="155609"/>
                </a:lnTo>
                <a:lnTo>
                  <a:pt x="1186320" y="154553"/>
                </a:lnTo>
                <a:lnTo>
                  <a:pt x="1186751" y="153516"/>
                </a:lnTo>
                <a:lnTo>
                  <a:pt x="1187194" y="152498"/>
                </a:lnTo>
                <a:lnTo>
                  <a:pt x="1187649" y="151499"/>
                </a:lnTo>
                <a:lnTo>
                  <a:pt x="1188116" y="150518"/>
                </a:lnTo>
                <a:lnTo>
                  <a:pt x="1188596" y="149556"/>
                </a:lnTo>
                <a:lnTo>
                  <a:pt x="1189088" y="148613"/>
                </a:lnTo>
                <a:lnTo>
                  <a:pt x="1189592" y="147688"/>
                </a:lnTo>
                <a:lnTo>
                  <a:pt x="1190108" y="146782"/>
                </a:lnTo>
                <a:lnTo>
                  <a:pt x="1190636" y="145895"/>
                </a:lnTo>
                <a:lnTo>
                  <a:pt x="1191177" y="145027"/>
                </a:lnTo>
                <a:lnTo>
                  <a:pt x="1191730" y="144177"/>
                </a:lnTo>
                <a:lnTo>
                  <a:pt x="1192296" y="143344"/>
                </a:lnTo>
                <a:lnTo>
                  <a:pt x="1192875" y="142530"/>
                </a:lnTo>
                <a:lnTo>
                  <a:pt x="1193468" y="141734"/>
                </a:lnTo>
                <a:lnTo>
                  <a:pt x="1194073" y="140955"/>
                </a:lnTo>
                <a:lnTo>
                  <a:pt x="1194691" y="140195"/>
                </a:lnTo>
                <a:lnTo>
                  <a:pt x="1195322" y="139452"/>
                </a:lnTo>
                <a:lnTo>
                  <a:pt x="1195967" y="138727"/>
                </a:lnTo>
                <a:lnTo>
                  <a:pt x="1196624" y="138020"/>
                </a:lnTo>
                <a:lnTo>
                  <a:pt x="1197294" y="137331"/>
                </a:lnTo>
                <a:lnTo>
                  <a:pt x="1197978" y="136660"/>
                </a:lnTo>
                <a:lnTo>
                  <a:pt x="1198674" y="136007"/>
                </a:lnTo>
                <a:lnTo>
                  <a:pt x="1199383" y="135371"/>
                </a:lnTo>
                <a:lnTo>
                  <a:pt x="1200106" y="134754"/>
                </a:lnTo>
                <a:lnTo>
                  <a:pt x="1200841" y="134154"/>
                </a:lnTo>
                <a:lnTo>
                  <a:pt x="1201590" y="133573"/>
                </a:lnTo>
                <a:lnTo>
                  <a:pt x="1202351" y="133009"/>
                </a:lnTo>
                <a:lnTo>
                  <a:pt x="1203126" y="132463"/>
                </a:lnTo>
                <a:lnTo>
                  <a:pt x="1203913" y="131935"/>
                </a:lnTo>
                <a:lnTo>
                  <a:pt x="1204714" y="131425"/>
                </a:lnTo>
                <a:lnTo>
                  <a:pt x="1205527" y="130933"/>
                </a:lnTo>
                <a:lnTo>
                  <a:pt x="1206354" y="130458"/>
                </a:lnTo>
                <a:lnTo>
                  <a:pt x="1207193" y="130002"/>
                </a:lnTo>
                <a:lnTo>
                  <a:pt x="1208046" y="129564"/>
                </a:lnTo>
                <a:lnTo>
                  <a:pt x="1208912" y="129143"/>
                </a:lnTo>
                <a:lnTo>
                  <a:pt x="1209792" y="128740"/>
                </a:lnTo>
                <a:lnTo>
                  <a:pt x="1210685" y="128355"/>
                </a:lnTo>
                <a:lnTo>
                  <a:pt x="1211593" y="127989"/>
                </a:lnTo>
                <a:lnTo>
                  <a:pt x="1212514" y="127640"/>
                </a:lnTo>
                <a:lnTo>
                  <a:pt x="1213449" y="127308"/>
                </a:lnTo>
                <a:lnTo>
                  <a:pt x="1214398" y="126995"/>
                </a:lnTo>
                <a:lnTo>
                  <a:pt x="1215361" y="126700"/>
                </a:lnTo>
                <a:lnTo>
                  <a:pt x="1216337" y="126423"/>
                </a:lnTo>
                <a:lnTo>
                  <a:pt x="1217328" y="126163"/>
                </a:lnTo>
                <a:lnTo>
                  <a:pt x="1218332" y="125921"/>
                </a:lnTo>
                <a:lnTo>
                  <a:pt x="1219350" y="125698"/>
                </a:lnTo>
                <a:lnTo>
                  <a:pt x="1220382" y="125492"/>
                </a:lnTo>
                <a:lnTo>
                  <a:pt x="1221428" y="125304"/>
                </a:lnTo>
                <a:lnTo>
                  <a:pt x="1222488" y="125134"/>
                </a:lnTo>
                <a:lnTo>
                  <a:pt x="1223561" y="124982"/>
                </a:lnTo>
                <a:lnTo>
                  <a:pt x="1224648" y="124848"/>
                </a:lnTo>
                <a:lnTo>
                  <a:pt x="1225749" y="124731"/>
                </a:lnTo>
                <a:lnTo>
                  <a:pt x="1226864" y="124633"/>
                </a:lnTo>
                <a:lnTo>
                  <a:pt x="1227993" y="124552"/>
                </a:lnTo>
                <a:lnTo>
                  <a:pt x="1229136" y="124490"/>
                </a:lnTo>
                <a:lnTo>
                  <a:pt x="1230292" y="124445"/>
                </a:lnTo>
                <a:lnTo>
                  <a:pt x="1231462" y="124418"/>
                </a:lnTo>
                <a:lnTo>
                  <a:pt x="1232646" y="124409"/>
                </a:lnTo>
                <a:lnTo>
                  <a:pt x="1233695" y="124418"/>
                </a:lnTo>
                <a:lnTo>
                  <a:pt x="1234733" y="124445"/>
                </a:lnTo>
                <a:lnTo>
                  <a:pt x="1235760" y="124490"/>
                </a:lnTo>
                <a:lnTo>
                  <a:pt x="1236776" y="124552"/>
                </a:lnTo>
                <a:lnTo>
                  <a:pt x="1237781" y="124633"/>
                </a:lnTo>
                <a:lnTo>
                  <a:pt x="1238775" y="124731"/>
                </a:lnTo>
                <a:lnTo>
                  <a:pt x="1239758" y="124848"/>
                </a:lnTo>
                <a:lnTo>
                  <a:pt x="1240729" y="124982"/>
                </a:lnTo>
                <a:lnTo>
                  <a:pt x="1241690" y="125134"/>
                </a:lnTo>
                <a:lnTo>
                  <a:pt x="1242640" y="125304"/>
                </a:lnTo>
                <a:lnTo>
                  <a:pt x="1243579" y="125492"/>
                </a:lnTo>
                <a:lnTo>
                  <a:pt x="1244507" y="125698"/>
                </a:lnTo>
                <a:lnTo>
                  <a:pt x="1245424" y="125921"/>
                </a:lnTo>
                <a:lnTo>
                  <a:pt x="1246331" y="126163"/>
                </a:lnTo>
                <a:lnTo>
                  <a:pt x="1247226" y="126423"/>
                </a:lnTo>
                <a:lnTo>
                  <a:pt x="1248110" y="126700"/>
                </a:lnTo>
                <a:lnTo>
                  <a:pt x="1248983" y="126995"/>
                </a:lnTo>
                <a:lnTo>
                  <a:pt x="1249845" y="127308"/>
                </a:lnTo>
                <a:lnTo>
                  <a:pt x="1250696" y="127640"/>
                </a:lnTo>
                <a:lnTo>
                  <a:pt x="1251536" y="127989"/>
                </a:lnTo>
                <a:lnTo>
                  <a:pt x="1252365" y="128355"/>
                </a:lnTo>
                <a:lnTo>
                  <a:pt x="1253184" y="128740"/>
                </a:lnTo>
                <a:lnTo>
                  <a:pt x="1253991" y="129143"/>
                </a:lnTo>
                <a:lnTo>
                  <a:pt x="1254787" y="129564"/>
                </a:lnTo>
                <a:lnTo>
                  <a:pt x="1255573" y="129999"/>
                </a:lnTo>
                <a:lnTo>
                  <a:pt x="1256350" y="130448"/>
                </a:lnTo>
                <a:lnTo>
                  <a:pt x="1257117" y="130909"/>
                </a:lnTo>
                <a:lnTo>
                  <a:pt x="1257875" y="131383"/>
                </a:lnTo>
                <a:lnTo>
                  <a:pt x="1258624" y="131869"/>
                </a:lnTo>
                <a:lnTo>
                  <a:pt x="1259363" y="132368"/>
                </a:lnTo>
                <a:lnTo>
                  <a:pt x="1260093" y="132879"/>
                </a:lnTo>
                <a:lnTo>
                  <a:pt x="1260814" y="133403"/>
                </a:lnTo>
                <a:lnTo>
                  <a:pt x="1261525" y="133940"/>
                </a:lnTo>
                <a:lnTo>
                  <a:pt x="1262227" y="134489"/>
                </a:lnTo>
                <a:lnTo>
                  <a:pt x="1262919" y="135051"/>
                </a:lnTo>
                <a:lnTo>
                  <a:pt x="1263602" y="135626"/>
                </a:lnTo>
                <a:lnTo>
                  <a:pt x="1264276" y="136213"/>
                </a:lnTo>
                <a:lnTo>
                  <a:pt x="1264940" y="136813"/>
                </a:lnTo>
                <a:lnTo>
                  <a:pt x="1265596" y="137425"/>
                </a:lnTo>
                <a:lnTo>
                  <a:pt x="1266241" y="138050"/>
                </a:lnTo>
                <a:lnTo>
                  <a:pt x="1266878" y="138688"/>
                </a:lnTo>
                <a:lnTo>
                  <a:pt x="1267505" y="139338"/>
                </a:lnTo>
                <a:lnTo>
                  <a:pt x="1268122" y="140001"/>
                </a:lnTo>
                <a:lnTo>
                  <a:pt x="1268731" y="140676"/>
                </a:lnTo>
                <a:lnTo>
                  <a:pt x="1269330" y="141364"/>
                </a:lnTo>
                <a:lnTo>
                  <a:pt x="1269919" y="142065"/>
                </a:lnTo>
                <a:lnTo>
                  <a:pt x="1270499" y="142778"/>
                </a:lnTo>
                <a:lnTo>
                  <a:pt x="1271070" y="143504"/>
                </a:lnTo>
                <a:lnTo>
                  <a:pt x="1271632" y="144240"/>
                </a:lnTo>
                <a:lnTo>
                  <a:pt x="1272186" y="144985"/>
                </a:lnTo>
                <a:lnTo>
                  <a:pt x="1272730" y="145737"/>
                </a:lnTo>
                <a:lnTo>
                  <a:pt x="1273267" y="146498"/>
                </a:lnTo>
                <a:lnTo>
                  <a:pt x="1273795" y="147266"/>
                </a:lnTo>
                <a:lnTo>
                  <a:pt x="1274314" y="148043"/>
                </a:lnTo>
                <a:lnTo>
                  <a:pt x="1274824" y="148828"/>
                </a:lnTo>
                <a:lnTo>
                  <a:pt x="1275327" y="149622"/>
                </a:lnTo>
                <a:lnTo>
                  <a:pt x="1275820" y="150423"/>
                </a:lnTo>
                <a:lnTo>
                  <a:pt x="1276305" y="151232"/>
                </a:lnTo>
                <a:lnTo>
                  <a:pt x="1276782" y="152050"/>
                </a:lnTo>
                <a:lnTo>
                  <a:pt x="1277250" y="152876"/>
                </a:lnTo>
                <a:lnTo>
                  <a:pt x="1277709" y="153709"/>
                </a:lnTo>
                <a:lnTo>
                  <a:pt x="1278160" y="154551"/>
                </a:lnTo>
                <a:lnTo>
                  <a:pt x="1278602" y="155402"/>
                </a:lnTo>
                <a:lnTo>
                  <a:pt x="1278802" y="155796"/>
                </a:lnTo>
                <a:lnTo>
                  <a:pt x="1278802" y="281903"/>
                </a:lnTo>
                <a:lnTo>
                  <a:pt x="1278768" y="281976"/>
                </a:lnTo>
                <a:close/>
                <a:moveTo>
                  <a:pt x="1556688" y="197672"/>
                </a:moveTo>
                <a:lnTo>
                  <a:pt x="1556609" y="195361"/>
                </a:lnTo>
                <a:lnTo>
                  <a:pt x="1556513" y="193074"/>
                </a:lnTo>
                <a:lnTo>
                  <a:pt x="1556399" y="190810"/>
                </a:lnTo>
                <a:lnTo>
                  <a:pt x="1556268" y="188570"/>
                </a:lnTo>
                <a:lnTo>
                  <a:pt x="1556119" y="186354"/>
                </a:lnTo>
                <a:lnTo>
                  <a:pt x="1555953" y="184160"/>
                </a:lnTo>
                <a:lnTo>
                  <a:pt x="1555770" y="181991"/>
                </a:lnTo>
                <a:lnTo>
                  <a:pt x="1555568" y="179845"/>
                </a:lnTo>
                <a:lnTo>
                  <a:pt x="1555350" y="177722"/>
                </a:lnTo>
                <a:lnTo>
                  <a:pt x="1555114" y="175623"/>
                </a:lnTo>
                <a:lnTo>
                  <a:pt x="1554860" y="173548"/>
                </a:lnTo>
                <a:lnTo>
                  <a:pt x="1554589" y="171496"/>
                </a:lnTo>
                <a:lnTo>
                  <a:pt x="1554300" y="169468"/>
                </a:lnTo>
                <a:lnTo>
                  <a:pt x="1553994" y="167463"/>
                </a:lnTo>
                <a:lnTo>
                  <a:pt x="1553671" y="165482"/>
                </a:lnTo>
                <a:lnTo>
                  <a:pt x="1553330" y="163524"/>
                </a:lnTo>
                <a:lnTo>
                  <a:pt x="1552971" y="161590"/>
                </a:lnTo>
                <a:lnTo>
                  <a:pt x="1552595" y="159679"/>
                </a:lnTo>
                <a:lnTo>
                  <a:pt x="1552202" y="157792"/>
                </a:lnTo>
                <a:lnTo>
                  <a:pt x="1551791" y="155929"/>
                </a:lnTo>
                <a:lnTo>
                  <a:pt x="1551361" y="154089"/>
                </a:lnTo>
                <a:lnTo>
                  <a:pt x="1550913" y="152274"/>
                </a:lnTo>
                <a:lnTo>
                  <a:pt x="1550445" y="150483"/>
                </a:lnTo>
                <a:lnTo>
                  <a:pt x="1549958" y="148717"/>
                </a:lnTo>
                <a:lnTo>
                  <a:pt x="1549453" y="146975"/>
                </a:lnTo>
                <a:lnTo>
                  <a:pt x="1548928" y="145257"/>
                </a:lnTo>
                <a:lnTo>
                  <a:pt x="1548384" y="143564"/>
                </a:lnTo>
                <a:lnTo>
                  <a:pt x="1547821" y="141895"/>
                </a:lnTo>
                <a:lnTo>
                  <a:pt x="1547238" y="140250"/>
                </a:lnTo>
                <a:lnTo>
                  <a:pt x="1546637" y="138630"/>
                </a:lnTo>
                <a:lnTo>
                  <a:pt x="1546016" y="137034"/>
                </a:lnTo>
                <a:lnTo>
                  <a:pt x="1545377" y="135463"/>
                </a:lnTo>
                <a:lnTo>
                  <a:pt x="1544718" y="133916"/>
                </a:lnTo>
                <a:lnTo>
                  <a:pt x="1544040" y="132393"/>
                </a:lnTo>
                <a:lnTo>
                  <a:pt x="1543343" y="130895"/>
                </a:lnTo>
                <a:lnTo>
                  <a:pt x="1542627" y="129421"/>
                </a:lnTo>
                <a:lnTo>
                  <a:pt x="1541892" y="127972"/>
                </a:lnTo>
                <a:lnTo>
                  <a:pt x="1541138" y="126547"/>
                </a:lnTo>
                <a:lnTo>
                  <a:pt x="1540364" y="125146"/>
                </a:lnTo>
                <a:lnTo>
                  <a:pt x="1539572" y="123769"/>
                </a:lnTo>
                <a:lnTo>
                  <a:pt x="1538760" y="122418"/>
                </a:lnTo>
                <a:lnTo>
                  <a:pt x="1537929" y="121090"/>
                </a:lnTo>
                <a:lnTo>
                  <a:pt x="1537079" y="119787"/>
                </a:lnTo>
                <a:lnTo>
                  <a:pt x="1536210" y="118508"/>
                </a:lnTo>
                <a:lnTo>
                  <a:pt x="1535321" y="117254"/>
                </a:lnTo>
                <a:lnTo>
                  <a:pt x="1534409" y="116025"/>
                </a:lnTo>
                <a:lnTo>
                  <a:pt x="1533475" y="114823"/>
                </a:lnTo>
                <a:lnTo>
                  <a:pt x="1532520" y="113647"/>
                </a:lnTo>
                <a:lnTo>
                  <a:pt x="1531543" y="112497"/>
                </a:lnTo>
                <a:lnTo>
                  <a:pt x="1530543" y="111373"/>
                </a:lnTo>
                <a:lnTo>
                  <a:pt x="1529522" y="110274"/>
                </a:lnTo>
                <a:lnTo>
                  <a:pt x="1528478" y="109202"/>
                </a:lnTo>
                <a:lnTo>
                  <a:pt x="1527413" y="108156"/>
                </a:lnTo>
                <a:lnTo>
                  <a:pt x="1526326" y="107136"/>
                </a:lnTo>
                <a:lnTo>
                  <a:pt x="1525217" y="106142"/>
                </a:lnTo>
                <a:lnTo>
                  <a:pt x="1524085" y="105173"/>
                </a:lnTo>
                <a:lnTo>
                  <a:pt x="1522932" y="104231"/>
                </a:lnTo>
                <a:lnTo>
                  <a:pt x="1521757" y="103315"/>
                </a:lnTo>
                <a:lnTo>
                  <a:pt x="1520560" y="102425"/>
                </a:lnTo>
                <a:lnTo>
                  <a:pt x="1519341" y="101561"/>
                </a:lnTo>
                <a:lnTo>
                  <a:pt x="1518100" y="100723"/>
                </a:lnTo>
                <a:lnTo>
                  <a:pt x="1516837" y="99910"/>
                </a:lnTo>
                <a:lnTo>
                  <a:pt x="1515552" y="99124"/>
                </a:lnTo>
                <a:lnTo>
                  <a:pt x="1514245" y="98364"/>
                </a:lnTo>
                <a:lnTo>
                  <a:pt x="1512916" y="97630"/>
                </a:lnTo>
                <a:lnTo>
                  <a:pt x="1511565" y="96922"/>
                </a:lnTo>
                <a:lnTo>
                  <a:pt x="1510193" y="96240"/>
                </a:lnTo>
                <a:lnTo>
                  <a:pt x="1508798" y="95584"/>
                </a:lnTo>
                <a:lnTo>
                  <a:pt x="1507380" y="94954"/>
                </a:lnTo>
                <a:lnTo>
                  <a:pt x="1505938" y="94350"/>
                </a:lnTo>
                <a:lnTo>
                  <a:pt x="1504471" y="93773"/>
                </a:lnTo>
                <a:lnTo>
                  <a:pt x="1502980" y="93224"/>
                </a:lnTo>
                <a:lnTo>
                  <a:pt x="1501464" y="92701"/>
                </a:lnTo>
                <a:lnTo>
                  <a:pt x="1499924" y="92204"/>
                </a:lnTo>
                <a:lnTo>
                  <a:pt x="1498360" y="91735"/>
                </a:lnTo>
                <a:lnTo>
                  <a:pt x="1496771" y="91293"/>
                </a:lnTo>
                <a:lnTo>
                  <a:pt x="1495158" y="90877"/>
                </a:lnTo>
                <a:lnTo>
                  <a:pt x="1493520" y="90488"/>
                </a:lnTo>
                <a:lnTo>
                  <a:pt x="1491858" y="90126"/>
                </a:lnTo>
                <a:lnTo>
                  <a:pt x="1490172" y="89791"/>
                </a:lnTo>
                <a:lnTo>
                  <a:pt x="1488461" y="89482"/>
                </a:lnTo>
                <a:lnTo>
                  <a:pt x="1486726" y="89201"/>
                </a:lnTo>
                <a:lnTo>
                  <a:pt x="1484966" y="88946"/>
                </a:lnTo>
                <a:lnTo>
                  <a:pt x="1483182" y="88718"/>
                </a:lnTo>
                <a:lnTo>
                  <a:pt x="1481374" y="88517"/>
                </a:lnTo>
                <a:lnTo>
                  <a:pt x="1479541" y="88342"/>
                </a:lnTo>
                <a:lnTo>
                  <a:pt x="1477683" y="88195"/>
                </a:lnTo>
                <a:lnTo>
                  <a:pt x="1475802" y="88074"/>
                </a:lnTo>
                <a:lnTo>
                  <a:pt x="1473896" y="87980"/>
                </a:lnTo>
                <a:lnTo>
                  <a:pt x="1471965" y="87913"/>
                </a:lnTo>
                <a:lnTo>
                  <a:pt x="1470010" y="87873"/>
                </a:lnTo>
                <a:lnTo>
                  <a:pt x="1468031" y="87860"/>
                </a:lnTo>
                <a:lnTo>
                  <a:pt x="1466549" y="87871"/>
                </a:lnTo>
                <a:lnTo>
                  <a:pt x="1465070" y="87904"/>
                </a:lnTo>
                <a:lnTo>
                  <a:pt x="1463594" y="87960"/>
                </a:lnTo>
                <a:lnTo>
                  <a:pt x="1462122" y="88039"/>
                </a:lnTo>
                <a:lnTo>
                  <a:pt x="1460652" y="88139"/>
                </a:lnTo>
                <a:lnTo>
                  <a:pt x="1459187" y="88262"/>
                </a:lnTo>
                <a:lnTo>
                  <a:pt x="1457724" y="88408"/>
                </a:lnTo>
                <a:lnTo>
                  <a:pt x="1456264" y="88575"/>
                </a:lnTo>
                <a:lnTo>
                  <a:pt x="1454808" y="88766"/>
                </a:lnTo>
                <a:lnTo>
                  <a:pt x="1453355" y="88978"/>
                </a:lnTo>
                <a:lnTo>
                  <a:pt x="1451906" y="89213"/>
                </a:lnTo>
                <a:lnTo>
                  <a:pt x="1450459" y="89470"/>
                </a:lnTo>
                <a:lnTo>
                  <a:pt x="1449016" y="89750"/>
                </a:lnTo>
                <a:lnTo>
                  <a:pt x="1447576" y="90052"/>
                </a:lnTo>
                <a:lnTo>
                  <a:pt x="1446139" y="90376"/>
                </a:lnTo>
                <a:lnTo>
                  <a:pt x="1444706" y="90723"/>
                </a:lnTo>
                <a:lnTo>
                  <a:pt x="1443276" y="91092"/>
                </a:lnTo>
                <a:lnTo>
                  <a:pt x="1441849" y="91484"/>
                </a:lnTo>
                <a:lnTo>
                  <a:pt x="1440425" y="91898"/>
                </a:lnTo>
                <a:lnTo>
                  <a:pt x="1439005" y="92334"/>
                </a:lnTo>
                <a:lnTo>
                  <a:pt x="1437588" y="92792"/>
                </a:lnTo>
                <a:lnTo>
                  <a:pt x="1436174" y="93273"/>
                </a:lnTo>
                <a:lnTo>
                  <a:pt x="1434763" y="93777"/>
                </a:lnTo>
                <a:lnTo>
                  <a:pt x="1433356" y="94303"/>
                </a:lnTo>
                <a:lnTo>
                  <a:pt x="1431956" y="94853"/>
                </a:lnTo>
                <a:lnTo>
                  <a:pt x="1430569" y="95430"/>
                </a:lnTo>
                <a:lnTo>
                  <a:pt x="1429193" y="96034"/>
                </a:lnTo>
                <a:lnTo>
                  <a:pt x="1427830" y="96665"/>
                </a:lnTo>
                <a:lnTo>
                  <a:pt x="1426480" y="97323"/>
                </a:lnTo>
                <a:lnTo>
                  <a:pt x="1425141" y="98007"/>
                </a:lnTo>
                <a:lnTo>
                  <a:pt x="1423815" y="98719"/>
                </a:lnTo>
                <a:lnTo>
                  <a:pt x="1422500" y="99457"/>
                </a:lnTo>
                <a:lnTo>
                  <a:pt x="1421198" y="100222"/>
                </a:lnTo>
                <a:lnTo>
                  <a:pt x="1419908" y="101014"/>
                </a:lnTo>
                <a:lnTo>
                  <a:pt x="1418631" y="101833"/>
                </a:lnTo>
                <a:lnTo>
                  <a:pt x="1417365" y="102679"/>
                </a:lnTo>
                <a:lnTo>
                  <a:pt x="1416112" y="103551"/>
                </a:lnTo>
                <a:lnTo>
                  <a:pt x="1414871" y="104450"/>
                </a:lnTo>
                <a:lnTo>
                  <a:pt x="1413642" y="105377"/>
                </a:lnTo>
                <a:lnTo>
                  <a:pt x="1412426" y="106330"/>
                </a:lnTo>
                <a:lnTo>
                  <a:pt x="1411221" y="107309"/>
                </a:lnTo>
                <a:lnTo>
                  <a:pt x="1410029" y="108316"/>
                </a:lnTo>
                <a:lnTo>
                  <a:pt x="1408849" y="109350"/>
                </a:lnTo>
                <a:lnTo>
                  <a:pt x="1407681" y="110410"/>
                </a:lnTo>
                <a:lnTo>
                  <a:pt x="1406526" y="111497"/>
                </a:lnTo>
                <a:lnTo>
                  <a:pt x="1405382" y="112612"/>
                </a:lnTo>
                <a:lnTo>
                  <a:pt x="1404251" y="113752"/>
                </a:lnTo>
                <a:lnTo>
                  <a:pt x="1403132" y="114920"/>
                </a:lnTo>
                <a:lnTo>
                  <a:pt x="1402029" y="116117"/>
                </a:lnTo>
                <a:lnTo>
                  <a:pt x="1400945" y="117345"/>
                </a:lnTo>
                <a:lnTo>
                  <a:pt x="1399880" y="118605"/>
                </a:lnTo>
                <a:lnTo>
                  <a:pt x="1398834" y="119896"/>
                </a:lnTo>
                <a:lnTo>
                  <a:pt x="1397807" y="121218"/>
                </a:lnTo>
                <a:lnTo>
                  <a:pt x="1396799" y="122571"/>
                </a:lnTo>
                <a:lnTo>
                  <a:pt x="1395810" y="123956"/>
                </a:lnTo>
                <a:lnTo>
                  <a:pt x="1394841" y="125372"/>
                </a:lnTo>
                <a:lnTo>
                  <a:pt x="1393890" y="126820"/>
                </a:lnTo>
                <a:lnTo>
                  <a:pt x="1392959" y="128299"/>
                </a:lnTo>
                <a:lnTo>
                  <a:pt x="1392047" y="129809"/>
                </a:lnTo>
                <a:lnTo>
                  <a:pt x="1391154" y="131350"/>
                </a:lnTo>
                <a:lnTo>
                  <a:pt x="1390280" y="132923"/>
                </a:lnTo>
                <a:lnTo>
                  <a:pt x="1389425" y="134527"/>
                </a:lnTo>
                <a:lnTo>
                  <a:pt x="1388590" y="136162"/>
                </a:lnTo>
                <a:lnTo>
                  <a:pt x="1387773" y="137829"/>
                </a:lnTo>
                <a:lnTo>
                  <a:pt x="1386976" y="139527"/>
                </a:lnTo>
                <a:lnTo>
                  <a:pt x="1386197" y="141256"/>
                </a:lnTo>
                <a:lnTo>
                  <a:pt x="1385438" y="143017"/>
                </a:lnTo>
                <a:lnTo>
                  <a:pt x="1384698" y="144809"/>
                </a:lnTo>
                <a:lnTo>
                  <a:pt x="1383977" y="146632"/>
                </a:lnTo>
                <a:lnTo>
                  <a:pt x="1383275" y="148487"/>
                </a:lnTo>
                <a:lnTo>
                  <a:pt x="1382592" y="150373"/>
                </a:lnTo>
                <a:lnTo>
                  <a:pt x="1381929" y="152290"/>
                </a:lnTo>
                <a:lnTo>
                  <a:pt x="1381288" y="154241"/>
                </a:lnTo>
                <a:lnTo>
                  <a:pt x="1380675" y="156227"/>
                </a:lnTo>
                <a:lnTo>
                  <a:pt x="1380089" y="158250"/>
                </a:lnTo>
                <a:lnTo>
                  <a:pt x="1379530" y="160308"/>
                </a:lnTo>
                <a:lnTo>
                  <a:pt x="1378999" y="162402"/>
                </a:lnTo>
                <a:lnTo>
                  <a:pt x="1378495" y="164532"/>
                </a:lnTo>
                <a:lnTo>
                  <a:pt x="1378018" y="166697"/>
                </a:lnTo>
                <a:lnTo>
                  <a:pt x="1377568" y="168899"/>
                </a:lnTo>
                <a:lnTo>
                  <a:pt x="1377146" y="171136"/>
                </a:lnTo>
                <a:lnTo>
                  <a:pt x="1376751" y="173409"/>
                </a:lnTo>
                <a:lnTo>
                  <a:pt x="1376383" y="175717"/>
                </a:lnTo>
                <a:lnTo>
                  <a:pt x="1376042" y="178062"/>
                </a:lnTo>
                <a:lnTo>
                  <a:pt x="1375729" y="180442"/>
                </a:lnTo>
                <a:lnTo>
                  <a:pt x="1375443" y="182859"/>
                </a:lnTo>
                <a:lnTo>
                  <a:pt x="1375184" y="185310"/>
                </a:lnTo>
                <a:lnTo>
                  <a:pt x="1374952" y="187798"/>
                </a:lnTo>
                <a:lnTo>
                  <a:pt x="1374748" y="190322"/>
                </a:lnTo>
                <a:lnTo>
                  <a:pt x="1374570" y="192881"/>
                </a:lnTo>
                <a:lnTo>
                  <a:pt x="1374421" y="195476"/>
                </a:lnTo>
                <a:lnTo>
                  <a:pt x="1374298" y="198107"/>
                </a:lnTo>
                <a:lnTo>
                  <a:pt x="1374203" y="200774"/>
                </a:lnTo>
                <a:lnTo>
                  <a:pt x="1374134" y="203476"/>
                </a:lnTo>
                <a:lnTo>
                  <a:pt x="1374094" y="206215"/>
                </a:lnTo>
                <a:lnTo>
                  <a:pt x="1374080" y="208989"/>
                </a:lnTo>
                <a:lnTo>
                  <a:pt x="1374080" y="237572"/>
                </a:lnTo>
                <a:lnTo>
                  <a:pt x="1374092" y="239980"/>
                </a:lnTo>
                <a:lnTo>
                  <a:pt x="1374127" y="242361"/>
                </a:lnTo>
                <a:lnTo>
                  <a:pt x="1374186" y="244714"/>
                </a:lnTo>
                <a:lnTo>
                  <a:pt x="1374269" y="247042"/>
                </a:lnTo>
                <a:lnTo>
                  <a:pt x="1374375" y="249342"/>
                </a:lnTo>
                <a:lnTo>
                  <a:pt x="1374505" y="251615"/>
                </a:lnTo>
                <a:lnTo>
                  <a:pt x="1374658" y="253862"/>
                </a:lnTo>
                <a:lnTo>
                  <a:pt x="1374835" y="256081"/>
                </a:lnTo>
                <a:lnTo>
                  <a:pt x="1375035" y="258274"/>
                </a:lnTo>
                <a:lnTo>
                  <a:pt x="1375260" y="260440"/>
                </a:lnTo>
                <a:lnTo>
                  <a:pt x="1375507" y="262579"/>
                </a:lnTo>
                <a:lnTo>
                  <a:pt x="1375779" y="264692"/>
                </a:lnTo>
                <a:lnTo>
                  <a:pt x="1376073" y="266777"/>
                </a:lnTo>
                <a:lnTo>
                  <a:pt x="1376392" y="268836"/>
                </a:lnTo>
                <a:lnTo>
                  <a:pt x="1376734" y="270867"/>
                </a:lnTo>
                <a:lnTo>
                  <a:pt x="1377100" y="272872"/>
                </a:lnTo>
                <a:lnTo>
                  <a:pt x="1377489" y="274850"/>
                </a:lnTo>
                <a:lnTo>
                  <a:pt x="1377902" y="276802"/>
                </a:lnTo>
                <a:lnTo>
                  <a:pt x="1378338" y="278726"/>
                </a:lnTo>
                <a:lnTo>
                  <a:pt x="1378798" y="280623"/>
                </a:lnTo>
                <a:lnTo>
                  <a:pt x="1379282" y="282494"/>
                </a:lnTo>
                <a:lnTo>
                  <a:pt x="1379789" y="284338"/>
                </a:lnTo>
                <a:lnTo>
                  <a:pt x="1380320" y="286155"/>
                </a:lnTo>
                <a:lnTo>
                  <a:pt x="1380874" y="287945"/>
                </a:lnTo>
                <a:lnTo>
                  <a:pt x="1381451" y="289709"/>
                </a:lnTo>
                <a:lnTo>
                  <a:pt x="1382049" y="291447"/>
                </a:lnTo>
                <a:lnTo>
                  <a:pt x="1382668" y="293160"/>
                </a:lnTo>
                <a:lnTo>
                  <a:pt x="1383308" y="294847"/>
                </a:lnTo>
                <a:lnTo>
                  <a:pt x="1383970" y="296508"/>
                </a:lnTo>
                <a:lnTo>
                  <a:pt x="1384652" y="298144"/>
                </a:lnTo>
                <a:lnTo>
                  <a:pt x="1385356" y="299754"/>
                </a:lnTo>
                <a:lnTo>
                  <a:pt x="1386081" y="301339"/>
                </a:lnTo>
                <a:lnTo>
                  <a:pt x="1386827" y="302898"/>
                </a:lnTo>
                <a:lnTo>
                  <a:pt x="1387594" y="304431"/>
                </a:lnTo>
                <a:lnTo>
                  <a:pt x="1388382" y="305939"/>
                </a:lnTo>
                <a:lnTo>
                  <a:pt x="1389192" y="307421"/>
                </a:lnTo>
                <a:lnTo>
                  <a:pt x="1390022" y="308877"/>
                </a:lnTo>
                <a:lnTo>
                  <a:pt x="1390874" y="310308"/>
                </a:lnTo>
                <a:lnTo>
                  <a:pt x="1391747" y="311713"/>
                </a:lnTo>
                <a:lnTo>
                  <a:pt x="1392641" y="313092"/>
                </a:lnTo>
                <a:lnTo>
                  <a:pt x="1393556" y="314446"/>
                </a:lnTo>
                <a:lnTo>
                  <a:pt x="1394493" y="315775"/>
                </a:lnTo>
                <a:lnTo>
                  <a:pt x="1395450" y="317077"/>
                </a:lnTo>
                <a:lnTo>
                  <a:pt x="1396429" y="318354"/>
                </a:lnTo>
                <a:lnTo>
                  <a:pt x="1397429" y="319606"/>
                </a:lnTo>
                <a:lnTo>
                  <a:pt x="1398450" y="320831"/>
                </a:lnTo>
                <a:lnTo>
                  <a:pt x="1399492" y="322031"/>
                </a:lnTo>
                <a:lnTo>
                  <a:pt x="1400555" y="323206"/>
                </a:lnTo>
                <a:lnTo>
                  <a:pt x="1401638" y="324355"/>
                </a:lnTo>
                <a:lnTo>
                  <a:pt x="1402740" y="325480"/>
                </a:lnTo>
                <a:lnTo>
                  <a:pt x="1403861" y="326579"/>
                </a:lnTo>
                <a:lnTo>
                  <a:pt x="1405000" y="327654"/>
                </a:lnTo>
                <a:lnTo>
                  <a:pt x="1406158" y="328704"/>
                </a:lnTo>
                <a:lnTo>
                  <a:pt x="1407335" y="329730"/>
                </a:lnTo>
                <a:lnTo>
                  <a:pt x="1408530" y="330730"/>
                </a:lnTo>
                <a:lnTo>
                  <a:pt x="1409744" y="331706"/>
                </a:lnTo>
                <a:lnTo>
                  <a:pt x="1410977" y="332656"/>
                </a:lnTo>
                <a:lnTo>
                  <a:pt x="1412229" y="333582"/>
                </a:lnTo>
                <a:lnTo>
                  <a:pt x="1413499" y="334484"/>
                </a:lnTo>
                <a:lnTo>
                  <a:pt x="1414788" y="335360"/>
                </a:lnTo>
                <a:lnTo>
                  <a:pt x="1416096" y="336211"/>
                </a:lnTo>
                <a:lnTo>
                  <a:pt x="1417422" y="337038"/>
                </a:lnTo>
                <a:lnTo>
                  <a:pt x="1418767" y="337840"/>
                </a:lnTo>
                <a:lnTo>
                  <a:pt x="1420131" y="338617"/>
                </a:lnTo>
                <a:lnTo>
                  <a:pt x="1421514" y="339370"/>
                </a:lnTo>
                <a:lnTo>
                  <a:pt x="1422915" y="340097"/>
                </a:lnTo>
                <a:lnTo>
                  <a:pt x="1424335" y="340800"/>
                </a:lnTo>
                <a:lnTo>
                  <a:pt x="1425774" y="341478"/>
                </a:lnTo>
                <a:lnTo>
                  <a:pt x="1427231" y="342131"/>
                </a:lnTo>
                <a:lnTo>
                  <a:pt x="1428707" y="342759"/>
                </a:lnTo>
                <a:lnTo>
                  <a:pt x="1430202" y="343362"/>
                </a:lnTo>
                <a:lnTo>
                  <a:pt x="1431716" y="343941"/>
                </a:lnTo>
                <a:lnTo>
                  <a:pt x="1433246" y="344495"/>
                </a:lnTo>
                <a:lnTo>
                  <a:pt x="1434792" y="345026"/>
                </a:lnTo>
                <a:lnTo>
                  <a:pt x="1436354" y="345533"/>
                </a:lnTo>
                <a:lnTo>
                  <a:pt x="1437931" y="346017"/>
                </a:lnTo>
                <a:lnTo>
                  <a:pt x="1439523" y="346477"/>
                </a:lnTo>
                <a:lnTo>
                  <a:pt x="1441131" y="346913"/>
                </a:lnTo>
                <a:lnTo>
                  <a:pt x="1442755" y="347326"/>
                </a:lnTo>
                <a:lnTo>
                  <a:pt x="1444394" y="347716"/>
                </a:lnTo>
                <a:lnTo>
                  <a:pt x="1446048" y="348081"/>
                </a:lnTo>
                <a:lnTo>
                  <a:pt x="1447718" y="348423"/>
                </a:lnTo>
                <a:lnTo>
                  <a:pt x="1449403" y="348742"/>
                </a:lnTo>
                <a:lnTo>
                  <a:pt x="1451103" y="349037"/>
                </a:lnTo>
                <a:lnTo>
                  <a:pt x="1452820" y="349308"/>
                </a:lnTo>
                <a:lnTo>
                  <a:pt x="1454551" y="349556"/>
                </a:lnTo>
                <a:lnTo>
                  <a:pt x="1456298" y="349780"/>
                </a:lnTo>
                <a:lnTo>
                  <a:pt x="1458061" y="349980"/>
                </a:lnTo>
                <a:lnTo>
                  <a:pt x="1459839" y="350157"/>
                </a:lnTo>
                <a:lnTo>
                  <a:pt x="1461632" y="350311"/>
                </a:lnTo>
                <a:lnTo>
                  <a:pt x="1463441" y="350440"/>
                </a:lnTo>
                <a:lnTo>
                  <a:pt x="1465265" y="350547"/>
                </a:lnTo>
                <a:lnTo>
                  <a:pt x="1467105" y="350629"/>
                </a:lnTo>
                <a:lnTo>
                  <a:pt x="1468960" y="350688"/>
                </a:lnTo>
                <a:lnTo>
                  <a:pt x="1470831" y="350724"/>
                </a:lnTo>
                <a:lnTo>
                  <a:pt x="1472717" y="350735"/>
                </a:lnTo>
                <a:lnTo>
                  <a:pt x="1474541" y="350726"/>
                </a:lnTo>
                <a:lnTo>
                  <a:pt x="1476344" y="350697"/>
                </a:lnTo>
                <a:lnTo>
                  <a:pt x="1478126" y="350649"/>
                </a:lnTo>
                <a:lnTo>
                  <a:pt x="1479886" y="350582"/>
                </a:lnTo>
                <a:lnTo>
                  <a:pt x="1481624" y="350496"/>
                </a:lnTo>
                <a:lnTo>
                  <a:pt x="1483341" y="350391"/>
                </a:lnTo>
                <a:lnTo>
                  <a:pt x="1485036" y="350267"/>
                </a:lnTo>
                <a:lnTo>
                  <a:pt x="1486709" y="350124"/>
                </a:lnTo>
                <a:lnTo>
                  <a:pt x="1488361" y="349961"/>
                </a:lnTo>
                <a:lnTo>
                  <a:pt x="1489992" y="349779"/>
                </a:lnTo>
                <a:lnTo>
                  <a:pt x="1491601" y="349579"/>
                </a:lnTo>
                <a:lnTo>
                  <a:pt x="1493188" y="349359"/>
                </a:lnTo>
                <a:lnTo>
                  <a:pt x="1494754" y="349120"/>
                </a:lnTo>
                <a:lnTo>
                  <a:pt x="1496298" y="348862"/>
                </a:lnTo>
                <a:lnTo>
                  <a:pt x="1497821" y="348585"/>
                </a:lnTo>
                <a:lnTo>
                  <a:pt x="1499322" y="348288"/>
                </a:lnTo>
                <a:lnTo>
                  <a:pt x="1500802" y="347973"/>
                </a:lnTo>
                <a:lnTo>
                  <a:pt x="1502260" y="347638"/>
                </a:lnTo>
                <a:lnTo>
                  <a:pt x="1503696" y="347285"/>
                </a:lnTo>
                <a:lnTo>
                  <a:pt x="1505111" y="346912"/>
                </a:lnTo>
                <a:lnTo>
                  <a:pt x="1506504" y="346520"/>
                </a:lnTo>
                <a:lnTo>
                  <a:pt x="1507876" y="346109"/>
                </a:lnTo>
                <a:lnTo>
                  <a:pt x="1509226" y="345679"/>
                </a:lnTo>
                <a:lnTo>
                  <a:pt x="1510555" y="345229"/>
                </a:lnTo>
                <a:lnTo>
                  <a:pt x="1511864" y="344765"/>
                </a:lnTo>
                <a:lnTo>
                  <a:pt x="1513157" y="344289"/>
                </a:lnTo>
                <a:lnTo>
                  <a:pt x="1514432" y="343802"/>
                </a:lnTo>
                <a:lnTo>
                  <a:pt x="1515690" y="343303"/>
                </a:lnTo>
                <a:lnTo>
                  <a:pt x="1516931" y="342793"/>
                </a:lnTo>
                <a:lnTo>
                  <a:pt x="1518155" y="342272"/>
                </a:lnTo>
                <a:lnTo>
                  <a:pt x="1519362" y="341739"/>
                </a:lnTo>
                <a:lnTo>
                  <a:pt x="1520552" y="341194"/>
                </a:lnTo>
                <a:lnTo>
                  <a:pt x="1521724" y="340639"/>
                </a:lnTo>
                <a:lnTo>
                  <a:pt x="1522880" y="340072"/>
                </a:lnTo>
                <a:lnTo>
                  <a:pt x="1524018" y="339493"/>
                </a:lnTo>
                <a:lnTo>
                  <a:pt x="1525140" y="338904"/>
                </a:lnTo>
                <a:lnTo>
                  <a:pt x="1526244" y="338302"/>
                </a:lnTo>
                <a:lnTo>
                  <a:pt x="1527331" y="337690"/>
                </a:lnTo>
                <a:lnTo>
                  <a:pt x="1528402" y="337066"/>
                </a:lnTo>
                <a:lnTo>
                  <a:pt x="1529455" y="336431"/>
                </a:lnTo>
                <a:lnTo>
                  <a:pt x="1530491" y="335784"/>
                </a:lnTo>
                <a:lnTo>
                  <a:pt x="1531510" y="335126"/>
                </a:lnTo>
                <a:lnTo>
                  <a:pt x="1532511" y="334456"/>
                </a:lnTo>
                <a:lnTo>
                  <a:pt x="1533496" y="333775"/>
                </a:lnTo>
                <a:lnTo>
                  <a:pt x="1534464" y="333083"/>
                </a:lnTo>
                <a:lnTo>
                  <a:pt x="1535414" y="332379"/>
                </a:lnTo>
                <a:lnTo>
                  <a:pt x="1536348" y="331664"/>
                </a:lnTo>
                <a:lnTo>
                  <a:pt x="1537264" y="330938"/>
                </a:lnTo>
                <a:lnTo>
                  <a:pt x="1538165" y="330204"/>
                </a:lnTo>
                <a:lnTo>
                  <a:pt x="1539052" y="329468"/>
                </a:lnTo>
                <a:lnTo>
                  <a:pt x="1539924" y="328728"/>
                </a:lnTo>
                <a:lnTo>
                  <a:pt x="1540782" y="327986"/>
                </a:lnTo>
                <a:lnTo>
                  <a:pt x="1541626" y="327241"/>
                </a:lnTo>
                <a:lnTo>
                  <a:pt x="1542455" y="326493"/>
                </a:lnTo>
                <a:lnTo>
                  <a:pt x="1543271" y="325743"/>
                </a:lnTo>
                <a:lnTo>
                  <a:pt x="1544072" y="324989"/>
                </a:lnTo>
                <a:lnTo>
                  <a:pt x="1544859" y="324233"/>
                </a:lnTo>
                <a:lnTo>
                  <a:pt x="1545631" y="323474"/>
                </a:lnTo>
                <a:lnTo>
                  <a:pt x="1546390" y="322712"/>
                </a:lnTo>
                <a:lnTo>
                  <a:pt x="1547134" y="321947"/>
                </a:lnTo>
                <a:lnTo>
                  <a:pt x="1547864" y="321179"/>
                </a:lnTo>
                <a:lnTo>
                  <a:pt x="1548580" y="320408"/>
                </a:lnTo>
                <a:lnTo>
                  <a:pt x="1549281" y="319635"/>
                </a:lnTo>
                <a:lnTo>
                  <a:pt x="1549968" y="318859"/>
                </a:lnTo>
                <a:lnTo>
                  <a:pt x="1550641" y="318079"/>
                </a:lnTo>
                <a:lnTo>
                  <a:pt x="1551300" y="317297"/>
                </a:lnTo>
                <a:lnTo>
                  <a:pt x="1551944" y="316513"/>
                </a:lnTo>
                <a:lnTo>
                  <a:pt x="1552575" y="315725"/>
                </a:lnTo>
                <a:lnTo>
                  <a:pt x="1553191" y="314934"/>
                </a:lnTo>
                <a:lnTo>
                  <a:pt x="1553793" y="314141"/>
                </a:lnTo>
                <a:lnTo>
                  <a:pt x="1554380" y="313345"/>
                </a:lnTo>
                <a:lnTo>
                  <a:pt x="1554953" y="312546"/>
                </a:lnTo>
                <a:lnTo>
                  <a:pt x="1533164" y="286539"/>
                </a:lnTo>
                <a:lnTo>
                  <a:pt x="1532319" y="287586"/>
                </a:lnTo>
                <a:lnTo>
                  <a:pt x="1531461" y="288616"/>
                </a:lnTo>
                <a:lnTo>
                  <a:pt x="1530591" y="289631"/>
                </a:lnTo>
                <a:lnTo>
                  <a:pt x="1529708" y="290630"/>
                </a:lnTo>
                <a:lnTo>
                  <a:pt x="1528814" y="291613"/>
                </a:lnTo>
                <a:lnTo>
                  <a:pt x="1527907" y="292580"/>
                </a:lnTo>
                <a:lnTo>
                  <a:pt x="1526988" y="293531"/>
                </a:lnTo>
                <a:lnTo>
                  <a:pt x="1526057" y="294466"/>
                </a:lnTo>
                <a:lnTo>
                  <a:pt x="1525114" y="295386"/>
                </a:lnTo>
                <a:lnTo>
                  <a:pt x="1524159" y="296289"/>
                </a:lnTo>
                <a:lnTo>
                  <a:pt x="1523191" y="297177"/>
                </a:lnTo>
                <a:lnTo>
                  <a:pt x="1522211" y="298049"/>
                </a:lnTo>
                <a:lnTo>
                  <a:pt x="1521219" y="298905"/>
                </a:lnTo>
                <a:lnTo>
                  <a:pt x="1520215" y="299745"/>
                </a:lnTo>
                <a:lnTo>
                  <a:pt x="1519198" y="300569"/>
                </a:lnTo>
                <a:lnTo>
                  <a:pt x="1518170" y="301378"/>
                </a:lnTo>
                <a:lnTo>
                  <a:pt x="1517129" y="302170"/>
                </a:lnTo>
                <a:lnTo>
                  <a:pt x="1516076" y="302947"/>
                </a:lnTo>
                <a:lnTo>
                  <a:pt x="1515010" y="303708"/>
                </a:lnTo>
                <a:lnTo>
                  <a:pt x="1513933" y="304453"/>
                </a:lnTo>
                <a:lnTo>
                  <a:pt x="1512843" y="305182"/>
                </a:lnTo>
                <a:lnTo>
                  <a:pt x="1511741" y="305895"/>
                </a:lnTo>
                <a:lnTo>
                  <a:pt x="1510627" y="306593"/>
                </a:lnTo>
                <a:lnTo>
                  <a:pt x="1509501" y="307274"/>
                </a:lnTo>
                <a:lnTo>
                  <a:pt x="1508356" y="307934"/>
                </a:lnTo>
                <a:lnTo>
                  <a:pt x="1507186" y="308565"/>
                </a:lnTo>
                <a:lnTo>
                  <a:pt x="1505990" y="309169"/>
                </a:lnTo>
                <a:lnTo>
                  <a:pt x="1504769" y="309744"/>
                </a:lnTo>
                <a:lnTo>
                  <a:pt x="1503523" y="310291"/>
                </a:lnTo>
                <a:lnTo>
                  <a:pt x="1502252" y="310810"/>
                </a:lnTo>
                <a:lnTo>
                  <a:pt x="1500956" y="311302"/>
                </a:lnTo>
                <a:lnTo>
                  <a:pt x="1499634" y="311765"/>
                </a:lnTo>
                <a:lnTo>
                  <a:pt x="1498288" y="312200"/>
                </a:lnTo>
                <a:lnTo>
                  <a:pt x="1496916" y="312607"/>
                </a:lnTo>
                <a:lnTo>
                  <a:pt x="1495518" y="312986"/>
                </a:lnTo>
                <a:lnTo>
                  <a:pt x="1494096" y="313336"/>
                </a:lnTo>
                <a:lnTo>
                  <a:pt x="1492648" y="313659"/>
                </a:lnTo>
                <a:lnTo>
                  <a:pt x="1491176" y="313954"/>
                </a:lnTo>
                <a:lnTo>
                  <a:pt x="1489677" y="314221"/>
                </a:lnTo>
                <a:lnTo>
                  <a:pt x="1488154" y="314459"/>
                </a:lnTo>
                <a:lnTo>
                  <a:pt x="1486606" y="314670"/>
                </a:lnTo>
                <a:lnTo>
                  <a:pt x="1485032" y="314852"/>
                </a:lnTo>
                <a:lnTo>
                  <a:pt x="1483433" y="315006"/>
                </a:lnTo>
                <a:lnTo>
                  <a:pt x="1481809" y="315133"/>
                </a:lnTo>
                <a:lnTo>
                  <a:pt x="1480159" y="315231"/>
                </a:lnTo>
                <a:lnTo>
                  <a:pt x="1478485" y="315301"/>
                </a:lnTo>
                <a:lnTo>
                  <a:pt x="1476785" y="315343"/>
                </a:lnTo>
                <a:lnTo>
                  <a:pt x="1475060" y="315357"/>
                </a:lnTo>
                <a:lnTo>
                  <a:pt x="1473874" y="315349"/>
                </a:lnTo>
                <a:lnTo>
                  <a:pt x="1472700" y="315325"/>
                </a:lnTo>
                <a:lnTo>
                  <a:pt x="1471536" y="315286"/>
                </a:lnTo>
                <a:lnTo>
                  <a:pt x="1470384" y="315230"/>
                </a:lnTo>
                <a:lnTo>
                  <a:pt x="1469242" y="315159"/>
                </a:lnTo>
                <a:lnTo>
                  <a:pt x="1468112" y="315072"/>
                </a:lnTo>
                <a:lnTo>
                  <a:pt x="1466992" y="314969"/>
                </a:lnTo>
                <a:lnTo>
                  <a:pt x="1465883" y="314850"/>
                </a:lnTo>
                <a:lnTo>
                  <a:pt x="1464786" y="314715"/>
                </a:lnTo>
                <a:lnTo>
                  <a:pt x="1463699" y="314564"/>
                </a:lnTo>
                <a:lnTo>
                  <a:pt x="1462623" y="314397"/>
                </a:lnTo>
                <a:lnTo>
                  <a:pt x="1461559" y="314215"/>
                </a:lnTo>
                <a:lnTo>
                  <a:pt x="1460505" y="314017"/>
                </a:lnTo>
                <a:lnTo>
                  <a:pt x="1459462" y="313803"/>
                </a:lnTo>
                <a:lnTo>
                  <a:pt x="1458431" y="313573"/>
                </a:lnTo>
                <a:lnTo>
                  <a:pt x="1457410" y="313327"/>
                </a:lnTo>
                <a:lnTo>
                  <a:pt x="1456400" y="313065"/>
                </a:lnTo>
                <a:lnTo>
                  <a:pt x="1455401" y="312787"/>
                </a:lnTo>
                <a:lnTo>
                  <a:pt x="1454413" y="312494"/>
                </a:lnTo>
                <a:lnTo>
                  <a:pt x="1453437" y="312185"/>
                </a:lnTo>
                <a:lnTo>
                  <a:pt x="1452471" y="311859"/>
                </a:lnTo>
                <a:lnTo>
                  <a:pt x="1451516" y="311518"/>
                </a:lnTo>
                <a:lnTo>
                  <a:pt x="1450572" y="311161"/>
                </a:lnTo>
                <a:lnTo>
                  <a:pt x="1449639" y="310789"/>
                </a:lnTo>
                <a:lnTo>
                  <a:pt x="1448718" y="310399"/>
                </a:lnTo>
                <a:lnTo>
                  <a:pt x="1447809" y="309993"/>
                </a:lnTo>
                <a:lnTo>
                  <a:pt x="1446912" y="309569"/>
                </a:lnTo>
                <a:lnTo>
                  <a:pt x="1446027" y="309129"/>
                </a:lnTo>
                <a:lnTo>
                  <a:pt x="1445155" y="308671"/>
                </a:lnTo>
                <a:lnTo>
                  <a:pt x="1444294" y="308197"/>
                </a:lnTo>
                <a:lnTo>
                  <a:pt x="1443446" y="307705"/>
                </a:lnTo>
                <a:lnTo>
                  <a:pt x="1442610" y="307196"/>
                </a:lnTo>
                <a:lnTo>
                  <a:pt x="1441787" y="306670"/>
                </a:lnTo>
                <a:lnTo>
                  <a:pt x="1440975" y="306127"/>
                </a:lnTo>
                <a:lnTo>
                  <a:pt x="1440176" y="305567"/>
                </a:lnTo>
                <a:lnTo>
                  <a:pt x="1439389" y="304990"/>
                </a:lnTo>
                <a:lnTo>
                  <a:pt x="1438614" y="304396"/>
                </a:lnTo>
                <a:lnTo>
                  <a:pt x="1437851" y="303784"/>
                </a:lnTo>
                <a:lnTo>
                  <a:pt x="1437101" y="303156"/>
                </a:lnTo>
                <a:lnTo>
                  <a:pt x="1436363" y="302510"/>
                </a:lnTo>
                <a:lnTo>
                  <a:pt x="1435637" y="301848"/>
                </a:lnTo>
                <a:lnTo>
                  <a:pt x="1434923" y="301168"/>
                </a:lnTo>
                <a:lnTo>
                  <a:pt x="1434221" y="300471"/>
                </a:lnTo>
                <a:lnTo>
                  <a:pt x="1433532" y="299757"/>
                </a:lnTo>
                <a:lnTo>
                  <a:pt x="1432854" y="299026"/>
                </a:lnTo>
                <a:lnTo>
                  <a:pt x="1432189" y="298278"/>
                </a:lnTo>
                <a:lnTo>
                  <a:pt x="1431536" y="297513"/>
                </a:lnTo>
                <a:lnTo>
                  <a:pt x="1430896" y="296731"/>
                </a:lnTo>
                <a:lnTo>
                  <a:pt x="1430268" y="295931"/>
                </a:lnTo>
                <a:lnTo>
                  <a:pt x="1429653" y="295114"/>
                </a:lnTo>
                <a:lnTo>
                  <a:pt x="1429051" y="294278"/>
                </a:lnTo>
                <a:lnTo>
                  <a:pt x="1428462" y="293425"/>
                </a:lnTo>
                <a:lnTo>
                  <a:pt x="1427886" y="292554"/>
                </a:lnTo>
                <a:lnTo>
                  <a:pt x="1427323" y="291664"/>
                </a:lnTo>
                <a:lnTo>
                  <a:pt x="1426773" y="290757"/>
                </a:lnTo>
                <a:lnTo>
                  <a:pt x="1426236" y="289832"/>
                </a:lnTo>
                <a:lnTo>
                  <a:pt x="1425712" y="288890"/>
                </a:lnTo>
                <a:lnTo>
                  <a:pt x="1425201" y="287929"/>
                </a:lnTo>
                <a:lnTo>
                  <a:pt x="1424703" y="286950"/>
                </a:lnTo>
                <a:lnTo>
                  <a:pt x="1424218" y="285954"/>
                </a:lnTo>
                <a:lnTo>
                  <a:pt x="1423747" y="284939"/>
                </a:lnTo>
                <a:lnTo>
                  <a:pt x="1423288" y="283907"/>
                </a:lnTo>
                <a:lnTo>
                  <a:pt x="1422842" y="282857"/>
                </a:lnTo>
                <a:lnTo>
                  <a:pt x="1422409" y="281788"/>
                </a:lnTo>
                <a:lnTo>
                  <a:pt x="1421989" y="280702"/>
                </a:lnTo>
                <a:lnTo>
                  <a:pt x="1421583" y="279598"/>
                </a:lnTo>
                <a:lnTo>
                  <a:pt x="1421189" y="278477"/>
                </a:lnTo>
                <a:lnTo>
                  <a:pt x="1420808" y="277337"/>
                </a:lnTo>
                <a:lnTo>
                  <a:pt x="1420440" y="276179"/>
                </a:lnTo>
                <a:lnTo>
                  <a:pt x="1420086" y="275004"/>
                </a:lnTo>
                <a:lnTo>
                  <a:pt x="1419744" y="273810"/>
                </a:lnTo>
                <a:lnTo>
                  <a:pt x="1419415" y="272599"/>
                </a:lnTo>
                <a:lnTo>
                  <a:pt x="1419100" y="271369"/>
                </a:lnTo>
                <a:lnTo>
                  <a:pt x="1418798" y="270119"/>
                </a:lnTo>
                <a:lnTo>
                  <a:pt x="1418509" y="268848"/>
                </a:lnTo>
                <a:lnTo>
                  <a:pt x="1418234" y="267558"/>
                </a:lnTo>
                <a:lnTo>
                  <a:pt x="1417972" y="266248"/>
                </a:lnTo>
                <a:lnTo>
                  <a:pt x="1417724" y="264919"/>
                </a:lnTo>
                <a:lnTo>
                  <a:pt x="1417489" y="263569"/>
                </a:lnTo>
                <a:lnTo>
                  <a:pt x="1417268" y="262199"/>
                </a:lnTo>
                <a:lnTo>
                  <a:pt x="1417060" y="260809"/>
                </a:lnTo>
                <a:lnTo>
                  <a:pt x="1416865" y="259400"/>
                </a:lnTo>
                <a:lnTo>
                  <a:pt x="1416684" y="257970"/>
                </a:lnTo>
                <a:lnTo>
                  <a:pt x="1416516" y="256521"/>
                </a:lnTo>
                <a:lnTo>
                  <a:pt x="1416362" y="255051"/>
                </a:lnTo>
                <a:lnTo>
                  <a:pt x="1416221" y="253562"/>
                </a:lnTo>
                <a:lnTo>
                  <a:pt x="1416093" y="252053"/>
                </a:lnTo>
                <a:lnTo>
                  <a:pt x="1415979" y="250523"/>
                </a:lnTo>
                <a:lnTo>
                  <a:pt x="1415878" y="248974"/>
                </a:lnTo>
                <a:lnTo>
                  <a:pt x="1415791" y="247405"/>
                </a:lnTo>
                <a:lnTo>
                  <a:pt x="1415717" y="245816"/>
                </a:lnTo>
                <a:lnTo>
                  <a:pt x="1415657" y="244207"/>
                </a:lnTo>
                <a:lnTo>
                  <a:pt x="1415610" y="242578"/>
                </a:lnTo>
                <a:lnTo>
                  <a:pt x="1415576" y="240930"/>
                </a:lnTo>
                <a:lnTo>
                  <a:pt x="1415556" y="239261"/>
                </a:lnTo>
                <a:lnTo>
                  <a:pt x="1415550" y="237572"/>
                </a:lnTo>
                <a:lnTo>
                  <a:pt x="1415550" y="231246"/>
                </a:lnTo>
                <a:lnTo>
                  <a:pt x="1556828" y="231246"/>
                </a:lnTo>
                <a:lnTo>
                  <a:pt x="1556828" y="207151"/>
                </a:lnTo>
                <a:lnTo>
                  <a:pt x="1556819" y="204746"/>
                </a:lnTo>
                <a:lnTo>
                  <a:pt x="1556793" y="202364"/>
                </a:lnTo>
                <a:lnTo>
                  <a:pt x="1556749" y="200007"/>
                </a:lnTo>
                <a:lnTo>
                  <a:pt x="1556688" y="197672"/>
                </a:lnTo>
                <a:close/>
                <a:moveTo>
                  <a:pt x="1416362" y="187449"/>
                </a:moveTo>
                <a:lnTo>
                  <a:pt x="1416516" y="185677"/>
                </a:lnTo>
                <a:lnTo>
                  <a:pt x="1416684" y="183935"/>
                </a:lnTo>
                <a:lnTo>
                  <a:pt x="1416865" y="182224"/>
                </a:lnTo>
                <a:lnTo>
                  <a:pt x="1417060" y="180544"/>
                </a:lnTo>
                <a:lnTo>
                  <a:pt x="1417268" y="178895"/>
                </a:lnTo>
                <a:lnTo>
                  <a:pt x="1417489" y="177277"/>
                </a:lnTo>
                <a:lnTo>
                  <a:pt x="1417724" y="175690"/>
                </a:lnTo>
                <a:lnTo>
                  <a:pt x="1417972" y="174134"/>
                </a:lnTo>
                <a:lnTo>
                  <a:pt x="1418234" y="172608"/>
                </a:lnTo>
                <a:lnTo>
                  <a:pt x="1418509" y="171114"/>
                </a:lnTo>
                <a:lnTo>
                  <a:pt x="1418798" y="169650"/>
                </a:lnTo>
                <a:lnTo>
                  <a:pt x="1419100" y="168218"/>
                </a:lnTo>
                <a:lnTo>
                  <a:pt x="1419415" y="166816"/>
                </a:lnTo>
                <a:lnTo>
                  <a:pt x="1419743" y="165442"/>
                </a:lnTo>
                <a:lnTo>
                  <a:pt x="1420081" y="164093"/>
                </a:lnTo>
                <a:lnTo>
                  <a:pt x="1420429" y="162769"/>
                </a:lnTo>
                <a:lnTo>
                  <a:pt x="1420789" y="161470"/>
                </a:lnTo>
                <a:lnTo>
                  <a:pt x="1421158" y="160195"/>
                </a:lnTo>
                <a:lnTo>
                  <a:pt x="1421539" y="158945"/>
                </a:lnTo>
                <a:lnTo>
                  <a:pt x="1421930" y="157720"/>
                </a:lnTo>
                <a:lnTo>
                  <a:pt x="1422331" y="156520"/>
                </a:lnTo>
                <a:lnTo>
                  <a:pt x="1422743" y="155345"/>
                </a:lnTo>
                <a:lnTo>
                  <a:pt x="1423166" y="154194"/>
                </a:lnTo>
                <a:lnTo>
                  <a:pt x="1423599" y="153069"/>
                </a:lnTo>
                <a:lnTo>
                  <a:pt x="1424043" y="151968"/>
                </a:lnTo>
                <a:lnTo>
                  <a:pt x="1424497" y="150892"/>
                </a:lnTo>
                <a:lnTo>
                  <a:pt x="1424962" y="149840"/>
                </a:lnTo>
                <a:lnTo>
                  <a:pt x="1425437" y="148814"/>
                </a:lnTo>
                <a:lnTo>
                  <a:pt x="1425924" y="147812"/>
                </a:lnTo>
                <a:lnTo>
                  <a:pt x="1426420" y="146835"/>
                </a:lnTo>
                <a:lnTo>
                  <a:pt x="1426927" y="145883"/>
                </a:lnTo>
                <a:lnTo>
                  <a:pt x="1427445" y="144956"/>
                </a:lnTo>
                <a:lnTo>
                  <a:pt x="1427974" y="144054"/>
                </a:lnTo>
                <a:lnTo>
                  <a:pt x="1428513" y="143176"/>
                </a:lnTo>
                <a:lnTo>
                  <a:pt x="1429062" y="142324"/>
                </a:lnTo>
                <a:lnTo>
                  <a:pt x="1429622" y="141496"/>
                </a:lnTo>
                <a:lnTo>
                  <a:pt x="1430193" y="140692"/>
                </a:lnTo>
                <a:lnTo>
                  <a:pt x="1430774" y="139911"/>
                </a:lnTo>
                <a:lnTo>
                  <a:pt x="1431364" y="139150"/>
                </a:lnTo>
                <a:lnTo>
                  <a:pt x="1431965" y="138408"/>
                </a:lnTo>
                <a:lnTo>
                  <a:pt x="1432575" y="137686"/>
                </a:lnTo>
                <a:lnTo>
                  <a:pt x="1433195" y="136983"/>
                </a:lnTo>
                <a:lnTo>
                  <a:pt x="1433824" y="136299"/>
                </a:lnTo>
                <a:lnTo>
                  <a:pt x="1434464" y="135636"/>
                </a:lnTo>
                <a:lnTo>
                  <a:pt x="1435113" y="134991"/>
                </a:lnTo>
                <a:lnTo>
                  <a:pt x="1435772" y="134367"/>
                </a:lnTo>
                <a:lnTo>
                  <a:pt x="1436441" y="133761"/>
                </a:lnTo>
                <a:lnTo>
                  <a:pt x="1437119" y="133176"/>
                </a:lnTo>
                <a:lnTo>
                  <a:pt x="1437807" y="132609"/>
                </a:lnTo>
                <a:lnTo>
                  <a:pt x="1438505" y="132063"/>
                </a:lnTo>
                <a:lnTo>
                  <a:pt x="1439213" y="131536"/>
                </a:lnTo>
                <a:lnTo>
                  <a:pt x="1439931" y="131028"/>
                </a:lnTo>
                <a:lnTo>
                  <a:pt x="1440658" y="130540"/>
                </a:lnTo>
                <a:lnTo>
                  <a:pt x="1441395" y="130071"/>
                </a:lnTo>
                <a:lnTo>
                  <a:pt x="1442142" y="129622"/>
                </a:lnTo>
                <a:lnTo>
                  <a:pt x="1442898" y="129193"/>
                </a:lnTo>
                <a:lnTo>
                  <a:pt x="1443665" y="128783"/>
                </a:lnTo>
                <a:lnTo>
                  <a:pt x="1444441" y="128392"/>
                </a:lnTo>
                <a:lnTo>
                  <a:pt x="1445227" y="128021"/>
                </a:lnTo>
                <a:lnTo>
                  <a:pt x="1446022" y="127670"/>
                </a:lnTo>
                <a:lnTo>
                  <a:pt x="1446828" y="127338"/>
                </a:lnTo>
                <a:lnTo>
                  <a:pt x="1447641" y="127022"/>
                </a:lnTo>
                <a:lnTo>
                  <a:pt x="1448460" y="126720"/>
                </a:lnTo>
                <a:lnTo>
                  <a:pt x="1449286" y="126432"/>
                </a:lnTo>
                <a:lnTo>
                  <a:pt x="1450117" y="126157"/>
                </a:lnTo>
                <a:lnTo>
                  <a:pt x="1450955" y="125895"/>
                </a:lnTo>
                <a:lnTo>
                  <a:pt x="1451799" y="125646"/>
                </a:lnTo>
                <a:lnTo>
                  <a:pt x="1452649" y="125412"/>
                </a:lnTo>
                <a:lnTo>
                  <a:pt x="1453505" y="125190"/>
                </a:lnTo>
                <a:lnTo>
                  <a:pt x="1454367" y="124982"/>
                </a:lnTo>
                <a:lnTo>
                  <a:pt x="1455235" y="124787"/>
                </a:lnTo>
                <a:lnTo>
                  <a:pt x="1456110" y="124606"/>
                </a:lnTo>
                <a:lnTo>
                  <a:pt x="1456990" y="124438"/>
                </a:lnTo>
                <a:lnTo>
                  <a:pt x="1457877" y="124284"/>
                </a:lnTo>
                <a:lnTo>
                  <a:pt x="1458769" y="124143"/>
                </a:lnTo>
                <a:lnTo>
                  <a:pt x="1459668" y="124016"/>
                </a:lnTo>
                <a:lnTo>
                  <a:pt x="1460573" y="123901"/>
                </a:lnTo>
                <a:lnTo>
                  <a:pt x="1461484" y="123801"/>
                </a:lnTo>
                <a:lnTo>
                  <a:pt x="1462401" y="123714"/>
                </a:lnTo>
                <a:lnTo>
                  <a:pt x="1463324" y="123640"/>
                </a:lnTo>
                <a:lnTo>
                  <a:pt x="1464253" y="123579"/>
                </a:lnTo>
                <a:lnTo>
                  <a:pt x="1465188" y="123532"/>
                </a:lnTo>
                <a:lnTo>
                  <a:pt x="1466130" y="123499"/>
                </a:lnTo>
                <a:lnTo>
                  <a:pt x="1467077" y="123479"/>
                </a:lnTo>
                <a:lnTo>
                  <a:pt x="1468031" y="123472"/>
                </a:lnTo>
                <a:lnTo>
                  <a:pt x="1469520" y="123487"/>
                </a:lnTo>
                <a:lnTo>
                  <a:pt x="1470981" y="123531"/>
                </a:lnTo>
                <a:lnTo>
                  <a:pt x="1472413" y="123605"/>
                </a:lnTo>
                <a:lnTo>
                  <a:pt x="1473817" y="123709"/>
                </a:lnTo>
                <a:lnTo>
                  <a:pt x="1475192" y="123842"/>
                </a:lnTo>
                <a:lnTo>
                  <a:pt x="1476539" y="124005"/>
                </a:lnTo>
                <a:lnTo>
                  <a:pt x="1477857" y="124197"/>
                </a:lnTo>
                <a:lnTo>
                  <a:pt x="1479147" y="124419"/>
                </a:lnTo>
                <a:lnTo>
                  <a:pt x="1480408" y="124670"/>
                </a:lnTo>
                <a:lnTo>
                  <a:pt x="1481641" y="124952"/>
                </a:lnTo>
                <a:lnTo>
                  <a:pt x="1482846" y="125262"/>
                </a:lnTo>
                <a:lnTo>
                  <a:pt x="1484022" y="125603"/>
                </a:lnTo>
                <a:lnTo>
                  <a:pt x="1485169" y="125972"/>
                </a:lnTo>
                <a:lnTo>
                  <a:pt x="1486288" y="126372"/>
                </a:lnTo>
                <a:lnTo>
                  <a:pt x="1487378" y="126801"/>
                </a:lnTo>
                <a:lnTo>
                  <a:pt x="1488441" y="127260"/>
                </a:lnTo>
                <a:lnTo>
                  <a:pt x="1489474" y="127748"/>
                </a:lnTo>
                <a:lnTo>
                  <a:pt x="1490479" y="128266"/>
                </a:lnTo>
                <a:lnTo>
                  <a:pt x="1491456" y="128813"/>
                </a:lnTo>
                <a:lnTo>
                  <a:pt x="1492404" y="129390"/>
                </a:lnTo>
                <a:lnTo>
                  <a:pt x="1493324" y="129997"/>
                </a:lnTo>
                <a:lnTo>
                  <a:pt x="1494215" y="130633"/>
                </a:lnTo>
                <a:lnTo>
                  <a:pt x="1495078" y="131299"/>
                </a:lnTo>
                <a:lnTo>
                  <a:pt x="1495912" y="131994"/>
                </a:lnTo>
                <a:lnTo>
                  <a:pt x="1496722" y="132716"/>
                </a:lnTo>
                <a:lnTo>
                  <a:pt x="1497514" y="133459"/>
                </a:lnTo>
                <a:lnTo>
                  <a:pt x="1498286" y="134225"/>
                </a:lnTo>
                <a:lnTo>
                  <a:pt x="1499039" y="135014"/>
                </a:lnTo>
                <a:lnTo>
                  <a:pt x="1499773" y="135824"/>
                </a:lnTo>
                <a:lnTo>
                  <a:pt x="1500488" y="136657"/>
                </a:lnTo>
                <a:lnTo>
                  <a:pt x="1501184" y="137513"/>
                </a:lnTo>
                <a:lnTo>
                  <a:pt x="1501860" y="138390"/>
                </a:lnTo>
                <a:lnTo>
                  <a:pt x="1502518" y="139290"/>
                </a:lnTo>
                <a:lnTo>
                  <a:pt x="1503156" y="140212"/>
                </a:lnTo>
                <a:lnTo>
                  <a:pt x="1503775" y="141157"/>
                </a:lnTo>
                <a:lnTo>
                  <a:pt x="1504376" y="142124"/>
                </a:lnTo>
                <a:lnTo>
                  <a:pt x="1504957" y="143113"/>
                </a:lnTo>
                <a:lnTo>
                  <a:pt x="1505519" y="144125"/>
                </a:lnTo>
                <a:lnTo>
                  <a:pt x="1506061" y="145158"/>
                </a:lnTo>
                <a:lnTo>
                  <a:pt x="1506585" y="146215"/>
                </a:lnTo>
                <a:lnTo>
                  <a:pt x="1507090" y="147293"/>
                </a:lnTo>
                <a:lnTo>
                  <a:pt x="1507575" y="148394"/>
                </a:lnTo>
                <a:lnTo>
                  <a:pt x="1508042" y="149517"/>
                </a:lnTo>
                <a:lnTo>
                  <a:pt x="1508489" y="150662"/>
                </a:lnTo>
                <a:lnTo>
                  <a:pt x="1508917" y="151830"/>
                </a:lnTo>
                <a:lnTo>
                  <a:pt x="1509326" y="153020"/>
                </a:lnTo>
                <a:lnTo>
                  <a:pt x="1509716" y="154233"/>
                </a:lnTo>
                <a:lnTo>
                  <a:pt x="1510087" y="155467"/>
                </a:lnTo>
                <a:lnTo>
                  <a:pt x="1510442" y="156721"/>
                </a:lnTo>
                <a:lnTo>
                  <a:pt x="1510785" y="157991"/>
                </a:lnTo>
                <a:lnTo>
                  <a:pt x="1511117" y="159276"/>
                </a:lnTo>
                <a:lnTo>
                  <a:pt x="1511437" y="160579"/>
                </a:lnTo>
                <a:lnTo>
                  <a:pt x="1511745" y="161897"/>
                </a:lnTo>
                <a:lnTo>
                  <a:pt x="1512041" y="163232"/>
                </a:lnTo>
                <a:lnTo>
                  <a:pt x="1512326" y="164582"/>
                </a:lnTo>
                <a:lnTo>
                  <a:pt x="1512599" y="165950"/>
                </a:lnTo>
                <a:lnTo>
                  <a:pt x="1512860" y="167333"/>
                </a:lnTo>
                <a:lnTo>
                  <a:pt x="1513109" y="168733"/>
                </a:lnTo>
                <a:lnTo>
                  <a:pt x="1513346" y="170148"/>
                </a:lnTo>
                <a:lnTo>
                  <a:pt x="1513572" y="171581"/>
                </a:lnTo>
                <a:lnTo>
                  <a:pt x="1513785" y="173029"/>
                </a:lnTo>
                <a:lnTo>
                  <a:pt x="1513987" y="174493"/>
                </a:lnTo>
                <a:lnTo>
                  <a:pt x="1514177" y="175974"/>
                </a:lnTo>
                <a:lnTo>
                  <a:pt x="1514356" y="177471"/>
                </a:lnTo>
                <a:lnTo>
                  <a:pt x="1514522" y="178985"/>
                </a:lnTo>
                <a:lnTo>
                  <a:pt x="1514677" y="180514"/>
                </a:lnTo>
                <a:lnTo>
                  <a:pt x="1514820" y="182060"/>
                </a:lnTo>
                <a:lnTo>
                  <a:pt x="1514951" y="183622"/>
                </a:lnTo>
                <a:lnTo>
                  <a:pt x="1515071" y="185200"/>
                </a:lnTo>
                <a:lnTo>
                  <a:pt x="1515178" y="186795"/>
                </a:lnTo>
                <a:lnTo>
                  <a:pt x="1515274" y="188406"/>
                </a:lnTo>
                <a:lnTo>
                  <a:pt x="1515358" y="190033"/>
                </a:lnTo>
                <a:lnTo>
                  <a:pt x="1515358" y="195868"/>
                </a:lnTo>
                <a:lnTo>
                  <a:pt x="1415832" y="195868"/>
                </a:lnTo>
                <a:lnTo>
                  <a:pt x="1415878" y="194849"/>
                </a:lnTo>
                <a:lnTo>
                  <a:pt x="1415979" y="192953"/>
                </a:lnTo>
                <a:lnTo>
                  <a:pt x="1416093" y="191087"/>
                </a:lnTo>
                <a:lnTo>
                  <a:pt x="1416221" y="189253"/>
                </a:lnTo>
                <a:lnTo>
                  <a:pt x="1416362" y="187449"/>
                </a:lnTo>
                <a:close/>
                <a:moveTo>
                  <a:pt x="2804126" y="29923"/>
                </a:moveTo>
                <a:lnTo>
                  <a:pt x="2804259" y="30697"/>
                </a:lnTo>
                <a:lnTo>
                  <a:pt x="2804411" y="31460"/>
                </a:lnTo>
                <a:lnTo>
                  <a:pt x="2804584" y="32213"/>
                </a:lnTo>
                <a:lnTo>
                  <a:pt x="2804777" y="32956"/>
                </a:lnTo>
                <a:lnTo>
                  <a:pt x="2804991" y="33689"/>
                </a:lnTo>
                <a:lnTo>
                  <a:pt x="2805225" y="34412"/>
                </a:lnTo>
                <a:lnTo>
                  <a:pt x="2805479" y="35124"/>
                </a:lnTo>
                <a:lnTo>
                  <a:pt x="2805753" y="35826"/>
                </a:lnTo>
                <a:lnTo>
                  <a:pt x="2806048" y="36518"/>
                </a:lnTo>
                <a:lnTo>
                  <a:pt x="2806364" y="37200"/>
                </a:lnTo>
                <a:lnTo>
                  <a:pt x="2806699" y="37872"/>
                </a:lnTo>
                <a:lnTo>
                  <a:pt x="2807055" y="38534"/>
                </a:lnTo>
                <a:lnTo>
                  <a:pt x="2807431" y="39185"/>
                </a:lnTo>
                <a:lnTo>
                  <a:pt x="2807828" y="39826"/>
                </a:lnTo>
                <a:lnTo>
                  <a:pt x="2808245" y="40457"/>
                </a:lnTo>
                <a:lnTo>
                  <a:pt x="2808682" y="41078"/>
                </a:lnTo>
                <a:lnTo>
                  <a:pt x="2809140" y="41689"/>
                </a:lnTo>
                <a:lnTo>
                  <a:pt x="2809618" y="42290"/>
                </a:lnTo>
                <a:lnTo>
                  <a:pt x="2810116" y="42873"/>
                </a:lnTo>
                <a:lnTo>
                  <a:pt x="2810635" y="43431"/>
                </a:lnTo>
                <a:lnTo>
                  <a:pt x="2811173" y="43965"/>
                </a:lnTo>
                <a:lnTo>
                  <a:pt x="2811733" y="44473"/>
                </a:lnTo>
                <a:lnTo>
                  <a:pt x="2812312" y="44957"/>
                </a:lnTo>
                <a:lnTo>
                  <a:pt x="2812912" y="45416"/>
                </a:lnTo>
                <a:lnTo>
                  <a:pt x="2813533" y="45850"/>
                </a:lnTo>
                <a:lnTo>
                  <a:pt x="2814173" y="46260"/>
                </a:lnTo>
                <a:lnTo>
                  <a:pt x="2814834" y="46644"/>
                </a:lnTo>
                <a:lnTo>
                  <a:pt x="2815516" y="47004"/>
                </a:lnTo>
                <a:lnTo>
                  <a:pt x="2816217" y="47339"/>
                </a:lnTo>
                <a:lnTo>
                  <a:pt x="2816939" y="47649"/>
                </a:lnTo>
                <a:lnTo>
                  <a:pt x="2817682" y="47934"/>
                </a:lnTo>
                <a:lnTo>
                  <a:pt x="2818444" y="48195"/>
                </a:lnTo>
                <a:lnTo>
                  <a:pt x="2819227" y="48431"/>
                </a:lnTo>
                <a:lnTo>
                  <a:pt x="2820031" y="48642"/>
                </a:lnTo>
                <a:lnTo>
                  <a:pt x="2820854" y="48828"/>
                </a:lnTo>
                <a:lnTo>
                  <a:pt x="2821698" y="48989"/>
                </a:lnTo>
                <a:lnTo>
                  <a:pt x="2822563" y="49125"/>
                </a:lnTo>
                <a:lnTo>
                  <a:pt x="2823447" y="49237"/>
                </a:lnTo>
                <a:lnTo>
                  <a:pt x="2824352" y="49324"/>
                </a:lnTo>
                <a:lnTo>
                  <a:pt x="2825278" y="49386"/>
                </a:lnTo>
                <a:lnTo>
                  <a:pt x="2826223" y="49423"/>
                </a:lnTo>
                <a:lnTo>
                  <a:pt x="2827190" y="49436"/>
                </a:lnTo>
                <a:lnTo>
                  <a:pt x="2828156" y="49423"/>
                </a:lnTo>
                <a:lnTo>
                  <a:pt x="2829102" y="49386"/>
                </a:lnTo>
                <a:lnTo>
                  <a:pt x="2830028" y="49324"/>
                </a:lnTo>
                <a:lnTo>
                  <a:pt x="2830935" y="49237"/>
                </a:lnTo>
                <a:lnTo>
                  <a:pt x="2831821" y="49125"/>
                </a:lnTo>
                <a:lnTo>
                  <a:pt x="2832688" y="48989"/>
                </a:lnTo>
                <a:lnTo>
                  <a:pt x="2833535" y="48828"/>
                </a:lnTo>
                <a:lnTo>
                  <a:pt x="2834361" y="48642"/>
                </a:lnTo>
                <a:lnTo>
                  <a:pt x="2835168" y="48431"/>
                </a:lnTo>
                <a:lnTo>
                  <a:pt x="2835955" y="48195"/>
                </a:lnTo>
                <a:lnTo>
                  <a:pt x="2836722" y="47934"/>
                </a:lnTo>
                <a:lnTo>
                  <a:pt x="2837469" y="47649"/>
                </a:lnTo>
                <a:lnTo>
                  <a:pt x="2838196" y="47339"/>
                </a:lnTo>
                <a:lnTo>
                  <a:pt x="2838903" y="47004"/>
                </a:lnTo>
                <a:lnTo>
                  <a:pt x="2839591" y="46644"/>
                </a:lnTo>
                <a:lnTo>
                  <a:pt x="2840258" y="46260"/>
                </a:lnTo>
                <a:lnTo>
                  <a:pt x="2840905" y="45850"/>
                </a:lnTo>
                <a:lnTo>
                  <a:pt x="2841533" y="45416"/>
                </a:lnTo>
                <a:lnTo>
                  <a:pt x="2842140" y="44957"/>
                </a:lnTo>
                <a:lnTo>
                  <a:pt x="2842728" y="44473"/>
                </a:lnTo>
                <a:lnTo>
                  <a:pt x="2843295" y="43965"/>
                </a:lnTo>
                <a:lnTo>
                  <a:pt x="2843843" y="43431"/>
                </a:lnTo>
                <a:lnTo>
                  <a:pt x="2844371" y="42873"/>
                </a:lnTo>
                <a:lnTo>
                  <a:pt x="2844879" y="42290"/>
                </a:lnTo>
                <a:lnTo>
                  <a:pt x="2845366" y="41689"/>
                </a:lnTo>
                <a:lnTo>
                  <a:pt x="2845833" y="41078"/>
                </a:lnTo>
                <a:lnTo>
                  <a:pt x="2846279" y="40457"/>
                </a:lnTo>
                <a:lnTo>
                  <a:pt x="2846704" y="39826"/>
                </a:lnTo>
                <a:lnTo>
                  <a:pt x="2847109" y="39185"/>
                </a:lnTo>
                <a:lnTo>
                  <a:pt x="2847492" y="38534"/>
                </a:lnTo>
                <a:lnTo>
                  <a:pt x="2847855" y="37872"/>
                </a:lnTo>
                <a:lnTo>
                  <a:pt x="2848198" y="37200"/>
                </a:lnTo>
                <a:lnTo>
                  <a:pt x="2848519" y="36518"/>
                </a:lnTo>
                <a:lnTo>
                  <a:pt x="2848820" y="35826"/>
                </a:lnTo>
                <a:lnTo>
                  <a:pt x="2849100" y="35124"/>
                </a:lnTo>
                <a:lnTo>
                  <a:pt x="2849359" y="34412"/>
                </a:lnTo>
                <a:lnTo>
                  <a:pt x="2849598" y="33689"/>
                </a:lnTo>
                <a:lnTo>
                  <a:pt x="2849816" y="32956"/>
                </a:lnTo>
                <a:lnTo>
                  <a:pt x="2850013" y="32213"/>
                </a:lnTo>
                <a:lnTo>
                  <a:pt x="2850189" y="31460"/>
                </a:lnTo>
                <a:lnTo>
                  <a:pt x="2850345" y="30697"/>
                </a:lnTo>
                <a:lnTo>
                  <a:pt x="2850480" y="29923"/>
                </a:lnTo>
                <a:lnTo>
                  <a:pt x="2850594" y="29140"/>
                </a:lnTo>
                <a:lnTo>
                  <a:pt x="2850687" y="28346"/>
                </a:lnTo>
                <a:lnTo>
                  <a:pt x="2850760" y="27542"/>
                </a:lnTo>
                <a:lnTo>
                  <a:pt x="2850812" y="26728"/>
                </a:lnTo>
                <a:lnTo>
                  <a:pt x="2850843" y="25904"/>
                </a:lnTo>
                <a:lnTo>
                  <a:pt x="2850853" y="25069"/>
                </a:lnTo>
                <a:lnTo>
                  <a:pt x="2850843" y="24196"/>
                </a:lnTo>
                <a:lnTo>
                  <a:pt x="2850812" y="23335"/>
                </a:lnTo>
                <a:lnTo>
                  <a:pt x="2850760" y="22485"/>
                </a:lnTo>
                <a:lnTo>
                  <a:pt x="2850687" y="21646"/>
                </a:lnTo>
                <a:lnTo>
                  <a:pt x="2850594" y="20819"/>
                </a:lnTo>
                <a:lnTo>
                  <a:pt x="2850480" y="20003"/>
                </a:lnTo>
                <a:lnTo>
                  <a:pt x="2850345" y="19198"/>
                </a:lnTo>
                <a:lnTo>
                  <a:pt x="2850189" y="18405"/>
                </a:lnTo>
                <a:lnTo>
                  <a:pt x="2850013" y="17623"/>
                </a:lnTo>
                <a:lnTo>
                  <a:pt x="2849816" y="16853"/>
                </a:lnTo>
                <a:lnTo>
                  <a:pt x="2849598" y="16094"/>
                </a:lnTo>
                <a:lnTo>
                  <a:pt x="2849359" y="15346"/>
                </a:lnTo>
                <a:lnTo>
                  <a:pt x="2849100" y="14610"/>
                </a:lnTo>
                <a:lnTo>
                  <a:pt x="2848820" y="13885"/>
                </a:lnTo>
                <a:lnTo>
                  <a:pt x="2848519" y="13172"/>
                </a:lnTo>
                <a:lnTo>
                  <a:pt x="2848198" y="12470"/>
                </a:lnTo>
                <a:lnTo>
                  <a:pt x="2847855" y="11779"/>
                </a:lnTo>
                <a:lnTo>
                  <a:pt x="2847492" y="11100"/>
                </a:lnTo>
                <a:lnTo>
                  <a:pt x="2847109" y="10432"/>
                </a:lnTo>
                <a:lnTo>
                  <a:pt x="2846704" y="9775"/>
                </a:lnTo>
                <a:lnTo>
                  <a:pt x="2846279" y="9130"/>
                </a:lnTo>
                <a:lnTo>
                  <a:pt x="2845833" y="8496"/>
                </a:lnTo>
                <a:lnTo>
                  <a:pt x="2845366" y="7874"/>
                </a:lnTo>
                <a:lnTo>
                  <a:pt x="2844879" y="7263"/>
                </a:lnTo>
                <a:lnTo>
                  <a:pt x="2844371" y="6670"/>
                </a:lnTo>
                <a:lnTo>
                  <a:pt x="2843843" y="6103"/>
                </a:lnTo>
                <a:lnTo>
                  <a:pt x="2843295" y="5561"/>
                </a:lnTo>
                <a:lnTo>
                  <a:pt x="2842728" y="5044"/>
                </a:lnTo>
                <a:lnTo>
                  <a:pt x="2842140" y="4552"/>
                </a:lnTo>
                <a:lnTo>
                  <a:pt x="2841533" y="4085"/>
                </a:lnTo>
                <a:lnTo>
                  <a:pt x="2840905" y="3644"/>
                </a:lnTo>
                <a:lnTo>
                  <a:pt x="2840258" y="3228"/>
                </a:lnTo>
                <a:lnTo>
                  <a:pt x="2839591" y="2837"/>
                </a:lnTo>
                <a:lnTo>
                  <a:pt x="2838903" y="2471"/>
                </a:lnTo>
                <a:lnTo>
                  <a:pt x="2838196" y="2131"/>
                </a:lnTo>
                <a:lnTo>
                  <a:pt x="2837469" y="1816"/>
                </a:lnTo>
                <a:lnTo>
                  <a:pt x="2836722" y="1526"/>
                </a:lnTo>
                <a:lnTo>
                  <a:pt x="2835955" y="1261"/>
                </a:lnTo>
                <a:lnTo>
                  <a:pt x="2835168" y="1021"/>
                </a:lnTo>
                <a:lnTo>
                  <a:pt x="2834361" y="807"/>
                </a:lnTo>
                <a:lnTo>
                  <a:pt x="2833535" y="618"/>
                </a:lnTo>
                <a:lnTo>
                  <a:pt x="2832688" y="454"/>
                </a:lnTo>
                <a:lnTo>
                  <a:pt x="2831821" y="315"/>
                </a:lnTo>
                <a:lnTo>
                  <a:pt x="2830935" y="202"/>
                </a:lnTo>
                <a:lnTo>
                  <a:pt x="2830028" y="113"/>
                </a:lnTo>
                <a:lnTo>
                  <a:pt x="2829102" y="50"/>
                </a:lnTo>
                <a:lnTo>
                  <a:pt x="2828156" y="13"/>
                </a:lnTo>
                <a:lnTo>
                  <a:pt x="2827190" y="0"/>
                </a:lnTo>
                <a:lnTo>
                  <a:pt x="2826223" y="13"/>
                </a:lnTo>
                <a:lnTo>
                  <a:pt x="2825278" y="50"/>
                </a:lnTo>
                <a:lnTo>
                  <a:pt x="2824352" y="113"/>
                </a:lnTo>
                <a:lnTo>
                  <a:pt x="2823447" y="202"/>
                </a:lnTo>
                <a:lnTo>
                  <a:pt x="2822563" y="315"/>
                </a:lnTo>
                <a:lnTo>
                  <a:pt x="2821698" y="454"/>
                </a:lnTo>
                <a:lnTo>
                  <a:pt x="2820854" y="618"/>
                </a:lnTo>
                <a:lnTo>
                  <a:pt x="2820031" y="807"/>
                </a:lnTo>
                <a:lnTo>
                  <a:pt x="2819227" y="1021"/>
                </a:lnTo>
                <a:lnTo>
                  <a:pt x="2818444" y="1261"/>
                </a:lnTo>
                <a:lnTo>
                  <a:pt x="2817682" y="1526"/>
                </a:lnTo>
                <a:lnTo>
                  <a:pt x="2816939" y="1816"/>
                </a:lnTo>
                <a:lnTo>
                  <a:pt x="2816217" y="2131"/>
                </a:lnTo>
                <a:lnTo>
                  <a:pt x="2815516" y="2471"/>
                </a:lnTo>
                <a:lnTo>
                  <a:pt x="2814834" y="2837"/>
                </a:lnTo>
                <a:lnTo>
                  <a:pt x="2814173" y="3228"/>
                </a:lnTo>
                <a:lnTo>
                  <a:pt x="2813533" y="3644"/>
                </a:lnTo>
                <a:lnTo>
                  <a:pt x="2812912" y="4085"/>
                </a:lnTo>
                <a:lnTo>
                  <a:pt x="2812312" y="4552"/>
                </a:lnTo>
                <a:lnTo>
                  <a:pt x="2811733" y="5044"/>
                </a:lnTo>
                <a:lnTo>
                  <a:pt x="2811173" y="5561"/>
                </a:lnTo>
                <a:lnTo>
                  <a:pt x="2810635" y="6103"/>
                </a:lnTo>
                <a:lnTo>
                  <a:pt x="2810116" y="6670"/>
                </a:lnTo>
                <a:lnTo>
                  <a:pt x="2809618" y="7263"/>
                </a:lnTo>
                <a:lnTo>
                  <a:pt x="2809140" y="7874"/>
                </a:lnTo>
                <a:lnTo>
                  <a:pt x="2808682" y="8496"/>
                </a:lnTo>
                <a:lnTo>
                  <a:pt x="2808245" y="9130"/>
                </a:lnTo>
                <a:lnTo>
                  <a:pt x="2807828" y="9775"/>
                </a:lnTo>
                <a:lnTo>
                  <a:pt x="2807431" y="10432"/>
                </a:lnTo>
                <a:lnTo>
                  <a:pt x="2807055" y="11100"/>
                </a:lnTo>
                <a:lnTo>
                  <a:pt x="2806699" y="11779"/>
                </a:lnTo>
                <a:lnTo>
                  <a:pt x="2806364" y="12470"/>
                </a:lnTo>
                <a:lnTo>
                  <a:pt x="2806048" y="13172"/>
                </a:lnTo>
                <a:lnTo>
                  <a:pt x="2805753" y="13885"/>
                </a:lnTo>
                <a:lnTo>
                  <a:pt x="2805479" y="14610"/>
                </a:lnTo>
                <a:lnTo>
                  <a:pt x="2805225" y="15346"/>
                </a:lnTo>
                <a:lnTo>
                  <a:pt x="2804991" y="16094"/>
                </a:lnTo>
                <a:lnTo>
                  <a:pt x="2804777" y="16853"/>
                </a:lnTo>
                <a:lnTo>
                  <a:pt x="2804584" y="17623"/>
                </a:lnTo>
                <a:lnTo>
                  <a:pt x="2804411" y="18405"/>
                </a:lnTo>
                <a:lnTo>
                  <a:pt x="2804259" y="19198"/>
                </a:lnTo>
                <a:lnTo>
                  <a:pt x="2804126" y="20003"/>
                </a:lnTo>
                <a:lnTo>
                  <a:pt x="2804015" y="20819"/>
                </a:lnTo>
                <a:lnTo>
                  <a:pt x="2803923" y="21646"/>
                </a:lnTo>
                <a:lnTo>
                  <a:pt x="2803852" y="22485"/>
                </a:lnTo>
                <a:lnTo>
                  <a:pt x="2803801" y="23335"/>
                </a:lnTo>
                <a:lnTo>
                  <a:pt x="2803770" y="24196"/>
                </a:lnTo>
                <a:lnTo>
                  <a:pt x="2803760" y="25069"/>
                </a:lnTo>
                <a:lnTo>
                  <a:pt x="2803770" y="25904"/>
                </a:lnTo>
                <a:lnTo>
                  <a:pt x="2803801" y="26728"/>
                </a:lnTo>
                <a:lnTo>
                  <a:pt x="2803852" y="27542"/>
                </a:lnTo>
                <a:lnTo>
                  <a:pt x="2803923" y="28346"/>
                </a:lnTo>
                <a:lnTo>
                  <a:pt x="2804015" y="29140"/>
                </a:lnTo>
                <a:lnTo>
                  <a:pt x="2804126" y="29923"/>
                </a:lnTo>
                <a:close/>
                <a:moveTo>
                  <a:pt x="2524661" y="125815"/>
                </a:moveTo>
                <a:lnTo>
                  <a:pt x="2563319" y="125815"/>
                </a:lnTo>
                <a:lnTo>
                  <a:pt x="2563319" y="282974"/>
                </a:lnTo>
                <a:lnTo>
                  <a:pt x="2563331" y="285066"/>
                </a:lnTo>
                <a:lnTo>
                  <a:pt x="2563368" y="287122"/>
                </a:lnTo>
                <a:lnTo>
                  <a:pt x="2563429" y="289142"/>
                </a:lnTo>
                <a:lnTo>
                  <a:pt x="2563514" y="291126"/>
                </a:lnTo>
                <a:lnTo>
                  <a:pt x="2563624" y="293073"/>
                </a:lnTo>
                <a:lnTo>
                  <a:pt x="2563758" y="294984"/>
                </a:lnTo>
                <a:lnTo>
                  <a:pt x="2563917" y="296859"/>
                </a:lnTo>
                <a:lnTo>
                  <a:pt x="2564100" y="298698"/>
                </a:lnTo>
                <a:lnTo>
                  <a:pt x="2564307" y="300501"/>
                </a:lnTo>
                <a:lnTo>
                  <a:pt x="2564539" y="302267"/>
                </a:lnTo>
                <a:lnTo>
                  <a:pt x="2564795" y="303997"/>
                </a:lnTo>
                <a:lnTo>
                  <a:pt x="2565076" y="305691"/>
                </a:lnTo>
                <a:lnTo>
                  <a:pt x="2565381" y="307348"/>
                </a:lnTo>
                <a:lnTo>
                  <a:pt x="2565711" y="308970"/>
                </a:lnTo>
                <a:lnTo>
                  <a:pt x="2566064" y="310555"/>
                </a:lnTo>
                <a:lnTo>
                  <a:pt x="2566443" y="312104"/>
                </a:lnTo>
                <a:lnTo>
                  <a:pt x="2566845" y="313617"/>
                </a:lnTo>
                <a:lnTo>
                  <a:pt x="2567272" y="315093"/>
                </a:lnTo>
                <a:lnTo>
                  <a:pt x="2567724" y="316533"/>
                </a:lnTo>
                <a:lnTo>
                  <a:pt x="2568200" y="317937"/>
                </a:lnTo>
                <a:lnTo>
                  <a:pt x="2568700" y="319305"/>
                </a:lnTo>
                <a:lnTo>
                  <a:pt x="2569225" y="320637"/>
                </a:lnTo>
                <a:lnTo>
                  <a:pt x="2569774" y="321932"/>
                </a:lnTo>
                <a:lnTo>
                  <a:pt x="2570348" y="323191"/>
                </a:lnTo>
                <a:lnTo>
                  <a:pt x="2570941" y="324417"/>
                </a:lnTo>
                <a:lnTo>
                  <a:pt x="2571550" y="325613"/>
                </a:lnTo>
                <a:lnTo>
                  <a:pt x="2572174" y="326779"/>
                </a:lnTo>
                <a:lnTo>
                  <a:pt x="2572814" y="327915"/>
                </a:lnTo>
                <a:lnTo>
                  <a:pt x="2573469" y="329022"/>
                </a:lnTo>
                <a:lnTo>
                  <a:pt x="2574140" y="330099"/>
                </a:lnTo>
                <a:lnTo>
                  <a:pt x="2574826" y="331147"/>
                </a:lnTo>
                <a:lnTo>
                  <a:pt x="2575528" y="332164"/>
                </a:lnTo>
                <a:lnTo>
                  <a:pt x="2576245" y="333152"/>
                </a:lnTo>
                <a:lnTo>
                  <a:pt x="2576978" y="334111"/>
                </a:lnTo>
                <a:lnTo>
                  <a:pt x="2577726" y="335039"/>
                </a:lnTo>
                <a:lnTo>
                  <a:pt x="2578489" y="335938"/>
                </a:lnTo>
                <a:lnTo>
                  <a:pt x="2579268" y="336808"/>
                </a:lnTo>
                <a:lnTo>
                  <a:pt x="2580063" y="337647"/>
                </a:lnTo>
                <a:lnTo>
                  <a:pt x="2580872" y="338457"/>
                </a:lnTo>
                <a:lnTo>
                  <a:pt x="2581698" y="339237"/>
                </a:lnTo>
                <a:lnTo>
                  <a:pt x="2582538" y="339988"/>
                </a:lnTo>
                <a:lnTo>
                  <a:pt x="2583395" y="340708"/>
                </a:lnTo>
                <a:lnTo>
                  <a:pt x="2584266" y="341399"/>
                </a:lnTo>
                <a:lnTo>
                  <a:pt x="2585154" y="342061"/>
                </a:lnTo>
                <a:lnTo>
                  <a:pt x="2586056" y="342693"/>
                </a:lnTo>
                <a:lnTo>
                  <a:pt x="2586974" y="343295"/>
                </a:lnTo>
                <a:lnTo>
                  <a:pt x="2587908" y="343867"/>
                </a:lnTo>
                <a:lnTo>
                  <a:pt x="2588857" y="344409"/>
                </a:lnTo>
                <a:lnTo>
                  <a:pt x="2589817" y="344926"/>
                </a:lnTo>
                <a:lnTo>
                  <a:pt x="2590783" y="345420"/>
                </a:lnTo>
                <a:lnTo>
                  <a:pt x="2591756" y="345892"/>
                </a:lnTo>
                <a:lnTo>
                  <a:pt x="2592735" y="346342"/>
                </a:lnTo>
                <a:lnTo>
                  <a:pt x="2593721" y="346771"/>
                </a:lnTo>
                <a:lnTo>
                  <a:pt x="2594714" y="347177"/>
                </a:lnTo>
                <a:lnTo>
                  <a:pt x="2595713" y="347561"/>
                </a:lnTo>
                <a:lnTo>
                  <a:pt x="2596718" y="347924"/>
                </a:lnTo>
                <a:lnTo>
                  <a:pt x="2597730" y="348264"/>
                </a:lnTo>
                <a:lnTo>
                  <a:pt x="2598749" y="348583"/>
                </a:lnTo>
                <a:lnTo>
                  <a:pt x="2599774" y="348879"/>
                </a:lnTo>
                <a:lnTo>
                  <a:pt x="2600806" y="349154"/>
                </a:lnTo>
                <a:lnTo>
                  <a:pt x="2601844" y="349406"/>
                </a:lnTo>
                <a:lnTo>
                  <a:pt x="2602888" y="349637"/>
                </a:lnTo>
                <a:lnTo>
                  <a:pt x="2603939" y="349846"/>
                </a:lnTo>
                <a:lnTo>
                  <a:pt x="2604997" y="350032"/>
                </a:lnTo>
                <a:lnTo>
                  <a:pt x="2606061" y="350197"/>
                </a:lnTo>
                <a:lnTo>
                  <a:pt x="2607131" y="350340"/>
                </a:lnTo>
                <a:lnTo>
                  <a:pt x="2608209" y="350461"/>
                </a:lnTo>
                <a:lnTo>
                  <a:pt x="2609292" y="350560"/>
                </a:lnTo>
                <a:lnTo>
                  <a:pt x="2610382" y="350636"/>
                </a:lnTo>
                <a:lnTo>
                  <a:pt x="2611479" y="350691"/>
                </a:lnTo>
                <a:lnTo>
                  <a:pt x="2612582" y="350724"/>
                </a:lnTo>
                <a:lnTo>
                  <a:pt x="2613692" y="350735"/>
                </a:lnTo>
                <a:lnTo>
                  <a:pt x="2614583" y="350733"/>
                </a:lnTo>
                <a:lnTo>
                  <a:pt x="2615462" y="350725"/>
                </a:lnTo>
                <a:lnTo>
                  <a:pt x="2616327" y="350712"/>
                </a:lnTo>
                <a:lnTo>
                  <a:pt x="2617180" y="350693"/>
                </a:lnTo>
                <a:lnTo>
                  <a:pt x="2618020" y="350669"/>
                </a:lnTo>
                <a:lnTo>
                  <a:pt x="2618846" y="350640"/>
                </a:lnTo>
                <a:lnTo>
                  <a:pt x="2619660" y="350606"/>
                </a:lnTo>
                <a:lnTo>
                  <a:pt x="2620460" y="350566"/>
                </a:lnTo>
                <a:lnTo>
                  <a:pt x="2621248" y="350521"/>
                </a:lnTo>
                <a:lnTo>
                  <a:pt x="2622022" y="350471"/>
                </a:lnTo>
                <a:lnTo>
                  <a:pt x="2622783" y="350415"/>
                </a:lnTo>
                <a:lnTo>
                  <a:pt x="2623532" y="350355"/>
                </a:lnTo>
                <a:lnTo>
                  <a:pt x="2624267" y="350289"/>
                </a:lnTo>
                <a:lnTo>
                  <a:pt x="2624990" y="350217"/>
                </a:lnTo>
                <a:lnTo>
                  <a:pt x="2625699" y="350140"/>
                </a:lnTo>
                <a:lnTo>
                  <a:pt x="2626395" y="350058"/>
                </a:lnTo>
                <a:lnTo>
                  <a:pt x="2627079" y="349971"/>
                </a:lnTo>
                <a:lnTo>
                  <a:pt x="2627749" y="349879"/>
                </a:lnTo>
                <a:lnTo>
                  <a:pt x="2628406" y="349781"/>
                </a:lnTo>
                <a:lnTo>
                  <a:pt x="2629051" y="349678"/>
                </a:lnTo>
                <a:lnTo>
                  <a:pt x="2629682" y="349569"/>
                </a:lnTo>
                <a:lnTo>
                  <a:pt x="2630300" y="349456"/>
                </a:lnTo>
                <a:lnTo>
                  <a:pt x="2630906" y="349337"/>
                </a:lnTo>
                <a:lnTo>
                  <a:pt x="2631498" y="349212"/>
                </a:lnTo>
                <a:lnTo>
                  <a:pt x="2632079" y="349085"/>
                </a:lnTo>
                <a:lnTo>
                  <a:pt x="2632650" y="348958"/>
                </a:lnTo>
                <a:lnTo>
                  <a:pt x="2633211" y="348830"/>
                </a:lnTo>
                <a:lnTo>
                  <a:pt x="2633763" y="348702"/>
                </a:lnTo>
                <a:lnTo>
                  <a:pt x="2634304" y="348573"/>
                </a:lnTo>
                <a:lnTo>
                  <a:pt x="2634836" y="348444"/>
                </a:lnTo>
                <a:lnTo>
                  <a:pt x="2635359" y="348314"/>
                </a:lnTo>
                <a:lnTo>
                  <a:pt x="2635871" y="348184"/>
                </a:lnTo>
                <a:lnTo>
                  <a:pt x="2636374" y="348054"/>
                </a:lnTo>
                <a:lnTo>
                  <a:pt x="2636867" y="347923"/>
                </a:lnTo>
                <a:lnTo>
                  <a:pt x="2637350" y="347792"/>
                </a:lnTo>
                <a:lnTo>
                  <a:pt x="2637824" y="347660"/>
                </a:lnTo>
                <a:lnTo>
                  <a:pt x="2638287" y="347528"/>
                </a:lnTo>
                <a:lnTo>
                  <a:pt x="2638741" y="347396"/>
                </a:lnTo>
                <a:lnTo>
                  <a:pt x="2639186" y="347263"/>
                </a:lnTo>
                <a:lnTo>
                  <a:pt x="2639620" y="347130"/>
                </a:lnTo>
                <a:lnTo>
                  <a:pt x="2640045" y="346996"/>
                </a:lnTo>
                <a:lnTo>
                  <a:pt x="2640460" y="346862"/>
                </a:lnTo>
                <a:lnTo>
                  <a:pt x="2640865" y="346728"/>
                </a:lnTo>
                <a:lnTo>
                  <a:pt x="2641260" y="346593"/>
                </a:lnTo>
                <a:lnTo>
                  <a:pt x="2641646" y="346458"/>
                </a:lnTo>
                <a:lnTo>
                  <a:pt x="2642021" y="346322"/>
                </a:lnTo>
                <a:lnTo>
                  <a:pt x="2642388" y="346186"/>
                </a:lnTo>
                <a:lnTo>
                  <a:pt x="2642744" y="346049"/>
                </a:lnTo>
                <a:lnTo>
                  <a:pt x="2642978" y="310671"/>
                </a:lnTo>
                <a:lnTo>
                  <a:pt x="2642816" y="310731"/>
                </a:lnTo>
                <a:lnTo>
                  <a:pt x="2642643" y="310791"/>
                </a:lnTo>
                <a:lnTo>
                  <a:pt x="2642458" y="310853"/>
                </a:lnTo>
                <a:lnTo>
                  <a:pt x="2642262" y="310915"/>
                </a:lnTo>
                <a:lnTo>
                  <a:pt x="2642055" y="310979"/>
                </a:lnTo>
                <a:lnTo>
                  <a:pt x="2641836" y="311045"/>
                </a:lnTo>
                <a:lnTo>
                  <a:pt x="2641606" y="311111"/>
                </a:lnTo>
                <a:lnTo>
                  <a:pt x="2641364" y="311179"/>
                </a:lnTo>
                <a:lnTo>
                  <a:pt x="2641111" y="311248"/>
                </a:lnTo>
                <a:lnTo>
                  <a:pt x="2640847" y="311318"/>
                </a:lnTo>
                <a:lnTo>
                  <a:pt x="2640571" y="311390"/>
                </a:lnTo>
                <a:lnTo>
                  <a:pt x="2640284" y="311462"/>
                </a:lnTo>
                <a:lnTo>
                  <a:pt x="2639985" y="311536"/>
                </a:lnTo>
                <a:lnTo>
                  <a:pt x="2639675" y="311611"/>
                </a:lnTo>
                <a:lnTo>
                  <a:pt x="2639354" y="311687"/>
                </a:lnTo>
                <a:lnTo>
                  <a:pt x="2639021" y="311765"/>
                </a:lnTo>
                <a:lnTo>
                  <a:pt x="2638677" y="311843"/>
                </a:lnTo>
                <a:lnTo>
                  <a:pt x="2638322" y="311923"/>
                </a:lnTo>
                <a:lnTo>
                  <a:pt x="2637955" y="312005"/>
                </a:lnTo>
                <a:lnTo>
                  <a:pt x="2637576" y="312087"/>
                </a:lnTo>
                <a:lnTo>
                  <a:pt x="2637187" y="312170"/>
                </a:lnTo>
                <a:lnTo>
                  <a:pt x="2636786" y="312255"/>
                </a:lnTo>
                <a:lnTo>
                  <a:pt x="2636373" y="312341"/>
                </a:lnTo>
                <a:lnTo>
                  <a:pt x="2635949" y="312429"/>
                </a:lnTo>
                <a:lnTo>
                  <a:pt x="2635521" y="312515"/>
                </a:lnTo>
                <a:lnTo>
                  <a:pt x="2635097" y="312597"/>
                </a:lnTo>
                <a:lnTo>
                  <a:pt x="2634675" y="312676"/>
                </a:lnTo>
                <a:lnTo>
                  <a:pt x="2634257" y="312751"/>
                </a:lnTo>
                <a:lnTo>
                  <a:pt x="2633842" y="312822"/>
                </a:lnTo>
                <a:lnTo>
                  <a:pt x="2633431" y="312890"/>
                </a:lnTo>
                <a:lnTo>
                  <a:pt x="2633022" y="312954"/>
                </a:lnTo>
                <a:lnTo>
                  <a:pt x="2632617" y="313014"/>
                </a:lnTo>
                <a:lnTo>
                  <a:pt x="2632215" y="313071"/>
                </a:lnTo>
                <a:lnTo>
                  <a:pt x="2631817" y="313124"/>
                </a:lnTo>
                <a:lnTo>
                  <a:pt x="2631421" y="313174"/>
                </a:lnTo>
                <a:lnTo>
                  <a:pt x="2631029" y="313219"/>
                </a:lnTo>
                <a:lnTo>
                  <a:pt x="2630640" y="313261"/>
                </a:lnTo>
                <a:lnTo>
                  <a:pt x="2630255" y="313300"/>
                </a:lnTo>
                <a:lnTo>
                  <a:pt x="2629872" y="313335"/>
                </a:lnTo>
                <a:lnTo>
                  <a:pt x="2629493" y="313366"/>
                </a:lnTo>
                <a:lnTo>
                  <a:pt x="2629117" y="313393"/>
                </a:lnTo>
                <a:lnTo>
                  <a:pt x="2628745" y="313417"/>
                </a:lnTo>
                <a:lnTo>
                  <a:pt x="2628376" y="313437"/>
                </a:lnTo>
                <a:lnTo>
                  <a:pt x="2628009" y="313454"/>
                </a:lnTo>
                <a:lnTo>
                  <a:pt x="2627647" y="313466"/>
                </a:lnTo>
                <a:lnTo>
                  <a:pt x="2627287" y="313476"/>
                </a:lnTo>
                <a:lnTo>
                  <a:pt x="2626931" y="313481"/>
                </a:lnTo>
                <a:lnTo>
                  <a:pt x="2626578" y="313483"/>
                </a:lnTo>
                <a:lnTo>
                  <a:pt x="2626110" y="313479"/>
                </a:lnTo>
                <a:lnTo>
                  <a:pt x="2625645" y="313468"/>
                </a:lnTo>
                <a:lnTo>
                  <a:pt x="2625183" y="313450"/>
                </a:lnTo>
                <a:lnTo>
                  <a:pt x="2624723" y="313424"/>
                </a:lnTo>
                <a:lnTo>
                  <a:pt x="2624265" y="313391"/>
                </a:lnTo>
                <a:lnTo>
                  <a:pt x="2623810" y="313351"/>
                </a:lnTo>
                <a:lnTo>
                  <a:pt x="2623357" y="313304"/>
                </a:lnTo>
                <a:lnTo>
                  <a:pt x="2622907" y="313249"/>
                </a:lnTo>
                <a:lnTo>
                  <a:pt x="2622459" y="313186"/>
                </a:lnTo>
                <a:lnTo>
                  <a:pt x="2622014" y="313117"/>
                </a:lnTo>
                <a:lnTo>
                  <a:pt x="2621571" y="313040"/>
                </a:lnTo>
                <a:lnTo>
                  <a:pt x="2621130" y="312956"/>
                </a:lnTo>
                <a:lnTo>
                  <a:pt x="2620692" y="312864"/>
                </a:lnTo>
                <a:lnTo>
                  <a:pt x="2620257" y="312765"/>
                </a:lnTo>
                <a:lnTo>
                  <a:pt x="2619823" y="312659"/>
                </a:lnTo>
                <a:lnTo>
                  <a:pt x="2619393" y="312546"/>
                </a:lnTo>
                <a:lnTo>
                  <a:pt x="2618964" y="312425"/>
                </a:lnTo>
                <a:lnTo>
                  <a:pt x="2618539" y="312297"/>
                </a:lnTo>
                <a:lnTo>
                  <a:pt x="2618115" y="312161"/>
                </a:lnTo>
                <a:lnTo>
                  <a:pt x="2617694" y="312019"/>
                </a:lnTo>
                <a:lnTo>
                  <a:pt x="2617276" y="311868"/>
                </a:lnTo>
                <a:lnTo>
                  <a:pt x="2616859" y="311711"/>
                </a:lnTo>
                <a:lnTo>
                  <a:pt x="2616446" y="311546"/>
                </a:lnTo>
                <a:lnTo>
                  <a:pt x="2616035" y="311374"/>
                </a:lnTo>
                <a:lnTo>
                  <a:pt x="2615628" y="311191"/>
                </a:lnTo>
                <a:lnTo>
                  <a:pt x="2615227" y="310992"/>
                </a:lnTo>
                <a:lnTo>
                  <a:pt x="2614832" y="310777"/>
                </a:lnTo>
                <a:lnTo>
                  <a:pt x="2614443" y="310548"/>
                </a:lnTo>
                <a:lnTo>
                  <a:pt x="2614061" y="310302"/>
                </a:lnTo>
                <a:lnTo>
                  <a:pt x="2613684" y="310041"/>
                </a:lnTo>
                <a:lnTo>
                  <a:pt x="2613314" y="309765"/>
                </a:lnTo>
                <a:lnTo>
                  <a:pt x="2612950" y="309473"/>
                </a:lnTo>
                <a:lnTo>
                  <a:pt x="2612592" y="309166"/>
                </a:lnTo>
                <a:lnTo>
                  <a:pt x="2612239" y="308843"/>
                </a:lnTo>
                <a:lnTo>
                  <a:pt x="2611894" y="308505"/>
                </a:lnTo>
                <a:lnTo>
                  <a:pt x="2611554" y="308151"/>
                </a:lnTo>
                <a:lnTo>
                  <a:pt x="2611220" y="307782"/>
                </a:lnTo>
                <a:lnTo>
                  <a:pt x="2610892" y="307397"/>
                </a:lnTo>
                <a:lnTo>
                  <a:pt x="2610571" y="306997"/>
                </a:lnTo>
                <a:lnTo>
                  <a:pt x="2610255" y="306581"/>
                </a:lnTo>
                <a:lnTo>
                  <a:pt x="2609946" y="306150"/>
                </a:lnTo>
                <a:lnTo>
                  <a:pt x="2609643" y="305703"/>
                </a:lnTo>
                <a:lnTo>
                  <a:pt x="2609346" y="305241"/>
                </a:lnTo>
                <a:lnTo>
                  <a:pt x="2609055" y="304763"/>
                </a:lnTo>
                <a:lnTo>
                  <a:pt x="2608770" y="304270"/>
                </a:lnTo>
                <a:lnTo>
                  <a:pt x="2608491" y="303762"/>
                </a:lnTo>
                <a:lnTo>
                  <a:pt x="2608218" y="303238"/>
                </a:lnTo>
                <a:lnTo>
                  <a:pt x="2607951" y="302698"/>
                </a:lnTo>
                <a:lnTo>
                  <a:pt x="2607693" y="302140"/>
                </a:lnTo>
                <a:lnTo>
                  <a:pt x="2607446" y="301560"/>
                </a:lnTo>
                <a:lnTo>
                  <a:pt x="2607210" y="300957"/>
                </a:lnTo>
                <a:lnTo>
                  <a:pt x="2606985" y="300333"/>
                </a:lnTo>
                <a:lnTo>
                  <a:pt x="2606771" y="299687"/>
                </a:lnTo>
                <a:lnTo>
                  <a:pt x="2606568" y="299019"/>
                </a:lnTo>
                <a:lnTo>
                  <a:pt x="2606375" y="298329"/>
                </a:lnTo>
                <a:lnTo>
                  <a:pt x="2606194" y="297617"/>
                </a:lnTo>
                <a:lnTo>
                  <a:pt x="2606024" y="296883"/>
                </a:lnTo>
                <a:lnTo>
                  <a:pt x="2605865" y="296127"/>
                </a:lnTo>
                <a:lnTo>
                  <a:pt x="2605717" y="295349"/>
                </a:lnTo>
                <a:lnTo>
                  <a:pt x="2605579" y="294549"/>
                </a:lnTo>
                <a:lnTo>
                  <a:pt x="2605453" y="293727"/>
                </a:lnTo>
                <a:lnTo>
                  <a:pt x="2605338" y="292883"/>
                </a:lnTo>
                <a:lnTo>
                  <a:pt x="2605233" y="292018"/>
                </a:lnTo>
                <a:lnTo>
                  <a:pt x="2605140" y="291130"/>
                </a:lnTo>
                <a:lnTo>
                  <a:pt x="2605058" y="290220"/>
                </a:lnTo>
                <a:lnTo>
                  <a:pt x="2604986" y="289289"/>
                </a:lnTo>
                <a:lnTo>
                  <a:pt x="2604926" y="288335"/>
                </a:lnTo>
                <a:lnTo>
                  <a:pt x="2604876" y="287359"/>
                </a:lnTo>
                <a:lnTo>
                  <a:pt x="2604838" y="286362"/>
                </a:lnTo>
                <a:lnTo>
                  <a:pt x="2604810" y="285342"/>
                </a:lnTo>
                <a:lnTo>
                  <a:pt x="2604794" y="284301"/>
                </a:lnTo>
                <a:lnTo>
                  <a:pt x="2604789" y="283237"/>
                </a:lnTo>
                <a:lnTo>
                  <a:pt x="2604789" y="125815"/>
                </a:lnTo>
                <a:lnTo>
                  <a:pt x="2642978" y="125815"/>
                </a:lnTo>
                <a:lnTo>
                  <a:pt x="2642978" y="92545"/>
                </a:lnTo>
                <a:lnTo>
                  <a:pt x="2604789" y="92545"/>
                </a:lnTo>
                <a:lnTo>
                  <a:pt x="2604789" y="30692"/>
                </a:lnTo>
                <a:lnTo>
                  <a:pt x="2563319" y="30692"/>
                </a:lnTo>
                <a:lnTo>
                  <a:pt x="2563319" y="92545"/>
                </a:lnTo>
                <a:lnTo>
                  <a:pt x="2524661" y="92545"/>
                </a:lnTo>
                <a:lnTo>
                  <a:pt x="2524661" y="125815"/>
                </a:lnTo>
                <a:close/>
                <a:moveTo>
                  <a:pt x="2954687" y="160494"/>
                </a:moveTo>
                <a:lnTo>
                  <a:pt x="2955225" y="159386"/>
                </a:lnTo>
                <a:lnTo>
                  <a:pt x="2955775" y="158290"/>
                </a:lnTo>
                <a:lnTo>
                  <a:pt x="2956338" y="157206"/>
                </a:lnTo>
                <a:lnTo>
                  <a:pt x="2956913" y="156134"/>
                </a:lnTo>
                <a:lnTo>
                  <a:pt x="2957500" y="155073"/>
                </a:lnTo>
                <a:lnTo>
                  <a:pt x="2958099" y="154024"/>
                </a:lnTo>
                <a:lnTo>
                  <a:pt x="2958710" y="152987"/>
                </a:lnTo>
                <a:lnTo>
                  <a:pt x="2959334" y="151962"/>
                </a:lnTo>
                <a:lnTo>
                  <a:pt x="2959969" y="150949"/>
                </a:lnTo>
                <a:lnTo>
                  <a:pt x="2960617" y="149947"/>
                </a:lnTo>
                <a:lnTo>
                  <a:pt x="2961276" y="148960"/>
                </a:lnTo>
                <a:lnTo>
                  <a:pt x="2961944" y="147991"/>
                </a:lnTo>
                <a:lnTo>
                  <a:pt x="2962622" y="147040"/>
                </a:lnTo>
                <a:lnTo>
                  <a:pt x="2963308" y="146107"/>
                </a:lnTo>
                <a:lnTo>
                  <a:pt x="2964005" y="145192"/>
                </a:lnTo>
                <a:lnTo>
                  <a:pt x="2964710" y="144295"/>
                </a:lnTo>
                <a:lnTo>
                  <a:pt x="2965425" y="143415"/>
                </a:lnTo>
                <a:lnTo>
                  <a:pt x="2966149" y="142554"/>
                </a:lnTo>
                <a:lnTo>
                  <a:pt x="2966883" y="141710"/>
                </a:lnTo>
                <a:lnTo>
                  <a:pt x="2967626" y="140884"/>
                </a:lnTo>
                <a:lnTo>
                  <a:pt x="2968378" y="140077"/>
                </a:lnTo>
                <a:lnTo>
                  <a:pt x="2969140" y="139287"/>
                </a:lnTo>
                <a:lnTo>
                  <a:pt x="2969911" y="138515"/>
                </a:lnTo>
                <a:lnTo>
                  <a:pt x="2970691" y="137761"/>
                </a:lnTo>
                <a:lnTo>
                  <a:pt x="2971481" y="137024"/>
                </a:lnTo>
                <a:lnTo>
                  <a:pt x="2972280" y="136306"/>
                </a:lnTo>
                <a:lnTo>
                  <a:pt x="2973088" y="135606"/>
                </a:lnTo>
                <a:lnTo>
                  <a:pt x="2973906" y="134923"/>
                </a:lnTo>
                <a:lnTo>
                  <a:pt x="2974733" y="134258"/>
                </a:lnTo>
                <a:lnTo>
                  <a:pt x="2975570" y="133612"/>
                </a:lnTo>
                <a:lnTo>
                  <a:pt x="2976416" y="132983"/>
                </a:lnTo>
                <a:lnTo>
                  <a:pt x="2977271" y="132372"/>
                </a:lnTo>
                <a:lnTo>
                  <a:pt x="2978135" y="131779"/>
                </a:lnTo>
                <a:lnTo>
                  <a:pt x="2979009" y="131204"/>
                </a:lnTo>
                <a:lnTo>
                  <a:pt x="2979891" y="130649"/>
                </a:lnTo>
                <a:lnTo>
                  <a:pt x="2980778" y="130118"/>
                </a:lnTo>
                <a:lnTo>
                  <a:pt x="2981671" y="129611"/>
                </a:lnTo>
                <a:lnTo>
                  <a:pt x="2982569" y="129128"/>
                </a:lnTo>
                <a:lnTo>
                  <a:pt x="2983473" y="128667"/>
                </a:lnTo>
                <a:lnTo>
                  <a:pt x="2984383" y="128231"/>
                </a:lnTo>
                <a:lnTo>
                  <a:pt x="2985299" y="127818"/>
                </a:lnTo>
                <a:lnTo>
                  <a:pt x="2986220" y="127429"/>
                </a:lnTo>
                <a:lnTo>
                  <a:pt x="2987147" y="127063"/>
                </a:lnTo>
                <a:lnTo>
                  <a:pt x="2988080" y="126721"/>
                </a:lnTo>
                <a:lnTo>
                  <a:pt x="2989018" y="126403"/>
                </a:lnTo>
                <a:lnTo>
                  <a:pt x="2989962" y="126108"/>
                </a:lnTo>
                <a:lnTo>
                  <a:pt x="2990912" y="125836"/>
                </a:lnTo>
                <a:lnTo>
                  <a:pt x="2991868" y="125589"/>
                </a:lnTo>
                <a:lnTo>
                  <a:pt x="2992829" y="125365"/>
                </a:lnTo>
                <a:lnTo>
                  <a:pt x="2993796" y="125164"/>
                </a:lnTo>
                <a:lnTo>
                  <a:pt x="2994768" y="124987"/>
                </a:lnTo>
                <a:lnTo>
                  <a:pt x="2995747" y="124834"/>
                </a:lnTo>
                <a:lnTo>
                  <a:pt x="2996730" y="124704"/>
                </a:lnTo>
                <a:lnTo>
                  <a:pt x="2997720" y="124598"/>
                </a:lnTo>
                <a:lnTo>
                  <a:pt x="2998715" y="124515"/>
                </a:lnTo>
                <a:lnTo>
                  <a:pt x="2999716" y="124456"/>
                </a:lnTo>
                <a:lnTo>
                  <a:pt x="3000723" y="124421"/>
                </a:lnTo>
                <a:lnTo>
                  <a:pt x="3001736" y="124409"/>
                </a:lnTo>
                <a:lnTo>
                  <a:pt x="3002841" y="124419"/>
                </a:lnTo>
                <a:lnTo>
                  <a:pt x="3003930" y="124447"/>
                </a:lnTo>
                <a:lnTo>
                  <a:pt x="3005003" y="124495"/>
                </a:lnTo>
                <a:lnTo>
                  <a:pt x="3006060" y="124562"/>
                </a:lnTo>
                <a:lnTo>
                  <a:pt x="3007102" y="124648"/>
                </a:lnTo>
                <a:lnTo>
                  <a:pt x="3008127" y="124753"/>
                </a:lnTo>
                <a:lnTo>
                  <a:pt x="3009137" y="124878"/>
                </a:lnTo>
                <a:lnTo>
                  <a:pt x="3010131" y="125021"/>
                </a:lnTo>
                <a:lnTo>
                  <a:pt x="3011109" y="125183"/>
                </a:lnTo>
                <a:lnTo>
                  <a:pt x="3012071" y="125365"/>
                </a:lnTo>
                <a:lnTo>
                  <a:pt x="3013018" y="125566"/>
                </a:lnTo>
                <a:lnTo>
                  <a:pt x="3013948" y="125786"/>
                </a:lnTo>
                <a:lnTo>
                  <a:pt x="3014863" y="126025"/>
                </a:lnTo>
                <a:lnTo>
                  <a:pt x="3015761" y="126283"/>
                </a:lnTo>
                <a:lnTo>
                  <a:pt x="3016644" y="126560"/>
                </a:lnTo>
                <a:lnTo>
                  <a:pt x="3017511" y="126856"/>
                </a:lnTo>
                <a:lnTo>
                  <a:pt x="3018362" y="127172"/>
                </a:lnTo>
                <a:lnTo>
                  <a:pt x="3019198" y="127506"/>
                </a:lnTo>
                <a:lnTo>
                  <a:pt x="3020017" y="127860"/>
                </a:lnTo>
                <a:lnTo>
                  <a:pt x="3020821" y="128233"/>
                </a:lnTo>
                <a:lnTo>
                  <a:pt x="3021608" y="128625"/>
                </a:lnTo>
                <a:lnTo>
                  <a:pt x="3022380" y="129036"/>
                </a:lnTo>
                <a:lnTo>
                  <a:pt x="3023136" y="129466"/>
                </a:lnTo>
                <a:lnTo>
                  <a:pt x="3023876" y="129915"/>
                </a:lnTo>
                <a:lnTo>
                  <a:pt x="3024601" y="130385"/>
                </a:lnTo>
                <a:lnTo>
                  <a:pt x="3025310" y="130878"/>
                </a:lnTo>
                <a:lnTo>
                  <a:pt x="3026003" y="131394"/>
                </a:lnTo>
                <a:lnTo>
                  <a:pt x="3026681" y="131933"/>
                </a:lnTo>
                <a:lnTo>
                  <a:pt x="3027344" y="132494"/>
                </a:lnTo>
                <a:lnTo>
                  <a:pt x="3027991" y="133078"/>
                </a:lnTo>
                <a:lnTo>
                  <a:pt x="3028623" y="133685"/>
                </a:lnTo>
                <a:lnTo>
                  <a:pt x="3029239" y="134314"/>
                </a:lnTo>
                <a:lnTo>
                  <a:pt x="3029840" y="134967"/>
                </a:lnTo>
                <a:lnTo>
                  <a:pt x="3030425" y="135642"/>
                </a:lnTo>
                <a:lnTo>
                  <a:pt x="3030995" y="136340"/>
                </a:lnTo>
                <a:lnTo>
                  <a:pt x="3031549" y="137061"/>
                </a:lnTo>
                <a:lnTo>
                  <a:pt x="3032088" y="137804"/>
                </a:lnTo>
                <a:lnTo>
                  <a:pt x="3032612" y="138571"/>
                </a:lnTo>
                <a:lnTo>
                  <a:pt x="3033120" y="139360"/>
                </a:lnTo>
                <a:lnTo>
                  <a:pt x="3033612" y="140172"/>
                </a:lnTo>
                <a:lnTo>
                  <a:pt x="3034089" y="141006"/>
                </a:lnTo>
                <a:lnTo>
                  <a:pt x="3034551" y="141864"/>
                </a:lnTo>
                <a:lnTo>
                  <a:pt x="3034997" y="142744"/>
                </a:lnTo>
                <a:lnTo>
                  <a:pt x="3035428" y="143647"/>
                </a:lnTo>
                <a:lnTo>
                  <a:pt x="3035843" y="144573"/>
                </a:lnTo>
                <a:lnTo>
                  <a:pt x="3036243" y="145521"/>
                </a:lnTo>
                <a:lnTo>
                  <a:pt x="3036628" y="146493"/>
                </a:lnTo>
                <a:lnTo>
                  <a:pt x="3036997" y="147487"/>
                </a:lnTo>
                <a:lnTo>
                  <a:pt x="3037350" y="148506"/>
                </a:lnTo>
                <a:lnTo>
                  <a:pt x="3037689" y="149552"/>
                </a:lnTo>
                <a:lnTo>
                  <a:pt x="3038012" y="150626"/>
                </a:lnTo>
                <a:lnTo>
                  <a:pt x="3038321" y="151727"/>
                </a:lnTo>
                <a:lnTo>
                  <a:pt x="3038614" y="152855"/>
                </a:lnTo>
                <a:lnTo>
                  <a:pt x="3038893" y="154010"/>
                </a:lnTo>
                <a:lnTo>
                  <a:pt x="3039156" y="155193"/>
                </a:lnTo>
                <a:lnTo>
                  <a:pt x="3039405" y="156403"/>
                </a:lnTo>
                <a:lnTo>
                  <a:pt x="3039638" y="157640"/>
                </a:lnTo>
                <a:lnTo>
                  <a:pt x="3039856" y="158905"/>
                </a:lnTo>
                <a:lnTo>
                  <a:pt x="3040059" y="160196"/>
                </a:lnTo>
                <a:lnTo>
                  <a:pt x="3040247" y="161515"/>
                </a:lnTo>
                <a:lnTo>
                  <a:pt x="3040420" y="162861"/>
                </a:lnTo>
                <a:lnTo>
                  <a:pt x="3040578" y="164235"/>
                </a:lnTo>
                <a:lnTo>
                  <a:pt x="3040721" y="165635"/>
                </a:lnTo>
                <a:lnTo>
                  <a:pt x="3040849" y="167063"/>
                </a:lnTo>
                <a:lnTo>
                  <a:pt x="3040962" y="168518"/>
                </a:lnTo>
                <a:lnTo>
                  <a:pt x="3041060" y="170001"/>
                </a:lnTo>
                <a:lnTo>
                  <a:pt x="3041143" y="171511"/>
                </a:lnTo>
                <a:lnTo>
                  <a:pt x="3041211" y="173048"/>
                </a:lnTo>
                <a:lnTo>
                  <a:pt x="3041263" y="174612"/>
                </a:lnTo>
                <a:lnTo>
                  <a:pt x="3041301" y="176203"/>
                </a:lnTo>
                <a:lnTo>
                  <a:pt x="3041323" y="177822"/>
                </a:lnTo>
                <a:lnTo>
                  <a:pt x="3041331" y="179468"/>
                </a:lnTo>
                <a:lnTo>
                  <a:pt x="3041331" y="346049"/>
                </a:lnTo>
                <a:lnTo>
                  <a:pt x="3082801" y="346049"/>
                </a:lnTo>
                <a:lnTo>
                  <a:pt x="3082801" y="179936"/>
                </a:lnTo>
                <a:lnTo>
                  <a:pt x="3082792" y="177860"/>
                </a:lnTo>
                <a:lnTo>
                  <a:pt x="3082767" y="175811"/>
                </a:lnTo>
                <a:lnTo>
                  <a:pt x="3082726" y="173788"/>
                </a:lnTo>
                <a:lnTo>
                  <a:pt x="3082667" y="171791"/>
                </a:lnTo>
                <a:lnTo>
                  <a:pt x="3082592" y="169821"/>
                </a:lnTo>
                <a:lnTo>
                  <a:pt x="3082501" y="167878"/>
                </a:lnTo>
                <a:lnTo>
                  <a:pt x="3082392" y="165960"/>
                </a:lnTo>
                <a:lnTo>
                  <a:pt x="3082267" y="164070"/>
                </a:lnTo>
                <a:lnTo>
                  <a:pt x="3082125" y="162205"/>
                </a:lnTo>
                <a:lnTo>
                  <a:pt x="3081967" y="160367"/>
                </a:lnTo>
                <a:lnTo>
                  <a:pt x="3081792" y="158556"/>
                </a:lnTo>
                <a:lnTo>
                  <a:pt x="3081600" y="156771"/>
                </a:lnTo>
                <a:lnTo>
                  <a:pt x="3081391" y="155012"/>
                </a:lnTo>
                <a:lnTo>
                  <a:pt x="3081166" y="153280"/>
                </a:lnTo>
                <a:lnTo>
                  <a:pt x="3080925" y="151574"/>
                </a:lnTo>
                <a:lnTo>
                  <a:pt x="3080666" y="149895"/>
                </a:lnTo>
                <a:lnTo>
                  <a:pt x="3080391" y="148242"/>
                </a:lnTo>
                <a:lnTo>
                  <a:pt x="3080099" y="146616"/>
                </a:lnTo>
                <a:lnTo>
                  <a:pt x="3079790" y="145016"/>
                </a:lnTo>
                <a:lnTo>
                  <a:pt x="3079465" y="143442"/>
                </a:lnTo>
                <a:lnTo>
                  <a:pt x="3079123" y="141895"/>
                </a:lnTo>
                <a:lnTo>
                  <a:pt x="3078765" y="140374"/>
                </a:lnTo>
                <a:lnTo>
                  <a:pt x="3078390" y="138880"/>
                </a:lnTo>
                <a:lnTo>
                  <a:pt x="3077998" y="137412"/>
                </a:lnTo>
                <a:lnTo>
                  <a:pt x="3077590" y="135969"/>
                </a:lnTo>
                <a:lnTo>
                  <a:pt x="3077169" y="134548"/>
                </a:lnTo>
                <a:lnTo>
                  <a:pt x="3076733" y="133149"/>
                </a:lnTo>
                <a:lnTo>
                  <a:pt x="3076283" y="131773"/>
                </a:lnTo>
                <a:lnTo>
                  <a:pt x="3075818" y="130419"/>
                </a:lnTo>
                <a:lnTo>
                  <a:pt x="3075340" y="129088"/>
                </a:lnTo>
                <a:lnTo>
                  <a:pt x="3074847" y="127778"/>
                </a:lnTo>
                <a:lnTo>
                  <a:pt x="3074340" y="126492"/>
                </a:lnTo>
                <a:lnTo>
                  <a:pt x="3073819" y="125227"/>
                </a:lnTo>
                <a:lnTo>
                  <a:pt x="3073283" y="123985"/>
                </a:lnTo>
                <a:lnTo>
                  <a:pt x="3072734" y="122766"/>
                </a:lnTo>
                <a:lnTo>
                  <a:pt x="3072170" y="121568"/>
                </a:lnTo>
                <a:lnTo>
                  <a:pt x="3071591" y="120393"/>
                </a:lnTo>
                <a:lnTo>
                  <a:pt x="3070999" y="119241"/>
                </a:lnTo>
                <a:lnTo>
                  <a:pt x="3070392" y="118111"/>
                </a:lnTo>
                <a:lnTo>
                  <a:pt x="3069771" y="117003"/>
                </a:lnTo>
                <a:lnTo>
                  <a:pt x="3069136" y="115917"/>
                </a:lnTo>
                <a:lnTo>
                  <a:pt x="3068487" y="114854"/>
                </a:lnTo>
                <a:lnTo>
                  <a:pt x="3067823" y="113814"/>
                </a:lnTo>
                <a:lnTo>
                  <a:pt x="3067145" y="112795"/>
                </a:lnTo>
                <a:lnTo>
                  <a:pt x="3066453" y="111799"/>
                </a:lnTo>
                <a:lnTo>
                  <a:pt x="3065747" y="110826"/>
                </a:lnTo>
                <a:lnTo>
                  <a:pt x="3065026" y="109875"/>
                </a:lnTo>
                <a:lnTo>
                  <a:pt x="3064292" y="108946"/>
                </a:lnTo>
                <a:lnTo>
                  <a:pt x="3063543" y="108039"/>
                </a:lnTo>
                <a:lnTo>
                  <a:pt x="3062782" y="107152"/>
                </a:lnTo>
                <a:lnTo>
                  <a:pt x="3062007" y="106286"/>
                </a:lnTo>
                <a:lnTo>
                  <a:pt x="3061220" y="105441"/>
                </a:lnTo>
                <a:lnTo>
                  <a:pt x="3060419" y="104617"/>
                </a:lnTo>
                <a:lnTo>
                  <a:pt x="3059606" y="103813"/>
                </a:lnTo>
                <a:lnTo>
                  <a:pt x="3058779" y="103031"/>
                </a:lnTo>
                <a:lnTo>
                  <a:pt x="3057940" y="102269"/>
                </a:lnTo>
                <a:lnTo>
                  <a:pt x="3057087" y="101527"/>
                </a:lnTo>
                <a:lnTo>
                  <a:pt x="3056222" y="100807"/>
                </a:lnTo>
                <a:lnTo>
                  <a:pt x="3055343" y="100107"/>
                </a:lnTo>
                <a:lnTo>
                  <a:pt x="3054451" y="99428"/>
                </a:lnTo>
                <a:lnTo>
                  <a:pt x="3053547" y="98769"/>
                </a:lnTo>
                <a:lnTo>
                  <a:pt x="3052629" y="98132"/>
                </a:lnTo>
                <a:lnTo>
                  <a:pt x="3051698" y="97515"/>
                </a:lnTo>
                <a:lnTo>
                  <a:pt x="3050755" y="96919"/>
                </a:lnTo>
                <a:lnTo>
                  <a:pt x="3049798" y="96343"/>
                </a:lnTo>
                <a:lnTo>
                  <a:pt x="3048828" y="95789"/>
                </a:lnTo>
                <a:lnTo>
                  <a:pt x="3047846" y="95255"/>
                </a:lnTo>
                <a:lnTo>
                  <a:pt x="3046850" y="94742"/>
                </a:lnTo>
                <a:lnTo>
                  <a:pt x="3045841" y="94249"/>
                </a:lnTo>
                <a:lnTo>
                  <a:pt x="3044819" y="93778"/>
                </a:lnTo>
                <a:lnTo>
                  <a:pt x="3043785" y="93327"/>
                </a:lnTo>
                <a:lnTo>
                  <a:pt x="3042737" y="92897"/>
                </a:lnTo>
                <a:lnTo>
                  <a:pt x="3041678" y="92486"/>
                </a:lnTo>
                <a:lnTo>
                  <a:pt x="3040609" y="92092"/>
                </a:lnTo>
                <a:lnTo>
                  <a:pt x="3039530" y="91716"/>
                </a:lnTo>
                <a:lnTo>
                  <a:pt x="3038441" y="91358"/>
                </a:lnTo>
                <a:lnTo>
                  <a:pt x="3037343" y="91017"/>
                </a:lnTo>
                <a:lnTo>
                  <a:pt x="3036235" y="90693"/>
                </a:lnTo>
                <a:lnTo>
                  <a:pt x="3035117" y="90387"/>
                </a:lnTo>
                <a:lnTo>
                  <a:pt x="3033990" y="90098"/>
                </a:lnTo>
                <a:lnTo>
                  <a:pt x="3032853" y="89827"/>
                </a:lnTo>
                <a:lnTo>
                  <a:pt x="3031705" y="89574"/>
                </a:lnTo>
                <a:lnTo>
                  <a:pt x="3030549" y="89337"/>
                </a:lnTo>
                <a:lnTo>
                  <a:pt x="3029382" y="89119"/>
                </a:lnTo>
                <a:lnTo>
                  <a:pt x="3028206" y="88918"/>
                </a:lnTo>
                <a:lnTo>
                  <a:pt x="3027020" y="88734"/>
                </a:lnTo>
                <a:lnTo>
                  <a:pt x="3025824" y="88568"/>
                </a:lnTo>
                <a:lnTo>
                  <a:pt x="3024618" y="88419"/>
                </a:lnTo>
                <a:lnTo>
                  <a:pt x="3023403" y="88288"/>
                </a:lnTo>
                <a:lnTo>
                  <a:pt x="3022178" y="88174"/>
                </a:lnTo>
                <a:lnTo>
                  <a:pt x="3020943" y="88078"/>
                </a:lnTo>
                <a:lnTo>
                  <a:pt x="3019698" y="87999"/>
                </a:lnTo>
                <a:lnTo>
                  <a:pt x="3018444" y="87938"/>
                </a:lnTo>
                <a:lnTo>
                  <a:pt x="3017179" y="87895"/>
                </a:lnTo>
                <a:lnTo>
                  <a:pt x="3015905" y="87868"/>
                </a:lnTo>
                <a:lnTo>
                  <a:pt x="3014622" y="87860"/>
                </a:lnTo>
                <a:lnTo>
                  <a:pt x="3012988" y="87875"/>
                </a:lnTo>
                <a:lnTo>
                  <a:pt x="3011366" y="87922"/>
                </a:lnTo>
                <a:lnTo>
                  <a:pt x="3009756" y="88000"/>
                </a:lnTo>
                <a:lnTo>
                  <a:pt x="3008159" y="88110"/>
                </a:lnTo>
                <a:lnTo>
                  <a:pt x="3006574" y="88251"/>
                </a:lnTo>
                <a:lnTo>
                  <a:pt x="3005001" y="88423"/>
                </a:lnTo>
                <a:lnTo>
                  <a:pt x="3003440" y="88627"/>
                </a:lnTo>
                <a:lnTo>
                  <a:pt x="3001892" y="88862"/>
                </a:lnTo>
                <a:lnTo>
                  <a:pt x="3000355" y="89128"/>
                </a:lnTo>
                <a:lnTo>
                  <a:pt x="2998831" y="89426"/>
                </a:lnTo>
                <a:lnTo>
                  <a:pt x="2997319" y="89754"/>
                </a:lnTo>
                <a:lnTo>
                  <a:pt x="2995820" y="90115"/>
                </a:lnTo>
                <a:lnTo>
                  <a:pt x="2994332" y="90506"/>
                </a:lnTo>
                <a:lnTo>
                  <a:pt x="2992857" y="90929"/>
                </a:lnTo>
                <a:lnTo>
                  <a:pt x="2991394" y="91383"/>
                </a:lnTo>
                <a:lnTo>
                  <a:pt x="2989943" y="91869"/>
                </a:lnTo>
                <a:lnTo>
                  <a:pt x="2988504" y="92385"/>
                </a:lnTo>
                <a:lnTo>
                  <a:pt x="2987078" y="92933"/>
                </a:lnTo>
                <a:lnTo>
                  <a:pt x="2985663" y="93513"/>
                </a:lnTo>
                <a:lnTo>
                  <a:pt x="2984261" y="94124"/>
                </a:lnTo>
                <a:lnTo>
                  <a:pt x="2982871" y="94766"/>
                </a:lnTo>
                <a:lnTo>
                  <a:pt x="2981494" y="95439"/>
                </a:lnTo>
                <a:lnTo>
                  <a:pt x="2980128" y="96144"/>
                </a:lnTo>
                <a:lnTo>
                  <a:pt x="2978775" y="96880"/>
                </a:lnTo>
                <a:lnTo>
                  <a:pt x="2977436" y="97644"/>
                </a:lnTo>
                <a:lnTo>
                  <a:pt x="2976112" y="98434"/>
                </a:lnTo>
                <a:lnTo>
                  <a:pt x="2974805" y="99250"/>
                </a:lnTo>
                <a:lnTo>
                  <a:pt x="2973513" y="100092"/>
                </a:lnTo>
                <a:lnTo>
                  <a:pt x="2972237" y="100959"/>
                </a:lnTo>
                <a:lnTo>
                  <a:pt x="2970977" y="101851"/>
                </a:lnTo>
                <a:lnTo>
                  <a:pt x="2969733" y="102769"/>
                </a:lnTo>
                <a:lnTo>
                  <a:pt x="2968505" y="103713"/>
                </a:lnTo>
                <a:lnTo>
                  <a:pt x="2967293" y="104683"/>
                </a:lnTo>
                <a:lnTo>
                  <a:pt x="2966096" y="105678"/>
                </a:lnTo>
                <a:lnTo>
                  <a:pt x="2964916" y="106699"/>
                </a:lnTo>
                <a:lnTo>
                  <a:pt x="2963751" y="107745"/>
                </a:lnTo>
                <a:lnTo>
                  <a:pt x="2962602" y="108817"/>
                </a:lnTo>
                <a:lnTo>
                  <a:pt x="2961469" y="109915"/>
                </a:lnTo>
                <a:lnTo>
                  <a:pt x="2960352" y="111038"/>
                </a:lnTo>
                <a:lnTo>
                  <a:pt x="2959251" y="112187"/>
                </a:lnTo>
                <a:lnTo>
                  <a:pt x="2958165" y="113361"/>
                </a:lnTo>
                <a:lnTo>
                  <a:pt x="2957096" y="114562"/>
                </a:lnTo>
                <a:lnTo>
                  <a:pt x="2956042" y="115787"/>
                </a:lnTo>
                <a:lnTo>
                  <a:pt x="2955004" y="117039"/>
                </a:lnTo>
                <a:lnTo>
                  <a:pt x="2953982" y="118316"/>
                </a:lnTo>
                <a:lnTo>
                  <a:pt x="2953002" y="119585"/>
                </a:lnTo>
                <a:lnTo>
                  <a:pt x="2951831" y="92545"/>
                </a:lnTo>
                <a:lnTo>
                  <a:pt x="2912705" y="92545"/>
                </a:lnTo>
                <a:lnTo>
                  <a:pt x="2912705" y="346049"/>
                </a:lnTo>
                <a:lnTo>
                  <a:pt x="2954174" y="346049"/>
                </a:lnTo>
                <a:lnTo>
                  <a:pt x="2954174" y="161585"/>
                </a:lnTo>
                <a:lnTo>
                  <a:pt x="2954687" y="160494"/>
                </a:lnTo>
                <a:close/>
                <a:moveTo>
                  <a:pt x="1901438" y="346049"/>
                </a:moveTo>
                <a:lnTo>
                  <a:pt x="1909170" y="346049"/>
                </a:lnTo>
                <a:lnTo>
                  <a:pt x="2042950" y="346049"/>
                </a:lnTo>
                <a:lnTo>
                  <a:pt x="2042950" y="309266"/>
                </a:lnTo>
                <a:lnTo>
                  <a:pt x="1909170" y="309266"/>
                </a:lnTo>
                <a:lnTo>
                  <a:pt x="1909170" y="4920"/>
                </a:lnTo>
                <a:lnTo>
                  <a:pt x="1866060" y="4920"/>
                </a:lnTo>
                <a:lnTo>
                  <a:pt x="1866060" y="346049"/>
                </a:lnTo>
                <a:lnTo>
                  <a:pt x="1901438" y="346049"/>
                </a:lnTo>
                <a:close/>
                <a:moveTo>
                  <a:pt x="3431066" y="252360"/>
                </a:moveTo>
                <a:lnTo>
                  <a:pt x="3430772" y="254362"/>
                </a:lnTo>
                <a:lnTo>
                  <a:pt x="3430461" y="256329"/>
                </a:lnTo>
                <a:lnTo>
                  <a:pt x="3430135" y="258260"/>
                </a:lnTo>
                <a:lnTo>
                  <a:pt x="3429792" y="260155"/>
                </a:lnTo>
                <a:lnTo>
                  <a:pt x="3429434" y="262014"/>
                </a:lnTo>
                <a:lnTo>
                  <a:pt x="3429060" y="263837"/>
                </a:lnTo>
                <a:lnTo>
                  <a:pt x="3428670" y="265624"/>
                </a:lnTo>
                <a:lnTo>
                  <a:pt x="3428265" y="267375"/>
                </a:lnTo>
                <a:lnTo>
                  <a:pt x="3427843" y="269091"/>
                </a:lnTo>
                <a:lnTo>
                  <a:pt x="3427405" y="270771"/>
                </a:lnTo>
                <a:lnTo>
                  <a:pt x="3426952" y="272414"/>
                </a:lnTo>
                <a:lnTo>
                  <a:pt x="3426483" y="274022"/>
                </a:lnTo>
                <a:lnTo>
                  <a:pt x="3425998" y="275594"/>
                </a:lnTo>
                <a:lnTo>
                  <a:pt x="3425497" y="277131"/>
                </a:lnTo>
                <a:lnTo>
                  <a:pt x="3424980" y="278631"/>
                </a:lnTo>
                <a:lnTo>
                  <a:pt x="3424448" y="280095"/>
                </a:lnTo>
                <a:lnTo>
                  <a:pt x="3423899" y="281524"/>
                </a:lnTo>
                <a:lnTo>
                  <a:pt x="3423330" y="282918"/>
                </a:lnTo>
                <a:lnTo>
                  <a:pt x="3422736" y="284280"/>
                </a:lnTo>
                <a:lnTo>
                  <a:pt x="3422118" y="285611"/>
                </a:lnTo>
                <a:lnTo>
                  <a:pt x="3421475" y="286909"/>
                </a:lnTo>
                <a:lnTo>
                  <a:pt x="3420807" y="288176"/>
                </a:lnTo>
                <a:lnTo>
                  <a:pt x="3420114" y="289411"/>
                </a:lnTo>
                <a:lnTo>
                  <a:pt x="3419396" y="290614"/>
                </a:lnTo>
                <a:lnTo>
                  <a:pt x="3418653" y="291786"/>
                </a:lnTo>
                <a:lnTo>
                  <a:pt x="3417886" y="292925"/>
                </a:lnTo>
                <a:lnTo>
                  <a:pt x="3417094" y="294033"/>
                </a:lnTo>
                <a:lnTo>
                  <a:pt x="3416277" y="295109"/>
                </a:lnTo>
                <a:lnTo>
                  <a:pt x="3415435" y="296153"/>
                </a:lnTo>
                <a:lnTo>
                  <a:pt x="3414569" y="297165"/>
                </a:lnTo>
                <a:lnTo>
                  <a:pt x="3413677" y="298145"/>
                </a:lnTo>
                <a:lnTo>
                  <a:pt x="3412761" y="299094"/>
                </a:lnTo>
                <a:lnTo>
                  <a:pt x="3411820" y="300010"/>
                </a:lnTo>
                <a:lnTo>
                  <a:pt x="3410854" y="300895"/>
                </a:lnTo>
                <a:lnTo>
                  <a:pt x="3409863" y="301748"/>
                </a:lnTo>
                <a:lnTo>
                  <a:pt x="3408848" y="302569"/>
                </a:lnTo>
                <a:lnTo>
                  <a:pt x="3407808" y="303359"/>
                </a:lnTo>
                <a:lnTo>
                  <a:pt x="3406743" y="304116"/>
                </a:lnTo>
                <a:lnTo>
                  <a:pt x="3405653" y="304842"/>
                </a:lnTo>
                <a:lnTo>
                  <a:pt x="3404538" y="305536"/>
                </a:lnTo>
                <a:lnTo>
                  <a:pt x="3403398" y="306198"/>
                </a:lnTo>
                <a:lnTo>
                  <a:pt x="3402229" y="306831"/>
                </a:lnTo>
                <a:lnTo>
                  <a:pt x="3401026" y="307436"/>
                </a:lnTo>
                <a:lnTo>
                  <a:pt x="3399789" y="308015"/>
                </a:lnTo>
                <a:lnTo>
                  <a:pt x="3398517" y="308567"/>
                </a:lnTo>
                <a:lnTo>
                  <a:pt x="3397212" y="309092"/>
                </a:lnTo>
                <a:lnTo>
                  <a:pt x="3395872" y="309590"/>
                </a:lnTo>
                <a:lnTo>
                  <a:pt x="3394498" y="310061"/>
                </a:lnTo>
                <a:lnTo>
                  <a:pt x="3393090" y="310505"/>
                </a:lnTo>
                <a:lnTo>
                  <a:pt x="3391647" y="310923"/>
                </a:lnTo>
                <a:lnTo>
                  <a:pt x="3390171" y="311313"/>
                </a:lnTo>
                <a:lnTo>
                  <a:pt x="3388660" y="311677"/>
                </a:lnTo>
                <a:lnTo>
                  <a:pt x="3387115" y="312013"/>
                </a:lnTo>
                <a:lnTo>
                  <a:pt x="3385536" y="312323"/>
                </a:lnTo>
                <a:lnTo>
                  <a:pt x="3383923" y="312605"/>
                </a:lnTo>
                <a:lnTo>
                  <a:pt x="3382276" y="312861"/>
                </a:lnTo>
                <a:lnTo>
                  <a:pt x="3380594" y="313090"/>
                </a:lnTo>
                <a:lnTo>
                  <a:pt x="3378878" y="313292"/>
                </a:lnTo>
                <a:lnTo>
                  <a:pt x="3377128" y="313467"/>
                </a:lnTo>
                <a:lnTo>
                  <a:pt x="3375344" y="313615"/>
                </a:lnTo>
                <a:lnTo>
                  <a:pt x="3373526" y="313736"/>
                </a:lnTo>
                <a:lnTo>
                  <a:pt x="3371674" y="313830"/>
                </a:lnTo>
                <a:lnTo>
                  <a:pt x="3369787" y="313898"/>
                </a:lnTo>
                <a:lnTo>
                  <a:pt x="3367867" y="313938"/>
                </a:lnTo>
                <a:lnTo>
                  <a:pt x="3365912" y="313951"/>
                </a:lnTo>
                <a:lnTo>
                  <a:pt x="3364360" y="313937"/>
                </a:lnTo>
                <a:lnTo>
                  <a:pt x="3362827" y="313895"/>
                </a:lnTo>
                <a:lnTo>
                  <a:pt x="3361314" y="313823"/>
                </a:lnTo>
                <a:lnTo>
                  <a:pt x="3359820" y="313724"/>
                </a:lnTo>
                <a:lnTo>
                  <a:pt x="3358346" y="313596"/>
                </a:lnTo>
                <a:lnTo>
                  <a:pt x="3356891" y="313439"/>
                </a:lnTo>
                <a:lnTo>
                  <a:pt x="3355456" y="313254"/>
                </a:lnTo>
                <a:lnTo>
                  <a:pt x="3354041" y="313040"/>
                </a:lnTo>
                <a:lnTo>
                  <a:pt x="3352645" y="312798"/>
                </a:lnTo>
                <a:lnTo>
                  <a:pt x="3351268" y="312528"/>
                </a:lnTo>
                <a:lnTo>
                  <a:pt x="3349911" y="312229"/>
                </a:lnTo>
                <a:lnTo>
                  <a:pt x="3348574" y="311901"/>
                </a:lnTo>
                <a:lnTo>
                  <a:pt x="3347256" y="311546"/>
                </a:lnTo>
                <a:lnTo>
                  <a:pt x="3345958" y="311161"/>
                </a:lnTo>
                <a:lnTo>
                  <a:pt x="3344679" y="310748"/>
                </a:lnTo>
                <a:lnTo>
                  <a:pt x="3343420" y="310307"/>
                </a:lnTo>
                <a:lnTo>
                  <a:pt x="3342180" y="309837"/>
                </a:lnTo>
                <a:lnTo>
                  <a:pt x="3340960" y="309339"/>
                </a:lnTo>
                <a:lnTo>
                  <a:pt x="3339759" y="308812"/>
                </a:lnTo>
                <a:lnTo>
                  <a:pt x="3338578" y="308257"/>
                </a:lnTo>
                <a:lnTo>
                  <a:pt x="3337416" y="307673"/>
                </a:lnTo>
                <a:lnTo>
                  <a:pt x="3336274" y="307061"/>
                </a:lnTo>
                <a:lnTo>
                  <a:pt x="3335151" y="306420"/>
                </a:lnTo>
                <a:lnTo>
                  <a:pt x="3334048" y="305751"/>
                </a:lnTo>
                <a:lnTo>
                  <a:pt x="3332963" y="305057"/>
                </a:lnTo>
                <a:lnTo>
                  <a:pt x="3331896" y="304340"/>
                </a:lnTo>
                <a:lnTo>
                  <a:pt x="3330847" y="303601"/>
                </a:lnTo>
                <a:lnTo>
                  <a:pt x="3329814" y="302839"/>
                </a:lnTo>
                <a:lnTo>
                  <a:pt x="3328800" y="302055"/>
                </a:lnTo>
                <a:lnTo>
                  <a:pt x="3327803" y="301248"/>
                </a:lnTo>
                <a:lnTo>
                  <a:pt x="3326823" y="300420"/>
                </a:lnTo>
                <a:lnTo>
                  <a:pt x="3325861" y="299569"/>
                </a:lnTo>
                <a:lnTo>
                  <a:pt x="3324916" y="298695"/>
                </a:lnTo>
                <a:lnTo>
                  <a:pt x="3323989" y="297799"/>
                </a:lnTo>
                <a:lnTo>
                  <a:pt x="3323079" y="296881"/>
                </a:lnTo>
                <a:lnTo>
                  <a:pt x="3322187" y="295940"/>
                </a:lnTo>
                <a:lnTo>
                  <a:pt x="3321312" y="294977"/>
                </a:lnTo>
                <a:lnTo>
                  <a:pt x="3320455" y="293992"/>
                </a:lnTo>
                <a:lnTo>
                  <a:pt x="3319615" y="292984"/>
                </a:lnTo>
                <a:lnTo>
                  <a:pt x="3318793" y="291954"/>
                </a:lnTo>
                <a:lnTo>
                  <a:pt x="3317988" y="290902"/>
                </a:lnTo>
                <a:lnTo>
                  <a:pt x="3317201" y="289827"/>
                </a:lnTo>
                <a:lnTo>
                  <a:pt x="3316431" y="288729"/>
                </a:lnTo>
                <a:lnTo>
                  <a:pt x="3315679" y="287610"/>
                </a:lnTo>
                <a:lnTo>
                  <a:pt x="3314944" y="286468"/>
                </a:lnTo>
                <a:lnTo>
                  <a:pt x="3314227" y="285304"/>
                </a:lnTo>
                <a:lnTo>
                  <a:pt x="3313527" y="284117"/>
                </a:lnTo>
                <a:lnTo>
                  <a:pt x="3312845" y="282908"/>
                </a:lnTo>
                <a:lnTo>
                  <a:pt x="3312179" y="281679"/>
                </a:lnTo>
                <a:lnTo>
                  <a:pt x="3311528" y="280434"/>
                </a:lnTo>
                <a:lnTo>
                  <a:pt x="3310893" y="279172"/>
                </a:lnTo>
                <a:lnTo>
                  <a:pt x="3310274" y="277893"/>
                </a:lnTo>
                <a:lnTo>
                  <a:pt x="3309670" y="276598"/>
                </a:lnTo>
                <a:lnTo>
                  <a:pt x="3309081" y="275286"/>
                </a:lnTo>
                <a:lnTo>
                  <a:pt x="3308508" y="273957"/>
                </a:lnTo>
                <a:lnTo>
                  <a:pt x="3307950" y="272612"/>
                </a:lnTo>
                <a:lnTo>
                  <a:pt x="3307408" y="271250"/>
                </a:lnTo>
                <a:lnTo>
                  <a:pt x="3306881" y="269871"/>
                </a:lnTo>
                <a:lnTo>
                  <a:pt x="3306370" y="268476"/>
                </a:lnTo>
                <a:lnTo>
                  <a:pt x="3305874" y="267064"/>
                </a:lnTo>
                <a:lnTo>
                  <a:pt x="3305394" y="265635"/>
                </a:lnTo>
                <a:lnTo>
                  <a:pt x="3304929" y="264190"/>
                </a:lnTo>
                <a:lnTo>
                  <a:pt x="3304480" y="262728"/>
                </a:lnTo>
                <a:lnTo>
                  <a:pt x="3304046" y="261249"/>
                </a:lnTo>
                <a:lnTo>
                  <a:pt x="3303627" y="259753"/>
                </a:lnTo>
                <a:lnTo>
                  <a:pt x="3303224" y="258241"/>
                </a:lnTo>
                <a:lnTo>
                  <a:pt x="3302836" y="256712"/>
                </a:lnTo>
                <a:lnTo>
                  <a:pt x="3302464" y="255167"/>
                </a:lnTo>
                <a:lnTo>
                  <a:pt x="3302107" y="253605"/>
                </a:lnTo>
                <a:lnTo>
                  <a:pt x="3301766" y="252026"/>
                </a:lnTo>
                <a:lnTo>
                  <a:pt x="3301440" y="250430"/>
                </a:lnTo>
                <a:lnTo>
                  <a:pt x="3301130" y="248818"/>
                </a:lnTo>
                <a:lnTo>
                  <a:pt x="3300834" y="247192"/>
                </a:lnTo>
                <a:lnTo>
                  <a:pt x="3300550" y="245556"/>
                </a:lnTo>
                <a:lnTo>
                  <a:pt x="3300279" y="243909"/>
                </a:lnTo>
                <a:lnTo>
                  <a:pt x="3300020" y="242252"/>
                </a:lnTo>
                <a:lnTo>
                  <a:pt x="3299774" y="240583"/>
                </a:lnTo>
                <a:lnTo>
                  <a:pt x="3299541" y="238905"/>
                </a:lnTo>
                <a:lnTo>
                  <a:pt x="3299320" y="237216"/>
                </a:lnTo>
                <a:lnTo>
                  <a:pt x="3299112" y="235516"/>
                </a:lnTo>
                <a:lnTo>
                  <a:pt x="3298917" y="233805"/>
                </a:lnTo>
                <a:lnTo>
                  <a:pt x="3298734" y="232084"/>
                </a:lnTo>
                <a:lnTo>
                  <a:pt x="3298564" y="230353"/>
                </a:lnTo>
                <a:lnTo>
                  <a:pt x="3298406" y="228611"/>
                </a:lnTo>
                <a:lnTo>
                  <a:pt x="3298261" y="226858"/>
                </a:lnTo>
                <a:lnTo>
                  <a:pt x="3298129" y="225095"/>
                </a:lnTo>
                <a:lnTo>
                  <a:pt x="3298009" y="223321"/>
                </a:lnTo>
                <a:lnTo>
                  <a:pt x="3297902" y="221536"/>
                </a:lnTo>
                <a:lnTo>
                  <a:pt x="3297807" y="219741"/>
                </a:lnTo>
                <a:lnTo>
                  <a:pt x="3297725" y="217936"/>
                </a:lnTo>
                <a:lnTo>
                  <a:pt x="3297656" y="216119"/>
                </a:lnTo>
                <a:lnTo>
                  <a:pt x="3297599" y="214293"/>
                </a:lnTo>
                <a:lnTo>
                  <a:pt x="3297555" y="212455"/>
                </a:lnTo>
                <a:lnTo>
                  <a:pt x="3297524" y="210607"/>
                </a:lnTo>
                <a:lnTo>
                  <a:pt x="3297505" y="208749"/>
                </a:lnTo>
                <a:lnTo>
                  <a:pt x="3297498" y="206880"/>
                </a:lnTo>
                <a:lnTo>
                  <a:pt x="3297498" y="143387"/>
                </a:lnTo>
                <a:lnTo>
                  <a:pt x="3297506" y="141384"/>
                </a:lnTo>
                <a:lnTo>
                  <a:pt x="3297528" y="139396"/>
                </a:lnTo>
                <a:lnTo>
                  <a:pt x="3297566" y="137425"/>
                </a:lnTo>
                <a:lnTo>
                  <a:pt x="3297619" y="135470"/>
                </a:lnTo>
                <a:lnTo>
                  <a:pt x="3297686" y="133530"/>
                </a:lnTo>
                <a:lnTo>
                  <a:pt x="3297769" y="131606"/>
                </a:lnTo>
                <a:lnTo>
                  <a:pt x="3297867" y="129698"/>
                </a:lnTo>
                <a:lnTo>
                  <a:pt x="3297980" y="127806"/>
                </a:lnTo>
                <a:lnTo>
                  <a:pt x="3298108" y="125930"/>
                </a:lnTo>
                <a:lnTo>
                  <a:pt x="3298251" y="124070"/>
                </a:lnTo>
                <a:lnTo>
                  <a:pt x="3298409" y="122225"/>
                </a:lnTo>
                <a:lnTo>
                  <a:pt x="3298582" y="120397"/>
                </a:lnTo>
                <a:lnTo>
                  <a:pt x="3298770" y="118584"/>
                </a:lnTo>
                <a:lnTo>
                  <a:pt x="3298973" y="116787"/>
                </a:lnTo>
                <a:lnTo>
                  <a:pt x="3299192" y="115006"/>
                </a:lnTo>
                <a:lnTo>
                  <a:pt x="3299425" y="113241"/>
                </a:lnTo>
                <a:lnTo>
                  <a:pt x="3299673" y="111492"/>
                </a:lnTo>
                <a:lnTo>
                  <a:pt x="3299936" y="109759"/>
                </a:lnTo>
                <a:lnTo>
                  <a:pt x="3300215" y="108041"/>
                </a:lnTo>
                <a:lnTo>
                  <a:pt x="3300508" y="106339"/>
                </a:lnTo>
                <a:lnTo>
                  <a:pt x="3300817" y="104654"/>
                </a:lnTo>
                <a:lnTo>
                  <a:pt x="3301140" y="102984"/>
                </a:lnTo>
                <a:lnTo>
                  <a:pt x="3301479" y="101330"/>
                </a:lnTo>
                <a:lnTo>
                  <a:pt x="3301833" y="99691"/>
                </a:lnTo>
                <a:lnTo>
                  <a:pt x="3302202" y="98071"/>
                </a:lnTo>
                <a:lnTo>
                  <a:pt x="3302586" y="96470"/>
                </a:lnTo>
                <a:lnTo>
                  <a:pt x="3302986" y="94888"/>
                </a:lnTo>
                <a:lnTo>
                  <a:pt x="3303401" y="93326"/>
                </a:lnTo>
                <a:lnTo>
                  <a:pt x="3303832" y="91784"/>
                </a:lnTo>
                <a:lnTo>
                  <a:pt x="3304278" y="90261"/>
                </a:lnTo>
                <a:lnTo>
                  <a:pt x="3304740" y="88758"/>
                </a:lnTo>
                <a:lnTo>
                  <a:pt x="3305217" y="87274"/>
                </a:lnTo>
                <a:lnTo>
                  <a:pt x="3305710" y="85809"/>
                </a:lnTo>
                <a:lnTo>
                  <a:pt x="3306218" y="84365"/>
                </a:lnTo>
                <a:lnTo>
                  <a:pt x="3306741" y="82939"/>
                </a:lnTo>
                <a:lnTo>
                  <a:pt x="3307280" y="81534"/>
                </a:lnTo>
                <a:lnTo>
                  <a:pt x="3307834" y="80147"/>
                </a:lnTo>
                <a:lnTo>
                  <a:pt x="3308404" y="78781"/>
                </a:lnTo>
                <a:lnTo>
                  <a:pt x="3308990" y="77434"/>
                </a:lnTo>
                <a:lnTo>
                  <a:pt x="3309590" y="76106"/>
                </a:lnTo>
                <a:lnTo>
                  <a:pt x="3310207" y="74798"/>
                </a:lnTo>
                <a:lnTo>
                  <a:pt x="3310838" y="73509"/>
                </a:lnTo>
                <a:lnTo>
                  <a:pt x="3311486" y="72240"/>
                </a:lnTo>
                <a:lnTo>
                  <a:pt x="3312148" y="70991"/>
                </a:lnTo>
                <a:lnTo>
                  <a:pt x="3312826" y="69760"/>
                </a:lnTo>
                <a:lnTo>
                  <a:pt x="3313520" y="68550"/>
                </a:lnTo>
                <a:lnTo>
                  <a:pt x="3314229" y="67359"/>
                </a:lnTo>
                <a:lnTo>
                  <a:pt x="3314953" y="66188"/>
                </a:lnTo>
                <a:lnTo>
                  <a:pt x="3315694" y="65037"/>
                </a:lnTo>
                <a:lnTo>
                  <a:pt x="3316452" y="63909"/>
                </a:lnTo>
                <a:lnTo>
                  <a:pt x="3317227" y="62803"/>
                </a:lnTo>
                <a:lnTo>
                  <a:pt x="3318018" y="61720"/>
                </a:lnTo>
                <a:lnTo>
                  <a:pt x="3318828" y="60659"/>
                </a:lnTo>
                <a:lnTo>
                  <a:pt x="3319654" y="59620"/>
                </a:lnTo>
                <a:lnTo>
                  <a:pt x="3320497" y="58604"/>
                </a:lnTo>
                <a:lnTo>
                  <a:pt x="3321357" y="57610"/>
                </a:lnTo>
                <a:lnTo>
                  <a:pt x="3322235" y="56638"/>
                </a:lnTo>
                <a:lnTo>
                  <a:pt x="3323129" y="55689"/>
                </a:lnTo>
                <a:lnTo>
                  <a:pt x="3324041" y="54762"/>
                </a:lnTo>
                <a:lnTo>
                  <a:pt x="3324969" y="53858"/>
                </a:lnTo>
                <a:lnTo>
                  <a:pt x="3325915" y="52976"/>
                </a:lnTo>
                <a:lnTo>
                  <a:pt x="3326878" y="52116"/>
                </a:lnTo>
                <a:lnTo>
                  <a:pt x="3327858" y="51279"/>
                </a:lnTo>
                <a:lnTo>
                  <a:pt x="3328854" y="50464"/>
                </a:lnTo>
                <a:lnTo>
                  <a:pt x="3329869" y="49671"/>
                </a:lnTo>
                <a:lnTo>
                  <a:pt x="3330900" y="48901"/>
                </a:lnTo>
                <a:lnTo>
                  <a:pt x="3331948" y="48153"/>
                </a:lnTo>
                <a:lnTo>
                  <a:pt x="3333013" y="47428"/>
                </a:lnTo>
                <a:lnTo>
                  <a:pt x="3334096" y="46725"/>
                </a:lnTo>
                <a:lnTo>
                  <a:pt x="3335195" y="46044"/>
                </a:lnTo>
                <a:lnTo>
                  <a:pt x="3336312" y="45386"/>
                </a:lnTo>
                <a:lnTo>
                  <a:pt x="3337445" y="44750"/>
                </a:lnTo>
                <a:lnTo>
                  <a:pt x="3338596" y="44138"/>
                </a:lnTo>
                <a:lnTo>
                  <a:pt x="3339765" y="43552"/>
                </a:lnTo>
                <a:lnTo>
                  <a:pt x="3340950" y="42993"/>
                </a:lnTo>
                <a:lnTo>
                  <a:pt x="3342154" y="42459"/>
                </a:lnTo>
                <a:lnTo>
                  <a:pt x="3343375" y="41951"/>
                </a:lnTo>
                <a:lnTo>
                  <a:pt x="3344613" y="41470"/>
                </a:lnTo>
                <a:lnTo>
                  <a:pt x="3345869" y="41014"/>
                </a:lnTo>
                <a:lnTo>
                  <a:pt x="3347142" y="40585"/>
                </a:lnTo>
                <a:lnTo>
                  <a:pt x="3348433" y="40181"/>
                </a:lnTo>
                <a:lnTo>
                  <a:pt x="3349741" y="39804"/>
                </a:lnTo>
                <a:lnTo>
                  <a:pt x="3351067" y="39452"/>
                </a:lnTo>
                <a:lnTo>
                  <a:pt x="3352411" y="39127"/>
                </a:lnTo>
                <a:lnTo>
                  <a:pt x="3353771" y="38827"/>
                </a:lnTo>
                <a:lnTo>
                  <a:pt x="3355150" y="38554"/>
                </a:lnTo>
                <a:lnTo>
                  <a:pt x="3356545" y="38307"/>
                </a:lnTo>
                <a:lnTo>
                  <a:pt x="3357959" y="38085"/>
                </a:lnTo>
                <a:lnTo>
                  <a:pt x="3359390" y="37890"/>
                </a:lnTo>
                <a:lnTo>
                  <a:pt x="3360838" y="37721"/>
                </a:lnTo>
                <a:lnTo>
                  <a:pt x="3362304" y="37578"/>
                </a:lnTo>
                <a:lnTo>
                  <a:pt x="3363787" y="37461"/>
                </a:lnTo>
                <a:lnTo>
                  <a:pt x="3365288" y="37370"/>
                </a:lnTo>
                <a:lnTo>
                  <a:pt x="3366806" y="37305"/>
                </a:lnTo>
                <a:lnTo>
                  <a:pt x="3368341" y="37265"/>
                </a:lnTo>
                <a:lnTo>
                  <a:pt x="3369895" y="37252"/>
                </a:lnTo>
                <a:lnTo>
                  <a:pt x="3371638" y="37267"/>
                </a:lnTo>
                <a:lnTo>
                  <a:pt x="3373355" y="37309"/>
                </a:lnTo>
                <a:lnTo>
                  <a:pt x="3375044" y="37379"/>
                </a:lnTo>
                <a:lnTo>
                  <a:pt x="3376705" y="37478"/>
                </a:lnTo>
                <a:lnTo>
                  <a:pt x="3378340" y="37605"/>
                </a:lnTo>
                <a:lnTo>
                  <a:pt x="3379947" y="37759"/>
                </a:lnTo>
                <a:lnTo>
                  <a:pt x="3381527" y="37943"/>
                </a:lnTo>
                <a:lnTo>
                  <a:pt x="3383080" y="38154"/>
                </a:lnTo>
                <a:lnTo>
                  <a:pt x="3384606" y="38393"/>
                </a:lnTo>
                <a:lnTo>
                  <a:pt x="3386104" y="38661"/>
                </a:lnTo>
                <a:lnTo>
                  <a:pt x="3387575" y="38957"/>
                </a:lnTo>
                <a:lnTo>
                  <a:pt x="3389019" y="39281"/>
                </a:lnTo>
                <a:lnTo>
                  <a:pt x="3390435" y="39633"/>
                </a:lnTo>
                <a:lnTo>
                  <a:pt x="3391825" y="40013"/>
                </a:lnTo>
                <a:lnTo>
                  <a:pt x="3393187" y="40421"/>
                </a:lnTo>
                <a:lnTo>
                  <a:pt x="3394521" y="40858"/>
                </a:lnTo>
                <a:lnTo>
                  <a:pt x="3395829" y="41323"/>
                </a:lnTo>
                <a:lnTo>
                  <a:pt x="3397109" y="41816"/>
                </a:lnTo>
                <a:lnTo>
                  <a:pt x="3398362" y="42337"/>
                </a:lnTo>
                <a:lnTo>
                  <a:pt x="3399588" y="42886"/>
                </a:lnTo>
                <a:lnTo>
                  <a:pt x="3400786" y="43463"/>
                </a:lnTo>
                <a:lnTo>
                  <a:pt x="3401958" y="44069"/>
                </a:lnTo>
                <a:lnTo>
                  <a:pt x="3403102" y="44703"/>
                </a:lnTo>
                <a:lnTo>
                  <a:pt x="3404218" y="45365"/>
                </a:lnTo>
                <a:lnTo>
                  <a:pt x="3405310" y="46056"/>
                </a:lnTo>
                <a:lnTo>
                  <a:pt x="3406380" y="46778"/>
                </a:lnTo>
                <a:lnTo>
                  <a:pt x="3407427" y="47531"/>
                </a:lnTo>
                <a:lnTo>
                  <a:pt x="3408452" y="48315"/>
                </a:lnTo>
                <a:lnTo>
                  <a:pt x="3409454" y="49130"/>
                </a:lnTo>
                <a:lnTo>
                  <a:pt x="3410435" y="49976"/>
                </a:lnTo>
                <a:lnTo>
                  <a:pt x="3411392" y="50853"/>
                </a:lnTo>
                <a:lnTo>
                  <a:pt x="3412328" y="51761"/>
                </a:lnTo>
                <a:lnTo>
                  <a:pt x="3413241" y="52700"/>
                </a:lnTo>
                <a:lnTo>
                  <a:pt x="3414131" y="53670"/>
                </a:lnTo>
                <a:lnTo>
                  <a:pt x="3414999" y="54671"/>
                </a:lnTo>
                <a:lnTo>
                  <a:pt x="3415845" y="55703"/>
                </a:lnTo>
                <a:lnTo>
                  <a:pt x="3416669" y="56766"/>
                </a:lnTo>
                <a:lnTo>
                  <a:pt x="3417470" y="57860"/>
                </a:lnTo>
                <a:lnTo>
                  <a:pt x="3418249" y="58985"/>
                </a:lnTo>
                <a:lnTo>
                  <a:pt x="3419005" y="60141"/>
                </a:lnTo>
                <a:lnTo>
                  <a:pt x="3419739" y="61329"/>
                </a:lnTo>
                <a:lnTo>
                  <a:pt x="3420451" y="62547"/>
                </a:lnTo>
                <a:lnTo>
                  <a:pt x="3421140" y="63796"/>
                </a:lnTo>
                <a:lnTo>
                  <a:pt x="3421807" y="65076"/>
                </a:lnTo>
                <a:lnTo>
                  <a:pt x="3422451" y="66387"/>
                </a:lnTo>
                <a:lnTo>
                  <a:pt x="3423073" y="67730"/>
                </a:lnTo>
                <a:lnTo>
                  <a:pt x="3423673" y="69103"/>
                </a:lnTo>
                <a:lnTo>
                  <a:pt x="3424250" y="70507"/>
                </a:lnTo>
                <a:lnTo>
                  <a:pt x="3424808" y="71944"/>
                </a:lnTo>
                <a:lnTo>
                  <a:pt x="3425347" y="73416"/>
                </a:lnTo>
                <a:lnTo>
                  <a:pt x="3425869" y="74923"/>
                </a:lnTo>
                <a:lnTo>
                  <a:pt x="3426372" y="76464"/>
                </a:lnTo>
                <a:lnTo>
                  <a:pt x="3426858" y="78040"/>
                </a:lnTo>
                <a:lnTo>
                  <a:pt x="3427326" y="79650"/>
                </a:lnTo>
                <a:lnTo>
                  <a:pt x="3427775" y="81295"/>
                </a:lnTo>
                <a:lnTo>
                  <a:pt x="3428207" y="82975"/>
                </a:lnTo>
                <a:lnTo>
                  <a:pt x="3428621" y="84690"/>
                </a:lnTo>
                <a:lnTo>
                  <a:pt x="3429018" y="86439"/>
                </a:lnTo>
                <a:lnTo>
                  <a:pt x="3429396" y="88223"/>
                </a:lnTo>
                <a:lnTo>
                  <a:pt x="3429756" y="90041"/>
                </a:lnTo>
                <a:lnTo>
                  <a:pt x="3430099" y="91895"/>
                </a:lnTo>
                <a:lnTo>
                  <a:pt x="3430423" y="93783"/>
                </a:lnTo>
                <a:lnTo>
                  <a:pt x="3430730" y="95705"/>
                </a:lnTo>
                <a:lnTo>
                  <a:pt x="3431019" y="97662"/>
                </a:lnTo>
                <a:lnTo>
                  <a:pt x="3431290" y="99654"/>
                </a:lnTo>
                <a:lnTo>
                  <a:pt x="3431543" y="101681"/>
                </a:lnTo>
                <a:lnTo>
                  <a:pt x="3431778" y="103742"/>
                </a:lnTo>
                <a:lnTo>
                  <a:pt x="3431995" y="105838"/>
                </a:lnTo>
                <a:lnTo>
                  <a:pt x="3432194" y="107969"/>
                </a:lnTo>
                <a:lnTo>
                  <a:pt x="3432376" y="110134"/>
                </a:lnTo>
                <a:lnTo>
                  <a:pt x="3432539" y="112334"/>
                </a:lnTo>
                <a:lnTo>
                  <a:pt x="3432685" y="114569"/>
                </a:lnTo>
                <a:lnTo>
                  <a:pt x="3475795" y="114569"/>
                </a:lnTo>
                <a:lnTo>
                  <a:pt x="3475658" y="111517"/>
                </a:lnTo>
                <a:lnTo>
                  <a:pt x="3475483" y="108505"/>
                </a:lnTo>
                <a:lnTo>
                  <a:pt x="3475269" y="105532"/>
                </a:lnTo>
                <a:lnTo>
                  <a:pt x="3475017" y="102599"/>
                </a:lnTo>
                <a:lnTo>
                  <a:pt x="3474726" y="99706"/>
                </a:lnTo>
                <a:lnTo>
                  <a:pt x="3474396" y="96852"/>
                </a:lnTo>
                <a:lnTo>
                  <a:pt x="3474028" y="94037"/>
                </a:lnTo>
                <a:lnTo>
                  <a:pt x="3473621" y="91262"/>
                </a:lnTo>
                <a:lnTo>
                  <a:pt x="3473175" y="88527"/>
                </a:lnTo>
                <a:lnTo>
                  <a:pt x="3472691" y="85831"/>
                </a:lnTo>
                <a:lnTo>
                  <a:pt x="3472168" y="83175"/>
                </a:lnTo>
                <a:lnTo>
                  <a:pt x="3471607" y="80558"/>
                </a:lnTo>
                <a:lnTo>
                  <a:pt x="3471007" y="77981"/>
                </a:lnTo>
                <a:lnTo>
                  <a:pt x="3470368" y="75443"/>
                </a:lnTo>
                <a:lnTo>
                  <a:pt x="3469690" y="72945"/>
                </a:lnTo>
                <a:lnTo>
                  <a:pt x="3468974" y="70486"/>
                </a:lnTo>
                <a:lnTo>
                  <a:pt x="3468219" y="68067"/>
                </a:lnTo>
                <a:lnTo>
                  <a:pt x="3467426" y="65687"/>
                </a:lnTo>
                <a:lnTo>
                  <a:pt x="3466594" y="63347"/>
                </a:lnTo>
                <a:lnTo>
                  <a:pt x="3465723" y="61047"/>
                </a:lnTo>
                <a:lnTo>
                  <a:pt x="3464814" y="58786"/>
                </a:lnTo>
                <a:lnTo>
                  <a:pt x="3463866" y="56564"/>
                </a:lnTo>
                <a:lnTo>
                  <a:pt x="3462880" y="54382"/>
                </a:lnTo>
                <a:lnTo>
                  <a:pt x="3461854" y="52240"/>
                </a:lnTo>
                <a:lnTo>
                  <a:pt x="3460791" y="50138"/>
                </a:lnTo>
                <a:lnTo>
                  <a:pt x="3459692" y="48078"/>
                </a:lnTo>
                <a:lnTo>
                  <a:pt x="3458556" y="46061"/>
                </a:lnTo>
                <a:lnTo>
                  <a:pt x="3457383" y="44086"/>
                </a:lnTo>
                <a:lnTo>
                  <a:pt x="3456174" y="42154"/>
                </a:lnTo>
                <a:lnTo>
                  <a:pt x="3454928" y="40264"/>
                </a:lnTo>
                <a:lnTo>
                  <a:pt x="3453646" y="38416"/>
                </a:lnTo>
                <a:lnTo>
                  <a:pt x="3452326" y="36611"/>
                </a:lnTo>
                <a:lnTo>
                  <a:pt x="3450971" y="34849"/>
                </a:lnTo>
                <a:lnTo>
                  <a:pt x="3449578" y="33129"/>
                </a:lnTo>
                <a:lnTo>
                  <a:pt x="3448149" y="31451"/>
                </a:lnTo>
                <a:lnTo>
                  <a:pt x="3446684" y="29815"/>
                </a:lnTo>
                <a:lnTo>
                  <a:pt x="3445182" y="28223"/>
                </a:lnTo>
                <a:lnTo>
                  <a:pt x="3443643" y="26672"/>
                </a:lnTo>
                <a:lnTo>
                  <a:pt x="3442068" y="25164"/>
                </a:lnTo>
                <a:lnTo>
                  <a:pt x="3440456" y="23698"/>
                </a:lnTo>
                <a:lnTo>
                  <a:pt x="3438807" y="22275"/>
                </a:lnTo>
                <a:lnTo>
                  <a:pt x="3437122" y="20895"/>
                </a:lnTo>
                <a:lnTo>
                  <a:pt x="3435400" y="19556"/>
                </a:lnTo>
                <a:lnTo>
                  <a:pt x="3433642" y="18260"/>
                </a:lnTo>
                <a:lnTo>
                  <a:pt x="3431847" y="17007"/>
                </a:lnTo>
                <a:lnTo>
                  <a:pt x="3430015" y="15796"/>
                </a:lnTo>
                <a:lnTo>
                  <a:pt x="3428147" y="14627"/>
                </a:lnTo>
                <a:lnTo>
                  <a:pt x="3426242" y="13501"/>
                </a:lnTo>
                <a:lnTo>
                  <a:pt x="3424301" y="12419"/>
                </a:lnTo>
                <a:lnTo>
                  <a:pt x="3422325" y="11382"/>
                </a:lnTo>
                <a:lnTo>
                  <a:pt x="3420313" y="10392"/>
                </a:lnTo>
                <a:lnTo>
                  <a:pt x="3418266" y="9447"/>
                </a:lnTo>
                <a:lnTo>
                  <a:pt x="3416184" y="8549"/>
                </a:lnTo>
                <a:lnTo>
                  <a:pt x="3414066" y="7697"/>
                </a:lnTo>
                <a:lnTo>
                  <a:pt x="3411913" y="6891"/>
                </a:lnTo>
                <a:lnTo>
                  <a:pt x="3409724" y="6131"/>
                </a:lnTo>
                <a:lnTo>
                  <a:pt x="3407500" y="5417"/>
                </a:lnTo>
                <a:lnTo>
                  <a:pt x="3405241" y="4749"/>
                </a:lnTo>
                <a:lnTo>
                  <a:pt x="3402946" y="4127"/>
                </a:lnTo>
                <a:lnTo>
                  <a:pt x="3400616" y="3551"/>
                </a:lnTo>
                <a:lnTo>
                  <a:pt x="3398251" y="3021"/>
                </a:lnTo>
                <a:lnTo>
                  <a:pt x="3395850" y="2538"/>
                </a:lnTo>
                <a:lnTo>
                  <a:pt x="3393414" y="2100"/>
                </a:lnTo>
                <a:lnTo>
                  <a:pt x="3390942" y="1708"/>
                </a:lnTo>
                <a:lnTo>
                  <a:pt x="3388435" y="1363"/>
                </a:lnTo>
                <a:lnTo>
                  <a:pt x="3385892" y="1063"/>
                </a:lnTo>
                <a:lnTo>
                  <a:pt x="3383315" y="810"/>
                </a:lnTo>
                <a:lnTo>
                  <a:pt x="3380701" y="603"/>
                </a:lnTo>
                <a:lnTo>
                  <a:pt x="3378053" y="442"/>
                </a:lnTo>
                <a:lnTo>
                  <a:pt x="3375369" y="326"/>
                </a:lnTo>
                <a:lnTo>
                  <a:pt x="3372649" y="257"/>
                </a:lnTo>
                <a:lnTo>
                  <a:pt x="3369895" y="234"/>
                </a:lnTo>
                <a:lnTo>
                  <a:pt x="3367640" y="252"/>
                </a:lnTo>
                <a:lnTo>
                  <a:pt x="3365405" y="304"/>
                </a:lnTo>
                <a:lnTo>
                  <a:pt x="3363190" y="392"/>
                </a:lnTo>
                <a:lnTo>
                  <a:pt x="3360995" y="514"/>
                </a:lnTo>
                <a:lnTo>
                  <a:pt x="3358820" y="672"/>
                </a:lnTo>
                <a:lnTo>
                  <a:pt x="3356664" y="864"/>
                </a:lnTo>
                <a:lnTo>
                  <a:pt x="3354529" y="1091"/>
                </a:lnTo>
                <a:lnTo>
                  <a:pt x="3352414" y="1354"/>
                </a:lnTo>
                <a:lnTo>
                  <a:pt x="3350318" y="1651"/>
                </a:lnTo>
                <a:lnTo>
                  <a:pt x="3348243" y="1983"/>
                </a:lnTo>
                <a:lnTo>
                  <a:pt x="3346187" y="2351"/>
                </a:lnTo>
                <a:lnTo>
                  <a:pt x="3344152" y="2753"/>
                </a:lnTo>
                <a:lnTo>
                  <a:pt x="3342136" y="3190"/>
                </a:lnTo>
                <a:lnTo>
                  <a:pt x="3340140" y="3662"/>
                </a:lnTo>
                <a:lnTo>
                  <a:pt x="3338165" y="4170"/>
                </a:lnTo>
                <a:lnTo>
                  <a:pt x="3336209" y="4712"/>
                </a:lnTo>
                <a:lnTo>
                  <a:pt x="3334273" y="5289"/>
                </a:lnTo>
                <a:lnTo>
                  <a:pt x="3332357" y="5901"/>
                </a:lnTo>
                <a:lnTo>
                  <a:pt x="3330461" y="6548"/>
                </a:lnTo>
                <a:lnTo>
                  <a:pt x="3328584" y="7231"/>
                </a:lnTo>
                <a:lnTo>
                  <a:pt x="3326728" y="7948"/>
                </a:lnTo>
                <a:lnTo>
                  <a:pt x="3324892" y="8700"/>
                </a:lnTo>
                <a:lnTo>
                  <a:pt x="3323075" y="9487"/>
                </a:lnTo>
                <a:lnTo>
                  <a:pt x="3321279" y="10309"/>
                </a:lnTo>
                <a:lnTo>
                  <a:pt x="3319504" y="11164"/>
                </a:lnTo>
                <a:lnTo>
                  <a:pt x="3317752" y="12049"/>
                </a:lnTo>
                <a:lnTo>
                  <a:pt x="3316022" y="12965"/>
                </a:lnTo>
                <a:lnTo>
                  <a:pt x="3314315" y="13911"/>
                </a:lnTo>
                <a:lnTo>
                  <a:pt x="3312631" y="14888"/>
                </a:lnTo>
                <a:lnTo>
                  <a:pt x="3310970" y="15895"/>
                </a:lnTo>
                <a:lnTo>
                  <a:pt x="3309332" y="16933"/>
                </a:lnTo>
                <a:lnTo>
                  <a:pt x="3307716" y="18001"/>
                </a:lnTo>
                <a:lnTo>
                  <a:pt x="3306123" y="19100"/>
                </a:lnTo>
                <a:lnTo>
                  <a:pt x="3304553" y="20230"/>
                </a:lnTo>
                <a:lnTo>
                  <a:pt x="3303006" y="21390"/>
                </a:lnTo>
                <a:lnTo>
                  <a:pt x="3301481" y="22580"/>
                </a:lnTo>
                <a:lnTo>
                  <a:pt x="3299980" y="23801"/>
                </a:lnTo>
                <a:lnTo>
                  <a:pt x="3298501" y="25052"/>
                </a:lnTo>
                <a:lnTo>
                  <a:pt x="3297044" y="26334"/>
                </a:lnTo>
                <a:lnTo>
                  <a:pt x="3295611" y="27646"/>
                </a:lnTo>
                <a:lnTo>
                  <a:pt x="3294200" y="28989"/>
                </a:lnTo>
                <a:lnTo>
                  <a:pt x="3292813" y="30363"/>
                </a:lnTo>
                <a:lnTo>
                  <a:pt x="3291447" y="31767"/>
                </a:lnTo>
                <a:lnTo>
                  <a:pt x="3290105" y="33201"/>
                </a:lnTo>
                <a:lnTo>
                  <a:pt x="3288786" y="34666"/>
                </a:lnTo>
                <a:lnTo>
                  <a:pt x="3287489" y="36162"/>
                </a:lnTo>
                <a:lnTo>
                  <a:pt x="3286215" y="37687"/>
                </a:lnTo>
                <a:lnTo>
                  <a:pt x="3284964" y="39244"/>
                </a:lnTo>
                <a:lnTo>
                  <a:pt x="3283736" y="40829"/>
                </a:lnTo>
                <a:lnTo>
                  <a:pt x="3282533" y="42440"/>
                </a:lnTo>
                <a:lnTo>
                  <a:pt x="3281354" y="44078"/>
                </a:lnTo>
                <a:lnTo>
                  <a:pt x="3280200" y="45742"/>
                </a:lnTo>
                <a:lnTo>
                  <a:pt x="3279070" y="47433"/>
                </a:lnTo>
                <a:lnTo>
                  <a:pt x="3277964" y="49150"/>
                </a:lnTo>
                <a:lnTo>
                  <a:pt x="3276883" y="50894"/>
                </a:lnTo>
                <a:lnTo>
                  <a:pt x="3275826" y="52664"/>
                </a:lnTo>
                <a:lnTo>
                  <a:pt x="3274794" y="54460"/>
                </a:lnTo>
                <a:lnTo>
                  <a:pt x="3273786" y="56283"/>
                </a:lnTo>
                <a:lnTo>
                  <a:pt x="3272803" y="58132"/>
                </a:lnTo>
                <a:lnTo>
                  <a:pt x="3271843" y="60008"/>
                </a:lnTo>
                <a:lnTo>
                  <a:pt x="3270909" y="61910"/>
                </a:lnTo>
                <a:lnTo>
                  <a:pt x="3269998" y="63839"/>
                </a:lnTo>
                <a:lnTo>
                  <a:pt x="3269112" y="65794"/>
                </a:lnTo>
                <a:lnTo>
                  <a:pt x="3268251" y="67775"/>
                </a:lnTo>
                <a:lnTo>
                  <a:pt x="3267414" y="69783"/>
                </a:lnTo>
                <a:lnTo>
                  <a:pt x="3266601" y="71818"/>
                </a:lnTo>
                <a:lnTo>
                  <a:pt x="3265813" y="73879"/>
                </a:lnTo>
                <a:lnTo>
                  <a:pt x="3265049" y="75966"/>
                </a:lnTo>
                <a:lnTo>
                  <a:pt x="3264309" y="78080"/>
                </a:lnTo>
                <a:lnTo>
                  <a:pt x="3263594" y="80220"/>
                </a:lnTo>
                <a:lnTo>
                  <a:pt x="3262904" y="82386"/>
                </a:lnTo>
                <a:lnTo>
                  <a:pt x="3262237" y="84579"/>
                </a:lnTo>
                <a:lnTo>
                  <a:pt x="3261597" y="86797"/>
                </a:lnTo>
                <a:lnTo>
                  <a:pt x="3260984" y="89036"/>
                </a:lnTo>
                <a:lnTo>
                  <a:pt x="3260398" y="91297"/>
                </a:lnTo>
                <a:lnTo>
                  <a:pt x="3259839" y="93580"/>
                </a:lnTo>
                <a:lnTo>
                  <a:pt x="3259308" y="95885"/>
                </a:lnTo>
                <a:lnTo>
                  <a:pt x="3258804" y="98212"/>
                </a:lnTo>
                <a:lnTo>
                  <a:pt x="3258327" y="100561"/>
                </a:lnTo>
                <a:lnTo>
                  <a:pt x="3257877" y="102932"/>
                </a:lnTo>
                <a:lnTo>
                  <a:pt x="3257455" y="105325"/>
                </a:lnTo>
                <a:lnTo>
                  <a:pt x="3257059" y="107740"/>
                </a:lnTo>
                <a:lnTo>
                  <a:pt x="3256691" y="110177"/>
                </a:lnTo>
                <a:lnTo>
                  <a:pt x="3256351" y="112636"/>
                </a:lnTo>
                <a:lnTo>
                  <a:pt x="3256037" y="115117"/>
                </a:lnTo>
                <a:lnTo>
                  <a:pt x="3255751" y="117620"/>
                </a:lnTo>
                <a:lnTo>
                  <a:pt x="3255492" y="120144"/>
                </a:lnTo>
                <a:lnTo>
                  <a:pt x="3255261" y="122691"/>
                </a:lnTo>
                <a:lnTo>
                  <a:pt x="3255056" y="125260"/>
                </a:lnTo>
                <a:lnTo>
                  <a:pt x="3254879" y="127850"/>
                </a:lnTo>
                <a:lnTo>
                  <a:pt x="3254729" y="130463"/>
                </a:lnTo>
                <a:lnTo>
                  <a:pt x="3254607" y="133097"/>
                </a:lnTo>
                <a:lnTo>
                  <a:pt x="3254511" y="135754"/>
                </a:lnTo>
                <a:lnTo>
                  <a:pt x="3254443" y="138432"/>
                </a:lnTo>
                <a:lnTo>
                  <a:pt x="3254402" y="141133"/>
                </a:lnTo>
                <a:lnTo>
                  <a:pt x="3254389" y="143855"/>
                </a:lnTo>
                <a:lnTo>
                  <a:pt x="3254389" y="206880"/>
                </a:lnTo>
                <a:lnTo>
                  <a:pt x="3254402" y="209622"/>
                </a:lnTo>
                <a:lnTo>
                  <a:pt x="3254442" y="212340"/>
                </a:lnTo>
                <a:lnTo>
                  <a:pt x="3254509" y="215036"/>
                </a:lnTo>
                <a:lnTo>
                  <a:pt x="3254603" y="217709"/>
                </a:lnTo>
                <a:lnTo>
                  <a:pt x="3254724" y="220360"/>
                </a:lnTo>
                <a:lnTo>
                  <a:pt x="3254872" y="222988"/>
                </a:lnTo>
                <a:lnTo>
                  <a:pt x="3255046" y="225592"/>
                </a:lnTo>
                <a:lnTo>
                  <a:pt x="3255248" y="228175"/>
                </a:lnTo>
                <a:lnTo>
                  <a:pt x="3255476" y="230734"/>
                </a:lnTo>
                <a:lnTo>
                  <a:pt x="3255731" y="233270"/>
                </a:lnTo>
                <a:lnTo>
                  <a:pt x="3256013" y="235784"/>
                </a:lnTo>
                <a:lnTo>
                  <a:pt x="3256322" y="238275"/>
                </a:lnTo>
                <a:lnTo>
                  <a:pt x="3256657" y="240743"/>
                </a:lnTo>
                <a:lnTo>
                  <a:pt x="3257020" y="243189"/>
                </a:lnTo>
                <a:lnTo>
                  <a:pt x="3257409" y="245611"/>
                </a:lnTo>
                <a:lnTo>
                  <a:pt x="3257825" y="248011"/>
                </a:lnTo>
                <a:lnTo>
                  <a:pt x="3258268" y="250388"/>
                </a:lnTo>
                <a:lnTo>
                  <a:pt x="3258738" y="252743"/>
                </a:lnTo>
                <a:lnTo>
                  <a:pt x="3259234" y="255074"/>
                </a:lnTo>
                <a:lnTo>
                  <a:pt x="3259758" y="257383"/>
                </a:lnTo>
                <a:lnTo>
                  <a:pt x="3260308" y="259669"/>
                </a:lnTo>
                <a:lnTo>
                  <a:pt x="3260885" y="261932"/>
                </a:lnTo>
                <a:lnTo>
                  <a:pt x="3261489" y="264173"/>
                </a:lnTo>
                <a:lnTo>
                  <a:pt x="3262120" y="266390"/>
                </a:lnTo>
                <a:lnTo>
                  <a:pt x="3262777" y="268583"/>
                </a:lnTo>
                <a:lnTo>
                  <a:pt x="3263457" y="270750"/>
                </a:lnTo>
                <a:lnTo>
                  <a:pt x="3264161" y="272890"/>
                </a:lnTo>
                <a:lnTo>
                  <a:pt x="3264889" y="275004"/>
                </a:lnTo>
                <a:lnTo>
                  <a:pt x="3265642" y="277091"/>
                </a:lnTo>
                <a:lnTo>
                  <a:pt x="3266418" y="279152"/>
                </a:lnTo>
                <a:lnTo>
                  <a:pt x="3267218" y="281186"/>
                </a:lnTo>
                <a:lnTo>
                  <a:pt x="3268043" y="283194"/>
                </a:lnTo>
                <a:lnTo>
                  <a:pt x="3268891" y="285176"/>
                </a:lnTo>
                <a:lnTo>
                  <a:pt x="3269763" y="287131"/>
                </a:lnTo>
                <a:lnTo>
                  <a:pt x="3270660" y="289059"/>
                </a:lnTo>
                <a:lnTo>
                  <a:pt x="3271580" y="290962"/>
                </a:lnTo>
                <a:lnTo>
                  <a:pt x="3272524" y="292837"/>
                </a:lnTo>
                <a:lnTo>
                  <a:pt x="3273492" y="294687"/>
                </a:lnTo>
                <a:lnTo>
                  <a:pt x="3274485" y="296510"/>
                </a:lnTo>
                <a:lnTo>
                  <a:pt x="3275501" y="298306"/>
                </a:lnTo>
                <a:lnTo>
                  <a:pt x="3276541" y="300076"/>
                </a:lnTo>
                <a:lnTo>
                  <a:pt x="3277606" y="301820"/>
                </a:lnTo>
                <a:lnTo>
                  <a:pt x="3278694" y="303537"/>
                </a:lnTo>
                <a:lnTo>
                  <a:pt x="3279806" y="305227"/>
                </a:lnTo>
                <a:lnTo>
                  <a:pt x="3280942" y="306892"/>
                </a:lnTo>
                <a:lnTo>
                  <a:pt x="3282103" y="308529"/>
                </a:lnTo>
                <a:lnTo>
                  <a:pt x="3283287" y="310141"/>
                </a:lnTo>
                <a:lnTo>
                  <a:pt x="3284495" y="311726"/>
                </a:lnTo>
                <a:lnTo>
                  <a:pt x="3285726" y="313282"/>
                </a:lnTo>
                <a:lnTo>
                  <a:pt x="3286977" y="314808"/>
                </a:lnTo>
                <a:lnTo>
                  <a:pt x="3288249" y="316304"/>
                </a:lnTo>
                <a:lnTo>
                  <a:pt x="3289542" y="317768"/>
                </a:lnTo>
                <a:lnTo>
                  <a:pt x="3290856" y="319203"/>
                </a:lnTo>
                <a:lnTo>
                  <a:pt x="3292190" y="320607"/>
                </a:lnTo>
                <a:lnTo>
                  <a:pt x="3293545" y="321980"/>
                </a:lnTo>
                <a:lnTo>
                  <a:pt x="3294921" y="323323"/>
                </a:lnTo>
                <a:lnTo>
                  <a:pt x="3296318" y="324636"/>
                </a:lnTo>
                <a:lnTo>
                  <a:pt x="3297735" y="325917"/>
                </a:lnTo>
                <a:lnTo>
                  <a:pt x="3299173" y="327169"/>
                </a:lnTo>
                <a:lnTo>
                  <a:pt x="3300632" y="328390"/>
                </a:lnTo>
                <a:lnTo>
                  <a:pt x="3302112" y="329580"/>
                </a:lnTo>
                <a:lnTo>
                  <a:pt x="3303612" y="330740"/>
                </a:lnTo>
                <a:lnTo>
                  <a:pt x="3305133" y="331869"/>
                </a:lnTo>
                <a:lnTo>
                  <a:pt x="3306675" y="332968"/>
                </a:lnTo>
                <a:lnTo>
                  <a:pt x="3308237" y="334037"/>
                </a:lnTo>
                <a:lnTo>
                  <a:pt x="3309821" y="335074"/>
                </a:lnTo>
                <a:lnTo>
                  <a:pt x="3311425" y="336082"/>
                </a:lnTo>
                <a:lnTo>
                  <a:pt x="3313050" y="337059"/>
                </a:lnTo>
                <a:lnTo>
                  <a:pt x="3314695" y="338005"/>
                </a:lnTo>
                <a:lnTo>
                  <a:pt x="3316361" y="338921"/>
                </a:lnTo>
                <a:lnTo>
                  <a:pt x="3318048" y="339806"/>
                </a:lnTo>
                <a:lnTo>
                  <a:pt x="3319756" y="340661"/>
                </a:lnTo>
                <a:lnTo>
                  <a:pt x="3321483" y="341483"/>
                </a:lnTo>
                <a:lnTo>
                  <a:pt x="3323227" y="342270"/>
                </a:lnTo>
                <a:lnTo>
                  <a:pt x="3324987" y="343022"/>
                </a:lnTo>
                <a:lnTo>
                  <a:pt x="3326765" y="343739"/>
                </a:lnTo>
                <a:lnTo>
                  <a:pt x="3328560" y="344421"/>
                </a:lnTo>
                <a:lnTo>
                  <a:pt x="3330372" y="345068"/>
                </a:lnTo>
                <a:lnTo>
                  <a:pt x="3332202" y="345681"/>
                </a:lnTo>
                <a:lnTo>
                  <a:pt x="3334048" y="346258"/>
                </a:lnTo>
                <a:lnTo>
                  <a:pt x="3335911" y="346800"/>
                </a:lnTo>
                <a:lnTo>
                  <a:pt x="3337792" y="347307"/>
                </a:lnTo>
                <a:lnTo>
                  <a:pt x="3339689" y="347779"/>
                </a:lnTo>
                <a:lnTo>
                  <a:pt x="3341604" y="348217"/>
                </a:lnTo>
                <a:lnTo>
                  <a:pt x="3343536" y="348619"/>
                </a:lnTo>
                <a:lnTo>
                  <a:pt x="3345484" y="348986"/>
                </a:lnTo>
                <a:lnTo>
                  <a:pt x="3347450" y="349319"/>
                </a:lnTo>
                <a:lnTo>
                  <a:pt x="3349433" y="349616"/>
                </a:lnTo>
                <a:lnTo>
                  <a:pt x="3351433" y="349878"/>
                </a:lnTo>
                <a:lnTo>
                  <a:pt x="3353450" y="350106"/>
                </a:lnTo>
                <a:lnTo>
                  <a:pt x="3355484" y="350298"/>
                </a:lnTo>
                <a:lnTo>
                  <a:pt x="3357536" y="350455"/>
                </a:lnTo>
                <a:lnTo>
                  <a:pt x="3359604" y="350578"/>
                </a:lnTo>
                <a:lnTo>
                  <a:pt x="3361690" y="350665"/>
                </a:lnTo>
                <a:lnTo>
                  <a:pt x="3363792" y="350718"/>
                </a:lnTo>
                <a:lnTo>
                  <a:pt x="3365912" y="350735"/>
                </a:lnTo>
                <a:lnTo>
                  <a:pt x="3368859" y="350712"/>
                </a:lnTo>
                <a:lnTo>
                  <a:pt x="3371765" y="350641"/>
                </a:lnTo>
                <a:lnTo>
                  <a:pt x="3374630" y="350523"/>
                </a:lnTo>
                <a:lnTo>
                  <a:pt x="3377454" y="350357"/>
                </a:lnTo>
                <a:lnTo>
                  <a:pt x="3380237" y="350144"/>
                </a:lnTo>
                <a:lnTo>
                  <a:pt x="3382978" y="349884"/>
                </a:lnTo>
                <a:lnTo>
                  <a:pt x="3385679" y="349577"/>
                </a:lnTo>
                <a:lnTo>
                  <a:pt x="3388339" y="349222"/>
                </a:lnTo>
                <a:lnTo>
                  <a:pt x="3390957" y="348820"/>
                </a:lnTo>
                <a:lnTo>
                  <a:pt x="3393535" y="348371"/>
                </a:lnTo>
                <a:lnTo>
                  <a:pt x="3396071" y="347875"/>
                </a:lnTo>
                <a:lnTo>
                  <a:pt x="3398566" y="347331"/>
                </a:lnTo>
                <a:lnTo>
                  <a:pt x="3401020" y="346740"/>
                </a:lnTo>
                <a:lnTo>
                  <a:pt x="3403433" y="346101"/>
                </a:lnTo>
                <a:lnTo>
                  <a:pt x="3405805" y="345416"/>
                </a:lnTo>
                <a:lnTo>
                  <a:pt x="3408136" y="344683"/>
                </a:lnTo>
                <a:lnTo>
                  <a:pt x="3410426" y="343903"/>
                </a:lnTo>
                <a:lnTo>
                  <a:pt x="3412675" y="343075"/>
                </a:lnTo>
                <a:lnTo>
                  <a:pt x="3414883" y="342200"/>
                </a:lnTo>
                <a:lnTo>
                  <a:pt x="3417049" y="341278"/>
                </a:lnTo>
                <a:lnTo>
                  <a:pt x="3419175" y="340309"/>
                </a:lnTo>
                <a:lnTo>
                  <a:pt x="3421259" y="339292"/>
                </a:lnTo>
                <a:lnTo>
                  <a:pt x="3423302" y="338228"/>
                </a:lnTo>
                <a:lnTo>
                  <a:pt x="3425305" y="337117"/>
                </a:lnTo>
                <a:lnTo>
                  <a:pt x="3427267" y="335962"/>
                </a:lnTo>
                <a:lnTo>
                  <a:pt x="3429190" y="334765"/>
                </a:lnTo>
                <a:lnTo>
                  <a:pt x="3431074" y="333527"/>
                </a:lnTo>
                <a:lnTo>
                  <a:pt x="3432919" y="332248"/>
                </a:lnTo>
                <a:lnTo>
                  <a:pt x="3434725" y="330928"/>
                </a:lnTo>
                <a:lnTo>
                  <a:pt x="3436492" y="329567"/>
                </a:lnTo>
                <a:lnTo>
                  <a:pt x="3438220" y="328165"/>
                </a:lnTo>
                <a:lnTo>
                  <a:pt x="3439909" y="326721"/>
                </a:lnTo>
                <a:lnTo>
                  <a:pt x="3441559" y="325237"/>
                </a:lnTo>
                <a:lnTo>
                  <a:pt x="3443170" y="323711"/>
                </a:lnTo>
                <a:lnTo>
                  <a:pt x="3444741" y="322144"/>
                </a:lnTo>
                <a:lnTo>
                  <a:pt x="3446274" y="320535"/>
                </a:lnTo>
                <a:lnTo>
                  <a:pt x="3447768" y="318886"/>
                </a:lnTo>
                <a:lnTo>
                  <a:pt x="3449222" y="317196"/>
                </a:lnTo>
                <a:lnTo>
                  <a:pt x="3450638" y="315464"/>
                </a:lnTo>
                <a:lnTo>
                  <a:pt x="3452014" y="313691"/>
                </a:lnTo>
                <a:lnTo>
                  <a:pt x="3453351" y="311877"/>
                </a:lnTo>
                <a:lnTo>
                  <a:pt x="3454650" y="310022"/>
                </a:lnTo>
                <a:lnTo>
                  <a:pt x="3455909" y="308126"/>
                </a:lnTo>
                <a:lnTo>
                  <a:pt x="3457129" y="306188"/>
                </a:lnTo>
                <a:lnTo>
                  <a:pt x="3458311" y="304210"/>
                </a:lnTo>
                <a:lnTo>
                  <a:pt x="3459453" y="302190"/>
                </a:lnTo>
                <a:lnTo>
                  <a:pt x="3460556" y="300129"/>
                </a:lnTo>
                <a:lnTo>
                  <a:pt x="3461620" y="298027"/>
                </a:lnTo>
                <a:lnTo>
                  <a:pt x="3462646" y="295887"/>
                </a:lnTo>
                <a:lnTo>
                  <a:pt x="3463633" y="293714"/>
                </a:lnTo>
                <a:lnTo>
                  <a:pt x="3464583" y="291507"/>
                </a:lnTo>
                <a:lnTo>
                  <a:pt x="3465496" y="289266"/>
                </a:lnTo>
                <a:lnTo>
                  <a:pt x="3466370" y="286991"/>
                </a:lnTo>
                <a:lnTo>
                  <a:pt x="3467206" y="284682"/>
                </a:lnTo>
                <a:lnTo>
                  <a:pt x="3468005" y="282339"/>
                </a:lnTo>
                <a:lnTo>
                  <a:pt x="3468766" y="279963"/>
                </a:lnTo>
                <a:lnTo>
                  <a:pt x="3469489" y="277553"/>
                </a:lnTo>
                <a:lnTo>
                  <a:pt x="3470174" y="275108"/>
                </a:lnTo>
                <a:lnTo>
                  <a:pt x="3470821" y="272630"/>
                </a:lnTo>
                <a:lnTo>
                  <a:pt x="3471431" y="270119"/>
                </a:lnTo>
                <a:lnTo>
                  <a:pt x="3472003" y="267573"/>
                </a:lnTo>
                <a:lnTo>
                  <a:pt x="3472537" y="264994"/>
                </a:lnTo>
                <a:lnTo>
                  <a:pt x="3473033" y="262380"/>
                </a:lnTo>
                <a:lnTo>
                  <a:pt x="3473491" y="259733"/>
                </a:lnTo>
                <a:lnTo>
                  <a:pt x="3473911" y="257052"/>
                </a:lnTo>
                <a:lnTo>
                  <a:pt x="3474294" y="254337"/>
                </a:lnTo>
                <a:lnTo>
                  <a:pt x="3474638" y="251589"/>
                </a:lnTo>
                <a:lnTo>
                  <a:pt x="3474945" y="248806"/>
                </a:lnTo>
                <a:lnTo>
                  <a:pt x="3475214" y="245990"/>
                </a:lnTo>
                <a:lnTo>
                  <a:pt x="3475446" y="243140"/>
                </a:lnTo>
                <a:lnTo>
                  <a:pt x="3475639" y="240256"/>
                </a:lnTo>
                <a:lnTo>
                  <a:pt x="3475795" y="237338"/>
                </a:lnTo>
                <a:lnTo>
                  <a:pt x="3432685" y="237338"/>
                </a:lnTo>
                <a:lnTo>
                  <a:pt x="3432501" y="239592"/>
                </a:lnTo>
                <a:lnTo>
                  <a:pt x="3432302" y="241809"/>
                </a:lnTo>
                <a:lnTo>
                  <a:pt x="3432086" y="243991"/>
                </a:lnTo>
                <a:lnTo>
                  <a:pt x="3431855" y="246137"/>
                </a:lnTo>
                <a:lnTo>
                  <a:pt x="3431608" y="248247"/>
                </a:lnTo>
                <a:lnTo>
                  <a:pt x="3431345" y="250321"/>
                </a:lnTo>
                <a:lnTo>
                  <a:pt x="3431066" y="252360"/>
                </a:lnTo>
                <a:close/>
                <a:moveTo>
                  <a:pt x="3813409" y="156134"/>
                </a:moveTo>
                <a:lnTo>
                  <a:pt x="3813996" y="155073"/>
                </a:lnTo>
                <a:lnTo>
                  <a:pt x="3814595" y="154024"/>
                </a:lnTo>
                <a:lnTo>
                  <a:pt x="3815207" y="152987"/>
                </a:lnTo>
                <a:lnTo>
                  <a:pt x="3815830" y="151962"/>
                </a:lnTo>
                <a:lnTo>
                  <a:pt x="3816466" y="150949"/>
                </a:lnTo>
                <a:lnTo>
                  <a:pt x="3817114" y="149947"/>
                </a:lnTo>
                <a:lnTo>
                  <a:pt x="3817773" y="148960"/>
                </a:lnTo>
                <a:lnTo>
                  <a:pt x="3818441" y="147991"/>
                </a:lnTo>
                <a:lnTo>
                  <a:pt x="3819118" y="147040"/>
                </a:lnTo>
                <a:lnTo>
                  <a:pt x="3819805" y="146107"/>
                </a:lnTo>
                <a:lnTo>
                  <a:pt x="3820501" y="145192"/>
                </a:lnTo>
                <a:lnTo>
                  <a:pt x="3821207" y="144295"/>
                </a:lnTo>
                <a:lnTo>
                  <a:pt x="3821921" y="143415"/>
                </a:lnTo>
                <a:lnTo>
                  <a:pt x="3822646" y="142554"/>
                </a:lnTo>
                <a:lnTo>
                  <a:pt x="3823379" y="141710"/>
                </a:lnTo>
                <a:lnTo>
                  <a:pt x="3824122" y="140884"/>
                </a:lnTo>
                <a:lnTo>
                  <a:pt x="3824875" y="140077"/>
                </a:lnTo>
                <a:lnTo>
                  <a:pt x="3825636" y="139287"/>
                </a:lnTo>
                <a:lnTo>
                  <a:pt x="3826407" y="138515"/>
                </a:lnTo>
                <a:lnTo>
                  <a:pt x="3827188" y="137761"/>
                </a:lnTo>
                <a:lnTo>
                  <a:pt x="3827977" y="137024"/>
                </a:lnTo>
                <a:lnTo>
                  <a:pt x="3828776" y="136306"/>
                </a:lnTo>
                <a:lnTo>
                  <a:pt x="3829585" y="135606"/>
                </a:lnTo>
                <a:lnTo>
                  <a:pt x="3830403" y="134923"/>
                </a:lnTo>
                <a:lnTo>
                  <a:pt x="3831230" y="134258"/>
                </a:lnTo>
                <a:lnTo>
                  <a:pt x="3832066" y="133612"/>
                </a:lnTo>
                <a:lnTo>
                  <a:pt x="3832912" y="132983"/>
                </a:lnTo>
                <a:lnTo>
                  <a:pt x="3833767" y="132372"/>
                </a:lnTo>
                <a:lnTo>
                  <a:pt x="3834632" y="131779"/>
                </a:lnTo>
                <a:lnTo>
                  <a:pt x="3835506" y="131204"/>
                </a:lnTo>
                <a:lnTo>
                  <a:pt x="3836387" y="130649"/>
                </a:lnTo>
                <a:lnTo>
                  <a:pt x="3837274" y="130118"/>
                </a:lnTo>
                <a:lnTo>
                  <a:pt x="3838167" y="129611"/>
                </a:lnTo>
                <a:lnTo>
                  <a:pt x="3839066" y="129128"/>
                </a:lnTo>
                <a:lnTo>
                  <a:pt x="3839970" y="128667"/>
                </a:lnTo>
                <a:lnTo>
                  <a:pt x="3840880" y="128231"/>
                </a:lnTo>
                <a:lnTo>
                  <a:pt x="3841795" y="127818"/>
                </a:lnTo>
                <a:lnTo>
                  <a:pt x="3842717" y="127429"/>
                </a:lnTo>
                <a:lnTo>
                  <a:pt x="3843644" y="127063"/>
                </a:lnTo>
                <a:lnTo>
                  <a:pt x="3844576" y="126721"/>
                </a:lnTo>
                <a:lnTo>
                  <a:pt x="3845515" y="126403"/>
                </a:lnTo>
                <a:lnTo>
                  <a:pt x="3846459" y="126108"/>
                </a:lnTo>
                <a:lnTo>
                  <a:pt x="3847409" y="125836"/>
                </a:lnTo>
                <a:lnTo>
                  <a:pt x="3848364" y="125589"/>
                </a:lnTo>
                <a:lnTo>
                  <a:pt x="3849325" y="125365"/>
                </a:lnTo>
                <a:lnTo>
                  <a:pt x="3850292" y="125164"/>
                </a:lnTo>
                <a:lnTo>
                  <a:pt x="3851265" y="124987"/>
                </a:lnTo>
                <a:lnTo>
                  <a:pt x="3852243" y="124834"/>
                </a:lnTo>
                <a:lnTo>
                  <a:pt x="3853227" y="124704"/>
                </a:lnTo>
                <a:lnTo>
                  <a:pt x="3854217" y="124598"/>
                </a:lnTo>
                <a:lnTo>
                  <a:pt x="3855212" y="124515"/>
                </a:lnTo>
                <a:lnTo>
                  <a:pt x="3856213" y="124456"/>
                </a:lnTo>
                <a:lnTo>
                  <a:pt x="3857220" y="124421"/>
                </a:lnTo>
                <a:lnTo>
                  <a:pt x="3858232" y="124409"/>
                </a:lnTo>
                <a:lnTo>
                  <a:pt x="3859337" y="124419"/>
                </a:lnTo>
                <a:lnTo>
                  <a:pt x="3860426" y="124447"/>
                </a:lnTo>
                <a:lnTo>
                  <a:pt x="3861499" y="124495"/>
                </a:lnTo>
                <a:lnTo>
                  <a:pt x="3862557" y="124562"/>
                </a:lnTo>
                <a:lnTo>
                  <a:pt x="3863598" y="124648"/>
                </a:lnTo>
                <a:lnTo>
                  <a:pt x="3864624" y="124753"/>
                </a:lnTo>
                <a:lnTo>
                  <a:pt x="3865634" y="124878"/>
                </a:lnTo>
                <a:lnTo>
                  <a:pt x="3866628" y="125021"/>
                </a:lnTo>
                <a:lnTo>
                  <a:pt x="3867606" y="125183"/>
                </a:lnTo>
                <a:lnTo>
                  <a:pt x="3868568" y="125365"/>
                </a:lnTo>
                <a:lnTo>
                  <a:pt x="3869514" y="125566"/>
                </a:lnTo>
                <a:lnTo>
                  <a:pt x="3870445" y="125786"/>
                </a:lnTo>
                <a:lnTo>
                  <a:pt x="3871359" y="126025"/>
                </a:lnTo>
                <a:lnTo>
                  <a:pt x="3872258" y="126283"/>
                </a:lnTo>
                <a:lnTo>
                  <a:pt x="3873141" y="126560"/>
                </a:lnTo>
                <a:lnTo>
                  <a:pt x="3874008" y="126856"/>
                </a:lnTo>
                <a:lnTo>
                  <a:pt x="3874859" y="127172"/>
                </a:lnTo>
                <a:lnTo>
                  <a:pt x="3875694" y="127506"/>
                </a:lnTo>
                <a:lnTo>
                  <a:pt x="3876514" y="127860"/>
                </a:lnTo>
                <a:lnTo>
                  <a:pt x="3877317" y="128233"/>
                </a:lnTo>
                <a:lnTo>
                  <a:pt x="3878105" y="128625"/>
                </a:lnTo>
                <a:lnTo>
                  <a:pt x="3878877" y="129036"/>
                </a:lnTo>
                <a:lnTo>
                  <a:pt x="3879633" y="129466"/>
                </a:lnTo>
                <a:lnTo>
                  <a:pt x="3880373" y="129915"/>
                </a:lnTo>
                <a:lnTo>
                  <a:pt x="3881097" y="130385"/>
                </a:lnTo>
                <a:lnTo>
                  <a:pt x="3881806" y="130878"/>
                </a:lnTo>
                <a:lnTo>
                  <a:pt x="3882500" y="131394"/>
                </a:lnTo>
                <a:lnTo>
                  <a:pt x="3883178" y="131933"/>
                </a:lnTo>
                <a:lnTo>
                  <a:pt x="3883840" y="132494"/>
                </a:lnTo>
                <a:lnTo>
                  <a:pt x="3884487" y="133078"/>
                </a:lnTo>
                <a:lnTo>
                  <a:pt x="3885119" y="133685"/>
                </a:lnTo>
                <a:lnTo>
                  <a:pt x="3885735" y="134314"/>
                </a:lnTo>
                <a:lnTo>
                  <a:pt x="3886336" y="134967"/>
                </a:lnTo>
                <a:lnTo>
                  <a:pt x="3886921" y="135642"/>
                </a:lnTo>
                <a:lnTo>
                  <a:pt x="3887491" y="136340"/>
                </a:lnTo>
                <a:lnTo>
                  <a:pt x="3888046" y="137061"/>
                </a:lnTo>
                <a:lnTo>
                  <a:pt x="3888585" y="137804"/>
                </a:lnTo>
                <a:lnTo>
                  <a:pt x="3889108" y="138571"/>
                </a:lnTo>
                <a:lnTo>
                  <a:pt x="3889616" y="139360"/>
                </a:lnTo>
                <a:lnTo>
                  <a:pt x="3890109" y="140172"/>
                </a:lnTo>
                <a:lnTo>
                  <a:pt x="3890586" y="141006"/>
                </a:lnTo>
                <a:lnTo>
                  <a:pt x="3891048" y="141864"/>
                </a:lnTo>
                <a:lnTo>
                  <a:pt x="3891494" y="142744"/>
                </a:lnTo>
                <a:lnTo>
                  <a:pt x="3891925" y="143647"/>
                </a:lnTo>
                <a:lnTo>
                  <a:pt x="3892340" y="144573"/>
                </a:lnTo>
                <a:lnTo>
                  <a:pt x="3892740" y="145521"/>
                </a:lnTo>
                <a:lnTo>
                  <a:pt x="3893124" y="146493"/>
                </a:lnTo>
                <a:lnTo>
                  <a:pt x="3893493" y="147487"/>
                </a:lnTo>
                <a:lnTo>
                  <a:pt x="3893847" y="148506"/>
                </a:lnTo>
                <a:lnTo>
                  <a:pt x="3894185" y="149552"/>
                </a:lnTo>
                <a:lnTo>
                  <a:pt x="3894509" y="150626"/>
                </a:lnTo>
                <a:lnTo>
                  <a:pt x="3894817" y="151727"/>
                </a:lnTo>
                <a:lnTo>
                  <a:pt x="3895111" y="152855"/>
                </a:lnTo>
                <a:lnTo>
                  <a:pt x="3895389" y="154010"/>
                </a:lnTo>
                <a:lnTo>
                  <a:pt x="3895653" y="155193"/>
                </a:lnTo>
                <a:lnTo>
                  <a:pt x="3895901" y="156403"/>
                </a:lnTo>
                <a:lnTo>
                  <a:pt x="3896134" y="157640"/>
                </a:lnTo>
                <a:lnTo>
                  <a:pt x="3896353" y="158905"/>
                </a:lnTo>
                <a:lnTo>
                  <a:pt x="3896556" y="160196"/>
                </a:lnTo>
                <a:lnTo>
                  <a:pt x="3896744" y="161515"/>
                </a:lnTo>
                <a:lnTo>
                  <a:pt x="3896917" y="162861"/>
                </a:lnTo>
                <a:lnTo>
                  <a:pt x="3897075" y="164235"/>
                </a:lnTo>
                <a:lnTo>
                  <a:pt x="3897218" y="165635"/>
                </a:lnTo>
                <a:lnTo>
                  <a:pt x="3897346" y="167063"/>
                </a:lnTo>
                <a:lnTo>
                  <a:pt x="3897459" y="168518"/>
                </a:lnTo>
                <a:lnTo>
                  <a:pt x="3897557" y="170001"/>
                </a:lnTo>
                <a:lnTo>
                  <a:pt x="3897639" y="171511"/>
                </a:lnTo>
                <a:lnTo>
                  <a:pt x="3897707" y="173048"/>
                </a:lnTo>
                <a:lnTo>
                  <a:pt x="3897760" y="174612"/>
                </a:lnTo>
                <a:lnTo>
                  <a:pt x="3897797" y="176203"/>
                </a:lnTo>
                <a:lnTo>
                  <a:pt x="3897820" y="177822"/>
                </a:lnTo>
                <a:lnTo>
                  <a:pt x="3897827" y="179468"/>
                </a:lnTo>
                <a:lnTo>
                  <a:pt x="3897827" y="346049"/>
                </a:lnTo>
                <a:lnTo>
                  <a:pt x="3939297" y="346049"/>
                </a:lnTo>
                <a:lnTo>
                  <a:pt x="3939297" y="179936"/>
                </a:lnTo>
                <a:lnTo>
                  <a:pt x="3939289" y="177860"/>
                </a:lnTo>
                <a:lnTo>
                  <a:pt x="3939264" y="175811"/>
                </a:lnTo>
                <a:lnTo>
                  <a:pt x="3939222" y="173788"/>
                </a:lnTo>
                <a:lnTo>
                  <a:pt x="3939164" y="171791"/>
                </a:lnTo>
                <a:lnTo>
                  <a:pt x="3939089" y="169821"/>
                </a:lnTo>
                <a:lnTo>
                  <a:pt x="3938997" y="167878"/>
                </a:lnTo>
                <a:lnTo>
                  <a:pt x="3938889" y="165960"/>
                </a:lnTo>
                <a:lnTo>
                  <a:pt x="3938764" y="164070"/>
                </a:lnTo>
                <a:lnTo>
                  <a:pt x="3938622" y="162205"/>
                </a:lnTo>
                <a:lnTo>
                  <a:pt x="3938463" y="160367"/>
                </a:lnTo>
                <a:lnTo>
                  <a:pt x="3938288" y="158556"/>
                </a:lnTo>
                <a:lnTo>
                  <a:pt x="3938096" y="156771"/>
                </a:lnTo>
                <a:lnTo>
                  <a:pt x="3937888" y="155012"/>
                </a:lnTo>
                <a:lnTo>
                  <a:pt x="3937663" y="153280"/>
                </a:lnTo>
                <a:lnTo>
                  <a:pt x="3937421" y="151574"/>
                </a:lnTo>
                <a:lnTo>
                  <a:pt x="3937163" y="149895"/>
                </a:lnTo>
                <a:lnTo>
                  <a:pt x="3936887" y="148242"/>
                </a:lnTo>
                <a:lnTo>
                  <a:pt x="3936595" y="146616"/>
                </a:lnTo>
                <a:lnTo>
                  <a:pt x="3936287" y="145016"/>
                </a:lnTo>
                <a:lnTo>
                  <a:pt x="3935962" y="143442"/>
                </a:lnTo>
                <a:lnTo>
                  <a:pt x="3935620" y="141895"/>
                </a:lnTo>
                <a:lnTo>
                  <a:pt x="3935261" y="140374"/>
                </a:lnTo>
                <a:lnTo>
                  <a:pt x="3934886" y="138880"/>
                </a:lnTo>
                <a:lnTo>
                  <a:pt x="3934494" y="137412"/>
                </a:lnTo>
                <a:lnTo>
                  <a:pt x="3934087" y="135969"/>
                </a:lnTo>
                <a:lnTo>
                  <a:pt x="3933665" y="134548"/>
                </a:lnTo>
                <a:lnTo>
                  <a:pt x="3933229" y="133149"/>
                </a:lnTo>
                <a:lnTo>
                  <a:pt x="3932779" y="131773"/>
                </a:lnTo>
                <a:lnTo>
                  <a:pt x="3932315" y="130419"/>
                </a:lnTo>
                <a:lnTo>
                  <a:pt x="3931836" y="129088"/>
                </a:lnTo>
                <a:lnTo>
                  <a:pt x="3931344" y="127778"/>
                </a:lnTo>
                <a:lnTo>
                  <a:pt x="3930837" y="126492"/>
                </a:lnTo>
                <a:lnTo>
                  <a:pt x="3930315" y="125227"/>
                </a:lnTo>
                <a:lnTo>
                  <a:pt x="3929780" y="123985"/>
                </a:lnTo>
                <a:lnTo>
                  <a:pt x="3929230" y="122766"/>
                </a:lnTo>
                <a:lnTo>
                  <a:pt x="3928666" y="121568"/>
                </a:lnTo>
                <a:lnTo>
                  <a:pt x="3928088" y="120393"/>
                </a:lnTo>
                <a:lnTo>
                  <a:pt x="3927496" y="119241"/>
                </a:lnTo>
                <a:lnTo>
                  <a:pt x="3926889" y="118111"/>
                </a:lnTo>
                <a:lnTo>
                  <a:pt x="3926268" y="117003"/>
                </a:lnTo>
                <a:lnTo>
                  <a:pt x="3925633" y="115917"/>
                </a:lnTo>
                <a:lnTo>
                  <a:pt x="3924983" y="114854"/>
                </a:lnTo>
                <a:lnTo>
                  <a:pt x="3924320" y="113814"/>
                </a:lnTo>
                <a:lnTo>
                  <a:pt x="3923642" y="112795"/>
                </a:lnTo>
                <a:lnTo>
                  <a:pt x="3922950" y="111799"/>
                </a:lnTo>
                <a:lnTo>
                  <a:pt x="3922243" y="110826"/>
                </a:lnTo>
                <a:lnTo>
                  <a:pt x="3921523" y="109875"/>
                </a:lnTo>
                <a:lnTo>
                  <a:pt x="3920788" y="108946"/>
                </a:lnTo>
                <a:lnTo>
                  <a:pt x="3920040" y="108039"/>
                </a:lnTo>
                <a:lnTo>
                  <a:pt x="3919278" y="107152"/>
                </a:lnTo>
                <a:lnTo>
                  <a:pt x="3918504" y="106286"/>
                </a:lnTo>
                <a:lnTo>
                  <a:pt x="3917716" y="105441"/>
                </a:lnTo>
                <a:lnTo>
                  <a:pt x="3916916" y="104617"/>
                </a:lnTo>
                <a:lnTo>
                  <a:pt x="3916102" y="103813"/>
                </a:lnTo>
                <a:lnTo>
                  <a:pt x="3915276" y="103031"/>
                </a:lnTo>
                <a:lnTo>
                  <a:pt x="3914436" y="102269"/>
                </a:lnTo>
                <a:lnTo>
                  <a:pt x="3913584" y="101527"/>
                </a:lnTo>
                <a:lnTo>
                  <a:pt x="3912718" y="100807"/>
                </a:lnTo>
                <a:lnTo>
                  <a:pt x="3911839" y="100107"/>
                </a:lnTo>
                <a:lnTo>
                  <a:pt x="3910948" y="99428"/>
                </a:lnTo>
                <a:lnTo>
                  <a:pt x="3910043" y="98769"/>
                </a:lnTo>
                <a:lnTo>
                  <a:pt x="3909126" y="98132"/>
                </a:lnTo>
                <a:lnTo>
                  <a:pt x="3908195" y="97515"/>
                </a:lnTo>
                <a:lnTo>
                  <a:pt x="3907251" y="96919"/>
                </a:lnTo>
                <a:lnTo>
                  <a:pt x="3906295" y="96343"/>
                </a:lnTo>
                <a:lnTo>
                  <a:pt x="3905325" y="95789"/>
                </a:lnTo>
                <a:lnTo>
                  <a:pt x="3904342" y="95255"/>
                </a:lnTo>
                <a:lnTo>
                  <a:pt x="3903346" y="94742"/>
                </a:lnTo>
                <a:lnTo>
                  <a:pt x="3902338" y="94249"/>
                </a:lnTo>
                <a:lnTo>
                  <a:pt x="3901316" y="93778"/>
                </a:lnTo>
                <a:lnTo>
                  <a:pt x="3900281" y="93327"/>
                </a:lnTo>
                <a:lnTo>
                  <a:pt x="3899233" y="92897"/>
                </a:lnTo>
                <a:lnTo>
                  <a:pt x="3898174" y="92486"/>
                </a:lnTo>
                <a:lnTo>
                  <a:pt x="3897105" y="92092"/>
                </a:lnTo>
                <a:lnTo>
                  <a:pt x="3896026" y="91716"/>
                </a:lnTo>
                <a:lnTo>
                  <a:pt x="3894938" y="91358"/>
                </a:lnTo>
                <a:lnTo>
                  <a:pt x="3893840" y="91017"/>
                </a:lnTo>
                <a:lnTo>
                  <a:pt x="3892732" y="90693"/>
                </a:lnTo>
                <a:lnTo>
                  <a:pt x="3891614" y="90387"/>
                </a:lnTo>
                <a:lnTo>
                  <a:pt x="3890486" y="90098"/>
                </a:lnTo>
                <a:lnTo>
                  <a:pt x="3889349" y="89827"/>
                </a:lnTo>
                <a:lnTo>
                  <a:pt x="3888202" y="89574"/>
                </a:lnTo>
                <a:lnTo>
                  <a:pt x="3887045" y="89337"/>
                </a:lnTo>
                <a:lnTo>
                  <a:pt x="3885879" y="89119"/>
                </a:lnTo>
                <a:lnTo>
                  <a:pt x="3884702" y="88918"/>
                </a:lnTo>
                <a:lnTo>
                  <a:pt x="3883516" y="88734"/>
                </a:lnTo>
                <a:lnTo>
                  <a:pt x="3882320" y="88568"/>
                </a:lnTo>
                <a:lnTo>
                  <a:pt x="3881115" y="88419"/>
                </a:lnTo>
                <a:lnTo>
                  <a:pt x="3879899" y="88288"/>
                </a:lnTo>
                <a:lnTo>
                  <a:pt x="3878674" y="88174"/>
                </a:lnTo>
                <a:lnTo>
                  <a:pt x="3877439" y="88078"/>
                </a:lnTo>
                <a:lnTo>
                  <a:pt x="3876194" y="87999"/>
                </a:lnTo>
                <a:lnTo>
                  <a:pt x="3874940" y="87938"/>
                </a:lnTo>
                <a:lnTo>
                  <a:pt x="3873676" y="87895"/>
                </a:lnTo>
                <a:lnTo>
                  <a:pt x="3872402" y="87868"/>
                </a:lnTo>
                <a:lnTo>
                  <a:pt x="3871118" y="87860"/>
                </a:lnTo>
                <a:lnTo>
                  <a:pt x="3869484" y="87875"/>
                </a:lnTo>
                <a:lnTo>
                  <a:pt x="3867862" y="87922"/>
                </a:lnTo>
                <a:lnTo>
                  <a:pt x="3866253" y="88000"/>
                </a:lnTo>
                <a:lnTo>
                  <a:pt x="3864656" y="88110"/>
                </a:lnTo>
                <a:lnTo>
                  <a:pt x="3863070" y="88251"/>
                </a:lnTo>
                <a:lnTo>
                  <a:pt x="3861498" y="88423"/>
                </a:lnTo>
                <a:lnTo>
                  <a:pt x="3859937" y="88627"/>
                </a:lnTo>
                <a:lnTo>
                  <a:pt x="3858388" y="88862"/>
                </a:lnTo>
                <a:lnTo>
                  <a:pt x="3856852" y="89128"/>
                </a:lnTo>
                <a:lnTo>
                  <a:pt x="3855328" y="89426"/>
                </a:lnTo>
                <a:lnTo>
                  <a:pt x="3853816" y="89754"/>
                </a:lnTo>
                <a:lnTo>
                  <a:pt x="3852316" y="90115"/>
                </a:lnTo>
                <a:lnTo>
                  <a:pt x="3850829" y="90506"/>
                </a:lnTo>
                <a:lnTo>
                  <a:pt x="3849353" y="90929"/>
                </a:lnTo>
                <a:lnTo>
                  <a:pt x="3847890" y="91383"/>
                </a:lnTo>
                <a:lnTo>
                  <a:pt x="3846439" y="91869"/>
                </a:lnTo>
                <a:lnTo>
                  <a:pt x="3845001" y="92385"/>
                </a:lnTo>
                <a:lnTo>
                  <a:pt x="3843574" y="92933"/>
                </a:lnTo>
                <a:lnTo>
                  <a:pt x="3842160" y="93513"/>
                </a:lnTo>
                <a:lnTo>
                  <a:pt x="3840758" y="94124"/>
                </a:lnTo>
                <a:lnTo>
                  <a:pt x="3839368" y="94766"/>
                </a:lnTo>
                <a:lnTo>
                  <a:pt x="3837990" y="95439"/>
                </a:lnTo>
                <a:lnTo>
                  <a:pt x="3836625" y="96144"/>
                </a:lnTo>
                <a:lnTo>
                  <a:pt x="3835271" y="96880"/>
                </a:lnTo>
                <a:lnTo>
                  <a:pt x="3833932" y="97644"/>
                </a:lnTo>
                <a:lnTo>
                  <a:pt x="3832609" y="98434"/>
                </a:lnTo>
                <a:lnTo>
                  <a:pt x="3831301" y="99250"/>
                </a:lnTo>
                <a:lnTo>
                  <a:pt x="3830010" y="100092"/>
                </a:lnTo>
                <a:lnTo>
                  <a:pt x="3828734" y="100959"/>
                </a:lnTo>
                <a:lnTo>
                  <a:pt x="3827474" y="101851"/>
                </a:lnTo>
                <a:lnTo>
                  <a:pt x="3826230" y="102769"/>
                </a:lnTo>
                <a:lnTo>
                  <a:pt x="3825002" y="103713"/>
                </a:lnTo>
                <a:lnTo>
                  <a:pt x="3823789" y="104683"/>
                </a:lnTo>
                <a:lnTo>
                  <a:pt x="3822593" y="105678"/>
                </a:lnTo>
                <a:lnTo>
                  <a:pt x="3821412" y="106699"/>
                </a:lnTo>
                <a:lnTo>
                  <a:pt x="3820247" y="107745"/>
                </a:lnTo>
                <a:lnTo>
                  <a:pt x="3819099" y="108817"/>
                </a:lnTo>
                <a:lnTo>
                  <a:pt x="3817966" y="109915"/>
                </a:lnTo>
                <a:lnTo>
                  <a:pt x="3816848" y="111038"/>
                </a:lnTo>
                <a:lnTo>
                  <a:pt x="3815747" y="112187"/>
                </a:lnTo>
                <a:lnTo>
                  <a:pt x="3814662" y="113361"/>
                </a:lnTo>
                <a:lnTo>
                  <a:pt x="3813592" y="114562"/>
                </a:lnTo>
                <a:lnTo>
                  <a:pt x="3812538" y="115787"/>
                </a:lnTo>
                <a:lnTo>
                  <a:pt x="3811501" y="117039"/>
                </a:lnTo>
                <a:lnTo>
                  <a:pt x="3810479" y="118316"/>
                </a:lnTo>
                <a:lnTo>
                  <a:pt x="3809498" y="119585"/>
                </a:lnTo>
                <a:lnTo>
                  <a:pt x="3808328" y="92545"/>
                </a:lnTo>
                <a:lnTo>
                  <a:pt x="3769201" y="92545"/>
                </a:lnTo>
                <a:lnTo>
                  <a:pt x="3769201" y="346049"/>
                </a:lnTo>
                <a:lnTo>
                  <a:pt x="3810671" y="346049"/>
                </a:lnTo>
                <a:lnTo>
                  <a:pt x="3810671" y="161585"/>
                </a:lnTo>
                <a:lnTo>
                  <a:pt x="3811183" y="160494"/>
                </a:lnTo>
                <a:lnTo>
                  <a:pt x="3811721" y="159386"/>
                </a:lnTo>
                <a:lnTo>
                  <a:pt x="3812272" y="158290"/>
                </a:lnTo>
                <a:lnTo>
                  <a:pt x="3812834" y="157206"/>
                </a:lnTo>
                <a:lnTo>
                  <a:pt x="3813409" y="156134"/>
                </a:lnTo>
                <a:close/>
                <a:moveTo>
                  <a:pt x="2080636" y="245794"/>
                </a:moveTo>
                <a:lnTo>
                  <a:pt x="2080805" y="248093"/>
                </a:lnTo>
                <a:lnTo>
                  <a:pt x="2081000" y="250367"/>
                </a:lnTo>
                <a:lnTo>
                  <a:pt x="2081221" y="252616"/>
                </a:lnTo>
                <a:lnTo>
                  <a:pt x="2081469" y="254841"/>
                </a:lnTo>
                <a:lnTo>
                  <a:pt x="2081742" y="257040"/>
                </a:lnTo>
                <a:lnTo>
                  <a:pt x="2082041" y="259215"/>
                </a:lnTo>
                <a:lnTo>
                  <a:pt x="2082367" y="261365"/>
                </a:lnTo>
                <a:lnTo>
                  <a:pt x="2082718" y="263490"/>
                </a:lnTo>
                <a:lnTo>
                  <a:pt x="2083096" y="265590"/>
                </a:lnTo>
                <a:lnTo>
                  <a:pt x="2083499" y="267666"/>
                </a:lnTo>
                <a:lnTo>
                  <a:pt x="2083929" y="269716"/>
                </a:lnTo>
                <a:lnTo>
                  <a:pt x="2084384" y="271742"/>
                </a:lnTo>
                <a:lnTo>
                  <a:pt x="2084866" y="273743"/>
                </a:lnTo>
                <a:lnTo>
                  <a:pt x="2085374" y="275720"/>
                </a:lnTo>
                <a:lnTo>
                  <a:pt x="2085907" y="277671"/>
                </a:lnTo>
                <a:lnTo>
                  <a:pt x="2086467" y="279598"/>
                </a:lnTo>
                <a:lnTo>
                  <a:pt x="2087053" y="281499"/>
                </a:lnTo>
                <a:lnTo>
                  <a:pt x="2087664" y="283376"/>
                </a:lnTo>
                <a:lnTo>
                  <a:pt x="2088300" y="285228"/>
                </a:lnTo>
                <a:lnTo>
                  <a:pt x="2088955" y="287054"/>
                </a:lnTo>
                <a:lnTo>
                  <a:pt x="2089632" y="288855"/>
                </a:lnTo>
                <a:lnTo>
                  <a:pt x="2090330" y="290630"/>
                </a:lnTo>
                <a:lnTo>
                  <a:pt x="2091048" y="292379"/>
                </a:lnTo>
                <a:lnTo>
                  <a:pt x="2091787" y="294103"/>
                </a:lnTo>
                <a:lnTo>
                  <a:pt x="2092546" y="295801"/>
                </a:lnTo>
                <a:lnTo>
                  <a:pt x="2093327" y="297473"/>
                </a:lnTo>
                <a:lnTo>
                  <a:pt x="2094128" y="299120"/>
                </a:lnTo>
                <a:lnTo>
                  <a:pt x="2094949" y="300741"/>
                </a:lnTo>
                <a:lnTo>
                  <a:pt x="2095792" y="302336"/>
                </a:lnTo>
                <a:lnTo>
                  <a:pt x="2096655" y="303906"/>
                </a:lnTo>
                <a:lnTo>
                  <a:pt x="2097539" y="305450"/>
                </a:lnTo>
                <a:lnTo>
                  <a:pt x="2098444" y="306969"/>
                </a:lnTo>
                <a:lnTo>
                  <a:pt x="2099370" y="308462"/>
                </a:lnTo>
                <a:lnTo>
                  <a:pt x="2100316" y="309929"/>
                </a:lnTo>
                <a:lnTo>
                  <a:pt x="2101283" y="311371"/>
                </a:lnTo>
                <a:lnTo>
                  <a:pt x="2102271" y="312787"/>
                </a:lnTo>
                <a:lnTo>
                  <a:pt x="2103280" y="314178"/>
                </a:lnTo>
                <a:lnTo>
                  <a:pt x="2104309" y="315543"/>
                </a:lnTo>
                <a:lnTo>
                  <a:pt x="2105359" y="316882"/>
                </a:lnTo>
                <a:lnTo>
                  <a:pt x="2106430" y="318196"/>
                </a:lnTo>
                <a:lnTo>
                  <a:pt x="2107521" y="319484"/>
                </a:lnTo>
                <a:lnTo>
                  <a:pt x="2108634" y="320746"/>
                </a:lnTo>
                <a:lnTo>
                  <a:pt x="2109764" y="321982"/>
                </a:lnTo>
                <a:lnTo>
                  <a:pt x="2110909" y="323193"/>
                </a:lnTo>
                <a:lnTo>
                  <a:pt x="2112069" y="324377"/>
                </a:lnTo>
                <a:lnTo>
                  <a:pt x="2113245" y="325536"/>
                </a:lnTo>
                <a:lnTo>
                  <a:pt x="2114435" y="326668"/>
                </a:lnTo>
                <a:lnTo>
                  <a:pt x="2115640" y="327775"/>
                </a:lnTo>
                <a:lnTo>
                  <a:pt x="2116861" y="328855"/>
                </a:lnTo>
                <a:lnTo>
                  <a:pt x="2118096" y="329909"/>
                </a:lnTo>
                <a:lnTo>
                  <a:pt x="2119347" y="330938"/>
                </a:lnTo>
                <a:lnTo>
                  <a:pt x="2120613" y="331940"/>
                </a:lnTo>
                <a:lnTo>
                  <a:pt x="2121893" y="332916"/>
                </a:lnTo>
                <a:lnTo>
                  <a:pt x="2123189" y="333866"/>
                </a:lnTo>
                <a:lnTo>
                  <a:pt x="2124500" y="334790"/>
                </a:lnTo>
                <a:lnTo>
                  <a:pt x="2125826" y="335689"/>
                </a:lnTo>
                <a:lnTo>
                  <a:pt x="2127166" y="336561"/>
                </a:lnTo>
                <a:lnTo>
                  <a:pt x="2128522" y="337407"/>
                </a:lnTo>
                <a:lnTo>
                  <a:pt x="2129893" y="338227"/>
                </a:lnTo>
                <a:lnTo>
                  <a:pt x="2131279" y="339021"/>
                </a:lnTo>
                <a:lnTo>
                  <a:pt x="2132680" y="339789"/>
                </a:lnTo>
                <a:lnTo>
                  <a:pt x="2134097" y="340531"/>
                </a:lnTo>
                <a:lnTo>
                  <a:pt x="2135528" y="341247"/>
                </a:lnTo>
                <a:lnTo>
                  <a:pt x="2136974" y="341936"/>
                </a:lnTo>
                <a:lnTo>
                  <a:pt x="2138435" y="342600"/>
                </a:lnTo>
                <a:lnTo>
                  <a:pt x="2139912" y="343238"/>
                </a:lnTo>
                <a:lnTo>
                  <a:pt x="2141400" y="343850"/>
                </a:lnTo>
                <a:lnTo>
                  <a:pt x="2142899" y="344435"/>
                </a:lnTo>
                <a:lnTo>
                  <a:pt x="2144407" y="344995"/>
                </a:lnTo>
                <a:lnTo>
                  <a:pt x="2145925" y="345529"/>
                </a:lnTo>
                <a:lnTo>
                  <a:pt x="2147453" y="346036"/>
                </a:lnTo>
                <a:lnTo>
                  <a:pt x="2148990" y="346518"/>
                </a:lnTo>
                <a:lnTo>
                  <a:pt x="2150538" y="346974"/>
                </a:lnTo>
                <a:lnTo>
                  <a:pt x="2152095" y="347403"/>
                </a:lnTo>
                <a:lnTo>
                  <a:pt x="2153662" y="347807"/>
                </a:lnTo>
                <a:lnTo>
                  <a:pt x="2155238" y="348184"/>
                </a:lnTo>
                <a:lnTo>
                  <a:pt x="2156825" y="348536"/>
                </a:lnTo>
                <a:lnTo>
                  <a:pt x="2158421" y="348861"/>
                </a:lnTo>
                <a:lnTo>
                  <a:pt x="2160027" y="349160"/>
                </a:lnTo>
                <a:lnTo>
                  <a:pt x="2161642" y="349434"/>
                </a:lnTo>
                <a:lnTo>
                  <a:pt x="2163268" y="349681"/>
                </a:lnTo>
                <a:lnTo>
                  <a:pt x="2164903" y="349902"/>
                </a:lnTo>
                <a:lnTo>
                  <a:pt x="2166548" y="350098"/>
                </a:lnTo>
                <a:lnTo>
                  <a:pt x="2168202" y="350267"/>
                </a:lnTo>
                <a:lnTo>
                  <a:pt x="2169867" y="350410"/>
                </a:lnTo>
                <a:lnTo>
                  <a:pt x="2171541" y="350527"/>
                </a:lnTo>
                <a:lnTo>
                  <a:pt x="2173225" y="350618"/>
                </a:lnTo>
                <a:lnTo>
                  <a:pt x="2174919" y="350683"/>
                </a:lnTo>
                <a:lnTo>
                  <a:pt x="2176622" y="350722"/>
                </a:lnTo>
                <a:lnTo>
                  <a:pt x="2178336" y="350735"/>
                </a:lnTo>
                <a:lnTo>
                  <a:pt x="2180049" y="350722"/>
                </a:lnTo>
                <a:lnTo>
                  <a:pt x="2181752" y="350683"/>
                </a:lnTo>
                <a:lnTo>
                  <a:pt x="2183446" y="350618"/>
                </a:lnTo>
                <a:lnTo>
                  <a:pt x="2185130" y="350527"/>
                </a:lnTo>
                <a:lnTo>
                  <a:pt x="2186804" y="350410"/>
                </a:lnTo>
                <a:lnTo>
                  <a:pt x="2188469" y="350267"/>
                </a:lnTo>
                <a:lnTo>
                  <a:pt x="2190123" y="350098"/>
                </a:lnTo>
                <a:lnTo>
                  <a:pt x="2191768" y="349902"/>
                </a:lnTo>
                <a:lnTo>
                  <a:pt x="2193403" y="349681"/>
                </a:lnTo>
                <a:lnTo>
                  <a:pt x="2195029" y="349434"/>
                </a:lnTo>
                <a:lnTo>
                  <a:pt x="2196644" y="349160"/>
                </a:lnTo>
                <a:lnTo>
                  <a:pt x="2198250" y="348861"/>
                </a:lnTo>
                <a:lnTo>
                  <a:pt x="2199846" y="348536"/>
                </a:lnTo>
                <a:lnTo>
                  <a:pt x="2201433" y="348184"/>
                </a:lnTo>
                <a:lnTo>
                  <a:pt x="2203009" y="347807"/>
                </a:lnTo>
                <a:lnTo>
                  <a:pt x="2204576" y="347403"/>
                </a:lnTo>
                <a:lnTo>
                  <a:pt x="2206133" y="346974"/>
                </a:lnTo>
                <a:lnTo>
                  <a:pt x="2207681" y="346518"/>
                </a:lnTo>
                <a:lnTo>
                  <a:pt x="2209218" y="346036"/>
                </a:lnTo>
                <a:lnTo>
                  <a:pt x="2210746" y="345529"/>
                </a:lnTo>
                <a:lnTo>
                  <a:pt x="2212264" y="344995"/>
                </a:lnTo>
                <a:lnTo>
                  <a:pt x="2213772" y="344435"/>
                </a:lnTo>
                <a:lnTo>
                  <a:pt x="2215271" y="343850"/>
                </a:lnTo>
                <a:lnTo>
                  <a:pt x="2216759" y="343238"/>
                </a:lnTo>
                <a:lnTo>
                  <a:pt x="2218236" y="342600"/>
                </a:lnTo>
                <a:lnTo>
                  <a:pt x="2219696" y="341936"/>
                </a:lnTo>
                <a:lnTo>
                  <a:pt x="2221141" y="341247"/>
                </a:lnTo>
                <a:lnTo>
                  <a:pt x="2222571" y="340531"/>
                </a:lnTo>
                <a:lnTo>
                  <a:pt x="2223985" y="339789"/>
                </a:lnTo>
                <a:lnTo>
                  <a:pt x="2225384" y="339021"/>
                </a:lnTo>
                <a:lnTo>
                  <a:pt x="2226768" y="338227"/>
                </a:lnTo>
                <a:lnTo>
                  <a:pt x="2228136" y="337407"/>
                </a:lnTo>
                <a:lnTo>
                  <a:pt x="2229488" y="336561"/>
                </a:lnTo>
                <a:lnTo>
                  <a:pt x="2230825" y="335689"/>
                </a:lnTo>
                <a:lnTo>
                  <a:pt x="2232147" y="334790"/>
                </a:lnTo>
                <a:lnTo>
                  <a:pt x="2233453" y="333866"/>
                </a:lnTo>
                <a:lnTo>
                  <a:pt x="2234743" y="332916"/>
                </a:lnTo>
                <a:lnTo>
                  <a:pt x="2236019" y="331940"/>
                </a:lnTo>
                <a:lnTo>
                  <a:pt x="2237278" y="330938"/>
                </a:lnTo>
                <a:lnTo>
                  <a:pt x="2238523" y="329909"/>
                </a:lnTo>
                <a:lnTo>
                  <a:pt x="2239751" y="328855"/>
                </a:lnTo>
                <a:lnTo>
                  <a:pt x="2240965" y="327775"/>
                </a:lnTo>
                <a:lnTo>
                  <a:pt x="2242163" y="326668"/>
                </a:lnTo>
                <a:lnTo>
                  <a:pt x="2243345" y="325536"/>
                </a:lnTo>
                <a:lnTo>
                  <a:pt x="2244512" y="324377"/>
                </a:lnTo>
                <a:lnTo>
                  <a:pt x="2245664" y="323193"/>
                </a:lnTo>
                <a:lnTo>
                  <a:pt x="2246800" y="321982"/>
                </a:lnTo>
                <a:lnTo>
                  <a:pt x="2247920" y="320746"/>
                </a:lnTo>
                <a:lnTo>
                  <a:pt x="2249023" y="319484"/>
                </a:lnTo>
                <a:lnTo>
                  <a:pt x="2250105" y="318196"/>
                </a:lnTo>
                <a:lnTo>
                  <a:pt x="2251167" y="316882"/>
                </a:lnTo>
                <a:lnTo>
                  <a:pt x="2252209" y="315543"/>
                </a:lnTo>
                <a:lnTo>
                  <a:pt x="2253230" y="314178"/>
                </a:lnTo>
                <a:lnTo>
                  <a:pt x="2254232" y="312787"/>
                </a:lnTo>
                <a:lnTo>
                  <a:pt x="2255212" y="311371"/>
                </a:lnTo>
                <a:lnTo>
                  <a:pt x="2256173" y="309929"/>
                </a:lnTo>
                <a:lnTo>
                  <a:pt x="2257113" y="308462"/>
                </a:lnTo>
                <a:lnTo>
                  <a:pt x="2258032" y="306969"/>
                </a:lnTo>
                <a:lnTo>
                  <a:pt x="2258932" y="305450"/>
                </a:lnTo>
                <a:lnTo>
                  <a:pt x="2259811" y="303906"/>
                </a:lnTo>
                <a:lnTo>
                  <a:pt x="2260669" y="302336"/>
                </a:lnTo>
                <a:lnTo>
                  <a:pt x="2261508" y="300741"/>
                </a:lnTo>
                <a:lnTo>
                  <a:pt x="2262326" y="299120"/>
                </a:lnTo>
                <a:lnTo>
                  <a:pt x="2263123" y="297473"/>
                </a:lnTo>
                <a:lnTo>
                  <a:pt x="2263901" y="295801"/>
                </a:lnTo>
                <a:lnTo>
                  <a:pt x="2264658" y="294103"/>
                </a:lnTo>
                <a:lnTo>
                  <a:pt x="2265394" y="292379"/>
                </a:lnTo>
                <a:lnTo>
                  <a:pt x="2266110" y="290630"/>
                </a:lnTo>
                <a:lnTo>
                  <a:pt x="2266806" y="288855"/>
                </a:lnTo>
                <a:lnTo>
                  <a:pt x="2267482" y="287054"/>
                </a:lnTo>
                <a:lnTo>
                  <a:pt x="2268137" y="285228"/>
                </a:lnTo>
                <a:lnTo>
                  <a:pt x="2268772" y="283376"/>
                </a:lnTo>
                <a:lnTo>
                  <a:pt x="2269384" y="281499"/>
                </a:lnTo>
                <a:lnTo>
                  <a:pt x="2269970" y="279598"/>
                </a:lnTo>
                <a:lnTo>
                  <a:pt x="2270529" y="277671"/>
                </a:lnTo>
                <a:lnTo>
                  <a:pt x="2271063" y="275720"/>
                </a:lnTo>
                <a:lnTo>
                  <a:pt x="2271571" y="273743"/>
                </a:lnTo>
                <a:lnTo>
                  <a:pt x="2272052" y="271742"/>
                </a:lnTo>
                <a:lnTo>
                  <a:pt x="2272508" y="269716"/>
                </a:lnTo>
                <a:lnTo>
                  <a:pt x="2272937" y="267666"/>
                </a:lnTo>
                <a:lnTo>
                  <a:pt x="2273341" y="265590"/>
                </a:lnTo>
                <a:lnTo>
                  <a:pt x="2273718" y="263490"/>
                </a:lnTo>
                <a:lnTo>
                  <a:pt x="2274070" y="261365"/>
                </a:lnTo>
                <a:lnTo>
                  <a:pt x="2274395" y="259215"/>
                </a:lnTo>
                <a:lnTo>
                  <a:pt x="2274695" y="257040"/>
                </a:lnTo>
                <a:lnTo>
                  <a:pt x="2274968" y="254841"/>
                </a:lnTo>
                <a:lnTo>
                  <a:pt x="2275215" y="252616"/>
                </a:lnTo>
                <a:lnTo>
                  <a:pt x="2275437" y="250367"/>
                </a:lnTo>
                <a:lnTo>
                  <a:pt x="2275632" y="248093"/>
                </a:lnTo>
                <a:lnTo>
                  <a:pt x="2275801" y="245794"/>
                </a:lnTo>
                <a:lnTo>
                  <a:pt x="2275944" y="243471"/>
                </a:lnTo>
                <a:lnTo>
                  <a:pt x="2276061" y="241122"/>
                </a:lnTo>
                <a:lnTo>
                  <a:pt x="2276152" y="238749"/>
                </a:lnTo>
                <a:lnTo>
                  <a:pt x="2276218" y="236351"/>
                </a:lnTo>
                <a:lnTo>
                  <a:pt x="2276257" y="233928"/>
                </a:lnTo>
                <a:lnTo>
                  <a:pt x="2276270" y="231481"/>
                </a:lnTo>
                <a:lnTo>
                  <a:pt x="2276270" y="207349"/>
                </a:lnTo>
                <a:lnTo>
                  <a:pt x="2276257" y="204901"/>
                </a:lnTo>
                <a:lnTo>
                  <a:pt x="2276218" y="202478"/>
                </a:lnTo>
                <a:lnTo>
                  <a:pt x="2276152" y="200080"/>
                </a:lnTo>
                <a:lnTo>
                  <a:pt x="2276061" y="197707"/>
                </a:lnTo>
                <a:lnTo>
                  <a:pt x="2275944" y="195358"/>
                </a:lnTo>
                <a:lnTo>
                  <a:pt x="2275801" y="193035"/>
                </a:lnTo>
                <a:lnTo>
                  <a:pt x="2275632" y="190736"/>
                </a:lnTo>
                <a:lnTo>
                  <a:pt x="2275437" y="188462"/>
                </a:lnTo>
                <a:lnTo>
                  <a:pt x="2275215" y="186213"/>
                </a:lnTo>
                <a:lnTo>
                  <a:pt x="2274968" y="183988"/>
                </a:lnTo>
                <a:lnTo>
                  <a:pt x="2274695" y="181789"/>
                </a:lnTo>
                <a:lnTo>
                  <a:pt x="2274395" y="179614"/>
                </a:lnTo>
                <a:lnTo>
                  <a:pt x="2274070" y="177464"/>
                </a:lnTo>
                <a:lnTo>
                  <a:pt x="2273718" y="175339"/>
                </a:lnTo>
                <a:lnTo>
                  <a:pt x="2273341" y="173239"/>
                </a:lnTo>
                <a:lnTo>
                  <a:pt x="2272937" y="171163"/>
                </a:lnTo>
                <a:lnTo>
                  <a:pt x="2272508" y="169113"/>
                </a:lnTo>
                <a:lnTo>
                  <a:pt x="2272052" y="167087"/>
                </a:lnTo>
                <a:lnTo>
                  <a:pt x="2271571" y="165086"/>
                </a:lnTo>
                <a:lnTo>
                  <a:pt x="2271063" y="163110"/>
                </a:lnTo>
                <a:lnTo>
                  <a:pt x="2270529" y="161158"/>
                </a:lnTo>
                <a:lnTo>
                  <a:pt x="2269970" y="159232"/>
                </a:lnTo>
                <a:lnTo>
                  <a:pt x="2269384" y="157330"/>
                </a:lnTo>
                <a:lnTo>
                  <a:pt x="2268772" y="155453"/>
                </a:lnTo>
                <a:lnTo>
                  <a:pt x="2268137" y="153601"/>
                </a:lnTo>
                <a:lnTo>
                  <a:pt x="2267481" y="151775"/>
                </a:lnTo>
                <a:lnTo>
                  <a:pt x="2266805" y="149974"/>
                </a:lnTo>
                <a:lnTo>
                  <a:pt x="2266107" y="148200"/>
                </a:lnTo>
                <a:lnTo>
                  <a:pt x="2265389" y="146450"/>
                </a:lnTo>
                <a:lnTo>
                  <a:pt x="2264650" y="144727"/>
                </a:lnTo>
                <a:lnTo>
                  <a:pt x="2263891" y="143029"/>
                </a:lnTo>
                <a:lnTo>
                  <a:pt x="2263110" y="141356"/>
                </a:lnTo>
                <a:lnTo>
                  <a:pt x="2262309" y="139709"/>
                </a:lnTo>
                <a:lnTo>
                  <a:pt x="2261487" y="138088"/>
                </a:lnTo>
                <a:lnTo>
                  <a:pt x="2260645" y="136493"/>
                </a:lnTo>
                <a:lnTo>
                  <a:pt x="2259781" y="134923"/>
                </a:lnTo>
                <a:lnTo>
                  <a:pt x="2258897" y="133379"/>
                </a:lnTo>
                <a:lnTo>
                  <a:pt x="2257992" y="131860"/>
                </a:lnTo>
                <a:lnTo>
                  <a:pt x="2257067" y="130367"/>
                </a:lnTo>
                <a:lnTo>
                  <a:pt x="2256120" y="128900"/>
                </a:lnTo>
                <a:lnTo>
                  <a:pt x="2255153" y="127458"/>
                </a:lnTo>
                <a:lnTo>
                  <a:pt x="2254166" y="126042"/>
                </a:lnTo>
                <a:lnTo>
                  <a:pt x="2253157" y="124651"/>
                </a:lnTo>
                <a:lnTo>
                  <a:pt x="2252128" y="123286"/>
                </a:lnTo>
                <a:lnTo>
                  <a:pt x="2251078" y="121947"/>
                </a:lnTo>
                <a:lnTo>
                  <a:pt x="2250007" y="120634"/>
                </a:lnTo>
                <a:lnTo>
                  <a:pt x="2248915" y="119346"/>
                </a:lnTo>
                <a:lnTo>
                  <a:pt x="2247803" y="118083"/>
                </a:lnTo>
                <a:lnTo>
                  <a:pt x="2246673" y="116846"/>
                </a:lnTo>
                <a:lnTo>
                  <a:pt x="2245528" y="115635"/>
                </a:lnTo>
                <a:lnTo>
                  <a:pt x="2244367" y="114450"/>
                </a:lnTo>
                <a:lnTo>
                  <a:pt x="2243192" y="113290"/>
                </a:lnTo>
                <a:lnTo>
                  <a:pt x="2242002" y="112156"/>
                </a:lnTo>
                <a:lnTo>
                  <a:pt x="2240796" y="111047"/>
                </a:lnTo>
                <a:lnTo>
                  <a:pt x="2239576" y="109964"/>
                </a:lnTo>
                <a:lnTo>
                  <a:pt x="2238340" y="108907"/>
                </a:lnTo>
                <a:lnTo>
                  <a:pt x="2237090" y="107875"/>
                </a:lnTo>
                <a:lnTo>
                  <a:pt x="2235824" y="106869"/>
                </a:lnTo>
                <a:lnTo>
                  <a:pt x="2234543" y="105888"/>
                </a:lnTo>
                <a:lnTo>
                  <a:pt x="2233248" y="104934"/>
                </a:lnTo>
                <a:lnTo>
                  <a:pt x="2231937" y="104004"/>
                </a:lnTo>
                <a:lnTo>
                  <a:pt x="2230611" y="103101"/>
                </a:lnTo>
                <a:lnTo>
                  <a:pt x="2229270" y="102223"/>
                </a:lnTo>
                <a:lnTo>
                  <a:pt x="2227914" y="101370"/>
                </a:lnTo>
                <a:lnTo>
                  <a:pt x="2226543" y="100544"/>
                </a:lnTo>
                <a:lnTo>
                  <a:pt x="2225157" y="99743"/>
                </a:lnTo>
                <a:lnTo>
                  <a:pt x="2223756" y="98967"/>
                </a:lnTo>
                <a:lnTo>
                  <a:pt x="2222340" y="98217"/>
                </a:lnTo>
                <a:lnTo>
                  <a:pt x="2220909" y="97493"/>
                </a:lnTo>
                <a:lnTo>
                  <a:pt x="2219463" y="96794"/>
                </a:lnTo>
                <a:lnTo>
                  <a:pt x="2218001" y="96121"/>
                </a:lnTo>
                <a:lnTo>
                  <a:pt x="2216525" y="95474"/>
                </a:lnTo>
                <a:lnTo>
                  <a:pt x="2215036" y="94853"/>
                </a:lnTo>
                <a:lnTo>
                  <a:pt x="2213536" y="94258"/>
                </a:lnTo>
                <a:lnTo>
                  <a:pt x="2212026" y="93689"/>
                </a:lnTo>
                <a:lnTo>
                  <a:pt x="2210505" y="93147"/>
                </a:lnTo>
                <a:lnTo>
                  <a:pt x="2208974" y="92632"/>
                </a:lnTo>
                <a:lnTo>
                  <a:pt x="2207432" y="92143"/>
                </a:lnTo>
                <a:lnTo>
                  <a:pt x="2205879" y="91680"/>
                </a:lnTo>
                <a:lnTo>
                  <a:pt x="2204316" y="91244"/>
                </a:lnTo>
                <a:lnTo>
                  <a:pt x="2202742" y="90834"/>
                </a:lnTo>
                <a:lnTo>
                  <a:pt x="2201158" y="90451"/>
                </a:lnTo>
                <a:lnTo>
                  <a:pt x="2199563" y="90094"/>
                </a:lnTo>
                <a:lnTo>
                  <a:pt x="2197957" y="89763"/>
                </a:lnTo>
                <a:lnTo>
                  <a:pt x="2196341" y="89459"/>
                </a:lnTo>
                <a:lnTo>
                  <a:pt x="2194715" y="89182"/>
                </a:lnTo>
                <a:lnTo>
                  <a:pt x="2193078" y="88930"/>
                </a:lnTo>
                <a:lnTo>
                  <a:pt x="2191430" y="88706"/>
                </a:lnTo>
                <a:lnTo>
                  <a:pt x="2189771" y="88507"/>
                </a:lnTo>
                <a:lnTo>
                  <a:pt x="2188103" y="88335"/>
                </a:lnTo>
                <a:lnTo>
                  <a:pt x="2186423" y="88190"/>
                </a:lnTo>
                <a:lnTo>
                  <a:pt x="2184733" y="88071"/>
                </a:lnTo>
                <a:lnTo>
                  <a:pt x="2183032" y="87979"/>
                </a:lnTo>
                <a:lnTo>
                  <a:pt x="2181321" y="87912"/>
                </a:lnTo>
                <a:lnTo>
                  <a:pt x="2179599" y="87873"/>
                </a:lnTo>
                <a:lnTo>
                  <a:pt x="2177867" y="87860"/>
                </a:lnTo>
                <a:lnTo>
                  <a:pt x="2176173" y="87873"/>
                </a:lnTo>
                <a:lnTo>
                  <a:pt x="2174488" y="87912"/>
                </a:lnTo>
                <a:lnTo>
                  <a:pt x="2172811" y="87979"/>
                </a:lnTo>
                <a:lnTo>
                  <a:pt x="2171144" y="88071"/>
                </a:lnTo>
                <a:lnTo>
                  <a:pt x="2169486" y="88190"/>
                </a:lnTo>
                <a:lnTo>
                  <a:pt x="2167836" y="88335"/>
                </a:lnTo>
                <a:lnTo>
                  <a:pt x="2166196" y="88507"/>
                </a:lnTo>
                <a:lnTo>
                  <a:pt x="2164564" y="88706"/>
                </a:lnTo>
                <a:lnTo>
                  <a:pt x="2162942" y="88930"/>
                </a:lnTo>
                <a:lnTo>
                  <a:pt x="2161328" y="89182"/>
                </a:lnTo>
                <a:lnTo>
                  <a:pt x="2159724" y="89459"/>
                </a:lnTo>
                <a:lnTo>
                  <a:pt x="2158128" y="89763"/>
                </a:lnTo>
                <a:lnTo>
                  <a:pt x="2156541" y="90094"/>
                </a:lnTo>
                <a:lnTo>
                  <a:pt x="2154963" y="90451"/>
                </a:lnTo>
                <a:lnTo>
                  <a:pt x="2153394" y="90834"/>
                </a:lnTo>
                <a:lnTo>
                  <a:pt x="2151834" y="91244"/>
                </a:lnTo>
                <a:lnTo>
                  <a:pt x="2150283" y="91680"/>
                </a:lnTo>
                <a:lnTo>
                  <a:pt x="2148741" y="92143"/>
                </a:lnTo>
                <a:lnTo>
                  <a:pt x="2147208" y="92632"/>
                </a:lnTo>
                <a:lnTo>
                  <a:pt x="2145684" y="93147"/>
                </a:lnTo>
                <a:lnTo>
                  <a:pt x="2144169" y="93689"/>
                </a:lnTo>
                <a:lnTo>
                  <a:pt x="2142663" y="94258"/>
                </a:lnTo>
                <a:lnTo>
                  <a:pt x="2141166" y="94853"/>
                </a:lnTo>
                <a:lnTo>
                  <a:pt x="2139677" y="95474"/>
                </a:lnTo>
                <a:lnTo>
                  <a:pt x="2138201" y="96121"/>
                </a:lnTo>
                <a:lnTo>
                  <a:pt x="2136741" y="96794"/>
                </a:lnTo>
                <a:lnTo>
                  <a:pt x="2135295" y="97493"/>
                </a:lnTo>
                <a:lnTo>
                  <a:pt x="2133866" y="98217"/>
                </a:lnTo>
                <a:lnTo>
                  <a:pt x="2132451" y="98967"/>
                </a:lnTo>
                <a:lnTo>
                  <a:pt x="2131052" y="99743"/>
                </a:lnTo>
                <a:lnTo>
                  <a:pt x="2129669" y="100544"/>
                </a:lnTo>
                <a:lnTo>
                  <a:pt x="2128301" y="101370"/>
                </a:lnTo>
                <a:lnTo>
                  <a:pt x="2126949" y="102223"/>
                </a:lnTo>
                <a:lnTo>
                  <a:pt x="2125612" y="103101"/>
                </a:lnTo>
                <a:lnTo>
                  <a:pt x="2124290" y="104004"/>
                </a:lnTo>
                <a:lnTo>
                  <a:pt x="2122984" y="104934"/>
                </a:lnTo>
                <a:lnTo>
                  <a:pt x="2121693" y="105888"/>
                </a:lnTo>
                <a:lnTo>
                  <a:pt x="2120418" y="106869"/>
                </a:lnTo>
                <a:lnTo>
                  <a:pt x="2119158" y="107875"/>
                </a:lnTo>
                <a:lnTo>
                  <a:pt x="2117914" y="108907"/>
                </a:lnTo>
                <a:lnTo>
                  <a:pt x="2116685" y="109964"/>
                </a:lnTo>
                <a:lnTo>
                  <a:pt x="2115472" y="111047"/>
                </a:lnTo>
                <a:lnTo>
                  <a:pt x="2114274" y="112156"/>
                </a:lnTo>
                <a:lnTo>
                  <a:pt x="2113092" y="113290"/>
                </a:lnTo>
                <a:lnTo>
                  <a:pt x="2111925" y="114450"/>
                </a:lnTo>
                <a:lnTo>
                  <a:pt x="2110773" y="115635"/>
                </a:lnTo>
                <a:lnTo>
                  <a:pt x="2109637" y="116846"/>
                </a:lnTo>
                <a:lnTo>
                  <a:pt x="2108516" y="118083"/>
                </a:lnTo>
                <a:lnTo>
                  <a:pt x="2107414" y="119346"/>
                </a:lnTo>
                <a:lnTo>
                  <a:pt x="2106331" y="120634"/>
                </a:lnTo>
                <a:lnTo>
                  <a:pt x="2105269" y="121947"/>
                </a:lnTo>
                <a:lnTo>
                  <a:pt x="2104228" y="123286"/>
                </a:lnTo>
                <a:lnTo>
                  <a:pt x="2103206" y="124651"/>
                </a:lnTo>
                <a:lnTo>
                  <a:pt x="2102205" y="126042"/>
                </a:lnTo>
                <a:lnTo>
                  <a:pt x="2101225" y="127458"/>
                </a:lnTo>
                <a:lnTo>
                  <a:pt x="2100264" y="128900"/>
                </a:lnTo>
                <a:lnTo>
                  <a:pt x="2099324" y="130367"/>
                </a:lnTo>
                <a:lnTo>
                  <a:pt x="2098404" y="131860"/>
                </a:lnTo>
                <a:lnTo>
                  <a:pt x="2097505" y="133379"/>
                </a:lnTo>
                <a:lnTo>
                  <a:pt x="2096626" y="134923"/>
                </a:lnTo>
                <a:lnTo>
                  <a:pt x="2095767" y="136493"/>
                </a:lnTo>
                <a:lnTo>
                  <a:pt x="2094929" y="138088"/>
                </a:lnTo>
                <a:lnTo>
                  <a:pt x="2094111" y="139709"/>
                </a:lnTo>
                <a:lnTo>
                  <a:pt x="2093313" y="141356"/>
                </a:lnTo>
                <a:lnTo>
                  <a:pt x="2092536" y="143029"/>
                </a:lnTo>
                <a:lnTo>
                  <a:pt x="2091779" y="144727"/>
                </a:lnTo>
                <a:lnTo>
                  <a:pt x="2091043" y="146450"/>
                </a:lnTo>
                <a:lnTo>
                  <a:pt x="2090326" y="148200"/>
                </a:lnTo>
                <a:lnTo>
                  <a:pt x="2089630" y="149974"/>
                </a:lnTo>
                <a:lnTo>
                  <a:pt x="2088955" y="151775"/>
                </a:lnTo>
                <a:lnTo>
                  <a:pt x="2088299" y="153601"/>
                </a:lnTo>
                <a:lnTo>
                  <a:pt x="2087664" y="155453"/>
                </a:lnTo>
                <a:lnTo>
                  <a:pt x="2087053" y="157330"/>
                </a:lnTo>
                <a:lnTo>
                  <a:pt x="2086467" y="159232"/>
                </a:lnTo>
                <a:lnTo>
                  <a:pt x="2085907" y="161158"/>
                </a:lnTo>
                <a:lnTo>
                  <a:pt x="2085374" y="163110"/>
                </a:lnTo>
                <a:lnTo>
                  <a:pt x="2084866" y="165086"/>
                </a:lnTo>
                <a:lnTo>
                  <a:pt x="2084384" y="167087"/>
                </a:lnTo>
                <a:lnTo>
                  <a:pt x="2083929" y="169113"/>
                </a:lnTo>
                <a:lnTo>
                  <a:pt x="2083499" y="171163"/>
                </a:lnTo>
                <a:lnTo>
                  <a:pt x="2083096" y="173239"/>
                </a:lnTo>
                <a:lnTo>
                  <a:pt x="2082718" y="175339"/>
                </a:lnTo>
                <a:lnTo>
                  <a:pt x="2082367" y="177464"/>
                </a:lnTo>
                <a:lnTo>
                  <a:pt x="2082041" y="179614"/>
                </a:lnTo>
                <a:lnTo>
                  <a:pt x="2081742" y="181789"/>
                </a:lnTo>
                <a:lnTo>
                  <a:pt x="2081469" y="183988"/>
                </a:lnTo>
                <a:lnTo>
                  <a:pt x="2081221" y="186213"/>
                </a:lnTo>
                <a:lnTo>
                  <a:pt x="2081000" y="188462"/>
                </a:lnTo>
                <a:lnTo>
                  <a:pt x="2080805" y="190736"/>
                </a:lnTo>
                <a:lnTo>
                  <a:pt x="2080636" y="193035"/>
                </a:lnTo>
                <a:lnTo>
                  <a:pt x="2080493" y="195358"/>
                </a:lnTo>
                <a:lnTo>
                  <a:pt x="2080375" y="197707"/>
                </a:lnTo>
                <a:lnTo>
                  <a:pt x="2080284" y="200080"/>
                </a:lnTo>
                <a:lnTo>
                  <a:pt x="2080219" y="202478"/>
                </a:lnTo>
                <a:lnTo>
                  <a:pt x="2080180" y="204901"/>
                </a:lnTo>
                <a:lnTo>
                  <a:pt x="2080167" y="207349"/>
                </a:lnTo>
                <a:lnTo>
                  <a:pt x="2080167" y="231481"/>
                </a:lnTo>
                <a:lnTo>
                  <a:pt x="2080180" y="233928"/>
                </a:lnTo>
                <a:lnTo>
                  <a:pt x="2080219" y="236351"/>
                </a:lnTo>
                <a:lnTo>
                  <a:pt x="2080284" y="238749"/>
                </a:lnTo>
                <a:lnTo>
                  <a:pt x="2080375" y="241122"/>
                </a:lnTo>
                <a:lnTo>
                  <a:pt x="2080493" y="243471"/>
                </a:lnTo>
                <a:lnTo>
                  <a:pt x="2080636" y="245794"/>
                </a:lnTo>
                <a:close/>
                <a:moveTo>
                  <a:pt x="2121900" y="197252"/>
                </a:moveTo>
                <a:lnTo>
                  <a:pt x="2121996" y="195633"/>
                </a:lnTo>
                <a:lnTo>
                  <a:pt x="2122105" y="194033"/>
                </a:lnTo>
                <a:lnTo>
                  <a:pt x="2122230" y="192451"/>
                </a:lnTo>
                <a:lnTo>
                  <a:pt x="2122369" y="190887"/>
                </a:lnTo>
                <a:lnTo>
                  <a:pt x="2122523" y="189342"/>
                </a:lnTo>
                <a:lnTo>
                  <a:pt x="2122691" y="187814"/>
                </a:lnTo>
                <a:lnTo>
                  <a:pt x="2122874" y="186306"/>
                </a:lnTo>
                <a:lnTo>
                  <a:pt x="2123072" y="184815"/>
                </a:lnTo>
                <a:lnTo>
                  <a:pt x="2123284" y="183343"/>
                </a:lnTo>
                <a:lnTo>
                  <a:pt x="2123511" y="181889"/>
                </a:lnTo>
                <a:lnTo>
                  <a:pt x="2123753" y="180453"/>
                </a:lnTo>
                <a:lnTo>
                  <a:pt x="2124009" y="179036"/>
                </a:lnTo>
                <a:lnTo>
                  <a:pt x="2124280" y="177637"/>
                </a:lnTo>
                <a:lnTo>
                  <a:pt x="2124565" y="176256"/>
                </a:lnTo>
                <a:lnTo>
                  <a:pt x="2124866" y="174894"/>
                </a:lnTo>
                <a:lnTo>
                  <a:pt x="2125180" y="173549"/>
                </a:lnTo>
                <a:lnTo>
                  <a:pt x="2125510" y="172224"/>
                </a:lnTo>
                <a:lnTo>
                  <a:pt x="2125854" y="170916"/>
                </a:lnTo>
                <a:lnTo>
                  <a:pt x="2126211" y="169626"/>
                </a:lnTo>
                <a:lnTo>
                  <a:pt x="2126581" y="168354"/>
                </a:lnTo>
                <a:lnTo>
                  <a:pt x="2126961" y="167098"/>
                </a:lnTo>
                <a:lnTo>
                  <a:pt x="2127354" y="165859"/>
                </a:lnTo>
                <a:lnTo>
                  <a:pt x="2127759" y="164638"/>
                </a:lnTo>
                <a:lnTo>
                  <a:pt x="2128175" y="163433"/>
                </a:lnTo>
                <a:lnTo>
                  <a:pt x="2128603" y="162246"/>
                </a:lnTo>
                <a:lnTo>
                  <a:pt x="2129043" y="161076"/>
                </a:lnTo>
                <a:lnTo>
                  <a:pt x="2129495" y="159923"/>
                </a:lnTo>
                <a:lnTo>
                  <a:pt x="2129958" y="158787"/>
                </a:lnTo>
                <a:lnTo>
                  <a:pt x="2130434" y="157668"/>
                </a:lnTo>
                <a:lnTo>
                  <a:pt x="2130921" y="156566"/>
                </a:lnTo>
                <a:lnTo>
                  <a:pt x="2131420" y="155481"/>
                </a:lnTo>
                <a:lnTo>
                  <a:pt x="2131930" y="154413"/>
                </a:lnTo>
                <a:lnTo>
                  <a:pt x="2132453" y="153363"/>
                </a:lnTo>
                <a:lnTo>
                  <a:pt x="2132987" y="152329"/>
                </a:lnTo>
                <a:lnTo>
                  <a:pt x="2133533" y="151312"/>
                </a:lnTo>
                <a:lnTo>
                  <a:pt x="2134091" y="150313"/>
                </a:lnTo>
                <a:lnTo>
                  <a:pt x="2134661" y="149331"/>
                </a:lnTo>
                <a:lnTo>
                  <a:pt x="2135242" y="148365"/>
                </a:lnTo>
                <a:lnTo>
                  <a:pt x="2135835" y="147417"/>
                </a:lnTo>
                <a:lnTo>
                  <a:pt x="2136440" y="146486"/>
                </a:lnTo>
                <a:lnTo>
                  <a:pt x="2137057" y="145572"/>
                </a:lnTo>
                <a:lnTo>
                  <a:pt x="2137686" y="144675"/>
                </a:lnTo>
                <a:lnTo>
                  <a:pt x="2138325" y="143796"/>
                </a:lnTo>
                <a:lnTo>
                  <a:pt x="2138974" y="142936"/>
                </a:lnTo>
                <a:lnTo>
                  <a:pt x="2139632" y="142095"/>
                </a:lnTo>
                <a:lnTo>
                  <a:pt x="2140299" y="141272"/>
                </a:lnTo>
                <a:lnTo>
                  <a:pt x="2140975" y="140467"/>
                </a:lnTo>
                <a:lnTo>
                  <a:pt x="2141661" y="139682"/>
                </a:lnTo>
                <a:lnTo>
                  <a:pt x="2142357" y="138915"/>
                </a:lnTo>
                <a:lnTo>
                  <a:pt x="2143062" y="138167"/>
                </a:lnTo>
                <a:lnTo>
                  <a:pt x="2143776" y="137438"/>
                </a:lnTo>
                <a:lnTo>
                  <a:pt x="2144499" y="136727"/>
                </a:lnTo>
                <a:lnTo>
                  <a:pt x="2145232" y="136035"/>
                </a:lnTo>
                <a:lnTo>
                  <a:pt x="2145974" y="135362"/>
                </a:lnTo>
                <a:lnTo>
                  <a:pt x="2146725" y="134708"/>
                </a:lnTo>
                <a:lnTo>
                  <a:pt x="2147486" y="134072"/>
                </a:lnTo>
                <a:lnTo>
                  <a:pt x="2148256" y="133455"/>
                </a:lnTo>
                <a:lnTo>
                  <a:pt x="2149036" y="132857"/>
                </a:lnTo>
                <a:lnTo>
                  <a:pt x="2149825" y="132277"/>
                </a:lnTo>
                <a:lnTo>
                  <a:pt x="2150623" y="131716"/>
                </a:lnTo>
                <a:lnTo>
                  <a:pt x="2151431" y="131174"/>
                </a:lnTo>
                <a:lnTo>
                  <a:pt x="2152248" y="130650"/>
                </a:lnTo>
                <a:lnTo>
                  <a:pt x="2153074" y="130146"/>
                </a:lnTo>
                <a:lnTo>
                  <a:pt x="2153910" y="129660"/>
                </a:lnTo>
                <a:lnTo>
                  <a:pt x="2154755" y="129192"/>
                </a:lnTo>
                <a:lnTo>
                  <a:pt x="2155609" y="128744"/>
                </a:lnTo>
                <a:lnTo>
                  <a:pt x="2156471" y="128313"/>
                </a:lnTo>
                <a:lnTo>
                  <a:pt x="2157339" y="127902"/>
                </a:lnTo>
                <a:lnTo>
                  <a:pt x="2158212" y="127508"/>
                </a:lnTo>
                <a:lnTo>
                  <a:pt x="2159091" y="127133"/>
                </a:lnTo>
                <a:lnTo>
                  <a:pt x="2159976" y="126776"/>
                </a:lnTo>
                <a:lnTo>
                  <a:pt x="2160866" y="126437"/>
                </a:lnTo>
                <a:lnTo>
                  <a:pt x="2161762" y="126117"/>
                </a:lnTo>
                <a:lnTo>
                  <a:pt x="2162664" y="125815"/>
                </a:lnTo>
                <a:lnTo>
                  <a:pt x="2163571" y="125531"/>
                </a:lnTo>
                <a:lnTo>
                  <a:pt x="2164485" y="125266"/>
                </a:lnTo>
                <a:lnTo>
                  <a:pt x="2165403" y="125019"/>
                </a:lnTo>
                <a:lnTo>
                  <a:pt x="2166328" y="124790"/>
                </a:lnTo>
                <a:lnTo>
                  <a:pt x="2167258" y="124579"/>
                </a:lnTo>
                <a:lnTo>
                  <a:pt x="2168194" y="124387"/>
                </a:lnTo>
                <a:lnTo>
                  <a:pt x="2169136" y="124213"/>
                </a:lnTo>
                <a:lnTo>
                  <a:pt x="2170083" y="124058"/>
                </a:lnTo>
                <a:lnTo>
                  <a:pt x="2171036" y="123920"/>
                </a:lnTo>
                <a:lnTo>
                  <a:pt x="2171995" y="123801"/>
                </a:lnTo>
                <a:lnTo>
                  <a:pt x="2172959" y="123701"/>
                </a:lnTo>
                <a:lnTo>
                  <a:pt x="2173930" y="123618"/>
                </a:lnTo>
                <a:lnTo>
                  <a:pt x="2174905" y="123554"/>
                </a:lnTo>
                <a:lnTo>
                  <a:pt x="2175887" y="123509"/>
                </a:lnTo>
                <a:lnTo>
                  <a:pt x="2176874" y="123481"/>
                </a:lnTo>
                <a:lnTo>
                  <a:pt x="2177867" y="123472"/>
                </a:lnTo>
                <a:lnTo>
                  <a:pt x="2178879" y="123481"/>
                </a:lnTo>
                <a:lnTo>
                  <a:pt x="2179885" y="123509"/>
                </a:lnTo>
                <a:lnTo>
                  <a:pt x="2180885" y="123554"/>
                </a:lnTo>
                <a:lnTo>
                  <a:pt x="2181879" y="123618"/>
                </a:lnTo>
                <a:lnTo>
                  <a:pt x="2182867" y="123701"/>
                </a:lnTo>
                <a:lnTo>
                  <a:pt x="2183849" y="123801"/>
                </a:lnTo>
                <a:lnTo>
                  <a:pt x="2184824" y="123920"/>
                </a:lnTo>
                <a:lnTo>
                  <a:pt x="2185794" y="124058"/>
                </a:lnTo>
                <a:lnTo>
                  <a:pt x="2186757" y="124213"/>
                </a:lnTo>
                <a:lnTo>
                  <a:pt x="2187715" y="124387"/>
                </a:lnTo>
                <a:lnTo>
                  <a:pt x="2188666" y="124579"/>
                </a:lnTo>
                <a:lnTo>
                  <a:pt x="2189611" y="124790"/>
                </a:lnTo>
                <a:lnTo>
                  <a:pt x="2190550" y="125019"/>
                </a:lnTo>
                <a:lnTo>
                  <a:pt x="2191483" y="125266"/>
                </a:lnTo>
                <a:lnTo>
                  <a:pt x="2192410" y="125531"/>
                </a:lnTo>
                <a:lnTo>
                  <a:pt x="2193330" y="125815"/>
                </a:lnTo>
                <a:lnTo>
                  <a:pt x="2194245" y="126117"/>
                </a:lnTo>
                <a:lnTo>
                  <a:pt x="2195153" y="126437"/>
                </a:lnTo>
                <a:lnTo>
                  <a:pt x="2196056" y="126776"/>
                </a:lnTo>
                <a:lnTo>
                  <a:pt x="2196952" y="127133"/>
                </a:lnTo>
                <a:lnTo>
                  <a:pt x="2197842" y="127508"/>
                </a:lnTo>
                <a:lnTo>
                  <a:pt x="2198726" y="127902"/>
                </a:lnTo>
                <a:lnTo>
                  <a:pt x="2199604" y="128313"/>
                </a:lnTo>
                <a:lnTo>
                  <a:pt x="2200476" y="128744"/>
                </a:lnTo>
                <a:lnTo>
                  <a:pt x="2201340" y="129192"/>
                </a:lnTo>
                <a:lnTo>
                  <a:pt x="2202195" y="129660"/>
                </a:lnTo>
                <a:lnTo>
                  <a:pt x="2203041" y="130146"/>
                </a:lnTo>
                <a:lnTo>
                  <a:pt x="2203877" y="130650"/>
                </a:lnTo>
                <a:lnTo>
                  <a:pt x="2204703" y="131174"/>
                </a:lnTo>
                <a:lnTo>
                  <a:pt x="2205521" y="131716"/>
                </a:lnTo>
                <a:lnTo>
                  <a:pt x="2206329" y="132277"/>
                </a:lnTo>
                <a:lnTo>
                  <a:pt x="2207127" y="132857"/>
                </a:lnTo>
                <a:lnTo>
                  <a:pt x="2207917" y="133455"/>
                </a:lnTo>
                <a:lnTo>
                  <a:pt x="2208697" y="134072"/>
                </a:lnTo>
                <a:lnTo>
                  <a:pt x="2209467" y="134708"/>
                </a:lnTo>
                <a:lnTo>
                  <a:pt x="2210229" y="135362"/>
                </a:lnTo>
                <a:lnTo>
                  <a:pt x="2210980" y="136035"/>
                </a:lnTo>
                <a:lnTo>
                  <a:pt x="2211723" y="136727"/>
                </a:lnTo>
                <a:lnTo>
                  <a:pt x="2212456" y="137438"/>
                </a:lnTo>
                <a:lnTo>
                  <a:pt x="2213180" y="138167"/>
                </a:lnTo>
                <a:lnTo>
                  <a:pt x="2213894" y="138915"/>
                </a:lnTo>
                <a:lnTo>
                  <a:pt x="2214600" y="139682"/>
                </a:lnTo>
                <a:lnTo>
                  <a:pt x="2215295" y="140467"/>
                </a:lnTo>
                <a:lnTo>
                  <a:pt x="2215982" y="141272"/>
                </a:lnTo>
                <a:lnTo>
                  <a:pt x="2216659" y="142095"/>
                </a:lnTo>
                <a:lnTo>
                  <a:pt x="2217326" y="142936"/>
                </a:lnTo>
                <a:lnTo>
                  <a:pt x="2217985" y="143796"/>
                </a:lnTo>
                <a:lnTo>
                  <a:pt x="2218634" y="144675"/>
                </a:lnTo>
                <a:lnTo>
                  <a:pt x="2219272" y="145572"/>
                </a:lnTo>
                <a:lnTo>
                  <a:pt x="2219898" y="146486"/>
                </a:lnTo>
                <a:lnTo>
                  <a:pt x="2220512" y="147417"/>
                </a:lnTo>
                <a:lnTo>
                  <a:pt x="2221113" y="148365"/>
                </a:lnTo>
                <a:lnTo>
                  <a:pt x="2221703" y="149331"/>
                </a:lnTo>
                <a:lnTo>
                  <a:pt x="2222280" y="150313"/>
                </a:lnTo>
                <a:lnTo>
                  <a:pt x="2222845" y="151312"/>
                </a:lnTo>
                <a:lnTo>
                  <a:pt x="2223398" y="152329"/>
                </a:lnTo>
                <a:lnTo>
                  <a:pt x="2223938" y="153363"/>
                </a:lnTo>
                <a:lnTo>
                  <a:pt x="2224467" y="154413"/>
                </a:lnTo>
                <a:lnTo>
                  <a:pt x="2224983" y="155481"/>
                </a:lnTo>
                <a:lnTo>
                  <a:pt x="2225487" y="156566"/>
                </a:lnTo>
                <a:lnTo>
                  <a:pt x="2225979" y="157668"/>
                </a:lnTo>
                <a:lnTo>
                  <a:pt x="2226458" y="158787"/>
                </a:lnTo>
                <a:lnTo>
                  <a:pt x="2226926" y="159923"/>
                </a:lnTo>
                <a:lnTo>
                  <a:pt x="2227381" y="161076"/>
                </a:lnTo>
                <a:lnTo>
                  <a:pt x="2227824" y="162246"/>
                </a:lnTo>
                <a:lnTo>
                  <a:pt x="2228254" y="163433"/>
                </a:lnTo>
                <a:lnTo>
                  <a:pt x="2228673" y="164638"/>
                </a:lnTo>
                <a:lnTo>
                  <a:pt x="2229079" y="165859"/>
                </a:lnTo>
                <a:lnTo>
                  <a:pt x="2229473" y="167098"/>
                </a:lnTo>
                <a:lnTo>
                  <a:pt x="2229855" y="168354"/>
                </a:lnTo>
                <a:lnTo>
                  <a:pt x="2230225" y="169626"/>
                </a:lnTo>
                <a:lnTo>
                  <a:pt x="2230583" y="170916"/>
                </a:lnTo>
                <a:lnTo>
                  <a:pt x="2230927" y="172224"/>
                </a:lnTo>
                <a:lnTo>
                  <a:pt x="2231256" y="173549"/>
                </a:lnTo>
                <a:lnTo>
                  <a:pt x="2231571" y="174894"/>
                </a:lnTo>
                <a:lnTo>
                  <a:pt x="2231871" y="176256"/>
                </a:lnTo>
                <a:lnTo>
                  <a:pt x="2232157" y="177637"/>
                </a:lnTo>
                <a:lnTo>
                  <a:pt x="2232428" y="179036"/>
                </a:lnTo>
                <a:lnTo>
                  <a:pt x="2232684" y="180453"/>
                </a:lnTo>
                <a:lnTo>
                  <a:pt x="2232926" y="181889"/>
                </a:lnTo>
                <a:lnTo>
                  <a:pt x="2233153" y="183343"/>
                </a:lnTo>
                <a:lnTo>
                  <a:pt x="2233365" y="184815"/>
                </a:lnTo>
                <a:lnTo>
                  <a:pt x="2233563" y="186306"/>
                </a:lnTo>
                <a:lnTo>
                  <a:pt x="2233746" y="187814"/>
                </a:lnTo>
                <a:lnTo>
                  <a:pt x="2233914" y="189342"/>
                </a:lnTo>
                <a:lnTo>
                  <a:pt x="2234068" y="190887"/>
                </a:lnTo>
                <a:lnTo>
                  <a:pt x="2234207" y="192451"/>
                </a:lnTo>
                <a:lnTo>
                  <a:pt x="2234331" y="194033"/>
                </a:lnTo>
                <a:lnTo>
                  <a:pt x="2234441" y="195633"/>
                </a:lnTo>
                <a:lnTo>
                  <a:pt x="2234536" y="197252"/>
                </a:lnTo>
                <a:lnTo>
                  <a:pt x="2234617" y="198889"/>
                </a:lnTo>
                <a:lnTo>
                  <a:pt x="2234683" y="200544"/>
                </a:lnTo>
                <a:lnTo>
                  <a:pt x="2234734" y="202218"/>
                </a:lnTo>
                <a:lnTo>
                  <a:pt x="2234771" y="203910"/>
                </a:lnTo>
                <a:lnTo>
                  <a:pt x="2234793" y="205620"/>
                </a:lnTo>
                <a:lnTo>
                  <a:pt x="2234800" y="207349"/>
                </a:lnTo>
                <a:lnTo>
                  <a:pt x="2234800" y="231481"/>
                </a:lnTo>
                <a:lnTo>
                  <a:pt x="2234794" y="233209"/>
                </a:lnTo>
                <a:lnTo>
                  <a:pt x="2234776" y="234920"/>
                </a:lnTo>
                <a:lnTo>
                  <a:pt x="2234745" y="236613"/>
                </a:lnTo>
                <a:lnTo>
                  <a:pt x="2234702" y="238288"/>
                </a:lnTo>
                <a:lnTo>
                  <a:pt x="2234647" y="239945"/>
                </a:lnTo>
                <a:lnTo>
                  <a:pt x="2234580" y="241584"/>
                </a:lnTo>
                <a:lnTo>
                  <a:pt x="2234501" y="243206"/>
                </a:lnTo>
                <a:lnTo>
                  <a:pt x="2234409" y="244809"/>
                </a:lnTo>
                <a:lnTo>
                  <a:pt x="2234306" y="246395"/>
                </a:lnTo>
                <a:lnTo>
                  <a:pt x="2234190" y="247962"/>
                </a:lnTo>
                <a:lnTo>
                  <a:pt x="2234062" y="249512"/>
                </a:lnTo>
                <a:lnTo>
                  <a:pt x="2233921" y="251044"/>
                </a:lnTo>
                <a:lnTo>
                  <a:pt x="2233769" y="252558"/>
                </a:lnTo>
                <a:lnTo>
                  <a:pt x="2233604" y="254054"/>
                </a:lnTo>
                <a:lnTo>
                  <a:pt x="2233427" y="255532"/>
                </a:lnTo>
                <a:lnTo>
                  <a:pt x="2233238" y="256992"/>
                </a:lnTo>
                <a:lnTo>
                  <a:pt x="2233037" y="258435"/>
                </a:lnTo>
                <a:lnTo>
                  <a:pt x="2232823" y="259859"/>
                </a:lnTo>
                <a:lnTo>
                  <a:pt x="2232597" y="261266"/>
                </a:lnTo>
                <a:lnTo>
                  <a:pt x="2232359" y="262655"/>
                </a:lnTo>
                <a:lnTo>
                  <a:pt x="2232109" y="264025"/>
                </a:lnTo>
                <a:lnTo>
                  <a:pt x="2231847" y="265378"/>
                </a:lnTo>
                <a:lnTo>
                  <a:pt x="2231572" y="266713"/>
                </a:lnTo>
                <a:lnTo>
                  <a:pt x="2231286" y="268030"/>
                </a:lnTo>
                <a:lnTo>
                  <a:pt x="2230987" y="269329"/>
                </a:lnTo>
                <a:lnTo>
                  <a:pt x="2230675" y="270611"/>
                </a:lnTo>
                <a:lnTo>
                  <a:pt x="2230352" y="271874"/>
                </a:lnTo>
                <a:lnTo>
                  <a:pt x="2230016" y="273120"/>
                </a:lnTo>
                <a:lnTo>
                  <a:pt x="2229669" y="274347"/>
                </a:lnTo>
                <a:lnTo>
                  <a:pt x="2229309" y="275557"/>
                </a:lnTo>
                <a:lnTo>
                  <a:pt x="2228937" y="276749"/>
                </a:lnTo>
                <a:lnTo>
                  <a:pt x="2228552" y="277923"/>
                </a:lnTo>
                <a:lnTo>
                  <a:pt x="2228156" y="279079"/>
                </a:lnTo>
                <a:lnTo>
                  <a:pt x="2227747" y="280217"/>
                </a:lnTo>
                <a:lnTo>
                  <a:pt x="2227326" y="281337"/>
                </a:lnTo>
                <a:lnTo>
                  <a:pt x="2226893" y="282439"/>
                </a:lnTo>
                <a:lnTo>
                  <a:pt x="2226447" y="283524"/>
                </a:lnTo>
                <a:lnTo>
                  <a:pt x="2225990" y="284590"/>
                </a:lnTo>
                <a:lnTo>
                  <a:pt x="2225520" y="285639"/>
                </a:lnTo>
                <a:lnTo>
                  <a:pt x="2225038" y="286669"/>
                </a:lnTo>
                <a:lnTo>
                  <a:pt x="2224544" y="287682"/>
                </a:lnTo>
                <a:lnTo>
                  <a:pt x="2224037" y="288677"/>
                </a:lnTo>
                <a:lnTo>
                  <a:pt x="2223519" y="289654"/>
                </a:lnTo>
                <a:lnTo>
                  <a:pt x="2222988" y="290613"/>
                </a:lnTo>
                <a:lnTo>
                  <a:pt x="2222445" y="291555"/>
                </a:lnTo>
                <a:lnTo>
                  <a:pt x="2221889" y="292478"/>
                </a:lnTo>
                <a:lnTo>
                  <a:pt x="2221322" y="293383"/>
                </a:lnTo>
                <a:lnTo>
                  <a:pt x="2220742" y="294271"/>
                </a:lnTo>
                <a:lnTo>
                  <a:pt x="2220150" y="295140"/>
                </a:lnTo>
                <a:lnTo>
                  <a:pt x="2219546" y="295992"/>
                </a:lnTo>
                <a:lnTo>
                  <a:pt x="2218928" y="296824"/>
                </a:lnTo>
                <a:lnTo>
                  <a:pt x="2218299" y="297639"/>
                </a:lnTo>
                <a:lnTo>
                  <a:pt x="2217656" y="298435"/>
                </a:lnTo>
                <a:lnTo>
                  <a:pt x="2217001" y="299213"/>
                </a:lnTo>
                <a:lnTo>
                  <a:pt x="2216333" y="299973"/>
                </a:lnTo>
                <a:lnTo>
                  <a:pt x="2215653" y="300714"/>
                </a:lnTo>
                <a:lnTo>
                  <a:pt x="2214960" y="301437"/>
                </a:lnTo>
                <a:lnTo>
                  <a:pt x="2214255" y="302142"/>
                </a:lnTo>
                <a:lnTo>
                  <a:pt x="2213536" y="302828"/>
                </a:lnTo>
                <a:lnTo>
                  <a:pt x="2212806" y="303496"/>
                </a:lnTo>
                <a:lnTo>
                  <a:pt x="2212062" y="304146"/>
                </a:lnTo>
                <a:lnTo>
                  <a:pt x="2211306" y="304777"/>
                </a:lnTo>
                <a:lnTo>
                  <a:pt x="2210538" y="305391"/>
                </a:lnTo>
                <a:lnTo>
                  <a:pt x="2209757" y="305986"/>
                </a:lnTo>
                <a:lnTo>
                  <a:pt x="2208963" y="306562"/>
                </a:lnTo>
                <a:lnTo>
                  <a:pt x="2208157" y="307120"/>
                </a:lnTo>
                <a:lnTo>
                  <a:pt x="2207337" y="307660"/>
                </a:lnTo>
                <a:lnTo>
                  <a:pt x="2206506" y="308182"/>
                </a:lnTo>
                <a:lnTo>
                  <a:pt x="2205662" y="308685"/>
                </a:lnTo>
                <a:lnTo>
                  <a:pt x="2204805" y="309170"/>
                </a:lnTo>
                <a:lnTo>
                  <a:pt x="2203935" y="309637"/>
                </a:lnTo>
                <a:lnTo>
                  <a:pt x="2203053" y="310086"/>
                </a:lnTo>
                <a:lnTo>
                  <a:pt x="2202159" y="310516"/>
                </a:lnTo>
                <a:lnTo>
                  <a:pt x="2201253" y="310928"/>
                </a:lnTo>
                <a:lnTo>
                  <a:pt x="2200335" y="311321"/>
                </a:lnTo>
                <a:lnTo>
                  <a:pt x="2199406" y="311696"/>
                </a:lnTo>
                <a:lnTo>
                  <a:pt x="2198464" y="312053"/>
                </a:lnTo>
                <a:lnTo>
                  <a:pt x="2197511" y="312392"/>
                </a:lnTo>
                <a:lnTo>
                  <a:pt x="2196546" y="312712"/>
                </a:lnTo>
                <a:lnTo>
                  <a:pt x="2195569" y="313014"/>
                </a:lnTo>
                <a:lnTo>
                  <a:pt x="2194580" y="313298"/>
                </a:lnTo>
                <a:lnTo>
                  <a:pt x="2193580" y="313563"/>
                </a:lnTo>
                <a:lnTo>
                  <a:pt x="2192568" y="313811"/>
                </a:lnTo>
                <a:lnTo>
                  <a:pt x="2191544" y="314039"/>
                </a:lnTo>
                <a:lnTo>
                  <a:pt x="2190508" y="314250"/>
                </a:lnTo>
                <a:lnTo>
                  <a:pt x="2189460" y="314442"/>
                </a:lnTo>
                <a:lnTo>
                  <a:pt x="2188401" y="314616"/>
                </a:lnTo>
                <a:lnTo>
                  <a:pt x="2187330" y="314771"/>
                </a:lnTo>
                <a:lnTo>
                  <a:pt x="2186247" y="314909"/>
                </a:lnTo>
                <a:lnTo>
                  <a:pt x="2185152" y="315028"/>
                </a:lnTo>
                <a:lnTo>
                  <a:pt x="2184045" y="315128"/>
                </a:lnTo>
                <a:lnTo>
                  <a:pt x="2182927" y="315211"/>
                </a:lnTo>
                <a:lnTo>
                  <a:pt x="2181797" y="315275"/>
                </a:lnTo>
                <a:lnTo>
                  <a:pt x="2180655" y="315321"/>
                </a:lnTo>
                <a:lnTo>
                  <a:pt x="2179501" y="315348"/>
                </a:lnTo>
                <a:lnTo>
                  <a:pt x="2178336" y="315357"/>
                </a:lnTo>
                <a:lnTo>
                  <a:pt x="2177323" y="315348"/>
                </a:lnTo>
                <a:lnTo>
                  <a:pt x="2176318" y="315321"/>
                </a:lnTo>
                <a:lnTo>
                  <a:pt x="2175319" y="315275"/>
                </a:lnTo>
                <a:lnTo>
                  <a:pt x="2174327" y="315211"/>
                </a:lnTo>
                <a:lnTo>
                  <a:pt x="2173341" y="315128"/>
                </a:lnTo>
                <a:lnTo>
                  <a:pt x="2172361" y="315028"/>
                </a:lnTo>
                <a:lnTo>
                  <a:pt x="2171388" y="314909"/>
                </a:lnTo>
                <a:lnTo>
                  <a:pt x="2170422" y="314771"/>
                </a:lnTo>
                <a:lnTo>
                  <a:pt x="2169462" y="314616"/>
                </a:lnTo>
                <a:lnTo>
                  <a:pt x="2168508" y="314442"/>
                </a:lnTo>
                <a:lnTo>
                  <a:pt x="2167561" y="314250"/>
                </a:lnTo>
                <a:lnTo>
                  <a:pt x="2166621" y="314039"/>
                </a:lnTo>
                <a:lnTo>
                  <a:pt x="2165687" y="313811"/>
                </a:lnTo>
                <a:lnTo>
                  <a:pt x="2164760" y="313563"/>
                </a:lnTo>
                <a:lnTo>
                  <a:pt x="2163839" y="313298"/>
                </a:lnTo>
                <a:lnTo>
                  <a:pt x="2162924" y="313014"/>
                </a:lnTo>
                <a:lnTo>
                  <a:pt x="2162016" y="312712"/>
                </a:lnTo>
                <a:lnTo>
                  <a:pt x="2161115" y="312392"/>
                </a:lnTo>
                <a:lnTo>
                  <a:pt x="2160220" y="312053"/>
                </a:lnTo>
                <a:lnTo>
                  <a:pt x="2159332" y="311696"/>
                </a:lnTo>
                <a:lnTo>
                  <a:pt x="2158450" y="311321"/>
                </a:lnTo>
                <a:lnTo>
                  <a:pt x="2157575" y="310928"/>
                </a:lnTo>
                <a:lnTo>
                  <a:pt x="2156706" y="310516"/>
                </a:lnTo>
                <a:lnTo>
                  <a:pt x="2155843" y="310086"/>
                </a:lnTo>
                <a:lnTo>
                  <a:pt x="2154989" y="309637"/>
                </a:lnTo>
                <a:lnTo>
                  <a:pt x="2154143" y="309170"/>
                </a:lnTo>
                <a:lnTo>
                  <a:pt x="2153307" y="308685"/>
                </a:lnTo>
                <a:lnTo>
                  <a:pt x="2152479" y="308182"/>
                </a:lnTo>
                <a:lnTo>
                  <a:pt x="2151660" y="307660"/>
                </a:lnTo>
                <a:lnTo>
                  <a:pt x="2150850" y="307120"/>
                </a:lnTo>
                <a:lnTo>
                  <a:pt x="2150049" y="306562"/>
                </a:lnTo>
                <a:lnTo>
                  <a:pt x="2149257" y="305986"/>
                </a:lnTo>
                <a:lnTo>
                  <a:pt x="2148474" y="305391"/>
                </a:lnTo>
                <a:lnTo>
                  <a:pt x="2147700" y="304777"/>
                </a:lnTo>
                <a:lnTo>
                  <a:pt x="2146935" y="304146"/>
                </a:lnTo>
                <a:lnTo>
                  <a:pt x="2146179" y="303496"/>
                </a:lnTo>
                <a:lnTo>
                  <a:pt x="2145432" y="302828"/>
                </a:lnTo>
                <a:lnTo>
                  <a:pt x="2144693" y="302142"/>
                </a:lnTo>
                <a:lnTo>
                  <a:pt x="2143964" y="301437"/>
                </a:lnTo>
                <a:lnTo>
                  <a:pt x="2143244" y="300714"/>
                </a:lnTo>
                <a:lnTo>
                  <a:pt x="2142532" y="299973"/>
                </a:lnTo>
                <a:lnTo>
                  <a:pt x="2141830" y="299213"/>
                </a:lnTo>
                <a:lnTo>
                  <a:pt x="2141136" y="298435"/>
                </a:lnTo>
                <a:lnTo>
                  <a:pt x="2140452" y="297639"/>
                </a:lnTo>
                <a:lnTo>
                  <a:pt x="2139776" y="296824"/>
                </a:lnTo>
                <a:lnTo>
                  <a:pt x="2139109" y="295992"/>
                </a:lnTo>
                <a:lnTo>
                  <a:pt x="2138452" y="295140"/>
                </a:lnTo>
                <a:lnTo>
                  <a:pt x="2137803" y="294271"/>
                </a:lnTo>
                <a:lnTo>
                  <a:pt x="2137165" y="293383"/>
                </a:lnTo>
                <a:lnTo>
                  <a:pt x="2136539" y="292478"/>
                </a:lnTo>
                <a:lnTo>
                  <a:pt x="2135925" y="291555"/>
                </a:lnTo>
                <a:lnTo>
                  <a:pt x="2135323" y="290613"/>
                </a:lnTo>
                <a:lnTo>
                  <a:pt x="2134734" y="289654"/>
                </a:lnTo>
                <a:lnTo>
                  <a:pt x="2134157" y="288677"/>
                </a:lnTo>
                <a:lnTo>
                  <a:pt x="2133592" y="287682"/>
                </a:lnTo>
                <a:lnTo>
                  <a:pt x="2133039" y="286669"/>
                </a:lnTo>
                <a:lnTo>
                  <a:pt x="2132498" y="285639"/>
                </a:lnTo>
                <a:lnTo>
                  <a:pt x="2131970" y="284590"/>
                </a:lnTo>
                <a:lnTo>
                  <a:pt x="2131454" y="283524"/>
                </a:lnTo>
                <a:lnTo>
                  <a:pt x="2130950" y="282439"/>
                </a:lnTo>
                <a:lnTo>
                  <a:pt x="2130458" y="281337"/>
                </a:lnTo>
                <a:lnTo>
                  <a:pt x="2129979" y="280217"/>
                </a:lnTo>
                <a:lnTo>
                  <a:pt x="2129511" y="279079"/>
                </a:lnTo>
                <a:lnTo>
                  <a:pt x="2129056" y="277923"/>
                </a:lnTo>
                <a:lnTo>
                  <a:pt x="2128613" y="276749"/>
                </a:lnTo>
                <a:lnTo>
                  <a:pt x="2128182" y="275557"/>
                </a:lnTo>
                <a:lnTo>
                  <a:pt x="2127764" y="274347"/>
                </a:lnTo>
                <a:lnTo>
                  <a:pt x="2127357" y="273120"/>
                </a:lnTo>
                <a:lnTo>
                  <a:pt x="2126963" y="271874"/>
                </a:lnTo>
                <a:lnTo>
                  <a:pt x="2126581" y="270611"/>
                </a:lnTo>
                <a:lnTo>
                  <a:pt x="2126212" y="269329"/>
                </a:lnTo>
                <a:lnTo>
                  <a:pt x="2125854" y="268030"/>
                </a:lnTo>
                <a:lnTo>
                  <a:pt x="2125510" y="266713"/>
                </a:lnTo>
                <a:lnTo>
                  <a:pt x="2125180" y="265378"/>
                </a:lnTo>
                <a:lnTo>
                  <a:pt x="2124866" y="264025"/>
                </a:lnTo>
                <a:lnTo>
                  <a:pt x="2124565" y="262655"/>
                </a:lnTo>
                <a:lnTo>
                  <a:pt x="2124280" y="261266"/>
                </a:lnTo>
                <a:lnTo>
                  <a:pt x="2124009" y="259859"/>
                </a:lnTo>
                <a:lnTo>
                  <a:pt x="2123753" y="258435"/>
                </a:lnTo>
                <a:lnTo>
                  <a:pt x="2123511" y="256992"/>
                </a:lnTo>
                <a:lnTo>
                  <a:pt x="2123284" y="255532"/>
                </a:lnTo>
                <a:lnTo>
                  <a:pt x="2123072" y="254054"/>
                </a:lnTo>
                <a:lnTo>
                  <a:pt x="2122874" y="252558"/>
                </a:lnTo>
                <a:lnTo>
                  <a:pt x="2122691" y="251044"/>
                </a:lnTo>
                <a:lnTo>
                  <a:pt x="2122523" y="249512"/>
                </a:lnTo>
                <a:lnTo>
                  <a:pt x="2122369" y="247962"/>
                </a:lnTo>
                <a:lnTo>
                  <a:pt x="2122230" y="246395"/>
                </a:lnTo>
                <a:lnTo>
                  <a:pt x="2122105" y="244809"/>
                </a:lnTo>
                <a:lnTo>
                  <a:pt x="2121996" y="243206"/>
                </a:lnTo>
                <a:lnTo>
                  <a:pt x="2121900" y="241584"/>
                </a:lnTo>
                <a:lnTo>
                  <a:pt x="2121820" y="239945"/>
                </a:lnTo>
                <a:lnTo>
                  <a:pt x="2121754" y="238288"/>
                </a:lnTo>
                <a:lnTo>
                  <a:pt x="2121703" y="236613"/>
                </a:lnTo>
                <a:lnTo>
                  <a:pt x="2121666" y="234920"/>
                </a:lnTo>
                <a:lnTo>
                  <a:pt x="2121644" y="233209"/>
                </a:lnTo>
                <a:lnTo>
                  <a:pt x="2121637" y="231481"/>
                </a:lnTo>
                <a:lnTo>
                  <a:pt x="2121637" y="207349"/>
                </a:lnTo>
                <a:lnTo>
                  <a:pt x="2121644" y="205620"/>
                </a:lnTo>
                <a:lnTo>
                  <a:pt x="2121666" y="203910"/>
                </a:lnTo>
                <a:lnTo>
                  <a:pt x="2121703" y="202218"/>
                </a:lnTo>
                <a:lnTo>
                  <a:pt x="2121754" y="200544"/>
                </a:lnTo>
                <a:lnTo>
                  <a:pt x="2121820" y="198889"/>
                </a:lnTo>
                <a:lnTo>
                  <a:pt x="2121900" y="197252"/>
                </a:lnTo>
                <a:close/>
                <a:moveTo>
                  <a:pt x="2452414" y="286144"/>
                </a:moveTo>
                <a:lnTo>
                  <a:pt x="2452305" y="286945"/>
                </a:lnTo>
                <a:lnTo>
                  <a:pt x="2452180" y="287737"/>
                </a:lnTo>
                <a:lnTo>
                  <a:pt x="2452039" y="288520"/>
                </a:lnTo>
                <a:lnTo>
                  <a:pt x="2451880" y="289294"/>
                </a:lnTo>
                <a:lnTo>
                  <a:pt x="2451705" y="290059"/>
                </a:lnTo>
                <a:lnTo>
                  <a:pt x="2451513" y="290815"/>
                </a:lnTo>
                <a:lnTo>
                  <a:pt x="2451305" y="291562"/>
                </a:lnTo>
                <a:lnTo>
                  <a:pt x="2451080" y="292301"/>
                </a:lnTo>
                <a:lnTo>
                  <a:pt x="2450838" y="293030"/>
                </a:lnTo>
                <a:lnTo>
                  <a:pt x="2450579" y="293750"/>
                </a:lnTo>
                <a:lnTo>
                  <a:pt x="2450304" y="294462"/>
                </a:lnTo>
                <a:lnTo>
                  <a:pt x="2450012" y="295164"/>
                </a:lnTo>
                <a:lnTo>
                  <a:pt x="2449704" y="295858"/>
                </a:lnTo>
                <a:lnTo>
                  <a:pt x="2449379" y="296542"/>
                </a:lnTo>
                <a:lnTo>
                  <a:pt x="2449037" y="297218"/>
                </a:lnTo>
                <a:lnTo>
                  <a:pt x="2448678" y="297885"/>
                </a:lnTo>
                <a:lnTo>
                  <a:pt x="2448303" y="298542"/>
                </a:lnTo>
                <a:lnTo>
                  <a:pt x="2447911" y="299191"/>
                </a:lnTo>
                <a:lnTo>
                  <a:pt x="2447503" y="299829"/>
                </a:lnTo>
                <a:lnTo>
                  <a:pt x="2447079" y="300454"/>
                </a:lnTo>
                <a:lnTo>
                  <a:pt x="2446639" y="301067"/>
                </a:lnTo>
                <a:lnTo>
                  <a:pt x="2446183" y="301667"/>
                </a:lnTo>
                <a:lnTo>
                  <a:pt x="2445711" y="302255"/>
                </a:lnTo>
                <a:lnTo>
                  <a:pt x="2445224" y="302830"/>
                </a:lnTo>
                <a:lnTo>
                  <a:pt x="2444721" y="303392"/>
                </a:lnTo>
                <a:lnTo>
                  <a:pt x="2444201" y="303942"/>
                </a:lnTo>
                <a:lnTo>
                  <a:pt x="2443666" y="304479"/>
                </a:lnTo>
                <a:lnTo>
                  <a:pt x="2443115" y="305004"/>
                </a:lnTo>
                <a:lnTo>
                  <a:pt x="2442548" y="305516"/>
                </a:lnTo>
                <a:lnTo>
                  <a:pt x="2441966" y="306015"/>
                </a:lnTo>
                <a:lnTo>
                  <a:pt x="2441367" y="306502"/>
                </a:lnTo>
                <a:lnTo>
                  <a:pt x="2440753" y="306976"/>
                </a:lnTo>
                <a:lnTo>
                  <a:pt x="2440123" y="307437"/>
                </a:lnTo>
                <a:lnTo>
                  <a:pt x="2439476" y="307886"/>
                </a:lnTo>
                <a:lnTo>
                  <a:pt x="2438814" y="308322"/>
                </a:lnTo>
                <a:lnTo>
                  <a:pt x="2438137" y="308746"/>
                </a:lnTo>
                <a:lnTo>
                  <a:pt x="2437443" y="309157"/>
                </a:lnTo>
                <a:lnTo>
                  <a:pt x="2436733" y="309555"/>
                </a:lnTo>
                <a:lnTo>
                  <a:pt x="2436008" y="309941"/>
                </a:lnTo>
                <a:lnTo>
                  <a:pt x="2435267" y="310314"/>
                </a:lnTo>
                <a:lnTo>
                  <a:pt x="2434509" y="310675"/>
                </a:lnTo>
                <a:lnTo>
                  <a:pt x="2433736" y="311023"/>
                </a:lnTo>
                <a:lnTo>
                  <a:pt x="2432948" y="311357"/>
                </a:lnTo>
                <a:lnTo>
                  <a:pt x="2432143" y="311678"/>
                </a:lnTo>
                <a:lnTo>
                  <a:pt x="2431324" y="311984"/>
                </a:lnTo>
                <a:lnTo>
                  <a:pt x="2430489" y="312276"/>
                </a:lnTo>
                <a:lnTo>
                  <a:pt x="2429638" y="312553"/>
                </a:lnTo>
                <a:lnTo>
                  <a:pt x="2428772" y="312817"/>
                </a:lnTo>
                <a:lnTo>
                  <a:pt x="2427891" y="313066"/>
                </a:lnTo>
                <a:lnTo>
                  <a:pt x="2426994" y="313301"/>
                </a:lnTo>
                <a:lnTo>
                  <a:pt x="2426082" y="313521"/>
                </a:lnTo>
                <a:lnTo>
                  <a:pt x="2425154" y="313728"/>
                </a:lnTo>
                <a:lnTo>
                  <a:pt x="2424210" y="313920"/>
                </a:lnTo>
                <a:lnTo>
                  <a:pt x="2423252" y="314098"/>
                </a:lnTo>
                <a:lnTo>
                  <a:pt x="2422278" y="314262"/>
                </a:lnTo>
                <a:lnTo>
                  <a:pt x="2421288" y="314411"/>
                </a:lnTo>
                <a:lnTo>
                  <a:pt x="2420283" y="314546"/>
                </a:lnTo>
                <a:lnTo>
                  <a:pt x="2419262" y="314667"/>
                </a:lnTo>
                <a:lnTo>
                  <a:pt x="2418226" y="314774"/>
                </a:lnTo>
                <a:lnTo>
                  <a:pt x="2417175" y="314867"/>
                </a:lnTo>
                <a:lnTo>
                  <a:pt x="2416108" y="314945"/>
                </a:lnTo>
                <a:lnTo>
                  <a:pt x="2415025" y="315009"/>
                </a:lnTo>
                <a:lnTo>
                  <a:pt x="2413928" y="315059"/>
                </a:lnTo>
                <a:lnTo>
                  <a:pt x="2412814" y="315094"/>
                </a:lnTo>
                <a:lnTo>
                  <a:pt x="2411686" y="315116"/>
                </a:lnTo>
                <a:lnTo>
                  <a:pt x="2410541" y="315123"/>
                </a:lnTo>
                <a:lnTo>
                  <a:pt x="2409663" y="315116"/>
                </a:lnTo>
                <a:lnTo>
                  <a:pt x="2408784" y="315097"/>
                </a:lnTo>
                <a:lnTo>
                  <a:pt x="2407906" y="315064"/>
                </a:lnTo>
                <a:lnTo>
                  <a:pt x="2407027" y="315019"/>
                </a:lnTo>
                <a:lnTo>
                  <a:pt x="2406148" y="314960"/>
                </a:lnTo>
                <a:lnTo>
                  <a:pt x="2405270" y="314889"/>
                </a:lnTo>
                <a:lnTo>
                  <a:pt x="2404391" y="314804"/>
                </a:lnTo>
                <a:lnTo>
                  <a:pt x="2403513" y="314706"/>
                </a:lnTo>
                <a:lnTo>
                  <a:pt x="2402634" y="314596"/>
                </a:lnTo>
                <a:lnTo>
                  <a:pt x="2401755" y="314472"/>
                </a:lnTo>
                <a:lnTo>
                  <a:pt x="2400877" y="314335"/>
                </a:lnTo>
                <a:lnTo>
                  <a:pt x="2399998" y="314186"/>
                </a:lnTo>
                <a:lnTo>
                  <a:pt x="2399120" y="314023"/>
                </a:lnTo>
                <a:lnTo>
                  <a:pt x="2398241" y="313847"/>
                </a:lnTo>
                <a:lnTo>
                  <a:pt x="2397362" y="313659"/>
                </a:lnTo>
                <a:lnTo>
                  <a:pt x="2396484" y="313457"/>
                </a:lnTo>
                <a:lnTo>
                  <a:pt x="2395605" y="313242"/>
                </a:lnTo>
                <a:lnTo>
                  <a:pt x="2394727" y="313014"/>
                </a:lnTo>
                <a:lnTo>
                  <a:pt x="2393848" y="312774"/>
                </a:lnTo>
                <a:lnTo>
                  <a:pt x="2392969" y="312520"/>
                </a:lnTo>
                <a:lnTo>
                  <a:pt x="2392091" y="312253"/>
                </a:lnTo>
                <a:lnTo>
                  <a:pt x="2391212" y="311973"/>
                </a:lnTo>
                <a:lnTo>
                  <a:pt x="2390334" y="311680"/>
                </a:lnTo>
                <a:lnTo>
                  <a:pt x="2389455" y="311374"/>
                </a:lnTo>
                <a:lnTo>
                  <a:pt x="2388582" y="311051"/>
                </a:lnTo>
                <a:lnTo>
                  <a:pt x="2387720" y="310707"/>
                </a:lnTo>
                <a:lnTo>
                  <a:pt x="2386869" y="310342"/>
                </a:lnTo>
                <a:lnTo>
                  <a:pt x="2386029" y="309955"/>
                </a:lnTo>
                <a:lnTo>
                  <a:pt x="2385199" y="309548"/>
                </a:lnTo>
                <a:lnTo>
                  <a:pt x="2384381" y="309119"/>
                </a:lnTo>
                <a:lnTo>
                  <a:pt x="2383574" y="308669"/>
                </a:lnTo>
                <a:lnTo>
                  <a:pt x="2382778" y="308198"/>
                </a:lnTo>
                <a:lnTo>
                  <a:pt x="2381993" y="307706"/>
                </a:lnTo>
                <a:lnTo>
                  <a:pt x="2381218" y="307193"/>
                </a:lnTo>
                <a:lnTo>
                  <a:pt x="2380455" y="306658"/>
                </a:lnTo>
                <a:lnTo>
                  <a:pt x="2379703" y="306103"/>
                </a:lnTo>
                <a:lnTo>
                  <a:pt x="2378961" y="305526"/>
                </a:lnTo>
                <a:lnTo>
                  <a:pt x="2378231" y="304928"/>
                </a:lnTo>
                <a:lnTo>
                  <a:pt x="2377512" y="304309"/>
                </a:lnTo>
                <a:lnTo>
                  <a:pt x="2376803" y="303669"/>
                </a:lnTo>
                <a:lnTo>
                  <a:pt x="2376106" y="303007"/>
                </a:lnTo>
                <a:lnTo>
                  <a:pt x="2375420" y="302325"/>
                </a:lnTo>
                <a:lnTo>
                  <a:pt x="2374744" y="301621"/>
                </a:lnTo>
                <a:lnTo>
                  <a:pt x="2374080" y="300896"/>
                </a:lnTo>
                <a:lnTo>
                  <a:pt x="2373426" y="300150"/>
                </a:lnTo>
                <a:lnTo>
                  <a:pt x="2372784" y="299383"/>
                </a:lnTo>
                <a:lnTo>
                  <a:pt x="2372152" y="298595"/>
                </a:lnTo>
                <a:lnTo>
                  <a:pt x="2371532" y="297785"/>
                </a:lnTo>
                <a:lnTo>
                  <a:pt x="2370928" y="296951"/>
                </a:lnTo>
                <a:lnTo>
                  <a:pt x="2370348" y="296090"/>
                </a:lnTo>
                <a:lnTo>
                  <a:pt x="2369791" y="295201"/>
                </a:lnTo>
                <a:lnTo>
                  <a:pt x="2369257" y="294284"/>
                </a:lnTo>
                <a:lnTo>
                  <a:pt x="2368746" y="293339"/>
                </a:lnTo>
                <a:lnTo>
                  <a:pt x="2368259" y="292367"/>
                </a:lnTo>
                <a:lnTo>
                  <a:pt x="2367795" y="291367"/>
                </a:lnTo>
                <a:lnTo>
                  <a:pt x="2367354" y="290340"/>
                </a:lnTo>
                <a:lnTo>
                  <a:pt x="2366936" y="289285"/>
                </a:lnTo>
                <a:lnTo>
                  <a:pt x="2366541" y="288202"/>
                </a:lnTo>
                <a:lnTo>
                  <a:pt x="2366169" y="287092"/>
                </a:lnTo>
                <a:lnTo>
                  <a:pt x="2365821" y="285954"/>
                </a:lnTo>
                <a:lnTo>
                  <a:pt x="2365496" y="284788"/>
                </a:lnTo>
                <a:lnTo>
                  <a:pt x="2365194" y="283594"/>
                </a:lnTo>
                <a:lnTo>
                  <a:pt x="2364915" y="282373"/>
                </a:lnTo>
                <a:lnTo>
                  <a:pt x="2364659" y="281125"/>
                </a:lnTo>
                <a:lnTo>
                  <a:pt x="2364427" y="279848"/>
                </a:lnTo>
                <a:lnTo>
                  <a:pt x="2364217" y="278544"/>
                </a:lnTo>
                <a:lnTo>
                  <a:pt x="2364031" y="277212"/>
                </a:lnTo>
                <a:lnTo>
                  <a:pt x="2363868" y="275853"/>
                </a:lnTo>
                <a:lnTo>
                  <a:pt x="2363729" y="274466"/>
                </a:lnTo>
                <a:lnTo>
                  <a:pt x="2363612" y="273051"/>
                </a:lnTo>
                <a:lnTo>
                  <a:pt x="2363519" y="271609"/>
                </a:lnTo>
                <a:lnTo>
                  <a:pt x="2363449" y="270139"/>
                </a:lnTo>
                <a:lnTo>
                  <a:pt x="2321979" y="270139"/>
                </a:lnTo>
                <a:lnTo>
                  <a:pt x="2321997" y="271891"/>
                </a:lnTo>
                <a:lnTo>
                  <a:pt x="2322050" y="273635"/>
                </a:lnTo>
                <a:lnTo>
                  <a:pt x="2322138" y="275368"/>
                </a:lnTo>
                <a:lnTo>
                  <a:pt x="2322262" y="277093"/>
                </a:lnTo>
                <a:lnTo>
                  <a:pt x="2322421" y="278808"/>
                </a:lnTo>
                <a:lnTo>
                  <a:pt x="2322616" y="280514"/>
                </a:lnTo>
                <a:lnTo>
                  <a:pt x="2322846" y="282210"/>
                </a:lnTo>
                <a:lnTo>
                  <a:pt x="2323111" y="283897"/>
                </a:lnTo>
                <a:lnTo>
                  <a:pt x="2323412" y="285575"/>
                </a:lnTo>
                <a:lnTo>
                  <a:pt x="2323748" y="287243"/>
                </a:lnTo>
                <a:lnTo>
                  <a:pt x="2324120" y="288902"/>
                </a:lnTo>
                <a:lnTo>
                  <a:pt x="2324527" y="290552"/>
                </a:lnTo>
                <a:lnTo>
                  <a:pt x="2324969" y="292192"/>
                </a:lnTo>
                <a:lnTo>
                  <a:pt x="2325447" y="293823"/>
                </a:lnTo>
                <a:lnTo>
                  <a:pt x="2325960" y="295444"/>
                </a:lnTo>
                <a:lnTo>
                  <a:pt x="2326509" y="297056"/>
                </a:lnTo>
                <a:lnTo>
                  <a:pt x="2327092" y="298659"/>
                </a:lnTo>
                <a:lnTo>
                  <a:pt x="2327712" y="300253"/>
                </a:lnTo>
                <a:lnTo>
                  <a:pt x="2328366" y="301837"/>
                </a:lnTo>
                <a:lnTo>
                  <a:pt x="2329057" y="303412"/>
                </a:lnTo>
                <a:lnTo>
                  <a:pt x="2329782" y="304977"/>
                </a:lnTo>
                <a:lnTo>
                  <a:pt x="2330543" y="306533"/>
                </a:lnTo>
                <a:lnTo>
                  <a:pt x="2331339" y="308080"/>
                </a:lnTo>
                <a:lnTo>
                  <a:pt x="2332171" y="309617"/>
                </a:lnTo>
                <a:lnTo>
                  <a:pt x="2333037" y="311138"/>
                </a:lnTo>
                <a:lnTo>
                  <a:pt x="2333936" y="312634"/>
                </a:lnTo>
                <a:lnTo>
                  <a:pt x="2334869" y="314105"/>
                </a:lnTo>
                <a:lnTo>
                  <a:pt x="2335835" y="315552"/>
                </a:lnTo>
                <a:lnTo>
                  <a:pt x="2336834" y="316975"/>
                </a:lnTo>
                <a:lnTo>
                  <a:pt x="2337867" y="318374"/>
                </a:lnTo>
                <a:lnTo>
                  <a:pt x="2338933" y="319748"/>
                </a:lnTo>
                <a:lnTo>
                  <a:pt x="2340032" y="321097"/>
                </a:lnTo>
                <a:lnTo>
                  <a:pt x="2341165" y="322423"/>
                </a:lnTo>
                <a:lnTo>
                  <a:pt x="2342331" y="323723"/>
                </a:lnTo>
                <a:lnTo>
                  <a:pt x="2343531" y="325000"/>
                </a:lnTo>
                <a:lnTo>
                  <a:pt x="2344764" y="326252"/>
                </a:lnTo>
                <a:lnTo>
                  <a:pt x="2346030" y="327479"/>
                </a:lnTo>
                <a:lnTo>
                  <a:pt x="2347330" y="328683"/>
                </a:lnTo>
                <a:lnTo>
                  <a:pt x="2348663" y="329861"/>
                </a:lnTo>
                <a:lnTo>
                  <a:pt x="2350029" y="331016"/>
                </a:lnTo>
                <a:lnTo>
                  <a:pt x="2351429" y="332146"/>
                </a:lnTo>
                <a:lnTo>
                  <a:pt x="2352862" y="333251"/>
                </a:lnTo>
                <a:lnTo>
                  <a:pt x="2354328" y="334332"/>
                </a:lnTo>
                <a:lnTo>
                  <a:pt x="2355828" y="335389"/>
                </a:lnTo>
                <a:lnTo>
                  <a:pt x="2357361" y="336422"/>
                </a:lnTo>
                <a:lnTo>
                  <a:pt x="2358927" y="337429"/>
                </a:lnTo>
                <a:lnTo>
                  <a:pt x="2360527" y="338413"/>
                </a:lnTo>
                <a:lnTo>
                  <a:pt x="2362160" y="339372"/>
                </a:lnTo>
                <a:lnTo>
                  <a:pt x="2363825" y="340299"/>
                </a:lnTo>
                <a:lnTo>
                  <a:pt x="2365521" y="341187"/>
                </a:lnTo>
                <a:lnTo>
                  <a:pt x="2367247" y="342035"/>
                </a:lnTo>
                <a:lnTo>
                  <a:pt x="2369003" y="342844"/>
                </a:lnTo>
                <a:lnTo>
                  <a:pt x="2370790" y="343614"/>
                </a:lnTo>
                <a:lnTo>
                  <a:pt x="2372608" y="344344"/>
                </a:lnTo>
                <a:lnTo>
                  <a:pt x="2374456" y="345034"/>
                </a:lnTo>
                <a:lnTo>
                  <a:pt x="2376335" y="345685"/>
                </a:lnTo>
                <a:lnTo>
                  <a:pt x="2378244" y="346297"/>
                </a:lnTo>
                <a:lnTo>
                  <a:pt x="2380183" y="346869"/>
                </a:lnTo>
                <a:lnTo>
                  <a:pt x="2382154" y="347401"/>
                </a:lnTo>
                <a:lnTo>
                  <a:pt x="2384154" y="347895"/>
                </a:lnTo>
                <a:lnTo>
                  <a:pt x="2386185" y="348348"/>
                </a:lnTo>
                <a:lnTo>
                  <a:pt x="2388247" y="348763"/>
                </a:lnTo>
                <a:lnTo>
                  <a:pt x="2390339" y="349137"/>
                </a:lnTo>
                <a:lnTo>
                  <a:pt x="2392462" y="349473"/>
                </a:lnTo>
                <a:lnTo>
                  <a:pt x="2394615" y="349769"/>
                </a:lnTo>
                <a:lnTo>
                  <a:pt x="2396799" y="350025"/>
                </a:lnTo>
                <a:lnTo>
                  <a:pt x="2399013" y="350242"/>
                </a:lnTo>
                <a:lnTo>
                  <a:pt x="2401258" y="350420"/>
                </a:lnTo>
                <a:lnTo>
                  <a:pt x="2403533" y="350558"/>
                </a:lnTo>
                <a:lnTo>
                  <a:pt x="2405838" y="350656"/>
                </a:lnTo>
                <a:lnTo>
                  <a:pt x="2408175" y="350716"/>
                </a:lnTo>
                <a:lnTo>
                  <a:pt x="2410541" y="350735"/>
                </a:lnTo>
                <a:lnTo>
                  <a:pt x="2412117" y="350727"/>
                </a:lnTo>
                <a:lnTo>
                  <a:pt x="2413679" y="350700"/>
                </a:lnTo>
                <a:lnTo>
                  <a:pt x="2415229" y="350657"/>
                </a:lnTo>
                <a:lnTo>
                  <a:pt x="2416766" y="350595"/>
                </a:lnTo>
                <a:lnTo>
                  <a:pt x="2418291" y="350517"/>
                </a:lnTo>
                <a:lnTo>
                  <a:pt x="2419803" y="350421"/>
                </a:lnTo>
                <a:lnTo>
                  <a:pt x="2421303" y="350307"/>
                </a:lnTo>
                <a:lnTo>
                  <a:pt x="2422790" y="350176"/>
                </a:lnTo>
                <a:lnTo>
                  <a:pt x="2424264" y="350027"/>
                </a:lnTo>
                <a:lnTo>
                  <a:pt x="2425726" y="349861"/>
                </a:lnTo>
                <a:lnTo>
                  <a:pt x="2427175" y="349677"/>
                </a:lnTo>
                <a:lnTo>
                  <a:pt x="2428611" y="349476"/>
                </a:lnTo>
                <a:lnTo>
                  <a:pt x="2430035" y="349257"/>
                </a:lnTo>
                <a:lnTo>
                  <a:pt x="2431446" y="349021"/>
                </a:lnTo>
                <a:lnTo>
                  <a:pt x="2432845" y="348768"/>
                </a:lnTo>
                <a:lnTo>
                  <a:pt x="2434231" y="348497"/>
                </a:lnTo>
                <a:lnTo>
                  <a:pt x="2435604" y="348208"/>
                </a:lnTo>
                <a:lnTo>
                  <a:pt x="2436965" y="347902"/>
                </a:lnTo>
                <a:lnTo>
                  <a:pt x="2438313" y="347578"/>
                </a:lnTo>
                <a:lnTo>
                  <a:pt x="2439649" y="347237"/>
                </a:lnTo>
                <a:lnTo>
                  <a:pt x="2440972" y="346879"/>
                </a:lnTo>
                <a:lnTo>
                  <a:pt x="2442282" y="346503"/>
                </a:lnTo>
                <a:lnTo>
                  <a:pt x="2443580" y="346109"/>
                </a:lnTo>
                <a:lnTo>
                  <a:pt x="2444865" y="345698"/>
                </a:lnTo>
                <a:lnTo>
                  <a:pt x="2446136" y="345270"/>
                </a:lnTo>
                <a:lnTo>
                  <a:pt x="2447393" y="344827"/>
                </a:lnTo>
                <a:lnTo>
                  <a:pt x="2448634" y="344367"/>
                </a:lnTo>
                <a:lnTo>
                  <a:pt x="2449860" y="343892"/>
                </a:lnTo>
                <a:lnTo>
                  <a:pt x="2451071" y="343401"/>
                </a:lnTo>
                <a:lnTo>
                  <a:pt x="2452267" y="342894"/>
                </a:lnTo>
                <a:lnTo>
                  <a:pt x="2453448" y="342371"/>
                </a:lnTo>
                <a:lnTo>
                  <a:pt x="2454614" y="341832"/>
                </a:lnTo>
                <a:lnTo>
                  <a:pt x="2455765" y="341278"/>
                </a:lnTo>
                <a:lnTo>
                  <a:pt x="2456901" y="340707"/>
                </a:lnTo>
                <a:lnTo>
                  <a:pt x="2458022" y="340121"/>
                </a:lnTo>
                <a:lnTo>
                  <a:pt x="2459128" y="339519"/>
                </a:lnTo>
                <a:lnTo>
                  <a:pt x="2460218" y="338901"/>
                </a:lnTo>
                <a:lnTo>
                  <a:pt x="2461294" y="338267"/>
                </a:lnTo>
                <a:lnTo>
                  <a:pt x="2462355" y="337617"/>
                </a:lnTo>
                <a:lnTo>
                  <a:pt x="2463400" y="336951"/>
                </a:lnTo>
                <a:lnTo>
                  <a:pt x="2464431" y="336270"/>
                </a:lnTo>
                <a:lnTo>
                  <a:pt x="2465446" y="335572"/>
                </a:lnTo>
                <a:lnTo>
                  <a:pt x="2466447" y="334859"/>
                </a:lnTo>
                <a:lnTo>
                  <a:pt x="2467432" y="334130"/>
                </a:lnTo>
                <a:lnTo>
                  <a:pt x="2468402" y="333385"/>
                </a:lnTo>
                <a:lnTo>
                  <a:pt x="2469358" y="332624"/>
                </a:lnTo>
                <a:lnTo>
                  <a:pt x="2470298" y="331847"/>
                </a:lnTo>
                <a:lnTo>
                  <a:pt x="2471223" y="331055"/>
                </a:lnTo>
                <a:lnTo>
                  <a:pt x="2472132" y="330248"/>
                </a:lnTo>
                <a:lnTo>
                  <a:pt x="2473023" y="329427"/>
                </a:lnTo>
                <a:lnTo>
                  <a:pt x="2473897" y="328593"/>
                </a:lnTo>
                <a:lnTo>
                  <a:pt x="2474754" y="327745"/>
                </a:lnTo>
                <a:lnTo>
                  <a:pt x="2475593" y="326885"/>
                </a:lnTo>
                <a:lnTo>
                  <a:pt x="2476414" y="326010"/>
                </a:lnTo>
                <a:lnTo>
                  <a:pt x="2477218" y="325122"/>
                </a:lnTo>
                <a:lnTo>
                  <a:pt x="2478004" y="324221"/>
                </a:lnTo>
                <a:lnTo>
                  <a:pt x="2478773" y="323307"/>
                </a:lnTo>
                <a:lnTo>
                  <a:pt x="2479525" y="322379"/>
                </a:lnTo>
                <a:lnTo>
                  <a:pt x="2480259" y="321437"/>
                </a:lnTo>
                <a:lnTo>
                  <a:pt x="2480975" y="320482"/>
                </a:lnTo>
                <a:lnTo>
                  <a:pt x="2481674" y="319514"/>
                </a:lnTo>
                <a:lnTo>
                  <a:pt x="2482356" y="318532"/>
                </a:lnTo>
                <a:lnTo>
                  <a:pt x="2483020" y="317537"/>
                </a:lnTo>
                <a:lnTo>
                  <a:pt x="2483667" y="316529"/>
                </a:lnTo>
                <a:lnTo>
                  <a:pt x="2484296" y="315507"/>
                </a:lnTo>
                <a:lnTo>
                  <a:pt x="2484907" y="314471"/>
                </a:lnTo>
                <a:lnTo>
                  <a:pt x="2485501" y="313422"/>
                </a:lnTo>
                <a:lnTo>
                  <a:pt x="2486078" y="312360"/>
                </a:lnTo>
                <a:lnTo>
                  <a:pt x="2486637" y="311285"/>
                </a:lnTo>
                <a:lnTo>
                  <a:pt x="2487178" y="310195"/>
                </a:lnTo>
                <a:lnTo>
                  <a:pt x="2487703" y="309093"/>
                </a:lnTo>
                <a:lnTo>
                  <a:pt x="2488209" y="307977"/>
                </a:lnTo>
                <a:lnTo>
                  <a:pt x="2488697" y="306849"/>
                </a:lnTo>
                <a:lnTo>
                  <a:pt x="2489163" y="305710"/>
                </a:lnTo>
                <a:lnTo>
                  <a:pt x="2489609" y="304560"/>
                </a:lnTo>
                <a:lnTo>
                  <a:pt x="2490035" y="303399"/>
                </a:lnTo>
                <a:lnTo>
                  <a:pt x="2490439" y="302226"/>
                </a:lnTo>
                <a:lnTo>
                  <a:pt x="2490823" y="301043"/>
                </a:lnTo>
                <a:lnTo>
                  <a:pt x="2491186" y="299849"/>
                </a:lnTo>
                <a:lnTo>
                  <a:pt x="2491528" y="298644"/>
                </a:lnTo>
                <a:lnTo>
                  <a:pt x="2491850" y="297428"/>
                </a:lnTo>
                <a:lnTo>
                  <a:pt x="2492151" y="296201"/>
                </a:lnTo>
                <a:lnTo>
                  <a:pt x="2492431" y="294963"/>
                </a:lnTo>
                <a:lnTo>
                  <a:pt x="2492690" y="293714"/>
                </a:lnTo>
                <a:lnTo>
                  <a:pt x="2492929" y="292455"/>
                </a:lnTo>
                <a:lnTo>
                  <a:pt x="2493146" y="291184"/>
                </a:lnTo>
                <a:lnTo>
                  <a:pt x="2493344" y="289902"/>
                </a:lnTo>
                <a:lnTo>
                  <a:pt x="2493520" y="288609"/>
                </a:lnTo>
                <a:lnTo>
                  <a:pt x="2493675" y="287305"/>
                </a:lnTo>
                <a:lnTo>
                  <a:pt x="2493810" y="285990"/>
                </a:lnTo>
                <a:lnTo>
                  <a:pt x="2493924" y="284664"/>
                </a:lnTo>
                <a:lnTo>
                  <a:pt x="2494018" y="283328"/>
                </a:lnTo>
                <a:lnTo>
                  <a:pt x="2494090" y="281980"/>
                </a:lnTo>
                <a:lnTo>
                  <a:pt x="2494142" y="280621"/>
                </a:lnTo>
                <a:lnTo>
                  <a:pt x="2494173" y="279251"/>
                </a:lnTo>
                <a:lnTo>
                  <a:pt x="2494184" y="277870"/>
                </a:lnTo>
                <a:lnTo>
                  <a:pt x="2494168" y="276183"/>
                </a:lnTo>
                <a:lnTo>
                  <a:pt x="2494120" y="274519"/>
                </a:lnTo>
                <a:lnTo>
                  <a:pt x="2494041" y="272877"/>
                </a:lnTo>
                <a:lnTo>
                  <a:pt x="2493930" y="271258"/>
                </a:lnTo>
                <a:lnTo>
                  <a:pt x="2493787" y="269662"/>
                </a:lnTo>
                <a:lnTo>
                  <a:pt x="2493613" y="268089"/>
                </a:lnTo>
                <a:lnTo>
                  <a:pt x="2493406" y="266538"/>
                </a:lnTo>
                <a:lnTo>
                  <a:pt x="2493168" y="265010"/>
                </a:lnTo>
                <a:lnTo>
                  <a:pt x="2492899" y="263505"/>
                </a:lnTo>
                <a:lnTo>
                  <a:pt x="2492597" y="262023"/>
                </a:lnTo>
                <a:lnTo>
                  <a:pt x="2492264" y="260564"/>
                </a:lnTo>
                <a:lnTo>
                  <a:pt x="2491899" y="259127"/>
                </a:lnTo>
                <a:lnTo>
                  <a:pt x="2491503" y="257713"/>
                </a:lnTo>
                <a:lnTo>
                  <a:pt x="2491074" y="256322"/>
                </a:lnTo>
                <a:lnTo>
                  <a:pt x="2490614" y="254954"/>
                </a:lnTo>
                <a:lnTo>
                  <a:pt x="2490123" y="253608"/>
                </a:lnTo>
                <a:lnTo>
                  <a:pt x="2489599" y="252285"/>
                </a:lnTo>
                <a:lnTo>
                  <a:pt x="2489044" y="250985"/>
                </a:lnTo>
                <a:lnTo>
                  <a:pt x="2488457" y="249708"/>
                </a:lnTo>
                <a:lnTo>
                  <a:pt x="2487838" y="248454"/>
                </a:lnTo>
                <a:lnTo>
                  <a:pt x="2487188" y="247222"/>
                </a:lnTo>
                <a:lnTo>
                  <a:pt x="2486506" y="246013"/>
                </a:lnTo>
                <a:lnTo>
                  <a:pt x="2485792" y="244827"/>
                </a:lnTo>
                <a:lnTo>
                  <a:pt x="2485046" y="243664"/>
                </a:lnTo>
                <a:lnTo>
                  <a:pt x="2484270" y="242518"/>
                </a:lnTo>
                <a:lnTo>
                  <a:pt x="2483465" y="241384"/>
                </a:lnTo>
                <a:lnTo>
                  <a:pt x="2482630" y="240263"/>
                </a:lnTo>
                <a:lnTo>
                  <a:pt x="2481766" y="239154"/>
                </a:lnTo>
                <a:lnTo>
                  <a:pt x="2480873" y="238057"/>
                </a:lnTo>
                <a:lnTo>
                  <a:pt x="2479950" y="236972"/>
                </a:lnTo>
                <a:lnTo>
                  <a:pt x="2478999" y="235899"/>
                </a:lnTo>
                <a:lnTo>
                  <a:pt x="2478018" y="234839"/>
                </a:lnTo>
                <a:lnTo>
                  <a:pt x="2477007" y="233791"/>
                </a:lnTo>
                <a:lnTo>
                  <a:pt x="2475967" y="232755"/>
                </a:lnTo>
                <a:lnTo>
                  <a:pt x="2474898" y="231731"/>
                </a:lnTo>
                <a:lnTo>
                  <a:pt x="2473800" y="230719"/>
                </a:lnTo>
                <a:lnTo>
                  <a:pt x="2472673" y="229720"/>
                </a:lnTo>
                <a:lnTo>
                  <a:pt x="2471516" y="228733"/>
                </a:lnTo>
                <a:lnTo>
                  <a:pt x="2470330" y="227758"/>
                </a:lnTo>
                <a:lnTo>
                  <a:pt x="2469114" y="226795"/>
                </a:lnTo>
                <a:lnTo>
                  <a:pt x="2467870" y="225844"/>
                </a:lnTo>
                <a:lnTo>
                  <a:pt x="2466596" y="224906"/>
                </a:lnTo>
                <a:lnTo>
                  <a:pt x="2465293" y="223980"/>
                </a:lnTo>
                <a:lnTo>
                  <a:pt x="2463960" y="223066"/>
                </a:lnTo>
                <a:lnTo>
                  <a:pt x="2462598" y="222164"/>
                </a:lnTo>
                <a:lnTo>
                  <a:pt x="2461207" y="221274"/>
                </a:lnTo>
                <a:lnTo>
                  <a:pt x="2459787" y="220397"/>
                </a:lnTo>
                <a:lnTo>
                  <a:pt x="2458337" y="219532"/>
                </a:lnTo>
                <a:lnTo>
                  <a:pt x="2456858" y="218673"/>
                </a:lnTo>
                <a:lnTo>
                  <a:pt x="2455351" y="217815"/>
                </a:lnTo>
                <a:lnTo>
                  <a:pt x="2453816" y="216958"/>
                </a:lnTo>
                <a:lnTo>
                  <a:pt x="2452252" y="216102"/>
                </a:lnTo>
                <a:lnTo>
                  <a:pt x="2450659" y="215247"/>
                </a:lnTo>
                <a:lnTo>
                  <a:pt x="2449038" y="214392"/>
                </a:lnTo>
                <a:lnTo>
                  <a:pt x="2447389" y="213538"/>
                </a:lnTo>
                <a:lnTo>
                  <a:pt x="2445711" y="212685"/>
                </a:lnTo>
                <a:lnTo>
                  <a:pt x="2444005" y="211833"/>
                </a:lnTo>
                <a:lnTo>
                  <a:pt x="2442270" y="210982"/>
                </a:lnTo>
                <a:lnTo>
                  <a:pt x="2440507" y="210131"/>
                </a:lnTo>
                <a:lnTo>
                  <a:pt x="2438715" y="209281"/>
                </a:lnTo>
                <a:lnTo>
                  <a:pt x="2436895" y="208433"/>
                </a:lnTo>
                <a:lnTo>
                  <a:pt x="2435046" y="207584"/>
                </a:lnTo>
                <a:lnTo>
                  <a:pt x="2433169" y="206737"/>
                </a:lnTo>
                <a:lnTo>
                  <a:pt x="2431263" y="205891"/>
                </a:lnTo>
                <a:lnTo>
                  <a:pt x="2429329" y="205045"/>
                </a:lnTo>
                <a:lnTo>
                  <a:pt x="2427366" y="204200"/>
                </a:lnTo>
                <a:lnTo>
                  <a:pt x="2425375" y="203356"/>
                </a:lnTo>
                <a:lnTo>
                  <a:pt x="2423356" y="202513"/>
                </a:lnTo>
                <a:lnTo>
                  <a:pt x="2421308" y="201671"/>
                </a:lnTo>
                <a:lnTo>
                  <a:pt x="2419231" y="200829"/>
                </a:lnTo>
                <a:lnTo>
                  <a:pt x="2417126" y="199988"/>
                </a:lnTo>
                <a:lnTo>
                  <a:pt x="2414993" y="199148"/>
                </a:lnTo>
                <a:lnTo>
                  <a:pt x="2413888" y="198662"/>
                </a:lnTo>
                <a:lnTo>
                  <a:pt x="2412801" y="198181"/>
                </a:lnTo>
                <a:lnTo>
                  <a:pt x="2411729" y="197704"/>
                </a:lnTo>
                <a:lnTo>
                  <a:pt x="2410675" y="197232"/>
                </a:lnTo>
                <a:lnTo>
                  <a:pt x="2409637" y="196764"/>
                </a:lnTo>
                <a:lnTo>
                  <a:pt x="2408616" y="196300"/>
                </a:lnTo>
                <a:lnTo>
                  <a:pt x="2407611" y="195841"/>
                </a:lnTo>
                <a:lnTo>
                  <a:pt x="2406623" y="195387"/>
                </a:lnTo>
                <a:lnTo>
                  <a:pt x="2405652" y="194937"/>
                </a:lnTo>
                <a:lnTo>
                  <a:pt x="2404698" y="194491"/>
                </a:lnTo>
                <a:lnTo>
                  <a:pt x="2403760" y="194050"/>
                </a:lnTo>
                <a:lnTo>
                  <a:pt x="2402839" y="193613"/>
                </a:lnTo>
                <a:lnTo>
                  <a:pt x="2401935" y="193181"/>
                </a:lnTo>
                <a:lnTo>
                  <a:pt x="2401047" y="192753"/>
                </a:lnTo>
                <a:lnTo>
                  <a:pt x="2400176" y="192330"/>
                </a:lnTo>
                <a:lnTo>
                  <a:pt x="2399321" y="191911"/>
                </a:lnTo>
                <a:lnTo>
                  <a:pt x="2398484" y="191497"/>
                </a:lnTo>
                <a:lnTo>
                  <a:pt x="2397663" y="191087"/>
                </a:lnTo>
                <a:lnTo>
                  <a:pt x="2396858" y="190682"/>
                </a:lnTo>
                <a:lnTo>
                  <a:pt x="2396071" y="190281"/>
                </a:lnTo>
                <a:lnTo>
                  <a:pt x="2395300" y="189885"/>
                </a:lnTo>
                <a:lnTo>
                  <a:pt x="2394545" y="189493"/>
                </a:lnTo>
                <a:lnTo>
                  <a:pt x="2393808" y="189105"/>
                </a:lnTo>
                <a:lnTo>
                  <a:pt x="2393087" y="188722"/>
                </a:lnTo>
                <a:lnTo>
                  <a:pt x="2392380" y="188342"/>
                </a:lnTo>
                <a:lnTo>
                  <a:pt x="2391687" y="187962"/>
                </a:lnTo>
                <a:lnTo>
                  <a:pt x="2391005" y="187584"/>
                </a:lnTo>
                <a:lnTo>
                  <a:pt x="2390337" y="187206"/>
                </a:lnTo>
                <a:lnTo>
                  <a:pt x="2389681" y="186829"/>
                </a:lnTo>
                <a:lnTo>
                  <a:pt x="2389038" y="186453"/>
                </a:lnTo>
                <a:lnTo>
                  <a:pt x="2388407" y="186077"/>
                </a:lnTo>
                <a:lnTo>
                  <a:pt x="2387789" y="185703"/>
                </a:lnTo>
                <a:lnTo>
                  <a:pt x="2387184" y="185329"/>
                </a:lnTo>
                <a:lnTo>
                  <a:pt x="2386591" y="184956"/>
                </a:lnTo>
                <a:lnTo>
                  <a:pt x="2386010" y="184584"/>
                </a:lnTo>
                <a:lnTo>
                  <a:pt x="2385443" y="184212"/>
                </a:lnTo>
                <a:lnTo>
                  <a:pt x="2384888" y="183842"/>
                </a:lnTo>
                <a:lnTo>
                  <a:pt x="2384345" y="183472"/>
                </a:lnTo>
                <a:lnTo>
                  <a:pt x="2383816" y="183103"/>
                </a:lnTo>
                <a:lnTo>
                  <a:pt x="2383298" y="182735"/>
                </a:lnTo>
                <a:lnTo>
                  <a:pt x="2382794" y="182368"/>
                </a:lnTo>
                <a:lnTo>
                  <a:pt x="2382302" y="182001"/>
                </a:lnTo>
                <a:lnTo>
                  <a:pt x="2381822" y="181635"/>
                </a:lnTo>
                <a:lnTo>
                  <a:pt x="2381356" y="181271"/>
                </a:lnTo>
                <a:lnTo>
                  <a:pt x="2380902" y="180906"/>
                </a:lnTo>
                <a:lnTo>
                  <a:pt x="2380460" y="180543"/>
                </a:lnTo>
                <a:lnTo>
                  <a:pt x="2380031" y="180181"/>
                </a:lnTo>
                <a:lnTo>
                  <a:pt x="2379615" y="179819"/>
                </a:lnTo>
                <a:lnTo>
                  <a:pt x="2379210" y="179457"/>
                </a:lnTo>
                <a:lnTo>
                  <a:pt x="2378815" y="179092"/>
                </a:lnTo>
                <a:lnTo>
                  <a:pt x="2378431" y="178725"/>
                </a:lnTo>
                <a:lnTo>
                  <a:pt x="2378056" y="178355"/>
                </a:lnTo>
                <a:lnTo>
                  <a:pt x="2377692" y="177983"/>
                </a:lnTo>
                <a:lnTo>
                  <a:pt x="2377338" y="177608"/>
                </a:lnTo>
                <a:lnTo>
                  <a:pt x="2376994" y="177231"/>
                </a:lnTo>
                <a:lnTo>
                  <a:pt x="2376660" y="176852"/>
                </a:lnTo>
                <a:lnTo>
                  <a:pt x="2376337" y="176470"/>
                </a:lnTo>
                <a:lnTo>
                  <a:pt x="2376023" y="176085"/>
                </a:lnTo>
                <a:lnTo>
                  <a:pt x="2375720" y="175698"/>
                </a:lnTo>
                <a:lnTo>
                  <a:pt x="2375427" y="175309"/>
                </a:lnTo>
                <a:lnTo>
                  <a:pt x="2375144" y="174917"/>
                </a:lnTo>
                <a:lnTo>
                  <a:pt x="2374871" y="174523"/>
                </a:lnTo>
                <a:lnTo>
                  <a:pt x="2374609" y="174127"/>
                </a:lnTo>
                <a:lnTo>
                  <a:pt x="2374356" y="173728"/>
                </a:lnTo>
                <a:lnTo>
                  <a:pt x="2374114" y="173326"/>
                </a:lnTo>
                <a:lnTo>
                  <a:pt x="2373882" y="172922"/>
                </a:lnTo>
                <a:lnTo>
                  <a:pt x="2373660" y="172516"/>
                </a:lnTo>
                <a:lnTo>
                  <a:pt x="2373448" y="172107"/>
                </a:lnTo>
                <a:lnTo>
                  <a:pt x="2373247" y="171696"/>
                </a:lnTo>
                <a:lnTo>
                  <a:pt x="2373055" y="171282"/>
                </a:lnTo>
                <a:lnTo>
                  <a:pt x="2372874" y="170866"/>
                </a:lnTo>
                <a:lnTo>
                  <a:pt x="2372703" y="170448"/>
                </a:lnTo>
                <a:lnTo>
                  <a:pt x="2372541" y="170024"/>
                </a:lnTo>
                <a:lnTo>
                  <a:pt x="2372385" y="169594"/>
                </a:lnTo>
                <a:lnTo>
                  <a:pt x="2372236" y="169157"/>
                </a:lnTo>
                <a:lnTo>
                  <a:pt x="2372095" y="168713"/>
                </a:lnTo>
                <a:lnTo>
                  <a:pt x="2371960" y="168262"/>
                </a:lnTo>
                <a:lnTo>
                  <a:pt x="2371832" y="167804"/>
                </a:lnTo>
                <a:lnTo>
                  <a:pt x="2371711" y="167340"/>
                </a:lnTo>
                <a:lnTo>
                  <a:pt x="2371597" y="166868"/>
                </a:lnTo>
                <a:lnTo>
                  <a:pt x="2371490" y="166390"/>
                </a:lnTo>
                <a:lnTo>
                  <a:pt x="2371389" y="165904"/>
                </a:lnTo>
                <a:lnTo>
                  <a:pt x="2371296" y="165412"/>
                </a:lnTo>
                <a:lnTo>
                  <a:pt x="2371210" y="164912"/>
                </a:lnTo>
                <a:lnTo>
                  <a:pt x="2371130" y="164406"/>
                </a:lnTo>
                <a:lnTo>
                  <a:pt x="2371057" y="163893"/>
                </a:lnTo>
                <a:lnTo>
                  <a:pt x="2370992" y="163373"/>
                </a:lnTo>
                <a:lnTo>
                  <a:pt x="2370933" y="162846"/>
                </a:lnTo>
                <a:lnTo>
                  <a:pt x="2370881" y="162312"/>
                </a:lnTo>
                <a:lnTo>
                  <a:pt x="2370836" y="161771"/>
                </a:lnTo>
                <a:lnTo>
                  <a:pt x="2370798" y="161224"/>
                </a:lnTo>
                <a:lnTo>
                  <a:pt x="2370767" y="160669"/>
                </a:lnTo>
                <a:lnTo>
                  <a:pt x="2370743" y="160108"/>
                </a:lnTo>
                <a:lnTo>
                  <a:pt x="2370726" y="159539"/>
                </a:lnTo>
                <a:lnTo>
                  <a:pt x="2370715" y="158964"/>
                </a:lnTo>
                <a:lnTo>
                  <a:pt x="2370712" y="158381"/>
                </a:lnTo>
                <a:lnTo>
                  <a:pt x="2370718" y="157603"/>
                </a:lnTo>
                <a:lnTo>
                  <a:pt x="2370739" y="156830"/>
                </a:lnTo>
                <a:lnTo>
                  <a:pt x="2370772" y="156062"/>
                </a:lnTo>
                <a:lnTo>
                  <a:pt x="2370819" y="155300"/>
                </a:lnTo>
                <a:lnTo>
                  <a:pt x="2370879" y="154543"/>
                </a:lnTo>
                <a:lnTo>
                  <a:pt x="2370953" y="153791"/>
                </a:lnTo>
                <a:lnTo>
                  <a:pt x="2371041" y="153044"/>
                </a:lnTo>
                <a:lnTo>
                  <a:pt x="2371141" y="152303"/>
                </a:lnTo>
                <a:lnTo>
                  <a:pt x="2371255" y="151567"/>
                </a:lnTo>
                <a:lnTo>
                  <a:pt x="2371383" y="150836"/>
                </a:lnTo>
                <a:lnTo>
                  <a:pt x="2371524" y="150111"/>
                </a:lnTo>
                <a:lnTo>
                  <a:pt x="2371678" y="149391"/>
                </a:lnTo>
                <a:lnTo>
                  <a:pt x="2371846" y="148676"/>
                </a:lnTo>
                <a:lnTo>
                  <a:pt x="2372027" y="147966"/>
                </a:lnTo>
                <a:lnTo>
                  <a:pt x="2372222" y="147262"/>
                </a:lnTo>
                <a:lnTo>
                  <a:pt x="2372430" y="146563"/>
                </a:lnTo>
                <a:lnTo>
                  <a:pt x="2372651" y="145869"/>
                </a:lnTo>
                <a:lnTo>
                  <a:pt x="2372886" y="145181"/>
                </a:lnTo>
                <a:lnTo>
                  <a:pt x="2373135" y="144497"/>
                </a:lnTo>
                <a:lnTo>
                  <a:pt x="2373396" y="143820"/>
                </a:lnTo>
                <a:lnTo>
                  <a:pt x="2373671" y="143147"/>
                </a:lnTo>
                <a:lnTo>
                  <a:pt x="2373960" y="142480"/>
                </a:lnTo>
                <a:lnTo>
                  <a:pt x="2374262" y="141818"/>
                </a:lnTo>
                <a:lnTo>
                  <a:pt x="2374578" y="141161"/>
                </a:lnTo>
                <a:lnTo>
                  <a:pt x="2374908" y="140512"/>
                </a:lnTo>
                <a:lnTo>
                  <a:pt x="2375255" y="139873"/>
                </a:lnTo>
                <a:lnTo>
                  <a:pt x="2375619" y="139245"/>
                </a:lnTo>
                <a:lnTo>
                  <a:pt x="2376000" y="138626"/>
                </a:lnTo>
                <a:lnTo>
                  <a:pt x="2376397" y="138018"/>
                </a:lnTo>
                <a:lnTo>
                  <a:pt x="2376811" y="137420"/>
                </a:lnTo>
                <a:lnTo>
                  <a:pt x="2377241" y="136832"/>
                </a:lnTo>
                <a:lnTo>
                  <a:pt x="2377688" y="136254"/>
                </a:lnTo>
                <a:lnTo>
                  <a:pt x="2378152" y="135686"/>
                </a:lnTo>
                <a:lnTo>
                  <a:pt x="2378633" y="135129"/>
                </a:lnTo>
                <a:lnTo>
                  <a:pt x="2379130" y="134582"/>
                </a:lnTo>
                <a:lnTo>
                  <a:pt x="2379644" y="134044"/>
                </a:lnTo>
                <a:lnTo>
                  <a:pt x="2380175" y="133517"/>
                </a:lnTo>
                <a:lnTo>
                  <a:pt x="2380722" y="133001"/>
                </a:lnTo>
                <a:lnTo>
                  <a:pt x="2381286" y="132494"/>
                </a:lnTo>
                <a:lnTo>
                  <a:pt x="2381867" y="131998"/>
                </a:lnTo>
                <a:lnTo>
                  <a:pt x="2382464" y="131511"/>
                </a:lnTo>
                <a:lnTo>
                  <a:pt x="2383078" y="131035"/>
                </a:lnTo>
                <a:lnTo>
                  <a:pt x="2383709" y="130569"/>
                </a:lnTo>
                <a:lnTo>
                  <a:pt x="2384356" y="130113"/>
                </a:lnTo>
                <a:lnTo>
                  <a:pt x="2385020" y="129668"/>
                </a:lnTo>
                <a:lnTo>
                  <a:pt x="2385701" y="129232"/>
                </a:lnTo>
                <a:lnTo>
                  <a:pt x="2386398" y="128807"/>
                </a:lnTo>
                <a:lnTo>
                  <a:pt x="2387112" y="128392"/>
                </a:lnTo>
                <a:lnTo>
                  <a:pt x="2387844" y="127991"/>
                </a:lnTo>
                <a:lnTo>
                  <a:pt x="2388593" y="127606"/>
                </a:lnTo>
                <a:lnTo>
                  <a:pt x="2389360" y="127239"/>
                </a:lnTo>
                <a:lnTo>
                  <a:pt x="2390145" y="126889"/>
                </a:lnTo>
                <a:lnTo>
                  <a:pt x="2390948" y="126556"/>
                </a:lnTo>
                <a:lnTo>
                  <a:pt x="2391769" y="126240"/>
                </a:lnTo>
                <a:lnTo>
                  <a:pt x="2392607" y="125941"/>
                </a:lnTo>
                <a:lnTo>
                  <a:pt x="2393464" y="125659"/>
                </a:lnTo>
                <a:lnTo>
                  <a:pt x="2394339" y="125394"/>
                </a:lnTo>
                <a:lnTo>
                  <a:pt x="2395231" y="125146"/>
                </a:lnTo>
                <a:lnTo>
                  <a:pt x="2396141" y="124916"/>
                </a:lnTo>
                <a:lnTo>
                  <a:pt x="2397070" y="124702"/>
                </a:lnTo>
                <a:lnTo>
                  <a:pt x="2398016" y="124506"/>
                </a:lnTo>
                <a:lnTo>
                  <a:pt x="2398980" y="124326"/>
                </a:lnTo>
                <a:lnTo>
                  <a:pt x="2399962" y="124164"/>
                </a:lnTo>
                <a:lnTo>
                  <a:pt x="2400961" y="124019"/>
                </a:lnTo>
                <a:lnTo>
                  <a:pt x="2401979" y="123891"/>
                </a:lnTo>
                <a:lnTo>
                  <a:pt x="2403015" y="123779"/>
                </a:lnTo>
                <a:lnTo>
                  <a:pt x="2404068" y="123685"/>
                </a:lnTo>
                <a:lnTo>
                  <a:pt x="2405140" y="123609"/>
                </a:lnTo>
                <a:lnTo>
                  <a:pt x="2406229" y="123549"/>
                </a:lnTo>
                <a:lnTo>
                  <a:pt x="2407336" y="123506"/>
                </a:lnTo>
                <a:lnTo>
                  <a:pt x="2408461" y="123480"/>
                </a:lnTo>
                <a:lnTo>
                  <a:pt x="2409604" y="123472"/>
                </a:lnTo>
                <a:lnTo>
                  <a:pt x="2410691" y="123482"/>
                </a:lnTo>
                <a:lnTo>
                  <a:pt x="2411763" y="123513"/>
                </a:lnTo>
                <a:lnTo>
                  <a:pt x="2412822" y="123565"/>
                </a:lnTo>
                <a:lnTo>
                  <a:pt x="2413867" y="123638"/>
                </a:lnTo>
                <a:lnTo>
                  <a:pt x="2414898" y="123731"/>
                </a:lnTo>
                <a:lnTo>
                  <a:pt x="2415915" y="123845"/>
                </a:lnTo>
                <a:lnTo>
                  <a:pt x="2416919" y="123980"/>
                </a:lnTo>
                <a:lnTo>
                  <a:pt x="2417909" y="124136"/>
                </a:lnTo>
                <a:lnTo>
                  <a:pt x="2418884" y="124312"/>
                </a:lnTo>
                <a:lnTo>
                  <a:pt x="2419846" y="124509"/>
                </a:lnTo>
                <a:lnTo>
                  <a:pt x="2420795" y="124727"/>
                </a:lnTo>
                <a:lnTo>
                  <a:pt x="2421729" y="124966"/>
                </a:lnTo>
                <a:lnTo>
                  <a:pt x="2422649" y="125225"/>
                </a:lnTo>
                <a:lnTo>
                  <a:pt x="2423556" y="125505"/>
                </a:lnTo>
                <a:lnTo>
                  <a:pt x="2424449" y="125806"/>
                </a:lnTo>
                <a:lnTo>
                  <a:pt x="2425328" y="126127"/>
                </a:lnTo>
                <a:lnTo>
                  <a:pt x="2426193" y="126470"/>
                </a:lnTo>
                <a:lnTo>
                  <a:pt x="2427044" y="126833"/>
                </a:lnTo>
                <a:lnTo>
                  <a:pt x="2427882" y="127216"/>
                </a:lnTo>
                <a:lnTo>
                  <a:pt x="2428706" y="127621"/>
                </a:lnTo>
                <a:lnTo>
                  <a:pt x="2429515" y="128046"/>
                </a:lnTo>
                <a:lnTo>
                  <a:pt x="2430311" y="128492"/>
                </a:lnTo>
                <a:lnTo>
                  <a:pt x="2431094" y="128959"/>
                </a:lnTo>
                <a:lnTo>
                  <a:pt x="2431862" y="129446"/>
                </a:lnTo>
                <a:lnTo>
                  <a:pt x="2432616" y="129950"/>
                </a:lnTo>
                <a:lnTo>
                  <a:pt x="2433354" y="130466"/>
                </a:lnTo>
                <a:lnTo>
                  <a:pt x="2434077" y="130993"/>
                </a:lnTo>
                <a:lnTo>
                  <a:pt x="2434784" y="131532"/>
                </a:lnTo>
                <a:lnTo>
                  <a:pt x="2435476" y="132083"/>
                </a:lnTo>
                <a:lnTo>
                  <a:pt x="2436152" y="132646"/>
                </a:lnTo>
                <a:lnTo>
                  <a:pt x="2436813" y="133220"/>
                </a:lnTo>
                <a:lnTo>
                  <a:pt x="2437459" y="133807"/>
                </a:lnTo>
                <a:lnTo>
                  <a:pt x="2438089" y="134405"/>
                </a:lnTo>
                <a:lnTo>
                  <a:pt x="2438704" y="135015"/>
                </a:lnTo>
                <a:lnTo>
                  <a:pt x="2439303" y="135637"/>
                </a:lnTo>
                <a:lnTo>
                  <a:pt x="2439886" y="136270"/>
                </a:lnTo>
                <a:lnTo>
                  <a:pt x="2440455" y="136915"/>
                </a:lnTo>
                <a:lnTo>
                  <a:pt x="2441007" y="137573"/>
                </a:lnTo>
                <a:lnTo>
                  <a:pt x="2441545" y="138242"/>
                </a:lnTo>
                <a:lnTo>
                  <a:pt x="2442067" y="138922"/>
                </a:lnTo>
                <a:lnTo>
                  <a:pt x="2442573" y="139615"/>
                </a:lnTo>
                <a:lnTo>
                  <a:pt x="2443064" y="140319"/>
                </a:lnTo>
                <a:lnTo>
                  <a:pt x="2443540" y="141035"/>
                </a:lnTo>
                <a:lnTo>
                  <a:pt x="2444000" y="141763"/>
                </a:lnTo>
                <a:lnTo>
                  <a:pt x="2444444" y="142503"/>
                </a:lnTo>
                <a:lnTo>
                  <a:pt x="2444873" y="143254"/>
                </a:lnTo>
                <a:lnTo>
                  <a:pt x="2445287" y="144017"/>
                </a:lnTo>
                <a:lnTo>
                  <a:pt x="2445685" y="144793"/>
                </a:lnTo>
                <a:lnTo>
                  <a:pt x="2446068" y="145576"/>
                </a:lnTo>
                <a:lnTo>
                  <a:pt x="2446434" y="146363"/>
                </a:lnTo>
                <a:lnTo>
                  <a:pt x="2446783" y="147154"/>
                </a:lnTo>
                <a:lnTo>
                  <a:pt x="2447117" y="147949"/>
                </a:lnTo>
                <a:lnTo>
                  <a:pt x="2447434" y="148748"/>
                </a:lnTo>
                <a:lnTo>
                  <a:pt x="2447735" y="149552"/>
                </a:lnTo>
                <a:lnTo>
                  <a:pt x="2448020" y="150359"/>
                </a:lnTo>
                <a:lnTo>
                  <a:pt x="2448288" y="151170"/>
                </a:lnTo>
                <a:lnTo>
                  <a:pt x="2448541" y="151986"/>
                </a:lnTo>
                <a:lnTo>
                  <a:pt x="2448777" y="152806"/>
                </a:lnTo>
                <a:lnTo>
                  <a:pt x="2448996" y="153629"/>
                </a:lnTo>
                <a:lnTo>
                  <a:pt x="2449200" y="154457"/>
                </a:lnTo>
                <a:lnTo>
                  <a:pt x="2449387" y="155289"/>
                </a:lnTo>
                <a:lnTo>
                  <a:pt x="2449558" y="156125"/>
                </a:lnTo>
                <a:lnTo>
                  <a:pt x="2449712" y="156965"/>
                </a:lnTo>
                <a:lnTo>
                  <a:pt x="2449850" y="157809"/>
                </a:lnTo>
                <a:lnTo>
                  <a:pt x="2449972" y="158657"/>
                </a:lnTo>
                <a:lnTo>
                  <a:pt x="2450078" y="159509"/>
                </a:lnTo>
                <a:lnTo>
                  <a:pt x="2450168" y="160365"/>
                </a:lnTo>
                <a:lnTo>
                  <a:pt x="2450241" y="161226"/>
                </a:lnTo>
                <a:lnTo>
                  <a:pt x="2450298" y="162090"/>
                </a:lnTo>
                <a:lnTo>
                  <a:pt x="2450339" y="162958"/>
                </a:lnTo>
                <a:lnTo>
                  <a:pt x="2450363" y="163831"/>
                </a:lnTo>
                <a:lnTo>
                  <a:pt x="2450371" y="164707"/>
                </a:lnTo>
                <a:lnTo>
                  <a:pt x="2491606" y="164707"/>
                </a:lnTo>
                <a:lnTo>
                  <a:pt x="2491590" y="162899"/>
                </a:lnTo>
                <a:lnTo>
                  <a:pt x="2491539" y="161106"/>
                </a:lnTo>
                <a:lnTo>
                  <a:pt x="2491455" y="159328"/>
                </a:lnTo>
                <a:lnTo>
                  <a:pt x="2491336" y="157565"/>
                </a:lnTo>
                <a:lnTo>
                  <a:pt x="2491184" y="155817"/>
                </a:lnTo>
                <a:lnTo>
                  <a:pt x="2490999" y="154084"/>
                </a:lnTo>
                <a:lnTo>
                  <a:pt x="2490779" y="152366"/>
                </a:lnTo>
                <a:lnTo>
                  <a:pt x="2490526" y="150663"/>
                </a:lnTo>
                <a:lnTo>
                  <a:pt x="2490239" y="148975"/>
                </a:lnTo>
                <a:lnTo>
                  <a:pt x="2489918" y="147302"/>
                </a:lnTo>
                <a:lnTo>
                  <a:pt x="2489564" y="145644"/>
                </a:lnTo>
                <a:lnTo>
                  <a:pt x="2489176" y="144002"/>
                </a:lnTo>
                <a:lnTo>
                  <a:pt x="2488754" y="142374"/>
                </a:lnTo>
                <a:lnTo>
                  <a:pt x="2488298" y="140762"/>
                </a:lnTo>
                <a:lnTo>
                  <a:pt x="2487808" y="139164"/>
                </a:lnTo>
                <a:lnTo>
                  <a:pt x="2487285" y="137582"/>
                </a:lnTo>
                <a:lnTo>
                  <a:pt x="2486728" y="136014"/>
                </a:lnTo>
                <a:lnTo>
                  <a:pt x="2486137" y="134462"/>
                </a:lnTo>
                <a:lnTo>
                  <a:pt x="2485513" y="132924"/>
                </a:lnTo>
                <a:lnTo>
                  <a:pt x="2484854" y="131402"/>
                </a:lnTo>
                <a:lnTo>
                  <a:pt x="2484162" y="129895"/>
                </a:lnTo>
                <a:lnTo>
                  <a:pt x="2483436" y="128403"/>
                </a:lnTo>
                <a:lnTo>
                  <a:pt x="2482677" y="126926"/>
                </a:lnTo>
                <a:lnTo>
                  <a:pt x="2481883" y="125463"/>
                </a:lnTo>
                <a:lnTo>
                  <a:pt x="2481058" y="124022"/>
                </a:lnTo>
                <a:lnTo>
                  <a:pt x="2480203" y="122606"/>
                </a:lnTo>
                <a:lnTo>
                  <a:pt x="2479319" y="121215"/>
                </a:lnTo>
                <a:lnTo>
                  <a:pt x="2478405" y="119850"/>
                </a:lnTo>
                <a:lnTo>
                  <a:pt x="2477461" y="118511"/>
                </a:lnTo>
                <a:lnTo>
                  <a:pt x="2476487" y="117197"/>
                </a:lnTo>
                <a:lnTo>
                  <a:pt x="2475484" y="115909"/>
                </a:lnTo>
                <a:lnTo>
                  <a:pt x="2474451" y="114647"/>
                </a:lnTo>
                <a:lnTo>
                  <a:pt x="2473388" y="113410"/>
                </a:lnTo>
                <a:lnTo>
                  <a:pt x="2472296" y="112199"/>
                </a:lnTo>
                <a:lnTo>
                  <a:pt x="2471174" y="111014"/>
                </a:lnTo>
                <a:lnTo>
                  <a:pt x="2470022" y="109854"/>
                </a:lnTo>
                <a:lnTo>
                  <a:pt x="2468841" y="108719"/>
                </a:lnTo>
                <a:lnTo>
                  <a:pt x="2467630" y="107611"/>
                </a:lnTo>
                <a:lnTo>
                  <a:pt x="2466389" y="106528"/>
                </a:lnTo>
                <a:lnTo>
                  <a:pt x="2465118" y="105470"/>
                </a:lnTo>
                <a:lnTo>
                  <a:pt x="2463818" y="104439"/>
                </a:lnTo>
                <a:lnTo>
                  <a:pt x="2462488" y="103433"/>
                </a:lnTo>
                <a:lnTo>
                  <a:pt x="2461129" y="102452"/>
                </a:lnTo>
                <a:lnTo>
                  <a:pt x="2459739" y="101497"/>
                </a:lnTo>
                <a:lnTo>
                  <a:pt x="2458321" y="100568"/>
                </a:lnTo>
                <a:lnTo>
                  <a:pt x="2456872" y="99664"/>
                </a:lnTo>
                <a:lnTo>
                  <a:pt x="2455393" y="98786"/>
                </a:lnTo>
                <a:lnTo>
                  <a:pt x="2453885" y="97934"/>
                </a:lnTo>
                <a:lnTo>
                  <a:pt x="2452349" y="97112"/>
                </a:lnTo>
                <a:lnTo>
                  <a:pt x="2450786" y="96325"/>
                </a:lnTo>
                <a:lnTo>
                  <a:pt x="2449196" y="95573"/>
                </a:lnTo>
                <a:lnTo>
                  <a:pt x="2447579" y="94856"/>
                </a:lnTo>
                <a:lnTo>
                  <a:pt x="2445935" y="94174"/>
                </a:lnTo>
                <a:lnTo>
                  <a:pt x="2444265" y="93526"/>
                </a:lnTo>
                <a:lnTo>
                  <a:pt x="2442567" y="92914"/>
                </a:lnTo>
                <a:lnTo>
                  <a:pt x="2440843" y="92337"/>
                </a:lnTo>
                <a:lnTo>
                  <a:pt x="2439092" y="91795"/>
                </a:lnTo>
                <a:lnTo>
                  <a:pt x="2437314" y="91288"/>
                </a:lnTo>
                <a:lnTo>
                  <a:pt x="2435509" y="90815"/>
                </a:lnTo>
                <a:lnTo>
                  <a:pt x="2433678" y="90378"/>
                </a:lnTo>
                <a:lnTo>
                  <a:pt x="2431819" y="89976"/>
                </a:lnTo>
                <a:lnTo>
                  <a:pt x="2429934" y="89609"/>
                </a:lnTo>
                <a:lnTo>
                  <a:pt x="2428022" y="89276"/>
                </a:lnTo>
                <a:lnTo>
                  <a:pt x="2426083" y="88979"/>
                </a:lnTo>
                <a:lnTo>
                  <a:pt x="2424117" y="88717"/>
                </a:lnTo>
                <a:lnTo>
                  <a:pt x="2422124" y="88489"/>
                </a:lnTo>
                <a:lnTo>
                  <a:pt x="2420105" y="88297"/>
                </a:lnTo>
                <a:lnTo>
                  <a:pt x="2418058" y="88139"/>
                </a:lnTo>
                <a:lnTo>
                  <a:pt x="2415985" y="88017"/>
                </a:lnTo>
                <a:lnTo>
                  <a:pt x="2413885" y="87930"/>
                </a:lnTo>
                <a:lnTo>
                  <a:pt x="2411758" y="87877"/>
                </a:lnTo>
                <a:lnTo>
                  <a:pt x="2409604" y="87860"/>
                </a:lnTo>
                <a:lnTo>
                  <a:pt x="2408087" y="87869"/>
                </a:lnTo>
                <a:lnTo>
                  <a:pt x="2406583" y="87898"/>
                </a:lnTo>
                <a:lnTo>
                  <a:pt x="2405090" y="87946"/>
                </a:lnTo>
                <a:lnTo>
                  <a:pt x="2403610" y="88012"/>
                </a:lnTo>
                <a:lnTo>
                  <a:pt x="2402142" y="88099"/>
                </a:lnTo>
                <a:lnTo>
                  <a:pt x="2400686" y="88204"/>
                </a:lnTo>
                <a:lnTo>
                  <a:pt x="2399243" y="88328"/>
                </a:lnTo>
                <a:lnTo>
                  <a:pt x="2397811" y="88471"/>
                </a:lnTo>
                <a:lnTo>
                  <a:pt x="2396392" y="88634"/>
                </a:lnTo>
                <a:lnTo>
                  <a:pt x="2394985" y="88815"/>
                </a:lnTo>
                <a:lnTo>
                  <a:pt x="2393591" y="89016"/>
                </a:lnTo>
                <a:lnTo>
                  <a:pt x="2392208" y="89236"/>
                </a:lnTo>
                <a:lnTo>
                  <a:pt x="2390838" y="89475"/>
                </a:lnTo>
                <a:lnTo>
                  <a:pt x="2389479" y="89733"/>
                </a:lnTo>
                <a:lnTo>
                  <a:pt x="2388134" y="90010"/>
                </a:lnTo>
                <a:lnTo>
                  <a:pt x="2386800" y="90307"/>
                </a:lnTo>
                <a:lnTo>
                  <a:pt x="2385478" y="90622"/>
                </a:lnTo>
                <a:lnTo>
                  <a:pt x="2384169" y="90957"/>
                </a:lnTo>
                <a:lnTo>
                  <a:pt x="2382872" y="91310"/>
                </a:lnTo>
                <a:lnTo>
                  <a:pt x="2381587" y="91683"/>
                </a:lnTo>
                <a:lnTo>
                  <a:pt x="2380314" y="92075"/>
                </a:lnTo>
                <a:lnTo>
                  <a:pt x="2379053" y="92486"/>
                </a:lnTo>
                <a:lnTo>
                  <a:pt x="2377805" y="92916"/>
                </a:lnTo>
                <a:lnTo>
                  <a:pt x="2376569" y="93365"/>
                </a:lnTo>
                <a:lnTo>
                  <a:pt x="2375346" y="93832"/>
                </a:lnTo>
                <a:lnTo>
                  <a:pt x="2374138" y="94313"/>
                </a:lnTo>
                <a:lnTo>
                  <a:pt x="2372945" y="94810"/>
                </a:lnTo>
                <a:lnTo>
                  <a:pt x="2371766" y="95321"/>
                </a:lnTo>
                <a:lnTo>
                  <a:pt x="2370602" y="95848"/>
                </a:lnTo>
                <a:lnTo>
                  <a:pt x="2369452" y="96389"/>
                </a:lnTo>
                <a:lnTo>
                  <a:pt x="2368318" y="96946"/>
                </a:lnTo>
                <a:lnTo>
                  <a:pt x="2367197" y="97518"/>
                </a:lnTo>
                <a:lnTo>
                  <a:pt x="2366092" y="98104"/>
                </a:lnTo>
                <a:lnTo>
                  <a:pt x="2365001" y="98706"/>
                </a:lnTo>
                <a:lnTo>
                  <a:pt x="2363925" y="99323"/>
                </a:lnTo>
                <a:lnTo>
                  <a:pt x="2362863" y="99955"/>
                </a:lnTo>
                <a:lnTo>
                  <a:pt x="2361816" y="100602"/>
                </a:lnTo>
                <a:lnTo>
                  <a:pt x="2360784" y="101264"/>
                </a:lnTo>
                <a:lnTo>
                  <a:pt x="2359766" y="101941"/>
                </a:lnTo>
                <a:lnTo>
                  <a:pt x="2358763" y="102633"/>
                </a:lnTo>
                <a:lnTo>
                  <a:pt x="2357774" y="103340"/>
                </a:lnTo>
                <a:lnTo>
                  <a:pt x="2356801" y="104062"/>
                </a:lnTo>
                <a:lnTo>
                  <a:pt x="2355841" y="104800"/>
                </a:lnTo>
                <a:lnTo>
                  <a:pt x="2354897" y="105552"/>
                </a:lnTo>
                <a:lnTo>
                  <a:pt x="2353967" y="106319"/>
                </a:lnTo>
                <a:lnTo>
                  <a:pt x="2353052" y="107102"/>
                </a:lnTo>
                <a:lnTo>
                  <a:pt x="2352151" y="107899"/>
                </a:lnTo>
                <a:lnTo>
                  <a:pt x="2351265" y="108712"/>
                </a:lnTo>
                <a:lnTo>
                  <a:pt x="2350395" y="109537"/>
                </a:lnTo>
                <a:lnTo>
                  <a:pt x="2349542" y="110374"/>
                </a:lnTo>
                <a:lnTo>
                  <a:pt x="2348705" y="111221"/>
                </a:lnTo>
                <a:lnTo>
                  <a:pt x="2347884" y="112080"/>
                </a:lnTo>
                <a:lnTo>
                  <a:pt x="2347081" y="112949"/>
                </a:lnTo>
                <a:lnTo>
                  <a:pt x="2346294" y="113829"/>
                </a:lnTo>
                <a:lnTo>
                  <a:pt x="2345524" y="114721"/>
                </a:lnTo>
                <a:lnTo>
                  <a:pt x="2344770" y="115623"/>
                </a:lnTo>
                <a:lnTo>
                  <a:pt x="2344034" y="116537"/>
                </a:lnTo>
                <a:lnTo>
                  <a:pt x="2343313" y="117461"/>
                </a:lnTo>
                <a:lnTo>
                  <a:pt x="2342610" y="118396"/>
                </a:lnTo>
                <a:lnTo>
                  <a:pt x="2341923" y="119343"/>
                </a:lnTo>
                <a:lnTo>
                  <a:pt x="2341253" y="120300"/>
                </a:lnTo>
                <a:lnTo>
                  <a:pt x="2340599" y="121268"/>
                </a:lnTo>
                <a:lnTo>
                  <a:pt x="2339963" y="122247"/>
                </a:lnTo>
                <a:lnTo>
                  <a:pt x="2339343" y="123238"/>
                </a:lnTo>
                <a:lnTo>
                  <a:pt x="2338739" y="124239"/>
                </a:lnTo>
                <a:lnTo>
                  <a:pt x="2338152" y="125251"/>
                </a:lnTo>
                <a:lnTo>
                  <a:pt x="2337582" y="126274"/>
                </a:lnTo>
                <a:lnTo>
                  <a:pt x="2337029" y="127308"/>
                </a:lnTo>
                <a:lnTo>
                  <a:pt x="2336492" y="128354"/>
                </a:lnTo>
                <a:lnTo>
                  <a:pt x="2335972" y="129410"/>
                </a:lnTo>
                <a:lnTo>
                  <a:pt x="2335469" y="130477"/>
                </a:lnTo>
                <a:lnTo>
                  <a:pt x="2334982" y="131555"/>
                </a:lnTo>
                <a:lnTo>
                  <a:pt x="2334514" y="132642"/>
                </a:lnTo>
                <a:lnTo>
                  <a:pt x="2334065" y="133738"/>
                </a:lnTo>
                <a:lnTo>
                  <a:pt x="2333637" y="134841"/>
                </a:lnTo>
                <a:lnTo>
                  <a:pt x="2333228" y="135951"/>
                </a:lnTo>
                <a:lnTo>
                  <a:pt x="2332840" y="137070"/>
                </a:lnTo>
                <a:lnTo>
                  <a:pt x="2332471" y="138196"/>
                </a:lnTo>
                <a:lnTo>
                  <a:pt x="2332122" y="139330"/>
                </a:lnTo>
                <a:lnTo>
                  <a:pt x="2331793" y="140471"/>
                </a:lnTo>
                <a:lnTo>
                  <a:pt x="2331484" y="141620"/>
                </a:lnTo>
                <a:lnTo>
                  <a:pt x="2331195" y="142777"/>
                </a:lnTo>
                <a:lnTo>
                  <a:pt x="2330926" y="143942"/>
                </a:lnTo>
                <a:lnTo>
                  <a:pt x="2330677" y="145115"/>
                </a:lnTo>
                <a:lnTo>
                  <a:pt x="2330448" y="146295"/>
                </a:lnTo>
                <a:lnTo>
                  <a:pt x="2330239" y="147483"/>
                </a:lnTo>
                <a:lnTo>
                  <a:pt x="2330049" y="148678"/>
                </a:lnTo>
                <a:lnTo>
                  <a:pt x="2329880" y="149882"/>
                </a:lnTo>
                <a:lnTo>
                  <a:pt x="2329730" y="151093"/>
                </a:lnTo>
                <a:lnTo>
                  <a:pt x="2329601" y="152312"/>
                </a:lnTo>
                <a:lnTo>
                  <a:pt x="2329491" y="153538"/>
                </a:lnTo>
                <a:lnTo>
                  <a:pt x="2329401" y="154773"/>
                </a:lnTo>
                <a:lnTo>
                  <a:pt x="2329332" y="156015"/>
                </a:lnTo>
                <a:lnTo>
                  <a:pt x="2329282" y="157265"/>
                </a:lnTo>
                <a:lnTo>
                  <a:pt x="2329252" y="158522"/>
                </a:lnTo>
                <a:lnTo>
                  <a:pt x="2329242" y="159787"/>
                </a:lnTo>
                <a:lnTo>
                  <a:pt x="2329251" y="161049"/>
                </a:lnTo>
                <a:lnTo>
                  <a:pt x="2329277" y="162297"/>
                </a:lnTo>
                <a:lnTo>
                  <a:pt x="2329321" y="163530"/>
                </a:lnTo>
                <a:lnTo>
                  <a:pt x="2329382" y="164750"/>
                </a:lnTo>
                <a:lnTo>
                  <a:pt x="2329461" y="165955"/>
                </a:lnTo>
                <a:lnTo>
                  <a:pt x="2329557" y="167145"/>
                </a:lnTo>
                <a:lnTo>
                  <a:pt x="2329671" y="168322"/>
                </a:lnTo>
                <a:lnTo>
                  <a:pt x="2329802" y="169484"/>
                </a:lnTo>
                <a:lnTo>
                  <a:pt x="2329950" y="170632"/>
                </a:lnTo>
                <a:lnTo>
                  <a:pt x="2330117" y="171766"/>
                </a:lnTo>
                <a:lnTo>
                  <a:pt x="2330300" y="172886"/>
                </a:lnTo>
                <a:lnTo>
                  <a:pt x="2330501" y="173991"/>
                </a:lnTo>
                <a:lnTo>
                  <a:pt x="2330720" y="175082"/>
                </a:lnTo>
                <a:lnTo>
                  <a:pt x="2330956" y="176159"/>
                </a:lnTo>
                <a:lnTo>
                  <a:pt x="2331210" y="177222"/>
                </a:lnTo>
                <a:lnTo>
                  <a:pt x="2331481" y="178270"/>
                </a:lnTo>
                <a:lnTo>
                  <a:pt x="2331769" y="179304"/>
                </a:lnTo>
                <a:lnTo>
                  <a:pt x="2332075" y="180324"/>
                </a:lnTo>
                <a:lnTo>
                  <a:pt x="2332399" y="181330"/>
                </a:lnTo>
                <a:lnTo>
                  <a:pt x="2332740" y="182322"/>
                </a:lnTo>
                <a:lnTo>
                  <a:pt x="2333099" y="183299"/>
                </a:lnTo>
                <a:lnTo>
                  <a:pt x="2333475" y="184262"/>
                </a:lnTo>
                <a:lnTo>
                  <a:pt x="2333868" y="185211"/>
                </a:lnTo>
                <a:lnTo>
                  <a:pt x="2334279" y="186145"/>
                </a:lnTo>
                <a:lnTo>
                  <a:pt x="2334707" y="187068"/>
                </a:lnTo>
                <a:lnTo>
                  <a:pt x="2335151" y="187981"/>
                </a:lnTo>
                <a:lnTo>
                  <a:pt x="2335610" y="188885"/>
                </a:lnTo>
                <a:lnTo>
                  <a:pt x="2336085" y="189780"/>
                </a:lnTo>
                <a:lnTo>
                  <a:pt x="2336576" y="190665"/>
                </a:lnTo>
                <a:lnTo>
                  <a:pt x="2337083" y="191541"/>
                </a:lnTo>
                <a:lnTo>
                  <a:pt x="2337606" y="192408"/>
                </a:lnTo>
                <a:lnTo>
                  <a:pt x="2338145" y="193265"/>
                </a:lnTo>
                <a:lnTo>
                  <a:pt x="2338700" y="194113"/>
                </a:lnTo>
                <a:lnTo>
                  <a:pt x="2339270" y="194951"/>
                </a:lnTo>
                <a:lnTo>
                  <a:pt x="2339857" y="195781"/>
                </a:lnTo>
                <a:lnTo>
                  <a:pt x="2340459" y="196600"/>
                </a:lnTo>
                <a:lnTo>
                  <a:pt x="2341077" y="197411"/>
                </a:lnTo>
                <a:lnTo>
                  <a:pt x="2341711" y="198212"/>
                </a:lnTo>
                <a:lnTo>
                  <a:pt x="2342361" y="199004"/>
                </a:lnTo>
                <a:lnTo>
                  <a:pt x="2343026" y="199786"/>
                </a:lnTo>
                <a:lnTo>
                  <a:pt x="2343708" y="200559"/>
                </a:lnTo>
                <a:lnTo>
                  <a:pt x="2344405" y="201323"/>
                </a:lnTo>
                <a:lnTo>
                  <a:pt x="2345118" y="202077"/>
                </a:lnTo>
                <a:lnTo>
                  <a:pt x="2345847" y="202822"/>
                </a:lnTo>
                <a:lnTo>
                  <a:pt x="2346592" y="203558"/>
                </a:lnTo>
                <a:lnTo>
                  <a:pt x="2347353" y="204284"/>
                </a:lnTo>
                <a:lnTo>
                  <a:pt x="2348130" y="205001"/>
                </a:lnTo>
                <a:lnTo>
                  <a:pt x="2348923" y="205708"/>
                </a:lnTo>
                <a:lnTo>
                  <a:pt x="2349731" y="206409"/>
                </a:lnTo>
                <a:lnTo>
                  <a:pt x="2350554" y="207105"/>
                </a:lnTo>
                <a:lnTo>
                  <a:pt x="2351392" y="207797"/>
                </a:lnTo>
                <a:lnTo>
                  <a:pt x="2352245" y="208484"/>
                </a:lnTo>
                <a:lnTo>
                  <a:pt x="2353113" y="209167"/>
                </a:lnTo>
                <a:lnTo>
                  <a:pt x="2353996" y="209845"/>
                </a:lnTo>
                <a:lnTo>
                  <a:pt x="2354895" y="210519"/>
                </a:lnTo>
                <a:lnTo>
                  <a:pt x="2355808" y="211188"/>
                </a:lnTo>
                <a:lnTo>
                  <a:pt x="2356737" y="211853"/>
                </a:lnTo>
                <a:lnTo>
                  <a:pt x="2357680" y="212514"/>
                </a:lnTo>
                <a:lnTo>
                  <a:pt x="2358639" y="213169"/>
                </a:lnTo>
                <a:lnTo>
                  <a:pt x="2359612" y="213821"/>
                </a:lnTo>
                <a:lnTo>
                  <a:pt x="2360601" y="214468"/>
                </a:lnTo>
                <a:lnTo>
                  <a:pt x="2361604" y="215110"/>
                </a:lnTo>
                <a:lnTo>
                  <a:pt x="2362623" y="215748"/>
                </a:lnTo>
                <a:lnTo>
                  <a:pt x="2363657" y="216382"/>
                </a:lnTo>
                <a:lnTo>
                  <a:pt x="2364706" y="217011"/>
                </a:lnTo>
                <a:lnTo>
                  <a:pt x="2365770" y="217635"/>
                </a:lnTo>
                <a:lnTo>
                  <a:pt x="2366849" y="218256"/>
                </a:lnTo>
                <a:lnTo>
                  <a:pt x="2367943" y="218871"/>
                </a:lnTo>
                <a:lnTo>
                  <a:pt x="2369052" y="219482"/>
                </a:lnTo>
                <a:lnTo>
                  <a:pt x="2370176" y="220089"/>
                </a:lnTo>
                <a:lnTo>
                  <a:pt x="2371315" y="220691"/>
                </a:lnTo>
                <a:lnTo>
                  <a:pt x="2372469" y="221289"/>
                </a:lnTo>
                <a:lnTo>
                  <a:pt x="2373637" y="221885"/>
                </a:lnTo>
                <a:lnTo>
                  <a:pt x="2374818" y="222481"/>
                </a:lnTo>
                <a:lnTo>
                  <a:pt x="2376011" y="223077"/>
                </a:lnTo>
                <a:lnTo>
                  <a:pt x="2377217" y="223674"/>
                </a:lnTo>
                <a:lnTo>
                  <a:pt x="2378435" y="224271"/>
                </a:lnTo>
                <a:lnTo>
                  <a:pt x="2379666" y="224869"/>
                </a:lnTo>
                <a:lnTo>
                  <a:pt x="2380910" y="225467"/>
                </a:lnTo>
                <a:lnTo>
                  <a:pt x="2382166" y="226066"/>
                </a:lnTo>
                <a:lnTo>
                  <a:pt x="2383435" y="226665"/>
                </a:lnTo>
                <a:lnTo>
                  <a:pt x="2384716" y="227264"/>
                </a:lnTo>
                <a:lnTo>
                  <a:pt x="2386010" y="227864"/>
                </a:lnTo>
                <a:lnTo>
                  <a:pt x="2387317" y="228464"/>
                </a:lnTo>
                <a:lnTo>
                  <a:pt x="2388636" y="229065"/>
                </a:lnTo>
                <a:lnTo>
                  <a:pt x="2389968" y="229666"/>
                </a:lnTo>
                <a:lnTo>
                  <a:pt x="2391313" y="230267"/>
                </a:lnTo>
                <a:lnTo>
                  <a:pt x="2392670" y="230869"/>
                </a:lnTo>
                <a:lnTo>
                  <a:pt x="2394040" y="231471"/>
                </a:lnTo>
                <a:lnTo>
                  <a:pt x="2395422" y="232074"/>
                </a:lnTo>
                <a:lnTo>
                  <a:pt x="2396817" y="232677"/>
                </a:lnTo>
                <a:lnTo>
                  <a:pt x="2398225" y="233280"/>
                </a:lnTo>
                <a:lnTo>
                  <a:pt x="2399645" y="233884"/>
                </a:lnTo>
                <a:lnTo>
                  <a:pt x="2401078" y="234488"/>
                </a:lnTo>
                <a:lnTo>
                  <a:pt x="2402523" y="235093"/>
                </a:lnTo>
                <a:lnTo>
                  <a:pt x="2403981" y="235698"/>
                </a:lnTo>
                <a:lnTo>
                  <a:pt x="2405472" y="236341"/>
                </a:lnTo>
                <a:lnTo>
                  <a:pt x="2406937" y="236980"/>
                </a:lnTo>
                <a:lnTo>
                  <a:pt x="2408376" y="237616"/>
                </a:lnTo>
                <a:lnTo>
                  <a:pt x="2409790" y="238249"/>
                </a:lnTo>
                <a:lnTo>
                  <a:pt x="2411178" y="238879"/>
                </a:lnTo>
                <a:lnTo>
                  <a:pt x="2412540" y="239505"/>
                </a:lnTo>
                <a:lnTo>
                  <a:pt x="2413877" y="240128"/>
                </a:lnTo>
                <a:lnTo>
                  <a:pt x="2415188" y="240748"/>
                </a:lnTo>
                <a:lnTo>
                  <a:pt x="2416474" y="241365"/>
                </a:lnTo>
                <a:lnTo>
                  <a:pt x="2417734" y="241978"/>
                </a:lnTo>
                <a:lnTo>
                  <a:pt x="2418968" y="242588"/>
                </a:lnTo>
                <a:lnTo>
                  <a:pt x="2420177" y="243195"/>
                </a:lnTo>
                <a:lnTo>
                  <a:pt x="2421360" y="243799"/>
                </a:lnTo>
                <a:lnTo>
                  <a:pt x="2422517" y="244399"/>
                </a:lnTo>
                <a:lnTo>
                  <a:pt x="2423649" y="244996"/>
                </a:lnTo>
                <a:lnTo>
                  <a:pt x="2424755" y="245590"/>
                </a:lnTo>
                <a:lnTo>
                  <a:pt x="2425836" y="246181"/>
                </a:lnTo>
                <a:lnTo>
                  <a:pt x="2426891" y="246768"/>
                </a:lnTo>
                <a:lnTo>
                  <a:pt x="2427920" y="247352"/>
                </a:lnTo>
                <a:lnTo>
                  <a:pt x="2428924" y="247933"/>
                </a:lnTo>
                <a:lnTo>
                  <a:pt x="2429902" y="248511"/>
                </a:lnTo>
                <a:lnTo>
                  <a:pt x="2430854" y="249085"/>
                </a:lnTo>
                <a:lnTo>
                  <a:pt x="2431781" y="249656"/>
                </a:lnTo>
                <a:lnTo>
                  <a:pt x="2432682" y="250224"/>
                </a:lnTo>
                <a:lnTo>
                  <a:pt x="2433560" y="250791"/>
                </a:lnTo>
                <a:lnTo>
                  <a:pt x="2434417" y="251360"/>
                </a:lnTo>
                <a:lnTo>
                  <a:pt x="2435254" y="251930"/>
                </a:lnTo>
                <a:lnTo>
                  <a:pt x="2436069" y="252502"/>
                </a:lnTo>
                <a:lnTo>
                  <a:pt x="2436864" y="253075"/>
                </a:lnTo>
                <a:lnTo>
                  <a:pt x="2437639" y="253651"/>
                </a:lnTo>
                <a:lnTo>
                  <a:pt x="2438392" y="254227"/>
                </a:lnTo>
                <a:lnTo>
                  <a:pt x="2439125" y="254806"/>
                </a:lnTo>
                <a:lnTo>
                  <a:pt x="2439837" y="255386"/>
                </a:lnTo>
                <a:lnTo>
                  <a:pt x="2440528" y="255967"/>
                </a:lnTo>
                <a:lnTo>
                  <a:pt x="2441199" y="256551"/>
                </a:lnTo>
                <a:lnTo>
                  <a:pt x="2441849" y="257136"/>
                </a:lnTo>
                <a:lnTo>
                  <a:pt x="2442478" y="257722"/>
                </a:lnTo>
                <a:lnTo>
                  <a:pt x="2443086" y="258310"/>
                </a:lnTo>
                <a:lnTo>
                  <a:pt x="2443674" y="258900"/>
                </a:lnTo>
                <a:lnTo>
                  <a:pt x="2444240" y="259492"/>
                </a:lnTo>
                <a:lnTo>
                  <a:pt x="2444786" y="260085"/>
                </a:lnTo>
                <a:lnTo>
                  <a:pt x="2445312" y="260679"/>
                </a:lnTo>
                <a:lnTo>
                  <a:pt x="2445816" y="261276"/>
                </a:lnTo>
                <a:lnTo>
                  <a:pt x="2446300" y="261874"/>
                </a:lnTo>
                <a:lnTo>
                  <a:pt x="2446763" y="262473"/>
                </a:lnTo>
                <a:lnTo>
                  <a:pt x="2447206" y="263074"/>
                </a:lnTo>
                <a:lnTo>
                  <a:pt x="2447627" y="263677"/>
                </a:lnTo>
                <a:lnTo>
                  <a:pt x="2448028" y="264282"/>
                </a:lnTo>
                <a:lnTo>
                  <a:pt x="2448410" y="264891"/>
                </a:lnTo>
                <a:lnTo>
                  <a:pt x="2448777" y="265508"/>
                </a:lnTo>
                <a:lnTo>
                  <a:pt x="2449126" y="266134"/>
                </a:lnTo>
                <a:lnTo>
                  <a:pt x="2449460" y="266768"/>
                </a:lnTo>
                <a:lnTo>
                  <a:pt x="2449777" y="267409"/>
                </a:lnTo>
                <a:lnTo>
                  <a:pt x="2450078" y="268059"/>
                </a:lnTo>
                <a:lnTo>
                  <a:pt x="2450363" y="268718"/>
                </a:lnTo>
                <a:lnTo>
                  <a:pt x="2450631" y="269384"/>
                </a:lnTo>
                <a:lnTo>
                  <a:pt x="2450884" y="270058"/>
                </a:lnTo>
                <a:lnTo>
                  <a:pt x="2451119" y="270741"/>
                </a:lnTo>
                <a:lnTo>
                  <a:pt x="2451339" y="271432"/>
                </a:lnTo>
                <a:lnTo>
                  <a:pt x="2451542" y="272130"/>
                </a:lnTo>
                <a:lnTo>
                  <a:pt x="2451730" y="272837"/>
                </a:lnTo>
                <a:lnTo>
                  <a:pt x="2451900" y="273552"/>
                </a:lnTo>
                <a:lnTo>
                  <a:pt x="2452055" y="274276"/>
                </a:lnTo>
                <a:lnTo>
                  <a:pt x="2452193" y="275007"/>
                </a:lnTo>
                <a:lnTo>
                  <a:pt x="2452315" y="275746"/>
                </a:lnTo>
                <a:lnTo>
                  <a:pt x="2452421" y="276494"/>
                </a:lnTo>
                <a:lnTo>
                  <a:pt x="2452511" y="277250"/>
                </a:lnTo>
                <a:lnTo>
                  <a:pt x="2452584" y="278014"/>
                </a:lnTo>
                <a:lnTo>
                  <a:pt x="2452641" y="278786"/>
                </a:lnTo>
                <a:lnTo>
                  <a:pt x="2452681" y="279566"/>
                </a:lnTo>
                <a:lnTo>
                  <a:pt x="2452706" y="280354"/>
                </a:lnTo>
                <a:lnTo>
                  <a:pt x="2452714" y="281151"/>
                </a:lnTo>
                <a:lnTo>
                  <a:pt x="2452706" y="282005"/>
                </a:lnTo>
                <a:lnTo>
                  <a:pt x="2452681" y="282851"/>
                </a:lnTo>
                <a:lnTo>
                  <a:pt x="2452639" y="283688"/>
                </a:lnTo>
                <a:lnTo>
                  <a:pt x="2452581" y="284515"/>
                </a:lnTo>
                <a:lnTo>
                  <a:pt x="2452505" y="285334"/>
                </a:lnTo>
                <a:lnTo>
                  <a:pt x="2452414" y="286144"/>
                </a:lnTo>
                <a:close/>
                <a:moveTo>
                  <a:pt x="3520127" y="245794"/>
                </a:moveTo>
                <a:lnTo>
                  <a:pt x="3520296" y="248093"/>
                </a:lnTo>
                <a:lnTo>
                  <a:pt x="3520491" y="250367"/>
                </a:lnTo>
                <a:lnTo>
                  <a:pt x="3520712" y="252616"/>
                </a:lnTo>
                <a:lnTo>
                  <a:pt x="3520960" y="254841"/>
                </a:lnTo>
                <a:lnTo>
                  <a:pt x="3521233" y="257040"/>
                </a:lnTo>
                <a:lnTo>
                  <a:pt x="3521532" y="259215"/>
                </a:lnTo>
                <a:lnTo>
                  <a:pt x="3521858" y="261365"/>
                </a:lnTo>
                <a:lnTo>
                  <a:pt x="3522209" y="263490"/>
                </a:lnTo>
                <a:lnTo>
                  <a:pt x="3522587" y="265590"/>
                </a:lnTo>
                <a:lnTo>
                  <a:pt x="3522990" y="267666"/>
                </a:lnTo>
                <a:lnTo>
                  <a:pt x="3523420" y="269716"/>
                </a:lnTo>
                <a:lnTo>
                  <a:pt x="3523875" y="271742"/>
                </a:lnTo>
                <a:lnTo>
                  <a:pt x="3524357" y="273743"/>
                </a:lnTo>
                <a:lnTo>
                  <a:pt x="3524865" y="275720"/>
                </a:lnTo>
                <a:lnTo>
                  <a:pt x="3525398" y="277671"/>
                </a:lnTo>
                <a:lnTo>
                  <a:pt x="3525958" y="279598"/>
                </a:lnTo>
                <a:lnTo>
                  <a:pt x="3526544" y="281499"/>
                </a:lnTo>
                <a:lnTo>
                  <a:pt x="3527156" y="283376"/>
                </a:lnTo>
                <a:lnTo>
                  <a:pt x="3527791" y="285228"/>
                </a:lnTo>
                <a:lnTo>
                  <a:pt x="3528447" y="287054"/>
                </a:lnTo>
                <a:lnTo>
                  <a:pt x="3529123" y="288855"/>
                </a:lnTo>
                <a:lnTo>
                  <a:pt x="3529821" y="290630"/>
                </a:lnTo>
                <a:lnTo>
                  <a:pt x="3530539" y="292379"/>
                </a:lnTo>
                <a:lnTo>
                  <a:pt x="3531278" y="294103"/>
                </a:lnTo>
                <a:lnTo>
                  <a:pt x="3532037" y="295801"/>
                </a:lnTo>
                <a:lnTo>
                  <a:pt x="3532818" y="297473"/>
                </a:lnTo>
                <a:lnTo>
                  <a:pt x="3533619" y="299120"/>
                </a:lnTo>
                <a:lnTo>
                  <a:pt x="3534441" y="300741"/>
                </a:lnTo>
                <a:lnTo>
                  <a:pt x="3535283" y="302336"/>
                </a:lnTo>
                <a:lnTo>
                  <a:pt x="3536146" y="303906"/>
                </a:lnTo>
                <a:lnTo>
                  <a:pt x="3537031" y="305450"/>
                </a:lnTo>
                <a:lnTo>
                  <a:pt x="3537935" y="306969"/>
                </a:lnTo>
                <a:lnTo>
                  <a:pt x="3538861" y="308462"/>
                </a:lnTo>
                <a:lnTo>
                  <a:pt x="3539807" y="309929"/>
                </a:lnTo>
                <a:lnTo>
                  <a:pt x="3540774" y="311371"/>
                </a:lnTo>
                <a:lnTo>
                  <a:pt x="3541762" y="312787"/>
                </a:lnTo>
                <a:lnTo>
                  <a:pt x="3542771" y="314178"/>
                </a:lnTo>
                <a:lnTo>
                  <a:pt x="3543800" y="315543"/>
                </a:lnTo>
                <a:lnTo>
                  <a:pt x="3544850" y="316882"/>
                </a:lnTo>
                <a:lnTo>
                  <a:pt x="3545921" y="318196"/>
                </a:lnTo>
                <a:lnTo>
                  <a:pt x="3547012" y="319484"/>
                </a:lnTo>
                <a:lnTo>
                  <a:pt x="3548125" y="320746"/>
                </a:lnTo>
                <a:lnTo>
                  <a:pt x="3549255" y="321982"/>
                </a:lnTo>
                <a:lnTo>
                  <a:pt x="3550400" y="323193"/>
                </a:lnTo>
                <a:lnTo>
                  <a:pt x="3551560" y="324377"/>
                </a:lnTo>
                <a:lnTo>
                  <a:pt x="3552736" y="325536"/>
                </a:lnTo>
                <a:lnTo>
                  <a:pt x="3553926" y="326668"/>
                </a:lnTo>
                <a:lnTo>
                  <a:pt x="3555131" y="327775"/>
                </a:lnTo>
                <a:lnTo>
                  <a:pt x="3556352" y="328855"/>
                </a:lnTo>
                <a:lnTo>
                  <a:pt x="3557587" y="329909"/>
                </a:lnTo>
                <a:lnTo>
                  <a:pt x="3558838" y="330938"/>
                </a:lnTo>
                <a:lnTo>
                  <a:pt x="3560104" y="331940"/>
                </a:lnTo>
                <a:lnTo>
                  <a:pt x="3561384" y="332916"/>
                </a:lnTo>
                <a:lnTo>
                  <a:pt x="3562680" y="333866"/>
                </a:lnTo>
                <a:lnTo>
                  <a:pt x="3563991" y="334790"/>
                </a:lnTo>
                <a:lnTo>
                  <a:pt x="3565317" y="335689"/>
                </a:lnTo>
                <a:lnTo>
                  <a:pt x="3566658" y="336561"/>
                </a:lnTo>
                <a:lnTo>
                  <a:pt x="3568013" y="337407"/>
                </a:lnTo>
                <a:lnTo>
                  <a:pt x="3569384" y="338227"/>
                </a:lnTo>
                <a:lnTo>
                  <a:pt x="3570770" y="339021"/>
                </a:lnTo>
                <a:lnTo>
                  <a:pt x="3572172" y="339789"/>
                </a:lnTo>
                <a:lnTo>
                  <a:pt x="3573588" y="340531"/>
                </a:lnTo>
                <a:lnTo>
                  <a:pt x="3575019" y="341247"/>
                </a:lnTo>
                <a:lnTo>
                  <a:pt x="3576465" y="341936"/>
                </a:lnTo>
                <a:lnTo>
                  <a:pt x="3577926" y="342600"/>
                </a:lnTo>
                <a:lnTo>
                  <a:pt x="3579403" y="343238"/>
                </a:lnTo>
                <a:lnTo>
                  <a:pt x="3580891" y="343850"/>
                </a:lnTo>
                <a:lnTo>
                  <a:pt x="3582390" y="344435"/>
                </a:lnTo>
                <a:lnTo>
                  <a:pt x="3583898" y="344995"/>
                </a:lnTo>
                <a:lnTo>
                  <a:pt x="3585416" y="345529"/>
                </a:lnTo>
                <a:lnTo>
                  <a:pt x="3586944" y="346036"/>
                </a:lnTo>
                <a:lnTo>
                  <a:pt x="3588481" y="346518"/>
                </a:lnTo>
                <a:lnTo>
                  <a:pt x="3590029" y="346974"/>
                </a:lnTo>
                <a:lnTo>
                  <a:pt x="3591586" y="347403"/>
                </a:lnTo>
                <a:lnTo>
                  <a:pt x="3593153" y="347807"/>
                </a:lnTo>
                <a:lnTo>
                  <a:pt x="3594729" y="348184"/>
                </a:lnTo>
                <a:lnTo>
                  <a:pt x="3596316" y="348536"/>
                </a:lnTo>
                <a:lnTo>
                  <a:pt x="3597912" y="348861"/>
                </a:lnTo>
                <a:lnTo>
                  <a:pt x="3599518" y="349160"/>
                </a:lnTo>
                <a:lnTo>
                  <a:pt x="3601133" y="349434"/>
                </a:lnTo>
                <a:lnTo>
                  <a:pt x="3602759" y="349681"/>
                </a:lnTo>
                <a:lnTo>
                  <a:pt x="3604394" y="349902"/>
                </a:lnTo>
                <a:lnTo>
                  <a:pt x="3606039" y="350098"/>
                </a:lnTo>
                <a:lnTo>
                  <a:pt x="3607693" y="350267"/>
                </a:lnTo>
                <a:lnTo>
                  <a:pt x="3609358" y="350410"/>
                </a:lnTo>
                <a:lnTo>
                  <a:pt x="3611032" y="350527"/>
                </a:lnTo>
                <a:lnTo>
                  <a:pt x="3612716" y="350618"/>
                </a:lnTo>
                <a:lnTo>
                  <a:pt x="3614410" y="350683"/>
                </a:lnTo>
                <a:lnTo>
                  <a:pt x="3616113" y="350722"/>
                </a:lnTo>
                <a:lnTo>
                  <a:pt x="3617827" y="350735"/>
                </a:lnTo>
                <a:lnTo>
                  <a:pt x="3619540" y="350722"/>
                </a:lnTo>
                <a:lnTo>
                  <a:pt x="3621243" y="350683"/>
                </a:lnTo>
                <a:lnTo>
                  <a:pt x="3622937" y="350618"/>
                </a:lnTo>
                <a:lnTo>
                  <a:pt x="3624621" y="350527"/>
                </a:lnTo>
                <a:lnTo>
                  <a:pt x="3626295" y="350410"/>
                </a:lnTo>
                <a:lnTo>
                  <a:pt x="3627960" y="350267"/>
                </a:lnTo>
                <a:lnTo>
                  <a:pt x="3629614" y="350098"/>
                </a:lnTo>
                <a:lnTo>
                  <a:pt x="3631259" y="349902"/>
                </a:lnTo>
                <a:lnTo>
                  <a:pt x="3632894" y="349681"/>
                </a:lnTo>
                <a:lnTo>
                  <a:pt x="3634520" y="349434"/>
                </a:lnTo>
                <a:lnTo>
                  <a:pt x="3636136" y="349160"/>
                </a:lnTo>
                <a:lnTo>
                  <a:pt x="3637741" y="348861"/>
                </a:lnTo>
                <a:lnTo>
                  <a:pt x="3639338" y="348536"/>
                </a:lnTo>
                <a:lnTo>
                  <a:pt x="3640924" y="348184"/>
                </a:lnTo>
                <a:lnTo>
                  <a:pt x="3642500" y="347807"/>
                </a:lnTo>
                <a:lnTo>
                  <a:pt x="3644067" y="347403"/>
                </a:lnTo>
                <a:lnTo>
                  <a:pt x="3645624" y="346974"/>
                </a:lnTo>
                <a:lnTo>
                  <a:pt x="3647172" y="346518"/>
                </a:lnTo>
                <a:lnTo>
                  <a:pt x="3648709" y="346036"/>
                </a:lnTo>
                <a:lnTo>
                  <a:pt x="3650237" y="345529"/>
                </a:lnTo>
                <a:lnTo>
                  <a:pt x="3651755" y="344995"/>
                </a:lnTo>
                <a:lnTo>
                  <a:pt x="3653263" y="344435"/>
                </a:lnTo>
                <a:lnTo>
                  <a:pt x="3654762" y="343850"/>
                </a:lnTo>
                <a:lnTo>
                  <a:pt x="3656250" y="343238"/>
                </a:lnTo>
                <a:lnTo>
                  <a:pt x="3657727" y="342600"/>
                </a:lnTo>
                <a:lnTo>
                  <a:pt x="3659187" y="341936"/>
                </a:lnTo>
                <a:lnTo>
                  <a:pt x="3660632" y="341247"/>
                </a:lnTo>
                <a:lnTo>
                  <a:pt x="3662062" y="340531"/>
                </a:lnTo>
                <a:lnTo>
                  <a:pt x="3663477" y="339789"/>
                </a:lnTo>
                <a:lnTo>
                  <a:pt x="3664875" y="339021"/>
                </a:lnTo>
                <a:lnTo>
                  <a:pt x="3666259" y="338227"/>
                </a:lnTo>
                <a:lnTo>
                  <a:pt x="3667627" y="337407"/>
                </a:lnTo>
                <a:lnTo>
                  <a:pt x="3668979" y="336561"/>
                </a:lnTo>
                <a:lnTo>
                  <a:pt x="3670316" y="335689"/>
                </a:lnTo>
                <a:lnTo>
                  <a:pt x="3671638" y="334790"/>
                </a:lnTo>
                <a:lnTo>
                  <a:pt x="3672944" y="333866"/>
                </a:lnTo>
                <a:lnTo>
                  <a:pt x="3674234" y="332916"/>
                </a:lnTo>
                <a:lnTo>
                  <a:pt x="3675510" y="331940"/>
                </a:lnTo>
                <a:lnTo>
                  <a:pt x="3676769" y="330938"/>
                </a:lnTo>
                <a:lnTo>
                  <a:pt x="3678014" y="329909"/>
                </a:lnTo>
                <a:lnTo>
                  <a:pt x="3679242" y="328855"/>
                </a:lnTo>
                <a:lnTo>
                  <a:pt x="3680456" y="327775"/>
                </a:lnTo>
                <a:lnTo>
                  <a:pt x="3681654" y="326668"/>
                </a:lnTo>
                <a:lnTo>
                  <a:pt x="3682836" y="325536"/>
                </a:lnTo>
                <a:lnTo>
                  <a:pt x="3684003" y="324377"/>
                </a:lnTo>
                <a:lnTo>
                  <a:pt x="3685155" y="323193"/>
                </a:lnTo>
                <a:lnTo>
                  <a:pt x="3686291" y="321982"/>
                </a:lnTo>
                <a:lnTo>
                  <a:pt x="3687411" y="320746"/>
                </a:lnTo>
                <a:lnTo>
                  <a:pt x="3688514" y="319484"/>
                </a:lnTo>
                <a:lnTo>
                  <a:pt x="3689596" y="318196"/>
                </a:lnTo>
                <a:lnTo>
                  <a:pt x="3690658" y="316882"/>
                </a:lnTo>
                <a:lnTo>
                  <a:pt x="3691700" y="315543"/>
                </a:lnTo>
                <a:lnTo>
                  <a:pt x="3692722" y="314178"/>
                </a:lnTo>
                <a:lnTo>
                  <a:pt x="3693723" y="312787"/>
                </a:lnTo>
                <a:lnTo>
                  <a:pt x="3694703" y="311371"/>
                </a:lnTo>
                <a:lnTo>
                  <a:pt x="3695664" y="309929"/>
                </a:lnTo>
                <a:lnTo>
                  <a:pt x="3696604" y="308462"/>
                </a:lnTo>
                <a:lnTo>
                  <a:pt x="3697523" y="306969"/>
                </a:lnTo>
                <a:lnTo>
                  <a:pt x="3698423" y="305450"/>
                </a:lnTo>
                <a:lnTo>
                  <a:pt x="3699302" y="303906"/>
                </a:lnTo>
                <a:lnTo>
                  <a:pt x="3700160" y="302336"/>
                </a:lnTo>
                <a:lnTo>
                  <a:pt x="3700999" y="300741"/>
                </a:lnTo>
                <a:lnTo>
                  <a:pt x="3701817" y="299120"/>
                </a:lnTo>
                <a:lnTo>
                  <a:pt x="3702614" y="297473"/>
                </a:lnTo>
                <a:lnTo>
                  <a:pt x="3703392" y="295801"/>
                </a:lnTo>
                <a:lnTo>
                  <a:pt x="3704149" y="294103"/>
                </a:lnTo>
                <a:lnTo>
                  <a:pt x="3704885" y="292379"/>
                </a:lnTo>
                <a:lnTo>
                  <a:pt x="3705602" y="290630"/>
                </a:lnTo>
                <a:lnTo>
                  <a:pt x="3706297" y="288855"/>
                </a:lnTo>
                <a:lnTo>
                  <a:pt x="3706973" y="287054"/>
                </a:lnTo>
                <a:lnTo>
                  <a:pt x="3707628" y="285228"/>
                </a:lnTo>
                <a:lnTo>
                  <a:pt x="3708263" y="283376"/>
                </a:lnTo>
                <a:lnTo>
                  <a:pt x="3708875" y="281499"/>
                </a:lnTo>
                <a:lnTo>
                  <a:pt x="3709461" y="279598"/>
                </a:lnTo>
                <a:lnTo>
                  <a:pt x="3710021" y="277671"/>
                </a:lnTo>
                <a:lnTo>
                  <a:pt x="3710554" y="275720"/>
                </a:lnTo>
                <a:lnTo>
                  <a:pt x="3711062" y="273743"/>
                </a:lnTo>
                <a:lnTo>
                  <a:pt x="3711543" y="271742"/>
                </a:lnTo>
                <a:lnTo>
                  <a:pt x="3711999" y="269716"/>
                </a:lnTo>
                <a:lnTo>
                  <a:pt x="3712429" y="267666"/>
                </a:lnTo>
                <a:lnTo>
                  <a:pt x="3712832" y="265590"/>
                </a:lnTo>
                <a:lnTo>
                  <a:pt x="3713209" y="263490"/>
                </a:lnTo>
                <a:lnTo>
                  <a:pt x="3713561" y="261365"/>
                </a:lnTo>
                <a:lnTo>
                  <a:pt x="3713886" y="259215"/>
                </a:lnTo>
                <a:lnTo>
                  <a:pt x="3714186" y="257040"/>
                </a:lnTo>
                <a:lnTo>
                  <a:pt x="3714459" y="254841"/>
                </a:lnTo>
                <a:lnTo>
                  <a:pt x="3714706" y="252616"/>
                </a:lnTo>
                <a:lnTo>
                  <a:pt x="3714928" y="250367"/>
                </a:lnTo>
                <a:lnTo>
                  <a:pt x="3715123" y="248093"/>
                </a:lnTo>
                <a:lnTo>
                  <a:pt x="3715292" y="245794"/>
                </a:lnTo>
                <a:lnTo>
                  <a:pt x="3715435" y="243471"/>
                </a:lnTo>
                <a:lnTo>
                  <a:pt x="3715552" y="241122"/>
                </a:lnTo>
                <a:lnTo>
                  <a:pt x="3715644" y="238749"/>
                </a:lnTo>
                <a:lnTo>
                  <a:pt x="3715709" y="236351"/>
                </a:lnTo>
                <a:lnTo>
                  <a:pt x="3715748" y="233928"/>
                </a:lnTo>
                <a:lnTo>
                  <a:pt x="3715761" y="231481"/>
                </a:lnTo>
                <a:lnTo>
                  <a:pt x="3715761" y="207349"/>
                </a:lnTo>
                <a:lnTo>
                  <a:pt x="3715748" y="204901"/>
                </a:lnTo>
                <a:lnTo>
                  <a:pt x="3715709" y="202478"/>
                </a:lnTo>
                <a:lnTo>
                  <a:pt x="3715644" y="200080"/>
                </a:lnTo>
                <a:lnTo>
                  <a:pt x="3715552" y="197707"/>
                </a:lnTo>
                <a:lnTo>
                  <a:pt x="3715435" y="195358"/>
                </a:lnTo>
                <a:lnTo>
                  <a:pt x="3715292" y="193035"/>
                </a:lnTo>
                <a:lnTo>
                  <a:pt x="3715123" y="190736"/>
                </a:lnTo>
                <a:lnTo>
                  <a:pt x="3714928" y="188462"/>
                </a:lnTo>
                <a:lnTo>
                  <a:pt x="3714706" y="186213"/>
                </a:lnTo>
                <a:lnTo>
                  <a:pt x="3714459" y="183988"/>
                </a:lnTo>
                <a:lnTo>
                  <a:pt x="3714186" y="181789"/>
                </a:lnTo>
                <a:lnTo>
                  <a:pt x="3713886" y="179614"/>
                </a:lnTo>
                <a:lnTo>
                  <a:pt x="3713561" y="177464"/>
                </a:lnTo>
                <a:lnTo>
                  <a:pt x="3713209" y="175339"/>
                </a:lnTo>
                <a:lnTo>
                  <a:pt x="3712832" y="173239"/>
                </a:lnTo>
                <a:lnTo>
                  <a:pt x="3712429" y="171163"/>
                </a:lnTo>
                <a:lnTo>
                  <a:pt x="3711999" y="169113"/>
                </a:lnTo>
                <a:lnTo>
                  <a:pt x="3711543" y="167087"/>
                </a:lnTo>
                <a:lnTo>
                  <a:pt x="3711062" y="165086"/>
                </a:lnTo>
                <a:lnTo>
                  <a:pt x="3710554" y="163110"/>
                </a:lnTo>
                <a:lnTo>
                  <a:pt x="3710021" y="161158"/>
                </a:lnTo>
                <a:lnTo>
                  <a:pt x="3709461" y="159232"/>
                </a:lnTo>
                <a:lnTo>
                  <a:pt x="3708875" y="157330"/>
                </a:lnTo>
                <a:lnTo>
                  <a:pt x="3708263" y="155453"/>
                </a:lnTo>
                <a:lnTo>
                  <a:pt x="3707628" y="153601"/>
                </a:lnTo>
                <a:lnTo>
                  <a:pt x="3706972" y="151775"/>
                </a:lnTo>
                <a:lnTo>
                  <a:pt x="3706296" y="149974"/>
                </a:lnTo>
                <a:lnTo>
                  <a:pt x="3705598" y="148200"/>
                </a:lnTo>
                <a:lnTo>
                  <a:pt x="3704880" y="146450"/>
                </a:lnTo>
                <a:lnTo>
                  <a:pt x="3704141" y="144727"/>
                </a:lnTo>
                <a:lnTo>
                  <a:pt x="3703382" y="143029"/>
                </a:lnTo>
                <a:lnTo>
                  <a:pt x="3702601" y="141356"/>
                </a:lnTo>
                <a:lnTo>
                  <a:pt x="3701800" y="139709"/>
                </a:lnTo>
                <a:lnTo>
                  <a:pt x="3700978" y="138088"/>
                </a:lnTo>
                <a:lnTo>
                  <a:pt x="3700136" y="136493"/>
                </a:lnTo>
                <a:lnTo>
                  <a:pt x="3699272" y="134923"/>
                </a:lnTo>
                <a:lnTo>
                  <a:pt x="3698388" y="133379"/>
                </a:lnTo>
                <a:lnTo>
                  <a:pt x="3697483" y="131860"/>
                </a:lnTo>
                <a:lnTo>
                  <a:pt x="3696558" y="130367"/>
                </a:lnTo>
                <a:lnTo>
                  <a:pt x="3695612" y="128900"/>
                </a:lnTo>
                <a:lnTo>
                  <a:pt x="3694644" y="127458"/>
                </a:lnTo>
                <a:lnTo>
                  <a:pt x="3693657" y="126042"/>
                </a:lnTo>
                <a:lnTo>
                  <a:pt x="3692648" y="124651"/>
                </a:lnTo>
                <a:lnTo>
                  <a:pt x="3691619" y="123286"/>
                </a:lnTo>
                <a:lnTo>
                  <a:pt x="3690569" y="121947"/>
                </a:lnTo>
                <a:lnTo>
                  <a:pt x="3689498" y="120634"/>
                </a:lnTo>
                <a:lnTo>
                  <a:pt x="3688406" y="119346"/>
                </a:lnTo>
                <a:lnTo>
                  <a:pt x="3687294" y="118083"/>
                </a:lnTo>
                <a:lnTo>
                  <a:pt x="3686164" y="116846"/>
                </a:lnTo>
                <a:lnTo>
                  <a:pt x="3685019" y="115635"/>
                </a:lnTo>
                <a:lnTo>
                  <a:pt x="3683859" y="114450"/>
                </a:lnTo>
                <a:lnTo>
                  <a:pt x="3682683" y="113290"/>
                </a:lnTo>
                <a:lnTo>
                  <a:pt x="3681493" y="112156"/>
                </a:lnTo>
                <a:lnTo>
                  <a:pt x="3680287" y="111047"/>
                </a:lnTo>
                <a:lnTo>
                  <a:pt x="3679067" y="109964"/>
                </a:lnTo>
                <a:lnTo>
                  <a:pt x="3677831" y="108907"/>
                </a:lnTo>
                <a:lnTo>
                  <a:pt x="3676581" y="107875"/>
                </a:lnTo>
                <a:lnTo>
                  <a:pt x="3675315" y="106869"/>
                </a:lnTo>
                <a:lnTo>
                  <a:pt x="3674035" y="105888"/>
                </a:lnTo>
                <a:lnTo>
                  <a:pt x="3672739" y="104934"/>
                </a:lnTo>
                <a:lnTo>
                  <a:pt x="3671428" y="104004"/>
                </a:lnTo>
                <a:lnTo>
                  <a:pt x="3670102" y="103101"/>
                </a:lnTo>
                <a:lnTo>
                  <a:pt x="3668761" y="102223"/>
                </a:lnTo>
                <a:lnTo>
                  <a:pt x="3667405" y="101370"/>
                </a:lnTo>
                <a:lnTo>
                  <a:pt x="3666034" y="100544"/>
                </a:lnTo>
                <a:lnTo>
                  <a:pt x="3664648" y="99743"/>
                </a:lnTo>
                <a:lnTo>
                  <a:pt x="3663247" y="98967"/>
                </a:lnTo>
                <a:lnTo>
                  <a:pt x="3661831" y="98217"/>
                </a:lnTo>
                <a:lnTo>
                  <a:pt x="3660400" y="97493"/>
                </a:lnTo>
                <a:lnTo>
                  <a:pt x="3658954" y="96794"/>
                </a:lnTo>
                <a:lnTo>
                  <a:pt x="3657493" y="96121"/>
                </a:lnTo>
                <a:lnTo>
                  <a:pt x="3656016" y="95474"/>
                </a:lnTo>
                <a:lnTo>
                  <a:pt x="3654527" y="94853"/>
                </a:lnTo>
                <a:lnTo>
                  <a:pt x="3653027" y="94258"/>
                </a:lnTo>
                <a:lnTo>
                  <a:pt x="3651517" y="93689"/>
                </a:lnTo>
                <a:lnTo>
                  <a:pt x="3649996" y="93147"/>
                </a:lnTo>
                <a:lnTo>
                  <a:pt x="3648465" y="92632"/>
                </a:lnTo>
                <a:lnTo>
                  <a:pt x="3646923" y="92143"/>
                </a:lnTo>
                <a:lnTo>
                  <a:pt x="3645370" y="91680"/>
                </a:lnTo>
                <a:lnTo>
                  <a:pt x="3643807" y="91244"/>
                </a:lnTo>
                <a:lnTo>
                  <a:pt x="3642233" y="90834"/>
                </a:lnTo>
                <a:lnTo>
                  <a:pt x="3640649" y="90451"/>
                </a:lnTo>
                <a:lnTo>
                  <a:pt x="3639054" y="90094"/>
                </a:lnTo>
                <a:lnTo>
                  <a:pt x="3637449" y="89763"/>
                </a:lnTo>
                <a:lnTo>
                  <a:pt x="3635832" y="89459"/>
                </a:lnTo>
                <a:lnTo>
                  <a:pt x="3634206" y="89182"/>
                </a:lnTo>
                <a:lnTo>
                  <a:pt x="3632569" y="88930"/>
                </a:lnTo>
                <a:lnTo>
                  <a:pt x="3630921" y="88706"/>
                </a:lnTo>
                <a:lnTo>
                  <a:pt x="3629263" y="88507"/>
                </a:lnTo>
                <a:lnTo>
                  <a:pt x="3627594" y="88335"/>
                </a:lnTo>
                <a:lnTo>
                  <a:pt x="3625914" y="88190"/>
                </a:lnTo>
                <a:lnTo>
                  <a:pt x="3624224" y="88071"/>
                </a:lnTo>
                <a:lnTo>
                  <a:pt x="3622523" y="87979"/>
                </a:lnTo>
                <a:lnTo>
                  <a:pt x="3620812" y="87912"/>
                </a:lnTo>
                <a:lnTo>
                  <a:pt x="3619090" y="87873"/>
                </a:lnTo>
                <a:lnTo>
                  <a:pt x="3617358" y="87860"/>
                </a:lnTo>
                <a:lnTo>
                  <a:pt x="3615664" y="87873"/>
                </a:lnTo>
                <a:lnTo>
                  <a:pt x="3613979" y="87912"/>
                </a:lnTo>
                <a:lnTo>
                  <a:pt x="3612302" y="87979"/>
                </a:lnTo>
                <a:lnTo>
                  <a:pt x="3610635" y="88071"/>
                </a:lnTo>
                <a:lnTo>
                  <a:pt x="3608977" y="88190"/>
                </a:lnTo>
                <a:lnTo>
                  <a:pt x="3607327" y="88335"/>
                </a:lnTo>
                <a:lnTo>
                  <a:pt x="3605687" y="88507"/>
                </a:lnTo>
                <a:lnTo>
                  <a:pt x="3604055" y="88706"/>
                </a:lnTo>
                <a:lnTo>
                  <a:pt x="3602433" y="88930"/>
                </a:lnTo>
                <a:lnTo>
                  <a:pt x="3600819" y="89182"/>
                </a:lnTo>
                <a:lnTo>
                  <a:pt x="3599215" y="89459"/>
                </a:lnTo>
                <a:lnTo>
                  <a:pt x="3597619" y="89763"/>
                </a:lnTo>
                <a:lnTo>
                  <a:pt x="3596032" y="90094"/>
                </a:lnTo>
                <a:lnTo>
                  <a:pt x="3594454" y="90451"/>
                </a:lnTo>
                <a:lnTo>
                  <a:pt x="3592885" y="90834"/>
                </a:lnTo>
                <a:lnTo>
                  <a:pt x="3591326" y="91244"/>
                </a:lnTo>
                <a:lnTo>
                  <a:pt x="3589775" y="91680"/>
                </a:lnTo>
                <a:lnTo>
                  <a:pt x="3588233" y="92143"/>
                </a:lnTo>
                <a:lnTo>
                  <a:pt x="3586699" y="92632"/>
                </a:lnTo>
                <a:lnTo>
                  <a:pt x="3585175" y="93147"/>
                </a:lnTo>
                <a:lnTo>
                  <a:pt x="3583660" y="93689"/>
                </a:lnTo>
                <a:lnTo>
                  <a:pt x="3582154" y="94258"/>
                </a:lnTo>
                <a:lnTo>
                  <a:pt x="3580657" y="94853"/>
                </a:lnTo>
                <a:lnTo>
                  <a:pt x="3579168" y="95474"/>
                </a:lnTo>
                <a:lnTo>
                  <a:pt x="3577692" y="96121"/>
                </a:lnTo>
                <a:lnTo>
                  <a:pt x="3576232" y="96794"/>
                </a:lnTo>
                <a:lnTo>
                  <a:pt x="3574786" y="97493"/>
                </a:lnTo>
                <a:lnTo>
                  <a:pt x="3573357" y="98217"/>
                </a:lnTo>
                <a:lnTo>
                  <a:pt x="3571942" y="98967"/>
                </a:lnTo>
                <a:lnTo>
                  <a:pt x="3570543" y="99743"/>
                </a:lnTo>
                <a:lnTo>
                  <a:pt x="3569160" y="100544"/>
                </a:lnTo>
                <a:lnTo>
                  <a:pt x="3567792" y="101370"/>
                </a:lnTo>
                <a:lnTo>
                  <a:pt x="3566440" y="102223"/>
                </a:lnTo>
                <a:lnTo>
                  <a:pt x="3565103" y="103101"/>
                </a:lnTo>
                <a:lnTo>
                  <a:pt x="3563781" y="104004"/>
                </a:lnTo>
                <a:lnTo>
                  <a:pt x="3562475" y="104934"/>
                </a:lnTo>
                <a:lnTo>
                  <a:pt x="3561184" y="105888"/>
                </a:lnTo>
                <a:lnTo>
                  <a:pt x="3559909" y="106869"/>
                </a:lnTo>
                <a:lnTo>
                  <a:pt x="3558649" y="107875"/>
                </a:lnTo>
                <a:lnTo>
                  <a:pt x="3557405" y="108907"/>
                </a:lnTo>
                <a:lnTo>
                  <a:pt x="3556176" y="109964"/>
                </a:lnTo>
                <a:lnTo>
                  <a:pt x="3554963" y="111047"/>
                </a:lnTo>
                <a:lnTo>
                  <a:pt x="3553765" y="112156"/>
                </a:lnTo>
                <a:lnTo>
                  <a:pt x="3552583" y="113290"/>
                </a:lnTo>
                <a:lnTo>
                  <a:pt x="3551416" y="114450"/>
                </a:lnTo>
                <a:lnTo>
                  <a:pt x="3550264" y="115635"/>
                </a:lnTo>
                <a:lnTo>
                  <a:pt x="3549128" y="116846"/>
                </a:lnTo>
                <a:lnTo>
                  <a:pt x="3548008" y="118083"/>
                </a:lnTo>
                <a:lnTo>
                  <a:pt x="3546905" y="119346"/>
                </a:lnTo>
                <a:lnTo>
                  <a:pt x="3545822" y="120634"/>
                </a:lnTo>
                <a:lnTo>
                  <a:pt x="3544760" y="121947"/>
                </a:lnTo>
                <a:lnTo>
                  <a:pt x="3543719" y="123286"/>
                </a:lnTo>
                <a:lnTo>
                  <a:pt x="3542697" y="124651"/>
                </a:lnTo>
                <a:lnTo>
                  <a:pt x="3541696" y="126042"/>
                </a:lnTo>
                <a:lnTo>
                  <a:pt x="3540716" y="127458"/>
                </a:lnTo>
                <a:lnTo>
                  <a:pt x="3539755" y="128900"/>
                </a:lnTo>
                <a:lnTo>
                  <a:pt x="3538815" y="130367"/>
                </a:lnTo>
                <a:lnTo>
                  <a:pt x="3537896" y="131860"/>
                </a:lnTo>
                <a:lnTo>
                  <a:pt x="3536996" y="133379"/>
                </a:lnTo>
                <a:lnTo>
                  <a:pt x="3536117" y="134923"/>
                </a:lnTo>
                <a:lnTo>
                  <a:pt x="3535259" y="136493"/>
                </a:lnTo>
                <a:lnTo>
                  <a:pt x="3534420" y="138088"/>
                </a:lnTo>
                <a:lnTo>
                  <a:pt x="3533602" y="139709"/>
                </a:lnTo>
                <a:lnTo>
                  <a:pt x="3532805" y="141356"/>
                </a:lnTo>
                <a:lnTo>
                  <a:pt x="3532027" y="143029"/>
                </a:lnTo>
                <a:lnTo>
                  <a:pt x="3531270" y="144727"/>
                </a:lnTo>
                <a:lnTo>
                  <a:pt x="3530534" y="146450"/>
                </a:lnTo>
                <a:lnTo>
                  <a:pt x="3529817" y="148200"/>
                </a:lnTo>
                <a:lnTo>
                  <a:pt x="3529121" y="149974"/>
                </a:lnTo>
                <a:lnTo>
                  <a:pt x="3528446" y="151775"/>
                </a:lnTo>
                <a:lnTo>
                  <a:pt x="3527790" y="153601"/>
                </a:lnTo>
                <a:lnTo>
                  <a:pt x="3527156" y="155453"/>
                </a:lnTo>
                <a:lnTo>
                  <a:pt x="3526544" y="157330"/>
                </a:lnTo>
                <a:lnTo>
                  <a:pt x="3525958" y="159232"/>
                </a:lnTo>
                <a:lnTo>
                  <a:pt x="3525398" y="161158"/>
                </a:lnTo>
                <a:lnTo>
                  <a:pt x="3524865" y="163110"/>
                </a:lnTo>
                <a:lnTo>
                  <a:pt x="3524357" y="165086"/>
                </a:lnTo>
                <a:lnTo>
                  <a:pt x="3523875" y="167087"/>
                </a:lnTo>
                <a:lnTo>
                  <a:pt x="3523420" y="169113"/>
                </a:lnTo>
                <a:lnTo>
                  <a:pt x="3522990" y="171163"/>
                </a:lnTo>
                <a:lnTo>
                  <a:pt x="3522587" y="173239"/>
                </a:lnTo>
                <a:lnTo>
                  <a:pt x="3522209" y="175339"/>
                </a:lnTo>
                <a:lnTo>
                  <a:pt x="3521858" y="177464"/>
                </a:lnTo>
                <a:lnTo>
                  <a:pt x="3521532" y="179614"/>
                </a:lnTo>
                <a:lnTo>
                  <a:pt x="3521233" y="181789"/>
                </a:lnTo>
                <a:lnTo>
                  <a:pt x="3520960" y="183988"/>
                </a:lnTo>
                <a:lnTo>
                  <a:pt x="3520712" y="186213"/>
                </a:lnTo>
                <a:lnTo>
                  <a:pt x="3520491" y="188462"/>
                </a:lnTo>
                <a:lnTo>
                  <a:pt x="3520296" y="190736"/>
                </a:lnTo>
                <a:lnTo>
                  <a:pt x="3520127" y="193035"/>
                </a:lnTo>
                <a:lnTo>
                  <a:pt x="3519984" y="195358"/>
                </a:lnTo>
                <a:lnTo>
                  <a:pt x="3519866" y="197707"/>
                </a:lnTo>
                <a:lnTo>
                  <a:pt x="3519775" y="200080"/>
                </a:lnTo>
                <a:lnTo>
                  <a:pt x="3519710" y="202478"/>
                </a:lnTo>
                <a:lnTo>
                  <a:pt x="3519671" y="204901"/>
                </a:lnTo>
                <a:lnTo>
                  <a:pt x="3519658" y="207349"/>
                </a:lnTo>
                <a:lnTo>
                  <a:pt x="3519658" y="231481"/>
                </a:lnTo>
                <a:lnTo>
                  <a:pt x="3519671" y="233928"/>
                </a:lnTo>
                <a:lnTo>
                  <a:pt x="3519710" y="236351"/>
                </a:lnTo>
                <a:lnTo>
                  <a:pt x="3519775" y="238749"/>
                </a:lnTo>
                <a:lnTo>
                  <a:pt x="3519866" y="241122"/>
                </a:lnTo>
                <a:lnTo>
                  <a:pt x="3519984" y="243471"/>
                </a:lnTo>
                <a:lnTo>
                  <a:pt x="3520127" y="245794"/>
                </a:lnTo>
                <a:close/>
                <a:moveTo>
                  <a:pt x="3561391" y="197252"/>
                </a:moveTo>
                <a:lnTo>
                  <a:pt x="3561487" y="195633"/>
                </a:lnTo>
                <a:lnTo>
                  <a:pt x="3561596" y="194033"/>
                </a:lnTo>
                <a:lnTo>
                  <a:pt x="3561721" y="192451"/>
                </a:lnTo>
                <a:lnTo>
                  <a:pt x="3561860" y="190887"/>
                </a:lnTo>
                <a:lnTo>
                  <a:pt x="3562014" y="189342"/>
                </a:lnTo>
                <a:lnTo>
                  <a:pt x="3562182" y="187814"/>
                </a:lnTo>
                <a:lnTo>
                  <a:pt x="3562365" y="186306"/>
                </a:lnTo>
                <a:lnTo>
                  <a:pt x="3562563" y="184815"/>
                </a:lnTo>
                <a:lnTo>
                  <a:pt x="3562775" y="183343"/>
                </a:lnTo>
                <a:lnTo>
                  <a:pt x="3563002" y="181889"/>
                </a:lnTo>
                <a:lnTo>
                  <a:pt x="3563244" y="180453"/>
                </a:lnTo>
                <a:lnTo>
                  <a:pt x="3563500" y="179036"/>
                </a:lnTo>
                <a:lnTo>
                  <a:pt x="3563771" y="177637"/>
                </a:lnTo>
                <a:lnTo>
                  <a:pt x="3564057" y="176256"/>
                </a:lnTo>
                <a:lnTo>
                  <a:pt x="3564357" y="174894"/>
                </a:lnTo>
                <a:lnTo>
                  <a:pt x="3564672" y="173549"/>
                </a:lnTo>
                <a:lnTo>
                  <a:pt x="3565001" y="172224"/>
                </a:lnTo>
                <a:lnTo>
                  <a:pt x="3565345" y="170916"/>
                </a:lnTo>
                <a:lnTo>
                  <a:pt x="3565702" y="169626"/>
                </a:lnTo>
                <a:lnTo>
                  <a:pt x="3566072" y="168354"/>
                </a:lnTo>
                <a:lnTo>
                  <a:pt x="3566453" y="167098"/>
                </a:lnTo>
                <a:lnTo>
                  <a:pt x="3566845" y="165859"/>
                </a:lnTo>
                <a:lnTo>
                  <a:pt x="3567250" y="164638"/>
                </a:lnTo>
                <a:lnTo>
                  <a:pt x="3567666" y="163433"/>
                </a:lnTo>
                <a:lnTo>
                  <a:pt x="3568094" y="162246"/>
                </a:lnTo>
                <a:lnTo>
                  <a:pt x="3568534" y="161076"/>
                </a:lnTo>
                <a:lnTo>
                  <a:pt x="3568986" y="159923"/>
                </a:lnTo>
                <a:lnTo>
                  <a:pt x="3569449" y="158787"/>
                </a:lnTo>
                <a:lnTo>
                  <a:pt x="3569925" y="157668"/>
                </a:lnTo>
                <a:lnTo>
                  <a:pt x="3570412" y="156566"/>
                </a:lnTo>
                <a:lnTo>
                  <a:pt x="3570911" y="155481"/>
                </a:lnTo>
                <a:lnTo>
                  <a:pt x="3571421" y="154413"/>
                </a:lnTo>
                <a:lnTo>
                  <a:pt x="3571944" y="153363"/>
                </a:lnTo>
                <a:lnTo>
                  <a:pt x="3572478" y="152329"/>
                </a:lnTo>
                <a:lnTo>
                  <a:pt x="3573024" y="151312"/>
                </a:lnTo>
                <a:lnTo>
                  <a:pt x="3573582" y="150313"/>
                </a:lnTo>
                <a:lnTo>
                  <a:pt x="3574152" y="149331"/>
                </a:lnTo>
                <a:lnTo>
                  <a:pt x="3574733" y="148365"/>
                </a:lnTo>
                <a:lnTo>
                  <a:pt x="3575326" y="147417"/>
                </a:lnTo>
                <a:lnTo>
                  <a:pt x="3575931" y="146486"/>
                </a:lnTo>
                <a:lnTo>
                  <a:pt x="3576548" y="145572"/>
                </a:lnTo>
                <a:lnTo>
                  <a:pt x="3577177" y="144675"/>
                </a:lnTo>
                <a:lnTo>
                  <a:pt x="3577816" y="143796"/>
                </a:lnTo>
                <a:lnTo>
                  <a:pt x="3578465" y="142936"/>
                </a:lnTo>
                <a:lnTo>
                  <a:pt x="3579123" y="142095"/>
                </a:lnTo>
                <a:lnTo>
                  <a:pt x="3579790" y="141272"/>
                </a:lnTo>
                <a:lnTo>
                  <a:pt x="3580467" y="140467"/>
                </a:lnTo>
                <a:lnTo>
                  <a:pt x="3581153" y="139682"/>
                </a:lnTo>
                <a:lnTo>
                  <a:pt x="3581848" y="138915"/>
                </a:lnTo>
                <a:lnTo>
                  <a:pt x="3582553" y="138167"/>
                </a:lnTo>
                <a:lnTo>
                  <a:pt x="3583267" y="137438"/>
                </a:lnTo>
                <a:lnTo>
                  <a:pt x="3583990" y="136727"/>
                </a:lnTo>
                <a:lnTo>
                  <a:pt x="3584723" y="136035"/>
                </a:lnTo>
                <a:lnTo>
                  <a:pt x="3585465" y="135362"/>
                </a:lnTo>
                <a:lnTo>
                  <a:pt x="3586216" y="134708"/>
                </a:lnTo>
                <a:lnTo>
                  <a:pt x="3586977" y="134072"/>
                </a:lnTo>
                <a:lnTo>
                  <a:pt x="3587747" y="133455"/>
                </a:lnTo>
                <a:lnTo>
                  <a:pt x="3588527" y="132857"/>
                </a:lnTo>
                <a:lnTo>
                  <a:pt x="3589316" y="132277"/>
                </a:lnTo>
                <a:lnTo>
                  <a:pt x="3590114" y="131716"/>
                </a:lnTo>
                <a:lnTo>
                  <a:pt x="3590922" y="131174"/>
                </a:lnTo>
                <a:lnTo>
                  <a:pt x="3591739" y="130650"/>
                </a:lnTo>
                <a:lnTo>
                  <a:pt x="3592565" y="130146"/>
                </a:lnTo>
                <a:lnTo>
                  <a:pt x="3593401" y="129660"/>
                </a:lnTo>
                <a:lnTo>
                  <a:pt x="3594246" y="129192"/>
                </a:lnTo>
                <a:lnTo>
                  <a:pt x="3595100" y="128744"/>
                </a:lnTo>
                <a:lnTo>
                  <a:pt x="3595962" y="128313"/>
                </a:lnTo>
                <a:lnTo>
                  <a:pt x="3596830" y="127902"/>
                </a:lnTo>
                <a:lnTo>
                  <a:pt x="3597703" y="127508"/>
                </a:lnTo>
                <a:lnTo>
                  <a:pt x="3598582" y="127133"/>
                </a:lnTo>
                <a:lnTo>
                  <a:pt x="3599467" y="126776"/>
                </a:lnTo>
                <a:lnTo>
                  <a:pt x="3600357" y="126437"/>
                </a:lnTo>
                <a:lnTo>
                  <a:pt x="3601253" y="126117"/>
                </a:lnTo>
                <a:lnTo>
                  <a:pt x="3602155" y="125815"/>
                </a:lnTo>
                <a:lnTo>
                  <a:pt x="3603062" y="125531"/>
                </a:lnTo>
                <a:lnTo>
                  <a:pt x="3603976" y="125266"/>
                </a:lnTo>
                <a:lnTo>
                  <a:pt x="3604895" y="125019"/>
                </a:lnTo>
                <a:lnTo>
                  <a:pt x="3605819" y="124790"/>
                </a:lnTo>
                <a:lnTo>
                  <a:pt x="3606749" y="124579"/>
                </a:lnTo>
                <a:lnTo>
                  <a:pt x="3607685" y="124387"/>
                </a:lnTo>
                <a:lnTo>
                  <a:pt x="3608627" y="124213"/>
                </a:lnTo>
                <a:lnTo>
                  <a:pt x="3609574" y="124058"/>
                </a:lnTo>
                <a:lnTo>
                  <a:pt x="3610527" y="123920"/>
                </a:lnTo>
                <a:lnTo>
                  <a:pt x="3611486" y="123801"/>
                </a:lnTo>
                <a:lnTo>
                  <a:pt x="3612450" y="123701"/>
                </a:lnTo>
                <a:lnTo>
                  <a:pt x="3613421" y="123618"/>
                </a:lnTo>
                <a:lnTo>
                  <a:pt x="3614396" y="123554"/>
                </a:lnTo>
                <a:lnTo>
                  <a:pt x="3615378" y="123509"/>
                </a:lnTo>
                <a:lnTo>
                  <a:pt x="3616365" y="123481"/>
                </a:lnTo>
                <a:lnTo>
                  <a:pt x="3617358" y="123472"/>
                </a:lnTo>
                <a:lnTo>
                  <a:pt x="3618370" y="123481"/>
                </a:lnTo>
                <a:lnTo>
                  <a:pt x="3619376" y="123509"/>
                </a:lnTo>
                <a:lnTo>
                  <a:pt x="3620376" y="123554"/>
                </a:lnTo>
                <a:lnTo>
                  <a:pt x="3621370" y="123618"/>
                </a:lnTo>
                <a:lnTo>
                  <a:pt x="3622358" y="123701"/>
                </a:lnTo>
                <a:lnTo>
                  <a:pt x="3623340" y="123801"/>
                </a:lnTo>
                <a:lnTo>
                  <a:pt x="3624315" y="123920"/>
                </a:lnTo>
                <a:lnTo>
                  <a:pt x="3625285" y="124058"/>
                </a:lnTo>
                <a:lnTo>
                  <a:pt x="3626248" y="124213"/>
                </a:lnTo>
                <a:lnTo>
                  <a:pt x="3627206" y="124387"/>
                </a:lnTo>
                <a:lnTo>
                  <a:pt x="3628157" y="124579"/>
                </a:lnTo>
                <a:lnTo>
                  <a:pt x="3629102" y="124790"/>
                </a:lnTo>
                <a:lnTo>
                  <a:pt x="3630041" y="125019"/>
                </a:lnTo>
                <a:lnTo>
                  <a:pt x="3630974" y="125266"/>
                </a:lnTo>
                <a:lnTo>
                  <a:pt x="3631901" y="125531"/>
                </a:lnTo>
                <a:lnTo>
                  <a:pt x="3632821" y="125815"/>
                </a:lnTo>
                <a:lnTo>
                  <a:pt x="3633736" y="126117"/>
                </a:lnTo>
                <a:lnTo>
                  <a:pt x="3634644" y="126437"/>
                </a:lnTo>
                <a:lnTo>
                  <a:pt x="3635547" y="126776"/>
                </a:lnTo>
                <a:lnTo>
                  <a:pt x="3636443" y="127133"/>
                </a:lnTo>
                <a:lnTo>
                  <a:pt x="3637333" y="127508"/>
                </a:lnTo>
                <a:lnTo>
                  <a:pt x="3638217" y="127902"/>
                </a:lnTo>
                <a:lnTo>
                  <a:pt x="3639095" y="128313"/>
                </a:lnTo>
                <a:lnTo>
                  <a:pt x="3639967" y="128744"/>
                </a:lnTo>
                <a:lnTo>
                  <a:pt x="3640831" y="129192"/>
                </a:lnTo>
                <a:lnTo>
                  <a:pt x="3641686" y="129660"/>
                </a:lnTo>
                <a:lnTo>
                  <a:pt x="3642532" y="130146"/>
                </a:lnTo>
                <a:lnTo>
                  <a:pt x="3643368" y="130650"/>
                </a:lnTo>
                <a:lnTo>
                  <a:pt x="3644194" y="131174"/>
                </a:lnTo>
                <a:lnTo>
                  <a:pt x="3645012" y="131716"/>
                </a:lnTo>
                <a:lnTo>
                  <a:pt x="3645820" y="132277"/>
                </a:lnTo>
                <a:lnTo>
                  <a:pt x="3646618" y="132857"/>
                </a:lnTo>
                <a:lnTo>
                  <a:pt x="3647408" y="133455"/>
                </a:lnTo>
                <a:lnTo>
                  <a:pt x="3648188" y="134072"/>
                </a:lnTo>
                <a:lnTo>
                  <a:pt x="3648958" y="134708"/>
                </a:lnTo>
                <a:lnTo>
                  <a:pt x="3649720" y="135362"/>
                </a:lnTo>
                <a:lnTo>
                  <a:pt x="3650471" y="136035"/>
                </a:lnTo>
                <a:lnTo>
                  <a:pt x="3651214" y="136727"/>
                </a:lnTo>
                <a:lnTo>
                  <a:pt x="3651947" y="137438"/>
                </a:lnTo>
                <a:lnTo>
                  <a:pt x="3652671" y="138167"/>
                </a:lnTo>
                <a:lnTo>
                  <a:pt x="3653385" y="138915"/>
                </a:lnTo>
                <a:lnTo>
                  <a:pt x="3654091" y="139682"/>
                </a:lnTo>
                <a:lnTo>
                  <a:pt x="3654786" y="140467"/>
                </a:lnTo>
                <a:lnTo>
                  <a:pt x="3655473" y="141272"/>
                </a:lnTo>
                <a:lnTo>
                  <a:pt x="3656150" y="142095"/>
                </a:lnTo>
                <a:lnTo>
                  <a:pt x="3656817" y="142936"/>
                </a:lnTo>
                <a:lnTo>
                  <a:pt x="3657476" y="143796"/>
                </a:lnTo>
                <a:lnTo>
                  <a:pt x="3658125" y="144675"/>
                </a:lnTo>
                <a:lnTo>
                  <a:pt x="3658763" y="145572"/>
                </a:lnTo>
                <a:lnTo>
                  <a:pt x="3659389" y="146486"/>
                </a:lnTo>
                <a:lnTo>
                  <a:pt x="3660003" y="147417"/>
                </a:lnTo>
                <a:lnTo>
                  <a:pt x="3660604" y="148365"/>
                </a:lnTo>
                <a:lnTo>
                  <a:pt x="3661194" y="149331"/>
                </a:lnTo>
                <a:lnTo>
                  <a:pt x="3661771" y="150313"/>
                </a:lnTo>
                <a:lnTo>
                  <a:pt x="3662336" y="151312"/>
                </a:lnTo>
                <a:lnTo>
                  <a:pt x="3662889" y="152329"/>
                </a:lnTo>
                <a:lnTo>
                  <a:pt x="3663429" y="153363"/>
                </a:lnTo>
                <a:lnTo>
                  <a:pt x="3663958" y="154413"/>
                </a:lnTo>
                <a:lnTo>
                  <a:pt x="3664474" y="155481"/>
                </a:lnTo>
                <a:lnTo>
                  <a:pt x="3664978" y="156566"/>
                </a:lnTo>
                <a:lnTo>
                  <a:pt x="3665470" y="157668"/>
                </a:lnTo>
                <a:lnTo>
                  <a:pt x="3665949" y="158787"/>
                </a:lnTo>
                <a:lnTo>
                  <a:pt x="3666417" y="159923"/>
                </a:lnTo>
                <a:lnTo>
                  <a:pt x="3666872" y="161076"/>
                </a:lnTo>
                <a:lnTo>
                  <a:pt x="3667315" y="162246"/>
                </a:lnTo>
                <a:lnTo>
                  <a:pt x="3667745" y="163433"/>
                </a:lnTo>
                <a:lnTo>
                  <a:pt x="3668164" y="164638"/>
                </a:lnTo>
                <a:lnTo>
                  <a:pt x="3668570" y="165859"/>
                </a:lnTo>
                <a:lnTo>
                  <a:pt x="3668964" y="167098"/>
                </a:lnTo>
                <a:lnTo>
                  <a:pt x="3669346" y="168354"/>
                </a:lnTo>
                <a:lnTo>
                  <a:pt x="3669716" y="169626"/>
                </a:lnTo>
                <a:lnTo>
                  <a:pt x="3670074" y="170916"/>
                </a:lnTo>
                <a:lnTo>
                  <a:pt x="3670418" y="172224"/>
                </a:lnTo>
                <a:lnTo>
                  <a:pt x="3670747" y="173549"/>
                </a:lnTo>
                <a:lnTo>
                  <a:pt x="3671062" y="174894"/>
                </a:lnTo>
                <a:lnTo>
                  <a:pt x="3671362" y="176256"/>
                </a:lnTo>
                <a:lnTo>
                  <a:pt x="3671648" y="177637"/>
                </a:lnTo>
                <a:lnTo>
                  <a:pt x="3671919" y="179036"/>
                </a:lnTo>
                <a:lnTo>
                  <a:pt x="3672175" y="180453"/>
                </a:lnTo>
                <a:lnTo>
                  <a:pt x="3672417" y="181889"/>
                </a:lnTo>
                <a:lnTo>
                  <a:pt x="3672644" y="183343"/>
                </a:lnTo>
                <a:lnTo>
                  <a:pt x="3672856" y="184815"/>
                </a:lnTo>
                <a:lnTo>
                  <a:pt x="3673054" y="186306"/>
                </a:lnTo>
                <a:lnTo>
                  <a:pt x="3673237" y="187814"/>
                </a:lnTo>
                <a:lnTo>
                  <a:pt x="3673405" y="189342"/>
                </a:lnTo>
                <a:lnTo>
                  <a:pt x="3673559" y="190887"/>
                </a:lnTo>
                <a:lnTo>
                  <a:pt x="3673698" y="192451"/>
                </a:lnTo>
                <a:lnTo>
                  <a:pt x="3673822" y="194033"/>
                </a:lnTo>
                <a:lnTo>
                  <a:pt x="3673932" y="195633"/>
                </a:lnTo>
                <a:lnTo>
                  <a:pt x="3674027" y="197252"/>
                </a:lnTo>
                <a:lnTo>
                  <a:pt x="3674108" y="198889"/>
                </a:lnTo>
                <a:lnTo>
                  <a:pt x="3674174" y="200544"/>
                </a:lnTo>
                <a:lnTo>
                  <a:pt x="3674225" y="202218"/>
                </a:lnTo>
                <a:lnTo>
                  <a:pt x="3674262" y="203910"/>
                </a:lnTo>
                <a:lnTo>
                  <a:pt x="3674284" y="205620"/>
                </a:lnTo>
                <a:lnTo>
                  <a:pt x="3674291" y="207349"/>
                </a:lnTo>
                <a:lnTo>
                  <a:pt x="3674291" y="231481"/>
                </a:lnTo>
                <a:lnTo>
                  <a:pt x="3674285" y="233209"/>
                </a:lnTo>
                <a:lnTo>
                  <a:pt x="3674267" y="234920"/>
                </a:lnTo>
                <a:lnTo>
                  <a:pt x="3674236" y="236613"/>
                </a:lnTo>
                <a:lnTo>
                  <a:pt x="3674193" y="238288"/>
                </a:lnTo>
                <a:lnTo>
                  <a:pt x="3674138" y="239945"/>
                </a:lnTo>
                <a:lnTo>
                  <a:pt x="3674071" y="241584"/>
                </a:lnTo>
                <a:lnTo>
                  <a:pt x="3673992" y="243206"/>
                </a:lnTo>
                <a:lnTo>
                  <a:pt x="3673900" y="244809"/>
                </a:lnTo>
                <a:lnTo>
                  <a:pt x="3673797" y="246395"/>
                </a:lnTo>
                <a:lnTo>
                  <a:pt x="3673681" y="247962"/>
                </a:lnTo>
                <a:lnTo>
                  <a:pt x="3673553" y="249512"/>
                </a:lnTo>
                <a:lnTo>
                  <a:pt x="3673412" y="251044"/>
                </a:lnTo>
                <a:lnTo>
                  <a:pt x="3673260" y="252558"/>
                </a:lnTo>
                <a:lnTo>
                  <a:pt x="3673095" y="254054"/>
                </a:lnTo>
                <a:lnTo>
                  <a:pt x="3672918" y="255532"/>
                </a:lnTo>
                <a:lnTo>
                  <a:pt x="3672729" y="256992"/>
                </a:lnTo>
                <a:lnTo>
                  <a:pt x="3672528" y="258435"/>
                </a:lnTo>
                <a:lnTo>
                  <a:pt x="3672314" y="259859"/>
                </a:lnTo>
                <a:lnTo>
                  <a:pt x="3672088" y="261266"/>
                </a:lnTo>
                <a:lnTo>
                  <a:pt x="3671850" y="262655"/>
                </a:lnTo>
                <a:lnTo>
                  <a:pt x="3671600" y="264025"/>
                </a:lnTo>
                <a:lnTo>
                  <a:pt x="3671338" y="265378"/>
                </a:lnTo>
                <a:lnTo>
                  <a:pt x="3671063" y="266713"/>
                </a:lnTo>
                <a:lnTo>
                  <a:pt x="3670777" y="268030"/>
                </a:lnTo>
                <a:lnTo>
                  <a:pt x="3670478" y="269329"/>
                </a:lnTo>
                <a:lnTo>
                  <a:pt x="3670166" y="270611"/>
                </a:lnTo>
                <a:lnTo>
                  <a:pt x="3669843" y="271874"/>
                </a:lnTo>
                <a:lnTo>
                  <a:pt x="3669508" y="273120"/>
                </a:lnTo>
                <a:lnTo>
                  <a:pt x="3669160" y="274347"/>
                </a:lnTo>
                <a:lnTo>
                  <a:pt x="3668800" y="275557"/>
                </a:lnTo>
                <a:lnTo>
                  <a:pt x="3668428" y="276749"/>
                </a:lnTo>
                <a:lnTo>
                  <a:pt x="3668043" y="277923"/>
                </a:lnTo>
                <a:lnTo>
                  <a:pt x="3667647" y="279079"/>
                </a:lnTo>
                <a:lnTo>
                  <a:pt x="3667238" y="280217"/>
                </a:lnTo>
                <a:lnTo>
                  <a:pt x="3666817" y="281337"/>
                </a:lnTo>
                <a:lnTo>
                  <a:pt x="3666384" y="282439"/>
                </a:lnTo>
                <a:lnTo>
                  <a:pt x="3665938" y="283524"/>
                </a:lnTo>
                <a:lnTo>
                  <a:pt x="3665481" y="284590"/>
                </a:lnTo>
                <a:lnTo>
                  <a:pt x="3665011" y="285639"/>
                </a:lnTo>
                <a:lnTo>
                  <a:pt x="3664529" y="286669"/>
                </a:lnTo>
                <a:lnTo>
                  <a:pt x="3664035" y="287682"/>
                </a:lnTo>
                <a:lnTo>
                  <a:pt x="3663528" y="288677"/>
                </a:lnTo>
                <a:lnTo>
                  <a:pt x="3663010" y="289654"/>
                </a:lnTo>
                <a:lnTo>
                  <a:pt x="3662479" y="290613"/>
                </a:lnTo>
                <a:lnTo>
                  <a:pt x="3661936" y="291555"/>
                </a:lnTo>
                <a:lnTo>
                  <a:pt x="3661380" y="292478"/>
                </a:lnTo>
                <a:lnTo>
                  <a:pt x="3660813" y="293383"/>
                </a:lnTo>
                <a:lnTo>
                  <a:pt x="3660233" y="294271"/>
                </a:lnTo>
                <a:lnTo>
                  <a:pt x="3659641" y="295140"/>
                </a:lnTo>
                <a:lnTo>
                  <a:pt x="3659037" y="295992"/>
                </a:lnTo>
                <a:lnTo>
                  <a:pt x="3658420" y="296824"/>
                </a:lnTo>
                <a:lnTo>
                  <a:pt x="3657790" y="297639"/>
                </a:lnTo>
                <a:lnTo>
                  <a:pt x="3657147" y="298435"/>
                </a:lnTo>
                <a:lnTo>
                  <a:pt x="3656492" y="299213"/>
                </a:lnTo>
                <a:lnTo>
                  <a:pt x="3655824" y="299973"/>
                </a:lnTo>
                <a:lnTo>
                  <a:pt x="3655144" y="300714"/>
                </a:lnTo>
                <a:lnTo>
                  <a:pt x="3654451" y="301437"/>
                </a:lnTo>
                <a:lnTo>
                  <a:pt x="3653746" y="302142"/>
                </a:lnTo>
                <a:lnTo>
                  <a:pt x="3653028" y="302828"/>
                </a:lnTo>
                <a:lnTo>
                  <a:pt x="3652297" y="303496"/>
                </a:lnTo>
                <a:lnTo>
                  <a:pt x="3651553" y="304146"/>
                </a:lnTo>
                <a:lnTo>
                  <a:pt x="3650797" y="304777"/>
                </a:lnTo>
                <a:lnTo>
                  <a:pt x="3650029" y="305391"/>
                </a:lnTo>
                <a:lnTo>
                  <a:pt x="3649248" y="305986"/>
                </a:lnTo>
                <a:lnTo>
                  <a:pt x="3648454" y="306562"/>
                </a:lnTo>
                <a:lnTo>
                  <a:pt x="3647648" y="307120"/>
                </a:lnTo>
                <a:lnTo>
                  <a:pt x="3646829" y="307660"/>
                </a:lnTo>
                <a:lnTo>
                  <a:pt x="3645997" y="308182"/>
                </a:lnTo>
                <a:lnTo>
                  <a:pt x="3645153" y="308685"/>
                </a:lnTo>
                <a:lnTo>
                  <a:pt x="3644296" y="309170"/>
                </a:lnTo>
                <a:lnTo>
                  <a:pt x="3643426" y="309637"/>
                </a:lnTo>
                <a:lnTo>
                  <a:pt x="3642544" y="310086"/>
                </a:lnTo>
                <a:lnTo>
                  <a:pt x="3641650" y="310516"/>
                </a:lnTo>
                <a:lnTo>
                  <a:pt x="3640744" y="310928"/>
                </a:lnTo>
                <a:lnTo>
                  <a:pt x="3639826" y="311321"/>
                </a:lnTo>
                <a:lnTo>
                  <a:pt x="3638897" y="311696"/>
                </a:lnTo>
                <a:lnTo>
                  <a:pt x="3637955" y="312053"/>
                </a:lnTo>
                <a:lnTo>
                  <a:pt x="3637002" y="312392"/>
                </a:lnTo>
                <a:lnTo>
                  <a:pt x="3636037" y="312712"/>
                </a:lnTo>
                <a:lnTo>
                  <a:pt x="3635060" y="313014"/>
                </a:lnTo>
                <a:lnTo>
                  <a:pt x="3634071" y="313298"/>
                </a:lnTo>
                <a:lnTo>
                  <a:pt x="3633071" y="313563"/>
                </a:lnTo>
                <a:lnTo>
                  <a:pt x="3632059" y="313811"/>
                </a:lnTo>
                <a:lnTo>
                  <a:pt x="3631035" y="314039"/>
                </a:lnTo>
                <a:lnTo>
                  <a:pt x="3629999" y="314250"/>
                </a:lnTo>
                <a:lnTo>
                  <a:pt x="3628951" y="314442"/>
                </a:lnTo>
                <a:lnTo>
                  <a:pt x="3627892" y="314616"/>
                </a:lnTo>
                <a:lnTo>
                  <a:pt x="3626821" y="314771"/>
                </a:lnTo>
                <a:lnTo>
                  <a:pt x="3625738" y="314909"/>
                </a:lnTo>
                <a:lnTo>
                  <a:pt x="3624643" y="315028"/>
                </a:lnTo>
                <a:lnTo>
                  <a:pt x="3623536" y="315128"/>
                </a:lnTo>
                <a:lnTo>
                  <a:pt x="3622418" y="315211"/>
                </a:lnTo>
                <a:lnTo>
                  <a:pt x="3621288" y="315275"/>
                </a:lnTo>
                <a:lnTo>
                  <a:pt x="3620146" y="315321"/>
                </a:lnTo>
                <a:lnTo>
                  <a:pt x="3618992" y="315348"/>
                </a:lnTo>
                <a:lnTo>
                  <a:pt x="3617827" y="315357"/>
                </a:lnTo>
                <a:lnTo>
                  <a:pt x="3616815" y="315348"/>
                </a:lnTo>
                <a:lnTo>
                  <a:pt x="3615809" y="315321"/>
                </a:lnTo>
                <a:lnTo>
                  <a:pt x="3614810" y="315275"/>
                </a:lnTo>
                <a:lnTo>
                  <a:pt x="3613818" y="315211"/>
                </a:lnTo>
                <a:lnTo>
                  <a:pt x="3612832" y="315128"/>
                </a:lnTo>
                <a:lnTo>
                  <a:pt x="3611852" y="315028"/>
                </a:lnTo>
                <a:lnTo>
                  <a:pt x="3610879" y="314909"/>
                </a:lnTo>
                <a:lnTo>
                  <a:pt x="3609913" y="314771"/>
                </a:lnTo>
                <a:lnTo>
                  <a:pt x="3608953" y="314616"/>
                </a:lnTo>
                <a:lnTo>
                  <a:pt x="3607999" y="314442"/>
                </a:lnTo>
                <a:lnTo>
                  <a:pt x="3607052" y="314250"/>
                </a:lnTo>
                <a:lnTo>
                  <a:pt x="3606112" y="314039"/>
                </a:lnTo>
                <a:lnTo>
                  <a:pt x="3605178" y="313811"/>
                </a:lnTo>
                <a:lnTo>
                  <a:pt x="3604251" y="313563"/>
                </a:lnTo>
                <a:lnTo>
                  <a:pt x="3603330" y="313298"/>
                </a:lnTo>
                <a:lnTo>
                  <a:pt x="3602415" y="313014"/>
                </a:lnTo>
                <a:lnTo>
                  <a:pt x="3601507" y="312712"/>
                </a:lnTo>
                <a:lnTo>
                  <a:pt x="3600606" y="312392"/>
                </a:lnTo>
                <a:lnTo>
                  <a:pt x="3599711" y="312053"/>
                </a:lnTo>
                <a:lnTo>
                  <a:pt x="3598823" y="311696"/>
                </a:lnTo>
                <a:lnTo>
                  <a:pt x="3597941" y="311321"/>
                </a:lnTo>
                <a:lnTo>
                  <a:pt x="3597066" y="310928"/>
                </a:lnTo>
                <a:lnTo>
                  <a:pt x="3596197" y="310516"/>
                </a:lnTo>
                <a:lnTo>
                  <a:pt x="3595335" y="310086"/>
                </a:lnTo>
                <a:lnTo>
                  <a:pt x="3594480" y="309637"/>
                </a:lnTo>
                <a:lnTo>
                  <a:pt x="3593634" y="309170"/>
                </a:lnTo>
                <a:lnTo>
                  <a:pt x="3592798" y="308685"/>
                </a:lnTo>
                <a:lnTo>
                  <a:pt x="3591970" y="308182"/>
                </a:lnTo>
                <a:lnTo>
                  <a:pt x="3591151" y="307660"/>
                </a:lnTo>
                <a:lnTo>
                  <a:pt x="3590341" y="307120"/>
                </a:lnTo>
                <a:lnTo>
                  <a:pt x="3589540" y="306562"/>
                </a:lnTo>
                <a:lnTo>
                  <a:pt x="3588748" y="305986"/>
                </a:lnTo>
                <a:lnTo>
                  <a:pt x="3587965" y="305391"/>
                </a:lnTo>
                <a:lnTo>
                  <a:pt x="3587191" y="304777"/>
                </a:lnTo>
                <a:lnTo>
                  <a:pt x="3586426" y="304146"/>
                </a:lnTo>
                <a:lnTo>
                  <a:pt x="3585670" y="303496"/>
                </a:lnTo>
                <a:lnTo>
                  <a:pt x="3584923" y="302828"/>
                </a:lnTo>
                <a:lnTo>
                  <a:pt x="3584184" y="302142"/>
                </a:lnTo>
                <a:lnTo>
                  <a:pt x="3583455" y="301437"/>
                </a:lnTo>
                <a:lnTo>
                  <a:pt x="3582735" y="300714"/>
                </a:lnTo>
                <a:lnTo>
                  <a:pt x="3582023" y="299973"/>
                </a:lnTo>
                <a:lnTo>
                  <a:pt x="3581321" y="299213"/>
                </a:lnTo>
                <a:lnTo>
                  <a:pt x="3580627" y="298435"/>
                </a:lnTo>
                <a:lnTo>
                  <a:pt x="3579943" y="297639"/>
                </a:lnTo>
                <a:lnTo>
                  <a:pt x="3579267" y="296824"/>
                </a:lnTo>
                <a:lnTo>
                  <a:pt x="3578601" y="295992"/>
                </a:lnTo>
                <a:lnTo>
                  <a:pt x="3577943" y="295140"/>
                </a:lnTo>
                <a:lnTo>
                  <a:pt x="3577294" y="294271"/>
                </a:lnTo>
                <a:lnTo>
                  <a:pt x="3576656" y="293383"/>
                </a:lnTo>
                <a:lnTo>
                  <a:pt x="3576030" y="292478"/>
                </a:lnTo>
                <a:lnTo>
                  <a:pt x="3575416" y="291555"/>
                </a:lnTo>
                <a:lnTo>
                  <a:pt x="3574814" y="290613"/>
                </a:lnTo>
                <a:lnTo>
                  <a:pt x="3574225" y="289654"/>
                </a:lnTo>
                <a:lnTo>
                  <a:pt x="3573648" y="288677"/>
                </a:lnTo>
                <a:lnTo>
                  <a:pt x="3573083" y="287682"/>
                </a:lnTo>
                <a:lnTo>
                  <a:pt x="3572530" y="286669"/>
                </a:lnTo>
                <a:lnTo>
                  <a:pt x="3571989" y="285639"/>
                </a:lnTo>
                <a:lnTo>
                  <a:pt x="3571461" y="284590"/>
                </a:lnTo>
                <a:lnTo>
                  <a:pt x="3570945" y="283524"/>
                </a:lnTo>
                <a:lnTo>
                  <a:pt x="3570441" y="282439"/>
                </a:lnTo>
                <a:lnTo>
                  <a:pt x="3569949" y="281337"/>
                </a:lnTo>
                <a:lnTo>
                  <a:pt x="3569470" y="280217"/>
                </a:lnTo>
                <a:lnTo>
                  <a:pt x="3569002" y="279079"/>
                </a:lnTo>
                <a:lnTo>
                  <a:pt x="3568547" y="277923"/>
                </a:lnTo>
                <a:lnTo>
                  <a:pt x="3568104" y="276749"/>
                </a:lnTo>
                <a:lnTo>
                  <a:pt x="3567673" y="275557"/>
                </a:lnTo>
                <a:lnTo>
                  <a:pt x="3567255" y="274347"/>
                </a:lnTo>
                <a:lnTo>
                  <a:pt x="3566848" y="273120"/>
                </a:lnTo>
                <a:lnTo>
                  <a:pt x="3566454" y="271874"/>
                </a:lnTo>
                <a:lnTo>
                  <a:pt x="3566072" y="270611"/>
                </a:lnTo>
                <a:lnTo>
                  <a:pt x="3565703" y="269329"/>
                </a:lnTo>
                <a:lnTo>
                  <a:pt x="3565345" y="268030"/>
                </a:lnTo>
                <a:lnTo>
                  <a:pt x="3565001" y="266713"/>
                </a:lnTo>
                <a:lnTo>
                  <a:pt x="3564672" y="265378"/>
                </a:lnTo>
                <a:lnTo>
                  <a:pt x="3564357" y="264025"/>
                </a:lnTo>
                <a:lnTo>
                  <a:pt x="3564057" y="262655"/>
                </a:lnTo>
                <a:lnTo>
                  <a:pt x="3563771" y="261266"/>
                </a:lnTo>
                <a:lnTo>
                  <a:pt x="3563500" y="259859"/>
                </a:lnTo>
                <a:lnTo>
                  <a:pt x="3563244" y="258435"/>
                </a:lnTo>
                <a:lnTo>
                  <a:pt x="3563002" y="256992"/>
                </a:lnTo>
                <a:lnTo>
                  <a:pt x="3562775" y="255532"/>
                </a:lnTo>
                <a:lnTo>
                  <a:pt x="3562563" y="254054"/>
                </a:lnTo>
                <a:lnTo>
                  <a:pt x="3562365" y="252558"/>
                </a:lnTo>
                <a:lnTo>
                  <a:pt x="3562182" y="251044"/>
                </a:lnTo>
                <a:lnTo>
                  <a:pt x="3562014" y="249512"/>
                </a:lnTo>
                <a:lnTo>
                  <a:pt x="3561860" y="247962"/>
                </a:lnTo>
                <a:lnTo>
                  <a:pt x="3561721" y="246395"/>
                </a:lnTo>
                <a:lnTo>
                  <a:pt x="3561596" y="244809"/>
                </a:lnTo>
                <a:lnTo>
                  <a:pt x="3561487" y="243206"/>
                </a:lnTo>
                <a:lnTo>
                  <a:pt x="3561391" y="241584"/>
                </a:lnTo>
                <a:lnTo>
                  <a:pt x="3561311" y="239945"/>
                </a:lnTo>
                <a:lnTo>
                  <a:pt x="3561245" y="238288"/>
                </a:lnTo>
                <a:lnTo>
                  <a:pt x="3561194" y="236613"/>
                </a:lnTo>
                <a:lnTo>
                  <a:pt x="3561157" y="234920"/>
                </a:lnTo>
                <a:lnTo>
                  <a:pt x="3561135" y="233209"/>
                </a:lnTo>
                <a:lnTo>
                  <a:pt x="3561128" y="231481"/>
                </a:lnTo>
                <a:lnTo>
                  <a:pt x="3561128" y="207349"/>
                </a:lnTo>
                <a:lnTo>
                  <a:pt x="3561135" y="205620"/>
                </a:lnTo>
                <a:lnTo>
                  <a:pt x="3561157" y="203910"/>
                </a:lnTo>
                <a:lnTo>
                  <a:pt x="3561194" y="202218"/>
                </a:lnTo>
                <a:lnTo>
                  <a:pt x="3561245" y="200544"/>
                </a:lnTo>
                <a:lnTo>
                  <a:pt x="3561311" y="198889"/>
                </a:lnTo>
                <a:lnTo>
                  <a:pt x="3561391" y="197252"/>
                </a:lnTo>
                <a:close/>
                <a:moveTo>
                  <a:pt x="2806103" y="346049"/>
                </a:moveTo>
                <a:lnTo>
                  <a:pt x="2847339" y="346049"/>
                </a:lnTo>
                <a:lnTo>
                  <a:pt x="2847339" y="92545"/>
                </a:lnTo>
                <a:lnTo>
                  <a:pt x="2806103" y="92545"/>
                </a:lnTo>
                <a:lnTo>
                  <a:pt x="2806103" y="346049"/>
                </a:lnTo>
                <a:close/>
                <a:moveTo>
                  <a:pt x="4085818" y="346049"/>
                </a:moveTo>
                <a:lnTo>
                  <a:pt x="4089801" y="346049"/>
                </a:lnTo>
                <a:lnTo>
                  <a:pt x="4165009" y="92545"/>
                </a:lnTo>
                <a:lnTo>
                  <a:pt x="4122836" y="92545"/>
                </a:lnTo>
                <a:lnTo>
                  <a:pt x="4074654" y="282575"/>
                </a:lnTo>
                <a:lnTo>
                  <a:pt x="4024668" y="92545"/>
                </a:lnTo>
                <a:lnTo>
                  <a:pt x="3982495" y="92545"/>
                </a:lnTo>
                <a:lnTo>
                  <a:pt x="4058640" y="346049"/>
                </a:lnTo>
                <a:lnTo>
                  <a:pt x="4062389" y="346049"/>
                </a:lnTo>
                <a:lnTo>
                  <a:pt x="4085818" y="346049"/>
                </a:lnTo>
                <a:close/>
                <a:moveTo>
                  <a:pt x="5170650" y="29923"/>
                </a:moveTo>
                <a:lnTo>
                  <a:pt x="5170782" y="30697"/>
                </a:lnTo>
                <a:lnTo>
                  <a:pt x="5170935" y="31460"/>
                </a:lnTo>
                <a:lnTo>
                  <a:pt x="5171107" y="32213"/>
                </a:lnTo>
                <a:lnTo>
                  <a:pt x="5171301" y="32956"/>
                </a:lnTo>
                <a:lnTo>
                  <a:pt x="5171514" y="33689"/>
                </a:lnTo>
                <a:lnTo>
                  <a:pt x="5171748" y="34412"/>
                </a:lnTo>
                <a:lnTo>
                  <a:pt x="5172002" y="35124"/>
                </a:lnTo>
                <a:lnTo>
                  <a:pt x="5172277" y="35826"/>
                </a:lnTo>
                <a:lnTo>
                  <a:pt x="5172572" y="36518"/>
                </a:lnTo>
                <a:lnTo>
                  <a:pt x="5172887" y="37200"/>
                </a:lnTo>
                <a:lnTo>
                  <a:pt x="5173223" y="37872"/>
                </a:lnTo>
                <a:lnTo>
                  <a:pt x="5173579" y="38534"/>
                </a:lnTo>
                <a:lnTo>
                  <a:pt x="5173955" y="39185"/>
                </a:lnTo>
                <a:lnTo>
                  <a:pt x="5174351" y="39826"/>
                </a:lnTo>
                <a:lnTo>
                  <a:pt x="5174768" y="40457"/>
                </a:lnTo>
                <a:lnTo>
                  <a:pt x="5175206" y="41078"/>
                </a:lnTo>
                <a:lnTo>
                  <a:pt x="5175663" y="41689"/>
                </a:lnTo>
                <a:lnTo>
                  <a:pt x="5176141" y="42290"/>
                </a:lnTo>
                <a:lnTo>
                  <a:pt x="5176639" y="42873"/>
                </a:lnTo>
                <a:lnTo>
                  <a:pt x="5177158" y="43431"/>
                </a:lnTo>
                <a:lnTo>
                  <a:pt x="5177697" y="43965"/>
                </a:lnTo>
                <a:lnTo>
                  <a:pt x="5178256" y="44473"/>
                </a:lnTo>
                <a:lnTo>
                  <a:pt x="5178836" y="44957"/>
                </a:lnTo>
                <a:lnTo>
                  <a:pt x="5179436" y="45416"/>
                </a:lnTo>
                <a:lnTo>
                  <a:pt x="5180056" y="45850"/>
                </a:lnTo>
                <a:lnTo>
                  <a:pt x="5180697" y="46260"/>
                </a:lnTo>
                <a:lnTo>
                  <a:pt x="5181358" y="46644"/>
                </a:lnTo>
                <a:lnTo>
                  <a:pt x="5182039" y="47004"/>
                </a:lnTo>
                <a:lnTo>
                  <a:pt x="5182741" y="47339"/>
                </a:lnTo>
                <a:lnTo>
                  <a:pt x="5183463" y="47649"/>
                </a:lnTo>
                <a:lnTo>
                  <a:pt x="5184205" y="47934"/>
                </a:lnTo>
                <a:lnTo>
                  <a:pt x="5184968" y="48195"/>
                </a:lnTo>
                <a:lnTo>
                  <a:pt x="5185751" y="48431"/>
                </a:lnTo>
                <a:lnTo>
                  <a:pt x="5186554" y="48642"/>
                </a:lnTo>
                <a:lnTo>
                  <a:pt x="5187378" y="48828"/>
                </a:lnTo>
                <a:lnTo>
                  <a:pt x="5188222" y="48989"/>
                </a:lnTo>
                <a:lnTo>
                  <a:pt x="5189086" y="49125"/>
                </a:lnTo>
                <a:lnTo>
                  <a:pt x="5189971" y="49237"/>
                </a:lnTo>
                <a:lnTo>
                  <a:pt x="5190876" y="49324"/>
                </a:lnTo>
                <a:lnTo>
                  <a:pt x="5191801" y="49386"/>
                </a:lnTo>
                <a:lnTo>
                  <a:pt x="5192747" y="49423"/>
                </a:lnTo>
                <a:lnTo>
                  <a:pt x="5193713" y="49436"/>
                </a:lnTo>
                <a:lnTo>
                  <a:pt x="5194679" y="49423"/>
                </a:lnTo>
                <a:lnTo>
                  <a:pt x="5195626" y="49386"/>
                </a:lnTo>
                <a:lnTo>
                  <a:pt x="5196552" y="49324"/>
                </a:lnTo>
                <a:lnTo>
                  <a:pt x="5197458" y="49237"/>
                </a:lnTo>
                <a:lnTo>
                  <a:pt x="5198345" y="49125"/>
                </a:lnTo>
                <a:lnTo>
                  <a:pt x="5199212" y="48989"/>
                </a:lnTo>
                <a:lnTo>
                  <a:pt x="5200058" y="48828"/>
                </a:lnTo>
                <a:lnTo>
                  <a:pt x="5200885" y="48642"/>
                </a:lnTo>
                <a:lnTo>
                  <a:pt x="5201692" y="48431"/>
                </a:lnTo>
                <a:lnTo>
                  <a:pt x="5202479" y="48195"/>
                </a:lnTo>
                <a:lnTo>
                  <a:pt x="5203246" y="47934"/>
                </a:lnTo>
                <a:lnTo>
                  <a:pt x="5203993" y="47649"/>
                </a:lnTo>
                <a:lnTo>
                  <a:pt x="5204720" y="47339"/>
                </a:lnTo>
                <a:lnTo>
                  <a:pt x="5205427" y="47004"/>
                </a:lnTo>
                <a:lnTo>
                  <a:pt x="5206114" y="46644"/>
                </a:lnTo>
                <a:lnTo>
                  <a:pt x="5206781" y="46260"/>
                </a:lnTo>
                <a:lnTo>
                  <a:pt x="5207429" y="45850"/>
                </a:lnTo>
                <a:lnTo>
                  <a:pt x="5208056" y="45416"/>
                </a:lnTo>
                <a:lnTo>
                  <a:pt x="5208664" y="44957"/>
                </a:lnTo>
                <a:lnTo>
                  <a:pt x="5209251" y="44473"/>
                </a:lnTo>
                <a:lnTo>
                  <a:pt x="5209819" y="43965"/>
                </a:lnTo>
                <a:lnTo>
                  <a:pt x="5210366" y="43431"/>
                </a:lnTo>
                <a:lnTo>
                  <a:pt x="5210894" y="42873"/>
                </a:lnTo>
                <a:lnTo>
                  <a:pt x="5211402" y="42290"/>
                </a:lnTo>
                <a:lnTo>
                  <a:pt x="5211890" y="41689"/>
                </a:lnTo>
                <a:lnTo>
                  <a:pt x="5212356" y="41078"/>
                </a:lnTo>
                <a:lnTo>
                  <a:pt x="5212802" y="40457"/>
                </a:lnTo>
                <a:lnTo>
                  <a:pt x="5213228" y="39826"/>
                </a:lnTo>
                <a:lnTo>
                  <a:pt x="5213632" y="39185"/>
                </a:lnTo>
                <a:lnTo>
                  <a:pt x="5214016" y="38534"/>
                </a:lnTo>
                <a:lnTo>
                  <a:pt x="5214379" y="37872"/>
                </a:lnTo>
                <a:lnTo>
                  <a:pt x="5214721" y="37200"/>
                </a:lnTo>
                <a:lnTo>
                  <a:pt x="5215043" y="36518"/>
                </a:lnTo>
                <a:lnTo>
                  <a:pt x="5215344" y="35826"/>
                </a:lnTo>
                <a:lnTo>
                  <a:pt x="5215624" y="35124"/>
                </a:lnTo>
                <a:lnTo>
                  <a:pt x="5215883" y="34412"/>
                </a:lnTo>
                <a:lnTo>
                  <a:pt x="5216121" y="33689"/>
                </a:lnTo>
                <a:lnTo>
                  <a:pt x="5216339" y="32956"/>
                </a:lnTo>
                <a:lnTo>
                  <a:pt x="5216536" y="32213"/>
                </a:lnTo>
                <a:lnTo>
                  <a:pt x="5216713" y="31460"/>
                </a:lnTo>
                <a:lnTo>
                  <a:pt x="5216868" y="30697"/>
                </a:lnTo>
                <a:lnTo>
                  <a:pt x="5217003" y="29923"/>
                </a:lnTo>
                <a:lnTo>
                  <a:pt x="5217117" y="29140"/>
                </a:lnTo>
                <a:lnTo>
                  <a:pt x="5217211" y="28346"/>
                </a:lnTo>
                <a:lnTo>
                  <a:pt x="5217283" y="27542"/>
                </a:lnTo>
                <a:lnTo>
                  <a:pt x="5217335" y="26728"/>
                </a:lnTo>
                <a:lnTo>
                  <a:pt x="5217366" y="25904"/>
                </a:lnTo>
                <a:lnTo>
                  <a:pt x="5217377" y="25069"/>
                </a:lnTo>
                <a:lnTo>
                  <a:pt x="5217366" y="24196"/>
                </a:lnTo>
                <a:lnTo>
                  <a:pt x="5217335" y="23335"/>
                </a:lnTo>
                <a:lnTo>
                  <a:pt x="5217283" y="22485"/>
                </a:lnTo>
                <a:lnTo>
                  <a:pt x="5217211" y="21646"/>
                </a:lnTo>
                <a:lnTo>
                  <a:pt x="5217117" y="20819"/>
                </a:lnTo>
                <a:lnTo>
                  <a:pt x="5217003" y="20003"/>
                </a:lnTo>
                <a:lnTo>
                  <a:pt x="5216868" y="19198"/>
                </a:lnTo>
                <a:lnTo>
                  <a:pt x="5216713" y="18405"/>
                </a:lnTo>
                <a:lnTo>
                  <a:pt x="5216536" y="17623"/>
                </a:lnTo>
                <a:lnTo>
                  <a:pt x="5216339" y="16853"/>
                </a:lnTo>
                <a:lnTo>
                  <a:pt x="5216121" y="16094"/>
                </a:lnTo>
                <a:lnTo>
                  <a:pt x="5215883" y="15346"/>
                </a:lnTo>
                <a:lnTo>
                  <a:pt x="5215624" y="14610"/>
                </a:lnTo>
                <a:lnTo>
                  <a:pt x="5215344" y="13885"/>
                </a:lnTo>
                <a:lnTo>
                  <a:pt x="5215043" y="13172"/>
                </a:lnTo>
                <a:lnTo>
                  <a:pt x="5214721" y="12470"/>
                </a:lnTo>
                <a:lnTo>
                  <a:pt x="5214379" y="11779"/>
                </a:lnTo>
                <a:lnTo>
                  <a:pt x="5214016" y="11100"/>
                </a:lnTo>
                <a:lnTo>
                  <a:pt x="5213632" y="10432"/>
                </a:lnTo>
                <a:lnTo>
                  <a:pt x="5213228" y="9775"/>
                </a:lnTo>
                <a:lnTo>
                  <a:pt x="5212802" y="9130"/>
                </a:lnTo>
                <a:lnTo>
                  <a:pt x="5212356" y="8496"/>
                </a:lnTo>
                <a:lnTo>
                  <a:pt x="5211890" y="7874"/>
                </a:lnTo>
                <a:lnTo>
                  <a:pt x="5211402" y="7263"/>
                </a:lnTo>
                <a:lnTo>
                  <a:pt x="5210894" y="6670"/>
                </a:lnTo>
                <a:lnTo>
                  <a:pt x="5210366" y="6103"/>
                </a:lnTo>
                <a:lnTo>
                  <a:pt x="5209819" y="5561"/>
                </a:lnTo>
                <a:lnTo>
                  <a:pt x="5209251" y="5044"/>
                </a:lnTo>
                <a:lnTo>
                  <a:pt x="5208664" y="4552"/>
                </a:lnTo>
                <a:lnTo>
                  <a:pt x="5208056" y="4085"/>
                </a:lnTo>
                <a:lnTo>
                  <a:pt x="5207429" y="3644"/>
                </a:lnTo>
                <a:lnTo>
                  <a:pt x="5206781" y="3228"/>
                </a:lnTo>
                <a:lnTo>
                  <a:pt x="5206114" y="2837"/>
                </a:lnTo>
                <a:lnTo>
                  <a:pt x="5205427" y="2471"/>
                </a:lnTo>
                <a:lnTo>
                  <a:pt x="5204720" y="2131"/>
                </a:lnTo>
                <a:lnTo>
                  <a:pt x="5203993" y="1816"/>
                </a:lnTo>
                <a:lnTo>
                  <a:pt x="5203246" y="1526"/>
                </a:lnTo>
                <a:lnTo>
                  <a:pt x="5202479" y="1261"/>
                </a:lnTo>
                <a:lnTo>
                  <a:pt x="5201692" y="1021"/>
                </a:lnTo>
                <a:lnTo>
                  <a:pt x="5200885" y="807"/>
                </a:lnTo>
                <a:lnTo>
                  <a:pt x="5200058" y="618"/>
                </a:lnTo>
                <a:lnTo>
                  <a:pt x="5199212" y="454"/>
                </a:lnTo>
                <a:lnTo>
                  <a:pt x="5198345" y="315"/>
                </a:lnTo>
                <a:lnTo>
                  <a:pt x="5197458" y="202"/>
                </a:lnTo>
                <a:lnTo>
                  <a:pt x="5196552" y="113"/>
                </a:lnTo>
                <a:lnTo>
                  <a:pt x="5195626" y="50"/>
                </a:lnTo>
                <a:lnTo>
                  <a:pt x="5194679" y="13"/>
                </a:lnTo>
                <a:lnTo>
                  <a:pt x="5193713" y="0"/>
                </a:lnTo>
                <a:lnTo>
                  <a:pt x="5192747" y="13"/>
                </a:lnTo>
                <a:lnTo>
                  <a:pt x="5191801" y="50"/>
                </a:lnTo>
                <a:lnTo>
                  <a:pt x="5190876" y="113"/>
                </a:lnTo>
                <a:lnTo>
                  <a:pt x="5189971" y="202"/>
                </a:lnTo>
                <a:lnTo>
                  <a:pt x="5189086" y="315"/>
                </a:lnTo>
                <a:lnTo>
                  <a:pt x="5188222" y="454"/>
                </a:lnTo>
                <a:lnTo>
                  <a:pt x="5187378" y="618"/>
                </a:lnTo>
                <a:lnTo>
                  <a:pt x="5186554" y="807"/>
                </a:lnTo>
                <a:lnTo>
                  <a:pt x="5185751" y="1021"/>
                </a:lnTo>
                <a:lnTo>
                  <a:pt x="5184968" y="1261"/>
                </a:lnTo>
                <a:lnTo>
                  <a:pt x="5184205" y="1526"/>
                </a:lnTo>
                <a:lnTo>
                  <a:pt x="5183463" y="1816"/>
                </a:lnTo>
                <a:lnTo>
                  <a:pt x="5182741" y="2131"/>
                </a:lnTo>
                <a:lnTo>
                  <a:pt x="5182039" y="2471"/>
                </a:lnTo>
                <a:lnTo>
                  <a:pt x="5181358" y="2837"/>
                </a:lnTo>
                <a:lnTo>
                  <a:pt x="5180697" y="3228"/>
                </a:lnTo>
                <a:lnTo>
                  <a:pt x="5180056" y="3644"/>
                </a:lnTo>
                <a:lnTo>
                  <a:pt x="5179436" y="4085"/>
                </a:lnTo>
                <a:lnTo>
                  <a:pt x="5178836" y="4552"/>
                </a:lnTo>
                <a:lnTo>
                  <a:pt x="5178256" y="5044"/>
                </a:lnTo>
                <a:lnTo>
                  <a:pt x="5177697" y="5561"/>
                </a:lnTo>
                <a:lnTo>
                  <a:pt x="5177158" y="6103"/>
                </a:lnTo>
                <a:lnTo>
                  <a:pt x="5176639" y="6670"/>
                </a:lnTo>
                <a:lnTo>
                  <a:pt x="5176141" y="7263"/>
                </a:lnTo>
                <a:lnTo>
                  <a:pt x="5175663" y="7874"/>
                </a:lnTo>
                <a:lnTo>
                  <a:pt x="5175206" y="8496"/>
                </a:lnTo>
                <a:lnTo>
                  <a:pt x="5174768" y="9130"/>
                </a:lnTo>
                <a:lnTo>
                  <a:pt x="5174351" y="9775"/>
                </a:lnTo>
                <a:lnTo>
                  <a:pt x="5173955" y="10432"/>
                </a:lnTo>
                <a:lnTo>
                  <a:pt x="5173579" y="11100"/>
                </a:lnTo>
                <a:lnTo>
                  <a:pt x="5173223" y="11779"/>
                </a:lnTo>
                <a:lnTo>
                  <a:pt x="5172887" y="12470"/>
                </a:lnTo>
                <a:lnTo>
                  <a:pt x="5172572" y="13172"/>
                </a:lnTo>
                <a:lnTo>
                  <a:pt x="5172277" y="13885"/>
                </a:lnTo>
                <a:lnTo>
                  <a:pt x="5172002" y="14610"/>
                </a:lnTo>
                <a:lnTo>
                  <a:pt x="5171748" y="15346"/>
                </a:lnTo>
                <a:lnTo>
                  <a:pt x="5171514" y="16094"/>
                </a:lnTo>
                <a:lnTo>
                  <a:pt x="5171301" y="16853"/>
                </a:lnTo>
                <a:lnTo>
                  <a:pt x="5171107" y="17623"/>
                </a:lnTo>
                <a:lnTo>
                  <a:pt x="5170935" y="18405"/>
                </a:lnTo>
                <a:lnTo>
                  <a:pt x="5170782" y="19198"/>
                </a:lnTo>
                <a:lnTo>
                  <a:pt x="5170650" y="20003"/>
                </a:lnTo>
                <a:lnTo>
                  <a:pt x="5170538" y="20819"/>
                </a:lnTo>
                <a:lnTo>
                  <a:pt x="5170447" y="21646"/>
                </a:lnTo>
                <a:lnTo>
                  <a:pt x="5170375" y="22485"/>
                </a:lnTo>
                <a:lnTo>
                  <a:pt x="5170324" y="23335"/>
                </a:lnTo>
                <a:lnTo>
                  <a:pt x="5170294" y="24196"/>
                </a:lnTo>
                <a:lnTo>
                  <a:pt x="5170284" y="25069"/>
                </a:lnTo>
                <a:lnTo>
                  <a:pt x="5170294" y="25904"/>
                </a:lnTo>
                <a:lnTo>
                  <a:pt x="5170324" y="26728"/>
                </a:lnTo>
                <a:lnTo>
                  <a:pt x="5170375" y="27542"/>
                </a:lnTo>
                <a:lnTo>
                  <a:pt x="5170447" y="28346"/>
                </a:lnTo>
                <a:lnTo>
                  <a:pt x="5170538" y="29140"/>
                </a:lnTo>
                <a:lnTo>
                  <a:pt x="5170650" y="29923"/>
                </a:lnTo>
                <a:close/>
                <a:moveTo>
                  <a:pt x="5040204" y="125815"/>
                </a:moveTo>
                <a:lnTo>
                  <a:pt x="5040204" y="282974"/>
                </a:lnTo>
                <a:lnTo>
                  <a:pt x="5040216" y="285066"/>
                </a:lnTo>
                <a:lnTo>
                  <a:pt x="5040252" y="287122"/>
                </a:lnTo>
                <a:lnTo>
                  <a:pt x="5040313" y="289142"/>
                </a:lnTo>
                <a:lnTo>
                  <a:pt x="5040399" y="291126"/>
                </a:lnTo>
                <a:lnTo>
                  <a:pt x="5040509" y="293073"/>
                </a:lnTo>
                <a:lnTo>
                  <a:pt x="5040643" y="294984"/>
                </a:lnTo>
                <a:lnTo>
                  <a:pt x="5040801" y="296859"/>
                </a:lnTo>
                <a:lnTo>
                  <a:pt x="5040984" y="298698"/>
                </a:lnTo>
                <a:lnTo>
                  <a:pt x="5041192" y="300501"/>
                </a:lnTo>
                <a:lnTo>
                  <a:pt x="5041424" y="302267"/>
                </a:lnTo>
                <a:lnTo>
                  <a:pt x="5041680" y="303997"/>
                </a:lnTo>
                <a:lnTo>
                  <a:pt x="5041961" y="305691"/>
                </a:lnTo>
                <a:lnTo>
                  <a:pt x="5042266" y="307348"/>
                </a:lnTo>
                <a:lnTo>
                  <a:pt x="5042595" y="308970"/>
                </a:lnTo>
                <a:lnTo>
                  <a:pt x="5042949" y="310555"/>
                </a:lnTo>
                <a:lnTo>
                  <a:pt x="5043327" y="312104"/>
                </a:lnTo>
                <a:lnTo>
                  <a:pt x="5043730" y="313617"/>
                </a:lnTo>
                <a:lnTo>
                  <a:pt x="5044157" y="315093"/>
                </a:lnTo>
                <a:lnTo>
                  <a:pt x="5044609" y="316533"/>
                </a:lnTo>
                <a:lnTo>
                  <a:pt x="5045085" y="317937"/>
                </a:lnTo>
                <a:lnTo>
                  <a:pt x="5045585" y="319305"/>
                </a:lnTo>
                <a:lnTo>
                  <a:pt x="5046110" y="320637"/>
                </a:lnTo>
                <a:lnTo>
                  <a:pt x="5046659" y="321932"/>
                </a:lnTo>
                <a:lnTo>
                  <a:pt x="5047232" y="323191"/>
                </a:lnTo>
                <a:lnTo>
                  <a:pt x="5047826" y="324417"/>
                </a:lnTo>
                <a:lnTo>
                  <a:pt x="5048435" y="325613"/>
                </a:lnTo>
                <a:lnTo>
                  <a:pt x="5049059" y="326779"/>
                </a:lnTo>
                <a:lnTo>
                  <a:pt x="5049699" y="327915"/>
                </a:lnTo>
                <a:lnTo>
                  <a:pt x="5050354" y="329022"/>
                </a:lnTo>
                <a:lnTo>
                  <a:pt x="5051025" y="330099"/>
                </a:lnTo>
                <a:lnTo>
                  <a:pt x="5051711" y="331147"/>
                </a:lnTo>
                <a:lnTo>
                  <a:pt x="5052413" y="332164"/>
                </a:lnTo>
                <a:lnTo>
                  <a:pt x="5053130" y="333152"/>
                </a:lnTo>
                <a:lnTo>
                  <a:pt x="5053862" y="334111"/>
                </a:lnTo>
                <a:lnTo>
                  <a:pt x="5054610" y="335039"/>
                </a:lnTo>
                <a:lnTo>
                  <a:pt x="5055374" y="335938"/>
                </a:lnTo>
                <a:lnTo>
                  <a:pt x="5056153" y="336808"/>
                </a:lnTo>
                <a:lnTo>
                  <a:pt x="5056947" y="337647"/>
                </a:lnTo>
                <a:lnTo>
                  <a:pt x="5057757" y="338457"/>
                </a:lnTo>
                <a:lnTo>
                  <a:pt x="5058582" y="339237"/>
                </a:lnTo>
                <a:lnTo>
                  <a:pt x="5059423" y="339988"/>
                </a:lnTo>
                <a:lnTo>
                  <a:pt x="5060279" y="340708"/>
                </a:lnTo>
                <a:lnTo>
                  <a:pt x="5061151" y="341399"/>
                </a:lnTo>
                <a:lnTo>
                  <a:pt x="5062038" y="342061"/>
                </a:lnTo>
                <a:lnTo>
                  <a:pt x="5062941" y="342693"/>
                </a:lnTo>
                <a:lnTo>
                  <a:pt x="5063859" y="343295"/>
                </a:lnTo>
                <a:lnTo>
                  <a:pt x="5064792" y="343867"/>
                </a:lnTo>
                <a:lnTo>
                  <a:pt x="5065741" y="344409"/>
                </a:lnTo>
                <a:lnTo>
                  <a:pt x="5066701" y="344926"/>
                </a:lnTo>
                <a:lnTo>
                  <a:pt x="5067668" y="345420"/>
                </a:lnTo>
                <a:lnTo>
                  <a:pt x="5068641" y="345892"/>
                </a:lnTo>
                <a:lnTo>
                  <a:pt x="5069620" y="346342"/>
                </a:lnTo>
                <a:lnTo>
                  <a:pt x="5070606" y="346771"/>
                </a:lnTo>
                <a:lnTo>
                  <a:pt x="5071599" y="347177"/>
                </a:lnTo>
                <a:lnTo>
                  <a:pt x="5072598" y="347561"/>
                </a:lnTo>
                <a:lnTo>
                  <a:pt x="5073603" y="347924"/>
                </a:lnTo>
                <a:lnTo>
                  <a:pt x="5074615" y="348264"/>
                </a:lnTo>
                <a:lnTo>
                  <a:pt x="5075634" y="348583"/>
                </a:lnTo>
                <a:lnTo>
                  <a:pt x="5076659" y="348879"/>
                </a:lnTo>
                <a:lnTo>
                  <a:pt x="5077690" y="349154"/>
                </a:lnTo>
                <a:lnTo>
                  <a:pt x="5078728" y="349406"/>
                </a:lnTo>
                <a:lnTo>
                  <a:pt x="5079773" y="349637"/>
                </a:lnTo>
                <a:lnTo>
                  <a:pt x="5080824" y="349846"/>
                </a:lnTo>
                <a:lnTo>
                  <a:pt x="5081881" y="350032"/>
                </a:lnTo>
                <a:lnTo>
                  <a:pt x="5082946" y="350197"/>
                </a:lnTo>
                <a:lnTo>
                  <a:pt x="5084016" y="350340"/>
                </a:lnTo>
                <a:lnTo>
                  <a:pt x="5085093" y="350461"/>
                </a:lnTo>
                <a:lnTo>
                  <a:pt x="5086177" y="350560"/>
                </a:lnTo>
                <a:lnTo>
                  <a:pt x="5087267" y="350636"/>
                </a:lnTo>
                <a:lnTo>
                  <a:pt x="5088364" y="350691"/>
                </a:lnTo>
                <a:lnTo>
                  <a:pt x="5089467" y="350724"/>
                </a:lnTo>
                <a:lnTo>
                  <a:pt x="5090576" y="350735"/>
                </a:lnTo>
                <a:lnTo>
                  <a:pt x="5091468" y="350733"/>
                </a:lnTo>
                <a:lnTo>
                  <a:pt x="5092347" y="350725"/>
                </a:lnTo>
                <a:lnTo>
                  <a:pt x="5093212" y="350712"/>
                </a:lnTo>
                <a:lnTo>
                  <a:pt x="5094065" y="350693"/>
                </a:lnTo>
                <a:lnTo>
                  <a:pt x="5094904" y="350669"/>
                </a:lnTo>
                <a:lnTo>
                  <a:pt x="5095731" y="350640"/>
                </a:lnTo>
                <a:lnTo>
                  <a:pt x="5096544" y="350606"/>
                </a:lnTo>
                <a:lnTo>
                  <a:pt x="5097345" y="350566"/>
                </a:lnTo>
                <a:lnTo>
                  <a:pt x="5098132" y="350521"/>
                </a:lnTo>
                <a:lnTo>
                  <a:pt x="5098907" y="350471"/>
                </a:lnTo>
                <a:lnTo>
                  <a:pt x="5099668" y="350415"/>
                </a:lnTo>
                <a:lnTo>
                  <a:pt x="5100417" y="350355"/>
                </a:lnTo>
                <a:lnTo>
                  <a:pt x="5101152" y="350289"/>
                </a:lnTo>
                <a:lnTo>
                  <a:pt x="5101874" y="350217"/>
                </a:lnTo>
                <a:lnTo>
                  <a:pt x="5102584" y="350140"/>
                </a:lnTo>
                <a:lnTo>
                  <a:pt x="5103280" y="350058"/>
                </a:lnTo>
                <a:lnTo>
                  <a:pt x="5103964" y="349971"/>
                </a:lnTo>
                <a:lnTo>
                  <a:pt x="5104634" y="349879"/>
                </a:lnTo>
                <a:lnTo>
                  <a:pt x="5105291" y="349781"/>
                </a:lnTo>
                <a:lnTo>
                  <a:pt x="5105935" y="349678"/>
                </a:lnTo>
                <a:lnTo>
                  <a:pt x="5106567" y="349569"/>
                </a:lnTo>
                <a:lnTo>
                  <a:pt x="5107185" y="349456"/>
                </a:lnTo>
                <a:lnTo>
                  <a:pt x="5107790" y="349337"/>
                </a:lnTo>
                <a:lnTo>
                  <a:pt x="5108383" y="349212"/>
                </a:lnTo>
                <a:lnTo>
                  <a:pt x="5108963" y="349085"/>
                </a:lnTo>
                <a:lnTo>
                  <a:pt x="5109534" y="348958"/>
                </a:lnTo>
                <a:lnTo>
                  <a:pt x="5110096" y="348830"/>
                </a:lnTo>
                <a:lnTo>
                  <a:pt x="5110647" y="348702"/>
                </a:lnTo>
                <a:lnTo>
                  <a:pt x="5111189" y="348573"/>
                </a:lnTo>
                <a:lnTo>
                  <a:pt x="5111721" y="348444"/>
                </a:lnTo>
                <a:lnTo>
                  <a:pt x="5112243" y="348314"/>
                </a:lnTo>
                <a:lnTo>
                  <a:pt x="5112756" y="348184"/>
                </a:lnTo>
                <a:lnTo>
                  <a:pt x="5113259" y="348054"/>
                </a:lnTo>
                <a:lnTo>
                  <a:pt x="5113752" y="347923"/>
                </a:lnTo>
                <a:lnTo>
                  <a:pt x="5114235" y="347792"/>
                </a:lnTo>
                <a:lnTo>
                  <a:pt x="5114708" y="347660"/>
                </a:lnTo>
                <a:lnTo>
                  <a:pt x="5115172" y="347528"/>
                </a:lnTo>
                <a:lnTo>
                  <a:pt x="5115626" y="347396"/>
                </a:lnTo>
                <a:lnTo>
                  <a:pt x="5116070" y="347263"/>
                </a:lnTo>
                <a:lnTo>
                  <a:pt x="5116505" y="347130"/>
                </a:lnTo>
                <a:lnTo>
                  <a:pt x="5116929" y="346996"/>
                </a:lnTo>
                <a:lnTo>
                  <a:pt x="5117344" y="346862"/>
                </a:lnTo>
                <a:lnTo>
                  <a:pt x="5117749" y="346728"/>
                </a:lnTo>
                <a:lnTo>
                  <a:pt x="5118145" y="346593"/>
                </a:lnTo>
                <a:lnTo>
                  <a:pt x="5118530" y="346458"/>
                </a:lnTo>
                <a:lnTo>
                  <a:pt x="5118906" y="346322"/>
                </a:lnTo>
                <a:lnTo>
                  <a:pt x="5119272" y="346186"/>
                </a:lnTo>
                <a:lnTo>
                  <a:pt x="5119629" y="346049"/>
                </a:lnTo>
                <a:lnTo>
                  <a:pt x="5119863" y="310671"/>
                </a:lnTo>
                <a:lnTo>
                  <a:pt x="5119701" y="310731"/>
                </a:lnTo>
                <a:lnTo>
                  <a:pt x="5119528" y="310791"/>
                </a:lnTo>
                <a:lnTo>
                  <a:pt x="5119343" y="310853"/>
                </a:lnTo>
                <a:lnTo>
                  <a:pt x="5119147" y="310915"/>
                </a:lnTo>
                <a:lnTo>
                  <a:pt x="5118940" y="310979"/>
                </a:lnTo>
                <a:lnTo>
                  <a:pt x="5118721" y="311045"/>
                </a:lnTo>
                <a:lnTo>
                  <a:pt x="5118490" y="311111"/>
                </a:lnTo>
                <a:lnTo>
                  <a:pt x="5118249" y="311179"/>
                </a:lnTo>
                <a:lnTo>
                  <a:pt x="5117996" y="311248"/>
                </a:lnTo>
                <a:lnTo>
                  <a:pt x="5117731" y="311318"/>
                </a:lnTo>
                <a:lnTo>
                  <a:pt x="5117456" y="311390"/>
                </a:lnTo>
                <a:lnTo>
                  <a:pt x="5117168" y="311462"/>
                </a:lnTo>
                <a:lnTo>
                  <a:pt x="5116870" y="311536"/>
                </a:lnTo>
                <a:lnTo>
                  <a:pt x="5116560" y="311611"/>
                </a:lnTo>
                <a:lnTo>
                  <a:pt x="5116239" y="311687"/>
                </a:lnTo>
                <a:lnTo>
                  <a:pt x="5115906" y="311765"/>
                </a:lnTo>
                <a:lnTo>
                  <a:pt x="5115562" y="311843"/>
                </a:lnTo>
                <a:lnTo>
                  <a:pt x="5115206" y="311923"/>
                </a:lnTo>
                <a:lnTo>
                  <a:pt x="5114839" y="312005"/>
                </a:lnTo>
                <a:lnTo>
                  <a:pt x="5114461" y="312087"/>
                </a:lnTo>
                <a:lnTo>
                  <a:pt x="5114071" y="312170"/>
                </a:lnTo>
                <a:lnTo>
                  <a:pt x="5113670" y="312255"/>
                </a:lnTo>
                <a:lnTo>
                  <a:pt x="5113258" y="312341"/>
                </a:lnTo>
                <a:lnTo>
                  <a:pt x="5112834" y="312429"/>
                </a:lnTo>
                <a:lnTo>
                  <a:pt x="5112406" y="312515"/>
                </a:lnTo>
                <a:lnTo>
                  <a:pt x="5111982" y="312597"/>
                </a:lnTo>
                <a:lnTo>
                  <a:pt x="5111560" y="312676"/>
                </a:lnTo>
                <a:lnTo>
                  <a:pt x="5111142" y="312751"/>
                </a:lnTo>
                <a:lnTo>
                  <a:pt x="5110727" y="312822"/>
                </a:lnTo>
                <a:lnTo>
                  <a:pt x="5110315" y="312890"/>
                </a:lnTo>
                <a:lnTo>
                  <a:pt x="5109907" y="312954"/>
                </a:lnTo>
                <a:lnTo>
                  <a:pt x="5109502" y="313014"/>
                </a:lnTo>
                <a:lnTo>
                  <a:pt x="5109100" y="313071"/>
                </a:lnTo>
                <a:lnTo>
                  <a:pt x="5108701" y="313124"/>
                </a:lnTo>
                <a:lnTo>
                  <a:pt x="5108306" y="313174"/>
                </a:lnTo>
                <a:lnTo>
                  <a:pt x="5107914" y="313219"/>
                </a:lnTo>
                <a:lnTo>
                  <a:pt x="5107525" y="313261"/>
                </a:lnTo>
                <a:lnTo>
                  <a:pt x="5107139" y="313300"/>
                </a:lnTo>
                <a:lnTo>
                  <a:pt x="5106757" y="313335"/>
                </a:lnTo>
                <a:lnTo>
                  <a:pt x="5106378" y="313366"/>
                </a:lnTo>
                <a:lnTo>
                  <a:pt x="5106002" y="313393"/>
                </a:lnTo>
                <a:lnTo>
                  <a:pt x="5105630" y="313417"/>
                </a:lnTo>
                <a:lnTo>
                  <a:pt x="5105260" y="313437"/>
                </a:lnTo>
                <a:lnTo>
                  <a:pt x="5104894" y="313454"/>
                </a:lnTo>
                <a:lnTo>
                  <a:pt x="5104531" y="313466"/>
                </a:lnTo>
                <a:lnTo>
                  <a:pt x="5104172" y="313476"/>
                </a:lnTo>
                <a:lnTo>
                  <a:pt x="5103815" y="313481"/>
                </a:lnTo>
                <a:lnTo>
                  <a:pt x="5103462" y="313483"/>
                </a:lnTo>
                <a:lnTo>
                  <a:pt x="5102995" y="313479"/>
                </a:lnTo>
                <a:lnTo>
                  <a:pt x="5102530" y="313468"/>
                </a:lnTo>
                <a:lnTo>
                  <a:pt x="5102068" y="313450"/>
                </a:lnTo>
                <a:lnTo>
                  <a:pt x="5101608" y="313424"/>
                </a:lnTo>
                <a:lnTo>
                  <a:pt x="5101150" y="313391"/>
                </a:lnTo>
                <a:lnTo>
                  <a:pt x="5100695" y="313351"/>
                </a:lnTo>
                <a:lnTo>
                  <a:pt x="5100242" y="313304"/>
                </a:lnTo>
                <a:lnTo>
                  <a:pt x="5099792" y="313249"/>
                </a:lnTo>
                <a:lnTo>
                  <a:pt x="5099344" y="313186"/>
                </a:lnTo>
                <a:lnTo>
                  <a:pt x="5098899" y="313117"/>
                </a:lnTo>
                <a:lnTo>
                  <a:pt x="5098456" y="313040"/>
                </a:lnTo>
                <a:lnTo>
                  <a:pt x="5098015" y="312956"/>
                </a:lnTo>
                <a:lnTo>
                  <a:pt x="5097577" y="312864"/>
                </a:lnTo>
                <a:lnTo>
                  <a:pt x="5097141" y="312765"/>
                </a:lnTo>
                <a:lnTo>
                  <a:pt x="5096708" y="312659"/>
                </a:lnTo>
                <a:lnTo>
                  <a:pt x="5096277" y="312546"/>
                </a:lnTo>
                <a:lnTo>
                  <a:pt x="5095849" y="312425"/>
                </a:lnTo>
                <a:lnTo>
                  <a:pt x="5095423" y="312297"/>
                </a:lnTo>
                <a:lnTo>
                  <a:pt x="5095000" y="312161"/>
                </a:lnTo>
                <a:lnTo>
                  <a:pt x="5094579" y="312019"/>
                </a:lnTo>
                <a:lnTo>
                  <a:pt x="5094160" y="311868"/>
                </a:lnTo>
                <a:lnTo>
                  <a:pt x="5093744" y="311711"/>
                </a:lnTo>
                <a:lnTo>
                  <a:pt x="5093330" y="311546"/>
                </a:lnTo>
                <a:lnTo>
                  <a:pt x="5092919" y="311374"/>
                </a:lnTo>
                <a:lnTo>
                  <a:pt x="5092512" y="311191"/>
                </a:lnTo>
                <a:lnTo>
                  <a:pt x="5092111" y="310992"/>
                </a:lnTo>
                <a:lnTo>
                  <a:pt x="5091717" y="310777"/>
                </a:lnTo>
                <a:lnTo>
                  <a:pt x="5091328" y="310548"/>
                </a:lnTo>
                <a:lnTo>
                  <a:pt x="5090945" y="310302"/>
                </a:lnTo>
                <a:lnTo>
                  <a:pt x="5090569" y="310041"/>
                </a:lnTo>
                <a:lnTo>
                  <a:pt x="5090199" y="309765"/>
                </a:lnTo>
                <a:lnTo>
                  <a:pt x="5089834" y="309473"/>
                </a:lnTo>
                <a:lnTo>
                  <a:pt x="5089476" y="309166"/>
                </a:lnTo>
                <a:lnTo>
                  <a:pt x="5089124" y="308843"/>
                </a:lnTo>
                <a:lnTo>
                  <a:pt x="5088778" y="308505"/>
                </a:lnTo>
                <a:lnTo>
                  <a:pt x="5088438" y="308151"/>
                </a:lnTo>
                <a:lnTo>
                  <a:pt x="5088105" y="307782"/>
                </a:lnTo>
                <a:lnTo>
                  <a:pt x="5087777" y="307397"/>
                </a:lnTo>
                <a:lnTo>
                  <a:pt x="5087455" y="306997"/>
                </a:lnTo>
                <a:lnTo>
                  <a:pt x="5087140" y="306581"/>
                </a:lnTo>
                <a:lnTo>
                  <a:pt x="5086831" y="306150"/>
                </a:lnTo>
                <a:lnTo>
                  <a:pt x="5086527" y="305703"/>
                </a:lnTo>
                <a:lnTo>
                  <a:pt x="5086230" y="305241"/>
                </a:lnTo>
                <a:lnTo>
                  <a:pt x="5085939" y="304763"/>
                </a:lnTo>
                <a:lnTo>
                  <a:pt x="5085654" y="304270"/>
                </a:lnTo>
                <a:lnTo>
                  <a:pt x="5085376" y="303762"/>
                </a:lnTo>
                <a:lnTo>
                  <a:pt x="5085103" y="303238"/>
                </a:lnTo>
                <a:lnTo>
                  <a:pt x="5084836" y="302698"/>
                </a:lnTo>
                <a:lnTo>
                  <a:pt x="5084578" y="302140"/>
                </a:lnTo>
                <a:lnTo>
                  <a:pt x="5084331" y="301560"/>
                </a:lnTo>
                <a:lnTo>
                  <a:pt x="5084095" y="300957"/>
                </a:lnTo>
                <a:lnTo>
                  <a:pt x="5083870" y="300333"/>
                </a:lnTo>
                <a:lnTo>
                  <a:pt x="5083656" y="299687"/>
                </a:lnTo>
                <a:lnTo>
                  <a:pt x="5083452" y="299019"/>
                </a:lnTo>
                <a:lnTo>
                  <a:pt x="5083260" y="298329"/>
                </a:lnTo>
                <a:lnTo>
                  <a:pt x="5083079" y="297617"/>
                </a:lnTo>
                <a:lnTo>
                  <a:pt x="5082909" y="296883"/>
                </a:lnTo>
                <a:lnTo>
                  <a:pt x="5082750" y="296127"/>
                </a:lnTo>
                <a:lnTo>
                  <a:pt x="5082601" y="295349"/>
                </a:lnTo>
                <a:lnTo>
                  <a:pt x="5082464" y="294549"/>
                </a:lnTo>
                <a:lnTo>
                  <a:pt x="5082338" y="293727"/>
                </a:lnTo>
                <a:lnTo>
                  <a:pt x="5082222" y="292883"/>
                </a:lnTo>
                <a:lnTo>
                  <a:pt x="5082118" y="292018"/>
                </a:lnTo>
                <a:lnTo>
                  <a:pt x="5082025" y="291130"/>
                </a:lnTo>
                <a:lnTo>
                  <a:pt x="5081942" y="290220"/>
                </a:lnTo>
                <a:lnTo>
                  <a:pt x="5081871" y="289289"/>
                </a:lnTo>
                <a:lnTo>
                  <a:pt x="5081811" y="288335"/>
                </a:lnTo>
                <a:lnTo>
                  <a:pt x="5081761" y="287359"/>
                </a:lnTo>
                <a:lnTo>
                  <a:pt x="5081723" y="286362"/>
                </a:lnTo>
                <a:lnTo>
                  <a:pt x="5081695" y="285342"/>
                </a:lnTo>
                <a:lnTo>
                  <a:pt x="5081679" y="284301"/>
                </a:lnTo>
                <a:lnTo>
                  <a:pt x="5081673" y="283237"/>
                </a:lnTo>
                <a:lnTo>
                  <a:pt x="5081673" y="125815"/>
                </a:lnTo>
                <a:lnTo>
                  <a:pt x="5119863" y="125815"/>
                </a:lnTo>
                <a:lnTo>
                  <a:pt x="5119863" y="92545"/>
                </a:lnTo>
                <a:lnTo>
                  <a:pt x="5081673" y="92545"/>
                </a:lnTo>
                <a:lnTo>
                  <a:pt x="5081673" y="30692"/>
                </a:lnTo>
                <a:lnTo>
                  <a:pt x="5040204" y="30692"/>
                </a:lnTo>
                <a:lnTo>
                  <a:pt x="5040204" y="92545"/>
                </a:lnTo>
                <a:lnTo>
                  <a:pt x="5001545" y="92545"/>
                </a:lnTo>
                <a:lnTo>
                  <a:pt x="5001545" y="125815"/>
                </a:lnTo>
                <a:lnTo>
                  <a:pt x="5040204" y="125815"/>
                </a:lnTo>
                <a:close/>
                <a:moveTo>
                  <a:pt x="4473972" y="160022"/>
                </a:moveTo>
                <a:lnTo>
                  <a:pt x="4474360" y="159148"/>
                </a:lnTo>
                <a:lnTo>
                  <a:pt x="4474758" y="158286"/>
                </a:lnTo>
                <a:lnTo>
                  <a:pt x="4475164" y="157435"/>
                </a:lnTo>
                <a:lnTo>
                  <a:pt x="4475579" y="156595"/>
                </a:lnTo>
                <a:lnTo>
                  <a:pt x="4476004" y="155766"/>
                </a:lnTo>
                <a:lnTo>
                  <a:pt x="4476437" y="154948"/>
                </a:lnTo>
                <a:lnTo>
                  <a:pt x="4476879" y="154140"/>
                </a:lnTo>
                <a:lnTo>
                  <a:pt x="4477330" y="153344"/>
                </a:lnTo>
                <a:lnTo>
                  <a:pt x="4477790" y="152559"/>
                </a:lnTo>
                <a:lnTo>
                  <a:pt x="4478259" y="151785"/>
                </a:lnTo>
                <a:lnTo>
                  <a:pt x="4478737" y="151021"/>
                </a:lnTo>
                <a:lnTo>
                  <a:pt x="4479224" y="150269"/>
                </a:lnTo>
                <a:lnTo>
                  <a:pt x="4479720" y="149528"/>
                </a:lnTo>
                <a:lnTo>
                  <a:pt x="4480224" y="148797"/>
                </a:lnTo>
                <a:lnTo>
                  <a:pt x="4480738" y="148078"/>
                </a:lnTo>
                <a:lnTo>
                  <a:pt x="4481261" y="147370"/>
                </a:lnTo>
                <a:lnTo>
                  <a:pt x="4481792" y="146673"/>
                </a:lnTo>
                <a:lnTo>
                  <a:pt x="4482332" y="145990"/>
                </a:lnTo>
                <a:lnTo>
                  <a:pt x="4482881" y="145320"/>
                </a:lnTo>
                <a:lnTo>
                  <a:pt x="4483438" y="144662"/>
                </a:lnTo>
                <a:lnTo>
                  <a:pt x="4484003" y="144018"/>
                </a:lnTo>
                <a:lnTo>
                  <a:pt x="4484578" y="143387"/>
                </a:lnTo>
                <a:lnTo>
                  <a:pt x="4485160" y="142769"/>
                </a:lnTo>
                <a:lnTo>
                  <a:pt x="4485751" y="142163"/>
                </a:lnTo>
                <a:lnTo>
                  <a:pt x="4486351" y="141571"/>
                </a:lnTo>
                <a:lnTo>
                  <a:pt x="4486960" y="140992"/>
                </a:lnTo>
                <a:lnTo>
                  <a:pt x="4487576" y="140426"/>
                </a:lnTo>
                <a:lnTo>
                  <a:pt x="4488202" y="139872"/>
                </a:lnTo>
                <a:lnTo>
                  <a:pt x="4488836" y="139332"/>
                </a:lnTo>
                <a:lnTo>
                  <a:pt x="4489478" y="138805"/>
                </a:lnTo>
                <a:lnTo>
                  <a:pt x="4490129" y="138291"/>
                </a:lnTo>
                <a:lnTo>
                  <a:pt x="4490789" y="137790"/>
                </a:lnTo>
                <a:lnTo>
                  <a:pt x="4491457" y="137302"/>
                </a:lnTo>
                <a:lnTo>
                  <a:pt x="4492133" y="136827"/>
                </a:lnTo>
                <a:lnTo>
                  <a:pt x="4492819" y="136365"/>
                </a:lnTo>
                <a:lnTo>
                  <a:pt x="4493512" y="135915"/>
                </a:lnTo>
                <a:lnTo>
                  <a:pt x="4494215" y="135479"/>
                </a:lnTo>
                <a:lnTo>
                  <a:pt x="4494925" y="135056"/>
                </a:lnTo>
                <a:lnTo>
                  <a:pt x="4495645" y="134646"/>
                </a:lnTo>
                <a:lnTo>
                  <a:pt x="4496373" y="134249"/>
                </a:lnTo>
                <a:lnTo>
                  <a:pt x="4497110" y="133867"/>
                </a:lnTo>
                <a:lnTo>
                  <a:pt x="4497857" y="133501"/>
                </a:lnTo>
                <a:lnTo>
                  <a:pt x="4498615" y="133151"/>
                </a:lnTo>
                <a:lnTo>
                  <a:pt x="4499383" y="132818"/>
                </a:lnTo>
                <a:lnTo>
                  <a:pt x="4500161" y="132500"/>
                </a:lnTo>
                <a:lnTo>
                  <a:pt x="4500949" y="132199"/>
                </a:lnTo>
                <a:lnTo>
                  <a:pt x="4501747" y="131915"/>
                </a:lnTo>
                <a:lnTo>
                  <a:pt x="4502555" y="131646"/>
                </a:lnTo>
                <a:lnTo>
                  <a:pt x="4503374" y="131394"/>
                </a:lnTo>
                <a:lnTo>
                  <a:pt x="4504203" y="131158"/>
                </a:lnTo>
                <a:lnTo>
                  <a:pt x="4505042" y="130938"/>
                </a:lnTo>
                <a:lnTo>
                  <a:pt x="4505891" y="130735"/>
                </a:lnTo>
                <a:lnTo>
                  <a:pt x="4506750" y="130548"/>
                </a:lnTo>
                <a:lnTo>
                  <a:pt x="4507620" y="130377"/>
                </a:lnTo>
                <a:lnTo>
                  <a:pt x="4508499" y="130222"/>
                </a:lnTo>
                <a:lnTo>
                  <a:pt x="4509389" y="130084"/>
                </a:lnTo>
                <a:lnTo>
                  <a:pt x="4510289" y="129962"/>
                </a:lnTo>
                <a:lnTo>
                  <a:pt x="4511199" y="129856"/>
                </a:lnTo>
                <a:lnTo>
                  <a:pt x="4512119" y="129767"/>
                </a:lnTo>
                <a:lnTo>
                  <a:pt x="4513050" y="129694"/>
                </a:lnTo>
                <a:lnTo>
                  <a:pt x="4513990" y="129637"/>
                </a:lnTo>
                <a:lnTo>
                  <a:pt x="4514941" y="129596"/>
                </a:lnTo>
                <a:lnTo>
                  <a:pt x="4515902" y="129572"/>
                </a:lnTo>
                <a:lnTo>
                  <a:pt x="4516873" y="129564"/>
                </a:lnTo>
                <a:lnTo>
                  <a:pt x="4517320" y="129564"/>
                </a:lnTo>
                <a:lnTo>
                  <a:pt x="4517762" y="129566"/>
                </a:lnTo>
                <a:lnTo>
                  <a:pt x="4518200" y="129569"/>
                </a:lnTo>
                <a:lnTo>
                  <a:pt x="4518634" y="129573"/>
                </a:lnTo>
                <a:lnTo>
                  <a:pt x="4519063" y="129579"/>
                </a:lnTo>
                <a:lnTo>
                  <a:pt x="4519487" y="129586"/>
                </a:lnTo>
                <a:lnTo>
                  <a:pt x="4519907" y="129593"/>
                </a:lnTo>
                <a:lnTo>
                  <a:pt x="4520323" y="129603"/>
                </a:lnTo>
                <a:lnTo>
                  <a:pt x="4520734" y="129613"/>
                </a:lnTo>
                <a:lnTo>
                  <a:pt x="4521140" y="129625"/>
                </a:lnTo>
                <a:lnTo>
                  <a:pt x="4521542" y="129637"/>
                </a:lnTo>
                <a:lnTo>
                  <a:pt x="4521940" y="129651"/>
                </a:lnTo>
                <a:lnTo>
                  <a:pt x="4522333" y="129667"/>
                </a:lnTo>
                <a:lnTo>
                  <a:pt x="4522722" y="129683"/>
                </a:lnTo>
                <a:lnTo>
                  <a:pt x="4523106" y="129701"/>
                </a:lnTo>
                <a:lnTo>
                  <a:pt x="4523486" y="129720"/>
                </a:lnTo>
                <a:lnTo>
                  <a:pt x="4523861" y="129740"/>
                </a:lnTo>
                <a:lnTo>
                  <a:pt x="4524232" y="129761"/>
                </a:lnTo>
                <a:lnTo>
                  <a:pt x="4524598" y="129784"/>
                </a:lnTo>
                <a:lnTo>
                  <a:pt x="4524960" y="129808"/>
                </a:lnTo>
                <a:lnTo>
                  <a:pt x="4525317" y="129833"/>
                </a:lnTo>
                <a:lnTo>
                  <a:pt x="4525670" y="129859"/>
                </a:lnTo>
                <a:lnTo>
                  <a:pt x="4526018" y="129886"/>
                </a:lnTo>
                <a:lnTo>
                  <a:pt x="4526362" y="129915"/>
                </a:lnTo>
                <a:lnTo>
                  <a:pt x="4526706" y="129946"/>
                </a:lnTo>
                <a:lnTo>
                  <a:pt x="4527053" y="129979"/>
                </a:lnTo>
                <a:lnTo>
                  <a:pt x="4527404" y="130016"/>
                </a:lnTo>
                <a:lnTo>
                  <a:pt x="4527758" y="130055"/>
                </a:lnTo>
                <a:lnTo>
                  <a:pt x="4528116" y="130097"/>
                </a:lnTo>
                <a:lnTo>
                  <a:pt x="4528478" y="130142"/>
                </a:lnTo>
                <a:lnTo>
                  <a:pt x="4528844" y="130190"/>
                </a:lnTo>
                <a:lnTo>
                  <a:pt x="4529213" y="130240"/>
                </a:lnTo>
                <a:lnTo>
                  <a:pt x="4529585" y="130294"/>
                </a:lnTo>
                <a:lnTo>
                  <a:pt x="4529962" y="130350"/>
                </a:lnTo>
                <a:lnTo>
                  <a:pt x="4530342" y="130409"/>
                </a:lnTo>
                <a:lnTo>
                  <a:pt x="4530726" y="130471"/>
                </a:lnTo>
                <a:lnTo>
                  <a:pt x="4531113" y="130536"/>
                </a:lnTo>
                <a:lnTo>
                  <a:pt x="4531504" y="130604"/>
                </a:lnTo>
                <a:lnTo>
                  <a:pt x="4531899" y="130675"/>
                </a:lnTo>
                <a:lnTo>
                  <a:pt x="4532298" y="130748"/>
                </a:lnTo>
                <a:lnTo>
                  <a:pt x="4532700" y="130824"/>
                </a:lnTo>
                <a:lnTo>
                  <a:pt x="4533105" y="130903"/>
                </a:lnTo>
                <a:lnTo>
                  <a:pt x="4533515" y="130985"/>
                </a:lnTo>
                <a:lnTo>
                  <a:pt x="4533928" y="131070"/>
                </a:lnTo>
                <a:lnTo>
                  <a:pt x="4534345" y="131158"/>
                </a:lnTo>
                <a:lnTo>
                  <a:pt x="4534765" y="131248"/>
                </a:lnTo>
                <a:lnTo>
                  <a:pt x="4535189" y="131342"/>
                </a:lnTo>
                <a:lnTo>
                  <a:pt x="4535617" y="131438"/>
                </a:lnTo>
                <a:lnTo>
                  <a:pt x="4535382" y="91140"/>
                </a:lnTo>
                <a:lnTo>
                  <a:pt x="4535239" y="91042"/>
                </a:lnTo>
                <a:lnTo>
                  <a:pt x="4535082" y="90945"/>
                </a:lnTo>
                <a:lnTo>
                  <a:pt x="4534912" y="90849"/>
                </a:lnTo>
                <a:lnTo>
                  <a:pt x="4534728" y="90752"/>
                </a:lnTo>
                <a:lnTo>
                  <a:pt x="4534531" y="90657"/>
                </a:lnTo>
                <a:lnTo>
                  <a:pt x="4534321" y="90561"/>
                </a:lnTo>
                <a:lnTo>
                  <a:pt x="4534097" y="90466"/>
                </a:lnTo>
                <a:lnTo>
                  <a:pt x="4533859" y="90372"/>
                </a:lnTo>
                <a:lnTo>
                  <a:pt x="4533609" y="90278"/>
                </a:lnTo>
                <a:lnTo>
                  <a:pt x="4533345" y="90184"/>
                </a:lnTo>
                <a:lnTo>
                  <a:pt x="4533067" y="90090"/>
                </a:lnTo>
                <a:lnTo>
                  <a:pt x="4532776" y="89997"/>
                </a:lnTo>
                <a:lnTo>
                  <a:pt x="4532471" y="89905"/>
                </a:lnTo>
                <a:lnTo>
                  <a:pt x="4532154" y="89813"/>
                </a:lnTo>
                <a:lnTo>
                  <a:pt x="4531822" y="89721"/>
                </a:lnTo>
                <a:lnTo>
                  <a:pt x="4531477" y="89630"/>
                </a:lnTo>
                <a:lnTo>
                  <a:pt x="4531119" y="89539"/>
                </a:lnTo>
                <a:lnTo>
                  <a:pt x="4530748" y="89448"/>
                </a:lnTo>
                <a:lnTo>
                  <a:pt x="4530363" y="89358"/>
                </a:lnTo>
                <a:lnTo>
                  <a:pt x="4529964" y="89269"/>
                </a:lnTo>
                <a:lnTo>
                  <a:pt x="4529553" y="89179"/>
                </a:lnTo>
                <a:lnTo>
                  <a:pt x="4529127" y="89090"/>
                </a:lnTo>
                <a:lnTo>
                  <a:pt x="4528689" y="89002"/>
                </a:lnTo>
                <a:lnTo>
                  <a:pt x="4528236" y="88914"/>
                </a:lnTo>
                <a:lnTo>
                  <a:pt x="4527781" y="88828"/>
                </a:lnTo>
                <a:lnTo>
                  <a:pt x="4527331" y="88745"/>
                </a:lnTo>
                <a:lnTo>
                  <a:pt x="4526887" y="88667"/>
                </a:lnTo>
                <a:lnTo>
                  <a:pt x="4526450" y="88592"/>
                </a:lnTo>
                <a:lnTo>
                  <a:pt x="4526019" y="88520"/>
                </a:lnTo>
                <a:lnTo>
                  <a:pt x="4525593" y="88453"/>
                </a:lnTo>
                <a:lnTo>
                  <a:pt x="4525174" y="88389"/>
                </a:lnTo>
                <a:lnTo>
                  <a:pt x="4524761" y="88328"/>
                </a:lnTo>
                <a:lnTo>
                  <a:pt x="4524354" y="88271"/>
                </a:lnTo>
                <a:lnTo>
                  <a:pt x="4523953" y="88218"/>
                </a:lnTo>
                <a:lnTo>
                  <a:pt x="4523559" y="88169"/>
                </a:lnTo>
                <a:lnTo>
                  <a:pt x="4523170" y="88123"/>
                </a:lnTo>
                <a:lnTo>
                  <a:pt x="4522787" y="88081"/>
                </a:lnTo>
                <a:lnTo>
                  <a:pt x="4522411" y="88043"/>
                </a:lnTo>
                <a:lnTo>
                  <a:pt x="4522041" y="88008"/>
                </a:lnTo>
                <a:lnTo>
                  <a:pt x="4521676" y="87977"/>
                </a:lnTo>
                <a:lnTo>
                  <a:pt x="4521318" y="87949"/>
                </a:lnTo>
                <a:lnTo>
                  <a:pt x="4520966" y="87925"/>
                </a:lnTo>
                <a:lnTo>
                  <a:pt x="4520620" y="87905"/>
                </a:lnTo>
                <a:lnTo>
                  <a:pt x="4520280" y="87889"/>
                </a:lnTo>
                <a:lnTo>
                  <a:pt x="4519947" y="87876"/>
                </a:lnTo>
                <a:lnTo>
                  <a:pt x="4519619" y="87867"/>
                </a:lnTo>
                <a:lnTo>
                  <a:pt x="4519297" y="87861"/>
                </a:lnTo>
                <a:lnTo>
                  <a:pt x="4518982" y="87860"/>
                </a:lnTo>
                <a:lnTo>
                  <a:pt x="4517584" y="87875"/>
                </a:lnTo>
                <a:lnTo>
                  <a:pt x="4516204" y="87921"/>
                </a:lnTo>
                <a:lnTo>
                  <a:pt x="4514840" y="87997"/>
                </a:lnTo>
                <a:lnTo>
                  <a:pt x="4513492" y="88104"/>
                </a:lnTo>
                <a:lnTo>
                  <a:pt x="4512162" y="88241"/>
                </a:lnTo>
                <a:lnTo>
                  <a:pt x="4510848" y="88409"/>
                </a:lnTo>
                <a:lnTo>
                  <a:pt x="4509550" y="88607"/>
                </a:lnTo>
                <a:lnTo>
                  <a:pt x="4508270" y="88836"/>
                </a:lnTo>
                <a:lnTo>
                  <a:pt x="4507006" y="89095"/>
                </a:lnTo>
                <a:lnTo>
                  <a:pt x="4505758" y="89385"/>
                </a:lnTo>
                <a:lnTo>
                  <a:pt x="4504528" y="89705"/>
                </a:lnTo>
                <a:lnTo>
                  <a:pt x="4503314" y="90056"/>
                </a:lnTo>
                <a:lnTo>
                  <a:pt x="4502116" y="90437"/>
                </a:lnTo>
                <a:lnTo>
                  <a:pt x="4500936" y="90849"/>
                </a:lnTo>
                <a:lnTo>
                  <a:pt x="4499772" y="91292"/>
                </a:lnTo>
                <a:lnTo>
                  <a:pt x="4498625" y="91764"/>
                </a:lnTo>
                <a:lnTo>
                  <a:pt x="4497494" y="92268"/>
                </a:lnTo>
                <a:lnTo>
                  <a:pt x="4496380" y="92802"/>
                </a:lnTo>
                <a:lnTo>
                  <a:pt x="4495283" y="93366"/>
                </a:lnTo>
                <a:lnTo>
                  <a:pt x="4494202" y="93961"/>
                </a:lnTo>
                <a:lnTo>
                  <a:pt x="4493138" y="94586"/>
                </a:lnTo>
                <a:lnTo>
                  <a:pt x="4492091" y="95242"/>
                </a:lnTo>
                <a:lnTo>
                  <a:pt x="4491061" y="95929"/>
                </a:lnTo>
                <a:lnTo>
                  <a:pt x="4490047" y="96646"/>
                </a:lnTo>
                <a:lnTo>
                  <a:pt x="4489049" y="97389"/>
                </a:lnTo>
                <a:lnTo>
                  <a:pt x="4488066" y="98157"/>
                </a:lnTo>
                <a:lnTo>
                  <a:pt x="4487098" y="98948"/>
                </a:lnTo>
                <a:lnTo>
                  <a:pt x="4486145" y="99763"/>
                </a:lnTo>
                <a:lnTo>
                  <a:pt x="4485207" y="100601"/>
                </a:lnTo>
                <a:lnTo>
                  <a:pt x="4484285" y="101463"/>
                </a:lnTo>
                <a:lnTo>
                  <a:pt x="4483377" y="102349"/>
                </a:lnTo>
                <a:lnTo>
                  <a:pt x="4482484" y="103258"/>
                </a:lnTo>
                <a:lnTo>
                  <a:pt x="4481607" y="104190"/>
                </a:lnTo>
                <a:lnTo>
                  <a:pt x="4480744" y="105147"/>
                </a:lnTo>
                <a:lnTo>
                  <a:pt x="4479897" y="106127"/>
                </a:lnTo>
                <a:lnTo>
                  <a:pt x="4479064" y="107130"/>
                </a:lnTo>
                <a:lnTo>
                  <a:pt x="4478247" y="108157"/>
                </a:lnTo>
                <a:lnTo>
                  <a:pt x="4477445" y="109208"/>
                </a:lnTo>
                <a:lnTo>
                  <a:pt x="4476657" y="110282"/>
                </a:lnTo>
                <a:lnTo>
                  <a:pt x="4475885" y="111380"/>
                </a:lnTo>
                <a:lnTo>
                  <a:pt x="4475128" y="112501"/>
                </a:lnTo>
                <a:lnTo>
                  <a:pt x="4474386" y="113646"/>
                </a:lnTo>
                <a:lnTo>
                  <a:pt x="4473659" y="114815"/>
                </a:lnTo>
                <a:lnTo>
                  <a:pt x="4472947" y="116007"/>
                </a:lnTo>
                <a:lnTo>
                  <a:pt x="4472250" y="117223"/>
                </a:lnTo>
                <a:lnTo>
                  <a:pt x="4471849" y="117952"/>
                </a:lnTo>
                <a:lnTo>
                  <a:pt x="4470952" y="92545"/>
                </a:lnTo>
                <a:lnTo>
                  <a:pt x="4430888" y="92545"/>
                </a:lnTo>
                <a:lnTo>
                  <a:pt x="4430888" y="346049"/>
                </a:lnTo>
                <a:lnTo>
                  <a:pt x="4472358" y="346049"/>
                </a:lnTo>
                <a:lnTo>
                  <a:pt x="4472358" y="164028"/>
                </a:lnTo>
                <a:lnTo>
                  <a:pt x="4472507" y="163624"/>
                </a:lnTo>
                <a:lnTo>
                  <a:pt x="4472860" y="162707"/>
                </a:lnTo>
                <a:lnTo>
                  <a:pt x="4473222" y="161801"/>
                </a:lnTo>
                <a:lnTo>
                  <a:pt x="4473592" y="160906"/>
                </a:lnTo>
                <a:lnTo>
                  <a:pt x="4473972" y="160022"/>
                </a:lnTo>
                <a:close/>
                <a:moveTo>
                  <a:pt x="5564614" y="158290"/>
                </a:moveTo>
                <a:lnTo>
                  <a:pt x="5565176" y="157206"/>
                </a:lnTo>
                <a:lnTo>
                  <a:pt x="5565751" y="156134"/>
                </a:lnTo>
                <a:lnTo>
                  <a:pt x="5566338" y="155073"/>
                </a:lnTo>
                <a:lnTo>
                  <a:pt x="5566937" y="154024"/>
                </a:lnTo>
                <a:lnTo>
                  <a:pt x="5567549" y="152987"/>
                </a:lnTo>
                <a:lnTo>
                  <a:pt x="5568172" y="151962"/>
                </a:lnTo>
                <a:lnTo>
                  <a:pt x="5568808" y="150949"/>
                </a:lnTo>
                <a:lnTo>
                  <a:pt x="5569456" y="149947"/>
                </a:lnTo>
                <a:lnTo>
                  <a:pt x="5570115" y="148960"/>
                </a:lnTo>
                <a:lnTo>
                  <a:pt x="5570783" y="147991"/>
                </a:lnTo>
                <a:lnTo>
                  <a:pt x="5571460" y="147040"/>
                </a:lnTo>
                <a:lnTo>
                  <a:pt x="5572147" y="146107"/>
                </a:lnTo>
                <a:lnTo>
                  <a:pt x="5572843" y="145192"/>
                </a:lnTo>
                <a:lnTo>
                  <a:pt x="5573549" y="144295"/>
                </a:lnTo>
                <a:lnTo>
                  <a:pt x="5574264" y="143415"/>
                </a:lnTo>
                <a:lnTo>
                  <a:pt x="5574988" y="142554"/>
                </a:lnTo>
                <a:lnTo>
                  <a:pt x="5575721" y="141710"/>
                </a:lnTo>
                <a:lnTo>
                  <a:pt x="5576464" y="140884"/>
                </a:lnTo>
                <a:lnTo>
                  <a:pt x="5577217" y="140077"/>
                </a:lnTo>
                <a:lnTo>
                  <a:pt x="5577978" y="139287"/>
                </a:lnTo>
                <a:lnTo>
                  <a:pt x="5578749" y="138515"/>
                </a:lnTo>
                <a:lnTo>
                  <a:pt x="5579530" y="137761"/>
                </a:lnTo>
                <a:lnTo>
                  <a:pt x="5580319" y="137024"/>
                </a:lnTo>
                <a:lnTo>
                  <a:pt x="5581119" y="136306"/>
                </a:lnTo>
                <a:lnTo>
                  <a:pt x="5581927" y="135606"/>
                </a:lnTo>
                <a:lnTo>
                  <a:pt x="5582745" y="134923"/>
                </a:lnTo>
                <a:lnTo>
                  <a:pt x="5583572" y="134258"/>
                </a:lnTo>
                <a:lnTo>
                  <a:pt x="5584408" y="133612"/>
                </a:lnTo>
                <a:lnTo>
                  <a:pt x="5585254" y="132983"/>
                </a:lnTo>
                <a:lnTo>
                  <a:pt x="5586109" y="132372"/>
                </a:lnTo>
                <a:lnTo>
                  <a:pt x="5586974" y="131779"/>
                </a:lnTo>
                <a:lnTo>
                  <a:pt x="5587848" y="131204"/>
                </a:lnTo>
                <a:lnTo>
                  <a:pt x="5588729" y="130649"/>
                </a:lnTo>
                <a:lnTo>
                  <a:pt x="5589616" y="130118"/>
                </a:lnTo>
                <a:lnTo>
                  <a:pt x="5590509" y="129611"/>
                </a:lnTo>
                <a:lnTo>
                  <a:pt x="5591408" y="129128"/>
                </a:lnTo>
                <a:lnTo>
                  <a:pt x="5592312" y="128667"/>
                </a:lnTo>
                <a:lnTo>
                  <a:pt x="5593222" y="128231"/>
                </a:lnTo>
                <a:lnTo>
                  <a:pt x="5594138" y="127818"/>
                </a:lnTo>
                <a:lnTo>
                  <a:pt x="5595059" y="127429"/>
                </a:lnTo>
                <a:lnTo>
                  <a:pt x="5595986" y="127063"/>
                </a:lnTo>
                <a:lnTo>
                  <a:pt x="5596919" y="126721"/>
                </a:lnTo>
                <a:lnTo>
                  <a:pt x="5597857" y="126403"/>
                </a:lnTo>
                <a:lnTo>
                  <a:pt x="5598801" y="126108"/>
                </a:lnTo>
                <a:lnTo>
                  <a:pt x="5599751" y="125836"/>
                </a:lnTo>
                <a:lnTo>
                  <a:pt x="5600706" y="125589"/>
                </a:lnTo>
                <a:lnTo>
                  <a:pt x="5601667" y="125365"/>
                </a:lnTo>
                <a:lnTo>
                  <a:pt x="5602634" y="125164"/>
                </a:lnTo>
                <a:lnTo>
                  <a:pt x="5603607" y="124987"/>
                </a:lnTo>
                <a:lnTo>
                  <a:pt x="5604585" y="124834"/>
                </a:lnTo>
                <a:lnTo>
                  <a:pt x="5605569" y="124704"/>
                </a:lnTo>
                <a:lnTo>
                  <a:pt x="5606559" y="124598"/>
                </a:lnTo>
                <a:lnTo>
                  <a:pt x="5607554" y="124515"/>
                </a:lnTo>
                <a:lnTo>
                  <a:pt x="5608555" y="124456"/>
                </a:lnTo>
                <a:lnTo>
                  <a:pt x="5609562" y="124421"/>
                </a:lnTo>
                <a:lnTo>
                  <a:pt x="5610574" y="124409"/>
                </a:lnTo>
                <a:lnTo>
                  <a:pt x="5611679" y="124419"/>
                </a:lnTo>
                <a:lnTo>
                  <a:pt x="5612768" y="124447"/>
                </a:lnTo>
                <a:lnTo>
                  <a:pt x="5613842" y="124495"/>
                </a:lnTo>
                <a:lnTo>
                  <a:pt x="5614899" y="124562"/>
                </a:lnTo>
                <a:lnTo>
                  <a:pt x="5615940" y="124648"/>
                </a:lnTo>
                <a:lnTo>
                  <a:pt x="5616966" y="124753"/>
                </a:lnTo>
                <a:lnTo>
                  <a:pt x="5617976" y="124878"/>
                </a:lnTo>
                <a:lnTo>
                  <a:pt x="5618970" y="125021"/>
                </a:lnTo>
                <a:lnTo>
                  <a:pt x="5619948" y="125183"/>
                </a:lnTo>
                <a:lnTo>
                  <a:pt x="5620910" y="125365"/>
                </a:lnTo>
                <a:lnTo>
                  <a:pt x="5621856" y="125566"/>
                </a:lnTo>
                <a:lnTo>
                  <a:pt x="5622787" y="125786"/>
                </a:lnTo>
                <a:lnTo>
                  <a:pt x="5623701" y="126025"/>
                </a:lnTo>
                <a:lnTo>
                  <a:pt x="5624600" y="126283"/>
                </a:lnTo>
                <a:lnTo>
                  <a:pt x="5625483" y="126560"/>
                </a:lnTo>
                <a:lnTo>
                  <a:pt x="5626350" y="126856"/>
                </a:lnTo>
                <a:lnTo>
                  <a:pt x="5627201" y="127172"/>
                </a:lnTo>
                <a:lnTo>
                  <a:pt x="5628036" y="127506"/>
                </a:lnTo>
                <a:lnTo>
                  <a:pt x="5628856" y="127860"/>
                </a:lnTo>
                <a:lnTo>
                  <a:pt x="5629659" y="128233"/>
                </a:lnTo>
                <a:lnTo>
                  <a:pt x="5630447" y="128625"/>
                </a:lnTo>
                <a:lnTo>
                  <a:pt x="5631219" y="129036"/>
                </a:lnTo>
                <a:lnTo>
                  <a:pt x="5631975" y="129466"/>
                </a:lnTo>
                <a:lnTo>
                  <a:pt x="5632715" y="129915"/>
                </a:lnTo>
                <a:lnTo>
                  <a:pt x="5633439" y="130385"/>
                </a:lnTo>
                <a:lnTo>
                  <a:pt x="5634148" y="130878"/>
                </a:lnTo>
                <a:lnTo>
                  <a:pt x="5634842" y="131394"/>
                </a:lnTo>
                <a:lnTo>
                  <a:pt x="5635520" y="131933"/>
                </a:lnTo>
                <a:lnTo>
                  <a:pt x="5636182" y="132494"/>
                </a:lnTo>
                <a:lnTo>
                  <a:pt x="5636830" y="133078"/>
                </a:lnTo>
                <a:lnTo>
                  <a:pt x="5637461" y="133685"/>
                </a:lnTo>
                <a:lnTo>
                  <a:pt x="5638078" y="134314"/>
                </a:lnTo>
                <a:lnTo>
                  <a:pt x="5638678" y="134967"/>
                </a:lnTo>
                <a:lnTo>
                  <a:pt x="5639264" y="135642"/>
                </a:lnTo>
                <a:lnTo>
                  <a:pt x="5639834" y="136340"/>
                </a:lnTo>
                <a:lnTo>
                  <a:pt x="5640388" y="137061"/>
                </a:lnTo>
                <a:lnTo>
                  <a:pt x="5640927" y="137804"/>
                </a:lnTo>
                <a:lnTo>
                  <a:pt x="5641450" y="138571"/>
                </a:lnTo>
                <a:lnTo>
                  <a:pt x="5641958" y="139360"/>
                </a:lnTo>
                <a:lnTo>
                  <a:pt x="5642451" y="140172"/>
                </a:lnTo>
                <a:lnTo>
                  <a:pt x="5642928" y="141006"/>
                </a:lnTo>
                <a:lnTo>
                  <a:pt x="5643390" y="141864"/>
                </a:lnTo>
                <a:lnTo>
                  <a:pt x="5643836" y="142744"/>
                </a:lnTo>
                <a:lnTo>
                  <a:pt x="5644267" y="143647"/>
                </a:lnTo>
                <a:lnTo>
                  <a:pt x="5644682" y="144573"/>
                </a:lnTo>
                <a:lnTo>
                  <a:pt x="5645082" y="145521"/>
                </a:lnTo>
                <a:lnTo>
                  <a:pt x="5645466" y="146493"/>
                </a:lnTo>
                <a:lnTo>
                  <a:pt x="5645835" y="147487"/>
                </a:lnTo>
                <a:lnTo>
                  <a:pt x="5646189" y="148506"/>
                </a:lnTo>
                <a:lnTo>
                  <a:pt x="5646528" y="149552"/>
                </a:lnTo>
                <a:lnTo>
                  <a:pt x="5646851" y="150626"/>
                </a:lnTo>
                <a:lnTo>
                  <a:pt x="5647160" y="151727"/>
                </a:lnTo>
                <a:lnTo>
                  <a:pt x="5647453" y="152855"/>
                </a:lnTo>
                <a:lnTo>
                  <a:pt x="5647732" y="154010"/>
                </a:lnTo>
                <a:lnTo>
                  <a:pt x="5647995" y="155193"/>
                </a:lnTo>
                <a:lnTo>
                  <a:pt x="5648243" y="156403"/>
                </a:lnTo>
                <a:lnTo>
                  <a:pt x="5648476" y="157640"/>
                </a:lnTo>
                <a:lnTo>
                  <a:pt x="5648695" y="158905"/>
                </a:lnTo>
                <a:lnTo>
                  <a:pt x="5648898" y="160196"/>
                </a:lnTo>
                <a:lnTo>
                  <a:pt x="5649086" y="161515"/>
                </a:lnTo>
                <a:lnTo>
                  <a:pt x="5649259" y="162861"/>
                </a:lnTo>
                <a:lnTo>
                  <a:pt x="5649417" y="164235"/>
                </a:lnTo>
                <a:lnTo>
                  <a:pt x="5649560" y="165635"/>
                </a:lnTo>
                <a:lnTo>
                  <a:pt x="5649688" y="167063"/>
                </a:lnTo>
                <a:lnTo>
                  <a:pt x="5649801" y="168518"/>
                </a:lnTo>
                <a:lnTo>
                  <a:pt x="5649899" y="170001"/>
                </a:lnTo>
                <a:lnTo>
                  <a:pt x="5649981" y="171511"/>
                </a:lnTo>
                <a:lnTo>
                  <a:pt x="5650049" y="173048"/>
                </a:lnTo>
                <a:lnTo>
                  <a:pt x="5650102" y="174612"/>
                </a:lnTo>
                <a:lnTo>
                  <a:pt x="5650140" y="176203"/>
                </a:lnTo>
                <a:lnTo>
                  <a:pt x="5650162" y="177822"/>
                </a:lnTo>
                <a:lnTo>
                  <a:pt x="5650170" y="179468"/>
                </a:lnTo>
                <a:lnTo>
                  <a:pt x="5650170" y="346049"/>
                </a:lnTo>
                <a:lnTo>
                  <a:pt x="5691639" y="346049"/>
                </a:lnTo>
                <a:lnTo>
                  <a:pt x="5691639" y="179936"/>
                </a:lnTo>
                <a:lnTo>
                  <a:pt x="5691631" y="177860"/>
                </a:lnTo>
                <a:lnTo>
                  <a:pt x="5691606" y="175811"/>
                </a:lnTo>
                <a:lnTo>
                  <a:pt x="5691564" y="173788"/>
                </a:lnTo>
                <a:lnTo>
                  <a:pt x="5691506" y="171791"/>
                </a:lnTo>
                <a:lnTo>
                  <a:pt x="5691431" y="169821"/>
                </a:lnTo>
                <a:lnTo>
                  <a:pt x="5691339" y="167878"/>
                </a:lnTo>
                <a:lnTo>
                  <a:pt x="5691231" y="165960"/>
                </a:lnTo>
                <a:lnTo>
                  <a:pt x="5691106" y="164070"/>
                </a:lnTo>
                <a:lnTo>
                  <a:pt x="5690964" y="162205"/>
                </a:lnTo>
                <a:lnTo>
                  <a:pt x="5690805" y="160367"/>
                </a:lnTo>
                <a:lnTo>
                  <a:pt x="5690630" y="158556"/>
                </a:lnTo>
                <a:lnTo>
                  <a:pt x="5690439" y="156771"/>
                </a:lnTo>
                <a:lnTo>
                  <a:pt x="5690230" y="155012"/>
                </a:lnTo>
                <a:lnTo>
                  <a:pt x="5690005" y="153280"/>
                </a:lnTo>
                <a:lnTo>
                  <a:pt x="5689763" y="151574"/>
                </a:lnTo>
                <a:lnTo>
                  <a:pt x="5689505" y="149895"/>
                </a:lnTo>
                <a:lnTo>
                  <a:pt x="5689229" y="148242"/>
                </a:lnTo>
                <a:lnTo>
                  <a:pt x="5688938" y="146616"/>
                </a:lnTo>
                <a:lnTo>
                  <a:pt x="5688629" y="145016"/>
                </a:lnTo>
                <a:lnTo>
                  <a:pt x="5688304" y="143442"/>
                </a:lnTo>
                <a:lnTo>
                  <a:pt x="5687962" y="141895"/>
                </a:lnTo>
                <a:lnTo>
                  <a:pt x="5687603" y="140374"/>
                </a:lnTo>
                <a:lnTo>
                  <a:pt x="5687228" y="138880"/>
                </a:lnTo>
                <a:lnTo>
                  <a:pt x="5686836" y="137412"/>
                </a:lnTo>
                <a:lnTo>
                  <a:pt x="5686429" y="135969"/>
                </a:lnTo>
                <a:lnTo>
                  <a:pt x="5686007" y="134548"/>
                </a:lnTo>
                <a:lnTo>
                  <a:pt x="5685572" y="133149"/>
                </a:lnTo>
                <a:lnTo>
                  <a:pt x="5685121" y="131773"/>
                </a:lnTo>
                <a:lnTo>
                  <a:pt x="5684657" y="130419"/>
                </a:lnTo>
                <a:lnTo>
                  <a:pt x="5684179" y="129088"/>
                </a:lnTo>
                <a:lnTo>
                  <a:pt x="5683686" y="127778"/>
                </a:lnTo>
                <a:lnTo>
                  <a:pt x="5683179" y="126492"/>
                </a:lnTo>
                <a:lnTo>
                  <a:pt x="5682658" y="125227"/>
                </a:lnTo>
                <a:lnTo>
                  <a:pt x="5682122" y="123985"/>
                </a:lnTo>
                <a:lnTo>
                  <a:pt x="5681572" y="122766"/>
                </a:lnTo>
                <a:lnTo>
                  <a:pt x="5681008" y="121568"/>
                </a:lnTo>
                <a:lnTo>
                  <a:pt x="5680430" y="120393"/>
                </a:lnTo>
                <a:lnTo>
                  <a:pt x="5679838" y="119241"/>
                </a:lnTo>
                <a:lnTo>
                  <a:pt x="5679231" y="118111"/>
                </a:lnTo>
                <a:lnTo>
                  <a:pt x="5678610" y="117003"/>
                </a:lnTo>
                <a:lnTo>
                  <a:pt x="5677975" y="115917"/>
                </a:lnTo>
                <a:lnTo>
                  <a:pt x="5677326" y="114854"/>
                </a:lnTo>
                <a:lnTo>
                  <a:pt x="5676662" y="113814"/>
                </a:lnTo>
                <a:lnTo>
                  <a:pt x="5675984" y="112795"/>
                </a:lnTo>
                <a:lnTo>
                  <a:pt x="5675292" y="111799"/>
                </a:lnTo>
                <a:lnTo>
                  <a:pt x="5674586" y="110826"/>
                </a:lnTo>
                <a:lnTo>
                  <a:pt x="5673865" y="109875"/>
                </a:lnTo>
                <a:lnTo>
                  <a:pt x="5673130" y="108946"/>
                </a:lnTo>
                <a:lnTo>
                  <a:pt x="5672382" y="108039"/>
                </a:lnTo>
                <a:lnTo>
                  <a:pt x="5671620" y="107152"/>
                </a:lnTo>
                <a:lnTo>
                  <a:pt x="5670846" y="106286"/>
                </a:lnTo>
                <a:lnTo>
                  <a:pt x="5670058" y="105441"/>
                </a:lnTo>
                <a:lnTo>
                  <a:pt x="5669258" y="104617"/>
                </a:lnTo>
                <a:lnTo>
                  <a:pt x="5668444" y="103813"/>
                </a:lnTo>
                <a:lnTo>
                  <a:pt x="5667618" y="103031"/>
                </a:lnTo>
                <a:lnTo>
                  <a:pt x="5666778" y="102269"/>
                </a:lnTo>
                <a:lnTo>
                  <a:pt x="5665926" y="101527"/>
                </a:lnTo>
                <a:lnTo>
                  <a:pt x="5665060" y="100807"/>
                </a:lnTo>
                <a:lnTo>
                  <a:pt x="5664182" y="100107"/>
                </a:lnTo>
                <a:lnTo>
                  <a:pt x="5663290" y="99428"/>
                </a:lnTo>
                <a:lnTo>
                  <a:pt x="5662385" y="98769"/>
                </a:lnTo>
                <a:lnTo>
                  <a:pt x="5661468" y="98132"/>
                </a:lnTo>
                <a:lnTo>
                  <a:pt x="5660537" y="97515"/>
                </a:lnTo>
                <a:lnTo>
                  <a:pt x="5659593" y="96919"/>
                </a:lnTo>
                <a:lnTo>
                  <a:pt x="5658637" y="96343"/>
                </a:lnTo>
                <a:lnTo>
                  <a:pt x="5657667" y="95789"/>
                </a:lnTo>
                <a:lnTo>
                  <a:pt x="5656684" y="95255"/>
                </a:lnTo>
                <a:lnTo>
                  <a:pt x="5655688" y="94742"/>
                </a:lnTo>
                <a:lnTo>
                  <a:pt x="5654680" y="94249"/>
                </a:lnTo>
                <a:lnTo>
                  <a:pt x="5653658" y="93778"/>
                </a:lnTo>
                <a:lnTo>
                  <a:pt x="5652623" y="93327"/>
                </a:lnTo>
                <a:lnTo>
                  <a:pt x="5651575" y="92897"/>
                </a:lnTo>
                <a:lnTo>
                  <a:pt x="5650516" y="92486"/>
                </a:lnTo>
                <a:lnTo>
                  <a:pt x="5649447" y="92092"/>
                </a:lnTo>
                <a:lnTo>
                  <a:pt x="5648368" y="91716"/>
                </a:lnTo>
                <a:lnTo>
                  <a:pt x="5647280" y="91358"/>
                </a:lnTo>
                <a:lnTo>
                  <a:pt x="5646182" y="91017"/>
                </a:lnTo>
                <a:lnTo>
                  <a:pt x="5645074" y="90693"/>
                </a:lnTo>
                <a:lnTo>
                  <a:pt x="5643956" y="90387"/>
                </a:lnTo>
                <a:lnTo>
                  <a:pt x="5642828" y="90098"/>
                </a:lnTo>
                <a:lnTo>
                  <a:pt x="5641691" y="89827"/>
                </a:lnTo>
                <a:lnTo>
                  <a:pt x="5640544" y="89574"/>
                </a:lnTo>
                <a:lnTo>
                  <a:pt x="5639387" y="89337"/>
                </a:lnTo>
                <a:lnTo>
                  <a:pt x="5638221" y="89119"/>
                </a:lnTo>
                <a:lnTo>
                  <a:pt x="5637044" y="88918"/>
                </a:lnTo>
                <a:lnTo>
                  <a:pt x="5635858" y="88734"/>
                </a:lnTo>
                <a:lnTo>
                  <a:pt x="5634662" y="88568"/>
                </a:lnTo>
                <a:lnTo>
                  <a:pt x="5633457" y="88419"/>
                </a:lnTo>
                <a:lnTo>
                  <a:pt x="5632241" y="88288"/>
                </a:lnTo>
                <a:lnTo>
                  <a:pt x="5631016" y="88174"/>
                </a:lnTo>
                <a:lnTo>
                  <a:pt x="5629781" y="88078"/>
                </a:lnTo>
                <a:lnTo>
                  <a:pt x="5628537" y="87999"/>
                </a:lnTo>
                <a:lnTo>
                  <a:pt x="5627282" y="87938"/>
                </a:lnTo>
                <a:lnTo>
                  <a:pt x="5626018" y="87895"/>
                </a:lnTo>
                <a:lnTo>
                  <a:pt x="5624744" y="87868"/>
                </a:lnTo>
                <a:lnTo>
                  <a:pt x="5623460" y="87860"/>
                </a:lnTo>
                <a:lnTo>
                  <a:pt x="5621826" y="87875"/>
                </a:lnTo>
                <a:lnTo>
                  <a:pt x="5620205" y="87922"/>
                </a:lnTo>
                <a:lnTo>
                  <a:pt x="5618595" y="88000"/>
                </a:lnTo>
                <a:lnTo>
                  <a:pt x="5616998" y="88110"/>
                </a:lnTo>
                <a:lnTo>
                  <a:pt x="5615413" y="88251"/>
                </a:lnTo>
                <a:lnTo>
                  <a:pt x="5613840" y="88423"/>
                </a:lnTo>
                <a:lnTo>
                  <a:pt x="5612279" y="88627"/>
                </a:lnTo>
                <a:lnTo>
                  <a:pt x="5610730" y="88862"/>
                </a:lnTo>
                <a:lnTo>
                  <a:pt x="5609194" y="89128"/>
                </a:lnTo>
                <a:lnTo>
                  <a:pt x="5607670" y="89426"/>
                </a:lnTo>
                <a:lnTo>
                  <a:pt x="5606158" y="89754"/>
                </a:lnTo>
                <a:lnTo>
                  <a:pt x="5604658" y="90115"/>
                </a:lnTo>
                <a:lnTo>
                  <a:pt x="5603171" y="90506"/>
                </a:lnTo>
                <a:lnTo>
                  <a:pt x="5601696" y="90929"/>
                </a:lnTo>
                <a:lnTo>
                  <a:pt x="5600232" y="91383"/>
                </a:lnTo>
                <a:lnTo>
                  <a:pt x="5598782" y="91869"/>
                </a:lnTo>
                <a:lnTo>
                  <a:pt x="5597343" y="92385"/>
                </a:lnTo>
                <a:lnTo>
                  <a:pt x="5595916" y="92933"/>
                </a:lnTo>
                <a:lnTo>
                  <a:pt x="5594502" y="93513"/>
                </a:lnTo>
                <a:lnTo>
                  <a:pt x="5593100" y="94124"/>
                </a:lnTo>
                <a:lnTo>
                  <a:pt x="5591710" y="94766"/>
                </a:lnTo>
                <a:lnTo>
                  <a:pt x="5590332" y="95439"/>
                </a:lnTo>
                <a:lnTo>
                  <a:pt x="5588967" y="96144"/>
                </a:lnTo>
                <a:lnTo>
                  <a:pt x="5587614" y="96880"/>
                </a:lnTo>
                <a:lnTo>
                  <a:pt x="5586274" y="97644"/>
                </a:lnTo>
                <a:lnTo>
                  <a:pt x="5584951" y="98434"/>
                </a:lnTo>
                <a:lnTo>
                  <a:pt x="5583643" y="99250"/>
                </a:lnTo>
                <a:lnTo>
                  <a:pt x="5582352" y="100092"/>
                </a:lnTo>
                <a:lnTo>
                  <a:pt x="5581076" y="100959"/>
                </a:lnTo>
                <a:lnTo>
                  <a:pt x="5579816" y="101851"/>
                </a:lnTo>
                <a:lnTo>
                  <a:pt x="5578572" y="102769"/>
                </a:lnTo>
                <a:lnTo>
                  <a:pt x="5577344" y="103713"/>
                </a:lnTo>
                <a:lnTo>
                  <a:pt x="5576131" y="104683"/>
                </a:lnTo>
                <a:lnTo>
                  <a:pt x="5574935" y="105678"/>
                </a:lnTo>
                <a:lnTo>
                  <a:pt x="5573754" y="106699"/>
                </a:lnTo>
                <a:lnTo>
                  <a:pt x="5572590" y="107745"/>
                </a:lnTo>
                <a:lnTo>
                  <a:pt x="5571441" y="108817"/>
                </a:lnTo>
                <a:lnTo>
                  <a:pt x="5570308" y="109915"/>
                </a:lnTo>
                <a:lnTo>
                  <a:pt x="5569191" y="111038"/>
                </a:lnTo>
                <a:lnTo>
                  <a:pt x="5568089" y="112187"/>
                </a:lnTo>
                <a:lnTo>
                  <a:pt x="5567004" y="113361"/>
                </a:lnTo>
                <a:lnTo>
                  <a:pt x="5565934" y="114562"/>
                </a:lnTo>
                <a:lnTo>
                  <a:pt x="5564881" y="115787"/>
                </a:lnTo>
                <a:lnTo>
                  <a:pt x="5563843" y="117039"/>
                </a:lnTo>
                <a:lnTo>
                  <a:pt x="5562821" y="118316"/>
                </a:lnTo>
                <a:lnTo>
                  <a:pt x="5561841" y="119585"/>
                </a:lnTo>
                <a:lnTo>
                  <a:pt x="5560670" y="92545"/>
                </a:lnTo>
                <a:lnTo>
                  <a:pt x="5521543" y="92545"/>
                </a:lnTo>
                <a:lnTo>
                  <a:pt x="5521543" y="346049"/>
                </a:lnTo>
                <a:lnTo>
                  <a:pt x="5563013" y="346049"/>
                </a:lnTo>
                <a:lnTo>
                  <a:pt x="5563013" y="161585"/>
                </a:lnTo>
                <a:lnTo>
                  <a:pt x="5563525" y="160494"/>
                </a:lnTo>
                <a:lnTo>
                  <a:pt x="5564064" y="159386"/>
                </a:lnTo>
                <a:lnTo>
                  <a:pt x="5564614" y="158290"/>
                </a:lnTo>
                <a:close/>
                <a:moveTo>
                  <a:pt x="4922682" y="320871"/>
                </a:moveTo>
                <a:lnTo>
                  <a:pt x="4922793" y="321888"/>
                </a:lnTo>
                <a:lnTo>
                  <a:pt x="4922910" y="322911"/>
                </a:lnTo>
                <a:lnTo>
                  <a:pt x="4923032" y="323941"/>
                </a:lnTo>
                <a:lnTo>
                  <a:pt x="4923160" y="324976"/>
                </a:lnTo>
                <a:lnTo>
                  <a:pt x="4923294" y="326018"/>
                </a:lnTo>
                <a:lnTo>
                  <a:pt x="4923433" y="327053"/>
                </a:lnTo>
                <a:lnTo>
                  <a:pt x="4923577" y="328072"/>
                </a:lnTo>
                <a:lnTo>
                  <a:pt x="4923726" y="329072"/>
                </a:lnTo>
                <a:lnTo>
                  <a:pt x="4923880" y="330056"/>
                </a:lnTo>
                <a:lnTo>
                  <a:pt x="4924038" y="331022"/>
                </a:lnTo>
                <a:lnTo>
                  <a:pt x="4924202" y="331970"/>
                </a:lnTo>
                <a:lnTo>
                  <a:pt x="4924370" y="332901"/>
                </a:lnTo>
                <a:lnTo>
                  <a:pt x="4924543" y="333814"/>
                </a:lnTo>
                <a:lnTo>
                  <a:pt x="4924722" y="334710"/>
                </a:lnTo>
                <a:lnTo>
                  <a:pt x="4924905" y="335589"/>
                </a:lnTo>
                <a:lnTo>
                  <a:pt x="4925093" y="336449"/>
                </a:lnTo>
                <a:lnTo>
                  <a:pt x="4925285" y="337293"/>
                </a:lnTo>
                <a:lnTo>
                  <a:pt x="4925483" y="338119"/>
                </a:lnTo>
                <a:lnTo>
                  <a:pt x="4925686" y="338927"/>
                </a:lnTo>
                <a:lnTo>
                  <a:pt x="4925893" y="339718"/>
                </a:lnTo>
                <a:lnTo>
                  <a:pt x="4926105" y="340492"/>
                </a:lnTo>
                <a:lnTo>
                  <a:pt x="4926323" y="341248"/>
                </a:lnTo>
                <a:lnTo>
                  <a:pt x="4926545" y="341986"/>
                </a:lnTo>
                <a:lnTo>
                  <a:pt x="4926772" y="342707"/>
                </a:lnTo>
                <a:lnTo>
                  <a:pt x="4927004" y="343410"/>
                </a:lnTo>
                <a:lnTo>
                  <a:pt x="4927240" y="344096"/>
                </a:lnTo>
                <a:lnTo>
                  <a:pt x="4927482" y="344765"/>
                </a:lnTo>
                <a:lnTo>
                  <a:pt x="4927728" y="345416"/>
                </a:lnTo>
                <a:lnTo>
                  <a:pt x="4927980" y="346049"/>
                </a:lnTo>
                <a:lnTo>
                  <a:pt x="4970855" y="346049"/>
                </a:lnTo>
                <a:lnTo>
                  <a:pt x="4970855" y="342301"/>
                </a:lnTo>
                <a:lnTo>
                  <a:pt x="4970546" y="341435"/>
                </a:lnTo>
                <a:lnTo>
                  <a:pt x="4970243" y="340555"/>
                </a:lnTo>
                <a:lnTo>
                  <a:pt x="4969945" y="339661"/>
                </a:lnTo>
                <a:lnTo>
                  <a:pt x="4969654" y="338754"/>
                </a:lnTo>
                <a:lnTo>
                  <a:pt x="4969370" y="337833"/>
                </a:lnTo>
                <a:lnTo>
                  <a:pt x="4969091" y="336897"/>
                </a:lnTo>
                <a:lnTo>
                  <a:pt x="4968818" y="335948"/>
                </a:lnTo>
                <a:lnTo>
                  <a:pt x="4968551" y="334986"/>
                </a:lnTo>
                <a:lnTo>
                  <a:pt x="4968291" y="334009"/>
                </a:lnTo>
                <a:lnTo>
                  <a:pt x="4968036" y="333019"/>
                </a:lnTo>
                <a:lnTo>
                  <a:pt x="4967788" y="332014"/>
                </a:lnTo>
                <a:lnTo>
                  <a:pt x="4967546" y="330996"/>
                </a:lnTo>
                <a:lnTo>
                  <a:pt x="4967310" y="329964"/>
                </a:lnTo>
                <a:lnTo>
                  <a:pt x="4967080" y="328919"/>
                </a:lnTo>
                <a:lnTo>
                  <a:pt x="4966856" y="327859"/>
                </a:lnTo>
                <a:lnTo>
                  <a:pt x="4966638" y="326785"/>
                </a:lnTo>
                <a:lnTo>
                  <a:pt x="4966426" y="325698"/>
                </a:lnTo>
                <a:lnTo>
                  <a:pt x="4966221" y="324597"/>
                </a:lnTo>
                <a:lnTo>
                  <a:pt x="4966021" y="323482"/>
                </a:lnTo>
                <a:lnTo>
                  <a:pt x="4965828" y="322353"/>
                </a:lnTo>
                <a:lnTo>
                  <a:pt x="4965640" y="321211"/>
                </a:lnTo>
                <a:lnTo>
                  <a:pt x="4965459" y="320054"/>
                </a:lnTo>
                <a:lnTo>
                  <a:pt x="4965284" y="318884"/>
                </a:lnTo>
                <a:lnTo>
                  <a:pt x="4965115" y="317700"/>
                </a:lnTo>
                <a:lnTo>
                  <a:pt x="4964953" y="316512"/>
                </a:lnTo>
                <a:lnTo>
                  <a:pt x="4964797" y="315330"/>
                </a:lnTo>
                <a:lnTo>
                  <a:pt x="4964648" y="314153"/>
                </a:lnTo>
                <a:lnTo>
                  <a:pt x="4964507" y="312982"/>
                </a:lnTo>
                <a:lnTo>
                  <a:pt x="4964372" y="311816"/>
                </a:lnTo>
                <a:lnTo>
                  <a:pt x="4964244" y="310657"/>
                </a:lnTo>
                <a:lnTo>
                  <a:pt x="4964123" y="309503"/>
                </a:lnTo>
                <a:lnTo>
                  <a:pt x="4964009" y="308354"/>
                </a:lnTo>
                <a:lnTo>
                  <a:pt x="4963901" y="307212"/>
                </a:lnTo>
                <a:lnTo>
                  <a:pt x="4963801" y="306075"/>
                </a:lnTo>
                <a:lnTo>
                  <a:pt x="4963708" y="304944"/>
                </a:lnTo>
                <a:lnTo>
                  <a:pt x="4963621" y="303818"/>
                </a:lnTo>
                <a:lnTo>
                  <a:pt x="4963542" y="302699"/>
                </a:lnTo>
                <a:lnTo>
                  <a:pt x="4963469" y="301584"/>
                </a:lnTo>
                <a:lnTo>
                  <a:pt x="4963404" y="300476"/>
                </a:lnTo>
                <a:lnTo>
                  <a:pt x="4963345" y="299373"/>
                </a:lnTo>
                <a:lnTo>
                  <a:pt x="4963293" y="298276"/>
                </a:lnTo>
                <a:lnTo>
                  <a:pt x="4963248" y="297185"/>
                </a:lnTo>
                <a:lnTo>
                  <a:pt x="4963210" y="296099"/>
                </a:lnTo>
                <a:lnTo>
                  <a:pt x="4963179" y="295019"/>
                </a:lnTo>
                <a:lnTo>
                  <a:pt x="4963155" y="293945"/>
                </a:lnTo>
                <a:lnTo>
                  <a:pt x="4963137" y="292877"/>
                </a:lnTo>
                <a:lnTo>
                  <a:pt x="4963127" y="291814"/>
                </a:lnTo>
                <a:lnTo>
                  <a:pt x="4963124" y="290757"/>
                </a:lnTo>
                <a:lnTo>
                  <a:pt x="4963124" y="165645"/>
                </a:lnTo>
                <a:lnTo>
                  <a:pt x="4963106" y="163302"/>
                </a:lnTo>
                <a:lnTo>
                  <a:pt x="4963052" y="160998"/>
                </a:lnTo>
                <a:lnTo>
                  <a:pt x="4962962" y="158733"/>
                </a:lnTo>
                <a:lnTo>
                  <a:pt x="4962837" y="156507"/>
                </a:lnTo>
                <a:lnTo>
                  <a:pt x="4962676" y="154320"/>
                </a:lnTo>
                <a:lnTo>
                  <a:pt x="4962479" y="152173"/>
                </a:lnTo>
                <a:lnTo>
                  <a:pt x="4962247" y="150064"/>
                </a:lnTo>
                <a:lnTo>
                  <a:pt x="4961978" y="147995"/>
                </a:lnTo>
                <a:lnTo>
                  <a:pt x="4961674" y="145964"/>
                </a:lnTo>
                <a:lnTo>
                  <a:pt x="4961334" y="143973"/>
                </a:lnTo>
                <a:lnTo>
                  <a:pt x="4960958" y="142020"/>
                </a:lnTo>
                <a:lnTo>
                  <a:pt x="4960546" y="140107"/>
                </a:lnTo>
                <a:lnTo>
                  <a:pt x="4960099" y="138232"/>
                </a:lnTo>
                <a:lnTo>
                  <a:pt x="4959616" y="136397"/>
                </a:lnTo>
                <a:lnTo>
                  <a:pt x="4959097" y="134601"/>
                </a:lnTo>
                <a:lnTo>
                  <a:pt x="4958542" y="132844"/>
                </a:lnTo>
                <a:lnTo>
                  <a:pt x="4957951" y="131125"/>
                </a:lnTo>
                <a:lnTo>
                  <a:pt x="4957325" y="129446"/>
                </a:lnTo>
                <a:lnTo>
                  <a:pt x="4956663" y="127806"/>
                </a:lnTo>
                <a:lnTo>
                  <a:pt x="4955965" y="126205"/>
                </a:lnTo>
                <a:lnTo>
                  <a:pt x="4955231" y="124643"/>
                </a:lnTo>
                <a:lnTo>
                  <a:pt x="4954461" y="123121"/>
                </a:lnTo>
                <a:lnTo>
                  <a:pt x="4953656" y="121637"/>
                </a:lnTo>
                <a:lnTo>
                  <a:pt x="4952815" y="120192"/>
                </a:lnTo>
                <a:lnTo>
                  <a:pt x="4951942" y="118783"/>
                </a:lnTo>
                <a:lnTo>
                  <a:pt x="4951043" y="117407"/>
                </a:lnTo>
                <a:lnTo>
                  <a:pt x="4950117" y="116064"/>
                </a:lnTo>
                <a:lnTo>
                  <a:pt x="4949164" y="114754"/>
                </a:lnTo>
                <a:lnTo>
                  <a:pt x="4948184" y="113477"/>
                </a:lnTo>
                <a:lnTo>
                  <a:pt x="4947177" y="112233"/>
                </a:lnTo>
                <a:lnTo>
                  <a:pt x="4946143" y="111022"/>
                </a:lnTo>
                <a:lnTo>
                  <a:pt x="4945083" y="109844"/>
                </a:lnTo>
                <a:lnTo>
                  <a:pt x="4943996" y="108699"/>
                </a:lnTo>
                <a:lnTo>
                  <a:pt x="4942882" y="107586"/>
                </a:lnTo>
                <a:lnTo>
                  <a:pt x="4941741" y="106507"/>
                </a:lnTo>
                <a:lnTo>
                  <a:pt x="4940573" y="105461"/>
                </a:lnTo>
                <a:lnTo>
                  <a:pt x="4939378" y="104447"/>
                </a:lnTo>
                <a:lnTo>
                  <a:pt x="4938157" y="103467"/>
                </a:lnTo>
                <a:lnTo>
                  <a:pt x="4936908" y="102519"/>
                </a:lnTo>
                <a:lnTo>
                  <a:pt x="4935633" y="101605"/>
                </a:lnTo>
                <a:lnTo>
                  <a:pt x="4934331" y="100723"/>
                </a:lnTo>
                <a:lnTo>
                  <a:pt x="4933002" y="99874"/>
                </a:lnTo>
                <a:lnTo>
                  <a:pt x="4931647" y="99059"/>
                </a:lnTo>
                <a:lnTo>
                  <a:pt x="4930264" y="98276"/>
                </a:lnTo>
                <a:lnTo>
                  <a:pt x="4928855" y="97526"/>
                </a:lnTo>
                <a:lnTo>
                  <a:pt x="4927418" y="96809"/>
                </a:lnTo>
                <a:lnTo>
                  <a:pt x="4925955" y="96125"/>
                </a:lnTo>
                <a:lnTo>
                  <a:pt x="4924465" y="95474"/>
                </a:lnTo>
                <a:lnTo>
                  <a:pt x="4922953" y="94853"/>
                </a:lnTo>
                <a:lnTo>
                  <a:pt x="4921421" y="94258"/>
                </a:lnTo>
                <a:lnTo>
                  <a:pt x="4919871" y="93689"/>
                </a:lnTo>
                <a:lnTo>
                  <a:pt x="4918302" y="93147"/>
                </a:lnTo>
                <a:lnTo>
                  <a:pt x="4916715" y="92632"/>
                </a:lnTo>
                <a:lnTo>
                  <a:pt x="4915108" y="92143"/>
                </a:lnTo>
                <a:lnTo>
                  <a:pt x="4913483" y="91680"/>
                </a:lnTo>
                <a:lnTo>
                  <a:pt x="4911840" y="91244"/>
                </a:lnTo>
                <a:lnTo>
                  <a:pt x="4910177" y="90834"/>
                </a:lnTo>
                <a:lnTo>
                  <a:pt x="4908496" y="90451"/>
                </a:lnTo>
                <a:lnTo>
                  <a:pt x="4906796" y="90094"/>
                </a:lnTo>
                <a:lnTo>
                  <a:pt x="4905078" y="89763"/>
                </a:lnTo>
                <a:lnTo>
                  <a:pt x="4903340" y="89459"/>
                </a:lnTo>
                <a:lnTo>
                  <a:pt x="4901584" y="89182"/>
                </a:lnTo>
                <a:lnTo>
                  <a:pt x="4899810" y="88930"/>
                </a:lnTo>
                <a:lnTo>
                  <a:pt x="4898016" y="88706"/>
                </a:lnTo>
                <a:lnTo>
                  <a:pt x="4896204" y="88507"/>
                </a:lnTo>
                <a:lnTo>
                  <a:pt x="4894373" y="88335"/>
                </a:lnTo>
                <a:lnTo>
                  <a:pt x="4892524" y="88190"/>
                </a:lnTo>
                <a:lnTo>
                  <a:pt x="4890656" y="88071"/>
                </a:lnTo>
                <a:lnTo>
                  <a:pt x="4888769" y="87979"/>
                </a:lnTo>
                <a:lnTo>
                  <a:pt x="4886863" y="87912"/>
                </a:lnTo>
                <a:lnTo>
                  <a:pt x="4884939" y="87873"/>
                </a:lnTo>
                <a:lnTo>
                  <a:pt x="4882996" y="87860"/>
                </a:lnTo>
                <a:lnTo>
                  <a:pt x="4881362" y="87871"/>
                </a:lnTo>
                <a:lnTo>
                  <a:pt x="4879742" y="87904"/>
                </a:lnTo>
                <a:lnTo>
                  <a:pt x="4878136" y="87960"/>
                </a:lnTo>
                <a:lnTo>
                  <a:pt x="4876543" y="88039"/>
                </a:lnTo>
                <a:lnTo>
                  <a:pt x="4874963" y="88139"/>
                </a:lnTo>
                <a:lnTo>
                  <a:pt x="4873397" y="88262"/>
                </a:lnTo>
                <a:lnTo>
                  <a:pt x="4871844" y="88408"/>
                </a:lnTo>
                <a:lnTo>
                  <a:pt x="4870305" y="88575"/>
                </a:lnTo>
                <a:lnTo>
                  <a:pt x="4868779" y="88766"/>
                </a:lnTo>
                <a:lnTo>
                  <a:pt x="4867266" y="88978"/>
                </a:lnTo>
                <a:lnTo>
                  <a:pt x="4865767" y="89213"/>
                </a:lnTo>
                <a:lnTo>
                  <a:pt x="4864282" y="89470"/>
                </a:lnTo>
                <a:lnTo>
                  <a:pt x="4862809" y="89750"/>
                </a:lnTo>
                <a:lnTo>
                  <a:pt x="4861350" y="90052"/>
                </a:lnTo>
                <a:lnTo>
                  <a:pt x="4859905" y="90376"/>
                </a:lnTo>
                <a:lnTo>
                  <a:pt x="4858473" y="90723"/>
                </a:lnTo>
                <a:lnTo>
                  <a:pt x="4857055" y="91092"/>
                </a:lnTo>
                <a:lnTo>
                  <a:pt x="4855649" y="91484"/>
                </a:lnTo>
                <a:lnTo>
                  <a:pt x="4854258" y="91898"/>
                </a:lnTo>
                <a:lnTo>
                  <a:pt x="4852879" y="92334"/>
                </a:lnTo>
                <a:lnTo>
                  <a:pt x="4851514" y="92792"/>
                </a:lnTo>
                <a:lnTo>
                  <a:pt x="4850163" y="93273"/>
                </a:lnTo>
                <a:lnTo>
                  <a:pt x="4848825" y="93777"/>
                </a:lnTo>
                <a:lnTo>
                  <a:pt x="4847500" y="94303"/>
                </a:lnTo>
                <a:lnTo>
                  <a:pt x="4846190" y="94847"/>
                </a:lnTo>
                <a:lnTo>
                  <a:pt x="4844896" y="95407"/>
                </a:lnTo>
                <a:lnTo>
                  <a:pt x="4843618" y="95983"/>
                </a:lnTo>
                <a:lnTo>
                  <a:pt x="4842356" y="96574"/>
                </a:lnTo>
                <a:lnTo>
                  <a:pt x="4841109" y="97180"/>
                </a:lnTo>
                <a:lnTo>
                  <a:pt x="4839879" y="97802"/>
                </a:lnTo>
                <a:lnTo>
                  <a:pt x="4838664" y="98440"/>
                </a:lnTo>
                <a:lnTo>
                  <a:pt x="4837465" y="99093"/>
                </a:lnTo>
                <a:lnTo>
                  <a:pt x="4836282" y="99761"/>
                </a:lnTo>
                <a:lnTo>
                  <a:pt x="4835115" y="100445"/>
                </a:lnTo>
                <a:lnTo>
                  <a:pt x="4833963" y="101144"/>
                </a:lnTo>
                <a:lnTo>
                  <a:pt x="4832828" y="101859"/>
                </a:lnTo>
                <a:lnTo>
                  <a:pt x="4831708" y="102589"/>
                </a:lnTo>
                <a:lnTo>
                  <a:pt x="4830605" y="103334"/>
                </a:lnTo>
                <a:lnTo>
                  <a:pt x="4829517" y="104095"/>
                </a:lnTo>
                <a:lnTo>
                  <a:pt x="4828445" y="104872"/>
                </a:lnTo>
                <a:lnTo>
                  <a:pt x="4827388" y="105664"/>
                </a:lnTo>
                <a:lnTo>
                  <a:pt x="4826348" y="106471"/>
                </a:lnTo>
                <a:lnTo>
                  <a:pt x="4825324" y="107294"/>
                </a:lnTo>
                <a:lnTo>
                  <a:pt x="4824315" y="108132"/>
                </a:lnTo>
                <a:lnTo>
                  <a:pt x="4823323" y="108986"/>
                </a:lnTo>
                <a:lnTo>
                  <a:pt x="4822346" y="109855"/>
                </a:lnTo>
                <a:lnTo>
                  <a:pt x="4821385" y="110740"/>
                </a:lnTo>
                <a:lnTo>
                  <a:pt x="4820440" y="111640"/>
                </a:lnTo>
                <a:lnTo>
                  <a:pt x="4819512" y="112552"/>
                </a:lnTo>
                <a:lnTo>
                  <a:pt x="4818602" y="113473"/>
                </a:lnTo>
                <a:lnTo>
                  <a:pt x="4817711" y="114402"/>
                </a:lnTo>
                <a:lnTo>
                  <a:pt x="4816837" y="115340"/>
                </a:lnTo>
                <a:lnTo>
                  <a:pt x="4815983" y="116286"/>
                </a:lnTo>
                <a:lnTo>
                  <a:pt x="4815146" y="117241"/>
                </a:lnTo>
                <a:lnTo>
                  <a:pt x="4814328" y="118205"/>
                </a:lnTo>
                <a:lnTo>
                  <a:pt x="4813528" y="119177"/>
                </a:lnTo>
                <a:lnTo>
                  <a:pt x="4812746" y="120157"/>
                </a:lnTo>
                <a:lnTo>
                  <a:pt x="4811983" y="121146"/>
                </a:lnTo>
                <a:lnTo>
                  <a:pt x="4811238" y="122144"/>
                </a:lnTo>
                <a:lnTo>
                  <a:pt x="4810512" y="123150"/>
                </a:lnTo>
                <a:lnTo>
                  <a:pt x="4809803" y="124164"/>
                </a:lnTo>
                <a:lnTo>
                  <a:pt x="4809113" y="125188"/>
                </a:lnTo>
                <a:lnTo>
                  <a:pt x="4808441" y="126219"/>
                </a:lnTo>
                <a:lnTo>
                  <a:pt x="4807788" y="127260"/>
                </a:lnTo>
                <a:lnTo>
                  <a:pt x="4807153" y="128308"/>
                </a:lnTo>
                <a:lnTo>
                  <a:pt x="4806536" y="129366"/>
                </a:lnTo>
                <a:lnTo>
                  <a:pt x="4805937" y="130432"/>
                </a:lnTo>
                <a:lnTo>
                  <a:pt x="4805357" y="131506"/>
                </a:lnTo>
                <a:lnTo>
                  <a:pt x="4804795" y="132589"/>
                </a:lnTo>
                <a:lnTo>
                  <a:pt x="4804252" y="133681"/>
                </a:lnTo>
                <a:lnTo>
                  <a:pt x="4803726" y="134781"/>
                </a:lnTo>
                <a:lnTo>
                  <a:pt x="4803219" y="135889"/>
                </a:lnTo>
                <a:lnTo>
                  <a:pt x="4802732" y="137003"/>
                </a:lnTo>
                <a:lnTo>
                  <a:pt x="4802265" y="138117"/>
                </a:lnTo>
                <a:lnTo>
                  <a:pt x="4801819" y="139232"/>
                </a:lnTo>
                <a:lnTo>
                  <a:pt x="4801394" y="140347"/>
                </a:lnTo>
                <a:lnTo>
                  <a:pt x="4800989" y="141464"/>
                </a:lnTo>
                <a:lnTo>
                  <a:pt x="4800605" y="142581"/>
                </a:lnTo>
                <a:lnTo>
                  <a:pt x="4800242" y="143700"/>
                </a:lnTo>
                <a:lnTo>
                  <a:pt x="4799900" y="144819"/>
                </a:lnTo>
                <a:lnTo>
                  <a:pt x="4799578" y="145938"/>
                </a:lnTo>
                <a:lnTo>
                  <a:pt x="4799278" y="147059"/>
                </a:lnTo>
                <a:lnTo>
                  <a:pt x="4798998" y="148180"/>
                </a:lnTo>
                <a:lnTo>
                  <a:pt x="4798738" y="149303"/>
                </a:lnTo>
                <a:lnTo>
                  <a:pt x="4798500" y="150426"/>
                </a:lnTo>
                <a:lnTo>
                  <a:pt x="4798282" y="151550"/>
                </a:lnTo>
                <a:lnTo>
                  <a:pt x="4798085" y="152674"/>
                </a:lnTo>
                <a:lnTo>
                  <a:pt x="4797909" y="153800"/>
                </a:lnTo>
                <a:lnTo>
                  <a:pt x="4797753" y="154926"/>
                </a:lnTo>
                <a:lnTo>
                  <a:pt x="4797618" y="156053"/>
                </a:lnTo>
                <a:lnTo>
                  <a:pt x="4797504" y="157181"/>
                </a:lnTo>
                <a:lnTo>
                  <a:pt x="4797411" y="158310"/>
                </a:lnTo>
                <a:lnTo>
                  <a:pt x="4797338" y="159439"/>
                </a:lnTo>
                <a:lnTo>
                  <a:pt x="4797286" y="160570"/>
                </a:lnTo>
                <a:lnTo>
                  <a:pt x="4797255" y="161701"/>
                </a:lnTo>
                <a:lnTo>
                  <a:pt x="4797245" y="162833"/>
                </a:lnTo>
                <a:lnTo>
                  <a:pt x="4838714" y="162833"/>
                </a:lnTo>
                <a:lnTo>
                  <a:pt x="4838723" y="161938"/>
                </a:lnTo>
                <a:lnTo>
                  <a:pt x="4838749" y="161050"/>
                </a:lnTo>
                <a:lnTo>
                  <a:pt x="4838793" y="160168"/>
                </a:lnTo>
                <a:lnTo>
                  <a:pt x="4838854" y="159293"/>
                </a:lnTo>
                <a:lnTo>
                  <a:pt x="4838933" y="158424"/>
                </a:lnTo>
                <a:lnTo>
                  <a:pt x="4839029" y="157561"/>
                </a:lnTo>
                <a:lnTo>
                  <a:pt x="4839143" y="156706"/>
                </a:lnTo>
                <a:lnTo>
                  <a:pt x="4839274" y="155856"/>
                </a:lnTo>
                <a:lnTo>
                  <a:pt x="4839423" y="155014"/>
                </a:lnTo>
                <a:lnTo>
                  <a:pt x="4839589" y="154177"/>
                </a:lnTo>
                <a:lnTo>
                  <a:pt x="4839773" y="153347"/>
                </a:lnTo>
                <a:lnTo>
                  <a:pt x="4839974" y="152524"/>
                </a:lnTo>
                <a:lnTo>
                  <a:pt x="4840192" y="151707"/>
                </a:lnTo>
                <a:lnTo>
                  <a:pt x="4840429" y="150897"/>
                </a:lnTo>
                <a:lnTo>
                  <a:pt x="4840682" y="150093"/>
                </a:lnTo>
                <a:lnTo>
                  <a:pt x="4840953" y="149296"/>
                </a:lnTo>
                <a:lnTo>
                  <a:pt x="4841242" y="148505"/>
                </a:lnTo>
                <a:lnTo>
                  <a:pt x="4841548" y="147721"/>
                </a:lnTo>
                <a:lnTo>
                  <a:pt x="4841871" y="146943"/>
                </a:lnTo>
                <a:lnTo>
                  <a:pt x="4842213" y="146172"/>
                </a:lnTo>
                <a:lnTo>
                  <a:pt x="4842571" y="145408"/>
                </a:lnTo>
                <a:lnTo>
                  <a:pt x="4842947" y="144649"/>
                </a:lnTo>
                <a:lnTo>
                  <a:pt x="4843341" y="143898"/>
                </a:lnTo>
                <a:lnTo>
                  <a:pt x="4843752" y="143152"/>
                </a:lnTo>
                <a:lnTo>
                  <a:pt x="4844179" y="142417"/>
                </a:lnTo>
                <a:lnTo>
                  <a:pt x="4844622" y="141693"/>
                </a:lnTo>
                <a:lnTo>
                  <a:pt x="4845081" y="140982"/>
                </a:lnTo>
                <a:lnTo>
                  <a:pt x="4845554" y="140282"/>
                </a:lnTo>
                <a:lnTo>
                  <a:pt x="4846044" y="139595"/>
                </a:lnTo>
                <a:lnTo>
                  <a:pt x="4846549" y="138921"/>
                </a:lnTo>
                <a:lnTo>
                  <a:pt x="4847069" y="138258"/>
                </a:lnTo>
                <a:lnTo>
                  <a:pt x="4847605" y="137608"/>
                </a:lnTo>
                <a:lnTo>
                  <a:pt x="4848156" y="136969"/>
                </a:lnTo>
                <a:lnTo>
                  <a:pt x="4848722" y="136343"/>
                </a:lnTo>
                <a:lnTo>
                  <a:pt x="4849304" y="135730"/>
                </a:lnTo>
                <a:lnTo>
                  <a:pt x="4849902" y="135128"/>
                </a:lnTo>
                <a:lnTo>
                  <a:pt x="4850515" y="134539"/>
                </a:lnTo>
                <a:lnTo>
                  <a:pt x="4851143" y="133961"/>
                </a:lnTo>
                <a:lnTo>
                  <a:pt x="4851787" y="133396"/>
                </a:lnTo>
                <a:lnTo>
                  <a:pt x="4852447" y="132844"/>
                </a:lnTo>
                <a:lnTo>
                  <a:pt x="4853121" y="132303"/>
                </a:lnTo>
                <a:lnTo>
                  <a:pt x="4853812" y="131775"/>
                </a:lnTo>
                <a:lnTo>
                  <a:pt x="4854517" y="131259"/>
                </a:lnTo>
                <a:lnTo>
                  <a:pt x="4855239" y="130755"/>
                </a:lnTo>
                <a:lnTo>
                  <a:pt x="4855975" y="130263"/>
                </a:lnTo>
                <a:lnTo>
                  <a:pt x="4856727" y="129783"/>
                </a:lnTo>
                <a:lnTo>
                  <a:pt x="4857495" y="129316"/>
                </a:lnTo>
                <a:lnTo>
                  <a:pt x="4858278" y="128861"/>
                </a:lnTo>
                <a:lnTo>
                  <a:pt x="4859075" y="128421"/>
                </a:lnTo>
                <a:lnTo>
                  <a:pt x="4859885" y="128000"/>
                </a:lnTo>
                <a:lnTo>
                  <a:pt x="4860707" y="127598"/>
                </a:lnTo>
                <a:lnTo>
                  <a:pt x="4861542" y="127214"/>
                </a:lnTo>
                <a:lnTo>
                  <a:pt x="4862389" y="126849"/>
                </a:lnTo>
                <a:lnTo>
                  <a:pt x="4863249" y="126503"/>
                </a:lnTo>
                <a:lnTo>
                  <a:pt x="4864122" y="126176"/>
                </a:lnTo>
                <a:lnTo>
                  <a:pt x="4865007" y="125867"/>
                </a:lnTo>
                <a:lnTo>
                  <a:pt x="4865905" y="125577"/>
                </a:lnTo>
                <a:lnTo>
                  <a:pt x="4866816" y="125306"/>
                </a:lnTo>
                <a:lnTo>
                  <a:pt x="4867739" y="125053"/>
                </a:lnTo>
                <a:lnTo>
                  <a:pt x="4868675" y="124819"/>
                </a:lnTo>
                <a:lnTo>
                  <a:pt x="4869623" y="124604"/>
                </a:lnTo>
                <a:lnTo>
                  <a:pt x="4870584" y="124407"/>
                </a:lnTo>
                <a:lnTo>
                  <a:pt x="4871557" y="124230"/>
                </a:lnTo>
                <a:lnTo>
                  <a:pt x="4872544" y="124071"/>
                </a:lnTo>
                <a:lnTo>
                  <a:pt x="4873542" y="123930"/>
                </a:lnTo>
                <a:lnTo>
                  <a:pt x="4874554" y="123809"/>
                </a:lnTo>
                <a:lnTo>
                  <a:pt x="4875578" y="123706"/>
                </a:lnTo>
                <a:lnTo>
                  <a:pt x="4876614" y="123622"/>
                </a:lnTo>
                <a:lnTo>
                  <a:pt x="4877664" y="123556"/>
                </a:lnTo>
                <a:lnTo>
                  <a:pt x="4878726" y="123509"/>
                </a:lnTo>
                <a:lnTo>
                  <a:pt x="4879800" y="123481"/>
                </a:lnTo>
                <a:lnTo>
                  <a:pt x="4880887" y="123472"/>
                </a:lnTo>
                <a:lnTo>
                  <a:pt x="4882011" y="123479"/>
                </a:lnTo>
                <a:lnTo>
                  <a:pt x="4883120" y="123501"/>
                </a:lnTo>
                <a:lnTo>
                  <a:pt x="4884213" y="123538"/>
                </a:lnTo>
                <a:lnTo>
                  <a:pt x="4885290" y="123589"/>
                </a:lnTo>
                <a:lnTo>
                  <a:pt x="4886351" y="123655"/>
                </a:lnTo>
                <a:lnTo>
                  <a:pt x="4887396" y="123736"/>
                </a:lnTo>
                <a:lnTo>
                  <a:pt x="4888425" y="123831"/>
                </a:lnTo>
                <a:lnTo>
                  <a:pt x="4889439" y="123941"/>
                </a:lnTo>
                <a:lnTo>
                  <a:pt x="4890436" y="124065"/>
                </a:lnTo>
                <a:lnTo>
                  <a:pt x="4891418" y="124204"/>
                </a:lnTo>
                <a:lnTo>
                  <a:pt x="4892384" y="124358"/>
                </a:lnTo>
                <a:lnTo>
                  <a:pt x="4893334" y="124526"/>
                </a:lnTo>
                <a:lnTo>
                  <a:pt x="4894268" y="124709"/>
                </a:lnTo>
                <a:lnTo>
                  <a:pt x="4895186" y="124907"/>
                </a:lnTo>
                <a:lnTo>
                  <a:pt x="4896089" y="125119"/>
                </a:lnTo>
                <a:lnTo>
                  <a:pt x="4896975" y="125346"/>
                </a:lnTo>
                <a:lnTo>
                  <a:pt x="4897846" y="125588"/>
                </a:lnTo>
                <a:lnTo>
                  <a:pt x="4898701" y="125844"/>
                </a:lnTo>
                <a:lnTo>
                  <a:pt x="4899539" y="126115"/>
                </a:lnTo>
                <a:lnTo>
                  <a:pt x="4900363" y="126401"/>
                </a:lnTo>
                <a:lnTo>
                  <a:pt x="4901170" y="126701"/>
                </a:lnTo>
                <a:lnTo>
                  <a:pt x="4901961" y="127016"/>
                </a:lnTo>
                <a:lnTo>
                  <a:pt x="4902737" y="127345"/>
                </a:lnTo>
                <a:lnTo>
                  <a:pt x="4903496" y="127689"/>
                </a:lnTo>
                <a:lnTo>
                  <a:pt x="4904240" y="128049"/>
                </a:lnTo>
                <a:lnTo>
                  <a:pt x="4904969" y="128426"/>
                </a:lnTo>
                <a:lnTo>
                  <a:pt x="4905682" y="128820"/>
                </a:lnTo>
                <a:lnTo>
                  <a:pt x="4906379" y="129232"/>
                </a:lnTo>
                <a:lnTo>
                  <a:pt x="4907061" y="129660"/>
                </a:lnTo>
                <a:lnTo>
                  <a:pt x="4907728" y="130105"/>
                </a:lnTo>
                <a:lnTo>
                  <a:pt x="4908379" y="130568"/>
                </a:lnTo>
                <a:lnTo>
                  <a:pt x="4909015" y="131047"/>
                </a:lnTo>
                <a:lnTo>
                  <a:pt x="4909635" y="131544"/>
                </a:lnTo>
                <a:lnTo>
                  <a:pt x="4910240" y="132058"/>
                </a:lnTo>
                <a:lnTo>
                  <a:pt x="4910830" y="132589"/>
                </a:lnTo>
                <a:lnTo>
                  <a:pt x="4911404" y="133137"/>
                </a:lnTo>
                <a:lnTo>
                  <a:pt x="4911962" y="133701"/>
                </a:lnTo>
                <a:lnTo>
                  <a:pt x="4912505" y="134284"/>
                </a:lnTo>
                <a:lnTo>
                  <a:pt x="4913033" y="134883"/>
                </a:lnTo>
                <a:lnTo>
                  <a:pt x="4913545" y="135499"/>
                </a:lnTo>
                <a:lnTo>
                  <a:pt x="4914041" y="136132"/>
                </a:lnTo>
                <a:lnTo>
                  <a:pt x="4914523" y="136783"/>
                </a:lnTo>
                <a:lnTo>
                  <a:pt x="4914988" y="137450"/>
                </a:lnTo>
                <a:lnTo>
                  <a:pt x="4915439" y="138135"/>
                </a:lnTo>
                <a:lnTo>
                  <a:pt x="4915873" y="138836"/>
                </a:lnTo>
                <a:lnTo>
                  <a:pt x="4916293" y="139555"/>
                </a:lnTo>
                <a:lnTo>
                  <a:pt x="4916697" y="140291"/>
                </a:lnTo>
                <a:lnTo>
                  <a:pt x="4917085" y="141044"/>
                </a:lnTo>
                <a:lnTo>
                  <a:pt x="4917458" y="141815"/>
                </a:lnTo>
                <a:lnTo>
                  <a:pt x="4917815" y="142607"/>
                </a:lnTo>
                <a:lnTo>
                  <a:pt x="4918156" y="143420"/>
                </a:lnTo>
                <a:lnTo>
                  <a:pt x="4918481" y="144252"/>
                </a:lnTo>
                <a:lnTo>
                  <a:pt x="4918790" y="145105"/>
                </a:lnTo>
                <a:lnTo>
                  <a:pt x="4919084" y="145979"/>
                </a:lnTo>
                <a:lnTo>
                  <a:pt x="4919362" y="146872"/>
                </a:lnTo>
                <a:lnTo>
                  <a:pt x="4919623" y="147786"/>
                </a:lnTo>
                <a:lnTo>
                  <a:pt x="4919869" y="148721"/>
                </a:lnTo>
                <a:lnTo>
                  <a:pt x="4920099" y="149675"/>
                </a:lnTo>
                <a:lnTo>
                  <a:pt x="4920313" y="150650"/>
                </a:lnTo>
                <a:lnTo>
                  <a:pt x="4920512" y="151646"/>
                </a:lnTo>
                <a:lnTo>
                  <a:pt x="4920694" y="152661"/>
                </a:lnTo>
                <a:lnTo>
                  <a:pt x="4920861" y="153697"/>
                </a:lnTo>
                <a:lnTo>
                  <a:pt x="4921011" y="154754"/>
                </a:lnTo>
                <a:lnTo>
                  <a:pt x="4921146" y="155830"/>
                </a:lnTo>
                <a:lnTo>
                  <a:pt x="4921265" y="156927"/>
                </a:lnTo>
                <a:lnTo>
                  <a:pt x="4921368" y="158045"/>
                </a:lnTo>
                <a:lnTo>
                  <a:pt x="4921456" y="159182"/>
                </a:lnTo>
                <a:lnTo>
                  <a:pt x="4921527" y="160340"/>
                </a:lnTo>
                <a:lnTo>
                  <a:pt x="4921582" y="161519"/>
                </a:lnTo>
                <a:lnTo>
                  <a:pt x="4921622" y="162718"/>
                </a:lnTo>
                <a:lnTo>
                  <a:pt x="4921646" y="163937"/>
                </a:lnTo>
                <a:lnTo>
                  <a:pt x="4921654" y="165176"/>
                </a:lnTo>
                <a:lnTo>
                  <a:pt x="4921654" y="192354"/>
                </a:lnTo>
                <a:lnTo>
                  <a:pt x="4893070" y="192354"/>
                </a:lnTo>
                <a:lnTo>
                  <a:pt x="4891011" y="192365"/>
                </a:lnTo>
                <a:lnTo>
                  <a:pt x="4888973" y="192398"/>
                </a:lnTo>
                <a:lnTo>
                  <a:pt x="4886955" y="192453"/>
                </a:lnTo>
                <a:lnTo>
                  <a:pt x="4884958" y="192530"/>
                </a:lnTo>
                <a:lnTo>
                  <a:pt x="4882982" y="192628"/>
                </a:lnTo>
                <a:lnTo>
                  <a:pt x="4881026" y="192749"/>
                </a:lnTo>
                <a:lnTo>
                  <a:pt x="4879091" y="192892"/>
                </a:lnTo>
                <a:lnTo>
                  <a:pt x="4877177" y="193057"/>
                </a:lnTo>
                <a:lnTo>
                  <a:pt x="4875284" y="193243"/>
                </a:lnTo>
                <a:lnTo>
                  <a:pt x="4873412" y="193452"/>
                </a:lnTo>
                <a:lnTo>
                  <a:pt x="4871560" y="193683"/>
                </a:lnTo>
                <a:lnTo>
                  <a:pt x="4869729" y="193935"/>
                </a:lnTo>
                <a:lnTo>
                  <a:pt x="4867919" y="194210"/>
                </a:lnTo>
                <a:lnTo>
                  <a:pt x="4866129" y="194506"/>
                </a:lnTo>
                <a:lnTo>
                  <a:pt x="4864360" y="194825"/>
                </a:lnTo>
                <a:lnTo>
                  <a:pt x="4862612" y="195165"/>
                </a:lnTo>
                <a:lnTo>
                  <a:pt x="4860885" y="195528"/>
                </a:lnTo>
                <a:lnTo>
                  <a:pt x="4859178" y="195912"/>
                </a:lnTo>
                <a:lnTo>
                  <a:pt x="4857493" y="196319"/>
                </a:lnTo>
                <a:lnTo>
                  <a:pt x="4855828" y="196747"/>
                </a:lnTo>
                <a:lnTo>
                  <a:pt x="4854183" y="197197"/>
                </a:lnTo>
                <a:lnTo>
                  <a:pt x="4852560" y="197669"/>
                </a:lnTo>
                <a:lnTo>
                  <a:pt x="4850957" y="198164"/>
                </a:lnTo>
                <a:lnTo>
                  <a:pt x="4849375" y="198680"/>
                </a:lnTo>
                <a:lnTo>
                  <a:pt x="4847814" y="199216"/>
                </a:lnTo>
                <a:lnTo>
                  <a:pt x="4846276" y="199769"/>
                </a:lnTo>
                <a:lnTo>
                  <a:pt x="4844760" y="200340"/>
                </a:lnTo>
                <a:lnTo>
                  <a:pt x="4843267" y="200928"/>
                </a:lnTo>
                <a:lnTo>
                  <a:pt x="4841796" y="201534"/>
                </a:lnTo>
                <a:lnTo>
                  <a:pt x="4840347" y="202158"/>
                </a:lnTo>
                <a:lnTo>
                  <a:pt x="4838921" y="202798"/>
                </a:lnTo>
                <a:lnTo>
                  <a:pt x="4837517" y="203457"/>
                </a:lnTo>
                <a:lnTo>
                  <a:pt x="4836135" y="204133"/>
                </a:lnTo>
                <a:lnTo>
                  <a:pt x="4834776" y="204826"/>
                </a:lnTo>
                <a:lnTo>
                  <a:pt x="4833439" y="205537"/>
                </a:lnTo>
                <a:lnTo>
                  <a:pt x="4832125" y="206265"/>
                </a:lnTo>
                <a:lnTo>
                  <a:pt x="4830833" y="207011"/>
                </a:lnTo>
                <a:lnTo>
                  <a:pt x="4829563" y="207774"/>
                </a:lnTo>
                <a:lnTo>
                  <a:pt x="4828316" y="208555"/>
                </a:lnTo>
                <a:lnTo>
                  <a:pt x="4827091" y="209353"/>
                </a:lnTo>
                <a:lnTo>
                  <a:pt x="4825888" y="210169"/>
                </a:lnTo>
                <a:lnTo>
                  <a:pt x="4824708" y="211002"/>
                </a:lnTo>
                <a:lnTo>
                  <a:pt x="4823550" y="211853"/>
                </a:lnTo>
                <a:lnTo>
                  <a:pt x="4822415" y="212721"/>
                </a:lnTo>
                <a:lnTo>
                  <a:pt x="4821302" y="213607"/>
                </a:lnTo>
                <a:lnTo>
                  <a:pt x="4820211" y="214510"/>
                </a:lnTo>
                <a:lnTo>
                  <a:pt x="4819143" y="215431"/>
                </a:lnTo>
                <a:lnTo>
                  <a:pt x="4818097" y="216369"/>
                </a:lnTo>
                <a:lnTo>
                  <a:pt x="4817073" y="217323"/>
                </a:lnTo>
                <a:lnTo>
                  <a:pt x="4816069" y="218291"/>
                </a:lnTo>
                <a:lnTo>
                  <a:pt x="4815088" y="219274"/>
                </a:lnTo>
                <a:lnTo>
                  <a:pt x="4814127" y="220270"/>
                </a:lnTo>
                <a:lnTo>
                  <a:pt x="4813187" y="221281"/>
                </a:lnTo>
                <a:lnTo>
                  <a:pt x="4812269" y="222307"/>
                </a:lnTo>
                <a:lnTo>
                  <a:pt x="4811371" y="223346"/>
                </a:lnTo>
                <a:lnTo>
                  <a:pt x="4810495" y="224400"/>
                </a:lnTo>
                <a:lnTo>
                  <a:pt x="4809640" y="225468"/>
                </a:lnTo>
                <a:lnTo>
                  <a:pt x="4808806" y="226550"/>
                </a:lnTo>
                <a:lnTo>
                  <a:pt x="4807994" y="227646"/>
                </a:lnTo>
                <a:lnTo>
                  <a:pt x="4807202" y="228757"/>
                </a:lnTo>
                <a:lnTo>
                  <a:pt x="4806432" y="229882"/>
                </a:lnTo>
                <a:lnTo>
                  <a:pt x="4805682" y="231021"/>
                </a:lnTo>
                <a:lnTo>
                  <a:pt x="4804954" y="232174"/>
                </a:lnTo>
                <a:lnTo>
                  <a:pt x="4804247" y="233342"/>
                </a:lnTo>
                <a:lnTo>
                  <a:pt x="4803562" y="234524"/>
                </a:lnTo>
                <a:lnTo>
                  <a:pt x="4802897" y="235720"/>
                </a:lnTo>
                <a:lnTo>
                  <a:pt x="4802254" y="236930"/>
                </a:lnTo>
                <a:lnTo>
                  <a:pt x="4801631" y="238155"/>
                </a:lnTo>
                <a:lnTo>
                  <a:pt x="4801030" y="239393"/>
                </a:lnTo>
                <a:lnTo>
                  <a:pt x="4800450" y="240647"/>
                </a:lnTo>
                <a:lnTo>
                  <a:pt x="4799891" y="241914"/>
                </a:lnTo>
                <a:lnTo>
                  <a:pt x="4799353" y="243195"/>
                </a:lnTo>
                <a:lnTo>
                  <a:pt x="4798837" y="244489"/>
                </a:lnTo>
                <a:lnTo>
                  <a:pt x="4798343" y="245792"/>
                </a:lnTo>
                <a:lnTo>
                  <a:pt x="4797871" y="247105"/>
                </a:lnTo>
                <a:lnTo>
                  <a:pt x="4797420" y="248428"/>
                </a:lnTo>
                <a:lnTo>
                  <a:pt x="4796992" y="249760"/>
                </a:lnTo>
                <a:lnTo>
                  <a:pt x="4796586" y="251103"/>
                </a:lnTo>
                <a:lnTo>
                  <a:pt x="4796201" y="252455"/>
                </a:lnTo>
                <a:lnTo>
                  <a:pt x="4795839" y="253816"/>
                </a:lnTo>
                <a:lnTo>
                  <a:pt x="4795499" y="255188"/>
                </a:lnTo>
                <a:lnTo>
                  <a:pt x="4795180" y="256569"/>
                </a:lnTo>
                <a:lnTo>
                  <a:pt x="4794883" y="257961"/>
                </a:lnTo>
                <a:lnTo>
                  <a:pt x="4794609" y="259361"/>
                </a:lnTo>
                <a:lnTo>
                  <a:pt x="4794356" y="260772"/>
                </a:lnTo>
                <a:lnTo>
                  <a:pt x="4794126" y="262192"/>
                </a:lnTo>
                <a:lnTo>
                  <a:pt x="4793917" y="263623"/>
                </a:lnTo>
                <a:lnTo>
                  <a:pt x="4793730" y="265063"/>
                </a:lnTo>
                <a:lnTo>
                  <a:pt x="4793566" y="266512"/>
                </a:lnTo>
                <a:lnTo>
                  <a:pt x="4793423" y="267972"/>
                </a:lnTo>
                <a:lnTo>
                  <a:pt x="4793302" y="269441"/>
                </a:lnTo>
                <a:lnTo>
                  <a:pt x="4793203" y="270920"/>
                </a:lnTo>
                <a:lnTo>
                  <a:pt x="4793126" y="272409"/>
                </a:lnTo>
                <a:lnTo>
                  <a:pt x="4793071" y="273907"/>
                </a:lnTo>
                <a:lnTo>
                  <a:pt x="4793038" y="275415"/>
                </a:lnTo>
                <a:lnTo>
                  <a:pt x="4793027" y="276933"/>
                </a:lnTo>
                <a:lnTo>
                  <a:pt x="4793043" y="278931"/>
                </a:lnTo>
                <a:lnTo>
                  <a:pt x="4793091" y="280902"/>
                </a:lnTo>
                <a:lnTo>
                  <a:pt x="4793170" y="282846"/>
                </a:lnTo>
                <a:lnTo>
                  <a:pt x="4793281" y="284763"/>
                </a:lnTo>
                <a:lnTo>
                  <a:pt x="4793424" y="286653"/>
                </a:lnTo>
                <a:lnTo>
                  <a:pt x="4793599" y="288516"/>
                </a:lnTo>
                <a:lnTo>
                  <a:pt x="4793805" y="290353"/>
                </a:lnTo>
                <a:lnTo>
                  <a:pt x="4794043" y="292162"/>
                </a:lnTo>
                <a:lnTo>
                  <a:pt x="4794312" y="293945"/>
                </a:lnTo>
                <a:lnTo>
                  <a:pt x="4794614" y="295701"/>
                </a:lnTo>
                <a:lnTo>
                  <a:pt x="4794947" y="297430"/>
                </a:lnTo>
                <a:lnTo>
                  <a:pt x="4795312" y="299132"/>
                </a:lnTo>
                <a:lnTo>
                  <a:pt x="4795708" y="300808"/>
                </a:lnTo>
                <a:lnTo>
                  <a:pt x="4796137" y="302457"/>
                </a:lnTo>
                <a:lnTo>
                  <a:pt x="4796597" y="304078"/>
                </a:lnTo>
                <a:lnTo>
                  <a:pt x="4797089" y="305673"/>
                </a:lnTo>
                <a:lnTo>
                  <a:pt x="4797612" y="307241"/>
                </a:lnTo>
                <a:lnTo>
                  <a:pt x="4798167" y="308782"/>
                </a:lnTo>
                <a:lnTo>
                  <a:pt x="4798754" y="310297"/>
                </a:lnTo>
                <a:lnTo>
                  <a:pt x="4799373" y="311784"/>
                </a:lnTo>
                <a:lnTo>
                  <a:pt x="4800023" y="313245"/>
                </a:lnTo>
                <a:lnTo>
                  <a:pt x="4800705" y="314679"/>
                </a:lnTo>
                <a:lnTo>
                  <a:pt x="4801419" y="316086"/>
                </a:lnTo>
                <a:lnTo>
                  <a:pt x="4802165" y="317466"/>
                </a:lnTo>
                <a:lnTo>
                  <a:pt x="4802939" y="318819"/>
                </a:lnTo>
                <a:lnTo>
                  <a:pt x="4803739" y="320144"/>
                </a:lnTo>
                <a:lnTo>
                  <a:pt x="4804565" y="321441"/>
                </a:lnTo>
                <a:lnTo>
                  <a:pt x="4805416" y="322711"/>
                </a:lnTo>
                <a:lnTo>
                  <a:pt x="4806292" y="323954"/>
                </a:lnTo>
                <a:lnTo>
                  <a:pt x="4807195" y="325168"/>
                </a:lnTo>
                <a:lnTo>
                  <a:pt x="4808123" y="326355"/>
                </a:lnTo>
                <a:lnTo>
                  <a:pt x="4809076" y="327514"/>
                </a:lnTo>
                <a:lnTo>
                  <a:pt x="4810056" y="328646"/>
                </a:lnTo>
                <a:lnTo>
                  <a:pt x="4811061" y="329750"/>
                </a:lnTo>
                <a:lnTo>
                  <a:pt x="4812091" y="330826"/>
                </a:lnTo>
                <a:lnTo>
                  <a:pt x="4813147" y="331875"/>
                </a:lnTo>
                <a:lnTo>
                  <a:pt x="4814229" y="332896"/>
                </a:lnTo>
                <a:lnTo>
                  <a:pt x="4815336" y="333889"/>
                </a:lnTo>
                <a:lnTo>
                  <a:pt x="4816469" y="334855"/>
                </a:lnTo>
                <a:lnTo>
                  <a:pt x="4817628" y="335793"/>
                </a:lnTo>
                <a:lnTo>
                  <a:pt x="4818812" y="336703"/>
                </a:lnTo>
                <a:lnTo>
                  <a:pt x="4820022" y="337586"/>
                </a:lnTo>
                <a:lnTo>
                  <a:pt x="4821258" y="338441"/>
                </a:lnTo>
                <a:lnTo>
                  <a:pt x="4822519" y="339268"/>
                </a:lnTo>
                <a:lnTo>
                  <a:pt x="4823806" y="340068"/>
                </a:lnTo>
                <a:lnTo>
                  <a:pt x="4825118" y="340840"/>
                </a:lnTo>
                <a:lnTo>
                  <a:pt x="4826456" y="341584"/>
                </a:lnTo>
                <a:lnTo>
                  <a:pt x="4827820" y="342301"/>
                </a:lnTo>
                <a:lnTo>
                  <a:pt x="4829206" y="342989"/>
                </a:lnTo>
                <a:lnTo>
                  <a:pt x="4830611" y="343648"/>
                </a:lnTo>
                <a:lnTo>
                  <a:pt x="4832035" y="344278"/>
                </a:lnTo>
                <a:lnTo>
                  <a:pt x="4833479" y="344878"/>
                </a:lnTo>
                <a:lnTo>
                  <a:pt x="4834941" y="345449"/>
                </a:lnTo>
                <a:lnTo>
                  <a:pt x="4836423" y="345991"/>
                </a:lnTo>
                <a:lnTo>
                  <a:pt x="4837923" y="346503"/>
                </a:lnTo>
                <a:lnTo>
                  <a:pt x="4839443" y="346987"/>
                </a:lnTo>
                <a:lnTo>
                  <a:pt x="4840982" y="347441"/>
                </a:lnTo>
                <a:lnTo>
                  <a:pt x="4842540" y="347865"/>
                </a:lnTo>
                <a:lnTo>
                  <a:pt x="4844118" y="348261"/>
                </a:lnTo>
                <a:lnTo>
                  <a:pt x="4845714" y="348627"/>
                </a:lnTo>
                <a:lnTo>
                  <a:pt x="4847329" y="348964"/>
                </a:lnTo>
                <a:lnTo>
                  <a:pt x="4848964" y="349271"/>
                </a:lnTo>
                <a:lnTo>
                  <a:pt x="4850618" y="349549"/>
                </a:lnTo>
                <a:lnTo>
                  <a:pt x="4852290" y="349798"/>
                </a:lnTo>
                <a:lnTo>
                  <a:pt x="4853982" y="350018"/>
                </a:lnTo>
                <a:lnTo>
                  <a:pt x="4855693" y="350208"/>
                </a:lnTo>
                <a:lnTo>
                  <a:pt x="4857423" y="350369"/>
                </a:lnTo>
                <a:lnTo>
                  <a:pt x="4859173" y="350501"/>
                </a:lnTo>
                <a:lnTo>
                  <a:pt x="4860941" y="350604"/>
                </a:lnTo>
                <a:lnTo>
                  <a:pt x="4862729" y="350677"/>
                </a:lnTo>
                <a:lnTo>
                  <a:pt x="4864535" y="350721"/>
                </a:lnTo>
                <a:lnTo>
                  <a:pt x="4866361" y="350735"/>
                </a:lnTo>
                <a:lnTo>
                  <a:pt x="4867605" y="350725"/>
                </a:lnTo>
                <a:lnTo>
                  <a:pt x="4868840" y="350692"/>
                </a:lnTo>
                <a:lnTo>
                  <a:pt x="4870064" y="350638"/>
                </a:lnTo>
                <a:lnTo>
                  <a:pt x="4871278" y="350563"/>
                </a:lnTo>
                <a:lnTo>
                  <a:pt x="4872482" y="350466"/>
                </a:lnTo>
                <a:lnTo>
                  <a:pt x="4873675" y="350347"/>
                </a:lnTo>
                <a:lnTo>
                  <a:pt x="4874859" y="350207"/>
                </a:lnTo>
                <a:lnTo>
                  <a:pt x="4876032" y="350045"/>
                </a:lnTo>
                <a:lnTo>
                  <a:pt x="4877195" y="349862"/>
                </a:lnTo>
                <a:lnTo>
                  <a:pt x="4878348" y="349657"/>
                </a:lnTo>
                <a:lnTo>
                  <a:pt x="4879491" y="349431"/>
                </a:lnTo>
                <a:lnTo>
                  <a:pt x="4880623" y="349183"/>
                </a:lnTo>
                <a:lnTo>
                  <a:pt x="4881746" y="348914"/>
                </a:lnTo>
                <a:lnTo>
                  <a:pt x="4882858" y="348623"/>
                </a:lnTo>
                <a:lnTo>
                  <a:pt x="4883960" y="348310"/>
                </a:lnTo>
                <a:lnTo>
                  <a:pt x="4885052" y="347976"/>
                </a:lnTo>
                <a:lnTo>
                  <a:pt x="4886134" y="347620"/>
                </a:lnTo>
                <a:lnTo>
                  <a:pt x="4887206" y="347243"/>
                </a:lnTo>
                <a:lnTo>
                  <a:pt x="4888267" y="346844"/>
                </a:lnTo>
                <a:lnTo>
                  <a:pt x="4889318" y="346424"/>
                </a:lnTo>
                <a:lnTo>
                  <a:pt x="4890359" y="345982"/>
                </a:lnTo>
                <a:lnTo>
                  <a:pt x="4891390" y="345518"/>
                </a:lnTo>
                <a:lnTo>
                  <a:pt x="4892411" y="345033"/>
                </a:lnTo>
                <a:lnTo>
                  <a:pt x="4893422" y="344527"/>
                </a:lnTo>
                <a:lnTo>
                  <a:pt x="4894422" y="344003"/>
                </a:lnTo>
                <a:lnTo>
                  <a:pt x="4895411" y="343467"/>
                </a:lnTo>
                <a:lnTo>
                  <a:pt x="4896389" y="342919"/>
                </a:lnTo>
                <a:lnTo>
                  <a:pt x="4897356" y="342359"/>
                </a:lnTo>
                <a:lnTo>
                  <a:pt x="4898312" y="341787"/>
                </a:lnTo>
                <a:lnTo>
                  <a:pt x="4899257" y="341203"/>
                </a:lnTo>
                <a:lnTo>
                  <a:pt x="4900191" y="340606"/>
                </a:lnTo>
                <a:lnTo>
                  <a:pt x="4901114" y="339997"/>
                </a:lnTo>
                <a:lnTo>
                  <a:pt x="4902026" y="339376"/>
                </a:lnTo>
                <a:lnTo>
                  <a:pt x="4902928" y="338743"/>
                </a:lnTo>
                <a:lnTo>
                  <a:pt x="4903818" y="338097"/>
                </a:lnTo>
                <a:lnTo>
                  <a:pt x="4904697" y="337439"/>
                </a:lnTo>
                <a:lnTo>
                  <a:pt x="4905565" y="336769"/>
                </a:lnTo>
                <a:lnTo>
                  <a:pt x="4906422" y="336087"/>
                </a:lnTo>
                <a:lnTo>
                  <a:pt x="4907269" y="335393"/>
                </a:lnTo>
                <a:lnTo>
                  <a:pt x="4908104" y="334686"/>
                </a:lnTo>
                <a:lnTo>
                  <a:pt x="4908928" y="333968"/>
                </a:lnTo>
                <a:lnTo>
                  <a:pt x="4909742" y="333237"/>
                </a:lnTo>
                <a:lnTo>
                  <a:pt x="4910544" y="332493"/>
                </a:lnTo>
                <a:lnTo>
                  <a:pt x="4911335" y="331738"/>
                </a:lnTo>
                <a:lnTo>
                  <a:pt x="4912116" y="330971"/>
                </a:lnTo>
                <a:lnTo>
                  <a:pt x="4912885" y="330191"/>
                </a:lnTo>
                <a:lnTo>
                  <a:pt x="4913643" y="329399"/>
                </a:lnTo>
                <a:lnTo>
                  <a:pt x="4914391" y="328595"/>
                </a:lnTo>
                <a:lnTo>
                  <a:pt x="4915126" y="327783"/>
                </a:lnTo>
                <a:lnTo>
                  <a:pt x="4915848" y="326968"/>
                </a:lnTo>
                <a:lnTo>
                  <a:pt x="4916556" y="326149"/>
                </a:lnTo>
                <a:lnTo>
                  <a:pt x="4917251" y="325328"/>
                </a:lnTo>
                <a:lnTo>
                  <a:pt x="4917933" y="324503"/>
                </a:lnTo>
                <a:lnTo>
                  <a:pt x="4918601" y="323675"/>
                </a:lnTo>
                <a:lnTo>
                  <a:pt x="4919255" y="322843"/>
                </a:lnTo>
                <a:lnTo>
                  <a:pt x="4919897" y="322009"/>
                </a:lnTo>
                <a:lnTo>
                  <a:pt x="4920524" y="321171"/>
                </a:lnTo>
                <a:lnTo>
                  <a:pt x="4921139" y="320329"/>
                </a:lnTo>
                <a:lnTo>
                  <a:pt x="4921740" y="319485"/>
                </a:lnTo>
                <a:lnTo>
                  <a:pt x="4922327" y="318637"/>
                </a:lnTo>
                <a:lnTo>
                  <a:pt x="4922440" y="318470"/>
                </a:lnTo>
                <a:lnTo>
                  <a:pt x="4922477" y="318855"/>
                </a:lnTo>
                <a:lnTo>
                  <a:pt x="4922576" y="319860"/>
                </a:lnTo>
                <a:lnTo>
                  <a:pt x="4922682" y="320871"/>
                </a:lnTo>
                <a:close/>
                <a:moveTo>
                  <a:pt x="4920987" y="284782"/>
                </a:moveTo>
                <a:lnTo>
                  <a:pt x="4920517" y="285624"/>
                </a:lnTo>
                <a:lnTo>
                  <a:pt x="4920023" y="286471"/>
                </a:lnTo>
                <a:lnTo>
                  <a:pt x="4919504" y="287323"/>
                </a:lnTo>
                <a:lnTo>
                  <a:pt x="4918959" y="288179"/>
                </a:lnTo>
                <a:lnTo>
                  <a:pt x="4918394" y="289033"/>
                </a:lnTo>
                <a:lnTo>
                  <a:pt x="4917810" y="289876"/>
                </a:lnTo>
                <a:lnTo>
                  <a:pt x="4917208" y="290709"/>
                </a:lnTo>
                <a:lnTo>
                  <a:pt x="4916587" y="291531"/>
                </a:lnTo>
                <a:lnTo>
                  <a:pt x="4915948" y="292342"/>
                </a:lnTo>
                <a:lnTo>
                  <a:pt x="4915291" y="293143"/>
                </a:lnTo>
                <a:lnTo>
                  <a:pt x="4914616" y="293934"/>
                </a:lnTo>
                <a:lnTo>
                  <a:pt x="4913922" y="294713"/>
                </a:lnTo>
                <a:lnTo>
                  <a:pt x="4913210" y="295483"/>
                </a:lnTo>
                <a:lnTo>
                  <a:pt x="4912480" y="296241"/>
                </a:lnTo>
                <a:lnTo>
                  <a:pt x="4911731" y="296989"/>
                </a:lnTo>
                <a:lnTo>
                  <a:pt x="4910964" y="297727"/>
                </a:lnTo>
                <a:lnTo>
                  <a:pt x="4910179" y="298454"/>
                </a:lnTo>
                <a:lnTo>
                  <a:pt x="4909375" y="299170"/>
                </a:lnTo>
                <a:lnTo>
                  <a:pt x="4908554" y="299876"/>
                </a:lnTo>
                <a:lnTo>
                  <a:pt x="4907713" y="300571"/>
                </a:lnTo>
                <a:lnTo>
                  <a:pt x="4906855" y="301255"/>
                </a:lnTo>
                <a:lnTo>
                  <a:pt x="4905978" y="301929"/>
                </a:lnTo>
                <a:lnTo>
                  <a:pt x="4905083" y="302593"/>
                </a:lnTo>
                <a:lnTo>
                  <a:pt x="4904170" y="303246"/>
                </a:lnTo>
                <a:lnTo>
                  <a:pt x="4903238" y="303888"/>
                </a:lnTo>
                <a:lnTo>
                  <a:pt x="4902288" y="304520"/>
                </a:lnTo>
                <a:lnTo>
                  <a:pt x="4901320" y="305141"/>
                </a:lnTo>
                <a:lnTo>
                  <a:pt x="4900333" y="305751"/>
                </a:lnTo>
                <a:lnTo>
                  <a:pt x="4899331" y="306344"/>
                </a:lnTo>
                <a:lnTo>
                  <a:pt x="4898316" y="306911"/>
                </a:lnTo>
                <a:lnTo>
                  <a:pt x="4897287" y="307454"/>
                </a:lnTo>
                <a:lnTo>
                  <a:pt x="4896246" y="307971"/>
                </a:lnTo>
                <a:lnTo>
                  <a:pt x="4895192" y="308462"/>
                </a:lnTo>
                <a:lnTo>
                  <a:pt x="4894125" y="308929"/>
                </a:lnTo>
                <a:lnTo>
                  <a:pt x="4893044" y="309370"/>
                </a:lnTo>
                <a:lnTo>
                  <a:pt x="4891951" y="309786"/>
                </a:lnTo>
                <a:lnTo>
                  <a:pt x="4890844" y="310177"/>
                </a:lnTo>
                <a:lnTo>
                  <a:pt x="4889725" y="310543"/>
                </a:lnTo>
                <a:lnTo>
                  <a:pt x="4888593" y="310883"/>
                </a:lnTo>
                <a:lnTo>
                  <a:pt x="4887447" y="311199"/>
                </a:lnTo>
                <a:lnTo>
                  <a:pt x="4886289" y="311489"/>
                </a:lnTo>
                <a:lnTo>
                  <a:pt x="4885117" y="311753"/>
                </a:lnTo>
                <a:lnTo>
                  <a:pt x="4883933" y="311993"/>
                </a:lnTo>
                <a:lnTo>
                  <a:pt x="4882735" y="312207"/>
                </a:lnTo>
                <a:lnTo>
                  <a:pt x="4881525" y="312396"/>
                </a:lnTo>
                <a:lnTo>
                  <a:pt x="4880301" y="312560"/>
                </a:lnTo>
                <a:lnTo>
                  <a:pt x="4879065" y="312699"/>
                </a:lnTo>
                <a:lnTo>
                  <a:pt x="4877815" y="312813"/>
                </a:lnTo>
                <a:lnTo>
                  <a:pt x="4876553" y="312901"/>
                </a:lnTo>
                <a:lnTo>
                  <a:pt x="4875277" y="312964"/>
                </a:lnTo>
                <a:lnTo>
                  <a:pt x="4873988" y="313002"/>
                </a:lnTo>
                <a:lnTo>
                  <a:pt x="4872687" y="313014"/>
                </a:lnTo>
                <a:lnTo>
                  <a:pt x="4871621" y="313007"/>
                </a:lnTo>
                <a:lnTo>
                  <a:pt x="4870570" y="312987"/>
                </a:lnTo>
                <a:lnTo>
                  <a:pt x="4869535" y="312952"/>
                </a:lnTo>
                <a:lnTo>
                  <a:pt x="4868515" y="312904"/>
                </a:lnTo>
                <a:lnTo>
                  <a:pt x="4867511" y="312841"/>
                </a:lnTo>
                <a:lnTo>
                  <a:pt x="4866522" y="312765"/>
                </a:lnTo>
                <a:lnTo>
                  <a:pt x="4865549" y="312675"/>
                </a:lnTo>
                <a:lnTo>
                  <a:pt x="4864591" y="312572"/>
                </a:lnTo>
                <a:lnTo>
                  <a:pt x="4863648" y="312454"/>
                </a:lnTo>
                <a:lnTo>
                  <a:pt x="4862721" y="312323"/>
                </a:lnTo>
                <a:lnTo>
                  <a:pt x="4861810" y="312178"/>
                </a:lnTo>
                <a:lnTo>
                  <a:pt x="4860914" y="312019"/>
                </a:lnTo>
                <a:lnTo>
                  <a:pt x="4860033" y="311846"/>
                </a:lnTo>
                <a:lnTo>
                  <a:pt x="4859168" y="311659"/>
                </a:lnTo>
                <a:lnTo>
                  <a:pt x="4858318" y="311458"/>
                </a:lnTo>
                <a:lnTo>
                  <a:pt x="4857484" y="311244"/>
                </a:lnTo>
                <a:lnTo>
                  <a:pt x="4856665" y="311016"/>
                </a:lnTo>
                <a:lnTo>
                  <a:pt x="4855862" y="310774"/>
                </a:lnTo>
                <a:lnTo>
                  <a:pt x="4855074" y="310518"/>
                </a:lnTo>
                <a:lnTo>
                  <a:pt x="4854301" y="310248"/>
                </a:lnTo>
                <a:lnTo>
                  <a:pt x="4853544" y="309965"/>
                </a:lnTo>
                <a:lnTo>
                  <a:pt x="4852803" y="309668"/>
                </a:lnTo>
                <a:lnTo>
                  <a:pt x="4852077" y="309356"/>
                </a:lnTo>
                <a:lnTo>
                  <a:pt x="4851366" y="309031"/>
                </a:lnTo>
                <a:lnTo>
                  <a:pt x="4850671" y="308691"/>
                </a:lnTo>
                <a:lnTo>
                  <a:pt x="4849990" y="308333"/>
                </a:lnTo>
                <a:lnTo>
                  <a:pt x="4849323" y="307957"/>
                </a:lnTo>
                <a:lnTo>
                  <a:pt x="4848672" y="307564"/>
                </a:lnTo>
                <a:lnTo>
                  <a:pt x="4848035" y="307153"/>
                </a:lnTo>
                <a:lnTo>
                  <a:pt x="4847413" y="306725"/>
                </a:lnTo>
                <a:lnTo>
                  <a:pt x="4846805" y="306279"/>
                </a:lnTo>
                <a:lnTo>
                  <a:pt x="4846212" y="305816"/>
                </a:lnTo>
                <a:lnTo>
                  <a:pt x="4845633" y="305336"/>
                </a:lnTo>
                <a:lnTo>
                  <a:pt x="4845070" y="304838"/>
                </a:lnTo>
                <a:lnTo>
                  <a:pt x="4844520" y="304322"/>
                </a:lnTo>
                <a:lnTo>
                  <a:pt x="4843986" y="303789"/>
                </a:lnTo>
                <a:lnTo>
                  <a:pt x="4843466" y="303239"/>
                </a:lnTo>
                <a:lnTo>
                  <a:pt x="4842961" y="302670"/>
                </a:lnTo>
                <a:lnTo>
                  <a:pt x="4842470" y="302085"/>
                </a:lnTo>
                <a:lnTo>
                  <a:pt x="4841995" y="301482"/>
                </a:lnTo>
                <a:lnTo>
                  <a:pt x="4841533" y="300861"/>
                </a:lnTo>
                <a:lnTo>
                  <a:pt x="4841087" y="300223"/>
                </a:lnTo>
                <a:lnTo>
                  <a:pt x="4840655" y="299568"/>
                </a:lnTo>
                <a:lnTo>
                  <a:pt x="4840237" y="298895"/>
                </a:lnTo>
                <a:lnTo>
                  <a:pt x="4839835" y="298204"/>
                </a:lnTo>
                <a:lnTo>
                  <a:pt x="4839447" y="297497"/>
                </a:lnTo>
                <a:lnTo>
                  <a:pt x="4839073" y="296771"/>
                </a:lnTo>
                <a:lnTo>
                  <a:pt x="4838714" y="296028"/>
                </a:lnTo>
                <a:lnTo>
                  <a:pt x="4838370" y="295266"/>
                </a:lnTo>
                <a:lnTo>
                  <a:pt x="4838041" y="294482"/>
                </a:lnTo>
                <a:lnTo>
                  <a:pt x="4837726" y="293676"/>
                </a:lnTo>
                <a:lnTo>
                  <a:pt x="4837426" y="292849"/>
                </a:lnTo>
                <a:lnTo>
                  <a:pt x="4837140" y="292000"/>
                </a:lnTo>
                <a:lnTo>
                  <a:pt x="4836869" y="291130"/>
                </a:lnTo>
                <a:lnTo>
                  <a:pt x="4836613" y="290238"/>
                </a:lnTo>
                <a:lnTo>
                  <a:pt x="4836372" y="289325"/>
                </a:lnTo>
                <a:lnTo>
                  <a:pt x="4836145" y="288390"/>
                </a:lnTo>
                <a:lnTo>
                  <a:pt x="4835932" y="287433"/>
                </a:lnTo>
                <a:lnTo>
                  <a:pt x="4835735" y="286455"/>
                </a:lnTo>
                <a:lnTo>
                  <a:pt x="4835551" y="285456"/>
                </a:lnTo>
                <a:lnTo>
                  <a:pt x="4835383" y="284435"/>
                </a:lnTo>
                <a:lnTo>
                  <a:pt x="4835229" y="283392"/>
                </a:lnTo>
                <a:lnTo>
                  <a:pt x="4835090" y="282328"/>
                </a:lnTo>
                <a:lnTo>
                  <a:pt x="4834966" y="281242"/>
                </a:lnTo>
                <a:lnTo>
                  <a:pt x="4834856" y="280134"/>
                </a:lnTo>
                <a:lnTo>
                  <a:pt x="4834761" y="279005"/>
                </a:lnTo>
                <a:lnTo>
                  <a:pt x="4834680" y="277855"/>
                </a:lnTo>
                <a:lnTo>
                  <a:pt x="4834614" y="276683"/>
                </a:lnTo>
                <a:lnTo>
                  <a:pt x="4834563" y="275489"/>
                </a:lnTo>
                <a:lnTo>
                  <a:pt x="4834526" y="274274"/>
                </a:lnTo>
                <a:lnTo>
                  <a:pt x="4834504" y="273037"/>
                </a:lnTo>
                <a:lnTo>
                  <a:pt x="4834497" y="271779"/>
                </a:lnTo>
                <a:lnTo>
                  <a:pt x="4834505" y="270807"/>
                </a:lnTo>
                <a:lnTo>
                  <a:pt x="4834529" y="269844"/>
                </a:lnTo>
                <a:lnTo>
                  <a:pt x="4834569" y="268891"/>
                </a:lnTo>
                <a:lnTo>
                  <a:pt x="4834624" y="267946"/>
                </a:lnTo>
                <a:lnTo>
                  <a:pt x="4834695" y="267010"/>
                </a:lnTo>
                <a:lnTo>
                  <a:pt x="4834783" y="266083"/>
                </a:lnTo>
                <a:lnTo>
                  <a:pt x="4834886" y="265165"/>
                </a:lnTo>
                <a:lnTo>
                  <a:pt x="4835005" y="264256"/>
                </a:lnTo>
                <a:lnTo>
                  <a:pt x="4835140" y="263355"/>
                </a:lnTo>
                <a:lnTo>
                  <a:pt x="4835290" y="262464"/>
                </a:lnTo>
                <a:lnTo>
                  <a:pt x="4835457" y="261582"/>
                </a:lnTo>
                <a:lnTo>
                  <a:pt x="4835639" y="260709"/>
                </a:lnTo>
                <a:lnTo>
                  <a:pt x="4835838" y="259844"/>
                </a:lnTo>
                <a:lnTo>
                  <a:pt x="4836052" y="258989"/>
                </a:lnTo>
                <a:lnTo>
                  <a:pt x="4836282" y="258142"/>
                </a:lnTo>
                <a:lnTo>
                  <a:pt x="4836528" y="257305"/>
                </a:lnTo>
                <a:lnTo>
                  <a:pt x="4836789" y="256476"/>
                </a:lnTo>
                <a:lnTo>
                  <a:pt x="4837067" y="255657"/>
                </a:lnTo>
                <a:lnTo>
                  <a:pt x="4837361" y="254846"/>
                </a:lnTo>
                <a:lnTo>
                  <a:pt x="4837670" y="254044"/>
                </a:lnTo>
                <a:lnTo>
                  <a:pt x="4837995" y="253252"/>
                </a:lnTo>
                <a:lnTo>
                  <a:pt x="4838336" y="252468"/>
                </a:lnTo>
                <a:lnTo>
                  <a:pt x="4838693" y="251693"/>
                </a:lnTo>
                <a:lnTo>
                  <a:pt x="4839066" y="250927"/>
                </a:lnTo>
                <a:lnTo>
                  <a:pt x="4839454" y="250171"/>
                </a:lnTo>
                <a:lnTo>
                  <a:pt x="4839856" y="249424"/>
                </a:lnTo>
                <a:lnTo>
                  <a:pt x="4840272" y="248688"/>
                </a:lnTo>
                <a:lnTo>
                  <a:pt x="4840703" y="247962"/>
                </a:lnTo>
                <a:lnTo>
                  <a:pt x="4841147" y="247247"/>
                </a:lnTo>
                <a:lnTo>
                  <a:pt x="4841606" y="246541"/>
                </a:lnTo>
                <a:lnTo>
                  <a:pt x="4842080" y="245846"/>
                </a:lnTo>
                <a:lnTo>
                  <a:pt x="4842567" y="245161"/>
                </a:lnTo>
                <a:lnTo>
                  <a:pt x="4843069" y="244486"/>
                </a:lnTo>
                <a:lnTo>
                  <a:pt x="4843585" y="243821"/>
                </a:lnTo>
                <a:lnTo>
                  <a:pt x="4844115" y="243166"/>
                </a:lnTo>
                <a:lnTo>
                  <a:pt x="4844660" y="242522"/>
                </a:lnTo>
                <a:lnTo>
                  <a:pt x="4845218" y="241887"/>
                </a:lnTo>
                <a:lnTo>
                  <a:pt x="4845791" y="241263"/>
                </a:lnTo>
                <a:lnTo>
                  <a:pt x="4846378" y="240649"/>
                </a:lnTo>
                <a:lnTo>
                  <a:pt x="4846980" y="240045"/>
                </a:lnTo>
                <a:lnTo>
                  <a:pt x="4847595" y="239452"/>
                </a:lnTo>
                <a:lnTo>
                  <a:pt x="4848225" y="238868"/>
                </a:lnTo>
                <a:lnTo>
                  <a:pt x="4848869" y="238295"/>
                </a:lnTo>
                <a:lnTo>
                  <a:pt x="4849528" y="237732"/>
                </a:lnTo>
                <a:lnTo>
                  <a:pt x="4850200" y="237179"/>
                </a:lnTo>
                <a:lnTo>
                  <a:pt x="4850887" y="236636"/>
                </a:lnTo>
                <a:lnTo>
                  <a:pt x="4851588" y="236103"/>
                </a:lnTo>
                <a:lnTo>
                  <a:pt x="4852303" y="235581"/>
                </a:lnTo>
                <a:lnTo>
                  <a:pt x="4853032" y="235068"/>
                </a:lnTo>
                <a:lnTo>
                  <a:pt x="4853772" y="234566"/>
                </a:lnTo>
                <a:lnTo>
                  <a:pt x="4854524" y="234074"/>
                </a:lnTo>
                <a:lnTo>
                  <a:pt x="4855287" y="233593"/>
                </a:lnTo>
                <a:lnTo>
                  <a:pt x="4856063" y="233121"/>
                </a:lnTo>
                <a:lnTo>
                  <a:pt x="4856850" y="232659"/>
                </a:lnTo>
                <a:lnTo>
                  <a:pt x="4857649" y="232208"/>
                </a:lnTo>
                <a:lnTo>
                  <a:pt x="4858460" y="231767"/>
                </a:lnTo>
                <a:lnTo>
                  <a:pt x="4859283" y="231336"/>
                </a:lnTo>
                <a:lnTo>
                  <a:pt x="4860117" y="230915"/>
                </a:lnTo>
                <a:lnTo>
                  <a:pt x="4860963" y="230505"/>
                </a:lnTo>
                <a:lnTo>
                  <a:pt x="4861821" y="230104"/>
                </a:lnTo>
                <a:lnTo>
                  <a:pt x="4862691" y="229714"/>
                </a:lnTo>
                <a:lnTo>
                  <a:pt x="4863573" y="229334"/>
                </a:lnTo>
                <a:lnTo>
                  <a:pt x="4864466" y="228964"/>
                </a:lnTo>
                <a:lnTo>
                  <a:pt x="4865372" y="228604"/>
                </a:lnTo>
                <a:lnTo>
                  <a:pt x="4866289" y="228254"/>
                </a:lnTo>
                <a:lnTo>
                  <a:pt x="4867218" y="227915"/>
                </a:lnTo>
                <a:lnTo>
                  <a:pt x="4868158" y="227586"/>
                </a:lnTo>
                <a:lnTo>
                  <a:pt x="4869111" y="227267"/>
                </a:lnTo>
                <a:lnTo>
                  <a:pt x="4870075" y="226958"/>
                </a:lnTo>
                <a:lnTo>
                  <a:pt x="4871051" y="226659"/>
                </a:lnTo>
                <a:lnTo>
                  <a:pt x="4872039" y="226370"/>
                </a:lnTo>
                <a:lnTo>
                  <a:pt x="4873038" y="226092"/>
                </a:lnTo>
                <a:lnTo>
                  <a:pt x="4874048" y="225824"/>
                </a:lnTo>
                <a:lnTo>
                  <a:pt x="4875068" y="225568"/>
                </a:lnTo>
                <a:lnTo>
                  <a:pt x="4876097" y="225323"/>
                </a:lnTo>
                <a:lnTo>
                  <a:pt x="4877135" y="225090"/>
                </a:lnTo>
                <a:lnTo>
                  <a:pt x="4878183" y="224868"/>
                </a:lnTo>
                <a:lnTo>
                  <a:pt x="4879240" y="224657"/>
                </a:lnTo>
                <a:lnTo>
                  <a:pt x="4880306" y="224458"/>
                </a:lnTo>
                <a:lnTo>
                  <a:pt x="4881382" y="224270"/>
                </a:lnTo>
                <a:lnTo>
                  <a:pt x="4882467" y="224093"/>
                </a:lnTo>
                <a:lnTo>
                  <a:pt x="4883561" y="223928"/>
                </a:lnTo>
                <a:lnTo>
                  <a:pt x="4884665" y="223774"/>
                </a:lnTo>
                <a:lnTo>
                  <a:pt x="4885778" y="223632"/>
                </a:lnTo>
                <a:lnTo>
                  <a:pt x="4886900" y="223501"/>
                </a:lnTo>
                <a:lnTo>
                  <a:pt x="4888032" y="223381"/>
                </a:lnTo>
                <a:lnTo>
                  <a:pt x="4889173" y="223273"/>
                </a:lnTo>
                <a:lnTo>
                  <a:pt x="4890324" y="223176"/>
                </a:lnTo>
                <a:lnTo>
                  <a:pt x="4891484" y="223091"/>
                </a:lnTo>
                <a:lnTo>
                  <a:pt x="4892653" y="223017"/>
                </a:lnTo>
                <a:lnTo>
                  <a:pt x="4893831" y="222954"/>
                </a:lnTo>
                <a:lnTo>
                  <a:pt x="4895019" y="222903"/>
                </a:lnTo>
                <a:lnTo>
                  <a:pt x="4896217" y="222863"/>
                </a:lnTo>
                <a:lnTo>
                  <a:pt x="4897423" y="222835"/>
                </a:lnTo>
                <a:lnTo>
                  <a:pt x="4898639" y="222818"/>
                </a:lnTo>
                <a:lnTo>
                  <a:pt x="4899865" y="222812"/>
                </a:lnTo>
                <a:lnTo>
                  <a:pt x="4921654" y="222812"/>
                </a:lnTo>
                <a:lnTo>
                  <a:pt x="4921654" y="283504"/>
                </a:lnTo>
                <a:lnTo>
                  <a:pt x="4921432" y="283945"/>
                </a:lnTo>
                <a:lnTo>
                  <a:pt x="4920987" y="284782"/>
                </a:lnTo>
                <a:close/>
                <a:moveTo>
                  <a:pt x="4380490" y="197672"/>
                </a:moveTo>
                <a:lnTo>
                  <a:pt x="4380411" y="195361"/>
                </a:lnTo>
                <a:lnTo>
                  <a:pt x="4380315" y="193074"/>
                </a:lnTo>
                <a:lnTo>
                  <a:pt x="4380201" y="190810"/>
                </a:lnTo>
                <a:lnTo>
                  <a:pt x="4380070" y="188570"/>
                </a:lnTo>
                <a:lnTo>
                  <a:pt x="4379922" y="186354"/>
                </a:lnTo>
                <a:lnTo>
                  <a:pt x="4379755" y="184160"/>
                </a:lnTo>
                <a:lnTo>
                  <a:pt x="4379572" y="181991"/>
                </a:lnTo>
                <a:lnTo>
                  <a:pt x="4379371" y="179845"/>
                </a:lnTo>
                <a:lnTo>
                  <a:pt x="4379152" y="177722"/>
                </a:lnTo>
                <a:lnTo>
                  <a:pt x="4378916" y="175623"/>
                </a:lnTo>
                <a:lnTo>
                  <a:pt x="4378662" y="173548"/>
                </a:lnTo>
                <a:lnTo>
                  <a:pt x="4378391" y="171496"/>
                </a:lnTo>
                <a:lnTo>
                  <a:pt x="4378102" y="169468"/>
                </a:lnTo>
                <a:lnTo>
                  <a:pt x="4377796" y="167463"/>
                </a:lnTo>
                <a:lnTo>
                  <a:pt x="4377473" y="165482"/>
                </a:lnTo>
                <a:lnTo>
                  <a:pt x="4377132" y="163524"/>
                </a:lnTo>
                <a:lnTo>
                  <a:pt x="4376773" y="161590"/>
                </a:lnTo>
                <a:lnTo>
                  <a:pt x="4376397" y="159679"/>
                </a:lnTo>
                <a:lnTo>
                  <a:pt x="4376004" y="157792"/>
                </a:lnTo>
                <a:lnTo>
                  <a:pt x="4375593" y="155929"/>
                </a:lnTo>
                <a:lnTo>
                  <a:pt x="4375163" y="154089"/>
                </a:lnTo>
                <a:lnTo>
                  <a:pt x="4374715" y="152274"/>
                </a:lnTo>
                <a:lnTo>
                  <a:pt x="4374247" y="150483"/>
                </a:lnTo>
                <a:lnTo>
                  <a:pt x="4373761" y="148717"/>
                </a:lnTo>
                <a:lnTo>
                  <a:pt x="4373255" y="146975"/>
                </a:lnTo>
                <a:lnTo>
                  <a:pt x="4372730" y="145257"/>
                </a:lnTo>
                <a:lnTo>
                  <a:pt x="4372186" y="143564"/>
                </a:lnTo>
                <a:lnTo>
                  <a:pt x="4371623" y="141895"/>
                </a:lnTo>
                <a:lnTo>
                  <a:pt x="4371040" y="140250"/>
                </a:lnTo>
                <a:lnTo>
                  <a:pt x="4370439" y="138630"/>
                </a:lnTo>
                <a:lnTo>
                  <a:pt x="4369818" y="137034"/>
                </a:lnTo>
                <a:lnTo>
                  <a:pt x="4369179" y="135463"/>
                </a:lnTo>
                <a:lnTo>
                  <a:pt x="4368520" y="133916"/>
                </a:lnTo>
                <a:lnTo>
                  <a:pt x="4367842" y="132393"/>
                </a:lnTo>
                <a:lnTo>
                  <a:pt x="4367145" y="130895"/>
                </a:lnTo>
                <a:lnTo>
                  <a:pt x="4366429" y="129421"/>
                </a:lnTo>
                <a:lnTo>
                  <a:pt x="4365694" y="127972"/>
                </a:lnTo>
                <a:lnTo>
                  <a:pt x="4364940" y="126547"/>
                </a:lnTo>
                <a:lnTo>
                  <a:pt x="4364166" y="125146"/>
                </a:lnTo>
                <a:lnTo>
                  <a:pt x="4363374" y="123769"/>
                </a:lnTo>
                <a:lnTo>
                  <a:pt x="4362562" y="122418"/>
                </a:lnTo>
                <a:lnTo>
                  <a:pt x="4361731" y="121090"/>
                </a:lnTo>
                <a:lnTo>
                  <a:pt x="4360881" y="119787"/>
                </a:lnTo>
                <a:lnTo>
                  <a:pt x="4360012" y="118508"/>
                </a:lnTo>
                <a:lnTo>
                  <a:pt x="4359123" y="117254"/>
                </a:lnTo>
                <a:lnTo>
                  <a:pt x="4358211" y="116025"/>
                </a:lnTo>
                <a:lnTo>
                  <a:pt x="4357278" y="114823"/>
                </a:lnTo>
                <a:lnTo>
                  <a:pt x="4356322" y="113647"/>
                </a:lnTo>
                <a:lnTo>
                  <a:pt x="4355345" y="112497"/>
                </a:lnTo>
                <a:lnTo>
                  <a:pt x="4354345" y="111373"/>
                </a:lnTo>
                <a:lnTo>
                  <a:pt x="4353324" y="110274"/>
                </a:lnTo>
                <a:lnTo>
                  <a:pt x="4352281" y="109202"/>
                </a:lnTo>
                <a:lnTo>
                  <a:pt x="4351215" y="108156"/>
                </a:lnTo>
                <a:lnTo>
                  <a:pt x="4350128" y="107136"/>
                </a:lnTo>
                <a:lnTo>
                  <a:pt x="4349019" y="106142"/>
                </a:lnTo>
                <a:lnTo>
                  <a:pt x="4347888" y="105173"/>
                </a:lnTo>
                <a:lnTo>
                  <a:pt x="4346734" y="104231"/>
                </a:lnTo>
                <a:lnTo>
                  <a:pt x="4345559" y="103315"/>
                </a:lnTo>
                <a:lnTo>
                  <a:pt x="4344362" y="102425"/>
                </a:lnTo>
                <a:lnTo>
                  <a:pt x="4343143" y="101561"/>
                </a:lnTo>
                <a:lnTo>
                  <a:pt x="4341902" y="100723"/>
                </a:lnTo>
                <a:lnTo>
                  <a:pt x="4340639" y="99910"/>
                </a:lnTo>
                <a:lnTo>
                  <a:pt x="4339354" y="99124"/>
                </a:lnTo>
                <a:lnTo>
                  <a:pt x="4338047" y="98364"/>
                </a:lnTo>
                <a:lnTo>
                  <a:pt x="4336718" y="97630"/>
                </a:lnTo>
                <a:lnTo>
                  <a:pt x="4335368" y="96922"/>
                </a:lnTo>
                <a:lnTo>
                  <a:pt x="4333995" y="96240"/>
                </a:lnTo>
                <a:lnTo>
                  <a:pt x="4332600" y="95584"/>
                </a:lnTo>
                <a:lnTo>
                  <a:pt x="4331182" y="94954"/>
                </a:lnTo>
                <a:lnTo>
                  <a:pt x="4329740" y="94350"/>
                </a:lnTo>
                <a:lnTo>
                  <a:pt x="4328273" y="93773"/>
                </a:lnTo>
                <a:lnTo>
                  <a:pt x="4326782" y="93224"/>
                </a:lnTo>
                <a:lnTo>
                  <a:pt x="4325266" y="92701"/>
                </a:lnTo>
                <a:lnTo>
                  <a:pt x="4323726" y="92204"/>
                </a:lnTo>
                <a:lnTo>
                  <a:pt x="4322162" y="91735"/>
                </a:lnTo>
                <a:lnTo>
                  <a:pt x="4320573" y="91293"/>
                </a:lnTo>
                <a:lnTo>
                  <a:pt x="4318960" y="90877"/>
                </a:lnTo>
                <a:lnTo>
                  <a:pt x="4317322" y="90488"/>
                </a:lnTo>
                <a:lnTo>
                  <a:pt x="4315660" y="90126"/>
                </a:lnTo>
                <a:lnTo>
                  <a:pt x="4313974" y="89791"/>
                </a:lnTo>
                <a:lnTo>
                  <a:pt x="4312263" y="89482"/>
                </a:lnTo>
                <a:lnTo>
                  <a:pt x="4310528" y="89201"/>
                </a:lnTo>
                <a:lnTo>
                  <a:pt x="4308768" y="88946"/>
                </a:lnTo>
                <a:lnTo>
                  <a:pt x="4306984" y="88718"/>
                </a:lnTo>
                <a:lnTo>
                  <a:pt x="4305176" y="88517"/>
                </a:lnTo>
                <a:lnTo>
                  <a:pt x="4303343" y="88342"/>
                </a:lnTo>
                <a:lnTo>
                  <a:pt x="4301485" y="88195"/>
                </a:lnTo>
                <a:lnTo>
                  <a:pt x="4299604" y="88074"/>
                </a:lnTo>
                <a:lnTo>
                  <a:pt x="4297698" y="87980"/>
                </a:lnTo>
                <a:lnTo>
                  <a:pt x="4295767" y="87913"/>
                </a:lnTo>
                <a:lnTo>
                  <a:pt x="4293812" y="87873"/>
                </a:lnTo>
                <a:lnTo>
                  <a:pt x="4291833" y="87860"/>
                </a:lnTo>
                <a:lnTo>
                  <a:pt x="4290351" y="87871"/>
                </a:lnTo>
                <a:lnTo>
                  <a:pt x="4288872" y="87904"/>
                </a:lnTo>
                <a:lnTo>
                  <a:pt x="4287396" y="87960"/>
                </a:lnTo>
                <a:lnTo>
                  <a:pt x="4285924" y="88039"/>
                </a:lnTo>
                <a:lnTo>
                  <a:pt x="4284455" y="88139"/>
                </a:lnTo>
                <a:lnTo>
                  <a:pt x="4282989" y="88262"/>
                </a:lnTo>
                <a:lnTo>
                  <a:pt x="4281526" y="88408"/>
                </a:lnTo>
                <a:lnTo>
                  <a:pt x="4280066" y="88575"/>
                </a:lnTo>
                <a:lnTo>
                  <a:pt x="4278610" y="88766"/>
                </a:lnTo>
                <a:lnTo>
                  <a:pt x="4277157" y="88978"/>
                </a:lnTo>
                <a:lnTo>
                  <a:pt x="4275708" y="89213"/>
                </a:lnTo>
                <a:lnTo>
                  <a:pt x="4274261" y="89470"/>
                </a:lnTo>
                <a:lnTo>
                  <a:pt x="4272818" y="89750"/>
                </a:lnTo>
                <a:lnTo>
                  <a:pt x="4271378" y="90052"/>
                </a:lnTo>
                <a:lnTo>
                  <a:pt x="4269941" y="90376"/>
                </a:lnTo>
                <a:lnTo>
                  <a:pt x="4268508" y="90723"/>
                </a:lnTo>
                <a:lnTo>
                  <a:pt x="4267078" y="91092"/>
                </a:lnTo>
                <a:lnTo>
                  <a:pt x="4265651" y="91484"/>
                </a:lnTo>
                <a:lnTo>
                  <a:pt x="4264227" y="91898"/>
                </a:lnTo>
                <a:lnTo>
                  <a:pt x="4262807" y="92334"/>
                </a:lnTo>
                <a:lnTo>
                  <a:pt x="4261390" y="92792"/>
                </a:lnTo>
                <a:lnTo>
                  <a:pt x="4259976" y="93273"/>
                </a:lnTo>
                <a:lnTo>
                  <a:pt x="4258565" y="93777"/>
                </a:lnTo>
                <a:lnTo>
                  <a:pt x="4257158" y="94303"/>
                </a:lnTo>
                <a:lnTo>
                  <a:pt x="4255758" y="94853"/>
                </a:lnTo>
                <a:lnTo>
                  <a:pt x="4254371" y="95430"/>
                </a:lnTo>
                <a:lnTo>
                  <a:pt x="4252996" y="96034"/>
                </a:lnTo>
                <a:lnTo>
                  <a:pt x="4251633" y="96665"/>
                </a:lnTo>
                <a:lnTo>
                  <a:pt x="4250282" y="97323"/>
                </a:lnTo>
                <a:lnTo>
                  <a:pt x="4248943" y="98007"/>
                </a:lnTo>
                <a:lnTo>
                  <a:pt x="4247617" y="98719"/>
                </a:lnTo>
                <a:lnTo>
                  <a:pt x="4246302" y="99457"/>
                </a:lnTo>
                <a:lnTo>
                  <a:pt x="4245000" y="100222"/>
                </a:lnTo>
                <a:lnTo>
                  <a:pt x="4243711" y="101014"/>
                </a:lnTo>
                <a:lnTo>
                  <a:pt x="4242433" y="101833"/>
                </a:lnTo>
                <a:lnTo>
                  <a:pt x="4241167" y="102679"/>
                </a:lnTo>
                <a:lnTo>
                  <a:pt x="4239914" y="103551"/>
                </a:lnTo>
                <a:lnTo>
                  <a:pt x="4238673" y="104450"/>
                </a:lnTo>
                <a:lnTo>
                  <a:pt x="4237444" y="105377"/>
                </a:lnTo>
                <a:lnTo>
                  <a:pt x="4236228" y="106330"/>
                </a:lnTo>
                <a:lnTo>
                  <a:pt x="4235023" y="107309"/>
                </a:lnTo>
                <a:lnTo>
                  <a:pt x="4233831" y="108316"/>
                </a:lnTo>
                <a:lnTo>
                  <a:pt x="4232651" y="109350"/>
                </a:lnTo>
                <a:lnTo>
                  <a:pt x="4231483" y="110410"/>
                </a:lnTo>
                <a:lnTo>
                  <a:pt x="4230328" y="111497"/>
                </a:lnTo>
                <a:lnTo>
                  <a:pt x="4229184" y="112612"/>
                </a:lnTo>
                <a:lnTo>
                  <a:pt x="4228053" y="113752"/>
                </a:lnTo>
                <a:lnTo>
                  <a:pt x="4226934" y="114920"/>
                </a:lnTo>
                <a:lnTo>
                  <a:pt x="4225831" y="116117"/>
                </a:lnTo>
                <a:lnTo>
                  <a:pt x="4224747" y="117345"/>
                </a:lnTo>
                <a:lnTo>
                  <a:pt x="4223682" y="118605"/>
                </a:lnTo>
                <a:lnTo>
                  <a:pt x="4222636" y="119896"/>
                </a:lnTo>
                <a:lnTo>
                  <a:pt x="4221609" y="121218"/>
                </a:lnTo>
                <a:lnTo>
                  <a:pt x="4220601" y="122571"/>
                </a:lnTo>
                <a:lnTo>
                  <a:pt x="4219612" y="123956"/>
                </a:lnTo>
                <a:lnTo>
                  <a:pt x="4218643" y="125372"/>
                </a:lnTo>
                <a:lnTo>
                  <a:pt x="4217692" y="126820"/>
                </a:lnTo>
                <a:lnTo>
                  <a:pt x="4216761" y="128299"/>
                </a:lnTo>
                <a:lnTo>
                  <a:pt x="4215849" y="129809"/>
                </a:lnTo>
                <a:lnTo>
                  <a:pt x="4214956" y="131350"/>
                </a:lnTo>
                <a:lnTo>
                  <a:pt x="4214082" y="132923"/>
                </a:lnTo>
                <a:lnTo>
                  <a:pt x="4213227" y="134527"/>
                </a:lnTo>
                <a:lnTo>
                  <a:pt x="4212392" y="136162"/>
                </a:lnTo>
                <a:lnTo>
                  <a:pt x="4211575" y="137829"/>
                </a:lnTo>
                <a:lnTo>
                  <a:pt x="4210778" y="139527"/>
                </a:lnTo>
                <a:lnTo>
                  <a:pt x="4209999" y="141256"/>
                </a:lnTo>
                <a:lnTo>
                  <a:pt x="4209240" y="143017"/>
                </a:lnTo>
                <a:lnTo>
                  <a:pt x="4208500" y="144809"/>
                </a:lnTo>
                <a:lnTo>
                  <a:pt x="4207779" y="146632"/>
                </a:lnTo>
                <a:lnTo>
                  <a:pt x="4207077" y="148487"/>
                </a:lnTo>
                <a:lnTo>
                  <a:pt x="4206394" y="150373"/>
                </a:lnTo>
                <a:lnTo>
                  <a:pt x="4205731" y="152290"/>
                </a:lnTo>
                <a:lnTo>
                  <a:pt x="4205090" y="154241"/>
                </a:lnTo>
                <a:lnTo>
                  <a:pt x="4204477" y="156227"/>
                </a:lnTo>
                <a:lnTo>
                  <a:pt x="4203891" y="158250"/>
                </a:lnTo>
                <a:lnTo>
                  <a:pt x="4203333" y="160308"/>
                </a:lnTo>
                <a:lnTo>
                  <a:pt x="4202801" y="162402"/>
                </a:lnTo>
                <a:lnTo>
                  <a:pt x="4202297" y="164532"/>
                </a:lnTo>
                <a:lnTo>
                  <a:pt x="4201820" y="166697"/>
                </a:lnTo>
                <a:lnTo>
                  <a:pt x="4201370" y="168899"/>
                </a:lnTo>
                <a:lnTo>
                  <a:pt x="4200948" y="171136"/>
                </a:lnTo>
                <a:lnTo>
                  <a:pt x="4200553" y="173409"/>
                </a:lnTo>
                <a:lnTo>
                  <a:pt x="4200185" y="175717"/>
                </a:lnTo>
                <a:lnTo>
                  <a:pt x="4199844" y="178062"/>
                </a:lnTo>
                <a:lnTo>
                  <a:pt x="4199531" y="180442"/>
                </a:lnTo>
                <a:lnTo>
                  <a:pt x="4199245" y="182859"/>
                </a:lnTo>
                <a:lnTo>
                  <a:pt x="4198986" y="185310"/>
                </a:lnTo>
                <a:lnTo>
                  <a:pt x="4198754" y="187798"/>
                </a:lnTo>
                <a:lnTo>
                  <a:pt x="4198550" y="190322"/>
                </a:lnTo>
                <a:lnTo>
                  <a:pt x="4198373" y="192881"/>
                </a:lnTo>
                <a:lnTo>
                  <a:pt x="4198223" y="195476"/>
                </a:lnTo>
                <a:lnTo>
                  <a:pt x="4198100" y="198107"/>
                </a:lnTo>
                <a:lnTo>
                  <a:pt x="4198005" y="200774"/>
                </a:lnTo>
                <a:lnTo>
                  <a:pt x="4197936" y="203476"/>
                </a:lnTo>
                <a:lnTo>
                  <a:pt x="4197896" y="206215"/>
                </a:lnTo>
                <a:lnTo>
                  <a:pt x="4197882" y="208989"/>
                </a:lnTo>
                <a:lnTo>
                  <a:pt x="4197882" y="237572"/>
                </a:lnTo>
                <a:lnTo>
                  <a:pt x="4197894" y="239980"/>
                </a:lnTo>
                <a:lnTo>
                  <a:pt x="4197929" y="242361"/>
                </a:lnTo>
                <a:lnTo>
                  <a:pt x="4197988" y="244714"/>
                </a:lnTo>
                <a:lnTo>
                  <a:pt x="4198071" y="247042"/>
                </a:lnTo>
                <a:lnTo>
                  <a:pt x="4198177" y="249342"/>
                </a:lnTo>
                <a:lnTo>
                  <a:pt x="4198307" y="251615"/>
                </a:lnTo>
                <a:lnTo>
                  <a:pt x="4198460" y="253862"/>
                </a:lnTo>
                <a:lnTo>
                  <a:pt x="4198637" y="256081"/>
                </a:lnTo>
                <a:lnTo>
                  <a:pt x="4198837" y="258274"/>
                </a:lnTo>
                <a:lnTo>
                  <a:pt x="4199062" y="260440"/>
                </a:lnTo>
                <a:lnTo>
                  <a:pt x="4199309" y="262579"/>
                </a:lnTo>
                <a:lnTo>
                  <a:pt x="4199581" y="264692"/>
                </a:lnTo>
                <a:lnTo>
                  <a:pt x="4199876" y="266777"/>
                </a:lnTo>
                <a:lnTo>
                  <a:pt x="4200194" y="268836"/>
                </a:lnTo>
                <a:lnTo>
                  <a:pt x="4200536" y="270867"/>
                </a:lnTo>
                <a:lnTo>
                  <a:pt x="4200902" y="272872"/>
                </a:lnTo>
                <a:lnTo>
                  <a:pt x="4201291" y="274850"/>
                </a:lnTo>
                <a:lnTo>
                  <a:pt x="4201704" y="276802"/>
                </a:lnTo>
                <a:lnTo>
                  <a:pt x="4202140" y="278726"/>
                </a:lnTo>
                <a:lnTo>
                  <a:pt x="4202600" y="280623"/>
                </a:lnTo>
                <a:lnTo>
                  <a:pt x="4203084" y="282494"/>
                </a:lnTo>
                <a:lnTo>
                  <a:pt x="4203591" y="284338"/>
                </a:lnTo>
                <a:lnTo>
                  <a:pt x="4204122" y="286155"/>
                </a:lnTo>
                <a:lnTo>
                  <a:pt x="4204676" y="287945"/>
                </a:lnTo>
                <a:lnTo>
                  <a:pt x="4205253" y="289709"/>
                </a:lnTo>
                <a:lnTo>
                  <a:pt x="4205851" y="291447"/>
                </a:lnTo>
                <a:lnTo>
                  <a:pt x="4206470" y="293160"/>
                </a:lnTo>
                <a:lnTo>
                  <a:pt x="4207111" y="294847"/>
                </a:lnTo>
                <a:lnTo>
                  <a:pt x="4207772" y="296508"/>
                </a:lnTo>
                <a:lnTo>
                  <a:pt x="4208454" y="298144"/>
                </a:lnTo>
                <a:lnTo>
                  <a:pt x="4209158" y="299754"/>
                </a:lnTo>
                <a:lnTo>
                  <a:pt x="4209883" y="301339"/>
                </a:lnTo>
                <a:lnTo>
                  <a:pt x="4210629" y="302898"/>
                </a:lnTo>
                <a:lnTo>
                  <a:pt x="4211396" y="304431"/>
                </a:lnTo>
                <a:lnTo>
                  <a:pt x="4212184" y="305939"/>
                </a:lnTo>
                <a:lnTo>
                  <a:pt x="4212994" y="307421"/>
                </a:lnTo>
                <a:lnTo>
                  <a:pt x="4213824" y="308877"/>
                </a:lnTo>
                <a:lnTo>
                  <a:pt x="4214676" y="310308"/>
                </a:lnTo>
                <a:lnTo>
                  <a:pt x="4215549" y="311713"/>
                </a:lnTo>
                <a:lnTo>
                  <a:pt x="4216443" y="313092"/>
                </a:lnTo>
                <a:lnTo>
                  <a:pt x="4217358" y="314446"/>
                </a:lnTo>
                <a:lnTo>
                  <a:pt x="4218295" y="315775"/>
                </a:lnTo>
                <a:lnTo>
                  <a:pt x="4219252" y="317077"/>
                </a:lnTo>
                <a:lnTo>
                  <a:pt x="4220231" y="318354"/>
                </a:lnTo>
                <a:lnTo>
                  <a:pt x="4221231" y="319606"/>
                </a:lnTo>
                <a:lnTo>
                  <a:pt x="4222252" y="320831"/>
                </a:lnTo>
                <a:lnTo>
                  <a:pt x="4223294" y="322031"/>
                </a:lnTo>
                <a:lnTo>
                  <a:pt x="4224357" y="323206"/>
                </a:lnTo>
                <a:lnTo>
                  <a:pt x="4225440" y="324355"/>
                </a:lnTo>
                <a:lnTo>
                  <a:pt x="4226542" y="325480"/>
                </a:lnTo>
                <a:lnTo>
                  <a:pt x="4227663" y="326579"/>
                </a:lnTo>
                <a:lnTo>
                  <a:pt x="4228802" y="327654"/>
                </a:lnTo>
                <a:lnTo>
                  <a:pt x="4229960" y="328704"/>
                </a:lnTo>
                <a:lnTo>
                  <a:pt x="4231137" y="329730"/>
                </a:lnTo>
                <a:lnTo>
                  <a:pt x="4232332" y="330730"/>
                </a:lnTo>
                <a:lnTo>
                  <a:pt x="4233546" y="331706"/>
                </a:lnTo>
                <a:lnTo>
                  <a:pt x="4234779" y="332656"/>
                </a:lnTo>
                <a:lnTo>
                  <a:pt x="4236031" y="333582"/>
                </a:lnTo>
                <a:lnTo>
                  <a:pt x="4237301" y="334484"/>
                </a:lnTo>
                <a:lnTo>
                  <a:pt x="4238590" y="335360"/>
                </a:lnTo>
                <a:lnTo>
                  <a:pt x="4239898" y="336211"/>
                </a:lnTo>
                <a:lnTo>
                  <a:pt x="4241224" y="337038"/>
                </a:lnTo>
                <a:lnTo>
                  <a:pt x="4242570" y="337840"/>
                </a:lnTo>
                <a:lnTo>
                  <a:pt x="4243933" y="338617"/>
                </a:lnTo>
                <a:lnTo>
                  <a:pt x="4245316" y="339370"/>
                </a:lnTo>
                <a:lnTo>
                  <a:pt x="4246717" y="340097"/>
                </a:lnTo>
                <a:lnTo>
                  <a:pt x="4248137" y="340800"/>
                </a:lnTo>
                <a:lnTo>
                  <a:pt x="4249576" y="341478"/>
                </a:lnTo>
                <a:lnTo>
                  <a:pt x="4251033" y="342131"/>
                </a:lnTo>
                <a:lnTo>
                  <a:pt x="4252509" y="342759"/>
                </a:lnTo>
                <a:lnTo>
                  <a:pt x="4254004" y="343362"/>
                </a:lnTo>
                <a:lnTo>
                  <a:pt x="4255518" y="343941"/>
                </a:lnTo>
                <a:lnTo>
                  <a:pt x="4257048" y="344495"/>
                </a:lnTo>
                <a:lnTo>
                  <a:pt x="4258595" y="345026"/>
                </a:lnTo>
                <a:lnTo>
                  <a:pt x="4260156" y="345533"/>
                </a:lnTo>
                <a:lnTo>
                  <a:pt x="4261733" y="346017"/>
                </a:lnTo>
                <a:lnTo>
                  <a:pt x="4263326" y="346477"/>
                </a:lnTo>
                <a:lnTo>
                  <a:pt x="4264933" y="346913"/>
                </a:lnTo>
                <a:lnTo>
                  <a:pt x="4266557" y="347326"/>
                </a:lnTo>
                <a:lnTo>
                  <a:pt x="4268196" y="347716"/>
                </a:lnTo>
                <a:lnTo>
                  <a:pt x="4269850" y="348081"/>
                </a:lnTo>
                <a:lnTo>
                  <a:pt x="4271520" y="348423"/>
                </a:lnTo>
                <a:lnTo>
                  <a:pt x="4273205" y="348742"/>
                </a:lnTo>
                <a:lnTo>
                  <a:pt x="4274906" y="349037"/>
                </a:lnTo>
                <a:lnTo>
                  <a:pt x="4276622" y="349308"/>
                </a:lnTo>
                <a:lnTo>
                  <a:pt x="4278353" y="349556"/>
                </a:lnTo>
                <a:lnTo>
                  <a:pt x="4280100" y="349780"/>
                </a:lnTo>
                <a:lnTo>
                  <a:pt x="4281863" y="349980"/>
                </a:lnTo>
                <a:lnTo>
                  <a:pt x="4283641" y="350157"/>
                </a:lnTo>
                <a:lnTo>
                  <a:pt x="4285434" y="350311"/>
                </a:lnTo>
                <a:lnTo>
                  <a:pt x="4287243" y="350440"/>
                </a:lnTo>
                <a:lnTo>
                  <a:pt x="4289067" y="350547"/>
                </a:lnTo>
                <a:lnTo>
                  <a:pt x="4290907" y="350629"/>
                </a:lnTo>
                <a:lnTo>
                  <a:pt x="4292762" y="350688"/>
                </a:lnTo>
                <a:lnTo>
                  <a:pt x="4294633" y="350724"/>
                </a:lnTo>
                <a:lnTo>
                  <a:pt x="4296519" y="350735"/>
                </a:lnTo>
                <a:lnTo>
                  <a:pt x="4298344" y="350726"/>
                </a:lnTo>
                <a:lnTo>
                  <a:pt x="4300146" y="350697"/>
                </a:lnTo>
                <a:lnTo>
                  <a:pt x="4301928" y="350649"/>
                </a:lnTo>
                <a:lnTo>
                  <a:pt x="4303688" y="350582"/>
                </a:lnTo>
                <a:lnTo>
                  <a:pt x="4305426" y="350496"/>
                </a:lnTo>
                <a:lnTo>
                  <a:pt x="4307143" y="350391"/>
                </a:lnTo>
                <a:lnTo>
                  <a:pt x="4308838" y="350267"/>
                </a:lnTo>
                <a:lnTo>
                  <a:pt x="4310511" y="350124"/>
                </a:lnTo>
                <a:lnTo>
                  <a:pt x="4312163" y="349961"/>
                </a:lnTo>
                <a:lnTo>
                  <a:pt x="4313794" y="349779"/>
                </a:lnTo>
                <a:lnTo>
                  <a:pt x="4315403" y="349579"/>
                </a:lnTo>
                <a:lnTo>
                  <a:pt x="4316990" y="349359"/>
                </a:lnTo>
                <a:lnTo>
                  <a:pt x="4318556" y="349120"/>
                </a:lnTo>
                <a:lnTo>
                  <a:pt x="4320100" y="348862"/>
                </a:lnTo>
                <a:lnTo>
                  <a:pt x="4321623" y="348585"/>
                </a:lnTo>
                <a:lnTo>
                  <a:pt x="4323124" y="348288"/>
                </a:lnTo>
                <a:lnTo>
                  <a:pt x="4324604" y="347973"/>
                </a:lnTo>
                <a:lnTo>
                  <a:pt x="4326062" y="347638"/>
                </a:lnTo>
                <a:lnTo>
                  <a:pt x="4327498" y="347285"/>
                </a:lnTo>
                <a:lnTo>
                  <a:pt x="4328913" y="346912"/>
                </a:lnTo>
                <a:lnTo>
                  <a:pt x="4330306" y="346520"/>
                </a:lnTo>
                <a:lnTo>
                  <a:pt x="4331678" y="346109"/>
                </a:lnTo>
                <a:lnTo>
                  <a:pt x="4333029" y="345679"/>
                </a:lnTo>
                <a:lnTo>
                  <a:pt x="4334357" y="345229"/>
                </a:lnTo>
                <a:lnTo>
                  <a:pt x="4335667" y="344765"/>
                </a:lnTo>
                <a:lnTo>
                  <a:pt x="4336959" y="344289"/>
                </a:lnTo>
                <a:lnTo>
                  <a:pt x="4338234" y="343802"/>
                </a:lnTo>
                <a:lnTo>
                  <a:pt x="4339492" y="343303"/>
                </a:lnTo>
                <a:lnTo>
                  <a:pt x="4340733" y="342793"/>
                </a:lnTo>
                <a:lnTo>
                  <a:pt x="4341957" y="342272"/>
                </a:lnTo>
                <a:lnTo>
                  <a:pt x="4343164" y="341739"/>
                </a:lnTo>
                <a:lnTo>
                  <a:pt x="4344354" y="341194"/>
                </a:lnTo>
                <a:lnTo>
                  <a:pt x="4345526" y="340639"/>
                </a:lnTo>
                <a:lnTo>
                  <a:pt x="4346682" y="340072"/>
                </a:lnTo>
                <a:lnTo>
                  <a:pt x="4347820" y="339493"/>
                </a:lnTo>
                <a:lnTo>
                  <a:pt x="4348942" y="338904"/>
                </a:lnTo>
                <a:lnTo>
                  <a:pt x="4350046" y="338302"/>
                </a:lnTo>
                <a:lnTo>
                  <a:pt x="4351133" y="337690"/>
                </a:lnTo>
                <a:lnTo>
                  <a:pt x="4352204" y="337066"/>
                </a:lnTo>
                <a:lnTo>
                  <a:pt x="4353257" y="336431"/>
                </a:lnTo>
                <a:lnTo>
                  <a:pt x="4354293" y="335784"/>
                </a:lnTo>
                <a:lnTo>
                  <a:pt x="4355312" y="335126"/>
                </a:lnTo>
                <a:lnTo>
                  <a:pt x="4356314" y="334456"/>
                </a:lnTo>
                <a:lnTo>
                  <a:pt x="4357298" y="333775"/>
                </a:lnTo>
                <a:lnTo>
                  <a:pt x="4358266" y="333083"/>
                </a:lnTo>
                <a:lnTo>
                  <a:pt x="4359217" y="332379"/>
                </a:lnTo>
                <a:lnTo>
                  <a:pt x="4360150" y="331664"/>
                </a:lnTo>
                <a:lnTo>
                  <a:pt x="4361066" y="330938"/>
                </a:lnTo>
                <a:lnTo>
                  <a:pt x="4361967" y="330204"/>
                </a:lnTo>
                <a:lnTo>
                  <a:pt x="4362854" y="329468"/>
                </a:lnTo>
                <a:lnTo>
                  <a:pt x="4363726" y="328728"/>
                </a:lnTo>
                <a:lnTo>
                  <a:pt x="4364584" y="327986"/>
                </a:lnTo>
                <a:lnTo>
                  <a:pt x="4365428" y="327241"/>
                </a:lnTo>
                <a:lnTo>
                  <a:pt x="4366258" y="326493"/>
                </a:lnTo>
                <a:lnTo>
                  <a:pt x="4367073" y="325743"/>
                </a:lnTo>
                <a:lnTo>
                  <a:pt x="4367874" y="324989"/>
                </a:lnTo>
                <a:lnTo>
                  <a:pt x="4368661" y="324233"/>
                </a:lnTo>
                <a:lnTo>
                  <a:pt x="4369433" y="323474"/>
                </a:lnTo>
                <a:lnTo>
                  <a:pt x="4370192" y="322712"/>
                </a:lnTo>
                <a:lnTo>
                  <a:pt x="4370936" y="321947"/>
                </a:lnTo>
                <a:lnTo>
                  <a:pt x="4371666" y="321179"/>
                </a:lnTo>
                <a:lnTo>
                  <a:pt x="4372382" y="320408"/>
                </a:lnTo>
                <a:lnTo>
                  <a:pt x="4373083" y="319635"/>
                </a:lnTo>
                <a:lnTo>
                  <a:pt x="4373770" y="318859"/>
                </a:lnTo>
                <a:lnTo>
                  <a:pt x="4374443" y="318079"/>
                </a:lnTo>
                <a:lnTo>
                  <a:pt x="4375102" y="317297"/>
                </a:lnTo>
                <a:lnTo>
                  <a:pt x="4375747" y="316513"/>
                </a:lnTo>
                <a:lnTo>
                  <a:pt x="4376377" y="315725"/>
                </a:lnTo>
                <a:lnTo>
                  <a:pt x="4376993" y="314934"/>
                </a:lnTo>
                <a:lnTo>
                  <a:pt x="4377595" y="314141"/>
                </a:lnTo>
                <a:lnTo>
                  <a:pt x="4378182" y="313345"/>
                </a:lnTo>
                <a:lnTo>
                  <a:pt x="4378756" y="312546"/>
                </a:lnTo>
                <a:lnTo>
                  <a:pt x="4356966" y="286539"/>
                </a:lnTo>
                <a:lnTo>
                  <a:pt x="4356121" y="287586"/>
                </a:lnTo>
                <a:lnTo>
                  <a:pt x="4355263" y="288616"/>
                </a:lnTo>
                <a:lnTo>
                  <a:pt x="4354393" y="289631"/>
                </a:lnTo>
                <a:lnTo>
                  <a:pt x="4353511" y="290630"/>
                </a:lnTo>
                <a:lnTo>
                  <a:pt x="4352616" y="291613"/>
                </a:lnTo>
                <a:lnTo>
                  <a:pt x="4351709" y="292580"/>
                </a:lnTo>
                <a:lnTo>
                  <a:pt x="4350791" y="293531"/>
                </a:lnTo>
                <a:lnTo>
                  <a:pt x="4349859" y="294466"/>
                </a:lnTo>
                <a:lnTo>
                  <a:pt x="4348916" y="295386"/>
                </a:lnTo>
                <a:lnTo>
                  <a:pt x="4347961" y="296289"/>
                </a:lnTo>
                <a:lnTo>
                  <a:pt x="4346993" y="297177"/>
                </a:lnTo>
                <a:lnTo>
                  <a:pt x="4346013" y="298049"/>
                </a:lnTo>
                <a:lnTo>
                  <a:pt x="4345021" y="298905"/>
                </a:lnTo>
                <a:lnTo>
                  <a:pt x="4344017" y="299745"/>
                </a:lnTo>
                <a:lnTo>
                  <a:pt x="4343000" y="300569"/>
                </a:lnTo>
                <a:lnTo>
                  <a:pt x="4341972" y="301378"/>
                </a:lnTo>
                <a:lnTo>
                  <a:pt x="4340931" y="302170"/>
                </a:lnTo>
                <a:lnTo>
                  <a:pt x="4339878" y="302947"/>
                </a:lnTo>
                <a:lnTo>
                  <a:pt x="4338812" y="303708"/>
                </a:lnTo>
                <a:lnTo>
                  <a:pt x="4337735" y="304453"/>
                </a:lnTo>
                <a:lnTo>
                  <a:pt x="4336645" y="305182"/>
                </a:lnTo>
                <a:lnTo>
                  <a:pt x="4335543" y="305895"/>
                </a:lnTo>
                <a:lnTo>
                  <a:pt x="4334429" y="306593"/>
                </a:lnTo>
                <a:lnTo>
                  <a:pt x="4333303" y="307274"/>
                </a:lnTo>
                <a:lnTo>
                  <a:pt x="4332158" y="307934"/>
                </a:lnTo>
                <a:lnTo>
                  <a:pt x="4330988" y="308565"/>
                </a:lnTo>
                <a:lnTo>
                  <a:pt x="4329792" y="309169"/>
                </a:lnTo>
                <a:lnTo>
                  <a:pt x="4328571" y="309744"/>
                </a:lnTo>
                <a:lnTo>
                  <a:pt x="4327326" y="310291"/>
                </a:lnTo>
                <a:lnTo>
                  <a:pt x="4326054" y="310810"/>
                </a:lnTo>
                <a:lnTo>
                  <a:pt x="4324758" y="311302"/>
                </a:lnTo>
                <a:lnTo>
                  <a:pt x="4323437" y="311765"/>
                </a:lnTo>
                <a:lnTo>
                  <a:pt x="4322090" y="312200"/>
                </a:lnTo>
                <a:lnTo>
                  <a:pt x="4320718" y="312607"/>
                </a:lnTo>
                <a:lnTo>
                  <a:pt x="4319321" y="312986"/>
                </a:lnTo>
                <a:lnTo>
                  <a:pt x="4317898" y="313336"/>
                </a:lnTo>
                <a:lnTo>
                  <a:pt x="4316450" y="313659"/>
                </a:lnTo>
                <a:lnTo>
                  <a:pt x="4314978" y="313954"/>
                </a:lnTo>
                <a:lnTo>
                  <a:pt x="4313480" y="314221"/>
                </a:lnTo>
                <a:lnTo>
                  <a:pt x="4311956" y="314459"/>
                </a:lnTo>
                <a:lnTo>
                  <a:pt x="4310408" y="314670"/>
                </a:lnTo>
                <a:lnTo>
                  <a:pt x="4308834" y="314852"/>
                </a:lnTo>
                <a:lnTo>
                  <a:pt x="4307235" y="315006"/>
                </a:lnTo>
                <a:lnTo>
                  <a:pt x="4305611" y="315133"/>
                </a:lnTo>
                <a:lnTo>
                  <a:pt x="4303961" y="315231"/>
                </a:lnTo>
                <a:lnTo>
                  <a:pt x="4302287" y="315301"/>
                </a:lnTo>
                <a:lnTo>
                  <a:pt x="4300587" y="315343"/>
                </a:lnTo>
                <a:lnTo>
                  <a:pt x="4298862" y="315357"/>
                </a:lnTo>
                <a:lnTo>
                  <a:pt x="4297676" y="315349"/>
                </a:lnTo>
                <a:lnTo>
                  <a:pt x="4296502" y="315325"/>
                </a:lnTo>
                <a:lnTo>
                  <a:pt x="4295338" y="315286"/>
                </a:lnTo>
                <a:lnTo>
                  <a:pt x="4294186" y="315230"/>
                </a:lnTo>
                <a:lnTo>
                  <a:pt x="4293044" y="315159"/>
                </a:lnTo>
                <a:lnTo>
                  <a:pt x="4291914" y="315072"/>
                </a:lnTo>
                <a:lnTo>
                  <a:pt x="4290794" y="314969"/>
                </a:lnTo>
                <a:lnTo>
                  <a:pt x="4289685" y="314850"/>
                </a:lnTo>
                <a:lnTo>
                  <a:pt x="4288588" y="314715"/>
                </a:lnTo>
                <a:lnTo>
                  <a:pt x="4287501" y="314564"/>
                </a:lnTo>
                <a:lnTo>
                  <a:pt x="4286426" y="314397"/>
                </a:lnTo>
                <a:lnTo>
                  <a:pt x="4285361" y="314215"/>
                </a:lnTo>
                <a:lnTo>
                  <a:pt x="4284307" y="314017"/>
                </a:lnTo>
                <a:lnTo>
                  <a:pt x="4283264" y="313803"/>
                </a:lnTo>
                <a:lnTo>
                  <a:pt x="4282233" y="313573"/>
                </a:lnTo>
                <a:lnTo>
                  <a:pt x="4281212" y="313327"/>
                </a:lnTo>
                <a:lnTo>
                  <a:pt x="4280202" y="313065"/>
                </a:lnTo>
                <a:lnTo>
                  <a:pt x="4279203" y="312787"/>
                </a:lnTo>
                <a:lnTo>
                  <a:pt x="4278216" y="312494"/>
                </a:lnTo>
                <a:lnTo>
                  <a:pt x="4277239" y="312185"/>
                </a:lnTo>
                <a:lnTo>
                  <a:pt x="4276273" y="311859"/>
                </a:lnTo>
                <a:lnTo>
                  <a:pt x="4275318" y="311518"/>
                </a:lnTo>
                <a:lnTo>
                  <a:pt x="4274374" y="311161"/>
                </a:lnTo>
                <a:lnTo>
                  <a:pt x="4273441" y="310789"/>
                </a:lnTo>
                <a:lnTo>
                  <a:pt x="4272520" y="310399"/>
                </a:lnTo>
                <a:lnTo>
                  <a:pt x="4271611" y="309993"/>
                </a:lnTo>
                <a:lnTo>
                  <a:pt x="4270714" y="309569"/>
                </a:lnTo>
                <a:lnTo>
                  <a:pt x="4269829" y="309129"/>
                </a:lnTo>
                <a:lnTo>
                  <a:pt x="4268957" y="308671"/>
                </a:lnTo>
                <a:lnTo>
                  <a:pt x="4268096" y="308197"/>
                </a:lnTo>
                <a:lnTo>
                  <a:pt x="4267248" y="307705"/>
                </a:lnTo>
                <a:lnTo>
                  <a:pt x="4266412" y="307196"/>
                </a:lnTo>
                <a:lnTo>
                  <a:pt x="4265589" y="306670"/>
                </a:lnTo>
                <a:lnTo>
                  <a:pt x="4264777" y="306127"/>
                </a:lnTo>
                <a:lnTo>
                  <a:pt x="4263978" y="305567"/>
                </a:lnTo>
                <a:lnTo>
                  <a:pt x="4263191" y="304990"/>
                </a:lnTo>
                <a:lnTo>
                  <a:pt x="4262416" y="304396"/>
                </a:lnTo>
                <a:lnTo>
                  <a:pt x="4261653" y="303784"/>
                </a:lnTo>
                <a:lnTo>
                  <a:pt x="4260903" y="303156"/>
                </a:lnTo>
                <a:lnTo>
                  <a:pt x="4260165" y="302510"/>
                </a:lnTo>
                <a:lnTo>
                  <a:pt x="4259439" y="301848"/>
                </a:lnTo>
                <a:lnTo>
                  <a:pt x="4258725" y="301168"/>
                </a:lnTo>
                <a:lnTo>
                  <a:pt x="4258023" y="300471"/>
                </a:lnTo>
                <a:lnTo>
                  <a:pt x="4257334" y="299757"/>
                </a:lnTo>
                <a:lnTo>
                  <a:pt x="4256656" y="299026"/>
                </a:lnTo>
                <a:lnTo>
                  <a:pt x="4255991" y="298278"/>
                </a:lnTo>
                <a:lnTo>
                  <a:pt x="4255338" y="297513"/>
                </a:lnTo>
                <a:lnTo>
                  <a:pt x="4254698" y="296731"/>
                </a:lnTo>
                <a:lnTo>
                  <a:pt x="4254070" y="295931"/>
                </a:lnTo>
                <a:lnTo>
                  <a:pt x="4253455" y="295114"/>
                </a:lnTo>
                <a:lnTo>
                  <a:pt x="4252853" y="294278"/>
                </a:lnTo>
                <a:lnTo>
                  <a:pt x="4252264" y="293425"/>
                </a:lnTo>
                <a:lnTo>
                  <a:pt x="4251688" y="292554"/>
                </a:lnTo>
                <a:lnTo>
                  <a:pt x="4251125" y="291664"/>
                </a:lnTo>
                <a:lnTo>
                  <a:pt x="4250575" y="290757"/>
                </a:lnTo>
                <a:lnTo>
                  <a:pt x="4250038" y="289832"/>
                </a:lnTo>
                <a:lnTo>
                  <a:pt x="4249514" y="288890"/>
                </a:lnTo>
                <a:lnTo>
                  <a:pt x="4249003" y="287929"/>
                </a:lnTo>
                <a:lnTo>
                  <a:pt x="4248505" y="286950"/>
                </a:lnTo>
                <a:lnTo>
                  <a:pt x="4248021" y="285954"/>
                </a:lnTo>
                <a:lnTo>
                  <a:pt x="4247549" y="284939"/>
                </a:lnTo>
                <a:lnTo>
                  <a:pt x="4247090" y="283907"/>
                </a:lnTo>
                <a:lnTo>
                  <a:pt x="4246644" y="282857"/>
                </a:lnTo>
                <a:lnTo>
                  <a:pt x="4246211" y="281788"/>
                </a:lnTo>
                <a:lnTo>
                  <a:pt x="4245791" y="280702"/>
                </a:lnTo>
                <a:lnTo>
                  <a:pt x="4245385" y="279598"/>
                </a:lnTo>
                <a:lnTo>
                  <a:pt x="4244991" y="278477"/>
                </a:lnTo>
                <a:lnTo>
                  <a:pt x="4244610" y="277337"/>
                </a:lnTo>
                <a:lnTo>
                  <a:pt x="4244243" y="276179"/>
                </a:lnTo>
                <a:lnTo>
                  <a:pt x="4243888" y="275004"/>
                </a:lnTo>
                <a:lnTo>
                  <a:pt x="4243546" y="273810"/>
                </a:lnTo>
                <a:lnTo>
                  <a:pt x="4243218" y="272599"/>
                </a:lnTo>
                <a:lnTo>
                  <a:pt x="4242902" y="271369"/>
                </a:lnTo>
                <a:lnTo>
                  <a:pt x="4242600" y="270119"/>
                </a:lnTo>
                <a:lnTo>
                  <a:pt x="4242311" y="268848"/>
                </a:lnTo>
                <a:lnTo>
                  <a:pt x="4242036" y="267558"/>
                </a:lnTo>
                <a:lnTo>
                  <a:pt x="4241775" y="266248"/>
                </a:lnTo>
                <a:lnTo>
                  <a:pt x="4241526" y="264919"/>
                </a:lnTo>
                <a:lnTo>
                  <a:pt x="4241291" y="263569"/>
                </a:lnTo>
                <a:lnTo>
                  <a:pt x="4241070" y="262199"/>
                </a:lnTo>
                <a:lnTo>
                  <a:pt x="4240862" y="260809"/>
                </a:lnTo>
                <a:lnTo>
                  <a:pt x="4240667" y="259400"/>
                </a:lnTo>
                <a:lnTo>
                  <a:pt x="4240486" y="257970"/>
                </a:lnTo>
                <a:lnTo>
                  <a:pt x="4240318" y="256521"/>
                </a:lnTo>
                <a:lnTo>
                  <a:pt x="4240164" y="255051"/>
                </a:lnTo>
                <a:lnTo>
                  <a:pt x="4240023" y="253562"/>
                </a:lnTo>
                <a:lnTo>
                  <a:pt x="4239895" y="252053"/>
                </a:lnTo>
                <a:lnTo>
                  <a:pt x="4239781" y="250523"/>
                </a:lnTo>
                <a:lnTo>
                  <a:pt x="4239681" y="248974"/>
                </a:lnTo>
                <a:lnTo>
                  <a:pt x="4239593" y="247405"/>
                </a:lnTo>
                <a:lnTo>
                  <a:pt x="4239519" y="245816"/>
                </a:lnTo>
                <a:lnTo>
                  <a:pt x="4239459" y="244207"/>
                </a:lnTo>
                <a:lnTo>
                  <a:pt x="4239412" y="242578"/>
                </a:lnTo>
                <a:lnTo>
                  <a:pt x="4239379" y="240930"/>
                </a:lnTo>
                <a:lnTo>
                  <a:pt x="4239358" y="239261"/>
                </a:lnTo>
                <a:lnTo>
                  <a:pt x="4239352" y="237572"/>
                </a:lnTo>
                <a:lnTo>
                  <a:pt x="4239352" y="231246"/>
                </a:lnTo>
                <a:lnTo>
                  <a:pt x="4380630" y="231246"/>
                </a:lnTo>
                <a:lnTo>
                  <a:pt x="4380630" y="207151"/>
                </a:lnTo>
                <a:lnTo>
                  <a:pt x="4380621" y="204746"/>
                </a:lnTo>
                <a:lnTo>
                  <a:pt x="4380595" y="202364"/>
                </a:lnTo>
                <a:lnTo>
                  <a:pt x="4380551" y="200007"/>
                </a:lnTo>
                <a:lnTo>
                  <a:pt x="4380490" y="197672"/>
                </a:lnTo>
                <a:close/>
                <a:moveTo>
                  <a:pt x="4240023" y="189253"/>
                </a:moveTo>
                <a:lnTo>
                  <a:pt x="4240164" y="187449"/>
                </a:lnTo>
                <a:lnTo>
                  <a:pt x="4240318" y="185677"/>
                </a:lnTo>
                <a:lnTo>
                  <a:pt x="4240486" y="183935"/>
                </a:lnTo>
                <a:lnTo>
                  <a:pt x="4240667" y="182224"/>
                </a:lnTo>
                <a:lnTo>
                  <a:pt x="4240862" y="180544"/>
                </a:lnTo>
                <a:lnTo>
                  <a:pt x="4241070" y="178895"/>
                </a:lnTo>
                <a:lnTo>
                  <a:pt x="4241291" y="177277"/>
                </a:lnTo>
                <a:lnTo>
                  <a:pt x="4241526" y="175690"/>
                </a:lnTo>
                <a:lnTo>
                  <a:pt x="4241775" y="174134"/>
                </a:lnTo>
                <a:lnTo>
                  <a:pt x="4242036" y="172608"/>
                </a:lnTo>
                <a:lnTo>
                  <a:pt x="4242311" y="171114"/>
                </a:lnTo>
                <a:lnTo>
                  <a:pt x="4242600" y="169650"/>
                </a:lnTo>
                <a:lnTo>
                  <a:pt x="4242902" y="168218"/>
                </a:lnTo>
                <a:lnTo>
                  <a:pt x="4243218" y="166816"/>
                </a:lnTo>
                <a:lnTo>
                  <a:pt x="4243545" y="165442"/>
                </a:lnTo>
                <a:lnTo>
                  <a:pt x="4243883" y="164093"/>
                </a:lnTo>
                <a:lnTo>
                  <a:pt x="4244232" y="162769"/>
                </a:lnTo>
                <a:lnTo>
                  <a:pt x="4244591" y="161470"/>
                </a:lnTo>
                <a:lnTo>
                  <a:pt x="4244960" y="160195"/>
                </a:lnTo>
                <a:lnTo>
                  <a:pt x="4245341" y="158945"/>
                </a:lnTo>
                <a:lnTo>
                  <a:pt x="4245732" y="157720"/>
                </a:lnTo>
                <a:lnTo>
                  <a:pt x="4246133" y="156520"/>
                </a:lnTo>
                <a:lnTo>
                  <a:pt x="4246545" y="155345"/>
                </a:lnTo>
                <a:lnTo>
                  <a:pt x="4246968" y="154194"/>
                </a:lnTo>
                <a:lnTo>
                  <a:pt x="4247401" y="153069"/>
                </a:lnTo>
                <a:lnTo>
                  <a:pt x="4247845" y="151968"/>
                </a:lnTo>
                <a:lnTo>
                  <a:pt x="4248299" y="150892"/>
                </a:lnTo>
                <a:lnTo>
                  <a:pt x="4248764" y="149840"/>
                </a:lnTo>
                <a:lnTo>
                  <a:pt x="4249240" y="148814"/>
                </a:lnTo>
                <a:lnTo>
                  <a:pt x="4249726" y="147812"/>
                </a:lnTo>
                <a:lnTo>
                  <a:pt x="4250222" y="146835"/>
                </a:lnTo>
                <a:lnTo>
                  <a:pt x="4250730" y="145883"/>
                </a:lnTo>
                <a:lnTo>
                  <a:pt x="4251247" y="144956"/>
                </a:lnTo>
                <a:lnTo>
                  <a:pt x="4251776" y="144054"/>
                </a:lnTo>
                <a:lnTo>
                  <a:pt x="4252315" y="143176"/>
                </a:lnTo>
                <a:lnTo>
                  <a:pt x="4252864" y="142324"/>
                </a:lnTo>
                <a:lnTo>
                  <a:pt x="4253424" y="141496"/>
                </a:lnTo>
                <a:lnTo>
                  <a:pt x="4253995" y="140692"/>
                </a:lnTo>
                <a:lnTo>
                  <a:pt x="4254576" y="139911"/>
                </a:lnTo>
                <a:lnTo>
                  <a:pt x="4255166" y="139150"/>
                </a:lnTo>
                <a:lnTo>
                  <a:pt x="4255767" y="138408"/>
                </a:lnTo>
                <a:lnTo>
                  <a:pt x="4256377" y="137686"/>
                </a:lnTo>
                <a:lnTo>
                  <a:pt x="4256997" y="136983"/>
                </a:lnTo>
                <a:lnTo>
                  <a:pt x="4257626" y="136299"/>
                </a:lnTo>
                <a:lnTo>
                  <a:pt x="4258266" y="135636"/>
                </a:lnTo>
                <a:lnTo>
                  <a:pt x="4258915" y="134991"/>
                </a:lnTo>
                <a:lnTo>
                  <a:pt x="4259574" y="134367"/>
                </a:lnTo>
                <a:lnTo>
                  <a:pt x="4260243" y="133761"/>
                </a:lnTo>
                <a:lnTo>
                  <a:pt x="4260921" y="133176"/>
                </a:lnTo>
                <a:lnTo>
                  <a:pt x="4261609" y="132609"/>
                </a:lnTo>
                <a:lnTo>
                  <a:pt x="4262307" y="132063"/>
                </a:lnTo>
                <a:lnTo>
                  <a:pt x="4263015" y="131536"/>
                </a:lnTo>
                <a:lnTo>
                  <a:pt x="4263733" y="131028"/>
                </a:lnTo>
                <a:lnTo>
                  <a:pt x="4264460" y="130540"/>
                </a:lnTo>
                <a:lnTo>
                  <a:pt x="4265197" y="130071"/>
                </a:lnTo>
                <a:lnTo>
                  <a:pt x="4265944" y="129622"/>
                </a:lnTo>
                <a:lnTo>
                  <a:pt x="4266700" y="129193"/>
                </a:lnTo>
                <a:lnTo>
                  <a:pt x="4267467" y="128783"/>
                </a:lnTo>
                <a:lnTo>
                  <a:pt x="4268243" y="128392"/>
                </a:lnTo>
                <a:lnTo>
                  <a:pt x="4269029" y="128021"/>
                </a:lnTo>
                <a:lnTo>
                  <a:pt x="4269824" y="127670"/>
                </a:lnTo>
                <a:lnTo>
                  <a:pt x="4270630" y="127338"/>
                </a:lnTo>
                <a:lnTo>
                  <a:pt x="4271443" y="127022"/>
                </a:lnTo>
                <a:lnTo>
                  <a:pt x="4272262" y="126720"/>
                </a:lnTo>
                <a:lnTo>
                  <a:pt x="4273088" y="126432"/>
                </a:lnTo>
                <a:lnTo>
                  <a:pt x="4273920" y="126157"/>
                </a:lnTo>
                <a:lnTo>
                  <a:pt x="4274757" y="125895"/>
                </a:lnTo>
                <a:lnTo>
                  <a:pt x="4275601" y="125646"/>
                </a:lnTo>
                <a:lnTo>
                  <a:pt x="4276451" y="125412"/>
                </a:lnTo>
                <a:lnTo>
                  <a:pt x="4277307" y="125190"/>
                </a:lnTo>
                <a:lnTo>
                  <a:pt x="4278169" y="124982"/>
                </a:lnTo>
                <a:lnTo>
                  <a:pt x="4279037" y="124787"/>
                </a:lnTo>
                <a:lnTo>
                  <a:pt x="4279912" y="124606"/>
                </a:lnTo>
                <a:lnTo>
                  <a:pt x="4280792" y="124438"/>
                </a:lnTo>
                <a:lnTo>
                  <a:pt x="4281679" y="124284"/>
                </a:lnTo>
                <a:lnTo>
                  <a:pt x="4282571" y="124143"/>
                </a:lnTo>
                <a:lnTo>
                  <a:pt x="4283470" y="124016"/>
                </a:lnTo>
                <a:lnTo>
                  <a:pt x="4284375" y="123901"/>
                </a:lnTo>
                <a:lnTo>
                  <a:pt x="4285286" y="123801"/>
                </a:lnTo>
                <a:lnTo>
                  <a:pt x="4286203" y="123714"/>
                </a:lnTo>
                <a:lnTo>
                  <a:pt x="4287126" y="123640"/>
                </a:lnTo>
                <a:lnTo>
                  <a:pt x="4288055" y="123579"/>
                </a:lnTo>
                <a:lnTo>
                  <a:pt x="4288991" y="123532"/>
                </a:lnTo>
                <a:lnTo>
                  <a:pt x="4289932" y="123499"/>
                </a:lnTo>
                <a:lnTo>
                  <a:pt x="4290880" y="123479"/>
                </a:lnTo>
                <a:lnTo>
                  <a:pt x="4291833" y="123472"/>
                </a:lnTo>
                <a:lnTo>
                  <a:pt x="4293322" y="123487"/>
                </a:lnTo>
                <a:lnTo>
                  <a:pt x="4294783" y="123531"/>
                </a:lnTo>
                <a:lnTo>
                  <a:pt x="4296215" y="123605"/>
                </a:lnTo>
                <a:lnTo>
                  <a:pt x="4297619" y="123709"/>
                </a:lnTo>
                <a:lnTo>
                  <a:pt x="4298994" y="123842"/>
                </a:lnTo>
                <a:lnTo>
                  <a:pt x="4300341" y="124005"/>
                </a:lnTo>
                <a:lnTo>
                  <a:pt x="4301659" y="124197"/>
                </a:lnTo>
                <a:lnTo>
                  <a:pt x="4302949" y="124419"/>
                </a:lnTo>
                <a:lnTo>
                  <a:pt x="4304210" y="124670"/>
                </a:lnTo>
                <a:lnTo>
                  <a:pt x="4305443" y="124952"/>
                </a:lnTo>
                <a:lnTo>
                  <a:pt x="4306648" y="125262"/>
                </a:lnTo>
                <a:lnTo>
                  <a:pt x="4307824" y="125603"/>
                </a:lnTo>
                <a:lnTo>
                  <a:pt x="4308971" y="125972"/>
                </a:lnTo>
                <a:lnTo>
                  <a:pt x="4310090" y="126372"/>
                </a:lnTo>
                <a:lnTo>
                  <a:pt x="4311181" y="126801"/>
                </a:lnTo>
                <a:lnTo>
                  <a:pt x="4312243" y="127260"/>
                </a:lnTo>
                <a:lnTo>
                  <a:pt x="4313276" y="127748"/>
                </a:lnTo>
                <a:lnTo>
                  <a:pt x="4314281" y="128266"/>
                </a:lnTo>
                <a:lnTo>
                  <a:pt x="4315258" y="128813"/>
                </a:lnTo>
                <a:lnTo>
                  <a:pt x="4316206" y="129390"/>
                </a:lnTo>
                <a:lnTo>
                  <a:pt x="4317126" y="129997"/>
                </a:lnTo>
                <a:lnTo>
                  <a:pt x="4318017" y="130633"/>
                </a:lnTo>
                <a:lnTo>
                  <a:pt x="4318880" y="131299"/>
                </a:lnTo>
                <a:lnTo>
                  <a:pt x="4319714" y="131994"/>
                </a:lnTo>
                <a:lnTo>
                  <a:pt x="4320524" y="132716"/>
                </a:lnTo>
                <a:lnTo>
                  <a:pt x="4321316" y="133459"/>
                </a:lnTo>
                <a:lnTo>
                  <a:pt x="4322088" y="134225"/>
                </a:lnTo>
                <a:lnTo>
                  <a:pt x="4322841" y="135014"/>
                </a:lnTo>
                <a:lnTo>
                  <a:pt x="4323575" y="135824"/>
                </a:lnTo>
                <a:lnTo>
                  <a:pt x="4324290" y="136657"/>
                </a:lnTo>
                <a:lnTo>
                  <a:pt x="4324986" y="137513"/>
                </a:lnTo>
                <a:lnTo>
                  <a:pt x="4325662" y="138390"/>
                </a:lnTo>
                <a:lnTo>
                  <a:pt x="4326320" y="139290"/>
                </a:lnTo>
                <a:lnTo>
                  <a:pt x="4326958" y="140212"/>
                </a:lnTo>
                <a:lnTo>
                  <a:pt x="4327578" y="141157"/>
                </a:lnTo>
                <a:lnTo>
                  <a:pt x="4328178" y="142124"/>
                </a:lnTo>
                <a:lnTo>
                  <a:pt x="4328759" y="143113"/>
                </a:lnTo>
                <a:lnTo>
                  <a:pt x="4329321" y="144125"/>
                </a:lnTo>
                <a:lnTo>
                  <a:pt x="4329864" y="145158"/>
                </a:lnTo>
                <a:lnTo>
                  <a:pt x="4330387" y="146215"/>
                </a:lnTo>
                <a:lnTo>
                  <a:pt x="4330892" y="147293"/>
                </a:lnTo>
                <a:lnTo>
                  <a:pt x="4331377" y="148394"/>
                </a:lnTo>
                <a:lnTo>
                  <a:pt x="4331844" y="149517"/>
                </a:lnTo>
                <a:lnTo>
                  <a:pt x="4332291" y="150662"/>
                </a:lnTo>
                <a:lnTo>
                  <a:pt x="4332719" y="151830"/>
                </a:lnTo>
                <a:lnTo>
                  <a:pt x="4333128" y="153020"/>
                </a:lnTo>
                <a:lnTo>
                  <a:pt x="4333518" y="154233"/>
                </a:lnTo>
                <a:lnTo>
                  <a:pt x="4333889" y="155467"/>
                </a:lnTo>
                <a:lnTo>
                  <a:pt x="4334244" y="156721"/>
                </a:lnTo>
                <a:lnTo>
                  <a:pt x="4334587" y="157991"/>
                </a:lnTo>
                <a:lnTo>
                  <a:pt x="4334919" y="159276"/>
                </a:lnTo>
                <a:lnTo>
                  <a:pt x="4335239" y="160579"/>
                </a:lnTo>
                <a:lnTo>
                  <a:pt x="4335547" y="161897"/>
                </a:lnTo>
                <a:lnTo>
                  <a:pt x="4335843" y="163232"/>
                </a:lnTo>
                <a:lnTo>
                  <a:pt x="4336128" y="164582"/>
                </a:lnTo>
                <a:lnTo>
                  <a:pt x="4336401" y="165950"/>
                </a:lnTo>
                <a:lnTo>
                  <a:pt x="4336662" y="167333"/>
                </a:lnTo>
                <a:lnTo>
                  <a:pt x="4336911" y="168733"/>
                </a:lnTo>
                <a:lnTo>
                  <a:pt x="4337148" y="170148"/>
                </a:lnTo>
                <a:lnTo>
                  <a:pt x="4337374" y="171581"/>
                </a:lnTo>
                <a:lnTo>
                  <a:pt x="4337587" y="173029"/>
                </a:lnTo>
                <a:lnTo>
                  <a:pt x="4337789" y="174493"/>
                </a:lnTo>
                <a:lnTo>
                  <a:pt x="4337980" y="175974"/>
                </a:lnTo>
                <a:lnTo>
                  <a:pt x="4338158" y="177471"/>
                </a:lnTo>
                <a:lnTo>
                  <a:pt x="4338324" y="178985"/>
                </a:lnTo>
                <a:lnTo>
                  <a:pt x="4338479" y="180514"/>
                </a:lnTo>
                <a:lnTo>
                  <a:pt x="4338622" y="182060"/>
                </a:lnTo>
                <a:lnTo>
                  <a:pt x="4338753" y="183622"/>
                </a:lnTo>
                <a:lnTo>
                  <a:pt x="4338873" y="185200"/>
                </a:lnTo>
                <a:lnTo>
                  <a:pt x="4338980" y="186795"/>
                </a:lnTo>
                <a:lnTo>
                  <a:pt x="4339076" y="188406"/>
                </a:lnTo>
                <a:lnTo>
                  <a:pt x="4339160" y="190033"/>
                </a:lnTo>
                <a:lnTo>
                  <a:pt x="4339160" y="195868"/>
                </a:lnTo>
                <a:lnTo>
                  <a:pt x="4239634" y="195868"/>
                </a:lnTo>
                <a:lnTo>
                  <a:pt x="4239681" y="194849"/>
                </a:lnTo>
                <a:lnTo>
                  <a:pt x="4239781" y="192953"/>
                </a:lnTo>
                <a:lnTo>
                  <a:pt x="4239895" y="191087"/>
                </a:lnTo>
                <a:lnTo>
                  <a:pt x="4240023" y="189253"/>
                </a:lnTo>
                <a:close/>
                <a:moveTo>
                  <a:pt x="4699940" y="286144"/>
                </a:moveTo>
                <a:lnTo>
                  <a:pt x="4699831" y="286945"/>
                </a:lnTo>
                <a:lnTo>
                  <a:pt x="4699706" y="287737"/>
                </a:lnTo>
                <a:lnTo>
                  <a:pt x="4699565" y="288520"/>
                </a:lnTo>
                <a:lnTo>
                  <a:pt x="4699406" y="289294"/>
                </a:lnTo>
                <a:lnTo>
                  <a:pt x="4699231" y="290059"/>
                </a:lnTo>
                <a:lnTo>
                  <a:pt x="4699039" y="290815"/>
                </a:lnTo>
                <a:lnTo>
                  <a:pt x="4698831" y="291562"/>
                </a:lnTo>
                <a:lnTo>
                  <a:pt x="4698606" y="292301"/>
                </a:lnTo>
                <a:lnTo>
                  <a:pt x="4698364" y="293030"/>
                </a:lnTo>
                <a:lnTo>
                  <a:pt x="4698105" y="293750"/>
                </a:lnTo>
                <a:lnTo>
                  <a:pt x="4697830" y="294462"/>
                </a:lnTo>
                <a:lnTo>
                  <a:pt x="4697538" y="295164"/>
                </a:lnTo>
                <a:lnTo>
                  <a:pt x="4697230" y="295858"/>
                </a:lnTo>
                <a:lnTo>
                  <a:pt x="4696905" y="296542"/>
                </a:lnTo>
                <a:lnTo>
                  <a:pt x="4696563" y="297218"/>
                </a:lnTo>
                <a:lnTo>
                  <a:pt x="4696204" y="297885"/>
                </a:lnTo>
                <a:lnTo>
                  <a:pt x="4695829" y="298542"/>
                </a:lnTo>
                <a:lnTo>
                  <a:pt x="4695437" y="299191"/>
                </a:lnTo>
                <a:lnTo>
                  <a:pt x="4695029" y="299829"/>
                </a:lnTo>
                <a:lnTo>
                  <a:pt x="4694605" y="300454"/>
                </a:lnTo>
                <a:lnTo>
                  <a:pt x="4694165" y="301067"/>
                </a:lnTo>
                <a:lnTo>
                  <a:pt x="4693709" y="301667"/>
                </a:lnTo>
                <a:lnTo>
                  <a:pt x="4693237" y="302255"/>
                </a:lnTo>
                <a:lnTo>
                  <a:pt x="4692750" y="302830"/>
                </a:lnTo>
                <a:lnTo>
                  <a:pt x="4692247" y="303392"/>
                </a:lnTo>
                <a:lnTo>
                  <a:pt x="4691727" y="303942"/>
                </a:lnTo>
                <a:lnTo>
                  <a:pt x="4691192" y="304479"/>
                </a:lnTo>
                <a:lnTo>
                  <a:pt x="4690641" y="305004"/>
                </a:lnTo>
                <a:lnTo>
                  <a:pt x="4690075" y="305516"/>
                </a:lnTo>
                <a:lnTo>
                  <a:pt x="4689492" y="306015"/>
                </a:lnTo>
                <a:lnTo>
                  <a:pt x="4688893" y="306502"/>
                </a:lnTo>
                <a:lnTo>
                  <a:pt x="4688279" y="306976"/>
                </a:lnTo>
                <a:lnTo>
                  <a:pt x="4687649" y="307437"/>
                </a:lnTo>
                <a:lnTo>
                  <a:pt x="4687003" y="307886"/>
                </a:lnTo>
                <a:lnTo>
                  <a:pt x="4686341" y="308322"/>
                </a:lnTo>
                <a:lnTo>
                  <a:pt x="4685663" y="308746"/>
                </a:lnTo>
                <a:lnTo>
                  <a:pt x="4684969" y="309157"/>
                </a:lnTo>
                <a:lnTo>
                  <a:pt x="4684259" y="309555"/>
                </a:lnTo>
                <a:lnTo>
                  <a:pt x="4683534" y="309941"/>
                </a:lnTo>
                <a:lnTo>
                  <a:pt x="4682793" y="310314"/>
                </a:lnTo>
                <a:lnTo>
                  <a:pt x="4682035" y="310675"/>
                </a:lnTo>
                <a:lnTo>
                  <a:pt x="4681262" y="311023"/>
                </a:lnTo>
                <a:lnTo>
                  <a:pt x="4680474" y="311357"/>
                </a:lnTo>
                <a:lnTo>
                  <a:pt x="4679669" y="311678"/>
                </a:lnTo>
                <a:lnTo>
                  <a:pt x="4678850" y="311984"/>
                </a:lnTo>
                <a:lnTo>
                  <a:pt x="4678015" y="312276"/>
                </a:lnTo>
                <a:lnTo>
                  <a:pt x="4677164" y="312553"/>
                </a:lnTo>
                <a:lnTo>
                  <a:pt x="4676298" y="312817"/>
                </a:lnTo>
                <a:lnTo>
                  <a:pt x="4675417" y="313066"/>
                </a:lnTo>
                <a:lnTo>
                  <a:pt x="4674520" y="313301"/>
                </a:lnTo>
                <a:lnTo>
                  <a:pt x="4673608" y="313521"/>
                </a:lnTo>
                <a:lnTo>
                  <a:pt x="4672680" y="313728"/>
                </a:lnTo>
                <a:lnTo>
                  <a:pt x="4671736" y="313920"/>
                </a:lnTo>
                <a:lnTo>
                  <a:pt x="4670778" y="314098"/>
                </a:lnTo>
                <a:lnTo>
                  <a:pt x="4669804" y="314262"/>
                </a:lnTo>
                <a:lnTo>
                  <a:pt x="4668814" y="314411"/>
                </a:lnTo>
                <a:lnTo>
                  <a:pt x="4667809" y="314546"/>
                </a:lnTo>
                <a:lnTo>
                  <a:pt x="4666788" y="314667"/>
                </a:lnTo>
                <a:lnTo>
                  <a:pt x="4665752" y="314774"/>
                </a:lnTo>
                <a:lnTo>
                  <a:pt x="4664701" y="314867"/>
                </a:lnTo>
                <a:lnTo>
                  <a:pt x="4663634" y="314945"/>
                </a:lnTo>
                <a:lnTo>
                  <a:pt x="4662552" y="315009"/>
                </a:lnTo>
                <a:lnTo>
                  <a:pt x="4661454" y="315059"/>
                </a:lnTo>
                <a:lnTo>
                  <a:pt x="4660340" y="315094"/>
                </a:lnTo>
                <a:lnTo>
                  <a:pt x="4659212" y="315116"/>
                </a:lnTo>
                <a:lnTo>
                  <a:pt x="4658067" y="315123"/>
                </a:lnTo>
                <a:lnTo>
                  <a:pt x="4657189" y="315116"/>
                </a:lnTo>
                <a:lnTo>
                  <a:pt x="4656310" y="315097"/>
                </a:lnTo>
                <a:lnTo>
                  <a:pt x="4655432" y="315064"/>
                </a:lnTo>
                <a:lnTo>
                  <a:pt x="4654553" y="315019"/>
                </a:lnTo>
                <a:lnTo>
                  <a:pt x="4653674" y="314960"/>
                </a:lnTo>
                <a:lnTo>
                  <a:pt x="4652796" y="314889"/>
                </a:lnTo>
                <a:lnTo>
                  <a:pt x="4651917" y="314804"/>
                </a:lnTo>
                <a:lnTo>
                  <a:pt x="4651039" y="314706"/>
                </a:lnTo>
                <a:lnTo>
                  <a:pt x="4650160" y="314596"/>
                </a:lnTo>
                <a:lnTo>
                  <a:pt x="4649281" y="314472"/>
                </a:lnTo>
                <a:lnTo>
                  <a:pt x="4648403" y="314335"/>
                </a:lnTo>
                <a:lnTo>
                  <a:pt x="4647524" y="314186"/>
                </a:lnTo>
                <a:lnTo>
                  <a:pt x="4646646" y="314023"/>
                </a:lnTo>
                <a:lnTo>
                  <a:pt x="4645767" y="313847"/>
                </a:lnTo>
                <a:lnTo>
                  <a:pt x="4644888" y="313659"/>
                </a:lnTo>
                <a:lnTo>
                  <a:pt x="4644010" y="313457"/>
                </a:lnTo>
                <a:lnTo>
                  <a:pt x="4643131" y="313242"/>
                </a:lnTo>
                <a:lnTo>
                  <a:pt x="4642253" y="313014"/>
                </a:lnTo>
                <a:lnTo>
                  <a:pt x="4641374" y="312774"/>
                </a:lnTo>
                <a:lnTo>
                  <a:pt x="4640496" y="312520"/>
                </a:lnTo>
                <a:lnTo>
                  <a:pt x="4639617" y="312253"/>
                </a:lnTo>
                <a:lnTo>
                  <a:pt x="4638738" y="311973"/>
                </a:lnTo>
                <a:lnTo>
                  <a:pt x="4637860" y="311680"/>
                </a:lnTo>
                <a:lnTo>
                  <a:pt x="4636981" y="311374"/>
                </a:lnTo>
                <a:lnTo>
                  <a:pt x="4636108" y="311051"/>
                </a:lnTo>
                <a:lnTo>
                  <a:pt x="4635246" y="310707"/>
                </a:lnTo>
                <a:lnTo>
                  <a:pt x="4634395" y="310342"/>
                </a:lnTo>
                <a:lnTo>
                  <a:pt x="4633555" y="309955"/>
                </a:lnTo>
                <a:lnTo>
                  <a:pt x="4632725" y="309548"/>
                </a:lnTo>
                <a:lnTo>
                  <a:pt x="4631907" y="309119"/>
                </a:lnTo>
                <a:lnTo>
                  <a:pt x="4631100" y="308669"/>
                </a:lnTo>
                <a:lnTo>
                  <a:pt x="4630304" y="308198"/>
                </a:lnTo>
                <a:lnTo>
                  <a:pt x="4629519" y="307706"/>
                </a:lnTo>
                <a:lnTo>
                  <a:pt x="4628744" y="307193"/>
                </a:lnTo>
                <a:lnTo>
                  <a:pt x="4627981" y="306658"/>
                </a:lnTo>
                <a:lnTo>
                  <a:pt x="4627229" y="306103"/>
                </a:lnTo>
                <a:lnTo>
                  <a:pt x="4626487" y="305526"/>
                </a:lnTo>
                <a:lnTo>
                  <a:pt x="4625757" y="304928"/>
                </a:lnTo>
                <a:lnTo>
                  <a:pt x="4625038" y="304309"/>
                </a:lnTo>
                <a:lnTo>
                  <a:pt x="4624329" y="303669"/>
                </a:lnTo>
                <a:lnTo>
                  <a:pt x="4623632" y="303007"/>
                </a:lnTo>
                <a:lnTo>
                  <a:pt x="4622946" y="302325"/>
                </a:lnTo>
                <a:lnTo>
                  <a:pt x="4622270" y="301621"/>
                </a:lnTo>
                <a:lnTo>
                  <a:pt x="4621606" y="300896"/>
                </a:lnTo>
                <a:lnTo>
                  <a:pt x="4620952" y="300150"/>
                </a:lnTo>
                <a:lnTo>
                  <a:pt x="4620310" y="299383"/>
                </a:lnTo>
                <a:lnTo>
                  <a:pt x="4619678" y="298595"/>
                </a:lnTo>
                <a:lnTo>
                  <a:pt x="4619058" y="297785"/>
                </a:lnTo>
                <a:lnTo>
                  <a:pt x="4618454" y="296951"/>
                </a:lnTo>
                <a:lnTo>
                  <a:pt x="4617874" y="296090"/>
                </a:lnTo>
                <a:lnTo>
                  <a:pt x="4617317" y="295201"/>
                </a:lnTo>
                <a:lnTo>
                  <a:pt x="4616783" y="294284"/>
                </a:lnTo>
                <a:lnTo>
                  <a:pt x="4616273" y="293339"/>
                </a:lnTo>
                <a:lnTo>
                  <a:pt x="4615785" y="292367"/>
                </a:lnTo>
                <a:lnTo>
                  <a:pt x="4615321" y="291367"/>
                </a:lnTo>
                <a:lnTo>
                  <a:pt x="4614880" y="290340"/>
                </a:lnTo>
                <a:lnTo>
                  <a:pt x="4614462" y="289285"/>
                </a:lnTo>
                <a:lnTo>
                  <a:pt x="4614067" y="288202"/>
                </a:lnTo>
                <a:lnTo>
                  <a:pt x="4613695" y="287092"/>
                </a:lnTo>
                <a:lnTo>
                  <a:pt x="4613347" y="285954"/>
                </a:lnTo>
                <a:lnTo>
                  <a:pt x="4613022" y="284788"/>
                </a:lnTo>
                <a:lnTo>
                  <a:pt x="4612720" y="283594"/>
                </a:lnTo>
                <a:lnTo>
                  <a:pt x="4612441" y="282373"/>
                </a:lnTo>
                <a:lnTo>
                  <a:pt x="4612185" y="281125"/>
                </a:lnTo>
                <a:lnTo>
                  <a:pt x="4611953" y="279848"/>
                </a:lnTo>
                <a:lnTo>
                  <a:pt x="4611743" y="278544"/>
                </a:lnTo>
                <a:lnTo>
                  <a:pt x="4611557" y="277212"/>
                </a:lnTo>
                <a:lnTo>
                  <a:pt x="4611394" y="275853"/>
                </a:lnTo>
                <a:lnTo>
                  <a:pt x="4611255" y="274466"/>
                </a:lnTo>
                <a:lnTo>
                  <a:pt x="4611138" y="273051"/>
                </a:lnTo>
                <a:lnTo>
                  <a:pt x="4611045" y="271609"/>
                </a:lnTo>
                <a:lnTo>
                  <a:pt x="4610975" y="270139"/>
                </a:lnTo>
                <a:lnTo>
                  <a:pt x="4569505" y="270139"/>
                </a:lnTo>
                <a:lnTo>
                  <a:pt x="4569523" y="271891"/>
                </a:lnTo>
                <a:lnTo>
                  <a:pt x="4569576" y="273635"/>
                </a:lnTo>
                <a:lnTo>
                  <a:pt x="4569664" y="275368"/>
                </a:lnTo>
                <a:lnTo>
                  <a:pt x="4569788" y="277093"/>
                </a:lnTo>
                <a:lnTo>
                  <a:pt x="4569947" y="278808"/>
                </a:lnTo>
                <a:lnTo>
                  <a:pt x="4570142" y="280514"/>
                </a:lnTo>
                <a:lnTo>
                  <a:pt x="4570372" y="282210"/>
                </a:lnTo>
                <a:lnTo>
                  <a:pt x="4570637" y="283897"/>
                </a:lnTo>
                <a:lnTo>
                  <a:pt x="4570938" y="285575"/>
                </a:lnTo>
                <a:lnTo>
                  <a:pt x="4571274" y="287243"/>
                </a:lnTo>
                <a:lnTo>
                  <a:pt x="4571646" y="288902"/>
                </a:lnTo>
                <a:lnTo>
                  <a:pt x="4572053" y="290552"/>
                </a:lnTo>
                <a:lnTo>
                  <a:pt x="4572495" y="292192"/>
                </a:lnTo>
                <a:lnTo>
                  <a:pt x="4572973" y="293823"/>
                </a:lnTo>
                <a:lnTo>
                  <a:pt x="4573486" y="295444"/>
                </a:lnTo>
                <a:lnTo>
                  <a:pt x="4574035" y="297056"/>
                </a:lnTo>
                <a:lnTo>
                  <a:pt x="4574619" y="298659"/>
                </a:lnTo>
                <a:lnTo>
                  <a:pt x="4575238" y="300253"/>
                </a:lnTo>
                <a:lnTo>
                  <a:pt x="4575893" y="301837"/>
                </a:lnTo>
                <a:lnTo>
                  <a:pt x="4576583" y="303412"/>
                </a:lnTo>
                <a:lnTo>
                  <a:pt x="4577308" y="304977"/>
                </a:lnTo>
                <a:lnTo>
                  <a:pt x="4578069" y="306533"/>
                </a:lnTo>
                <a:lnTo>
                  <a:pt x="4578865" y="308080"/>
                </a:lnTo>
                <a:lnTo>
                  <a:pt x="4579697" y="309617"/>
                </a:lnTo>
                <a:lnTo>
                  <a:pt x="4580563" y="311138"/>
                </a:lnTo>
                <a:lnTo>
                  <a:pt x="4581462" y="312634"/>
                </a:lnTo>
                <a:lnTo>
                  <a:pt x="4582395" y="314105"/>
                </a:lnTo>
                <a:lnTo>
                  <a:pt x="4583361" y="315552"/>
                </a:lnTo>
                <a:lnTo>
                  <a:pt x="4584360" y="316975"/>
                </a:lnTo>
                <a:lnTo>
                  <a:pt x="4585393" y="318374"/>
                </a:lnTo>
                <a:lnTo>
                  <a:pt x="4586459" y="319748"/>
                </a:lnTo>
                <a:lnTo>
                  <a:pt x="4587559" y="321097"/>
                </a:lnTo>
                <a:lnTo>
                  <a:pt x="4588691" y="322423"/>
                </a:lnTo>
                <a:lnTo>
                  <a:pt x="4589857" y="323723"/>
                </a:lnTo>
                <a:lnTo>
                  <a:pt x="4591057" y="325000"/>
                </a:lnTo>
                <a:lnTo>
                  <a:pt x="4592290" y="326252"/>
                </a:lnTo>
                <a:lnTo>
                  <a:pt x="4593556" y="327479"/>
                </a:lnTo>
                <a:lnTo>
                  <a:pt x="4594856" y="328683"/>
                </a:lnTo>
                <a:lnTo>
                  <a:pt x="4596189" y="329861"/>
                </a:lnTo>
                <a:lnTo>
                  <a:pt x="4597555" y="331016"/>
                </a:lnTo>
                <a:lnTo>
                  <a:pt x="4598955" y="332146"/>
                </a:lnTo>
                <a:lnTo>
                  <a:pt x="4600388" y="333251"/>
                </a:lnTo>
                <a:lnTo>
                  <a:pt x="4601854" y="334332"/>
                </a:lnTo>
                <a:lnTo>
                  <a:pt x="4603354" y="335389"/>
                </a:lnTo>
                <a:lnTo>
                  <a:pt x="4604887" y="336422"/>
                </a:lnTo>
                <a:lnTo>
                  <a:pt x="4606453" y="337429"/>
                </a:lnTo>
                <a:lnTo>
                  <a:pt x="4608053" y="338413"/>
                </a:lnTo>
                <a:lnTo>
                  <a:pt x="4609686" y="339372"/>
                </a:lnTo>
                <a:lnTo>
                  <a:pt x="4611351" y="340299"/>
                </a:lnTo>
                <a:lnTo>
                  <a:pt x="4613047" y="341187"/>
                </a:lnTo>
                <a:lnTo>
                  <a:pt x="4614773" y="342035"/>
                </a:lnTo>
                <a:lnTo>
                  <a:pt x="4616529" y="342844"/>
                </a:lnTo>
                <a:lnTo>
                  <a:pt x="4618316" y="343614"/>
                </a:lnTo>
                <a:lnTo>
                  <a:pt x="4620134" y="344344"/>
                </a:lnTo>
                <a:lnTo>
                  <a:pt x="4621982" y="345034"/>
                </a:lnTo>
                <a:lnTo>
                  <a:pt x="4623861" y="345685"/>
                </a:lnTo>
                <a:lnTo>
                  <a:pt x="4625770" y="346297"/>
                </a:lnTo>
                <a:lnTo>
                  <a:pt x="4627710" y="346869"/>
                </a:lnTo>
                <a:lnTo>
                  <a:pt x="4629680" y="347401"/>
                </a:lnTo>
                <a:lnTo>
                  <a:pt x="4631680" y="347895"/>
                </a:lnTo>
                <a:lnTo>
                  <a:pt x="4633711" y="348348"/>
                </a:lnTo>
                <a:lnTo>
                  <a:pt x="4635773" y="348763"/>
                </a:lnTo>
                <a:lnTo>
                  <a:pt x="4637865" y="349137"/>
                </a:lnTo>
                <a:lnTo>
                  <a:pt x="4639988" y="349473"/>
                </a:lnTo>
                <a:lnTo>
                  <a:pt x="4642141" y="349769"/>
                </a:lnTo>
                <a:lnTo>
                  <a:pt x="4644325" y="350025"/>
                </a:lnTo>
                <a:lnTo>
                  <a:pt x="4646539" y="350242"/>
                </a:lnTo>
                <a:lnTo>
                  <a:pt x="4648784" y="350420"/>
                </a:lnTo>
                <a:lnTo>
                  <a:pt x="4651059" y="350558"/>
                </a:lnTo>
                <a:lnTo>
                  <a:pt x="4653364" y="350656"/>
                </a:lnTo>
                <a:lnTo>
                  <a:pt x="4655701" y="350716"/>
                </a:lnTo>
                <a:lnTo>
                  <a:pt x="4658067" y="350735"/>
                </a:lnTo>
                <a:lnTo>
                  <a:pt x="4659643" y="350727"/>
                </a:lnTo>
                <a:lnTo>
                  <a:pt x="4661205" y="350700"/>
                </a:lnTo>
                <a:lnTo>
                  <a:pt x="4662755" y="350657"/>
                </a:lnTo>
                <a:lnTo>
                  <a:pt x="4664292" y="350595"/>
                </a:lnTo>
                <a:lnTo>
                  <a:pt x="4665817" y="350517"/>
                </a:lnTo>
                <a:lnTo>
                  <a:pt x="4667329" y="350421"/>
                </a:lnTo>
                <a:lnTo>
                  <a:pt x="4668829" y="350307"/>
                </a:lnTo>
                <a:lnTo>
                  <a:pt x="4670316" y="350176"/>
                </a:lnTo>
                <a:lnTo>
                  <a:pt x="4671790" y="350027"/>
                </a:lnTo>
                <a:lnTo>
                  <a:pt x="4673252" y="349861"/>
                </a:lnTo>
                <a:lnTo>
                  <a:pt x="4674701" y="349677"/>
                </a:lnTo>
                <a:lnTo>
                  <a:pt x="4676137" y="349476"/>
                </a:lnTo>
                <a:lnTo>
                  <a:pt x="4677561" y="349257"/>
                </a:lnTo>
                <a:lnTo>
                  <a:pt x="4678972" y="349021"/>
                </a:lnTo>
                <a:lnTo>
                  <a:pt x="4680371" y="348768"/>
                </a:lnTo>
                <a:lnTo>
                  <a:pt x="4681757" y="348497"/>
                </a:lnTo>
                <a:lnTo>
                  <a:pt x="4683130" y="348208"/>
                </a:lnTo>
                <a:lnTo>
                  <a:pt x="4684491" y="347902"/>
                </a:lnTo>
                <a:lnTo>
                  <a:pt x="4685839" y="347578"/>
                </a:lnTo>
                <a:lnTo>
                  <a:pt x="4687175" y="347237"/>
                </a:lnTo>
                <a:lnTo>
                  <a:pt x="4688498" y="346879"/>
                </a:lnTo>
                <a:lnTo>
                  <a:pt x="4689808" y="346503"/>
                </a:lnTo>
                <a:lnTo>
                  <a:pt x="4691106" y="346109"/>
                </a:lnTo>
                <a:lnTo>
                  <a:pt x="4692391" y="345698"/>
                </a:lnTo>
                <a:lnTo>
                  <a:pt x="4693663" y="345270"/>
                </a:lnTo>
                <a:lnTo>
                  <a:pt x="4694919" y="344827"/>
                </a:lnTo>
                <a:lnTo>
                  <a:pt x="4696160" y="344367"/>
                </a:lnTo>
                <a:lnTo>
                  <a:pt x="4697386" y="343892"/>
                </a:lnTo>
                <a:lnTo>
                  <a:pt x="4698597" y="343401"/>
                </a:lnTo>
                <a:lnTo>
                  <a:pt x="4699793" y="342894"/>
                </a:lnTo>
                <a:lnTo>
                  <a:pt x="4700974" y="342371"/>
                </a:lnTo>
                <a:lnTo>
                  <a:pt x="4702140" y="341832"/>
                </a:lnTo>
                <a:lnTo>
                  <a:pt x="4703291" y="341278"/>
                </a:lnTo>
                <a:lnTo>
                  <a:pt x="4704427" y="340707"/>
                </a:lnTo>
                <a:lnTo>
                  <a:pt x="4705548" y="340121"/>
                </a:lnTo>
                <a:lnTo>
                  <a:pt x="4706654" y="339519"/>
                </a:lnTo>
                <a:lnTo>
                  <a:pt x="4707744" y="338901"/>
                </a:lnTo>
                <a:lnTo>
                  <a:pt x="4708820" y="338267"/>
                </a:lnTo>
                <a:lnTo>
                  <a:pt x="4709881" y="337617"/>
                </a:lnTo>
                <a:lnTo>
                  <a:pt x="4710926" y="336951"/>
                </a:lnTo>
                <a:lnTo>
                  <a:pt x="4711957" y="336270"/>
                </a:lnTo>
                <a:lnTo>
                  <a:pt x="4712972" y="335572"/>
                </a:lnTo>
                <a:lnTo>
                  <a:pt x="4713973" y="334859"/>
                </a:lnTo>
                <a:lnTo>
                  <a:pt x="4714958" y="334130"/>
                </a:lnTo>
                <a:lnTo>
                  <a:pt x="4715928" y="333385"/>
                </a:lnTo>
                <a:lnTo>
                  <a:pt x="4716884" y="332624"/>
                </a:lnTo>
                <a:lnTo>
                  <a:pt x="4717824" y="331847"/>
                </a:lnTo>
                <a:lnTo>
                  <a:pt x="4718749" y="331055"/>
                </a:lnTo>
                <a:lnTo>
                  <a:pt x="4719658" y="330248"/>
                </a:lnTo>
                <a:lnTo>
                  <a:pt x="4720549" y="329427"/>
                </a:lnTo>
                <a:lnTo>
                  <a:pt x="4721423" y="328593"/>
                </a:lnTo>
                <a:lnTo>
                  <a:pt x="4722280" y="327745"/>
                </a:lnTo>
                <a:lnTo>
                  <a:pt x="4723119" y="326885"/>
                </a:lnTo>
                <a:lnTo>
                  <a:pt x="4723940" y="326010"/>
                </a:lnTo>
                <a:lnTo>
                  <a:pt x="4724744" y="325122"/>
                </a:lnTo>
                <a:lnTo>
                  <a:pt x="4725531" y="324221"/>
                </a:lnTo>
                <a:lnTo>
                  <a:pt x="4726300" y="323307"/>
                </a:lnTo>
                <a:lnTo>
                  <a:pt x="4727051" y="322379"/>
                </a:lnTo>
                <a:lnTo>
                  <a:pt x="4727785" y="321437"/>
                </a:lnTo>
                <a:lnTo>
                  <a:pt x="4728501" y="320482"/>
                </a:lnTo>
                <a:lnTo>
                  <a:pt x="4729201" y="319514"/>
                </a:lnTo>
                <a:lnTo>
                  <a:pt x="4729882" y="318532"/>
                </a:lnTo>
                <a:lnTo>
                  <a:pt x="4730546" y="317537"/>
                </a:lnTo>
                <a:lnTo>
                  <a:pt x="4731193" y="316529"/>
                </a:lnTo>
                <a:lnTo>
                  <a:pt x="4731822" y="315507"/>
                </a:lnTo>
                <a:lnTo>
                  <a:pt x="4732433" y="314471"/>
                </a:lnTo>
                <a:lnTo>
                  <a:pt x="4733027" y="313422"/>
                </a:lnTo>
                <a:lnTo>
                  <a:pt x="4733604" y="312360"/>
                </a:lnTo>
                <a:lnTo>
                  <a:pt x="4734163" y="311285"/>
                </a:lnTo>
                <a:lnTo>
                  <a:pt x="4734705" y="310195"/>
                </a:lnTo>
                <a:lnTo>
                  <a:pt x="4735229" y="309093"/>
                </a:lnTo>
                <a:lnTo>
                  <a:pt x="4735735" y="307977"/>
                </a:lnTo>
                <a:lnTo>
                  <a:pt x="4736223" y="306849"/>
                </a:lnTo>
                <a:lnTo>
                  <a:pt x="4736690" y="305710"/>
                </a:lnTo>
                <a:lnTo>
                  <a:pt x="4737136" y="304560"/>
                </a:lnTo>
                <a:lnTo>
                  <a:pt x="4737561" y="303399"/>
                </a:lnTo>
                <a:lnTo>
                  <a:pt x="4737965" y="302226"/>
                </a:lnTo>
                <a:lnTo>
                  <a:pt x="4738349" y="301043"/>
                </a:lnTo>
                <a:lnTo>
                  <a:pt x="4738712" y="299849"/>
                </a:lnTo>
                <a:lnTo>
                  <a:pt x="4739054" y="298644"/>
                </a:lnTo>
                <a:lnTo>
                  <a:pt x="4739376" y="297428"/>
                </a:lnTo>
                <a:lnTo>
                  <a:pt x="4739677" y="296201"/>
                </a:lnTo>
                <a:lnTo>
                  <a:pt x="4739957" y="294963"/>
                </a:lnTo>
                <a:lnTo>
                  <a:pt x="4740216" y="293714"/>
                </a:lnTo>
                <a:lnTo>
                  <a:pt x="4740455" y="292455"/>
                </a:lnTo>
                <a:lnTo>
                  <a:pt x="4740672" y="291184"/>
                </a:lnTo>
                <a:lnTo>
                  <a:pt x="4740870" y="289902"/>
                </a:lnTo>
                <a:lnTo>
                  <a:pt x="4741046" y="288609"/>
                </a:lnTo>
                <a:lnTo>
                  <a:pt x="4741201" y="287305"/>
                </a:lnTo>
                <a:lnTo>
                  <a:pt x="4741336" y="285990"/>
                </a:lnTo>
                <a:lnTo>
                  <a:pt x="4741450" y="284664"/>
                </a:lnTo>
                <a:lnTo>
                  <a:pt x="4741544" y="283328"/>
                </a:lnTo>
                <a:lnTo>
                  <a:pt x="4741616" y="281980"/>
                </a:lnTo>
                <a:lnTo>
                  <a:pt x="4741668" y="280621"/>
                </a:lnTo>
                <a:lnTo>
                  <a:pt x="4741699" y="279251"/>
                </a:lnTo>
                <a:lnTo>
                  <a:pt x="4741710" y="277870"/>
                </a:lnTo>
                <a:lnTo>
                  <a:pt x="4741694" y="276183"/>
                </a:lnTo>
                <a:lnTo>
                  <a:pt x="4741646" y="274519"/>
                </a:lnTo>
                <a:lnTo>
                  <a:pt x="4741567" y="272877"/>
                </a:lnTo>
                <a:lnTo>
                  <a:pt x="4741456" y="271258"/>
                </a:lnTo>
                <a:lnTo>
                  <a:pt x="4741313" y="269662"/>
                </a:lnTo>
                <a:lnTo>
                  <a:pt x="4741139" y="268089"/>
                </a:lnTo>
                <a:lnTo>
                  <a:pt x="4740932" y="266538"/>
                </a:lnTo>
                <a:lnTo>
                  <a:pt x="4740694" y="265010"/>
                </a:lnTo>
                <a:lnTo>
                  <a:pt x="4740425" y="263505"/>
                </a:lnTo>
                <a:lnTo>
                  <a:pt x="4740123" y="262023"/>
                </a:lnTo>
                <a:lnTo>
                  <a:pt x="4739790" y="260564"/>
                </a:lnTo>
                <a:lnTo>
                  <a:pt x="4739425" y="259127"/>
                </a:lnTo>
                <a:lnTo>
                  <a:pt x="4739029" y="257713"/>
                </a:lnTo>
                <a:lnTo>
                  <a:pt x="4738600" y="256322"/>
                </a:lnTo>
                <a:lnTo>
                  <a:pt x="4738140" y="254954"/>
                </a:lnTo>
                <a:lnTo>
                  <a:pt x="4737649" y="253608"/>
                </a:lnTo>
                <a:lnTo>
                  <a:pt x="4737125" y="252285"/>
                </a:lnTo>
                <a:lnTo>
                  <a:pt x="4736570" y="250985"/>
                </a:lnTo>
                <a:lnTo>
                  <a:pt x="4735983" y="249708"/>
                </a:lnTo>
                <a:lnTo>
                  <a:pt x="4735364" y="248454"/>
                </a:lnTo>
                <a:lnTo>
                  <a:pt x="4734714" y="247222"/>
                </a:lnTo>
                <a:lnTo>
                  <a:pt x="4734032" y="246013"/>
                </a:lnTo>
                <a:lnTo>
                  <a:pt x="4733318" y="244827"/>
                </a:lnTo>
                <a:lnTo>
                  <a:pt x="4732572" y="243664"/>
                </a:lnTo>
                <a:lnTo>
                  <a:pt x="4731796" y="242518"/>
                </a:lnTo>
                <a:lnTo>
                  <a:pt x="4730991" y="241384"/>
                </a:lnTo>
                <a:lnTo>
                  <a:pt x="4730156" y="240263"/>
                </a:lnTo>
                <a:lnTo>
                  <a:pt x="4729292" y="239154"/>
                </a:lnTo>
                <a:lnTo>
                  <a:pt x="4728399" y="238057"/>
                </a:lnTo>
                <a:lnTo>
                  <a:pt x="4727476" y="236972"/>
                </a:lnTo>
                <a:lnTo>
                  <a:pt x="4726525" y="235899"/>
                </a:lnTo>
                <a:lnTo>
                  <a:pt x="4725544" y="234839"/>
                </a:lnTo>
                <a:lnTo>
                  <a:pt x="4724533" y="233791"/>
                </a:lnTo>
                <a:lnTo>
                  <a:pt x="4723494" y="232755"/>
                </a:lnTo>
                <a:lnTo>
                  <a:pt x="4722425" y="231731"/>
                </a:lnTo>
                <a:lnTo>
                  <a:pt x="4721326" y="230719"/>
                </a:lnTo>
                <a:lnTo>
                  <a:pt x="4720199" y="229720"/>
                </a:lnTo>
                <a:lnTo>
                  <a:pt x="4719042" y="228733"/>
                </a:lnTo>
                <a:lnTo>
                  <a:pt x="4717856" y="227758"/>
                </a:lnTo>
                <a:lnTo>
                  <a:pt x="4716640" y="226795"/>
                </a:lnTo>
                <a:lnTo>
                  <a:pt x="4715396" y="225844"/>
                </a:lnTo>
                <a:lnTo>
                  <a:pt x="4714122" y="224906"/>
                </a:lnTo>
                <a:lnTo>
                  <a:pt x="4712819" y="223980"/>
                </a:lnTo>
                <a:lnTo>
                  <a:pt x="4711486" y="223066"/>
                </a:lnTo>
                <a:lnTo>
                  <a:pt x="4710124" y="222164"/>
                </a:lnTo>
                <a:lnTo>
                  <a:pt x="4708733" y="221274"/>
                </a:lnTo>
                <a:lnTo>
                  <a:pt x="4707313" y="220397"/>
                </a:lnTo>
                <a:lnTo>
                  <a:pt x="4705863" y="219532"/>
                </a:lnTo>
                <a:lnTo>
                  <a:pt x="4704384" y="218673"/>
                </a:lnTo>
                <a:lnTo>
                  <a:pt x="4702877" y="217815"/>
                </a:lnTo>
                <a:lnTo>
                  <a:pt x="4701342" y="216958"/>
                </a:lnTo>
                <a:lnTo>
                  <a:pt x="4699778" y="216102"/>
                </a:lnTo>
                <a:lnTo>
                  <a:pt x="4698185" y="215247"/>
                </a:lnTo>
                <a:lnTo>
                  <a:pt x="4696565" y="214392"/>
                </a:lnTo>
                <a:lnTo>
                  <a:pt x="4694915" y="213538"/>
                </a:lnTo>
                <a:lnTo>
                  <a:pt x="4693237" y="212685"/>
                </a:lnTo>
                <a:lnTo>
                  <a:pt x="4691531" y="211833"/>
                </a:lnTo>
                <a:lnTo>
                  <a:pt x="4689796" y="210982"/>
                </a:lnTo>
                <a:lnTo>
                  <a:pt x="4688033" y="210131"/>
                </a:lnTo>
                <a:lnTo>
                  <a:pt x="4686241" y="209281"/>
                </a:lnTo>
                <a:lnTo>
                  <a:pt x="4684421" y="208433"/>
                </a:lnTo>
                <a:lnTo>
                  <a:pt x="4682572" y="207584"/>
                </a:lnTo>
                <a:lnTo>
                  <a:pt x="4680695" y="206737"/>
                </a:lnTo>
                <a:lnTo>
                  <a:pt x="4678789" y="205891"/>
                </a:lnTo>
                <a:lnTo>
                  <a:pt x="4676855" y="205045"/>
                </a:lnTo>
                <a:lnTo>
                  <a:pt x="4674893" y="204200"/>
                </a:lnTo>
                <a:lnTo>
                  <a:pt x="4672901" y="203356"/>
                </a:lnTo>
                <a:lnTo>
                  <a:pt x="4670882" y="202513"/>
                </a:lnTo>
                <a:lnTo>
                  <a:pt x="4668834" y="201671"/>
                </a:lnTo>
                <a:lnTo>
                  <a:pt x="4666757" y="200829"/>
                </a:lnTo>
                <a:lnTo>
                  <a:pt x="4664652" y="199988"/>
                </a:lnTo>
                <a:lnTo>
                  <a:pt x="4662519" y="199148"/>
                </a:lnTo>
                <a:lnTo>
                  <a:pt x="4661414" y="198662"/>
                </a:lnTo>
                <a:lnTo>
                  <a:pt x="4660327" y="198181"/>
                </a:lnTo>
                <a:lnTo>
                  <a:pt x="4659255" y="197704"/>
                </a:lnTo>
                <a:lnTo>
                  <a:pt x="4658201" y="197232"/>
                </a:lnTo>
                <a:lnTo>
                  <a:pt x="4657163" y="196764"/>
                </a:lnTo>
                <a:lnTo>
                  <a:pt x="4656142" y="196300"/>
                </a:lnTo>
                <a:lnTo>
                  <a:pt x="4655137" y="195841"/>
                </a:lnTo>
                <a:lnTo>
                  <a:pt x="4654150" y="195387"/>
                </a:lnTo>
                <a:lnTo>
                  <a:pt x="4653178" y="194937"/>
                </a:lnTo>
                <a:lnTo>
                  <a:pt x="4652224" y="194491"/>
                </a:lnTo>
                <a:lnTo>
                  <a:pt x="4651286" y="194050"/>
                </a:lnTo>
                <a:lnTo>
                  <a:pt x="4650365" y="193613"/>
                </a:lnTo>
                <a:lnTo>
                  <a:pt x="4649461" y="193181"/>
                </a:lnTo>
                <a:lnTo>
                  <a:pt x="4648573" y="192753"/>
                </a:lnTo>
                <a:lnTo>
                  <a:pt x="4647702" y="192330"/>
                </a:lnTo>
                <a:lnTo>
                  <a:pt x="4646847" y="191911"/>
                </a:lnTo>
                <a:lnTo>
                  <a:pt x="4646010" y="191497"/>
                </a:lnTo>
                <a:lnTo>
                  <a:pt x="4645189" y="191087"/>
                </a:lnTo>
                <a:lnTo>
                  <a:pt x="4644384" y="190682"/>
                </a:lnTo>
                <a:lnTo>
                  <a:pt x="4643597" y="190281"/>
                </a:lnTo>
                <a:lnTo>
                  <a:pt x="4642826" y="189885"/>
                </a:lnTo>
                <a:lnTo>
                  <a:pt x="4642071" y="189493"/>
                </a:lnTo>
                <a:lnTo>
                  <a:pt x="4641334" y="189105"/>
                </a:lnTo>
                <a:lnTo>
                  <a:pt x="4640613" y="188722"/>
                </a:lnTo>
                <a:lnTo>
                  <a:pt x="4639906" y="188342"/>
                </a:lnTo>
                <a:lnTo>
                  <a:pt x="4639213" y="187962"/>
                </a:lnTo>
                <a:lnTo>
                  <a:pt x="4638531" y="187584"/>
                </a:lnTo>
                <a:lnTo>
                  <a:pt x="4637863" y="187206"/>
                </a:lnTo>
                <a:lnTo>
                  <a:pt x="4637207" y="186829"/>
                </a:lnTo>
                <a:lnTo>
                  <a:pt x="4636564" y="186453"/>
                </a:lnTo>
                <a:lnTo>
                  <a:pt x="4635933" y="186077"/>
                </a:lnTo>
                <a:lnTo>
                  <a:pt x="4635315" y="185703"/>
                </a:lnTo>
                <a:lnTo>
                  <a:pt x="4634710" y="185329"/>
                </a:lnTo>
                <a:lnTo>
                  <a:pt x="4634117" y="184956"/>
                </a:lnTo>
                <a:lnTo>
                  <a:pt x="4633537" y="184584"/>
                </a:lnTo>
                <a:lnTo>
                  <a:pt x="4632969" y="184212"/>
                </a:lnTo>
                <a:lnTo>
                  <a:pt x="4632414" y="183842"/>
                </a:lnTo>
                <a:lnTo>
                  <a:pt x="4631871" y="183472"/>
                </a:lnTo>
                <a:lnTo>
                  <a:pt x="4631342" y="183103"/>
                </a:lnTo>
                <a:lnTo>
                  <a:pt x="4630824" y="182735"/>
                </a:lnTo>
                <a:lnTo>
                  <a:pt x="4630320" y="182368"/>
                </a:lnTo>
                <a:lnTo>
                  <a:pt x="4629828" y="182001"/>
                </a:lnTo>
                <a:lnTo>
                  <a:pt x="4629349" y="181635"/>
                </a:lnTo>
                <a:lnTo>
                  <a:pt x="4628882" y="181271"/>
                </a:lnTo>
                <a:lnTo>
                  <a:pt x="4628428" y="180906"/>
                </a:lnTo>
                <a:lnTo>
                  <a:pt x="4627986" y="180543"/>
                </a:lnTo>
                <a:lnTo>
                  <a:pt x="4627557" y="180181"/>
                </a:lnTo>
                <a:lnTo>
                  <a:pt x="4627141" y="179819"/>
                </a:lnTo>
                <a:lnTo>
                  <a:pt x="4626736" y="179457"/>
                </a:lnTo>
                <a:lnTo>
                  <a:pt x="4626341" y="179092"/>
                </a:lnTo>
                <a:lnTo>
                  <a:pt x="4625957" y="178725"/>
                </a:lnTo>
                <a:lnTo>
                  <a:pt x="4625582" y="178355"/>
                </a:lnTo>
                <a:lnTo>
                  <a:pt x="4625218" y="177983"/>
                </a:lnTo>
                <a:lnTo>
                  <a:pt x="4624864" y="177608"/>
                </a:lnTo>
                <a:lnTo>
                  <a:pt x="4624520" y="177231"/>
                </a:lnTo>
                <a:lnTo>
                  <a:pt x="4624186" y="176852"/>
                </a:lnTo>
                <a:lnTo>
                  <a:pt x="4623863" y="176470"/>
                </a:lnTo>
                <a:lnTo>
                  <a:pt x="4623549" y="176085"/>
                </a:lnTo>
                <a:lnTo>
                  <a:pt x="4623246" y="175698"/>
                </a:lnTo>
                <a:lnTo>
                  <a:pt x="4622953" y="175309"/>
                </a:lnTo>
                <a:lnTo>
                  <a:pt x="4622670" y="174917"/>
                </a:lnTo>
                <a:lnTo>
                  <a:pt x="4622397" y="174523"/>
                </a:lnTo>
                <a:lnTo>
                  <a:pt x="4622135" y="174127"/>
                </a:lnTo>
                <a:lnTo>
                  <a:pt x="4621882" y="173728"/>
                </a:lnTo>
                <a:lnTo>
                  <a:pt x="4621640" y="173326"/>
                </a:lnTo>
                <a:lnTo>
                  <a:pt x="4621408" y="172922"/>
                </a:lnTo>
                <a:lnTo>
                  <a:pt x="4621186" y="172516"/>
                </a:lnTo>
                <a:lnTo>
                  <a:pt x="4620974" y="172107"/>
                </a:lnTo>
                <a:lnTo>
                  <a:pt x="4620773" y="171696"/>
                </a:lnTo>
                <a:lnTo>
                  <a:pt x="4620581" y="171282"/>
                </a:lnTo>
                <a:lnTo>
                  <a:pt x="4620400" y="170866"/>
                </a:lnTo>
                <a:lnTo>
                  <a:pt x="4620229" y="170448"/>
                </a:lnTo>
                <a:lnTo>
                  <a:pt x="4620067" y="170024"/>
                </a:lnTo>
                <a:lnTo>
                  <a:pt x="4619911" y="169594"/>
                </a:lnTo>
                <a:lnTo>
                  <a:pt x="4619762" y="169157"/>
                </a:lnTo>
                <a:lnTo>
                  <a:pt x="4619621" y="168713"/>
                </a:lnTo>
                <a:lnTo>
                  <a:pt x="4619486" y="168262"/>
                </a:lnTo>
                <a:lnTo>
                  <a:pt x="4619358" y="167804"/>
                </a:lnTo>
                <a:lnTo>
                  <a:pt x="4619237" y="167340"/>
                </a:lnTo>
                <a:lnTo>
                  <a:pt x="4619123" y="166868"/>
                </a:lnTo>
                <a:lnTo>
                  <a:pt x="4619016" y="166390"/>
                </a:lnTo>
                <a:lnTo>
                  <a:pt x="4618915" y="165904"/>
                </a:lnTo>
                <a:lnTo>
                  <a:pt x="4618822" y="165412"/>
                </a:lnTo>
                <a:lnTo>
                  <a:pt x="4618736" y="164912"/>
                </a:lnTo>
                <a:lnTo>
                  <a:pt x="4618656" y="164406"/>
                </a:lnTo>
                <a:lnTo>
                  <a:pt x="4618584" y="163893"/>
                </a:lnTo>
                <a:lnTo>
                  <a:pt x="4618518" y="163373"/>
                </a:lnTo>
                <a:lnTo>
                  <a:pt x="4618459" y="162846"/>
                </a:lnTo>
                <a:lnTo>
                  <a:pt x="4618407" y="162312"/>
                </a:lnTo>
                <a:lnTo>
                  <a:pt x="4618362" y="161771"/>
                </a:lnTo>
                <a:lnTo>
                  <a:pt x="4618324" y="161224"/>
                </a:lnTo>
                <a:lnTo>
                  <a:pt x="4618293" y="160669"/>
                </a:lnTo>
                <a:lnTo>
                  <a:pt x="4618269" y="160108"/>
                </a:lnTo>
                <a:lnTo>
                  <a:pt x="4618252" y="159539"/>
                </a:lnTo>
                <a:lnTo>
                  <a:pt x="4618241" y="158964"/>
                </a:lnTo>
                <a:lnTo>
                  <a:pt x="4618238" y="158381"/>
                </a:lnTo>
                <a:lnTo>
                  <a:pt x="4618244" y="157603"/>
                </a:lnTo>
                <a:lnTo>
                  <a:pt x="4618265" y="156830"/>
                </a:lnTo>
                <a:lnTo>
                  <a:pt x="4618298" y="156062"/>
                </a:lnTo>
                <a:lnTo>
                  <a:pt x="4618345" y="155300"/>
                </a:lnTo>
                <a:lnTo>
                  <a:pt x="4618406" y="154543"/>
                </a:lnTo>
                <a:lnTo>
                  <a:pt x="4618479" y="153791"/>
                </a:lnTo>
                <a:lnTo>
                  <a:pt x="4618567" y="153044"/>
                </a:lnTo>
                <a:lnTo>
                  <a:pt x="4618667" y="152303"/>
                </a:lnTo>
                <a:lnTo>
                  <a:pt x="4618781" y="151567"/>
                </a:lnTo>
                <a:lnTo>
                  <a:pt x="4618909" y="150836"/>
                </a:lnTo>
                <a:lnTo>
                  <a:pt x="4619050" y="150111"/>
                </a:lnTo>
                <a:lnTo>
                  <a:pt x="4619204" y="149391"/>
                </a:lnTo>
                <a:lnTo>
                  <a:pt x="4619372" y="148676"/>
                </a:lnTo>
                <a:lnTo>
                  <a:pt x="4619553" y="147966"/>
                </a:lnTo>
                <a:lnTo>
                  <a:pt x="4619748" y="147262"/>
                </a:lnTo>
                <a:lnTo>
                  <a:pt x="4619956" y="146563"/>
                </a:lnTo>
                <a:lnTo>
                  <a:pt x="4620177" y="145869"/>
                </a:lnTo>
                <a:lnTo>
                  <a:pt x="4620412" y="145181"/>
                </a:lnTo>
                <a:lnTo>
                  <a:pt x="4620661" y="144497"/>
                </a:lnTo>
                <a:lnTo>
                  <a:pt x="4620922" y="143820"/>
                </a:lnTo>
                <a:lnTo>
                  <a:pt x="4621198" y="143147"/>
                </a:lnTo>
                <a:lnTo>
                  <a:pt x="4621486" y="142480"/>
                </a:lnTo>
                <a:lnTo>
                  <a:pt x="4621788" y="141818"/>
                </a:lnTo>
                <a:lnTo>
                  <a:pt x="4622104" y="141161"/>
                </a:lnTo>
                <a:lnTo>
                  <a:pt x="4622434" y="140512"/>
                </a:lnTo>
                <a:lnTo>
                  <a:pt x="4622781" y="139873"/>
                </a:lnTo>
                <a:lnTo>
                  <a:pt x="4623145" y="139245"/>
                </a:lnTo>
                <a:lnTo>
                  <a:pt x="4623526" y="138626"/>
                </a:lnTo>
                <a:lnTo>
                  <a:pt x="4623923" y="138018"/>
                </a:lnTo>
                <a:lnTo>
                  <a:pt x="4624337" y="137420"/>
                </a:lnTo>
                <a:lnTo>
                  <a:pt x="4624767" y="136832"/>
                </a:lnTo>
                <a:lnTo>
                  <a:pt x="4625214" y="136254"/>
                </a:lnTo>
                <a:lnTo>
                  <a:pt x="4625678" y="135686"/>
                </a:lnTo>
                <a:lnTo>
                  <a:pt x="4626159" y="135129"/>
                </a:lnTo>
                <a:lnTo>
                  <a:pt x="4626656" y="134582"/>
                </a:lnTo>
                <a:lnTo>
                  <a:pt x="4627170" y="134044"/>
                </a:lnTo>
                <a:lnTo>
                  <a:pt x="4627701" y="133517"/>
                </a:lnTo>
                <a:lnTo>
                  <a:pt x="4628248" y="133001"/>
                </a:lnTo>
                <a:lnTo>
                  <a:pt x="4628812" y="132494"/>
                </a:lnTo>
                <a:lnTo>
                  <a:pt x="4629393" y="131998"/>
                </a:lnTo>
                <a:lnTo>
                  <a:pt x="4629990" y="131511"/>
                </a:lnTo>
                <a:lnTo>
                  <a:pt x="4630604" y="131035"/>
                </a:lnTo>
                <a:lnTo>
                  <a:pt x="4631235" y="130569"/>
                </a:lnTo>
                <a:lnTo>
                  <a:pt x="4631882" y="130113"/>
                </a:lnTo>
                <a:lnTo>
                  <a:pt x="4632546" y="129668"/>
                </a:lnTo>
                <a:lnTo>
                  <a:pt x="4633227" y="129232"/>
                </a:lnTo>
                <a:lnTo>
                  <a:pt x="4633924" y="128807"/>
                </a:lnTo>
                <a:lnTo>
                  <a:pt x="4634638" y="128392"/>
                </a:lnTo>
                <a:lnTo>
                  <a:pt x="4635370" y="127991"/>
                </a:lnTo>
                <a:lnTo>
                  <a:pt x="4636119" y="127606"/>
                </a:lnTo>
                <a:lnTo>
                  <a:pt x="4636886" y="127239"/>
                </a:lnTo>
                <a:lnTo>
                  <a:pt x="4637671" y="126889"/>
                </a:lnTo>
                <a:lnTo>
                  <a:pt x="4638474" y="126556"/>
                </a:lnTo>
                <a:lnTo>
                  <a:pt x="4639295" y="126240"/>
                </a:lnTo>
                <a:lnTo>
                  <a:pt x="4640133" y="125941"/>
                </a:lnTo>
                <a:lnTo>
                  <a:pt x="4640990" y="125659"/>
                </a:lnTo>
                <a:lnTo>
                  <a:pt x="4641865" y="125394"/>
                </a:lnTo>
                <a:lnTo>
                  <a:pt x="4642757" y="125146"/>
                </a:lnTo>
                <a:lnTo>
                  <a:pt x="4643667" y="124916"/>
                </a:lnTo>
                <a:lnTo>
                  <a:pt x="4644596" y="124702"/>
                </a:lnTo>
                <a:lnTo>
                  <a:pt x="4645542" y="124506"/>
                </a:lnTo>
                <a:lnTo>
                  <a:pt x="4646506" y="124326"/>
                </a:lnTo>
                <a:lnTo>
                  <a:pt x="4647488" y="124164"/>
                </a:lnTo>
                <a:lnTo>
                  <a:pt x="4648487" y="124019"/>
                </a:lnTo>
                <a:lnTo>
                  <a:pt x="4649505" y="123891"/>
                </a:lnTo>
                <a:lnTo>
                  <a:pt x="4650541" y="123779"/>
                </a:lnTo>
                <a:lnTo>
                  <a:pt x="4651594" y="123685"/>
                </a:lnTo>
                <a:lnTo>
                  <a:pt x="4652666" y="123609"/>
                </a:lnTo>
                <a:lnTo>
                  <a:pt x="4653755" y="123549"/>
                </a:lnTo>
                <a:lnTo>
                  <a:pt x="4654862" y="123506"/>
                </a:lnTo>
                <a:lnTo>
                  <a:pt x="4655987" y="123480"/>
                </a:lnTo>
                <a:lnTo>
                  <a:pt x="4657130" y="123472"/>
                </a:lnTo>
                <a:lnTo>
                  <a:pt x="4658217" y="123482"/>
                </a:lnTo>
                <a:lnTo>
                  <a:pt x="4659289" y="123513"/>
                </a:lnTo>
                <a:lnTo>
                  <a:pt x="4660348" y="123565"/>
                </a:lnTo>
                <a:lnTo>
                  <a:pt x="4661393" y="123638"/>
                </a:lnTo>
                <a:lnTo>
                  <a:pt x="4662424" y="123731"/>
                </a:lnTo>
                <a:lnTo>
                  <a:pt x="4663441" y="123845"/>
                </a:lnTo>
                <a:lnTo>
                  <a:pt x="4664445" y="123980"/>
                </a:lnTo>
                <a:lnTo>
                  <a:pt x="4665435" y="124136"/>
                </a:lnTo>
                <a:lnTo>
                  <a:pt x="4666410" y="124312"/>
                </a:lnTo>
                <a:lnTo>
                  <a:pt x="4667372" y="124509"/>
                </a:lnTo>
                <a:lnTo>
                  <a:pt x="4668321" y="124727"/>
                </a:lnTo>
                <a:lnTo>
                  <a:pt x="4669255" y="124966"/>
                </a:lnTo>
                <a:lnTo>
                  <a:pt x="4670175" y="125225"/>
                </a:lnTo>
                <a:lnTo>
                  <a:pt x="4671082" y="125505"/>
                </a:lnTo>
                <a:lnTo>
                  <a:pt x="4671975" y="125806"/>
                </a:lnTo>
                <a:lnTo>
                  <a:pt x="4672854" y="126127"/>
                </a:lnTo>
                <a:lnTo>
                  <a:pt x="4673719" y="126470"/>
                </a:lnTo>
                <a:lnTo>
                  <a:pt x="4674570" y="126833"/>
                </a:lnTo>
                <a:lnTo>
                  <a:pt x="4675408" y="127216"/>
                </a:lnTo>
                <a:lnTo>
                  <a:pt x="4676232" y="127621"/>
                </a:lnTo>
                <a:lnTo>
                  <a:pt x="4677041" y="128046"/>
                </a:lnTo>
                <a:lnTo>
                  <a:pt x="4677837" y="128492"/>
                </a:lnTo>
                <a:lnTo>
                  <a:pt x="4678620" y="128959"/>
                </a:lnTo>
                <a:lnTo>
                  <a:pt x="4679388" y="129446"/>
                </a:lnTo>
                <a:lnTo>
                  <a:pt x="4680142" y="129950"/>
                </a:lnTo>
                <a:lnTo>
                  <a:pt x="4680880" y="130466"/>
                </a:lnTo>
                <a:lnTo>
                  <a:pt x="4681603" y="130993"/>
                </a:lnTo>
                <a:lnTo>
                  <a:pt x="4682310" y="131532"/>
                </a:lnTo>
                <a:lnTo>
                  <a:pt x="4683002" y="132083"/>
                </a:lnTo>
                <a:lnTo>
                  <a:pt x="4683678" y="132646"/>
                </a:lnTo>
                <a:lnTo>
                  <a:pt x="4684339" y="133220"/>
                </a:lnTo>
                <a:lnTo>
                  <a:pt x="4684985" y="133807"/>
                </a:lnTo>
                <a:lnTo>
                  <a:pt x="4685615" y="134405"/>
                </a:lnTo>
                <a:lnTo>
                  <a:pt x="4686230" y="135015"/>
                </a:lnTo>
                <a:lnTo>
                  <a:pt x="4686829" y="135637"/>
                </a:lnTo>
                <a:lnTo>
                  <a:pt x="4687413" y="136270"/>
                </a:lnTo>
                <a:lnTo>
                  <a:pt x="4687981" y="136915"/>
                </a:lnTo>
                <a:lnTo>
                  <a:pt x="4688534" y="137573"/>
                </a:lnTo>
                <a:lnTo>
                  <a:pt x="4689071" y="138242"/>
                </a:lnTo>
                <a:lnTo>
                  <a:pt x="4689593" y="138922"/>
                </a:lnTo>
                <a:lnTo>
                  <a:pt x="4690099" y="139615"/>
                </a:lnTo>
                <a:lnTo>
                  <a:pt x="4690590" y="140319"/>
                </a:lnTo>
                <a:lnTo>
                  <a:pt x="4691066" y="141035"/>
                </a:lnTo>
                <a:lnTo>
                  <a:pt x="4691526" y="141763"/>
                </a:lnTo>
                <a:lnTo>
                  <a:pt x="4691970" y="142503"/>
                </a:lnTo>
                <a:lnTo>
                  <a:pt x="4692399" y="143254"/>
                </a:lnTo>
                <a:lnTo>
                  <a:pt x="4692813" y="144017"/>
                </a:lnTo>
                <a:lnTo>
                  <a:pt x="4693211" y="144793"/>
                </a:lnTo>
                <a:lnTo>
                  <a:pt x="4693594" y="145576"/>
                </a:lnTo>
                <a:lnTo>
                  <a:pt x="4693960" y="146363"/>
                </a:lnTo>
                <a:lnTo>
                  <a:pt x="4694309" y="147154"/>
                </a:lnTo>
                <a:lnTo>
                  <a:pt x="4694643" y="147949"/>
                </a:lnTo>
                <a:lnTo>
                  <a:pt x="4694960" y="148748"/>
                </a:lnTo>
                <a:lnTo>
                  <a:pt x="4695261" y="149552"/>
                </a:lnTo>
                <a:lnTo>
                  <a:pt x="4695546" y="150359"/>
                </a:lnTo>
                <a:lnTo>
                  <a:pt x="4695814" y="151170"/>
                </a:lnTo>
                <a:lnTo>
                  <a:pt x="4696067" y="151986"/>
                </a:lnTo>
                <a:lnTo>
                  <a:pt x="4696303" y="152806"/>
                </a:lnTo>
                <a:lnTo>
                  <a:pt x="4696522" y="153629"/>
                </a:lnTo>
                <a:lnTo>
                  <a:pt x="4696726" y="154457"/>
                </a:lnTo>
                <a:lnTo>
                  <a:pt x="4696913" y="155289"/>
                </a:lnTo>
                <a:lnTo>
                  <a:pt x="4697084" y="156125"/>
                </a:lnTo>
                <a:lnTo>
                  <a:pt x="4697238" y="156965"/>
                </a:lnTo>
                <a:lnTo>
                  <a:pt x="4697376" y="157809"/>
                </a:lnTo>
                <a:lnTo>
                  <a:pt x="4697498" y="158657"/>
                </a:lnTo>
                <a:lnTo>
                  <a:pt x="4697604" y="159509"/>
                </a:lnTo>
                <a:lnTo>
                  <a:pt x="4697694" y="160365"/>
                </a:lnTo>
                <a:lnTo>
                  <a:pt x="4697767" y="161226"/>
                </a:lnTo>
                <a:lnTo>
                  <a:pt x="4697824" y="162090"/>
                </a:lnTo>
                <a:lnTo>
                  <a:pt x="4697865" y="162958"/>
                </a:lnTo>
                <a:lnTo>
                  <a:pt x="4697889" y="163831"/>
                </a:lnTo>
                <a:lnTo>
                  <a:pt x="4697897" y="164707"/>
                </a:lnTo>
                <a:lnTo>
                  <a:pt x="4739133" y="164707"/>
                </a:lnTo>
                <a:lnTo>
                  <a:pt x="4739116" y="162899"/>
                </a:lnTo>
                <a:lnTo>
                  <a:pt x="4739065" y="161106"/>
                </a:lnTo>
                <a:lnTo>
                  <a:pt x="4738981" y="159328"/>
                </a:lnTo>
                <a:lnTo>
                  <a:pt x="4738862" y="157565"/>
                </a:lnTo>
                <a:lnTo>
                  <a:pt x="4738710" y="155817"/>
                </a:lnTo>
                <a:lnTo>
                  <a:pt x="4738525" y="154084"/>
                </a:lnTo>
                <a:lnTo>
                  <a:pt x="4738305" y="152366"/>
                </a:lnTo>
                <a:lnTo>
                  <a:pt x="4738052" y="150663"/>
                </a:lnTo>
                <a:lnTo>
                  <a:pt x="4737765" y="148975"/>
                </a:lnTo>
                <a:lnTo>
                  <a:pt x="4737444" y="147302"/>
                </a:lnTo>
                <a:lnTo>
                  <a:pt x="4737090" y="145644"/>
                </a:lnTo>
                <a:lnTo>
                  <a:pt x="4736702" y="144002"/>
                </a:lnTo>
                <a:lnTo>
                  <a:pt x="4736280" y="142374"/>
                </a:lnTo>
                <a:lnTo>
                  <a:pt x="4735824" y="140762"/>
                </a:lnTo>
                <a:lnTo>
                  <a:pt x="4735334" y="139164"/>
                </a:lnTo>
                <a:lnTo>
                  <a:pt x="4734811" y="137582"/>
                </a:lnTo>
                <a:lnTo>
                  <a:pt x="4734254" y="136014"/>
                </a:lnTo>
                <a:lnTo>
                  <a:pt x="4733663" y="134462"/>
                </a:lnTo>
                <a:lnTo>
                  <a:pt x="4733039" y="132924"/>
                </a:lnTo>
                <a:lnTo>
                  <a:pt x="4732380" y="131402"/>
                </a:lnTo>
                <a:lnTo>
                  <a:pt x="4731688" y="129895"/>
                </a:lnTo>
                <a:lnTo>
                  <a:pt x="4730962" y="128403"/>
                </a:lnTo>
                <a:lnTo>
                  <a:pt x="4730203" y="126926"/>
                </a:lnTo>
                <a:lnTo>
                  <a:pt x="4729409" y="125463"/>
                </a:lnTo>
                <a:lnTo>
                  <a:pt x="4728584" y="124022"/>
                </a:lnTo>
                <a:lnTo>
                  <a:pt x="4727729" y="122606"/>
                </a:lnTo>
                <a:lnTo>
                  <a:pt x="4726845" y="121215"/>
                </a:lnTo>
                <a:lnTo>
                  <a:pt x="4725931" y="119850"/>
                </a:lnTo>
                <a:lnTo>
                  <a:pt x="4724987" y="118511"/>
                </a:lnTo>
                <a:lnTo>
                  <a:pt x="4724013" y="117197"/>
                </a:lnTo>
                <a:lnTo>
                  <a:pt x="4723010" y="115909"/>
                </a:lnTo>
                <a:lnTo>
                  <a:pt x="4721977" y="114647"/>
                </a:lnTo>
                <a:lnTo>
                  <a:pt x="4720914" y="113410"/>
                </a:lnTo>
                <a:lnTo>
                  <a:pt x="4719822" y="112199"/>
                </a:lnTo>
                <a:lnTo>
                  <a:pt x="4718700" y="111014"/>
                </a:lnTo>
                <a:lnTo>
                  <a:pt x="4717548" y="109854"/>
                </a:lnTo>
                <a:lnTo>
                  <a:pt x="4716367" y="108719"/>
                </a:lnTo>
                <a:lnTo>
                  <a:pt x="4715156" y="107611"/>
                </a:lnTo>
                <a:lnTo>
                  <a:pt x="4713915" y="106528"/>
                </a:lnTo>
                <a:lnTo>
                  <a:pt x="4712644" y="105470"/>
                </a:lnTo>
                <a:lnTo>
                  <a:pt x="4711344" y="104439"/>
                </a:lnTo>
                <a:lnTo>
                  <a:pt x="4710014" y="103433"/>
                </a:lnTo>
                <a:lnTo>
                  <a:pt x="4708655" y="102452"/>
                </a:lnTo>
                <a:lnTo>
                  <a:pt x="4707266" y="101497"/>
                </a:lnTo>
                <a:lnTo>
                  <a:pt x="4705847" y="100568"/>
                </a:lnTo>
                <a:lnTo>
                  <a:pt x="4704398" y="99664"/>
                </a:lnTo>
                <a:lnTo>
                  <a:pt x="4702920" y="98786"/>
                </a:lnTo>
                <a:lnTo>
                  <a:pt x="4701411" y="97934"/>
                </a:lnTo>
                <a:lnTo>
                  <a:pt x="4699875" y="97112"/>
                </a:lnTo>
                <a:lnTo>
                  <a:pt x="4698312" y="96325"/>
                </a:lnTo>
                <a:lnTo>
                  <a:pt x="4696722" y="95573"/>
                </a:lnTo>
                <a:lnTo>
                  <a:pt x="4695105" y="94856"/>
                </a:lnTo>
                <a:lnTo>
                  <a:pt x="4693461" y="94174"/>
                </a:lnTo>
                <a:lnTo>
                  <a:pt x="4691791" y="93526"/>
                </a:lnTo>
                <a:lnTo>
                  <a:pt x="4690093" y="92914"/>
                </a:lnTo>
                <a:lnTo>
                  <a:pt x="4688369" y="92337"/>
                </a:lnTo>
                <a:lnTo>
                  <a:pt x="4686618" y="91795"/>
                </a:lnTo>
                <a:lnTo>
                  <a:pt x="4684840" y="91288"/>
                </a:lnTo>
                <a:lnTo>
                  <a:pt x="4683035" y="90815"/>
                </a:lnTo>
                <a:lnTo>
                  <a:pt x="4681204" y="90378"/>
                </a:lnTo>
                <a:lnTo>
                  <a:pt x="4679345" y="89976"/>
                </a:lnTo>
                <a:lnTo>
                  <a:pt x="4677460" y="89609"/>
                </a:lnTo>
                <a:lnTo>
                  <a:pt x="4675548" y="89276"/>
                </a:lnTo>
                <a:lnTo>
                  <a:pt x="4673609" y="88979"/>
                </a:lnTo>
                <a:lnTo>
                  <a:pt x="4671643" y="88717"/>
                </a:lnTo>
                <a:lnTo>
                  <a:pt x="4669650" y="88489"/>
                </a:lnTo>
                <a:lnTo>
                  <a:pt x="4667631" y="88297"/>
                </a:lnTo>
                <a:lnTo>
                  <a:pt x="4665584" y="88139"/>
                </a:lnTo>
                <a:lnTo>
                  <a:pt x="4663511" y="88017"/>
                </a:lnTo>
                <a:lnTo>
                  <a:pt x="4661411" y="87930"/>
                </a:lnTo>
                <a:lnTo>
                  <a:pt x="4659284" y="87877"/>
                </a:lnTo>
                <a:lnTo>
                  <a:pt x="4657130" y="87860"/>
                </a:lnTo>
                <a:lnTo>
                  <a:pt x="4655613" y="87869"/>
                </a:lnTo>
                <a:lnTo>
                  <a:pt x="4654109" y="87898"/>
                </a:lnTo>
                <a:lnTo>
                  <a:pt x="4652616" y="87946"/>
                </a:lnTo>
                <a:lnTo>
                  <a:pt x="4651136" y="88012"/>
                </a:lnTo>
                <a:lnTo>
                  <a:pt x="4649668" y="88099"/>
                </a:lnTo>
                <a:lnTo>
                  <a:pt x="4648213" y="88204"/>
                </a:lnTo>
                <a:lnTo>
                  <a:pt x="4646769" y="88328"/>
                </a:lnTo>
                <a:lnTo>
                  <a:pt x="4645338" y="88471"/>
                </a:lnTo>
                <a:lnTo>
                  <a:pt x="4643918" y="88634"/>
                </a:lnTo>
                <a:lnTo>
                  <a:pt x="4642511" y="88815"/>
                </a:lnTo>
                <a:lnTo>
                  <a:pt x="4641117" y="89016"/>
                </a:lnTo>
                <a:lnTo>
                  <a:pt x="4639734" y="89236"/>
                </a:lnTo>
                <a:lnTo>
                  <a:pt x="4638364" y="89475"/>
                </a:lnTo>
                <a:lnTo>
                  <a:pt x="4637006" y="89733"/>
                </a:lnTo>
                <a:lnTo>
                  <a:pt x="4635660" y="90010"/>
                </a:lnTo>
                <a:lnTo>
                  <a:pt x="4634326" y="90307"/>
                </a:lnTo>
                <a:lnTo>
                  <a:pt x="4633004" y="90622"/>
                </a:lnTo>
                <a:lnTo>
                  <a:pt x="4631695" y="90957"/>
                </a:lnTo>
                <a:lnTo>
                  <a:pt x="4630398" y="91310"/>
                </a:lnTo>
                <a:lnTo>
                  <a:pt x="4629113" y="91683"/>
                </a:lnTo>
                <a:lnTo>
                  <a:pt x="4627840" y="92075"/>
                </a:lnTo>
                <a:lnTo>
                  <a:pt x="4626580" y="92486"/>
                </a:lnTo>
                <a:lnTo>
                  <a:pt x="4625331" y="92916"/>
                </a:lnTo>
                <a:lnTo>
                  <a:pt x="4624095" y="93365"/>
                </a:lnTo>
                <a:lnTo>
                  <a:pt x="4622872" y="93832"/>
                </a:lnTo>
                <a:lnTo>
                  <a:pt x="4621664" y="94313"/>
                </a:lnTo>
                <a:lnTo>
                  <a:pt x="4620471" y="94810"/>
                </a:lnTo>
                <a:lnTo>
                  <a:pt x="4619292" y="95321"/>
                </a:lnTo>
                <a:lnTo>
                  <a:pt x="4618128" y="95848"/>
                </a:lnTo>
                <a:lnTo>
                  <a:pt x="4616978" y="96389"/>
                </a:lnTo>
                <a:lnTo>
                  <a:pt x="4615844" y="96946"/>
                </a:lnTo>
                <a:lnTo>
                  <a:pt x="4614723" y="97518"/>
                </a:lnTo>
                <a:lnTo>
                  <a:pt x="4613618" y="98104"/>
                </a:lnTo>
                <a:lnTo>
                  <a:pt x="4612527" y="98706"/>
                </a:lnTo>
                <a:lnTo>
                  <a:pt x="4611451" y="99323"/>
                </a:lnTo>
                <a:lnTo>
                  <a:pt x="4610389" y="99955"/>
                </a:lnTo>
                <a:lnTo>
                  <a:pt x="4609342" y="100602"/>
                </a:lnTo>
                <a:lnTo>
                  <a:pt x="4608310" y="101264"/>
                </a:lnTo>
                <a:lnTo>
                  <a:pt x="4607292" y="101941"/>
                </a:lnTo>
                <a:lnTo>
                  <a:pt x="4606289" y="102633"/>
                </a:lnTo>
                <a:lnTo>
                  <a:pt x="4605300" y="103340"/>
                </a:lnTo>
                <a:lnTo>
                  <a:pt x="4604327" y="104062"/>
                </a:lnTo>
                <a:lnTo>
                  <a:pt x="4603368" y="104800"/>
                </a:lnTo>
                <a:lnTo>
                  <a:pt x="4602423" y="105552"/>
                </a:lnTo>
                <a:lnTo>
                  <a:pt x="4601493" y="106319"/>
                </a:lnTo>
                <a:lnTo>
                  <a:pt x="4600578" y="107102"/>
                </a:lnTo>
                <a:lnTo>
                  <a:pt x="4599677" y="107899"/>
                </a:lnTo>
                <a:lnTo>
                  <a:pt x="4598792" y="108712"/>
                </a:lnTo>
                <a:lnTo>
                  <a:pt x="4597921" y="109537"/>
                </a:lnTo>
                <a:lnTo>
                  <a:pt x="4597068" y="110374"/>
                </a:lnTo>
                <a:lnTo>
                  <a:pt x="4596231" y="111221"/>
                </a:lnTo>
                <a:lnTo>
                  <a:pt x="4595411" y="112080"/>
                </a:lnTo>
                <a:lnTo>
                  <a:pt x="4594607" y="112949"/>
                </a:lnTo>
                <a:lnTo>
                  <a:pt x="4593820" y="113829"/>
                </a:lnTo>
                <a:lnTo>
                  <a:pt x="4593050" y="114721"/>
                </a:lnTo>
                <a:lnTo>
                  <a:pt x="4592296" y="115623"/>
                </a:lnTo>
                <a:lnTo>
                  <a:pt x="4591560" y="116537"/>
                </a:lnTo>
                <a:lnTo>
                  <a:pt x="4590839" y="117461"/>
                </a:lnTo>
                <a:lnTo>
                  <a:pt x="4590136" y="118396"/>
                </a:lnTo>
                <a:lnTo>
                  <a:pt x="4589449" y="119343"/>
                </a:lnTo>
                <a:lnTo>
                  <a:pt x="4588779" y="120300"/>
                </a:lnTo>
                <a:lnTo>
                  <a:pt x="4588126" y="121268"/>
                </a:lnTo>
                <a:lnTo>
                  <a:pt x="4587489" y="122247"/>
                </a:lnTo>
                <a:lnTo>
                  <a:pt x="4586869" y="123238"/>
                </a:lnTo>
                <a:lnTo>
                  <a:pt x="4586265" y="124239"/>
                </a:lnTo>
                <a:lnTo>
                  <a:pt x="4585678" y="125251"/>
                </a:lnTo>
                <a:lnTo>
                  <a:pt x="4585108" y="126274"/>
                </a:lnTo>
                <a:lnTo>
                  <a:pt x="4584555" y="127308"/>
                </a:lnTo>
                <a:lnTo>
                  <a:pt x="4584018" y="128354"/>
                </a:lnTo>
                <a:lnTo>
                  <a:pt x="4583498" y="129410"/>
                </a:lnTo>
                <a:lnTo>
                  <a:pt x="4582995" y="130477"/>
                </a:lnTo>
                <a:lnTo>
                  <a:pt x="4582508" y="131555"/>
                </a:lnTo>
                <a:lnTo>
                  <a:pt x="4582040" y="132642"/>
                </a:lnTo>
                <a:lnTo>
                  <a:pt x="4581591" y="133738"/>
                </a:lnTo>
                <a:lnTo>
                  <a:pt x="4581163" y="134841"/>
                </a:lnTo>
                <a:lnTo>
                  <a:pt x="4580754" y="135951"/>
                </a:lnTo>
                <a:lnTo>
                  <a:pt x="4580366" y="137070"/>
                </a:lnTo>
                <a:lnTo>
                  <a:pt x="4579997" y="138196"/>
                </a:lnTo>
                <a:lnTo>
                  <a:pt x="4579648" y="139330"/>
                </a:lnTo>
                <a:lnTo>
                  <a:pt x="4579319" y="140471"/>
                </a:lnTo>
                <a:lnTo>
                  <a:pt x="4579010" y="141620"/>
                </a:lnTo>
                <a:lnTo>
                  <a:pt x="4578721" y="142777"/>
                </a:lnTo>
                <a:lnTo>
                  <a:pt x="4578452" y="143942"/>
                </a:lnTo>
                <a:lnTo>
                  <a:pt x="4578203" y="145115"/>
                </a:lnTo>
                <a:lnTo>
                  <a:pt x="4577974" y="146295"/>
                </a:lnTo>
                <a:lnTo>
                  <a:pt x="4577765" y="147483"/>
                </a:lnTo>
                <a:lnTo>
                  <a:pt x="4577575" y="148678"/>
                </a:lnTo>
                <a:lnTo>
                  <a:pt x="4577406" y="149882"/>
                </a:lnTo>
                <a:lnTo>
                  <a:pt x="4577256" y="151093"/>
                </a:lnTo>
                <a:lnTo>
                  <a:pt x="4577127" y="152312"/>
                </a:lnTo>
                <a:lnTo>
                  <a:pt x="4577017" y="153538"/>
                </a:lnTo>
                <a:lnTo>
                  <a:pt x="4576927" y="154773"/>
                </a:lnTo>
                <a:lnTo>
                  <a:pt x="4576858" y="156015"/>
                </a:lnTo>
                <a:lnTo>
                  <a:pt x="4576808" y="157265"/>
                </a:lnTo>
                <a:lnTo>
                  <a:pt x="4576778" y="158522"/>
                </a:lnTo>
                <a:lnTo>
                  <a:pt x="4576768" y="159787"/>
                </a:lnTo>
                <a:lnTo>
                  <a:pt x="4576777" y="161049"/>
                </a:lnTo>
                <a:lnTo>
                  <a:pt x="4576803" y="162297"/>
                </a:lnTo>
                <a:lnTo>
                  <a:pt x="4576847" y="163530"/>
                </a:lnTo>
                <a:lnTo>
                  <a:pt x="4576908" y="164750"/>
                </a:lnTo>
                <a:lnTo>
                  <a:pt x="4576987" y="165955"/>
                </a:lnTo>
                <a:lnTo>
                  <a:pt x="4577083" y="167145"/>
                </a:lnTo>
                <a:lnTo>
                  <a:pt x="4577197" y="168322"/>
                </a:lnTo>
                <a:lnTo>
                  <a:pt x="4577328" y="169484"/>
                </a:lnTo>
                <a:lnTo>
                  <a:pt x="4577476" y="170632"/>
                </a:lnTo>
                <a:lnTo>
                  <a:pt x="4577643" y="171766"/>
                </a:lnTo>
                <a:lnTo>
                  <a:pt x="4577826" y="172886"/>
                </a:lnTo>
                <a:lnTo>
                  <a:pt x="4578027" y="173991"/>
                </a:lnTo>
                <a:lnTo>
                  <a:pt x="4578246" y="175082"/>
                </a:lnTo>
                <a:lnTo>
                  <a:pt x="4578482" y="176159"/>
                </a:lnTo>
                <a:lnTo>
                  <a:pt x="4578736" y="177222"/>
                </a:lnTo>
                <a:lnTo>
                  <a:pt x="4579007" y="178270"/>
                </a:lnTo>
                <a:lnTo>
                  <a:pt x="4579295" y="179304"/>
                </a:lnTo>
                <a:lnTo>
                  <a:pt x="4579602" y="180324"/>
                </a:lnTo>
                <a:lnTo>
                  <a:pt x="4579925" y="181330"/>
                </a:lnTo>
                <a:lnTo>
                  <a:pt x="4580266" y="182322"/>
                </a:lnTo>
                <a:lnTo>
                  <a:pt x="4580625" y="183299"/>
                </a:lnTo>
                <a:lnTo>
                  <a:pt x="4581001" y="184262"/>
                </a:lnTo>
                <a:lnTo>
                  <a:pt x="4581394" y="185211"/>
                </a:lnTo>
                <a:lnTo>
                  <a:pt x="4581805" y="186145"/>
                </a:lnTo>
                <a:lnTo>
                  <a:pt x="4582233" y="187068"/>
                </a:lnTo>
                <a:lnTo>
                  <a:pt x="4582677" y="187981"/>
                </a:lnTo>
                <a:lnTo>
                  <a:pt x="4583136" y="188885"/>
                </a:lnTo>
                <a:lnTo>
                  <a:pt x="4583611" y="189780"/>
                </a:lnTo>
                <a:lnTo>
                  <a:pt x="4584102" y="190665"/>
                </a:lnTo>
                <a:lnTo>
                  <a:pt x="4584610" y="191541"/>
                </a:lnTo>
                <a:lnTo>
                  <a:pt x="4585132" y="192408"/>
                </a:lnTo>
                <a:lnTo>
                  <a:pt x="4585671" y="193265"/>
                </a:lnTo>
                <a:lnTo>
                  <a:pt x="4586226" y="194113"/>
                </a:lnTo>
                <a:lnTo>
                  <a:pt x="4586796" y="194951"/>
                </a:lnTo>
                <a:lnTo>
                  <a:pt x="4587383" y="195781"/>
                </a:lnTo>
                <a:lnTo>
                  <a:pt x="4587985" y="196600"/>
                </a:lnTo>
                <a:lnTo>
                  <a:pt x="4588603" y="197411"/>
                </a:lnTo>
                <a:lnTo>
                  <a:pt x="4589237" y="198212"/>
                </a:lnTo>
                <a:lnTo>
                  <a:pt x="4589887" y="199004"/>
                </a:lnTo>
                <a:lnTo>
                  <a:pt x="4590552" y="199786"/>
                </a:lnTo>
                <a:lnTo>
                  <a:pt x="4591234" y="200559"/>
                </a:lnTo>
                <a:lnTo>
                  <a:pt x="4591931" y="201323"/>
                </a:lnTo>
                <a:lnTo>
                  <a:pt x="4592644" y="202077"/>
                </a:lnTo>
                <a:lnTo>
                  <a:pt x="4593374" y="202822"/>
                </a:lnTo>
                <a:lnTo>
                  <a:pt x="4594118" y="203558"/>
                </a:lnTo>
                <a:lnTo>
                  <a:pt x="4594879" y="204284"/>
                </a:lnTo>
                <a:lnTo>
                  <a:pt x="4595656" y="205001"/>
                </a:lnTo>
                <a:lnTo>
                  <a:pt x="4596449" y="205708"/>
                </a:lnTo>
                <a:lnTo>
                  <a:pt x="4597257" y="206409"/>
                </a:lnTo>
                <a:lnTo>
                  <a:pt x="4598080" y="207105"/>
                </a:lnTo>
                <a:lnTo>
                  <a:pt x="4598918" y="207797"/>
                </a:lnTo>
                <a:lnTo>
                  <a:pt x="4599771" y="208484"/>
                </a:lnTo>
                <a:lnTo>
                  <a:pt x="4600639" y="209167"/>
                </a:lnTo>
                <a:lnTo>
                  <a:pt x="4601522" y="209845"/>
                </a:lnTo>
                <a:lnTo>
                  <a:pt x="4602421" y="210519"/>
                </a:lnTo>
                <a:lnTo>
                  <a:pt x="4603334" y="211188"/>
                </a:lnTo>
                <a:lnTo>
                  <a:pt x="4604263" y="211853"/>
                </a:lnTo>
                <a:lnTo>
                  <a:pt x="4605206" y="212514"/>
                </a:lnTo>
                <a:lnTo>
                  <a:pt x="4606165" y="213169"/>
                </a:lnTo>
                <a:lnTo>
                  <a:pt x="4607138" y="213821"/>
                </a:lnTo>
                <a:lnTo>
                  <a:pt x="4608127" y="214468"/>
                </a:lnTo>
                <a:lnTo>
                  <a:pt x="4609130" y="215110"/>
                </a:lnTo>
                <a:lnTo>
                  <a:pt x="4610149" y="215748"/>
                </a:lnTo>
                <a:lnTo>
                  <a:pt x="4611183" y="216382"/>
                </a:lnTo>
                <a:lnTo>
                  <a:pt x="4612232" y="217011"/>
                </a:lnTo>
                <a:lnTo>
                  <a:pt x="4613296" y="217635"/>
                </a:lnTo>
                <a:lnTo>
                  <a:pt x="4614375" y="218256"/>
                </a:lnTo>
                <a:lnTo>
                  <a:pt x="4615469" y="218871"/>
                </a:lnTo>
                <a:lnTo>
                  <a:pt x="4616578" y="219482"/>
                </a:lnTo>
                <a:lnTo>
                  <a:pt x="4617702" y="220089"/>
                </a:lnTo>
                <a:lnTo>
                  <a:pt x="4618841" y="220691"/>
                </a:lnTo>
                <a:lnTo>
                  <a:pt x="4619995" y="221289"/>
                </a:lnTo>
                <a:lnTo>
                  <a:pt x="4621163" y="221885"/>
                </a:lnTo>
                <a:lnTo>
                  <a:pt x="4622344" y="222481"/>
                </a:lnTo>
                <a:lnTo>
                  <a:pt x="4623537" y="223077"/>
                </a:lnTo>
                <a:lnTo>
                  <a:pt x="4624743" y="223674"/>
                </a:lnTo>
                <a:lnTo>
                  <a:pt x="4625961" y="224271"/>
                </a:lnTo>
                <a:lnTo>
                  <a:pt x="4627192" y="224869"/>
                </a:lnTo>
                <a:lnTo>
                  <a:pt x="4628436" y="225467"/>
                </a:lnTo>
                <a:lnTo>
                  <a:pt x="4629692" y="226066"/>
                </a:lnTo>
                <a:lnTo>
                  <a:pt x="4630961" y="226665"/>
                </a:lnTo>
                <a:lnTo>
                  <a:pt x="4632242" y="227264"/>
                </a:lnTo>
                <a:lnTo>
                  <a:pt x="4633537" y="227864"/>
                </a:lnTo>
                <a:lnTo>
                  <a:pt x="4634843" y="228464"/>
                </a:lnTo>
                <a:lnTo>
                  <a:pt x="4636163" y="229065"/>
                </a:lnTo>
                <a:lnTo>
                  <a:pt x="4637494" y="229666"/>
                </a:lnTo>
                <a:lnTo>
                  <a:pt x="4638839" y="230267"/>
                </a:lnTo>
                <a:lnTo>
                  <a:pt x="4640196" y="230869"/>
                </a:lnTo>
                <a:lnTo>
                  <a:pt x="4641566" y="231471"/>
                </a:lnTo>
                <a:lnTo>
                  <a:pt x="4642948" y="232074"/>
                </a:lnTo>
                <a:lnTo>
                  <a:pt x="4644343" y="232677"/>
                </a:lnTo>
                <a:lnTo>
                  <a:pt x="4645751" y="233280"/>
                </a:lnTo>
                <a:lnTo>
                  <a:pt x="4647171" y="233884"/>
                </a:lnTo>
                <a:lnTo>
                  <a:pt x="4648604" y="234488"/>
                </a:lnTo>
                <a:lnTo>
                  <a:pt x="4650049" y="235093"/>
                </a:lnTo>
                <a:lnTo>
                  <a:pt x="4651507" y="235698"/>
                </a:lnTo>
                <a:lnTo>
                  <a:pt x="4652998" y="236341"/>
                </a:lnTo>
                <a:lnTo>
                  <a:pt x="4654463" y="236980"/>
                </a:lnTo>
                <a:lnTo>
                  <a:pt x="4655902" y="237616"/>
                </a:lnTo>
                <a:lnTo>
                  <a:pt x="4657316" y="238249"/>
                </a:lnTo>
                <a:lnTo>
                  <a:pt x="4658704" y="238879"/>
                </a:lnTo>
                <a:lnTo>
                  <a:pt x="4660066" y="239505"/>
                </a:lnTo>
                <a:lnTo>
                  <a:pt x="4661403" y="240128"/>
                </a:lnTo>
                <a:lnTo>
                  <a:pt x="4662714" y="240748"/>
                </a:lnTo>
                <a:lnTo>
                  <a:pt x="4664000" y="241365"/>
                </a:lnTo>
                <a:lnTo>
                  <a:pt x="4665260" y="241978"/>
                </a:lnTo>
                <a:lnTo>
                  <a:pt x="4666494" y="242588"/>
                </a:lnTo>
                <a:lnTo>
                  <a:pt x="4667703" y="243195"/>
                </a:lnTo>
                <a:lnTo>
                  <a:pt x="4668886" y="243799"/>
                </a:lnTo>
                <a:lnTo>
                  <a:pt x="4670043" y="244399"/>
                </a:lnTo>
                <a:lnTo>
                  <a:pt x="4671175" y="244996"/>
                </a:lnTo>
                <a:lnTo>
                  <a:pt x="4672281" y="245590"/>
                </a:lnTo>
                <a:lnTo>
                  <a:pt x="4673362" y="246181"/>
                </a:lnTo>
                <a:lnTo>
                  <a:pt x="4674417" y="246768"/>
                </a:lnTo>
                <a:lnTo>
                  <a:pt x="4675446" y="247352"/>
                </a:lnTo>
                <a:lnTo>
                  <a:pt x="4676450" y="247933"/>
                </a:lnTo>
                <a:lnTo>
                  <a:pt x="4677428" y="248511"/>
                </a:lnTo>
                <a:lnTo>
                  <a:pt x="4678380" y="249085"/>
                </a:lnTo>
                <a:lnTo>
                  <a:pt x="4679307" y="249656"/>
                </a:lnTo>
                <a:lnTo>
                  <a:pt x="4680208" y="250224"/>
                </a:lnTo>
                <a:lnTo>
                  <a:pt x="4681086" y="250791"/>
                </a:lnTo>
                <a:lnTo>
                  <a:pt x="4681943" y="251360"/>
                </a:lnTo>
                <a:lnTo>
                  <a:pt x="4682780" y="251930"/>
                </a:lnTo>
                <a:lnTo>
                  <a:pt x="4683596" y="252502"/>
                </a:lnTo>
                <a:lnTo>
                  <a:pt x="4684391" y="253075"/>
                </a:lnTo>
                <a:lnTo>
                  <a:pt x="4685165" y="253651"/>
                </a:lnTo>
                <a:lnTo>
                  <a:pt x="4685918" y="254227"/>
                </a:lnTo>
                <a:lnTo>
                  <a:pt x="4686651" y="254806"/>
                </a:lnTo>
                <a:lnTo>
                  <a:pt x="4687363" y="255386"/>
                </a:lnTo>
                <a:lnTo>
                  <a:pt x="4688054" y="255967"/>
                </a:lnTo>
                <a:lnTo>
                  <a:pt x="4688725" y="256551"/>
                </a:lnTo>
                <a:lnTo>
                  <a:pt x="4689375" y="257136"/>
                </a:lnTo>
                <a:lnTo>
                  <a:pt x="4690004" y="257722"/>
                </a:lnTo>
                <a:lnTo>
                  <a:pt x="4690612" y="258310"/>
                </a:lnTo>
                <a:lnTo>
                  <a:pt x="4691200" y="258900"/>
                </a:lnTo>
                <a:lnTo>
                  <a:pt x="4691766" y="259492"/>
                </a:lnTo>
                <a:lnTo>
                  <a:pt x="4692313" y="260085"/>
                </a:lnTo>
                <a:lnTo>
                  <a:pt x="4692838" y="260679"/>
                </a:lnTo>
                <a:lnTo>
                  <a:pt x="4693342" y="261276"/>
                </a:lnTo>
                <a:lnTo>
                  <a:pt x="4693826" y="261874"/>
                </a:lnTo>
                <a:lnTo>
                  <a:pt x="4694289" y="262473"/>
                </a:lnTo>
                <a:lnTo>
                  <a:pt x="4694732" y="263074"/>
                </a:lnTo>
                <a:lnTo>
                  <a:pt x="4695153" y="263677"/>
                </a:lnTo>
                <a:lnTo>
                  <a:pt x="4695554" y="264282"/>
                </a:lnTo>
                <a:lnTo>
                  <a:pt x="4695937" y="264891"/>
                </a:lnTo>
                <a:lnTo>
                  <a:pt x="4696303" y="265508"/>
                </a:lnTo>
                <a:lnTo>
                  <a:pt x="4696652" y="266134"/>
                </a:lnTo>
                <a:lnTo>
                  <a:pt x="4696986" y="266768"/>
                </a:lnTo>
                <a:lnTo>
                  <a:pt x="4697303" y="267409"/>
                </a:lnTo>
                <a:lnTo>
                  <a:pt x="4697604" y="268059"/>
                </a:lnTo>
                <a:lnTo>
                  <a:pt x="4697889" y="268718"/>
                </a:lnTo>
                <a:lnTo>
                  <a:pt x="4698157" y="269384"/>
                </a:lnTo>
                <a:lnTo>
                  <a:pt x="4698410" y="270058"/>
                </a:lnTo>
                <a:lnTo>
                  <a:pt x="4698646" y="270741"/>
                </a:lnTo>
                <a:lnTo>
                  <a:pt x="4698865" y="271432"/>
                </a:lnTo>
                <a:lnTo>
                  <a:pt x="4699069" y="272130"/>
                </a:lnTo>
                <a:lnTo>
                  <a:pt x="4699256" y="272837"/>
                </a:lnTo>
                <a:lnTo>
                  <a:pt x="4699426" y="273552"/>
                </a:lnTo>
                <a:lnTo>
                  <a:pt x="4699581" y="274276"/>
                </a:lnTo>
                <a:lnTo>
                  <a:pt x="4699719" y="275007"/>
                </a:lnTo>
                <a:lnTo>
                  <a:pt x="4699841" y="275746"/>
                </a:lnTo>
                <a:lnTo>
                  <a:pt x="4699947" y="276494"/>
                </a:lnTo>
                <a:lnTo>
                  <a:pt x="4700037" y="277250"/>
                </a:lnTo>
                <a:lnTo>
                  <a:pt x="4700110" y="278014"/>
                </a:lnTo>
                <a:lnTo>
                  <a:pt x="4700167" y="278786"/>
                </a:lnTo>
                <a:lnTo>
                  <a:pt x="4700207" y="279566"/>
                </a:lnTo>
                <a:lnTo>
                  <a:pt x="4700232" y="280354"/>
                </a:lnTo>
                <a:lnTo>
                  <a:pt x="4700240" y="281151"/>
                </a:lnTo>
                <a:lnTo>
                  <a:pt x="4700232" y="282005"/>
                </a:lnTo>
                <a:lnTo>
                  <a:pt x="4700207" y="282851"/>
                </a:lnTo>
                <a:lnTo>
                  <a:pt x="4700165" y="283688"/>
                </a:lnTo>
                <a:lnTo>
                  <a:pt x="4700107" y="284515"/>
                </a:lnTo>
                <a:lnTo>
                  <a:pt x="4700032" y="285334"/>
                </a:lnTo>
                <a:lnTo>
                  <a:pt x="4699940" y="286144"/>
                </a:lnTo>
                <a:close/>
                <a:moveTo>
                  <a:pt x="5271028" y="245794"/>
                </a:moveTo>
                <a:lnTo>
                  <a:pt x="5271198" y="248093"/>
                </a:lnTo>
                <a:lnTo>
                  <a:pt x="5271393" y="250367"/>
                </a:lnTo>
                <a:lnTo>
                  <a:pt x="5271614" y="252616"/>
                </a:lnTo>
                <a:lnTo>
                  <a:pt x="5271861" y="254841"/>
                </a:lnTo>
                <a:lnTo>
                  <a:pt x="5272135" y="257040"/>
                </a:lnTo>
                <a:lnTo>
                  <a:pt x="5272434" y="259215"/>
                </a:lnTo>
                <a:lnTo>
                  <a:pt x="5272760" y="261365"/>
                </a:lnTo>
                <a:lnTo>
                  <a:pt x="5273111" y="263490"/>
                </a:lnTo>
                <a:lnTo>
                  <a:pt x="5273488" y="265590"/>
                </a:lnTo>
                <a:lnTo>
                  <a:pt x="5273892" y="267666"/>
                </a:lnTo>
                <a:lnTo>
                  <a:pt x="5274322" y="269716"/>
                </a:lnTo>
                <a:lnTo>
                  <a:pt x="5274777" y="271742"/>
                </a:lnTo>
                <a:lnTo>
                  <a:pt x="5275259" y="273743"/>
                </a:lnTo>
                <a:lnTo>
                  <a:pt x="5275766" y="275720"/>
                </a:lnTo>
                <a:lnTo>
                  <a:pt x="5276300" y="277671"/>
                </a:lnTo>
                <a:lnTo>
                  <a:pt x="5276860" y="279598"/>
                </a:lnTo>
                <a:lnTo>
                  <a:pt x="5277445" y="281499"/>
                </a:lnTo>
                <a:lnTo>
                  <a:pt x="5278057" y="283376"/>
                </a:lnTo>
                <a:lnTo>
                  <a:pt x="5278692" y="285228"/>
                </a:lnTo>
                <a:lnTo>
                  <a:pt x="5279348" y="287054"/>
                </a:lnTo>
                <a:lnTo>
                  <a:pt x="5280025" y="288855"/>
                </a:lnTo>
                <a:lnTo>
                  <a:pt x="5280722" y="290630"/>
                </a:lnTo>
                <a:lnTo>
                  <a:pt x="5281440" y="292379"/>
                </a:lnTo>
                <a:lnTo>
                  <a:pt x="5282179" y="294103"/>
                </a:lnTo>
                <a:lnTo>
                  <a:pt x="5282939" y="295801"/>
                </a:lnTo>
                <a:lnTo>
                  <a:pt x="5283719" y="297473"/>
                </a:lnTo>
                <a:lnTo>
                  <a:pt x="5284520" y="299120"/>
                </a:lnTo>
                <a:lnTo>
                  <a:pt x="5285342" y="300741"/>
                </a:lnTo>
                <a:lnTo>
                  <a:pt x="5286185" y="302336"/>
                </a:lnTo>
                <a:lnTo>
                  <a:pt x="5287048" y="303906"/>
                </a:lnTo>
                <a:lnTo>
                  <a:pt x="5287932" y="305450"/>
                </a:lnTo>
                <a:lnTo>
                  <a:pt x="5288837" y="306969"/>
                </a:lnTo>
                <a:lnTo>
                  <a:pt x="5289763" y="308462"/>
                </a:lnTo>
                <a:lnTo>
                  <a:pt x="5290709" y="309929"/>
                </a:lnTo>
                <a:lnTo>
                  <a:pt x="5291676" y="311371"/>
                </a:lnTo>
                <a:lnTo>
                  <a:pt x="5292664" y="312787"/>
                </a:lnTo>
                <a:lnTo>
                  <a:pt x="5293672" y="314178"/>
                </a:lnTo>
                <a:lnTo>
                  <a:pt x="5294702" y="315543"/>
                </a:lnTo>
                <a:lnTo>
                  <a:pt x="5295752" y="316882"/>
                </a:lnTo>
                <a:lnTo>
                  <a:pt x="5296823" y="318196"/>
                </a:lnTo>
                <a:lnTo>
                  <a:pt x="5297914" y="319484"/>
                </a:lnTo>
                <a:lnTo>
                  <a:pt x="5299026" y="320746"/>
                </a:lnTo>
                <a:lnTo>
                  <a:pt x="5300157" y="321982"/>
                </a:lnTo>
                <a:lnTo>
                  <a:pt x="5301302" y="323193"/>
                </a:lnTo>
                <a:lnTo>
                  <a:pt x="5302462" y="324377"/>
                </a:lnTo>
                <a:lnTo>
                  <a:pt x="5303637" y="325536"/>
                </a:lnTo>
                <a:lnTo>
                  <a:pt x="5304828" y="326668"/>
                </a:lnTo>
                <a:lnTo>
                  <a:pt x="5306033" y="327775"/>
                </a:lnTo>
                <a:lnTo>
                  <a:pt x="5307254" y="328855"/>
                </a:lnTo>
                <a:lnTo>
                  <a:pt x="5308489" y="329909"/>
                </a:lnTo>
                <a:lnTo>
                  <a:pt x="5309740" y="330938"/>
                </a:lnTo>
                <a:lnTo>
                  <a:pt x="5311005" y="331940"/>
                </a:lnTo>
                <a:lnTo>
                  <a:pt x="5312286" y="332916"/>
                </a:lnTo>
                <a:lnTo>
                  <a:pt x="5313582" y="333866"/>
                </a:lnTo>
                <a:lnTo>
                  <a:pt x="5314893" y="334790"/>
                </a:lnTo>
                <a:lnTo>
                  <a:pt x="5316218" y="335689"/>
                </a:lnTo>
                <a:lnTo>
                  <a:pt x="5317559" y="336561"/>
                </a:lnTo>
                <a:lnTo>
                  <a:pt x="5318915" y="337407"/>
                </a:lnTo>
                <a:lnTo>
                  <a:pt x="5320286" y="338227"/>
                </a:lnTo>
                <a:lnTo>
                  <a:pt x="5321672" y="339021"/>
                </a:lnTo>
                <a:lnTo>
                  <a:pt x="5323073" y="339789"/>
                </a:lnTo>
                <a:lnTo>
                  <a:pt x="5324489" y="340531"/>
                </a:lnTo>
                <a:lnTo>
                  <a:pt x="5325921" y="341247"/>
                </a:lnTo>
                <a:lnTo>
                  <a:pt x="5327367" y="341936"/>
                </a:lnTo>
                <a:lnTo>
                  <a:pt x="5328828" y="342600"/>
                </a:lnTo>
                <a:lnTo>
                  <a:pt x="5330304" y="343238"/>
                </a:lnTo>
                <a:lnTo>
                  <a:pt x="5331793" y="343850"/>
                </a:lnTo>
                <a:lnTo>
                  <a:pt x="5333292" y="344435"/>
                </a:lnTo>
                <a:lnTo>
                  <a:pt x="5334800" y="344995"/>
                </a:lnTo>
                <a:lnTo>
                  <a:pt x="5336318" y="345529"/>
                </a:lnTo>
                <a:lnTo>
                  <a:pt x="5337846" y="346036"/>
                </a:lnTo>
                <a:lnTo>
                  <a:pt x="5339383" y="346518"/>
                </a:lnTo>
                <a:lnTo>
                  <a:pt x="5340930" y="346974"/>
                </a:lnTo>
                <a:lnTo>
                  <a:pt x="5342488" y="347403"/>
                </a:lnTo>
                <a:lnTo>
                  <a:pt x="5344054" y="347807"/>
                </a:lnTo>
                <a:lnTo>
                  <a:pt x="5345631" y="348184"/>
                </a:lnTo>
                <a:lnTo>
                  <a:pt x="5347217" y="348536"/>
                </a:lnTo>
                <a:lnTo>
                  <a:pt x="5348813" y="348861"/>
                </a:lnTo>
                <a:lnTo>
                  <a:pt x="5350419" y="349160"/>
                </a:lnTo>
                <a:lnTo>
                  <a:pt x="5352035" y="349434"/>
                </a:lnTo>
                <a:lnTo>
                  <a:pt x="5353660" y="349681"/>
                </a:lnTo>
                <a:lnTo>
                  <a:pt x="5355296" y="349902"/>
                </a:lnTo>
                <a:lnTo>
                  <a:pt x="5356940" y="350098"/>
                </a:lnTo>
                <a:lnTo>
                  <a:pt x="5358595" y="350267"/>
                </a:lnTo>
                <a:lnTo>
                  <a:pt x="5360260" y="350410"/>
                </a:lnTo>
                <a:lnTo>
                  <a:pt x="5361934" y="350527"/>
                </a:lnTo>
                <a:lnTo>
                  <a:pt x="5363618" y="350618"/>
                </a:lnTo>
                <a:lnTo>
                  <a:pt x="5365311" y="350683"/>
                </a:lnTo>
                <a:lnTo>
                  <a:pt x="5367015" y="350722"/>
                </a:lnTo>
                <a:lnTo>
                  <a:pt x="5368728" y="350735"/>
                </a:lnTo>
                <a:lnTo>
                  <a:pt x="5370442" y="350722"/>
                </a:lnTo>
                <a:lnTo>
                  <a:pt x="5372145" y="350683"/>
                </a:lnTo>
                <a:lnTo>
                  <a:pt x="5373839" y="350618"/>
                </a:lnTo>
                <a:lnTo>
                  <a:pt x="5375523" y="350527"/>
                </a:lnTo>
                <a:lnTo>
                  <a:pt x="5377197" y="350410"/>
                </a:lnTo>
                <a:lnTo>
                  <a:pt x="5378861" y="350267"/>
                </a:lnTo>
                <a:lnTo>
                  <a:pt x="5380516" y="350098"/>
                </a:lnTo>
                <a:lnTo>
                  <a:pt x="5382161" y="349902"/>
                </a:lnTo>
                <a:lnTo>
                  <a:pt x="5383796" y="349681"/>
                </a:lnTo>
                <a:lnTo>
                  <a:pt x="5385422" y="349434"/>
                </a:lnTo>
                <a:lnTo>
                  <a:pt x="5387037" y="349160"/>
                </a:lnTo>
                <a:lnTo>
                  <a:pt x="5388643" y="348861"/>
                </a:lnTo>
                <a:lnTo>
                  <a:pt x="5390239" y="348536"/>
                </a:lnTo>
                <a:lnTo>
                  <a:pt x="5391826" y="348184"/>
                </a:lnTo>
                <a:lnTo>
                  <a:pt x="5393402" y="347807"/>
                </a:lnTo>
                <a:lnTo>
                  <a:pt x="5394969" y="347403"/>
                </a:lnTo>
                <a:lnTo>
                  <a:pt x="5396526" y="346974"/>
                </a:lnTo>
                <a:lnTo>
                  <a:pt x="5398073" y="346518"/>
                </a:lnTo>
                <a:lnTo>
                  <a:pt x="5399611" y="346036"/>
                </a:lnTo>
                <a:lnTo>
                  <a:pt x="5401139" y="345529"/>
                </a:lnTo>
                <a:lnTo>
                  <a:pt x="5402657" y="344995"/>
                </a:lnTo>
                <a:lnTo>
                  <a:pt x="5404165" y="344435"/>
                </a:lnTo>
                <a:lnTo>
                  <a:pt x="5405663" y="343850"/>
                </a:lnTo>
                <a:lnTo>
                  <a:pt x="5407152" y="343238"/>
                </a:lnTo>
                <a:lnTo>
                  <a:pt x="5408628" y="342600"/>
                </a:lnTo>
                <a:lnTo>
                  <a:pt x="5410089" y="341936"/>
                </a:lnTo>
                <a:lnTo>
                  <a:pt x="5411534" y="341247"/>
                </a:lnTo>
                <a:lnTo>
                  <a:pt x="5412964" y="340531"/>
                </a:lnTo>
                <a:lnTo>
                  <a:pt x="5414378" y="339789"/>
                </a:lnTo>
                <a:lnTo>
                  <a:pt x="5415777" y="339021"/>
                </a:lnTo>
                <a:lnTo>
                  <a:pt x="5417160" y="338227"/>
                </a:lnTo>
                <a:lnTo>
                  <a:pt x="5418528" y="337407"/>
                </a:lnTo>
                <a:lnTo>
                  <a:pt x="5419881" y="336561"/>
                </a:lnTo>
                <a:lnTo>
                  <a:pt x="5421218" y="335689"/>
                </a:lnTo>
                <a:lnTo>
                  <a:pt x="5422539" y="334790"/>
                </a:lnTo>
                <a:lnTo>
                  <a:pt x="5423845" y="333866"/>
                </a:lnTo>
                <a:lnTo>
                  <a:pt x="5425136" y="332916"/>
                </a:lnTo>
                <a:lnTo>
                  <a:pt x="5426411" y="331940"/>
                </a:lnTo>
                <a:lnTo>
                  <a:pt x="5427671" y="330938"/>
                </a:lnTo>
                <a:lnTo>
                  <a:pt x="5428915" y="329909"/>
                </a:lnTo>
                <a:lnTo>
                  <a:pt x="5430144" y="328855"/>
                </a:lnTo>
                <a:lnTo>
                  <a:pt x="5431357" y="327775"/>
                </a:lnTo>
                <a:lnTo>
                  <a:pt x="5432555" y="326668"/>
                </a:lnTo>
                <a:lnTo>
                  <a:pt x="5433738" y="325536"/>
                </a:lnTo>
                <a:lnTo>
                  <a:pt x="5434905" y="324377"/>
                </a:lnTo>
                <a:lnTo>
                  <a:pt x="5436056" y="323193"/>
                </a:lnTo>
                <a:lnTo>
                  <a:pt x="5437192" y="321982"/>
                </a:lnTo>
                <a:lnTo>
                  <a:pt x="5438313" y="320746"/>
                </a:lnTo>
                <a:lnTo>
                  <a:pt x="5439416" y="319484"/>
                </a:lnTo>
                <a:lnTo>
                  <a:pt x="5440498" y="318196"/>
                </a:lnTo>
                <a:lnTo>
                  <a:pt x="5441560" y="316882"/>
                </a:lnTo>
                <a:lnTo>
                  <a:pt x="5442602" y="315543"/>
                </a:lnTo>
                <a:lnTo>
                  <a:pt x="5443623" y="314178"/>
                </a:lnTo>
                <a:lnTo>
                  <a:pt x="5444624" y="312787"/>
                </a:lnTo>
                <a:lnTo>
                  <a:pt x="5445605" y="311371"/>
                </a:lnTo>
                <a:lnTo>
                  <a:pt x="5446565" y="309929"/>
                </a:lnTo>
                <a:lnTo>
                  <a:pt x="5447505" y="308462"/>
                </a:lnTo>
                <a:lnTo>
                  <a:pt x="5448425" y="306969"/>
                </a:lnTo>
                <a:lnTo>
                  <a:pt x="5449324" y="305450"/>
                </a:lnTo>
                <a:lnTo>
                  <a:pt x="5450203" y="303906"/>
                </a:lnTo>
                <a:lnTo>
                  <a:pt x="5451062" y="302336"/>
                </a:lnTo>
                <a:lnTo>
                  <a:pt x="5451900" y="300741"/>
                </a:lnTo>
                <a:lnTo>
                  <a:pt x="5452718" y="299120"/>
                </a:lnTo>
                <a:lnTo>
                  <a:pt x="5453516" y="297473"/>
                </a:lnTo>
                <a:lnTo>
                  <a:pt x="5454293" y="295801"/>
                </a:lnTo>
                <a:lnTo>
                  <a:pt x="5455050" y="294103"/>
                </a:lnTo>
                <a:lnTo>
                  <a:pt x="5455787" y="292379"/>
                </a:lnTo>
                <a:lnTo>
                  <a:pt x="5456503" y="290630"/>
                </a:lnTo>
                <a:lnTo>
                  <a:pt x="5457199" y="288855"/>
                </a:lnTo>
                <a:lnTo>
                  <a:pt x="5457875" y="287054"/>
                </a:lnTo>
                <a:lnTo>
                  <a:pt x="5458530" y="285228"/>
                </a:lnTo>
                <a:lnTo>
                  <a:pt x="5459165" y="283376"/>
                </a:lnTo>
                <a:lnTo>
                  <a:pt x="5459777" y="281499"/>
                </a:lnTo>
                <a:lnTo>
                  <a:pt x="5460363" y="279598"/>
                </a:lnTo>
                <a:lnTo>
                  <a:pt x="5460922" y="277671"/>
                </a:lnTo>
                <a:lnTo>
                  <a:pt x="5461456" y="275720"/>
                </a:lnTo>
                <a:lnTo>
                  <a:pt x="5461964" y="273743"/>
                </a:lnTo>
                <a:lnTo>
                  <a:pt x="5462445" y="271742"/>
                </a:lnTo>
                <a:lnTo>
                  <a:pt x="5462901" y="269716"/>
                </a:lnTo>
                <a:lnTo>
                  <a:pt x="5463330" y="267666"/>
                </a:lnTo>
                <a:lnTo>
                  <a:pt x="5463734" y="265590"/>
                </a:lnTo>
                <a:lnTo>
                  <a:pt x="5464111" y="263490"/>
                </a:lnTo>
                <a:lnTo>
                  <a:pt x="5464463" y="261365"/>
                </a:lnTo>
                <a:lnTo>
                  <a:pt x="5464788" y="259215"/>
                </a:lnTo>
                <a:lnTo>
                  <a:pt x="5465087" y="257040"/>
                </a:lnTo>
                <a:lnTo>
                  <a:pt x="5465361" y="254841"/>
                </a:lnTo>
                <a:lnTo>
                  <a:pt x="5465608" y="252616"/>
                </a:lnTo>
                <a:lnTo>
                  <a:pt x="5465829" y="250367"/>
                </a:lnTo>
                <a:lnTo>
                  <a:pt x="5466025" y="248093"/>
                </a:lnTo>
                <a:lnTo>
                  <a:pt x="5466194" y="245794"/>
                </a:lnTo>
                <a:lnTo>
                  <a:pt x="5466337" y="243471"/>
                </a:lnTo>
                <a:lnTo>
                  <a:pt x="5466454" y="241122"/>
                </a:lnTo>
                <a:lnTo>
                  <a:pt x="5466545" y="238749"/>
                </a:lnTo>
                <a:lnTo>
                  <a:pt x="5466610" y="236351"/>
                </a:lnTo>
                <a:lnTo>
                  <a:pt x="5466649" y="233928"/>
                </a:lnTo>
                <a:lnTo>
                  <a:pt x="5466662" y="231481"/>
                </a:lnTo>
                <a:lnTo>
                  <a:pt x="5466662" y="207349"/>
                </a:lnTo>
                <a:lnTo>
                  <a:pt x="5466649" y="204901"/>
                </a:lnTo>
                <a:lnTo>
                  <a:pt x="5466610" y="202478"/>
                </a:lnTo>
                <a:lnTo>
                  <a:pt x="5466545" y="200080"/>
                </a:lnTo>
                <a:lnTo>
                  <a:pt x="5466454" y="197707"/>
                </a:lnTo>
                <a:lnTo>
                  <a:pt x="5466337" y="195358"/>
                </a:lnTo>
                <a:lnTo>
                  <a:pt x="5466194" y="193035"/>
                </a:lnTo>
                <a:lnTo>
                  <a:pt x="5466025" y="190736"/>
                </a:lnTo>
                <a:lnTo>
                  <a:pt x="5465829" y="188462"/>
                </a:lnTo>
                <a:lnTo>
                  <a:pt x="5465608" y="186213"/>
                </a:lnTo>
                <a:lnTo>
                  <a:pt x="5465361" y="183988"/>
                </a:lnTo>
                <a:lnTo>
                  <a:pt x="5465087" y="181789"/>
                </a:lnTo>
                <a:lnTo>
                  <a:pt x="5464788" y="179614"/>
                </a:lnTo>
                <a:lnTo>
                  <a:pt x="5464463" y="177464"/>
                </a:lnTo>
                <a:lnTo>
                  <a:pt x="5464111" y="175339"/>
                </a:lnTo>
                <a:lnTo>
                  <a:pt x="5463734" y="173239"/>
                </a:lnTo>
                <a:lnTo>
                  <a:pt x="5463330" y="171163"/>
                </a:lnTo>
                <a:lnTo>
                  <a:pt x="5462901" y="169113"/>
                </a:lnTo>
                <a:lnTo>
                  <a:pt x="5462445" y="167087"/>
                </a:lnTo>
                <a:lnTo>
                  <a:pt x="5461964" y="165086"/>
                </a:lnTo>
                <a:lnTo>
                  <a:pt x="5461456" y="163110"/>
                </a:lnTo>
                <a:lnTo>
                  <a:pt x="5460922" y="161158"/>
                </a:lnTo>
                <a:lnTo>
                  <a:pt x="5460363" y="159232"/>
                </a:lnTo>
                <a:lnTo>
                  <a:pt x="5459777" y="157330"/>
                </a:lnTo>
                <a:lnTo>
                  <a:pt x="5459165" y="155453"/>
                </a:lnTo>
                <a:lnTo>
                  <a:pt x="5458530" y="153601"/>
                </a:lnTo>
                <a:lnTo>
                  <a:pt x="5457874" y="151775"/>
                </a:lnTo>
                <a:lnTo>
                  <a:pt x="5457197" y="149974"/>
                </a:lnTo>
                <a:lnTo>
                  <a:pt x="5456500" y="148200"/>
                </a:lnTo>
                <a:lnTo>
                  <a:pt x="5455782" y="146450"/>
                </a:lnTo>
                <a:lnTo>
                  <a:pt x="5455043" y="144727"/>
                </a:lnTo>
                <a:lnTo>
                  <a:pt x="5454283" y="143029"/>
                </a:lnTo>
                <a:lnTo>
                  <a:pt x="5453503" y="141356"/>
                </a:lnTo>
                <a:lnTo>
                  <a:pt x="5452702" y="139709"/>
                </a:lnTo>
                <a:lnTo>
                  <a:pt x="5451880" y="138088"/>
                </a:lnTo>
                <a:lnTo>
                  <a:pt x="5451037" y="136493"/>
                </a:lnTo>
                <a:lnTo>
                  <a:pt x="5450174" y="134923"/>
                </a:lnTo>
                <a:lnTo>
                  <a:pt x="5449290" y="133379"/>
                </a:lnTo>
                <a:lnTo>
                  <a:pt x="5448385" y="131860"/>
                </a:lnTo>
                <a:lnTo>
                  <a:pt x="5447460" y="130367"/>
                </a:lnTo>
                <a:lnTo>
                  <a:pt x="5446513" y="128900"/>
                </a:lnTo>
                <a:lnTo>
                  <a:pt x="5445546" y="127458"/>
                </a:lnTo>
                <a:lnTo>
                  <a:pt x="5444558" y="126042"/>
                </a:lnTo>
                <a:lnTo>
                  <a:pt x="5443550" y="124651"/>
                </a:lnTo>
                <a:lnTo>
                  <a:pt x="5442521" y="123286"/>
                </a:lnTo>
                <a:lnTo>
                  <a:pt x="5441470" y="121947"/>
                </a:lnTo>
                <a:lnTo>
                  <a:pt x="5440400" y="120634"/>
                </a:lnTo>
                <a:lnTo>
                  <a:pt x="5439308" y="119346"/>
                </a:lnTo>
                <a:lnTo>
                  <a:pt x="5438196" y="118083"/>
                </a:lnTo>
                <a:lnTo>
                  <a:pt x="5437066" y="116846"/>
                </a:lnTo>
                <a:lnTo>
                  <a:pt x="5435920" y="115635"/>
                </a:lnTo>
                <a:lnTo>
                  <a:pt x="5434760" y="114450"/>
                </a:lnTo>
                <a:lnTo>
                  <a:pt x="5433585" y="113290"/>
                </a:lnTo>
                <a:lnTo>
                  <a:pt x="5432395" y="112156"/>
                </a:lnTo>
                <a:lnTo>
                  <a:pt x="5431189" y="111047"/>
                </a:lnTo>
                <a:lnTo>
                  <a:pt x="5429969" y="109964"/>
                </a:lnTo>
                <a:lnTo>
                  <a:pt x="5428733" y="108907"/>
                </a:lnTo>
                <a:lnTo>
                  <a:pt x="5427483" y="107875"/>
                </a:lnTo>
                <a:lnTo>
                  <a:pt x="5426217" y="106869"/>
                </a:lnTo>
                <a:lnTo>
                  <a:pt x="5424936" y="105888"/>
                </a:lnTo>
                <a:lnTo>
                  <a:pt x="5423640" y="104934"/>
                </a:lnTo>
                <a:lnTo>
                  <a:pt x="5422330" y="104004"/>
                </a:lnTo>
                <a:lnTo>
                  <a:pt x="5421004" y="103101"/>
                </a:lnTo>
                <a:lnTo>
                  <a:pt x="5419663" y="102223"/>
                </a:lnTo>
                <a:lnTo>
                  <a:pt x="5418307" y="101370"/>
                </a:lnTo>
                <a:lnTo>
                  <a:pt x="5416936" y="100544"/>
                </a:lnTo>
                <a:lnTo>
                  <a:pt x="5415550" y="99743"/>
                </a:lnTo>
                <a:lnTo>
                  <a:pt x="5414149" y="98967"/>
                </a:lnTo>
                <a:lnTo>
                  <a:pt x="5412733" y="98217"/>
                </a:lnTo>
                <a:lnTo>
                  <a:pt x="5411302" y="97493"/>
                </a:lnTo>
                <a:lnTo>
                  <a:pt x="5409855" y="96794"/>
                </a:lnTo>
                <a:lnTo>
                  <a:pt x="5408394" y="96121"/>
                </a:lnTo>
                <a:lnTo>
                  <a:pt x="5406918" y="95474"/>
                </a:lnTo>
                <a:lnTo>
                  <a:pt x="5405429" y="94853"/>
                </a:lnTo>
                <a:lnTo>
                  <a:pt x="5403929" y="94258"/>
                </a:lnTo>
                <a:lnTo>
                  <a:pt x="5402419" y="93689"/>
                </a:lnTo>
                <a:lnTo>
                  <a:pt x="5400898" y="93147"/>
                </a:lnTo>
                <a:lnTo>
                  <a:pt x="5399366" y="92632"/>
                </a:lnTo>
                <a:lnTo>
                  <a:pt x="5397824" y="92143"/>
                </a:lnTo>
                <a:lnTo>
                  <a:pt x="5396272" y="91680"/>
                </a:lnTo>
                <a:lnTo>
                  <a:pt x="5394709" y="91244"/>
                </a:lnTo>
                <a:lnTo>
                  <a:pt x="5393135" y="90834"/>
                </a:lnTo>
                <a:lnTo>
                  <a:pt x="5391551" y="90451"/>
                </a:lnTo>
                <a:lnTo>
                  <a:pt x="5389956" y="90094"/>
                </a:lnTo>
                <a:lnTo>
                  <a:pt x="5388350" y="89763"/>
                </a:lnTo>
                <a:lnTo>
                  <a:pt x="5386734" y="89459"/>
                </a:lnTo>
                <a:lnTo>
                  <a:pt x="5385108" y="89182"/>
                </a:lnTo>
                <a:lnTo>
                  <a:pt x="5383470" y="88930"/>
                </a:lnTo>
                <a:lnTo>
                  <a:pt x="5381823" y="88706"/>
                </a:lnTo>
                <a:lnTo>
                  <a:pt x="5380164" y="88507"/>
                </a:lnTo>
                <a:lnTo>
                  <a:pt x="5378495" y="88335"/>
                </a:lnTo>
                <a:lnTo>
                  <a:pt x="5376816" y="88190"/>
                </a:lnTo>
                <a:lnTo>
                  <a:pt x="5375126" y="88071"/>
                </a:lnTo>
                <a:lnTo>
                  <a:pt x="5373425" y="87979"/>
                </a:lnTo>
                <a:lnTo>
                  <a:pt x="5371714" y="87912"/>
                </a:lnTo>
                <a:lnTo>
                  <a:pt x="5369992" y="87873"/>
                </a:lnTo>
                <a:lnTo>
                  <a:pt x="5368260" y="87860"/>
                </a:lnTo>
                <a:lnTo>
                  <a:pt x="5366566" y="87873"/>
                </a:lnTo>
                <a:lnTo>
                  <a:pt x="5364880" y="87912"/>
                </a:lnTo>
                <a:lnTo>
                  <a:pt x="5363204" y="87979"/>
                </a:lnTo>
                <a:lnTo>
                  <a:pt x="5361537" y="88071"/>
                </a:lnTo>
                <a:lnTo>
                  <a:pt x="5359878" y="88190"/>
                </a:lnTo>
                <a:lnTo>
                  <a:pt x="5358229" y="88335"/>
                </a:lnTo>
                <a:lnTo>
                  <a:pt x="5356589" y="88507"/>
                </a:lnTo>
                <a:lnTo>
                  <a:pt x="5354957" y="88706"/>
                </a:lnTo>
                <a:lnTo>
                  <a:pt x="5353335" y="88930"/>
                </a:lnTo>
                <a:lnTo>
                  <a:pt x="5351721" y="89182"/>
                </a:lnTo>
                <a:lnTo>
                  <a:pt x="5350116" y="89459"/>
                </a:lnTo>
                <a:lnTo>
                  <a:pt x="5348521" y="89763"/>
                </a:lnTo>
                <a:lnTo>
                  <a:pt x="5346934" y="90094"/>
                </a:lnTo>
                <a:lnTo>
                  <a:pt x="5345356" y="90451"/>
                </a:lnTo>
                <a:lnTo>
                  <a:pt x="5343787" y="90834"/>
                </a:lnTo>
                <a:lnTo>
                  <a:pt x="5342227" y="91244"/>
                </a:lnTo>
                <a:lnTo>
                  <a:pt x="5340676" y="91680"/>
                </a:lnTo>
                <a:lnTo>
                  <a:pt x="5339134" y="92143"/>
                </a:lnTo>
                <a:lnTo>
                  <a:pt x="5337601" y="92632"/>
                </a:lnTo>
                <a:lnTo>
                  <a:pt x="5336077" y="93147"/>
                </a:lnTo>
                <a:lnTo>
                  <a:pt x="5334562" y="93689"/>
                </a:lnTo>
                <a:lnTo>
                  <a:pt x="5333056" y="94258"/>
                </a:lnTo>
                <a:lnTo>
                  <a:pt x="5331558" y="94853"/>
                </a:lnTo>
                <a:lnTo>
                  <a:pt x="5330070" y="95474"/>
                </a:lnTo>
                <a:lnTo>
                  <a:pt x="5328594" y="96121"/>
                </a:lnTo>
                <a:lnTo>
                  <a:pt x="5327133" y="96794"/>
                </a:lnTo>
                <a:lnTo>
                  <a:pt x="5325688" y="97493"/>
                </a:lnTo>
                <a:lnTo>
                  <a:pt x="5324258" y="98217"/>
                </a:lnTo>
                <a:lnTo>
                  <a:pt x="5322844" y="98967"/>
                </a:lnTo>
                <a:lnTo>
                  <a:pt x="5321445" y="99743"/>
                </a:lnTo>
                <a:lnTo>
                  <a:pt x="5320062" y="100544"/>
                </a:lnTo>
                <a:lnTo>
                  <a:pt x="5318694" y="101370"/>
                </a:lnTo>
                <a:lnTo>
                  <a:pt x="5317341" y="102223"/>
                </a:lnTo>
                <a:lnTo>
                  <a:pt x="5316004" y="103101"/>
                </a:lnTo>
                <a:lnTo>
                  <a:pt x="5314683" y="104004"/>
                </a:lnTo>
                <a:lnTo>
                  <a:pt x="5313377" y="104934"/>
                </a:lnTo>
                <a:lnTo>
                  <a:pt x="5312086" y="105888"/>
                </a:lnTo>
                <a:lnTo>
                  <a:pt x="5310811" y="106869"/>
                </a:lnTo>
                <a:lnTo>
                  <a:pt x="5309551" y="107875"/>
                </a:lnTo>
                <a:lnTo>
                  <a:pt x="5308307" y="108907"/>
                </a:lnTo>
                <a:lnTo>
                  <a:pt x="5307078" y="109964"/>
                </a:lnTo>
                <a:lnTo>
                  <a:pt x="5305865" y="111047"/>
                </a:lnTo>
                <a:lnTo>
                  <a:pt x="5304667" y="112156"/>
                </a:lnTo>
                <a:lnTo>
                  <a:pt x="5303484" y="113290"/>
                </a:lnTo>
                <a:lnTo>
                  <a:pt x="5302317" y="114450"/>
                </a:lnTo>
                <a:lnTo>
                  <a:pt x="5301166" y="115635"/>
                </a:lnTo>
                <a:lnTo>
                  <a:pt x="5300030" y="116846"/>
                </a:lnTo>
                <a:lnTo>
                  <a:pt x="5298909" y="118083"/>
                </a:lnTo>
                <a:lnTo>
                  <a:pt x="5297806" y="119346"/>
                </a:lnTo>
                <a:lnTo>
                  <a:pt x="5296724" y="120634"/>
                </a:lnTo>
                <a:lnTo>
                  <a:pt x="5295662" y="121947"/>
                </a:lnTo>
                <a:lnTo>
                  <a:pt x="5294620" y="123286"/>
                </a:lnTo>
                <a:lnTo>
                  <a:pt x="5293599" y="124651"/>
                </a:lnTo>
                <a:lnTo>
                  <a:pt x="5292598" y="126042"/>
                </a:lnTo>
                <a:lnTo>
                  <a:pt x="5291617" y="127458"/>
                </a:lnTo>
                <a:lnTo>
                  <a:pt x="5290657" y="128900"/>
                </a:lnTo>
                <a:lnTo>
                  <a:pt x="5289717" y="130367"/>
                </a:lnTo>
                <a:lnTo>
                  <a:pt x="5288797" y="131860"/>
                </a:lnTo>
                <a:lnTo>
                  <a:pt x="5287898" y="133379"/>
                </a:lnTo>
                <a:lnTo>
                  <a:pt x="5287019" y="134923"/>
                </a:lnTo>
                <a:lnTo>
                  <a:pt x="5286160" y="136493"/>
                </a:lnTo>
                <a:lnTo>
                  <a:pt x="5285322" y="138088"/>
                </a:lnTo>
                <a:lnTo>
                  <a:pt x="5284504" y="139709"/>
                </a:lnTo>
                <a:lnTo>
                  <a:pt x="5283706" y="141356"/>
                </a:lnTo>
                <a:lnTo>
                  <a:pt x="5282929" y="143029"/>
                </a:lnTo>
                <a:lnTo>
                  <a:pt x="5282172" y="144727"/>
                </a:lnTo>
                <a:lnTo>
                  <a:pt x="5281435" y="146450"/>
                </a:lnTo>
                <a:lnTo>
                  <a:pt x="5280719" y="148200"/>
                </a:lnTo>
                <a:lnTo>
                  <a:pt x="5280023" y="149974"/>
                </a:lnTo>
                <a:lnTo>
                  <a:pt x="5279347" y="151775"/>
                </a:lnTo>
                <a:lnTo>
                  <a:pt x="5278692" y="153601"/>
                </a:lnTo>
                <a:lnTo>
                  <a:pt x="5278057" y="155453"/>
                </a:lnTo>
                <a:lnTo>
                  <a:pt x="5277445" y="157330"/>
                </a:lnTo>
                <a:lnTo>
                  <a:pt x="5276860" y="159232"/>
                </a:lnTo>
                <a:lnTo>
                  <a:pt x="5276300" y="161158"/>
                </a:lnTo>
                <a:lnTo>
                  <a:pt x="5275766" y="163110"/>
                </a:lnTo>
                <a:lnTo>
                  <a:pt x="5275259" y="165086"/>
                </a:lnTo>
                <a:lnTo>
                  <a:pt x="5274777" y="167087"/>
                </a:lnTo>
                <a:lnTo>
                  <a:pt x="5274322" y="169113"/>
                </a:lnTo>
                <a:lnTo>
                  <a:pt x="5273892" y="171163"/>
                </a:lnTo>
                <a:lnTo>
                  <a:pt x="5273488" y="173239"/>
                </a:lnTo>
                <a:lnTo>
                  <a:pt x="5273111" y="175339"/>
                </a:lnTo>
                <a:lnTo>
                  <a:pt x="5272760" y="177464"/>
                </a:lnTo>
                <a:lnTo>
                  <a:pt x="5272434" y="179614"/>
                </a:lnTo>
                <a:lnTo>
                  <a:pt x="5272135" y="181789"/>
                </a:lnTo>
                <a:lnTo>
                  <a:pt x="5271861" y="183988"/>
                </a:lnTo>
                <a:lnTo>
                  <a:pt x="5271614" y="186213"/>
                </a:lnTo>
                <a:lnTo>
                  <a:pt x="5271393" y="188462"/>
                </a:lnTo>
                <a:lnTo>
                  <a:pt x="5271198" y="190736"/>
                </a:lnTo>
                <a:lnTo>
                  <a:pt x="5271028" y="193035"/>
                </a:lnTo>
                <a:lnTo>
                  <a:pt x="5270885" y="195358"/>
                </a:lnTo>
                <a:lnTo>
                  <a:pt x="5270768" y="197707"/>
                </a:lnTo>
                <a:lnTo>
                  <a:pt x="5270677" y="200080"/>
                </a:lnTo>
                <a:lnTo>
                  <a:pt x="5270612" y="202478"/>
                </a:lnTo>
                <a:lnTo>
                  <a:pt x="5270573" y="204901"/>
                </a:lnTo>
                <a:lnTo>
                  <a:pt x="5270560" y="207349"/>
                </a:lnTo>
                <a:lnTo>
                  <a:pt x="5270560" y="231481"/>
                </a:lnTo>
                <a:lnTo>
                  <a:pt x="5270573" y="233928"/>
                </a:lnTo>
                <a:lnTo>
                  <a:pt x="5270612" y="236351"/>
                </a:lnTo>
                <a:lnTo>
                  <a:pt x="5270677" y="238749"/>
                </a:lnTo>
                <a:lnTo>
                  <a:pt x="5270768" y="241122"/>
                </a:lnTo>
                <a:lnTo>
                  <a:pt x="5270885" y="243471"/>
                </a:lnTo>
                <a:lnTo>
                  <a:pt x="5271028" y="245794"/>
                </a:lnTo>
                <a:close/>
                <a:moveTo>
                  <a:pt x="5312293" y="197252"/>
                </a:moveTo>
                <a:lnTo>
                  <a:pt x="5312388" y="195633"/>
                </a:lnTo>
                <a:lnTo>
                  <a:pt x="5312498" y="194033"/>
                </a:lnTo>
                <a:lnTo>
                  <a:pt x="5312623" y="192451"/>
                </a:lnTo>
                <a:lnTo>
                  <a:pt x="5312762" y="190887"/>
                </a:lnTo>
                <a:lnTo>
                  <a:pt x="5312915" y="189342"/>
                </a:lnTo>
                <a:lnTo>
                  <a:pt x="5313084" y="187814"/>
                </a:lnTo>
                <a:lnTo>
                  <a:pt x="5313267" y="186306"/>
                </a:lnTo>
                <a:lnTo>
                  <a:pt x="5313465" y="184815"/>
                </a:lnTo>
                <a:lnTo>
                  <a:pt x="5313677" y="183343"/>
                </a:lnTo>
                <a:lnTo>
                  <a:pt x="5313904" y="181889"/>
                </a:lnTo>
                <a:lnTo>
                  <a:pt x="5314146" y="180453"/>
                </a:lnTo>
                <a:lnTo>
                  <a:pt x="5314402" y="179036"/>
                </a:lnTo>
                <a:lnTo>
                  <a:pt x="5314673" y="177637"/>
                </a:lnTo>
                <a:lnTo>
                  <a:pt x="5314958" y="176256"/>
                </a:lnTo>
                <a:lnTo>
                  <a:pt x="5315258" y="174894"/>
                </a:lnTo>
                <a:lnTo>
                  <a:pt x="5315573" y="173549"/>
                </a:lnTo>
                <a:lnTo>
                  <a:pt x="5315903" y="172224"/>
                </a:lnTo>
                <a:lnTo>
                  <a:pt x="5316247" y="170916"/>
                </a:lnTo>
                <a:lnTo>
                  <a:pt x="5316604" y="169626"/>
                </a:lnTo>
                <a:lnTo>
                  <a:pt x="5316973" y="168354"/>
                </a:lnTo>
                <a:lnTo>
                  <a:pt x="5317354" y="167098"/>
                </a:lnTo>
                <a:lnTo>
                  <a:pt x="5317747" y="165859"/>
                </a:lnTo>
                <a:lnTo>
                  <a:pt x="5318151" y="164638"/>
                </a:lnTo>
                <a:lnTo>
                  <a:pt x="5318568" y="163433"/>
                </a:lnTo>
                <a:lnTo>
                  <a:pt x="5318996" y="162246"/>
                </a:lnTo>
                <a:lnTo>
                  <a:pt x="5319436" y="161076"/>
                </a:lnTo>
                <a:lnTo>
                  <a:pt x="5319887" y="159923"/>
                </a:lnTo>
                <a:lnTo>
                  <a:pt x="5320351" y="158787"/>
                </a:lnTo>
                <a:lnTo>
                  <a:pt x="5320826" y="157668"/>
                </a:lnTo>
                <a:lnTo>
                  <a:pt x="5321313" y="156566"/>
                </a:lnTo>
                <a:lnTo>
                  <a:pt x="5321812" y="155481"/>
                </a:lnTo>
                <a:lnTo>
                  <a:pt x="5322323" y="154413"/>
                </a:lnTo>
                <a:lnTo>
                  <a:pt x="5322845" y="153363"/>
                </a:lnTo>
                <a:lnTo>
                  <a:pt x="5323380" y="152329"/>
                </a:lnTo>
                <a:lnTo>
                  <a:pt x="5323926" y="151312"/>
                </a:lnTo>
                <a:lnTo>
                  <a:pt x="5324484" y="150313"/>
                </a:lnTo>
                <a:lnTo>
                  <a:pt x="5325053" y="149331"/>
                </a:lnTo>
                <a:lnTo>
                  <a:pt x="5325635" y="148365"/>
                </a:lnTo>
                <a:lnTo>
                  <a:pt x="5326228" y="147417"/>
                </a:lnTo>
                <a:lnTo>
                  <a:pt x="5326833" y="146486"/>
                </a:lnTo>
                <a:lnTo>
                  <a:pt x="5327450" y="145572"/>
                </a:lnTo>
                <a:lnTo>
                  <a:pt x="5328079" y="144675"/>
                </a:lnTo>
                <a:lnTo>
                  <a:pt x="5328718" y="143796"/>
                </a:lnTo>
                <a:lnTo>
                  <a:pt x="5329366" y="142936"/>
                </a:lnTo>
                <a:lnTo>
                  <a:pt x="5330024" y="142095"/>
                </a:lnTo>
                <a:lnTo>
                  <a:pt x="5330692" y="141272"/>
                </a:lnTo>
                <a:lnTo>
                  <a:pt x="5331368" y="140467"/>
                </a:lnTo>
                <a:lnTo>
                  <a:pt x="5332054" y="139682"/>
                </a:lnTo>
                <a:lnTo>
                  <a:pt x="5332750" y="138915"/>
                </a:lnTo>
                <a:lnTo>
                  <a:pt x="5333454" y="138167"/>
                </a:lnTo>
                <a:lnTo>
                  <a:pt x="5334168" y="137438"/>
                </a:lnTo>
                <a:lnTo>
                  <a:pt x="5334892" y="136727"/>
                </a:lnTo>
                <a:lnTo>
                  <a:pt x="5335625" y="136035"/>
                </a:lnTo>
                <a:lnTo>
                  <a:pt x="5336367" y="135362"/>
                </a:lnTo>
                <a:lnTo>
                  <a:pt x="5337118" y="134708"/>
                </a:lnTo>
                <a:lnTo>
                  <a:pt x="5337879" y="134072"/>
                </a:lnTo>
                <a:lnTo>
                  <a:pt x="5338649" y="133455"/>
                </a:lnTo>
                <a:lnTo>
                  <a:pt x="5339429" y="132857"/>
                </a:lnTo>
                <a:lnTo>
                  <a:pt x="5340218" y="132277"/>
                </a:lnTo>
                <a:lnTo>
                  <a:pt x="5341016" y="131716"/>
                </a:lnTo>
                <a:lnTo>
                  <a:pt x="5341824" y="131174"/>
                </a:lnTo>
                <a:lnTo>
                  <a:pt x="5342640" y="130650"/>
                </a:lnTo>
                <a:lnTo>
                  <a:pt x="5343467" y="130146"/>
                </a:lnTo>
                <a:lnTo>
                  <a:pt x="5344302" y="129660"/>
                </a:lnTo>
                <a:lnTo>
                  <a:pt x="5345148" y="129192"/>
                </a:lnTo>
                <a:lnTo>
                  <a:pt x="5346002" y="128744"/>
                </a:lnTo>
                <a:lnTo>
                  <a:pt x="5346864" y="128313"/>
                </a:lnTo>
                <a:lnTo>
                  <a:pt x="5347731" y="127902"/>
                </a:lnTo>
                <a:lnTo>
                  <a:pt x="5348605" y="127508"/>
                </a:lnTo>
                <a:lnTo>
                  <a:pt x="5349484" y="127133"/>
                </a:lnTo>
                <a:lnTo>
                  <a:pt x="5350368" y="126776"/>
                </a:lnTo>
                <a:lnTo>
                  <a:pt x="5351259" y="126437"/>
                </a:lnTo>
                <a:lnTo>
                  <a:pt x="5352155" y="126117"/>
                </a:lnTo>
                <a:lnTo>
                  <a:pt x="5353057" y="125815"/>
                </a:lnTo>
                <a:lnTo>
                  <a:pt x="5353964" y="125531"/>
                </a:lnTo>
                <a:lnTo>
                  <a:pt x="5354877" y="125266"/>
                </a:lnTo>
                <a:lnTo>
                  <a:pt x="5355796" y="125019"/>
                </a:lnTo>
                <a:lnTo>
                  <a:pt x="5356721" y="124790"/>
                </a:lnTo>
                <a:lnTo>
                  <a:pt x="5357651" y="124579"/>
                </a:lnTo>
                <a:lnTo>
                  <a:pt x="5358587" y="124387"/>
                </a:lnTo>
                <a:lnTo>
                  <a:pt x="5359529" y="124213"/>
                </a:lnTo>
                <a:lnTo>
                  <a:pt x="5360476" y="124058"/>
                </a:lnTo>
                <a:lnTo>
                  <a:pt x="5361429" y="123920"/>
                </a:lnTo>
                <a:lnTo>
                  <a:pt x="5362388" y="123801"/>
                </a:lnTo>
                <a:lnTo>
                  <a:pt x="5363352" y="123701"/>
                </a:lnTo>
                <a:lnTo>
                  <a:pt x="5364322" y="123618"/>
                </a:lnTo>
                <a:lnTo>
                  <a:pt x="5365298" y="123554"/>
                </a:lnTo>
                <a:lnTo>
                  <a:pt x="5366280" y="123509"/>
                </a:lnTo>
                <a:lnTo>
                  <a:pt x="5367267" y="123481"/>
                </a:lnTo>
                <a:lnTo>
                  <a:pt x="5368260" y="123472"/>
                </a:lnTo>
                <a:lnTo>
                  <a:pt x="5369272" y="123481"/>
                </a:lnTo>
                <a:lnTo>
                  <a:pt x="5370278" y="123509"/>
                </a:lnTo>
                <a:lnTo>
                  <a:pt x="5371278" y="123554"/>
                </a:lnTo>
                <a:lnTo>
                  <a:pt x="5372272" y="123618"/>
                </a:lnTo>
                <a:lnTo>
                  <a:pt x="5373260" y="123701"/>
                </a:lnTo>
                <a:lnTo>
                  <a:pt x="5374241" y="123801"/>
                </a:lnTo>
                <a:lnTo>
                  <a:pt x="5375217" y="123920"/>
                </a:lnTo>
                <a:lnTo>
                  <a:pt x="5376187" y="124058"/>
                </a:lnTo>
                <a:lnTo>
                  <a:pt x="5377150" y="124213"/>
                </a:lnTo>
                <a:lnTo>
                  <a:pt x="5378107" y="124387"/>
                </a:lnTo>
                <a:lnTo>
                  <a:pt x="5379058" y="124579"/>
                </a:lnTo>
                <a:lnTo>
                  <a:pt x="5380004" y="124790"/>
                </a:lnTo>
                <a:lnTo>
                  <a:pt x="5380943" y="125019"/>
                </a:lnTo>
                <a:lnTo>
                  <a:pt x="5381875" y="125266"/>
                </a:lnTo>
                <a:lnTo>
                  <a:pt x="5382802" y="125531"/>
                </a:lnTo>
                <a:lnTo>
                  <a:pt x="5383723" y="125815"/>
                </a:lnTo>
                <a:lnTo>
                  <a:pt x="5384638" y="126117"/>
                </a:lnTo>
                <a:lnTo>
                  <a:pt x="5385546" y="126437"/>
                </a:lnTo>
                <a:lnTo>
                  <a:pt x="5386448" y="126776"/>
                </a:lnTo>
                <a:lnTo>
                  <a:pt x="5387345" y="127133"/>
                </a:lnTo>
                <a:lnTo>
                  <a:pt x="5388235" y="127508"/>
                </a:lnTo>
                <a:lnTo>
                  <a:pt x="5389119" y="127902"/>
                </a:lnTo>
                <a:lnTo>
                  <a:pt x="5389997" y="128313"/>
                </a:lnTo>
                <a:lnTo>
                  <a:pt x="5390869" y="128744"/>
                </a:lnTo>
                <a:lnTo>
                  <a:pt x="5391733" y="129192"/>
                </a:lnTo>
                <a:lnTo>
                  <a:pt x="5392588" y="129660"/>
                </a:lnTo>
                <a:lnTo>
                  <a:pt x="5393433" y="130146"/>
                </a:lnTo>
                <a:lnTo>
                  <a:pt x="5394269" y="130650"/>
                </a:lnTo>
                <a:lnTo>
                  <a:pt x="5395096" y="131174"/>
                </a:lnTo>
                <a:lnTo>
                  <a:pt x="5395913" y="131716"/>
                </a:lnTo>
                <a:lnTo>
                  <a:pt x="5396721" y="132277"/>
                </a:lnTo>
                <a:lnTo>
                  <a:pt x="5397520" y="132857"/>
                </a:lnTo>
                <a:lnTo>
                  <a:pt x="5398309" y="133455"/>
                </a:lnTo>
                <a:lnTo>
                  <a:pt x="5399089" y="134072"/>
                </a:lnTo>
                <a:lnTo>
                  <a:pt x="5399860" y="134708"/>
                </a:lnTo>
                <a:lnTo>
                  <a:pt x="5400621" y="135362"/>
                </a:lnTo>
                <a:lnTo>
                  <a:pt x="5401373" y="136035"/>
                </a:lnTo>
                <a:lnTo>
                  <a:pt x="5402116" y="136727"/>
                </a:lnTo>
                <a:lnTo>
                  <a:pt x="5402849" y="137438"/>
                </a:lnTo>
                <a:lnTo>
                  <a:pt x="5403573" y="138167"/>
                </a:lnTo>
                <a:lnTo>
                  <a:pt x="5404287" y="138915"/>
                </a:lnTo>
                <a:lnTo>
                  <a:pt x="5404992" y="139682"/>
                </a:lnTo>
                <a:lnTo>
                  <a:pt x="5405688" y="140467"/>
                </a:lnTo>
                <a:lnTo>
                  <a:pt x="5406374" y="141272"/>
                </a:lnTo>
                <a:lnTo>
                  <a:pt x="5407051" y="142095"/>
                </a:lnTo>
                <a:lnTo>
                  <a:pt x="5407719" y="142936"/>
                </a:lnTo>
                <a:lnTo>
                  <a:pt x="5408378" y="143796"/>
                </a:lnTo>
                <a:lnTo>
                  <a:pt x="5409027" y="144675"/>
                </a:lnTo>
                <a:lnTo>
                  <a:pt x="5409665" y="145572"/>
                </a:lnTo>
                <a:lnTo>
                  <a:pt x="5410291" y="146486"/>
                </a:lnTo>
                <a:lnTo>
                  <a:pt x="5410905" y="147417"/>
                </a:lnTo>
                <a:lnTo>
                  <a:pt x="5411506" y="148365"/>
                </a:lnTo>
                <a:lnTo>
                  <a:pt x="5412095" y="149331"/>
                </a:lnTo>
                <a:lnTo>
                  <a:pt x="5412673" y="150313"/>
                </a:lnTo>
                <a:lnTo>
                  <a:pt x="5413238" y="151312"/>
                </a:lnTo>
                <a:lnTo>
                  <a:pt x="5413790" y="152329"/>
                </a:lnTo>
                <a:lnTo>
                  <a:pt x="5414331" y="153363"/>
                </a:lnTo>
                <a:lnTo>
                  <a:pt x="5414859" y="154413"/>
                </a:lnTo>
                <a:lnTo>
                  <a:pt x="5415376" y="155481"/>
                </a:lnTo>
                <a:lnTo>
                  <a:pt x="5415880" y="156566"/>
                </a:lnTo>
                <a:lnTo>
                  <a:pt x="5416371" y="157668"/>
                </a:lnTo>
                <a:lnTo>
                  <a:pt x="5416851" y="158787"/>
                </a:lnTo>
                <a:lnTo>
                  <a:pt x="5417318" y="159923"/>
                </a:lnTo>
                <a:lnTo>
                  <a:pt x="5417773" y="161076"/>
                </a:lnTo>
                <a:lnTo>
                  <a:pt x="5418216" y="162246"/>
                </a:lnTo>
                <a:lnTo>
                  <a:pt x="5418647" y="163433"/>
                </a:lnTo>
                <a:lnTo>
                  <a:pt x="5419066" y="164638"/>
                </a:lnTo>
                <a:lnTo>
                  <a:pt x="5419472" y="165859"/>
                </a:lnTo>
                <a:lnTo>
                  <a:pt x="5419866" y="167098"/>
                </a:lnTo>
                <a:lnTo>
                  <a:pt x="5420248" y="168354"/>
                </a:lnTo>
                <a:lnTo>
                  <a:pt x="5420618" y="169626"/>
                </a:lnTo>
                <a:lnTo>
                  <a:pt x="5420975" y="170916"/>
                </a:lnTo>
                <a:lnTo>
                  <a:pt x="5421320" y="172224"/>
                </a:lnTo>
                <a:lnTo>
                  <a:pt x="5421649" y="173549"/>
                </a:lnTo>
                <a:lnTo>
                  <a:pt x="5421964" y="174894"/>
                </a:lnTo>
                <a:lnTo>
                  <a:pt x="5422264" y="176256"/>
                </a:lnTo>
                <a:lnTo>
                  <a:pt x="5422550" y="177637"/>
                </a:lnTo>
                <a:lnTo>
                  <a:pt x="5422820" y="179036"/>
                </a:lnTo>
                <a:lnTo>
                  <a:pt x="5423077" y="180453"/>
                </a:lnTo>
                <a:lnTo>
                  <a:pt x="5423318" y="181889"/>
                </a:lnTo>
                <a:lnTo>
                  <a:pt x="5423545" y="183343"/>
                </a:lnTo>
                <a:lnTo>
                  <a:pt x="5423758" y="184815"/>
                </a:lnTo>
                <a:lnTo>
                  <a:pt x="5423955" y="186306"/>
                </a:lnTo>
                <a:lnTo>
                  <a:pt x="5424138" y="187814"/>
                </a:lnTo>
                <a:lnTo>
                  <a:pt x="5424307" y="189342"/>
                </a:lnTo>
                <a:lnTo>
                  <a:pt x="5424461" y="190887"/>
                </a:lnTo>
                <a:lnTo>
                  <a:pt x="5424600" y="192451"/>
                </a:lnTo>
                <a:lnTo>
                  <a:pt x="5424724" y="194033"/>
                </a:lnTo>
                <a:lnTo>
                  <a:pt x="5424834" y="195633"/>
                </a:lnTo>
                <a:lnTo>
                  <a:pt x="5424929" y="197252"/>
                </a:lnTo>
                <a:lnTo>
                  <a:pt x="5425010" y="198889"/>
                </a:lnTo>
                <a:lnTo>
                  <a:pt x="5425076" y="200544"/>
                </a:lnTo>
                <a:lnTo>
                  <a:pt x="5425127" y="202218"/>
                </a:lnTo>
                <a:lnTo>
                  <a:pt x="5425163" y="203910"/>
                </a:lnTo>
                <a:lnTo>
                  <a:pt x="5425185" y="205620"/>
                </a:lnTo>
                <a:lnTo>
                  <a:pt x="5425193" y="207349"/>
                </a:lnTo>
                <a:lnTo>
                  <a:pt x="5425193" y="231481"/>
                </a:lnTo>
                <a:lnTo>
                  <a:pt x="5425187" y="233209"/>
                </a:lnTo>
                <a:lnTo>
                  <a:pt x="5425168" y="234920"/>
                </a:lnTo>
                <a:lnTo>
                  <a:pt x="5425138" y="236613"/>
                </a:lnTo>
                <a:lnTo>
                  <a:pt x="5425095" y="238288"/>
                </a:lnTo>
                <a:lnTo>
                  <a:pt x="5425040" y="239945"/>
                </a:lnTo>
                <a:lnTo>
                  <a:pt x="5424973" y="241584"/>
                </a:lnTo>
                <a:lnTo>
                  <a:pt x="5424894" y="243206"/>
                </a:lnTo>
                <a:lnTo>
                  <a:pt x="5424802" y="244809"/>
                </a:lnTo>
                <a:lnTo>
                  <a:pt x="5424698" y="246395"/>
                </a:lnTo>
                <a:lnTo>
                  <a:pt x="5424583" y="247962"/>
                </a:lnTo>
                <a:lnTo>
                  <a:pt x="5424454" y="249512"/>
                </a:lnTo>
                <a:lnTo>
                  <a:pt x="5424314" y="251044"/>
                </a:lnTo>
                <a:lnTo>
                  <a:pt x="5424162" y="252558"/>
                </a:lnTo>
                <a:lnTo>
                  <a:pt x="5423997" y="254054"/>
                </a:lnTo>
                <a:lnTo>
                  <a:pt x="5423820" y="255532"/>
                </a:lnTo>
                <a:lnTo>
                  <a:pt x="5423631" y="256992"/>
                </a:lnTo>
                <a:lnTo>
                  <a:pt x="5423429" y="258435"/>
                </a:lnTo>
                <a:lnTo>
                  <a:pt x="5423216" y="259859"/>
                </a:lnTo>
                <a:lnTo>
                  <a:pt x="5422990" y="261266"/>
                </a:lnTo>
                <a:lnTo>
                  <a:pt x="5422752" y="262655"/>
                </a:lnTo>
                <a:lnTo>
                  <a:pt x="5422502" y="264025"/>
                </a:lnTo>
                <a:lnTo>
                  <a:pt x="5422240" y="265378"/>
                </a:lnTo>
                <a:lnTo>
                  <a:pt x="5421965" y="266713"/>
                </a:lnTo>
                <a:lnTo>
                  <a:pt x="5421678" y="268030"/>
                </a:lnTo>
                <a:lnTo>
                  <a:pt x="5421379" y="269329"/>
                </a:lnTo>
                <a:lnTo>
                  <a:pt x="5421068" y="270611"/>
                </a:lnTo>
                <a:lnTo>
                  <a:pt x="5420745" y="271874"/>
                </a:lnTo>
                <a:lnTo>
                  <a:pt x="5420409" y="273120"/>
                </a:lnTo>
                <a:lnTo>
                  <a:pt x="5420061" y="274347"/>
                </a:lnTo>
                <a:lnTo>
                  <a:pt x="5419701" y="275557"/>
                </a:lnTo>
                <a:lnTo>
                  <a:pt x="5419329" y="276749"/>
                </a:lnTo>
                <a:lnTo>
                  <a:pt x="5418945" y="277923"/>
                </a:lnTo>
                <a:lnTo>
                  <a:pt x="5418548" y="279079"/>
                </a:lnTo>
                <a:lnTo>
                  <a:pt x="5418139" y="280217"/>
                </a:lnTo>
                <a:lnTo>
                  <a:pt x="5417718" y="281337"/>
                </a:lnTo>
                <a:lnTo>
                  <a:pt x="5417285" y="282439"/>
                </a:lnTo>
                <a:lnTo>
                  <a:pt x="5416840" y="283524"/>
                </a:lnTo>
                <a:lnTo>
                  <a:pt x="5416382" y="284590"/>
                </a:lnTo>
                <a:lnTo>
                  <a:pt x="5415912" y="285639"/>
                </a:lnTo>
                <a:lnTo>
                  <a:pt x="5415430" y="286669"/>
                </a:lnTo>
                <a:lnTo>
                  <a:pt x="5414936" y="287682"/>
                </a:lnTo>
                <a:lnTo>
                  <a:pt x="5414430" y="288677"/>
                </a:lnTo>
                <a:lnTo>
                  <a:pt x="5413911" y="289654"/>
                </a:lnTo>
                <a:lnTo>
                  <a:pt x="5413380" y="290613"/>
                </a:lnTo>
                <a:lnTo>
                  <a:pt x="5412837" y="291555"/>
                </a:lnTo>
                <a:lnTo>
                  <a:pt x="5412282" y="292478"/>
                </a:lnTo>
                <a:lnTo>
                  <a:pt x="5411715" y="293383"/>
                </a:lnTo>
                <a:lnTo>
                  <a:pt x="5411135" y="294271"/>
                </a:lnTo>
                <a:lnTo>
                  <a:pt x="5410543" y="295140"/>
                </a:lnTo>
                <a:lnTo>
                  <a:pt x="5409938" y="295992"/>
                </a:lnTo>
                <a:lnTo>
                  <a:pt x="5409321" y="296824"/>
                </a:lnTo>
                <a:lnTo>
                  <a:pt x="5408691" y="297639"/>
                </a:lnTo>
                <a:lnTo>
                  <a:pt x="5408049" y="298435"/>
                </a:lnTo>
                <a:lnTo>
                  <a:pt x="5407394" y="299213"/>
                </a:lnTo>
                <a:lnTo>
                  <a:pt x="5406726" y="299973"/>
                </a:lnTo>
                <a:lnTo>
                  <a:pt x="5406046" y="300714"/>
                </a:lnTo>
                <a:lnTo>
                  <a:pt x="5405353" y="301437"/>
                </a:lnTo>
                <a:lnTo>
                  <a:pt x="5404647" y="302142"/>
                </a:lnTo>
                <a:lnTo>
                  <a:pt x="5403929" y="302828"/>
                </a:lnTo>
                <a:lnTo>
                  <a:pt x="5403198" y="303496"/>
                </a:lnTo>
                <a:lnTo>
                  <a:pt x="5402455" y="304146"/>
                </a:lnTo>
                <a:lnTo>
                  <a:pt x="5401699" y="304777"/>
                </a:lnTo>
                <a:lnTo>
                  <a:pt x="5400931" y="305391"/>
                </a:lnTo>
                <a:lnTo>
                  <a:pt x="5400149" y="305986"/>
                </a:lnTo>
                <a:lnTo>
                  <a:pt x="5399356" y="306562"/>
                </a:lnTo>
                <a:lnTo>
                  <a:pt x="5398549" y="307120"/>
                </a:lnTo>
                <a:lnTo>
                  <a:pt x="5397730" y="307660"/>
                </a:lnTo>
                <a:lnTo>
                  <a:pt x="5396899" y="308182"/>
                </a:lnTo>
                <a:lnTo>
                  <a:pt x="5396054" y="308685"/>
                </a:lnTo>
                <a:lnTo>
                  <a:pt x="5395198" y="309170"/>
                </a:lnTo>
                <a:lnTo>
                  <a:pt x="5394328" y="309637"/>
                </a:lnTo>
                <a:lnTo>
                  <a:pt x="5393446" y="310086"/>
                </a:lnTo>
                <a:lnTo>
                  <a:pt x="5392552" y="310516"/>
                </a:lnTo>
                <a:lnTo>
                  <a:pt x="5391646" y="310928"/>
                </a:lnTo>
                <a:lnTo>
                  <a:pt x="5390728" y="311321"/>
                </a:lnTo>
                <a:lnTo>
                  <a:pt x="5389798" y="311696"/>
                </a:lnTo>
                <a:lnTo>
                  <a:pt x="5388857" y="312053"/>
                </a:lnTo>
                <a:lnTo>
                  <a:pt x="5387904" y="312392"/>
                </a:lnTo>
                <a:lnTo>
                  <a:pt x="5386939" y="312712"/>
                </a:lnTo>
                <a:lnTo>
                  <a:pt x="5385962" y="313014"/>
                </a:lnTo>
                <a:lnTo>
                  <a:pt x="5384973" y="313298"/>
                </a:lnTo>
                <a:lnTo>
                  <a:pt x="5383973" y="313563"/>
                </a:lnTo>
                <a:lnTo>
                  <a:pt x="5382960" y="313811"/>
                </a:lnTo>
                <a:lnTo>
                  <a:pt x="5381936" y="314039"/>
                </a:lnTo>
                <a:lnTo>
                  <a:pt x="5380901" y="314250"/>
                </a:lnTo>
                <a:lnTo>
                  <a:pt x="5379853" y="314442"/>
                </a:lnTo>
                <a:lnTo>
                  <a:pt x="5378794" y="314616"/>
                </a:lnTo>
                <a:lnTo>
                  <a:pt x="5377722" y="314771"/>
                </a:lnTo>
                <a:lnTo>
                  <a:pt x="5376639" y="314909"/>
                </a:lnTo>
                <a:lnTo>
                  <a:pt x="5375545" y="315028"/>
                </a:lnTo>
                <a:lnTo>
                  <a:pt x="5374438" y="315128"/>
                </a:lnTo>
                <a:lnTo>
                  <a:pt x="5373320" y="315211"/>
                </a:lnTo>
                <a:lnTo>
                  <a:pt x="5372190" y="315275"/>
                </a:lnTo>
                <a:lnTo>
                  <a:pt x="5371048" y="315321"/>
                </a:lnTo>
                <a:lnTo>
                  <a:pt x="5369894" y="315348"/>
                </a:lnTo>
                <a:lnTo>
                  <a:pt x="5368728" y="315357"/>
                </a:lnTo>
                <a:lnTo>
                  <a:pt x="5367716" y="315348"/>
                </a:lnTo>
                <a:lnTo>
                  <a:pt x="5366711" y="315321"/>
                </a:lnTo>
                <a:lnTo>
                  <a:pt x="5365712" y="315275"/>
                </a:lnTo>
                <a:lnTo>
                  <a:pt x="5364719" y="315211"/>
                </a:lnTo>
                <a:lnTo>
                  <a:pt x="5363733" y="315128"/>
                </a:lnTo>
                <a:lnTo>
                  <a:pt x="5362754" y="315028"/>
                </a:lnTo>
                <a:lnTo>
                  <a:pt x="5361781" y="314909"/>
                </a:lnTo>
                <a:lnTo>
                  <a:pt x="5360814" y="314771"/>
                </a:lnTo>
                <a:lnTo>
                  <a:pt x="5359854" y="314616"/>
                </a:lnTo>
                <a:lnTo>
                  <a:pt x="5358901" y="314442"/>
                </a:lnTo>
                <a:lnTo>
                  <a:pt x="5357954" y="314250"/>
                </a:lnTo>
                <a:lnTo>
                  <a:pt x="5357014" y="314039"/>
                </a:lnTo>
                <a:lnTo>
                  <a:pt x="5356080" y="313811"/>
                </a:lnTo>
                <a:lnTo>
                  <a:pt x="5355152" y="313563"/>
                </a:lnTo>
                <a:lnTo>
                  <a:pt x="5354231" y="313298"/>
                </a:lnTo>
                <a:lnTo>
                  <a:pt x="5353317" y="313014"/>
                </a:lnTo>
                <a:lnTo>
                  <a:pt x="5352409" y="312712"/>
                </a:lnTo>
                <a:lnTo>
                  <a:pt x="5351508" y="312392"/>
                </a:lnTo>
                <a:lnTo>
                  <a:pt x="5350613" y="312053"/>
                </a:lnTo>
                <a:lnTo>
                  <a:pt x="5349725" y="311696"/>
                </a:lnTo>
                <a:lnTo>
                  <a:pt x="5348843" y="311321"/>
                </a:lnTo>
                <a:lnTo>
                  <a:pt x="5347967" y="310928"/>
                </a:lnTo>
                <a:lnTo>
                  <a:pt x="5347099" y="310516"/>
                </a:lnTo>
                <a:lnTo>
                  <a:pt x="5346236" y="310086"/>
                </a:lnTo>
                <a:lnTo>
                  <a:pt x="5345382" y="309637"/>
                </a:lnTo>
                <a:lnTo>
                  <a:pt x="5344536" y="309170"/>
                </a:lnTo>
                <a:lnTo>
                  <a:pt x="5343699" y="308685"/>
                </a:lnTo>
                <a:lnTo>
                  <a:pt x="5342872" y="308182"/>
                </a:lnTo>
                <a:lnTo>
                  <a:pt x="5342053" y="307660"/>
                </a:lnTo>
                <a:lnTo>
                  <a:pt x="5341243" y="307120"/>
                </a:lnTo>
                <a:lnTo>
                  <a:pt x="5340442" y="306562"/>
                </a:lnTo>
                <a:lnTo>
                  <a:pt x="5339650" y="305986"/>
                </a:lnTo>
                <a:lnTo>
                  <a:pt x="5338867" y="305391"/>
                </a:lnTo>
                <a:lnTo>
                  <a:pt x="5338093" y="304777"/>
                </a:lnTo>
                <a:lnTo>
                  <a:pt x="5337328" y="304146"/>
                </a:lnTo>
                <a:lnTo>
                  <a:pt x="5336572" y="303496"/>
                </a:lnTo>
                <a:lnTo>
                  <a:pt x="5335824" y="302828"/>
                </a:lnTo>
                <a:lnTo>
                  <a:pt x="5335086" y="302142"/>
                </a:lnTo>
                <a:lnTo>
                  <a:pt x="5334357" y="301437"/>
                </a:lnTo>
                <a:lnTo>
                  <a:pt x="5333636" y="300714"/>
                </a:lnTo>
                <a:lnTo>
                  <a:pt x="5332925" y="299973"/>
                </a:lnTo>
                <a:lnTo>
                  <a:pt x="5332223" y="299213"/>
                </a:lnTo>
                <a:lnTo>
                  <a:pt x="5331529" y="298435"/>
                </a:lnTo>
                <a:lnTo>
                  <a:pt x="5330845" y="297639"/>
                </a:lnTo>
                <a:lnTo>
                  <a:pt x="5330169" y="296824"/>
                </a:lnTo>
                <a:lnTo>
                  <a:pt x="5329502" y="295992"/>
                </a:lnTo>
                <a:lnTo>
                  <a:pt x="5328844" y="295140"/>
                </a:lnTo>
                <a:lnTo>
                  <a:pt x="5328196" y="294271"/>
                </a:lnTo>
                <a:lnTo>
                  <a:pt x="5327558" y="293383"/>
                </a:lnTo>
                <a:lnTo>
                  <a:pt x="5326932" y="292478"/>
                </a:lnTo>
                <a:lnTo>
                  <a:pt x="5326318" y="291555"/>
                </a:lnTo>
                <a:lnTo>
                  <a:pt x="5325716" y="290613"/>
                </a:lnTo>
                <a:lnTo>
                  <a:pt x="5325127" y="289654"/>
                </a:lnTo>
                <a:lnTo>
                  <a:pt x="5324550" y="288677"/>
                </a:lnTo>
                <a:lnTo>
                  <a:pt x="5323985" y="287682"/>
                </a:lnTo>
                <a:lnTo>
                  <a:pt x="5323432" y="286669"/>
                </a:lnTo>
                <a:lnTo>
                  <a:pt x="5322891" y="285639"/>
                </a:lnTo>
                <a:lnTo>
                  <a:pt x="5322363" y="284590"/>
                </a:lnTo>
                <a:lnTo>
                  <a:pt x="5321847" y="283524"/>
                </a:lnTo>
                <a:lnTo>
                  <a:pt x="5321343" y="282439"/>
                </a:lnTo>
                <a:lnTo>
                  <a:pt x="5320851" y="281337"/>
                </a:lnTo>
                <a:lnTo>
                  <a:pt x="5320371" y="280217"/>
                </a:lnTo>
                <a:lnTo>
                  <a:pt x="5319904" y="279079"/>
                </a:lnTo>
                <a:lnTo>
                  <a:pt x="5319449" y="277923"/>
                </a:lnTo>
                <a:lnTo>
                  <a:pt x="5319006" y="276749"/>
                </a:lnTo>
                <a:lnTo>
                  <a:pt x="5318575" y="275557"/>
                </a:lnTo>
                <a:lnTo>
                  <a:pt x="5318157" y="274347"/>
                </a:lnTo>
                <a:lnTo>
                  <a:pt x="5317750" y="273120"/>
                </a:lnTo>
                <a:lnTo>
                  <a:pt x="5317356" y="271874"/>
                </a:lnTo>
                <a:lnTo>
                  <a:pt x="5316974" y="270611"/>
                </a:lnTo>
                <a:lnTo>
                  <a:pt x="5316604" y="269329"/>
                </a:lnTo>
                <a:lnTo>
                  <a:pt x="5316247" y="268030"/>
                </a:lnTo>
                <a:lnTo>
                  <a:pt x="5315903" y="266713"/>
                </a:lnTo>
                <a:lnTo>
                  <a:pt x="5315573" y="265378"/>
                </a:lnTo>
                <a:lnTo>
                  <a:pt x="5315258" y="264025"/>
                </a:lnTo>
                <a:lnTo>
                  <a:pt x="5314958" y="262655"/>
                </a:lnTo>
                <a:lnTo>
                  <a:pt x="5314673" y="261266"/>
                </a:lnTo>
                <a:lnTo>
                  <a:pt x="5314402" y="259859"/>
                </a:lnTo>
                <a:lnTo>
                  <a:pt x="5314146" y="258435"/>
                </a:lnTo>
                <a:lnTo>
                  <a:pt x="5313904" y="256992"/>
                </a:lnTo>
                <a:lnTo>
                  <a:pt x="5313677" y="255532"/>
                </a:lnTo>
                <a:lnTo>
                  <a:pt x="5313465" y="254054"/>
                </a:lnTo>
                <a:lnTo>
                  <a:pt x="5313267" y="252558"/>
                </a:lnTo>
                <a:lnTo>
                  <a:pt x="5313084" y="251044"/>
                </a:lnTo>
                <a:lnTo>
                  <a:pt x="5312915" y="249512"/>
                </a:lnTo>
                <a:lnTo>
                  <a:pt x="5312762" y="247962"/>
                </a:lnTo>
                <a:lnTo>
                  <a:pt x="5312623" y="246395"/>
                </a:lnTo>
                <a:lnTo>
                  <a:pt x="5312498" y="244809"/>
                </a:lnTo>
                <a:lnTo>
                  <a:pt x="5312388" y="243206"/>
                </a:lnTo>
                <a:lnTo>
                  <a:pt x="5312293" y="241584"/>
                </a:lnTo>
                <a:lnTo>
                  <a:pt x="5312213" y="239945"/>
                </a:lnTo>
                <a:lnTo>
                  <a:pt x="5312147" y="238288"/>
                </a:lnTo>
                <a:lnTo>
                  <a:pt x="5312095" y="236613"/>
                </a:lnTo>
                <a:lnTo>
                  <a:pt x="5312059" y="234920"/>
                </a:lnTo>
                <a:lnTo>
                  <a:pt x="5312037" y="233209"/>
                </a:lnTo>
                <a:lnTo>
                  <a:pt x="5312030" y="231481"/>
                </a:lnTo>
                <a:lnTo>
                  <a:pt x="5312030" y="207349"/>
                </a:lnTo>
                <a:lnTo>
                  <a:pt x="5312037" y="205620"/>
                </a:lnTo>
                <a:lnTo>
                  <a:pt x="5312059" y="203910"/>
                </a:lnTo>
                <a:lnTo>
                  <a:pt x="5312095" y="202218"/>
                </a:lnTo>
                <a:lnTo>
                  <a:pt x="5312147" y="200544"/>
                </a:lnTo>
                <a:lnTo>
                  <a:pt x="5312213" y="198889"/>
                </a:lnTo>
                <a:lnTo>
                  <a:pt x="5312293" y="197252"/>
                </a:lnTo>
                <a:close/>
                <a:moveTo>
                  <a:pt x="5172627" y="346049"/>
                </a:moveTo>
                <a:lnTo>
                  <a:pt x="5213862" y="346049"/>
                </a:lnTo>
                <a:lnTo>
                  <a:pt x="5213862" y="92545"/>
                </a:lnTo>
                <a:lnTo>
                  <a:pt x="5172627" y="92545"/>
                </a:lnTo>
                <a:lnTo>
                  <a:pt x="5172627" y="34604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100">
            <a:extLst xmlns:a="http://schemas.openxmlformats.org/drawingml/2006/main">
              <a:ext uri="{FF2B5EF4-FFF2-40B4-BE49-F238E27FC236}">
                <a16:creationId xmlns:a16="http://schemas.microsoft.com/office/drawing/2014/main" id="{87071E15-7420-4553-9037-DBAF70A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23" y="1129934"/>
            <a:ext cx="259340" cy="141331"/>
          </a:xfrm>
          <a:custGeom xmlns:a="http://schemas.openxmlformats.org/drawingml/2006/main">
            <a:pathLst>
              <a:path w="259340" h="141331">
                <a:moveTo>
                  <a:pt x="45630" y="1889"/>
                </a:moveTo>
                <a:lnTo>
                  <a:pt x="45630" y="139442"/>
                </a:lnTo>
                <a:lnTo>
                  <a:pt x="28909" y="139442"/>
                </a:lnTo>
                <a:lnTo>
                  <a:pt x="28909" y="23595"/>
                </a:lnTo>
                <a:lnTo>
                  <a:pt x="0" y="36372"/>
                </a:lnTo>
                <a:lnTo>
                  <a:pt x="0" y="20681"/>
                </a:lnTo>
                <a:lnTo>
                  <a:pt x="43080" y="1889"/>
                </a:lnTo>
                <a:lnTo>
                  <a:pt x="45630" y="1889"/>
                </a:lnTo>
                <a:close/>
                <a:moveTo>
                  <a:pt x="164342" y="59707"/>
                </a:moveTo>
                <a:lnTo>
                  <a:pt x="164342" y="80680"/>
                </a:lnTo>
                <a:cubicBezTo>
                  <a:pt x="164342" y="91953"/>
                  <a:pt x="163476" y="101464"/>
                  <a:pt x="161744" y="109210"/>
                </a:cubicBezTo>
                <a:cubicBezTo>
                  <a:pt x="160012" y="116957"/>
                  <a:pt x="157540" y="123192"/>
                  <a:pt x="154328" y="127916"/>
                </a:cubicBezTo>
                <a:cubicBezTo>
                  <a:pt x="151115" y="132640"/>
                  <a:pt x="147258" y="136056"/>
                  <a:pt x="142755" y="138166"/>
                </a:cubicBezTo>
                <a:cubicBezTo>
                  <a:pt x="138251" y="140276"/>
                  <a:pt x="133197" y="141331"/>
                  <a:pt x="127592" y="141331"/>
                </a:cubicBezTo>
                <a:cubicBezTo>
                  <a:pt x="123183" y="141331"/>
                  <a:pt x="119074" y="140670"/>
                  <a:pt x="115263" y="139347"/>
                </a:cubicBezTo>
                <a:cubicBezTo>
                  <a:pt x="111453" y="138025"/>
                  <a:pt x="108036" y="135899"/>
                  <a:pt x="105013" y="132970"/>
                </a:cubicBezTo>
                <a:cubicBezTo>
                  <a:pt x="101990" y="130042"/>
                  <a:pt x="99407" y="126215"/>
                  <a:pt x="97266" y="121492"/>
                </a:cubicBezTo>
                <a:cubicBezTo>
                  <a:pt x="95125" y="116768"/>
                  <a:pt x="93487" y="111037"/>
                  <a:pt x="92353" y="104298"/>
                </a:cubicBezTo>
                <a:cubicBezTo>
                  <a:pt x="91220" y="97559"/>
                  <a:pt x="90653" y="89686"/>
                  <a:pt x="90653" y="80680"/>
                </a:cubicBezTo>
                <a:lnTo>
                  <a:pt x="90653" y="59707"/>
                </a:lnTo>
                <a:cubicBezTo>
                  <a:pt x="90653" y="48433"/>
                  <a:pt x="91535" y="38986"/>
                  <a:pt x="93298" y="31365"/>
                </a:cubicBezTo>
                <a:cubicBezTo>
                  <a:pt x="95062" y="23744"/>
                  <a:pt x="97565" y="17619"/>
                  <a:pt x="100809" y="12990"/>
                </a:cubicBezTo>
                <a:cubicBezTo>
                  <a:pt x="104052" y="8361"/>
                  <a:pt x="107926" y="5039"/>
                  <a:pt x="112429" y="3023"/>
                </a:cubicBezTo>
                <a:cubicBezTo>
                  <a:pt x="116932" y="1008"/>
                  <a:pt x="121955" y="0"/>
                  <a:pt x="127497" y="0"/>
                </a:cubicBezTo>
                <a:cubicBezTo>
                  <a:pt x="131969" y="0"/>
                  <a:pt x="136110" y="646"/>
                  <a:pt x="139920" y="1937"/>
                </a:cubicBezTo>
                <a:cubicBezTo>
                  <a:pt x="143731" y="3228"/>
                  <a:pt x="147132" y="5275"/>
                  <a:pt x="150124" y="8077"/>
                </a:cubicBezTo>
                <a:cubicBezTo>
                  <a:pt x="153115" y="10880"/>
                  <a:pt x="155682" y="14596"/>
                  <a:pt x="157823" y="19225"/>
                </a:cubicBezTo>
                <a:cubicBezTo>
                  <a:pt x="159964" y="23854"/>
                  <a:pt x="161586" y="29507"/>
                  <a:pt x="162688" y="36183"/>
                </a:cubicBezTo>
                <a:cubicBezTo>
                  <a:pt x="163791" y="42859"/>
                  <a:pt x="164342" y="50700"/>
                  <a:pt x="164342" y="59707"/>
                </a:cubicBezTo>
                <a:moveTo>
                  <a:pt x="147714" y="83514"/>
                </a:moveTo>
                <a:lnTo>
                  <a:pt x="147714" y="56778"/>
                </a:lnTo>
                <a:cubicBezTo>
                  <a:pt x="147714" y="50606"/>
                  <a:pt x="147431" y="45174"/>
                  <a:pt x="146864" y="40482"/>
                </a:cubicBezTo>
                <a:cubicBezTo>
                  <a:pt x="146297" y="35789"/>
                  <a:pt x="145463" y="31774"/>
                  <a:pt x="144361" y="28436"/>
                </a:cubicBezTo>
                <a:cubicBezTo>
                  <a:pt x="143258" y="25098"/>
                  <a:pt x="141889" y="22390"/>
                  <a:pt x="140251" y="20312"/>
                </a:cubicBezTo>
                <a:cubicBezTo>
                  <a:pt x="138614" y="18233"/>
                  <a:pt x="136724" y="16706"/>
                  <a:pt x="134583" y="15730"/>
                </a:cubicBezTo>
                <a:cubicBezTo>
                  <a:pt x="132441" y="14753"/>
                  <a:pt x="130080" y="14265"/>
                  <a:pt x="127497" y="14265"/>
                </a:cubicBezTo>
                <a:cubicBezTo>
                  <a:pt x="124285" y="14265"/>
                  <a:pt x="121435" y="15037"/>
                  <a:pt x="118948" y="16580"/>
                </a:cubicBezTo>
                <a:cubicBezTo>
                  <a:pt x="116460" y="18123"/>
                  <a:pt x="114350" y="20564"/>
                  <a:pt x="112618" y="23902"/>
                </a:cubicBezTo>
                <a:cubicBezTo>
                  <a:pt x="110886" y="27240"/>
                  <a:pt x="109579" y="31617"/>
                  <a:pt x="108697" y="37033"/>
                </a:cubicBezTo>
                <a:cubicBezTo>
                  <a:pt x="107816" y="42450"/>
                  <a:pt x="107375" y="49031"/>
                  <a:pt x="107375" y="56778"/>
                </a:cubicBezTo>
                <a:lnTo>
                  <a:pt x="107375" y="83514"/>
                </a:lnTo>
                <a:cubicBezTo>
                  <a:pt x="107375" y="89686"/>
                  <a:pt x="107674" y="95134"/>
                  <a:pt x="108272" y="99858"/>
                </a:cubicBezTo>
                <a:cubicBezTo>
                  <a:pt x="108870" y="104581"/>
                  <a:pt x="109721" y="108659"/>
                  <a:pt x="110823" y="112092"/>
                </a:cubicBezTo>
                <a:cubicBezTo>
                  <a:pt x="111925" y="115524"/>
                  <a:pt x="113295" y="118343"/>
                  <a:pt x="114932" y="120547"/>
                </a:cubicBezTo>
                <a:cubicBezTo>
                  <a:pt x="116570" y="122751"/>
                  <a:pt x="118459" y="124373"/>
                  <a:pt x="120601" y="125412"/>
                </a:cubicBezTo>
                <a:cubicBezTo>
                  <a:pt x="122742" y="126452"/>
                  <a:pt x="125073" y="126971"/>
                  <a:pt x="127592" y="126971"/>
                </a:cubicBezTo>
                <a:cubicBezTo>
                  <a:pt x="130930" y="126971"/>
                  <a:pt x="133843" y="126152"/>
                  <a:pt x="136331" y="124515"/>
                </a:cubicBezTo>
                <a:cubicBezTo>
                  <a:pt x="138818" y="122877"/>
                  <a:pt x="140912" y="120311"/>
                  <a:pt x="142613" y="116815"/>
                </a:cubicBezTo>
                <a:cubicBezTo>
                  <a:pt x="144313" y="113320"/>
                  <a:pt x="145589" y="108817"/>
                  <a:pt x="146439" y="103306"/>
                </a:cubicBezTo>
                <a:cubicBezTo>
                  <a:pt x="147289" y="97795"/>
                  <a:pt x="147714" y="91198"/>
                  <a:pt x="147714" y="83514"/>
                </a:cubicBezTo>
                <a:close/>
                <a:moveTo>
                  <a:pt x="259340" y="59707"/>
                </a:moveTo>
                <a:lnTo>
                  <a:pt x="259340" y="80680"/>
                </a:lnTo>
                <a:cubicBezTo>
                  <a:pt x="259340" y="91953"/>
                  <a:pt x="258474" y="101464"/>
                  <a:pt x="256742" y="109210"/>
                </a:cubicBezTo>
                <a:cubicBezTo>
                  <a:pt x="255010" y="116957"/>
                  <a:pt x="252538" y="123192"/>
                  <a:pt x="249326" y="127916"/>
                </a:cubicBezTo>
                <a:cubicBezTo>
                  <a:pt x="246114" y="132640"/>
                  <a:pt x="242256" y="136056"/>
                  <a:pt x="237753" y="138166"/>
                </a:cubicBezTo>
                <a:cubicBezTo>
                  <a:pt x="233250" y="140276"/>
                  <a:pt x="228195" y="141331"/>
                  <a:pt x="222590" y="141331"/>
                </a:cubicBezTo>
                <a:cubicBezTo>
                  <a:pt x="218181" y="141331"/>
                  <a:pt x="214072" y="140670"/>
                  <a:pt x="210261" y="139347"/>
                </a:cubicBezTo>
                <a:cubicBezTo>
                  <a:pt x="206451" y="138025"/>
                  <a:pt x="203034" y="135899"/>
                  <a:pt x="200011" y="132970"/>
                </a:cubicBezTo>
                <a:cubicBezTo>
                  <a:pt x="196988" y="130042"/>
                  <a:pt x="194406" y="126215"/>
                  <a:pt x="192264" y="121492"/>
                </a:cubicBezTo>
                <a:cubicBezTo>
                  <a:pt x="190123" y="116768"/>
                  <a:pt x="188485" y="111037"/>
                  <a:pt x="187352" y="104298"/>
                </a:cubicBezTo>
                <a:cubicBezTo>
                  <a:pt x="186218" y="97559"/>
                  <a:pt x="185651" y="89686"/>
                  <a:pt x="185651" y="80680"/>
                </a:cubicBezTo>
                <a:lnTo>
                  <a:pt x="185651" y="59707"/>
                </a:lnTo>
                <a:cubicBezTo>
                  <a:pt x="185651" y="48433"/>
                  <a:pt x="186533" y="38986"/>
                  <a:pt x="188296" y="31365"/>
                </a:cubicBezTo>
                <a:cubicBezTo>
                  <a:pt x="190060" y="23744"/>
                  <a:pt x="192563" y="17619"/>
                  <a:pt x="195807" y="12990"/>
                </a:cubicBezTo>
                <a:cubicBezTo>
                  <a:pt x="199051" y="8361"/>
                  <a:pt x="202924" y="5039"/>
                  <a:pt x="207427" y="3023"/>
                </a:cubicBezTo>
                <a:cubicBezTo>
                  <a:pt x="211930" y="1008"/>
                  <a:pt x="216953" y="0"/>
                  <a:pt x="222495" y="0"/>
                </a:cubicBezTo>
                <a:cubicBezTo>
                  <a:pt x="226967" y="0"/>
                  <a:pt x="231108" y="646"/>
                  <a:pt x="234919" y="1937"/>
                </a:cubicBezTo>
                <a:cubicBezTo>
                  <a:pt x="238729" y="3228"/>
                  <a:pt x="242130" y="5275"/>
                  <a:pt x="245122" y="8077"/>
                </a:cubicBezTo>
                <a:cubicBezTo>
                  <a:pt x="248113" y="10880"/>
                  <a:pt x="250680" y="14596"/>
                  <a:pt x="252821" y="19225"/>
                </a:cubicBezTo>
                <a:cubicBezTo>
                  <a:pt x="254963" y="23854"/>
                  <a:pt x="256584" y="29507"/>
                  <a:pt x="257687" y="36183"/>
                </a:cubicBezTo>
                <a:cubicBezTo>
                  <a:pt x="258789" y="42859"/>
                  <a:pt x="259340" y="50700"/>
                  <a:pt x="259340" y="59707"/>
                </a:cubicBezTo>
                <a:moveTo>
                  <a:pt x="242713" y="83514"/>
                </a:moveTo>
                <a:lnTo>
                  <a:pt x="242713" y="56778"/>
                </a:lnTo>
                <a:cubicBezTo>
                  <a:pt x="242713" y="50606"/>
                  <a:pt x="242429" y="45174"/>
                  <a:pt x="241862" y="40482"/>
                </a:cubicBezTo>
                <a:cubicBezTo>
                  <a:pt x="241296" y="35789"/>
                  <a:pt x="240461" y="31774"/>
                  <a:pt x="239359" y="28436"/>
                </a:cubicBezTo>
                <a:cubicBezTo>
                  <a:pt x="238257" y="25098"/>
                  <a:pt x="236887" y="22390"/>
                  <a:pt x="235249" y="20312"/>
                </a:cubicBezTo>
                <a:cubicBezTo>
                  <a:pt x="233612" y="18233"/>
                  <a:pt x="231722" y="16706"/>
                  <a:pt x="229581" y="15730"/>
                </a:cubicBezTo>
                <a:cubicBezTo>
                  <a:pt x="227440" y="14753"/>
                  <a:pt x="225078" y="14265"/>
                  <a:pt x="222495" y="14265"/>
                </a:cubicBezTo>
                <a:cubicBezTo>
                  <a:pt x="219283" y="14265"/>
                  <a:pt x="216433" y="15037"/>
                  <a:pt x="213946" y="16580"/>
                </a:cubicBezTo>
                <a:cubicBezTo>
                  <a:pt x="211458" y="18123"/>
                  <a:pt x="209348" y="20564"/>
                  <a:pt x="207616" y="23902"/>
                </a:cubicBezTo>
                <a:cubicBezTo>
                  <a:pt x="205884" y="27240"/>
                  <a:pt x="204577" y="31617"/>
                  <a:pt x="203695" y="37033"/>
                </a:cubicBezTo>
                <a:cubicBezTo>
                  <a:pt x="202814" y="42450"/>
                  <a:pt x="202373" y="49031"/>
                  <a:pt x="202373" y="56778"/>
                </a:cubicBezTo>
                <a:lnTo>
                  <a:pt x="202373" y="83514"/>
                </a:lnTo>
                <a:cubicBezTo>
                  <a:pt x="202373" y="89686"/>
                  <a:pt x="202672" y="95134"/>
                  <a:pt x="203270" y="99858"/>
                </a:cubicBezTo>
                <a:cubicBezTo>
                  <a:pt x="203869" y="104581"/>
                  <a:pt x="204719" y="108659"/>
                  <a:pt x="205821" y="112092"/>
                </a:cubicBezTo>
                <a:cubicBezTo>
                  <a:pt x="206923" y="115524"/>
                  <a:pt x="208293" y="118343"/>
                  <a:pt x="209931" y="120547"/>
                </a:cubicBezTo>
                <a:cubicBezTo>
                  <a:pt x="211568" y="122751"/>
                  <a:pt x="213458" y="124373"/>
                  <a:pt x="215599" y="125412"/>
                </a:cubicBezTo>
                <a:cubicBezTo>
                  <a:pt x="217740" y="126452"/>
                  <a:pt x="220071" y="126971"/>
                  <a:pt x="222590" y="126971"/>
                </a:cubicBezTo>
                <a:cubicBezTo>
                  <a:pt x="225928" y="126971"/>
                  <a:pt x="228841" y="126152"/>
                  <a:pt x="231329" y="124515"/>
                </a:cubicBezTo>
                <a:cubicBezTo>
                  <a:pt x="233816" y="122877"/>
                  <a:pt x="235911" y="120311"/>
                  <a:pt x="237611" y="116815"/>
                </a:cubicBezTo>
                <a:cubicBezTo>
                  <a:pt x="239312" y="113320"/>
                  <a:pt x="240587" y="108817"/>
                  <a:pt x="241437" y="103306"/>
                </a:cubicBezTo>
                <a:cubicBezTo>
                  <a:pt x="242287" y="97795"/>
                  <a:pt x="242713" y="91198"/>
                  <a:pt x="242713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50">
            <a:extLst xmlns:a="http://schemas.openxmlformats.org/drawingml/2006/main">
              <a:ext uri="{FF2B5EF4-FFF2-40B4-BE49-F238E27FC236}">
                <a16:creationId xmlns:a16="http://schemas.microsoft.com/office/drawing/2014/main" id="{E43D0FD6-70B1-44DE-AB6E-02DE8F1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086" y="5698219"/>
            <a:ext cx="165853" cy="141331"/>
          </a:xfrm>
          <a:custGeom xmlns:a="http://schemas.openxmlformats.org/drawingml/2006/main">
            <a:pathLst>
              <a:path w="165853" h="141331">
                <a:moveTo>
                  <a:pt x="17572" y="73972"/>
                </a:moveTo>
                <a:lnTo>
                  <a:pt x="4251" y="70382"/>
                </a:lnTo>
                <a:lnTo>
                  <a:pt x="10109" y="1889"/>
                </a:lnTo>
                <a:lnTo>
                  <a:pt x="70004" y="1889"/>
                </a:lnTo>
                <a:lnTo>
                  <a:pt x="70004" y="18044"/>
                </a:lnTo>
                <a:lnTo>
                  <a:pt x="24185" y="18044"/>
                </a:lnTo>
                <a:lnTo>
                  <a:pt x="20973" y="55455"/>
                </a:lnTo>
                <a:cubicBezTo>
                  <a:pt x="23114" y="54007"/>
                  <a:pt x="25697" y="52653"/>
                  <a:pt x="28720" y="51393"/>
                </a:cubicBezTo>
                <a:cubicBezTo>
                  <a:pt x="31743" y="50133"/>
                  <a:pt x="35270" y="49504"/>
                  <a:pt x="39301" y="49504"/>
                </a:cubicBezTo>
                <a:cubicBezTo>
                  <a:pt x="44717" y="49504"/>
                  <a:pt x="49551" y="50590"/>
                  <a:pt x="53802" y="52763"/>
                </a:cubicBezTo>
                <a:cubicBezTo>
                  <a:pt x="58053" y="54936"/>
                  <a:pt x="61659" y="58038"/>
                  <a:pt x="64619" y="62069"/>
                </a:cubicBezTo>
                <a:cubicBezTo>
                  <a:pt x="67579" y="66099"/>
                  <a:pt x="69847" y="70949"/>
                  <a:pt x="71421" y="76617"/>
                </a:cubicBezTo>
                <a:cubicBezTo>
                  <a:pt x="72996" y="82286"/>
                  <a:pt x="73783" y="88615"/>
                  <a:pt x="73783" y="95606"/>
                </a:cubicBezTo>
                <a:cubicBezTo>
                  <a:pt x="73783" y="102219"/>
                  <a:pt x="73012" y="108297"/>
                  <a:pt x="71469" y="113840"/>
                </a:cubicBezTo>
                <a:cubicBezTo>
                  <a:pt x="69925" y="119382"/>
                  <a:pt x="67595" y="124216"/>
                  <a:pt x="64478" y="128341"/>
                </a:cubicBezTo>
                <a:cubicBezTo>
                  <a:pt x="61360" y="132466"/>
                  <a:pt x="57455" y="135663"/>
                  <a:pt x="52763" y="137930"/>
                </a:cubicBezTo>
                <a:cubicBezTo>
                  <a:pt x="48071" y="140197"/>
                  <a:pt x="42607" y="141331"/>
                  <a:pt x="36372" y="141331"/>
                </a:cubicBezTo>
                <a:cubicBezTo>
                  <a:pt x="31711" y="141331"/>
                  <a:pt x="27303" y="140558"/>
                  <a:pt x="23146" y="139011"/>
                </a:cubicBezTo>
                <a:cubicBezTo>
                  <a:pt x="18989" y="137464"/>
                  <a:pt x="15257" y="135096"/>
                  <a:pt x="11951" y="131907"/>
                </a:cubicBezTo>
                <a:cubicBezTo>
                  <a:pt x="8644" y="128719"/>
                  <a:pt x="5952" y="124741"/>
                  <a:pt x="3873" y="119974"/>
                </a:cubicBezTo>
                <a:cubicBezTo>
                  <a:pt x="1795" y="115207"/>
                  <a:pt x="504" y="109604"/>
                  <a:pt x="0" y="103164"/>
                </a:cubicBezTo>
                <a:lnTo>
                  <a:pt x="15777" y="103164"/>
                </a:lnTo>
                <a:cubicBezTo>
                  <a:pt x="16407" y="108348"/>
                  <a:pt x="17619" y="112712"/>
                  <a:pt x="19414" y="116254"/>
                </a:cubicBezTo>
                <a:cubicBezTo>
                  <a:pt x="21209" y="119795"/>
                  <a:pt x="23539" y="122467"/>
                  <a:pt x="26405" y="124270"/>
                </a:cubicBezTo>
                <a:cubicBezTo>
                  <a:pt x="29271" y="126071"/>
                  <a:pt x="32593" y="126971"/>
                  <a:pt x="36372" y="126971"/>
                </a:cubicBezTo>
                <a:cubicBezTo>
                  <a:pt x="39584" y="126971"/>
                  <a:pt x="42481" y="126247"/>
                  <a:pt x="45063" y="124798"/>
                </a:cubicBezTo>
                <a:cubicBezTo>
                  <a:pt x="47646" y="123350"/>
                  <a:pt x="49819" y="121271"/>
                  <a:pt x="51582" y="118563"/>
                </a:cubicBezTo>
                <a:cubicBezTo>
                  <a:pt x="53346" y="115855"/>
                  <a:pt x="54700" y="112580"/>
                  <a:pt x="55644" y="108738"/>
                </a:cubicBezTo>
                <a:cubicBezTo>
                  <a:pt x="56589" y="104896"/>
                  <a:pt x="57061" y="100582"/>
                  <a:pt x="57061" y="95795"/>
                </a:cubicBezTo>
                <a:cubicBezTo>
                  <a:pt x="57061" y="91450"/>
                  <a:pt x="56589" y="87419"/>
                  <a:pt x="55644" y="83703"/>
                </a:cubicBezTo>
                <a:cubicBezTo>
                  <a:pt x="54700" y="79987"/>
                  <a:pt x="53283" y="76743"/>
                  <a:pt x="51393" y="73972"/>
                </a:cubicBezTo>
                <a:cubicBezTo>
                  <a:pt x="49504" y="71201"/>
                  <a:pt x="47221" y="69044"/>
                  <a:pt x="44544" y="67501"/>
                </a:cubicBezTo>
                <a:cubicBezTo>
                  <a:pt x="41867" y="65958"/>
                  <a:pt x="38765" y="65186"/>
                  <a:pt x="35238" y="65186"/>
                </a:cubicBezTo>
                <a:cubicBezTo>
                  <a:pt x="30515" y="65186"/>
                  <a:pt x="27035" y="65973"/>
                  <a:pt x="24799" y="67548"/>
                </a:cubicBezTo>
                <a:cubicBezTo>
                  <a:pt x="22563" y="69122"/>
                  <a:pt x="20154" y="71264"/>
                  <a:pt x="17572" y="73972"/>
                </a:cubicBezTo>
                <a:close/>
                <a:moveTo>
                  <a:pt x="165853" y="59707"/>
                </a:moveTo>
                <a:lnTo>
                  <a:pt x="165853" y="80680"/>
                </a:lnTo>
                <a:cubicBezTo>
                  <a:pt x="165853" y="91953"/>
                  <a:pt x="164987" y="101464"/>
                  <a:pt x="163255" y="109210"/>
                </a:cubicBezTo>
                <a:cubicBezTo>
                  <a:pt x="161523" y="116957"/>
                  <a:pt x="159051" y="123192"/>
                  <a:pt x="155839" y="127916"/>
                </a:cubicBezTo>
                <a:cubicBezTo>
                  <a:pt x="152627" y="132640"/>
                  <a:pt x="148769" y="136056"/>
                  <a:pt x="144266" y="138166"/>
                </a:cubicBezTo>
                <a:cubicBezTo>
                  <a:pt x="139763" y="140276"/>
                  <a:pt x="134709" y="141331"/>
                  <a:pt x="129103" y="141331"/>
                </a:cubicBezTo>
                <a:cubicBezTo>
                  <a:pt x="124695" y="141331"/>
                  <a:pt x="120585" y="140670"/>
                  <a:pt x="116775" y="139347"/>
                </a:cubicBezTo>
                <a:cubicBezTo>
                  <a:pt x="112964" y="138025"/>
                  <a:pt x="109548" y="135899"/>
                  <a:pt x="106524" y="132970"/>
                </a:cubicBezTo>
                <a:cubicBezTo>
                  <a:pt x="103501" y="130042"/>
                  <a:pt x="100919" y="126215"/>
                  <a:pt x="98778" y="121492"/>
                </a:cubicBezTo>
                <a:cubicBezTo>
                  <a:pt x="96636" y="116768"/>
                  <a:pt x="94999" y="111037"/>
                  <a:pt x="93865" y="104298"/>
                </a:cubicBezTo>
                <a:cubicBezTo>
                  <a:pt x="92731" y="97559"/>
                  <a:pt x="92165" y="89686"/>
                  <a:pt x="92165" y="80680"/>
                </a:cubicBezTo>
                <a:lnTo>
                  <a:pt x="92165" y="59707"/>
                </a:lnTo>
                <a:cubicBezTo>
                  <a:pt x="92165" y="48433"/>
                  <a:pt x="93046" y="38986"/>
                  <a:pt x="94810" y="31365"/>
                </a:cubicBezTo>
                <a:cubicBezTo>
                  <a:pt x="96573" y="23744"/>
                  <a:pt x="99077" y="17619"/>
                  <a:pt x="102320" y="12990"/>
                </a:cubicBezTo>
                <a:cubicBezTo>
                  <a:pt x="105564" y="8361"/>
                  <a:pt x="109437" y="5039"/>
                  <a:pt x="113940" y="3023"/>
                </a:cubicBezTo>
                <a:cubicBezTo>
                  <a:pt x="118444" y="1008"/>
                  <a:pt x="123466" y="0"/>
                  <a:pt x="129009" y="0"/>
                </a:cubicBezTo>
                <a:cubicBezTo>
                  <a:pt x="133481" y="0"/>
                  <a:pt x="137622" y="646"/>
                  <a:pt x="141432" y="1937"/>
                </a:cubicBezTo>
                <a:cubicBezTo>
                  <a:pt x="145242" y="3228"/>
                  <a:pt x="148643" y="5275"/>
                  <a:pt x="151635" y="8077"/>
                </a:cubicBezTo>
                <a:cubicBezTo>
                  <a:pt x="154627" y="10880"/>
                  <a:pt x="157193" y="14596"/>
                  <a:pt x="159335" y="19225"/>
                </a:cubicBezTo>
                <a:cubicBezTo>
                  <a:pt x="161476" y="23854"/>
                  <a:pt x="163098" y="29507"/>
                  <a:pt x="164200" y="36183"/>
                </a:cubicBezTo>
                <a:cubicBezTo>
                  <a:pt x="165302" y="42859"/>
                  <a:pt x="165853" y="50700"/>
                  <a:pt x="165853" y="59707"/>
                </a:cubicBezTo>
                <a:moveTo>
                  <a:pt x="149226" y="83514"/>
                </a:moveTo>
                <a:lnTo>
                  <a:pt x="149226" y="56778"/>
                </a:lnTo>
                <a:cubicBezTo>
                  <a:pt x="149226" y="50606"/>
                  <a:pt x="148943" y="45174"/>
                  <a:pt x="148376" y="40482"/>
                </a:cubicBezTo>
                <a:cubicBezTo>
                  <a:pt x="147809" y="35789"/>
                  <a:pt x="146974" y="31774"/>
                  <a:pt x="145872" y="28436"/>
                </a:cubicBezTo>
                <a:cubicBezTo>
                  <a:pt x="144770" y="25098"/>
                  <a:pt x="143400" y="22390"/>
                  <a:pt x="141763" y="20312"/>
                </a:cubicBezTo>
                <a:cubicBezTo>
                  <a:pt x="140125" y="18233"/>
                  <a:pt x="138236" y="16706"/>
                  <a:pt x="136094" y="15730"/>
                </a:cubicBezTo>
                <a:cubicBezTo>
                  <a:pt x="133953" y="14753"/>
                  <a:pt x="131591" y="14265"/>
                  <a:pt x="129009" y="14265"/>
                </a:cubicBezTo>
                <a:cubicBezTo>
                  <a:pt x="125797" y="14265"/>
                  <a:pt x="122947" y="15037"/>
                  <a:pt x="120459" y="16580"/>
                </a:cubicBezTo>
                <a:cubicBezTo>
                  <a:pt x="117971" y="18123"/>
                  <a:pt x="115861" y="20564"/>
                  <a:pt x="114129" y="23902"/>
                </a:cubicBezTo>
                <a:cubicBezTo>
                  <a:pt x="112397" y="27240"/>
                  <a:pt x="111091" y="31617"/>
                  <a:pt x="110209" y="37033"/>
                </a:cubicBezTo>
                <a:cubicBezTo>
                  <a:pt x="109327" y="42450"/>
                  <a:pt x="108886" y="49031"/>
                  <a:pt x="108886" y="56778"/>
                </a:cubicBezTo>
                <a:lnTo>
                  <a:pt x="108886" y="83514"/>
                </a:lnTo>
                <a:cubicBezTo>
                  <a:pt x="108886" y="89686"/>
                  <a:pt x="109185" y="95134"/>
                  <a:pt x="109784" y="99858"/>
                </a:cubicBezTo>
                <a:cubicBezTo>
                  <a:pt x="110382" y="104581"/>
                  <a:pt x="111232" y="108659"/>
                  <a:pt x="112334" y="112092"/>
                </a:cubicBezTo>
                <a:cubicBezTo>
                  <a:pt x="113437" y="115524"/>
                  <a:pt x="114806" y="118343"/>
                  <a:pt x="116444" y="120547"/>
                </a:cubicBezTo>
                <a:cubicBezTo>
                  <a:pt x="118082" y="122751"/>
                  <a:pt x="119971" y="124373"/>
                  <a:pt x="122112" y="125412"/>
                </a:cubicBezTo>
                <a:cubicBezTo>
                  <a:pt x="124254" y="126452"/>
                  <a:pt x="126584" y="126971"/>
                  <a:pt x="129103" y="126971"/>
                </a:cubicBezTo>
                <a:cubicBezTo>
                  <a:pt x="132441" y="126971"/>
                  <a:pt x="135354" y="126152"/>
                  <a:pt x="137842" y="124515"/>
                </a:cubicBezTo>
                <a:cubicBezTo>
                  <a:pt x="140330" y="122877"/>
                  <a:pt x="142424" y="120311"/>
                  <a:pt x="144125" y="116815"/>
                </a:cubicBezTo>
                <a:cubicBezTo>
                  <a:pt x="145825" y="113320"/>
                  <a:pt x="147100" y="108817"/>
                  <a:pt x="147951" y="103306"/>
                </a:cubicBezTo>
                <a:cubicBezTo>
                  <a:pt x="148801" y="97795"/>
                  <a:pt x="149226" y="91198"/>
                  <a:pt x="149226" y="835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97297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2026-09-05T08:53:13.0540000Z</dcterms:created>
  <dcterms:modified xsi:type="dcterms:W3CDTF">2026-09-05T08:53:13.0540000Z</dcterms:modified>
</coreProperties>
</file>